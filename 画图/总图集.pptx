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omments/modernComment_10C_EEF46DBF.xml" ContentType="application/vnd.ms-powerpoint.comment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16"/>
  </p:notesMasterIdLst>
  <p:sldIdLst>
    <p:sldId id="268" r:id="rId2"/>
    <p:sldId id="270" r:id="rId3"/>
    <p:sldId id="269" r:id="rId4"/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</p:sldIdLst>
  <p:sldSz cx="9525000" cy="88011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D3F71A66-0C34-DF1A-5236-FECDBC820DCB}" name="Hongen Peng" initials="HP" userId="965de47efeb7ffa5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82883" autoAdjust="0"/>
  </p:normalViewPr>
  <p:slideViewPr>
    <p:cSldViewPr snapToGrid="0">
      <p:cViewPr varScale="1">
        <p:scale>
          <a:sx n="71" d="100"/>
          <a:sy n="71" d="100"/>
        </p:scale>
        <p:origin x="1136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microsoft.com/office/2018/10/relationships/authors" Target="author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omments/modernComment_10C_EEF46DBF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870A18BD-66F0-4D24-AA0E-229D58B496A1}" authorId="{D3F71A66-0C34-DF1A-5236-FECDBC820DCB}" created="2026-09-29T02:10:04.753">
    <pc:sldMkLst xmlns:pc="http://schemas.microsoft.com/office/powerpoint/2013/main/command">
      <pc:docMk/>
      <pc:sldMk cId="4008996287" sldId="268"/>
    </pc:sldMkLst>
    <p188:txBody>
      <a:bodyPr/>
      <a:lstStyle/>
      <a:p>
        <a:r>
          <a:rPr lang="zh-CN" altLang="en-US"/>
          <a:t>信息来源：图 a 概览。依据用户提供的 关于图a.pptx 第2页手绘流程、第3页密度参考及现代批注。真实背景为 AdaLigand 数据中的 PDB 9hjx 实验密度和受体，来源 /storage/penghongen/AdaLigand/Ori_Data/density/9hjx/ 与 raw/rcsb_mmcif/9hjx.cif。绘图副本高斯平滑 sigma=1.5 voxel，ChimeraX contour=2.6、step=3，使用当前正交视角。B1–B5、三种拓扑及最终构象均为流程示意，不是 9hjx 的模型预测或真实配体身份。两枚绿色候选匹配同一身份，灰色候选拒绝。Build 列表遵循用户手绘稿，仅表示可接的下游工具，不表示本论文实际运行了所有工具。当前论文及源码依据：论文草稿.md Overview；Pocket_Plus/src/inference；Matcher/README.md；PocketXMol/models/density/local_cov.py。ChimeraX 官方命令参考：https://www.cgl.ucsf.edu/chimerax/docs/user/commands/volume.html 和 https://www.cgl.ucsf.edu/chimerax/docs/user/commands/camera.html。
制作使用的代码来源: （..?）</a:t>
        </a:r>
      </a:p>
    </p188:txBody>
  </p188:cm>
  <p188:cm id="{57FB7580-5DB0-462A-B68A-F02E91D70FEA}" authorId="{D3F71A66-0C34-DF1A-5236-FECDBC820DCB}" created="2026-09-29T02:24:35.379">
    <pc:sldMkLst xmlns:pc="http://schemas.microsoft.com/office/powerpoint/2013/main/command">
      <pc:docMk/>
      <pc:sldMk cId="4008996287" sldId="268"/>
    </pc:sldMkLst>
    <p188:txBody>
      <a:bodyPr/>
      <a:lstStyle/>
      <a:p>
        <a:r>
          <a:rPr lang="zh-CN" altLang="en-US"/>
          <a:t>@@fig-overview</a:t>
        </a:r>
      </a:p>
    </p188:txBody>
  </p188:cm>
</p188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"/>
          <p:cNvSpPr>
            <a:spLocks noGrp="1"/>
          </p:cNvSpPr>
          <p:nvPr>
            <p:ph type="hdr" sz="quarter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3" name="Date Placeholder"/>
          <p:cNvSpPr>
            <a:spLocks noGrp="1"/>
          </p:cNvSpPr>
          <p:nvPr>
            <p:ph type="dt" sz="quarter" idx="1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" name="Slide Image Placeholder"/>
          <p:cNvSpPr>
            <a:spLocks noGrp="1" noRot="1" noChangeAspect="1"/>
          </p:cNvSpPr>
          <p:nvPr>
            <p:ph type="sldImg" idx="2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5" name="Notes Placeholder"/>
          <p:cNvSpPr>
            <a:spLocks noGrp="1"/>
          </p:cNvSpPr>
          <p:nvPr>
            <p:ph type="body" sz="quarter" idx="3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6" name="Footer Placeholder"/>
          <p:cNvSpPr>
            <a:spLocks noGrp="1"/>
          </p:cNvSpPr>
          <p:nvPr>
            <p:ph type="ftr" sz="quarter" idx="4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7" name="Slide Number Placeholder"/>
          <p:cNvSpPr>
            <a:spLocks noGrp="1"/>
          </p:cNvSpPr>
          <p:nvPr>
            <p:ph type="sldNum" sz="quarter" idx="5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/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515097-9FF1-2A53-025B-7B2E9DBCFE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CFF6D50-F30A-F579-D177-ECF4700A86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7B0584B-0159-757C-C115-2561102600C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9ABF85-8A2D-128B-B7D9-A9EF48298CC2}"/>
              </a:ext>
            </a:extLst>
          </p:cNvPr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260876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182281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Two deliberately selected test_0 examples, not a representative estimate of overall performance. 9z3d / SAH auth A:801 (occurrence 0); 9hjx / NAP auth B:500 (occurrence 0). Find_1 Gaussian results from f2_centered_gaussian_macro_selected; Emap2lig official Find-Li. All panels use real downloaded frozen outputs. The target is the formally selected blob with the largest intersection with occurrence 0. GT reference is not a model input. Other selected candidates remain embedded in the .cxs sessions, with separate all-selected views. Source paths and hashes: source_manifest.json in 画图/画图代码/stage1/case_study_20260922. Full workflow: README.md in that directory. Exact image camera states: 9z3d/camera.json and 9hjx/camera.json beside this deck. UCSF ChimeraX 1.10.1 installation, density contour_canonical, unmodified canonical grid, prediction binary isosurface 0.5. Labels and layout are editable in PowerPoint; molecular geometry and density are editable in the self-contained ChimeraX .cxs files.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dirty="0"/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</a:t>
            </a:r>
            <a:r>
              <a:rPr dirty="0" err="1"/>
              <a:t>IoU</a:t>
            </a:r>
            <a:r>
              <a:rPr dirty="0"/>
              <a:t>. Basic family: F1-F1. Resolution </a:t>
            </a:r>
            <a:r>
              <a:rPr dirty="0" err="1"/>
              <a:t>colour</a:t>
            </a:r>
            <a:r>
              <a:rPr dirty="0"/>
              <a:t> scale: 1.0–4.0 Å.</a:t>
            </a:r>
          </a:p>
          <a:p>
            <a:endParaRPr dirty="0"/>
          </a:p>
          <a:p>
            <a:r>
              <a:rPr dirty="0"/>
              <a:t>Source metrics (read-only server files):</a:t>
            </a:r>
          </a:p>
          <a:p>
            <a:r>
              <a:rPr dirty="0" err="1"/>
              <a:t>GT_gaussian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</a:t>
            </a:r>
            <a:r>
              <a:rPr dirty="0" err="1"/>
              <a:t>真实受体</a:t>
            </a:r>
            <a:r>
              <a:rPr dirty="0"/>
              <a:t>/artifacts/Find_1/held_out_test_0/evaluation/f2_centered_gaussian_macro_selected.metrics.json</a:t>
            </a:r>
          </a:p>
          <a:p>
            <a:r>
              <a:rPr dirty="0"/>
              <a:t>SHA256: f7ef612da12b62a14f2f92de37f966b2dc34807c3122a68084616743a0d73fd6</a:t>
            </a:r>
          </a:p>
          <a:p>
            <a:r>
              <a:rPr dirty="0" err="1"/>
              <a:t>GT_basic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</a:t>
            </a:r>
            <a:r>
              <a:rPr dirty="0" err="1"/>
              <a:t>真实受体</a:t>
            </a:r>
            <a:r>
              <a:rPr dirty="0"/>
              <a:t>/artifacts/Find_1/held_out_test_0/evaluation/f1_blobs_basic_macro_selected.metrics.json</a:t>
            </a:r>
          </a:p>
          <a:p>
            <a:r>
              <a:rPr dirty="0"/>
              <a:t>SHA256: 1288b47f69e2fc66fc217a47d13032343cef6ea92ea96a20888bfede9ff94b80</a:t>
            </a:r>
          </a:p>
          <a:p>
            <a:r>
              <a:rPr dirty="0" err="1"/>
              <a:t>Cryo_gaussian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/AdaLigand_stage1_inference/Find_1/CryoAtom2受体/artifacts/Find_1/held_out_test_0/evaluation/f2_centered_gaussian_macro_selected.metrics.json</a:t>
            </a:r>
          </a:p>
          <a:p>
            <a:r>
              <a:rPr dirty="0"/>
              <a:t>SHA256: 0a2c5878640d254efadfadd76e01852514d2200364169bd33f17604759f9b7f3</a:t>
            </a:r>
          </a:p>
          <a:p>
            <a:r>
              <a:rPr dirty="0" err="1"/>
              <a:t>Cryo_basic</a:t>
            </a:r>
            <a:r>
              <a:rPr dirty="0"/>
              <a:t>: /storage/</a:t>
            </a:r>
            <a:r>
              <a:rPr dirty="0" err="1"/>
              <a:t>penghongen</a:t>
            </a:r>
            <a:r>
              <a:rPr dirty="0"/>
              <a:t>/AdaLigand_stage1_inference/Find_1/CryoAtom2受体/artifacts/Find_1/held_out_test_0/evaluation/f1_blobs_basic_macro_selected.metrics.json</a:t>
            </a:r>
          </a:p>
          <a:p>
            <a:r>
              <a:rPr dirty="0"/>
              <a:t>SHA256: 3bc148c7035000d685850300ca113d506ca37d38d0f26fa5db47ba4ca31e6924</a:t>
            </a:r>
          </a:p>
          <a:p>
            <a:r>
              <a:rPr dirty="0"/>
              <a:t>unet_F1: /storage/</a:t>
            </a:r>
            <a:r>
              <a:rPr dirty="0" err="1"/>
              <a:t>penghongen</a:t>
            </a:r>
            <a:r>
              <a:rPr dirty="0"/>
              <a:t>/AdaLigand_stage1_inference/UNET/unet_c1_pdb_centric_v2/artifacts/unet_c1/held_out_test_0/evaluation/f1_blobs_basic_macro_selected.metrics.json</a:t>
            </a:r>
          </a:p>
          <a:p>
            <a:r>
              <a:rPr dirty="0"/>
              <a:t>SHA256: 4b216227a8b9d8b528afd8d610ddf48c4bafb95bfdaa71471ec647dedbaf765e</a:t>
            </a:r>
          </a:p>
          <a:p>
            <a:r>
              <a:rPr dirty="0"/>
              <a:t>Emap2lig: /storage/</a:t>
            </a:r>
            <a:r>
              <a:rPr dirty="0" err="1"/>
              <a:t>penghongen</a:t>
            </a:r>
            <a:r>
              <a:rPr dirty="0"/>
              <a:t>/AdaLigand_stage1_inference/Emap2lig/</a:t>
            </a:r>
            <a:r>
              <a:rPr dirty="0" err="1"/>
              <a:t>official_find_li</a:t>
            </a:r>
            <a:r>
              <a:rPr dirty="0"/>
              <a:t>/held_out_test_0/evaluation/</a:t>
            </a:r>
            <a:r>
              <a:rPr dirty="0" err="1"/>
              <a:t>official_find_li.metrics.json</a:t>
            </a:r>
            <a:endParaRPr dirty="0"/>
          </a:p>
          <a:p>
            <a:r>
              <a:rPr dirty="0"/>
              <a:t>SHA256: 19a0bca8380ea2ea708cc0eb1b1867b8d7b4c2c94e6c810bdeed6446a361d100</a:t>
            </a:r>
          </a:p>
          <a:p>
            <a:endParaRPr dirty="0"/>
          </a:p>
          <a:p>
            <a:r>
              <a:rPr dirty="0"/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IoU.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Gaussian uses F2–F1; Find_1 and unet_c1 basic use F1–F1. Emap2lig uses its official Find/Li pipeline. All metrics are PDB macro averages. Dice is semantic F1. Precision and recall use final selected candidates. PRAUC scans eligible candidates without the final score threshold. Bidirectional coverage threshold τ is not IoU.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GT / Gaussian, Find_1 / CryoAtom2 / Gaussian, Emap2lig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Ten panels show all requested semantic, coverage and one-to-one Precision/Recall metrics. White centres indicate medians and thick lines indicate interquartile ranges. All 179 PDBs, including scores 0 and 1, remain visible. Violin contours use reflected Gaussian kernel density estimates clipped to [0,1].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Each point is one matched PDB. No point jitter or filtering. x = official Emap2lig, y = Find_1 F2–F1–Gaussian with CryoAtom2 receptor. Colour is experimental map resolution in Å, not receptor model accuracy. Higher/equal/lower counts = 160/7/12.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Each point is one matched PDB. No point jitter or filtering. x = official Emap2lig, y = Find_1 F2–F1–Gaussian with CryoAtom2 receptor. Colour is experimental map resolution in Å, not receptor model accuracy. Higher/equal/lower counts = 112/40/27.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GT / Gaussian, Find_1 / GT / basic (F1–F1), unet_c1 / F1–F1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Five-axis polygon chart with identical [0,1] scales. Values are PDB macro PRAUC. Find_1 Gaussian/basic use the specified receptor condition. The same existing unet_c1 F1–F1 baseline appears in both panels; this is not a separately run CryoAtom2 unet. Read individual axes; polygon area is not a performance metric.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All values use test_0 (179 PDBs). Bar height is the PDB mean. Every dot is one PDB at its true metric value; horizontal jitter only. Whiskers are percentile 95% confidence intervals from 10000 bootstrap replicates, resampling 179 PDBs with replacement with shared indices across all methods and metrics (seed 20260922). These quantify PDB sampling variability, not repeated-training variability. Methods: Find_1 / CryoAtom2 / Gaussian, Find_1 / CryoAtom2 / basic (F1–F1), unet_c1 / F1–F1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t>Five-axis polygon chart with identical [0,1] scales. Values are PDB macro PRAUC. Find_1 Gaussian/basic use the specified receptor condition. The same existing unet_c1 F1–F1 baseline appears in both panels; this is not a separately run CryoAtom2 unet. Read individual axes; polygon area is not a performance metric. Basic family: F1-F1. Resolution colour scale: 1.0–4.0 Å.</a:t>
            </a:r>
          </a:p>
          <a:p>
            <a:endParaRPr/>
          </a:p>
          <a:p>
            <a:r>
              <a:t>Source metrics (read-only server files):</a:t>
            </a:r>
          </a:p>
          <a:p>
            <a:r>
              <a:t>GT_gaussian: /storage/penghongen/AdaLigand_stage1_inference/Find_1/真实受体/artifacts/Find_1/held_out_test_0/evaluation/f2_centered_gaussian_macro_selected.metrics.json</a:t>
            </a:r>
          </a:p>
          <a:p>
            <a:r>
              <a:t>SHA256: f7ef612da12b62a14f2f92de37f966b2dc34807c3122a68084616743a0d73fd6</a:t>
            </a:r>
          </a:p>
          <a:p>
            <a:r>
              <a:t>GT_basic: /storage/penghongen/AdaLigand_stage1_inference/Find_1/真实受体/artifacts/Find_1/held_out_test_0/evaluation/f1_blobs_basic_macro_selected.metrics.json</a:t>
            </a:r>
          </a:p>
          <a:p>
            <a:r>
              <a:t>SHA256: 1288b47f69e2fc66fc217a47d13032343cef6ea92ea96a20888bfede9ff94b80</a:t>
            </a:r>
          </a:p>
          <a:p>
            <a:r>
              <a:t>Cryo_gaussian: /storage/penghongen/AdaLigand_stage1_inference/Find_1/CryoAtom2受体/artifacts/Find_1/held_out_test_0/evaluation/f2_centered_gaussian_macro_selected.metrics.json</a:t>
            </a:r>
          </a:p>
          <a:p>
            <a:r>
              <a:t>SHA256: 0a2c5878640d254efadfadd76e01852514d2200364169bd33f17604759f9b7f3</a:t>
            </a:r>
          </a:p>
          <a:p>
            <a:r>
              <a:t>Cryo_basic: /storage/penghongen/AdaLigand_stage1_inference/Find_1/CryoAtom2受体/artifacts/Find_1/held_out_test_0/evaluation/f1_blobs_basic_macro_selected.metrics.json</a:t>
            </a:r>
          </a:p>
          <a:p>
            <a:r>
              <a:t>SHA256: 3bc148c7035000d685850300ca113d506ca37d38d0f26fa5db47ba4ca31e6924</a:t>
            </a:r>
          </a:p>
          <a:p>
            <a:r>
              <a:t>unet_F1: /storage/penghongen/AdaLigand_stage1_inference/UNET/unet_c1_pdb_centric_v2/artifacts/unet_c1/held_out_test_0/evaluation/f1_blobs_basic_macro_selected.metrics.json</a:t>
            </a:r>
          </a:p>
          <a:p>
            <a:r>
              <a:t>SHA256: 4b216227a8b9d8b528afd8d610ddf48c4bafb95bfdaa71471ec647dedbaf765e</a:t>
            </a:r>
          </a:p>
          <a:p>
            <a:r>
              <a:t>Emap2lig: /storage/penghongen/AdaLigand_stage1_inference/Emap2lig/official_find_li/held_out_test_0/evaluation/official_find_li.metrics.json</a:t>
            </a:r>
          </a:p>
          <a:p>
            <a:r>
              <a:t>SHA256: 19a0bca8380ea2ea708cc0eb1b1867b8d7b4c2c94e6c810bdeed6446a361d100</a:t>
            </a:r>
          </a:p>
          <a:p>
            <a:endParaRPr/>
          </a:p>
          <a:p>
            <a:r>
              <a:t>Source data: source_data_test0_macro.csv. The same unet_c1 baseline is retained in the GT and CryoAtom2 ablation figures.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/>
          </p:nvPr>
        </p:nvSpPr>
        <p:spPr/>
        <p:txBody>
          <a:bodyPr/>
          <a:lstStyle/>
          <a:p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ast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C_EEF46DBF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075F9B-6388-12E5-303C-83D739A397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10" name="label">
            <a:extLst>
              <a:ext uri="{FF2B5EF4-FFF2-40B4-BE49-F238E27FC236}">
                <a16:creationId xmlns:a16="http://schemas.microsoft.com/office/drawing/2014/main" id="{C4AF9F40-84C4-5331-AF96-B0EC95E70174}"/>
              </a:ext>
            </a:extLst>
          </p:cNvPr>
          <p:cNvGrpSpPr/>
          <p:nvPr/>
        </p:nvGrpSpPr>
        <p:grpSpPr>
          <a:xfrm>
            <a:off x="127000" y="2696633"/>
            <a:ext cx="8962571" cy="608542"/>
            <a:chOff x="228600" y="171450"/>
            <a:chExt cx="16132627" cy="1095375"/>
          </a:xfrm>
        </p:grpSpPr>
        <p:sp>
          <p:nvSpPr>
            <p:cNvPr id="6209" name="label__0">
              <a:extLst>
                <a:ext uri="{FF2B5EF4-FFF2-40B4-BE49-F238E27FC236}">
                  <a16:creationId xmlns:a16="http://schemas.microsoft.com/office/drawing/2014/main" id="{96743C49-80A5-FEA0-67DD-3D55C898CA8C}"/>
                </a:ext>
              </a:extLst>
            </p:cNvPr>
            <p:cNvSpPr>
              <a:spLocks noGrp="1"/>
            </p:cNvSpPr>
            <p:nvPr/>
          </p:nvSpPr>
          <p:spPr>
            <a:xfrm>
              <a:off x="266700" y="171450"/>
              <a:ext cx="381000" cy="4191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2850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583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a</a:t>
              </a:r>
            </a:p>
          </p:txBody>
        </p:sp>
        <p:sp>
          <p:nvSpPr>
            <p:cNvPr id="2" name="label__1">
              <a:extLst>
                <a:ext uri="{FF2B5EF4-FFF2-40B4-BE49-F238E27FC236}">
                  <a16:creationId xmlns:a16="http://schemas.microsoft.com/office/drawing/2014/main" id="{7C67C48F-CBA3-2A2B-057C-57E3E95E3631}"/>
                </a:ext>
              </a:extLst>
            </p:cNvPr>
            <p:cNvSpPr>
              <a:spLocks noGrp="1"/>
            </p:cNvSpPr>
            <p:nvPr/>
          </p:nvSpPr>
          <p:spPr>
            <a:xfrm>
              <a:off x="762000" y="200025"/>
              <a:ext cx="9810750" cy="3810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217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lang="en-US" sz="1208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Overall workflow</a:t>
              </a:r>
              <a:endParaRPr sz="1208" b="1" dirty="0">
                <a:solidFill>
                  <a:srgbClr val="263442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3" name="label__2">
              <a:extLst>
                <a:ext uri="{FF2B5EF4-FFF2-40B4-BE49-F238E27FC236}">
                  <a16:creationId xmlns:a16="http://schemas.microsoft.com/office/drawing/2014/main" id="{D052B1E7-3A97-3CD0-4780-A939A8453F49}"/>
                </a:ext>
              </a:extLst>
            </p:cNvPr>
            <p:cNvSpPr>
              <a:spLocks noGrp="1"/>
            </p:cNvSpPr>
            <p:nvPr/>
          </p:nvSpPr>
          <p:spPr>
            <a:xfrm>
              <a:off x="228600" y="923925"/>
              <a:ext cx="2047875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958" b="1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Whole-map inputs</a:t>
              </a:r>
            </a:p>
          </p:txBody>
        </p:sp>
        <p:sp>
          <p:nvSpPr>
            <p:cNvPr id="4" name="label__3">
              <a:extLst>
                <a:ext uri="{FF2B5EF4-FFF2-40B4-BE49-F238E27FC236}">
                  <a16:creationId xmlns:a16="http://schemas.microsoft.com/office/drawing/2014/main" id="{E008AD86-30E3-C1C4-0C20-9D379977D137}"/>
                </a:ext>
              </a:extLst>
            </p:cNvPr>
            <p:cNvSpPr>
              <a:spLocks noGrp="1"/>
            </p:cNvSpPr>
            <p:nvPr/>
          </p:nvSpPr>
          <p:spPr>
            <a:xfrm>
              <a:off x="2979970" y="923925"/>
              <a:ext cx="3905250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958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Candidate ligand regions</a:t>
              </a:r>
            </a:p>
          </p:txBody>
        </p:sp>
        <p:sp>
          <p:nvSpPr>
            <p:cNvPr id="5" name="label__4">
              <a:extLst>
                <a:ext uri="{FF2B5EF4-FFF2-40B4-BE49-F238E27FC236}">
                  <a16:creationId xmlns:a16="http://schemas.microsoft.com/office/drawing/2014/main" id="{E703BAE7-E3E5-B879-2DDB-135CD5E956C0}"/>
                </a:ext>
              </a:extLst>
            </p:cNvPr>
            <p:cNvSpPr>
              <a:spLocks noGrp="1"/>
            </p:cNvSpPr>
            <p:nvPr/>
          </p:nvSpPr>
          <p:spPr>
            <a:xfrm>
              <a:off x="8142516" y="923925"/>
              <a:ext cx="3381375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958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Ligand identity assignment</a:t>
              </a:r>
            </a:p>
          </p:txBody>
        </p:sp>
        <p:sp>
          <p:nvSpPr>
            <p:cNvPr id="7" name="label__6">
              <a:extLst>
                <a:ext uri="{FF2B5EF4-FFF2-40B4-BE49-F238E27FC236}">
                  <a16:creationId xmlns:a16="http://schemas.microsoft.com/office/drawing/2014/main" id="{F6713C6B-870B-81CE-5945-0FAF4952FA7E}"/>
                </a:ext>
              </a:extLst>
            </p:cNvPr>
            <p:cNvSpPr>
              <a:spLocks noGrp="1"/>
            </p:cNvSpPr>
            <p:nvPr/>
          </p:nvSpPr>
          <p:spPr>
            <a:xfrm>
              <a:off x="14170477" y="923925"/>
              <a:ext cx="2190750" cy="3429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958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Ligand poses</a:t>
              </a:r>
            </a:p>
          </p:txBody>
        </p:sp>
      </p:grpSp>
      <p:grpSp>
        <p:nvGrpSpPr>
          <p:cNvPr id="6211" name="输入：实验密度表面">
            <a:extLst>
              <a:ext uri="{FF2B5EF4-FFF2-40B4-BE49-F238E27FC236}">
                <a16:creationId xmlns:a16="http://schemas.microsoft.com/office/drawing/2014/main" id="{92CBD1FF-7136-A887-930A-589D5165C0D4}"/>
              </a:ext>
            </a:extLst>
          </p:cNvPr>
          <p:cNvGrpSpPr/>
          <p:nvPr/>
        </p:nvGrpSpPr>
        <p:grpSpPr>
          <a:xfrm>
            <a:off x="275821" y="3426883"/>
            <a:ext cx="845359" cy="1005417"/>
            <a:chOff x="496477" y="1485900"/>
            <a:chExt cx="1521646" cy="1809750"/>
          </a:xfrm>
        </p:grpSpPr>
        <p:sp>
          <p:nvSpPr>
            <p:cNvPr id="8" name="Input_density__7">
              <a:extLst>
                <a:ext uri="{FF2B5EF4-FFF2-40B4-BE49-F238E27FC236}">
                  <a16:creationId xmlns:a16="http://schemas.microsoft.com/office/drawing/2014/main" id="{8BE4786C-A64C-5888-33A5-6664303C3246}"/>
                </a:ext>
              </a:extLst>
            </p:cNvPr>
            <p:cNvSpPr>
              <a:spLocks noGrp="1"/>
            </p:cNvSpPr>
            <p:nvPr/>
          </p:nvSpPr>
          <p:spPr>
            <a:xfrm>
              <a:off x="1220655" y="3062646"/>
              <a:ext cx="46074" cy="24513"/>
            </a:xfrm>
            <a:custGeom>
              <a:avLst/>
              <a:gdLst/>
              <a:ahLst/>
              <a:cxnLst/>
              <a:rect l="0" t="0" r="0" b="0"/>
              <a:pathLst>
                <a:path w="46074" h="24513">
                  <a:moveTo>
                    <a:pt x="0" y="2106"/>
                  </a:moveTo>
                  <a:lnTo>
                    <a:pt x="6305" y="2476"/>
                  </a:lnTo>
                  <a:lnTo>
                    <a:pt x="7043" y="3162"/>
                  </a:lnTo>
                  <a:close/>
                  <a:moveTo>
                    <a:pt x="46074" y="24513"/>
                  </a:moveTo>
                  <a:lnTo>
                    <a:pt x="31930" y="0"/>
                  </a:lnTo>
                  <a:lnTo>
                    <a:pt x="7043" y="316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" name="Input_density__8">
              <a:extLst>
                <a:ext uri="{FF2B5EF4-FFF2-40B4-BE49-F238E27FC236}">
                  <a16:creationId xmlns:a16="http://schemas.microsoft.com/office/drawing/2014/main" id="{176F8B4B-7704-2490-4475-2D7A8BE75C45}"/>
                </a:ext>
              </a:extLst>
            </p:cNvPr>
            <p:cNvSpPr>
              <a:spLocks noGrp="1"/>
            </p:cNvSpPr>
            <p:nvPr/>
          </p:nvSpPr>
          <p:spPr>
            <a:xfrm>
              <a:off x="1176575" y="3034249"/>
              <a:ext cx="50386" cy="30873"/>
            </a:xfrm>
            <a:custGeom>
              <a:avLst/>
              <a:gdLst/>
              <a:ahLst/>
              <a:cxnLst/>
              <a:rect l="0" t="0" r="0" b="0"/>
              <a:pathLst>
                <a:path w="50386" h="30873">
                  <a:moveTo>
                    <a:pt x="0" y="0"/>
                  </a:moveTo>
                  <a:lnTo>
                    <a:pt x="44081" y="30502"/>
                  </a:lnTo>
                  <a:lnTo>
                    <a:pt x="16434" y="26437"/>
                  </a:lnTo>
                  <a:close/>
                  <a:moveTo>
                    <a:pt x="50386" y="30873"/>
                  </a:moveTo>
                  <a:lnTo>
                    <a:pt x="44081" y="305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" name="Input_density__9">
              <a:extLst>
                <a:ext uri="{FF2B5EF4-FFF2-40B4-BE49-F238E27FC236}">
                  <a16:creationId xmlns:a16="http://schemas.microsoft.com/office/drawing/2014/main" id="{5B95D534-FB4E-C581-2618-B4E49B8454F6}"/>
                </a:ext>
              </a:extLst>
            </p:cNvPr>
            <p:cNvSpPr>
              <a:spLocks noGrp="1"/>
            </p:cNvSpPr>
            <p:nvPr/>
          </p:nvSpPr>
          <p:spPr>
            <a:xfrm>
              <a:off x="1285861" y="2960591"/>
              <a:ext cx="31800" cy="38987"/>
            </a:xfrm>
            <a:custGeom>
              <a:avLst/>
              <a:gdLst/>
              <a:ahLst/>
              <a:cxnLst/>
              <a:rect l="0" t="0" r="0" b="0"/>
              <a:pathLst>
                <a:path w="31800" h="38987">
                  <a:moveTo>
                    <a:pt x="31800" y="0"/>
                  </a:moveTo>
                  <a:lnTo>
                    <a:pt x="0" y="38987"/>
                  </a:lnTo>
                  <a:lnTo>
                    <a:pt x="26860" y="3303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" name="Input_density__10">
              <a:extLst>
                <a:ext uri="{FF2B5EF4-FFF2-40B4-BE49-F238E27FC236}">
                  <a16:creationId xmlns:a16="http://schemas.microsoft.com/office/drawing/2014/main" id="{D82215D2-A329-9CB2-31E5-3294145243FD}"/>
                </a:ext>
              </a:extLst>
            </p:cNvPr>
            <p:cNvSpPr>
              <a:spLocks noGrp="1"/>
            </p:cNvSpPr>
            <p:nvPr/>
          </p:nvSpPr>
          <p:spPr>
            <a:xfrm>
              <a:off x="1165464" y="2802847"/>
              <a:ext cx="647703" cy="262961"/>
            </a:xfrm>
            <a:custGeom>
              <a:avLst/>
              <a:gdLst/>
              <a:ahLst/>
              <a:cxnLst/>
              <a:rect l="0" t="0" r="0" b="0"/>
              <a:pathLst>
                <a:path w="647703" h="262961">
                  <a:moveTo>
                    <a:pt x="11111" y="231402"/>
                  </a:moveTo>
                  <a:lnTo>
                    <a:pt x="27546" y="257839"/>
                  </a:lnTo>
                  <a:lnTo>
                    <a:pt x="0" y="225150"/>
                  </a:lnTo>
                  <a:close/>
                  <a:moveTo>
                    <a:pt x="75866" y="244721"/>
                  </a:moveTo>
                  <a:lnTo>
                    <a:pt x="55192" y="261905"/>
                  </a:lnTo>
                  <a:lnTo>
                    <a:pt x="62235" y="262961"/>
                  </a:lnTo>
                  <a:close/>
                  <a:moveTo>
                    <a:pt x="55192" y="261905"/>
                  </a:moveTo>
                  <a:lnTo>
                    <a:pt x="75866" y="244721"/>
                  </a:lnTo>
                  <a:lnTo>
                    <a:pt x="27546" y="257839"/>
                  </a:lnTo>
                  <a:close/>
                  <a:moveTo>
                    <a:pt x="647703" y="23298"/>
                  </a:moveTo>
                  <a:lnTo>
                    <a:pt x="608152" y="0"/>
                  </a:lnTo>
                  <a:lnTo>
                    <a:pt x="620178" y="1659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2" name="Input_density__11">
              <a:extLst>
                <a:ext uri="{FF2B5EF4-FFF2-40B4-BE49-F238E27FC236}">
                  <a16:creationId xmlns:a16="http://schemas.microsoft.com/office/drawing/2014/main" id="{ECEF38AB-2107-6444-5EC5-E98C31448598}"/>
                </a:ext>
              </a:extLst>
            </p:cNvPr>
            <p:cNvSpPr>
              <a:spLocks noGrp="1"/>
            </p:cNvSpPr>
            <p:nvPr/>
          </p:nvSpPr>
          <p:spPr>
            <a:xfrm>
              <a:off x="1158101" y="2765470"/>
              <a:ext cx="627473" cy="318854"/>
            </a:xfrm>
            <a:custGeom>
              <a:avLst/>
              <a:gdLst/>
              <a:ahLst/>
              <a:cxnLst/>
              <a:rect l="0" t="0" r="0" b="0"/>
              <a:pathLst>
                <a:path w="627473" h="318854">
                  <a:moveTo>
                    <a:pt x="12609" y="246459"/>
                  </a:moveTo>
                  <a:lnTo>
                    <a:pt x="25966" y="299282"/>
                  </a:lnTo>
                  <a:lnTo>
                    <a:pt x="0" y="289276"/>
                  </a:lnTo>
                  <a:close/>
                  <a:moveTo>
                    <a:pt x="12609" y="246459"/>
                  </a:moveTo>
                  <a:lnTo>
                    <a:pt x="7363" y="262527"/>
                  </a:lnTo>
                  <a:lnTo>
                    <a:pt x="34908" y="295216"/>
                  </a:lnTo>
                  <a:close/>
                  <a:moveTo>
                    <a:pt x="34908" y="295216"/>
                  </a:moveTo>
                  <a:lnTo>
                    <a:pt x="49674" y="254215"/>
                  </a:lnTo>
                  <a:lnTo>
                    <a:pt x="12609" y="246459"/>
                  </a:lnTo>
                  <a:close/>
                  <a:moveTo>
                    <a:pt x="83229" y="282099"/>
                  </a:moveTo>
                  <a:lnTo>
                    <a:pt x="69598" y="300338"/>
                  </a:lnTo>
                  <a:lnTo>
                    <a:pt x="94484" y="297176"/>
                  </a:lnTo>
                  <a:close/>
                  <a:moveTo>
                    <a:pt x="83229" y="282099"/>
                  </a:moveTo>
                  <a:lnTo>
                    <a:pt x="49674" y="254215"/>
                  </a:lnTo>
                  <a:lnTo>
                    <a:pt x="34908" y="295216"/>
                  </a:lnTo>
                  <a:close/>
                  <a:moveTo>
                    <a:pt x="16407" y="225713"/>
                  </a:moveTo>
                  <a:lnTo>
                    <a:pt x="7363" y="262527"/>
                  </a:lnTo>
                  <a:lnTo>
                    <a:pt x="12609" y="246459"/>
                  </a:lnTo>
                  <a:close/>
                  <a:moveTo>
                    <a:pt x="143154" y="266341"/>
                  </a:moveTo>
                  <a:lnTo>
                    <a:pt x="106559" y="269003"/>
                  </a:lnTo>
                  <a:lnTo>
                    <a:pt x="121640" y="318854"/>
                  </a:lnTo>
                  <a:close/>
                  <a:moveTo>
                    <a:pt x="121640" y="318854"/>
                  </a:moveTo>
                  <a:lnTo>
                    <a:pt x="106559" y="269003"/>
                  </a:lnTo>
                  <a:lnTo>
                    <a:pt x="94484" y="297176"/>
                  </a:lnTo>
                  <a:close/>
                  <a:moveTo>
                    <a:pt x="112506" y="268348"/>
                  </a:moveTo>
                  <a:lnTo>
                    <a:pt x="145623" y="267592"/>
                  </a:lnTo>
                  <a:lnTo>
                    <a:pt x="121640" y="318854"/>
                  </a:lnTo>
                  <a:close/>
                  <a:moveTo>
                    <a:pt x="145623" y="267592"/>
                  </a:moveTo>
                  <a:lnTo>
                    <a:pt x="155775" y="282099"/>
                  </a:lnTo>
                  <a:lnTo>
                    <a:pt x="143154" y="266341"/>
                  </a:lnTo>
                  <a:close/>
                  <a:moveTo>
                    <a:pt x="145623" y="267592"/>
                  </a:moveTo>
                  <a:lnTo>
                    <a:pt x="147811" y="264915"/>
                  </a:lnTo>
                  <a:lnTo>
                    <a:pt x="157969" y="281384"/>
                  </a:lnTo>
                  <a:close/>
                  <a:moveTo>
                    <a:pt x="127760" y="234109"/>
                  </a:moveTo>
                  <a:lnTo>
                    <a:pt x="143154" y="266341"/>
                  </a:lnTo>
                  <a:lnTo>
                    <a:pt x="155469" y="276034"/>
                  </a:lnTo>
                  <a:close/>
                  <a:moveTo>
                    <a:pt x="58256" y="191691"/>
                  </a:moveTo>
                  <a:lnTo>
                    <a:pt x="85582" y="196563"/>
                  </a:lnTo>
                  <a:lnTo>
                    <a:pt x="67528" y="196390"/>
                  </a:lnTo>
                  <a:close/>
                  <a:moveTo>
                    <a:pt x="148099" y="180641"/>
                  </a:moveTo>
                  <a:lnTo>
                    <a:pt x="142839" y="174222"/>
                  </a:lnTo>
                  <a:lnTo>
                    <a:pt x="144021" y="176142"/>
                  </a:lnTo>
                  <a:close/>
                  <a:moveTo>
                    <a:pt x="144021" y="176142"/>
                  </a:moveTo>
                  <a:lnTo>
                    <a:pt x="159560" y="195122"/>
                  </a:lnTo>
                  <a:lnTo>
                    <a:pt x="180739" y="210977"/>
                  </a:lnTo>
                  <a:close/>
                  <a:moveTo>
                    <a:pt x="142839" y="174222"/>
                  </a:moveTo>
                  <a:lnTo>
                    <a:pt x="133210" y="140184"/>
                  </a:lnTo>
                  <a:lnTo>
                    <a:pt x="144021" y="176142"/>
                  </a:lnTo>
                  <a:close/>
                  <a:moveTo>
                    <a:pt x="627473" y="53938"/>
                  </a:moveTo>
                  <a:lnTo>
                    <a:pt x="614434" y="33339"/>
                  </a:lnTo>
                  <a:lnTo>
                    <a:pt x="611394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" name="Input_density__12">
              <a:extLst>
                <a:ext uri="{FF2B5EF4-FFF2-40B4-BE49-F238E27FC236}">
                  <a16:creationId xmlns:a16="http://schemas.microsoft.com/office/drawing/2014/main" id="{46ED629A-34DC-01CD-2651-B6523D4B3A3F}"/>
                </a:ext>
              </a:extLst>
            </p:cNvPr>
            <p:cNvSpPr>
              <a:spLocks noGrp="1"/>
            </p:cNvSpPr>
            <p:nvPr/>
          </p:nvSpPr>
          <p:spPr>
            <a:xfrm>
              <a:off x="1207775" y="2941611"/>
              <a:ext cx="131066" cy="142712"/>
            </a:xfrm>
            <a:custGeom>
              <a:avLst/>
              <a:gdLst/>
              <a:ahLst/>
              <a:cxnLst/>
              <a:rect l="0" t="0" r="0" b="0"/>
              <a:pathLst>
                <a:path w="131066" h="142712">
                  <a:moveTo>
                    <a:pt x="95949" y="91450"/>
                  </a:moveTo>
                  <a:lnTo>
                    <a:pt x="93480" y="90199"/>
                  </a:lnTo>
                  <a:lnTo>
                    <a:pt x="71966" y="142712"/>
                  </a:lnTo>
                  <a:close/>
                  <a:moveTo>
                    <a:pt x="33555" y="105957"/>
                  </a:moveTo>
                  <a:lnTo>
                    <a:pt x="44810" y="121035"/>
                  </a:lnTo>
                  <a:lnTo>
                    <a:pt x="56885" y="92862"/>
                  </a:lnTo>
                  <a:close/>
                  <a:moveTo>
                    <a:pt x="0" y="78073"/>
                  </a:moveTo>
                  <a:lnTo>
                    <a:pt x="33555" y="105957"/>
                  </a:lnTo>
                  <a:lnTo>
                    <a:pt x="42415" y="52019"/>
                  </a:lnTo>
                  <a:close/>
                  <a:moveTo>
                    <a:pt x="60425" y="83205"/>
                  </a:moveTo>
                  <a:lnTo>
                    <a:pt x="33555" y="105957"/>
                  </a:lnTo>
                  <a:lnTo>
                    <a:pt x="56885" y="92862"/>
                  </a:lnTo>
                  <a:close/>
                  <a:moveTo>
                    <a:pt x="78086" y="57967"/>
                  </a:moveTo>
                  <a:lnTo>
                    <a:pt x="60425" y="83205"/>
                  </a:lnTo>
                  <a:lnTo>
                    <a:pt x="56885" y="92862"/>
                  </a:lnTo>
                  <a:close/>
                  <a:moveTo>
                    <a:pt x="2105" y="65562"/>
                  </a:moveTo>
                  <a:lnTo>
                    <a:pt x="45214" y="26337"/>
                  </a:lnTo>
                  <a:lnTo>
                    <a:pt x="35909" y="20421"/>
                  </a:lnTo>
                  <a:close/>
                  <a:moveTo>
                    <a:pt x="2105" y="65562"/>
                  </a:moveTo>
                  <a:lnTo>
                    <a:pt x="35909" y="20421"/>
                  </a:lnTo>
                  <a:lnTo>
                    <a:pt x="8582" y="15549"/>
                  </a:lnTo>
                  <a:close/>
                  <a:moveTo>
                    <a:pt x="45214" y="26337"/>
                  </a:moveTo>
                  <a:lnTo>
                    <a:pt x="65955" y="52019"/>
                  </a:lnTo>
                  <a:lnTo>
                    <a:pt x="35909" y="20421"/>
                  </a:lnTo>
                  <a:close/>
                  <a:moveTo>
                    <a:pt x="65955" y="52019"/>
                  </a:moveTo>
                  <a:lnTo>
                    <a:pt x="78086" y="57967"/>
                  </a:lnTo>
                  <a:lnTo>
                    <a:pt x="35909" y="20421"/>
                  </a:lnTo>
                  <a:close/>
                  <a:moveTo>
                    <a:pt x="104946" y="52019"/>
                  </a:moveTo>
                  <a:lnTo>
                    <a:pt x="123009" y="71590"/>
                  </a:lnTo>
                  <a:lnTo>
                    <a:pt x="131066" y="34835"/>
                  </a:lnTo>
                  <a:close/>
                  <a:moveTo>
                    <a:pt x="131066" y="34835"/>
                  </a:moveTo>
                  <a:lnTo>
                    <a:pt x="109886" y="18980"/>
                  </a:lnTo>
                  <a:lnTo>
                    <a:pt x="104946" y="52019"/>
                  </a:lnTo>
                  <a:close/>
                  <a:moveTo>
                    <a:pt x="131066" y="34835"/>
                  </a:moveTo>
                  <a:lnTo>
                    <a:pt x="98426" y="4500"/>
                  </a:lnTo>
                  <a:lnTo>
                    <a:pt x="94347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" name="Input_density__13">
              <a:extLst>
                <a:ext uri="{FF2B5EF4-FFF2-40B4-BE49-F238E27FC236}">
                  <a16:creationId xmlns:a16="http://schemas.microsoft.com/office/drawing/2014/main" id="{2E2480A3-0988-AE96-207B-0E5CA15EFB78}"/>
                </a:ext>
              </a:extLst>
            </p:cNvPr>
            <p:cNvSpPr>
              <a:spLocks noGrp="1"/>
            </p:cNvSpPr>
            <p:nvPr/>
          </p:nvSpPr>
          <p:spPr>
            <a:xfrm>
              <a:off x="1207775" y="2946111"/>
              <a:ext cx="157820" cy="101457"/>
            </a:xfrm>
            <a:custGeom>
              <a:avLst/>
              <a:gdLst/>
              <a:ahLst/>
              <a:cxnLst/>
              <a:rect l="0" t="0" r="0" b="0"/>
              <a:pathLst>
                <a:path w="157820" h="101457">
                  <a:moveTo>
                    <a:pt x="2105" y="61062"/>
                  </a:moveTo>
                  <a:lnTo>
                    <a:pt x="0" y="73573"/>
                  </a:lnTo>
                  <a:lnTo>
                    <a:pt x="42415" y="47519"/>
                  </a:lnTo>
                  <a:close/>
                  <a:moveTo>
                    <a:pt x="42415" y="47519"/>
                  </a:moveTo>
                  <a:lnTo>
                    <a:pt x="33555" y="101457"/>
                  </a:lnTo>
                  <a:lnTo>
                    <a:pt x="60425" y="78705"/>
                  </a:lnTo>
                  <a:close/>
                  <a:moveTo>
                    <a:pt x="65955" y="47519"/>
                  </a:moveTo>
                  <a:lnTo>
                    <a:pt x="60425" y="78705"/>
                  </a:lnTo>
                  <a:lnTo>
                    <a:pt x="78086" y="53467"/>
                  </a:lnTo>
                  <a:close/>
                  <a:moveTo>
                    <a:pt x="78086" y="53467"/>
                  </a:moveTo>
                  <a:lnTo>
                    <a:pt x="56885" y="88362"/>
                  </a:lnTo>
                  <a:lnTo>
                    <a:pt x="93480" y="85700"/>
                  </a:lnTo>
                  <a:close/>
                  <a:moveTo>
                    <a:pt x="42415" y="47519"/>
                  </a:moveTo>
                  <a:lnTo>
                    <a:pt x="45214" y="21837"/>
                  </a:lnTo>
                  <a:lnTo>
                    <a:pt x="2105" y="61062"/>
                  </a:lnTo>
                  <a:close/>
                  <a:moveTo>
                    <a:pt x="95949" y="86951"/>
                  </a:moveTo>
                  <a:lnTo>
                    <a:pt x="117014" y="69498"/>
                  </a:lnTo>
                  <a:lnTo>
                    <a:pt x="98137" y="84274"/>
                  </a:lnTo>
                  <a:close/>
                  <a:moveTo>
                    <a:pt x="104946" y="47519"/>
                  </a:moveTo>
                  <a:lnTo>
                    <a:pt x="98137" y="84274"/>
                  </a:lnTo>
                  <a:lnTo>
                    <a:pt x="123009" y="67091"/>
                  </a:lnTo>
                  <a:close/>
                  <a:moveTo>
                    <a:pt x="45214" y="21837"/>
                  </a:moveTo>
                  <a:lnTo>
                    <a:pt x="83737" y="30336"/>
                  </a:lnTo>
                  <a:lnTo>
                    <a:pt x="65955" y="47519"/>
                  </a:lnTo>
                  <a:close/>
                  <a:moveTo>
                    <a:pt x="131066" y="30336"/>
                  </a:moveTo>
                  <a:lnTo>
                    <a:pt x="157820" y="13152"/>
                  </a:lnTo>
                  <a:lnTo>
                    <a:pt x="98426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5" name="Input_density__14">
              <a:extLst>
                <a:ext uri="{FF2B5EF4-FFF2-40B4-BE49-F238E27FC236}">
                  <a16:creationId xmlns:a16="http://schemas.microsoft.com/office/drawing/2014/main" id="{CFEEA56A-650A-6E2C-244A-70BB8497F65D}"/>
                </a:ext>
              </a:extLst>
            </p:cNvPr>
            <p:cNvSpPr>
              <a:spLocks noGrp="1"/>
            </p:cNvSpPr>
            <p:nvPr/>
          </p:nvSpPr>
          <p:spPr>
            <a:xfrm>
              <a:off x="1403259" y="3040359"/>
              <a:ext cx="20521" cy="19483"/>
            </a:xfrm>
            <a:custGeom>
              <a:avLst/>
              <a:gdLst/>
              <a:ahLst/>
              <a:cxnLst/>
              <a:rect l="0" t="0" r="0" b="0"/>
              <a:pathLst>
                <a:path w="20521" h="19483">
                  <a:moveTo>
                    <a:pt x="8296" y="9597"/>
                  </a:moveTo>
                  <a:lnTo>
                    <a:pt x="20521" y="0"/>
                  </a:lnTo>
                  <a:lnTo>
                    <a:pt x="0" y="1948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6" name="Input_density__15">
              <a:extLst>
                <a:ext uri="{FF2B5EF4-FFF2-40B4-BE49-F238E27FC236}">
                  <a16:creationId xmlns:a16="http://schemas.microsoft.com/office/drawing/2014/main" id="{EA0621D6-8AE8-A61B-2E57-98E1E93B2FA5}"/>
                </a:ext>
              </a:extLst>
            </p:cNvPr>
            <p:cNvSpPr>
              <a:spLocks noGrp="1"/>
            </p:cNvSpPr>
            <p:nvPr/>
          </p:nvSpPr>
          <p:spPr>
            <a:xfrm>
              <a:off x="1171862" y="2806732"/>
              <a:ext cx="697002" cy="294774"/>
            </a:xfrm>
            <a:custGeom>
              <a:avLst/>
              <a:gdLst/>
              <a:ahLst/>
              <a:cxnLst/>
              <a:rect l="0" t="0" r="0" b="0"/>
              <a:pathLst>
                <a:path w="697002" h="294774">
                  <a:moveTo>
                    <a:pt x="12205" y="258019"/>
                  </a:moveTo>
                  <a:lnTo>
                    <a:pt x="13071" y="240836"/>
                  </a:lnTo>
                  <a:lnTo>
                    <a:pt x="0" y="294774"/>
                  </a:lnTo>
                  <a:close/>
                  <a:moveTo>
                    <a:pt x="220597" y="241101"/>
                  </a:moveTo>
                  <a:lnTo>
                    <a:pt x="202799" y="270766"/>
                  </a:lnTo>
                  <a:lnTo>
                    <a:pt x="251917" y="233627"/>
                  </a:lnTo>
                  <a:close/>
                  <a:moveTo>
                    <a:pt x="239692" y="243224"/>
                  </a:moveTo>
                  <a:lnTo>
                    <a:pt x="256646" y="226041"/>
                  </a:lnTo>
                  <a:lnTo>
                    <a:pt x="251917" y="233627"/>
                  </a:lnTo>
                  <a:close/>
                  <a:moveTo>
                    <a:pt x="280095" y="172102"/>
                  </a:moveTo>
                  <a:lnTo>
                    <a:pt x="264494" y="184443"/>
                  </a:lnTo>
                  <a:lnTo>
                    <a:pt x="256646" y="226041"/>
                  </a:lnTo>
                  <a:close/>
                  <a:moveTo>
                    <a:pt x="264494" y="184443"/>
                  </a:moveTo>
                  <a:lnTo>
                    <a:pt x="280095" y="172102"/>
                  </a:lnTo>
                  <a:lnTo>
                    <a:pt x="319565" y="169557"/>
                  </a:lnTo>
                  <a:close/>
                  <a:moveTo>
                    <a:pt x="333600" y="125823"/>
                  </a:moveTo>
                  <a:lnTo>
                    <a:pt x="328627" y="154919"/>
                  </a:lnTo>
                  <a:lnTo>
                    <a:pt x="341177" y="125786"/>
                  </a:lnTo>
                  <a:close/>
                  <a:moveTo>
                    <a:pt x="671920" y="9302"/>
                  </a:moveTo>
                  <a:lnTo>
                    <a:pt x="697002" y="15064"/>
                  </a:lnTo>
                  <a:lnTo>
                    <a:pt x="661844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7" name="Input_density__16">
              <a:extLst>
                <a:ext uri="{FF2B5EF4-FFF2-40B4-BE49-F238E27FC236}">
                  <a16:creationId xmlns:a16="http://schemas.microsoft.com/office/drawing/2014/main" id="{99C72E53-F332-DBC6-F04F-4B7705F5A54D}"/>
                </a:ext>
              </a:extLst>
            </p:cNvPr>
            <p:cNvSpPr>
              <a:spLocks noGrp="1"/>
            </p:cNvSpPr>
            <p:nvPr/>
          </p:nvSpPr>
          <p:spPr>
            <a:xfrm>
              <a:off x="1117103" y="2657593"/>
              <a:ext cx="716604" cy="397153"/>
            </a:xfrm>
            <a:custGeom>
              <a:avLst/>
              <a:gdLst/>
              <a:ahLst/>
              <a:cxnLst/>
              <a:rect l="0" t="0" r="0" b="0"/>
              <a:pathLst>
                <a:path w="716604" h="397153">
                  <a:moveTo>
                    <a:pt x="50607" y="353220"/>
                  </a:moveTo>
                  <a:lnTo>
                    <a:pt x="53607" y="354336"/>
                  </a:lnTo>
                  <a:lnTo>
                    <a:pt x="24095" y="362325"/>
                  </a:lnTo>
                  <a:close/>
                  <a:moveTo>
                    <a:pt x="53607" y="354336"/>
                  </a:moveTo>
                  <a:lnTo>
                    <a:pt x="40998" y="397153"/>
                  </a:lnTo>
                  <a:lnTo>
                    <a:pt x="24095" y="362325"/>
                  </a:lnTo>
                  <a:close/>
                  <a:moveTo>
                    <a:pt x="7981" y="319594"/>
                  </a:moveTo>
                  <a:lnTo>
                    <a:pt x="50607" y="353220"/>
                  </a:lnTo>
                  <a:lnTo>
                    <a:pt x="17403" y="337305"/>
                  </a:lnTo>
                  <a:close/>
                  <a:moveTo>
                    <a:pt x="53607" y="354336"/>
                  </a:moveTo>
                  <a:lnTo>
                    <a:pt x="50607" y="353220"/>
                  </a:lnTo>
                  <a:lnTo>
                    <a:pt x="7981" y="319594"/>
                  </a:lnTo>
                  <a:close/>
                  <a:moveTo>
                    <a:pt x="50607" y="353220"/>
                  </a:moveTo>
                  <a:lnTo>
                    <a:pt x="55369" y="352903"/>
                  </a:lnTo>
                  <a:lnTo>
                    <a:pt x="17403" y="337305"/>
                  </a:lnTo>
                  <a:close/>
                  <a:moveTo>
                    <a:pt x="17403" y="337305"/>
                  </a:moveTo>
                  <a:lnTo>
                    <a:pt x="55369" y="352903"/>
                  </a:lnTo>
                  <a:lnTo>
                    <a:pt x="68273" y="306713"/>
                  </a:lnTo>
                  <a:close/>
                  <a:moveTo>
                    <a:pt x="17403" y="337305"/>
                  </a:moveTo>
                  <a:lnTo>
                    <a:pt x="68273" y="306713"/>
                  </a:lnTo>
                  <a:lnTo>
                    <a:pt x="34469" y="304901"/>
                  </a:lnTo>
                  <a:close/>
                  <a:moveTo>
                    <a:pt x="97563" y="299282"/>
                  </a:moveTo>
                  <a:lnTo>
                    <a:pt x="68273" y="306713"/>
                  </a:lnTo>
                  <a:lnTo>
                    <a:pt x="99254" y="299567"/>
                  </a:lnTo>
                  <a:close/>
                  <a:moveTo>
                    <a:pt x="99254" y="299567"/>
                  </a:moveTo>
                  <a:lnTo>
                    <a:pt x="68273" y="306713"/>
                  </a:lnTo>
                  <a:lnTo>
                    <a:pt x="55369" y="352903"/>
                  </a:lnTo>
                  <a:close/>
                  <a:moveTo>
                    <a:pt x="99254" y="299567"/>
                  </a:moveTo>
                  <a:lnTo>
                    <a:pt x="55369" y="352903"/>
                  </a:lnTo>
                  <a:lnTo>
                    <a:pt x="92777" y="349580"/>
                  </a:lnTo>
                  <a:close/>
                  <a:moveTo>
                    <a:pt x="28707" y="299282"/>
                  </a:moveTo>
                  <a:lnTo>
                    <a:pt x="0" y="316465"/>
                  </a:lnTo>
                  <a:lnTo>
                    <a:pt x="17403" y="337305"/>
                  </a:lnTo>
                  <a:close/>
                  <a:moveTo>
                    <a:pt x="153949" y="371684"/>
                  </a:moveTo>
                  <a:lnTo>
                    <a:pt x="153504" y="376225"/>
                  </a:lnTo>
                  <a:lnTo>
                    <a:pt x="149112" y="388173"/>
                  </a:lnTo>
                  <a:close/>
                  <a:moveTo>
                    <a:pt x="133087" y="336037"/>
                  </a:moveTo>
                  <a:lnTo>
                    <a:pt x="151096" y="367223"/>
                  </a:lnTo>
                  <a:lnTo>
                    <a:pt x="143304" y="355608"/>
                  </a:lnTo>
                  <a:close/>
                  <a:moveTo>
                    <a:pt x="156430" y="318853"/>
                  </a:moveTo>
                  <a:lnTo>
                    <a:pt x="133087" y="336037"/>
                  </a:lnTo>
                  <a:lnTo>
                    <a:pt x="143304" y="355608"/>
                  </a:lnTo>
                  <a:close/>
                  <a:moveTo>
                    <a:pt x="204672" y="355608"/>
                  </a:moveTo>
                  <a:lnTo>
                    <a:pt x="153949" y="371684"/>
                  </a:lnTo>
                  <a:lnTo>
                    <a:pt x="156627" y="336037"/>
                  </a:lnTo>
                  <a:close/>
                  <a:moveTo>
                    <a:pt x="174409" y="318853"/>
                  </a:moveTo>
                  <a:lnTo>
                    <a:pt x="204672" y="355608"/>
                  </a:lnTo>
                  <a:lnTo>
                    <a:pt x="156627" y="336037"/>
                  </a:lnTo>
                  <a:close/>
                  <a:moveTo>
                    <a:pt x="161867" y="311283"/>
                  </a:moveTo>
                  <a:lnTo>
                    <a:pt x="174409" y="318853"/>
                  </a:lnTo>
                  <a:lnTo>
                    <a:pt x="135886" y="310355"/>
                  </a:lnTo>
                  <a:close/>
                  <a:moveTo>
                    <a:pt x="70473" y="295877"/>
                  </a:moveTo>
                  <a:lnTo>
                    <a:pt x="68273" y="306713"/>
                  </a:lnTo>
                  <a:lnTo>
                    <a:pt x="97563" y="299282"/>
                  </a:lnTo>
                  <a:close/>
                  <a:moveTo>
                    <a:pt x="221738" y="318853"/>
                  </a:moveTo>
                  <a:lnTo>
                    <a:pt x="213681" y="355608"/>
                  </a:lnTo>
                  <a:lnTo>
                    <a:pt x="232139" y="338425"/>
                  </a:lnTo>
                  <a:close/>
                  <a:moveTo>
                    <a:pt x="221738" y="318853"/>
                  </a:moveTo>
                  <a:lnTo>
                    <a:pt x="232139" y="338425"/>
                  </a:lnTo>
                  <a:lnTo>
                    <a:pt x="248492" y="301670"/>
                  </a:lnTo>
                  <a:close/>
                  <a:moveTo>
                    <a:pt x="183837" y="282098"/>
                  </a:moveTo>
                  <a:lnTo>
                    <a:pt x="189097" y="288518"/>
                  </a:lnTo>
                  <a:lnTo>
                    <a:pt x="212078" y="278231"/>
                  </a:lnTo>
                  <a:close/>
                  <a:moveTo>
                    <a:pt x="183837" y="282098"/>
                  </a:moveTo>
                  <a:lnTo>
                    <a:pt x="212078" y="278231"/>
                  </a:lnTo>
                  <a:lnTo>
                    <a:pt x="192169" y="264915"/>
                  </a:lnTo>
                  <a:close/>
                  <a:moveTo>
                    <a:pt x="248492" y="301670"/>
                  </a:moveTo>
                  <a:lnTo>
                    <a:pt x="212078" y="278231"/>
                  </a:lnTo>
                  <a:lnTo>
                    <a:pt x="189097" y="288518"/>
                  </a:lnTo>
                  <a:close/>
                  <a:moveTo>
                    <a:pt x="174147" y="245343"/>
                  </a:moveTo>
                  <a:lnTo>
                    <a:pt x="183837" y="282098"/>
                  </a:lnTo>
                  <a:lnTo>
                    <a:pt x="192169" y="264915"/>
                  </a:lnTo>
                  <a:close/>
                  <a:moveTo>
                    <a:pt x="174147" y="245343"/>
                  </a:moveTo>
                  <a:lnTo>
                    <a:pt x="192169" y="264915"/>
                  </a:lnTo>
                  <a:lnTo>
                    <a:pt x="168455" y="228160"/>
                  </a:lnTo>
                  <a:close/>
                  <a:moveTo>
                    <a:pt x="306912" y="287438"/>
                  </a:moveTo>
                  <a:lnTo>
                    <a:pt x="316961" y="301670"/>
                  </a:lnTo>
                  <a:lnTo>
                    <a:pt x="305717" y="284816"/>
                  </a:lnTo>
                  <a:close/>
                  <a:moveTo>
                    <a:pt x="192169" y="264915"/>
                  </a:moveTo>
                  <a:lnTo>
                    <a:pt x="212078" y="278231"/>
                  </a:lnTo>
                  <a:lnTo>
                    <a:pt x="218332" y="256935"/>
                  </a:lnTo>
                  <a:close/>
                  <a:moveTo>
                    <a:pt x="218332" y="256935"/>
                  </a:moveTo>
                  <a:lnTo>
                    <a:pt x="212078" y="278231"/>
                  </a:lnTo>
                  <a:lnTo>
                    <a:pt x="255107" y="298873"/>
                  </a:lnTo>
                  <a:close/>
                  <a:moveTo>
                    <a:pt x="192169" y="264915"/>
                  </a:moveTo>
                  <a:lnTo>
                    <a:pt x="218332" y="256935"/>
                  </a:lnTo>
                  <a:lnTo>
                    <a:pt x="168455" y="228160"/>
                  </a:lnTo>
                  <a:close/>
                  <a:moveTo>
                    <a:pt x="247531" y="215538"/>
                  </a:moveTo>
                  <a:lnTo>
                    <a:pt x="218332" y="256935"/>
                  </a:lnTo>
                  <a:lnTo>
                    <a:pt x="258762" y="251155"/>
                  </a:lnTo>
                  <a:close/>
                  <a:moveTo>
                    <a:pt x="357804" y="314306"/>
                  </a:moveTo>
                  <a:lnTo>
                    <a:pt x="306912" y="287438"/>
                  </a:lnTo>
                  <a:lnTo>
                    <a:pt x="307436" y="283419"/>
                  </a:lnTo>
                  <a:close/>
                  <a:moveTo>
                    <a:pt x="307436" y="283419"/>
                  </a:moveTo>
                  <a:lnTo>
                    <a:pt x="320044" y="284487"/>
                  </a:lnTo>
                  <a:lnTo>
                    <a:pt x="357804" y="314306"/>
                  </a:lnTo>
                  <a:close/>
                  <a:moveTo>
                    <a:pt x="716604" y="149139"/>
                  </a:moveTo>
                  <a:lnTo>
                    <a:pt x="687746" y="127448"/>
                  </a:lnTo>
                  <a:lnTo>
                    <a:pt x="656513" y="145254"/>
                  </a:lnTo>
                  <a:close/>
                  <a:moveTo>
                    <a:pt x="652267" y="58453"/>
                  </a:moveTo>
                  <a:lnTo>
                    <a:pt x="674110" y="86472"/>
                  </a:lnTo>
                  <a:lnTo>
                    <a:pt x="672189" y="90693"/>
                  </a:lnTo>
                  <a:close/>
                  <a:moveTo>
                    <a:pt x="672189" y="90693"/>
                  </a:moveTo>
                  <a:lnTo>
                    <a:pt x="674110" y="86472"/>
                  </a:lnTo>
                  <a:lnTo>
                    <a:pt x="652392" y="107877"/>
                  </a:lnTo>
                  <a:close/>
                  <a:moveTo>
                    <a:pt x="652451" y="33861"/>
                  </a:moveTo>
                  <a:lnTo>
                    <a:pt x="652267" y="58453"/>
                  </a:lnTo>
                  <a:lnTo>
                    <a:pt x="651579" y="53938"/>
                  </a:lnTo>
                  <a:close/>
                  <a:moveTo>
                    <a:pt x="656520" y="0"/>
                  </a:moveTo>
                  <a:lnTo>
                    <a:pt x="653098" y="13031"/>
                  </a:lnTo>
                  <a:lnTo>
                    <a:pt x="651579" y="5393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8" name="Input_density__17">
              <a:extLst>
                <a:ext uri="{FF2B5EF4-FFF2-40B4-BE49-F238E27FC236}">
                  <a16:creationId xmlns:a16="http://schemas.microsoft.com/office/drawing/2014/main" id="{28E3B017-32BA-E817-BD41-E776AA3811AD}"/>
                </a:ext>
              </a:extLst>
            </p:cNvPr>
            <p:cNvSpPr>
              <a:spLocks noGrp="1"/>
            </p:cNvSpPr>
            <p:nvPr/>
          </p:nvSpPr>
          <p:spPr>
            <a:xfrm>
              <a:off x="1163090" y="2804613"/>
              <a:ext cx="711047" cy="260139"/>
            </a:xfrm>
            <a:custGeom>
              <a:avLst/>
              <a:gdLst/>
              <a:ahLst/>
              <a:cxnLst/>
              <a:rect l="0" t="0" r="0" b="0"/>
              <a:pathLst>
                <a:path w="711047" h="260139">
                  <a:moveTo>
                    <a:pt x="21843" y="242955"/>
                  </a:moveTo>
                  <a:lnTo>
                    <a:pt x="20977" y="260139"/>
                  </a:lnTo>
                  <a:lnTo>
                    <a:pt x="7620" y="207316"/>
                  </a:lnTo>
                  <a:close/>
                  <a:moveTo>
                    <a:pt x="21085" y="241116"/>
                  </a:moveTo>
                  <a:lnTo>
                    <a:pt x="4620" y="206200"/>
                  </a:lnTo>
                  <a:lnTo>
                    <a:pt x="0" y="200948"/>
                  </a:lnTo>
                  <a:close/>
                  <a:moveTo>
                    <a:pt x="21085" y="241116"/>
                  </a:moveTo>
                  <a:lnTo>
                    <a:pt x="21843" y="242955"/>
                  </a:lnTo>
                  <a:lnTo>
                    <a:pt x="46790" y="202560"/>
                  </a:lnTo>
                  <a:close/>
                  <a:moveTo>
                    <a:pt x="14032" y="112609"/>
                  </a:moveTo>
                  <a:lnTo>
                    <a:pt x="51575" y="152262"/>
                  </a:lnTo>
                  <a:lnTo>
                    <a:pt x="16398" y="115507"/>
                  </a:lnTo>
                  <a:close/>
                  <a:moveTo>
                    <a:pt x="260924" y="140418"/>
                  </a:moveTo>
                  <a:lnTo>
                    <a:pt x="288867" y="174222"/>
                  </a:lnTo>
                  <a:lnTo>
                    <a:pt x="270973" y="154650"/>
                  </a:lnTo>
                  <a:close/>
                  <a:moveTo>
                    <a:pt x="199721" y="63957"/>
                  </a:moveTo>
                  <a:lnTo>
                    <a:pt x="178812" y="82567"/>
                  </a:lnTo>
                  <a:lnTo>
                    <a:pt x="201544" y="68518"/>
                  </a:lnTo>
                  <a:close/>
                  <a:moveTo>
                    <a:pt x="184537" y="10509"/>
                  </a:moveTo>
                  <a:lnTo>
                    <a:pt x="182866" y="56615"/>
                  </a:lnTo>
                  <a:lnTo>
                    <a:pt x="199721" y="63957"/>
                  </a:lnTo>
                  <a:close/>
                  <a:moveTo>
                    <a:pt x="705774" y="17183"/>
                  </a:moveTo>
                  <a:lnTo>
                    <a:pt x="711047" y="0"/>
                  </a:lnTo>
                  <a:lnTo>
                    <a:pt x="670616" y="211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9" name="Input_density__18">
              <a:extLst>
                <a:ext uri="{FF2B5EF4-FFF2-40B4-BE49-F238E27FC236}">
                  <a16:creationId xmlns:a16="http://schemas.microsoft.com/office/drawing/2014/main" id="{4E8CDFD4-56D3-B421-0850-B4780B26C2ED}"/>
                </a:ext>
              </a:extLst>
            </p:cNvPr>
            <p:cNvSpPr>
              <a:spLocks noGrp="1"/>
            </p:cNvSpPr>
            <p:nvPr/>
          </p:nvSpPr>
          <p:spPr>
            <a:xfrm>
              <a:off x="1089553" y="2798808"/>
              <a:ext cx="744154" cy="248760"/>
            </a:xfrm>
            <a:custGeom>
              <a:avLst/>
              <a:gdLst/>
              <a:ahLst/>
              <a:cxnLst/>
              <a:rect l="0" t="0" r="0" b="0"/>
              <a:pathLst>
                <a:path w="744154" h="248760">
                  <a:moveTo>
                    <a:pt x="118222" y="220876"/>
                  </a:moveTo>
                  <a:lnTo>
                    <a:pt x="95380" y="248760"/>
                  </a:lnTo>
                  <a:lnTo>
                    <a:pt x="81157" y="213121"/>
                  </a:lnTo>
                  <a:close/>
                  <a:moveTo>
                    <a:pt x="55099" y="189558"/>
                  </a:moveTo>
                  <a:lnTo>
                    <a:pt x="81157" y="213121"/>
                  </a:lnTo>
                  <a:lnTo>
                    <a:pt x="35531" y="178379"/>
                  </a:lnTo>
                  <a:close/>
                  <a:moveTo>
                    <a:pt x="27550" y="175250"/>
                  </a:moveTo>
                  <a:lnTo>
                    <a:pt x="35531" y="178379"/>
                  </a:lnTo>
                  <a:lnTo>
                    <a:pt x="44953" y="196089"/>
                  </a:lnTo>
                  <a:close/>
                  <a:moveTo>
                    <a:pt x="82920" y="211688"/>
                  </a:moveTo>
                  <a:lnTo>
                    <a:pt x="78157" y="212005"/>
                  </a:lnTo>
                  <a:lnTo>
                    <a:pt x="94623" y="246921"/>
                  </a:lnTo>
                  <a:close/>
                  <a:moveTo>
                    <a:pt x="120327" y="208365"/>
                  </a:moveTo>
                  <a:lnTo>
                    <a:pt x="95380" y="248760"/>
                  </a:lnTo>
                  <a:lnTo>
                    <a:pt x="118222" y="220876"/>
                  </a:lnTo>
                  <a:close/>
                  <a:moveTo>
                    <a:pt x="82920" y="211688"/>
                  </a:moveTo>
                  <a:lnTo>
                    <a:pt x="94623" y="246921"/>
                  </a:lnTo>
                  <a:lnTo>
                    <a:pt x="120327" y="208365"/>
                  </a:lnTo>
                  <a:close/>
                  <a:moveTo>
                    <a:pt x="56257" y="158067"/>
                  </a:moveTo>
                  <a:lnTo>
                    <a:pt x="0" y="135429"/>
                  </a:lnTo>
                  <a:lnTo>
                    <a:pt x="5778" y="138495"/>
                  </a:lnTo>
                  <a:close/>
                  <a:moveTo>
                    <a:pt x="56257" y="158067"/>
                  </a:moveTo>
                  <a:lnTo>
                    <a:pt x="5778" y="138495"/>
                  </a:lnTo>
                  <a:lnTo>
                    <a:pt x="27550" y="175250"/>
                  </a:lnTo>
                  <a:close/>
                  <a:moveTo>
                    <a:pt x="125113" y="158067"/>
                  </a:moveTo>
                  <a:lnTo>
                    <a:pt x="126804" y="158352"/>
                  </a:lnTo>
                  <a:lnTo>
                    <a:pt x="89936" y="121311"/>
                  </a:lnTo>
                  <a:close/>
                  <a:moveTo>
                    <a:pt x="61997" y="156863"/>
                  </a:moveTo>
                  <a:lnTo>
                    <a:pt x="98023" y="154662"/>
                  </a:lnTo>
                  <a:lnTo>
                    <a:pt x="87569" y="118414"/>
                  </a:lnTo>
                  <a:close/>
                  <a:moveTo>
                    <a:pt x="87569" y="118414"/>
                  </a:moveTo>
                  <a:lnTo>
                    <a:pt x="98023" y="154662"/>
                  </a:lnTo>
                  <a:lnTo>
                    <a:pt x="125113" y="158067"/>
                  </a:lnTo>
                  <a:close/>
                  <a:moveTo>
                    <a:pt x="275081" y="74323"/>
                  </a:moveTo>
                  <a:lnTo>
                    <a:pt x="252350" y="88372"/>
                  </a:lnTo>
                  <a:lnTo>
                    <a:pt x="245882" y="115720"/>
                  </a:lnTo>
                  <a:close/>
                  <a:moveTo>
                    <a:pt x="286312" y="109939"/>
                  </a:moveTo>
                  <a:lnTo>
                    <a:pt x="320295" y="109400"/>
                  </a:lnTo>
                  <a:lnTo>
                    <a:pt x="275081" y="74323"/>
                  </a:lnTo>
                  <a:close/>
                  <a:moveTo>
                    <a:pt x="196005" y="86945"/>
                  </a:moveTo>
                  <a:lnTo>
                    <a:pt x="196798" y="83789"/>
                  </a:lnTo>
                  <a:lnTo>
                    <a:pt x="192111" y="42852"/>
                  </a:lnTo>
                  <a:close/>
                  <a:moveTo>
                    <a:pt x="252350" y="88372"/>
                  </a:moveTo>
                  <a:lnTo>
                    <a:pt x="273258" y="69761"/>
                  </a:lnTo>
                  <a:lnTo>
                    <a:pt x="256403" y="62419"/>
                  </a:lnTo>
                  <a:close/>
                  <a:moveTo>
                    <a:pt x="684063" y="4039"/>
                  </a:moveTo>
                  <a:lnTo>
                    <a:pt x="683397" y="3822"/>
                  </a:lnTo>
                  <a:lnTo>
                    <a:pt x="696089" y="20632"/>
                  </a:lnTo>
                  <a:close/>
                  <a:moveTo>
                    <a:pt x="683397" y="3822"/>
                  </a:moveTo>
                  <a:lnTo>
                    <a:pt x="682982" y="0"/>
                  </a:lnTo>
                  <a:lnTo>
                    <a:pt x="696021" y="20600"/>
                  </a:lnTo>
                  <a:close/>
                  <a:moveTo>
                    <a:pt x="723614" y="27337"/>
                  </a:moveTo>
                  <a:lnTo>
                    <a:pt x="744154" y="7924"/>
                  </a:lnTo>
                  <a:lnTo>
                    <a:pt x="684063" y="403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0" name="Input_density__19">
              <a:extLst>
                <a:ext uri="{FF2B5EF4-FFF2-40B4-BE49-F238E27FC236}">
                  <a16:creationId xmlns:a16="http://schemas.microsoft.com/office/drawing/2014/main" id="{8EFA9F9D-4C54-32EF-1A30-B928E1FE2DC4}"/>
                </a:ext>
              </a:extLst>
            </p:cNvPr>
            <p:cNvSpPr>
              <a:spLocks noGrp="1"/>
            </p:cNvSpPr>
            <p:nvPr/>
          </p:nvSpPr>
          <p:spPr>
            <a:xfrm>
              <a:off x="1250190" y="2694348"/>
              <a:ext cx="554660" cy="334929"/>
            </a:xfrm>
            <a:custGeom>
              <a:avLst/>
              <a:gdLst/>
              <a:ahLst/>
              <a:cxnLst/>
              <a:rect l="0" t="0" r="0" b="0"/>
              <a:pathLst>
                <a:path w="554660" h="334929">
                  <a:moveTo>
                    <a:pt x="28780" y="274528"/>
                  </a:moveTo>
                  <a:lnTo>
                    <a:pt x="0" y="299282"/>
                  </a:lnTo>
                  <a:lnTo>
                    <a:pt x="23344" y="282098"/>
                  </a:lnTo>
                  <a:close/>
                  <a:moveTo>
                    <a:pt x="28780" y="274528"/>
                  </a:moveTo>
                  <a:lnTo>
                    <a:pt x="2800" y="273600"/>
                  </a:lnTo>
                  <a:lnTo>
                    <a:pt x="0" y="299282"/>
                  </a:lnTo>
                  <a:close/>
                  <a:moveTo>
                    <a:pt x="23540" y="299282"/>
                  </a:moveTo>
                  <a:lnTo>
                    <a:pt x="20862" y="334929"/>
                  </a:lnTo>
                  <a:lnTo>
                    <a:pt x="18010" y="330468"/>
                  </a:lnTo>
                  <a:close/>
                  <a:moveTo>
                    <a:pt x="122020" y="262119"/>
                  </a:moveTo>
                  <a:lnTo>
                    <a:pt x="78991" y="241476"/>
                  </a:lnTo>
                  <a:lnTo>
                    <a:pt x="115405" y="264915"/>
                  </a:lnTo>
                  <a:close/>
                  <a:moveTo>
                    <a:pt x="125675" y="214400"/>
                  </a:moveTo>
                  <a:lnTo>
                    <a:pt x="85246" y="220180"/>
                  </a:lnTo>
                  <a:lnTo>
                    <a:pt x="122020" y="262119"/>
                  </a:lnTo>
                  <a:close/>
                  <a:moveTo>
                    <a:pt x="122020" y="262119"/>
                  </a:moveTo>
                  <a:lnTo>
                    <a:pt x="172631" y="248062"/>
                  </a:lnTo>
                  <a:lnTo>
                    <a:pt x="159658" y="213861"/>
                  </a:lnTo>
                  <a:close/>
                  <a:moveTo>
                    <a:pt x="122020" y="262119"/>
                  </a:moveTo>
                  <a:lnTo>
                    <a:pt x="159658" y="213861"/>
                  </a:lnTo>
                  <a:lnTo>
                    <a:pt x="125675" y="214400"/>
                  </a:lnTo>
                  <a:close/>
                  <a:moveTo>
                    <a:pt x="173825" y="250683"/>
                  </a:moveTo>
                  <a:lnTo>
                    <a:pt x="176990" y="230548"/>
                  </a:lnTo>
                  <a:lnTo>
                    <a:pt x="174350" y="246664"/>
                  </a:lnTo>
                  <a:close/>
                  <a:moveTo>
                    <a:pt x="186958" y="247732"/>
                  </a:moveTo>
                  <a:lnTo>
                    <a:pt x="174350" y="246664"/>
                  </a:lnTo>
                  <a:lnTo>
                    <a:pt x="165195" y="209359"/>
                  </a:lnTo>
                  <a:close/>
                  <a:moveTo>
                    <a:pt x="165195" y="209359"/>
                  </a:moveTo>
                  <a:lnTo>
                    <a:pt x="174350" y="246664"/>
                  </a:lnTo>
                  <a:lnTo>
                    <a:pt x="145283" y="198459"/>
                  </a:lnTo>
                  <a:close/>
                  <a:moveTo>
                    <a:pt x="357638" y="151000"/>
                  </a:moveTo>
                  <a:lnTo>
                    <a:pt x="336381" y="159427"/>
                  </a:lnTo>
                  <a:lnTo>
                    <a:pt x="365350" y="154990"/>
                  </a:lnTo>
                  <a:close/>
                  <a:moveTo>
                    <a:pt x="523426" y="108499"/>
                  </a:moveTo>
                  <a:lnTo>
                    <a:pt x="522218" y="107877"/>
                  </a:lnTo>
                  <a:lnTo>
                    <a:pt x="522760" y="108282"/>
                  </a:lnTo>
                  <a:close/>
                  <a:moveTo>
                    <a:pt x="522346" y="104460"/>
                  </a:moveTo>
                  <a:lnTo>
                    <a:pt x="522760" y="108282"/>
                  </a:lnTo>
                  <a:lnTo>
                    <a:pt x="522218" y="107877"/>
                  </a:lnTo>
                  <a:close/>
                  <a:moveTo>
                    <a:pt x="522218" y="107877"/>
                  </a:moveTo>
                  <a:lnTo>
                    <a:pt x="523426" y="108499"/>
                  </a:lnTo>
                  <a:lnTo>
                    <a:pt x="523718" y="107504"/>
                  </a:lnTo>
                  <a:close/>
                  <a:moveTo>
                    <a:pt x="522346" y="104460"/>
                  </a:moveTo>
                  <a:lnTo>
                    <a:pt x="522218" y="107877"/>
                  </a:lnTo>
                  <a:lnTo>
                    <a:pt x="523718" y="107504"/>
                  </a:lnTo>
                  <a:close/>
                  <a:moveTo>
                    <a:pt x="523426" y="108499"/>
                  </a:moveTo>
                  <a:lnTo>
                    <a:pt x="554660" y="90693"/>
                  </a:lnTo>
                  <a:lnTo>
                    <a:pt x="523718" y="107504"/>
                  </a:lnTo>
                  <a:close/>
                  <a:moveTo>
                    <a:pt x="522346" y="104460"/>
                  </a:moveTo>
                  <a:lnTo>
                    <a:pt x="523718" y="107504"/>
                  </a:lnTo>
                  <a:lnTo>
                    <a:pt x="519306" y="71122"/>
                  </a:lnTo>
                  <a:close/>
                  <a:moveTo>
                    <a:pt x="519306" y="71122"/>
                  </a:moveTo>
                  <a:lnTo>
                    <a:pt x="523718" y="107504"/>
                  </a:lnTo>
                  <a:lnTo>
                    <a:pt x="554660" y="90693"/>
                  </a:lnTo>
                  <a:close/>
                  <a:moveTo>
                    <a:pt x="519306" y="71122"/>
                  </a:moveTo>
                  <a:lnTo>
                    <a:pt x="554660" y="90693"/>
                  </a:lnTo>
                  <a:lnTo>
                    <a:pt x="539102" y="53938"/>
                  </a:lnTo>
                  <a:close/>
                  <a:moveTo>
                    <a:pt x="539102" y="53938"/>
                  </a:moveTo>
                  <a:lnTo>
                    <a:pt x="529364" y="34494"/>
                  </a:lnTo>
                  <a:lnTo>
                    <a:pt x="519181" y="21698"/>
                  </a:lnTo>
                  <a:close/>
                  <a:moveTo>
                    <a:pt x="518493" y="17183"/>
                  </a:moveTo>
                  <a:lnTo>
                    <a:pt x="519181" y="21698"/>
                  </a:lnTo>
                  <a:lnTo>
                    <a:pt x="529364" y="34494"/>
                  </a:lnTo>
                  <a:close/>
                  <a:moveTo>
                    <a:pt x="538954" y="0"/>
                  </a:moveTo>
                  <a:lnTo>
                    <a:pt x="518493" y="17183"/>
                  </a:lnTo>
                  <a:lnTo>
                    <a:pt x="529364" y="34494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" name="Input_density__20">
              <a:extLst>
                <a:ext uri="{FF2B5EF4-FFF2-40B4-BE49-F238E27FC236}">
                  <a16:creationId xmlns:a16="http://schemas.microsoft.com/office/drawing/2014/main" id="{D1770F3A-22B4-2196-2E6B-0C469ECECE19}"/>
                </a:ext>
              </a:extLst>
            </p:cNvPr>
            <p:cNvSpPr>
              <a:spLocks noGrp="1"/>
            </p:cNvSpPr>
            <p:nvPr/>
          </p:nvSpPr>
          <p:spPr>
            <a:xfrm>
              <a:off x="1188362" y="2587834"/>
              <a:ext cx="685776" cy="459999"/>
            </a:xfrm>
            <a:custGeom>
              <a:avLst/>
              <a:gdLst/>
              <a:ahLst/>
              <a:cxnLst/>
              <a:rect l="0" t="0" r="0" b="0"/>
              <a:pathLst>
                <a:path w="685776" h="459999">
                  <a:moveTo>
                    <a:pt x="238870" y="440483"/>
                  </a:moveTo>
                  <a:lnTo>
                    <a:pt x="204097" y="459999"/>
                  </a:lnTo>
                  <a:lnTo>
                    <a:pt x="235418" y="452525"/>
                  </a:lnTo>
                  <a:close/>
                  <a:moveTo>
                    <a:pt x="238870" y="440483"/>
                  </a:moveTo>
                  <a:lnTo>
                    <a:pt x="208855" y="437796"/>
                  </a:lnTo>
                  <a:lnTo>
                    <a:pt x="204097" y="459999"/>
                  </a:lnTo>
                  <a:close/>
                  <a:moveTo>
                    <a:pt x="238870" y="440483"/>
                  </a:moveTo>
                  <a:lnTo>
                    <a:pt x="235418" y="452525"/>
                  </a:lnTo>
                  <a:lnTo>
                    <a:pt x="240146" y="444938"/>
                  </a:lnTo>
                  <a:close/>
                  <a:moveTo>
                    <a:pt x="240146" y="444938"/>
                  </a:moveTo>
                  <a:lnTo>
                    <a:pt x="247995" y="403341"/>
                  </a:lnTo>
                  <a:lnTo>
                    <a:pt x="238870" y="440483"/>
                  </a:lnTo>
                  <a:close/>
                  <a:moveTo>
                    <a:pt x="263596" y="391000"/>
                  </a:moveTo>
                  <a:lnTo>
                    <a:pt x="235653" y="357196"/>
                  </a:lnTo>
                  <a:lnTo>
                    <a:pt x="286545" y="384065"/>
                  </a:lnTo>
                  <a:close/>
                  <a:moveTo>
                    <a:pt x="14057" y="96960"/>
                  </a:moveTo>
                  <a:lnTo>
                    <a:pt x="11918" y="86825"/>
                  </a:lnTo>
                  <a:lnTo>
                    <a:pt x="0" y="99010"/>
                  </a:lnTo>
                  <a:close/>
                  <a:moveTo>
                    <a:pt x="655420" y="228200"/>
                  </a:moveTo>
                  <a:lnTo>
                    <a:pt x="645345" y="218898"/>
                  </a:lnTo>
                  <a:lnTo>
                    <a:pt x="624805" y="238310"/>
                  </a:lnTo>
                  <a:close/>
                  <a:moveTo>
                    <a:pt x="685776" y="216778"/>
                  </a:moveTo>
                  <a:lnTo>
                    <a:pt x="680503" y="233962"/>
                  </a:lnTo>
                  <a:lnTo>
                    <a:pt x="683075" y="235388"/>
                  </a:lnTo>
                  <a:close/>
                  <a:moveTo>
                    <a:pt x="665054" y="106513"/>
                  </a:moveTo>
                  <a:lnTo>
                    <a:pt x="670841" y="89330"/>
                  </a:lnTo>
                  <a:lnTo>
                    <a:pt x="675837" y="143268"/>
                  </a:lnTo>
                  <a:close/>
                  <a:moveTo>
                    <a:pt x="661953" y="0"/>
                  </a:moveTo>
                  <a:lnTo>
                    <a:pt x="671281" y="52575"/>
                  </a:lnTo>
                  <a:lnTo>
                    <a:pt x="662424" y="1582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2" name="Input_density__21">
              <a:extLst>
                <a:ext uri="{FF2B5EF4-FFF2-40B4-BE49-F238E27FC236}">
                  <a16:creationId xmlns:a16="http://schemas.microsoft.com/office/drawing/2014/main" id="{837DA93E-56A2-B148-D609-EC33610E36C2}"/>
                </a:ext>
              </a:extLst>
            </p:cNvPr>
            <p:cNvSpPr>
              <a:spLocks noGrp="1"/>
            </p:cNvSpPr>
            <p:nvPr/>
          </p:nvSpPr>
          <p:spPr>
            <a:xfrm>
              <a:off x="1365595" y="2942410"/>
              <a:ext cx="58420" cy="16854"/>
            </a:xfrm>
            <a:custGeom>
              <a:avLst/>
              <a:gdLst/>
              <a:ahLst/>
              <a:cxnLst/>
              <a:rect l="0" t="0" r="0" b="0"/>
              <a:pathLst>
                <a:path w="58420" h="16854">
                  <a:moveTo>
                    <a:pt x="0" y="16854"/>
                  </a:moveTo>
                  <a:lnTo>
                    <a:pt x="28598" y="15700"/>
                  </a:lnTo>
                  <a:lnTo>
                    <a:pt x="6615" y="14057"/>
                  </a:lnTo>
                  <a:close/>
                  <a:moveTo>
                    <a:pt x="57226" y="0"/>
                  </a:moveTo>
                  <a:lnTo>
                    <a:pt x="6615" y="14057"/>
                  </a:lnTo>
                  <a:lnTo>
                    <a:pt x="58420" y="2621"/>
                  </a:lnTo>
                  <a:close/>
                  <a:moveTo>
                    <a:pt x="6615" y="14057"/>
                  </a:moveTo>
                  <a:lnTo>
                    <a:pt x="28598" y="15700"/>
                  </a:lnTo>
                  <a:lnTo>
                    <a:pt x="58420" y="262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3" name="Input_density__22">
              <a:extLst>
                <a:ext uri="{FF2B5EF4-FFF2-40B4-BE49-F238E27FC236}">
                  <a16:creationId xmlns:a16="http://schemas.microsoft.com/office/drawing/2014/main" id="{B8D3570D-CC10-CA69-0E00-1653C857A9F1}"/>
                </a:ext>
              </a:extLst>
            </p:cNvPr>
            <p:cNvSpPr>
              <a:spLocks noGrp="1"/>
            </p:cNvSpPr>
            <p:nvPr/>
          </p:nvSpPr>
          <p:spPr>
            <a:xfrm>
              <a:off x="1049471" y="2456998"/>
              <a:ext cx="847717" cy="750326"/>
            </a:xfrm>
            <a:custGeom>
              <a:avLst/>
              <a:gdLst/>
              <a:ahLst/>
              <a:cxnLst/>
              <a:rect l="0" t="0" r="0" b="0"/>
              <a:pathLst>
                <a:path w="847717" h="750326">
                  <a:moveTo>
                    <a:pt x="146956" y="737590"/>
                  </a:moveTo>
                  <a:lnTo>
                    <a:pt x="146164" y="738080"/>
                  </a:lnTo>
                  <a:lnTo>
                    <a:pt x="156099" y="750326"/>
                  </a:lnTo>
                  <a:close/>
                  <a:moveTo>
                    <a:pt x="0" y="437990"/>
                  </a:moveTo>
                  <a:lnTo>
                    <a:pt x="31692" y="463122"/>
                  </a:lnTo>
                  <a:lnTo>
                    <a:pt x="22596" y="457394"/>
                  </a:lnTo>
                  <a:close/>
                  <a:moveTo>
                    <a:pt x="247790" y="720407"/>
                  </a:moveTo>
                  <a:lnTo>
                    <a:pt x="256274" y="678315"/>
                  </a:lnTo>
                  <a:lnTo>
                    <a:pt x="241179" y="666468"/>
                  </a:lnTo>
                  <a:close/>
                  <a:moveTo>
                    <a:pt x="256274" y="678315"/>
                  </a:moveTo>
                  <a:lnTo>
                    <a:pt x="278858" y="683651"/>
                  </a:lnTo>
                  <a:lnTo>
                    <a:pt x="264585" y="643062"/>
                  </a:lnTo>
                  <a:close/>
                  <a:moveTo>
                    <a:pt x="109213" y="448125"/>
                  </a:moveTo>
                  <a:lnTo>
                    <a:pt x="101564" y="445938"/>
                  </a:lnTo>
                  <a:lnTo>
                    <a:pt x="82485" y="460524"/>
                  </a:lnTo>
                  <a:close/>
                  <a:moveTo>
                    <a:pt x="102078" y="498673"/>
                  </a:moveTo>
                  <a:lnTo>
                    <a:pt x="127651" y="460224"/>
                  </a:lnTo>
                  <a:lnTo>
                    <a:pt x="109213" y="448125"/>
                  </a:lnTo>
                  <a:close/>
                  <a:moveTo>
                    <a:pt x="109213" y="448125"/>
                  </a:moveTo>
                  <a:lnTo>
                    <a:pt x="82863" y="433571"/>
                  </a:lnTo>
                  <a:lnTo>
                    <a:pt x="101564" y="445938"/>
                  </a:lnTo>
                  <a:close/>
                  <a:moveTo>
                    <a:pt x="324147" y="629713"/>
                  </a:moveTo>
                  <a:lnTo>
                    <a:pt x="325123" y="612530"/>
                  </a:lnTo>
                  <a:lnTo>
                    <a:pt x="317191" y="618962"/>
                  </a:lnTo>
                  <a:close/>
                  <a:moveTo>
                    <a:pt x="347745" y="568633"/>
                  </a:moveTo>
                  <a:lnTo>
                    <a:pt x="325123" y="612530"/>
                  </a:lnTo>
                  <a:lnTo>
                    <a:pt x="342988" y="590835"/>
                  </a:lnTo>
                  <a:close/>
                  <a:moveTo>
                    <a:pt x="347745" y="568633"/>
                  </a:moveTo>
                  <a:lnTo>
                    <a:pt x="377760" y="571319"/>
                  </a:lnTo>
                  <a:lnTo>
                    <a:pt x="357069" y="547275"/>
                  </a:lnTo>
                  <a:close/>
                  <a:moveTo>
                    <a:pt x="377760" y="571319"/>
                  </a:moveTo>
                  <a:lnTo>
                    <a:pt x="386885" y="534177"/>
                  </a:lnTo>
                  <a:lnTo>
                    <a:pt x="357069" y="547275"/>
                  </a:lnTo>
                  <a:close/>
                  <a:moveTo>
                    <a:pt x="386885" y="534177"/>
                  </a:moveTo>
                  <a:lnTo>
                    <a:pt x="410574" y="526536"/>
                  </a:lnTo>
                  <a:lnTo>
                    <a:pt x="357069" y="547275"/>
                  </a:lnTo>
                  <a:close/>
                  <a:moveTo>
                    <a:pt x="298156" y="358123"/>
                  </a:moveTo>
                  <a:lnTo>
                    <a:pt x="269244" y="371858"/>
                  </a:lnTo>
                  <a:lnTo>
                    <a:pt x="260166" y="406668"/>
                  </a:lnTo>
                  <a:close/>
                  <a:moveTo>
                    <a:pt x="298156" y="358123"/>
                  </a:moveTo>
                  <a:lnTo>
                    <a:pt x="260166" y="406668"/>
                  </a:lnTo>
                  <a:lnTo>
                    <a:pt x="296485" y="404230"/>
                  </a:lnTo>
                  <a:close/>
                  <a:moveTo>
                    <a:pt x="226030" y="374816"/>
                  </a:moveTo>
                  <a:lnTo>
                    <a:pt x="226350" y="362324"/>
                  </a:lnTo>
                  <a:lnTo>
                    <a:pt x="206343" y="333842"/>
                  </a:lnTo>
                  <a:close/>
                  <a:moveTo>
                    <a:pt x="132295" y="227797"/>
                  </a:moveTo>
                  <a:lnTo>
                    <a:pt x="138890" y="229846"/>
                  </a:lnTo>
                  <a:lnTo>
                    <a:pt x="150809" y="217661"/>
                  </a:lnTo>
                  <a:close/>
                  <a:moveTo>
                    <a:pt x="137311" y="223940"/>
                  </a:moveTo>
                  <a:lnTo>
                    <a:pt x="132295" y="227797"/>
                  </a:lnTo>
                  <a:lnTo>
                    <a:pt x="150809" y="217661"/>
                  </a:lnTo>
                  <a:close/>
                  <a:moveTo>
                    <a:pt x="418118" y="493761"/>
                  </a:moveTo>
                  <a:lnTo>
                    <a:pt x="410574" y="526536"/>
                  </a:lnTo>
                  <a:lnTo>
                    <a:pt x="449908" y="495006"/>
                  </a:lnTo>
                  <a:close/>
                  <a:moveTo>
                    <a:pt x="449908" y="495006"/>
                  </a:moveTo>
                  <a:lnTo>
                    <a:pt x="455991" y="475557"/>
                  </a:lnTo>
                  <a:lnTo>
                    <a:pt x="423235" y="477667"/>
                  </a:lnTo>
                  <a:close/>
                  <a:moveTo>
                    <a:pt x="842172" y="330431"/>
                  </a:moveTo>
                  <a:lnTo>
                    <a:pt x="824666" y="347615"/>
                  </a:lnTo>
                  <a:lnTo>
                    <a:pt x="847717" y="366297"/>
                  </a:lnTo>
                  <a:close/>
                  <a:moveTo>
                    <a:pt x="800843" y="130836"/>
                  </a:moveTo>
                  <a:lnTo>
                    <a:pt x="805805" y="171549"/>
                  </a:lnTo>
                  <a:lnTo>
                    <a:pt x="810171" y="183411"/>
                  </a:lnTo>
                  <a:close/>
                  <a:moveTo>
                    <a:pt x="805868" y="82004"/>
                  </a:moveTo>
                  <a:lnTo>
                    <a:pt x="805036" y="42674"/>
                  </a:lnTo>
                  <a:lnTo>
                    <a:pt x="775681" y="57496"/>
                  </a:lnTo>
                  <a:close/>
                  <a:moveTo>
                    <a:pt x="805282" y="37733"/>
                  </a:moveTo>
                  <a:lnTo>
                    <a:pt x="775681" y="57496"/>
                  </a:lnTo>
                  <a:lnTo>
                    <a:pt x="805036" y="42674"/>
                  </a:lnTo>
                  <a:close/>
                  <a:moveTo>
                    <a:pt x="778130" y="32719"/>
                  </a:moveTo>
                  <a:lnTo>
                    <a:pt x="805282" y="37733"/>
                  </a:lnTo>
                  <a:lnTo>
                    <a:pt x="796654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4" name="Input_density__23">
              <a:extLst>
                <a:ext uri="{FF2B5EF4-FFF2-40B4-BE49-F238E27FC236}">
                  <a16:creationId xmlns:a16="http://schemas.microsoft.com/office/drawing/2014/main" id="{D9F6B20B-3BA4-3023-3F6E-EE38C837401E}"/>
                </a:ext>
              </a:extLst>
            </p:cNvPr>
            <p:cNvSpPr>
              <a:spLocks noGrp="1"/>
            </p:cNvSpPr>
            <p:nvPr/>
          </p:nvSpPr>
          <p:spPr>
            <a:xfrm>
              <a:off x="1081163" y="2470666"/>
              <a:ext cx="795662" cy="724412"/>
            </a:xfrm>
            <a:custGeom>
              <a:avLst/>
              <a:gdLst/>
              <a:ahLst/>
              <a:cxnLst/>
              <a:rect l="0" t="0" r="0" b="0"/>
              <a:pathLst>
                <a:path w="795662" h="724412">
                  <a:moveTo>
                    <a:pt x="101645" y="704350"/>
                  </a:moveTo>
                  <a:lnTo>
                    <a:pt x="114472" y="724412"/>
                  </a:lnTo>
                  <a:lnTo>
                    <a:pt x="115265" y="723922"/>
                  </a:lnTo>
                  <a:close/>
                  <a:moveTo>
                    <a:pt x="78161" y="657673"/>
                  </a:moveTo>
                  <a:lnTo>
                    <a:pt x="100455" y="672005"/>
                  </a:lnTo>
                  <a:lnTo>
                    <a:pt x="98992" y="687167"/>
                  </a:lnTo>
                  <a:close/>
                  <a:moveTo>
                    <a:pt x="76848" y="650412"/>
                  </a:moveTo>
                  <a:lnTo>
                    <a:pt x="71173" y="618606"/>
                  </a:lnTo>
                  <a:lnTo>
                    <a:pt x="78161" y="657673"/>
                  </a:lnTo>
                  <a:close/>
                  <a:moveTo>
                    <a:pt x="81928" y="534895"/>
                  </a:moveTo>
                  <a:lnTo>
                    <a:pt x="86547" y="540147"/>
                  </a:lnTo>
                  <a:lnTo>
                    <a:pt x="60036" y="549252"/>
                  </a:lnTo>
                  <a:close/>
                  <a:moveTo>
                    <a:pt x="31829" y="472160"/>
                  </a:moveTo>
                  <a:lnTo>
                    <a:pt x="8390" y="463572"/>
                  </a:lnTo>
                  <a:lnTo>
                    <a:pt x="64647" y="486209"/>
                  </a:lnTo>
                  <a:close/>
                  <a:moveTo>
                    <a:pt x="0" y="449454"/>
                  </a:moveTo>
                  <a:lnTo>
                    <a:pt x="8390" y="463572"/>
                  </a:lnTo>
                  <a:lnTo>
                    <a:pt x="31829" y="472160"/>
                  </a:lnTo>
                  <a:close/>
                  <a:moveTo>
                    <a:pt x="177573" y="643343"/>
                  </a:moveTo>
                  <a:lnTo>
                    <a:pt x="166675" y="633229"/>
                  </a:lnTo>
                  <a:lnTo>
                    <a:pt x="204804" y="648947"/>
                  </a:lnTo>
                  <a:close/>
                  <a:moveTo>
                    <a:pt x="177573" y="643343"/>
                  </a:moveTo>
                  <a:lnTo>
                    <a:pt x="204804" y="648947"/>
                  </a:lnTo>
                  <a:lnTo>
                    <a:pt x="224582" y="664647"/>
                  </a:lnTo>
                  <a:close/>
                  <a:moveTo>
                    <a:pt x="224582" y="664647"/>
                  </a:moveTo>
                  <a:lnTo>
                    <a:pt x="232894" y="629394"/>
                  </a:lnTo>
                  <a:lnTo>
                    <a:pt x="217606" y="616045"/>
                  </a:lnTo>
                  <a:close/>
                  <a:moveTo>
                    <a:pt x="31829" y="472160"/>
                  </a:moveTo>
                  <a:lnTo>
                    <a:pt x="64647" y="486209"/>
                  </a:lnTo>
                  <a:lnTo>
                    <a:pt x="50793" y="446856"/>
                  </a:lnTo>
                  <a:close/>
                  <a:moveTo>
                    <a:pt x="50793" y="446856"/>
                  </a:moveTo>
                  <a:lnTo>
                    <a:pt x="64647" y="486209"/>
                  </a:lnTo>
                  <a:lnTo>
                    <a:pt x="77521" y="434457"/>
                  </a:lnTo>
                  <a:close/>
                  <a:moveTo>
                    <a:pt x="77521" y="434457"/>
                  </a:moveTo>
                  <a:lnTo>
                    <a:pt x="64647" y="486209"/>
                  </a:lnTo>
                  <a:lnTo>
                    <a:pt x="70387" y="485005"/>
                  </a:lnTo>
                  <a:close/>
                  <a:moveTo>
                    <a:pt x="106413" y="482804"/>
                  </a:moveTo>
                  <a:lnTo>
                    <a:pt x="70409" y="491828"/>
                  </a:lnTo>
                  <a:lnTo>
                    <a:pt x="104213" y="493640"/>
                  </a:lnTo>
                  <a:close/>
                  <a:moveTo>
                    <a:pt x="285499" y="605294"/>
                  </a:moveTo>
                  <a:lnTo>
                    <a:pt x="271475" y="598862"/>
                  </a:lnTo>
                  <a:lnTo>
                    <a:pt x="232894" y="629394"/>
                  </a:lnTo>
                  <a:close/>
                  <a:moveTo>
                    <a:pt x="270420" y="645121"/>
                  </a:moveTo>
                  <a:lnTo>
                    <a:pt x="285499" y="605294"/>
                  </a:lnTo>
                  <a:lnTo>
                    <a:pt x="232894" y="629394"/>
                  </a:lnTo>
                  <a:close/>
                  <a:moveTo>
                    <a:pt x="207404" y="562107"/>
                  </a:moveTo>
                  <a:lnTo>
                    <a:pt x="177441" y="541642"/>
                  </a:lnTo>
                  <a:lnTo>
                    <a:pt x="179245" y="542535"/>
                  </a:lnTo>
                  <a:close/>
                  <a:moveTo>
                    <a:pt x="286618" y="596553"/>
                  </a:moveTo>
                  <a:lnTo>
                    <a:pt x="285499" y="605294"/>
                  </a:lnTo>
                  <a:lnTo>
                    <a:pt x="293432" y="598862"/>
                  </a:lnTo>
                  <a:close/>
                  <a:moveTo>
                    <a:pt x="286618" y="596553"/>
                  </a:moveTo>
                  <a:lnTo>
                    <a:pt x="293432" y="598862"/>
                  </a:lnTo>
                  <a:lnTo>
                    <a:pt x="316053" y="554965"/>
                  </a:lnTo>
                  <a:close/>
                  <a:moveTo>
                    <a:pt x="285720" y="552537"/>
                  </a:moveTo>
                  <a:lnTo>
                    <a:pt x="286618" y="596553"/>
                  </a:lnTo>
                  <a:lnTo>
                    <a:pt x="316053" y="554965"/>
                  </a:lnTo>
                  <a:close/>
                  <a:moveTo>
                    <a:pt x="285720" y="552537"/>
                  </a:moveTo>
                  <a:lnTo>
                    <a:pt x="265260" y="529622"/>
                  </a:lnTo>
                  <a:lnTo>
                    <a:pt x="255553" y="549974"/>
                  </a:lnTo>
                  <a:close/>
                  <a:moveTo>
                    <a:pt x="316053" y="554965"/>
                  </a:moveTo>
                  <a:lnTo>
                    <a:pt x="325378" y="533607"/>
                  </a:lnTo>
                  <a:lnTo>
                    <a:pt x="285720" y="552537"/>
                  </a:lnTo>
                  <a:close/>
                  <a:moveTo>
                    <a:pt x="285720" y="552537"/>
                  </a:moveTo>
                  <a:lnTo>
                    <a:pt x="325378" y="533607"/>
                  </a:lnTo>
                  <a:lnTo>
                    <a:pt x="268079" y="525352"/>
                  </a:lnTo>
                  <a:close/>
                  <a:moveTo>
                    <a:pt x="268079" y="525352"/>
                  </a:moveTo>
                  <a:lnTo>
                    <a:pt x="265260" y="529622"/>
                  </a:lnTo>
                  <a:lnTo>
                    <a:pt x="285720" y="552537"/>
                  </a:lnTo>
                  <a:close/>
                  <a:moveTo>
                    <a:pt x="214234" y="397903"/>
                  </a:moveTo>
                  <a:lnTo>
                    <a:pt x="194338" y="361149"/>
                  </a:lnTo>
                  <a:lnTo>
                    <a:pt x="200501" y="370994"/>
                  </a:lnTo>
                  <a:close/>
                  <a:moveTo>
                    <a:pt x="378882" y="512868"/>
                  </a:moveTo>
                  <a:lnTo>
                    <a:pt x="349939" y="490985"/>
                  </a:lnTo>
                  <a:lnTo>
                    <a:pt x="325378" y="533607"/>
                  </a:lnTo>
                  <a:close/>
                  <a:moveTo>
                    <a:pt x="194338" y="361149"/>
                  </a:moveTo>
                  <a:lnTo>
                    <a:pt x="228474" y="393000"/>
                  </a:lnTo>
                  <a:lnTo>
                    <a:pt x="201440" y="347746"/>
                  </a:lnTo>
                  <a:close/>
                  <a:moveTo>
                    <a:pt x="386427" y="480093"/>
                  </a:moveTo>
                  <a:lnTo>
                    <a:pt x="418216" y="481338"/>
                  </a:lnTo>
                  <a:lnTo>
                    <a:pt x="391544" y="463999"/>
                  </a:lnTo>
                  <a:close/>
                  <a:moveTo>
                    <a:pt x="346016" y="454230"/>
                  </a:moveTo>
                  <a:lnTo>
                    <a:pt x="364916" y="437047"/>
                  </a:lnTo>
                  <a:lnTo>
                    <a:pt x="322345" y="426061"/>
                  </a:lnTo>
                  <a:close/>
                  <a:moveTo>
                    <a:pt x="348455" y="427475"/>
                  </a:moveTo>
                  <a:lnTo>
                    <a:pt x="311087" y="417475"/>
                  </a:lnTo>
                  <a:lnTo>
                    <a:pt x="322345" y="426061"/>
                  </a:lnTo>
                  <a:close/>
                  <a:moveTo>
                    <a:pt x="792975" y="333947"/>
                  </a:moveTo>
                  <a:lnTo>
                    <a:pt x="771611" y="311147"/>
                  </a:lnTo>
                  <a:lnTo>
                    <a:pt x="752544" y="336066"/>
                  </a:lnTo>
                  <a:close/>
                  <a:moveTo>
                    <a:pt x="783036" y="260437"/>
                  </a:moveTo>
                  <a:lnTo>
                    <a:pt x="777947" y="244259"/>
                  </a:lnTo>
                  <a:lnTo>
                    <a:pt x="795662" y="276496"/>
                  </a:lnTo>
                  <a:close/>
                  <a:moveTo>
                    <a:pt x="778040" y="206498"/>
                  </a:moveTo>
                  <a:lnTo>
                    <a:pt x="777283" y="236148"/>
                  </a:lnTo>
                  <a:lnTo>
                    <a:pt x="783036" y="260437"/>
                  </a:lnTo>
                  <a:close/>
                  <a:moveTo>
                    <a:pt x="728390" y="167965"/>
                  </a:moveTo>
                  <a:lnTo>
                    <a:pt x="785007" y="168818"/>
                  </a:lnTo>
                  <a:lnTo>
                    <a:pt x="774113" y="157881"/>
                  </a:lnTo>
                  <a:close/>
                  <a:moveTo>
                    <a:pt x="728390" y="167965"/>
                  </a:moveTo>
                  <a:lnTo>
                    <a:pt x="774113" y="157881"/>
                  </a:lnTo>
                  <a:lnTo>
                    <a:pt x="769151" y="117168"/>
                  </a:lnTo>
                  <a:close/>
                  <a:moveTo>
                    <a:pt x="769151" y="117168"/>
                  </a:moveTo>
                  <a:lnTo>
                    <a:pt x="769398" y="110457"/>
                  </a:lnTo>
                  <a:lnTo>
                    <a:pt x="735636" y="108805"/>
                  </a:lnTo>
                  <a:close/>
                  <a:moveTo>
                    <a:pt x="683990" y="59478"/>
                  </a:moveTo>
                  <a:lnTo>
                    <a:pt x="689383" y="96233"/>
                  </a:lnTo>
                  <a:lnTo>
                    <a:pt x="708883" y="79050"/>
                  </a:lnTo>
                  <a:close/>
                  <a:moveTo>
                    <a:pt x="673216" y="0"/>
                  </a:moveTo>
                  <a:lnTo>
                    <a:pt x="691920" y="18627"/>
                  </a:lnTo>
                  <a:lnTo>
                    <a:pt x="673451" y="6553"/>
                  </a:lnTo>
                  <a:close/>
                  <a:moveTo>
                    <a:pt x="774176" y="68336"/>
                  </a:moveTo>
                  <a:lnTo>
                    <a:pt x="735636" y="108805"/>
                  </a:lnTo>
                  <a:lnTo>
                    <a:pt x="769398" y="110457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5" name="Input_density__24">
              <a:extLst>
                <a:ext uri="{FF2B5EF4-FFF2-40B4-BE49-F238E27FC236}">
                  <a16:creationId xmlns:a16="http://schemas.microsoft.com/office/drawing/2014/main" id="{AC6239B8-BC80-4EEA-7375-007E631844F6}"/>
                </a:ext>
              </a:extLst>
            </p:cNvPr>
            <p:cNvSpPr>
              <a:spLocks noGrp="1"/>
            </p:cNvSpPr>
            <p:nvPr/>
          </p:nvSpPr>
          <p:spPr>
            <a:xfrm>
              <a:off x="1086043" y="2392514"/>
              <a:ext cx="805601" cy="802074"/>
            </a:xfrm>
            <a:custGeom>
              <a:avLst/>
              <a:gdLst/>
              <a:ahLst/>
              <a:cxnLst/>
              <a:rect l="0" t="0" r="0" b="0"/>
              <a:pathLst>
                <a:path w="805601" h="802074">
                  <a:moveTo>
                    <a:pt x="94112" y="765319"/>
                  </a:moveTo>
                  <a:lnTo>
                    <a:pt x="96765" y="782502"/>
                  </a:lnTo>
                  <a:lnTo>
                    <a:pt x="110385" y="802074"/>
                  </a:lnTo>
                  <a:close/>
                  <a:moveTo>
                    <a:pt x="71968" y="728564"/>
                  </a:moveTo>
                  <a:lnTo>
                    <a:pt x="73281" y="735825"/>
                  </a:lnTo>
                  <a:lnTo>
                    <a:pt x="90196" y="758414"/>
                  </a:lnTo>
                  <a:close/>
                  <a:moveTo>
                    <a:pt x="51350" y="655054"/>
                  </a:moveTo>
                  <a:lnTo>
                    <a:pt x="67312" y="691809"/>
                  </a:lnTo>
                  <a:lnTo>
                    <a:pt x="69155" y="674626"/>
                  </a:lnTo>
                  <a:close/>
                  <a:moveTo>
                    <a:pt x="59767" y="564361"/>
                  </a:moveTo>
                  <a:lnTo>
                    <a:pt x="48464" y="602384"/>
                  </a:lnTo>
                  <a:lnTo>
                    <a:pt x="65529" y="569980"/>
                  </a:lnTo>
                  <a:close/>
                  <a:moveTo>
                    <a:pt x="186874" y="711381"/>
                  </a:moveTo>
                  <a:lnTo>
                    <a:pt x="172693" y="721495"/>
                  </a:lnTo>
                  <a:lnTo>
                    <a:pt x="219702" y="742799"/>
                  </a:lnTo>
                  <a:close/>
                  <a:moveTo>
                    <a:pt x="212726" y="694197"/>
                  </a:moveTo>
                  <a:lnTo>
                    <a:pt x="186874" y="711381"/>
                  </a:lnTo>
                  <a:lnTo>
                    <a:pt x="219702" y="742799"/>
                  </a:lnTo>
                  <a:close/>
                  <a:moveTo>
                    <a:pt x="180210" y="657442"/>
                  </a:moveTo>
                  <a:lnTo>
                    <a:pt x="180948" y="657722"/>
                  </a:lnTo>
                  <a:lnTo>
                    <a:pt x="181504" y="658232"/>
                  </a:lnTo>
                  <a:close/>
                  <a:moveTo>
                    <a:pt x="181504" y="658232"/>
                  </a:moveTo>
                  <a:lnTo>
                    <a:pt x="180948" y="657722"/>
                  </a:lnTo>
                  <a:lnTo>
                    <a:pt x="212726" y="694197"/>
                  </a:lnTo>
                  <a:close/>
                  <a:moveTo>
                    <a:pt x="212726" y="694197"/>
                  </a:moveTo>
                  <a:lnTo>
                    <a:pt x="180948" y="657722"/>
                  </a:lnTo>
                  <a:lnTo>
                    <a:pt x="177663" y="674626"/>
                  </a:lnTo>
                  <a:close/>
                  <a:moveTo>
                    <a:pt x="212726" y="694197"/>
                  </a:moveTo>
                  <a:lnTo>
                    <a:pt x="177663" y="674626"/>
                  </a:lnTo>
                  <a:lnTo>
                    <a:pt x="186874" y="711381"/>
                  </a:lnTo>
                  <a:close/>
                  <a:moveTo>
                    <a:pt x="180172" y="653252"/>
                  </a:moveTo>
                  <a:lnTo>
                    <a:pt x="180948" y="657722"/>
                  </a:lnTo>
                  <a:lnTo>
                    <a:pt x="180210" y="657442"/>
                  </a:lnTo>
                  <a:close/>
                  <a:moveTo>
                    <a:pt x="180172" y="653252"/>
                  </a:moveTo>
                  <a:lnTo>
                    <a:pt x="184564" y="641303"/>
                  </a:lnTo>
                  <a:lnTo>
                    <a:pt x="180948" y="657722"/>
                  </a:lnTo>
                  <a:close/>
                  <a:moveTo>
                    <a:pt x="180948" y="657722"/>
                  </a:moveTo>
                  <a:lnTo>
                    <a:pt x="184564" y="641303"/>
                  </a:lnTo>
                  <a:lnTo>
                    <a:pt x="177663" y="674626"/>
                  </a:lnTo>
                  <a:close/>
                  <a:moveTo>
                    <a:pt x="65529" y="569980"/>
                  </a:moveTo>
                  <a:lnTo>
                    <a:pt x="65507" y="563157"/>
                  </a:lnTo>
                  <a:lnTo>
                    <a:pt x="59767" y="564361"/>
                  </a:lnTo>
                  <a:close/>
                  <a:moveTo>
                    <a:pt x="65507" y="563157"/>
                  </a:moveTo>
                  <a:lnTo>
                    <a:pt x="65529" y="569980"/>
                  </a:lnTo>
                  <a:lnTo>
                    <a:pt x="101533" y="560956"/>
                  </a:lnTo>
                  <a:close/>
                  <a:moveTo>
                    <a:pt x="212726" y="694197"/>
                  </a:moveTo>
                  <a:lnTo>
                    <a:pt x="228014" y="707546"/>
                  </a:lnTo>
                  <a:lnTo>
                    <a:pt x="236330" y="684534"/>
                  </a:lnTo>
                  <a:close/>
                  <a:moveTo>
                    <a:pt x="263199" y="603504"/>
                  </a:moveTo>
                  <a:lnTo>
                    <a:pt x="320498" y="611759"/>
                  </a:lnTo>
                  <a:lnTo>
                    <a:pt x="295051" y="586321"/>
                  </a:lnTo>
                  <a:close/>
                  <a:moveTo>
                    <a:pt x="220218" y="485982"/>
                  </a:moveTo>
                  <a:lnTo>
                    <a:pt x="249392" y="522014"/>
                  </a:lnTo>
                  <a:lnTo>
                    <a:pt x="255860" y="494666"/>
                  </a:lnTo>
                  <a:close/>
                  <a:moveTo>
                    <a:pt x="199515" y="493239"/>
                  </a:moveTo>
                  <a:lnTo>
                    <a:pt x="249392" y="522014"/>
                  </a:lnTo>
                  <a:lnTo>
                    <a:pt x="220218" y="485982"/>
                  </a:lnTo>
                  <a:close/>
                  <a:moveTo>
                    <a:pt x="200308" y="490083"/>
                  </a:moveTo>
                  <a:lnTo>
                    <a:pt x="199515" y="493239"/>
                  </a:lnTo>
                  <a:lnTo>
                    <a:pt x="220218" y="485982"/>
                  </a:lnTo>
                  <a:close/>
                  <a:moveTo>
                    <a:pt x="18806" y="327450"/>
                  </a:moveTo>
                  <a:lnTo>
                    <a:pt x="0" y="346219"/>
                  </a:lnTo>
                  <a:lnTo>
                    <a:pt x="28464" y="342448"/>
                  </a:lnTo>
                  <a:close/>
                  <a:moveTo>
                    <a:pt x="28464" y="342448"/>
                  </a:moveTo>
                  <a:lnTo>
                    <a:pt x="32332" y="346219"/>
                  </a:lnTo>
                  <a:lnTo>
                    <a:pt x="18806" y="327450"/>
                  </a:lnTo>
                  <a:close/>
                  <a:moveTo>
                    <a:pt x="209354" y="476055"/>
                  </a:moveTo>
                  <a:lnTo>
                    <a:pt x="200308" y="490083"/>
                  </a:lnTo>
                  <a:lnTo>
                    <a:pt x="220218" y="485982"/>
                  </a:lnTo>
                  <a:close/>
                  <a:moveTo>
                    <a:pt x="209354" y="476055"/>
                  </a:moveTo>
                  <a:lnTo>
                    <a:pt x="195621" y="449146"/>
                  </a:lnTo>
                  <a:lnTo>
                    <a:pt x="200308" y="490083"/>
                  </a:lnTo>
                  <a:close/>
                  <a:moveTo>
                    <a:pt x="209354" y="476055"/>
                  </a:moveTo>
                  <a:lnTo>
                    <a:pt x="220218" y="485982"/>
                  </a:lnTo>
                  <a:lnTo>
                    <a:pt x="223594" y="471152"/>
                  </a:lnTo>
                  <a:close/>
                  <a:moveTo>
                    <a:pt x="209354" y="476055"/>
                  </a:moveTo>
                  <a:lnTo>
                    <a:pt x="223594" y="471152"/>
                  </a:lnTo>
                  <a:lnTo>
                    <a:pt x="189458" y="439300"/>
                  </a:lnTo>
                  <a:close/>
                  <a:moveTo>
                    <a:pt x="259913" y="468714"/>
                  </a:moveTo>
                  <a:lnTo>
                    <a:pt x="220218" y="485982"/>
                  </a:lnTo>
                  <a:lnTo>
                    <a:pt x="255860" y="494666"/>
                  </a:lnTo>
                  <a:close/>
                  <a:moveTo>
                    <a:pt x="259913" y="468714"/>
                  </a:moveTo>
                  <a:lnTo>
                    <a:pt x="223594" y="471152"/>
                  </a:lnTo>
                  <a:lnTo>
                    <a:pt x="220218" y="485982"/>
                  </a:lnTo>
                  <a:close/>
                  <a:moveTo>
                    <a:pt x="313467" y="489266"/>
                  </a:moveTo>
                  <a:lnTo>
                    <a:pt x="309430" y="500293"/>
                  </a:lnTo>
                  <a:lnTo>
                    <a:pt x="306207" y="495627"/>
                  </a:lnTo>
                  <a:close/>
                  <a:moveTo>
                    <a:pt x="309430" y="500293"/>
                  </a:moveTo>
                  <a:lnTo>
                    <a:pt x="341136" y="532382"/>
                  </a:lnTo>
                  <a:lnTo>
                    <a:pt x="317465" y="504213"/>
                  </a:lnTo>
                  <a:close/>
                  <a:moveTo>
                    <a:pt x="306207" y="495627"/>
                  </a:moveTo>
                  <a:lnTo>
                    <a:pt x="309430" y="500293"/>
                  </a:lnTo>
                  <a:lnTo>
                    <a:pt x="317465" y="504213"/>
                  </a:lnTo>
                  <a:close/>
                  <a:moveTo>
                    <a:pt x="374002" y="591020"/>
                  </a:moveTo>
                  <a:lnTo>
                    <a:pt x="381547" y="558245"/>
                  </a:lnTo>
                  <a:lnTo>
                    <a:pt x="345059" y="569137"/>
                  </a:lnTo>
                  <a:close/>
                  <a:moveTo>
                    <a:pt x="341136" y="532382"/>
                  </a:moveTo>
                  <a:lnTo>
                    <a:pt x="345059" y="569137"/>
                  </a:lnTo>
                  <a:lnTo>
                    <a:pt x="360036" y="515199"/>
                  </a:lnTo>
                  <a:close/>
                  <a:moveTo>
                    <a:pt x="143372" y="311852"/>
                  </a:moveTo>
                  <a:lnTo>
                    <a:pt x="161801" y="257914"/>
                  </a:lnTo>
                  <a:lnTo>
                    <a:pt x="128099" y="275097"/>
                  </a:lnTo>
                  <a:close/>
                  <a:moveTo>
                    <a:pt x="156774" y="221159"/>
                  </a:moveTo>
                  <a:lnTo>
                    <a:pt x="159369" y="227795"/>
                  </a:lnTo>
                  <a:lnTo>
                    <a:pt x="128099" y="275097"/>
                  </a:lnTo>
                  <a:close/>
                  <a:moveTo>
                    <a:pt x="518978" y="470707"/>
                  </a:moveTo>
                  <a:lnTo>
                    <a:pt x="532422" y="472104"/>
                  </a:lnTo>
                  <a:lnTo>
                    <a:pt x="574460" y="457360"/>
                  </a:lnTo>
                  <a:close/>
                  <a:moveTo>
                    <a:pt x="755474" y="375344"/>
                  </a:moveTo>
                  <a:lnTo>
                    <a:pt x="747664" y="414218"/>
                  </a:lnTo>
                  <a:lnTo>
                    <a:pt x="766731" y="389299"/>
                  </a:lnTo>
                  <a:close/>
                  <a:moveTo>
                    <a:pt x="755474" y="375344"/>
                  </a:moveTo>
                  <a:lnTo>
                    <a:pt x="718806" y="392527"/>
                  </a:lnTo>
                  <a:lnTo>
                    <a:pt x="747664" y="414218"/>
                  </a:lnTo>
                  <a:close/>
                  <a:moveTo>
                    <a:pt x="788095" y="412099"/>
                  </a:moveTo>
                  <a:lnTo>
                    <a:pt x="805601" y="394915"/>
                  </a:lnTo>
                  <a:lnTo>
                    <a:pt x="766731" y="389299"/>
                  </a:lnTo>
                  <a:close/>
                  <a:moveTo>
                    <a:pt x="790782" y="354648"/>
                  </a:moveTo>
                  <a:lnTo>
                    <a:pt x="773067" y="322411"/>
                  </a:lnTo>
                  <a:lnTo>
                    <a:pt x="776299" y="328864"/>
                  </a:lnTo>
                  <a:close/>
                  <a:moveTo>
                    <a:pt x="713647" y="315406"/>
                  </a:moveTo>
                  <a:lnTo>
                    <a:pt x="733296" y="338589"/>
                  </a:lnTo>
                  <a:lnTo>
                    <a:pt x="756942" y="284650"/>
                  </a:lnTo>
                  <a:close/>
                  <a:moveTo>
                    <a:pt x="756942" y="284650"/>
                  </a:moveTo>
                  <a:lnTo>
                    <a:pt x="733296" y="338589"/>
                  </a:lnTo>
                  <a:lnTo>
                    <a:pt x="772403" y="314299"/>
                  </a:lnTo>
                  <a:close/>
                  <a:moveTo>
                    <a:pt x="778156" y="338589"/>
                  </a:moveTo>
                  <a:lnTo>
                    <a:pt x="772403" y="314299"/>
                  </a:lnTo>
                  <a:lnTo>
                    <a:pt x="773067" y="322411"/>
                  </a:lnTo>
                  <a:close/>
                  <a:moveTo>
                    <a:pt x="695706" y="211140"/>
                  </a:moveTo>
                  <a:lnTo>
                    <a:pt x="684503" y="174385"/>
                  </a:lnTo>
                  <a:lnTo>
                    <a:pt x="679248" y="228324"/>
                  </a:lnTo>
                  <a:close/>
                  <a:moveTo>
                    <a:pt x="756942" y="284650"/>
                  </a:moveTo>
                  <a:lnTo>
                    <a:pt x="780128" y="246970"/>
                  </a:lnTo>
                  <a:lnTo>
                    <a:pt x="723510" y="246117"/>
                  </a:lnTo>
                  <a:close/>
                  <a:moveTo>
                    <a:pt x="756942" y="284650"/>
                  </a:moveTo>
                  <a:lnTo>
                    <a:pt x="723510" y="246117"/>
                  </a:lnTo>
                  <a:lnTo>
                    <a:pt x="721984" y="250368"/>
                  </a:lnTo>
                  <a:close/>
                  <a:moveTo>
                    <a:pt x="775402" y="320513"/>
                  </a:moveTo>
                  <a:lnTo>
                    <a:pt x="772403" y="314299"/>
                  </a:lnTo>
                  <a:lnTo>
                    <a:pt x="773160" y="284650"/>
                  </a:lnTo>
                  <a:close/>
                  <a:moveTo>
                    <a:pt x="723510" y="246117"/>
                  </a:moveTo>
                  <a:lnTo>
                    <a:pt x="764271" y="195320"/>
                  </a:lnTo>
                  <a:lnTo>
                    <a:pt x="728074" y="197660"/>
                  </a:lnTo>
                  <a:close/>
                  <a:moveTo>
                    <a:pt x="728074" y="197660"/>
                  </a:moveTo>
                  <a:lnTo>
                    <a:pt x="764271" y="195320"/>
                  </a:lnTo>
                  <a:lnTo>
                    <a:pt x="730756" y="186957"/>
                  </a:lnTo>
                  <a:close/>
                  <a:moveTo>
                    <a:pt x="679110" y="137630"/>
                  </a:moveTo>
                  <a:lnTo>
                    <a:pt x="704003" y="157202"/>
                  </a:lnTo>
                  <a:lnTo>
                    <a:pt x="693668" y="120447"/>
                  </a:lnTo>
                  <a:close/>
                  <a:moveTo>
                    <a:pt x="668571" y="84705"/>
                  </a:moveTo>
                  <a:lnTo>
                    <a:pt x="687881" y="122860"/>
                  </a:lnTo>
                  <a:lnTo>
                    <a:pt x="693668" y="120447"/>
                  </a:lnTo>
                  <a:close/>
                  <a:moveTo>
                    <a:pt x="693428" y="47394"/>
                  </a:moveTo>
                  <a:lnTo>
                    <a:pt x="668336" y="78152"/>
                  </a:lnTo>
                  <a:lnTo>
                    <a:pt x="699490" y="66509"/>
                  </a:lnTo>
                  <a:close/>
                  <a:moveTo>
                    <a:pt x="674918" y="34798"/>
                  </a:moveTo>
                  <a:lnTo>
                    <a:pt x="693540" y="46747"/>
                  </a:lnTo>
                  <a:lnTo>
                    <a:pt x="699490" y="66509"/>
                  </a:lnTo>
                  <a:close/>
                  <a:moveTo>
                    <a:pt x="677406" y="15857"/>
                  </a:moveTo>
                  <a:lnTo>
                    <a:pt x="693540" y="46747"/>
                  </a:lnTo>
                  <a:lnTo>
                    <a:pt x="674918" y="34798"/>
                  </a:lnTo>
                  <a:close/>
                  <a:moveTo>
                    <a:pt x="677406" y="15857"/>
                  </a:moveTo>
                  <a:lnTo>
                    <a:pt x="688612" y="23665"/>
                  </a:lnTo>
                  <a:lnTo>
                    <a:pt x="706484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6" name="Input_density__25">
              <a:extLst>
                <a:ext uri="{FF2B5EF4-FFF2-40B4-BE49-F238E27FC236}">
                  <a16:creationId xmlns:a16="http://schemas.microsoft.com/office/drawing/2014/main" id="{F3E778D9-CB28-3355-B6B6-A7DBD4DDB353}"/>
                </a:ext>
              </a:extLst>
            </p:cNvPr>
            <p:cNvSpPr>
              <a:spLocks noGrp="1"/>
            </p:cNvSpPr>
            <p:nvPr/>
          </p:nvSpPr>
          <p:spPr>
            <a:xfrm>
              <a:off x="1024881" y="2494732"/>
              <a:ext cx="895868" cy="718137"/>
            </a:xfrm>
            <a:custGeom>
              <a:avLst/>
              <a:gdLst/>
              <a:ahLst/>
              <a:cxnLst/>
              <a:rect l="0" t="0" r="0" b="0"/>
              <a:pathLst>
                <a:path w="895868" h="718137">
                  <a:moveTo>
                    <a:pt x="234564" y="718137"/>
                  </a:moveTo>
                  <a:lnTo>
                    <a:pt x="200940" y="716998"/>
                  </a:lnTo>
                  <a:lnTo>
                    <a:pt x="180690" y="712592"/>
                  </a:lnTo>
                  <a:close/>
                  <a:moveTo>
                    <a:pt x="47187" y="419661"/>
                  </a:moveTo>
                  <a:lnTo>
                    <a:pt x="0" y="393160"/>
                  </a:lnTo>
                  <a:lnTo>
                    <a:pt x="24591" y="400257"/>
                  </a:lnTo>
                  <a:close/>
                  <a:moveTo>
                    <a:pt x="279954" y="667059"/>
                  </a:moveTo>
                  <a:lnTo>
                    <a:pt x="280864" y="640582"/>
                  </a:lnTo>
                  <a:lnTo>
                    <a:pt x="272381" y="682673"/>
                  </a:lnTo>
                  <a:close/>
                  <a:moveTo>
                    <a:pt x="289176" y="605328"/>
                  </a:moveTo>
                  <a:lnTo>
                    <a:pt x="303449" y="645918"/>
                  </a:lnTo>
                  <a:lnTo>
                    <a:pt x="307261" y="644579"/>
                  </a:lnTo>
                  <a:close/>
                  <a:moveTo>
                    <a:pt x="289176" y="605328"/>
                  </a:moveTo>
                  <a:lnTo>
                    <a:pt x="307261" y="644579"/>
                  </a:lnTo>
                  <a:lnTo>
                    <a:pt x="326702" y="621055"/>
                  </a:lnTo>
                  <a:close/>
                  <a:moveTo>
                    <a:pt x="348738" y="591980"/>
                  </a:moveTo>
                  <a:lnTo>
                    <a:pt x="341782" y="581229"/>
                  </a:lnTo>
                  <a:lnTo>
                    <a:pt x="326702" y="621055"/>
                  </a:lnTo>
                  <a:close/>
                  <a:moveTo>
                    <a:pt x="349714" y="574797"/>
                  </a:moveTo>
                  <a:lnTo>
                    <a:pt x="348738" y="591980"/>
                  </a:lnTo>
                  <a:lnTo>
                    <a:pt x="367578" y="553102"/>
                  </a:lnTo>
                  <a:close/>
                  <a:moveTo>
                    <a:pt x="435165" y="488803"/>
                  </a:moveTo>
                  <a:lnTo>
                    <a:pt x="411476" y="496443"/>
                  </a:lnTo>
                  <a:lnTo>
                    <a:pt x="466546" y="481558"/>
                  </a:lnTo>
                  <a:close/>
                  <a:moveTo>
                    <a:pt x="323051" y="319900"/>
                  </a:moveTo>
                  <a:lnTo>
                    <a:pt x="293835" y="334124"/>
                  </a:lnTo>
                  <a:lnTo>
                    <a:pt x="322747" y="320390"/>
                  </a:lnTo>
                  <a:close/>
                  <a:moveTo>
                    <a:pt x="293835" y="334124"/>
                  </a:moveTo>
                  <a:lnTo>
                    <a:pt x="323051" y="319900"/>
                  </a:lnTo>
                  <a:lnTo>
                    <a:pt x="302644" y="309645"/>
                  </a:lnTo>
                  <a:close/>
                  <a:moveTo>
                    <a:pt x="592778" y="415739"/>
                  </a:moveTo>
                  <a:lnTo>
                    <a:pt x="627600" y="421355"/>
                  </a:lnTo>
                  <a:lnTo>
                    <a:pt x="649624" y="407493"/>
                  </a:lnTo>
                  <a:close/>
                  <a:moveTo>
                    <a:pt x="649624" y="407493"/>
                  </a:moveTo>
                  <a:lnTo>
                    <a:pt x="627600" y="421355"/>
                  </a:lnTo>
                  <a:lnTo>
                    <a:pt x="686605" y="421183"/>
                  </a:lnTo>
                  <a:close/>
                  <a:moveTo>
                    <a:pt x="849257" y="309881"/>
                  </a:moveTo>
                  <a:lnTo>
                    <a:pt x="846556" y="328491"/>
                  </a:lnTo>
                  <a:lnTo>
                    <a:pt x="872308" y="328564"/>
                  </a:lnTo>
                  <a:close/>
                  <a:moveTo>
                    <a:pt x="866763" y="292698"/>
                  </a:moveTo>
                  <a:lnTo>
                    <a:pt x="872308" y="328564"/>
                  </a:lnTo>
                  <a:lnTo>
                    <a:pt x="895868" y="320446"/>
                  </a:lnTo>
                  <a:close/>
                  <a:moveTo>
                    <a:pt x="825905" y="108923"/>
                  </a:moveTo>
                  <a:lnTo>
                    <a:pt x="825680" y="86392"/>
                  </a:lnTo>
                  <a:lnTo>
                    <a:pt x="825434" y="93103"/>
                  </a:lnTo>
                  <a:close/>
                  <a:moveTo>
                    <a:pt x="830458" y="44271"/>
                  </a:moveTo>
                  <a:lnTo>
                    <a:pt x="825680" y="86392"/>
                  </a:lnTo>
                  <a:lnTo>
                    <a:pt x="828991" y="54985"/>
                  </a:lnTo>
                  <a:close/>
                  <a:moveTo>
                    <a:pt x="828991" y="54985"/>
                  </a:moveTo>
                  <a:lnTo>
                    <a:pt x="829627" y="4940"/>
                  </a:lnTo>
                  <a:lnTo>
                    <a:pt x="830458" y="44271"/>
                  </a:lnTo>
                  <a:close/>
                  <a:moveTo>
                    <a:pt x="829801" y="1046"/>
                  </a:moveTo>
                  <a:lnTo>
                    <a:pt x="829627" y="4940"/>
                  </a:lnTo>
                  <a:lnTo>
                    <a:pt x="828991" y="54985"/>
                  </a:lnTo>
                  <a:close/>
                  <a:moveTo>
                    <a:pt x="829873" y="0"/>
                  </a:moveTo>
                  <a:lnTo>
                    <a:pt x="829627" y="4940"/>
                  </a:lnTo>
                  <a:lnTo>
                    <a:pt x="829801" y="104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7" name="Input_density__26">
              <a:extLst>
                <a:ext uri="{FF2B5EF4-FFF2-40B4-BE49-F238E27FC236}">
                  <a16:creationId xmlns:a16="http://schemas.microsoft.com/office/drawing/2014/main" id="{6A97A82F-C0E2-4056-992E-62A8EFF69A46}"/>
                </a:ext>
              </a:extLst>
            </p:cNvPr>
            <p:cNvSpPr>
              <a:spLocks noGrp="1"/>
            </p:cNvSpPr>
            <p:nvPr/>
          </p:nvSpPr>
          <p:spPr>
            <a:xfrm>
              <a:off x="1259445" y="2633245"/>
              <a:ext cx="302322" cy="579624"/>
            </a:xfrm>
            <a:custGeom>
              <a:avLst/>
              <a:gdLst/>
              <a:ahLst/>
              <a:cxnLst/>
              <a:rect l="0" t="0" r="0" b="0"/>
              <a:pathLst>
                <a:path w="302322" h="579624">
                  <a:moveTo>
                    <a:pt x="19646" y="556869"/>
                  </a:moveTo>
                  <a:lnTo>
                    <a:pt x="36590" y="554710"/>
                  </a:lnTo>
                  <a:lnTo>
                    <a:pt x="37817" y="544160"/>
                  </a:lnTo>
                  <a:close/>
                  <a:moveTo>
                    <a:pt x="0" y="579624"/>
                  </a:moveTo>
                  <a:lnTo>
                    <a:pt x="29305" y="564615"/>
                  </a:lnTo>
                  <a:lnTo>
                    <a:pt x="19646" y="556869"/>
                  </a:lnTo>
                  <a:close/>
                  <a:moveTo>
                    <a:pt x="37817" y="544160"/>
                  </a:moveTo>
                  <a:lnTo>
                    <a:pt x="36590" y="554710"/>
                  </a:lnTo>
                  <a:lnTo>
                    <a:pt x="45390" y="528546"/>
                  </a:lnTo>
                  <a:close/>
                  <a:moveTo>
                    <a:pt x="46300" y="502068"/>
                  </a:moveTo>
                  <a:lnTo>
                    <a:pt x="45390" y="528546"/>
                  </a:lnTo>
                  <a:lnTo>
                    <a:pt x="68885" y="507405"/>
                  </a:lnTo>
                  <a:close/>
                  <a:moveTo>
                    <a:pt x="239934" y="318759"/>
                  </a:moveTo>
                  <a:lnTo>
                    <a:pt x="200601" y="350289"/>
                  </a:lnTo>
                  <a:lnTo>
                    <a:pt x="231982" y="343045"/>
                  </a:lnTo>
                  <a:close/>
                  <a:moveTo>
                    <a:pt x="239934" y="318759"/>
                  </a:moveTo>
                  <a:lnTo>
                    <a:pt x="231982" y="343045"/>
                  </a:lnTo>
                  <a:lnTo>
                    <a:pt x="241045" y="328407"/>
                  </a:lnTo>
                  <a:close/>
                  <a:moveTo>
                    <a:pt x="239934" y="318759"/>
                  </a:moveTo>
                  <a:lnTo>
                    <a:pt x="241045" y="328407"/>
                  </a:lnTo>
                  <a:lnTo>
                    <a:pt x="246017" y="299311"/>
                  </a:lnTo>
                  <a:close/>
                  <a:moveTo>
                    <a:pt x="246017" y="299311"/>
                  </a:moveTo>
                  <a:lnTo>
                    <a:pt x="276215" y="287637"/>
                  </a:lnTo>
                  <a:lnTo>
                    <a:pt x="302322" y="289038"/>
                  </a:lnTo>
                  <a:close/>
                  <a:moveTo>
                    <a:pt x="269155" y="289611"/>
                  </a:moveTo>
                  <a:lnTo>
                    <a:pt x="246017" y="299311"/>
                  </a:lnTo>
                  <a:lnTo>
                    <a:pt x="302322" y="289038"/>
                  </a:lnTo>
                  <a:close/>
                  <a:moveTo>
                    <a:pt x="69906" y="0"/>
                  </a:moveTo>
                  <a:lnTo>
                    <a:pt x="61549" y="11713"/>
                  </a:lnTo>
                  <a:lnTo>
                    <a:pt x="57416" y="539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8" name="Input_density__27">
              <a:extLst>
                <a:ext uri="{FF2B5EF4-FFF2-40B4-BE49-F238E27FC236}">
                  <a16:creationId xmlns:a16="http://schemas.microsoft.com/office/drawing/2014/main" id="{393C386A-76B9-1823-8B4C-63784DB3B7DF}"/>
                </a:ext>
              </a:extLst>
            </p:cNvPr>
            <p:cNvSpPr>
              <a:spLocks noGrp="1"/>
            </p:cNvSpPr>
            <p:nvPr/>
          </p:nvSpPr>
          <p:spPr>
            <a:xfrm>
              <a:off x="1073738" y="2408371"/>
              <a:ext cx="792433" cy="595902"/>
            </a:xfrm>
            <a:custGeom>
              <a:avLst/>
              <a:gdLst/>
              <a:ahLst/>
              <a:cxnLst/>
              <a:rect l="0" t="0" r="0" b="0"/>
              <a:pathLst>
                <a:path w="792433" h="595902">
                  <a:moveTo>
                    <a:pt x="5136" y="339052"/>
                  </a:moveTo>
                  <a:lnTo>
                    <a:pt x="12305" y="330362"/>
                  </a:lnTo>
                  <a:lnTo>
                    <a:pt x="0" y="347545"/>
                  </a:lnTo>
                  <a:close/>
                  <a:moveTo>
                    <a:pt x="275505" y="587647"/>
                  </a:moveTo>
                  <a:lnTo>
                    <a:pt x="307356" y="570464"/>
                  </a:lnTo>
                  <a:lnTo>
                    <a:pt x="291857" y="550892"/>
                  </a:lnTo>
                  <a:close/>
                  <a:moveTo>
                    <a:pt x="307356" y="570464"/>
                  </a:moveTo>
                  <a:lnTo>
                    <a:pt x="332803" y="595902"/>
                  </a:lnTo>
                  <a:lnTo>
                    <a:pt x="343574" y="556176"/>
                  </a:lnTo>
                  <a:close/>
                  <a:moveTo>
                    <a:pt x="332803" y="595902"/>
                  </a:moveTo>
                  <a:lnTo>
                    <a:pt x="357364" y="553280"/>
                  </a:lnTo>
                  <a:lnTo>
                    <a:pt x="343574" y="556176"/>
                  </a:lnTo>
                  <a:close/>
                  <a:moveTo>
                    <a:pt x="350277" y="536659"/>
                  </a:moveTo>
                  <a:lnTo>
                    <a:pt x="343574" y="556176"/>
                  </a:lnTo>
                  <a:lnTo>
                    <a:pt x="353442" y="516525"/>
                  </a:lnTo>
                  <a:close/>
                  <a:moveTo>
                    <a:pt x="353442" y="516525"/>
                  </a:moveTo>
                  <a:lnTo>
                    <a:pt x="343574" y="556176"/>
                  </a:lnTo>
                  <a:lnTo>
                    <a:pt x="357364" y="553280"/>
                  </a:lnTo>
                  <a:close/>
                  <a:moveTo>
                    <a:pt x="350802" y="532641"/>
                  </a:moveTo>
                  <a:lnTo>
                    <a:pt x="353442" y="516525"/>
                  </a:lnTo>
                  <a:lnTo>
                    <a:pt x="321735" y="484436"/>
                  </a:lnTo>
                  <a:close/>
                  <a:moveTo>
                    <a:pt x="174106" y="242057"/>
                  </a:moveTo>
                  <a:lnTo>
                    <a:pt x="169079" y="205302"/>
                  </a:lnTo>
                  <a:lnTo>
                    <a:pt x="140404" y="259240"/>
                  </a:lnTo>
                  <a:close/>
                  <a:moveTo>
                    <a:pt x="531283" y="454850"/>
                  </a:moveTo>
                  <a:lnTo>
                    <a:pt x="560564" y="439750"/>
                  </a:lnTo>
                  <a:lnTo>
                    <a:pt x="504478" y="450836"/>
                  </a:lnTo>
                  <a:close/>
                  <a:moveTo>
                    <a:pt x="586765" y="441503"/>
                  </a:moveTo>
                  <a:lnTo>
                    <a:pt x="544728" y="456247"/>
                  </a:lnTo>
                  <a:lnTo>
                    <a:pt x="577029" y="447792"/>
                  </a:lnTo>
                  <a:close/>
                  <a:moveTo>
                    <a:pt x="560564" y="439750"/>
                  </a:moveTo>
                  <a:lnTo>
                    <a:pt x="531283" y="454850"/>
                  </a:lnTo>
                  <a:lnTo>
                    <a:pt x="586765" y="441503"/>
                  </a:lnTo>
                  <a:close/>
                  <a:moveTo>
                    <a:pt x="614087" y="419080"/>
                  </a:moveTo>
                  <a:lnTo>
                    <a:pt x="560564" y="439750"/>
                  </a:lnTo>
                  <a:lnTo>
                    <a:pt x="586765" y="441503"/>
                  </a:lnTo>
                  <a:close/>
                  <a:moveTo>
                    <a:pt x="604217" y="410545"/>
                  </a:moveTo>
                  <a:lnTo>
                    <a:pt x="614087" y="419080"/>
                  </a:lnTo>
                  <a:lnTo>
                    <a:pt x="586765" y="441503"/>
                  </a:lnTo>
                  <a:close/>
                  <a:moveTo>
                    <a:pt x="715554" y="339915"/>
                  </a:moveTo>
                  <a:lnTo>
                    <a:pt x="731111" y="376670"/>
                  </a:lnTo>
                  <a:lnTo>
                    <a:pt x="767779" y="359487"/>
                  </a:lnTo>
                  <a:close/>
                  <a:moveTo>
                    <a:pt x="715554" y="339915"/>
                  </a:moveTo>
                  <a:lnTo>
                    <a:pt x="767779" y="359487"/>
                  </a:lnTo>
                  <a:lnTo>
                    <a:pt x="745601" y="322732"/>
                  </a:lnTo>
                  <a:close/>
                  <a:moveTo>
                    <a:pt x="715554" y="339915"/>
                  </a:moveTo>
                  <a:lnTo>
                    <a:pt x="745601" y="322732"/>
                  </a:lnTo>
                  <a:lnTo>
                    <a:pt x="705816" y="320471"/>
                  </a:lnTo>
                  <a:close/>
                  <a:moveTo>
                    <a:pt x="745601" y="322732"/>
                  </a:moveTo>
                  <a:lnTo>
                    <a:pt x="725953" y="299549"/>
                  </a:lnTo>
                  <a:lnTo>
                    <a:pt x="705816" y="320471"/>
                  </a:lnTo>
                  <a:close/>
                  <a:moveTo>
                    <a:pt x="715406" y="285977"/>
                  </a:moveTo>
                  <a:lnTo>
                    <a:pt x="705816" y="320471"/>
                  </a:lnTo>
                  <a:lnTo>
                    <a:pt x="725953" y="299549"/>
                  </a:lnTo>
                  <a:close/>
                  <a:moveTo>
                    <a:pt x="715406" y="285977"/>
                  </a:moveTo>
                  <a:lnTo>
                    <a:pt x="699885" y="249222"/>
                  </a:lnTo>
                  <a:lnTo>
                    <a:pt x="694945" y="303160"/>
                  </a:lnTo>
                  <a:close/>
                  <a:moveTo>
                    <a:pt x="792433" y="342303"/>
                  </a:moveTo>
                  <a:lnTo>
                    <a:pt x="767779" y="359487"/>
                  </a:lnTo>
                  <a:lnTo>
                    <a:pt x="779036" y="373442"/>
                  </a:lnTo>
                  <a:close/>
                  <a:moveTo>
                    <a:pt x="745601" y="322732"/>
                  </a:moveTo>
                  <a:lnTo>
                    <a:pt x="788604" y="313007"/>
                  </a:lnTo>
                  <a:lnTo>
                    <a:pt x="785372" y="306554"/>
                  </a:lnTo>
                  <a:close/>
                  <a:moveTo>
                    <a:pt x="792433" y="342303"/>
                  </a:moveTo>
                  <a:lnTo>
                    <a:pt x="788604" y="313007"/>
                  </a:lnTo>
                  <a:lnTo>
                    <a:pt x="745601" y="322732"/>
                  </a:lnTo>
                  <a:close/>
                  <a:moveTo>
                    <a:pt x="767779" y="359487"/>
                  </a:moveTo>
                  <a:lnTo>
                    <a:pt x="792433" y="342303"/>
                  </a:lnTo>
                  <a:lnTo>
                    <a:pt x="745601" y="322732"/>
                  </a:lnTo>
                  <a:close/>
                  <a:moveTo>
                    <a:pt x="728843" y="280676"/>
                  </a:moveTo>
                  <a:lnTo>
                    <a:pt x="725953" y="299549"/>
                  </a:lnTo>
                  <a:lnTo>
                    <a:pt x="769247" y="268793"/>
                  </a:lnTo>
                  <a:close/>
                  <a:moveTo>
                    <a:pt x="784709" y="298443"/>
                  </a:moveTo>
                  <a:lnTo>
                    <a:pt x="745601" y="322732"/>
                  </a:lnTo>
                  <a:lnTo>
                    <a:pt x="785372" y="306554"/>
                  </a:lnTo>
                  <a:close/>
                  <a:moveTo>
                    <a:pt x="715406" y="285977"/>
                  </a:moveTo>
                  <a:lnTo>
                    <a:pt x="725953" y="299549"/>
                  </a:lnTo>
                  <a:lnTo>
                    <a:pt x="728843" y="280676"/>
                  </a:lnTo>
                  <a:close/>
                  <a:moveTo>
                    <a:pt x="732375" y="232038"/>
                  </a:moveTo>
                  <a:lnTo>
                    <a:pt x="728843" y="280676"/>
                  </a:lnTo>
                  <a:lnTo>
                    <a:pt x="734289" y="234511"/>
                  </a:lnTo>
                  <a:close/>
                  <a:moveTo>
                    <a:pt x="715406" y="285977"/>
                  </a:moveTo>
                  <a:lnTo>
                    <a:pt x="728843" y="280676"/>
                  </a:lnTo>
                  <a:lnTo>
                    <a:pt x="732375" y="232038"/>
                  </a:lnTo>
                  <a:close/>
                  <a:moveTo>
                    <a:pt x="699885" y="249222"/>
                  </a:moveTo>
                  <a:lnTo>
                    <a:pt x="715406" y="285977"/>
                  </a:lnTo>
                  <a:lnTo>
                    <a:pt x="732375" y="232038"/>
                  </a:lnTo>
                  <a:close/>
                  <a:moveTo>
                    <a:pt x="728843" y="280676"/>
                  </a:moveTo>
                  <a:lnTo>
                    <a:pt x="769247" y="268793"/>
                  </a:lnTo>
                  <a:lnTo>
                    <a:pt x="734289" y="234511"/>
                  </a:lnTo>
                  <a:close/>
                  <a:moveTo>
                    <a:pt x="691553" y="212467"/>
                  </a:moveTo>
                  <a:lnTo>
                    <a:pt x="699885" y="249222"/>
                  </a:lnTo>
                  <a:lnTo>
                    <a:pt x="732375" y="232038"/>
                  </a:lnTo>
                  <a:close/>
                  <a:moveTo>
                    <a:pt x="691553" y="212467"/>
                  </a:moveTo>
                  <a:lnTo>
                    <a:pt x="732375" y="232038"/>
                  </a:lnTo>
                  <a:lnTo>
                    <a:pt x="708011" y="195283"/>
                  </a:lnTo>
                  <a:close/>
                  <a:moveTo>
                    <a:pt x="732375" y="232038"/>
                  </a:moveTo>
                  <a:lnTo>
                    <a:pt x="734289" y="234511"/>
                  </a:lnTo>
                  <a:lnTo>
                    <a:pt x="735815" y="230261"/>
                  </a:lnTo>
                  <a:close/>
                  <a:moveTo>
                    <a:pt x="708011" y="195283"/>
                  </a:moveTo>
                  <a:lnTo>
                    <a:pt x="735815" y="230261"/>
                  </a:lnTo>
                  <a:lnTo>
                    <a:pt x="740379" y="181803"/>
                  </a:lnTo>
                  <a:close/>
                  <a:moveTo>
                    <a:pt x="708011" y="195283"/>
                  </a:moveTo>
                  <a:lnTo>
                    <a:pt x="732375" y="232038"/>
                  </a:lnTo>
                  <a:lnTo>
                    <a:pt x="735815" y="230261"/>
                  </a:lnTo>
                  <a:close/>
                  <a:moveTo>
                    <a:pt x="708011" y="195283"/>
                  </a:moveTo>
                  <a:lnTo>
                    <a:pt x="740379" y="181803"/>
                  </a:lnTo>
                  <a:lnTo>
                    <a:pt x="716308" y="141345"/>
                  </a:lnTo>
                  <a:close/>
                  <a:moveTo>
                    <a:pt x="696808" y="158528"/>
                  </a:moveTo>
                  <a:lnTo>
                    <a:pt x="708011" y="195283"/>
                  </a:lnTo>
                  <a:lnTo>
                    <a:pt x="716308" y="141345"/>
                  </a:lnTo>
                  <a:close/>
                  <a:moveTo>
                    <a:pt x="705973" y="104590"/>
                  </a:moveTo>
                  <a:lnTo>
                    <a:pt x="682535" y="69378"/>
                  </a:lnTo>
                  <a:lnTo>
                    <a:pt x="680876" y="68848"/>
                  </a:lnTo>
                  <a:close/>
                  <a:moveTo>
                    <a:pt x="681144" y="67835"/>
                  </a:moveTo>
                  <a:lnTo>
                    <a:pt x="680876" y="68848"/>
                  </a:lnTo>
                  <a:lnTo>
                    <a:pt x="682535" y="69378"/>
                  </a:lnTo>
                  <a:close/>
                  <a:moveTo>
                    <a:pt x="680641" y="62295"/>
                  </a:moveTo>
                  <a:lnTo>
                    <a:pt x="680876" y="68848"/>
                  </a:lnTo>
                  <a:lnTo>
                    <a:pt x="681144" y="67835"/>
                  </a:lnTo>
                  <a:close/>
                  <a:moveTo>
                    <a:pt x="683747" y="66514"/>
                  </a:moveTo>
                  <a:lnTo>
                    <a:pt x="682535" y="69378"/>
                  </a:lnTo>
                  <a:lnTo>
                    <a:pt x="711795" y="50652"/>
                  </a:lnTo>
                  <a:close/>
                  <a:moveTo>
                    <a:pt x="711795" y="50652"/>
                  </a:moveTo>
                  <a:lnTo>
                    <a:pt x="682535" y="69378"/>
                  </a:lnTo>
                  <a:lnTo>
                    <a:pt x="705973" y="104590"/>
                  </a:lnTo>
                  <a:close/>
                  <a:moveTo>
                    <a:pt x="681144" y="67835"/>
                  </a:moveTo>
                  <a:lnTo>
                    <a:pt x="682535" y="69378"/>
                  </a:lnTo>
                  <a:lnTo>
                    <a:pt x="683747" y="66514"/>
                  </a:lnTo>
                  <a:close/>
                  <a:moveTo>
                    <a:pt x="681144" y="67835"/>
                  </a:moveTo>
                  <a:lnTo>
                    <a:pt x="683747" y="66514"/>
                  </a:lnTo>
                  <a:lnTo>
                    <a:pt x="680641" y="62295"/>
                  </a:lnTo>
                  <a:close/>
                  <a:moveTo>
                    <a:pt x="711795" y="50652"/>
                  </a:moveTo>
                  <a:lnTo>
                    <a:pt x="680641" y="62295"/>
                  </a:lnTo>
                  <a:lnTo>
                    <a:pt x="683747" y="66514"/>
                  </a:lnTo>
                  <a:close/>
                  <a:moveTo>
                    <a:pt x="689711" y="0"/>
                  </a:moveTo>
                  <a:lnTo>
                    <a:pt x="687223" y="18941"/>
                  </a:lnTo>
                  <a:lnTo>
                    <a:pt x="691622" y="13897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9" name="Input_density__28">
              <a:extLst>
                <a:ext uri="{FF2B5EF4-FFF2-40B4-BE49-F238E27FC236}">
                  <a16:creationId xmlns:a16="http://schemas.microsoft.com/office/drawing/2014/main" id="{C96ED27C-F478-06B6-282E-C8F2D3DEDF53}"/>
                </a:ext>
              </a:extLst>
            </p:cNvPr>
            <p:cNvSpPr>
              <a:spLocks noGrp="1"/>
            </p:cNvSpPr>
            <p:nvPr/>
          </p:nvSpPr>
          <p:spPr>
            <a:xfrm>
              <a:off x="1365595" y="2945031"/>
              <a:ext cx="58420" cy="33804"/>
            </a:xfrm>
            <a:custGeom>
              <a:avLst/>
              <a:gdLst/>
              <a:ahLst/>
              <a:cxnLst/>
              <a:rect l="0" t="0" r="0" b="0"/>
              <a:pathLst>
                <a:path w="58420" h="33804">
                  <a:moveTo>
                    <a:pt x="15499" y="33804"/>
                  </a:moveTo>
                  <a:lnTo>
                    <a:pt x="28598" y="13078"/>
                  </a:lnTo>
                  <a:lnTo>
                    <a:pt x="0" y="14233"/>
                  </a:lnTo>
                  <a:close/>
                  <a:moveTo>
                    <a:pt x="28598" y="13078"/>
                  </a:moveTo>
                  <a:lnTo>
                    <a:pt x="15499" y="33804"/>
                  </a:lnTo>
                  <a:lnTo>
                    <a:pt x="51717" y="19516"/>
                  </a:lnTo>
                  <a:close/>
                  <a:moveTo>
                    <a:pt x="28598" y="13078"/>
                  </a:moveTo>
                  <a:lnTo>
                    <a:pt x="51717" y="19516"/>
                  </a:lnTo>
                  <a:lnTo>
                    <a:pt x="58420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30" name="Input_density__29">
              <a:extLst>
                <a:ext uri="{FF2B5EF4-FFF2-40B4-BE49-F238E27FC236}">
                  <a16:creationId xmlns:a16="http://schemas.microsoft.com/office/drawing/2014/main" id="{F9444392-1572-B236-BDA3-30757F576B4D}"/>
                </a:ext>
              </a:extLst>
            </p:cNvPr>
            <p:cNvSpPr>
              <a:spLocks noGrp="1"/>
            </p:cNvSpPr>
            <p:nvPr/>
          </p:nvSpPr>
          <p:spPr>
            <a:xfrm>
              <a:off x="1086043" y="2357222"/>
              <a:ext cx="823813" cy="837366"/>
            </a:xfrm>
            <a:custGeom>
              <a:avLst/>
              <a:gdLst/>
              <a:ahLst/>
              <a:cxnLst/>
              <a:rect l="0" t="0" r="0" b="0"/>
              <a:pathLst>
                <a:path w="823813" h="837366">
                  <a:moveTo>
                    <a:pt x="94112" y="800611"/>
                  </a:moveTo>
                  <a:lnTo>
                    <a:pt x="90196" y="793706"/>
                  </a:lnTo>
                  <a:lnTo>
                    <a:pt x="73281" y="771117"/>
                  </a:lnTo>
                  <a:close/>
                  <a:moveTo>
                    <a:pt x="114398" y="783427"/>
                  </a:moveTo>
                  <a:lnTo>
                    <a:pt x="151791" y="823872"/>
                  </a:lnTo>
                  <a:lnTo>
                    <a:pt x="154766" y="814337"/>
                  </a:lnTo>
                  <a:close/>
                  <a:moveTo>
                    <a:pt x="110385" y="837366"/>
                  </a:moveTo>
                  <a:lnTo>
                    <a:pt x="151791" y="823872"/>
                  </a:lnTo>
                  <a:lnTo>
                    <a:pt x="114398" y="783427"/>
                  </a:lnTo>
                  <a:close/>
                  <a:moveTo>
                    <a:pt x="94112" y="800611"/>
                  </a:moveTo>
                  <a:lnTo>
                    <a:pt x="110385" y="837366"/>
                  </a:lnTo>
                  <a:lnTo>
                    <a:pt x="114398" y="783427"/>
                  </a:lnTo>
                  <a:close/>
                  <a:moveTo>
                    <a:pt x="151791" y="823872"/>
                  </a:moveTo>
                  <a:lnTo>
                    <a:pt x="164986" y="820182"/>
                  </a:lnTo>
                  <a:lnTo>
                    <a:pt x="154766" y="814337"/>
                  </a:lnTo>
                  <a:close/>
                  <a:moveTo>
                    <a:pt x="94112" y="800611"/>
                  </a:moveTo>
                  <a:lnTo>
                    <a:pt x="114398" y="783427"/>
                  </a:lnTo>
                  <a:lnTo>
                    <a:pt x="90196" y="793706"/>
                  </a:lnTo>
                  <a:close/>
                  <a:moveTo>
                    <a:pt x="114398" y="783427"/>
                  </a:moveTo>
                  <a:lnTo>
                    <a:pt x="112832" y="782131"/>
                  </a:lnTo>
                  <a:lnTo>
                    <a:pt x="90196" y="793706"/>
                  </a:lnTo>
                  <a:close/>
                  <a:moveTo>
                    <a:pt x="67312" y="727101"/>
                  </a:moveTo>
                  <a:lnTo>
                    <a:pt x="71968" y="763856"/>
                  </a:lnTo>
                  <a:lnTo>
                    <a:pt x="88753" y="746672"/>
                  </a:lnTo>
                  <a:close/>
                  <a:moveTo>
                    <a:pt x="67312" y="727101"/>
                  </a:moveTo>
                  <a:lnTo>
                    <a:pt x="88753" y="746672"/>
                  </a:lnTo>
                  <a:lnTo>
                    <a:pt x="69155" y="709917"/>
                  </a:lnTo>
                  <a:close/>
                  <a:moveTo>
                    <a:pt x="51350" y="690346"/>
                  </a:moveTo>
                  <a:lnTo>
                    <a:pt x="69155" y="709917"/>
                  </a:lnTo>
                  <a:lnTo>
                    <a:pt x="65639" y="673162"/>
                  </a:lnTo>
                  <a:close/>
                  <a:moveTo>
                    <a:pt x="189140" y="766244"/>
                  </a:moveTo>
                  <a:lnTo>
                    <a:pt x="164986" y="820182"/>
                  </a:lnTo>
                  <a:lnTo>
                    <a:pt x="208068" y="802999"/>
                  </a:lnTo>
                  <a:close/>
                  <a:moveTo>
                    <a:pt x="114398" y="783427"/>
                  </a:moveTo>
                  <a:lnTo>
                    <a:pt x="154766" y="814337"/>
                  </a:lnTo>
                  <a:lnTo>
                    <a:pt x="164146" y="769080"/>
                  </a:lnTo>
                  <a:close/>
                  <a:moveTo>
                    <a:pt x="164146" y="769080"/>
                  </a:moveTo>
                  <a:lnTo>
                    <a:pt x="189140" y="766244"/>
                  </a:lnTo>
                  <a:lnTo>
                    <a:pt x="199924" y="762391"/>
                  </a:lnTo>
                  <a:close/>
                  <a:moveTo>
                    <a:pt x="136829" y="701794"/>
                  </a:moveTo>
                  <a:lnTo>
                    <a:pt x="120000" y="712723"/>
                  </a:lnTo>
                  <a:lnTo>
                    <a:pt x="119573" y="733482"/>
                  </a:lnTo>
                  <a:close/>
                  <a:moveTo>
                    <a:pt x="106306" y="692734"/>
                  </a:moveTo>
                  <a:lnTo>
                    <a:pt x="68881" y="658111"/>
                  </a:lnTo>
                  <a:lnTo>
                    <a:pt x="65639" y="673162"/>
                  </a:lnTo>
                  <a:close/>
                  <a:moveTo>
                    <a:pt x="106306" y="692734"/>
                  </a:moveTo>
                  <a:lnTo>
                    <a:pt x="65639" y="673162"/>
                  </a:lnTo>
                  <a:lnTo>
                    <a:pt x="69155" y="709917"/>
                  </a:lnTo>
                  <a:close/>
                  <a:moveTo>
                    <a:pt x="69337" y="655979"/>
                  </a:moveTo>
                  <a:lnTo>
                    <a:pt x="51370" y="619224"/>
                  </a:lnTo>
                  <a:lnTo>
                    <a:pt x="47755" y="630539"/>
                  </a:lnTo>
                  <a:close/>
                  <a:moveTo>
                    <a:pt x="199924" y="762391"/>
                  </a:moveTo>
                  <a:lnTo>
                    <a:pt x="189140" y="766244"/>
                  </a:lnTo>
                  <a:lnTo>
                    <a:pt x="219617" y="739813"/>
                  </a:lnTo>
                  <a:close/>
                  <a:moveTo>
                    <a:pt x="196727" y="680186"/>
                  </a:moveTo>
                  <a:lnTo>
                    <a:pt x="181504" y="693523"/>
                  </a:lnTo>
                  <a:lnTo>
                    <a:pt x="202524" y="675551"/>
                  </a:lnTo>
                  <a:close/>
                  <a:moveTo>
                    <a:pt x="181504" y="693523"/>
                  </a:moveTo>
                  <a:lnTo>
                    <a:pt x="212726" y="729489"/>
                  </a:lnTo>
                  <a:lnTo>
                    <a:pt x="202524" y="675551"/>
                  </a:lnTo>
                  <a:close/>
                  <a:moveTo>
                    <a:pt x="202524" y="675551"/>
                  </a:moveTo>
                  <a:lnTo>
                    <a:pt x="212726" y="729489"/>
                  </a:lnTo>
                  <a:lnTo>
                    <a:pt x="244316" y="707582"/>
                  </a:lnTo>
                  <a:close/>
                  <a:moveTo>
                    <a:pt x="244316" y="707582"/>
                  </a:moveTo>
                  <a:lnTo>
                    <a:pt x="212726" y="729489"/>
                  </a:lnTo>
                  <a:lnTo>
                    <a:pt x="236330" y="719825"/>
                  </a:lnTo>
                  <a:close/>
                  <a:moveTo>
                    <a:pt x="236330" y="719825"/>
                  </a:moveTo>
                  <a:lnTo>
                    <a:pt x="266595" y="712306"/>
                  </a:lnTo>
                  <a:lnTo>
                    <a:pt x="244316" y="707582"/>
                  </a:lnTo>
                  <a:close/>
                  <a:moveTo>
                    <a:pt x="180210" y="692734"/>
                  </a:moveTo>
                  <a:lnTo>
                    <a:pt x="181504" y="693523"/>
                  </a:lnTo>
                  <a:lnTo>
                    <a:pt x="196727" y="680186"/>
                  </a:lnTo>
                  <a:close/>
                  <a:moveTo>
                    <a:pt x="180210" y="692734"/>
                  </a:moveTo>
                  <a:lnTo>
                    <a:pt x="196727" y="680186"/>
                  </a:lnTo>
                  <a:lnTo>
                    <a:pt x="180172" y="688544"/>
                  </a:lnTo>
                  <a:close/>
                  <a:moveTo>
                    <a:pt x="172561" y="655086"/>
                  </a:moveTo>
                  <a:lnTo>
                    <a:pt x="202404" y="675455"/>
                  </a:lnTo>
                  <a:lnTo>
                    <a:pt x="162359" y="638796"/>
                  </a:lnTo>
                  <a:close/>
                  <a:moveTo>
                    <a:pt x="202404" y="675455"/>
                  </a:moveTo>
                  <a:lnTo>
                    <a:pt x="172561" y="655086"/>
                  </a:lnTo>
                  <a:lnTo>
                    <a:pt x="202524" y="675551"/>
                  </a:lnTo>
                  <a:close/>
                  <a:moveTo>
                    <a:pt x="180172" y="688544"/>
                  </a:moveTo>
                  <a:lnTo>
                    <a:pt x="196727" y="680186"/>
                  </a:lnTo>
                  <a:lnTo>
                    <a:pt x="202524" y="675551"/>
                  </a:lnTo>
                  <a:close/>
                  <a:moveTo>
                    <a:pt x="174365" y="655979"/>
                  </a:moveTo>
                  <a:lnTo>
                    <a:pt x="180172" y="688544"/>
                  </a:lnTo>
                  <a:lnTo>
                    <a:pt x="202524" y="675551"/>
                  </a:lnTo>
                  <a:close/>
                  <a:moveTo>
                    <a:pt x="281738" y="709997"/>
                  </a:moveTo>
                  <a:lnTo>
                    <a:pt x="244316" y="707582"/>
                  </a:lnTo>
                  <a:lnTo>
                    <a:pt x="266595" y="712306"/>
                  </a:lnTo>
                  <a:close/>
                  <a:moveTo>
                    <a:pt x="250673" y="663418"/>
                  </a:moveTo>
                  <a:lnTo>
                    <a:pt x="244316" y="707582"/>
                  </a:lnTo>
                  <a:lnTo>
                    <a:pt x="281738" y="709997"/>
                  </a:lnTo>
                  <a:close/>
                  <a:moveTo>
                    <a:pt x="280840" y="665981"/>
                  </a:moveTo>
                  <a:lnTo>
                    <a:pt x="250673" y="663418"/>
                  </a:lnTo>
                  <a:lnTo>
                    <a:pt x="281738" y="709997"/>
                  </a:lnTo>
                  <a:close/>
                  <a:moveTo>
                    <a:pt x="202524" y="675551"/>
                  </a:moveTo>
                  <a:lnTo>
                    <a:pt x="244316" y="707582"/>
                  </a:lnTo>
                  <a:lnTo>
                    <a:pt x="250673" y="663418"/>
                  </a:lnTo>
                  <a:close/>
                  <a:moveTo>
                    <a:pt x="202524" y="675551"/>
                  </a:moveTo>
                  <a:lnTo>
                    <a:pt x="250673" y="663418"/>
                  </a:lnTo>
                  <a:lnTo>
                    <a:pt x="202404" y="675455"/>
                  </a:lnTo>
                  <a:close/>
                  <a:moveTo>
                    <a:pt x="202404" y="675455"/>
                  </a:moveTo>
                  <a:lnTo>
                    <a:pt x="250673" y="663418"/>
                  </a:lnTo>
                  <a:lnTo>
                    <a:pt x="248030" y="625260"/>
                  </a:lnTo>
                  <a:close/>
                  <a:moveTo>
                    <a:pt x="196480" y="621612"/>
                  </a:moveTo>
                  <a:lnTo>
                    <a:pt x="162359" y="638796"/>
                  </a:lnTo>
                  <a:lnTo>
                    <a:pt x="202404" y="675455"/>
                  </a:lnTo>
                  <a:close/>
                  <a:moveTo>
                    <a:pt x="196480" y="621612"/>
                  </a:moveTo>
                  <a:lnTo>
                    <a:pt x="159612" y="602041"/>
                  </a:lnTo>
                  <a:lnTo>
                    <a:pt x="162359" y="638796"/>
                  </a:lnTo>
                  <a:close/>
                  <a:moveTo>
                    <a:pt x="28464" y="377740"/>
                  </a:moveTo>
                  <a:lnTo>
                    <a:pt x="0" y="381511"/>
                  </a:lnTo>
                  <a:lnTo>
                    <a:pt x="52394" y="392116"/>
                  </a:lnTo>
                  <a:close/>
                  <a:moveTo>
                    <a:pt x="345059" y="604429"/>
                  </a:moveTo>
                  <a:lnTo>
                    <a:pt x="381547" y="593537"/>
                  </a:lnTo>
                  <a:lnTo>
                    <a:pt x="360036" y="550491"/>
                  </a:lnTo>
                  <a:close/>
                  <a:moveTo>
                    <a:pt x="343575" y="540918"/>
                  </a:moveTo>
                  <a:lnTo>
                    <a:pt x="358104" y="499031"/>
                  </a:lnTo>
                  <a:lnTo>
                    <a:pt x="312462" y="506031"/>
                  </a:lnTo>
                  <a:close/>
                  <a:moveTo>
                    <a:pt x="312462" y="506031"/>
                  </a:moveTo>
                  <a:lnTo>
                    <a:pt x="358104" y="499031"/>
                  </a:lnTo>
                  <a:lnTo>
                    <a:pt x="354937" y="496552"/>
                  </a:lnTo>
                  <a:close/>
                  <a:moveTo>
                    <a:pt x="398592" y="533307"/>
                  </a:moveTo>
                  <a:lnTo>
                    <a:pt x="360036" y="550491"/>
                  </a:lnTo>
                  <a:lnTo>
                    <a:pt x="386664" y="577443"/>
                  </a:lnTo>
                  <a:close/>
                  <a:moveTo>
                    <a:pt x="399373" y="489550"/>
                  </a:moveTo>
                  <a:lnTo>
                    <a:pt x="383916" y="470960"/>
                  </a:lnTo>
                  <a:lnTo>
                    <a:pt x="383464" y="479369"/>
                  </a:lnTo>
                  <a:close/>
                  <a:moveTo>
                    <a:pt x="383916" y="470960"/>
                  </a:moveTo>
                  <a:lnTo>
                    <a:pt x="399373" y="489550"/>
                  </a:lnTo>
                  <a:lnTo>
                    <a:pt x="442575" y="469494"/>
                  </a:lnTo>
                  <a:close/>
                  <a:moveTo>
                    <a:pt x="239108" y="270096"/>
                  </a:moveTo>
                  <a:lnTo>
                    <a:pt x="215891" y="222084"/>
                  </a:lnTo>
                  <a:lnTo>
                    <a:pt x="206386" y="224863"/>
                  </a:lnTo>
                  <a:close/>
                  <a:moveTo>
                    <a:pt x="255363" y="204900"/>
                  </a:moveTo>
                  <a:lnTo>
                    <a:pt x="247234" y="237449"/>
                  </a:lnTo>
                  <a:lnTo>
                    <a:pt x="266546" y="213446"/>
                  </a:lnTo>
                  <a:close/>
                  <a:moveTo>
                    <a:pt x="255363" y="204900"/>
                  </a:moveTo>
                  <a:lnTo>
                    <a:pt x="215891" y="222084"/>
                  </a:lnTo>
                  <a:lnTo>
                    <a:pt x="247234" y="237449"/>
                  </a:lnTo>
                  <a:close/>
                  <a:moveTo>
                    <a:pt x="594890" y="528446"/>
                  </a:moveTo>
                  <a:lnTo>
                    <a:pt x="605116" y="511060"/>
                  </a:lnTo>
                  <a:lnTo>
                    <a:pt x="563767" y="526660"/>
                  </a:lnTo>
                  <a:close/>
                  <a:moveTo>
                    <a:pt x="563767" y="526660"/>
                  </a:moveTo>
                  <a:lnTo>
                    <a:pt x="605116" y="511060"/>
                  </a:lnTo>
                  <a:lnTo>
                    <a:pt x="564724" y="498940"/>
                  </a:lnTo>
                  <a:close/>
                  <a:moveTo>
                    <a:pt x="611527" y="518512"/>
                  </a:moveTo>
                  <a:lnTo>
                    <a:pt x="594890" y="528446"/>
                  </a:lnTo>
                  <a:lnTo>
                    <a:pt x="588462" y="545002"/>
                  </a:lnTo>
                  <a:close/>
                  <a:moveTo>
                    <a:pt x="611527" y="518512"/>
                  </a:moveTo>
                  <a:lnTo>
                    <a:pt x="655570" y="501329"/>
                  </a:lnTo>
                  <a:lnTo>
                    <a:pt x="605116" y="511060"/>
                  </a:lnTo>
                  <a:close/>
                  <a:moveTo>
                    <a:pt x="604811" y="413711"/>
                  </a:moveTo>
                  <a:lnTo>
                    <a:pt x="597727" y="436645"/>
                  </a:lnTo>
                  <a:lnTo>
                    <a:pt x="598491" y="427819"/>
                  </a:lnTo>
                  <a:close/>
                  <a:moveTo>
                    <a:pt x="805601" y="430207"/>
                  </a:moveTo>
                  <a:lnTo>
                    <a:pt x="787222" y="404994"/>
                  </a:lnTo>
                  <a:lnTo>
                    <a:pt x="766731" y="424591"/>
                  </a:lnTo>
                  <a:close/>
                  <a:moveTo>
                    <a:pt x="805601" y="430207"/>
                  </a:moveTo>
                  <a:lnTo>
                    <a:pt x="823813" y="413024"/>
                  </a:lnTo>
                  <a:lnTo>
                    <a:pt x="787222" y="404994"/>
                  </a:lnTo>
                  <a:close/>
                  <a:moveTo>
                    <a:pt x="775402" y="355804"/>
                  </a:moveTo>
                  <a:lnTo>
                    <a:pt x="776299" y="364156"/>
                  </a:lnTo>
                  <a:lnTo>
                    <a:pt x="757520" y="343254"/>
                  </a:lnTo>
                  <a:close/>
                  <a:moveTo>
                    <a:pt x="757520" y="343254"/>
                  </a:moveTo>
                  <a:lnTo>
                    <a:pt x="776299" y="364156"/>
                  </a:lnTo>
                  <a:lnTo>
                    <a:pt x="792237" y="376269"/>
                  </a:lnTo>
                  <a:close/>
                  <a:moveTo>
                    <a:pt x="756942" y="319942"/>
                  </a:moveTo>
                  <a:lnTo>
                    <a:pt x="772403" y="349591"/>
                  </a:lnTo>
                  <a:lnTo>
                    <a:pt x="758724" y="302759"/>
                  </a:lnTo>
                  <a:close/>
                  <a:moveTo>
                    <a:pt x="758724" y="302759"/>
                  </a:moveTo>
                  <a:lnTo>
                    <a:pt x="772403" y="349591"/>
                  </a:lnTo>
                  <a:lnTo>
                    <a:pt x="757520" y="343254"/>
                  </a:lnTo>
                  <a:close/>
                  <a:moveTo>
                    <a:pt x="757520" y="343254"/>
                  </a:moveTo>
                  <a:lnTo>
                    <a:pt x="772403" y="349591"/>
                  </a:lnTo>
                  <a:lnTo>
                    <a:pt x="775402" y="355804"/>
                  </a:lnTo>
                  <a:close/>
                  <a:moveTo>
                    <a:pt x="725624" y="138555"/>
                  </a:moveTo>
                  <a:lnTo>
                    <a:pt x="739290" y="179086"/>
                  </a:lnTo>
                  <a:lnTo>
                    <a:pt x="739110" y="157271"/>
                  </a:lnTo>
                  <a:close/>
                  <a:moveTo>
                    <a:pt x="699490" y="101800"/>
                  </a:moveTo>
                  <a:lnTo>
                    <a:pt x="741558" y="132495"/>
                  </a:lnTo>
                  <a:lnTo>
                    <a:pt x="740512" y="88598"/>
                  </a:lnTo>
                  <a:close/>
                  <a:moveTo>
                    <a:pt x="742951" y="75424"/>
                  </a:moveTo>
                  <a:lnTo>
                    <a:pt x="699490" y="101800"/>
                  </a:lnTo>
                  <a:lnTo>
                    <a:pt x="740512" y="88598"/>
                  </a:lnTo>
                  <a:close/>
                  <a:moveTo>
                    <a:pt x="729527" y="30679"/>
                  </a:moveTo>
                  <a:lnTo>
                    <a:pt x="706230" y="47862"/>
                  </a:lnTo>
                  <a:lnTo>
                    <a:pt x="742951" y="75424"/>
                  </a:lnTo>
                  <a:close/>
                  <a:moveTo>
                    <a:pt x="729527" y="30679"/>
                  </a:moveTo>
                  <a:lnTo>
                    <a:pt x="706090" y="0"/>
                  </a:lnTo>
                  <a:lnTo>
                    <a:pt x="705942" y="11107"/>
                  </a:lnTo>
                  <a:close/>
                  <a:moveTo>
                    <a:pt x="729527" y="30679"/>
                  </a:moveTo>
                  <a:lnTo>
                    <a:pt x="705942" y="11107"/>
                  </a:lnTo>
                  <a:lnTo>
                    <a:pt x="706230" y="4786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31" name="Input_density__30">
              <a:extLst>
                <a:ext uri="{FF2B5EF4-FFF2-40B4-BE49-F238E27FC236}">
                  <a16:creationId xmlns:a16="http://schemas.microsoft.com/office/drawing/2014/main" id="{B4994BB8-70A9-005D-3B1C-5B0B3F830943}"/>
                </a:ext>
              </a:extLst>
            </p:cNvPr>
            <p:cNvSpPr>
              <a:spLocks noGrp="1"/>
            </p:cNvSpPr>
            <p:nvPr/>
          </p:nvSpPr>
          <p:spPr>
            <a:xfrm>
              <a:off x="967511" y="2403832"/>
              <a:ext cx="1014011" cy="807898"/>
            </a:xfrm>
            <a:custGeom>
              <a:avLst/>
              <a:gdLst/>
              <a:ahLst/>
              <a:cxnLst/>
              <a:rect l="0" t="0" r="0" b="0"/>
              <a:pathLst>
                <a:path w="1014011" h="807898">
                  <a:moveTo>
                    <a:pt x="228917" y="790756"/>
                  </a:moveTo>
                  <a:lnTo>
                    <a:pt x="238060" y="803492"/>
                  </a:lnTo>
                  <a:lnTo>
                    <a:pt x="258310" y="807898"/>
                  </a:lnTo>
                  <a:close/>
                  <a:moveTo>
                    <a:pt x="311580" y="786281"/>
                  </a:moveTo>
                  <a:lnTo>
                    <a:pt x="283518" y="773573"/>
                  </a:lnTo>
                  <a:lnTo>
                    <a:pt x="258310" y="807898"/>
                  </a:lnTo>
                  <a:close/>
                  <a:moveTo>
                    <a:pt x="0" y="458865"/>
                  </a:moveTo>
                  <a:lnTo>
                    <a:pt x="44828" y="479533"/>
                  </a:lnTo>
                  <a:lnTo>
                    <a:pt x="26953" y="469566"/>
                  </a:lnTo>
                  <a:close/>
                  <a:moveTo>
                    <a:pt x="0" y="458865"/>
                  </a:moveTo>
                  <a:lnTo>
                    <a:pt x="57370" y="484060"/>
                  </a:lnTo>
                  <a:lnTo>
                    <a:pt x="44828" y="479533"/>
                  </a:lnTo>
                  <a:close/>
                  <a:moveTo>
                    <a:pt x="44828" y="479533"/>
                  </a:moveTo>
                  <a:lnTo>
                    <a:pt x="57370" y="484060"/>
                  </a:lnTo>
                  <a:lnTo>
                    <a:pt x="65959" y="490828"/>
                  </a:lnTo>
                  <a:close/>
                  <a:moveTo>
                    <a:pt x="104557" y="510560"/>
                  </a:moveTo>
                  <a:lnTo>
                    <a:pt x="65959" y="490828"/>
                  </a:lnTo>
                  <a:lnTo>
                    <a:pt x="57370" y="484060"/>
                  </a:lnTo>
                  <a:close/>
                  <a:moveTo>
                    <a:pt x="283518" y="773573"/>
                  </a:moveTo>
                  <a:lnTo>
                    <a:pt x="311580" y="786281"/>
                  </a:lnTo>
                  <a:lnTo>
                    <a:pt x="325188" y="793144"/>
                  </a:lnTo>
                  <a:close/>
                  <a:moveTo>
                    <a:pt x="113652" y="516288"/>
                  </a:moveTo>
                  <a:lnTo>
                    <a:pt x="150737" y="499104"/>
                  </a:lnTo>
                  <a:lnTo>
                    <a:pt x="104557" y="510560"/>
                  </a:lnTo>
                  <a:close/>
                  <a:moveTo>
                    <a:pt x="150737" y="499104"/>
                  </a:moveTo>
                  <a:lnTo>
                    <a:pt x="122850" y="482749"/>
                  </a:lnTo>
                  <a:lnTo>
                    <a:pt x="104557" y="510560"/>
                  </a:lnTo>
                  <a:close/>
                  <a:moveTo>
                    <a:pt x="65959" y="490828"/>
                  </a:moveTo>
                  <a:lnTo>
                    <a:pt x="44377" y="467535"/>
                  </a:lnTo>
                  <a:lnTo>
                    <a:pt x="44828" y="479533"/>
                  </a:lnTo>
                  <a:close/>
                  <a:moveTo>
                    <a:pt x="26953" y="469566"/>
                  </a:moveTo>
                  <a:lnTo>
                    <a:pt x="44828" y="479533"/>
                  </a:lnTo>
                  <a:lnTo>
                    <a:pt x="44377" y="467535"/>
                  </a:lnTo>
                  <a:close/>
                  <a:moveTo>
                    <a:pt x="65959" y="490828"/>
                  </a:moveTo>
                  <a:lnTo>
                    <a:pt x="104557" y="510560"/>
                  </a:lnTo>
                  <a:lnTo>
                    <a:pt x="122850" y="482749"/>
                  </a:lnTo>
                  <a:close/>
                  <a:moveTo>
                    <a:pt x="89063" y="480999"/>
                  </a:moveTo>
                  <a:lnTo>
                    <a:pt x="65959" y="490828"/>
                  </a:lnTo>
                  <a:lnTo>
                    <a:pt x="122850" y="482749"/>
                  </a:lnTo>
                  <a:close/>
                  <a:moveTo>
                    <a:pt x="245492" y="609370"/>
                  </a:moveTo>
                  <a:lnTo>
                    <a:pt x="235624" y="559032"/>
                  </a:lnTo>
                  <a:lnTo>
                    <a:pt x="239588" y="596173"/>
                  </a:lnTo>
                  <a:close/>
                  <a:moveTo>
                    <a:pt x="150737" y="499104"/>
                  </a:moveTo>
                  <a:lnTo>
                    <a:pt x="159588" y="481921"/>
                  </a:lnTo>
                  <a:lnTo>
                    <a:pt x="122850" y="482749"/>
                  </a:lnTo>
                  <a:close/>
                  <a:moveTo>
                    <a:pt x="177751" y="529863"/>
                  </a:moveTo>
                  <a:lnTo>
                    <a:pt x="164445" y="513690"/>
                  </a:lnTo>
                  <a:lnTo>
                    <a:pt x="183525" y="499104"/>
                  </a:lnTo>
                  <a:close/>
                  <a:moveTo>
                    <a:pt x="369301" y="575003"/>
                  </a:moveTo>
                  <a:lnTo>
                    <a:pt x="345419" y="546652"/>
                  </a:lnTo>
                  <a:lnTo>
                    <a:pt x="363192" y="566050"/>
                  </a:lnTo>
                  <a:close/>
                  <a:moveTo>
                    <a:pt x="367620" y="573350"/>
                  </a:moveTo>
                  <a:lnTo>
                    <a:pt x="363192" y="566050"/>
                  </a:lnTo>
                  <a:lnTo>
                    <a:pt x="339440" y="524424"/>
                  </a:lnTo>
                  <a:close/>
                  <a:moveTo>
                    <a:pt x="367620" y="573350"/>
                  </a:moveTo>
                  <a:lnTo>
                    <a:pt x="366563" y="578650"/>
                  </a:lnTo>
                  <a:lnTo>
                    <a:pt x="369301" y="575003"/>
                  </a:lnTo>
                  <a:close/>
                  <a:moveTo>
                    <a:pt x="367620" y="573350"/>
                  </a:moveTo>
                  <a:lnTo>
                    <a:pt x="369301" y="575003"/>
                  </a:lnTo>
                  <a:lnTo>
                    <a:pt x="363192" y="566050"/>
                  </a:lnTo>
                  <a:close/>
                  <a:moveTo>
                    <a:pt x="308310" y="415491"/>
                  </a:moveTo>
                  <a:lnTo>
                    <a:pt x="307990" y="427983"/>
                  </a:lnTo>
                  <a:lnTo>
                    <a:pt x="315092" y="414580"/>
                  </a:lnTo>
                  <a:close/>
                  <a:moveTo>
                    <a:pt x="303663" y="410800"/>
                  </a:moveTo>
                  <a:lnTo>
                    <a:pt x="308310" y="415491"/>
                  </a:lnTo>
                  <a:lnTo>
                    <a:pt x="315092" y="414580"/>
                  </a:lnTo>
                  <a:close/>
                  <a:moveTo>
                    <a:pt x="303663" y="410800"/>
                  </a:moveTo>
                  <a:lnTo>
                    <a:pt x="288304" y="387009"/>
                  </a:lnTo>
                  <a:lnTo>
                    <a:pt x="308310" y="415491"/>
                  </a:lnTo>
                  <a:close/>
                  <a:moveTo>
                    <a:pt x="303663" y="410800"/>
                  </a:moveTo>
                  <a:lnTo>
                    <a:pt x="315092" y="414580"/>
                  </a:lnTo>
                  <a:lnTo>
                    <a:pt x="319655" y="406268"/>
                  </a:lnTo>
                  <a:close/>
                  <a:moveTo>
                    <a:pt x="360014" y="400545"/>
                  </a:moveTo>
                  <a:lnTo>
                    <a:pt x="315092" y="414580"/>
                  </a:lnTo>
                  <a:lnTo>
                    <a:pt x="351205" y="425024"/>
                  </a:lnTo>
                  <a:close/>
                  <a:moveTo>
                    <a:pt x="360014" y="400545"/>
                  </a:moveTo>
                  <a:lnTo>
                    <a:pt x="319655" y="406268"/>
                  </a:lnTo>
                  <a:lnTo>
                    <a:pt x="315092" y="414580"/>
                  </a:lnTo>
                  <a:close/>
                  <a:moveTo>
                    <a:pt x="505196" y="530833"/>
                  </a:moveTo>
                  <a:lnTo>
                    <a:pt x="537952" y="528724"/>
                  </a:lnTo>
                  <a:lnTo>
                    <a:pt x="561089" y="519024"/>
                  </a:lnTo>
                  <a:close/>
                  <a:moveTo>
                    <a:pt x="501997" y="432759"/>
                  </a:moveTo>
                  <a:lnTo>
                    <a:pt x="502448" y="424350"/>
                  </a:lnTo>
                  <a:lnTo>
                    <a:pt x="497133" y="413188"/>
                  </a:lnTo>
                  <a:close/>
                  <a:moveTo>
                    <a:pt x="501997" y="432759"/>
                  </a:moveTo>
                  <a:lnTo>
                    <a:pt x="497133" y="413188"/>
                  </a:lnTo>
                  <a:lnTo>
                    <a:pt x="507534" y="396004"/>
                  </a:lnTo>
                  <a:close/>
                  <a:moveTo>
                    <a:pt x="713422" y="481836"/>
                  </a:moveTo>
                  <a:lnTo>
                    <a:pt x="679637" y="520686"/>
                  </a:lnTo>
                  <a:lnTo>
                    <a:pt x="706994" y="498393"/>
                  </a:lnTo>
                  <a:close/>
                  <a:moveTo>
                    <a:pt x="713422" y="481836"/>
                  </a:moveTo>
                  <a:lnTo>
                    <a:pt x="682300" y="480050"/>
                  </a:lnTo>
                  <a:lnTo>
                    <a:pt x="679637" y="520686"/>
                  </a:lnTo>
                  <a:close/>
                  <a:moveTo>
                    <a:pt x="759423" y="508657"/>
                  </a:moveTo>
                  <a:lnTo>
                    <a:pt x="760307" y="515555"/>
                  </a:lnTo>
                  <a:lnTo>
                    <a:pt x="770901" y="516544"/>
                  </a:lnTo>
                  <a:close/>
                  <a:moveTo>
                    <a:pt x="801826" y="400781"/>
                  </a:moveTo>
                  <a:lnTo>
                    <a:pt x="793143" y="381209"/>
                  </a:lnTo>
                  <a:lnTo>
                    <a:pt x="805236" y="364026"/>
                  </a:lnTo>
                  <a:close/>
                  <a:moveTo>
                    <a:pt x="942345" y="366414"/>
                  </a:moveTo>
                  <a:lnTo>
                    <a:pt x="953238" y="411345"/>
                  </a:lnTo>
                  <a:lnTo>
                    <a:pt x="974754" y="395579"/>
                  </a:lnTo>
                  <a:close/>
                  <a:moveTo>
                    <a:pt x="1014011" y="355245"/>
                  </a:moveTo>
                  <a:lnTo>
                    <a:pt x="983958" y="352590"/>
                  </a:lnTo>
                  <a:lnTo>
                    <a:pt x="974754" y="395579"/>
                  </a:lnTo>
                  <a:close/>
                  <a:moveTo>
                    <a:pt x="1005046" y="317787"/>
                  </a:moveTo>
                  <a:lnTo>
                    <a:pt x="986404" y="342928"/>
                  </a:lnTo>
                  <a:lnTo>
                    <a:pt x="983958" y="352590"/>
                  </a:lnTo>
                  <a:close/>
                  <a:moveTo>
                    <a:pt x="861483" y="28815"/>
                  </a:moveTo>
                  <a:lnTo>
                    <a:pt x="859045" y="41989"/>
                  </a:lnTo>
                  <a:lnTo>
                    <a:pt x="875638" y="1252"/>
                  </a:lnTo>
                  <a:close/>
                  <a:moveTo>
                    <a:pt x="875638" y="1252"/>
                  </a:moveTo>
                  <a:lnTo>
                    <a:pt x="879508" y="0"/>
                  </a:lnTo>
                  <a:lnTo>
                    <a:pt x="861483" y="2881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32" name="Input_density__31">
              <a:extLst>
                <a:ext uri="{FF2B5EF4-FFF2-40B4-BE49-F238E27FC236}">
                  <a16:creationId xmlns:a16="http://schemas.microsoft.com/office/drawing/2014/main" id="{8C4EFB81-97BE-9135-8C0C-EBB72EB60C6B}"/>
                </a:ext>
              </a:extLst>
            </p:cNvPr>
            <p:cNvSpPr>
              <a:spLocks noGrp="1"/>
            </p:cNvSpPr>
            <p:nvPr/>
          </p:nvSpPr>
          <p:spPr>
            <a:xfrm>
              <a:off x="1081163" y="2445821"/>
              <a:ext cx="839586" cy="765909"/>
            </a:xfrm>
            <a:custGeom>
              <a:avLst/>
              <a:gdLst/>
              <a:ahLst/>
              <a:cxnLst/>
              <a:rect l="0" t="0" r="0" b="0"/>
              <a:pathLst>
                <a:path w="839586" h="765909">
                  <a:moveTo>
                    <a:pt x="115265" y="748767"/>
                  </a:moveTo>
                  <a:lnTo>
                    <a:pt x="144658" y="765909"/>
                  </a:lnTo>
                  <a:lnTo>
                    <a:pt x="156670" y="735274"/>
                  </a:lnTo>
                  <a:close/>
                  <a:moveTo>
                    <a:pt x="144658" y="765909"/>
                  </a:moveTo>
                  <a:lnTo>
                    <a:pt x="169866" y="731584"/>
                  </a:lnTo>
                  <a:lnTo>
                    <a:pt x="156670" y="735274"/>
                  </a:lnTo>
                  <a:close/>
                  <a:moveTo>
                    <a:pt x="204804" y="673793"/>
                  </a:moveTo>
                  <a:lnTo>
                    <a:pt x="166675" y="658074"/>
                  </a:lnTo>
                  <a:lnTo>
                    <a:pt x="169026" y="680482"/>
                  </a:lnTo>
                  <a:close/>
                  <a:moveTo>
                    <a:pt x="169026" y="680482"/>
                  </a:moveTo>
                  <a:lnTo>
                    <a:pt x="166675" y="658074"/>
                  </a:lnTo>
                  <a:lnTo>
                    <a:pt x="160663" y="642534"/>
                  </a:lnTo>
                  <a:close/>
                  <a:moveTo>
                    <a:pt x="224582" y="689492"/>
                  </a:moveTo>
                  <a:lnTo>
                    <a:pt x="204804" y="673793"/>
                  </a:lnTo>
                  <a:lnTo>
                    <a:pt x="209487" y="677646"/>
                  </a:lnTo>
                  <a:close/>
                  <a:moveTo>
                    <a:pt x="132272" y="604136"/>
                  </a:moveTo>
                  <a:lnTo>
                    <a:pt x="124880" y="624125"/>
                  </a:lnTo>
                  <a:lnTo>
                    <a:pt x="141709" y="613196"/>
                  </a:lnTo>
                  <a:close/>
                  <a:moveTo>
                    <a:pt x="141709" y="613196"/>
                  </a:moveTo>
                  <a:lnTo>
                    <a:pt x="124453" y="644884"/>
                  </a:lnTo>
                  <a:lnTo>
                    <a:pt x="160663" y="642534"/>
                  </a:lnTo>
                  <a:close/>
                  <a:moveTo>
                    <a:pt x="166675" y="658074"/>
                  </a:moveTo>
                  <a:lnTo>
                    <a:pt x="141709" y="613196"/>
                  </a:lnTo>
                  <a:lnTo>
                    <a:pt x="160663" y="642534"/>
                  </a:lnTo>
                  <a:close/>
                  <a:moveTo>
                    <a:pt x="141709" y="613196"/>
                  </a:moveTo>
                  <a:lnTo>
                    <a:pt x="128469" y="609174"/>
                  </a:lnTo>
                  <a:lnTo>
                    <a:pt x="132272" y="604136"/>
                  </a:lnTo>
                  <a:close/>
                  <a:moveTo>
                    <a:pt x="37085" y="457116"/>
                  </a:moveTo>
                  <a:lnTo>
                    <a:pt x="31829" y="497006"/>
                  </a:lnTo>
                  <a:lnTo>
                    <a:pt x="50793" y="471701"/>
                  </a:lnTo>
                  <a:close/>
                  <a:moveTo>
                    <a:pt x="37085" y="457116"/>
                  </a:moveTo>
                  <a:lnTo>
                    <a:pt x="0" y="474299"/>
                  </a:lnTo>
                  <a:lnTo>
                    <a:pt x="31829" y="497006"/>
                  </a:lnTo>
                  <a:close/>
                  <a:moveTo>
                    <a:pt x="232894" y="654239"/>
                  </a:moveTo>
                  <a:lnTo>
                    <a:pt x="271475" y="623707"/>
                  </a:lnTo>
                  <a:lnTo>
                    <a:pt x="241210" y="631227"/>
                  </a:lnTo>
                  <a:close/>
                  <a:moveTo>
                    <a:pt x="125936" y="554184"/>
                  </a:moveTo>
                  <a:lnTo>
                    <a:pt x="132272" y="604136"/>
                  </a:lnTo>
                  <a:lnTo>
                    <a:pt x="131840" y="567381"/>
                  </a:lnTo>
                  <a:close/>
                  <a:moveTo>
                    <a:pt x="37085" y="457116"/>
                  </a:moveTo>
                  <a:lnTo>
                    <a:pt x="50793" y="471701"/>
                  </a:lnTo>
                  <a:lnTo>
                    <a:pt x="56925" y="476687"/>
                  </a:lnTo>
                  <a:close/>
                  <a:moveTo>
                    <a:pt x="271475" y="623707"/>
                  </a:moveTo>
                  <a:lnTo>
                    <a:pt x="285499" y="630139"/>
                  </a:lnTo>
                  <a:lnTo>
                    <a:pt x="286618" y="621399"/>
                  </a:lnTo>
                  <a:close/>
                  <a:moveTo>
                    <a:pt x="207284" y="586857"/>
                  </a:moveTo>
                  <a:lnTo>
                    <a:pt x="252910" y="536661"/>
                  </a:lnTo>
                  <a:lnTo>
                    <a:pt x="222463" y="547401"/>
                  </a:lnTo>
                  <a:close/>
                  <a:moveTo>
                    <a:pt x="255553" y="574820"/>
                  </a:moveTo>
                  <a:lnTo>
                    <a:pt x="265260" y="554468"/>
                  </a:lnTo>
                  <a:lnTo>
                    <a:pt x="255648" y="533014"/>
                  </a:lnTo>
                  <a:close/>
                  <a:moveTo>
                    <a:pt x="252910" y="536661"/>
                  </a:moveTo>
                  <a:lnTo>
                    <a:pt x="255553" y="574820"/>
                  </a:lnTo>
                  <a:lnTo>
                    <a:pt x="255648" y="533014"/>
                  </a:lnTo>
                  <a:close/>
                  <a:moveTo>
                    <a:pt x="253968" y="531361"/>
                  </a:moveTo>
                  <a:lnTo>
                    <a:pt x="222463" y="547401"/>
                  </a:lnTo>
                  <a:lnTo>
                    <a:pt x="252910" y="536661"/>
                  </a:lnTo>
                  <a:close/>
                  <a:moveTo>
                    <a:pt x="201440" y="372592"/>
                  </a:moveTo>
                  <a:lnTo>
                    <a:pt x="228474" y="417845"/>
                  </a:lnTo>
                  <a:lnTo>
                    <a:pt x="237553" y="383035"/>
                  </a:lnTo>
                  <a:close/>
                  <a:moveTo>
                    <a:pt x="190011" y="368811"/>
                  </a:moveTo>
                  <a:lnTo>
                    <a:pt x="167030" y="332056"/>
                  </a:lnTo>
                  <a:lnTo>
                    <a:pt x="174651" y="345020"/>
                  </a:lnTo>
                  <a:close/>
                  <a:moveTo>
                    <a:pt x="364916" y="461892"/>
                  </a:moveTo>
                  <a:lnTo>
                    <a:pt x="386427" y="504939"/>
                  </a:lnTo>
                  <a:lnTo>
                    <a:pt x="391544" y="488844"/>
                  </a:lnTo>
                  <a:close/>
                  <a:moveTo>
                    <a:pt x="364916" y="461892"/>
                  </a:moveTo>
                  <a:lnTo>
                    <a:pt x="348455" y="452320"/>
                  </a:lnTo>
                  <a:lnTo>
                    <a:pt x="322345" y="450906"/>
                  </a:lnTo>
                  <a:close/>
                  <a:moveTo>
                    <a:pt x="167030" y="332056"/>
                  </a:moveTo>
                  <a:lnTo>
                    <a:pt x="206002" y="364280"/>
                  </a:lnTo>
                  <a:lnTo>
                    <a:pt x="180489" y="322629"/>
                  </a:lnTo>
                  <a:close/>
                  <a:moveTo>
                    <a:pt x="190011" y="368811"/>
                  </a:moveTo>
                  <a:lnTo>
                    <a:pt x="206002" y="364280"/>
                  </a:lnTo>
                  <a:lnTo>
                    <a:pt x="167030" y="332056"/>
                  </a:lnTo>
                  <a:close/>
                  <a:moveTo>
                    <a:pt x="167030" y="332056"/>
                  </a:moveTo>
                  <a:lnTo>
                    <a:pt x="169597" y="322041"/>
                  </a:lnTo>
                  <a:lnTo>
                    <a:pt x="153242" y="290590"/>
                  </a:lnTo>
                  <a:close/>
                  <a:moveTo>
                    <a:pt x="340680" y="461892"/>
                  </a:moveTo>
                  <a:lnTo>
                    <a:pt x="348455" y="452320"/>
                  </a:lnTo>
                  <a:lnTo>
                    <a:pt x="317342" y="417433"/>
                  </a:lnTo>
                  <a:close/>
                  <a:moveTo>
                    <a:pt x="364916" y="461892"/>
                  </a:moveTo>
                  <a:lnTo>
                    <a:pt x="403472" y="444709"/>
                  </a:lnTo>
                  <a:lnTo>
                    <a:pt x="348455" y="452320"/>
                  </a:lnTo>
                  <a:close/>
                  <a:moveTo>
                    <a:pt x="403472" y="444709"/>
                  </a:moveTo>
                  <a:lnTo>
                    <a:pt x="362984" y="410433"/>
                  </a:lnTo>
                  <a:lnTo>
                    <a:pt x="348455" y="452320"/>
                  </a:lnTo>
                  <a:close/>
                  <a:moveTo>
                    <a:pt x="406731" y="449419"/>
                  </a:moveTo>
                  <a:lnTo>
                    <a:pt x="391544" y="488844"/>
                  </a:lnTo>
                  <a:lnTo>
                    <a:pt x="447437" y="477035"/>
                  </a:lnTo>
                  <a:close/>
                  <a:moveTo>
                    <a:pt x="447437" y="477035"/>
                  </a:moveTo>
                  <a:lnTo>
                    <a:pt x="431335" y="445199"/>
                  </a:lnTo>
                  <a:lnTo>
                    <a:pt x="406731" y="449419"/>
                  </a:lnTo>
                  <a:close/>
                  <a:moveTo>
                    <a:pt x="252114" y="148851"/>
                  </a:moveTo>
                  <a:lnTo>
                    <a:pt x="220771" y="133486"/>
                  </a:lnTo>
                  <a:lnTo>
                    <a:pt x="243988" y="181498"/>
                  </a:lnTo>
                  <a:close/>
                  <a:moveTo>
                    <a:pt x="243988" y="181498"/>
                  </a:moveTo>
                  <a:lnTo>
                    <a:pt x="211266" y="136265"/>
                  </a:lnTo>
                  <a:lnTo>
                    <a:pt x="222588" y="171807"/>
                  </a:lnTo>
                  <a:close/>
                  <a:moveTo>
                    <a:pt x="523858" y="417401"/>
                  </a:moveTo>
                  <a:lnTo>
                    <a:pt x="542531" y="410342"/>
                  </a:lnTo>
                  <a:lnTo>
                    <a:pt x="537302" y="418797"/>
                  </a:lnTo>
                  <a:close/>
                  <a:moveTo>
                    <a:pt x="537302" y="418797"/>
                  </a:moveTo>
                  <a:lnTo>
                    <a:pt x="552407" y="427934"/>
                  </a:lnTo>
                  <a:lnTo>
                    <a:pt x="569604" y="410342"/>
                  </a:lnTo>
                  <a:close/>
                  <a:moveTo>
                    <a:pt x="616407" y="429914"/>
                  </a:moveTo>
                  <a:lnTo>
                    <a:pt x="646654" y="473567"/>
                  </a:lnTo>
                  <a:lnTo>
                    <a:pt x="645771" y="466669"/>
                  </a:lnTo>
                  <a:close/>
                  <a:moveTo>
                    <a:pt x="593342" y="456404"/>
                  </a:moveTo>
                  <a:lnTo>
                    <a:pt x="646654" y="473567"/>
                  </a:lnTo>
                  <a:lnTo>
                    <a:pt x="616407" y="429914"/>
                  </a:lnTo>
                  <a:close/>
                  <a:moveTo>
                    <a:pt x="616407" y="429914"/>
                  </a:moveTo>
                  <a:lnTo>
                    <a:pt x="645771" y="466669"/>
                  </a:lnTo>
                  <a:lnTo>
                    <a:pt x="660450" y="412731"/>
                  </a:lnTo>
                  <a:close/>
                  <a:moveTo>
                    <a:pt x="828693" y="324425"/>
                  </a:moveTo>
                  <a:lnTo>
                    <a:pt x="810481" y="341609"/>
                  </a:lnTo>
                  <a:lnTo>
                    <a:pt x="839586" y="369357"/>
                  </a:lnTo>
                  <a:close/>
                  <a:moveTo>
                    <a:pt x="763604" y="214160"/>
                  </a:moveTo>
                  <a:lnTo>
                    <a:pt x="762400" y="254656"/>
                  </a:lnTo>
                  <a:lnTo>
                    <a:pt x="759796" y="223980"/>
                  </a:lnTo>
                  <a:close/>
                  <a:moveTo>
                    <a:pt x="763604" y="214160"/>
                  </a:moveTo>
                  <a:lnTo>
                    <a:pt x="785007" y="193664"/>
                  </a:lnTo>
                  <a:lnTo>
                    <a:pt x="761822" y="231344"/>
                  </a:lnTo>
                  <a:close/>
                  <a:moveTo>
                    <a:pt x="774176" y="93182"/>
                  </a:moveTo>
                  <a:lnTo>
                    <a:pt x="744170" y="90488"/>
                  </a:lnTo>
                  <a:lnTo>
                    <a:pt x="735636" y="133650"/>
                  </a:lnTo>
                  <a:close/>
                  <a:moveTo>
                    <a:pt x="744170" y="90488"/>
                  </a:moveTo>
                  <a:lnTo>
                    <a:pt x="774176" y="93182"/>
                  </a:lnTo>
                  <a:lnTo>
                    <a:pt x="743990" y="68673"/>
                  </a:lnTo>
                  <a:close/>
                  <a:moveTo>
                    <a:pt x="773590" y="48911"/>
                  </a:moveTo>
                  <a:lnTo>
                    <a:pt x="746438" y="43897"/>
                  </a:lnTo>
                  <a:lnTo>
                    <a:pt x="743990" y="68673"/>
                  </a:lnTo>
                  <a:close/>
                  <a:moveTo>
                    <a:pt x="746438" y="43897"/>
                  </a:moveTo>
                  <a:lnTo>
                    <a:pt x="764963" y="11178"/>
                  </a:lnTo>
                  <a:lnTo>
                    <a:pt x="745392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33" name="Input_density__32">
              <a:extLst>
                <a:ext uri="{FF2B5EF4-FFF2-40B4-BE49-F238E27FC236}">
                  <a16:creationId xmlns:a16="http://schemas.microsoft.com/office/drawing/2014/main" id="{8A91FBF8-C3E4-EABB-9FA1-A64DD6723A2E}"/>
                </a:ext>
              </a:extLst>
            </p:cNvPr>
            <p:cNvSpPr>
              <a:spLocks noGrp="1"/>
            </p:cNvSpPr>
            <p:nvPr/>
          </p:nvSpPr>
          <p:spPr>
            <a:xfrm>
              <a:off x="1203135" y="2594672"/>
              <a:ext cx="778387" cy="618197"/>
            </a:xfrm>
            <a:custGeom>
              <a:avLst/>
              <a:gdLst/>
              <a:ahLst/>
              <a:cxnLst/>
              <a:rect l="0" t="0" r="0" b="0"/>
              <a:pathLst>
                <a:path w="778387" h="618197">
                  <a:moveTo>
                    <a:pt x="56310" y="618197"/>
                  </a:moveTo>
                  <a:lnTo>
                    <a:pt x="75956" y="595442"/>
                  </a:lnTo>
                  <a:lnTo>
                    <a:pt x="22686" y="617058"/>
                  </a:lnTo>
                  <a:close/>
                  <a:moveTo>
                    <a:pt x="2241" y="364592"/>
                  </a:moveTo>
                  <a:lnTo>
                    <a:pt x="0" y="368192"/>
                  </a:lnTo>
                  <a:lnTo>
                    <a:pt x="9868" y="418530"/>
                  </a:lnTo>
                  <a:close/>
                  <a:moveTo>
                    <a:pt x="226483" y="303469"/>
                  </a:moveTo>
                  <a:lnTo>
                    <a:pt x="218708" y="313041"/>
                  </a:lnTo>
                  <a:lnTo>
                    <a:pt x="181641" y="324491"/>
                  </a:lnTo>
                  <a:close/>
                  <a:moveTo>
                    <a:pt x="118563" y="169695"/>
                  </a:moveTo>
                  <a:lnTo>
                    <a:pt x="94983" y="185541"/>
                  </a:lnTo>
                  <a:lnTo>
                    <a:pt x="84030" y="215429"/>
                  </a:lnTo>
                  <a:close/>
                  <a:moveTo>
                    <a:pt x="118563" y="169695"/>
                  </a:moveTo>
                  <a:lnTo>
                    <a:pt x="84030" y="215429"/>
                  </a:lnTo>
                  <a:lnTo>
                    <a:pt x="124390" y="209705"/>
                  </a:lnTo>
                  <a:close/>
                  <a:moveTo>
                    <a:pt x="126216" y="38573"/>
                  </a:moveTo>
                  <a:lnTo>
                    <a:pt x="130142" y="0"/>
                  </a:lnTo>
                  <a:lnTo>
                    <a:pt x="122016" y="32647"/>
                  </a:lnTo>
                  <a:close/>
                  <a:moveTo>
                    <a:pt x="508351" y="321243"/>
                  </a:moveTo>
                  <a:lnTo>
                    <a:pt x="524682" y="324716"/>
                  </a:lnTo>
                  <a:lnTo>
                    <a:pt x="471370" y="307553"/>
                  </a:lnTo>
                  <a:close/>
                  <a:moveTo>
                    <a:pt x="568975" y="327121"/>
                  </a:moveTo>
                  <a:lnTo>
                    <a:pt x="535276" y="325704"/>
                  </a:lnTo>
                  <a:lnTo>
                    <a:pt x="524682" y="324716"/>
                  </a:lnTo>
                  <a:close/>
                  <a:moveTo>
                    <a:pt x="772713" y="121636"/>
                  </a:moveTo>
                  <a:lnTo>
                    <a:pt x="750779" y="152088"/>
                  </a:lnTo>
                  <a:lnTo>
                    <a:pt x="769421" y="126947"/>
                  </a:lnTo>
                  <a:close/>
                  <a:moveTo>
                    <a:pt x="769421" y="126947"/>
                  </a:moveTo>
                  <a:lnTo>
                    <a:pt x="748334" y="161750"/>
                  </a:lnTo>
                  <a:lnTo>
                    <a:pt x="778387" y="16440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34" name="Input_density__33">
              <a:extLst>
                <a:ext uri="{FF2B5EF4-FFF2-40B4-BE49-F238E27FC236}">
                  <a16:creationId xmlns:a16="http://schemas.microsoft.com/office/drawing/2014/main" id="{72E33140-CA18-AD33-4C00-8801E085195C}"/>
                </a:ext>
              </a:extLst>
            </p:cNvPr>
            <p:cNvSpPr>
              <a:spLocks noGrp="1"/>
            </p:cNvSpPr>
            <p:nvPr/>
          </p:nvSpPr>
          <p:spPr>
            <a:xfrm>
              <a:off x="1078873" y="2368330"/>
              <a:ext cx="830982" cy="809075"/>
            </a:xfrm>
            <a:custGeom>
              <a:avLst/>
              <a:gdLst/>
              <a:ahLst/>
              <a:cxnLst/>
              <a:rect l="0" t="0" r="0" b="0"/>
              <a:pathLst>
                <a:path w="830982" h="809075">
                  <a:moveTo>
                    <a:pt x="95923" y="735565"/>
                  </a:moveTo>
                  <a:lnTo>
                    <a:pt x="97366" y="782599"/>
                  </a:lnTo>
                  <a:lnTo>
                    <a:pt x="120002" y="771024"/>
                  </a:lnTo>
                  <a:close/>
                  <a:moveTo>
                    <a:pt x="95923" y="735565"/>
                  </a:moveTo>
                  <a:lnTo>
                    <a:pt x="79137" y="752749"/>
                  </a:lnTo>
                  <a:lnTo>
                    <a:pt x="97366" y="782599"/>
                  </a:lnTo>
                  <a:close/>
                  <a:moveTo>
                    <a:pt x="171316" y="757973"/>
                  </a:moveTo>
                  <a:lnTo>
                    <a:pt x="161935" y="803230"/>
                  </a:lnTo>
                  <a:lnTo>
                    <a:pt x="196309" y="755137"/>
                  </a:lnTo>
                  <a:close/>
                  <a:moveTo>
                    <a:pt x="196309" y="755137"/>
                  </a:moveTo>
                  <a:lnTo>
                    <a:pt x="161935" y="803230"/>
                  </a:lnTo>
                  <a:lnTo>
                    <a:pt x="172155" y="809075"/>
                  </a:lnTo>
                  <a:close/>
                  <a:moveTo>
                    <a:pt x="76324" y="698810"/>
                  </a:moveTo>
                  <a:lnTo>
                    <a:pt x="95923" y="735565"/>
                  </a:lnTo>
                  <a:lnTo>
                    <a:pt x="113475" y="681627"/>
                  </a:lnTo>
                  <a:close/>
                  <a:moveTo>
                    <a:pt x="59564" y="381009"/>
                  </a:moveTo>
                  <a:lnTo>
                    <a:pt x="7169" y="370404"/>
                  </a:lnTo>
                  <a:lnTo>
                    <a:pt x="0" y="379094"/>
                  </a:lnTo>
                  <a:close/>
                  <a:moveTo>
                    <a:pt x="295399" y="514624"/>
                  </a:moveTo>
                  <a:lnTo>
                    <a:pt x="283994" y="529394"/>
                  </a:lnTo>
                  <a:lnTo>
                    <a:pt x="298560" y="502628"/>
                  </a:lnTo>
                  <a:close/>
                  <a:moveTo>
                    <a:pt x="298560" y="502628"/>
                  </a:moveTo>
                  <a:lnTo>
                    <a:pt x="292230" y="472453"/>
                  </a:lnTo>
                  <a:lnTo>
                    <a:pt x="295399" y="514624"/>
                  </a:lnTo>
                  <a:close/>
                  <a:moveTo>
                    <a:pt x="298560" y="502628"/>
                  </a:moveTo>
                  <a:lnTo>
                    <a:pt x="290373" y="465873"/>
                  </a:lnTo>
                  <a:lnTo>
                    <a:pt x="292230" y="472453"/>
                  </a:lnTo>
                  <a:close/>
                  <a:moveTo>
                    <a:pt x="405761" y="522200"/>
                  </a:moveTo>
                  <a:lnTo>
                    <a:pt x="393833" y="566336"/>
                  </a:lnTo>
                  <a:lnTo>
                    <a:pt x="409020" y="526910"/>
                  </a:lnTo>
                  <a:close/>
                  <a:moveTo>
                    <a:pt x="298560" y="502628"/>
                  </a:moveTo>
                  <a:lnTo>
                    <a:pt x="319631" y="494924"/>
                  </a:lnTo>
                  <a:lnTo>
                    <a:pt x="290373" y="465873"/>
                  </a:lnTo>
                  <a:close/>
                  <a:moveTo>
                    <a:pt x="161862" y="225707"/>
                  </a:moveTo>
                  <a:lnTo>
                    <a:pt x="163944" y="245343"/>
                  </a:lnTo>
                  <a:lnTo>
                    <a:pt x="159344" y="230741"/>
                  </a:lnTo>
                  <a:close/>
                  <a:moveTo>
                    <a:pt x="161862" y="225707"/>
                  </a:moveTo>
                  <a:lnTo>
                    <a:pt x="159344" y="230741"/>
                  </a:lnTo>
                  <a:lnTo>
                    <a:pt x="159299" y="228160"/>
                  </a:lnTo>
                  <a:close/>
                  <a:moveTo>
                    <a:pt x="422312" y="505017"/>
                  </a:moveTo>
                  <a:lnTo>
                    <a:pt x="405761" y="522200"/>
                  </a:lnTo>
                  <a:lnTo>
                    <a:pt x="409020" y="526910"/>
                  </a:lnTo>
                  <a:close/>
                  <a:moveTo>
                    <a:pt x="405761" y="522200"/>
                  </a:moveTo>
                  <a:lnTo>
                    <a:pt x="422312" y="505017"/>
                  </a:lnTo>
                  <a:lnTo>
                    <a:pt x="406542" y="478443"/>
                  </a:lnTo>
                  <a:close/>
                  <a:moveTo>
                    <a:pt x="365273" y="487924"/>
                  </a:moveTo>
                  <a:lnTo>
                    <a:pt x="405761" y="522200"/>
                  </a:lnTo>
                  <a:lnTo>
                    <a:pt x="406542" y="478443"/>
                  </a:lnTo>
                  <a:close/>
                  <a:moveTo>
                    <a:pt x="449745" y="458387"/>
                  </a:moveTo>
                  <a:lnTo>
                    <a:pt x="406542" y="478443"/>
                  </a:lnTo>
                  <a:lnTo>
                    <a:pt x="434900" y="468262"/>
                  </a:lnTo>
                  <a:close/>
                  <a:moveTo>
                    <a:pt x="406542" y="478443"/>
                  </a:moveTo>
                  <a:lnTo>
                    <a:pt x="426274" y="495212"/>
                  </a:lnTo>
                  <a:lnTo>
                    <a:pt x="434900" y="468262"/>
                  </a:lnTo>
                  <a:close/>
                  <a:moveTo>
                    <a:pt x="165384" y="225830"/>
                  </a:moveTo>
                  <a:lnTo>
                    <a:pt x="224878" y="249298"/>
                  </a:lnTo>
                  <a:lnTo>
                    <a:pt x="213555" y="213756"/>
                  </a:lnTo>
                  <a:close/>
                  <a:moveTo>
                    <a:pt x="161862" y="225707"/>
                  </a:moveTo>
                  <a:lnTo>
                    <a:pt x="159299" y="228160"/>
                  </a:lnTo>
                  <a:lnTo>
                    <a:pt x="165384" y="225830"/>
                  </a:lnTo>
                  <a:close/>
                  <a:moveTo>
                    <a:pt x="165384" y="225830"/>
                  </a:moveTo>
                  <a:lnTo>
                    <a:pt x="191465" y="211812"/>
                  </a:lnTo>
                  <a:lnTo>
                    <a:pt x="161862" y="225707"/>
                  </a:lnTo>
                  <a:close/>
                  <a:moveTo>
                    <a:pt x="165384" y="225830"/>
                  </a:moveTo>
                  <a:lnTo>
                    <a:pt x="213555" y="213756"/>
                  </a:lnTo>
                  <a:lnTo>
                    <a:pt x="191465" y="211812"/>
                  </a:lnTo>
                  <a:close/>
                  <a:moveTo>
                    <a:pt x="247216" y="199473"/>
                  </a:moveTo>
                  <a:lnTo>
                    <a:pt x="213555" y="213756"/>
                  </a:lnTo>
                  <a:lnTo>
                    <a:pt x="223060" y="210977"/>
                  </a:lnTo>
                  <a:close/>
                  <a:moveTo>
                    <a:pt x="191465" y="211812"/>
                  </a:moveTo>
                  <a:lnTo>
                    <a:pt x="213555" y="213756"/>
                  </a:lnTo>
                  <a:lnTo>
                    <a:pt x="247216" y="199473"/>
                  </a:lnTo>
                  <a:close/>
                  <a:moveTo>
                    <a:pt x="270640" y="190842"/>
                  </a:moveTo>
                  <a:lnTo>
                    <a:pt x="247216" y="199473"/>
                  </a:lnTo>
                  <a:lnTo>
                    <a:pt x="223060" y="210977"/>
                  </a:lnTo>
                  <a:close/>
                  <a:moveTo>
                    <a:pt x="571893" y="487833"/>
                  </a:moveTo>
                  <a:lnTo>
                    <a:pt x="612285" y="499953"/>
                  </a:lnTo>
                  <a:lnTo>
                    <a:pt x="593024" y="470650"/>
                  </a:lnTo>
                  <a:close/>
                  <a:moveTo>
                    <a:pt x="602059" y="517339"/>
                  </a:moveTo>
                  <a:lnTo>
                    <a:pt x="618696" y="507405"/>
                  </a:lnTo>
                  <a:lnTo>
                    <a:pt x="612285" y="499953"/>
                  </a:lnTo>
                  <a:close/>
                  <a:moveTo>
                    <a:pt x="599082" y="450587"/>
                  </a:moveTo>
                  <a:lnTo>
                    <a:pt x="581629" y="481544"/>
                  </a:lnTo>
                  <a:lnTo>
                    <a:pt x="571893" y="487833"/>
                  </a:lnTo>
                  <a:close/>
                  <a:moveTo>
                    <a:pt x="593024" y="470650"/>
                  </a:moveTo>
                  <a:lnTo>
                    <a:pt x="604897" y="425538"/>
                  </a:lnTo>
                  <a:lnTo>
                    <a:pt x="599082" y="450587"/>
                  </a:lnTo>
                  <a:close/>
                  <a:moveTo>
                    <a:pt x="605660" y="416712"/>
                  </a:moveTo>
                  <a:lnTo>
                    <a:pt x="604897" y="425538"/>
                  </a:lnTo>
                  <a:lnTo>
                    <a:pt x="593024" y="470650"/>
                  </a:lnTo>
                  <a:close/>
                  <a:moveTo>
                    <a:pt x="787298" y="382345"/>
                  </a:moveTo>
                  <a:lnTo>
                    <a:pt x="773900" y="413484"/>
                  </a:lnTo>
                  <a:lnTo>
                    <a:pt x="794391" y="393887"/>
                  </a:lnTo>
                  <a:close/>
                  <a:moveTo>
                    <a:pt x="830982" y="401916"/>
                  </a:moveTo>
                  <a:lnTo>
                    <a:pt x="819630" y="392044"/>
                  </a:lnTo>
                  <a:lnTo>
                    <a:pt x="794391" y="393887"/>
                  </a:lnTo>
                  <a:close/>
                  <a:moveTo>
                    <a:pt x="799407" y="365162"/>
                  </a:moveTo>
                  <a:lnTo>
                    <a:pt x="794391" y="393887"/>
                  </a:lnTo>
                  <a:lnTo>
                    <a:pt x="819630" y="392044"/>
                  </a:lnTo>
                  <a:close/>
                  <a:moveTo>
                    <a:pt x="799407" y="365162"/>
                  </a:moveTo>
                  <a:lnTo>
                    <a:pt x="787298" y="382345"/>
                  </a:lnTo>
                  <a:lnTo>
                    <a:pt x="794391" y="393887"/>
                  </a:lnTo>
                  <a:close/>
                  <a:moveTo>
                    <a:pt x="799407" y="365162"/>
                  </a:moveTo>
                  <a:lnTo>
                    <a:pt x="783468" y="353048"/>
                  </a:lnTo>
                  <a:lnTo>
                    <a:pt x="787298" y="382345"/>
                  </a:lnTo>
                  <a:close/>
                  <a:moveTo>
                    <a:pt x="711172" y="181387"/>
                  </a:moveTo>
                  <a:lnTo>
                    <a:pt x="735243" y="221844"/>
                  </a:lnTo>
                  <a:lnTo>
                    <a:pt x="737926" y="211141"/>
                  </a:lnTo>
                  <a:close/>
                  <a:moveTo>
                    <a:pt x="711172" y="181387"/>
                  </a:moveTo>
                  <a:lnTo>
                    <a:pt x="737926" y="211141"/>
                  </a:lnTo>
                  <a:lnTo>
                    <a:pt x="746460" y="167979"/>
                  </a:lnTo>
                  <a:close/>
                  <a:moveTo>
                    <a:pt x="711172" y="181387"/>
                  </a:moveTo>
                  <a:lnTo>
                    <a:pt x="746460" y="167979"/>
                  </a:lnTo>
                  <a:lnTo>
                    <a:pt x="732793" y="127448"/>
                  </a:lnTo>
                  <a:close/>
                  <a:moveTo>
                    <a:pt x="700837" y="144632"/>
                  </a:moveTo>
                  <a:lnTo>
                    <a:pt x="711172" y="181387"/>
                  </a:lnTo>
                  <a:lnTo>
                    <a:pt x="732793" y="127448"/>
                  </a:lnTo>
                  <a:close/>
                  <a:moveTo>
                    <a:pt x="706660" y="90693"/>
                  </a:moveTo>
                  <a:lnTo>
                    <a:pt x="700837" y="144632"/>
                  </a:lnTo>
                  <a:lnTo>
                    <a:pt x="732793" y="127448"/>
                  </a:lnTo>
                  <a:close/>
                  <a:moveTo>
                    <a:pt x="682088" y="58983"/>
                  </a:moveTo>
                  <a:lnTo>
                    <a:pt x="689896" y="59934"/>
                  </a:lnTo>
                  <a:lnTo>
                    <a:pt x="686486" y="53938"/>
                  </a:lnTo>
                  <a:close/>
                  <a:moveTo>
                    <a:pt x="706660" y="90693"/>
                  </a:moveTo>
                  <a:lnTo>
                    <a:pt x="689896" y="59934"/>
                  </a:lnTo>
                  <a:lnTo>
                    <a:pt x="682088" y="58983"/>
                  </a:lnTo>
                  <a:close/>
                  <a:moveTo>
                    <a:pt x="732793" y="127448"/>
                  </a:moveTo>
                  <a:lnTo>
                    <a:pt x="746279" y="146164"/>
                  </a:lnTo>
                  <a:lnTo>
                    <a:pt x="748728" y="121388"/>
                  </a:lnTo>
                  <a:close/>
                  <a:moveTo>
                    <a:pt x="706660" y="90693"/>
                  </a:moveTo>
                  <a:lnTo>
                    <a:pt x="732793" y="127448"/>
                  </a:lnTo>
                  <a:lnTo>
                    <a:pt x="748728" y="121388"/>
                  </a:lnTo>
                  <a:close/>
                  <a:moveTo>
                    <a:pt x="695782" y="47849"/>
                  </a:moveTo>
                  <a:lnTo>
                    <a:pt x="689896" y="59934"/>
                  </a:lnTo>
                  <a:lnTo>
                    <a:pt x="713399" y="36755"/>
                  </a:lnTo>
                  <a:close/>
                  <a:moveTo>
                    <a:pt x="689896" y="59934"/>
                  </a:moveTo>
                  <a:lnTo>
                    <a:pt x="706660" y="90693"/>
                  </a:lnTo>
                  <a:lnTo>
                    <a:pt x="713399" y="36755"/>
                  </a:lnTo>
                  <a:close/>
                  <a:moveTo>
                    <a:pt x="713399" y="36755"/>
                  </a:moveTo>
                  <a:lnTo>
                    <a:pt x="706660" y="90693"/>
                  </a:lnTo>
                  <a:lnTo>
                    <a:pt x="750120" y="64317"/>
                  </a:lnTo>
                  <a:close/>
                  <a:moveTo>
                    <a:pt x="686486" y="53938"/>
                  </a:moveTo>
                  <a:lnTo>
                    <a:pt x="689896" y="59934"/>
                  </a:lnTo>
                  <a:lnTo>
                    <a:pt x="695782" y="47849"/>
                  </a:lnTo>
                  <a:close/>
                  <a:moveTo>
                    <a:pt x="684575" y="40042"/>
                  </a:moveTo>
                  <a:lnTo>
                    <a:pt x="686486" y="53938"/>
                  </a:lnTo>
                  <a:lnTo>
                    <a:pt x="695782" y="47849"/>
                  </a:lnTo>
                  <a:close/>
                  <a:moveTo>
                    <a:pt x="713112" y="0"/>
                  </a:moveTo>
                  <a:lnTo>
                    <a:pt x="695782" y="47849"/>
                  </a:lnTo>
                  <a:lnTo>
                    <a:pt x="713399" y="3675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35" name="Input_density__34">
              <a:extLst>
                <a:ext uri="{FF2B5EF4-FFF2-40B4-BE49-F238E27FC236}">
                  <a16:creationId xmlns:a16="http://schemas.microsoft.com/office/drawing/2014/main" id="{0773E1DE-32EC-83E6-8760-0D172F70017F}"/>
                </a:ext>
              </a:extLst>
            </p:cNvPr>
            <p:cNvSpPr>
              <a:spLocks noGrp="1"/>
            </p:cNvSpPr>
            <p:nvPr/>
          </p:nvSpPr>
          <p:spPr>
            <a:xfrm>
              <a:off x="1279091" y="2484377"/>
              <a:ext cx="702431" cy="717302"/>
            </a:xfrm>
            <a:custGeom>
              <a:avLst/>
              <a:gdLst/>
              <a:ahLst/>
              <a:cxnLst/>
              <a:rect l="0" t="0" r="0" b="0"/>
              <a:pathLst>
                <a:path w="702431" h="717302">
                  <a:moveTo>
                    <a:pt x="18171" y="693028"/>
                  </a:moveTo>
                  <a:lnTo>
                    <a:pt x="21784" y="717302"/>
                  </a:lnTo>
                  <a:lnTo>
                    <a:pt x="0" y="705737"/>
                  </a:lnTo>
                  <a:close/>
                  <a:moveTo>
                    <a:pt x="46061" y="142941"/>
                  </a:moveTo>
                  <a:lnTo>
                    <a:pt x="41903" y="160581"/>
                  </a:lnTo>
                  <a:lnTo>
                    <a:pt x="50260" y="148868"/>
                  </a:lnTo>
                  <a:close/>
                  <a:moveTo>
                    <a:pt x="368057" y="440141"/>
                  </a:moveTo>
                  <a:lnTo>
                    <a:pt x="338568" y="426094"/>
                  </a:lnTo>
                  <a:lnTo>
                    <a:pt x="395414" y="417848"/>
                  </a:lnTo>
                  <a:close/>
                  <a:moveTo>
                    <a:pt x="320718" y="2890"/>
                  </a:moveTo>
                  <a:lnTo>
                    <a:pt x="297851" y="13604"/>
                  </a:lnTo>
                  <a:lnTo>
                    <a:pt x="353264" y="0"/>
                  </a:lnTo>
                  <a:close/>
                  <a:moveTo>
                    <a:pt x="663174" y="315034"/>
                  </a:moveTo>
                  <a:lnTo>
                    <a:pt x="641658" y="330800"/>
                  </a:lnTo>
                  <a:lnTo>
                    <a:pt x="693537" y="303980"/>
                  </a:lnTo>
                  <a:close/>
                  <a:moveTo>
                    <a:pt x="702431" y="274700"/>
                  </a:moveTo>
                  <a:lnTo>
                    <a:pt x="663174" y="315034"/>
                  </a:lnTo>
                  <a:lnTo>
                    <a:pt x="693537" y="30398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36" name="Input_density__35">
              <a:extLst>
                <a:ext uri="{FF2B5EF4-FFF2-40B4-BE49-F238E27FC236}">
                  <a16:creationId xmlns:a16="http://schemas.microsoft.com/office/drawing/2014/main" id="{B679FAE0-0607-9D77-4EDA-AFA7D685C6AF}"/>
                </a:ext>
              </a:extLst>
            </p:cNvPr>
            <p:cNvSpPr>
              <a:spLocks noGrp="1"/>
            </p:cNvSpPr>
            <p:nvPr/>
          </p:nvSpPr>
          <p:spPr>
            <a:xfrm>
              <a:off x="1650767" y="2818916"/>
              <a:ext cx="27188" cy="37246"/>
            </a:xfrm>
            <a:custGeom>
              <a:avLst/>
              <a:gdLst/>
              <a:ahLst/>
              <a:cxnLst/>
              <a:rect l="0" t="0" r="0" b="0"/>
              <a:pathLst>
                <a:path w="27188" h="37246">
                  <a:moveTo>
                    <a:pt x="27188" y="0"/>
                  </a:moveTo>
                  <a:lnTo>
                    <a:pt x="0" y="37246"/>
                  </a:lnTo>
                  <a:lnTo>
                    <a:pt x="21131" y="2006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37" name="Input_density__36">
              <a:extLst>
                <a:ext uri="{FF2B5EF4-FFF2-40B4-BE49-F238E27FC236}">
                  <a16:creationId xmlns:a16="http://schemas.microsoft.com/office/drawing/2014/main" id="{062B4253-9A42-B5CA-EAD1-F464ED92C55C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31365"/>
              <a:ext cx="1042953" cy="865612"/>
            </a:xfrm>
            <a:custGeom>
              <a:avLst/>
              <a:gdLst/>
              <a:ahLst/>
              <a:cxnLst/>
              <a:rect l="0" t="0" r="0" b="0"/>
              <a:pathLst>
                <a:path w="1042953" h="865612">
                  <a:moveTo>
                    <a:pt x="361216" y="828857"/>
                  </a:moveTo>
                  <a:lnTo>
                    <a:pt x="318134" y="846040"/>
                  </a:lnTo>
                  <a:lnTo>
                    <a:pt x="359804" y="865612"/>
                  </a:lnTo>
                  <a:close/>
                  <a:moveTo>
                    <a:pt x="87132" y="541402"/>
                  </a:moveTo>
                  <a:lnTo>
                    <a:pt x="78993" y="540002"/>
                  </a:lnTo>
                  <a:lnTo>
                    <a:pt x="100575" y="563295"/>
                  </a:lnTo>
                  <a:close/>
                  <a:moveTo>
                    <a:pt x="24747" y="512268"/>
                  </a:moveTo>
                  <a:lnTo>
                    <a:pt x="77407" y="534817"/>
                  </a:lnTo>
                  <a:lnTo>
                    <a:pt x="47724" y="518638"/>
                  </a:lnTo>
                  <a:close/>
                  <a:moveTo>
                    <a:pt x="24747" y="512268"/>
                  </a:moveTo>
                  <a:lnTo>
                    <a:pt x="78993" y="540002"/>
                  </a:lnTo>
                  <a:lnTo>
                    <a:pt x="77407" y="534817"/>
                  </a:lnTo>
                  <a:close/>
                  <a:moveTo>
                    <a:pt x="25086" y="515245"/>
                  </a:moveTo>
                  <a:lnTo>
                    <a:pt x="78993" y="540002"/>
                  </a:lnTo>
                  <a:lnTo>
                    <a:pt x="24747" y="512268"/>
                  </a:lnTo>
                  <a:close/>
                  <a:moveTo>
                    <a:pt x="77407" y="534817"/>
                  </a:moveTo>
                  <a:lnTo>
                    <a:pt x="78993" y="540002"/>
                  </a:lnTo>
                  <a:lnTo>
                    <a:pt x="87132" y="541402"/>
                  </a:lnTo>
                  <a:close/>
                  <a:moveTo>
                    <a:pt x="47724" y="518638"/>
                  </a:moveTo>
                  <a:lnTo>
                    <a:pt x="0" y="505299"/>
                  </a:lnTo>
                  <a:lnTo>
                    <a:pt x="24747" y="512268"/>
                  </a:lnTo>
                  <a:close/>
                  <a:moveTo>
                    <a:pt x="359804" y="865612"/>
                  </a:moveTo>
                  <a:lnTo>
                    <a:pt x="351899" y="856300"/>
                  </a:lnTo>
                  <a:lnTo>
                    <a:pt x="341326" y="820148"/>
                  </a:lnTo>
                  <a:close/>
                  <a:moveTo>
                    <a:pt x="361216" y="828857"/>
                  </a:moveTo>
                  <a:lnTo>
                    <a:pt x="341326" y="820148"/>
                  </a:lnTo>
                  <a:lnTo>
                    <a:pt x="322905" y="790377"/>
                  </a:lnTo>
                  <a:close/>
                  <a:moveTo>
                    <a:pt x="322851" y="745674"/>
                  </a:moveTo>
                  <a:lnTo>
                    <a:pt x="342289" y="792102"/>
                  </a:lnTo>
                  <a:lnTo>
                    <a:pt x="322905" y="790377"/>
                  </a:lnTo>
                  <a:close/>
                  <a:moveTo>
                    <a:pt x="211140" y="627898"/>
                  </a:moveTo>
                  <a:lnTo>
                    <a:pt x="228524" y="678689"/>
                  </a:lnTo>
                  <a:lnTo>
                    <a:pt x="242166" y="651107"/>
                  </a:lnTo>
                  <a:close/>
                  <a:moveTo>
                    <a:pt x="274204" y="668640"/>
                  </a:moveTo>
                  <a:lnTo>
                    <a:pt x="270240" y="631499"/>
                  </a:lnTo>
                  <a:lnTo>
                    <a:pt x="242166" y="651107"/>
                  </a:lnTo>
                  <a:close/>
                  <a:moveTo>
                    <a:pt x="194205" y="554388"/>
                  </a:moveTo>
                  <a:lnTo>
                    <a:pt x="185353" y="571572"/>
                  </a:lnTo>
                  <a:lnTo>
                    <a:pt x="205193" y="591143"/>
                  </a:lnTo>
                  <a:close/>
                  <a:moveTo>
                    <a:pt x="194205" y="554388"/>
                  </a:moveTo>
                  <a:lnTo>
                    <a:pt x="174762" y="523673"/>
                  </a:lnTo>
                  <a:lnTo>
                    <a:pt x="157466" y="555216"/>
                  </a:lnTo>
                  <a:close/>
                  <a:moveTo>
                    <a:pt x="77407" y="534817"/>
                  </a:moveTo>
                  <a:lnTo>
                    <a:pt x="87132" y="541402"/>
                  </a:lnTo>
                  <a:lnTo>
                    <a:pt x="88118" y="532583"/>
                  </a:lnTo>
                  <a:close/>
                  <a:moveTo>
                    <a:pt x="77407" y="534817"/>
                  </a:moveTo>
                  <a:lnTo>
                    <a:pt x="88118" y="532583"/>
                  </a:lnTo>
                  <a:lnTo>
                    <a:pt x="47724" y="518638"/>
                  </a:lnTo>
                  <a:close/>
                  <a:moveTo>
                    <a:pt x="133675" y="522635"/>
                  </a:moveTo>
                  <a:lnTo>
                    <a:pt x="87132" y="541402"/>
                  </a:lnTo>
                  <a:lnTo>
                    <a:pt x="123679" y="553466"/>
                  </a:lnTo>
                  <a:close/>
                  <a:moveTo>
                    <a:pt x="133675" y="522635"/>
                  </a:moveTo>
                  <a:lnTo>
                    <a:pt x="88118" y="532583"/>
                  </a:lnTo>
                  <a:lnTo>
                    <a:pt x="87132" y="541402"/>
                  </a:lnTo>
                  <a:close/>
                  <a:moveTo>
                    <a:pt x="88118" y="532583"/>
                  </a:moveTo>
                  <a:lnTo>
                    <a:pt x="133675" y="522635"/>
                  </a:lnTo>
                  <a:lnTo>
                    <a:pt x="101928" y="500513"/>
                  </a:lnTo>
                  <a:close/>
                  <a:moveTo>
                    <a:pt x="133675" y="522635"/>
                  </a:moveTo>
                  <a:lnTo>
                    <a:pt x="136789" y="506277"/>
                  </a:lnTo>
                  <a:lnTo>
                    <a:pt x="101928" y="500513"/>
                  </a:lnTo>
                  <a:close/>
                  <a:moveTo>
                    <a:pt x="123679" y="553466"/>
                  </a:moveTo>
                  <a:lnTo>
                    <a:pt x="164611" y="517634"/>
                  </a:lnTo>
                  <a:lnTo>
                    <a:pt x="133675" y="522635"/>
                  </a:lnTo>
                  <a:close/>
                  <a:moveTo>
                    <a:pt x="174762" y="523673"/>
                  </a:moveTo>
                  <a:lnTo>
                    <a:pt x="164611" y="517634"/>
                  </a:lnTo>
                  <a:lnTo>
                    <a:pt x="123679" y="553466"/>
                  </a:lnTo>
                  <a:close/>
                  <a:moveTo>
                    <a:pt x="133675" y="522635"/>
                  </a:moveTo>
                  <a:lnTo>
                    <a:pt x="164611" y="517634"/>
                  </a:lnTo>
                  <a:lnTo>
                    <a:pt x="136789" y="506277"/>
                  </a:lnTo>
                  <a:close/>
                  <a:moveTo>
                    <a:pt x="339106" y="811673"/>
                  </a:moveTo>
                  <a:lnTo>
                    <a:pt x="322905" y="790377"/>
                  </a:lnTo>
                  <a:lnTo>
                    <a:pt x="341326" y="820148"/>
                  </a:lnTo>
                  <a:close/>
                  <a:moveTo>
                    <a:pt x="322905" y="790377"/>
                  </a:moveTo>
                  <a:lnTo>
                    <a:pt x="320119" y="774919"/>
                  </a:lnTo>
                  <a:lnTo>
                    <a:pt x="284634" y="749655"/>
                  </a:lnTo>
                  <a:close/>
                  <a:moveTo>
                    <a:pt x="322851" y="745674"/>
                  </a:moveTo>
                  <a:lnTo>
                    <a:pt x="322905" y="790377"/>
                  </a:lnTo>
                  <a:lnTo>
                    <a:pt x="284634" y="749655"/>
                  </a:lnTo>
                  <a:close/>
                  <a:moveTo>
                    <a:pt x="330336" y="635403"/>
                  </a:moveTo>
                  <a:lnTo>
                    <a:pt x="306942" y="624366"/>
                  </a:lnTo>
                  <a:lnTo>
                    <a:pt x="349629" y="647470"/>
                  </a:lnTo>
                  <a:close/>
                  <a:moveTo>
                    <a:pt x="243445" y="621812"/>
                  </a:moveTo>
                  <a:lnTo>
                    <a:pt x="242166" y="651107"/>
                  </a:lnTo>
                  <a:lnTo>
                    <a:pt x="270726" y="626721"/>
                  </a:lnTo>
                  <a:close/>
                  <a:moveTo>
                    <a:pt x="299487" y="610715"/>
                  </a:moveTo>
                  <a:lnTo>
                    <a:pt x="306942" y="624366"/>
                  </a:lnTo>
                  <a:lnTo>
                    <a:pt x="330336" y="635403"/>
                  </a:lnTo>
                  <a:close/>
                  <a:moveTo>
                    <a:pt x="220677" y="573960"/>
                  </a:moveTo>
                  <a:lnTo>
                    <a:pt x="194205" y="554388"/>
                  </a:lnTo>
                  <a:lnTo>
                    <a:pt x="205193" y="591143"/>
                  </a:lnTo>
                  <a:close/>
                  <a:moveTo>
                    <a:pt x="174762" y="523673"/>
                  </a:moveTo>
                  <a:lnTo>
                    <a:pt x="194205" y="554388"/>
                  </a:lnTo>
                  <a:lnTo>
                    <a:pt x="199830" y="540687"/>
                  </a:lnTo>
                  <a:close/>
                  <a:moveTo>
                    <a:pt x="330336" y="635403"/>
                  </a:moveTo>
                  <a:lnTo>
                    <a:pt x="349629" y="647470"/>
                  </a:lnTo>
                  <a:lnTo>
                    <a:pt x="350154" y="613290"/>
                  </a:lnTo>
                  <a:close/>
                  <a:moveTo>
                    <a:pt x="374056" y="596892"/>
                  </a:moveTo>
                  <a:lnTo>
                    <a:pt x="349629" y="647470"/>
                  </a:lnTo>
                  <a:lnTo>
                    <a:pt x="375493" y="640470"/>
                  </a:lnTo>
                  <a:close/>
                  <a:moveTo>
                    <a:pt x="402236" y="645817"/>
                  </a:moveTo>
                  <a:lnTo>
                    <a:pt x="375493" y="640470"/>
                  </a:lnTo>
                  <a:lnTo>
                    <a:pt x="370731" y="661857"/>
                  </a:lnTo>
                  <a:close/>
                  <a:moveTo>
                    <a:pt x="312325" y="593532"/>
                  </a:moveTo>
                  <a:lnTo>
                    <a:pt x="292880" y="573960"/>
                  </a:lnTo>
                  <a:lnTo>
                    <a:pt x="299487" y="610715"/>
                  </a:lnTo>
                  <a:close/>
                  <a:moveTo>
                    <a:pt x="317866" y="436497"/>
                  </a:moveTo>
                  <a:lnTo>
                    <a:pt x="315299" y="446512"/>
                  </a:lnTo>
                  <a:lnTo>
                    <a:pt x="328758" y="437085"/>
                  </a:lnTo>
                  <a:close/>
                  <a:moveTo>
                    <a:pt x="317866" y="436497"/>
                  </a:moveTo>
                  <a:lnTo>
                    <a:pt x="328758" y="437085"/>
                  </a:lnTo>
                  <a:lnTo>
                    <a:pt x="314141" y="429328"/>
                  </a:lnTo>
                  <a:close/>
                  <a:moveTo>
                    <a:pt x="314141" y="429328"/>
                  </a:moveTo>
                  <a:lnTo>
                    <a:pt x="301511" y="405046"/>
                  </a:lnTo>
                  <a:lnTo>
                    <a:pt x="317866" y="436497"/>
                  </a:lnTo>
                  <a:close/>
                  <a:moveTo>
                    <a:pt x="314141" y="429328"/>
                  </a:moveTo>
                  <a:lnTo>
                    <a:pt x="284128" y="392574"/>
                  </a:lnTo>
                  <a:lnTo>
                    <a:pt x="301511" y="405046"/>
                  </a:lnTo>
                  <a:close/>
                  <a:moveTo>
                    <a:pt x="493558" y="559165"/>
                  </a:moveTo>
                  <a:lnTo>
                    <a:pt x="488948" y="576348"/>
                  </a:lnTo>
                  <a:lnTo>
                    <a:pt x="465610" y="531889"/>
                  </a:lnTo>
                  <a:close/>
                  <a:moveTo>
                    <a:pt x="433664" y="486026"/>
                  </a:moveTo>
                  <a:lnTo>
                    <a:pt x="436352" y="502838"/>
                  </a:lnTo>
                  <a:lnTo>
                    <a:pt x="434395" y="486682"/>
                  </a:lnTo>
                  <a:close/>
                  <a:moveTo>
                    <a:pt x="314141" y="429328"/>
                  </a:moveTo>
                  <a:lnTo>
                    <a:pt x="328758" y="437085"/>
                  </a:lnTo>
                  <a:lnTo>
                    <a:pt x="340140" y="418388"/>
                  </a:lnTo>
                  <a:close/>
                  <a:moveTo>
                    <a:pt x="314141" y="429328"/>
                  </a:moveTo>
                  <a:lnTo>
                    <a:pt x="340140" y="418388"/>
                  </a:lnTo>
                  <a:lnTo>
                    <a:pt x="284128" y="392574"/>
                  </a:lnTo>
                  <a:close/>
                  <a:moveTo>
                    <a:pt x="284024" y="392175"/>
                  </a:moveTo>
                  <a:lnTo>
                    <a:pt x="284128" y="392574"/>
                  </a:lnTo>
                  <a:lnTo>
                    <a:pt x="308508" y="389742"/>
                  </a:lnTo>
                  <a:close/>
                  <a:moveTo>
                    <a:pt x="368009" y="412145"/>
                  </a:moveTo>
                  <a:lnTo>
                    <a:pt x="389717" y="449918"/>
                  </a:lnTo>
                  <a:lnTo>
                    <a:pt x="389871" y="448900"/>
                  </a:lnTo>
                  <a:close/>
                  <a:moveTo>
                    <a:pt x="328758" y="437085"/>
                  </a:moveTo>
                  <a:lnTo>
                    <a:pt x="389717" y="449918"/>
                  </a:lnTo>
                  <a:lnTo>
                    <a:pt x="368009" y="412145"/>
                  </a:lnTo>
                  <a:close/>
                  <a:moveTo>
                    <a:pt x="368009" y="412145"/>
                  </a:moveTo>
                  <a:lnTo>
                    <a:pt x="340140" y="418388"/>
                  </a:lnTo>
                  <a:lnTo>
                    <a:pt x="328758" y="437085"/>
                  </a:lnTo>
                  <a:close/>
                  <a:moveTo>
                    <a:pt x="340140" y="418388"/>
                  </a:moveTo>
                  <a:lnTo>
                    <a:pt x="368009" y="412145"/>
                  </a:lnTo>
                  <a:lnTo>
                    <a:pt x="346688" y="407913"/>
                  </a:lnTo>
                  <a:close/>
                  <a:moveTo>
                    <a:pt x="284128" y="392574"/>
                  </a:moveTo>
                  <a:lnTo>
                    <a:pt x="284024" y="392175"/>
                  </a:lnTo>
                  <a:lnTo>
                    <a:pt x="275531" y="354331"/>
                  </a:lnTo>
                  <a:close/>
                  <a:moveTo>
                    <a:pt x="432458" y="485655"/>
                  </a:moveTo>
                  <a:lnTo>
                    <a:pt x="433664" y="486026"/>
                  </a:lnTo>
                  <a:lnTo>
                    <a:pt x="434395" y="486682"/>
                  </a:lnTo>
                  <a:close/>
                  <a:moveTo>
                    <a:pt x="389717" y="449918"/>
                  </a:moveTo>
                  <a:lnTo>
                    <a:pt x="432458" y="485655"/>
                  </a:lnTo>
                  <a:lnTo>
                    <a:pt x="391670" y="451519"/>
                  </a:lnTo>
                  <a:close/>
                  <a:moveTo>
                    <a:pt x="433664" y="486026"/>
                  </a:moveTo>
                  <a:lnTo>
                    <a:pt x="432458" y="485655"/>
                  </a:lnTo>
                  <a:lnTo>
                    <a:pt x="389717" y="449918"/>
                  </a:lnTo>
                  <a:close/>
                  <a:moveTo>
                    <a:pt x="275646" y="375390"/>
                  </a:moveTo>
                  <a:lnTo>
                    <a:pt x="275531" y="354331"/>
                  </a:lnTo>
                  <a:lnTo>
                    <a:pt x="284024" y="392175"/>
                  </a:lnTo>
                  <a:close/>
                  <a:moveTo>
                    <a:pt x="530019" y="505227"/>
                  </a:moveTo>
                  <a:lnTo>
                    <a:pt x="511252" y="524889"/>
                  </a:lnTo>
                  <a:lnTo>
                    <a:pt x="532750" y="509058"/>
                  </a:lnTo>
                  <a:close/>
                  <a:moveTo>
                    <a:pt x="508085" y="522410"/>
                  </a:moveTo>
                  <a:lnTo>
                    <a:pt x="511252" y="524889"/>
                  </a:lnTo>
                  <a:lnTo>
                    <a:pt x="530019" y="505227"/>
                  </a:lnTo>
                  <a:close/>
                  <a:moveTo>
                    <a:pt x="496996" y="468472"/>
                  </a:moveTo>
                  <a:lnTo>
                    <a:pt x="508085" y="522410"/>
                  </a:lnTo>
                  <a:lnTo>
                    <a:pt x="530019" y="505227"/>
                  </a:lnTo>
                  <a:close/>
                  <a:moveTo>
                    <a:pt x="432458" y="485655"/>
                  </a:moveTo>
                  <a:lnTo>
                    <a:pt x="434395" y="486682"/>
                  </a:lnTo>
                  <a:lnTo>
                    <a:pt x="436492" y="483727"/>
                  </a:lnTo>
                  <a:close/>
                  <a:moveTo>
                    <a:pt x="432458" y="485655"/>
                  </a:moveTo>
                  <a:lnTo>
                    <a:pt x="436492" y="483727"/>
                  </a:lnTo>
                  <a:lnTo>
                    <a:pt x="391670" y="451519"/>
                  </a:lnTo>
                  <a:close/>
                  <a:moveTo>
                    <a:pt x="484431" y="471841"/>
                  </a:moveTo>
                  <a:lnTo>
                    <a:pt x="436492" y="483727"/>
                  </a:lnTo>
                  <a:lnTo>
                    <a:pt x="434395" y="486682"/>
                  </a:lnTo>
                  <a:close/>
                  <a:moveTo>
                    <a:pt x="436492" y="483727"/>
                  </a:moveTo>
                  <a:lnTo>
                    <a:pt x="484431" y="471841"/>
                  </a:lnTo>
                  <a:lnTo>
                    <a:pt x="454246" y="464696"/>
                  </a:lnTo>
                  <a:close/>
                  <a:moveTo>
                    <a:pt x="495917" y="444845"/>
                  </a:moveTo>
                  <a:lnTo>
                    <a:pt x="485750" y="457905"/>
                  </a:lnTo>
                  <a:lnTo>
                    <a:pt x="484431" y="471841"/>
                  </a:lnTo>
                  <a:close/>
                  <a:moveTo>
                    <a:pt x="496996" y="468472"/>
                  </a:moveTo>
                  <a:lnTo>
                    <a:pt x="516243" y="447341"/>
                  </a:lnTo>
                  <a:lnTo>
                    <a:pt x="495917" y="444845"/>
                  </a:lnTo>
                  <a:close/>
                  <a:moveTo>
                    <a:pt x="484431" y="471841"/>
                  </a:moveTo>
                  <a:lnTo>
                    <a:pt x="496996" y="468472"/>
                  </a:lnTo>
                  <a:lnTo>
                    <a:pt x="495917" y="444845"/>
                  </a:lnTo>
                  <a:close/>
                  <a:moveTo>
                    <a:pt x="579603" y="559655"/>
                  </a:moveTo>
                  <a:lnTo>
                    <a:pt x="590450" y="578737"/>
                  </a:lnTo>
                  <a:lnTo>
                    <a:pt x="587591" y="576392"/>
                  </a:lnTo>
                  <a:close/>
                  <a:moveTo>
                    <a:pt x="532750" y="509058"/>
                  </a:moveTo>
                  <a:lnTo>
                    <a:pt x="536613" y="505227"/>
                  </a:lnTo>
                  <a:lnTo>
                    <a:pt x="556717" y="529656"/>
                  </a:lnTo>
                  <a:close/>
                  <a:moveTo>
                    <a:pt x="556717" y="529656"/>
                  </a:moveTo>
                  <a:lnTo>
                    <a:pt x="536613" y="505227"/>
                  </a:lnTo>
                  <a:lnTo>
                    <a:pt x="573127" y="498656"/>
                  </a:lnTo>
                  <a:close/>
                  <a:moveTo>
                    <a:pt x="536694" y="456440"/>
                  </a:moveTo>
                  <a:lnTo>
                    <a:pt x="542151" y="468472"/>
                  </a:lnTo>
                  <a:lnTo>
                    <a:pt x="516243" y="447341"/>
                  </a:lnTo>
                  <a:close/>
                  <a:moveTo>
                    <a:pt x="794039" y="581125"/>
                  </a:moveTo>
                  <a:lnTo>
                    <a:pt x="805517" y="589011"/>
                  </a:lnTo>
                  <a:lnTo>
                    <a:pt x="822810" y="565351"/>
                  </a:lnTo>
                  <a:close/>
                  <a:moveTo>
                    <a:pt x="794039" y="581125"/>
                  </a:moveTo>
                  <a:lnTo>
                    <a:pt x="822810" y="565351"/>
                  </a:lnTo>
                  <a:lnTo>
                    <a:pt x="808718" y="527187"/>
                  </a:lnTo>
                  <a:close/>
                  <a:moveTo>
                    <a:pt x="863582" y="585322"/>
                  </a:moveTo>
                  <a:lnTo>
                    <a:pt x="829922" y="559569"/>
                  </a:lnTo>
                  <a:lnTo>
                    <a:pt x="825530" y="563942"/>
                  </a:lnTo>
                  <a:close/>
                  <a:moveTo>
                    <a:pt x="846442" y="549607"/>
                  </a:moveTo>
                  <a:lnTo>
                    <a:pt x="829922" y="559569"/>
                  </a:lnTo>
                  <a:lnTo>
                    <a:pt x="863582" y="585322"/>
                  </a:lnTo>
                  <a:close/>
                  <a:moveTo>
                    <a:pt x="812441" y="510003"/>
                  </a:moveTo>
                  <a:lnTo>
                    <a:pt x="808718" y="527187"/>
                  </a:lnTo>
                  <a:lnTo>
                    <a:pt x="842734" y="546758"/>
                  </a:lnTo>
                  <a:close/>
                  <a:moveTo>
                    <a:pt x="814637" y="473248"/>
                  </a:moveTo>
                  <a:lnTo>
                    <a:pt x="808718" y="527187"/>
                  </a:lnTo>
                  <a:lnTo>
                    <a:pt x="812441" y="510003"/>
                  </a:lnTo>
                  <a:close/>
                  <a:moveTo>
                    <a:pt x="789676" y="461944"/>
                  </a:moveTo>
                  <a:lnTo>
                    <a:pt x="814637" y="473248"/>
                  </a:lnTo>
                  <a:lnTo>
                    <a:pt x="824928" y="419310"/>
                  </a:lnTo>
                  <a:close/>
                  <a:moveTo>
                    <a:pt x="824928" y="419310"/>
                  </a:moveTo>
                  <a:lnTo>
                    <a:pt x="814637" y="473248"/>
                  </a:lnTo>
                  <a:lnTo>
                    <a:pt x="838547" y="423881"/>
                  </a:lnTo>
                  <a:close/>
                  <a:moveTo>
                    <a:pt x="838547" y="423881"/>
                  </a:moveTo>
                  <a:lnTo>
                    <a:pt x="814637" y="473248"/>
                  </a:lnTo>
                  <a:lnTo>
                    <a:pt x="831861" y="468498"/>
                  </a:lnTo>
                  <a:close/>
                  <a:moveTo>
                    <a:pt x="836443" y="473248"/>
                  </a:moveTo>
                  <a:lnTo>
                    <a:pt x="838547" y="423881"/>
                  </a:lnTo>
                  <a:lnTo>
                    <a:pt x="831861" y="468498"/>
                  </a:lnTo>
                  <a:close/>
                  <a:moveTo>
                    <a:pt x="909291" y="365371"/>
                  </a:moveTo>
                  <a:lnTo>
                    <a:pt x="910668" y="369112"/>
                  </a:lnTo>
                  <a:lnTo>
                    <a:pt x="916824" y="371184"/>
                  </a:lnTo>
                  <a:close/>
                  <a:moveTo>
                    <a:pt x="908065" y="338436"/>
                  </a:moveTo>
                  <a:lnTo>
                    <a:pt x="910668" y="369112"/>
                  </a:lnTo>
                  <a:lnTo>
                    <a:pt x="909291" y="365371"/>
                  </a:lnTo>
                  <a:close/>
                  <a:moveTo>
                    <a:pt x="976961" y="438881"/>
                  </a:moveTo>
                  <a:lnTo>
                    <a:pt x="1009370" y="468046"/>
                  </a:lnTo>
                  <a:lnTo>
                    <a:pt x="1018574" y="425057"/>
                  </a:lnTo>
                  <a:close/>
                  <a:moveTo>
                    <a:pt x="909291" y="365371"/>
                  </a:moveTo>
                  <a:lnTo>
                    <a:pt x="907904" y="326612"/>
                  </a:lnTo>
                  <a:lnTo>
                    <a:pt x="908065" y="338436"/>
                  </a:lnTo>
                  <a:close/>
                  <a:moveTo>
                    <a:pt x="1013670" y="331005"/>
                  </a:moveTo>
                  <a:lnTo>
                    <a:pt x="998208" y="358474"/>
                  </a:lnTo>
                  <a:lnTo>
                    <a:pt x="1020244" y="334205"/>
                  </a:lnTo>
                  <a:close/>
                  <a:moveTo>
                    <a:pt x="1020244" y="334205"/>
                  </a:moveTo>
                  <a:lnTo>
                    <a:pt x="998208" y="358474"/>
                  </a:lnTo>
                  <a:lnTo>
                    <a:pt x="993617" y="373511"/>
                  </a:lnTo>
                  <a:close/>
                  <a:moveTo>
                    <a:pt x="1028342" y="367760"/>
                  </a:moveTo>
                  <a:lnTo>
                    <a:pt x="1032726" y="362955"/>
                  </a:lnTo>
                  <a:lnTo>
                    <a:pt x="1020244" y="334205"/>
                  </a:lnTo>
                  <a:close/>
                  <a:moveTo>
                    <a:pt x="993617" y="373511"/>
                  </a:moveTo>
                  <a:lnTo>
                    <a:pt x="1028342" y="367760"/>
                  </a:lnTo>
                  <a:lnTo>
                    <a:pt x="1020244" y="334205"/>
                  </a:lnTo>
                  <a:close/>
                  <a:moveTo>
                    <a:pt x="1042953" y="384943"/>
                  </a:moveTo>
                  <a:lnTo>
                    <a:pt x="1035691" y="374042"/>
                  </a:lnTo>
                  <a:lnTo>
                    <a:pt x="1021020" y="415395"/>
                  </a:lnTo>
                  <a:close/>
                  <a:moveTo>
                    <a:pt x="1042953" y="384943"/>
                  </a:moveTo>
                  <a:lnTo>
                    <a:pt x="1036179" y="367760"/>
                  </a:lnTo>
                  <a:lnTo>
                    <a:pt x="1035691" y="374042"/>
                  </a:lnTo>
                  <a:close/>
                  <a:moveTo>
                    <a:pt x="1036179" y="367760"/>
                  </a:moveTo>
                  <a:lnTo>
                    <a:pt x="1020244" y="334205"/>
                  </a:lnTo>
                  <a:lnTo>
                    <a:pt x="1032726" y="362955"/>
                  </a:lnTo>
                  <a:close/>
                  <a:moveTo>
                    <a:pt x="926310" y="294250"/>
                  </a:moveTo>
                  <a:lnTo>
                    <a:pt x="906070" y="274678"/>
                  </a:lnTo>
                  <a:lnTo>
                    <a:pt x="914866" y="311433"/>
                  </a:lnTo>
                  <a:close/>
                  <a:moveTo>
                    <a:pt x="997001" y="281266"/>
                  </a:moveTo>
                  <a:lnTo>
                    <a:pt x="1013670" y="331005"/>
                  </a:lnTo>
                  <a:lnTo>
                    <a:pt x="1002290" y="294250"/>
                  </a:lnTo>
                  <a:close/>
                  <a:moveTo>
                    <a:pt x="882675" y="56536"/>
                  </a:moveTo>
                  <a:lnTo>
                    <a:pt x="896099" y="101282"/>
                  </a:lnTo>
                  <a:lnTo>
                    <a:pt x="914125" y="72467"/>
                  </a:lnTo>
                  <a:close/>
                  <a:moveTo>
                    <a:pt x="913710" y="39353"/>
                  </a:moveTo>
                  <a:lnTo>
                    <a:pt x="914125" y="72467"/>
                  </a:lnTo>
                  <a:lnTo>
                    <a:pt x="936990" y="61750"/>
                  </a:lnTo>
                  <a:close/>
                  <a:moveTo>
                    <a:pt x="913710" y="39353"/>
                  </a:moveTo>
                  <a:lnTo>
                    <a:pt x="882675" y="56536"/>
                  </a:lnTo>
                  <a:lnTo>
                    <a:pt x="914125" y="72467"/>
                  </a:lnTo>
                  <a:close/>
                  <a:moveTo>
                    <a:pt x="955486" y="22170"/>
                  </a:moveTo>
                  <a:lnTo>
                    <a:pt x="966232" y="37798"/>
                  </a:lnTo>
                  <a:lnTo>
                    <a:pt x="924365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38" name="Input_density__37">
              <a:extLst>
                <a:ext uri="{FF2B5EF4-FFF2-40B4-BE49-F238E27FC236}">
                  <a16:creationId xmlns:a16="http://schemas.microsoft.com/office/drawing/2014/main" id="{4A1543D3-65E3-A5D8-0FE6-E753C49249A8}"/>
                </a:ext>
              </a:extLst>
            </p:cNvPr>
            <p:cNvSpPr>
              <a:spLocks noGrp="1"/>
            </p:cNvSpPr>
            <p:nvPr/>
          </p:nvSpPr>
          <p:spPr>
            <a:xfrm>
              <a:off x="1069684" y="2330936"/>
              <a:ext cx="899389" cy="829285"/>
            </a:xfrm>
            <a:custGeom>
              <a:avLst/>
              <a:gdLst/>
              <a:ahLst/>
              <a:cxnLst/>
              <a:rect l="0" t="0" r="0" b="0"/>
              <a:pathLst>
                <a:path w="899389" h="829285">
                  <a:moveTo>
                    <a:pt x="180505" y="795366"/>
                  </a:moveTo>
                  <a:lnTo>
                    <a:pt x="129191" y="808417"/>
                  </a:lnTo>
                  <a:lnTo>
                    <a:pt x="130757" y="809713"/>
                  </a:lnTo>
                  <a:close/>
                  <a:moveTo>
                    <a:pt x="135933" y="759768"/>
                  </a:moveTo>
                  <a:lnTo>
                    <a:pt x="129191" y="808417"/>
                  </a:lnTo>
                  <a:lnTo>
                    <a:pt x="180505" y="795366"/>
                  </a:lnTo>
                  <a:close/>
                  <a:moveTo>
                    <a:pt x="172142" y="757418"/>
                  </a:moveTo>
                  <a:lnTo>
                    <a:pt x="135933" y="759768"/>
                  </a:lnTo>
                  <a:lnTo>
                    <a:pt x="180505" y="795366"/>
                  </a:lnTo>
                  <a:close/>
                  <a:moveTo>
                    <a:pt x="122665" y="719020"/>
                  </a:moveTo>
                  <a:lnTo>
                    <a:pt x="135933" y="759768"/>
                  </a:lnTo>
                  <a:lnTo>
                    <a:pt x="136360" y="739009"/>
                  </a:lnTo>
                  <a:close/>
                  <a:moveTo>
                    <a:pt x="105113" y="772958"/>
                  </a:moveTo>
                  <a:lnTo>
                    <a:pt x="135933" y="759768"/>
                  </a:lnTo>
                  <a:lnTo>
                    <a:pt x="122665" y="719020"/>
                  </a:lnTo>
                  <a:close/>
                  <a:moveTo>
                    <a:pt x="88879" y="686065"/>
                  </a:moveTo>
                  <a:lnTo>
                    <a:pt x="85240" y="684398"/>
                  </a:lnTo>
                  <a:lnTo>
                    <a:pt x="122665" y="719020"/>
                  </a:lnTo>
                  <a:close/>
                  <a:moveTo>
                    <a:pt x="85696" y="682265"/>
                  </a:moveTo>
                  <a:lnTo>
                    <a:pt x="85240" y="684398"/>
                  </a:lnTo>
                  <a:lnTo>
                    <a:pt x="88879" y="686065"/>
                  </a:lnTo>
                  <a:close/>
                  <a:moveTo>
                    <a:pt x="85696" y="682265"/>
                  </a:moveTo>
                  <a:lnTo>
                    <a:pt x="64115" y="656825"/>
                  </a:lnTo>
                  <a:lnTo>
                    <a:pt x="85240" y="684398"/>
                  </a:lnTo>
                  <a:close/>
                  <a:moveTo>
                    <a:pt x="205499" y="792530"/>
                  </a:moveTo>
                  <a:lnTo>
                    <a:pt x="224427" y="829285"/>
                  </a:lnTo>
                  <a:lnTo>
                    <a:pt x="186116" y="790805"/>
                  </a:lnTo>
                  <a:close/>
                  <a:moveTo>
                    <a:pt x="122665" y="719020"/>
                  </a:moveTo>
                  <a:lnTo>
                    <a:pt x="136360" y="739009"/>
                  </a:lnTo>
                  <a:lnTo>
                    <a:pt x="139182" y="712379"/>
                  </a:lnTo>
                  <a:close/>
                  <a:moveTo>
                    <a:pt x="139182" y="712379"/>
                  </a:moveTo>
                  <a:lnTo>
                    <a:pt x="88879" y="686065"/>
                  </a:lnTo>
                  <a:lnTo>
                    <a:pt x="122665" y="719020"/>
                  </a:lnTo>
                  <a:close/>
                  <a:moveTo>
                    <a:pt x="91735" y="679118"/>
                  </a:moveTo>
                  <a:lnTo>
                    <a:pt x="88879" y="686065"/>
                  </a:lnTo>
                  <a:lnTo>
                    <a:pt x="139182" y="712379"/>
                  </a:lnTo>
                  <a:close/>
                  <a:moveTo>
                    <a:pt x="137415" y="669068"/>
                  </a:moveTo>
                  <a:lnTo>
                    <a:pt x="91735" y="679118"/>
                  </a:lnTo>
                  <a:lnTo>
                    <a:pt x="139182" y="712379"/>
                  </a:lnTo>
                  <a:close/>
                  <a:moveTo>
                    <a:pt x="139182" y="712379"/>
                  </a:moveTo>
                  <a:lnTo>
                    <a:pt x="136360" y="739009"/>
                  </a:lnTo>
                  <a:lnTo>
                    <a:pt x="143751" y="719020"/>
                  </a:lnTo>
                  <a:close/>
                  <a:moveTo>
                    <a:pt x="137415" y="669068"/>
                  </a:moveTo>
                  <a:lnTo>
                    <a:pt x="139182" y="712379"/>
                  </a:lnTo>
                  <a:lnTo>
                    <a:pt x="143751" y="719020"/>
                  </a:lnTo>
                  <a:close/>
                  <a:moveTo>
                    <a:pt x="85696" y="682265"/>
                  </a:moveTo>
                  <a:lnTo>
                    <a:pt x="88879" y="686065"/>
                  </a:lnTo>
                  <a:lnTo>
                    <a:pt x="91735" y="679118"/>
                  </a:lnTo>
                  <a:close/>
                  <a:moveTo>
                    <a:pt x="85696" y="682265"/>
                  </a:moveTo>
                  <a:lnTo>
                    <a:pt x="91735" y="679118"/>
                  </a:lnTo>
                  <a:lnTo>
                    <a:pt x="74351" y="628327"/>
                  </a:lnTo>
                  <a:close/>
                  <a:moveTo>
                    <a:pt x="67729" y="645510"/>
                  </a:moveTo>
                  <a:lnTo>
                    <a:pt x="85696" y="682265"/>
                  </a:lnTo>
                  <a:lnTo>
                    <a:pt x="74351" y="628327"/>
                  </a:lnTo>
                  <a:close/>
                  <a:moveTo>
                    <a:pt x="91735" y="679118"/>
                  </a:moveTo>
                  <a:lnTo>
                    <a:pt x="137415" y="669068"/>
                  </a:lnTo>
                  <a:lnTo>
                    <a:pt x="105376" y="651536"/>
                  </a:lnTo>
                  <a:close/>
                  <a:moveTo>
                    <a:pt x="74351" y="628327"/>
                  </a:moveTo>
                  <a:lnTo>
                    <a:pt x="68404" y="591572"/>
                  </a:lnTo>
                  <a:lnTo>
                    <a:pt x="67729" y="645510"/>
                  </a:lnTo>
                  <a:close/>
                  <a:moveTo>
                    <a:pt x="212840" y="647898"/>
                  </a:moveTo>
                  <a:lnTo>
                    <a:pt x="218763" y="701741"/>
                  </a:lnTo>
                  <a:lnTo>
                    <a:pt x="233942" y="662285"/>
                  </a:lnTo>
                  <a:close/>
                  <a:moveTo>
                    <a:pt x="27821" y="518062"/>
                  </a:moveTo>
                  <a:lnTo>
                    <a:pt x="37973" y="524101"/>
                  </a:lnTo>
                  <a:lnTo>
                    <a:pt x="31937" y="500878"/>
                  </a:lnTo>
                  <a:close/>
                  <a:moveTo>
                    <a:pt x="27821" y="518062"/>
                  </a:moveTo>
                  <a:lnTo>
                    <a:pt x="31937" y="500878"/>
                  </a:lnTo>
                  <a:lnTo>
                    <a:pt x="0" y="506705"/>
                  </a:lnTo>
                  <a:close/>
                  <a:moveTo>
                    <a:pt x="212840" y="647898"/>
                  </a:moveTo>
                  <a:lnTo>
                    <a:pt x="233942" y="662285"/>
                  </a:lnTo>
                  <a:lnTo>
                    <a:pt x="238704" y="640899"/>
                  </a:lnTo>
                  <a:close/>
                  <a:moveTo>
                    <a:pt x="175535" y="593960"/>
                  </a:moveTo>
                  <a:lnTo>
                    <a:pt x="162698" y="611143"/>
                  </a:lnTo>
                  <a:lnTo>
                    <a:pt x="193547" y="635831"/>
                  </a:lnTo>
                  <a:close/>
                  <a:moveTo>
                    <a:pt x="348221" y="551776"/>
                  </a:moveTo>
                  <a:lnTo>
                    <a:pt x="307750" y="540021"/>
                  </a:lnTo>
                  <a:lnTo>
                    <a:pt x="293184" y="566787"/>
                  </a:lnTo>
                  <a:close/>
                  <a:moveTo>
                    <a:pt x="328821" y="532317"/>
                  </a:moveTo>
                  <a:lnTo>
                    <a:pt x="348221" y="551776"/>
                  </a:lnTo>
                  <a:lnTo>
                    <a:pt x="356769" y="559593"/>
                  </a:lnTo>
                  <a:close/>
                  <a:moveTo>
                    <a:pt x="297605" y="487111"/>
                  </a:moveTo>
                  <a:lnTo>
                    <a:pt x="328821" y="532317"/>
                  </a:lnTo>
                  <a:lnTo>
                    <a:pt x="336642" y="508487"/>
                  </a:lnTo>
                  <a:close/>
                  <a:moveTo>
                    <a:pt x="299563" y="503267"/>
                  </a:moveTo>
                  <a:lnTo>
                    <a:pt x="328821" y="532317"/>
                  </a:lnTo>
                  <a:lnTo>
                    <a:pt x="297605" y="487111"/>
                  </a:lnTo>
                  <a:close/>
                  <a:moveTo>
                    <a:pt x="431502" y="542410"/>
                  </a:moveTo>
                  <a:lnTo>
                    <a:pt x="418210" y="564303"/>
                  </a:lnTo>
                  <a:lnTo>
                    <a:pt x="442814" y="560083"/>
                  </a:lnTo>
                  <a:close/>
                  <a:moveTo>
                    <a:pt x="415732" y="515837"/>
                  </a:moveTo>
                  <a:lnTo>
                    <a:pt x="399823" y="505655"/>
                  </a:lnTo>
                  <a:lnTo>
                    <a:pt x="395961" y="509486"/>
                  </a:lnTo>
                  <a:close/>
                  <a:moveTo>
                    <a:pt x="395961" y="509486"/>
                  </a:moveTo>
                  <a:lnTo>
                    <a:pt x="374463" y="525317"/>
                  </a:lnTo>
                  <a:lnTo>
                    <a:pt x="415732" y="515837"/>
                  </a:lnTo>
                  <a:close/>
                  <a:moveTo>
                    <a:pt x="347641" y="472270"/>
                  </a:moveTo>
                  <a:lnTo>
                    <a:pt x="336642" y="508487"/>
                  </a:lnTo>
                  <a:lnTo>
                    <a:pt x="360207" y="468900"/>
                  </a:lnTo>
                  <a:close/>
                  <a:moveTo>
                    <a:pt x="360207" y="468900"/>
                  </a:moveTo>
                  <a:lnTo>
                    <a:pt x="336642" y="508487"/>
                  </a:lnTo>
                  <a:lnTo>
                    <a:pt x="371296" y="522838"/>
                  </a:lnTo>
                  <a:close/>
                  <a:moveTo>
                    <a:pt x="347641" y="472270"/>
                  </a:moveTo>
                  <a:lnTo>
                    <a:pt x="297605" y="487111"/>
                  </a:lnTo>
                  <a:lnTo>
                    <a:pt x="336642" y="508487"/>
                  </a:lnTo>
                  <a:close/>
                  <a:moveTo>
                    <a:pt x="347641" y="472270"/>
                  </a:moveTo>
                  <a:lnTo>
                    <a:pt x="348960" y="458333"/>
                  </a:lnTo>
                  <a:lnTo>
                    <a:pt x="317457" y="465124"/>
                  </a:lnTo>
                  <a:close/>
                  <a:moveTo>
                    <a:pt x="431502" y="542410"/>
                  </a:moveTo>
                  <a:lnTo>
                    <a:pt x="450802" y="576820"/>
                  </a:lnTo>
                  <a:lnTo>
                    <a:pt x="419928" y="530084"/>
                  </a:lnTo>
                  <a:close/>
                  <a:moveTo>
                    <a:pt x="442814" y="560083"/>
                  </a:moveTo>
                  <a:lnTo>
                    <a:pt x="450802" y="576820"/>
                  </a:lnTo>
                  <a:lnTo>
                    <a:pt x="431502" y="542410"/>
                  </a:lnTo>
                  <a:close/>
                  <a:moveTo>
                    <a:pt x="435464" y="532605"/>
                  </a:moveTo>
                  <a:lnTo>
                    <a:pt x="431502" y="542410"/>
                  </a:lnTo>
                  <a:lnTo>
                    <a:pt x="419928" y="530084"/>
                  </a:lnTo>
                  <a:close/>
                  <a:moveTo>
                    <a:pt x="393229" y="505655"/>
                  </a:moveTo>
                  <a:lnTo>
                    <a:pt x="407354" y="488471"/>
                  </a:lnTo>
                  <a:lnTo>
                    <a:pt x="360207" y="468900"/>
                  </a:lnTo>
                  <a:close/>
                  <a:moveTo>
                    <a:pt x="410697" y="468373"/>
                  </a:moveTo>
                  <a:lnTo>
                    <a:pt x="405361" y="468900"/>
                  </a:lnTo>
                  <a:lnTo>
                    <a:pt x="399905" y="456869"/>
                  </a:lnTo>
                  <a:close/>
                  <a:moveTo>
                    <a:pt x="399905" y="456869"/>
                  </a:moveTo>
                  <a:lnTo>
                    <a:pt x="379454" y="447769"/>
                  </a:lnTo>
                  <a:lnTo>
                    <a:pt x="360207" y="468900"/>
                  </a:lnTo>
                  <a:close/>
                  <a:moveTo>
                    <a:pt x="279830" y="228235"/>
                  </a:moveTo>
                  <a:lnTo>
                    <a:pt x="271722" y="231186"/>
                  </a:lnTo>
                  <a:lnTo>
                    <a:pt x="297227" y="217685"/>
                  </a:lnTo>
                  <a:close/>
                  <a:moveTo>
                    <a:pt x="671929" y="527615"/>
                  </a:moveTo>
                  <a:lnTo>
                    <a:pt x="686021" y="565779"/>
                  </a:lnTo>
                  <a:lnTo>
                    <a:pt x="686435" y="559439"/>
                  </a:lnTo>
                  <a:close/>
                  <a:moveTo>
                    <a:pt x="668727" y="589439"/>
                  </a:moveTo>
                  <a:lnTo>
                    <a:pt x="688741" y="564370"/>
                  </a:lnTo>
                  <a:lnTo>
                    <a:pt x="686021" y="565779"/>
                  </a:lnTo>
                  <a:close/>
                  <a:moveTo>
                    <a:pt x="671929" y="527615"/>
                  </a:moveTo>
                  <a:lnTo>
                    <a:pt x="635698" y="494318"/>
                  </a:lnTo>
                  <a:lnTo>
                    <a:pt x="621475" y="537347"/>
                  </a:lnTo>
                  <a:close/>
                  <a:moveTo>
                    <a:pt x="705944" y="547186"/>
                  </a:moveTo>
                  <a:lnTo>
                    <a:pt x="686435" y="559439"/>
                  </a:lnTo>
                  <a:lnTo>
                    <a:pt x="693133" y="559997"/>
                  </a:lnTo>
                  <a:close/>
                  <a:moveTo>
                    <a:pt x="671929" y="527615"/>
                  </a:moveTo>
                  <a:lnTo>
                    <a:pt x="686435" y="559439"/>
                  </a:lnTo>
                  <a:lnTo>
                    <a:pt x="705944" y="547186"/>
                  </a:lnTo>
                  <a:close/>
                  <a:moveTo>
                    <a:pt x="677848" y="473676"/>
                  </a:moveTo>
                  <a:lnTo>
                    <a:pt x="635698" y="494318"/>
                  </a:lnTo>
                  <a:lnTo>
                    <a:pt x="671929" y="527615"/>
                  </a:lnTo>
                  <a:close/>
                  <a:moveTo>
                    <a:pt x="625100" y="436922"/>
                  </a:moveTo>
                  <a:lnTo>
                    <a:pt x="632494" y="490860"/>
                  </a:lnTo>
                  <a:lnTo>
                    <a:pt x="652886" y="462372"/>
                  </a:lnTo>
                  <a:close/>
                  <a:moveTo>
                    <a:pt x="637284" y="488819"/>
                  </a:moveTo>
                  <a:lnTo>
                    <a:pt x="677848" y="473676"/>
                  </a:lnTo>
                  <a:lnTo>
                    <a:pt x="652886" y="462372"/>
                  </a:lnTo>
                  <a:close/>
                  <a:moveTo>
                    <a:pt x="625100" y="436922"/>
                  </a:moveTo>
                  <a:lnTo>
                    <a:pt x="618231" y="400166"/>
                  </a:lnTo>
                  <a:lnTo>
                    <a:pt x="614850" y="454105"/>
                  </a:lnTo>
                  <a:close/>
                  <a:moveTo>
                    <a:pt x="746884" y="468452"/>
                  </a:moveTo>
                  <a:lnTo>
                    <a:pt x="699653" y="473676"/>
                  </a:lnTo>
                  <a:lnTo>
                    <a:pt x="718415" y="494696"/>
                  </a:lnTo>
                  <a:close/>
                  <a:moveTo>
                    <a:pt x="808597" y="402555"/>
                  </a:moveTo>
                  <a:lnTo>
                    <a:pt x="780034" y="371612"/>
                  </a:lnTo>
                  <a:lnTo>
                    <a:pt x="773879" y="369540"/>
                  </a:lnTo>
                  <a:close/>
                  <a:moveTo>
                    <a:pt x="840172" y="439310"/>
                  </a:moveTo>
                  <a:lnTo>
                    <a:pt x="881785" y="425485"/>
                  </a:lnTo>
                  <a:lnTo>
                    <a:pt x="828820" y="429438"/>
                  </a:lnTo>
                  <a:close/>
                  <a:moveTo>
                    <a:pt x="828820" y="429438"/>
                  </a:moveTo>
                  <a:lnTo>
                    <a:pt x="881785" y="425485"/>
                  </a:lnTo>
                  <a:lnTo>
                    <a:pt x="884231" y="415823"/>
                  </a:lnTo>
                  <a:close/>
                  <a:moveTo>
                    <a:pt x="828820" y="429438"/>
                  </a:moveTo>
                  <a:lnTo>
                    <a:pt x="884231" y="415823"/>
                  </a:lnTo>
                  <a:lnTo>
                    <a:pt x="845453" y="395418"/>
                  </a:lnTo>
                  <a:close/>
                  <a:moveTo>
                    <a:pt x="835004" y="385371"/>
                  </a:moveTo>
                  <a:lnTo>
                    <a:pt x="828820" y="429438"/>
                  </a:lnTo>
                  <a:lnTo>
                    <a:pt x="845453" y="395418"/>
                  </a:lnTo>
                  <a:close/>
                  <a:moveTo>
                    <a:pt x="835004" y="385371"/>
                  </a:moveTo>
                  <a:lnTo>
                    <a:pt x="808597" y="402555"/>
                  </a:lnTo>
                  <a:lnTo>
                    <a:pt x="828820" y="429438"/>
                  </a:lnTo>
                  <a:close/>
                  <a:moveTo>
                    <a:pt x="808597" y="402555"/>
                  </a:moveTo>
                  <a:lnTo>
                    <a:pt x="835004" y="385371"/>
                  </a:lnTo>
                  <a:lnTo>
                    <a:pt x="780034" y="371612"/>
                  </a:lnTo>
                  <a:close/>
                  <a:moveTo>
                    <a:pt x="835004" y="385371"/>
                  </a:moveTo>
                  <a:lnTo>
                    <a:pt x="801441" y="355440"/>
                  </a:lnTo>
                  <a:lnTo>
                    <a:pt x="780034" y="371612"/>
                  </a:lnTo>
                  <a:close/>
                  <a:moveTo>
                    <a:pt x="790919" y="348616"/>
                  </a:moveTo>
                  <a:lnTo>
                    <a:pt x="780034" y="371612"/>
                  </a:lnTo>
                  <a:lnTo>
                    <a:pt x="801441" y="355440"/>
                  </a:lnTo>
                  <a:close/>
                  <a:moveTo>
                    <a:pt x="790919" y="348616"/>
                  </a:moveTo>
                  <a:lnTo>
                    <a:pt x="772502" y="365800"/>
                  </a:lnTo>
                  <a:lnTo>
                    <a:pt x="780034" y="371612"/>
                  </a:lnTo>
                  <a:close/>
                  <a:moveTo>
                    <a:pt x="778077" y="311861"/>
                  </a:moveTo>
                  <a:lnTo>
                    <a:pt x="771114" y="327040"/>
                  </a:lnTo>
                  <a:lnTo>
                    <a:pt x="772502" y="365800"/>
                  </a:lnTo>
                  <a:close/>
                  <a:moveTo>
                    <a:pt x="790919" y="348616"/>
                  </a:moveTo>
                  <a:lnTo>
                    <a:pt x="778077" y="311861"/>
                  </a:lnTo>
                  <a:lnTo>
                    <a:pt x="772502" y="365800"/>
                  </a:lnTo>
                  <a:close/>
                  <a:moveTo>
                    <a:pt x="778077" y="311861"/>
                  </a:moveTo>
                  <a:lnTo>
                    <a:pt x="769921" y="283264"/>
                  </a:lnTo>
                  <a:lnTo>
                    <a:pt x="771114" y="327040"/>
                  </a:lnTo>
                  <a:close/>
                  <a:moveTo>
                    <a:pt x="835004" y="385371"/>
                  </a:moveTo>
                  <a:lnTo>
                    <a:pt x="845453" y="395418"/>
                  </a:lnTo>
                  <a:lnTo>
                    <a:pt x="856828" y="373939"/>
                  </a:lnTo>
                  <a:close/>
                  <a:moveTo>
                    <a:pt x="835004" y="385371"/>
                  </a:moveTo>
                  <a:lnTo>
                    <a:pt x="856828" y="373939"/>
                  </a:lnTo>
                  <a:lnTo>
                    <a:pt x="801441" y="355440"/>
                  </a:lnTo>
                  <a:close/>
                  <a:moveTo>
                    <a:pt x="845453" y="395418"/>
                  </a:moveTo>
                  <a:lnTo>
                    <a:pt x="891553" y="368188"/>
                  </a:lnTo>
                  <a:lnTo>
                    <a:pt x="856828" y="373939"/>
                  </a:lnTo>
                  <a:close/>
                  <a:moveTo>
                    <a:pt x="898902" y="374470"/>
                  </a:moveTo>
                  <a:lnTo>
                    <a:pt x="891553" y="368188"/>
                  </a:lnTo>
                  <a:lnTo>
                    <a:pt x="845453" y="395418"/>
                  </a:lnTo>
                  <a:close/>
                  <a:moveTo>
                    <a:pt x="884231" y="415823"/>
                  </a:moveTo>
                  <a:lnTo>
                    <a:pt x="898902" y="374470"/>
                  </a:lnTo>
                  <a:lnTo>
                    <a:pt x="845453" y="395418"/>
                  </a:lnTo>
                  <a:close/>
                  <a:moveTo>
                    <a:pt x="891553" y="368188"/>
                  </a:moveTo>
                  <a:lnTo>
                    <a:pt x="898902" y="374470"/>
                  </a:lnTo>
                  <a:lnTo>
                    <a:pt x="899002" y="366740"/>
                  </a:lnTo>
                  <a:close/>
                  <a:moveTo>
                    <a:pt x="899002" y="366740"/>
                  </a:moveTo>
                  <a:lnTo>
                    <a:pt x="895937" y="363383"/>
                  </a:lnTo>
                  <a:lnTo>
                    <a:pt x="891553" y="368188"/>
                  </a:lnTo>
                  <a:close/>
                  <a:moveTo>
                    <a:pt x="899002" y="366740"/>
                  </a:moveTo>
                  <a:lnTo>
                    <a:pt x="898902" y="374470"/>
                  </a:lnTo>
                  <a:lnTo>
                    <a:pt x="899389" y="368188"/>
                  </a:lnTo>
                  <a:close/>
                  <a:moveTo>
                    <a:pt x="899002" y="366740"/>
                  </a:moveTo>
                  <a:lnTo>
                    <a:pt x="899389" y="368188"/>
                  </a:lnTo>
                  <a:lnTo>
                    <a:pt x="895937" y="363383"/>
                  </a:lnTo>
                  <a:close/>
                  <a:moveTo>
                    <a:pt x="745886" y="56965"/>
                  </a:moveTo>
                  <a:lnTo>
                    <a:pt x="776920" y="39781"/>
                  </a:lnTo>
                  <a:lnTo>
                    <a:pt x="733643" y="34114"/>
                  </a:lnTo>
                  <a:close/>
                  <a:moveTo>
                    <a:pt x="754782" y="0"/>
                  </a:moveTo>
                  <a:lnTo>
                    <a:pt x="814436" y="19192"/>
                  </a:lnTo>
                  <a:lnTo>
                    <a:pt x="787575" y="428"/>
                  </a:lnTo>
                  <a:close/>
                  <a:moveTo>
                    <a:pt x="754782" y="0"/>
                  </a:moveTo>
                  <a:lnTo>
                    <a:pt x="783735" y="614"/>
                  </a:lnTo>
                  <a:lnTo>
                    <a:pt x="750434" y="687"/>
                  </a:lnTo>
                  <a:close/>
                  <a:moveTo>
                    <a:pt x="754782" y="0"/>
                  </a:moveTo>
                  <a:lnTo>
                    <a:pt x="787575" y="428"/>
                  </a:lnTo>
                  <a:lnTo>
                    <a:pt x="783735" y="614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39" name="Input_density__38">
              <a:extLst>
                <a:ext uri="{FF2B5EF4-FFF2-40B4-BE49-F238E27FC236}">
                  <a16:creationId xmlns:a16="http://schemas.microsoft.com/office/drawing/2014/main" id="{E1B95C10-626A-C717-40CF-F2DACAAD3C4B}"/>
                </a:ext>
              </a:extLst>
            </p:cNvPr>
            <p:cNvSpPr>
              <a:spLocks noGrp="1"/>
            </p:cNvSpPr>
            <p:nvPr/>
          </p:nvSpPr>
          <p:spPr>
            <a:xfrm>
              <a:off x="1174796" y="2331551"/>
              <a:ext cx="678622" cy="807802"/>
            </a:xfrm>
            <a:custGeom>
              <a:avLst/>
              <a:gdLst/>
              <a:ahLst/>
              <a:cxnLst/>
              <a:rect l="0" t="0" r="0" b="0"/>
              <a:pathLst>
                <a:path w="678622" h="807802">
                  <a:moveTo>
                    <a:pt x="0" y="772344"/>
                  </a:moveTo>
                  <a:lnTo>
                    <a:pt x="24079" y="807802"/>
                  </a:lnTo>
                  <a:lnTo>
                    <a:pt x="30820" y="759153"/>
                  </a:lnTo>
                  <a:close/>
                  <a:moveTo>
                    <a:pt x="223708" y="531703"/>
                  </a:moveTo>
                  <a:lnTo>
                    <a:pt x="202637" y="539407"/>
                  </a:lnTo>
                  <a:lnTo>
                    <a:pt x="243108" y="551161"/>
                  </a:lnTo>
                  <a:close/>
                  <a:moveTo>
                    <a:pt x="223708" y="531703"/>
                  </a:moveTo>
                  <a:lnTo>
                    <a:pt x="266183" y="522224"/>
                  </a:lnTo>
                  <a:lnTo>
                    <a:pt x="231530" y="507873"/>
                  </a:lnTo>
                  <a:close/>
                  <a:moveTo>
                    <a:pt x="345928" y="590229"/>
                  </a:moveTo>
                  <a:lnTo>
                    <a:pt x="326010" y="611966"/>
                  </a:lnTo>
                  <a:lnTo>
                    <a:pt x="317483" y="608455"/>
                  </a:lnTo>
                  <a:close/>
                  <a:moveTo>
                    <a:pt x="310620" y="515222"/>
                  </a:moveTo>
                  <a:lnTo>
                    <a:pt x="326389" y="541795"/>
                  </a:lnTo>
                  <a:lnTo>
                    <a:pt x="330352" y="531990"/>
                  </a:lnTo>
                  <a:close/>
                  <a:moveTo>
                    <a:pt x="255094" y="468285"/>
                  </a:moveTo>
                  <a:lnTo>
                    <a:pt x="305584" y="467758"/>
                  </a:lnTo>
                  <a:lnTo>
                    <a:pt x="294792" y="456254"/>
                  </a:lnTo>
                  <a:close/>
                  <a:moveTo>
                    <a:pt x="174717" y="227620"/>
                  </a:moveTo>
                  <a:lnTo>
                    <a:pt x="127138" y="247755"/>
                  </a:lnTo>
                  <a:lnTo>
                    <a:pt x="166609" y="230572"/>
                  </a:lnTo>
                  <a:close/>
                  <a:moveTo>
                    <a:pt x="580908" y="565164"/>
                  </a:moveTo>
                  <a:lnTo>
                    <a:pt x="583628" y="563755"/>
                  </a:lnTo>
                  <a:lnTo>
                    <a:pt x="581323" y="558825"/>
                  </a:lnTo>
                  <a:close/>
                  <a:moveTo>
                    <a:pt x="527381" y="490245"/>
                  </a:moveTo>
                  <a:lnTo>
                    <a:pt x="516363" y="536732"/>
                  </a:lnTo>
                  <a:lnTo>
                    <a:pt x="530586" y="493703"/>
                  </a:lnTo>
                  <a:close/>
                  <a:moveTo>
                    <a:pt x="527381" y="490245"/>
                  </a:moveTo>
                  <a:lnTo>
                    <a:pt x="497101" y="507429"/>
                  </a:lnTo>
                  <a:lnTo>
                    <a:pt x="516363" y="536732"/>
                  </a:lnTo>
                  <a:close/>
                  <a:moveTo>
                    <a:pt x="527381" y="490245"/>
                  </a:moveTo>
                  <a:lnTo>
                    <a:pt x="509737" y="453490"/>
                  </a:lnTo>
                  <a:lnTo>
                    <a:pt x="497101" y="507429"/>
                  </a:lnTo>
                  <a:close/>
                  <a:moveTo>
                    <a:pt x="581323" y="558825"/>
                  </a:moveTo>
                  <a:lnTo>
                    <a:pt x="583628" y="563755"/>
                  </a:lnTo>
                  <a:lnTo>
                    <a:pt x="588020" y="559383"/>
                  </a:lnTo>
                  <a:close/>
                  <a:moveTo>
                    <a:pt x="532172" y="488204"/>
                  </a:moveTo>
                  <a:lnTo>
                    <a:pt x="530586" y="493703"/>
                  </a:lnTo>
                  <a:lnTo>
                    <a:pt x="572735" y="473062"/>
                  </a:lnTo>
                  <a:close/>
                  <a:moveTo>
                    <a:pt x="532172" y="488204"/>
                  </a:moveTo>
                  <a:lnTo>
                    <a:pt x="527381" y="490245"/>
                  </a:lnTo>
                  <a:lnTo>
                    <a:pt x="530586" y="493703"/>
                  </a:lnTo>
                  <a:close/>
                  <a:moveTo>
                    <a:pt x="527381" y="490245"/>
                  </a:moveTo>
                  <a:lnTo>
                    <a:pt x="532172" y="488204"/>
                  </a:lnTo>
                  <a:lnTo>
                    <a:pt x="547774" y="461758"/>
                  </a:lnTo>
                  <a:close/>
                  <a:moveTo>
                    <a:pt x="509737" y="453490"/>
                  </a:moveTo>
                  <a:lnTo>
                    <a:pt x="527381" y="490245"/>
                  </a:lnTo>
                  <a:lnTo>
                    <a:pt x="519988" y="436307"/>
                  </a:lnTo>
                  <a:close/>
                  <a:moveTo>
                    <a:pt x="572735" y="473062"/>
                  </a:moveTo>
                  <a:lnTo>
                    <a:pt x="613303" y="494081"/>
                  </a:lnTo>
                  <a:lnTo>
                    <a:pt x="589959" y="468312"/>
                  </a:lnTo>
                  <a:close/>
                  <a:moveTo>
                    <a:pt x="613303" y="494081"/>
                  </a:moveTo>
                  <a:lnTo>
                    <a:pt x="594541" y="473062"/>
                  </a:lnTo>
                  <a:lnTo>
                    <a:pt x="589959" y="468312"/>
                  </a:lnTo>
                  <a:close/>
                  <a:moveTo>
                    <a:pt x="628530" y="33500"/>
                  </a:moveTo>
                  <a:lnTo>
                    <a:pt x="617337" y="25672"/>
                  </a:lnTo>
                  <a:lnTo>
                    <a:pt x="640773" y="56350"/>
                  </a:lnTo>
                  <a:close/>
                  <a:moveTo>
                    <a:pt x="620847" y="19595"/>
                  </a:moveTo>
                  <a:lnTo>
                    <a:pt x="617337" y="25672"/>
                  </a:lnTo>
                  <a:lnTo>
                    <a:pt x="628530" y="33500"/>
                  </a:lnTo>
                  <a:close/>
                  <a:moveTo>
                    <a:pt x="624177" y="17226"/>
                  </a:moveTo>
                  <a:lnTo>
                    <a:pt x="617337" y="25672"/>
                  </a:lnTo>
                  <a:lnTo>
                    <a:pt x="620847" y="19595"/>
                  </a:lnTo>
                  <a:close/>
                  <a:moveTo>
                    <a:pt x="671808" y="39167"/>
                  </a:moveTo>
                  <a:lnTo>
                    <a:pt x="647995" y="10068"/>
                  </a:lnTo>
                  <a:lnTo>
                    <a:pt x="628530" y="33500"/>
                  </a:lnTo>
                  <a:close/>
                  <a:moveTo>
                    <a:pt x="647995" y="10068"/>
                  </a:moveTo>
                  <a:lnTo>
                    <a:pt x="620847" y="19595"/>
                  </a:lnTo>
                  <a:lnTo>
                    <a:pt x="628530" y="33500"/>
                  </a:lnTo>
                  <a:close/>
                  <a:moveTo>
                    <a:pt x="678622" y="0"/>
                  </a:moveTo>
                  <a:lnTo>
                    <a:pt x="624177" y="17226"/>
                  </a:lnTo>
                  <a:lnTo>
                    <a:pt x="645322" y="7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40" name="Input_density__39">
              <a:extLst>
                <a:ext uri="{FF2B5EF4-FFF2-40B4-BE49-F238E27FC236}">
                  <a16:creationId xmlns:a16="http://schemas.microsoft.com/office/drawing/2014/main" id="{411A906C-E0AF-6C85-8689-B2FBD4C176F2}"/>
                </a:ext>
              </a:extLst>
            </p:cNvPr>
            <p:cNvSpPr>
              <a:spLocks noGrp="1"/>
            </p:cNvSpPr>
            <p:nvPr/>
          </p:nvSpPr>
          <p:spPr>
            <a:xfrm>
              <a:off x="957980" y="2357082"/>
              <a:ext cx="1011093" cy="625390"/>
            </a:xfrm>
            <a:custGeom>
              <a:avLst/>
              <a:gdLst/>
              <a:ahLst/>
              <a:cxnLst/>
              <a:rect l="0" t="0" r="0" b="0"/>
              <a:pathLst>
                <a:path w="1011093" h="625390">
                  <a:moveTo>
                    <a:pt x="98593" y="527749"/>
                  </a:moveTo>
                  <a:lnTo>
                    <a:pt x="62046" y="515684"/>
                  </a:lnTo>
                  <a:lnTo>
                    <a:pt x="75490" y="537578"/>
                  </a:lnTo>
                  <a:close/>
                  <a:moveTo>
                    <a:pt x="36483" y="516316"/>
                  </a:moveTo>
                  <a:lnTo>
                    <a:pt x="53907" y="514284"/>
                  </a:lnTo>
                  <a:lnTo>
                    <a:pt x="0" y="489528"/>
                  </a:lnTo>
                  <a:close/>
                  <a:moveTo>
                    <a:pt x="132381" y="529498"/>
                  </a:moveTo>
                  <a:lnTo>
                    <a:pt x="149676" y="497956"/>
                  </a:lnTo>
                  <a:lnTo>
                    <a:pt x="98593" y="527749"/>
                  </a:lnTo>
                  <a:close/>
                  <a:moveTo>
                    <a:pt x="245640" y="601004"/>
                  </a:moveTo>
                  <a:lnTo>
                    <a:pt x="217080" y="625390"/>
                  </a:lnTo>
                  <a:lnTo>
                    <a:pt x="245155" y="605782"/>
                  </a:lnTo>
                  <a:close/>
                  <a:moveTo>
                    <a:pt x="245155" y="605782"/>
                  </a:moveTo>
                  <a:lnTo>
                    <a:pt x="247395" y="602181"/>
                  </a:lnTo>
                  <a:lnTo>
                    <a:pt x="245640" y="601004"/>
                  </a:lnTo>
                  <a:close/>
                  <a:moveTo>
                    <a:pt x="325068" y="587572"/>
                  </a:moveTo>
                  <a:lnTo>
                    <a:pt x="324543" y="621753"/>
                  </a:lnTo>
                  <a:lnTo>
                    <a:pt x="348970" y="571174"/>
                  </a:lnTo>
                  <a:close/>
                  <a:moveTo>
                    <a:pt x="348970" y="571174"/>
                  </a:moveTo>
                  <a:lnTo>
                    <a:pt x="345372" y="567814"/>
                  </a:lnTo>
                  <a:lnTo>
                    <a:pt x="325068" y="587572"/>
                  </a:lnTo>
                  <a:close/>
                  <a:moveTo>
                    <a:pt x="350408" y="614753"/>
                  </a:moveTo>
                  <a:lnTo>
                    <a:pt x="377150" y="620100"/>
                  </a:lnTo>
                  <a:lnTo>
                    <a:pt x="348970" y="571174"/>
                  </a:lnTo>
                  <a:close/>
                  <a:moveTo>
                    <a:pt x="303672" y="411367"/>
                  </a:moveTo>
                  <a:lnTo>
                    <a:pt x="329185" y="453018"/>
                  </a:lnTo>
                  <a:lnTo>
                    <a:pt x="340138" y="423131"/>
                  </a:lnTo>
                  <a:close/>
                  <a:moveTo>
                    <a:pt x="340138" y="423131"/>
                  </a:moveTo>
                  <a:lnTo>
                    <a:pt x="364631" y="424201"/>
                  </a:lnTo>
                  <a:lnTo>
                    <a:pt x="303672" y="411367"/>
                  </a:lnTo>
                  <a:close/>
                  <a:moveTo>
                    <a:pt x="385426" y="434383"/>
                  </a:moveTo>
                  <a:lnTo>
                    <a:pt x="408578" y="460308"/>
                  </a:lnTo>
                  <a:lnTo>
                    <a:pt x="364631" y="424201"/>
                  </a:lnTo>
                  <a:close/>
                  <a:moveTo>
                    <a:pt x="471362" y="405999"/>
                  </a:moveTo>
                  <a:lnTo>
                    <a:pt x="460664" y="432188"/>
                  </a:lnTo>
                  <a:lnTo>
                    <a:pt x="470831" y="419127"/>
                  </a:lnTo>
                  <a:close/>
                  <a:moveTo>
                    <a:pt x="460664" y="432188"/>
                  </a:moveTo>
                  <a:lnTo>
                    <a:pt x="471362" y="405999"/>
                  </a:lnTo>
                  <a:lnTo>
                    <a:pt x="465918" y="396033"/>
                  </a:lnTo>
                  <a:close/>
                  <a:moveTo>
                    <a:pt x="838496" y="559604"/>
                  </a:moveTo>
                  <a:lnTo>
                    <a:pt x="800444" y="538224"/>
                  </a:lnTo>
                  <a:lnTo>
                    <a:pt x="780431" y="563294"/>
                  </a:lnTo>
                  <a:close/>
                  <a:moveTo>
                    <a:pt x="814662" y="393592"/>
                  </a:moveTo>
                  <a:lnTo>
                    <a:pt x="813461" y="398164"/>
                  </a:lnTo>
                  <a:lnTo>
                    <a:pt x="811357" y="447531"/>
                  </a:lnTo>
                  <a:close/>
                  <a:moveTo>
                    <a:pt x="814767" y="410776"/>
                  </a:moveTo>
                  <a:lnTo>
                    <a:pt x="814662" y="393592"/>
                  </a:lnTo>
                  <a:lnTo>
                    <a:pt x="811357" y="447531"/>
                  </a:lnTo>
                  <a:close/>
                  <a:moveTo>
                    <a:pt x="814567" y="391699"/>
                  </a:moveTo>
                  <a:lnTo>
                    <a:pt x="813461" y="398164"/>
                  </a:lnTo>
                  <a:lnTo>
                    <a:pt x="814662" y="393592"/>
                  </a:lnTo>
                  <a:close/>
                  <a:moveTo>
                    <a:pt x="1002135" y="322471"/>
                  </a:moveTo>
                  <a:lnTo>
                    <a:pt x="995159" y="308487"/>
                  </a:lnTo>
                  <a:lnTo>
                    <a:pt x="1011093" y="342042"/>
                  </a:lnTo>
                  <a:close/>
                  <a:moveTo>
                    <a:pt x="995159" y="308487"/>
                  </a:moveTo>
                  <a:lnTo>
                    <a:pt x="976738" y="278716"/>
                  </a:lnTo>
                  <a:lnTo>
                    <a:pt x="988584" y="305287"/>
                  </a:lnTo>
                  <a:close/>
                  <a:moveTo>
                    <a:pt x="976738" y="278716"/>
                  </a:moveTo>
                  <a:lnTo>
                    <a:pt x="977205" y="268532"/>
                  </a:lnTo>
                  <a:lnTo>
                    <a:pt x="988584" y="305287"/>
                  </a:lnTo>
                  <a:close/>
                  <a:moveTo>
                    <a:pt x="949928" y="228676"/>
                  </a:moveTo>
                  <a:lnTo>
                    <a:pt x="971915" y="255549"/>
                  </a:lnTo>
                  <a:lnTo>
                    <a:pt x="977205" y="268532"/>
                  </a:lnTo>
                  <a:close/>
                  <a:moveTo>
                    <a:pt x="911904" y="36032"/>
                  </a:moveTo>
                  <a:lnTo>
                    <a:pt x="889039" y="46750"/>
                  </a:lnTo>
                  <a:lnTo>
                    <a:pt x="941974" y="23883"/>
                  </a:lnTo>
                  <a:close/>
                  <a:moveTo>
                    <a:pt x="911904" y="36032"/>
                  </a:moveTo>
                  <a:lnTo>
                    <a:pt x="941974" y="23883"/>
                  </a:lnTo>
                  <a:lnTo>
                    <a:pt x="927999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41" name="Input_density__40">
              <a:extLst>
                <a:ext uri="{FF2B5EF4-FFF2-40B4-BE49-F238E27FC236}">
                  <a16:creationId xmlns:a16="http://schemas.microsoft.com/office/drawing/2014/main" id="{19B61507-1ED5-AFAE-4A3E-0D1849968E89}"/>
                </a:ext>
              </a:extLst>
            </p:cNvPr>
            <p:cNvSpPr>
              <a:spLocks noGrp="1"/>
            </p:cNvSpPr>
            <p:nvPr/>
          </p:nvSpPr>
          <p:spPr>
            <a:xfrm>
              <a:off x="1176339" y="2357082"/>
              <a:ext cx="723615" cy="601004"/>
            </a:xfrm>
            <a:custGeom>
              <a:avLst/>
              <a:gdLst/>
              <a:ahLst/>
              <a:cxnLst/>
              <a:rect l="0" t="0" r="0" b="0"/>
              <a:pathLst>
                <a:path w="723615" h="601004">
                  <a:moveTo>
                    <a:pt x="22288" y="560316"/>
                  </a:moveTo>
                  <a:lnTo>
                    <a:pt x="7961" y="563729"/>
                  </a:lnTo>
                  <a:lnTo>
                    <a:pt x="0" y="596094"/>
                  </a:lnTo>
                  <a:close/>
                  <a:moveTo>
                    <a:pt x="22288" y="560316"/>
                  </a:moveTo>
                  <a:lnTo>
                    <a:pt x="0" y="596094"/>
                  </a:lnTo>
                  <a:lnTo>
                    <a:pt x="27281" y="601004"/>
                  </a:lnTo>
                  <a:close/>
                  <a:moveTo>
                    <a:pt x="250113" y="533448"/>
                  </a:moveTo>
                  <a:lnTo>
                    <a:pt x="274864" y="570202"/>
                  </a:lnTo>
                  <a:lnTo>
                    <a:pt x="245504" y="550631"/>
                  </a:lnTo>
                  <a:close/>
                  <a:moveTo>
                    <a:pt x="121779" y="423131"/>
                  </a:moveTo>
                  <a:lnTo>
                    <a:pt x="143005" y="403611"/>
                  </a:lnTo>
                  <a:lnTo>
                    <a:pt x="146272" y="424201"/>
                  </a:lnTo>
                  <a:close/>
                  <a:moveTo>
                    <a:pt x="215671" y="224612"/>
                  </a:moveTo>
                  <a:lnTo>
                    <a:pt x="196117" y="231778"/>
                  </a:lnTo>
                  <a:lnTo>
                    <a:pt x="196118" y="191663"/>
                  </a:lnTo>
                  <a:close/>
                  <a:moveTo>
                    <a:pt x="644631" y="554978"/>
                  </a:moveTo>
                  <a:lnTo>
                    <a:pt x="602997" y="523889"/>
                  </a:lnTo>
                  <a:lnTo>
                    <a:pt x="620137" y="559604"/>
                  </a:lnTo>
                  <a:close/>
                  <a:moveTo>
                    <a:pt x="669062" y="521745"/>
                  </a:moveTo>
                  <a:lnTo>
                    <a:pt x="664416" y="532742"/>
                  </a:lnTo>
                  <a:lnTo>
                    <a:pt x="644631" y="554978"/>
                  </a:lnTo>
                  <a:close/>
                  <a:moveTo>
                    <a:pt x="608312" y="356837"/>
                  </a:moveTo>
                  <a:lnTo>
                    <a:pt x="610818" y="339654"/>
                  </a:lnTo>
                  <a:lnTo>
                    <a:pt x="596302" y="393592"/>
                  </a:lnTo>
                  <a:close/>
                  <a:moveTo>
                    <a:pt x="423469" y="130185"/>
                  </a:moveTo>
                  <a:lnTo>
                    <a:pt x="441599" y="119124"/>
                  </a:lnTo>
                  <a:lnTo>
                    <a:pt x="412769" y="118549"/>
                  </a:lnTo>
                  <a:close/>
                  <a:moveTo>
                    <a:pt x="423469" y="130185"/>
                  </a:moveTo>
                  <a:lnTo>
                    <a:pt x="412769" y="118549"/>
                  </a:lnTo>
                  <a:lnTo>
                    <a:pt x="390602" y="131878"/>
                  </a:lnTo>
                  <a:close/>
                  <a:moveTo>
                    <a:pt x="723615" y="23883"/>
                  </a:moveTo>
                  <a:lnTo>
                    <a:pt x="722787" y="12081"/>
                  </a:lnTo>
                  <a:lnTo>
                    <a:pt x="709640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42" name="Input_density__41">
              <a:extLst>
                <a:ext uri="{FF2B5EF4-FFF2-40B4-BE49-F238E27FC236}">
                  <a16:creationId xmlns:a16="http://schemas.microsoft.com/office/drawing/2014/main" id="{97BB250B-DDAD-C930-0FF4-07C0A7D5A137}"/>
                </a:ext>
              </a:extLst>
            </p:cNvPr>
            <p:cNvSpPr>
              <a:spLocks noGrp="1"/>
            </p:cNvSpPr>
            <p:nvPr/>
          </p:nvSpPr>
          <p:spPr>
            <a:xfrm>
              <a:off x="1543126" y="2470283"/>
              <a:ext cx="136923" cy="25844"/>
            </a:xfrm>
            <a:custGeom>
              <a:avLst/>
              <a:gdLst/>
              <a:ahLst/>
              <a:cxnLst/>
              <a:rect l="0" t="0" r="0" b="0"/>
              <a:pathLst>
                <a:path w="136923" h="25844">
                  <a:moveTo>
                    <a:pt x="23815" y="18678"/>
                  </a:moveTo>
                  <a:lnTo>
                    <a:pt x="0" y="25844"/>
                  </a:lnTo>
                  <a:lnTo>
                    <a:pt x="56682" y="16984"/>
                  </a:lnTo>
                  <a:close/>
                  <a:moveTo>
                    <a:pt x="78632" y="6593"/>
                  </a:moveTo>
                  <a:lnTo>
                    <a:pt x="74812" y="5923"/>
                  </a:lnTo>
                  <a:lnTo>
                    <a:pt x="56682" y="16984"/>
                  </a:lnTo>
                  <a:close/>
                  <a:moveTo>
                    <a:pt x="80601" y="5923"/>
                  </a:moveTo>
                  <a:lnTo>
                    <a:pt x="78632" y="6593"/>
                  </a:lnTo>
                  <a:lnTo>
                    <a:pt x="111562" y="1389"/>
                  </a:lnTo>
                  <a:close/>
                  <a:moveTo>
                    <a:pt x="111562" y="1389"/>
                  </a:moveTo>
                  <a:lnTo>
                    <a:pt x="78632" y="6593"/>
                  </a:lnTo>
                  <a:lnTo>
                    <a:pt x="56682" y="16984"/>
                  </a:lnTo>
                  <a:close/>
                  <a:moveTo>
                    <a:pt x="111562" y="1389"/>
                  </a:moveTo>
                  <a:lnTo>
                    <a:pt x="56682" y="16984"/>
                  </a:lnTo>
                  <a:lnTo>
                    <a:pt x="89228" y="14094"/>
                  </a:lnTo>
                  <a:close/>
                  <a:moveTo>
                    <a:pt x="74812" y="5923"/>
                  </a:moveTo>
                  <a:lnTo>
                    <a:pt x="78632" y="6593"/>
                  </a:lnTo>
                  <a:lnTo>
                    <a:pt x="79490" y="6053"/>
                  </a:lnTo>
                  <a:close/>
                  <a:moveTo>
                    <a:pt x="80601" y="5923"/>
                  </a:moveTo>
                  <a:lnTo>
                    <a:pt x="79490" y="6053"/>
                  </a:lnTo>
                  <a:lnTo>
                    <a:pt x="78632" y="6593"/>
                  </a:lnTo>
                  <a:close/>
                  <a:moveTo>
                    <a:pt x="136923" y="0"/>
                  </a:moveTo>
                  <a:lnTo>
                    <a:pt x="80601" y="5923"/>
                  </a:lnTo>
                  <a:lnTo>
                    <a:pt x="116386" y="2988"/>
                  </a:lnTo>
                  <a:close/>
                  <a:moveTo>
                    <a:pt x="116386" y="2988"/>
                  </a:moveTo>
                  <a:lnTo>
                    <a:pt x="80601" y="5923"/>
                  </a:lnTo>
                  <a:lnTo>
                    <a:pt x="111562" y="1389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43" name="Input_density__42">
              <a:extLst>
                <a:ext uri="{FF2B5EF4-FFF2-40B4-BE49-F238E27FC236}">
                  <a16:creationId xmlns:a16="http://schemas.microsoft.com/office/drawing/2014/main" id="{E79A3505-2C08-B204-BAE4-27DEFA322D1B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16780"/>
              <a:ext cx="1008373" cy="870885"/>
            </a:xfrm>
            <a:custGeom>
              <a:avLst/>
              <a:gdLst/>
              <a:ahLst/>
              <a:cxnLst/>
              <a:rect l="0" t="0" r="0" b="0"/>
              <a:pathLst>
                <a:path w="1008373" h="870885">
                  <a:moveTo>
                    <a:pt x="2554" y="512647"/>
                  </a:moveTo>
                  <a:lnTo>
                    <a:pt x="0" y="519884"/>
                  </a:lnTo>
                  <a:lnTo>
                    <a:pt x="12871" y="527488"/>
                  </a:lnTo>
                  <a:close/>
                  <a:moveTo>
                    <a:pt x="2516" y="488773"/>
                  </a:moveTo>
                  <a:lnTo>
                    <a:pt x="0" y="519884"/>
                  </a:lnTo>
                  <a:lnTo>
                    <a:pt x="2554" y="512647"/>
                  </a:lnTo>
                  <a:close/>
                  <a:moveTo>
                    <a:pt x="17397" y="495463"/>
                  </a:moveTo>
                  <a:lnTo>
                    <a:pt x="2554" y="512647"/>
                  </a:lnTo>
                  <a:lnTo>
                    <a:pt x="12871" y="527488"/>
                  </a:lnTo>
                  <a:close/>
                  <a:moveTo>
                    <a:pt x="2554" y="512647"/>
                  </a:moveTo>
                  <a:lnTo>
                    <a:pt x="1402" y="473997"/>
                  </a:lnTo>
                  <a:lnTo>
                    <a:pt x="2516" y="488773"/>
                  </a:lnTo>
                  <a:close/>
                  <a:moveTo>
                    <a:pt x="1753" y="475892"/>
                  </a:moveTo>
                  <a:lnTo>
                    <a:pt x="2516" y="488773"/>
                  </a:lnTo>
                  <a:lnTo>
                    <a:pt x="1402" y="473997"/>
                  </a:lnTo>
                  <a:close/>
                  <a:moveTo>
                    <a:pt x="355194" y="863013"/>
                  </a:moveTo>
                  <a:lnTo>
                    <a:pt x="341326" y="834733"/>
                  </a:lnTo>
                  <a:lnTo>
                    <a:pt x="351899" y="870885"/>
                  </a:lnTo>
                  <a:close/>
                  <a:moveTo>
                    <a:pt x="355194" y="863013"/>
                  </a:moveTo>
                  <a:lnTo>
                    <a:pt x="339106" y="826258"/>
                  </a:lnTo>
                  <a:lnTo>
                    <a:pt x="341326" y="834733"/>
                  </a:lnTo>
                  <a:close/>
                  <a:moveTo>
                    <a:pt x="339106" y="826258"/>
                  </a:moveTo>
                  <a:lnTo>
                    <a:pt x="355194" y="863013"/>
                  </a:lnTo>
                  <a:lnTo>
                    <a:pt x="380760" y="845830"/>
                  </a:lnTo>
                  <a:close/>
                  <a:moveTo>
                    <a:pt x="354779" y="809075"/>
                  </a:moveTo>
                  <a:lnTo>
                    <a:pt x="323022" y="777779"/>
                  </a:lnTo>
                  <a:lnTo>
                    <a:pt x="320119" y="789504"/>
                  </a:lnTo>
                  <a:close/>
                  <a:moveTo>
                    <a:pt x="354779" y="809075"/>
                  </a:moveTo>
                  <a:lnTo>
                    <a:pt x="320119" y="789504"/>
                  </a:lnTo>
                  <a:lnTo>
                    <a:pt x="339106" y="826258"/>
                  </a:lnTo>
                  <a:close/>
                  <a:moveTo>
                    <a:pt x="168727" y="515035"/>
                  </a:moveTo>
                  <a:lnTo>
                    <a:pt x="160832" y="559889"/>
                  </a:lnTo>
                  <a:lnTo>
                    <a:pt x="163933" y="526139"/>
                  </a:lnTo>
                  <a:close/>
                  <a:moveTo>
                    <a:pt x="101928" y="515098"/>
                  </a:moveTo>
                  <a:lnTo>
                    <a:pt x="140960" y="478280"/>
                  </a:lnTo>
                  <a:lnTo>
                    <a:pt x="104969" y="488722"/>
                  </a:lnTo>
                  <a:close/>
                  <a:moveTo>
                    <a:pt x="136789" y="520862"/>
                  </a:moveTo>
                  <a:lnTo>
                    <a:pt x="156841" y="499622"/>
                  </a:lnTo>
                  <a:lnTo>
                    <a:pt x="101928" y="515098"/>
                  </a:lnTo>
                  <a:close/>
                  <a:moveTo>
                    <a:pt x="422520" y="795812"/>
                  </a:moveTo>
                  <a:lnTo>
                    <a:pt x="396962" y="774512"/>
                  </a:lnTo>
                  <a:lnTo>
                    <a:pt x="383074" y="756046"/>
                  </a:lnTo>
                  <a:close/>
                  <a:moveTo>
                    <a:pt x="396962" y="774512"/>
                  </a:moveTo>
                  <a:lnTo>
                    <a:pt x="422520" y="795812"/>
                  </a:lnTo>
                  <a:lnTo>
                    <a:pt x="459796" y="788654"/>
                  </a:lnTo>
                  <a:close/>
                  <a:moveTo>
                    <a:pt x="207432" y="549092"/>
                  </a:moveTo>
                  <a:lnTo>
                    <a:pt x="207599" y="564823"/>
                  </a:lnTo>
                  <a:lnTo>
                    <a:pt x="241355" y="534607"/>
                  </a:lnTo>
                  <a:close/>
                  <a:moveTo>
                    <a:pt x="183400" y="541541"/>
                  </a:moveTo>
                  <a:lnTo>
                    <a:pt x="220531" y="516966"/>
                  </a:lnTo>
                  <a:lnTo>
                    <a:pt x="168727" y="515035"/>
                  </a:lnTo>
                  <a:close/>
                  <a:moveTo>
                    <a:pt x="168727" y="515035"/>
                  </a:moveTo>
                  <a:lnTo>
                    <a:pt x="220531" y="516966"/>
                  </a:lnTo>
                  <a:lnTo>
                    <a:pt x="201695" y="497852"/>
                  </a:lnTo>
                  <a:close/>
                  <a:moveTo>
                    <a:pt x="207432" y="549092"/>
                  </a:moveTo>
                  <a:lnTo>
                    <a:pt x="241355" y="534607"/>
                  </a:lnTo>
                  <a:lnTo>
                    <a:pt x="220531" y="516966"/>
                  </a:lnTo>
                  <a:close/>
                  <a:moveTo>
                    <a:pt x="201695" y="497852"/>
                  </a:moveTo>
                  <a:lnTo>
                    <a:pt x="177873" y="482051"/>
                  </a:lnTo>
                  <a:lnTo>
                    <a:pt x="156841" y="499622"/>
                  </a:lnTo>
                  <a:close/>
                  <a:moveTo>
                    <a:pt x="150587" y="461097"/>
                  </a:moveTo>
                  <a:lnTo>
                    <a:pt x="156841" y="499622"/>
                  </a:lnTo>
                  <a:lnTo>
                    <a:pt x="177873" y="482051"/>
                  </a:lnTo>
                  <a:close/>
                  <a:moveTo>
                    <a:pt x="312325" y="608117"/>
                  </a:moveTo>
                  <a:lnTo>
                    <a:pt x="357125" y="598153"/>
                  </a:lnTo>
                  <a:lnTo>
                    <a:pt x="311240" y="606958"/>
                  </a:lnTo>
                  <a:close/>
                  <a:moveTo>
                    <a:pt x="546763" y="672242"/>
                  </a:moveTo>
                  <a:lnTo>
                    <a:pt x="543262" y="684015"/>
                  </a:lnTo>
                  <a:lnTo>
                    <a:pt x="554033" y="630077"/>
                  </a:lnTo>
                  <a:close/>
                  <a:moveTo>
                    <a:pt x="554033" y="630077"/>
                  </a:moveTo>
                  <a:lnTo>
                    <a:pt x="543262" y="684015"/>
                  </a:lnTo>
                  <a:lnTo>
                    <a:pt x="551810" y="666832"/>
                  </a:lnTo>
                  <a:close/>
                  <a:moveTo>
                    <a:pt x="587591" y="590977"/>
                  </a:moveTo>
                  <a:lnTo>
                    <a:pt x="613932" y="606383"/>
                  </a:lnTo>
                  <a:lnTo>
                    <a:pt x="588731" y="576138"/>
                  </a:lnTo>
                  <a:close/>
                  <a:moveTo>
                    <a:pt x="556717" y="544241"/>
                  </a:moveTo>
                  <a:lnTo>
                    <a:pt x="588731" y="576138"/>
                  </a:lnTo>
                  <a:lnTo>
                    <a:pt x="564641" y="546671"/>
                  </a:lnTo>
                  <a:close/>
                  <a:moveTo>
                    <a:pt x="556717" y="544241"/>
                  </a:moveTo>
                  <a:lnTo>
                    <a:pt x="587591" y="590977"/>
                  </a:lnTo>
                  <a:lnTo>
                    <a:pt x="588731" y="576138"/>
                  </a:lnTo>
                  <a:close/>
                  <a:moveTo>
                    <a:pt x="544143" y="502628"/>
                  </a:moveTo>
                  <a:lnTo>
                    <a:pt x="547486" y="482530"/>
                  </a:lnTo>
                  <a:lnTo>
                    <a:pt x="496996" y="483057"/>
                  </a:lnTo>
                  <a:close/>
                  <a:moveTo>
                    <a:pt x="557801" y="539383"/>
                  </a:moveTo>
                  <a:lnTo>
                    <a:pt x="556717" y="544241"/>
                  </a:lnTo>
                  <a:lnTo>
                    <a:pt x="564641" y="546671"/>
                  </a:lnTo>
                  <a:close/>
                  <a:moveTo>
                    <a:pt x="588731" y="576138"/>
                  </a:moveTo>
                  <a:lnTo>
                    <a:pt x="622359" y="558955"/>
                  </a:lnTo>
                  <a:lnTo>
                    <a:pt x="564641" y="546671"/>
                  </a:lnTo>
                  <a:close/>
                  <a:moveTo>
                    <a:pt x="542832" y="485445"/>
                  </a:moveTo>
                  <a:lnTo>
                    <a:pt x="547486" y="482530"/>
                  </a:lnTo>
                  <a:lnTo>
                    <a:pt x="544143" y="502628"/>
                  </a:lnTo>
                  <a:close/>
                  <a:moveTo>
                    <a:pt x="630977" y="555705"/>
                  </a:moveTo>
                  <a:lnTo>
                    <a:pt x="666984" y="553520"/>
                  </a:lnTo>
                  <a:lnTo>
                    <a:pt x="659357" y="514974"/>
                  </a:lnTo>
                  <a:close/>
                  <a:moveTo>
                    <a:pt x="842734" y="561343"/>
                  </a:moveTo>
                  <a:lnTo>
                    <a:pt x="829922" y="574154"/>
                  </a:lnTo>
                  <a:lnTo>
                    <a:pt x="846442" y="564192"/>
                  </a:lnTo>
                  <a:close/>
                  <a:moveTo>
                    <a:pt x="842734" y="561343"/>
                  </a:moveTo>
                  <a:lnTo>
                    <a:pt x="846442" y="564192"/>
                  </a:lnTo>
                  <a:lnTo>
                    <a:pt x="850429" y="557482"/>
                  </a:lnTo>
                  <a:close/>
                  <a:moveTo>
                    <a:pt x="812441" y="524588"/>
                  </a:moveTo>
                  <a:lnTo>
                    <a:pt x="850429" y="557482"/>
                  </a:lnTo>
                  <a:lnTo>
                    <a:pt x="855205" y="508853"/>
                  </a:lnTo>
                  <a:close/>
                  <a:moveTo>
                    <a:pt x="846442" y="564192"/>
                  </a:moveTo>
                  <a:lnTo>
                    <a:pt x="874479" y="544160"/>
                  </a:lnTo>
                  <a:lnTo>
                    <a:pt x="850429" y="557482"/>
                  </a:lnTo>
                  <a:close/>
                  <a:moveTo>
                    <a:pt x="907861" y="573044"/>
                  </a:moveTo>
                  <a:lnTo>
                    <a:pt x="874479" y="544160"/>
                  </a:lnTo>
                  <a:lnTo>
                    <a:pt x="846442" y="564192"/>
                  </a:lnTo>
                  <a:close/>
                  <a:moveTo>
                    <a:pt x="814637" y="487833"/>
                  </a:moveTo>
                  <a:lnTo>
                    <a:pt x="812441" y="524588"/>
                  </a:lnTo>
                  <a:lnTo>
                    <a:pt x="855205" y="508853"/>
                  </a:lnTo>
                  <a:close/>
                  <a:moveTo>
                    <a:pt x="761890" y="451078"/>
                  </a:moveTo>
                  <a:lnTo>
                    <a:pt x="789676" y="476529"/>
                  </a:lnTo>
                  <a:lnTo>
                    <a:pt x="801334" y="436066"/>
                  </a:lnTo>
                  <a:close/>
                  <a:moveTo>
                    <a:pt x="761021" y="397140"/>
                  </a:moveTo>
                  <a:lnTo>
                    <a:pt x="761890" y="451078"/>
                  </a:lnTo>
                  <a:lnTo>
                    <a:pt x="802650" y="428830"/>
                  </a:lnTo>
                  <a:close/>
                  <a:moveTo>
                    <a:pt x="755020" y="414323"/>
                  </a:moveTo>
                  <a:lnTo>
                    <a:pt x="761890" y="451078"/>
                  </a:lnTo>
                  <a:lnTo>
                    <a:pt x="761021" y="397140"/>
                  </a:lnTo>
                  <a:close/>
                  <a:moveTo>
                    <a:pt x="538584" y="139855"/>
                  </a:moveTo>
                  <a:lnTo>
                    <a:pt x="546769" y="149605"/>
                  </a:lnTo>
                  <a:lnTo>
                    <a:pt x="563988" y="159395"/>
                  </a:lnTo>
                  <a:close/>
                  <a:moveTo>
                    <a:pt x="761021" y="397140"/>
                  </a:moveTo>
                  <a:lnTo>
                    <a:pt x="802650" y="428830"/>
                  </a:lnTo>
                  <a:lnTo>
                    <a:pt x="802083" y="379956"/>
                  </a:lnTo>
                  <a:close/>
                  <a:moveTo>
                    <a:pt x="777097" y="360385"/>
                  </a:moveTo>
                  <a:lnTo>
                    <a:pt x="761021" y="397140"/>
                  </a:lnTo>
                  <a:lnTo>
                    <a:pt x="802083" y="379956"/>
                  </a:lnTo>
                  <a:close/>
                  <a:moveTo>
                    <a:pt x="553880" y="121602"/>
                  </a:moveTo>
                  <a:lnTo>
                    <a:pt x="569067" y="131477"/>
                  </a:lnTo>
                  <a:lnTo>
                    <a:pt x="586942" y="120637"/>
                  </a:lnTo>
                  <a:close/>
                  <a:moveTo>
                    <a:pt x="602729" y="85917"/>
                  </a:moveTo>
                  <a:lnTo>
                    <a:pt x="569067" y="131477"/>
                  </a:lnTo>
                  <a:lnTo>
                    <a:pt x="586945" y="122672"/>
                  </a:lnTo>
                  <a:close/>
                  <a:moveTo>
                    <a:pt x="867786" y="490222"/>
                  </a:moveTo>
                  <a:lnTo>
                    <a:pt x="856771" y="462832"/>
                  </a:lnTo>
                  <a:lnTo>
                    <a:pt x="859601" y="505278"/>
                  </a:lnTo>
                  <a:close/>
                  <a:moveTo>
                    <a:pt x="938230" y="369597"/>
                  </a:moveTo>
                  <a:lnTo>
                    <a:pt x="998208" y="373059"/>
                  </a:lnTo>
                  <a:lnTo>
                    <a:pt x="958078" y="347597"/>
                  </a:lnTo>
                  <a:close/>
                  <a:moveTo>
                    <a:pt x="956842" y="345590"/>
                  </a:moveTo>
                  <a:lnTo>
                    <a:pt x="938230" y="369597"/>
                  </a:lnTo>
                  <a:lnTo>
                    <a:pt x="958078" y="347597"/>
                  </a:lnTo>
                  <a:close/>
                  <a:moveTo>
                    <a:pt x="956842" y="345590"/>
                  </a:moveTo>
                  <a:lnTo>
                    <a:pt x="927708" y="362773"/>
                  </a:lnTo>
                  <a:lnTo>
                    <a:pt x="938230" y="369597"/>
                  </a:lnTo>
                  <a:close/>
                  <a:moveTo>
                    <a:pt x="914866" y="326018"/>
                  </a:moveTo>
                  <a:lnTo>
                    <a:pt x="956842" y="345590"/>
                  </a:lnTo>
                  <a:lnTo>
                    <a:pt x="926310" y="308835"/>
                  </a:lnTo>
                  <a:close/>
                  <a:moveTo>
                    <a:pt x="926310" y="308835"/>
                  </a:moveTo>
                  <a:lnTo>
                    <a:pt x="958692" y="344655"/>
                  </a:lnTo>
                  <a:lnTo>
                    <a:pt x="962205" y="297051"/>
                  </a:lnTo>
                  <a:close/>
                  <a:moveTo>
                    <a:pt x="926310" y="308835"/>
                  </a:moveTo>
                  <a:lnTo>
                    <a:pt x="956842" y="345590"/>
                  </a:lnTo>
                  <a:lnTo>
                    <a:pt x="958692" y="344655"/>
                  </a:lnTo>
                  <a:close/>
                  <a:moveTo>
                    <a:pt x="1008373" y="331353"/>
                  </a:moveTo>
                  <a:lnTo>
                    <a:pt x="958078" y="347597"/>
                  </a:lnTo>
                  <a:lnTo>
                    <a:pt x="998208" y="373059"/>
                  </a:lnTo>
                  <a:close/>
                  <a:moveTo>
                    <a:pt x="958692" y="344655"/>
                  </a:moveTo>
                  <a:lnTo>
                    <a:pt x="1008373" y="331353"/>
                  </a:lnTo>
                  <a:lnTo>
                    <a:pt x="997001" y="295851"/>
                  </a:lnTo>
                  <a:close/>
                  <a:moveTo>
                    <a:pt x="958692" y="344655"/>
                  </a:moveTo>
                  <a:lnTo>
                    <a:pt x="997001" y="295851"/>
                  </a:lnTo>
                  <a:lnTo>
                    <a:pt x="962205" y="297051"/>
                  </a:lnTo>
                  <a:close/>
                  <a:moveTo>
                    <a:pt x="922916" y="257157"/>
                  </a:moveTo>
                  <a:lnTo>
                    <a:pt x="910491" y="294254"/>
                  </a:lnTo>
                  <a:lnTo>
                    <a:pt x="962205" y="297051"/>
                  </a:lnTo>
                  <a:close/>
                  <a:moveTo>
                    <a:pt x="956097" y="257270"/>
                  </a:moveTo>
                  <a:lnTo>
                    <a:pt x="922916" y="257157"/>
                  </a:lnTo>
                  <a:lnTo>
                    <a:pt x="962205" y="297051"/>
                  </a:lnTo>
                  <a:close/>
                  <a:moveTo>
                    <a:pt x="862463" y="235325"/>
                  </a:moveTo>
                  <a:lnTo>
                    <a:pt x="889957" y="218141"/>
                  </a:lnTo>
                  <a:lnTo>
                    <a:pt x="860365" y="231417"/>
                  </a:lnTo>
                  <a:close/>
                  <a:moveTo>
                    <a:pt x="854010" y="181386"/>
                  </a:moveTo>
                  <a:lnTo>
                    <a:pt x="841016" y="198570"/>
                  </a:lnTo>
                  <a:lnTo>
                    <a:pt x="860365" y="231417"/>
                  </a:lnTo>
                  <a:close/>
                  <a:moveTo>
                    <a:pt x="948573" y="36755"/>
                  </a:moveTo>
                  <a:lnTo>
                    <a:pt x="936990" y="76335"/>
                  </a:lnTo>
                  <a:lnTo>
                    <a:pt x="953085" y="40303"/>
                  </a:lnTo>
                  <a:close/>
                  <a:moveTo>
                    <a:pt x="948573" y="36755"/>
                  </a:moveTo>
                  <a:lnTo>
                    <a:pt x="951225" y="33349"/>
                  </a:lnTo>
                  <a:lnTo>
                    <a:pt x="913710" y="53938"/>
                  </a:lnTo>
                  <a:close/>
                  <a:moveTo>
                    <a:pt x="913710" y="53938"/>
                  </a:moveTo>
                  <a:lnTo>
                    <a:pt x="951225" y="33349"/>
                  </a:lnTo>
                  <a:lnTo>
                    <a:pt x="891572" y="14157"/>
                  </a:lnTo>
                  <a:close/>
                  <a:moveTo>
                    <a:pt x="913710" y="53938"/>
                  </a:moveTo>
                  <a:lnTo>
                    <a:pt x="891572" y="14157"/>
                  </a:lnTo>
                  <a:lnTo>
                    <a:pt x="889897" y="24840"/>
                  </a:lnTo>
                  <a:close/>
                  <a:moveTo>
                    <a:pt x="951225" y="33349"/>
                  </a:moveTo>
                  <a:lnTo>
                    <a:pt x="955486" y="36755"/>
                  </a:lnTo>
                  <a:lnTo>
                    <a:pt x="924365" y="14585"/>
                  </a:lnTo>
                  <a:close/>
                  <a:moveTo>
                    <a:pt x="887224" y="14844"/>
                  </a:moveTo>
                  <a:lnTo>
                    <a:pt x="881525" y="0"/>
                  </a:lnTo>
                  <a:lnTo>
                    <a:pt x="891572" y="14157"/>
                  </a:lnTo>
                  <a:close/>
                  <a:moveTo>
                    <a:pt x="948573" y="36755"/>
                  </a:moveTo>
                  <a:lnTo>
                    <a:pt x="953085" y="40303"/>
                  </a:lnTo>
                  <a:lnTo>
                    <a:pt x="955480" y="34036"/>
                  </a:lnTo>
                  <a:close/>
                  <a:moveTo>
                    <a:pt x="951225" y="33349"/>
                  </a:moveTo>
                  <a:lnTo>
                    <a:pt x="948573" y="36755"/>
                  </a:lnTo>
                  <a:lnTo>
                    <a:pt x="955480" y="34036"/>
                  </a:lnTo>
                  <a:close/>
                  <a:moveTo>
                    <a:pt x="955480" y="34036"/>
                  </a:moveTo>
                  <a:lnTo>
                    <a:pt x="953085" y="40303"/>
                  </a:lnTo>
                  <a:lnTo>
                    <a:pt x="955486" y="36755"/>
                  </a:lnTo>
                  <a:close/>
                  <a:moveTo>
                    <a:pt x="955480" y="34036"/>
                  </a:moveTo>
                  <a:lnTo>
                    <a:pt x="955486" y="36755"/>
                  </a:lnTo>
                  <a:lnTo>
                    <a:pt x="951225" y="3334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44" name="Input_density__43">
              <a:extLst>
                <a:ext uri="{FF2B5EF4-FFF2-40B4-BE49-F238E27FC236}">
                  <a16:creationId xmlns:a16="http://schemas.microsoft.com/office/drawing/2014/main" id="{72423346-FEF8-F719-F9A5-4FA2074876C3}"/>
                </a:ext>
              </a:extLst>
            </p:cNvPr>
            <p:cNvSpPr>
              <a:spLocks noGrp="1"/>
            </p:cNvSpPr>
            <p:nvPr/>
          </p:nvSpPr>
          <p:spPr>
            <a:xfrm>
              <a:off x="932894" y="2353534"/>
              <a:ext cx="1013670" cy="860475"/>
            </a:xfrm>
            <a:custGeom>
              <a:avLst/>
              <a:gdLst/>
              <a:ahLst/>
              <a:cxnLst/>
              <a:rect l="0" t="0" r="0" b="0"/>
              <a:pathLst>
                <a:path w="1013670" h="860475">
                  <a:moveTo>
                    <a:pt x="47724" y="496468"/>
                  </a:moveTo>
                  <a:lnTo>
                    <a:pt x="12871" y="490734"/>
                  </a:lnTo>
                  <a:lnTo>
                    <a:pt x="0" y="483129"/>
                  </a:lnTo>
                  <a:close/>
                  <a:moveTo>
                    <a:pt x="365576" y="841196"/>
                  </a:moveTo>
                  <a:lnTo>
                    <a:pt x="351899" y="834130"/>
                  </a:lnTo>
                  <a:lnTo>
                    <a:pt x="376776" y="854703"/>
                  </a:lnTo>
                  <a:close/>
                  <a:moveTo>
                    <a:pt x="293695" y="697023"/>
                  </a:moveTo>
                  <a:lnTo>
                    <a:pt x="284634" y="727485"/>
                  </a:lnTo>
                  <a:lnTo>
                    <a:pt x="289455" y="715994"/>
                  </a:lnTo>
                  <a:close/>
                  <a:moveTo>
                    <a:pt x="47724" y="496468"/>
                  </a:moveTo>
                  <a:lnTo>
                    <a:pt x="88118" y="510414"/>
                  </a:lnTo>
                  <a:lnTo>
                    <a:pt x="101928" y="478344"/>
                  </a:lnTo>
                  <a:close/>
                  <a:moveTo>
                    <a:pt x="12871" y="490734"/>
                  </a:moveTo>
                  <a:lnTo>
                    <a:pt x="47724" y="496468"/>
                  </a:lnTo>
                  <a:lnTo>
                    <a:pt x="69482" y="481611"/>
                  </a:lnTo>
                  <a:close/>
                  <a:moveTo>
                    <a:pt x="33847" y="472950"/>
                  </a:moveTo>
                  <a:lnTo>
                    <a:pt x="12871" y="490734"/>
                  </a:lnTo>
                  <a:lnTo>
                    <a:pt x="69482" y="481611"/>
                  </a:lnTo>
                  <a:close/>
                  <a:moveTo>
                    <a:pt x="339106" y="789504"/>
                  </a:moveTo>
                  <a:lnTo>
                    <a:pt x="320119" y="752749"/>
                  </a:lnTo>
                  <a:lnTo>
                    <a:pt x="322905" y="768207"/>
                  </a:lnTo>
                  <a:close/>
                  <a:moveTo>
                    <a:pt x="284634" y="727485"/>
                  </a:moveTo>
                  <a:lnTo>
                    <a:pt x="320119" y="752749"/>
                  </a:lnTo>
                  <a:lnTo>
                    <a:pt x="302741" y="730844"/>
                  </a:lnTo>
                  <a:close/>
                  <a:moveTo>
                    <a:pt x="289455" y="715994"/>
                  </a:moveTo>
                  <a:lnTo>
                    <a:pt x="284634" y="727485"/>
                  </a:lnTo>
                  <a:lnTo>
                    <a:pt x="302741" y="730844"/>
                  </a:lnTo>
                  <a:close/>
                  <a:moveTo>
                    <a:pt x="365576" y="841196"/>
                  </a:moveTo>
                  <a:lnTo>
                    <a:pt x="404052" y="860475"/>
                  </a:lnTo>
                  <a:lnTo>
                    <a:pt x="421410" y="829166"/>
                  </a:lnTo>
                  <a:close/>
                  <a:moveTo>
                    <a:pt x="302741" y="730844"/>
                  </a:moveTo>
                  <a:lnTo>
                    <a:pt x="320119" y="752749"/>
                  </a:lnTo>
                  <a:lnTo>
                    <a:pt x="323022" y="741024"/>
                  </a:lnTo>
                  <a:close/>
                  <a:moveTo>
                    <a:pt x="289455" y="715994"/>
                  </a:moveTo>
                  <a:lnTo>
                    <a:pt x="323022" y="741024"/>
                  </a:lnTo>
                  <a:lnTo>
                    <a:pt x="285049" y="700060"/>
                  </a:lnTo>
                  <a:close/>
                  <a:moveTo>
                    <a:pt x="302741" y="730844"/>
                  </a:moveTo>
                  <a:lnTo>
                    <a:pt x="323022" y="741024"/>
                  </a:lnTo>
                  <a:lnTo>
                    <a:pt x="289455" y="715994"/>
                  </a:lnTo>
                  <a:close/>
                  <a:moveTo>
                    <a:pt x="242166" y="628938"/>
                  </a:moveTo>
                  <a:lnTo>
                    <a:pt x="243445" y="599642"/>
                  </a:lnTo>
                  <a:lnTo>
                    <a:pt x="211140" y="605729"/>
                  </a:lnTo>
                  <a:close/>
                  <a:moveTo>
                    <a:pt x="205193" y="568974"/>
                  </a:moveTo>
                  <a:lnTo>
                    <a:pt x="211140" y="605729"/>
                  </a:lnTo>
                  <a:lnTo>
                    <a:pt x="220677" y="551790"/>
                  </a:lnTo>
                  <a:close/>
                  <a:moveTo>
                    <a:pt x="207599" y="528068"/>
                  </a:moveTo>
                  <a:lnTo>
                    <a:pt x="199830" y="518518"/>
                  </a:lnTo>
                  <a:lnTo>
                    <a:pt x="220677" y="551790"/>
                  </a:lnTo>
                  <a:close/>
                  <a:moveTo>
                    <a:pt x="220677" y="551790"/>
                  </a:moveTo>
                  <a:lnTo>
                    <a:pt x="199830" y="518518"/>
                  </a:lnTo>
                  <a:lnTo>
                    <a:pt x="194205" y="532219"/>
                  </a:lnTo>
                  <a:close/>
                  <a:moveTo>
                    <a:pt x="168727" y="478280"/>
                  </a:moveTo>
                  <a:lnTo>
                    <a:pt x="174762" y="501504"/>
                  </a:lnTo>
                  <a:lnTo>
                    <a:pt x="160832" y="523134"/>
                  </a:lnTo>
                  <a:close/>
                  <a:moveTo>
                    <a:pt x="160832" y="523134"/>
                  </a:moveTo>
                  <a:lnTo>
                    <a:pt x="174762" y="501504"/>
                  </a:lnTo>
                  <a:lnTo>
                    <a:pt x="199830" y="518518"/>
                  </a:lnTo>
                  <a:close/>
                  <a:moveTo>
                    <a:pt x="104969" y="451967"/>
                  </a:moveTo>
                  <a:lnTo>
                    <a:pt x="69482" y="481611"/>
                  </a:lnTo>
                  <a:lnTo>
                    <a:pt x="101928" y="478344"/>
                  </a:lnTo>
                  <a:close/>
                  <a:moveTo>
                    <a:pt x="140960" y="441526"/>
                  </a:moveTo>
                  <a:lnTo>
                    <a:pt x="124099" y="404771"/>
                  </a:lnTo>
                  <a:lnTo>
                    <a:pt x="104969" y="451967"/>
                  </a:lnTo>
                  <a:close/>
                  <a:moveTo>
                    <a:pt x="124099" y="404771"/>
                  </a:moveTo>
                  <a:lnTo>
                    <a:pt x="105908" y="406457"/>
                  </a:lnTo>
                  <a:lnTo>
                    <a:pt x="104969" y="451967"/>
                  </a:lnTo>
                  <a:close/>
                  <a:moveTo>
                    <a:pt x="77688" y="387712"/>
                  </a:moveTo>
                  <a:lnTo>
                    <a:pt x="100616" y="404771"/>
                  </a:lnTo>
                  <a:lnTo>
                    <a:pt x="105908" y="406457"/>
                  </a:lnTo>
                  <a:close/>
                  <a:moveTo>
                    <a:pt x="69173" y="384246"/>
                  </a:moveTo>
                  <a:lnTo>
                    <a:pt x="100616" y="404771"/>
                  </a:lnTo>
                  <a:lnTo>
                    <a:pt x="77688" y="387712"/>
                  </a:lnTo>
                  <a:close/>
                  <a:moveTo>
                    <a:pt x="383074" y="719291"/>
                  </a:moveTo>
                  <a:lnTo>
                    <a:pt x="396962" y="737758"/>
                  </a:lnTo>
                  <a:lnTo>
                    <a:pt x="394445" y="735565"/>
                  </a:lnTo>
                  <a:close/>
                  <a:moveTo>
                    <a:pt x="367306" y="687363"/>
                  </a:moveTo>
                  <a:lnTo>
                    <a:pt x="383074" y="719291"/>
                  </a:lnTo>
                  <a:lnTo>
                    <a:pt x="394445" y="735565"/>
                  </a:lnTo>
                  <a:close/>
                  <a:moveTo>
                    <a:pt x="312325" y="571362"/>
                  </a:moveTo>
                  <a:lnTo>
                    <a:pt x="330336" y="613233"/>
                  </a:lnTo>
                  <a:lnTo>
                    <a:pt x="350154" y="591120"/>
                  </a:lnTo>
                  <a:close/>
                  <a:moveTo>
                    <a:pt x="183400" y="504786"/>
                  </a:moveTo>
                  <a:lnTo>
                    <a:pt x="207599" y="528068"/>
                  </a:lnTo>
                  <a:lnTo>
                    <a:pt x="207432" y="512338"/>
                  </a:lnTo>
                  <a:close/>
                  <a:moveTo>
                    <a:pt x="241355" y="497852"/>
                  </a:moveTo>
                  <a:lnTo>
                    <a:pt x="207599" y="528068"/>
                  </a:lnTo>
                  <a:lnTo>
                    <a:pt x="220677" y="551790"/>
                  </a:lnTo>
                  <a:close/>
                  <a:moveTo>
                    <a:pt x="207432" y="512338"/>
                  </a:moveTo>
                  <a:lnTo>
                    <a:pt x="220531" y="480211"/>
                  </a:lnTo>
                  <a:lnTo>
                    <a:pt x="183400" y="504786"/>
                  </a:lnTo>
                  <a:close/>
                  <a:moveTo>
                    <a:pt x="150587" y="424342"/>
                  </a:moveTo>
                  <a:lnTo>
                    <a:pt x="124099" y="404771"/>
                  </a:lnTo>
                  <a:lnTo>
                    <a:pt x="140960" y="441526"/>
                  </a:lnTo>
                  <a:close/>
                  <a:moveTo>
                    <a:pt x="130143" y="391416"/>
                  </a:moveTo>
                  <a:lnTo>
                    <a:pt x="100616" y="404771"/>
                  </a:lnTo>
                  <a:lnTo>
                    <a:pt x="120089" y="394928"/>
                  </a:lnTo>
                  <a:close/>
                  <a:moveTo>
                    <a:pt x="120089" y="394928"/>
                  </a:moveTo>
                  <a:lnTo>
                    <a:pt x="100616" y="404771"/>
                  </a:lnTo>
                  <a:lnTo>
                    <a:pt x="104202" y="363097"/>
                  </a:lnTo>
                  <a:close/>
                  <a:moveTo>
                    <a:pt x="312325" y="571362"/>
                  </a:moveTo>
                  <a:lnTo>
                    <a:pt x="350154" y="591120"/>
                  </a:lnTo>
                  <a:lnTo>
                    <a:pt x="357125" y="561398"/>
                  </a:lnTo>
                  <a:close/>
                  <a:moveTo>
                    <a:pt x="311240" y="570203"/>
                  </a:moveTo>
                  <a:lnTo>
                    <a:pt x="357125" y="561398"/>
                  </a:lnTo>
                  <a:lnTo>
                    <a:pt x="357809" y="523532"/>
                  </a:lnTo>
                  <a:close/>
                  <a:moveTo>
                    <a:pt x="247009" y="407159"/>
                  </a:moveTo>
                  <a:lnTo>
                    <a:pt x="235599" y="440339"/>
                  </a:lnTo>
                  <a:lnTo>
                    <a:pt x="251916" y="413767"/>
                  </a:lnTo>
                  <a:close/>
                  <a:moveTo>
                    <a:pt x="239801" y="443914"/>
                  </a:moveTo>
                  <a:lnTo>
                    <a:pt x="263894" y="421554"/>
                  </a:lnTo>
                  <a:lnTo>
                    <a:pt x="251916" y="413767"/>
                  </a:lnTo>
                  <a:close/>
                  <a:moveTo>
                    <a:pt x="308508" y="367572"/>
                  </a:moveTo>
                  <a:lnTo>
                    <a:pt x="340140" y="396219"/>
                  </a:lnTo>
                  <a:lnTo>
                    <a:pt x="346688" y="385744"/>
                  </a:lnTo>
                  <a:close/>
                  <a:moveTo>
                    <a:pt x="284128" y="370404"/>
                  </a:moveTo>
                  <a:lnTo>
                    <a:pt x="340140" y="396219"/>
                  </a:lnTo>
                  <a:lnTo>
                    <a:pt x="308508" y="367572"/>
                  </a:lnTo>
                  <a:close/>
                  <a:moveTo>
                    <a:pt x="275646" y="353220"/>
                  </a:moveTo>
                  <a:lnTo>
                    <a:pt x="284024" y="370005"/>
                  </a:lnTo>
                  <a:lnTo>
                    <a:pt x="308508" y="367572"/>
                  </a:lnTo>
                  <a:close/>
                  <a:moveTo>
                    <a:pt x="275646" y="353220"/>
                  </a:moveTo>
                  <a:lnTo>
                    <a:pt x="267803" y="316465"/>
                  </a:lnTo>
                  <a:lnTo>
                    <a:pt x="275531" y="332162"/>
                  </a:lnTo>
                  <a:close/>
                  <a:moveTo>
                    <a:pt x="513711" y="604856"/>
                  </a:moveTo>
                  <a:lnTo>
                    <a:pt x="512252" y="631031"/>
                  </a:lnTo>
                  <a:lnTo>
                    <a:pt x="530253" y="610505"/>
                  </a:lnTo>
                  <a:close/>
                  <a:moveTo>
                    <a:pt x="509391" y="563621"/>
                  </a:moveTo>
                  <a:lnTo>
                    <a:pt x="530253" y="610505"/>
                  </a:lnTo>
                  <a:lnTo>
                    <a:pt x="518309" y="573750"/>
                  </a:lnTo>
                  <a:close/>
                  <a:moveTo>
                    <a:pt x="513711" y="604856"/>
                  </a:moveTo>
                  <a:lnTo>
                    <a:pt x="530253" y="610505"/>
                  </a:lnTo>
                  <a:lnTo>
                    <a:pt x="509391" y="563621"/>
                  </a:lnTo>
                  <a:close/>
                  <a:moveTo>
                    <a:pt x="513711" y="604856"/>
                  </a:moveTo>
                  <a:lnTo>
                    <a:pt x="509391" y="563621"/>
                  </a:lnTo>
                  <a:lnTo>
                    <a:pt x="508004" y="593322"/>
                  </a:lnTo>
                  <a:close/>
                  <a:moveTo>
                    <a:pt x="473776" y="520739"/>
                  </a:moveTo>
                  <a:lnTo>
                    <a:pt x="509391" y="563621"/>
                  </a:lnTo>
                  <a:lnTo>
                    <a:pt x="490366" y="534341"/>
                  </a:lnTo>
                  <a:close/>
                  <a:moveTo>
                    <a:pt x="473776" y="520739"/>
                  </a:moveTo>
                  <a:lnTo>
                    <a:pt x="490366" y="534341"/>
                  </a:lnTo>
                  <a:lnTo>
                    <a:pt x="485010" y="529178"/>
                  </a:lnTo>
                  <a:close/>
                  <a:moveTo>
                    <a:pt x="391670" y="429350"/>
                  </a:moveTo>
                  <a:lnTo>
                    <a:pt x="436492" y="461557"/>
                  </a:lnTo>
                  <a:lnTo>
                    <a:pt x="454246" y="442526"/>
                  </a:lnTo>
                  <a:close/>
                  <a:moveTo>
                    <a:pt x="391670" y="429350"/>
                  </a:moveTo>
                  <a:lnTo>
                    <a:pt x="454246" y="442526"/>
                  </a:lnTo>
                  <a:lnTo>
                    <a:pt x="418024" y="431674"/>
                  </a:lnTo>
                  <a:close/>
                  <a:moveTo>
                    <a:pt x="388693" y="409547"/>
                  </a:moveTo>
                  <a:lnTo>
                    <a:pt x="391670" y="429350"/>
                  </a:lnTo>
                  <a:lnTo>
                    <a:pt x="418024" y="431674"/>
                  </a:lnTo>
                  <a:close/>
                  <a:moveTo>
                    <a:pt x="388693" y="409547"/>
                  </a:moveTo>
                  <a:lnTo>
                    <a:pt x="389871" y="426730"/>
                  </a:lnTo>
                  <a:lnTo>
                    <a:pt x="391670" y="429350"/>
                  </a:lnTo>
                  <a:close/>
                  <a:moveTo>
                    <a:pt x="368009" y="389975"/>
                  </a:moveTo>
                  <a:lnTo>
                    <a:pt x="389871" y="426730"/>
                  </a:lnTo>
                  <a:lnTo>
                    <a:pt x="388693" y="409547"/>
                  </a:lnTo>
                  <a:close/>
                  <a:moveTo>
                    <a:pt x="368009" y="389975"/>
                  </a:moveTo>
                  <a:lnTo>
                    <a:pt x="388693" y="409547"/>
                  </a:lnTo>
                  <a:lnTo>
                    <a:pt x="372468" y="372792"/>
                  </a:lnTo>
                  <a:close/>
                  <a:moveTo>
                    <a:pt x="368009" y="389975"/>
                  </a:moveTo>
                  <a:lnTo>
                    <a:pt x="372468" y="372792"/>
                  </a:lnTo>
                  <a:lnTo>
                    <a:pt x="346688" y="385744"/>
                  </a:lnTo>
                  <a:close/>
                  <a:moveTo>
                    <a:pt x="372468" y="372792"/>
                  </a:moveTo>
                  <a:lnTo>
                    <a:pt x="364991" y="357967"/>
                  </a:lnTo>
                  <a:lnTo>
                    <a:pt x="346688" y="385744"/>
                  </a:lnTo>
                  <a:close/>
                  <a:moveTo>
                    <a:pt x="312100" y="336037"/>
                  </a:moveTo>
                  <a:lnTo>
                    <a:pt x="275646" y="353220"/>
                  </a:lnTo>
                  <a:lnTo>
                    <a:pt x="308508" y="367572"/>
                  </a:lnTo>
                  <a:close/>
                  <a:moveTo>
                    <a:pt x="312100" y="336037"/>
                  </a:moveTo>
                  <a:lnTo>
                    <a:pt x="267803" y="316465"/>
                  </a:lnTo>
                  <a:lnTo>
                    <a:pt x="275646" y="353220"/>
                  </a:lnTo>
                  <a:close/>
                  <a:moveTo>
                    <a:pt x="308508" y="367572"/>
                  </a:moveTo>
                  <a:lnTo>
                    <a:pt x="346688" y="385744"/>
                  </a:lnTo>
                  <a:lnTo>
                    <a:pt x="364991" y="357967"/>
                  </a:lnTo>
                  <a:close/>
                  <a:moveTo>
                    <a:pt x="619972" y="592209"/>
                  </a:moveTo>
                  <a:lnTo>
                    <a:pt x="623337" y="593322"/>
                  </a:lnTo>
                  <a:lnTo>
                    <a:pt x="607471" y="582807"/>
                  </a:lnTo>
                  <a:close/>
                  <a:moveTo>
                    <a:pt x="619972" y="592209"/>
                  </a:moveTo>
                  <a:lnTo>
                    <a:pt x="622900" y="576139"/>
                  </a:lnTo>
                  <a:lnTo>
                    <a:pt x="629213" y="592220"/>
                  </a:lnTo>
                  <a:close/>
                  <a:moveTo>
                    <a:pt x="613932" y="569629"/>
                  </a:moveTo>
                  <a:lnTo>
                    <a:pt x="629213" y="592220"/>
                  </a:lnTo>
                  <a:lnTo>
                    <a:pt x="622900" y="576139"/>
                  </a:lnTo>
                  <a:close/>
                  <a:moveTo>
                    <a:pt x="587591" y="554222"/>
                  </a:moveTo>
                  <a:lnTo>
                    <a:pt x="629213" y="592220"/>
                  </a:lnTo>
                  <a:lnTo>
                    <a:pt x="613932" y="569629"/>
                  </a:lnTo>
                  <a:close/>
                  <a:moveTo>
                    <a:pt x="607471" y="582807"/>
                  </a:moveTo>
                  <a:lnTo>
                    <a:pt x="623337" y="593322"/>
                  </a:lnTo>
                  <a:lnTo>
                    <a:pt x="587830" y="568245"/>
                  </a:lnTo>
                  <a:close/>
                  <a:moveTo>
                    <a:pt x="557801" y="502629"/>
                  </a:moveTo>
                  <a:lnTo>
                    <a:pt x="532750" y="486888"/>
                  </a:lnTo>
                  <a:lnTo>
                    <a:pt x="556717" y="507486"/>
                  </a:lnTo>
                  <a:close/>
                  <a:moveTo>
                    <a:pt x="530019" y="483057"/>
                  </a:moveTo>
                  <a:lnTo>
                    <a:pt x="532750" y="486888"/>
                  </a:lnTo>
                  <a:lnTo>
                    <a:pt x="557801" y="502629"/>
                  </a:lnTo>
                  <a:close/>
                  <a:moveTo>
                    <a:pt x="544143" y="465874"/>
                  </a:moveTo>
                  <a:lnTo>
                    <a:pt x="530019" y="483057"/>
                  </a:lnTo>
                  <a:lnTo>
                    <a:pt x="557801" y="502629"/>
                  </a:lnTo>
                  <a:close/>
                  <a:moveTo>
                    <a:pt x="454246" y="442526"/>
                  </a:moveTo>
                  <a:lnTo>
                    <a:pt x="485750" y="435735"/>
                  </a:lnTo>
                  <a:lnTo>
                    <a:pt x="467258" y="394966"/>
                  </a:lnTo>
                  <a:close/>
                  <a:moveTo>
                    <a:pt x="364991" y="357967"/>
                  </a:moveTo>
                  <a:lnTo>
                    <a:pt x="372468" y="372792"/>
                  </a:lnTo>
                  <a:lnTo>
                    <a:pt x="370522" y="371519"/>
                  </a:lnTo>
                  <a:close/>
                  <a:moveTo>
                    <a:pt x="402249" y="283319"/>
                  </a:moveTo>
                  <a:lnTo>
                    <a:pt x="372996" y="263324"/>
                  </a:lnTo>
                  <a:lnTo>
                    <a:pt x="399125" y="282099"/>
                  </a:lnTo>
                  <a:close/>
                  <a:moveTo>
                    <a:pt x="405076" y="287055"/>
                  </a:moveTo>
                  <a:lnTo>
                    <a:pt x="402249" y="283319"/>
                  </a:lnTo>
                  <a:lnTo>
                    <a:pt x="399125" y="282099"/>
                  </a:lnTo>
                  <a:close/>
                  <a:moveTo>
                    <a:pt x="666984" y="516766"/>
                  </a:moveTo>
                  <a:lnTo>
                    <a:pt x="712469" y="506875"/>
                  </a:lnTo>
                  <a:lnTo>
                    <a:pt x="659357" y="478219"/>
                  </a:lnTo>
                  <a:close/>
                  <a:moveTo>
                    <a:pt x="712469" y="506875"/>
                  </a:moveTo>
                  <a:lnTo>
                    <a:pt x="718242" y="522200"/>
                  </a:lnTo>
                  <a:lnTo>
                    <a:pt x="688850" y="504375"/>
                  </a:lnTo>
                  <a:close/>
                  <a:moveTo>
                    <a:pt x="812441" y="487833"/>
                  </a:moveTo>
                  <a:lnTo>
                    <a:pt x="842734" y="524589"/>
                  </a:lnTo>
                  <a:lnTo>
                    <a:pt x="850429" y="520727"/>
                  </a:lnTo>
                  <a:close/>
                  <a:moveTo>
                    <a:pt x="888076" y="558526"/>
                  </a:moveTo>
                  <a:lnTo>
                    <a:pt x="907861" y="536290"/>
                  </a:lnTo>
                  <a:lnTo>
                    <a:pt x="846442" y="527437"/>
                  </a:lnTo>
                  <a:close/>
                  <a:moveTo>
                    <a:pt x="801334" y="399311"/>
                  </a:moveTo>
                  <a:lnTo>
                    <a:pt x="789676" y="439774"/>
                  </a:lnTo>
                  <a:lnTo>
                    <a:pt x="824928" y="397140"/>
                  </a:lnTo>
                  <a:close/>
                  <a:moveTo>
                    <a:pt x="761890" y="414324"/>
                  </a:moveTo>
                  <a:lnTo>
                    <a:pt x="801334" y="399311"/>
                  </a:lnTo>
                  <a:lnTo>
                    <a:pt x="802650" y="392075"/>
                  </a:lnTo>
                  <a:close/>
                  <a:moveTo>
                    <a:pt x="802083" y="343202"/>
                  </a:moveTo>
                  <a:lnTo>
                    <a:pt x="802650" y="392075"/>
                  </a:lnTo>
                  <a:lnTo>
                    <a:pt x="818360" y="354603"/>
                  </a:lnTo>
                  <a:close/>
                  <a:moveTo>
                    <a:pt x="797768" y="397140"/>
                  </a:moveTo>
                  <a:lnTo>
                    <a:pt x="760925" y="360649"/>
                  </a:lnTo>
                  <a:lnTo>
                    <a:pt x="785442" y="385143"/>
                  </a:lnTo>
                  <a:close/>
                  <a:moveTo>
                    <a:pt x="777097" y="323630"/>
                  </a:moveTo>
                  <a:lnTo>
                    <a:pt x="802083" y="343202"/>
                  </a:lnTo>
                  <a:lnTo>
                    <a:pt x="776922" y="306447"/>
                  </a:lnTo>
                  <a:close/>
                  <a:moveTo>
                    <a:pt x="596721" y="120445"/>
                  </a:moveTo>
                  <a:lnTo>
                    <a:pt x="620367" y="112647"/>
                  </a:lnTo>
                  <a:lnTo>
                    <a:pt x="563988" y="122640"/>
                  </a:lnTo>
                  <a:close/>
                  <a:moveTo>
                    <a:pt x="822242" y="337567"/>
                  </a:moveTo>
                  <a:lnTo>
                    <a:pt x="818360" y="354603"/>
                  </a:lnTo>
                  <a:lnTo>
                    <a:pt x="853933" y="338890"/>
                  </a:lnTo>
                  <a:close/>
                  <a:moveTo>
                    <a:pt x="683565" y="105489"/>
                  </a:moveTo>
                  <a:lnTo>
                    <a:pt x="676406" y="101383"/>
                  </a:lnTo>
                  <a:lnTo>
                    <a:pt x="656214" y="122097"/>
                  </a:lnTo>
                  <a:close/>
                  <a:moveTo>
                    <a:pt x="620367" y="112647"/>
                  </a:moveTo>
                  <a:lnTo>
                    <a:pt x="656214" y="122097"/>
                  </a:lnTo>
                  <a:lnTo>
                    <a:pt x="676406" y="101383"/>
                  </a:lnTo>
                  <a:close/>
                  <a:moveTo>
                    <a:pt x="938230" y="332842"/>
                  </a:moveTo>
                  <a:lnTo>
                    <a:pt x="993617" y="351341"/>
                  </a:lnTo>
                  <a:lnTo>
                    <a:pt x="998208" y="336304"/>
                  </a:lnTo>
                  <a:close/>
                  <a:moveTo>
                    <a:pt x="926310" y="272080"/>
                  </a:moveTo>
                  <a:lnTo>
                    <a:pt x="894133" y="243803"/>
                  </a:lnTo>
                  <a:lnTo>
                    <a:pt x="906070" y="252509"/>
                  </a:lnTo>
                  <a:close/>
                  <a:moveTo>
                    <a:pt x="841718" y="169832"/>
                  </a:moveTo>
                  <a:lnTo>
                    <a:pt x="862463" y="198570"/>
                  </a:lnTo>
                  <a:lnTo>
                    <a:pt x="860365" y="194663"/>
                  </a:lnTo>
                  <a:close/>
                  <a:moveTo>
                    <a:pt x="841016" y="161815"/>
                  </a:moveTo>
                  <a:lnTo>
                    <a:pt x="841718" y="169832"/>
                  </a:lnTo>
                  <a:lnTo>
                    <a:pt x="860365" y="194663"/>
                  </a:lnTo>
                  <a:close/>
                  <a:moveTo>
                    <a:pt x="998208" y="336304"/>
                  </a:moveTo>
                  <a:lnTo>
                    <a:pt x="1013670" y="308835"/>
                  </a:lnTo>
                  <a:lnTo>
                    <a:pt x="1008373" y="294598"/>
                  </a:lnTo>
                  <a:close/>
                  <a:moveTo>
                    <a:pt x="997001" y="259096"/>
                  </a:moveTo>
                  <a:lnTo>
                    <a:pt x="1008373" y="294598"/>
                  </a:lnTo>
                  <a:lnTo>
                    <a:pt x="1013670" y="308835"/>
                  </a:lnTo>
                  <a:close/>
                  <a:moveTo>
                    <a:pt x="962205" y="260297"/>
                  </a:moveTo>
                  <a:lnTo>
                    <a:pt x="910491" y="257500"/>
                  </a:lnTo>
                  <a:lnTo>
                    <a:pt x="926310" y="272080"/>
                  </a:lnTo>
                  <a:close/>
                  <a:moveTo>
                    <a:pt x="962205" y="260297"/>
                  </a:moveTo>
                  <a:lnTo>
                    <a:pt x="997001" y="259096"/>
                  </a:lnTo>
                  <a:lnTo>
                    <a:pt x="975014" y="232224"/>
                  </a:lnTo>
                  <a:close/>
                  <a:moveTo>
                    <a:pt x="962205" y="260297"/>
                  </a:moveTo>
                  <a:lnTo>
                    <a:pt x="975014" y="232224"/>
                  </a:lnTo>
                  <a:lnTo>
                    <a:pt x="956097" y="220515"/>
                  </a:lnTo>
                  <a:close/>
                  <a:moveTo>
                    <a:pt x="943967" y="185629"/>
                  </a:moveTo>
                  <a:lnTo>
                    <a:pt x="924309" y="212953"/>
                  </a:lnTo>
                  <a:lnTo>
                    <a:pt x="922916" y="220402"/>
                  </a:lnTo>
                  <a:close/>
                  <a:moveTo>
                    <a:pt x="854010" y="144632"/>
                  </a:moveTo>
                  <a:lnTo>
                    <a:pt x="811474" y="122586"/>
                  </a:lnTo>
                  <a:lnTo>
                    <a:pt x="818339" y="125060"/>
                  </a:lnTo>
                  <a:close/>
                  <a:moveTo>
                    <a:pt x="854010" y="144632"/>
                  </a:moveTo>
                  <a:lnTo>
                    <a:pt x="818339" y="125060"/>
                  </a:lnTo>
                  <a:lnTo>
                    <a:pt x="841016" y="161815"/>
                  </a:lnTo>
                  <a:close/>
                  <a:moveTo>
                    <a:pt x="948573" y="0"/>
                  </a:moveTo>
                  <a:lnTo>
                    <a:pt x="913710" y="17183"/>
                  </a:lnTo>
                  <a:lnTo>
                    <a:pt x="936990" y="39580"/>
                  </a:lnTo>
                  <a:close/>
                  <a:moveTo>
                    <a:pt x="953085" y="3548"/>
                  </a:moveTo>
                  <a:lnTo>
                    <a:pt x="966232" y="15629"/>
                  </a:lnTo>
                  <a:lnTo>
                    <a:pt x="955486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45" name="Input_density__44">
              <a:extLst>
                <a:ext uri="{FF2B5EF4-FFF2-40B4-BE49-F238E27FC236}">
                  <a16:creationId xmlns:a16="http://schemas.microsoft.com/office/drawing/2014/main" id="{E8D2D629-C08D-01E9-3305-3E317B7F28F7}"/>
                </a:ext>
              </a:extLst>
            </p:cNvPr>
            <p:cNvSpPr>
              <a:spLocks noGrp="1"/>
            </p:cNvSpPr>
            <p:nvPr/>
          </p:nvSpPr>
          <p:spPr>
            <a:xfrm>
              <a:off x="980619" y="2459023"/>
              <a:ext cx="927290" cy="754986"/>
            </a:xfrm>
            <a:custGeom>
              <a:avLst/>
              <a:gdLst/>
              <a:ahLst/>
              <a:cxnLst/>
              <a:rect l="0" t="0" r="0" b="0"/>
              <a:pathLst>
                <a:path w="927290" h="754986">
                  <a:moveTo>
                    <a:pt x="356328" y="754986"/>
                  </a:moveTo>
                  <a:lnTo>
                    <a:pt x="317852" y="735708"/>
                  </a:lnTo>
                  <a:lnTo>
                    <a:pt x="329052" y="749214"/>
                  </a:lnTo>
                  <a:close/>
                  <a:moveTo>
                    <a:pt x="0" y="390980"/>
                  </a:moveTo>
                  <a:lnTo>
                    <a:pt x="54204" y="372855"/>
                  </a:lnTo>
                  <a:lnTo>
                    <a:pt x="21758" y="376123"/>
                  </a:lnTo>
                  <a:close/>
                  <a:moveTo>
                    <a:pt x="373686" y="723677"/>
                  </a:moveTo>
                  <a:lnTo>
                    <a:pt x="356328" y="754986"/>
                  </a:lnTo>
                  <a:lnTo>
                    <a:pt x="409310" y="732293"/>
                  </a:lnTo>
                  <a:close/>
                  <a:moveTo>
                    <a:pt x="163416" y="500240"/>
                  </a:moveTo>
                  <a:lnTo>
                    <a:pt x="195721" y="494154"/>
                  </a:lnTo>
                  <a:lnTo>
                    <a:pt x="203682" y="461789"/>
                  </a:lnTo>
                  <a:close/>
                  <a:moveTo>
                    <a:pt x="172953" y="446302"/>
                  </a:moveTo>
                  <a:lnTo>
                    <a:pt x="163416" y="500240"/>
                  </a:lnTo>
                  <a:lnTo>
                    <a:pt x="203682" y="461789"/>
                  </a:lnTo>
                  <a:close/>
                  <a:moveTo>
                    <a:pt x="30640" y="341020"/>
                  </a:moveTo>
                  <a:lnTo>
                    <a:pt x="21758" y="376123"/>
                  </a:lnTo>
                  <a:lnTo>
                    <a:pt x="57245" y="346479"/>
                  </a:lnTo>
                  <a:close/>
                  <a:moveTo>
                    <a:pt x="52892" y="299282"/>
                  </a:moveTo>
                  <a:lnTo>
                    <a:pt x="33376" y="323349"/>
                  </a:lnTo>
                  <a:lnTo>
                    <a:pt x="58183" y="300969"/>
                  </a:lnTo>
                  <a:close/>
                  <a:moveTo>
                    <a:pt x="58183" y="300969"/>
                  </a:moveTo>
                  <a:lnTo>
                    <a:pt x="30640" y="341020"/>
                  </a:lnTo>
                  <a:lnTo>
                    <a:pt x="57245" y="346479"/>
                  </a:lnTo>
                  <a:close/>
                  <a:moveTo>
                    <a:pt x="152106" y="413029"/>
                  </a:moveTo>
                  <a:lnTo>
                    <a:pt x="159875" y="422579"/>
                  </a:lnTo>
                  <a:lnTo>
                    <a:pt x="125181" y="452578"/>
                  </a:lnTo>
                  <a:close/>
                  <a:moveTo>
                    <a:pt x="409310" y="732293"/>
                  </a:moveTo>
                  <a:lnTo>
                    <a:pt x="430306" y="714587"/>
                  </a:lnTo>
                  <a:lnTo>
                    <a:pt x="373686" y="723677"/>
                  </a:lnTo>
                  <a:close/>
                  <a:moveTo>
                    <a:pt x="172953" y="446302"/>
                  </a:moveTo>
                  <a:lnTo>
                    <a:pt x="203682" y="461789"/>
                  </a:lnTo>
                  <a:lnTo>
                    <a:pt x="225221" y="446114"/>
                  </a:lnTo>
                  <a:close/>
                  <a:moveTo>
                    <a:pt x="263516" y="464715"/>
                  </a:moveTo>
                  <a:lnTo>
                    <a:pt x="236672" y="443202"/>
                  </a:lnTo>
                  <a:lnTo>
                    <a:pt x="264600" y="465874"/>
                  </a:lnTo>
                  <a:close/>
                  <a:moveTo>
                    <a:pt x="225221" y="446114"/>
                  </a:moveTo>
                  <a:lnTo>
                    <a:pt x="203682" y="461789"/>
                  </a:lnTo>
                  <a:lnTo>
                    <a:pt x="263516" y="464715"/>
                  </a:lnTo>
                  <a:close/>
                  <a:moveTo>
                    <a:pt x="102863" y="318854"/>
                  </a:moveTo>
                  <a:lnTo>
                    <a:pt x="72365" y="289439"/>
                  </a:lnTo>
                  <a:lnTo>
                    <a:pt x="76375" y="299282"/>
                  </a:lnTo>
                  <a:close/>
                  <a:moveTo>
                    <a:pt x="263516" y="464715"/>
                  </a:moveTo>
                  <a:lnTo>
                    <a:pt x="310085" y="418043"/>
                  </a:lnTo>
                  <a:lnTo>
                    <a:pt x="282757" y="440447"/>
                  </a:lnTo>
                  <a:close/>
                  <a:moveTo>
                    <a:pt x="302430" y="485632"/>
                  </a:moveTo>
                  <a:lnTo>
                    <a:pt x="322734" y="465874"/>
                  </a:lnTo>
                  <a:lnTo>
                    <a:pt x="309401" y="455910"/>
                  </a:lnTo>
                  <a:close/>
                  <a:moveTo>
                    <a:pt x="322734" y="465874"/>
                  </a:moveTo>
                  <a:lnTo>
                    <a:pt x="310085" y="418043"/>
                  </a:lnTo>
                  <a:lnTo>
                    <a:pt x="309401" y="455910"/>
                  </a:lnTo>
                  <a:close/>
                  <a:moveTo>
                    <a:pt x="282757" y="440447"/>
                  </a:moveTo>
                  <a:lnTo>
                    <a:pt x="225221" y="446114"/>
                  </a:lnTo>
                  <a:lnTo>
                    <a:pt x="263516" y="464715"/>
                  </a:lnTo>
                  <a:close/>
                  <a:moveTo>
                    <a:pt x="182771" y="253858"/>
                  </a:moveTo>
                  <a:lnTo>
                    <a:pt x="199285" y="301670"/>
                  </a:lnTo>
                  <a:lnTo>
                    <a:pt x="188574" y="264915"/>
                  </a:lnTo>
                  <a:close/>
                  <a:moveTo>
                    <a:pt x="464527" y="525542"/>
                  </a:moveTo>
                  <a:lnTo>
                    <a:pt x="465987" y="499367"/>
                  </a:lnTo>
                  <a:lnTo>
                    <a:pt x="463457" y="541772"/>
                  </a:lnTo>
                  <a:close/>
                  <a:moveTo>
                    <a:pt x="442641" y="428853"/>
                  </a:moveTo>
                  <a:lnTo>
                    <a:pt x="461667" y="458132"/>
                  </a:lnTo>
                  <a:lnTo>
                    <a:pt x="470585" y="468262"/>
                  </a:lnTo>
                  <a:close/>
                  <a:moveTo>
                    <a:pt x="264375" y="230548"/>
                  </a:moveTo>
                  <a:lnTo>
                    <a:pt x="221353" y="204833"/>
                  </a:lnTo>
                  <a:lnTo>
                    <a:pt x="220079" y="210977"/>
                  </a:lnTo>
                  <a:close/>
                  <a:moveTo>
                    <a:pt x="280436" y="239352"/>
                  </a:moveTo>
                  <a:lnTo>
                    <a:pt x="260784" y="262084"/>
                  </a:lnTo>
                  <a:lnTo>
                    <a:pt x="317267" y="252479"/>
                  </a:lnTo>
                  <a:close/>
                  <a:moveTo>
                    <a:pt x="370300" y="326186"/>
                  </a:moveTo>
                  <a:lnTo>
                    <a:pt x="406522" y="337037"/>
                  </a:lnTo>
                  <a:lnTo>
                    <a:pt x="419533" y="289478"/>
                  </a:lnTo>
                  <a:close/>
                  <a:moveTo>
                    <a:pt x="438026" y="330247"/>
                  </a:moveTo>
                  <a:lnTo>
                    <a:pt x="443279" y="294093"/>
                  </a:lnTo>
                  <a:lnTo>
                    <a:pt x="419533" y="289478"/>
                  </a:lnTo>
                  <a:close/>
                  <a:moveTo>
                    <a:pt x="354525" y="177830"/>
                  </a:moveTo>
                  <a:lnTo>
                    <a:pt x="357351" y="181566"/>
                  </a:lnTo>
                  <a:lnTo>
                    <a:pt x="377408" y="213365"/>
                  </a:lnTo>
                  <a:close/>
                  <a:moveTo>
                    <a:pt x="391686" y="237113"/>
                  </a:moveTo>
                  <a:lnTo>
                    <a:pt x="415441" y="274177"/>
                  </a:lnTo>
                  <a:lnTo>
                    <a:pt x="404558" y="250120"/>
                  </a:lnTo>
                  <a:close/>
                  <a:moveTo>
                    <a:pt x="366551" y="196182"/>
                  </a:moveTo>
                  <a:lnTo>
                    <a:pt x="357351" y="181566"/>
                  </a:lnTo>
                  <a:lnTo>
                    <a:pt x="351401" y="176610"/>
                  </a:lnTo>
                  <a:close/>
                  <a:moveTo>
                    <a:pt x="391838" y="89722"/>
                  </a:moveTo>
                  <a:lnTo>
                    <a:pt x="391838" y="129837"/>
                  </a:lnTo>
                  <a:lnTo>
                    <a:pt x="388703" y="122672"/>
                  </a:lnTo>
                  <a:close/>
                  <a:moveTo>
                    <a:pt x="664745" y="401387"/>
                  </a:moveTo>
                  <a:lnTo>
                    <a:pt x="685150" y="453467"/>
                  </a:lnTo>
                  <a:lnTo>
                    <a:pt x="670518" y="416712"/>
                  </a:lnTo>
                  <a:close/>
                  <a:moveTo>
                    <a:pt x="619259" y="411277"/>
                  </a:moveTo>
                  <a:lnTo>
                    <a:pt x="667833" y="443622"/>
                  </a:lnTo>
                  <a:lnTo>
                    <a:pt x="664745" y="401387"/>
                  </a:lnTo>
                  <a:close/>
                  <a:moveTo>
                    <a:pt x="611633" y="372730"/>
                  </a:moveTo>
                  <a:lnTo>
                    <a:pt x="641126" y="398886"/>
                  </a:lnTo>
                  <a:lnTo>
                    <a:pt x="619346" y="379957"/>
                  </a:lnTo>
                  <a:close/>
                  <a:moveTo>
                    <a:pt x="664745" y="401387"/>
                  </a:moveTo>
                  <a:lnTo>
                    <a:pt x="641126" y="398886"/>
                  </a:lnTo>
                  <a:lnTo>
                    <a:pt x="611633" y="372730"/>
                  </a:lnTo>
                  <a:close/>
                  <a:moveTo>
                    <a:pt x="589277" y="363816"/>
                  </a:moveTo>
                  <a:lnTo>
                    <a:pt x="598100" y="362595"/>
                  </a:lnTo>
                  <a:lnTo>
                    <a:pt x="591781" y="326018"/>
                  </a:lnTo>
                  <a:close/>
                  <a:moveTo>
                    <a:pt x="611633" y="372730"/>
                  </a:moveTo>
                  <a:lnTo>
                    <a:pt x="598100" y="362595"/>
                  </a:lnTo>
                  <a:lnTo>
                    <a:pt x="589277" y="363816"/>
                  </a:lnTo>
                  <a:close/>
                  <a:moveTo>
                    <a:pt x="391838" y="89722"/>
                  </a:moveTo>
                  <a:lnTo>
                    <a:pt x="388703" y="122672"/>
                  </a:lnTo>
                  <a:lnTo>
                    <a:pt x="408684" y="116141"/>
                  </a:lnTo>
                  <a:close/>
                  <a:moveTo>
                    <a:pt x="753610" y="293823"/>
                  </a:moveTo>
                  <a:lnTo>
                    <a:pt x="777204" y="291652"/>
                  </a:lnTo>
                  <a:lnTo>
                    <a:pt x="754926" y="286586"/>
                  </a:lnTo>
                  <a:close/>
                  <a:moveTo>
                    <a:pt x="516264" y="17152"/>
                  </a:moveTo>
                  <a:lnTo>
                    <a:pt x="499045" y="7362"/>
                  </a:lnTo>
                  <a:lnTo>
                    <a:pt x="528979" y="36322"/>
                  </a:lnTo>
                  <a:close/>
                  <a:moveTo>
                    <a:pt x="548997" y="14957"/>
                  </a:moveTo>
                  <a:lnTo>
                    <a:pt x="516264" y="17152"/>
                  </a:lnTo>
                  <a:lnTo>
                    <a:pt x="528979" y="36322"/>
                  </a:lnTo>
                  <a:close/>
                  <a:moveTo>
                    <a:pt x="876879" y="438672"/>
                  </a:moveTo>
                  <a:lnTo>
                    <a:pt x="888917" y="421488"/>
                  </a:lnTo>
                  <a:lnTo>
                    <a:pt x="860137" y="430801"/>
                  </a:lnTo>
                  <a:close/>
                  <a:moveTo>
                    <a:pt x="777204" y="291652"/>
                  </a:moveTo>
                  <a:lnTo>
                    <a:pt x="790823" y="296223"/>
                  </a:lnTo>
                  <a:lnTo>
                    <a:pt x="791929" y="289758"/>
                  </a:lnTo>
                  <a:close/>
                  <a:moveTo>
                    <a:pt x="777204" y="291652"/>
                  </a:moveTo>
                  <a:lnTo>
                    <a:pt x="791929" y="289758"/>
                  </a:lnTo>
                  <a:lnTo>
                    <a:pt x="754926" y="286586"/>
                  </a:lnTo>
                  <a:close/>
                  <a:moveTo>
                    <a:pt x="754926" y="286586"/>
                  </a:moveTo>
                  <a:lnTo>
                    <a:pt x="791929" y="289758"/>
                  </a:lnTo>
                  <a:lnTo>
                    <a:pt x="803032" y="245661"/>
                  </a:lnTo>
                  <a:close/>
                  <a:moveTo>
                    <a:pt x="754926" y="286586"/>
                  </a:moveTo>
                  <a:lnTo>
                    <a:pt x="803032" y="245661"/>
                  </a:lnTo>
                  <a:lnTo>
                    <a:pt x="770636" y="249114"/>
                  </a:lnTo>
                  <a:close/>
                  <a:moveTo>
                    <a:pt x="792023" y="291652"/>
                  </a:moveTo>
                  <a:lnTo>
                    <a:pt x="803032" y="245661"/>
                  </a:lnTo>
                  <a:lnTo>
                    <a:pt x="791929" y="289758"/>
                  </a:lnTo>
                  <a:close/>
                  <a:moveTo>
                    <a:pt x="806539" y="237713"/>
                  </a:moveTo>
                  <a:lnTo>
                    <a:pt x="803032" y="245661"/>
                  </a:lnTo>
                  <a:lnTo>
                    <a:pt x="792023" y="291652"/>
                  </a:lnTo>
                  <a:close/>
                  <a:moveTo>
                    <a:pt x="572643" y="7159"/>
                  </a:moveTo>
                  <a:lnTo>
                    <a:pt x="548997" y="14957"/>
                  </a:lnTo>
                  <a:lnTo>
                    <a:pt x="608490" y="16608"/>
                  </a:lnTo>
                  <a:close/>
                  <a:moveTo>
                    <a:pt x="806209" y="233402"/>
                  </a:moveTo>
                  <a:lnTo>
                    <a:pt x="770636" y="249114"/>
                  </a:lnTo>
                  <a:lnTo>
                    <a:pt x="803032" y="245661"/>
                  </a:lnTo>
                  <a:close/>
                  <a:moveTo>
                    <a:pt x="810205" y="183775"/>
                  </a:moveTo>
                  <a:lnTo>
                    <a:pt x="784796" y="205851"/>
                  </a:lnTo>
                  <a:lnTo>
                    <a:pt x="810166" y="185438"/>
                  </a:lnTo>
                  <a:close/>
                  <a:moveTo>
                    <a:pt x="810166" y="185438"/>
                  </a:moveTo>
                  <a:lnTo>
                    <a:pt x="774518" y="232078"/>
                  </a:lnTo>
                  <a:lnTo>
                    <a:pt x="806209" y="233402"/>
                  </a:lnTo>
                  <a:close/>
                  <a:moveTo>
                    <a:pt x="806209" y="233402"/>
                  </a:moveTo>
                  <a:lnTo>
                    <a:pt x="803032" y="245661"/>
                  </a:lnTo>
                  <a:lnTo>
                    <a:pt x="806539" y="237713"/>
                  </a:lnTo>
                  <a:close/>
                  <a:moveTo>
                    <a:pt x="635841" y="0"/>
                  </a:moveTo>
                  <a:lnTo>
                    <a:pt x="641998" y="17313"/>
                  </a:lnTo>
                  <a:lnTo>
                    <a:pt x="666993" y="14558"/>
                  </a:lnTo>
                  <a:close/>
                  <a:moveTo>
                    <a:pt x="637320" y="17183"/>
                  </a:moveTo>
                  <a:lnTo>
                    <a:pt x="635841" y="0"/>
                  </a:lnTo>
                  <a:lnTo>
                    <a:pt x="608490" y="16608"/>
                  </a:lnTo>
                  <a:close/>
                  <a:moveTo>
                    <a:pt x="862767" y="152011"/>
                  </a:moveTo>
                  <a:lnTo>
                    <a:pt x="846409" y="138314"/>
                  </a:lnTo>
                  <a:lnTo>
                    <a:pt x="878586" y="166592"/>
                  </a:lnTo>
                  <a:close/>
                  <a:moveTo>
                    <a:pt x="827539" y="129837"/>
                  </a:moveTo>
                  <a:lnTo>
                    <a:pt x="862767" y="152011"/>
                  </a:lnTo>
                  <a:lnTo>
                    <a:pt x="875192" y="114914"/>
                  </a:lnTo>
                  <a:close/>
                  <a:moveTo>
                    <a:pt x="894871" y="75898"/>
                  </a:moveTo>
                  <a:lnTo>
                    <a:pt x="876585" y="107464"/>
                  </a:lnTo>
                  <a:lnTo>
                    <a:pt x="896243" y="80141"/>
                  </a:lnTo>
                  <a:close/>
                  <a:moveTo>
                    <a:pt x="896243" y="80141"/>
                  </a:moveTo>
                  <a:lnTo>
                    <a:pt x="875192" y="114914"/>
                  </a:lnTo>
                  <a:lnTo>
                    <a:pt x="908373" y="115027"/>
                  </a:lnTo>
                  <a:close/>
                  <a:moveTo>
                    <a:pt x="908373" y="115027"/>
                  </a:moveTo>
                  <a:lnTo>
                    <a:pt x="927290" y="126736"/>
                  </a:lnTo>
                  <a:lnTo>
                    <a:pt x="896243" y="80141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46" name="Input_density__45">
              <a:extLst>
                <a:ext uri="{FF2B5EF4-FFF2-40B4-BE49-F238E27FC236}">
                  <a16:creationId xmlns:a16="http://schemas.microsoft.com/office/drawing/2014/main" id="{44BE2336-1422-E18A-AB4A-C7D222D65FB3}"/>
                </a:ext>
              </a:extLst>
            </p:cNvPr>
            <p:cNvSpPr>
              <a:spLocks noGrp="1"/>
            </p:cNvSpPr>
            <p:nvPr/>
          </p:nvSpPr>
          <p:spPr>
            <a:xfrm>
              <a:off x="934296" y="2438382"/>
              <a:ext cx="1006971" cy="756349"/>
            </a:xfrm>
            <a:custGeom>
              <a:avLst/>
              <a:gdLst/>
              <a:ahLst/>
              <a:cxnLst/>
              <a:rect l="0" t="0" r="0" b="0"/>
              <a:pathLst>
                <a:path w="1006971" h="756349">
                  <a:moveTo>
                    <a:pt x="5475" y="337107"/>
                  </a:moveTo>
                  <a:lnTo>
                    <a:pt x="0" y="352395"/>
                  </a:lnTo>
                  <a:lnTo>
                    <a:pt x="1152" y="391045"/>
                  </a:lnTo>
                  <a:close/>
                  <a:moveTo>
                    <a:pt x="350497" y="749283"/>
                  </a:moveTo>
                  <a:lnTo>
                    <a:pt x="364174" y="756349"/>
                  </a:lnTo>
                  <a:lnTo>
                    <a:pt x="353792" y="741411"/>
                  </a:lnTo>
                  <a:close/>
                  <a:moveTo>
                    <a:pt x="14335" y="320394"/>
                  </a:moveTo>
                  <a:lnTo>
                    <a:pt x="0" y="352395"/>
                  </a:lnTo>
                  <a:lnTo>
                    <a:pt x="5475" y="337107"/>
                  </a:lnTo>
                  <a:close/>
                  <a:moveTo>
                    <a:pt x="353792" y="741411"/>
                  </a:moveTo>
                  <a:lnTo>
                    <a:pt x="364174" y="756349"/>
                  </a:lnTo>
                  <a:lnTo>
                    <a:pt x="382291" y="727877"/>
                  </a:lnTo>
                  <a:close/>
                  <a:moveTo>
                    <a:pt x="167325" y="393433"/>
                  </a:moveTo>
                  <a:lnTo>
                    <a:pt x="155439" y="378020"/>
                  </a:lnTo>
                  <a:lnTo>
                    <a:pt x="135387" y="399260"/>
                  </a:lnTo>
                  <a:close/>
                  <a:moveTo>
                    <a:pt x="155439" y="378020"/>
                  </a:moveTo>
                  <a:lnTo>
                    <a:pt x="139558" y="356678"/>
                  </a:lnTo>
                  <a:lnTo>
                    <a:pt x="100526" y="393496"/>
                  </a:lnTo>
                  <a:close/>
                  <a:moveTo>
                    <a:pt x="458394" y="667052"/>
                  </a:moveTo>
                  <a:lnTo>
                    <a:pt x="421118" y="674210"/>
                  </a:lnTo>
                  <a:lnTo>
                    <a:pt x="454771" y="670290"/>
                  </a:lnTo>
                  <a:close/>
                  <a:moveTo>
                    <a:pt x="167325" y="393433"/>
                  </a:moveTo>
                  <a:lnTo>
                    <a:pt x="162531" y="404536"/>
                  </a:lnTo>
                  <a:lnTo>
                    <a:pt x="181999" y="419939"/>
                  </a:lnTo>
                  <a:close/>
                  <a:moveTo>
                    <a:pt x="167325" y="393433"/>
                  </a:moveTo>
                  <a:lnTo>
                    <a:pt x="200293" y="376250"/>
                  </a:lnTo>
                  <a:lnTo>
                    <a:pt x="155439" y="378020"/>
                  </a:lnTo>
                  <a:close/>
                  <a:moveTo>
                    <a:pt x="149185" y="339495"/>
                  </a:moveTo>
                  <a:lnTo>
                    <a:pt x="139558" y="356678"/>
                  </a:lnTo>
                  <a:lnTo>
                    <a:pt x="155439" y="378020"/>
                  </a:lnTo>
                  <a:close/>
                  <a:moveTo>
                    <a:pt x="545361" y="550640"/>
                  </a:moveTo>
                  <a:lnTo>
                    <a:pt x="552632" y="508475"/>
                  </a:lnTo>
                  <a:lnTo>
                    <a:pt x="547707" y="518319"/>
                  </a:lnTo>
                  <a:close/>
                  <a:moveTo>
                    <a:pt x="547707" y="518319"/>
                  </a:moveTo>
                  <a:lnTo>
                    <a:pt x="552632" y="508475"/>
                  </a:lnTo>
                  <a:lnTo>
                    <a:pt x="557983" y="501624"/>
                  </a:lnTo>
                  <a:close/>
                  <a:moveTo>
                    <a:pt x="557983" y="501624"/>
                  </a:moveTo>
                  <a:lnTo>
                    <a:pt x="552632" y="508475"/>
                  </a:lnTo>
                  <a:lnTo>
                    <a:pt x="565901" y="503527"/>
                  </a:lnTo>
                  <a:close/>
                  <a:moveTo>
                    <a:pt x="565901" y="503527"/>
                  </a:moveTo>
                  <a:lnTo>
                    <a:pt x="586428" y="483398"/>
                  </a:lnTo>
                  <a:lnTo>
                    <a:pt x="557983" y="501624"/>
                  </a:lnTo>
                  <a:close/>
                  <a:moveTo>
                    <a:pt x="606069" y="497960"/>
                  </a:moveTo>
                  <a:lnTo>
                    <a:pt x="586428" y="483398"/>
                  </a:lnTo>
                  <a:lnTo>
                    <a:pt x="565901" y="503527"/>
                  </a:lnTo>
                  <a:close/>
                  <a:moveTo>
                    <a:pt x="620957" y="437353"/>
                  </a:moveTo>
                  <a:lnTo>
                    <a:pt x="587329" y="454536"/>
                  </a:lnTo>
                  <a:lnTo>
                    <a:pt x="612530" y="484781"/>
                  </a:lnTo>
                  <a:close/>
                  <a:moveTo>
                    <a:pt x="873077" y="422558"/>
                  </a:moveTo>
                  <a:lnTo>
                    <a:pt x="857848" y="385803"/>
                  </a:lnTo>
                  <a:lnTo>
                    <a:pt x="849027" y="435880"/>
                  </a:lnTo>
                  <a:close/>
                  <a:moveTo>
                    <a:pt x="857848" y="385803"/>
                  </a:moveTo>
                  <a:lnTo>
                    <a:pt x="853803" y="387251"/>
                  </a:lnTo>
                  <a:lnTo>
                    <a:pt x="849027" y="435880"/>
                  </a:lnTo>
                  <a:close/>
                  <a:moveTo>
                    <a:pt x="853803" y="387251"/>
                  </a:moveTo>
                  <a:lnTo>
                    <a:pt x="857848" y="385803"/>
                  </a:lnTo>
                  <a:lnTo>
                    <a:pt x="882271" y="361007"/>
                  </a:lnTo>
                  <a:close/>
                  <a:moveTo>
                    <a:pt x="891680" y="405374"/>
                  </a:moveTo>
                  <a:lnTo>
                    <a:pt x="857848" y="385803"/>
                  </a:lnTo>
                  <a:lnTo>
                    <a:pt x="873077" y="422558"/>
                  </a:lnTo>
                  <a:close/>
                  <a:moveTo>
                    <a:pt x="893053" y="337682"/>
                  </a:moveTo>
                  <a:lnTo>
                    <a:pt x="857848" y="385803"/>
                  </a:lnTo>
                  <a:lnTo>
                    <a:pt x="858199" y="383676"/>
                  </a:lnTo>
                  <a:close/>
                  <a:moveTo>
                    <a:pt x="537182" y="18253"/>
                  </a:moveTo>
                  <a:lnTo>
                    <a:pt x="562586" y="37793"/>
                  </a:lnTo>
                  <a:lnTo>
                    <a:pt x="567665" y="9875"/>
                  </a:lnTo>
                  <a:close/>
                  <a:moveTo>
                    <a:pt x="552478" y="0"/>
                  </a:moveTo>
                  <a:lnTo>
                    <a:pt x="537182" y="18253"/>
                  </a:lnTo>
                  <a:lnTo>
                    <a:pt x="567665" y="9875"/>
                  </a:lnTo>
                  <a:close/>
                  <a:moveTo>
                    <a:pt x="562586" y="37793"/>
                  </a:moveTo>
                  <a:lnTo>
                    <a:pt x="585544" y="1070"/>
                  </a:lnTo>
                  <a:lnTo>
                    <a:pt x="567665" y="9875"/>
                  </a:lnTo>
                  <a:close/>
                  <a:moveTo>
                    <a:pt x="913464" y="204416"/>
                  </a:moveTo>
                  <a:lnTo>
                    <a:pt x="926307" y="241171"/>
                  </a:lnTo>
                  <a:lnTo>
                    <a:pt x="955440" y="223988"/>
                  </a:lnTo>
                  <a:close/>
                  <a:moveTo>
                    <a:pt x="955440" y="223988"/>
                  </a:moveTo>
                  <a:lnTo>
                    <a:pt x="956676" y="225995"/>
                  </a:lnTo>
                  <a:lnTo>
                    <a:pt x="957290" y="223053"/>
                  </a:lnTo>
                  <a:close/>
                  <a:moveTo>
                    <a:pt x="1006971" y="209751"/>
                  </a:moveTo>
                  <a:lnTo>
                    <a:pt x="957290" y="223053"/>
                  </a:lnTo>
                  <a:lnTo>
                    <a:pt x="956676" y="22599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47" name="Input_density__46">
              <a:extLst>
                <a:ext uri="{FF2B5EF4-FFF2-40B4-BE49-F238E27FC236}">
                  <a16:creationId xmlns:a16="http://schemas.microsoft.com/office/drawing/2014/main" id="{7AA03164-B0A9-378C-C6A7-1BC6D4580F4D}"/>
                </a:ext>
              </a:extLst>
            </p:cNvPr>
            <p:cNvSpPr>
              <a:spLocks noGrp="1"/>
            </p:cNvSpPr>
            <p:nvPr/>
          </p:nvSpPr>
          <p:spPr>
            <a:xfrm>
              <a:off x="1336946" y="2447536"/>
              <a:ext cx="565784" cy="766473"/>
            </a:xfrm>
            <a:custGeom>
              <a:avLst/>
              <a:gdLst/>
              <a:ahLst/>
              <a:cxnLst/>
              <a:rect l="0" t="0" r="0" b="0"/>
              <a:pathLst>
                <a:path w="565784" h="766473">
                  <a:moveTo>
                    <a:pt x="0" y="766473"/>
                  </a:moveTo>
                  <a:lnTo>
                    <a:pt x="31465" y="759537"/>
                  </a:lnTo>
                  <a:lnTo>
                    <a:pt x="52982" y="743780"/>
                  </a:lnTo>
                  <a:close/>
                  <a:moveTo>
                    <a:pt x="60828" y="612959"/>
                  </a:moveTo>
                  <a:lnTo>
                    <a:pt x="96913" y="591037"/>
                  </a:lnTo>
                  <a:lnTo>
                    <a:pt x="79299" y="607197"/>
                  </a:lnTo>
                  <a:close/>
                  <a:moveTo>
                    <a:pt x="79299" y="607197"/>
                  </a:moveTo>
                  <a:lnTo>
                    <a:pt x="96913" y="591037"/>
                  </a:lnTo>
                  <a:lnTo>
                    <a:pt x="82886" y="595026"/>
                  </a:lnTo>
                  <a:close/>
                  <a:moveTo>
                    <a:pt x="108200" y="537028"/>
                  </a:moveTo>
                  <a:lnTo>
                    <a:pt x="106922" y="557826"/>
                  </a:lnTo>
                  <a:lnTo>
                    <a:pt x="120706" y="570442"/>
                  </a:lnTo>
                  <a:close/>
                  <a:moveTo>
                    <a:pt x="55064" y="134158"/>
                  </a:moveTo>
                  <a:lnTo>
                    <a:pt x="46887" y="143740"/>
                  </a:lnTo>
                  <a:lnTo>
                    <a:pt x="35510" y="141324"/>
                  </a:lnTo>
                  <a:close/>
                  <a:moveTo>
                    <a:pt x="52356" y="127628"/>
                  </a:moveTo>
                  <a:lnTo>
                    <a:pt x="46887" y="143740"/>
                  </a:lnTo>
                  <a:lnTo>
                    <a:pt x="55064" y="134158"/>
                  </a:lnTo>
                  <a:close/>
                  <a:moveTo>
                    <a:pt x="565784" y="453216"/>
                  </a:moveTo>
                  <a:lnTo>
                    <a:pt x="532590" y="432975"/>
                  </a:lnTo>
                  <a:lnTo>
                    <a:pt x="540960" y="456611"/>
                  </a:lnTo>
                  <a:close/>
                  <a:moveTo>
                    <a:pt x="285670" y="28799"/>
                  </a:moveTo>
                  <a:lnTo>
                    <a:pt x="286781" y="28670"/>
                  </a:lnTo>
                  <a:lnTo>
                    <a:pt x="343103" y="22746"/>
                  </a:lnTo>
                  <a:close/>
                  <a:moveTo>
                    <a:pt x="352760" y="11486"/>
                  </a:moveTo>
                  <a:lnTo>
                    <a:pt x="362751" y="0"/>
                  </a:lnTo>
                  <a:lnTo>
                    <a:pt x="343103" y="227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48" name="Input_density__47">
              <a:extLst>
                <a:ext uri="{FF2B5EF4-FFF2-40B4-BE49-F238E27FC236}">
                  <a16:creationId xmlns:a16="http://schemas.microsoft.com/office/drawing/2014/main" id="{4FB12413-0642-E1A5-B063-D3F228A6C91E}"/>
                </a:ext>
              </a:extLst>
            </p:cNvPr>
            <p:cNvSpPr>
              <a:spLocks noGrp="1"/>
            </p:cNvSpPr>
            <p:nvPr/>
          </p:nvSpPr>
          <p:spPr>
            <a:xfrm>
              <a:off x="1011259" y="2447536"/>
              <a:ext cx="866647" cy="743780"/>
            </a:xfrm>
            <a:custGeom>
              <a:avLst/>
              <a:gdLst/>
              <a:ahLst/>
              <a:cxnLst/>
              <a:rect l="0" t="0" r="0" b="0"/>
              <a:pathLst>
                <a:path w="866647" h="743780">
                  <a:moveTo>
                    <a:pt x="27543" y="312455"/>
                  </a:moveTo>
                  <a:lnTo>
                    <a:pt x="2735" y="334836"/>
                  </a:lnTo>
                  <a:lnTo>
                    <a:pt x="0" y="352506"/>
                  </a:lnTo>
                  <a:close/>
                  <a:moveTo>
                    <a:pt x="410019" y="736415"/>
                  </a:moveTo>
                  <a:lnTo>
                    <a:pt x="399666" y="726074"/>
                  </a:lnTo>
                  <a:lnTo>
                    <a:pt x="378669" y="743780"/>
                  </a:lnTo>
                  <a:close/>
                  <a:moveTo>
                    <a:pt x="173041" y="473275"/>
                  </a:moveTo>
                  <a:lnTo>
                    <a:pt x="195061" y="457788"/>
                  </a:lnTo>
                  <a:lnTo>
                    <a:pt x="232875" y="476201"/>
                  </a:lnTo>
                  <a:close/>
                  <a:moveTo>
                    <a:pt x="282202" y="423421"/>
                  </a:moveTo>
                  <a:lnTo>
                    <a:pt x="279444" y="429530"/>
                  </a:lnTo>
                  <a:lnTo>
                    <a:pt x="292094" y="477360"/>
                  </a:lnTo>
                  <a:close/>
                  <a:moveTo>
                    <a:pt x="413929" y="586985"/>
                  </a:moveTo>
                  <a:lnTo>
                    <a:pt x="422600" y="591037"/>
                  </a:lnTo>
                  <a:lnTo>
                    <a:pt x="432609" y="557826"/>
                  </a:lnTo>
                  <a:close/>
                  <a:moveTo>
                    <a:pt x="433887" y="537028"/>
                  </a:moveTo>
                  <a:lnTo>
                    <a:pt x="446234" y="554825"/>
                  </a:lnTo>
                  <a:lnTo>
                    <a:pt x="451889" y="516503"/>
                  </a:lnTo>
                  <a:close/>
                  <a:moveTo>
                    <a:pt x="432817" y="553258"/>
                  </a:moveTo>
                  <a:lnTo>
                    <a:pt x="432609" y="557826"/>
                  </a:lnTo>
                  <a:lnTo>
                    <a:pt x="433887" y="537028"/>
                  </a:lnTo>
                  <a:close/>
                  <a:moveTo>
                    <a:pt x="282076" y="419954"/>
                  </a:moveTo>
                  <a:lnTo>
                    <a:pt x="276395" y="418127"/>
                  </a:lnTo>
                  <a:lnTo>
                    <a:pt x="280047" y="406238"/>
                  </a:lnTo>
                  <a:close/>
                  <a:moveTo>
                    <a:pt x="146085" y="225512"/>
                  </a:moveTo>
                  <a:lnTo>
                    <a:pt x="152131" y="265344"/>
                  </a:lnTo>
                  <a:lnTo>
                    <a:pt x="157934" y="276402"/>
                  </a:lnTo>
                  <a:close/>
                  <a:moveTo>
                    <a:pt x="554110" y="536075"/>
                  </a:moveTo>
                  <a:lnTo>
                    <a:pt x="544972" y="499320"/>
                  </a:lnTo>
                  <a:lnTo>
                    <a:pt x="541607" y="498207"/>
                  </a:lnTo>
                  <a:close/>
                  <a:moveTo>
                    <a:pt x="576888" y="521795"/>
                  </a:moveTo>
                  <a:lnTo>
                    <a:pt x="554110" y="536075"/>
                  </a:lnTo>
                  <a:lnTo>
                    <a:pt x="541607" y="498207"/>
                  </a:lnTo>
                  <a:close/>
                  <a:moveTo>
                    <a:pt x="550848" y="498218"/>
                  </a:moveTo>
                  <a:lnTo>
                    <a:pt x="576888" y="521795"/>
                  </a:lnTo>
                  <a:lnTo>
                    <a:pt x="541607" y="498207"/>
                  </a:lnTo>
                  <a:close/>
                  <a:moveTo>
                    <a:pt x="388893" y="300964"/>
                  </a:moveTo>
                  <a:lnTo>
                    <a:pt x="412639" y="305579"/>
                  </a:lnTo>
                  <a:lnTo>
                    <a:pt x="394177" y="298362"/>
                  </a:lnTo>
                  <a:close/>
                  <a:moveTo>
                    <a:pt x="384801" y="285663"/>
                  </a:moveTo>
                  <a:lnTo>
                    <a:pt x="394177" y="298362"/>
                  </a:lnTo>
                  <a:lnTo>
                    <a:pt x="373979" y="265173"/>
                  </a:lnTo>
                  <a:close/>
                  <a:moveTo>
                    <a:pt x="394177" y="298362"/>
                  </a:moveTo>
                  <a:lnTo>
                    <a:pt x="412639" y="305579"/>
                  </a:lnTo>
                  <a:lnTo>
                    <a:pt x="373979" y="265173"/>
                  </a:lnTo>
                  <a:close/>
                  <a:moveTo>
                    <a:pt x="388893" y="300964"/>
                  </a:moveTo>
                  <a:lnTo>
                    <a:pt x="394177" y="298362"/>
                  </a:lnTo>
                  <a:lnTo>
                    <a:pt x="396078" y="291955"/>
                  </a:lnTo>
                  <a:close/>
                  <a:moveTo>
                    <a:pt x="396078" y="291955"/>
                  </a:moveTo>
                  <a:lnTo>
                    <a:pt x="394177" y="298362"/>
                  </a:lnTo>
                  <a:lnTo>
                    <a:pt x="384801" y="285663"/>
                  </a:lnTo>
                  <a:close/>
                  <a:moveTo>
                    <a:pt x="358063" y="134158"/>
                  </a:moveTo>
                  <a:lnTo>
                    <a:pt x="361197" y="141324"/>
                  </a:lnTo>
                  <a:lnTo>
                    <a:pt x="372574" y="143740"/>
                  </a:lnTo>
                  <a:close/>
                  <a:moveTo>
                    <a:pt x="358063" y="134158"/>
                  </a:moveTo>
                  <a:lnTo>
                    <a:pt x="372574" y="143740"/>
                  </a:lnTo>
                  <a:lnTo>
                    <a:pt x="378044" y="127628"/>
                  </a:lnTo>
                  <a:close/>
                  <a:moveTo>
                    <a:pt x="378044" y="127628"/>
                  </a:moveTo>
                  <a:lnTo>
                    <a:pt x="380751" y="134158"/>
                  </a:lnTo>
                  <a:lnTo>
                    <a:pt x="361198" y="101208"/>
                  </a:lnTo>
                  <a:close/>
                  <a:moveTo>
                    <a:pt x="834143" y="431291"/>
                  </a:moveTo>
                  <a:lnTo>
                    <a:pt x="846238" y="450158"/>
                  </a:lnTo>
                  <a:lnTo>
                    <a:pt x="829497" y="442288"/>
                  </a:lnTo>
                  <a:close/>
                  <a:moveTo>
                    <a:pt x="866647" y="456611"/>
                  </a:moveTo>
                  <a:lnTo>
                    <a:pt x="858277" y="432975"/>
                  </a:lnTo>
                  <a:lnTo>
                    <a:pt x="846238" y="450158"/>
                  </a:lnTo>
                  <a:close/>
                  <a:moveTo>
                    <a:pt x="518356" y="26443"/>
                  </a:moveTo>
                  <a:lnTo>
                    <a:pt x="555683" y="41424"/>
                  </a:lnTo>
                  <a:lnTo>
                    <a:pt x="577850" y="28095"/>
                  </a:lnTo>
                  <a:close/>
                  <a:moveTo>
                    <a:pt x="779526" y="196924"/>
                  </a:moveTo>
                  <a:lnTo>
                    <a:pt x="775569" y="244888"/>
                  </a:lnTo>
                  <a:lnTo>
                    <a:pt x="775898" y="249200"/>
                  </a:lnTo>
                  <a:close/>
                  <a:moveTo>
                    <a:pt x="605200" y="11486"/>
                  </a:moveTo>
                  <a:lnTo>
                    <a:pt x="606679" y="28670"/>
                  </a:lnTo>
                  <a:lnTo>
                    <a:pt x="611358" y="28799"/>
                  </a:lnTo>
                  <a:close/>
                  <a:moveTo>
                    <a:pt x="636353" y="26045"/>
                  </a:moveTo>
                  <a:lnTo>
                    <a:pt x="611358" y="28799"/>
                  </a:lnTo>
                  <a:lnTo>
                    <a:pt x="668790" y="22746"/>
                  </a:lnTo>
                  <a:close/>
                  <a:moveTo>
                    <a:pt x="668790" y="22746"/>
                  </a:moveTo>
                  <a:lnTo>
                    <a:pt x="688439" y="0"/>
                  </a:lnTo>
                  <a:lnTo>
                    <a:pt x="636353" y="26045"/>
                  </a:lnTo>
                  <a:close/>
                  <a:moveTo>
                    <a:pt x="796899" y="141323"/>
                  </a:moveTo>
                  <a:lnTo>
                    <a:pt x="815769" y="149801"/>
                  </a:lnTo>
                  <a:lnTo>
                    <a:pt x="832127" y="16349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49" name="Input_density__48">
              <a:extLst>
                <a:ext uri="{FF2B5EF4-FFF2-40B4-BE49-F238E27FC236}">
                  <a16:creationId xmlns:a16="http://schemas.microsoft.com/office/drawing/2014/main" id="{2498BBC5-6936-3E82-54E8-12EE67957F8C}"/>
                </a:ext>
              </a:extLst>
            </p:cNvPr>
            <p:cNvSpPr>
              <a:spLocks noGrp="1"/>
            </p:cNvSpPr>
            <p:nvPr/>
          </p:nvSpPr>
          <p:spPr>
            <a:xfrm>
              <a:off x="1500198" y="2822058"/>
              <a:ext cx="325778" cy="123685"/>
            </a:xfrm>
            <a:custGeom>
              <a:avLst/>
              <a:gdLst/>
              <a:ahLst/>
              <a:cxnLst/>
              <a:rect l="0" t="0" r="0" b="0"/>
              <a:pathLst>
                <a:path w="325778" h="123685">
                  <a:moveTo>
                    <a:pt x="40167" y="114284"/>
                  </a:moveTo>
                  <a:lnTo>
                    <a:pt x="0" y="119851"/>
                  </a:lnTo>
                  <a:lnTo>
                    <a:pt x="52669" y="123685"/>
                  </a:lnTo>
                  <a:close/>
                  <a:moveTo>
                    <a:pt x="325778" y="21698"/>
                  </a:moveTo>
                  <a:lnTo>
                    <a:pt x="292298" y="0"/>
                  </a:lnTo>
                  <a:lnTo>
                    <a:pt x="291947" y="2127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50" name="Input_density__49">
              <a:extLst>
                <a:ext uri="{FF2B5EF4-FFF2-40B4-BE49-F238E27FC236}">
                  <a16:creationId xmlns:a16="http://schemas.microsoft.com/office/drawing/2014/main" id="{AE8ED35A-E4C8-2B2D-E2B3-0FE3D8323175}"/>
                </a:ext>
              </a:extLst>
            </p:cNvPr>
            <p:cNvSpPr>
              <a:spLocks noGrp="1"/>
            </p:cNvSpPr>
            <p:nvPr/>
          </p:nvSpPr>
          <p:spPr>
            <a:xfrm>
              <a:off x="939772" y="2353778"/>
              <a:ext cx="985520" cy="840952"/>
            </a:xfrm>
            <a:custGeom>
              <a:avLst/>
              <a:gdLst/>
              <a:ahLst/>
              <a:cxnLst/>
              <a:rect l="0" t="0" r="0" b="0"/>
              <a:pathLst>
                <a:path w="985520" h="840952">
                  <a:moveTo>
                    <a:pt x="10520" y="458465"/>
                  </a:moveTo>
                  <a:lnTo>
                    <a:pt x="5994" y="490490"/>
                  </a:lnTo>
                  <a:lnTo>
                    <a:pt x="26969" y="472706"/>
                  </a:lnTo>
                  <a:close/>
                  <a:moveTo>
                    <a:pt x="332229" y="789260"/>
                  </a:moveTo>
                  <a:lnTo>
                    <a:pt x="373883" y="808831"/>
                  </a:lnTo>
                  <a:lnTo>
                    <a:pt x="347902" y="772077"/>
                  </a:lnTo>
                  <a:close/>
                  <a:moveTo>
                    <a:pt x="376816" y="812481"/>
                  </a:moveTo>
                  <a:lnTo>
                    <a:pt x="358699" y="840952"/>
                  </a:lnTo>
                  <a:lnTo>
                    <a:pt x="414533" y="828922"/>
                  </a:lnTo>
                  <a:close/>
                  <a:moveTo>
                    <a:pt x="325593" y="745543"/>
                  </a:moveTo>
                  <a:lnTo>
                    <a:pt x="316144" y="740780"/>
                  </a:lnTo>
                  <a:lnTo>
                    <a:pt x="347902" y="772077"/>
                  </a:lnTo>
                  <a:close/>
                  <a:moveTo>
                    <a:pt x="278172" y="699816"/>
                  </a:moveTo>
                  <a:lnTo>
                    <a:pt x="315124" y="735322"/>
                  </a:lnTo>
                  <a:lnTo>
                    <a:pt x="280512" y="701570"/>
                  </a:lnTo>
                  <a:close/>
                  <a:moveTo>
                    <a:pt x="278172" y="699816"/>
                  </a:moveTo>
                  <a:lnTo>
                    <a:pt x="316144" y="740780"/>
                  </a:lnTo>
                  <a:lnTo>
                    <a:pt x="315124" y="735322"/>
                  </a:lnTo>
                  <a:close/>
                  <a:moveTo>
                    <a:pt x="0" y="421710"/>
                  </a:moveTo>
                  <a:lnTo>
                    <a:pt x="10520" y="458465"/>
                  </a:lnTo>
                  <a:lnTo>
                    <a:pt x="21579" y="441282"/>
                  </a:lnTo>
                  <a:close/>
                  <a:moveTo>
                    <a:pt x="315124" y="735322"/>
                  </a:moveTo>
                  <a:lnTo>
                    <a:pt x="316144" y="740780"/>
                  </a:lnTo>
                  <a:lnTo>
                    <a:pt x="325593" y="745543"/>
                  </a:lnTo>
                  <a:close/>
                  <a:moveTo>
                    <a:pt x="277692" y="698567"/>
                  </a:moveTo>
                  <a:lnTo>
                    <a:pt x="278172" y="699816"/>
                  </a:lnTo>
                  <a:lnTo>
                    <a:pt x="280512" y="701570"/>
                  </a:lnTo>
                  <a:close/>
                  <a:moveTo>
                    <a:pt x="471153" y="819832"/>
                  </a:moveTo>
                  <a:lnTo>
                    <a:pt x="440580" y="791648"/>
                  </a:lnTo>
                  <a:lnTo>
                    <a:pt x="414533" y="828922"/>
                  </a:lnTo>
                  <a:close/>
                  <a:moveTo>
                    <a:pt x="376337" y="763680"/>
                  </a:moveTo>
                  <a:lnTo>
                    <a:pt x="325593" y="745543"/>
                  </a:lnTo>
                  <a:lnTo>
                    <a:pt x="347902" y="772077"/>
                  </a:lnTo>
                  <a:close/>
                  <a:moveTo>
                    <a:pt x="328613" y="730644"/>
                  </a:moveTo>
                  <a:lnTo>
                    <a:pt x="325593" y="745543"/>
                  </a:lnTo>
                  <a:lnTo>
                    <a:pt x="376337" y="763680"/>
                  </a:lnTo>
                  <a:close/>
                  <a:moveTo>
                    <a:pt x="376197" y="719047"/>
                  </a:moveTo>
                  <a:lnTo>
                    <a:pt x="328613" y="730644"/>
                  </a:lnTo>
                  <a:lnTo>
                    <a:pt x="376337" y="763680"/>
                  </a:lnTo>
                  <a:close/>
                  <a:moveTo>
                    <a:pt x="315124" y="735322"/>
                  </a:moveTo>
                  <a:lnTo>
                    <a:pt x="325593" y="745543"/>
                  </a:lnTo>
                  <a:lnTo>
                    <a:pt x="328613" y="730644"/>
                  </a:lnTo>
                  <a:close/>
                  <a:moveTo>
                    <a:pt x="282124" y="696603"/>
                  </a:moveTo>
                  <a:lnTo>
                    <a:pt x="280512" y="701570"/>
                  </a:lnTo>
                  <a:lnTo>
                    <a:pt x="332510" y="681383"/>
                  </a:lnTo>
                  <a:close/>
                  <a:moveTo>
                    <a:pt x="280512" y="701570"/>
                  </a:moveTo>
                  <a:lnTo>
                    <a:pt x="315124" y="735322"/>
                  </a:lnTo>
                  <a:lnTo>
                    <a:pt x="332510" y="681383"/>
                  </a:lnTo>
                  <a:close/>
                  <a:moveTo>
                    <a:pt x="332510" y="681383"/>
                  </a:moveTo>
                  <a:lnTo>
                    <a:pt x="315124" y="735322"/>
                  </a:lnTo>
                  <a:lnTo>
                    <a:pt x="334584" y="682952"/>
                  </a:lnTo>
                  <a:close/>
                  <a:moveTo>
                    <a:pt x="334584" y="682952"/>
                  </a:moveTo>
                  <a:lnTo>
                    <a:pt x="315124" y="735322"/>
                  </a:lnTo>
                  <a:lnTo>
                    <a:pt x="328613" y="730644"/>
                  </a:lnTo>
                  <a:close/>
                  <a:moveTo>
                    <a:pt x="277692" y="698567"/>
                  </a:moveTo>
                  <a:lnTo>
                    <a:pt x="280512" y="701570"/>
                  </a:lnTo>
                  <a:lnTo>
                    <a:pt x="282124" y="696603"/>
                  </a:lnTo>
                  <a:close/>
                  <a:moveTo>
                    <a:pt x="286443" y="644628"/>
                  </a:moveTo>
                  <a:lnTo>
                    <a:pt x="282124" y="696603"/>
                  </a:lnTo>
                  <a:lnTo>
                    <a:pt x="291481" y="646375"/>
                  </a:lnTo>
                  <a:close/>
                  <a:moveTo>
                    <a:pt x="277692" y="698567"/>
                  </a:moveTo>
                  <a:lnTo>
                    <a:pt x="282124" y="696603"/>
                  </a:lnTo>
                  <a:lnTo>
                    <a:pt x="286443" y="644628"/>
                  </a:lnTo>
                  <a:close/>
                  <a:moveTo>
                    <a:pt x="157056" y="489140"/>
                  </a:moveTo>
                  <a:lnTo>
                    <a:pt x="178102" y="497608"/>
                  </a:lnTo>
                  <a:lnTo>
                    <a:pt x="176523" y="504543"/>
                  </a:lnTo>
                  <a:close/>
                  <a:moveTo>
                    <a:pt x="440580" y="791648"/>
                  </a:moveTo>
                  <a:lnTo>
                    <a:pt x="482313" y="821194"/>
                  </a:lnTo>
                  <a:lnTo>
                    <a:pt x="436466" y="786631"/>
                  </a:lnTo>
                  <a:close/>
                  <a:moveTo>
                    <a:pt x="332510" y="681383"/>
                  </a:moveTo>
                  <a:lnTo>
                    <a:pt x="334584" y="682952"/>
                  </a:lnTo>
                  <a:lnTo>
                    <a:pt x="334685" y="680960"/>
                  </a:lnTo>
                  <a:close/>
                  <a:moveTo>
                    <a:pt x="334685" y="680960"/>
                  </a:moveTo>
                  <a:lnTo>
                    <a:pt x="328575" y="660486"/>
                  </a:lnTo>
                  <a:lnTo>
                    <a:pt x="332510" y="681383"/>
                  </a:lnTo>
                  <a:close/>
                  <a:moveTo>
                    <a:pt x="291481" y="646375"/>
                  </a:moveTo>
                  <a:lnTo>
                    <a:pt x="309583" y="644628"/>
                  </a:lnTo>
                  <a:lnTo>
                    <a:pt x="291417" y="644300"/>
                  </a:lnTo>
                  <a:close/>
                  <a:moveTo>
                    <a:pt x="334685" y="680960"/>
                  </a:moveTo>
                  <a:lnTo>
                    <a:pt x="334584" y="682952"/>
                  </a:lnTo>
                  <a:lnTo>
                    <a:pt x="336070" y="681383"/>
                  </a:lnTo>
                  <a:close/>
                  <a:moveTo>
                    <a:pt x="334685" y="680960"/>
                  </a:moveTo>
                  <a:lnTo>
                    <a:pt x="336070" y="681383"/>
                  </a:lnTo>
                  <a:lnTo>
                    <a:pt x="328575" y="660486"/>
                  </a:lnTo>
                  <a:close/>
                  <a:moveTo>
                    <a:pt x="286443" y="644628"/>
                  </a:moveTo>
                  <a:lnTo>
                    <a:pt x="291481" y="646375"/>
                  </a:lnTo>
                  <a:lnTo>
                    <a:pt x="291417" y="644300"/>
                  </a:lnTo>
                  <a:close/>
                  <a:moveTo>
                    <a:pt x="228286" y="489549"/>
                  </a:moveTo>
                  <a:lnTo>
                    <a:pt x="231172" y="449255"/>
                  </a:lnTo>
                  <a:lnTo>
                    <a:pt x="234477" y="497608"/>
                  </a:lnTo>
                  <a:close/>
                  <a:moveTo>
                    <a:pt x="234477" y="497608"/>
                  </a:moveTo>
                  <a:lnTo>
                    <a:pt x="231172" y="449255"/>
                  </a:lnTo>
                  <a:lnTo>
                    <a:pt x="232924" y="443670"/>
                  </a:lnTo>
                  <a:close/>
                  <a:moveTo>
                    <a:pt x="226345" y="446380"/>
                  </a:moveTo>
                  <a:lnTo>
                    <a:pt x="213654" y="479967"/>
                  </a:lnTo>
                  <a:lnTo>
                    <a:pt x="234477" y="497608"/>
                  </a:lnTo>
                  <a:close/>
                  <a:moveTo>
                    <a:pt x="232924" y="443670"/>
                  </a:moveTo>
                  <a:lnTo>
                    <a:pt x="226345" y="446380"/>
                  </a:lnTo>
                  <a:lnTo>
                    <a:pt x="234477" y="497608"/>
                  </a:lnTo>
                  <a:close/>
                  <a:moveTo>
                    <a:pt x="194817" y="460853"/>
                  </a:moveTo>
                  <a:lnTo>
                    <a:pt x="213654" y="479967"/>
                  </a:lnTo>
                  <a:lnTo>
                    <a:pt x="226345" y="446380"/>
                  </a:lnTo>
                  <a:close/>
                  <a:moveTo>
                    <a:pt x="231172" y="449255"/>
                  </a:moveTo>
                  <a:lnTo>
                    <a:pt x="228286" y="489549"/>
                  </a:lnTo>
                  <a:lnTo>
                    <a:pt x="224508" y="480425"/>
                  </a:lnTo>
                  <a:close/>
                  <a:moveTo>
                    <a:pt x="194817" y="460853"/>
                  </a:moveTo>
                  <a:lnTo>
                    <a:pt x="226345" y="446380"/>
                  </a:lnTo>
                  <a:lnTo>
                    <a:pt x="170996" y="445053"/>
                  </a:lnTo>
                  <a:close/>
                  <a:moveTo>
                    <a:pt x="170996" y="445053"/>
                  </a:moveTo>
                  <a:lnTo>
                    <a:pt x="226345" y="446380"/>
                  </a:lnTo>
                  <a:lnTo>
                    <a:pt x="228722" y="440096"/>
                  </a:lnTo>
                  <a:close/>
                  <a:moveTo>
                    <a:pt x="226345" y="446380"/>
                  </a:moveTo>
                  <a:lnTo>
                    <a:pt x="232924" y="443670"/>
                  </a:lnTo>
                  <a:lnTo>
                    <a:pt x="245039" y="413523"/>
                  </a:lnTo>
                  <a:close/>
                  <a:moveTo>
                    <a:pt x="231172" y="449255"/>
                  </a:moveTo>
                  <a:lnTo>
                    <a:pt x="224508" y="480425"/>
                  </a:lnTo>
                  <a:lnTo>
                    <a:pt x="231206" y="442428"/>
                  </a:lnTo>
                  <a:close/>
                  <a:moveTo>
                    <a:pt x="232924" y="443670"/>
                  </a:moveTo>
                  <a:lnTo>
                    <a:pt x="231172" y="449255"/>
                  </a:lnTo>
                  <a:lnTo>
                    <a:pt x="231206" y="442428"/>
                  </a:lnTo>
                  <a:close/>
                  <a:moveTo>
                    <a:pt x="257017" y="421310"/>
                  </a:moveTo>
                  <a:lnTo>
                    <a:pt x="232924" y="443670"/>
                  </a:lnTo>
                  <a:lnTo>
                    <a:pt x="231206" y="442428"/>
                  </a:lnTo>
                  <a:close/>
                  <a:moveTo>
                    <a:pt x="544932" y="629833"/>
                  </a:moveTo>
                  <a:lnTo>
                    <a:pt x="554816" y="612650"/>
                  </a:lnTo>
                  <a:lnTo>
                    <a:pt x="547156" y="593078"/>
                  </a:lnTo>
                  <a:close/>
                  <a:moveTo>
                    <a:pt x="270639" y="281855"/>
                  </a:moveTo>
                  <a:lnTo>
                    <a:pt x="238051" y="257874"/>
                  </a:lnTo>
                  <a:lnTo>
                    <a:pt x="234357" y="262283"/>
                  </a:lnTo>
                  <a:close/>
                  <a:moveTo>
                    <a:pt x="270639" y="281855"/>
                  </a:moveTo>
                  <a:lnTo>
                    <a:pt x="234357" y="262283"/>
                  </a:lnTo>
                  <a:lnTo>
                    <a:pt x="245915" y="299038"/>
                  </a:lnTo>
                  <a:close/>
                  <a:moveTo>
                    <a:pt x="615482" y="521956"/>
                  </a:moveTo>
                  <a:lnTo>
                    <a:pt x="580983" y="500275"/>
                  </a:lnTo>
                  <a:lnTo>
                    <a:pt x="557764" y="509672"/>
                  </a:lnTo>
                  <a:close/>
                  <a:moveTo>
                    <a:pt x="563640" y="485201"/>
                  </a:moveTo>
                  <a:lnTo>
                    <a:pt x="557764" y="509672"/>
                  </a:lnTo>
                  <a:lnTo>
                    <a:pt x="580983" y="500275"/>
                  </a:lnTo>
                  <a:close/>
                  <a:moveTo>
                    <a:pt x="563640" y="485201"/>
                  </a:moveTo>
                  <a:lnTo>
                    <a:pt x="550923" y="502385"/>
                  </a:lnTo>
                  <a:lnTo>
                    <a:pt x="557764" y="509672"/>
                  </a:lnTo>
                  <a:close/>
                  <a:moveTo>
                    <a:pt x="537266" y="465630"/>
                  </a:moveTo>
                  <a:lnTo>
                    <a:pt x="550923" y="502385"/>
                  </a:lnTo>
                  <a:lnTo>
                    <a:pt x="563640" y="485201"/>
                  </a:lnTo>
                  <a:close/>
                  <a:moveTo>
                    <a:pt x="537266" y="465630"/>
                  </a:moveTo>
                  <a:lnTo>
                    <a:pt x="563640" y="485201"/>
                  </a:lnTo>
                  <a:lnTo>
                    <a:pt x="535954" y="448446"/>
                  </a:lnTo>
                  <a:close/>
                  <a:moveTo>
                    <a:pt x="682432" y="534216"/>
                  </a:moveTo>
                  <a:lnTo>
                    <a:pt x="694562" y="541528"/>
                  </a:lnTo>
                  <a:lnTo>
                    <a:pt x="660106" y="516522"/>
                  </a:lnTo>
                  <a:close/>
                  <a:moveTo>
                    <a:pt x="630124" y="469061"/>
                  </a:moveTo>
                  <a:lnTo>
                    <a:pt x="615482" y="521956"/>
                  </a:lnTo>
                  <a:lnTo>
                    <a:pt x="624100" y="518706"/>
                  </a:lnTo>
                  <a:close/>
                  <a:moveTo>
                    <a:pt x="585269" y="468018"/>
                  </a:moveTo>
                  <a:lnTo>
                    <a:pt x="563640" y="485201"/>
                  </a:lnTo>
                  <a:lnTo>
                    <a:pt x="580983" y="500275"/>
                  </a:lnTo>
                  <a:close/>
                  <a:moveTo>
                    <a:pt x="585269" y="468018"/>
                  </a:moveTo>
                  <a:lnTo>
                    <a:pt x="535954" y="448446"/>
                  </a:lnTo>
                  <a:lnTo>
                    <a:pt x="563640" y="485201"/>
                  </a:lnTo>
                  <a:close/>
                  <a:moveTo>
                    <a:pt x="691140" y="487590"/>
                  </a:moveTo>
                  <a:lnTo>
                    <a:pt x="685070" y="450835"/>
                  </a:lnTo>
                  <a:lnTo>
                    <a:pt x="685332" y="451266"/>
                  </a:lnTo>
                  <a:close/>
                  <a:moveTo>
                    <a:pt x="886204" y="489978"/>
                  </a:moveTo>
                  <a:lnTo>
                    <a:pt x="900984" y="536046"/>
                  </a:lnTo>
                  <a:lnTo>
                    <a:pt x="923213" y="522949"/>
                  </a:lnTo>
                  <a:close/>
                  <a:moveTo>
                    <a:pt x="886204" y="489978"/>
                  </a:moveTo>
                  <a:lnTo>
                    <a:pt x="867601" y="507161"/>
                  </a:lnTo>
                  <a:lnTo>
                    <a:pt x="900984" y="536046"/>
                  </a:lnTo>
                  <a:close/>
                  <a:moveTo>
                    <a:pt x="778746" y="379713"/>
                  </a:moveTo>
                  <a:lnTo>
                    <a:pt x="754048" y="360405"/>
                  </a:lnTo>
                  <a:lnTo>
                    <a:pt x="753173" y="360141"/>
                  </a:lnTo>
                  <a:close/>
                  <a:moveTo>
                    <a:pt x="613490" y="112404"/>
                  </a:moveTo>
                  <a:lnTo>
                    <a:pt x="580068" y="85673"/>
                  </a:lnTo>
                  <a:lnTo>
                    <a:pt x="557111" y="122397"/>
                  </a:lnTo>
                  <a:close/>
                  <a:moveTo>
                    <a:pt x="929764" y="526733"/>
                  </a:moveTo>
                  <a:lnTo>
                    <a:pt x="959293" y="509550"/>
                  </a:lnTo>
                  <a:lnTo>
                    <a:pt x="923213" y="522949"/>
                  </a:lnTo>
                  <a:close/>
                  <a:moveTo>
                    <a:pt x="923213" y="522949"/>
                  </a:moveTo>
                  <a:lnTo>
                    <a:pt x="918157" y="472795"/>
                  </a:lnTo>
                  <a:lnTo>
                    <a:pt x="886204" y="489978"/>
                  </a:lnTo>
                  <a:close/>
                  <a:moveTo>
                    <a:pt x="878773" y="481371"/>
                  </a:moveTo>
                  <a:lnTo>
                    <a:pt x="853874" y="440256"/>
                  </a:lnTo>
                  <a:lnTo>
                    <a:pt x="860909" y="453223"/>
                  </a:lnTo>
                  <a:close/>
                  <a:moveTo>
                    <a:pt x="797875" y="289020"/>
                  </a:moveTo>
                  <a:lnTo>
                    <a:pt x="815365" y="337323"/>
                  </a:lnTo>
                  <a:lnTo>
                    <a:pt x="825643" y="311095"/>
                  </a:lnTo>
                  <a:close/>
                  <a:moveTo>
                    <a:pt x="795206" y="342958"/>
                  </a:moveTo>
                  <a:lnTo>
                    <a:pt x="815365" y="337323"/>
                  </a:lnTo>
                  <a:lnTo>
                    <a:pt x="797875" y="289020"/>
                  </a:lnTo>
                  <a:close/>
                  <a:moveTo>
                    <a:pt x="614798" y="68490"/>
                  </a:moveTo>
                  <a:lnTo>
                    <a:pt x="613490" y="112404"/>
                  </a:lnTo>
                  <a:lnTo>
                    <a:pt x="627904" y="70087"/>
                  </a:lnTo>
                  <a:close/>
                  <a:moveTo>
                    <a:pt x="614798" y="68490"/>
                  </a:moveTo>
                  <a:lnTo>
                    <a:pt x="580068" y="85673"/>
                  </a:lnTo>
                  <a:lnTo>
                    <a:pt x="613490" y="112404"/>
                  </a:lnTo>
                  <a:close/>
                  <a:moveTo>
                    <a:pt x="614798" y="68490"/>
                  </a:moveTo>
                  <a:lnTo>
                    <a:pt x="595851" y="48918"/>
                  </a:lnTo>
                  <a:lnTo>
                    <a:pt x="580068" y="85673"/>
                  </a:lnTo>
                  <a:close/>
                  <a:moveTo>
                    <a:pt x="627904" y="70087"/>
                  </a:moveTo>
                  <a:lnTo>
                    <a:pt x="613490" y="112404"/>
                  </a:lnTo>
                  <a:lnTo>
                    <a:pt x="669529" y="101139"/>
                  </a:lnTo>
                  <a:close/>
                  <a:moveTo>
                    <a:pt x="985520" y="438911"/>
                  </a:moveTo>
                  <a:lnTo>
                    <a:pt x="951097" y="436040"/>
                  </a:lnTo>
                  <a:lnTo>
                    <a:pt x="952261" y="459193"/>
                  </a:lnTo>
                  <a:close/>
                  <a:moveTo>
                    <a:pt x="825388" y="271836"/>
                  </a:moveTo>
                  <a:lnTo>
                    <a:pt x="797875" y="289020"/>
                  </a:lnTo>
                  <a:lnTo>
                    <a:pt x="825643" y="311095"/>
                  </a:lnTo>
                  <a:close/>
                  <a:moveTo>
                    <a:pt x="676687" y="105245"/>
                  </a:moveTo>
                  <a:lnTo>
                    <a:pt x="722680" y="90014"/>
                  </a:lnTo>
                  <a:lnTo>
                    <a:pt x="669529" y="101139"/>
                  </a:lnTo>
                  <a:close/>
                  <a:moveTo>
                    <a:pt x="669529" y="101139"/>
                  </a:moveTo>
                  <a:lnTo>
                    <a:pt x="722680" y="90014"/>
                  </a:lnTo>
                  <a:lnTo>
                    <a:pt x="724505" y="85902"/>
                  </a:lnTo>
                  <a:close/>
                  <a:moveTo>
                    <a:pt x="669529" y="101139"/>
                  </a:moveTo>
                  <a:lnTo>
                    <a:pt x="724505" y="85902"/>
                  </a:lnTo>
                  <a:lnTo>
                    <a:pt x="683478" y="57085"/>
                  </a:lnTo>
                  <a:close/>
                  <a:moveTo>
                    <a:pt x="629291" y="67015"/>
                  </a:moveTo>
                  <a:lnTo>
                    <a:pt x="614798" y="68490"/>
                  </a:lnTo>
                  <a:lnTo>
                    <a:pt x="627904" y="70087"/>
                  </a:lnTo>
                  <a:close/>
                  <a:moveTo>
                    <a:pt x="627904" y="70087"/>
                  </a:moveTo>
                  <a:lnTo>
                    <a:pt x="674016" y="51306"/>
                  </a:lnTo>
                  <a:lnTo>
                    <a:pt x="629291" y="67015"/>
                  </a:lnTo>
                  <a:close/>
                  <a:moveTo>
                    <a:pt x="669529" y="101139"/>
                  </a:moveTo>
                  <a:lnTo>
                    <a:pt x="683478" y="57085"/>
                  </a:lnTo>
                  <a:lnTo>
                    <a:pt x="627904" y="70087"/>
                  </a:lnTo>
                  <a:close/>
                  <a:moveTo>
                    <a:pt x="883080" y="181143"/>
                  </a:moveTo>
                  <a:lnTo>
                    <a:pt x="916039" y="220158"/>
                  </a:lnTo>
                  <a:lnTo>
                    <a:pt x="917432" y="212709"/>
                  </a:lnTo>
                  <a:close/>
                  <a:moveTo>
                    <a:pt x="883080" y="181143"/>
                  </a:moveTo>
                  <a:lnTo>
                    <a:pt x="873916" y="174588"/>
                  </a:lnTo>
                  <a:lnTo>
                    <a:pt x="853488" y="194419"/>
                  </a:lnTo>
                  <a:close/>
                  <a:moveTo>
                    <a:pt x="847132" y="144388"/>
                  </a:moveTo>
                  <a:lnTo>
                    <a:pt x="853488" y="194419"/>
                  </a:lnTo>
                  <a:lnTo>
                    <a:pt x="873916" y="174588"/>
                  </a:lnTo>
                  <a:close/>
                  <a:moveTo>
                    <a:pt x="826161" y="120617"/>
                  </a:moveTo>
                  <a:lnTo>
                    <a:pt x="804596" y="122342"/>
                  </a:lnTo>
                  <a:lnTo>
                    <a:pt x="847132" y="144388"/>
                  </a:lnTo>
                  <a:close/>
                  <a:moveTo>
                    <a:pt x="760248" y="34123"/>
                  </a:moveTo>
                  <a:lnTo>
                    <a:pt x="724505" y="85902"/>
                  </a:lnTo>
                  <a:lnTo>
                    <a:pt x="736809" y="88061"/>
                  </a:lnTo>
                  <a:close/>
                  <a:moveTo>
                    <a:pt x="760248" y="34123"/>
                  </a:moveTo>
                  <a:lnTo>
                    <a:pt x="736809" y="88061"/>
                  </a:lnTo>
                  <a:lnTo>
                    <a:pt x="763246" y="70878"/>
                  </a:lnTo>
                  <a:close/>
                  <a:moveTo>
                    <a:pt x="686950" y="47227"/>
                  </a:moveTo>
                  <a:lnTo>
                    <a:pt x="644505" y="35947"/>
                  </a:lnTo>
                  <a:lnTo>
                    <a:pt x="674016" y="51306"/>
                  </a:lnTo>
                  <a:close/>
                  <a:moveTo>
                    <a:pt x="686950" y="47227"/>
                  </a:moveTo>
                  <a:lnTo>
                    <a:pt x="713559" y="7936"/>
                  </a:lnTo>
                  <a:lnTo>
                    <a:pt x="685877" y="3352"/>
                  </a:lnTo>
                  <a:close/>
                  <a:moveTo>
                    <a:pt x="685877" y="3352"/>
                  </a:moveTo>
                  <a:lnTo>
                    <a:pt x="701529" y="0"/>
                  </a:lnTo>
                  <a:lnTo>
                    <a:pt x="669229" y="3809"/>
                  </a:lnTo>
                  <a:close/>
                  <a:moveTo>
                    <a:pt x="685877" y="3352"/>
                  </a:moveTo>
                  <a:lnTo>
                    <a:pt x="713559" y="7936"/>
                  </a:lnTo>
                  <a:lnTo>
                    <a:pt x="701529" y="0"/>
                  </a:lnTo>
                  <a:close/>
                  <a:moveTo>
                    <a:pt x="883080" y="181143"/>
                  </a:moveTo>
                  <a:lnTo>
                    <a:pt x="917432" y="212709"/>
                  </a:lnTo>
                  <a:lnTo>
                    <a:pt x="929491" y="164475"/>
                  </a:lnTo>
                  <a:close/>
                  <a:moveTo>
                    <a:pt x="885121" y="128711"/>
                  </a:moveTo>
                  <a:lnTo>
                    <a:pt x="873916" y="174588"/>
                  </a:lnTo>
                  <a:lnTo>
                    <a:pt x="908547" y="127205"/>
                  </a:lnTo>
                  <a:close/>
                  <a:moveTo>
                    <a:pt x="873916" y="174588"/>
                  </a:moveTo>
                  <a:lnTo>
                    <a:pt x="883080" y="181143"/>
                  </a:lnTo>
                  <a:lnTo>
                    <a:pt x="908547" y="127205"/>
                  </a:lnTo>
                  <a:close/>
                  <a:moveTo>
                    <a:pt x="908547" y="127205"/>
                  </a:moveTo>
                  <a:lnTo>
                    <a:pt x="883080" y="181143"/>
                  </a:lnTo>
                  <a:lnTo>
                    <a:pt x="927081" y="152581"/>
                  </a:lnTo>
                  <a:close/>
                  <a:moveTo>
                    <a:pt x="847132" y="144388"/>
                  </a:moveTo>
                  <a:lnTo>
                    <a:pt x="873916" y="174588"/>
                  </a:lnTo>
                  <a:lnTo>
                    <a:pt x="885121" y="128711"/>
                  </a:lnTo>
                  <a:close/>
                  <a:moveTo>
                    <a:pt x="841481" y="92355"/>
                  </a:moveTo>
                  <a:lnTo>
                    <a:pt x="826161" y="120617"/>
                  </a:lnTo>
                  <a:lnTo>
                    <a:pt x="850694" y="90450"/>
                  </a:lnTo>
                  <a:close/>
                  <a:moveTo>
                    <a:pt x="826161" y="120617"/>
                  </a:moveTo>
                  <a:lnTo>
                    <a:pt x="847132" y="144388"/>
                  </a:lnTo>
                  <a:lnTo>
                    <a:pt x="850694" y="90450"/>
                  </a:lnTo>
                  <a:close/>
                  <a:moveTo>
                    <a:pt x="850694" y="90450"/>
                  </a:moveTo>
                  <a:lnTo>
                    <a:pt x="847132" y="144388"/>
                  </a:lnTo>
                  <a:lnTo>
                    <a:pt x="883836" y="115467"/>
                  </a:lnTo>
                  <a:close/>
                  <a:moveTo>
                    <a:pt x="883836" y="115467"/>
                  </a:moveTo>
                  <a:lnTo>
                    <a:pt x="847132" y="144388"/>
                  </a:lnTo>
                  <a:lnTo>
                    <a:pt x="885121" y="128711"/>
                  </a:lnTo>
                  <a:close/>
                  <a:moveTo>
                    <a:pt x="811241" y="107633"/>
                  </a:moveTo>
                  <a:lnTo>
                    <a:pt x="826161" y="120617"/>
                  </a:lnTo>
                  <a:lnTo>
                    <a:pt x="841481" y="92355"/>
                  </a:lnTo>
                  <a:close/>
                  <a:moveTo>
                    <a:pt x="811241" y="107633"/>
                  </a:moveTo>
                  <a:lnTo>
                    <a:pt x="841481" y="92355"/>
                  </a:lnTo>
                  <a:lnTo>
                    <a:pt x="783510" y="85729"/>
                  </a:lnTo>
                  <a:close/>
                  <a:moveTo>
                    <a:pt x="783510" y="85729"/>
                  </a:moveTo>
                  <a:lnTo>
                    <a:pt x="841481" y="92355"/>
                  </a:lnTo>
                  <a:lnTo>
                    <a:pt x="843349" y="8866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51" name="Input_density__50">
              <a:extLst>
                <a:ext uri="{FF2B5EF4-FFF2-40B4-BE49-F238E27FC236}">
                  <a16:creationId xmlns:a16="http://schemas.microsoft.com/office/drawing/2014/main" id="{90EAC55B-6F37-6692-0BFD-8C12D089F477}"/>
                </a:ext>
              </a:extLst>
            </p:cNvPr>
            <p:cNvSpPr>
              <a:spLocks noGrp="1"/>
            </p:cNvSpPr>
            <p:nvPr/>
          </p:nvSpPr>
          <p:spPr>
            <a:xfrm>
              <a:off x="935448" y="2354192"/>
              <a:ext cx="963616" cy="828508"/>
            </a:xfrm>
            <a:custGeom>
              <a:avLst/>
              <a:gdLst/>
              <a:ahLst/>
              <a:cxnLst/>
              <a:rect l="0" t="0" r="0" b="0"/>
              <a:pathLst>
                <a:path w="963616" h="828508">
                  <a:moveTo>
                    <a:pt x="14844" y="458051"/>
                  </a:moveTo>
                  <a:lnTo>
                    <a:pt x="4324" y="421296"/>
                  </a:lnTo>
                  <a:lnTo>
                    <a:pt x="0" y="475235"/>
                  </a:lnTo>
                  <a:close/>
                  <a:moveTo>
                    <a:pt x="352640" y="825601"/>
                  </a:moveTo>
                  <a:lnTo>
                    <a:pt x="381139" y="812067"/>
                  </a:lnTo>
                  <a:lnTo>
                    <a:pt x="378206" y="808418"/>
                  </a:lnTo>
                  <a:close/>
                  <a:moveTo>
                    <a:pt x="4324" y="421296"/>
                  </a:moveTo>
                  <a:lnTo>
                    <a:pt x="25903" y="440868"/>
                  </a:lnTo>
                  <a:lnTo>
                    <a:pt x="17258" y="404113"/>
                  </a:lnTo>
                  <a:close/>
                  <a:moveTo>
                    <a:pt x="31572" y="377126"/>
                  </a:moveTo>
                  <a:lnTo>
                    <a:pt x="4324" y="421296"/>
                  </a:lnTo>
                  <a:lnTo>
                    <a:pt x="17258" y="404113"/>
                  </a:lnTo>
                  <a:close/>
                  <a:moveTo>
                    <a:pt x="31572" y="377126"/>
                  </a:moveTo>
                  <a:lnTo>
                    <a:pt x="13183" y="404584"/>
                  </a:lnTo>
                  <a:lnTo>
                    <a:pt x="4324" y="421296"/>
                  </a:lnTo>
                  <a:close/>
                  <a:moveTo>
                    <a:pt x="378206" y="808418"/>
                  </a:moveTo>
                  <a:lnTo>
                    <a:pt x="381139" y="812067"/>
                  </a:lnTo>
                  <a:lnTo>
                    <a:pt x="381602" y="807248"/>
                  </a:lnTo>
                  <a:close/>
                  <a:moveTo>
                    <a:pt x="352225" y="771663"/>
                  </a:moveTo>
                  <a:lnTo>
                    <a:pt x="381602" y="807248"/>
                  </a:lnTo>
                  <a:lnTo>
                    <a:pt x="380661" y="763266"/>
                  </a:lnTo>
                  <a:close/>
                  <a:moveTo>
                    <a:pt x="352225" y="771663"/>
                  </a:moveTo>
                  <a:lnTo>
                    <a:pt x="378206" y="808418"/>
                  </a:lnTo>
                  <a:lnTo>
                    <a:pt x="381602" y="807248"/>
                  </a:lnTo>
                  <a:close/>
                  <a:moveTo>
                    <a:pt x="428495" y="796213"/>
                  </a:moveTo>
                  <a:lnTo>
                    <a:pt x="381139" y="812067"/>
                  </a:lnTo>
                  <a:lnTo>
                    <a:pt x="418856" y="828508"/>
                  </a:lnTo>
                  <a:close/>
                  <a:moveTo>
                    <a:pt x="428495" y="796213"/>
                  </a:moveTo>
                  <a:lnTo>
                    <a:pt x="381602" y="807248"/>
                  </a:lnTo>
                  <a:lnTo>
                    <a:pt x="381139" y="812067"/>
                  </a:lnTo>
                  <a:close/>
                  <a:moveTo>
                    <a:pt x="381602" y="807248"/>
                  </a:moveTo>
                  <a:lnTo>
                    <a:pt x="428495" y="796213"/>
                  </a:lnTo>
                  <a:lnTo>
                    <a:pt x="419966" y="758400"/>
                  </a:lnTo>
                  <a:close/>
                  <a:moveTo>
                    <a:pt x="381602" y="807248"/>
                  </a:moveTo>
                  <a:lnTo>
                    <a:pt x="419966" y="758400"/>
                  </a:lnTo>
                  <a:lnTo>
                    <a:pt x="380661" y="763266"/>
                  </a:lnTo>
                  <a:close/>
                  <a:moveTo>
                    <a:pt x="418856" y="828508"/>
                  </a:moveTo>
                  <a:lnTo>
                    <a:pt x="444904" y="791234"/>
                  </a:lnTo>
                  <a:lnTo>
                    <a:pt x="428495" y="796213"/>
                  </a:lnTo>
                  <a:close/>
                  <a:moveTo>
                    <a:pt x="444904" y="791234"/>
                  </a:moveTo>
                  <a:lnTo>
                    <a:pt x="453619" y="754479"/>
                  </a:lnTo>
                  <a:lnTo>
                    <a:pt x="428495" y="796213"/>
                  </a:lnTo>
                  <a:close/>
                  <a:moveTo>
                    <a:pt x="453619" y="754479"/>
                  </a:moveTo>
                  <a:lnTo>
                    <a:pt x="419966" y="758400"/>
                  </a:lnTo>
                  <a:lnTo>
                    <a:pt x="428495" y="796213"/>
                  </a:lnTo>
                  <a:close/>
                  <a:moveTo>
                    <a:pt x="380661" y="763266"/>
                  </a:moveTo>
                  <a:lnTo>
                    <a:pt x="419966" y="758400"/>
                  </a:lnTo>
                  <a:lnTo>
                    <a:pt x="380520" y="718633"/>
                  </a:lnTo>
                  <a:close/>
                  <a:moveTo>
                    <a:pt x="49989" y="349778"/>
                  </a:moveTo>
                  <a:lnTo>
                    <a:pt x="49242" y="350868"/>
                  </a:lnTo>
                  <a:lnTo>
                    <a:pt x="49731" y="350174"/>
                  </a:lnTo>
                  <a:close/>
                  <a:moveTo>
                    <a:pt x="49989" y="349778"/>
                  </a:moveTo>
                  <a:lnTo>
                    <a:pt x="52642" y="350174"/>
                  </a:lnTo>
                  <a:lnTo>
                    <a:pt x="49242" y="350868"/>
                  </a:lnTo>
                  <a:close/>
                  <a:moveTo>
                    <a:pt x="444904" y="791234"/>
                  </a:moveTo>
                  <a:lnTo>
                    <a:pt x="440789" y="786218"/>
                  </a:lnTo>
                  <a:lnTo>
                    <a:pt x="453619" y="754479"/>
                  </a:lnTo>
                  <a:close/>
                  <a:moveTo>
                    <a:pt x="93574" y="332991"/>
                  </a:moveTo>
                  <a:lnTo>
                    <a:pt x="92823" y="342525"/>
                  </a:lnTo>
                  <a:lnTo>
                    <a:pt x="87170" y="364216"/>
                  </a:lnTo>
                  <a:close/>
                  <a:moveTo>
                    <a:pt x="50763" y="349632"/>
                  </a:moveTo>
                  <a:lnTo>
                    <a:pt x="52642" y="350174"/>
                  </a:lnTo>
                  <a:lnTo>
                    <a:pt x="49989" y="349778"/>
                  </a:lnTo>
                  <a:close/>
                  <a:moveTo>
                    <a:pt x="551480" y="592664"/>
                  </a:moveTo>
                  <a:lnTo>
                    <a:pt x="583334" y="588692"/>
                  </a:lnTo>
                  <a:lnTo>
                    <a:pt x="564749" y="587717"/>
                  </a:lnTo>
                  <a:close/>
                  <a:moveTo>
                    <a:pt x="564749" y="587717"/>
                  </a:moveTo>
                  <a:lnTo>
                    <a:pt x="583334" y="588692"/>
                  </a:lnTo>
                  <a:lnTo>
                    <a:pt x="617418" y="591551"/>
                  </a:lnTo>
                  <a:close/>
                  <a:moveTo>
                    <a:pt x="638136" y="572804"/>
                  </a:moveTo>
                  <a:lnTo>
                    <a:pt x="617418" y="591551"/>
                  </a:lnTo>
                  <a:lnTo>
                    <a:pt x="583334" y="588692"/>
                  </a:lnTo>
                  <a:close/>
                  <a:moveTo>
                    <a:pt x="617418" y="591551"/>
                  </a:moveTo>
                  <a:lnTo>
                    <a:pt x="638136" y="572804"/>
                  </a:lnTo>
                  <a:lnTo>
                    <a:pt x="620346" y="575481"/>
                  </a:lnTo>
                  <a:close/>
                  <a:moveTo>
                    <a:pt x="638136" y="572804"/>
                  </a:moveTo>
                  <a:lnTo>
                    <a:pt x="639287" y="558298"/>
                  </a:lnTo>
                  <a:lnTo>
                    <a:pt x="620346" y="575481"/>
                  </a:lnTo>
                  <a:close/>
                  <a:moveTo>
                    <a:pt x="620346" y="575481"/>
                  </a:moveTo>
                  <a:lnTo>
                    <a:pt x="639287" y="558298"/>
                  </a:lnTo>
                  <a:lnTo>
                    <a:pt x="611378" y="568971"/>
                  </a:lnTo>
                  <a:close/>
                  <a:moveTo>
                    <a:pt x="639287" y="558298"/>
                  </a:moveTo>
                  <a:lnTo>
                    <a:pt x="629190" y="539355"/>
                  </a:lnTo>
                  <a:lnTo>
                    <a:pt x="611378" y="568971"/>
                  </a:lnTo>
                  <a:close/>
                  <a:moveTo>
                    <a:pt x="619805" y="521543"/>
                  </a:moveTo>
                  <a:lnTo>
                    <a:pt x="611378" y="568971"/>
                  </a:lnTo>
                  <a:lnTo>
                    <a:pt x="629190" y="539355"/>
                  </a:lnTo>
                  <a:close/>
                  <a:moveTo>
                    <a:pt x="638136" y="572804"/>
                  </a:moveTo>
                  <a:lnTo>
                    <a:pt x="658883" y="583023"/>
                  </a:lnTo>
                  <a:lnTo>
                    <a:pt x="639287" y="558298"/>
                  </a:lnTo>
                  <a:close/>
                  <a:moveTo>
                    <a:pt x="639287" y="558298"/>
                  </a:moveTo>
                  <a:lnTo>
                    <a:pt x="689414" y="577869"/>
                  </a:lnTo>
                  <a:lnTo>
                    <a:pt x="671145" y="541114"/>
                  </a:lnTo>
                  <a:close/>
                  <a:moveTo>
                    <a:pt x="671145" y="541114"/>
                  </a:moveTo>
                  <a:lnTo>
                    <a:pt x="686756" y="533802"/>
                  </a:lnTo>
                  <a:lnTo>
                    <a:pt x="639287" y="558298"/>
                  </a:lnTo>
                  <a:close/>
                  <a:moveTo>
                    <a:pt x="639287" y="558298"/>
                  </a:moveTo>
                  <a:lnTo>
                    <a:pt x="686756" y="533802"/>
                  </a:lnTo>
                  <a:lnTo>
                    <a:pt x="628423" y="518292"/>
                  </a:lnTo>
                  <a:close/>
                  <a:moveTo>
                    <a:pt x="628423" y="518292"/>
                  </a:moveTo>
                  <a:lnTo>
                    <a:pt x="686756" y="533802"/>
                  </a:lnTo>
                  <a:lnTo>
                    <a:pt x="664430" y="516108"/>
                  </a:lnTo>
                  <a:close/>
                  <a:moveTo>
                    <a:pt x="639287" y="558298"/>
                  </a:moveTo>
                  <a:lnTo>
                    <a:pt x="628423" y="518292"/>
                  </a:lnTo>
                  <a:lnTo>
                    <a:pt x="629190" y="539355"/>
                  </a:lnTo>
                  <a:close/>
                  <a:moveTo>
                    <a:pt x="619805" y="521543"/>
                  </a:moveTo>
                  <a:lnTo>
                    <a:pt x="629190" y="539355"/>
                  </a:lnTo>
                  <a:lnTo>
                    <a:pt x="628423" y="518292"/>
                  </a:lnTo>
                  <a:close/>
                  <a:moveTo>
                    <a:pt x="689900" y="449349"/>
                  </a:moveTo>
                  <a:lnTo>
                    <a:pt x="689656" y="450853"/>
                  </a:lnTo>
                  <a:lnTo>
                    <a:pt x="689394" y="450421"/>
                  </a:lnTo>
                  <a:close/>
                  <a:moveTo>
                    <a:pt x="883096" y="480957"/>
                  </a:moveTo>
                  <a:lnTo>
                    <a:pt x="857047" y="467866"/>
                  </a:lnTo>
                  <a:lnTo>
                    <a:pt x="890528" y="489564"/>
                  </a:lnTo>
                  <a:close/>
                  <a:moveTo>
                    <a:pt x="865232" y="452809"/>
                  </a:moveTo>
                  <a:lnTo>
                    <a:pt x="857047" y="467866"/>
                  </a:lnTo>
                  <a:lnTo>
                    <a:pt x="883096" y="480957"/>
                  </a:lnTo>
                  <a:close/>
                  <a:moveTo>
                    <a:pt x="963616" y="509136"/>
                  </a:moveTo>
                  <a:lnTo>
                    <a:pt x="946111" y="495773"/>
                  </a:lnTo>
                  <a:lnTo>
                    <a:pt x="927537" y="522535"/>
                  </a:lnTo>
                  <a:close/>
                  <a:moveTo>
                    <a:pt x="946111" y="495773"/>
                  </a:moveTo>
                  <a:lnTo>
                    <a:pt x="922480" y="472381"/>
                  </a:lnTo>
                  <a:lnTo>
                    <a:pt x="927537" y="522535"/>
                  </a:lnTo>
                  <a:close/>
                  <a:moveTo>
                    <a:pt x="890528" y="489564"/>
                  </a:moveTo>
                  <a:lnTo>
                    <a:pt x="922480" y="472381"/>
                  </a:lnTo>
                  <a:lnTo>
                    <a:pt x="883096" y="480957"/>
                  </a:lnTo>
                  <a:close/>
                  <a:moveTo>
                    <a:pt x="687802" y="56672"/>
                  </a:moveTo>
                  <a:lnTo>
                    <a:pt x="678340" y="50893"/>
                  </a:lnTo>
                  <a:lnTo>
                    <a:pt x="632228" y="69673"/>
                  </a:lnTo>
                  <a:close/>
                  <a:moveTo>
                    <a:pt x="736820" y="36874"/>
                  </a:moveTo>
                  <a:lnTo>
                    <a:pt x="728829" y="85488"/>
                  </a:lnTo>
                  <a:lnTo>
                    <a:pt x="764571" y="33709"/>
                  </a:lnTo>
                  <a:close/>
                  <a:moveTo>
                    <a:pt x="678340" y="50893"/>
                  </a:moveTo>
                  <a:lnTo>
                    <a:pt x="687802" y="56672"/>
                  </a:lnTo>
                  <a:lnTo>
                    <a:pt x="691274" y="46813"/>
                  </a:lnTo>
                  <a:close/>
                  <a:moveTo>
                    <a:pt x="736820" y="36874"/>
                  </a:moveTo>
                  <a:lnTo>
                    <a:pt x="687802" y="56672"/>
                  </a:lnTo>
                  <a:lnTo>
                    <a:pt x="728829" y="85488"/>
                  </a:lnTo>
                  <a:close/>
                  <a:moveTo>
                    <a:pt x="736820" y="36874"/>
                  </a:moveTo>
                  <a:lnTo>
                    <a:pt x="691274" y="46813"/>
                  </a:lnTo>
                  <a:lnTo>
                    <a:pt x="687802" y="56672"/>
                  </a:lnTo>
                  <a:close/>
                  <a:moveTo>
                    <a:pt x="691274" y="46813"/>
                  </a:moveTo>
                  <a:lnTo>
                    <a:pt x="736820" y="36874"/>
                  </a:lnTo>
                  <a:lnTo>
                    <a:pt x="717883" y="7522"/>
                  </a:lnTo>
                  <a:close/>
                  <a:moveTo>
                    <a:pt x="736820" y="36874"/>
                  </a:moveTo>
                  <a:lnTo>
                    <a:pt x="769750" y="17702"/>
                  </a:lnTo>
                  <a:lnTo>
                    <a:pt x="753826" y="5389"/>
                  </a:lnTo>
                  <a:close/>
                  <a:moveTo>
                    <a:pt x="736820" y="36874"/>
                  </a:moveTo>
                  <a:lnTo>
                    <a:pt x="753826" y="5389"/>
                  </a:lnTo>
                  <a:lnTo>
                    <a:pt x="717883" y="7522"/>
                  </a:lnTo>
                  <a:close/>
                  <a:moveTo>
                    <a:pt x="769750" y="17702"/>
                  </a:moveTo>
                  <a:lnTo>
                    <a:pt x="764571" y="33709"/>
                  </a:lnTo>
                  <a:lnTo>
                    <a:pt x="757428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52" name="Input_density__51">
              <a:extLst>
                <a:ext uri="{FF2B5EF4-FFF2-40B4-BE49-F238E27FC236}">
                  <a16:creationId xmlns:a16="http://schemas.microsoft.com/office/drawing/2014/main" id="{0DFC22B3-D6A0-5708-4435-4558134D9E10}"/>
                </a:ext>
              </a:extLst>
            </p:cNvPr>
            <p:cNvSpPr>
              <a:spLocks noGrp="1"/>
            </p:cNvSpPr>
            <p:nvPr/>
          </p:nvSpPr>
          <p:spPr>
            <a:xfrm>
              <a:off x="961351" y="2301475"/>
              <a:ext cx="894460" cy="753258"/>
            </a:xfrm>
            <a:custGeom>
              <a:avLst/>
              <a:gdLst/>
              <a:ahLst/>
              <a:cxnLst/>
              <a:rect l="0" t="0" r="0" b="0"/>
              <a:pathLst>
                <a:path w="894460" h="753258">
                  <a:moveTo>
                    <a:pt x="0" y="493585"/>
                  </a:moveTo>
                  <a:lnTo>
                    <a:pt x="5390" y="525010"/>
                  </a:lnTo>
                  <a:lnTo>
                    <a:pt x="28617" y="515643"/>
                  </a:lnTo>
                  <a:close/>
                  <a:moveTo>
                    <a:pt x="264864" y="696932"/>
                  </a:moveTo>
                  <a:lnTo>
                    <a:pt x="208692" y="674480"/>
                  </a:lnTo>
                  <a:lnTo>
                    <a:pt x="226567" y="677360"/>
                  </a:lnTo>
                  <a:close/>
                  <a:moveTo>
                    <a:pt x="264864" y="696932"/>
                  </a:moveTo>
                  <a:lnTo>
                    <a:pt x="226567" y="677360"/>
                  </a:lnTo>
                  <a:lnTo>
                    <a:pt x="224048" y="714115"/>
                  </a:lnTo>
                  <a:close/>
                  <a:moveTo>
                    <a:pt x="208692" y="674480"/>
                  </a:moveTo>
                  <a:lnTo>
                    <a:pt x="208501" y="660177"/>
                  </a:lnTo>
                  <a:lnTo>
                    <a:pt x="203398" y="670815"/>
                  </a:lnTo>
                  <a:close/>
                  <a:moveTo>
                    <a:pt x="101686" y="443476"/>
                  </a:moveTo>
                  <a:lnTo>
                    <a:pt x="52643" y="480897"/>
                  </a:lnTo>
                  <a:lnTo>
                    <a:pt x="72159" y="456830"/>
                  </a:lnTo>
                  <a:close/>
                  <a:moveTo>
                    <a:pt x="139664" y="459218"/>
                  </a:moveTo>
                  <a:lnTo>
                    <a:pt x="149417" y="497356"/>
                  </a:lnTo>
                  <a:lnTo>
                    <a:pt x="169593" y="476583"/>
                  </a:lnTo>
                  <a:close/>
                  <a:moveTo>
                    <a:pt x="122131" y="476402"/>
                  </a:moveTo>
                  <a:lnTo>
                    <a:pt x="139664" y="459218"/>
                  </a:lnTo>
                  <a:lnTo>
                    <a:pt x="101686" y="443476"/>
                  </a:lnTo>
                  <a:close/>
                  <a:moveTo>
                    <a:pt x="139664" y="459218"/>
                  </a:moveTo>
                  <a:lnTo>
                    <a:pt x="129722" y="452089"/>
                  </a:lnTo>
                  <a:lnTo>
                    <a:pt x="101686" y="443476"/>
                  </a:lnTo>
                  <a:close/>
                  <a:moveTo>
                    <a:pt x="432772" y="753258"/>
                  </a:moveTo>
                  <a:lnTo>
                    <a:pt x="458481" y="741088"/>
                  </a:lnTo>
                  <a:lnTo>
                    <a:pt x="403955" y="729942"/>
                  </a:lnTo>
                  <a:close/>
                  <a:moveTo>
                    <a:pt x="403955" y="729942"/>
                  </a:moveTo>
                  <a:lnTo>
                    <a:pt x="458481" y="741088"/>
                  </a:lnTo>
                  <a:lnTo>
                    <a:pt x="463837" y="733047"/>
                  </a:lnTo>
                  <a:close/>
                  <a:moveTo>
                    <a:pt x="403955" y="729942"/>
                  </a:moveTo>
                  <a:lnTo>
                    <a:pt x="463837" y="733047"/>
                  </a:lnTo>
                  <a:lnTo>
                    <a:pt x="429975" y="731018"/>
                  </a:lnTo>
                  <a:close/>
                  <a:moveTo>
                    <a:pt x="429975" y="731018"/>
                  </a:moveTo>
                  <a:lnTo>
                    <a:pt x="372547" y="716503"/>
                  </a:lnTo>
                  <a:lnTo>
                    <a:pt x="403955" y="729942"/>
                  </a:lnTo>
                  <a:close/>
                  <a:moveTo>
                    <a:pt x="202039" y="411406"/>
                  </a:moveTo>
                  <a:lnTo>
                    <a:pt x="195993" y="371574"/>
                  </a:lnTo>
                  <a:lnTo>
                    <a:pt x="187042" y="405280"/>
                  </a:lnTo>
                  <a:close/>
                  <a:moveTo>
                    <a:pt x="482725" y="699320"/>
                  </a:moveTo>
                  <a:lnTo>
                    <a:pt x="476943" y="685839"/>
                  </a:lnTo>
                  <a:lnTo>
                    <a:pt x="463837" y="733047"/>
                  </a:lnTo>
                  <a:close/>
                  <a:moveTo>
                    <a:pt x="482725" y="699320"/>
                  </a:moveTo>
                  <a:lnTo>
                    <a:pt x="480217" y="682137"/>
                  </a:lnTo>
                  <a:lnTo>
                    <a:pt x="476943" y="685839"/>
                  </a:lnTo>
                  <a:close/>
                  <a:moveTo>
                    <a:pt x="482725" y="699320"/>
                  </a:moveTo>
                  <a:lnTo>
                    <a:pt x="485255" y="656915"/>
                  </a:lnTo>
                  <a:lnTo>
                    <a:pt x="479548" y="645382"/>
                  </a:lnTo>
                  <a:close/>
                  <a:moveTo>
                    <a:pt x="482725" y="699320"/>
                  </a:moveTo>
                  <a:lnTo>
                    <a:pt x="479548" y="645382"/>
                  </a:lnTo>
                  <a:lnTo>
                    <a:pt x="480217" y="682137"/>
                  </a:lnTo>
                  <a:close/>
                  <a:moveTo>
                    <a:pt x="334342" y="537011"/>
                  </a:moveTo>
                  <a:lnTo>
                    <a:pt x="319215" y="566056"/>
                  </a:lnTo>
                  <a:lnTo>
                    <a:pt x="329956" y="552300"/>
                  </a:lnTo>
                  <a:close/>
                  <a:moveTo>
                    <a:pt x="319177" y="504592"/>
                  </a:moveTo>
                  <a:lnTo>
                    <a:pt x="329956" y="552300"/>
                  </a:lnTo>
                  <a:lnTo>
                    <a:pt x="328708" y="515545"/>
                  </a:lnTo>
                  <a:close/>
                  <a:moveTo>
                    <a:pt x="319177" y="504592"/>
                  </a:moveTo>
                  <a:lnTo>
                    <a:pt x="334342" y="537011"/>
                  </a:lnTo>
                  <a:lnTo>
                    <a:pt x="329956" y="552300"/>
                  </a:lnTo>
                  <a:close/>
                  <a:moveTo>
                    <a:pt x="283643" y="388097"/>
                  </a:moveTo>
                  <a:lnTo>
                    <a:pt x="280052" y="419632"/>
                  </a:lnTo>
                  <a:lnTo>
                    <a:pt x="299704" y="396900"/>
                  </a:lnTo>
                  <a:close/>
                  <a:moveTo>
                    <a:pt x="259939" y="372802"/>
                  </a:moveTo>
                  <a:lnTo>
                    <a:pt x="240621" y="362381"/>
                  </a:lnTo>
                  <a:lnTo>
                    <a:pt x="283643" y="388097"/>
                  </a:lnTo>
                  <a:close/>
                  <a:moveTo>
                    <a:pt x="224336" y="351342"/>
                  </a:moveTo>
                  <a:lnTo>
                    <a:pt x="240621" y="362381"/>
                  </a:lnTo>
                  <a:lnTo>
                    <a:pt x="259939" y="372802"/>
                  </a:lnTo>
                  <a:close/>
                  <a:moveTo>
                    <a:pt x="224336" y="351342"/>
                  </a:moveTo>
                  <a:lnTo>
                    <a:pt x="224532" y="330714"/>
                  </a:lnTo>
                  <a:lnTo>
                    <a:pt x="240621" y="362381"/>
                  </a:lnTo>
                  <a:close/>
                  <a:moveTo>
                    <a:pt x="461786" y="604160"/>
                  </a:moveTo>
                  <a:lnTo>
                    <a:pt x="448535" y="579628"/>
                  </a:lnTo>
                  <a:lnTo>
                    <a:pt x="427389" y="560288"/>
                  </a:lnTo>
                  <a:close/>
                  <a:moveTo>
                    <a:pt x="409612" y="462470"/>
                  </a:moveTo>
                  <a:lnTo>
                    <a:pt x="389568" y="483734"/>
                  </a:lnTo>
                  <a:lnTo>
                    <a:pt x="438801" y="447026"/>
                  </a:lnTo>
                  <a:close/>
                  <a:moveTo>
                    <a:pt x="283643" y="388097"/>
                  </a:moveTo>
                  <a:lnTo>
                    <a:pt x="316706" y="417107"/>
                  </a:lnTo>
                  <a:lnTo>
                    <a:pt x="270328" y="382976"/>
                  </a:lnTo>
                  <a:close/>
                  <a:moveTo>
                    <a:pt x="299704" y="396900"/>
                  </a:moveTo>
                  <a:lnTo>
                    <a:pt x="316706" y="417107"/>
                  </a:lnTo>
                  <a:lnTo>
                    <a:pt x="283643" y="388097"/>
                  </a:lnTo>
                  <a:close/>
                  <a:moveTo>
                    <a:pt x="259939" y="372802"/>
                  </a:moveTo>
                  <a:lnTo>
                    <a:pt x="283643" y="388097"/>
                  </a:lnTo>
                  <a:lnTo>
                    <a:pt x="270328" y="382976"/>
                  </a:lnTo>
                  <a:close/>
                  <a:moveTo>
                    <a:pt x="299704" y="396900"/>
                  </a:moveTo>
                  <a:lnTo>
                    <a:pt x="336535" y="410027"/>
                  </a:lnTo>
                  <a:lnTo>
                    <a:pt x="316706" y="417107"/>
                  </a:lnTo>
                  <a:close/>
                  <a:moveTo>
                    <a:pt x="336535" y="410027"/>
                  </a:moveTo>
                  <a:lnTo>
                    <a:pt x="342065" y="423579"/>
                  </a:lnTo>
                  <a:lnTo>
                    <a:pt x="316706" y="417107"/>
                  </a:lnTo>
                  <a:close/>
                  <a:moveTo>
                    <a:pt x="370019" y="439014"/>
                  </a:moveTo>
                  <a:lnTo>
                    <a:pt x="316706" y="417107"/>
                  </a:lnTo>
                  <a:lnTo>
                    <a:pt x="342065" y="423579"/>
                  </a:lnTo>
                  <a:close/>
                  <a:moveTo>
                    <a:pt x="445986" y="438016"/>
                  </a:moveTo>
                  <a:lnTo>
                    <a:pt x="420949" y="431282"/>
                  </a:lnTo>
                  <a:lnTo>
                    <a:pt x="409612" y="462470"/>
                  </a:lnTo>
                  <a:close/>
                  <a:moveTo>
                    <a:pt x="420949" y="431282"/>
                  </a:moveTo>
                  <a:lnTo>
                    <a:pt x="445986" y="438016"/>
                  </a:lnTo>
                  <a:lnTo>
                    <a:pt x="410954" y="394661"/>
                  </a:lnTo>
                  <a:close/>
                  <a:moveTo>
                    <a:pt x="410954" y="394661"/>
                  </a:moveTo>
                  <a:lnTo>
                    <a:pt x="393601" y="364022"/>
                  </a:lnTo>
                  <a:lnTo>
                    <a:pt x="399497" y="390485"/>
                  </a:lnTo>
                  <a:close/>
                  <a:moveTo>
                    <a:pt x="674639" y="638060"/>
                  </a:moveTo>
                  <a:lnTo>
                    <a:pt x="690481" y="643170"/>
                  </a:lnTo>
                  <a:lnTo>
                    <a:pt x="677033" y="630587"/>
                  </a:lnTo>
                  <a:close/>
                  <a:moveTo>
                    <a:pt x="687101" y="601171"/>
                  </a:moveTo>
                  <a:lnTo>
                    <a:pt x="672983" y="593832"/>
                  </a:lnTo>
                  <a:lnTo>
                    <a:pt x="677033" y="630587"/>
                  </a:lnTo>
                  <a:close/>
                  <a:moveTo>
                    <a:pt x="608545" y="521365"/>
                  </a:moveTo>
                  <a:lnTo>
                    <a:pt x="606177" y="520322"/>
                  </a:lnTo>
                  <a:lnTo>
                    <a:pt x="581530" y="539097"/>
                  </a:lnTo>
                  <a:close/>
                  <a:moveTo>
                    <a:pt x="607650" y="512180"/>
                  </a:moveTo>
                  <a:lnTo>
                    <a:pt x="608545" y="521365"/>
                  </a:lnTo>
                  <a:lnTo>
                    <a:pt x="611049" y="483567"/>
                  </a:lnTo>
                  <a:close/>
                  <a:moveTo>
                    <a:pt x="606177" y="520322"/>
                  </a:moveTo>
                  <a:lnTo>
                    <a:pt x="608545" y="521365"/>
                  </a:lnTo>
                  <a:lnTo>
                    <a:pt x="607650" y="512180"/>
                  </a:lnTo>
                  <a:close/>
                  <a:moveTo>
                    <a:pt x="672983" y="593832"/>
                  </a:moveTo>
                  <a:lnTo>
                    <a:pt x="660853" y="586520"/>
                  </a:lnTo>
                  <a:lnTo>
                    <a:pt x="703289" y="588010"/>
                  </a:lnTo>
                  <a:close/>
                  <a:moveTo>
                    <a:pt x="606019" y="478671"/>
                  </a:moveTo>
                  <a:lnTo>
                    <a:pt x="606177" y="520322"/>
                  </a:lnTo>
                  <a:lnTo>
                    <a:pt x="607650" y="512180"/>
                  </a:lnTo>
                  <a:close/>
                  <a:moveTo>
                    <a:pt x="585664" y="512878"/>
                  </a:moveTo>
                  <a:lnTo>
                    <a:pt x="606177" y="520322"/>
                  </a:lnTo>
                  <a:lnTo>
                    <a:pt x="606019" y="478671"/>
                  </a:lnTo>
                  <a:close/>
                  <a:moveTo>
                    <a:pt x="767492" y="518156"/>
                  </a:moveTo>
                  <a:lnTo>
                    <a:pt x="786474" y="559465"/>
                  </a:lnTo>
                  <a:lnTo>
                    <a:pt x="774659" y="522710"/>
                  </a:lnTo>
                  <a:close/>
                  <a:moveTo>
                    <a:pt x="772245" y="469544"/>
                  </a:moveTo>
                  <a:lnTo>
                    <a:pt x="774659" y="522710"/>
                  </a:lnTo>
                  <a:lnTo>
                    <a:pt x="771319" y="485955"/>
                  </a:lnTo>
                  <a:close/>
                  <a:moveTo>
                    <a:pt x="829473" y="341323"/>
                  </a:moveTo>
                  <a:lnTo>
                    <a:pt x="826071" y="349471"/>
                  </a:lnTo>
                  <a:lnTo>
                    <a:pt x="804064" y="363399"/>
                  </a:lnTo>
                  <a:close/>
                  <a:moveTo>
                    <a:pt x="738347" y="146062"/>
                  </a:moveTo>
                  <a:lnTo>
                    <a:pt x="715230" y="140365"/>
                  </a:lnTo>
                  <a:lnTo>
                    <a:pt x="686261" y="172106"/>
                  </a:lnTo>
                  <a:close/>
                  <a:moveTo>
                    <a:pt x="846807" y="287385"/>
                  </a:moveTo>
                  <a:lnTo>
                    <a:pt x="894460" y="272462"/>
                  </a:lnTo>
                  <a:lnTo>
                    <a:pt x="861501" y="233446"/>
                  </a:lnTo>
                  <a:close/>
                  <a:moveTo>
                    <a:pt x="761931" y="138032"/>
                  </a:moveTo>
                  <a:lnTo>
                    <a:pt x="757750" y="140365"/>
                  </a:lnTo>
                  <a:lnTo>
                    <a:pt x="783017" y="174645"/>
                  </a:lnTo>
                  <a:close/>
                  <a:moveTo>
                    <a:pt x="858512" y="95610"/>
                  </a:moveTo>
                  <a:lnTo>
                    <a:pt x="866885" y="133551"/>
                  </a:lnTo>
                  <a:lnTo>
                    <a:pt x="864797" y="142753"/>
                  </a:lnTo>
                  <a:close/>
                  <a:moveTo>
                    <a:pt x="848827" y="13990"/>
                  </a:moveTo>
                  <a:lnTo>
                    <a:pt x="871577" y="52060"/>
                  </a:lnTo>
                  <a:lnTo>
                    <a:pt x="853069" y="15305"/>
                  </a:lnTo>
                  <a:close/>
                  <a:moveTo>
                    <a:pt x="848827" y="13990"/>
                  </a:moveTo>
                  <a:lnTo>
                    <a:pt x="865462" y="45213"/>
                  </a:lnTo>
                  <a:lnTo>
                    <a:pt x="871577" y="52060"/>
                  </a:lnTo>
                  <a:close/>
                  <a:moveTo>
                    <a:pt x="832716" y="0"/>
                  </a:moveTo>
                  <a:lnTo>
                    <a:pt x="865462" y="45213"/>
                  </a:lnTo>
                  <a:lnTo>
                    <a:pt x="848827" y="1399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53" name="Input_density__52">
              <a:extLst>
                <a:ext uri="{FF2B5EF4-FFF2-40B4-BE49-F238E27FC236}">
                  <a16:creationId xmlns:a16="http://schemas.microsoft.com/office/drawing/2014/main" id="{D2C9502E-7907-B508-D351-E00F715A6C12}"/>
                </a:ext>
              </a:extLst>
            </p:cNvPr>
            <p:cNvSpPr>
              <a:spLocks noGrp="1"/>
            </p:cNvSpPr>
            <p:nvPr/>
          </p:nvSpPr>
          <p:spPr>
            <a:xfrm>
              <a:off x="950292" y="2352517"/>
              <a:ext cx="941741" cy="822455"/>
            </a:xfrm>
            <a:custGeom>
              <a:avLst/>
              <a:gdLst/>
              <a:ahLst/>
              <a:cxnLst/>
              <a:rect l="0" t="0" r="0" b="0"/>
              <a:pathLst>
                <a:path w="941741" h="822455">
                  <a:moveTo>
                    <a:pt x="11059" y="442543"/>
                  </a:moveTo>
                  <a:lnTo>
                    <a:pt x="0" y="459727"/>
                  </a:lnTo>
                  <a:lnTo>
                    <a:pt x="16449" y="473968"/>
                  </a:lnTo>
                  <a:close/>
                  <a:moveTo>
                    <a:pt x="267171" y="699828"/>
                  </a:moveTo>
                  <a:lnTo>
                    <a:pt x="247633" y="672606"/>
                  </a:lnTo>
                  <a:lnTo>
                    <a:pt x="267652" y="701078"/>
                  </a:lnTo>
                  <a:close/>
                  <a:moveTo>
                    <a:pt x="267171" y="699828"/>
                  </a:moveTo>
                  <a:lnTo>
                    <a:pt x="235107" y="663073"/>
                  </a:lnTo>
                  <a:lnTo>
                    <a:pt x="247633" y="672606"/>
                  </a:lnTo>
                  <a:close/>
                  <a:moveTo>
                    <a:pt x="325550" y="682645"/>
                  </a:moveTo>
                  <a:lnTo>
                    <a:pt x="324064" y="684214"/>
                  </a:lnTo>
                  <a:lnTo>
                    <a:pt x="349909" y="688381"/>
                  </a:lnTo>
                  <a:close/>
                  <a:moveTo>
                    <a:pt x="349909" y="688381"/>
                  </a:moveTo>
                  <a:lnTo>
                    <a:pt x="324064" y="684214"/>
                  </a:lnTo>
                  <a:lnTo>
                    <a:pt x="318093" y="731905"/>
                  </a:lnTo>
                  <a:close/>
                  <a:moveTo>
                    <a:pt x="349909" y="688381"/>
                  </a:moveTo>
                  <a:lnTo>
                    <a:pt x="318093" y="731905"/>
                  </a:lnTo>
                  <a:lnTo>
                    <a:pt x="365676" y="720309"/>
                  </a:lnTo>
                  <a:close/>
                  <a:moveTo>
                    <a:pt x="235107" y="663073"/>
                  </a:moveTo>
                  <a:lnTo>
                    <a:pt x="267171" y="699828"/>
                  </a:lnTo>
                  <a:lnTo>
                    <a:pt x="275923" y="645890"/>
                  </a:lnTo>
                  <a:close/>
                  <a:moveTo>
                    <a:pt x="299062" y="645890"/>
                  </a:moveTo>
                  <a:lnTo>
                    <a:pt x="280961" y="647637"/>
                  </a:lnTo>
                  <a:lnTo>
                    <a:pt x="312715" y="646783"/>
                  </a:lnTo>
                  <a:close/>
                  <a:moveTo>
                    <a:pt x="312715" y="646783"/>
                  </a:moveTo>
                  <a:lnTo>
                    <a:pt x="280961" y="647637"/>
                  </a:lnTo>
                  <a:lnTo>
                    <a:pt x="271604" y="697865"/>
                  </a:lnTo>
                  <a:close/>
                  <a:moveTo>
                    <a:pt x="321990" y="682645"/>
                  </a:moveTo>
                  <a:lnTo>
                    <a:pt x="318055" y="661747"/>
                  </a:lnTo>
                  <a:lnTo>
                    <a:pt x="312715" y="646783"/>
                  </a:lnTo>
                  <a:close/>
                  <a:moveTo>
                    <a:pt x="271604" y="697865"/>
                  </a:moveTo>
                  <a:lnTo>
                    <a:pt x="321990" y="682645"/>
                  </a:lnTo>
                  <a:lnTo>
                    <a:pt x="312715" y="646783"/>
                  </a:lnTo>
                  <a:close/>
                  <a:moveTo>
                    <a:pt x="318055" y="661747"/>
                  </a:moveTo>
                  <a:lnTo>
                    <a:pt x="325550" y="682645"/>
                  </a:lnTo>
                  <a:lnTo>
                    <a:pt x="312715" y="646783"/>
                  </a:lnTo>
                  <a:close/>
                  <a:moveTo>
                    <a:pt x="325550" y="682645"/>
                  </a:moveTo>
                  <a:lnTo>
                    <a:pt x="349909" y="688381"/>
                  </a:lnTo>
                  <a:lnTo>
                    <a:pt x="312715" y="646783"/>
                  </a:lnTo>
                  <a:close/>
                  <a:moveTo>
                    <a:pt x="244086" y="634343"/>
                  </a:moveTo>
                  <a:lnTo>
                    <a:pt x="219751" y="623438"/>
                  </a:lnTo>
                  <a:lnTo>
                    <a:pt x="275923" y="645890"/>
                  </a:lnTo>
                  <a:close/>
                  <a:moveTo>
                    <a:pt x="112745" y="392434"/>
                  </a:moveTo>
                  <a:lnTo>
                    <a:pt x="102692" y="395946"/>
                  </a:lnTo>
                  <a:lnTo>
                    <a:pt x="133190" y="425360"/>
                  </a:lnTo>
                  <a:close/>
                  <a:moveTo>
                    <a:pt x="425946" y="787893"/>
                  </a:moveTo>
                  <a:lnTo>
                    <a:pt x="471793" y="822455"/>
                  </a:lnTo>
                  <a:lnTo>
                    <a:pt x="461709" y="812481"/>
                  </a:lnTo>
                  <a:close/>
                  <a:moveTo>
                    <a:pt x="460633" y="821093"/>
                  </a:moveTo>
                  <a:lnTo>
                    <a:pt x="471793" y="822455"/>
                  </a:lnTo>
                  <a:lnTo>
                    <a:pt x="430060" y="792910"/>
                  </a:lnTo>
                  <a:close/>
                  <a:moveTo>
                    <a:pt x="276487" y="604400"/>
                  </a:moveTo>
                  <a:lnTo>
                    <a:pt x="280897" y="645562"/>
                  </a:lnTo>
                  <a:lnTo>
                    <a:pt x="299062" y="645890"/>
                  </a:lnTo>
                  <a:close/>
                  <a:moveTo>
                    <a:pt x="160476" y="446315"/>
                  </a:moveTo>
                  <a:lnTo>
                    <a:pt x="218202" y="441357"/>
                  </a:lnTo>
                  <a:lnTo>
                    <a:pt x="180652" y="425542"/>
                  </a:lnTo>
                  <a:close/>
                  <a:moveTo>
                    <a:pt x="234519" y="414784"/>
                  </a:moveTo>
                  <a:lnTo>
                    <a:pt x="218202" y="441357"/>
                  </a:lnTo>
                  <a:lnTo>
                    <a:pt x="215825" y="447641"/>
                  </a:lnTo>
                  <a:close/>
                  <a:moveTo>
                    <a:pt x="150723" y="408176"/>
                  </a:moveTo>
                  <a:lnTo>
                    <a:pt x="133190" y="425360"/>
                  </a:lnTo>
                  <a:lnTo>
                    <a:pt x="160476" y="446315"/>
                  </a:lnTo>
                  <a:close/>
                  <a:moveTo>
                    <a:pt x="218202" y="441357"/>
                  </a:moveTo>
                  <a:lnTo>
                    <a:pt x="229611" y="408176"/>
                  </a:lnTo>
                  <a:lnTo>
                    <a:pt x="228002" y="392994"/>
                  </a:lnTo>
                  <a:close/>
                  <a:moveTo>
                    <a:pt x="231319" y="394192"/>
                  </a:moveTo>
                  <a:lnTo>
                    <a:pt x="246497" y="422572"/>
                  </a:lnTo>
                  <a:lnTo>
                    <a:pt x="220686" y="443689"/>
                  </a:lnTo>
                  <a:close/>
                  <a:moveTo>
                    <a:pt x="180652" y="425542"/>
                  </a:moveTo>
                  <a:lnTo>
                    <a:pt x="218202" y="441357"/>
                  </a:lnTo>
                  <a:lnTo>
                    <a:pt x="215023" y="390993"/>
                  </a:lnTo>
                  <a:close/>
                  <a:moveTo>
                    <a:pt x="215023" y="390993"/>
                  </a:moveTo>
                  <a:lnTo>
                    <a:pt x="218202" y="441357"/>
                  </a:lnTo>
                  <a:lnTo>
                    <a:pt x="228002" y="392994"/>
                  </a:lnTo>
                  <a:close/>
                  <a:moveTo>
                    <a:pt x="213098" y="360364"/>
                  </a:moveTo>
                  <a:lnTo>
                    <a:pt x="228002" y="392994"/>
                  </a:lnTo>
                  <a:lnTo>
                    <a:pt x="229611" y="408176"/>
                  </a:lnTo>
                  <a:close/>
                  <a:moveTo>
                    <a:pt x="228002" y="392994"/>
                  </a:moveTo>
                  <a:lnTo>
                    <a:pt x="213098" y="360364"/>
                  </a:lnTo>
                  <a:lnTo>
                    <a:pt x="215023" y="390993"/>
                  </a:lnTo>
                  <a:close/>
                  <a:moveTo>
                    <a:pt x="213098" y="360364"/>
                  </a:moveTo>
                  <a:lnTo>
                    <a:pt x="198101" y="354238"/>
                  </a:lnTo>
                  <a:lnTo>
                    <a:pt x="215023" y="390993"/>
                  </a:lnTo>
                  <a:close/>
                  <a:moveTo>
                    <a:pt x="534412" y="631095"/>
                  </a:moveTo>
                  <a:lnTo>
                    <a:pt x="525865" y="648278"/>
                  </a:lnTo>
                  <a:lnTo>
                    <a:pt x="551825" y="667850"/>
                  </a:lnTo>
                  <a:close/>
                  <a:moveTo>
                    <a:pt x="491994" y="564638"/>
                  </a:moveTo>
                  <a:lnTo>
                    <a:pt x="475320" y="557585"/>
                  </a:lnTo>
                  <a:lnTo>
                    <a:pt x="490607" y="594340"/>
                  </a:lnTo>
                  <a:close/>
                  <a:moveTo>
                    <a:pt x="459594" y="528586"/>
                  </a:moveTo>
                  <a:lnTo>
                    <a:pt x="475320" y="557585"/>
                  </a:lnTo>
                  <a:lnTo>
                    <a:pt x="456379" y="521757"/>
                  </a:lnTo>
                  <a:close/>
                  <a:moveTo>
                    <a:pt x="456379" y="521757"/>
                  </a:moveTo>
                  <a:lnTo>
                    <a:pt x="475320" y="557585"/>
                  </a:lnTo>
                  <a:lnTo>
                    <a:pt x="491994" y="564638"/>
                  </a:lnTo>
                  <a:close/>
                  <a:moveTo>
                    <a:pt x="459594" y="528586"/>
                  </a:moveTo>
                  <a:lnTo>
                    <a:pt x="456379" y="521757"/>
                  </a:lnTo>
                  <a:lnTo>
                    <a:pt x="455694" y="520830"/>
                  </a:lnTo>
                  <a:close/>
                  <a:moveTo>
                    <a:pt x="217449" y="263545"/>
                  </a:moveTo>
                  <a:lnTo>
                    <a:pt x="217846" y="300300"/>
                  </a:lnTo>
                  <a:lnTo>
                    <a:pt x="195969" y="280728"/>
                  </a:lnTo>
                  <a:close/>
                  <a:moveTo>
                    <a:pt x="235395" y="300300"/>
                  </a:moveTo>
                  <a:lnTo>
                    <a:pt x="223836" y="263545"/>
                  </a:lnTo>
                  <a:lnTo>
                    <a:pt x="235590" y="279672"/>
                  </a:lnTo>
                  <a:close/>
                  <a:moveTo>
                    <a:pt x="489685" y="584174"/>
                  </a:moveTo>
                  <a:lnTo>
                    <a:pt x="491276" y="631095"/>
                  </a:lnTo>
                  <a:lnTo>
                    <a:pt x="490607" y="594340"/>
                  </a:lnTo>
                  <a:close/>
                  <a:moveTo>
                    <a:pt x="472845" y="553118"/>
                  </a:moveTo>
                  <a:lnTo>
                    <a:pt x="490607" y="594340"/>
                  </a:lnTo>
                  <a:lnTo>
                    <a:pt x="475320" y="557585"/>
                  </a:lnTo>
                  <a:close/>
                  <a:moveTo>
                    <a:pt x="472845" y="553118"/>
                  </a:moveTo>
                  <a:lnTo>
                    <a:pt x="489685" y="584174"/>
                  </a:lnTo>
                  <a:lnTo>
                    <a:pt x="490607" y="594340"/>
                  </a:lnTo>
                  <a:close/>
                  <a:moveTo>
                    <a:pt x="472845" y="553118"/>
                  </a:moveTo>
                  <a:lnTo>
                    <a:pt x="475320" y="557585"/>
                  </a:lnTo>
                  <a:lnTo>
                    <a:pt x="459594" y="528586"/>
                  </a:lnTo>
                  <a:close/>
                  <a:moveTo>
                    <a:pt x="388775" y="393381"/>
                  </a:moveTo>
                  <a:lnTo>
                    <a:pt x="400627" y="432692"/>
                  </a:lnTo>
                  <a:lnTo>
                    <a:pt x="420671" y="411428"/>
                  </a:lnTo>
                  <a:close/>
                  <a:moveTo>
                    <a:pt x="388775" y="393381"/>
                  </a:moveTo>
                  <a:lnTo>
                    <a:pt x="371295" y="410565"/>
                  </a:lnTo>
                  <a:lnTo>
                    <a:pt x="400627" y="432692"/>
                  </a:lnTo>
                  <a:close/>
                  <a:moveTo>
                    <a:pt x="381078" y="387972"/>
                  </a:moveTo>
                  <a:lnTo>
                    <a:pt x="353124" y="372537"/>
                  </a:lnTo>
                  <a:lnTo>
                    <a:pt x="388775" y="393381"/>
                  </a:lnTo>
                  <a:close/>
                  <a:moveTo>
                    <a:pt x="388775" y="393381"/>
                  </a:moveTo>
                  <a:lnTo>
                    <a:pt x="353124" y="372537"/>
                  </a:lnTo>
                  <a:lnTo>
                    <a:pt x="355071" y="373810"/>
                  </a:lnTo>
                  <a:close/>
                  <a:moveTo>
                    <a:pt x="388775" y="393381"/>
                  </a:moveTo>
                  <a:lnTo>
                    <a:pt x="355071" y="373810"/>
                  </a:lnTo>
                  <a:lnTo>
                    <a:pt x="371295" y="410565"/>
                  </a:lnTo>
                  <a:close/>
                  <a:moveTo>
                    <a:pt x="388775" y="393381"/>
                  </a:moveTo>
                  <a:lnTo>
                    <a:pt x="420671" y="411428"/>
                  </a:lnTo>
                  <a:lnTo>
                    <a:pt x="432008" y="380241"/>
                  </a:lnTo>
                  <a:close/>
                  <a:moveTo>
                    <a:pt x="422013" y="343620"/>
                  </a:moveTo>
                  <a:lnTo>
                    <a:pt x="388775" y="393381"/>
                  </a:lnTo>
                  <a:lnTo>
                    <a:pt x="432008" y="380241"/>
                  </a:lnTo>
                  <a:close/>
                  <a:moveTo>
                    <a:pt x="649586" y="517783"/>
                  </a:moveTo>
                  <a:lnTo>
                    <a:pt x="684042" y="542790"/>
                  </a:lnTo>
                  <a:lnTo>
                    <a:pt x="698160" y="550129"/>
                  </a:lnTo>
                  <a:close/>
                  <a:moveTo>
                    <a:pt x="570463" y="501537"/>
                  </a:moveTo>
                  <a:lnTo>
                    <a:pt x="604962" y="523218"/>
                  </a:lnTo>
                  <a:lnTo>
                    <a:pt x="592589" y="488055"/>
                  </a:lnTo>
                  <a:close/>
                  <a:moveTo>
                    <a:pt x="592589" y="488055"/>
                  </a:moveTo>
                  <a:lnTo>
                    <a:pt x="604962" y="523218"/>
                  </a:lnTo>
                  <a:lnTo>
                    <a:pt x="619604" y="470323"/>
                  </a:lnTo>
                  <a:close/>
                  <a:moveTo>
                    <a:pt x="613580" y="519968"/>
                  </a:moveTo>
                  <a:lnTo>
                    <a:pt x="641959" y="479237"/>
                  </a:lnTo>
                  <a:lnTo>
                    <a:pt x="619604" y="470323"/>
                  </a:lnTo>
                  <a:close/>
                  <a:moveTo>
                    <a:pt x="574748" y="469280"/>
                  </a:moveTo>
                  <a:lnTo>
                    <a:pt x="525438" y="447955"/>
                  </a:lnTo>
                  <a:lnTo>
                    <a:pt x="525434" y="449708"/>
                  </a:lnTo>
                  <a:close/>
                  <a:moveTo>
                    <a:pt x="513802" y="414266"/>
                  </a:moveTo>
                  <a:lnTo>
                    <a:pt x="525434" y="449708"/>
                  </a:lnTo>
                  <a:lnTo>
                    <a:pt x="525438" y="447955"/>
                  </a:lnTo>
                  <a:close/>
                  <a:moveTo>
                    <a:pt x="527427" y="432525"/>
                  </a:moveTo>
                  <a:lnTo>
                    <a:pt x="513802" y="414266"/>
                  </a:lnTo>
                  <a:lnTo>
                    <a:pt x="525438" y="447955"/>
                  </a:lnTo>
                  <a:close/>
                  <a:moveTo>
                    <a:pt x="684042" y="542790"/>
                  </a:moveTo>
                  <a:lnTo>
                    <a:pt x="685908" y="577748"/>
                  </a:lnTo>
                  <a:lnTo>
                    <a:pt x="688092" y="579545"/>
                  </a:lnTo>
                  <a:close/>
                  <a:moveTo>
                    <a:pt x="735402" y="552072"/>
                  </a:moveTo>
                  <a:lnTo>
                    <a:pt x="685908" y="577748"/>
                  </a:lnTo>
                  <a:lnTo>
                    <a:pt x="684042" y="542790"/>
                  </a:lnTo>
                  <a:close/>
                  <a:moveTo>
                    <a:pt x="919244" y="527994"/>
                  </a:moveTo>
                  <a:lnTo>
                    <a:pt x="912693" y="524210"/>
                  </a:lnTo>
                  <a:lnTo>
                    <a:pt x="890464" y="537308"/>
                  </a:lnTo>
                  <a:close/>
                  <a:moveTo>
                    <a:pt x="783304" y="418502"/>
                  </a:moveTo>
                  <a:lnTo>
                    <a:pt x="778551" y="467114"/>
                  </a:lnTo>
                  <a:lnTo>
                    <a:pt x="785718" y="471668"/>
                  </a:lnTo>
                  <a:close/>
                  <a:moveTo>
                    <a:pt x="768226" y="380975"/>
                  </a:moveTo>
                  <a:lnTo>
                    <a:pt x="742653" y="361403"/>
                  </a:lnTo>
                  <a:lnTo>
                    <a:pt x="755915" y="344219"/>
                  </a:lnTo>
                  <a:close/>
                  <a:moveTo>
                    <a:pt x="850389" y="454485"/>
                  </a:moveTo>
                  <a:lnTo>
                    <a:pt x="843354" y="441518"/>
                  </a:lnTo>
                  <a:lnTo>
                    <a:pt x="823939" y="412555"/>
                  </a:lnTo>
                  <a:close/>
                  <a:moveTo>
                    <a:pt x="784686" y="344219"/>
                  </a:moveTo>
                  <a:lnTo>
                    <a:pt x="800962" y="355621"/>
                  </a:lnTo>
                  <a:lnTo>
                    <a:pt x="804845" y="338584"/>
                  </a:lnTo>
                  <a:close/>
                  <a:moveTo>
                    <a:pt x="759525" y="307464"/>
                  </a:moveTo>
                  <a:lnTo>
                    <a:pt x="784686" y="344219"/>
                  </a:lnTo>
                  <a:lnTo>
                    <a:pt x="787355" y="290281"/>
                  </a:lnTo>
                  <a:close/>
                  <a:moveTo>
                    <a:pt x="840493" y="291944"/>
                  </a:moveTo>
                  <a:lnTo>
                    <a:pt x="815123" y="312357"/>
                  </a:lnTo>
                  <a:lnTo>
                    <a:pt x="804845" y="338584"/>
                  </a:lnTo>
                  <a:close/>
                  <a:moveTo>
                    <a:pt x="801247" y="260477"/>
                  </a:moveTo>
                  <a:lnTo>
                    <a:pt x="759525" y="307464"/>
                  </a:lnTo>
                  <a:lnTo>
                    <a:pt x="787355" y="290281"/>
                  </a:lnTo>
                  <a:close/>
                  <a:moveTo>
                    <a:pt x="941741" y="460455"/>
                  </a:moveTo>
                  <a:lnTo>
                    <a:pt x="940577" y="437301"/>
                  </a:lnTo>
                  <a:lnTo>
                    <a:pt x="929712" y="425487"/>
                  </a:lnTo>
                  <a:close/>
                  <a:moveTo>
                    <a:pt x="789864" y="236343"/>
                  </a:moveTo>
                  <a:lnTo>
                    <a:pt x="803969" y="249802"/>
                  </a:lnTo>
                  <a:lnTo>
                    <a:pt x="787355" y="290281"/>
                  </a:lnTo>
                  <a:close/>
                  <a:moveTo>
                    <a:pt x="666167" y="106506"/>
                  </a:moveTo>
                  <a:lnTo>
                    <a:pt x="697320" y="121064"/>
                  </a:lnTo>
                  <a:lnTo>
                    <a:pt x="712160" y="91276"/>
                  </a:lnTo>
                  <a:close/>
                  <a:moveTo>
                    <a:pt x="697320" y="121064"/>
                  </a:moveTo>
                  <a:lnTo>
                    <a:pt x="726289" y="89323"/>
                  </a:lnTo>
                  <a:lnTo>
                    <a:pt x="712160" y="91276"/>
                  </a:lnTo>
                  <a:close/>
                  <a:moveTo>
                    <a:pt x="712160" y="91276"/>
                  </a:moveTo>
                  <a:lnTo>
                    <a:pt x="726289" y="89323"/>
                  </a:lnTo>
                  <a:lnTo>
                    <a:pt x="713985" y="87164"/>
                  </a:lnTo>
                  <a:close/>
                  <a:moveTo>
                    <a:pt x="604278" y="69751"/>
                  </a:moveTo>
                  <a:lnTo>
                    <a:pt x="618771" y="68276"/>
                  </a:lnTo>
                  <a:lnTo>
                    <a:pt x="633985" y="37209"/>
                  </a:lnTo>
                  <a:close/>
                  <a:moveTo>
                    <a:pt x="618771" y="68276"/>
                  </a:moveTo>
                  <a:lnTo>
                    <a:pt x="663496" y="52568"/>
                  </a:lnTo>
                  <a:lnTo>
                    <a:pt x="633985" y="37209"/>
                  </a:lnTo>
                  <a:close/>
                  <a:moveTo>
                    <a:pt x="845065" y="199588"/>
                  </a:moveTo>
                  <a:lnTo>
                    <a:pt x="857866" y="236343"/>
                  </a:lnTo>
                  <a:lnTo>
                    <a:pt x="872560" y="182405"/>
                  </a:lnTo>
                  <a:close/>
                  <a:moveTo>
                    <a:pt x="752725" y="72139"/>
                  </a:moveTo>
                  <a:lnTo>
                    <a:pt x="749406" y="95020"/>
                  </a:lnTo>
                  <a:lnTo>
                    <a:pt x="772990" y="86990"/>
                  </a:lnTo>
                  <a:close/>
                  <a:moveTo>
                    <a:pt x="752725" y="72139"/>
                  </a:moveTo>
                  <a:lnTo>
                    <a:pt x="726289" y="89323"/>
                  </a:lnTo>
                  <a:lnTo>
                    <a:pt x="749406" y="95020"/>
                  </a:lnTo>
                  <a:close/>
                  <a:moveTo>
                    <a:pt x="800720" y="108894"/>
                  </a:moveTo>
                  <a:lnTo>
                    <a:pt x="772990" y="86990"/>
                  </a:lnTo>
                  <a:lnTo>
                    <a:pt x="794076" y="123603"/>
                  </a:lnTo>
                  <a:close/>
                  <a:moveTo>
                    <a:pt x="647713" y="0"/>
                  </a:moveTo>
                  <a:lnTo>
                    <a:pt x="675357" y="4614"/>
                  </a:lnTo>
                  <a:lnTo>
                    <a:pt x="658709" y="5071"/>
                  </a:lnTo>
                  <a:close/>
                  <a:moveTo>
                    <a:pt x="800720" y="108894"/>
                  </a:moveTo>
                  <a:lnTo>
                    <a:pt x="794076" y="123603"/>
                  </a:lnTo>
                  <a:lnTo>
                    <a:pt x="815641" y="121878"/>
                  </a:lnTo>
                  <a:close/>
                  <a:moveTo>
                    <a:pt x="916561" y="153842"/>
                  </a:moveTo>
                  <a:lnTo>
                    <a:pt x="872560" y="182405"/>
                  </a:lnTo>
                  <a:lnTo>
                    <a:pt x="918971" y="165737"/>
                  </a:lnTo>
                  <a:close/>
                  <a:moveTo>
                    <a:pt x="918971" y="165737"/>
                  </a:moveTo>
                  <a:lnTo>
                    <a:pt x="906912" y="213970"/>
                  </a:lnTo>
                  <a:lnTo>
                    <a:pt x="925198" y="182405"/>
                  </a:lnTo>
                  <a:close/>
                  <a:moveTo>
                    <a:pt x="925198" y="182405"/>
                  </a:moveTo>
                  <a:lnTo>
                    <a:pt x="916561" y="153842"/>
                  </a:lnTo>
                  <a:lnTo>
                    <a:pt x="918971" y="165737"/>
                  </a:lnTo>
                  <a:close/>
                  <a:moveTo>
                    <a:pt x="911664" y="128466"/>
                  </a:moveTo>
                  <a:lnTo>
                    <a:pt x="916561" y="153842"/>
                  </a:lnTo>
                  <a:lnTo>
                    <a:pt x="925198" y="182405"/>
                  </a:lnTo>
                  <a:close/>
                  <a:moveTo>
                    <a:pt x="875855" y="91711"/>
                  </a:moveTo>
                  <a:lnTo>
                    <a:pt x="873315" y="116729"/>
                  </a:lnTo>
                  <a:lnTo>
                    <a:pt x="884229" y="104486"/>
                  </a:lnTo>
                  <a:close/>
                  <a:moveTo>
                    <a:pt x="884229" y="104486"/>
                  </a:moveTo>
                  <a:lnTo>
                    <a:pt x="873315" y="116729"/>
                  </a:lnTo>
                  <a:lnTo>
                    <a:pt x="874601" y="129973"/>
                  </a:lnTo>
                  <a:close/>
                  <a:moveTo>
                    <a:pt x="898027" y="128466"/>
                  </a:moveTo>
                  <a:lnTo>
                    <a:pt x="908898" y="125188"/>
                  </a:lnTo>
                  <a:lnTo>
                    <a:pt x="884229" y="104486"/>
                  </a:lnTo>
                  <a:close/>
                  <a:moveTo>
                    <a:pt x="874601" y="129973"/>
                  </a:moveTo>
                  <a:lnTo>
                    <a:pt x="898027" y="128466"/>
                  </a:lnTo>
                  <a:lnTo>
                    <a:pt x="884229" y="104486"/>
                  </a:lnTo>
                  <a:close/>
                  <a:moveTo>
                    <a:pt x="898027" y="128466"/>
                  </a:moveTo>
                  <a:lnTo>
                    <a:pt x="916561" y="153842"/>
                  </a:lnTo>
                  <a:lnTo>
                    <a:pt x="911385" y="127157"/>
                  </a:lnTo>
                  <a:close/>
                  <a:moveTo>
                    <a:pt x="911385" y="127157"/>
                  </a:moveTo>
                  <a:lnTo>
                    <a:pt x="908898" y="125188"/>
                  </a:lnTo>
                  <a:lnTo>
                    <a:pt x="898027" y="128466"/>
                  </a:lnTo>
                  <a:close/>
                  <a:moveTo>
                    <a:pt x="873315" y="116729"/>
                  </a:moveTo>
                  <a:lnTo>
                    <a:pt x="875855" y="91711"/>
                  </a:lnTo>
                  <a:lnTo>
                    <a:pt x="877944" y="82509"/>
                  </a:lnTo>
                  <a:close/>
                  <a:moveTo>
                    <a:pt x="911385" y="127157"/>
                  </a:moveTo>
                  <a:lnTo>
                    <a:pt x="916561" y="153842"/>
                  </a:lnTo>
                  <a:lnTo>
                    <a:pt x="911664" y="128466"/>
                  </a:lnTo>
                  <a:close/>
                  <a:moveTo>
                    <a:pt x="911385" y="127157"/>
                  </a:moveTo>
                  <a:lnTo>
                    <a:pt x="911664" y="128466"/>
                  </a:lnTo>
                  <a:lnTo>
                    <a:pt x="908898" y="125188"/>
                  </a:lnTo>
                  <a:close/>
                  <a:moveTo>
                    <a:pt x="840174" y="91711"/>
                  </a:moveTo>
                  <a:lnTo>
                    <a:pt x="873315" y="116729"/>
                  </a:lnTo>
                  <a:lnTo>
                    <a:pt x="877944" y="8250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54" name="Input_density__53">
              <a:extLst>
                <a:ext uri="{FF2B5EF4-FFF2-40B4-BE49-F238E27FC236}">
                  <a16:creationId xmlns:a16="http://schemas.microsoft.com/office/drawing/2014/main" id="{8BCC698F-CA6A-5E99-7730-0779142B3B4A}"/>
                </a:ext>
              </a:extLst>
            </p:cNvPr>
            <p:cNvSpPr>
              <a:spLocks noGrp="1"/>
            </p:cNvSpPr>
            <p:nvPr/>
          </p:nvSpPr>
          <p:spPr>
            <a:xfrm>
              <a:off x="1002377" y="2353534"/>
              <a:ext cx="830551" cy="566909"/>
            </a:xfrm>
            <a:custGeom>
              <a:avLst/>
              <a:gdLst/>
              <a:ahLst/>
              <a:cxnLst/>
              <a:rect l="0" t="0" r="0" b="0"/>
              <a:pathLst>
                <a:path w="830551" h="566909">
                  <a:moveTo>
                    <a:pt x="0" y="481611"/>
                  </a:moveTo>
                  <a:lnTo>
                    <a:pt x="8882" y="446508"/>
                  </a:lnTo>
                  <a:lnTo>
                    <a:pt x="2178" y="441526"/>
                  </a:lnTo>
                  <a:close/>
                  <a:moveTo>
                    <a:pt x="233289" y="566909"/>
                  </a:moveTo>
                  <a:lnTo>
                    <a:pt x="220868" y="561508"/>
                  </a:lnTo>
                  <a:lnTo>
                    <a:pt x="243973" y="554179"/>
                  </a:lnTo>
                  <a:close/>
                  <a:moveTo>
                    <a:pt x="243973" y="554179"/>
                  </a:moveTo>
                  <a:lnTo>
                    <a:pt x="220868" y="561508"/>
                  </a:lnTo>
                  <a:lnTo>
                    <a:pt x="260999" y="545935"/>
                  </a:lnTo>
                  <a:close/>
                  <a:moveTo>
                    <a:pt x="154967" y="319514"/>
                  </a:moveTo>
                  <a:lnTo>
                    <a:pt x="156840" y="316465"/>
                  </a:lnTo>
                  <a:lnTo>
                    <a:pt x="146016" y="353220"/>
                  </a:lnTo>
                  <a:close/>
                  <a:moveTo>
                    <a:pt x="727044" y="524589"/>
                  </a:moveTo>
                  <a:lnTo>
                    <a:pt x="745448" y="507405"/>
                  </a:lnTo>
                  <a:lnTo>
                    <a:pt x="735471" y="525263"/>
                  </a:lnTo>
                  <a:close/>
                  <a:moveTo>
                    <a:pt x="820521" y="53938"/>
                  </a:moveTo>
                  <a:lnTo>
                    <a:pt x="819304" y="12300"/>
                  </a:lnTo>
                  <a:lnTo>
                    <a:pt x="817486" y="43551"/>
                  </a:lnTo>
                  <a:close/>
                  <a:moveTo>
                    <a:pt x="830551" y="0"/>
                  </a:moveTo>
                  <a:lnTo>
                    <a:pt x="819304" y="12300"/>
                  </a:lnTo>
                  <a:lnTo>
                    <a:pt x="820521" y="539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55" name="Input_density__54">
              <a:extLst>
                <a:ext uri="{FF2B5EF4-FFF2-40B4-BE49-F238E27FC236}">
                  <a16:creationId xmlns:a16="http://schemas.microsoft.com/office/drawing/2014/main" id="{C03D74EF-2B90-6ACE-E345-E992F9AF5EAF}"/>
                </a:ext>
              </a:extLst>
            </p:cNvPr>
            <p:cNvSpPr>
              <a:spLocks noGrp="1"/>
            </p:cNvSpPr>
            <p:nvPr/>
          </p:nvSpPr>
          <p:spPr>
            <a:xfrm>
              <a:off x="966741" y="2346687"/>
              <a:ext cx="866186" cy="835494"/>
            </a:xfrm>
            <a:custGeom>
              <a:avLst/>
              <a:gdLst/>
              <a:ahLst/>
              <a:cxnLst/>
              <a:rect l="0" t="0" r="0" b="0"/>
              <a:pathLst>
                <a:path w="866186" h="835494">
                  <a:moveTo>
                    <a:pt x="0" y="479797"/>
                  </a:moveTo>
                  <a:lnTo>
                    <a:pt x="35636" y="488458"/>
                  </a:lnTo>
                  <a:lnTo>
                    <a:pt x="23227" y="470430"/>
                  </a:lnTo>
                  <a:close/>
                  <a:moveTo>
                    <a:pt x="198008" y="625602"/>
                  </a:moveTo>
                  <a:lnTo>
                    <a:pt x="185308" y="606488"/>
                  </a:lnTo>
                  <a:lnTo>
                    <a:pt x="158286" y="601665"/>
                  </a:lnTo>
                  <a:close/>
                  <a:moveTo>
                    <a:pt x="444184" y="826923"/>
                  </a:moveTo>
                  <a:lnTo>
                    <a:pt x="473232" y="835494"/>
                  </a:lnTo>
                  <a:lnTo>
                    <a:pt x="455344" y="828285"/>
                  </a:lnTo>
                  <a:close/>
                  <a:moveTo>
                    <a:pt x="260038" y="610229"/>
                  </a:moveTo>
                  <a:lnTo>
                    <a:pt x="282613" y="651719"/>
                  </a:lnTo>
                  <a:lnTo>
                    <a:pt x="262218" y="614964"/>
                  </a:lnTo>
                  <a:close/>
                  <a:moveTo>
                    <a:pt x="458447" y="687834"/>
                  </a:moveTo>
                  <a:lnTo>
                    <a:pt x="477127" y="658675"/>
                  </a:lnTo>
                  <a:lnTo>
                    <a:pt x="477334" y="654107"/>
                  </a:lnTo>
                  <a:close/>
                  <a:moveTo>
                    <a:pt x="453091" y="695875"/>
                  </a:moveTo>
                  <a:lnTo>
                    <a:pt x="467118" y="691886"/>
                  </a:lnTo>
                  <a:lnTo>
                    <a:pt x="458447" y="687834"/>
                  </a:lnTo>
                  <a:close/>
                  <a:moveTo>
                    <a:pt x="281666" y="525186"/>
                  </a:moveTo>
                  <a:lnTo>
                    <a:pt x="279609" y="561026"/>
                  </a:lnTo>
                  <a:lnTo>
                    <a:pt x="296635" y="552782"/>
                  </a:lnTo>
                  <a:close/>
                  <a:moveTo>
                    <a:pt x="281666" y="525186"/>
                  </a:moveTo>
                  <a:lnTo>
                    <a:pt x="296635" y="552782"/>
                  </a:lnTo>
                  <a:lnTo>
                    <a:pt x="313824" y="520844"/>
                  </a:lnTo>
                  <a:close/>
                  <a:moveTo>
                    <a:pt x="313824" y="520844"/>
                  </a:moveTo>
                  <a:lnTo>
                    <a:pt x="326594" y="520803"/>
                  </a:lnTo>
                  <a:lnTo>
                    <a:pt x="324565" y="507087"/>
                  </a:lnTo>
                  <a:close/>
                  <a:moveTo>
                    <a:pt x="323962" y="530379"/>
                  </a:moveTo>
                  <a:lnTo>
                    <a:pt x="326594" y="520803"/>
                  </a:lnTo>
                  <a:lnTo>
                    <a:pt x="313824" y="520844"/>
                  </a:lnTo>
                  <a:close/>
                  <a:moveTo>
                    <a:pt x="296635" y="552782"/>
                  </a:moveTo>
                  <a:lnTo>
                    <a:pt x="323962" y="530379"/>
                  </a:lnTo>
                  <a:lnTo>
                    <a:pt x="313824" y="520844"/>
                  </a:lnTo>
                  <a:close/>
                  <a:moveTo>
                    <a:pt x="201397" y="306129"/>
                  </a:moveTo>
                  <a:lnTo>
                    <a:pt x="192476" y="323312"/>
                  </a:lnTo>
                  <a:lnTo>
                    <a:pt x="179519" y="286557"/>
                  </a:lnTo>
                  <a:close/>
                  <a:moveTo>
                    <a:pt x="440596" y="392804"/>
                  </a:moveTo>
                  <a:lnTo>
                    <a:pt x="404222" y="417258"/>
                  </a:lnTo>
                  <a:lnTo>
                    <a:pt x="433411" y="401813"/>
                  </a:lnTo>
                  <a:close/>
                  <a:moveTo>
                    <a:pt x="440596" y="392804"/>
                  </a:moveTo>
                  <a:lnTo>
                    <a:pt x="429319" y="386512"/>
                  </a:lnTo>
                  <a:lnTo>
                    <a:pt x="405564" y="349449"/>
                  </a:lnTo>
                  <a:close/>
                  <a:moveTo>
                    <a:pt x="669249" y="592848"/>
                  </a:moveTo>
                  <a:lnTo>
                    <a:pt x="681098" y="608784"/>
                  </a:lnTo>
                  <a:lnTo>
                    <a:pt x="685091" y="597957"/>
                  </a:lnTo>
                  <a:close/>
                  <a:moveTo>
                    <a:pt x="667812" y="629663"/>
                  </a:moveTo>
                  <a:lnTo>
                    <a:pt x="681098" y="608784"/>
                  </a:lnTo>
                  <a:lnTo>
                    <a:pt x="669249" y="592848"/>
                  </a:lnTo>
                  <a:close/>
                  <a:moveTo>
                    <a:pt x="685091" y="597957"/>
                  </a:moveTo>
                  <a:lnTo>
                    <a:pt x="681711" y="555958"/>
                  </a:lnTo>
                  <a:lnTo>
                    <a:pt x="671643" y="585374"/>
                  </a:lnTo>
                  <a:close/>
                  <a:moveTo>
                    <a:pt x="577791" y="424937"/>
                  </a:moveTo>
                  <a:lnTo>
                    <a:pt x="600629" y="433458"/>
                  </a:lnTo>
                  <a:lnTo>
                    <a:pt x="588767" y="398355"/>
                  </a:lnTo>
                  <a:close/>
                  <a:moveTo>
                    <a:pt x="602260" y="466967"/>
                  </a:moveTo>
                  <a:lnTo>
                    <a:pt x="605658" y="438354"/>
                  </a:lnTo>
                  <a:lnTo>
                    <a:pt x="600629" y="433458"/>
                  </a:lnTo>
                  <a:close/>
                  <a:moveTo>
                    <a:pt x="769269" y="477497"/>
                  </a:moveTo>
                  <a:lnTo>
                    <a:pt x="781084" y="514252"/>
                  </a:lnTo>
                  <a:lnTo>
                    <a:pt x="762546" y="494680"/>
                  </a:lnTo>
                  <a:close/>
                  <a:moveTo>
                    <a:pt x="751596" y="391990"/>
                  </a:moveTo>
                  <a:lnTo>
                    <a:pt x="766855" y="424331"/>
                  </a:lnTo>
                  <a:lnTo>
                    <a:pt x="765929" y="440742"/>
                  </a:lnTo>
                  <a:close/>
                  <a:moveTo>
                    <a:pt x="564419" y="65229"/>
                  </a:moveTo>
                  <a:lnTo>
                    <a:pt x="587829" y="75580"/>
                  </a:lnTo>
                  <a:lnTo>
                    <a:pt x="617536" y="43038"/>
                  </a:lnTo>
                  <a:close/>
                  <a:moveTo>
                    <a:pt x="732957" y="100849"/>
                  </a:moveTo>
                  <a:lnTo>
                    <a:pt x="752359" y="95152"/>
                  </a:lnTo>
                  <a:lnTo>
                    <a:pt x="756541" y="92820"/>
                  </a:lnTo>
                  <a:close/>
                  <a:moveTo>
                    <a:pt x="853122" y="50398"/>
                  </a:moveTo>
                  <a:lnTo>
                    <a:pt x="859406" y="97540"/>
                  </a:lnTo>
                  <a:lnTo>
                    <a:pt x="856157" y="60785"/>
                  </a:lnTo>
                  <a:close/>
                  <a:moveTo>
                    <a:pt x="853122" y="50398"/>
                  </a:moveTo>
                  <a:lnTo>
                    <a:pt x="854940" y="19147"/>
                  </a:lnTo>
                  <a:lnTo>
                    <a:pt x="826789" y="38472"/>
                  </a:lnTo>
                  <a:close/>
                  <a:moveTo>
                    <a:pt x="860072" y="0"/>
                  </a:moveTo>
                  <a:lnTo>
                    <a:pt x="854940" y="19147"/>
                  </a:lnTo>
                  <a:lnTo>
                    <a:pt x="866186" y="684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56" name="Input_density__55">
              <a:extLst>
                <a:ext uri="{FF2B5EF4-FFF2-40B4-BE49-F238E27FC236}">
                  <a16:creationId xmlns:a16="http://schemas.microsoft.com/office/drawing/2014/main" id="{6BBF0EE1-3C33-9FEF-F135-BA11825D1F50}"/>
                </a:ext>
              </a:extLst>
            </p:cNvPr>
            <p:cNvSpPr>
              <a:spLocks noGrp="1"/>
            </p:cNvSpPr>
            <p:nvPr/>
          </p:nvSpPr>
          <p:spPr>
            <a:xfrm>
              <a:off x="1672268" y="2371894"/>
              <a:ext cx="32930" cy="19172"/>
            </a:xfrm>
            <a:custGeom>
              <a:avLst/>
              <a:gdLst/>
              <a:ahLst/>
              <a:cxnLst/>
              <a:rect l="0" t="0" r="0" b="0"/>
              <a:pathLst>
                <a:path w="32930" h="19172">
                  <a:moveTo>
                    <a:pt x="27752" y="16007"/>
                  </a:moveTo>
                  <a:lnTo>
                    <a:pt x="32930" y="0"/>
                  </a:lnTo>
                  <a:lnTo>
                    <a:pt x="0" y="1917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57" name="Input_density__56">
              <a:extLst>
                <a:ext uri="{FF2B5EF4-FFF2-40B4-BE49-F238E27FC236}">
                  <a16:creationId xmlns:a16="http://schemas.microsoft.com/office/drawing/2014/main" id="{171623D6-4A0C-4E27-EA12-51FBC597125C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2163620"/>
              <a:ext cx="933581" cy="1121382"/>
            </a:xfrm>
            <a:custGeom>
              <a:avLst/>
              <a:gdLst/>
              <a:ahLst/>
              <a:cxnLst/>
              <a:rect l="0" t="0" r="0" b="0"/>
              <a:pathLst>
                <a:path w="933581" h="1121382">
                  <a:moveTo>
                    <a:pt x="271792" y="1121382"/>
                  </a:moveTo>
                  <a:lnTo>
                    <a:pt x="250122" y="1094238"/>
                  </a:lnTo>
                  <a:lnTo>
                    <a:pt x="254658" y="1106866"/>
                  </a:lnTo>
                  <a:close/>
                  <a:moveTo>
                    <a:pt x="258334" y="1099431"/>
                  </a:moveTo>
                  <a:lnTo>
                    <a:pt x="250122" y="1094238"/>
                  </a:lnTo>
                  <a:lnTo>
                    <a:pt x="271792" y="1121382"/>
                  </a:lnTo>
                  <a:close/>
                  <a:moveTo>
                    <a:pt x="254658" y="1106866"/>
                  </a:moveTo>
                  <a:lnTo>
                    <a:pt x="250122" y="1094238"/>
                  </a:lnTo>
                  <a:lnTo>
                    <a:pt x="229683" y="1066108"/>
                  </a:lnTo>
                  <a:close/>
                  <a:moveTo>
                    <a:pt x="248900" y="1089683"/>
                  </a:moveTo>
                  <a:lnTo>
                    <a:pt x="229683" y="1066108"/>
                  </a:lnTo>
                  <a:lnTo>
                    <a:pt x="250122" y="1094238"/>
                  </a:lnTo>
                  <a:close/>
                  <a:moveTo>
                    <a:pt x="248900" y="1089683"/>
                  </a:moveTo>
                  <a:lnTo>
                    <a:pt x="218188" y="1052928"/>
                  </a:lnTo>
                  <a:lnTo>
                    <a:pt x="229683" y="1066108"/>
                  </a:lnTo>
                  <a:close/>
                  <a:moveTo>
                    <a:pt x="235927" y="823240"/>
                  </a:moveTo>
                  <a:lnTo>
                    <a:pt x="211401" y="798031"/>
                  </a:lnTo>
                  <a:lnTo>
                    <a:pt x="211592" y="812334"/>
                  </a:lnTo>
                  <a:close/>
                  <a:moveTo>
                    <a:pt x="156005" y="761276"/>
                  </a:moveTo>
                  <a:lnTo>
                    <a:pt x="151996" y="758590"/>
                  </a:lnTo>
                  <a:lnTo>
                    <a:pt x="127474" y="763112"/>
                  </a:lnTo>
                  <a:close/>
                  <a:moveTo>
                    <a:pt x="2899" y="631439"/>
                  </a:moveTo>
                  <a:lnTo>
                    <a:pt x="38675" y="665571"/>
                  </a:lnTo>
                  <a:lnTo>
                    <a:pt x="0" y="625177"/>
                  </a:lnTo>
                  <a:close/>
                  <a:moveTo>
                    <a:pt x="417786" y="976789"/>
                  </a:moveTo>
                  <a:lnTo>
                    <a:pt x="453550" y="1001378"/>
                  </a:lnTo>
                  <a:lnTo>
                    <a:pt x="441008" y="995492"/>
                  </a:lnTo>
                  <a:close/>
                  <a:moveTo>
                    <a:pt x="211401" y="798031"/>
                  </a:moveTo>
                  <a:lnTo>
                    <a:pt x="235927" y="823240"/>
                  </a:lnTo>
                  <a:lnTo>
                    <a:pt x="237533" y="791244"/>
                  </a:lnTo>
                  <a:close/>
                  <a:moveTo>
                    <a:pt x="237533" y="791244"/>
                  </a:moveTo>
                  <a:lnTo>
                    <a:pt x="235927" y="823240"/>
                  </a:lnTo>
                  <a:lnTo>
                    <a:pt x="272738" y="834458"/>
                  </a:lnTo>
                  <a:close/>
                  <a:moveTo>
                    <a:pt x="156005" y="761276"/>
                  </a:moveTo>
                  <a:lnTo>
                    <a:pt x="193598" y="789555"/>
                  </a:lnTo>
                  <a:lnTo>
                    <a:pt x="185745" y="744093"/>
                  </a:lnTo>
                  <a:close/>
                  <a:moveTo>
                    <a:pt x="211401" y="798031"/>
                  </a:moveTo>
                  <a:lnTo>
                    <a:pt x="237533" y="791244"/>
                  </a:lnTo>
                  <a:lnTo>
                    <a:pt x="193598" y="789555"/>
                  </a:lnTo>
                  <a:close/>
                  <a:moveTo>
                    <a:pt x="409505" y="964622"/>
                  </a:moveTo>
                  <a:lnTo>
                    <a:pt x="417786" y="976789"/>
                  </a:lnTo>
                  <a:lnTo>
                    <a:pt x="441008" y="995492"/>
                  </a:lnTo>
                  <a:close/>
                  <a:moveTo>
                    <a:pt x="441008" y="995492"/>
                  </a:moveTo>
                  <a:lnTo>
                    <a:pt x="453550" y="1001378"/>
                  </a:lnTo>
                  <a:lnTo>
                    <a:pt x="452129" y="993616"/>
                  </a:lnTo>
                  <a:close/>
                  <a:moveTo>
                    <a:pt x="441008" y="995492"/>
                  </a:moveTo>
                  <a:lnTo>
                    <a:pt x="452129" y="993616"/>
                  </a:lnTo>
                  <a:lnTo>
                    <a:pt x="409505" y="964622"/>
                  </a:lnTo>
                  <a:close/>
                  <a:moveTo>
                    <a:pt x="166845" y="660294"/>
                  </a:moveTo>
                  <a:lnTo>
                    <a:pt x="169397" y="670582"/>
                  </a:lnTo>
                  <a:lnTo>
                    <a:pt x="150018" y="654985"/>
                  </a:lnTo>
                  <a:close/>
                  <a:moveTo>
                    <a:pt x="212526" y="632585"/>
                  </a:moveTo>
                  <a:lnTo>
                    <a:pt x="205829" y="670582"/>
                  </a:lnTo>
                  <a:lnTo>
                    <a:pt x="206136" y="655439"/>
                  </a:lnTo>
                  <a:close/>
                  <a:moveTo>
                    <a:pt x="212526" y="632585"/>
                  </a:moveTo>
                  <a:lnTo>
                    <a:pt x="206136" y="655439"/>
                  </a:lnTo>
                  <a:lnTo>
                    <a:pt x="185385" y="627562"/>
                  </a:lnTo>
                  <a:close/>
                  <a:moveTo>
                    <a:pt x="132621" y="589943"/>
                  </a:moveTo>
                  <a:lnTo>
                    <a:pt x="140506" y="579889"/>
                  </a:lnTo>
                  <a:lnTo>
                    <a:pt x="115913" y="555841"/>
                  </a:lnTo>
                  <a:close/>
                  <a:moveTo>
                    <a:pt x="371192" y="853340"/>
                  </a:moveTo>
                  <a:lnTo>
                    <a:pt x="359121" y="842272"/>
                  </a:lnTo>
                  <a:lnTo>
                    <a:pt x="359931" y="837174"/>
                  </a:lnTo>
                  <a:close/>
                  <a:moveTo>
                    <a:pt x="332933" y="812609"/>
                  </a:moveTo>
                  <a:lnTo>
                    <a:pt x="359931" y="837174"/>
                  </a:lnTo>
                  <a:lnTo>
                    <a:pt x="357156" y="834926"/>
                  </a:lnTo>
                  <a:close/>
                  <a:moveTo>
                    <a:pt x="460559" y="897269"/>
                  </a:moveTo>
                  <a:lnTo>
                    <a:pt x="482644" y="906402"/>
                  </a:lnTo>
                  <a:lnTo>
                    <a:pt x="471809" y="889867"/>
                  </a:lnTo>
                  <a:close/>
                  <a:moveTo>
                    <a:pt x="414032" y="826793"/>
                  </a:moveTo>
                  <a:lnTo>
                    <a:pt x="432874" y="868873"/>
                  </a:lnTo>
                  <a:lnTo>
                    <a:pt x="443421" y="821708"/>
                  </a:lnTo>
                  <a:close/>
                  <a:moveTo>
                    <a:pt x="432874" y="868873"/>
                  </a:moveTo>
                  <a:lnTo>
                    <a:pt x="464755" y="819991"/>
                  </a:lnTo>
                  <a:lnTo>
                    <a:pt x="443421" y="821708"/>
                  </a:lnTo>
                  <a:close/>
                  <a:moveTo>
                    <a:pt x="297266" y="680276"/>
                  </a:moveTo>
                  <a:lnTo>
                    <a:pt x="260628" y="723179"/>
                  </a:lnTo>
                  <a:lnTo>
                    <a:pt x="289956" y="708253"/>
                  </a:lnTo>
                  <a:close/>
                  <a:moveTo>
                    <a:pt x="289956" y="708253"/>
                  </a:moveTo>
                  <a:lnTo>
                    <a:pt x="337241" y="674865"/>
                  </a:lnTo>
                  <a:lnTo>
                    <a:pt x="297266" y="680276"/>
                  </a:lnTo>
                  <a:close/>
                  <a:moveTo>
                    <a:pt x="297266" y="680276"/>
                  </a:moveTo>
                  <a:lnTo>
                    <a:pt x="337241" y="674865"/>
                  </a:lnTo>
                  <a:lnTo>
                    <a:pt x="322076" y="642446"/>
                  </a:lnTo>
                  <a:close/>
                  <a:moveTo>
                    <a:pt x="295332" y="637101"/>
                  </a:moveTo>
                  <a:lnTo>
                    <a:pt x="322076" y="642446"/>
                  </a:lnTo>
                  <a:lnTo>
                    <a:pt x="266572" y="615736"/>
                  </a:lnTo>
                  <a:close/>
                  <a:moveTo>
                    <a:pt x="295332" y="637101"/>
                  </a:moveTo>
                  <a:lnTo>
                    <a:pt x="266572" y="615736"/>
                  </a:lnTo>
                  <a:lnTo>
                    <a:pt x="285789" y="636216"/>
                  </a:lnTo>
                  <a:close/>
                  <a:moveTo>
                    <a:pt x="464755" y="819991"/>
                  </a:moveTo>
                  <a:lnTo>
                    <a:pt x="479842" y="823693"/>
                  </a:lnTo>
                  <a:lnTo>
                    <a:pt x="481426" y="817898"/>
                  </a:lnTo>
                  <a:close/>
                  <a:moveTo>
                    <a:pt x="479842" y="823693"/>
                  </a:moveTo>
                  <a:lnTo>
                    <a:pt x="483116" y="819991"/>
                  </a:lnTo>
                  <a:lnTo>
                    <a:pt x="481426" y="817898"/>
                  </a:lnTo>
                  <a:close/>
                  <a:moveTo>
                    <a:pt x="481526" y="773070"/>
                  </a:moveTo>
                  <a:lnTo>
                    <a:pt x="481426" y="817898"/>
                  </a:lnTo>
                  <a:lnTo>
                    <a:pt x="483116" y="819991"/>
                  </a:lnTo>
                  <a:close/>
                  <a:moveTo>
                    <a:pt x="414876" y="733739"/>
                  </a:moveTo>
                  <a:lnTo>
                    <a:pt x="430912" y="765330"/>
                  </a:lnTo>
                  <a:lnTo>
                    <a:pt x="431102" y="742228"/>
                  </a:lnTo>
                  <a:close/>
                  <a:moveTo>
                    <a:pt x="402740" y="782945"/>
                  </a:moveTo>
                  <a:lnTo>
                    <a:pt x="430912" y="765330"/>
                  </a:lnTo>
                  <a:lnTo>
                    <a:pt x="414876" y="733739"/>
                  </a:lnTo>
                  <a:close/>
                  <a:moveTo>
                    <a:pt x="431102" y="742228"/>
                  </a:moveTo>
                  <a:lnTo>
                    <a:pt x="430912" y="765330"/>
                  </a:lnTo>
                  <a:lnTo>
                    <a:pt x="481526" y="773070"/>
                  </a:lnTo>
                  <a:close/>
                  <a:moveTo>
                    <a:pt x="464685" y="742014"/>
                  </a:moveTo>
                  <a:lnTo>
                    <a:pt x="431102" y="742228"/>
                  </a:lnTo>
                  <a:lnTo>
                    <a:pt x="481526" y="773070"/>
                  </a:lnTo>
                  <a:close/>
                  <a:moveTo>
                    <a:pt x="181722" y="489196"/>
                  </a:moveTo>
                  <a:lnTo>
                    <a:pt x="221172" y="508974"/>
                  </a:lnTo>
                  <a:lnTo>
                    <a:pt x="194284" y="486086"/>
                  </a:lnTo>
                  <a:close/>
                  <a:moveTo>
                    <a:pt x="194284" y="486086"/>
                  </a:moveTo>
                  <a:lnTo>
                    <a:pt x="202484" y="525951"/>
                  </a:lnTo>
                  <a:lnTo>
                    <a:pt x="209686" y="489196"/>
                  </a:lnTo>
                  <a:close/>
                  <a:moveTo>
                    <a:pt x="227236" y="489196"/>
                  </a:moveTo>
                  <a:lnTo>
                    <a:pt x="262838" y="510656"/>
                  </a:lnTo>
                  <a:lnTo>
                    <a:pt x="271784" y="508768"/>
                  </a:lnTo>
                  <a:close/>
                  <a:moveTo>
                    <a:pt x="251959" y="472012"/>
                  </a:moveTo>
                  <a:lnTo>
                    <a:pt x="227236" y="489196"/>
                  </a:lnTo>
                  <a:lnTo>
                    <a:pt x="271784" y="508768"/>
                  </a:lnTo>
                  <a:close/>
                  <a:moveTo>
                    <a:pt x="239107" y="450296"/>
                  </a:moveTo>
                  <a:lnTo>
                    <a:pt x="219371" y="448032"/>
                  </a:lnTo>
                  <a:lnTo>
                    <a:pt x="251959" y="472012"/>
                  </a:lnTo>
                  <a:close/>
                  <a:moveTo>
                    <a:pt x="199012" y="437495"/>
                  </a:moveTo>
                  <a:lnTo>
                    <a:pt x="209290" y="452441"/>
                  </a:lnTo>
                  <a:lnTo>
                    <a:pt x="180615" y="407705"/>
                  </a:lnTo>
                  <a:close/>
                  <a:moveTo>
                    <a:pt x="156153" y="400504"/>
                  </a:moveTo>
                  <a:lnTo>
                    <a:pt x="199012" y="437495"/>
                  </a:lnTo>
                  <a:lnTo>
                    <a:pt x="180615" y="407705"/>
                  </a:lnTo>
                  <a:close/>
                  <a:moveTo>
                    <a:pt x="271784" y="508768"/>
                  </a:moveTo>
                  <a:lnTo>
                    <a:pt x="273228" y="520830"/>
                  </a:lnTo>
                  <a:lnTo>
                    <a:pt x="294561" y="533053"/>
                  </a:lnTo>
                  <a:close/>
                  <a:moveTo>
                    <a:pt x="534074" y="802185"/>
                  </a:moveTo>
                  <a:lnTo>
                    <a:pt x="542692" y="837892"/>
                  </a:lnTo>
                  <a:lnTo>
                    <a:pt x="515981" y="789806"/>
                  </a:lnTo>
                  <a:close/>
                  <a:moveTo>
                    <a:pt x="328216" y="528339"/>
                  </a:moveTo>
                  <a:lnTo>
                    <a:pt x="308194" y="545522"/>
                  </a:lnTo>
                  <a:lnTo>
                    <a:pt x="340932" y="581852"/>
                  </a:lnTo>
                  <a:close/>
                  <a:moveTo>
                    <a:pt x="308194" y="545522"/>
                  </a:moveTo>
                  <a:lnTo>
                    <a:pt x="328216" y="528339"/>
                  </a:lnTo>
                  <a:lnTo>
                    <a:pt x="294561" y="533053"/>
                  </a:lnTo>
                  <a:close/>
                  <a:moveTo>
                    <a:pt x="251959" y="472012"/>
                  </a:moveTo>
                  <a:lnTo>
                    <a:pt x="271784" y="508768"/>
                  </a:lnTo>
                  <a:lnTo>
                    <a:pt x="251075" y="467005"/>
                  </a:lnTo>
                  <a:close/>
                  <a:moveTo>
                    <a:pt x="239107" y="450296"/>
                  </a:moveTo>
                  <a:lnTo>
                    <a:pt x="251959" y="472012"/>
                  </a:lnTo>
                  <a:lnTo>
                    <a:pt x="251075" y="467005"/>
                  </a:lnTo>
                  <a:close/>
                  <a:moveTo>
                    <a:pt x="566589" y="658176"/>
                  </a:moveTo>
                  <a:lnTo>
                    <a:pt x="562303" y="690433"/>
                  </a:lnTo>
                  <a:lnTo>
                    <a:pt x="584430" y="676952"/>
                  </a:lnTo>
                  <a:close/>
                  <a:moveTo>
                    <a:pt x="540209" y="636193"/>
                  </a:moveTo>
                  <a:lnTo>
                    <a:pt x="517278" y="636851"/>
                  </a:lnTo>
                  <a:lnTo>
                    <a:pt x="566589" y="658176"/>
                  </a:lnTo>
                  <a:close/>
                  <a:moveTo>
                    <a:pt x="496855" y="584666"/>
                  </a:moveTo>
                  <a:lnTo>
                    <a:pt x="505195" y="601849"/>
                  </a:lnTo>
                  <a:lnTo>
                    <a:pt x="519267" y="621421"/>
                  </a:lnTo>
                  <a:close/>
                  <a:moveTo>
                    <a:pt x="406048" y="474401"/>
                  </a:moveTo>
                  <a:lnTo>
                    <a:pt x="400266" y="486700"/>
                  </a:lnTo>
                  <a:lnTo>
                    <a:pt x="402397" y="528339"/>
                  </a:lnTo>
                  <a:close/>
                  <a:moveTo>
                    <a:pt x="406048" y="474401"/>
                  </a:moveTo>
                  <a:lnTo>
                    <a:pt x="372446" y="449596"/>
                  </a:lnTo>
                  <a:lnTo>
                    <a:pt x="394299" y="464389"/>
                  </a:lnTo>
                  <a:close/>
                  <a:moveTo>
                    <a:pt x="352168" y="438994"/>
                  </a:moveTo>
                  <a:lnTo>
                    <a:pt x="361177" y="465129"/>
                  </a:lnTo>
                  <a:lnTo>
                    <a:pt x="394299" y="464389"/>
                  </a:lnTo>
                  <a:close/>
                  <a:moveTo>
                    <a:pt x="304232" y="376796"/>
                  </a:moveTo>
                  <a:lnTo>
                    <a:pt x="331189" y="400891"/>
                  </a:lnTo>
                  <a:lnTo>
                    <a:pt x="292264" y="371113"/>
                  </a:lnTo>
                  <a:close/>
                  <a:moveTo>
                    <a:pt x="519267" y="621421"/>
                  </a:moveTo>
                  <a:lnTo>
                    <a:pt x="517278" y="636851"/>
                  </a:lnTo>
                  <a:lnTo>
                    <a:pt x="540209" y="636193"/>
                  </a:lnTo>
                  <a:close/>
                  <a:moveTo>
                    <a:pt x="540209" y="636193"/>
                  </a:moveTo>
                  <a:lnTo>
                    <a:pt x="566589" y="658176"/>
                  </a:lnTo>
                  <a:lnTo>
                    <a:pt x="559398" y="611728"/>
                  </a:lnTo>
                  <a:close/>
                  <a:moveTo>
                    <a:pt x="559398" y="611728"/>
                  </a:moveTo>
                  <a:lnTo>
                    <a:pt x="566589" y="658176"/>
                  </a:lnTo>
                  <a:lnTo>
                    <a:pt x="586080" y="608004"/>
                  </a:lnTo>
                  <a:close/>
                  <a:moveTo>
                    <a:pt x="586080" y="608004"/>
                  </a:moveTo>
                  <a:lnTo>
                    <a:pt x="566589" y="658176"/>
                  </a:lnTo>
                  <a:lnTo>
                    <a:pt x="588563" y="650733"/>
                  </a:lnTo>
                  <a:close/>
                  <a:moveTo>
                    <a:pt x="588563" y="650733"/>
                  </a:moveTo>
                  <a:lnTo>
                    <a:pt x="584430" y="676952"/>
                  </a:lnTo>
                  <a:lnTo>
                    <a:pt x="609077" y="658176"/>
                  </a:lnTo>
                  <a:close/>
                  <a:moveTo>
                    <a:pt x="548684" y="604237"/>
                  </a:moveTo>
                  <a:lnTo>
                    <a:pt x="519267" y="621421"/>
                  </a:lnTo>
                  <a:lnTo>
                    <a:pt x="540209" y="636193"/>
                  </a:lnTo>
                  <a:close/>
                  <a:moveTo>
                    <a:pt x="548684" y="604237"/>
                  </a:moveTo>
                  <a:lnTo>
                    <a:pt x="496855" y="584666"/>
                  </a:lnTo>
                  <a:lnTo>
                    <a:pt x="519267" y="621421"/>
                  </a:lnTo>
                  <a:close/>
                  <a:moveTo>
                    <a:pt x="400719" y="471359"/>
                  </a:moveTo>
                  <a:lnTo>
                    <a:pt x="400266" y="486700"/>
                  </a:lnTo>
                  <a:lnTo>
                    <a:pt x="406048" y="474401"/>
                  </a:lnTo>
                  <a:close/>
                  <a:moveTo>
                    <a:pt x="400719" y="471359"/>
                  </a:moveTo>
                  <a:lnTo>
                    <a:pt x="406048" y="474401"/>
                  </a:lnTo>
                  <a:lnTo>
                    <a:pt x="394299" y="464389"/>
                  </a:lnTo>
                  <a:close/>
                  <a:moveTo>
                    <a:pt x="738112" y="655164"/>
                  </a:moveTo>
                  <a:lnTo>
                    <a:pt x="770391" y="656010"/>
                  </a:lnTo>
                  <a:lnTo>
                    <a:pt x="775145" y="607398"/>
                  </a:lnTo>
                  <a:close/>
                  <a:moveTo>
                    <a:pt x="738112" y="655164"/>
                  </a:moveTo>
                  <a:lnTo>
                    <a:pt x="775145" y="607398"/>
                  </a:lnTo>
                  <a:lnTo>
                    <a:pt x="736367" y="611836"/>
                  </a:lnTo>
                  <a:close/>
                  <a:moveTo>
                    <a:pt x="701890" y="612777"/>
                  </a:moveTo>
                  <a:lnTo>
                    <a:pt x="738112" y="655164"/>
                  </a:lnTo>
                  <a:lnTo>
                    <a:pt x="736367" y="611836"/>
                  </a:lnTo>
                  <a:close/>
                  <a:moveTo>
                    <a:pt x="694956" y="573667"/>
                  </a:moveTo>
                  <a:lnTo>
                    <a:pt x="707050" y="597632"/>
                  </a:lnTo>
                  <a:lnTo>
                    <a:pt x="651821" y="587054"/>
                  </a:lnTo>
                  <a:close/>
                  <a:moveTo>
                    <a:pt x="739729" y="595234"/>
                  </a:moveTo>
                  <a:lnTo>
                    <a:pt x="707050" y="597632"/>
                  </a:lnTo>
                  <a:lnTo>
                    <a:pt x="687370" y="587054"/>
                  </a:lnTo>
                  <a:close/>
                  <a:moveTo>
                    <a:pt x="701890" y="612777"/>
                  </a:moveTo>
                  <a:lnTo>
                    <a:pt x="736367" y="611836"/>
                  </a:lnTo>
                  <a:lnTo>
                    <a:pt x="687370" y="587054"/>
                  </a:lnTo>
                  <a:close/>
                  <a:moveTo>
                    <a:pt x="759885" y="575057"/>
                  </a:moveTo>
                  <a:lnTo>
                    <a:pt x="736367" y="611836"/>
                  </a:lnTo>
                  <a:lnTo>
                    <a:pt x="775145" y="607398"/>
                  </a:lnTo>
                  <a:close/>
                  <a:moveTo>
                    <a:pt x="750223" y="555823"/>
                  </a:moveTo>
                  <a:lnTo>
                    <a:pt x="707050" y="597632"/>
                  </a:lnTo>
                  <a:lnTo>
                    <a:pt x="739729" y="595234"/>
                  </a:lnTo>
                  <a:close/>
                  <a:moveTo>
                    <a:pt x="750223" y="555823"/>
                  </a:moveTo>
                  <a:lnTo>
                    <a:pt x="739729" y="595234"/>
                  </a:lnTo>
                  <a:lnTo>
                    <a:pt x="760067" y="569871"/>
                  </a:lnTo>
                  <a:close/>
                  <a:moveTo>
                    <a:pt x="832802" y="626197"/>
                  </a:moveTo>
                  <a:lnTo>
                    <a:pt x="815780" y="601451"/>
                  </a:lnTo>
                  <a:lnTo>
                    <a:pt x="835195" y="630414"/>
                  </a:lnTo>
                  <a:close/>
                  <a:moveTo>
                    <a:pt x="921552" y="614383"/>
                  </a:moveTo>
                  <a:lnTo>
                    <a:pt x="892540" y="610882"/>
                  </a:lnTo>
                  <a:lnTo>
                    <a:pt x="933581" y="649351"/>
                  </a:lnTo>
                  <a:close/>
                  <a:moveTo>
                    <a:pt x="892540" y="610882"/>
                  </a:moveTo>
                  <a:lnTo>
                    <a:pt x="844257" y="640688"/>
                  </a:lnTo>
                  <a:lnTo>
                    <a:pt x="879420" y="647581"/>
                  </a:lnTo>
                  <a:close/>
                  <a:moveTo>
                    <a:pt x="892540" y="610882"/>
                  </a:moveTo>
                  <a:lnTo>
                    <a:pt x="848340" y="619727"/>
                  </a:lnTo>
                  <a:lnTo>
                    <a:pt x="844257" y="640688"/>
                  </a:lnTo>
                  <a:close/>
                  <a:moveTo>
                    <a:pt x="848340" y="619727"/>
                  </a:moveTo>
                  <a:lnTo>
                    <a:pt x="892540" y="610882"/>
                  </a:lnTo>
                  <a:lnTo>
                    <a:pt x="858089" y="596196"/>
                  </a:lnTo>
                  <a:close/>
                  <a:moveTo>
                    <a:pt x="892540" y="610882"/>
                  </a:moveTo>
                  <a:lnTo>
                    <a:pt x="893164" y="602758"/>
                  </a:lnTo>
                  <a:lnTo>
                    <a:pt x="858089" y="596196"/>
                  </a:lnTo>
                  <a:close/>
                  <a:moveTo>
                    <a:pt x="825007" y="572259"/>
                  </a:moveTo>
                  <a:lnTo>
                    <a:pt x="800765" y="541822"/>
                  </a:lnTo>
                  <a:lnTo>
                    <a:pt x="809342" y="552687"/>
                  </a:lnTo>
                  <a:close/>
                  <a:moveTo>
                    <a:pt x="825007" y="572259"/>
                  </a:moveTo>
                  <a:lnTo>
                    <a:pt x="809342" y="552687"/>
                  </a:lnTo>
                  <a:lnTo>
                    <a:pt x="814353" y="589442"/>
                  </a:lnTo>
                  <a:close/>
                  <a:moveTo>
                    <a:pt x="806708" y="461994"/>
                  </a:moveTo>
                  <a:lnTo>
                    <a:pt x="806963" y="501253"/>
                  </a:lnTo>
                  <a:lnTo>
                    <a:pt x="828971" y="487326"/>
                  </a:lnTo>
                  <a:close/>
                  <a:moveTo>
                    <a:pt x="486178" y="94444"/>
                  </a:moveTo>
                  <a:lnTo>
                    <a:pt x="472784" y="64223"/>
                  </a:lnTo>
                  <a:lnTo>
                    <a:pt x="487350" y="97129"/>
                  </a:lnTo>
                  <a:close/>
                  <a:moveTo>
                    <a:pt x="893164" y="602758"/>
                  </a:moveTo>
                  <a:lnTo>
                    <a:pt x="890724" y="567611"/>
                  </a:lnTo>
                  <a:lnTo>
                    <a:pt x="858089" y="596196"/>
                  </a:lnTo>
                  <a:close/>
                  <a:moveTo>
                    <a:pt x="806708" y="461994"/>
                  </a:moveTo>
                  <a:lnTo>
                    <a:pt x="828971" y="487326"/>
                  </a:lnTo>
                  <a:lnTo>
                    <a:pt x="818863" y="444811"/>
                  </a:lnTo>
                  <a:close/>
                  <a:moveTo>
                    <a:pt x="639553" y="188896"/>
                  </a:moveTo>
                  <a:lnTo>
                    <a:pt x="625825" y="226105"/>
                  </a:lnTo>
                  <a:lnTo>
                    <a:pt x="668271" y="237385"/>
                  </a:lnTo>
                  <a:close/>
                  <a:moveTo>
                    <a:pt x="600658" y="160378"/>
                  </a:moveTo>
                  <a:lnTo>
                    <a:pt x="638026" y="187526"/>
                  </a:lnTo>
                  <a:lnTo>
                    <a:pt x="587879" y="159070"/>
                  </a:lnTo>
                  <a:close/>
                  <a:moveTo>
                    <a:pt x="638026" y="187526"/>
                  </a:moveTo>
                  <a:lnTo>
                    <a:pt x="639553" y="188896"/>
                  </a:lnTo>
                  <a:lnTo>
                    <a:pt x="587879" y="159070"/>
                  </a:lnTo>
                  <a:close/>
                  <a:moveTo>
                    <a:pt x="600658" y="160378"/>
                  </a:moveTo>
                  <a:lnTo>
                    <a:pt x="587879" y="159070"/>
                  </a:lnTo>
                  <a:lnTo>
                    <a:pt x="584934" y="150770"/>
                  </a:lnTo>
                  <a:close/>
                  <a:moveTo>
                    <a:pt x="491646" y="77261"/>
                  </a:moveTo>
                  <a:lnTo>
                    <a:pt x="468196" y="57689"/>
                  </a:lnTo>
                  <a:lnTo>
                    <a:pt x="486178" y="94444"/>
                  </a:lnTo>
                  <a:close/>
                  <a:moveTo>
                    <a:pt x="754827" y="243852"/>
                  </a:moveTo>
                  <a:lnTo>
                    <a:pt x="744566" y="261035"/>
                  </a:lnTo>
                  <a:lnTo>
                    <a:pt x="764831" y="275887"/>
                  </a:lnTo>
                  <a:close/>
                  <a:moveTo>
                    <a:pt x="606171" y="23322"/>
                  </a:moveTo>
                  <a:lnTo>
                    <a:pt x="563380" y="0"/>
                  </a:lnTo>
                  <a:lnTo>
                    <a:pt x="586824" y="12446"/>
                  </a:lnTo>
                  <a:close/>
                  <a:moveTo>
                    <a:pt x="869784" y="271405"/>
                  </a:moveTo>
                  <a:lnTo>
                    <a:pt x="824669" y="278827"/>
                  </a:lnTo>
                  <a:lnTo>
                    <a:pt x="832015" y="280607"/>
                  </a:lnTo>
                  <a:close/>
                  <a:moveTo>
                    <a:pt x="835518" y="227427"/>
                  </a:moveTo>
                  <a:lnTo>
                    <a:pt x="824669" y="278827"/>
                  </a:lnTo>
                  <a:lnTo>
                    <a:pt x="869784" y="271405"/>
                  </a:lnTo>
                  <a:close/>
                  <a:moveTo>
                    <a:pt x="824669" y="278827"/>
                  </a:moveTo>
                  <a:lnTo>
                    <a:pt x="835518" y="227427"/>
                  </a:lnTo>
                  <a:lnTo>
                    <a:pt x="804590" y="232123"/>
                  </a:lnTo>
                  <a:close/>
                  <a:moveTo>
                    <a:pt x="785604" y="257347"/>
                  </a:moveTo>
                  <a:lnTo>
                    <a:pt x="824669" y="278827"/>
                  </a:lnTo>
                  <a:lnTo>
                    <a:pt x="804590" y="232123"/>
                  </a:lnTo>
                  <a:close/>
                  <a:moveTo>
                    <a:pt x="825529" y="226669"/>
                  </a:moveTo>
                  <a:lnTo>
                    <a:pt x="835518" y="227427"/>
                  </a:lnTo>
                  <a:lnTo>
                    <a:pt x="835079" y="221539"/>
                  </a:lnTo>
                  <a:close/>
                  <a:moveTo>
                    <a:pt x="596963" y="17445"/>
                  </a:moveTo>
                  <a:lnTo>
                    <a:pt x="607645" y="60077"/>
                  </a:lnTo>
                  <a:lnTo>
                    <a:pt x="606171" y="23322"/>
                  </a:lnTo>
                  <a:close/>
                  <a:moveTo>
                    <a:pt x="596963" y="17445"/>
                  </a:moveTo>
                  <a:lnTo>
                    <a:pt x="602957" y="57319"/>
                  </a:lnTo>
                  <a:lnTo>
                    <a:pt x="607645" y="60077"/>
                  </a:lnTo>
                  <a:close/>
                  <a:moveTo>
                    <a:pt x="562645" y="18256"/>
                  </a:moveTo>
                  <a:lnTo>
                    <a:pt x="586824" y="12446"/>
                  </a:lnTo>
                  <a:lnTo>
                    <a:pt x="554198" y="15041"/>
                  </a:lnTo>
                  <a:close/>
                  <a:moveTo>
                    <a:pt x="562645" y="18256"/>
                  </a:moveTo>
                  <a:lnTo>
                    <a:pt x="596963" y="17445"/>
                  </a:lnTo>
                  <a:lnTo>
                    <a:pt x="586824" y="1244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58" name="Input_density__57">
              <a:extLst>
                <a:ext uri="{FF2B5EF4-FFF2-40B4-BE49-F238E27FC236}">
                  <a16:creationId xmlns:a16="http://schemas.microsoft.com/office/drawing/2014/main" id="{F3159CCA-D395-B8A0-5077-4938D566BA08}"/>
                </a:ext>
              </a:extLst>
            </p:cNvPr>
            <p:cNvSpPr>
              <a:spLocks noGrp="1"/>
            </p:cNvSpPr>
            <p:nvPr/>
          </p:nvSpPr>
          <p:spPr>
            <a:xfrm>
              <a:off x="1076464" y="1764811"/>
              <a:ext cx="941659" cy="1522340"/>
            </a:xfrm>
            <a:custGeom>
              <a:avLst/>
              <a:gdLst/>
              <a:ahLst/>
              <a:cxnLst/>
              <a:rect l="0" t="0" r="0" b="0"/>
              <a:pathLst>
                <a:path w="941659" h="1522340">
                  <a:moveTo>
                    <a:pt x="179988" y="1521971"/>
                  </a:moveTo>
                  <a:lnTo>
                    <a:pt x="140321" y="1498241"/>
                  </a:lnTo>
                  <a:lnTo>
                    <a:pt x="153780" y="1520192"/>
                  </a:lnTo>
                  <a:close/>
                  <a:moveTo>
                    <a:pt x="213406" y="1522340"/>
                  </a:moveTo>
                  <a:lnTo>
                    <a:pt x="227772" y="1508063"/>
                  </a:lnTo>
                  <a:lnTo>
                    <a:pt x="197099" y="1489738"/>
                  </a:lnTo>
                  <a:close/>
                  <a:moveTo>
                    <a:pt x="213406" y="1522340"/>
                  </a:moveTo>
                  <a:lnTo>
                    <a:pt x="197099" y="1489738"/>
                  </a:lnTo>
                  <a:lnTo>
                    <a:pt x="179988" y="1521971"/>
                  </a:lnTo>
                  <a:close/>
                  <a:moveTo>
                    <a:pt x="227772" y="1508063"/>
                  </a:moveTo>
                  <a:lnTo>
                    <a:pt x="220071" y="1520460"/>
                  </a:lnTo>
                  <a:lnTo>
                    <a:pt x="237353" y="1515665"/>
                  </a:lnTo>
                  <a:close/>
                  <a:moveTo>
                    <a:pt x="48563" y="1183541"/>
                  </a:moveTo>
                  <a:lnTo>
                    <a:pt x="37993" y="1160085"/>
                  </a:lnTo>
                  <a:lnTo>
                    <a:pt x="40479" y="1177269"/>
                  </a:lnTo>
                  <a:close/>
                  <a:moveTo>
                    <a:pt x="75585" y="1188365"/>
                  </a:moveTo>
                  <a:lnTo>
                    <a:pt x="37993" y="1160085"/>
                  </a:lnTo>
                  <a:lnTo>
                    <a:pt x="48563" y="1183541"/>
                  </a:lnTo>
                  <a:close/>
                  <a:moveTo>
                    <a:pt x="40479" y="1177269"/>
                  </a:moveTo>
                  <a:lnTo>
                    <a:pt x="37993" y="1160085"/>
                  </a:lnTo>
                  <a:lnTo>
                    <a:pt x="9461" y="1161922"/>
                  </a:lnTo>
                  <a:close/>
                  <a:moveTo>
                    <a:pt x="88285" y="1207479"/>
                  </a:moveTo>
                  <a:lnTo>
                    <a:pt x="93388" y="1196840"/>
                  </a:lnTo>
                  <a:lnTo>
                    <a:pt x="75585" y="1188365"/>
                  </a:lnTo>
                  <a:close/>
                  <a:moveTo>
                    <a:pt x="150315" y="1192105"/>
                  </a:moveTo>
                  <a:lnTo>
                    <a:pt x="119520" y="1190053"/>
                  </a:lnTo>
                  <a:lnTo>
                    <a:pt x="154725" y="1233267"/>
                  </a:lnTo>
                  <a:close/>
                  <a:moveTo>
                    <a:pt x="75585" y="1188365"/>
                  </a:moveTo>
                  <a:lnTo>
                    <a:pt x="119520" y="1190053"/>
                  </a:lnTo>
                  <a:lnTo>
                    <a:pt x="126083" y="1156382"/>
                  </a:lnTo>
                  <a:close/>
                  <a:moveTo>
                    <a:pt x="75585" y="1188365"/>
                  </a:moveTo>
                  <a:lnTo>
                    <a:pt x="126083" y="1156382"/>
                  </a:lnTo>
                  <a:lnTo>
                    <a:pt x="93752" y="1160078"/>
                  </a:lnTo>
                  <a:close/>
                  <a:moveTo>
                    <a:pt x="335537" y="1400187"/>
                  </a:moveTo>
                  <a:lnTo>
                    <a:pt x="345621" y="1410161"/>
                  </a:lnTo>
                  <a:lnTo>
                    <a:pt x="361170" y="1412450"/>
                  </a:lnTo>
                  <a:close/>
                  <a:moveTo>
                    <a:pt x="291493" y="1363432"/>
                  </a:moveTo>
                  <a:lnTo>
                    <a:pt x="334116" y="1392426"/>
                  </a:lnTo>
                  <a:lnTo>
                    <a:pt x="287624" y="1358388"/>
                  </a:lnTo>
                  <a:close/>
                  <a:moveTo>
                    <a:pt x="166224" y="1134425"/>
                  </a:moveTo>
                  <a:lnTo>
                    <a:pt x="171943" y="1107062"/>
                  </a:lnTo>
                  <a:lnTo>
                    <a:pt x="142616" y="1121988"/>
                  </a:lnTo>
                  <a:close/>
                  <a:moveTo>
                    <a:pt x="67372" y="1026372"/>
                  </a:moveTo>
                  <a:lnTo>
                    <a:pt x="84196" y="1052208"/>
                  </a:lnTo>
                  <a:lnTo>
                    <a:pt x="59399" y="1015454"/>
                  </a:lnTo>
                  <a:close/>
                  <a:moveTo>
                    <a:pt x="88123" y="1054249"/>
                  </a:moveTo>
                  <a:lnTo>
                    <a:pt x="84196" y="1052208"/>
                  </a:lnTo>
                  <a:lnTo>
                    <a:pt x="67372" y="1026372"/>
                  </a:lnTo>
                  <a:close/>
                  <a:moveTo>
                    <a:pt x="8072" y="995882"/>
                  </a:moveTo>
                  <a:lnTo>
                    <a:pt x="0" y="982221"/>
                  </a:lnTo>
                  <a:lnTo>
                    <a:pt x="6120" y="1032637"/>
                  </a:lnTo>
                  <a:close/>
                  <a:moveTo>
                    <a:pt x="0" y="982221"/>
                  </a:moveTo>
                  <a:lnTo>
                    <a:pt x="8072" y="995882"/>
                  </a:lnTo>
                  <a:lnTo>
                    <a:pt x="14609" y="988752"/>
                  </a:lnTo>
                  <a:close/>
                  <a:moveTo>
                    <a:pt x="54480" y="1013247"/>
                  </a:moveTo>
                  <a:lnTo>
                    <a:pt x="67372" y="1026372"/>
                  </a:lnTo>
                  <a:lnTo>
                    <a:pt x="24551" y="995882"/>
                  </a:lnTo>
                  <a:close/>
                  <a:moveTo>
                    <a:pt x="342547" y="1296078"/>
                  </a:moveTo>
                  <a:lnTo>
                    <a:pt x="353797" y="1288676"/>
                  </a:lnTo>
                  <a:lnTo>
                    <a:pt x="318071" y="1279680"/>
                  </a:lnTo>
                  <a:close/>
                  <a:moveTo>
                    <a:pt x="285026" y="1271006"/>
                  </a:moveTo>
                  <a:lnTo>
                    <a:pt x="314862" y="1267682"/>
                  </a:lnTo>
                  <a:lnTo>
                    <a:pt x="296020" y="1225602"/>
                  </a:lnTo>
                  <a:close/>
                  <a:moveTo>
                    <a:pt x="361830" y="1222502"/>
                  </a:moveTo>
                  <a:lnTo>
                    <a:pt x="346742" y="1218800"/>
                  </a:lnTo>
                  <a:lnTo>
                    <a:pt x="314862" y="1267682"/>
                  </a:lnTo>
                  <a:close/>
                  <a:moveTo>
                    <a:pt x="348724" y="1269710"/>
                  </a:moveTo>
                  <a:lnTo>
                    <a:pt x="361830" y="1222502"/>
                  </a:lnTo>
                  <a:lnTo>
                    <a:pt x="314862" y="1267682"/>
                  </a:lnTo>
                  <a:close/>
                  <a:moveTo>
                    <a:pt x="204101" y="1102720"/>
                  </a:moveTo>
                  <a:lnTo>
                    <a:pt x="219229" y="1073674"/>
                  </a:lnTo>
                  <a:lnTo>
                    <a:pt x="171943" y="1107062"/>
                  </a:lnTo>
                  <a:close/>
                  <a:moveTo>
                    <a:pt x="148559" y="1014545"/>
                  </a:moveTo>
                  <a:lnTo>
                    <a:pt x="146827" y="998270"/>
                  </a:lnTo>
                  <a:lnTo>
                    <a:pt x="167776" y="1035025"/>
                  </a:lnTo>
                  <a:close/>
                  <a:moveTo>
                    <a:pt x="91674" y="888005"/>
                  </a:moveTo>
                  <a:lnTo>
                    <a:pt x="84472" y="924760"/>
                  </a:lnTo>
                  <a:lnTo>
                    <a:pt x="82753" y="905189"/>
                  </a:lnTo>
                  <a:close/>
                  <a:moveTo>
                    <a:pt x="296863" y="1132548"/>
                  </a:moveTo>
                  <a:lnTo>
                    <a:pt x="313090" y="1141038"/>
                  </a:lnTo>
                  <a:lnTo>
                    <a:pt x="301253" y="1128107"/>
                  </a:lnTo>
                  <a:close/>
                  <a:moveTo>
                    <a:pt x="313090" y="1141038"/>
                  </a:moveTo>
                  <a:lnTo>
                    <a:pt x="346673" y="1140823"/>
                  </a:lnTo>
                  <a:lnTo>
                    <a:pt x="312276" y="1096952"/>
                  </a:lnTo>
                  <a:close/>
                  <a:moveTo>
                    <a:pt x="155215" y="919640"/>
                  </a:moveTo>
                  <a:lnTo>
                    <a:pt x="190181" y="944332"/>
                  </a:lnTo>
                  <a:lnTo>
                    <a:pt x="176548" y="931863"/>
                  </a:lnTo>
                  <a:close/>
                  <a:moveTo>
                    <a:pt x="155215" y="919640"/>
                  </a:moveTo>
                  <a:lnTo>
                    <a:pt x="201593" y="953770"/>
                  </a:lnTo>
                  <a:lnTo>
                    <a:pt x="190181" y="944332"/>
                  </a:lnTo>
                  <a:close/>
                  <a:moveTo>
                    <a:pt x="153772" y="907577"/>
                  </a:moveTo>
                  <a:lnTo>
                    <a:pt x="144826" y="909466"/>
                  </a:lnTo>
                  <a:lnTo>
                    <a:pt x="155215" y="919640"/>
                  </a:lnTo>
                  <a:close/>
                  <a:moveTo>
                    <a:pt x="190181" y="944332"/>
                  </a:moveTo>
                  <a:lnTo>
                    <a:pt x="201593" y="953770"/>
                  </a:lnTo>
                  <a:lnTo>
                    <a:pt x="222919" y="980661"/>
                  </a:lnTo>
                  <a:close/>
                  <a:moveTo>
                    <a:pt x="254906" y="975677"/>
                  </a:moveTo>
                  <a:lnTo>
                    <a:pt x="222919" y="980661"/>
                  </a:lnTo>
                  <a:lnTo>
                    <a:pt x="201593" y="953770"/>
                  </a:lnTo>
                  <a:close/>
                  <a:moveTo>
                    <a:pt x="254906" y="975677"/>
                  </a:moveTo>
                  <a:lnTo>
                    <a:pt x="262603" y="981087"/>
                  </a:lnTo>
                  <a:lnTo>
                    <a:pt x="270723" y="938604"/>
                  </a:lnTo>
                  <a:close/>
                  <a:moveTo>
                    <a:pt x="270723" y="938604"/>
                  </a:moveTo>
                  <a:lnTo>
                    <a:pt x="262603" y="981087"/>
                  </a:lnTo>
                  <a:lnTo>
                    <a:pt x="295841" y="931325"/>
                  </a:lnTo>
                  <a:close/>
                  <a:moveTo>
                    <a:pt x="295841" y="931325"/>
                  </a:moveTo>
                  <a:lnTo>
                    <a:pt x="284384" y="927148"/>
                  </a:lnTo>
                  <a:lnTo>
                    <a:pt x="270723" y="938604"/>
                  </a:lnTo>
                  <a:close/>
                  <a:moveTo>
                    <a:pt x="222919" y="980661"/>
                  </a:moveTo>
                  <a:lnTo>
                    <a:pt x="254906" y="975677"/>
                  </a:lnTo>
                  <a:lnTo>
                    <a:pt x="270723" y="938604"/>
                  </a:lnTo>
                  <a:close/>
                  <a:moveTo>
                    <a:pt x="239913" y="947988"/>
                  </a:moveTo>
                  <a:lnTo>
                    <a:pt x="222919" y="980661"/>
                  </a:lnTo>
                  <a:lnTo>
                    <a:pt x="270723" y="938604"/>
                  </a:lnTo>
                  <a:close/>
                  <a:moveTo>
                    <a:pt x="559526" y="1174724"/>
                  </a:moveTo>
                  <a:lnTo>
                    <a:pt x="548398" y="1167250"/>
                  </a:lnTo>
                  <a:lnTo>
                    <a:pt x="558089" y="1211540"/>
                  </a:lnTo>
                  <a:close/>
                  <a:moveTo>
                    <a:pt x="558089" y="1211540"/>
                  </a:moveTo>
                  <a:lnTo>
                    <a:pt x="548398" y="1167250"/>
                  </a:lnTo>
                  <a:lnTo>
                    <a:pt x="517867" y="1172404"/>
                  </a:lnTo>
                  <a:close/>
                  <a:moveTo>
                    <a:pt x="517867" y="1172404"/>
                  </a:moveTo>
                  <a:lnTo>
                    <a:pt x="516886" y="1167250"/>
                  </a:lnTo>
                  <a:lnTo>
                    <a:pt x="533559" y="1204005"/>
                  </a:lnTo>
                  <a:close/>
                  <a:moveTo>
                    <a:pt x="281394" y="915982"/>
                  </a:moveTo>
                  <a:lnTo>
                    <a:pt x="239913" y="947988"/>
                  </a:lnTo>
                  <a:lnTo>
                    <a:pt x="270723" y="938604"/>
                  </a:lnTo>
                  <a:close/>
                  <a:moveTo>
                    <a:pt x="281394" y="915982"/>
                  </a:moveTo>
                  <a:lnTo>
                    <a:pt x="270723" y="938604"/>
                  </a:lnTo>
                  <a:lnTo>
                    <a:pt x="284384" y="927148"/>
                  </a:lnTo>
                  <a:close/>
                  <a:moveTo>
                    <a:pt x="284384" y="927148"/>
                  </a:moveTo>
                  <a:lnTo>
                    <a:pt x="282254" y="885509"/>
                  </a:lnTo>
                  <a:lnTo>
                    <a:pt x="281394" y="915982"/>
                  </a:lnTo>
                  <a:close/>
                  <a:moveTo>
                    <a:pt x="270706" y="890393"/>
                  </a:moveTo>
                  <a:lnTo>
                    <a:pt x="288036" y="873210"/>
                  </a:lnTo>
                  <a:lnTo>
                    <a:pt x="284384" y="927148"/>
                  </a:lnTo>
                  <a:close/>
                  <a:moveTo>
                    <a:pt x="256707" y="853638"/>
                  </a:moveTo>
                  <a:lnTo>
                    <a:pt x="254434" y="848406"/>
                  </a:lnTo>
                  <a:lnTo>
                    <a:pt x="288036" y="873210"/>
                  </a:lnTo>
                  <a:close/>
                  <a:moveTo>
                    <a:pt x="254434" y="848406"/>
                  </a:moveTo>
                  <a:lnTo>
                    <a:pt x="234156" y="837803"/>
                  </a:lnTo>
                  <a:lnTo>
                    <a:pt x="276287" y="863198"/>
                  </a:lnTo>
                  <a:close/>
                  <a:moveTo>
                    <a:pt x="538483" y="1124416"/>
                  </a:moveTo>
                  <a:lnTo>
                    <a:pt x="559736" y="1165454"/>
                  </a:lnTo>
                  <a:lnTo>
                    <a:pt x="572276" y="1126188"/>
                  </a:lnTo>
                  <a:close/>
                  <a:moveTo>
                    <a:pt x="572276" y="1126188"/>
                  </a:moveTo>
                  <a:lnTo>
                    <a:pt x="559736" y="1165454"/>
                  </a:lnTo>
                  <a:lnTo>
                    <a:pt x="609230" y="1139777"/>
                  </a:lnTo>
                  <a:close/>
                  <a:moveTo>
                    <a:pt x="468068" y="1006813"/>
                  </a:moveTo>
                  <a:lnTo>
                    <a:pt x="455025" y="1003047"/>
                  </a:lnTo>
                  <a:lnTo>
                    <a:pt x="441385" y="1010537"/>
                  </a:lnTo>
                  <a:close/>
                  <a:moveTo>
                    <a:pt x="468068" y="1006813"/>
                  </a:moveTo>
                  <a:lnTo>
                    <a:pt x="470551" y="1049542"/>
                  </a:lnTo>
                  <a:lnTo>
                    <a:pt x="490906" y="1015334"/>
                  </a:lnTo>
                  <a:close/>
                  <a:moveTo>
                    <a:pt x="430672" y="1003047"/>
                  </a:moveTo>
                  <a:lnTo>
                    <a:pt x="378899" y="980383"/>
                  </a:lnTo>
                  <a:lnTo>
                    <a:pt x="378843" y="983475"/>
                  </a:lnTo>
                  <a:close/>
                  <a:moveTo>
                    <a:pt x="468068" y="1006813"/>
                  </a:moveTo>
                  <a:lnTo>
                    <a:pt x="456920" y="971129"/>
                  </a:lnTo>
                  <a:lnTo>
                    <a:pt x="455025" y="1003047"/>
                  </a:lnTo>
                  <a:close/>
                  <a:moveTo>
                    <a:pt x="445623" y="997972"/>
                  </a:moveTo>
                  <a:lnTo>
                    <a:pt x="455025" y="1003047"/>
                  </a:lnTo>
                  <a:lnTo>
                    <a:pt x="455550" y="966292"/>
                  </a:lnTo>
                  <a:close/>
                  <a:moveTo>
                    <a:pt x="446474" y="952533"/>
                  </a:moveTo>
                  <a:lnTo>
                    <a:pt x="455550" y="966292"/>
                  </a:lnTo>
                  <a:lnTo>
                    <a:pt x="429008" y="921986"/>
                  </a:lnTo>
                  <a:close/>
                  <a:moveTo>
                    <a:pt x="633841" y="1087549"/>
                  </a:moveTo>
                  <a:lnTo>
                    <a:pt x="663350" y="1090647"/>
                  </a:lnTo>
                  <a:lnTo>
                    <a:pt x="652379" y="1054819"/>
                  </a:lnTo>
                  <a:close/>
                  <a:moveTo>
                    <a:pt x="633841" y="1087549"/>
                  </a:moveTo>
                  <a:lnTo>
                    <a:pt x="652379" y="1054819"/>
                  </a:lnTo>
                  <a:lnTo>
                    <a:pt x="620099" y="1053973"/>
                  </a:lnTo>
                  <a:close/>
                  <a:moveTo>
                    <a:pt x="652379" y="1054819"/>
                  </a:moveTo>
                  <a:lnTo>
                    <a:pt x="663350" y="1090647"/>
                  </a:lnTo>
                  <a:lnTo>
                    <a:pt x="671361" y="1096128"/>
                  </a:lnTo>
                  <a:close/>
                  <a:moveTo>
                    <a:pt x="583877" y="1011587"/>
                  </a:moveTo>
                  <a:lnTo>
                    <a:pt x="617317" y="1042190"/>
                  </a:lnTo>
                  <a:lnTo>
                    <a:pt x="620099" y="1053973"/>
                  </a:lnTo>
                  <a:close/>
                  <a:moveTo>
                    <a:pt x="642054" y="968680"/>
                  </a:moveTo>
                  <a:lnTo>
                    <a:pt x="621716" y="994043"/>
                  </a:lnTo>
                  <a:lnTo>
                    <a:pt x="641873" y="973866"/>
                  </a:lnTo>
                  <a:close/>
                  <a:moveTo>
                    <a:pt x="641873" y="973866"/>
                  </a:moveTo>
                  <a:lnTo>
                    <a:pt x="621716" y="994043"/>
                  </a:lnTo>
                  <a:lnTo>
                    <a:pt x="618355" y="1010645"/>
                  </a:lnTo>
                  <a:close/>
                  <a:moveTo>
                    <a:pt x="642054" y="968680"/>
                  </a:moveTo>
                  <a:lnTo>
                    <a:pt x="629247" y="925992"/>
                  </a:lnTo>
                  <a:lnTo>
                    <a:pt x="632211" y="954633"/>
                  </a:lnTo>
                  <a:close/>
                  <a:moveTo>
                    <a:pt x="628817" y="914742"/>
                  </a:moveTo>
                  <a:lnTo>
                    <a:pt x="629247" y="925992"/>
                  </a:lnTo>
                  <a:lnTo>
                    <a:pt x="642054" y="968680"/>
                  </a:lnTo>
                  <a:close/>
                  <a:moveTo>
                    <a:pt x="776663" y="971068"/>
                  </a:moveTo>
                  <a:lnTo>
                    <a:pt x="775152" y="1001567"/>
                  </a:lnTo>
                  <a:lnTo>
                    <a:pt x="781735" y="986172"/>
                  </a:lnTo>
                  <a:close/>
                  <a:moveTo>
                    <a:pt x="781735" y="986172"/>
                  </a:moveTo>
                  <a:lnTo>
                    <a:pt x="775152" y="1001567"/>
                  </a:lnTo>
                  <a:lnTo>
                    <a:pt x="774527" y="1009691"/>
                  </a:lnTo>
                  <a:close/>
                  <a:moveTo>
                    <a:pt x="781735" y="986172"/>
                  </a:moveTo>
                  <a:lnTo>
                    <a:pt x="774527" y="1009691"/>
                  </a:lnTo>
                  <a:lnTo>
                    <a:pt x="803540" y="1013193"/>
                  </a:lnTo>
                  <a:close/>
                  <a:moveTo>
                    <a:pt x="629247" y="925992"/>
                  </a:moveTo>
                  <a:lnTo>
                    <a:pt x="628817" y="914742"/>
                  </a:lnTo>
                  <a:lnTo>
                    <a:pt x="633735" y="908647"/>
                  </a:lnTo>
                  <a:close/>
                  <a:moveTo>
                    <a:pt x="742061" y="919503"/>
                  </a:moveTo>
                  <a:lnTo>
                    <a:pt x="760909" y="948319"/>
                  </a:lnTo>
                  <a:lnTo>
                    <a:pt x="750253" y="934313"/>
                  </a:lnTo>
                  <a:close/>
                  <a:moveTo>
                    <a:pt x="772711" y="966420"/>
                  </a:moveTo>
                  <a:lnTo>
                    <a:pt x="760909" y="948319"/>
                  </a:lnTo>
                  <a:lnTo>
                    <a:pt x="742061" y="919503"/>
                  </a:lnTo>
                  <a:close/>
                  <a:moveTo>
                    <a:pt x="772711" y="966420"/>
                  </a:moveTo>
                  <a:lnTo>
                    <a:pt x="775152" y="1001567"/>
                  </a:lnTo>
                  <a:lnTo>
                    <a:pt x="776663" y="971068"/>
                  </a:lnTo>
                  <a:close/>
                  <a:moveTo>
                    <a:pt x="772711" y="966420"/>
                  </a:moveTo>
                  <a:lnTo>
                    <a:pt x="776663" y="971068"/>
                  </a:lnTo>
                  <a:lnTo>
                    <a:pt x="760909" y="948319"/>
                  </a:lnTo>
                  <a:close/>
                  <a:moveTo>
                    <a:pt x="643882" y="788293"/>
                  </a:moveTo>
                  <a:lnTo>
                    <a:pt x="635144" y="787293"/>
                  </a:lnTo>
                  <a:lnTo>
                    <a:pt x="666632" y="819496"/>
                  </a:lnTo>
                  <a:close/>
                  <a:moveTo>
                    <a:pt x="492803" y="640273"/>
                  </a:moveTo>
                  <a:lnTo>
                    <a:pt x="521541" y="587705"/>
                  </a:lnTo>
                  <a:lnTo>
                    <a:pt x="520014" y="586335"/>
                  </a:lnTo>
                  <a:close/>
                  <a:moveTo>
                    <a:pt x="30595" y="0"/>
                  </a:moveTo>
                  <a:lnTo>
                    <a:pt x="39842" y="37229"/>
                  </a:lnTo>
                  <a:lnTo>
                    <a:pt x="51569" y="10037"/>
                  </a:lnTo>
                  <a:close/>
                  <a:moveTo>
                    <a:pt x="925547" y="1012926"/>
                  </a:moveTo>
                  <a:lnTo>
                    <a:pt x="937250" y="1048159"/>
                  </a:lnTo>
                  <a:lnTo>
                    <a:pt x="941659" y="1064150"/>
                  </a:lnTo>
                  <a:close/>
                  <a:moveTo>
                    <a:pt x="636815" y="642662"/>
                  </a:moveTo>
                  <a:lnTo>
                    <a:pt x="646818" y="674696"/>
                  </a:lnTo>
                  <a:lnTo>
                    <a:pt x="667592" y="656157"/>
                  </a:lnTo>
                  <a:close/>
                  <a:moveTo>
                    <a:pt x="628643" y="635109"/>
                  </a:moveTo>
                  <a:lnTo>
                    <a:pt x="608478" y="615951"/>
                  </a:lnTo>
                  <a:lnTo>
                    <a:pt x="636815" y="642662"/>
                  </a:lnTo>
                  <a:close/>
                  <a:moveTo>
                    <a:pt x="743399" y="632274"/>
                  </a:moveTo>
                  <a:lnTo>
                    <a:pt x="717505" y="626237"/>
                  </a:lnTo>
                  <a:lnTo>
                    <a:pt x="751772" y="670214"/>
                  </a:lnTo>
                  <a:close/>
                  <a:moveTo>
                    <a:pt x="686577" y="630933"/>
                  </a:moveTo>
                  <a:lnTo>
                    <a:pt x="717505" y="626237"/>
                  </a:lnTo>
                  <a:lnTo>
                    <a:pt x="707517" y="625478"/>
                  </a:lnTo>
                  <a:close/>
                  <a:moveTo>
                    <a:pt x="717505" y="626237"/>
                  </a:moveTo>
                  <a:lnTo>
                    <a:pt x="743399" y="632274"/>
                  </a:lnTo>
                  <a:lnTo>
                    <a:pt x="717066" y="620348"/>
                  </a:lnTo>
                  <a:close/>
                  <a:moveTo>
                    <a:pt x="484944" y="456128"/>
                  </a:moveTo>
                  <a:lnTo>
                    <a:pt x="482733" y="463308"/>
                  </a:lnTo>
                  <a:lnTo>
                    <a:pt x="489632" y="45888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59" name="Input_density__58">
              <a:extLst>
                <a:ext uri="{FF2B5EF4-FFF2-40B4-BE49-F238E27FC236}">
                  <a16:creationId xmlns:a16="http://schemas.microsoft.com/office/drawing/2014/main" id="{C120C505-70E8-223C-6529-B3A9B6A2D49E}"/>
                </a:ext>
              </a:extLst>
            </p:cNvPr>
            <p:cNvSpPr>
              <a:spLocks noGrp="1"/>
            </p:cNvSpPr>
            <p:nvPr/>
          </p:nvSpPr>
          <p:spPr>
            <a:xfrm>
              <a:off x="1091073" y="1890515"/>
              <a:ext cx="927050" cy="1396636"/>
            </a:xfrm>
            <a:custGeom>
              <a:avLst/>
              <a:gdLst/>
              <a:ahLst/>
              <a:cxnLst/>
              <a:rect l="0" t="0" r="0" b="0"/>
              <a:pathLst>
                <a:path w="927050" h="1396636">
                  <a:moveTo>
                    <a:pt x="165379" y="1396267"/>
                  </a:moveTo>
                  <a:lnTo>
                    <a:pt x="139171" y="1394488"/>
                  </a:lnTo>
                  <a:lnTo>
                    <a:pt x="198797" y="1396636"/>
                  </a:lnTo>
                  <a:close/>
                  <a:moveTo>
                    <a:pt x="205462" y="1394757"/>
                  </a:moveTo>
                  <a:lnTo>
                    <a:pt x="213164" y="1382360"/>
                  </a:lnTo>
                  <a:lnTo>
                    <a:pt x="198797" y="1396636"/>
                  </a:lnTo>
                  <a:close/>
                  <a:moveTo>
                    <a:pt x="257699" y="1396077"/>
                  </a:moveTo>
                  <a:lnTo>
                    <a:pt x="222744" y="1389962"/>
                  </a:lnTo>
                  <a:lnTo>
                    <a:pt x="205462" y="1394757"/>
                  </a:lnTo>
                  <a:close/>
                  <a:moveTo>
                    <a:pt x="67713" y="1087849"/>
                  </a:moveTo>
                  <a:lnTo>
                    <a:pt x="96258" y="1107892"/>
                  </a:lnTo>
                  <a:lnTo>
                    <a:pt x="49313" y="1115261"/>
                  </a:lnTo>
                  <a:close/>
                  <a:moveTo>
                    <a:pt x="111474" y="1030678"/>
                  </a:moveTo>
                  <a:lnTo>
                    <a:pt x="104911" y="1064350"/>
                  </a:lnTo>
                  <a:lnTo>
                    <a:pt x="98750" y="1034382"/>
                  </a:lnTo>
                  <a:close/>
                  <a:moveTo>
                    <a:pt x="373811" y="1292424"/>
                  </a:moveTo>
                  <a:lnTo>
                    <a:pt x="320928" y="1274483"/>
                  </a:lnTo>
                  <a:lnTo>
                    <a:pt x="346561" y="1286746"/>
                  </a:lnTo>
                  <a:close/>
                  <a:moveTo>
                    <a:pt x="111474" y="1030678"/>
                  </a:moveTo>
                  <a:lnTo>
                    <a:pt x="151615" y="1008722"/>
                  </a:lnTo>
                  <a:lnTo>
                    <a:pt x="127865" y="1000942"/>
                  </a:lnTo>
                  <a:close/>
                  <a:moveTo>
                    <a:pt x="151615" y="1008722"/>
                  </a:moveTo>
                  <a:lnTo>
                    <a:pt x="155277" y="1017198"/>
                  </a:lnTo>
                  <a:lnTo>
                    <a:pt x="157334" y="981359"/>
                  </a:lnTo>
                  <a:close/>
                  <a:moveTo>
                    <a:pt x="14842" y="859662"/>
                  </a:moveTo>
                  <a:lnTo>
                    <a:pt x="7885" y="852995"/>
                  </a:lnTo>
                  <a:lnTo>
                    <a:pt x="0" y="863049"/>
                  </a:lnTo>
                  <a:close/>
                  <a:moveTo>
                    <a:pt x="9942" y="870178"/>
                  </a:moveTo>
                  <a:lnTo>
                    <a:pt x="52763" y="900668"/>
                  </a:lnTo>
                  <a:lnTo>
                    <a:pt x="14842" y="859662"/>
                  </a:lnTo>
                  <a:close/>
                  <a:moveTo>
                    <a:pt x="0" y="863049"/>
                  </a:moveTo>
                  <a:lnTo>
                    <a:pt x="9942" y="870178"/>
                  </a:lnTo>
                  <a:lnTo>
                    <a:pt x="14842" y="859662"/>
                  </a:lnTo>
                  <a:close/>
                  <a:moveTo>
                    <a:pt x="298481" y="1015334"/>
                  </a:moveTo>
                  <a:lnTo>
                    <a:pt x="297667" y="971248"/>
                  </a:lnTo>
                  <a:lnTo>
                    <a:pt x="286644" y="1002403"/>
                  </a:lnTo>
                  <a:close/>
                  <a:moveTo>
                    <a:pt x="543480" y="1085836"/>
                  </a:moveTo>
                  <a:lnTo>
                    <a:pt x="503258" y="1046701"/>
                  </a:lnTo>
                  <a:lnTo>
                    <a:pt x="518553" y="1079013"/>
                  </a:lnTo>
                  <a:close/>
                  <a:moveTo>
                    <a:pt x="256097" y="764690"/>
                  </a:moveTo>
                  <a:lnTo>
                    <a:pt x="242098" y="727935"/>
                  </a:lnTo>
                  <a:lnTo>
                    <a:pt x="273427" y="747507"/>
                  </a:lnTo>
                  <a:close/>
                  <a:moveTo>
                    <a:pt x="442311" y="845425"/>
                  </a:moveTo>
                  <a:lnTo>
                    <a:pt x="440941" y="840588"/>
                  </a:lnTo>
                  <a:lnTo>
                    <a:pt x="440416" y="877343"/>
                  </a:lnTo>
                  <a:close/>
                  <a:moveTo>
                    <a:pt x="557667" y="1000485"/>
                  </a:moveTo>
                  <a:lnTo>
                    <a:pt x="594621" y="1014074"/>
                  </a:lnTo>
                  <a:lnTo>
                    <a:pt x="616350" y="999105"/>
                  </a:lnTo>
                  <a:close/>
                  <a:moveTo>
                    <a:pt x="616350" y="999105"/>
                  </a:moveTo>
                  <a:lnTo>
                    <a:pt x="594621" y="1014074"/>
                  </a:lnTo>
                  <a:lnTo>
                    <a:pt x="646775" y="988283"/>
                  </a:lnTo>
                  <a:close/>
                  <a:moveTo>
                    <a:pt x="648741" y="964943"/>
                  </a:moveTo>
                  <a:lnTo>
                    <a:pt x="616350" y="999105"/>
                  </a:lnTo>
                  <a:lnTo>
                    <a:pt x="646775" y="988283"/>
                  </a:lnTo>
                  <a:close/>
                  <a:moveTo>
                    <a:pt x="648741" y="964943"/>
                  </a:moveTo>
                  <a:lnTo>
                    <a:pt x="619232" y="961845"/>
                  </a:lnTo>
                  <a:lnTo>
                    <a:pt x="616350" y="999105"/>
                  </a:lnTo>
                  <a:close/>
                  <a:moveTo>
                    <a:pt x="648741" y="964943"/>
                  </a:moveTo>
                  <a:lnTo>
                    <a:pt x="646775" y="988283"/>
                  </a:lnTo>
                  <a:lnTo>
                    <a:pt x="656752" y="970425"/>
                  </a:lnTo>
                  <a:close/>
                  <a:moveTo>
                    <a:pt x="615134" y="806221"/>
                  </a:moveTo>
                  <a:lnTo>
                    <a:pt x="614208" y="789038"/>
                  </a:lnTo>
                  <a:lnTo>
                    <a:pt x="627445" y="842976"/>
                  </a:lnTo>
                  <a:close/>
                  <a:moveTo>
                    <a:pt x="617320" y="752283"/>
                  </a:moveTo>
                  <a:lnTo>
                    <a:pt x="614208" y="789038"/>
                  </a:lnTo>
                  <a:lnTo>
                    <a:pt x="607491" y="769466"/>
                  </a:lnTo>
                  <a:close/>
                  <a:moveTo>
                    <a:pt x="617209" y="739754"/>
                  </a:moveTo>
                  <a:lnTo>
                    <a:pt x="614208" y="789038"/>
                  </a:lnTo>
                  <a:lnTo>
                    <a:pt x="617320" y="752283"/>
                  </a:lnTo>
                  <a:close/>
                  <a:moveTo>
                    <a:pt x="617209" y="739754"/>
                  </a:moveTo>
                  <a:lnTo>
                    <a:pt x="619126" y="782943"/>
                  </a:lnTo>
                  <a:lnTo>
                    <a:pt x="614208" y="789038"/>
                  </a:lnTo>
                  <a:close/>
                  <a:moveTo>
                    <a:pt x="609572" y="701216"/>
                  </a:moveTo>
                  <a:lnTo>
                    <a:pt x="617209" y="739754"/>
                  </a:lnTo>
                  <a:lnTo>
                    <a:pt x="617320" y="752283"/>
                  </a:lnTo>
                  <a:close/>
                  <a:moveTo>
                    <a:pt x="609227" y="698345"/>
                  </a:moveTo>
                  <a:lnTo>
                    <a:pt x="609572" y="701216"/>
                  </a:lnTo>
                  <a:lnTo>
                    <a:pt x="611004" y="690493"/>
                  </a:lnTo>
                  <a:close/>
                  <a:moveTo>
                    <a:pt x="28833" y="53938"/>
                  </a:moveTo>
                  <a:lnTo>
                    <a:pt x="45254" y="0"/>
                  </a:lnTo>
                  <a:lnTo>
                    <a:pt x="48264" y="36755"/>
                  </a:lnTo>
                  <a:close/>
                  <a:moveTo>
                    <a:pt x="493204" y="499211"/>
                  </a:moveTo>
                  <a:lnTo>
                    <a:pt x="506932" y="462002"/>
                  </a:lnTo>
                  <a:lnTo>
                    <a:pt x="478194" y="514570"/>
                  </a:lnTo>
                  <a:close/>
                  <a:moveTo>
                    <a:pt x="478194" y="514570"/>
                  </a:moveTo>
                  <a:lnTo>
                    <a:pt x="505405" y="460631"/>
                  </a:lnTo>
                  <a:lnTo>
                    <a:pt x="492170" y="497386"/>
                  </a:lnTo>
                  <a:close/>
                  <a:moveTo>
                    <a:pt x="922641" y="922455"/>
                  </a:moveTo>
                  <a:lnTo>
                    <a:pt x="919563" y="975201"/>
                  </a:lnTo>
                  <a:lnTo>
                    <a:pt x="927050" y="938446"/>
                  </a:lnTo>
                  <a:close/>
                  <a:moveTo>
                    <a:pt x="731422" y="717916"/>
                  </a:moveTo>
                  <a:lnTo>
                    <a:pt x="738753" y="700733"/>
                  </a:lnTo>
                  <a:lnTo>
                    <a:pt x="721832" y="754671"/>
                  </a:lnTo>
                  <a:close/>
                  <a:moveTo>
                    <a:pt x="738753" y="700733"/>
                  </a:moveTo>
                  <a:lnTo>
                    <a:pt x="731422" y="717916"/>
                  </a:lnTo>
                  <a:lnTo>
                    <a:pt x="722057" y="681161"/>
                  </a:lnTo>
                  <a:close/>
                  <a:moveTo>
                    <a:pt x="436100" y="342444"/>
                  </a:moveTo>
                  <a:lnTo>
                    <a:pt x="446239" y="387121"/>
                  </a:lnTo>
                  <a:lnTo>
                    <a:pt x="454679" y="383541"/>
                  </a:lnTo>
                  <a:close/>
                  <a:moveTo>
                    <a:pt x="471498" y="350366"/>
                  </a:moveTo>
                  <a:lnTo>
                    <a:pt x="475023" y="333183"/>
                  </a:lnTo>
                  <a:lnTo>
                    <a:pt x="468124" y="337604"/>
                  </a:lnTo>
                  <a:close/>
                  <a:moveTo>
                    <a:pt x="473549" y="296428"/>
                  </a:moveTo>
                  <a:lnTo>
                    <a:pt x="475023" y="333183"/>
                  </a:lnTo>
                  <a:lnTo>
                    <a:pt x="466128" y="313611"/>
                  </a:lnTo>
                  <a:close/>
                  <a:moveTo>
                    <a:pt x="652983" y="530453"/>
                  </a:moveTo>
                  <a:lnTo>
                    <a:pt x="634444" y="502007"/>
                  </a:lnTo>
                  <a:lnTo>
                    <a:pt x="622206" y="516958"/>
                  </a:lnTo>
                  <a:close/>
                  <a:moveTo>
                    <a:pt x="702457" y="494644"/>
                  </a:moveTo>
                  <a:lnTo>
                    <a:pt x="730608" y="475320"/>
                  </a:lnTo>
                  <a:lnTo>
                    <a:pt x="721459" y="46948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60" name="Input_density__59">
              <a:extLst>
                <a:ext uri="{FF2B5EF4-FFF2-40B4-BE49-F238E27FC236}">
                  <a16:creationId xmlns:a16="http://schemas.microsoft.com/office/drawing/2014/main" id="{D6158D80-2C84-067B-F1E3-DB28DCD0A84C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1753363"/>
              <a:ext cx="966840" cy="1320491"/>
            </a:xfrm>
            <a:custGeom>
              <a:avLst/>
              <a:gdLst/>
              <a:ahLst/>
              <a:cxnLst/>
              <a:rect l="0" t="0" r="0" b="0"/>
              <a:pathLst>
                <a:path w="966840" h="1320491">
                  <a:moveTo>
                    <a:pt x="0" y="1035435"/>
                  </a:moveTo>
                  <a:lnTo>
                    <a:pt x="38675" y="1075829"/>
                  </a:lnTo>
                  <a:lnTo>
                    <a:pt x="26108" y="1061269"/>
                  </a:lnTo>
                  <a:close/>
                  <a:moveTo>
                    <a:pt x="272738" y="1244716"/>
                  </a:moveTo>
                  <a:lnTo>
                    <a:pt x="235927" y="1233497"/>
                  </a:lnTo>
                  <a:lnTo>
                    <a:pt x="267764" y="1245044"/>
                  </a:lnTo>
                  <a:close/>
                  <a:moveTo>
                    <a:pt x="193458" y="1103081"/>
                  </a:moveTo>
                  <a:lnTo>
                    <a:pt x="205829" y="1080840"/>
                  </a:lnTo>
                  <a:lnTo>
                    <a:pt x="209606" y="1089964"/>
                  </a:lnTo>
                  <a:close/>
                  <a:moveTo>
                    <a:pt x="208610" y="1108433"/>
                  </a:moveTo>
                  <a:lnTo>
                    <a:pt x="193458" y="1103081"/>
                  </a:lnTo>
                  <a:lnTo>
                    <a:pt x="169397" y="1080840"/>
                  </a:lnTo>
                  <a:close/>
                  <a:moveTo>
                    <a:pt x="242372" y="1100412"/>
                  </a:moveTo>
                  <a:lnTo>
                    <a:pt x="206136" y="1065697"/>
                  </a:lnTo>
                  <a:lnTo>
                    <a:pt x="205829" y="1080840"/>
                  </a:lnTo>
                  <a:close/>
                  <a:moveTo>
                    <a:pt x="205829" y="1080840"/>
                  </a:moveTo>
                  <a:lnTo>
                    <a:pt x="193458" y="1103081"/>
                  </a:lnTo>
                  <a:lnTo>
                    <a:pt x="242372" y="1100412"/>
                  </a:lnTo>
                  <a:close/>
                  <a:moveTo>
                    <a:pt x="482644" y="1316660"/>
                  </a:moveTo>
                  <a:lnTo>
                    <a:pt x="460559" y="1307526"/>
                  </a:lnTo>
                  <a:lnTo>
                    <a:pt x="502989" y="1320491"/>
                  </a:lnTo>
                  <a:close/>
                  <a:moveTo>
                    <a:pt x="464755" y="1230249"/>
                  </a:moveTo>
                  <a:lnTo>
                    <a:pt x="449109" y="1193494"/>
                  </a:lnTo>
                  <a:lnTo>
                    <a:pt x="443421" y="1231965"/>
                  </a:lnTo>
                  <a:close/>
                  <a:moveTo>
                    <a:pt x="449109" y="1193494"/>
                  </a:moveTo>
                  <a:lnTo>
                    <a:pt x="428891" y="1199031"/>
                  </a:lnTo>
                  <a:lnTo>
                    <a:pt x="443421" y="1231965"/>
                  </a:lnTo>
                  <a:close/>
                  <a:moveTo>
                    <a:pt x="443421" y="1231965"/>
                  </a:moveTo>
                  <a:lnTo>
                    <a:pt x="428891" y="1199031"/>
                  </a:lnTo>
                  <a:lnTo>
                    <a:pt x="426323" y="1230249"/>
                  </a:lnTo>
                  <a:close/>
                  <a:moveTo>
                    <a:pt x="428891" y="1199031"/>
                  </a:moveTo>
                  <a:lnTo>
                    <a:pt x="404866" y="1193494"/>
                  </a:lnTo>
                  <a:lnTo>
                    <a:pt x="426323" y="1230249"/>
                  </a:lnTo>
                  <a:close/>
                  <a:moveTo>
                    <a:pt x="428891" y="1199031"/>
                  </a:moveTo>
                  <a:lnTo>
                    <a:pt x="449109" y="1193494"/>
                  </a:lnTo>
                  <a:lnTo>
                    <a:pt x="430912" y="1175587"/>
                  </a:lnTo>
                  <a:close/>
                  <a:moveTo>
                    <a:pt x="404866" y="1193494"/>
                  </a:moveTo>
                  <a:lnTo>
                    <a:pt x="428891" y="1199031"/>
                  </a:lnTo>
                  <a:lnTo>
                    <a:pt x="430912" y="1175587"/>
                  </a:lnTo>
                  <a:close/>
                  <a:moveTo>
                    <a:pt x="295332" y="1047359"/>
                  </a:moveTo>
                  <a:lnTo>
                    <a:pt x="255089" y="1097735"/>
                  </a:lnTo>
                  <a:lnTo>
                    <a:pt x="297266" y="1090534"/>
                  </a:lnTo>
                  <a:close/>
                  <a:moveTo>
                    <a:pt x="297266" y="1090534"/>
                  </a:moveTo>
                  <a:lnTo>
                    <a:pt x="322076" y="1052704"/>
                  </a:lnTo>
                  <a:lnTo>
                    <a:pt x="295332" y="1047359"/>
                  </a:lnTo>
                  <a:close/>
                  <a:moveTo>
                    <a:pt x="533304" y="1309257"/>
                  </a:moveTo>
                  <a:lnTo>
                    <a:pt x="550306" y="1286575"/>
                  </a:lnTo>
                  <a:lnTo>
                    <a:pt x="543395" y="1294358"/>
                  </a:lnTo>
                  <a:close/>
                  <a:moveTo>
                    <a:pt x="449109" y="1193494"/>
                  </a:moveTo>
                  <a:lnTo>
                    <a:pt x="481426" y="1228156"/>
                  </a:lnTo>
                  <a:lnTo>
                    <a:pt x="481526" y="1183328"/>
                  </a:lnTo>
                  <a:close/>
                  <a:moveTo>
                    <a:pt x="449109" y="1193494"/>
                  </a:moveTo>
                  <a:lnTo>
                    <a:pt x="464755" y="1230249"/>
                  </a:lnTo>
                  <a:lnTo>
                    <a:pt x="481426" y="1228156"/>
                  </a:lnTo>
                  <a:close/>
                  <a:moveTo>
                    <a:pt x="542692" y="1248150"/>
                  </a:moveTo>
                  <a:lnTo>
                    <a:pt x="542992" y="1249939"/>
                  </a:lnTo>
                  <a:lnTo>
                    <a:pt x="542958" y="1249820"/>
                  </a:lnTo>
                  <a:close/>
                  <a:moveTo>
                    <a:pt x="404866" y="1193494"/>
                  </a:moveTo>
                  <a:lnTo>
                    <a:pt x="430912" y="1175587"/>
                  </a:lnTo>
                  <a:lnTo>
                    <a:pt x="402740" y="1193203"/>
                  </a:lnTo>
                  <a:close/>
                  <a:moveTo>
                    <a:pt x="481526" y="1183328"/>
                  </a:moveTo>
                  <a:lnTo>
                    <a:pt x="430912" y="1175587"/>
                  </a:lnTo>
                  <a:lnTo>
                    <a:pt x="449109" y="1193494"/>
                  </a:lnTo>
                  <a:close/>
                  <a:moveTo>
                    <a:pt x="199012" y="847753"/>
                  </a:moveTo>
                  <a:lnTo>
                    <a:pt x="181722" y="899454"/>
                  </a:lnTo>
                  <a:lnTo>
                    <a:pt x="194284" y="896344"/>
                  </a:lnTo>
                  <a:close/>
                  <a:moveTo>
                    <a:pt x="209686" y="899454"/>
                  </a:moveTo>
                  <a:lnTo>
                    <a:pt x="199012" y="847753"/>
                  </a:lnTo>
                  <a:lnTo>
                    <a:pt x="194284" y="896344"/>
                  </a:lnTo>
                  <a:close/>
                  <a:moveTo>
                    <a:pt x="209290" y="862699"/>
                  </a:moveTo>
                  <a:lnTo>
                    <a:pt x="199012" y="847753"/>
                  </a:lnTo>
                  <a:lnTo>
                    <a:pt x="209686" y="899454"/>
                  </a:lnTo>
                  <a:close/>
                  <a:moveTo>
                    <a:pt x="209802" y="845515"/>
                  </a:moveTo>
                  <a:lnTo>
                    <a:pt x="219371" y="858290"/>
                  </a:lnTo>
                  <a:lnTo>
                    <a:pt x="239107" y="860554"/>
                  </a:lnTo>
                  <a:close/>
                  <a:moveTo>
                    <a:pt x="219371" y="858290"/>
                  </a:moveTo>
                  <a:lnTo>
                    <a:pt x="209802" y="845515"/>
                  </a:lnTo>
                  <a:lnTo>
                    <a:pt x="230056" y="826714"/>
                  </a:lnTo>
                  <a:close/>
                  <a:moveTo>
                    <a:pt x="156153" y="810762"/>
                  </a:moveTo>
                  <a:lnTo>
                    <a:pt x="195696" y="845515"/>
                  </a:lnTo>
                  <a:lnTo>
                    <a:pt x="199012" y="847753"/>
                  </a:lnTo>
                  <a:close/>
                  <a:moveTo>
                    <a:pt x="550306" y="1286575"/>
                  </a:moveTo>
                  <a:lnTo>
                    <a:pt x="542992" y="1249939"/>
                  </a:lnTo>
                  <a:lnTo>
                    <a:pt x="543395" y="1294358"/>
                  </a:lnTo>
                  <a:close/>
                  <a:moveTo>
                    <a:pt x="550306" y="1286575"/>
                  </a:moveTo>
                  <a:lnTo>
                    <a:pt x="542958" y="1249820"/>
                  </a:lnTo>
                  <a:lnTo>
                    <a:pt x="542992" y="1249939"/>
                  </a:lnTo>
                  <a:close/>
                  <a:moveTo>
                    <a:pt x="209802" y="845515"/>
                  </a:moveTo>
                  <a:lnTo>
                    <a:pt x="239711" y="797007"/>
                  </a:lnTo>
                  <a:lnTo>
                    <a:pt x="230056" y="826714"/>
                  </a:lnTo>
                  <a:close/>
                  <a:moveTo>
                    <a:pt x="615133" y="1173634"/>
                  </a:moveTo>
                  <a:lnTo>
                    <a:pt x="634899" y="1178699"/>
                  </a:lnTo>
                  <a:lnTo>
                    <a:pt x="635880" y="1183853"/>
                  </a:lnTo>
                  <a:close/>
                  <a:moveTo>
                    <a:pt x="604638" y="1162766"/>
                  </a:moveTo>
                  <a:lnTo>
                    <a:pt x="634899" y="1178699"/>
                  </a:lnTo>
                  <a:lnTo>
                    <a:pt x="615133" y="1173634"/>
                  </a:lnTo>
                  <a:close/>
                  <a:moveTo>
                    <a:pt x="616284" y="1159127"/>
                  </a:moveTo>
                  <a:lnTo>
                    <a:pt x="635880" y="1183853"/>
                  </a:lnTo>
                  <a:lnTo>
                    <a:pt x="666411" y="1178699"/>
                  </a:lnTo>
                  <a:close/>
                  <a:moveTo>
                    <a:pt x="292264" y="781371"/>
                  </a:moveTo>
                  <a:lnTo>
                    <a:pt x="249595" y="788971"/>
                  </a:lnTo>
                  <a:lnTo>
                    <a:pt x="304232" y="787054"/>
                  </a:lnTo>
                  <a:close/>
                  <a:moveTo>
                    <a:pt x="666411" y="1178699"/>
                  </a:moveTo>
                  <a:lnTo>
                    <a:pt x="677538" y="1186172"/>
                  </a:lnTo>
                  <a:lnTo>
                    <a:pt x="677749" y="1176902"/>
                  </a:lnTo>
                  <a:close/>
                  <a:moveTo>
                    <a:pt x="648142" y="1141944"/>
                  </a:moveTo>
                  <a:lnTo>
                    <a:pt x="677749" y="1176902"/>
                  </a:lnTo>
                  <a:lnTo>
                    <a:pt x="656495" y="1135865"/>
                  </a:lnTo>
                  <a:close/>
                  <a:moveTo>
                    <a:pt x="666411" y="1178699"/>
                  </a:moveTo>
                  <a:lnTo>
                    <a:pt x="677749" y="1176902"/>
                  </a:lnTo>
                  <a:lnTo>
                    <a:pt x="648142" y="1141944"/>
                  </a:lnTo>
                  <a:close/>
                  <a:moveTo>
                    <a:pt x="677749" y="1176902"/>
                  </a:moveTo>
                  <a:lnTo>
                    <a:pt x="677538" y="1186172"/>
                  </a:lnTo>
                  <a:lnTo>
                    <a:pt x="679932" y="1178699"/>
                  </a:lnTo>
                  <a:close/>
                  <a:moveTo>
                    <a:pt x="640843" y="1135070"/>
                  </a:moveTo>
                  <a:lnTo>
                    <a:pt x="663753" y="1134632"/>
                  </a:lnTo>
                  <a:lnTo>
                    <a:pt x="648142" y="1141944"/>
                  </a:lnTo>
                  <a:close/>
                  <a:moveTo>
                    <a:pt x="566589" y="1068434"/>
                  </a:moveTo>
                  <a:lnTo>
                    <a:pt x="584430" y="1087209"/>
                  </a:lnTo>
                  <a:lnTo>
                    <a:pt x="588563" y="1060990"/>
                  </a:lnTo>
                  <a:close/>
                  <a:moveTo>
                    <a:pt x="364105" y="884294"/>
                  </a:moveTo>
                  <a:lnTo>
                    <a:pt x="400719" y="881617"/>
                  </a:lnTo>
                  <a:lnTo>
                    <a:pt x="394299" y="874647"/>
                  </a:lnTo>
                  <a:close/>
                  <a:moveTo>
                    <a:pt x="666897" y="1050178"/>
                  </a:moveTo>
                  <a:lnTo>
                    <a:pt x="666390" y="1051250"/>
                  </a:lnTo>
                  <a:lnTo>
                    <a:pt x="686929" y="1028868"/>
                  </a:lnTo>
                  <a:close/>
                  <a:moveTo>
                    <a:pt x="687370" y="997312"/>
                  </a:moveTo>
                  <a:lnTo>
                    <a:pt x="707050" y="1007890"/>
                  </a:lnTo>
                  <a:lnTo>
                    <a:pt x="694956" y="983925"/>
                  </a:lnTo>
                  <a:close/>
                  <a:moveTo>
                    <a:pt x="736367" y="1022093"/>
                  </a:moveTo>
                  <a:lnTo>
                    <a:pt x="739729" y="1005492"/>
                  </a:lnTo>
                  <a:lnTo>
                    <a:pt x="687370" y="997312"/>
                  </a:lnTo>
                  <a:close/>
                  <a:moveTo>
                    <a:pt x="687370" y="997312"/>
                  </a:moveTo>
                  <a:lnTo>
                    <a:pt x="694956" y="983925"/>
                  </a:lnTo>
                  <a:lnTo>
                    <a:pt x="680616" y="950836"/>
                  </a:lnTo>
                  <a:close/>
                  <a:moveTo>
                    <a:pt x="844257" y="1050946"/>
                  </a:moveTo>
                  <a:lnTo>
                    <a:pt x="835195" y="1040672"/>
                  </a:lnTo>
                  <a:lnTo>
                    <a:pt x="860093" y="1081786"/>
                  </a:lnTo>
                  <a:close/>
                  <a:moveTo>
                    <a:pt x="879420" y="1057839"/>
                  </a:moveTo>
                  <a:lnTo>
                    <a:pt x="844257" y="1050946"/>
                  </a:lnTo>
                  <a:lnTo>
                    <a:pt x="860093" y="1081786"/>
                  </a:lnTo>
                  <a:close/>
                  <a:moveTo>
                    <a:pt x="832802" y="1036455"/>
                  </a:moveTo>
                  <a:lnTo>
                    <a:pt x="835195" y="1040672"/>
                  </a:lnTo>
                  <a:lnTo>
                    <a:pt x="844257" y="1050946"/>
                  </a:lnTo>
                  <a:close/>
                  <a:moveTo>
                    <a:pt x="832802" y="1036455"/>
                  </a:moveTo>
                  <a:lnTo>
                    <a:pt x="814353" y="999700"/>
                  </a:lnTo>
                  <a:lnTo>
                    <a:pt x="815780" y="1011709"/>
                  </a:lnTo>
                  <a:close/>
                  <a:moveTo>
                    <a:pt x="952991" y="1112122"/>
                  </a:moveTo>
                  <a:lnTo>
                    <a:pt x="928912" y="1118303"/>
                  </a:lnTo>
                  <a:lnTo>
                    <a:pt x="935678" y="1092782"/>
                  </a:lnTo>
                  <a:close/>
                  <a:moveTo>
                    <a:pt x="928912" y="1118303"/>
                  </a:moveTo>
                  <a:lnTo>
                    <a:pt x="952991" y="1112122"/>
                  </a:lnTo>
                  <a:lnTo>
                    <a:pt x="940613" y="1109965"/>
                  </a:lnTo>
                  <a:close/>
                  <a:moveTo>
                    <a:pt x="952991" y="1112122"/>
                  </a:moveTo>
                  <a:lnTo>
                    <a:pt x="954611" y="1092782"/>
                  </a:lnTo>
                  <a:lnTo>
                    <a:pt x="940613" y="1109965"/>
                  </a:lnTo>
                  <a:close/>
                  <a:moveTo>
                    <a:pt x="892540" y="1021140"/>
                  </a:moveTo>
                  <a:lnTo>
                    <a:pt x="879420" y="1057839"/>
                  </a:lnTo>
                  <a:lnTo>
                    <a:pt x="933581" y="1059609"/>
                  </a:lnTo>
                  <a:close/>
                  <a:moveTo>
                    <a:pt x="933581" y="1059609"/>
                  </a:moveTo>
                  <a:lnTo>
                    <a:pt x="944068" y="1056027"/>
                  </a:lnTo>
                  <a:lnTo>
                    <a:pt x="966840" y="1039327"/>
                  </a:lnTo>
                  <a:close/>
                  <a:moveTo>
                    <a:pt x="832802" y="1036455"/>
                  </a:moveTo>
                  <a:lnTo>
                    <a:pt x="844257" y="1050946"/>
                  </a:lnTo>
                  <a:lnTo>
                    <a:pt x="848340" y="1029985"/>
                  </a:lnTo>
                  <a:close/>
                  <a:moveTo>
                    <a:pt x="814353" y="999700"/>
                  </a:moveTo>
                  <a:lnTo>
                    <a:pt x="832802" y="1036455"/>
                  </a:lnTo>
                  <a:lnTo>
                    <a:pt x="825007" y="982517"/>
                  </a:lnTo>
                  <a:close/>
                  <a:moveTo>
                    <a:pt x="806708" y="872252"/>
                  </a:moveTo>
                  <a:lnTo>
                    <a:pt x="781704" y="835497"/>
                  </a:lnTo>
                  <a:lnTo>
                    <a:pt x="779195" y="889435"/>
                  </a:lnTo>
                  <a:close/>
                  <a:moveTo>
                    <a:pt x="529412" y="649620"/>
                  </a:moveTo>
                  <a:lnTo>
                    <a:pt x="534991" y="629985"/>
                  </a:lnTo>
                  <a:lnTo>
                    <a:pt x="533453" y="636361"/>
                  </a:lnTo>
                  <a:close/>
                  <a:moveTo>
                    <a:pt x="497397" y="541457"/>
                  </a:moveTo>
                  <a:lnTo>
                    <a:pt x="487350" y="507386"/>
                  </a:lnTo>
                  <a:lnTo>
                    <a:pt x="498209" y="543305"/>
                  </a:lnTo>
                  <a:close/>
                  <a:moveTo>
                    <a:pt x="497397" y="541457"/>
                  </a:moveTo>
                  <a:lnTo>
                    <a:pt x="486178" y="504702"/>
                  </a:lnTo>
                  <a:lnTo>
                    <a:pt x="487350" y="507386"/>
                  </a:lnTo>
                  <a:close/>
                  <a:moveTo>
                    <a:pt x="936883" y="1012177"/>
                  </a:moveTo>
                  <a:lnTo>
                    <a:pt x="944068" y="1056027"/>
                  </a:lnTo>
                  <a:lnTo>
                    <a:pt x="940741" y="1053788"/>
                  </a:lnTo>
                  <a:close/>
                  <a:moveTo>
                    <a:pt x="803532" y="830842"/>
                  </a:moveTo>
                  <a:lnTo>
                    <a:pt x="784644" y="830944"/>
                  </a:lnTo>
                  <a:lnTo>
                    <a:pt x="818863" y="855068"/>
                  </a:lnTo>
                  <a:close/>
                  <a:moveTo>
                    <a:pt x="818863" y="855068"/>
                  </a:moveTo>
                  <a:lnTo>
                    <a:pt x="784644" y="830944"/>
                  </a:lnTo>
                  <a:lnTo>
                    <a:pt x="781704" y="835497"/>
                  </a:lnTo>
                  <a:close/>
                  <a:moveTo>
                    <a:pt x="818863" y="855068"/>
                  </a:moveTo>
                  <a:lnTo>
                    <a:pt x="781704" y="835497"/>
                  </a:lnTo>
                  <a:lnTo>
                    <a:pt x="806708" y="872252"/>
                  </a:lnTo>
                  <a:close/>
                  <a:moveTo>
                    <a:pt x="667198" y="603768"/>
                  </a:moveTo>
                  <a:lnTo>
                    <a:pt x="639553" y="599154"/>
                  </a:lnTo>
                  <a:lnTo>
                    <a:pt x="668271" y="647642"/>
                  </a:lnTo>
                  <a:close/>
                  <a:moveTo>
                    <a:pt x="468196" y="467947"/>
                  </a:moveTo>
                  <a:lnTo>
                    <a:pt x="466142" y="441432"/>
                  </a:lnTo>
                  <a:lnTo>
                    <a:pt x="480136" y="414008"/>
                  </a:lnTo>
                  <a:close/>
                  <a:moveTo>
                    <a:pt x="468196" y="467947"/>
                  </a:moveTo>
                  <a:lnTo>
                    <a:pt x="480136" y="414008"/>
                  </a:lnTo>
                  <a:lnTo>
                    <a:pt x="464880" y="431192"/>
                  </a:lnTo>
                  <a:close/>
                  <a:moveTo>
                    <a:pt x="112846" y="13433"/>
                  </a:moveTo>
                  <a:lnTo>
                    <a:pt x="148607" y="11448"/>
                  </a:lnTo>
                  <a:lnTo>
                    <a:pt x="122426" y="0"/>
                  </a:lnTo>
                  <a:close/>
                  <a:moveTo>
                    <a:pt x="789605" y="818313"/>
                  </a:moveTo>
                  <a:lnTo>
                    <a:pt x="784644" y="830944"/>
                  </a:lnTo>
                  <a:lnTo>
                    <a:pt x="803532" y="830842"/>
                  </a:lnTo>
                  <a:close/>
                  <a:moveTo>
                    <a:pt x="764831" y="686144"/>
                  </a:moveTo>
                  <a:lnTo>
                    <a:pt x="824669" y="689085"/>
                  </a:lnTo>
                  <a:lnTo>
                    <a:pt x="785604" y="667605"/>
                  </a:lnTo>
                  <a:close/>
                  <a:moveTo>
                    <a:pt x="822801" y="692771"/>
                  </a:moveTo>
                  <a:lnTo>
                    <a:pt x="832015" y="690865"/>
                  </a:lnTo>
                  <a:lnTo>
                    <a:pt x="824669" y="689085"/>
                  </a:lnTo>
                  <a:close/>
                  <a:moveTo>
                    <a:pt x="754827" y="654110"/>
                  </a:moveTo>
                  <a:lnTo>
                    <a:pt x="726490" y="627399"/>
                  </a:lnTo>
                  <a:lnTo>
                    <a:pt x="741568" y="634538"/>
                  </a:lnTo>
                  <a:close/>
                  <a:moveTo>
                    <a:pt x="754827" y="654110"/>
                  </a:moveTo>
                  <a:lnTo>
                    <a:pt x="741568" y="634538"/>
                  </a:lnTo>
                  <a:lnTo>
                    <a:pt x="744566" y="671293"/>
                  </a:lnTo>
                  <a:close/>
                  <a:moveTo>
                    <a:pt x="536789" y="404788"/>
                  </a:moveTo>
                  <a:lnTo>
                    <a:pt x="502868" y="405277"/>
                  </a:lnTo>
                  <a:lnTo>
                    <a:pt x="554198" y="425299"/>
                  </a:lnTo>
                  <a:close/>
                  <a:moveTo>
                    <a:pt x="563380" y="410258"/>
                  </a:moveTo>
                  <a:lnTo>
                    <a:pt x="536789" y="404788"/>
                  </a:lnTo>
                  <a:lnTo>
                    <a:pt x="586824" y="422704"/>
                  </a:lnTo>
                  <a:close/>
                  <a:moveTo>
                    <a:pt x="536789" y="404788"/>
                  </a:moveTo>
                  <a:lnTo>
                    <a:pt x="554198" y="425299"/>
                  </a:lnTo>
                  <a:lnTo>
                    <a:pt x="586824" y="422704"/>
                  </a:lnTo>
                  <a:close/>
                  <a:moveTo>
                    <a:pt x="701853" y="603624"/>
                  </a:moveTo>
                  <a:lnTo>
                    <a:pt x="726490" y="627399"/>
                  </a:lnTo>
                  <a:lnTo>
                    <a:pt x="696710" y="624522"/>
                  </a:lnTo>
                  <a:close/>
                  <a:moveTo>
                    <a:pt x="596963" y="427702"/>
                  </a:moveTo>
                  <a:lnTo>
                    <a:pt x="606171" y="433580"/>
                  </a:lnTo>
                  <a:lnTo>
                    <a:pt x="586824" y="422704"/>
                  </a:lnTo>
                  <a:close/>
                  <a:moveTo>
                    <a:pt x="821644" y="609934"/>
                  </a:moveTo>
                  <a:lnTo>
                    <a:pt x="825529" y="636927"/>
                  </a:lnTo>
                  <a:lnTo>
                    <a:pt x="835079" y="631796"/>
                  </a:lnTo>
                  <a:close/>
                  <a:moveTo>
                    <a:pt x="801608" y="548671"/>
                  </a:moveTo>
                  <a:lnTo>
                    <a:pt x="835615" y="548112"/>
                  </a:lnTo>
                  <a:lnTo>
                    <a:pt x="812933" y="548997"/>
                  </a:lnTo>
                  <a:close/>
                  <a:moveTo>
                    <a:pt x="835615" y="548112"/>
                  </a:moveTo>
                  <a:lnTo>
                    <a:pt x="801608" y="548671"/>
                  </a:lnTo>
                  <a:lnTo>
                    <a:pt x="840579" y="55615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61" name="Input_density__60">
              <a:extLst>
                <a:ext uri="{FF2B5EF4-FFF2-40B4-BE49-F238E27FC236}">
                  <a16:creationId xmlns:a16="http://schemas.microsoft.com/office/drawing/2014/main" id="{A8A28A5D-DFC7-DBE8-0BD7-3B9F80DE24B4}"/>
                </a:ext>
              </a:extLst>
            </p:cNvPr>
            <p:cNvSpPr>
              <a:spLocks noGrp="1"/>
            </p:cNvSpPr>
            <p:nvPr/>
          </p:nvSpPr>
          <p:spPr>
            <a:xfrm>
              <a:off x="952706" y="2153856"/>
              <a:ext cx="975866" cy="709472"/>
            </a:xfrm>
            <a:custGeom>
              <a:avLst/>
              <a:gdLst/>
              <a:ahLst/>
              <a:cxnLst/>
              <a:rect l="0" t="0" r="0" b="0"/>
              <a:pathLst>
                <a:path w="975866" h="709472">
                  <a:moveTo>
                    <a:pt x="0" y="604449"/>
                  </a:moveTo>
                  <a:lnTo>
                    <a:pt x="8645" y="641204"/>
                  </a:lnTo>
                  <a:lnTo>
                    <a:pt x="8654" y="587830"/>
                  </a:lnTo>
                  <a:close/>
                  <a:moveTo>
                    <a:pt x="8645" y="641204"/>
                  </a:moveTo>
                  <a:lnTo>
                    <a:pt x="5745" y="634942"/>
                  </a:lnTo>
                  <a:lnTo>
                    <a:pt x="8654" y="587830"/>
                  </a:lnTo>
                  <a:close/>
                  <a:moveTo>
                    <a:pt x="32474" y="550511"/>
                  </a:moveTo>
                  <a:lnTo>
                    <a:pt x="31984" y="551204"/>
                  </a:lnTo>
                  <a:lnTo>
                    <a:pt x="9218" y="586777"/>
                  </a:lnTo>
                  <a:close/>
                  <a:moveTo>
                    <a:pt x="31984" y="551204"/>
                  </a:moveTo>
                  <a:lnTo>
                    <a:pt x="14314" y="577462"/>
                  </a:lnTo>
                  <a:lnTo>
                    <a:pt x="9218" y="586777"/>
                  </a:lnTo>
                  <a:close/>
                  <a:moveTo>
                    <a:pt x="9218" y="586777"/>
                  </a:moveTo>
                  <a:lnTo>
                    <a:pt x="14314" y="577462"/>
                  </a:lnTo>
                  <a:lnTo>
                    <a:pt x="8654" y="587830"/>
                  </a:lnTo>
                  <a:close/>
                  <a:moveTo>
                    <a:pt x="8654" y="587830"/>
                  </a:moveTo>
                  <a:lnTo>
                    <a:pt x="14314" y="577462"/>
                  </a:lnTo>
                  <a:lnTo>
                    <a:pt x="0" y="604449"/>
                  </a:lnTo>
                  <a:close/>
                  <a:moveTo>
                    <a:pt x="69912" y="564552"/>
                  </a:moveTo>
                  <a:lnTo>
                    <a:pt x="33505" y="549968"/>
                  </a:lnTo>
                  <a:lnTo>
                    <a:pt x="60722" y="558559"/>
                  </a:lnTo>
                  <a:close/>
                  <a:moveTo>
                    <a:pt x="60722" y="558559"/>
                  </a:moveTo>
                  <a:lnTo>
                    <a:pt x="76316" y="533327"/>
                  </a:lnTo>
                  <a:lnTo>
                    <a:pt x="69912" y="564552"/>
                  </a:lnTo>
                  <a:close/>
                  <a:moveTo>
                    <a:pt x="32731" y="550114"/>
                  </a:moveTo>
                  <a:lnTo>
                    <a:pt x="32474" y="550511"/>
                  </a:lnTo>
                  <a:lnTo>
                    <a:pt x="33505" y="549968"/>
                  </a:lnTo>
                  <a:close/>
                  <a:moveTo>
                    <a:pt x="199203" y="702588"/>
                  </a:moveTo>
                  <a:lnTo>
                    <a:pt x="214355" y="707940"/>
                  </a:lnTo>
                  <a:lnTo>
                    <a:pt x="248117" y="699919"/>
                  </a:lnTo>
                  <a:close/>
                  <a:moveTo>
                    <a:pt x="82655" y="515987"/>
                  </a:moveTo>
                  <a:lnTo>
                    <a:pt x="98052" y="524581"/>
                  </a:lnTo>
                  <a:lnTo>
                    <a:pt x="94167" y="496572"/>
                  </a:lnTo>
                  <a:close/>
                  <a:moveTo>
                    <a:pt x="94167" y="496572"/>
                  </a:moveTo>
                  <a:lnTo>
                    <a:pt x="98052" y="524581"/>
                  </a:lnTo>
                  <a:lnTo>
                    <a:pt x="115070" y="516144"/>
                  </a:lnTo>
                  <a:close/>
                  <a:moveTo>
                    <a:pt x="94167" y="496572"/>
                  </a:moveTo>
                  <a:lnTo>
                    <a:pt x="115070" y="516144"/>
                  </a:lnTo>
                  <a:lnTo>
                    <a:pt x="99462" y="479389"/>
                  </a:lnTo>
                  <a:close/>
                  <a:moveTo>
                    <a:pt x="187467" y="498960"/>
                  </a:moveTo>
                  <a:lnTo>
                    <a:pt x="156702" y="503987"/>
                  </a:lnTo>
                  <a:lnTo>
                    <a:pt x="171413" y="536775"/>
                  </a:lnTo>
                  <a:close/>
                  <a:moveTo>
                    <a:pt x="156702" y="503987"/>
                  </a:moveTo>
                  <a:lnTo>
                    <a:pt x="187467" y="498960"/>
                  </a:lnTo>
                  <a:lnTo>
                    <a:pt x="160839" y="491309"/>
                  </a:lnTo>
                  <a:close/>
                  <a:moveTo>
                    <a:pt x="115395" y="442634"/>
                  </a:moveTo>
                  <a:lnTo>
                    <a:pt x="99462" y="479389"/>
                  </a:lnTo>
                  <a:lnTo>
                    <a:pt x="127366" y="462206"/>
                  </a:lnTo>
                  <a:close/>
                  <a:moveTo>
                    <a:pt x="115395" y="442634"/>
                  </a:moveTo>
                  <a:lnTo>
                    <a:pt x="127366" y="462206"/>
                  </a:lnTo>
                  <a:lnTo>
                    <a:pt x="122867" y="425451"/>
                  </a:lnTo>
                  <a:close/>
                  <a:moveTo>
                    <a:pt x="136296" y="399549"/>
                  </a:moveTo>
                  <a:lnTo>
                    <a:pt x="122867" y="425451"/>
                  </a:lnTo>
                  <a:lnTo>
                    <a:pt x="161898" y="410269"/>
                  </a:lnTo>
                  <a:close/>
                  <a:moveTo>
                    <a:pt x="244690" y="391084"/>
                  </a:moveTo>
                  <a:lnTo>
                    <a:pt x="245457" y="396514"/>
                  </a:lnTo>
                  <a:lnTo>
                    <a:pt x="215548" y="445022"/>
                  </a:lnTo>
                  <a:close/>
                  <a:moveTo>
                    <a:pt x="905223" y="672717"/>
                  </a:moveTo>
                  <a:lnTo>
                    <a:pt x="885166" y="657346"/>
                  </a:lnTo>
                  <a:lnTo>
                    <a:pt x="865839" y="681293"/>
                  </a:lnTo>
                  <a:close/>
                  <a:moveTo>
                    <a:pt x="905223" y="672717"/>
                  </a:moveTo>
                  <a:lnTo>
                    <a:pt x="928853" y="696109"/>
                  </a:lnTo>
                  <a:lnTo>
                    <a:pt x="939327" y="659115"/>
                  </a:lnTo>
                  <a:close/>
                  <a:moveTo>
                    <a:pt x="939327" y="659115"/>
                  </a:moveTo>
                  <a:lnTo>
                    <a:pt x="928853" y="696109"/>
                  </a:lnTo>
                  <a:lnTo>
                    <a:pt x="949814" y="655534"/>
                  </a:lnTo>
                  <a:close/>
                  <a:moveTo>
                    <a:pt x="949814" y="655534"/>
                  </a:moveTo>
                  <a:lnTo>
                    <a:pt x="928853" y="696109"/>
                  </a:lnTo>
                  <a:lnTo>
                    <a:pt x="946359" y="709472"/>
                  </a:lnTo>
                  <a:close/>
                  <a:moveTo>
                    <a:pt x="949814" y="655534"/>
                  </a:moveTo>
                  <a:lnTo>
                    <a:pt x="946359" y="709472"/>
                  </a:lnTo>
                  <a:lnTo>
                    <a:pt x="960356" y="692288"/>
                  </a:lnTo>
                  <a:close/>
                  <a:moveTo>
                    <a:pt x="939327" y="659115"/>
                  </a:moveTo>
                  <a:lnTo>
                    <a:pt x="885166" y="657346"/>
                  </a:lnTo>
                  <a:lnTo>
                    <a:pt x="905223" y="672717"/>
                  </a:lnTo>
                  <a:close/>
                  <a:moveTo>
                    <a:pt x="975866" y="675105"/>
                  </a:moveTo>
                  <a:lnTo>
                    <a:pt x="946487" y="653295"/>
                  </a:lnTo>
                  <a:lnTo>
                    <a:pt x="949814" y="655534"/>
                  </a:lnTo>
                  <a:close/>
                  <a:moveTo>
                    <a:pt x="494669" y="1540"/>
                  </a:moveTo>
                  <a:lnTo>
                    <a:pt x="470625" y="30699"/>
                  </a:lnTo>
                  <a:lnTo>
                    <a:pt x="485882" y="13515"/>
                  </a:lnTo>
                  <a:close/>
                  <a:moveTo>
                    <a:pt x="740170" y="200336"/>
                  </a:moveTo>
                  <a:lnTo>
                    <a:pt x="747314" y="234045"/>
                  </a:lnTo>
                  <a:lnTo>
                    <a:pt x="732236" y="226906"/>
                  </a:lnTo>
                  <a:close/>
                  <a:moveTo>
                    <a:pt x="508613" y="4784"/>
                  </a:moveTo>
                  <a:lnTo>
                    <a:pt x="527577" y="0"/>
                  </a:lnTo>
                  <a:lnTo>
                    <a:pt x="494669" y="1540"/>
                  </a:lnTo>
                  <a:close/>
                  <a:moveTo>
                    <a:pt x="508613" y="4784"/>
                  </a:moveTo>
                  <a:lnTo>
                    <a:pt x="542534" y="4295"/>
                  </a:lnTo>
                  <a:lnTo>
                    <a:pt x="527577" y="0"/>
                  </a:lnTo>
                  <a:close/>
                  <a:moveTo>
                    <a:pt x="707598" y="203131"/>
                  </a:moveTo>
                  <a:lnTo>
                    <a:pt x="740170" y="200336"/>
                  </a:lnTo>
                  <a:lnTo>
                    <a:pt x="732236" y="226906"/>
                  </a:lnTo>
                  <a:close/>
                  <a:moveTo>
                    <a:pt x="782402" y="162924"/>
                  </a:moveTo>
                  <a:lnTo>
                    <a:pt x="780528" y="169986"/>
                  </a:lnTo>
                  <a:lnTo>
                    <a:pt x="759781" y="177449"/>
                  </a:lnTo>
                  <a:close/>
                  <a:moveTo>
                    <a:pt x="759781" y="177449"/>
                  </a:moveTo>
                  <a:lnTo>
                    <a:pt x="780528" y="169986"/>
                  </a:lnTo>
                  <a:lnTo>
                    <a:pt x="769698" y="186162"/>
                  </a:lnTo>
                  <a:close/>
                  <a:moveTo>
                    <a:pt x="788112" y="158797"/>
                  </a:moveTo>
                  <a:lnTo>
                    <a:pt x="780528" y="169986"/>
                  </a:lnTo>
                  <a:lnTo>
                    <a:pt x="782402" y="162924"/>
                  </a:lnTo>
                  <a:close/>
                  <a:moveTo>
                    <a:pt x="788112" y="158797"/>
                  </a:moveTo>
                  <a:lnTo>
                    <a:pt x="782402" y="162924"/>
                  </a:lnTo>
                  <a:lnTo>
                    <a:pt x="807353" y="148178"/>
                  </a:lnTo>
                  <a:close/>
                  <a:moveTo>
                    <a:pt x="807353" y="148178"/>
                  </a:moveTo>
                  <a:lnTo>
                    <a:pt x="818678" y="148503"/>
                  </a:lnTo>
                  <a:lnTo>
                    <a:pt x="788112" y="158797"/>
                  </a:lnTo>
                  <a:close/>
                  <a:moveTo>
                    <a:pt x="807353" y="148178"/>
                  </a:moveTo>
                  <a:lnTo>
                    <a:pt x="810834" y="147544"/>
                  </a:lnTo>
                  <a:lnTo>
                    <a:pt x="846324" y="155659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62" name="Input_density__61">
              <a:extLst>
                <a:ext uri="{FF2B5EF4-FFF2-40B4-BE49-F238E27FC236}">
                  <a16:creationId xmlns:a16="http://schemas.microsoft.com/office/drawing/2014/main" id="{F4596E34-96E4-5431-E30A-930F555724D9}"/>
                </a:ext>
              </a:extLst>
            </p:cNvPr>
            <p:cNvSpPr>
              <a:spLocks noGrp="1"/>
            </p:cNvSpPr>
            <p:nvPr/>
          </p:nvSpPr>
          <p:spPr>
            <a:xfrm>
              <a:off x="961360" y="2155395"/>
              <a:ext cx="802180" cy="586290"/>
            </a:xfrm>
            <a:custGeom>
              <a:avLst/>
              <a:gdLst/>
              <a:ahLst/>
              <a:cxnLst/>
              <a:rect l="0" t="0" r="0" b="0"/>
              <a:pathLst>
                <a:path w="802180" h="586290">
                  <a:moveTo>
                    <a:pt x="564" y="585238"/>
                  </a:moveTo>
                  <a:lnTo>
                    <a:pt x="0" y="586290"/>
                  </a:lnTo>
                  <a:lnTo>
                    <a:pt x="358" y="585726"/>
                  </a:lnTo>
                  <a:close/>
                  <a:moveTo>
                    <a:pt x="564" y="585238"/>
                  </a:moveTo>
                  <a:lnTo>
                    <a:pt x="358" y="585726"/>
                  </a:lnTo>
                  <a:lnTo>
                    <a:pt x="1241" y="585281"/>
                  </a:lnTo>
                  <a:close/>
                  <a:moveTo>
                    <a:pt x="24851" y="548428"/>
                  </a:moveTo>
                  <a:lnTo>
                    <a:pt x="23820" y="548971"/>
                  </a:lnTo>
                  <a:lnTo>
                    <a:pt x="52068" y="557019"/>
                  </a:lnTo>
                  <a:close/>
                  <a:moveTo>
                    <a:pt x="23820" y="548971"/>
                  </a:moveTo>
                  <a:lnTo>
                    <a:pt x="564" y="585238"/>
                  </a:lnTo>
                  <a:lnTo>
                    <a:pt x="52068" y="557019"/>
                  </a:lnTo>
                  <a:close/>
                  <a:moveTo>
                    <a:pt x="74001" y="514447"/>
                  </a:moveTo>
                  <a:lnTo>
                    <a:pt x="66912" y="541322"/>
                  </a:lnTo>
                  <a:lnTo>
                    <a:pt x="67662" y="531788"/>
                  </a:lnTo>
                  <a:close/>
                  <a:moveTo>
                    <a:pt x="89398" y="523041"/>
                  </a:moveTo>
                  <a:lnTo>
                    <a:pt x="67662" y="531788"/>
                  </a:lnTo>
                  <a:lnTo>
                    <a:pt x="106122" y="538332"/>
                  </a:lnTo>
                  <a:close/>
                  <a:moveTo>
                    <a:pt x="67662" y="531788"/>
                  </a:moveTo>
                  <a:lnTo>
                    <a:pt x="52068" y="557019"/>
                  </a:lnTo>
                  <a:lnTo>
                    <a:pt x="106122" y="538332"/>
                  </a:lnTo>
                  <a:close/>
                  <a:moveTo>
                    <a:pt x="74001" y="514447"/>
                  </a:moveTo>
                  <a:lnTo>
                    <a:pt x="67662" y="531788"/>
                  </a:lnTo>
                  <a:lnTo>
                    <a:pt x="89398" y="523041"/>
                  </a:lnTo>
                  <a:close/>
                  <a:moveTo>
                    <a:pt x="89398" y="523041"/>
                  </a:moveTo>
                  <a:lnTo>
                    <a:pt x="106122" y="538332"/>
                  </a:lnTo>
                  <a:lnTo>
                    <a:pt x="106416" y="514604"/>
                  </a:lnTo>
                  <a:close/>
                  <a:moveTo>
                    <a:pt x="106416" y="514604"/>
                  </a:moveTo>
                  <a:lnTo>
                    <a:pt x="148048" y="502448"/>
                  </a:lnTo>
                  <a:lnTo>
                    <a:pt x="118712" y="460666"/>
                  </a:lnTo>
                  <a:close/>
                  <a:moveTo>
                    <a:pt x="90808" y="477849"/>
                  </a:moveTo>
                  <a:lnTo>
                    <a:pt x="106416" y="514604"/>
                  </a:lnTo>
                  <a:lnTo>
                    <a:pt x="118712" y="460666"/>
                  </a:lnTo>
                  <a:close/>
                  <a:moveTo>
                    <a:pt x="486015" y="0"/>
                  </a:moveTo>
                  <a:lnTo>
                    <a:pt x="477228" y="11976"/>
                  </a:lnTo>
                  <a:lnTo>
                    <a:pt x="499959" y="3244"/>
                  </a:lnTo>
                  <a:close/>
                  <a:moveTo>
                    <a:pt x="798699" y="146638"/>
                  </a:moveTo>
                  <a:lnTo>
                    <a:pt x="773748" y="161384"/>
                  </a:lnTo>
                  <a:lnTo>
                    <a:pt x="802180" y="146005"/>
                  </a:lnTo>
                  <a:close/>
                  <a:moveTo>
                    <a:pt x="773748" y="161384"/>
                  </a:moveTo>
                  <a:lnTo>
                    <a:pt x="751127" y="175910"/>
                  </a:lnTo>
                  <a:lnTo>
                    <a:pt x="802180" y="146005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63" name="Input_density__62">
              <a:extLst>
                <a:ext uri="{FF2B5EF4-FFF2-40B4-BE49-F238E27FC236}">
                  <a16:creationId xmlns:a16="http://schemas.microsoft.com/office/drawing/2014/main" id="{00A8C6A6-8A5F-CC75-84E5-05FDFBE48636}"/>
                </a:ext>
              </a:extLst>
            </p:cNvPr>
            <p:cNvSpPr>
              <a:spLocks noGrp="1"/>
            </p:cNvSpPr>
            <p:nvPr/>
          </p:nvSpPr>
          <p:spPr>
            <a:xfrm>
              <a:off x="1202547" y="2228119"/>
              <a:ext cx="811479" cy="954820"/>
            </a:xfrm>
            <a:custGeom>
              <a:avLst/>
              <a:gdLst/>
              <a:ahLst/>
              <a:cxnLst/>
              <a:rect l="0" t="0" r="0" b="0"/>
              <a:pathLst>
                <a:path w="811479" h="954820">
                  <a:moveTo>
                    <a:pt x="262337" y="954820"/>
                  </a:moveTo>
                  <a:lnTo>
                    <a:pt x="235087" y="949142"/>
                  </a:lnTo>
                  <a:lnTo>
                    <a:pt x="293676" y="947415"/>
                  </a:lnTo>
                  <a:close/>
                  <a:moveTo>
                    <a:pt x="33119" y="692325"/>
                  </a:moveTo>
                  <a:lnTo>
                    <a:pt x="40141" y="671118"/>
                  </a:lnTo>
                  <a:lnTo>
                    <a:pt x="0" y="693074"/>
                  </a:lnTo>
                  <a:close/>
                  <a:moveTo>
                    <a:pt x="40141" y="671118"/>
                  </a:moveTo>
                  <a:lnTo>
                    <a:pt x="33119" y="692325"/>
                  </a:lnTo>
                  <a:lnTo>
                    <a:pt x="43803" y="679594"/>
                  </a:lnTo>
                  <a:close/>
                  <a:moveTo>
                    <a:pt x="313991" y="927159"/>
                  </a:moveTo>
                  <a:lnTo>
                    <a:pt x="262337" y="954820"/>
                  </a:lnTo>
                  <a:lnTo>
                    <a:pt x="293676" y="947415"/>
                  </a:lnTo>
                  <a:close/>
                  <a:moveTo>
                    <a:pt x="483147" y="676469"/>
                  </a:moveTo>
                  <a:lnTo>
                    <a:pt x="515281" y="672036"/>
                  </a:lnTo>
                  <a:lnTo>
                    <a:pt x="535301" y="650679"/>
                  </a:lnTo>
                  <a:close/>
                  <a:moveTo>
                    <a:pt x="753392" y="679155"/>
                  </a:moveTo>
                  <a:lnTo>
                    <a:pt x="784614" y="671312"/>
                  </a:lnTo>
                  <a:lnTo>
                    <a:pt x="803514" y="645769"/>
                  </a:lnTo>
                  <a:close/>
                  <a:moveTo>
                    <a:pt x="792939" y="654781"/>
                  </a:moveTo>
                  <a:lnTo>
                    <a:pt x="808089" y="637597"/>
                  </a:lnTo>
                  <a:lnTo>
                    <a:pt x="803514" y="645769"/>
                  </a:lnTo>
                  <a:close/>
                  <a:moveTo>
                    <a:pt x="610359" y="417067"/>
                  </a:moveTo>
                  <a:lnTo>
                    <a:pt x="606745" y="418955"/>
                  </a:lnTo>
                  <a:lnTo>
                    <a:pt x="607519" y="397496"/>
                  </a:lnTo>
                  <a:close/>
                  <a:moveTo>
                    <a:pt x="619948" y="380312"/>
                  </a:moveTo>
                  <a:lnTo>
                    <a:pt x="610359" y="417067"/>
                  </a:lnTo>
                  <a:lnTo>
                    <a:pt x="607519" y="397496"/>
                  </a:lnTo>
                  <a:close/>
                  <a:moveTo>
                    <a:pt x="811479" y="629345"/>
                  </a:moveTo>
                  <a:lnTo>
                    <a:pt x="803514" y="645769"/>
                  </a:lnTo>
                  <a:lnTo>
                    <a:pt x="808089" y="637597"/>
                  </a:lnTo>
                  <a:close/>
                  <a:moveTo>
                    <a:pt x="360025" y="12762"/>
                  </a:moveTo>
                  <a:lnTo>
                    <a:pt x="356651" y="0"/>
                  </a:lnTo>
                  <a:lnTo>
                    <a:pt x="343205" y="45937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64" name="Input_density__63">
              <a:extLst>
                <a:ext uri="{FF2B5EF4-FFF2-40B4-BE49-F238E27FC236}">
                  <a16:creationId xmlns:a16="http://schemas.microsoft.com/office/drawing/2014/main" id="{F84CF7E2-95E4-F678-619E-66D2B39BFC48}"/>
                </a:ext>
              </a:extLst>
            </p:cNvPr>
            <p:cNvSpPr>
              <a:spLocks noGrp="1"/>
            </p:cNvSpPr>
            <p:nvPr/>
          </p:nvSpPr>
          <p:spPr>
            <a:xfrm>
              <a:off x="1080915" y="1795217"/>
              <a:ext cx="932799" cy="1491565"/>
            </a:xfrm>
            <a:custGeom>
              <a:avLst/>
              <a:gdLst/>
              <a:ahLst/>
              <a:cxnLst/>
              <a:rect l="0" t="0" r="0" b="0"/>
              <a:pathLst>
                <a:path w="932799" h="1491565">
                  <a:moveTo>
                    <a:pt x="126436" y="1458086"/>
                  </a:moveTo>
                  <a:lnTo>
                    <a:pt x="127659" y="1462642"/>
                  </a:lnTo>
                  <a:lnTo>
                    <a:pt x="135870" y="1467835"/>
                  </a:lnTo>
                  <a:close/>
                  <a:moveTo>
                    <a:pt x="141171" y="1440903"/>
                  </a:moveTo>
                  <a:lnTo>
                    <a:pt x="135870" y="1467835"/>
                  </a:lnTo>
                  <a:lnTo>
                    <a:pt x="157033" y="1450752"/>
                  </a:lnTo>
                  <a:close/>
                  <a:moveTo>
                    <a:pt x="141171" y="1440903"/>
                  </a:moveTo>
                  <a:lnTo>
                    <a:pt x="126436" y="1458086"/>
                  </a:lnTo>
                  <a:lnTo>
                    <a:pt x="135870" y="1467835"/>
                  </a:lnTo>
                  <a:close/>
                  <a:moveTo>
                    <a:pt x="116736" y="1424664"/>
                  </a:moveTo>
                  <a:lnTo>
                    <a:pt x="94914" y="1417427"/>
                  </a:lnTo>
                  <a:lnTo>
                    <a:pt x="141171" y="1440903"/>
                  </a:lnTo>
                  <a:close/>
                  <a:moveTo>
                    <a:pt x="141171" y="1440903"/>
                  </a:moveTo>
                  <a:lnTo>
                    <a:pt x="94914" y="1417427"/>
                  </a:lnTo>
                  <a:lnTo>
                    <a:pt x="95725" y="1421331"/>
                  </a:lnTo>
                  <a:close/>
                  <a:moveTo>
                    <a:pt x="141171" y="1440903"/>
                  </a:moveTo>
                  <a:lnTo>
                    <a:pt x="95725" y="1421331"/>
                  </a:lnTo>
                  <a:lnTo>
                    <a:pt x="126436" y="1458086"/>
                  </a:lnTo>
                  <a:close/>
                  <a:moveTo>
                    <a:pt x="135870" y="1467835"/>
                  </a:moveTo>
                  <a:lnTo>
                    <a:pt x="175537" y="1491565"/>
                  </a:lnTo>
                  <a:lnTo>
                    <a:pt x="192648" y="1459332"/>
                  </a:lnTo>
                  <a:close/>
                  <a:moveTo>
                    <a:pt x="157033" y="1450752"/>
                  </a:moveTo>
                  <a:lnTo>
                    <a:pt x="135870" y="1467835"/>
                  </a:lnTo>
                  <a:lnTo>
                    <a:pt x="192648" y="1459332"/>
                  </a:lnTo>
                  <a:close/>
                  <a:moveTo>
                    <a:pt x="84177" y="1399138"/>
                  </a:moveTo>
                  <a:lnTo>
                    <a:pt x="95725" y="1421331"/>
                  </a:lnTo>
                  <a:lnTo>
                    <a:pt x="94914" y="1417427"/>
                  </a:lnTo>
                  <a:close/>
                  <a:moveTo>
                    <a:pt x="61012" y="1373154"/>
                  </a:moveTo>
                  <a:lnTo>
                    <a:pt x="94914" y="1417427"/>
                  </a:lnTo>
                  <a:lnTo>
                    <a:pt x="93196" y="1404148"/>
                  </a:lnTo>
                  <a:close/>
                  <a:moveTo>
                    <a:pt x="74313" y="1384576"/>
                  </a:moveTo>
                  <a:lnTo>
                    <a:pt x="94914" y="1417427"/>
                  </a:lnTo>
                  <a:lnTo>
                    <a:pt x="61012" y="1373154"/>
                  </a:lnTo>
                  <a:close/>
                  <a:moveTo>
                    <a:pt x="239974" y="1460474"/>
                  </a:moveTo>
                  <a:lnTo>
                    <a:pt x="232902" y="1485259"/>
                  </a:lnTo>
                  <a:lnTo>
                    <a:pt x="256775" y="1478311"/>
                  </a:lnTo>
                  <a:close/>
                  <a:moveTo>
                    <a:pt x="239974" y="1460474"/>
                  </a:moveTo>
                  <a:lnTo>
                    <a:pt x="223322" y="1477658"/>
                  </a:lnTo>
                  <a:lnTo>
                    <a:pt x="232902" y="1485259"/>
                  </a:lnTo>
                  <a:close/>
                  <a:moveTo>
                    <a:pt x="207382" y="1424916"/>
                  </a:moveTo>
                  <a:lnTo>
                    <a:pt x="192648" y="1459332"/>
                  </a:lnTo>
                  <a:lnTo>
                    <a:pt x="211792" y="1423719"/>
                  </a:lnTo>
                  <a:close/>
                  <a:moveTo>
                    <a:pt x="211792" y="1423719"/>
                  </a:moveTo>
                  <a:lnTo>
                    <a:pt x="192648" y="1459332"/>
                  </a:lnTo>
                  <a:lnTo>
                    <a:pt x="223322" y="1477658"/>
                  </a:lnTo>
                  <a:close/>
                  <a:moveTo>
                    <a:pt x="211792" y="1423719"/>
                  </a:moveTo>
                  <a:lnTo>
                    <a:pt x="223322" y="1477658"/>
                  </a:lnTo>
                  <a:lnTo>
                    <a:pt x="239974" y="1460474"/>
                  </a:lnTo>
                  <a:close/>
                  <a:moveTo>
                    <a:pt x="192648" y="1459332"/>
                  </a:moveTo>
                  <a:lnTo>
                    <a:pt x="207382" y="1424916"/>
                  </a:lnTo>
                  <a:lnTo>
                    <a:pt x="175903" y="1425096"/>
                  </a:lnTo>
                  <a:close/>
                  <a:moveTo>
                    <a:pt x="157033" y="1450752"/>
                  </a:moveTo>
                  <a:lnTo>
                    <a:pt x="192648" y="1459332"/>
                  </a:lnTo>
                  <a:lnTo>
                    <a:pt x="175903" y="1425096"/>
                  </a:lnTo>
                  <a:close/>
                  <a:moveTo>
                    <a:pt x="211792" y="1423719"/>
                  </a:moveTo>
                  <a:lnTo>
                    <a:pt x="238689" y="1410690"/>
                  </a:lnTo>
                  <a:lnTo>
                    <a:pt x="207382" y="1424916"/>
                  </a:lnTo>
                  <a:close/>
                  <a:moveTo>
                    <a:pt x="207382" y="1424916"/>
                  </a:moveTo>
                  <a:lnTo>
                    <a:pt x="196338" y="1389148"/>
                  </a:lnTo>
                  <a:lnTo>
                    <a:pt x="191105" y="1423719"/>
                  </a:lnTo>
                  <a:close/>
                  <a:moveTo>
                    <a:pt x="196338" y="1389148"/>
                  </a:moveTo>
                  <a:lnTo>
                    <a:pt x="190486" y="1386964"/>
                  </a:lnTo>
                  <a:lnTo>
                    <a:pt x="191105" y="1423719"/>
                  </a:lnTo>
                  <a:close/>
                  <a:moveTo>
                    <a:pt x="156357" y="1352016"/>
                  </a:moveTo>
                  <a:lnTo>
                    <a:pt x="190486" y="1386964"/>
                  </a:lnTo>
                  <a:lnTo>
                    <a:pt x="155504" y="1350510"/>
                  </a:lnTo>
                  <a:close/>
                  <a:moveTo>
                    <a:pt x="190486" y="1386964"/>
                  </a:moveTo>
                  <a:lnTo>
                    <a:pt x="196338" y="1389148"/>
                  </a:lnTo>
                  <a:lnTo>
                    <a:pt x="155504" y="1350510"/>
                  </a:lnTo>
                  <a:close/>
                  <a:moveTo>
                    <a:pt x="156357" y="1352016"/>
                  </a:moveTo>
                  <a:lnTo>
                    <a:pt x="155504" y="1350510"/>
                  </a:lnTo>
                  <a:lnTo>
                    <a:pt x="154998" y="1350209"/>
                  </a:lnTo>
                  <a:close/>
                  <a:moveTo>
                    <a:pt x="211792" y="1423719"/>
                  </a:moveTo>
                  <a:lnTo>
                    <a:pt x="239974" y="1460474"/>
                  </a:lnTo>
                  <a:lnTo>
                    <a:pt x="209915" y="1422857"/>
                  </a:lnTo>
                  <a:close/>
                  <a:moveTo>
                    <a:pt x="77871" y="1183147"/>
                  </a:moveTo>
                  <a:lnTo>
                    <a:pt x="69440" y="1179991"/>
                  </a:lnTo>
                  <a:lnTo>
                    <a:pt x="103509" y="1182795"/>
                  </a:lnTo>
                  <a:close/>
                  <a:moveTo>
                    <a:pt x="63282" y="1112496"/>
                  </a:moveTo>
                  <a:lnTo>
                    <a:pt x="71134" y="1157959"/>
                  </a:lnTo>
                  <a:lnTo>
                    <a:pt x="89301" y="1129672"/>
                  </a:lnTo>
                  <a:close/>
                  <a:moveTo>
                    <a:pt x="283174" y="1327982"/>
                  </a:moveTo>
                  <a:lnTo>
                    <a:pt x="334605" y="1352598"/>
                  </a:lnTo>
                  <a:lnTo>
                    <a:pt x="303306" y="1335289"/>
                  </a:lnTo>
                  <a:close/>
                  <a:moveTo>
                    <a:pt x="283174" y="1327982"/>
                  </a:moveTo>
                  <a:lnTo>
                    <a:pt x="329665" y="1362020"/>
                  </a:lnTo>
                  <a:lnTo>
                    <a:pt x="334605" y="1352598"/>
                  </a:lnTo>
                  <a:close/>
                  <a:moveTo>
                    <a:pt x="222499" y="1282316"/>
                  </a:moveTo>
                  <a:lnTo>
                    <a:pt x="212654" y="1286389"/>
                  </a:lnTo>
                  <a:lnTo>
                    <a:pt x="237934" y="1311658"/>
                  </a:lnTo>
                  <a:close/>
                  <a:moveTo>
                    <a:pt x="263176" y="1309827"/>
                  </a:moveTo>
                  <a:lnTo>
                    <a:pt x="222499" y="1282316"/>
                  </a:lnTo>
                  <a:lnTo>
                    <a:pt x="237934" y="1311658"/>
                  </a:lnTo>
                  <a:close/>
                  <a:moveTo>
                    <a:pt x="272826" y="1317535"/>
                  </a:moveTo>
                  <a:lnTo>
                    <a:pt x="273013" y="1315843"/>
                  </a:lnTo>
                  <a:lnTo>
                    <a:pt x="263176" y="1309827"/>
                  </a:lnTo>
                  <a:close/>
                  <a:moveTo>
                    <a:pt x="138165" y="1091582"/>
                  </a:moveTo>
                  <a:lnTo>
                    <a:pt x="119908" y="1058558"/>
                  </a:lnTo>
                  <a:lnTo>
                    <a:pt x="138023" y="1096240"/>
                  </a:lnTo>
                  <a:close/>
                  <a:moveTo>
                    <a:pt x="101355" y="1078534"/>
                  </a:moveTo>
                  <a:lnTo>
                    <a:pt x="137484" y="1095313"/>
                  </a:lnTo>
                  <a:lnTo>
                    <a:pt x="138023" y="1096240"/>
                  </a:lnTo>
                  <a:close/>
                  <a:moveTo>
                    <a:pt x="83672" y="1023843"/>
                  </a:moveTo>
                  <a:lnTo>
                    <a:pt x="88058" y="1028816"/>
                  </a:lnTo>
                  <a:lnTo>
                    <a:pt x="79745" y="1021803"/>
                  </a:lnTo>
                  <a:close/>
                  <a:moveTo>
                    <a:pt x="88058" y="1028816"/>
                  </a:moveTo>
                  <a:lnTo>
                    <a:pt x="83672" y="1023843"/>
                  </a:lnTo>
                  <a:lnTo>
                    <a:pt x="119908" y="1058558"/>
                  </a:lnTo>
                  <a:close/>
                  <a:moveTo>
                    <a:pt x="44381" y="1028698"/>
                  </a:moveTo>
                  <a:lnTo>
                    <a:pt x="27554" y="1023388"/>
                  </a:lnTo>
                  <a:lnTo>
                    <a:pt x="0" y="992943"/>
                  </a:lnTo>
                  <a:close/>
                  <a:moveTo>
                    <a:pt x="10184" y="1029411"/>
                  </a:moveTo>
                  <a:lnTo>
                    <a:pt x="44381" y="1028698"/>
                  </a:lnTo>
                  <a:lnTo>
                    <a:pt x="0" y="992943"/>
                  </a:lnTo>
                  <a:close/>
                  <a:moveTo>
                    <a:pt x="273013" y="1315843"/>
                  </a:moveTo>
                  <a:lnTo>
                    <a:pt x="283174" y="1327982"/>
                  </a:lnTo>
                  <a:lnTo>
                    <a:pt x="303306" y="1335289"/>
                  </a:lnTo>
                  <a:close/>
                  <a:moveTo>
                    <a:pt x="272371" y="1264928"/>
                  </a:moveTo>
                  <a:lnTo>
                    <a:pt x="308778" y="1262418"/>
                  </a:lnTo>
                  <a:lnTo>
                    <a:pt x="280575" y="1240600"/>
                  </a:lnTo>
                  <a:close/>
                  <a:moveTo>
                    <a:pt x="272371" y="1264928"/>
                  </a:moveTo>
                  <a:lnTo>
                    <a:pt x="280575" y="1240600"/>
                  </a:lnTo>
                  <a:lnTo>
                    <a:pt x="256576" y="1233022"/>
                  </a:lnTo>
                  <a:close/>
                  <a:moveTo>
                    <a:pt x="308778" y="1262418"/>
                  </a:moveTo>
                  <a:lnTo>
                    <a:pt x="338096" y="1265672"/>
                  </a:lnTo>
                  <a:lnTo>
                    <a:pt x="280575" y="1240600"/>
                  </a:lnTo>
                  <a:close/>
                  <a:moveTo>
                    <a:pt x="237468" y="1205578"/>
                  </a:moveTo>
                  <a:lnTo>
                    <a:pt x="236657" y="1210675"/>
                  </a:lnTo>
                  <a:lnTo>
                    <a:pt x="256576" y="1233022"/>
                  </a:lnTo>
                  <a:close/>
                  <a:moveTo>
                    <a:pt x="256576" y="1233022"/>
                  </a:moveTo>
                  <a:lnTo>
                    <a:pt x="280575" y="1240600"/>
                  </a:lnTo>
                  <a:lnTo>
                    <a:pt x="237468" y="1205578"/>
                  </a:lnTo>
                  <a:close/>
                  <a:moveTo>
                    <a:pt x="234692" y="1203330"/>
                  </a:moveTo>
                  <a:lnTo>
                    <a:pt x="237468" y="1205578"/>
                  </a:lnTo>
                  <a:lnTo>
                    <a:pt x="240728" y="1201160"/>
                  </a:lnTo>
                  <a:close/>
                  <a:moveTo>
                    <a:pt x="240728" y="1201160"/>
                  </a:moveTo>
                  <a:lnTo>
                    <a:pt x="248050" y="1188394"/>
                  </a:lnTo>
                  <a:lnTo>
                    <a:pt x="234692" y="1203330"/>
                  </a:lnTo>
                  <a:close/>
                  <a:moveTo>
                    <a:pt x="234692" y="1203330"/>
                  </a:moveTo>
                  <a:lnTo>
                    <a:pt x="248050" y="1188394"/>
                  </a:lnTo>
                  <a:lnTo>
                    <a:pt x="218073" y="1169560"/>
                  </a:lnTo>
                  <a:close/>
                  <a:moveTo>
                    <a:pt x="88058" y="1028816"/>
                  </a:moveTo>
                  <a:lnTo>
                    <a:pt x="132625" y="1055881"/>
                  </a:lnTo>
                  <a:lnTo>
                    <a:pt x="142223" y="1010547"/>
                  </a:lnTo>
                  <a:close/>
                  <a:moveTo>
                    <a:pt x="132625" y="1055881"/>
                  </a:moveTo>
                  <a:lnTo>
                    <a:pt x="138165" y="1091582"/>
                  </a:lnTo>
                  <a:lnTo>
                    <a:pt x="174802" y="1048680"/>
                  </a:lnTo>
                  <a:close/>
                  <a:moveTo>
                    <a:pt x="163325" y="1004619"/>
                  </a:moveTo>
                  <a:lnTo>
                    <a:pt x="142223" y="1010547"/>
                  </a:lnTo>
                  <a:lnTo>
                    <a:pt x="172869" y="1005505"/>
                  </a:lnTo>
                  <a:close/>
                  <a:moveTo>
                    <a:pt x="54948" y="985048"/>
                  </a:moveTo>
                  <a:lnTo>
                    <a:pt x="79745" y="1021803"/>
                  </a:lnTo>
                  <a:lnTo>
                    <a:pt x="52977" y="976963"/>
                  </a:lnTo>
                  <a:close/>
                  <a:moveTo>
                    <a:pt x="223669" y="1143193"/>
                  </a:moveTo>
                  <a:lnTo>
                    <a:pt x="254135" y="1145513"/>
                  </a:lnTo>
                  <a:lnTo>
                    <a:pt x="241208" y="1111275"/>
                  </a:lnTo>
                  <a:close/>
                  <a:moveTo>
                    <a:pt x="280276" y="1151348"/>
                  </a:moveTo>
                  <a:lnTo>
                    <a:pt x="282912" y="1097701"/>
                  </a:lnTo>
                  <a:lnTo>
                    <a:pt x="241208" y="1111275"/>
                  </a:lnTo>
                  <a:close/>
                  <a:moveTo>
                    <a:pt x="280276" y="1151348"/>
                  </a:moveTo>
                  <a:lnTo>
                    <a:pt x="241208" y="1111275"/>
                  </a:lnTo>
                  <a:lnTo>
                    <a:pt x="254135" y="1145513"/>
                  </a:lnTo>
                  <a:close/>
                  <a:moveTo>
                    <a:pt x="241208" y="1111275"/>
                  </a:moveTo>
                  <a:lnTo>
                    <a:pt x="254514" y="1085024"/>
                  </a:lnTo>
                  <a:lnTo>
                    <a:pt x="214780" y="1078129"/>
                  </a:lnTo>
                  <a:close/>
                  <a:moveTo>
                    <a:pt x="220753" y="1100816"/>
                  </a:moveTo>
                  <a:lnTo>
                    <a:pt x="241208" y="1111275"/>
                  </a:lnTo>
                  <a:lnTo>
                    <a:pt x="214780" y="1078129"/>
                  </a:lnTo>
                  <a:close/>
                  <a:moveTo>
                    <a:pt x="241208" y="1111275"/>
                  </a:moveTo>
                  <a:lnTo>
                    <a:pt x="282912" y="1097701"/>
                  </a:lnTo>
                  <a:lnTo>
                    <a:pt x="254514" y="1085024"/>
                  </a:lnTo>
                  <a:close/>
                  <a:moveTo>
                    <a:pt x="143075" y="1002637"/>
                  </a:moveTo>
                  <a:lnTo>
                    <a:pt x="142223" y="1010547"/>
                  </a:lnTo>
                  <a:lnTo>
                    <a:pt x="163325" y="1004619"/>
                  </a:lnTo>
                  <a:close/>
                  <a:moveTo>
                    <a:pt x="163325" y="1004619"/>
                  </a:moveTo>
                  <a:lnTo>
                    <a:pt x="152587" y="953088"/>
                  </a:lnTo>
                  <a:lnTo>
                    <a:pt x="143075" y="1002637"/>
                  </a:lnTo>
                  <a:close/>
                  <a:moveTo>
                    <a:pt x="56125" y="894354"/>
                  </a:moveTo>
                  <a:lnTo>
                    <a:pt x="98708" y="877378"/>
                  </a:lnTo>
                  <a:lnTo>
                    <a:pt x="59259" y="857599"/>
                  </a:lnTo>
                  <a:close/>
                  <a:moveTo>
                    <a:pt x="254514" y="1085024"/>
                  </a:moveTo>
                  <a:lnTo>
                    <a:pt x="282912" y="1097701"/>
                  </a:lnTo>
                  <a:lnTo>
                    <a:pt x="285019" y="1043763"/>
                  </a:lnTo>
                  <a:close/>
                  <a:moveTo>
                    <a:pt x="285019" y="1043763"/>
                  </a:moveTo>
                  <a:lnTo>
                    <a:pt x="282912" y="1097701"/>
                  </a:lnTo>
                  <a:lnTo>
                    <a:pt x="305792" y="1055957"/>
                  </a:lnTo>
                  <a:close/>
                  <a:moveTo>
                    <a:pt x="305792" y="1055957"/>
                  </a:moveTo>
                  <a:lnTo>
                    <a:pt x="282912" y="1097701"/>
                  </a:lnTo>
                  <a:lnTo>
                    <a:pt x="295882" y="1093915"/>
                  </a:lnTo>
                  <a:close/>
                  <a:moveTo>
                    <a:pt x="341737" y="1117272"/>
                  </a:moveTo>
                  <a:lnTo>
                    <a:pt x="338676" y="1086212"/>
                  </a:lnTo>
                  <a:lnTo>
                    <a:pt x="345533" y="1125385"/>
                  </a:lnTo>
                  <a:close/>
                  <a:moveTo>
                    <a:pt x="331998" y="1080518"/>
                  </a:moveTo>
                  <a:lnTo>
                    <a:pt x="338676" y="1086212"/>
                  </a:lnTo>
                  <a:lnTo>
                    <a:pt x="341737" y="1117272"/>
                  </a:lnTo>
                  <a:close/>
                  <a:moveTo>
                    <a:pt x="305792" y="1055957"/>
                  </a:moveTo>
                  <a:lnTo>
                    <a:pt x="338676" y="1086212"/>
                  </a:lnTo>
                  <a:lnTo>
                    <a:pt x="331998" y="1080518"/>
                  </a:lnTo>
                  <a:close/>
                  <a:moveTo>
                    <a:pt x="205753" y="896743"/>
                  </a:moveTo>
                  <a:lnTo>
                    <a:pt x="194467" y="888884"/>
                  </a:lnTo>
                  <a:lnTo>
                    <a:pt x="172097" y="901457"/>
                  </a:lnTo>
                  <a:close/>
                  <a:moveTo>
                    <a:pt x="42262" y="761938"/>
                  </a:moveTo>
                  <a:lnTo>
                    <a:pt x="59394" y="757599"/>
                  </a:lnTo>
                  <a:lnTo>
                    <a:pt x="47015" y="749722"/>
                  </a:lnTo>
                  <a:close/>
                  <a:moveTo>
                    <a:pt x="59394" y="757599"/>
                  </a:moveTo>
                  <a:lnTo>
                    <a:pt x="42262" y="761938"/>
                  </a:lnTo>
                  <a:lnTo>
                    <a:pt x="69390" y="749722"/>
                  </a:lnTo>
                  <a:close/>
                  <a:moveTo>
                    <a:pt x="392074" y="1154028"/>
                  </a:moveTo>
                  <a:lnTo>
                    <a:pt x="393518" y="1158209"/>
                  </a:lnTo>
                  <a:lnTo>
                    <a:pt x="400815" y="1162081"/>
                  </a:lnTo>
                  <a:close/>
                  <a:moveTo>
                    <a:pt x="345533" y="1125385"/>
                  </a:moveTo>
                  <a:lnTo>
                    <a:pt x="392074" y="1154028"/>
                  </a:lnTo>
                  <a:lnTo>
                    <a:pt x="359796" y="1133293"/>
                  </a:lnTo>
                  <a:close/>
                  <a:moveTo>
                    <a:pt x="393518" y="1158209"/>
                  </a:moveTo>
                  <a:lnTo>
                    <a:pt x="392074" y="1154028"/>
                  </a:lnTo>
                  <a:lnTo>
                    <a:pt x="345533" y="1125385"/>
                  </a:lnTo>
                  <a:close/>
                  <a:moveTo>
                    <a:pt x="341737" y="1117272"/>
                  </a:moveTo>
                  <a:lnTo>
                    <a:pt x="345533" y="1125385"/>
                  </a:lnTo>
                  <a:lnTo>
                    <a:pt x="359796" y="1133293"/>
                  </a:lnTo>
                  <a:close/>
                  <a:moveTo>
                    <a:pt x="235462" y="917582"/>
                  </a:moveTo>
                  <a:lnTo>
                    <a:pt x="244825" y="884599"/>
                  </a:lnTo>
                  <a:lnTo>
                    <a:pt x="205753" y="896743"/>
                  </a:lnTo>
                  <a:close/>
                  <a:moveTo>
                    <a:pt x="194467" y="888884"/>
                  </a:moveTo>
                  <a:lnTo>
                    <a:pt x="241602" y="844332"/>
                  </a:lnTo>
                  <a:lnTo>
                    <a:pt x="212286" y="859298"/>
                  </a:lnTo>
                  <a:close/>
                  <a:moveTo>
                    <a:pt x="244825" y="884599"/>
                  </a:moveTo>
                  <a:lnTo>
                    <a:pt x="235462" y="917582"/>
                  </a:lnTo>
                  <a:lnTo>
                    <a:pt x="276944" y="885576"/>
                  </a:lnTo>
                  <a:close/>
                  <a:moveTo>
                    <a:pt x="276944" y="885576"/>
                  </a:moveTo>
                  <a:lnTo>
                    <a:pt x="277803" y="855104"/>
                  </a:lnTo>
                  <a:lnTo>
                    <a:pt x="241602" y="844332"/>
                  </a:lnTo>
                  <a:close/>
                  <a:moveTo>
                    <a:pt x="476115" y="1082906"/>
                  </a:moveTo>
                  <a:lnTo>
                    <a:pt x="482175" y="1120912"/>
                  </a:lnTo>
                  <a:lnTo>
                    <a:pt x="467621" y="1100089"/>
                  </a:lnTo>
                  <a:close/>
                  <a:moveTo>
                    <a:pt x="467830" y="1124883"/>
                  </a:moveTo>
                  <a:lnTo>
                    <a:pt x="482175" y="1120912"/>
                  </a:lnTo>
                  <a:lnTo>
                    <a:pt x="476115" y="1082906"/>
                  </a:lnTo>
                  <a:close/>
                  <a:moveTo>
                    <a:pt x="495059" y="1129834"/>
                  </a:moveTo>
                  <a:lnTo>
                    <a:pt x="482175" y="1120912"/>
                  </a:lnTo>
                  <a:lnTo>
                    <a:pt x="467830" y="1124883"/>
                  </a:lnTo>
                  <a:close/>
                  <a:moveTo>
                    <a:pt x="495059" y="1129834"/>
                  </a:moveTo>
                  <a:lnTo>
                    <a:pt x="512435" y="1136844"/>
                  </a:lnTo>
                  <a:lnTo>
                    <a:pt x="482175" y="1120912"/>
                  </a:lnTo>
                  <a:close/>
                  <a:moveTo>
                    <a:pt x="435695" y="1071707"/>
                  </a:moveTo>
                  <a:lnTo>
                    <a:pt x="422156" y="1063334"/>
                  </a:lnTo>
                  <a:lnTo>
                    <a:pt x="463142" y="1078119"/>
                  </a:lnTo>
                  <a:close/>
                  <a:moveTo>
                    <a:pt x="426221" y="972641"/>
                  </a:moveTo>
                  <a:lnTo>
                    <a:pt x="417746" y="1004597"/>
                  </a:lnTo>
                  <a:lnTo>
                    <a:pt x="436934" y="980132"/>
                  </a:lnTo>
                  <a:close/>
                  <a:moveTo>
                    <a:pt x="396125" y="952131"/>
                  </a:moveTo>
                  <a:lnTo>
                    <a:pt x="374448" y="949977"/>
                  </a:lnTo>
                  <a:lnTo>
                    <a:pt x="426221" y="972641"/>
                  </a:lnTo>
                  <a:close/>
                  <a:moveTo>
                    <a:pt x="349304" y="899131"/>
                  </a:moveTo>
                  <a:lnTo>
                    <a:pt x="369010" y="946959"/>
                  </a:lnTo>
                  <a:lnTo>
                    <a:pt x="357639" y="936554"/>
                  </a:lnTo>
                  <a:close/>
                  <a:moveTo>
                    <a:pt x="357639" y="936554"/>
                  </a:moveTo>
                  <a:lnTo>
                    <a:pt x="369010" y="946959"/>
                  </a:lnTo>
                  <a:lnTo>
                    <a:pt x="374448" y="949977"/>
                  </a:lnTo>
                  <a:close/>
                  <a:moveTo>
                    <a:pt x="241642" y="842440"/>
                  </a:moveTo>
                  <a:lnTo>
                    <a:pt x="212286" y="859298"/>
                  </a:lnTo>
                  <a:lnTo>
                    <a:pt x="241602" y="844332"/>
                  </a:lnTo>
                  <a:close/>
                  <a:moveTo>
                    <a:pt x="241642" y="842440"/>
                  </a:moveTo>
                  <a:lnTo>
                    <a:pt x="223034" y="830479"/>
                  </a:lnTo>
                  <a:lnTo>
                    <a:pt x="212286" y="859298"/>
                  </a:lnTo>
                  <a:close/>
                  <a:moveTo>
                    <a:pt x="223034" y="830479"/>
                  </a:moveTo>
                  <a:lnTo>
                    <a:pt x="238714" y="833533"/>
                  </a:lnTo>
                  <a:lnTo>
                    <a:pt x="236509" y="788866"/>
                  </a:lnTo>
                  <a:close/>
                  <a:moveTo>
                    <a:pt x="241642" y="842440"/>
                  </a:moveTo>
                  <a:lnTo>
                    <a:pt x="238714" y="833533"/>
                  </a:lnTo>
                  <a:lnTo>
                    <a:pt x="223034" y="830479"/>
                  </a:lnTo>
                  <a:close/>
                  <a:moveTo>
                    <a:pt x="208725" y="769294"/>
                  </a:moveTo>
                  <a:lnTo>
                    <a:pt x="204861" y="755759"/>
                  </a:lnTo>
                  <a:lnTo>
                    <a:pt x="236509" y="788866"/>
                  </a:lnTo>
                  <a:close/>
                  <a:moveTo>
                    <a:pt x="396125" y="952131"/>
                  </a:moveTo>
                  <a:lnTo>
                    <a:pt x="357639" y="936554"/>
                  </a:lnTo>
                  <a:lnTo>
                    <a:pt x="374448" y="949977"/>
                  </a:lnTo>
                  <a:close/>
                  <a:moveTo>
                    <a:pt x="535446" y="1065722"/>
                  </a:moveTo>
                  <a:lnTo>
                    <a:pt x="534032" y="1094011"/>
                  </a:lnTo>
                  <a:lnTo>
                    <a:pt x="558857" y="1090620"/>
                  </a:lnTo>
                  <a:close/>
                  <a:moveTo>
                    <a:pt x="535446" y="1065722"/>
                  </a:moveTo>
                  <a:lnTo>
                    <a:pt x="518481" y="1082906"/>
                  </a:lnTo>
                  <a:lnTo>
                    <a:pt x="534032" y="1094011"/>
                  </a:lnTo>
                  <a:close/>
                  <a:moveTo>
                    <a:pt x="426221" y="972641"/>
                  </a:moveTo>
                  <a:lnTo>
                    <a:pt x="436934" y="980132"/>
                  </a:lnTo>
                  <a:lnTo>
                    <a:pt x="441172" y="967566"/>
                  </a:lnTo>
                  <a:close/>
                  <a:moveTo>
                    <a:pt x="396125" y="952131"/>
                  </a:moveTo>
                  <a:lnTo>
                    <a:pt x="426221" y="972641"/>
                  </a:lnTo>
                  <a:lnTo>
                    <a:pt x="414145" y="923294"/>
                  </a:lnTo>
                  <a:close/>
                  <a:moveTo>
                    <a:pt x="414145" y="923294"/>
                  </a:moveTo>
                  <a:lnTo>
                    <a:pt x="426221" y="972641"/>
                  </a:lnTo>
                  <a:lnTo>
                    <a:pt x="442023" y="922128"/>
                  </a:lnTo>
                  <a:close/>
                  <a:moveTo>
                    <a:pt x="442023" y="922128"/>
                  </a:moveTo>
                  <a:lnTo>
                    <a:pt x="426221" y="972641"/>
                  </a:lnTo>
                  <a:lnTo>
                    <a:pt x="441172" y="967566"/>
                  </a:lnTo>
                  <a:close/>
                  <a:moveTo>
                    <a:pt x="442023" y="922128"/>
                  </a:moveTo>
                  <a:lnTo>
                    <a:pt x="425874" y="918702"/>
                  </a:lnTo>
                  <a:lnTo>
                    <a:pt x="414145" y="923294"/>
                  </a:lnTo>
                  <a:close/>
                  <a:moveTo>
                    <a:pt x="489056" y="955458"/>
                  </a:moveTo>
                  <a:lnTo>
                    <a:pt x="488948" y="955814"/>
                  </a:lnTo>
                  <a:lnTo>
                    <a:pt x="490937" y="992212"/>
                  </a:lnTo>
                  <a:close/>
                  <a:moveTo>
                    <a:pt x="450574" y="972641"/>
                  </a:moveTo>
                  <a:lnTo>
                    <a:pt x="441172" y="967566"/>
                  </a:lnTo>
                  <a:lnTo>
                    <a:pt x="436934" y="980132"/>
                  </a:lnTo>
                  <a:close/>
                  <a:moveTo>
                    <a:pt x="441172" y="967566"/>
                  </a:moveTo>
                  <a:lnTo>
                    <a:pt x="451099" y="935886"/>
                  </a:lnTo>
                  <a:lnTo>
                    <a:pt x="442023" y="922128"/>
                  </a:lnTo>
                  <a:close/>
                  <a:moveTo>
                    <a:pt x="396125" y="952131"/>
                  </a:moveTo>
                  <a:lnTo>
                    <a:pt x="414145" y="923294"/>
                  </a:lnTo>
                  <a:lnTo>
                    <a:pt x="358999" y="937898"/>
                  </a:lnTo>
                  <a:close/>
                  <a:moveTo>
                    <a:pt x="393386" y="918702"/>
                  </a:moveTo>
                  <a:lnTo>
                    <a:pt x="349066" y="898777"/>
                  </a:lnTo>
                  <a:lnTo>
                    <a:pt x="349304" y="899131"/>
                  </a:lnTo>
                  <a:close/>
                  <a:moveTo>
                    <a:pt x="349304" y="899131"/>
                  </a:moveTo>
                  <a:lnTo>
                    <a:pt x="354404" y="920718"/>
                  </a:lnTo>
                  <a:lnTo>
                    <a:pt x="393386" y="918702"/>
                  </a:lnTo>
                  <a:close/>
                  <a:moveTo>
                    <a:pt x="442023" y="922128"/>
                  </a:moveTo>
                  <a:lnTo>
                    <a:pt x="424557" y="891580"/>
                  </a:lnTo>
                  <a:lnTo>
                    <a:pt x="425874" y="918702"/>
                  </a:lnTo>
                  <a:close/>
                  <a:moveTo>
                    <a:pt x="463899" y="918702"/>
                  </a:moveTo>
                  <a:lnTo>
                    <a:pt x="489056" y="955458"/>
                  </a:lnTo>
                  <a:lnTo>
                    <a:pt x="489908" y="938274"/>
                  </a:lnTo>
                  <a:close/>
                  <a:moveTo>
                    <a:pt x="565415" y="965483"/>
                  </a:moveTo>
                  <a:lnTo>
                    <a:pt x="587476" y="976838"/>
                  </a:lnTo>
                  <a:lnTo>
                    <a:pt x="585512" y="975029"/>
                  </a:lnTo>
                  <a:close/>
                  <a:moveTo>
                    <a:pt x="579270" y="936560"/>
                  </a:moveTo>
                  <a:lnTo>
                    <a:pt x="585512" y="975029"/>
                  </a:lnTo>
                  <a:lnTo>
                    <a:pt x="584587" y="966035"/>
                  </a:lnTo>
                  <a:close/>
                  <a:moveTo>
                    <a:pt x="565415" y="965483"/>
                  </a:moveTo>
                  <a:lnTo>
                    <a:pt x="585512" y="975029"/>
                  </a:lnTo>
                  <a:lnTo>
                    <a:pt x="579270" y="936560"/>
                  </a:lnTo>
                  <a:close/>
                  <a:moveTo>
                    <a:pt x="588595" y="884813"/>
                  </a:moveTo>
                  <a:lnTo>
                    <a:pt x="587024" y="884336"/>
                  </a:lnTo>
                  <a:lnTo>
                    <a:pt x="579270" y="936560"/>
                  </a:lnTo>
                  <a:close/>
                  <a:moveTo>
                    <a:pt x="627760" y="924227"/>
                  </a:moveTo>
                  <a:lnTo>
                    <a:pt x="579270" y="936560"/>
                  </a:lnTo>
                  <a:lnTo>
                    <a:pt x="584587" y="966035"/>
                  </a:lnTo>
                  <a:close/>
                  <a:moveTo>
                    <a:pt x="579270" y="936560"/>
                  </a:moveTo>
                  <a:lnTo>
                    <a:pt x="627760" y="924227"/>
                  </a:lnTo>
                  <a:lnTo>
                    <a:pt x="588595" y="884813"/>
                  </a:lnTo>
                  <a:close/>
                  <a:moveTo>
                    <a:pt x="627760" y="924227"/>
                  </a:moveTo>
                  <a:lnTo>
                    <a:pt x="624796" y="895587"/>
                  </a:lnTo>
                  <a:lnTo>
                    <a:pt x="588595" y="884813"/>
                  </a:lnTo>
                  <a:close/>
                  <a:moveTo>
                    <a:pt x="546031" y="891748"/>
                  </a:moveTo>
                  <a:lnTo>
                    <a:pt x="587024" y="884336"/>
                  </a:lnTo>
                  <a:lnTo>
                    <a:pt x="546723" y="852837"/>
                  </a:lnTo>
                  <a:close/>
                  <a:moveTo>
                    <a:pt x="542132" y="884336"/>
                  </a:moveTo>
                  <a:lnTo>
                    <a:pt x="546031" y="891748"/>
                  </a:lnTo>
                  <a:lnTo>
                    <a:pt x="546723" y="852837"/>
                  </a:lnTo>
                  <a:close/>
                  <a:moveTo>
                    <a:pt x="444443" y="815789"/>
                  </a:moveTo>
                  <a:lnTo>
                    <a:pt x="450715" y="828009"/>
                  </a:lnTo>
                  <a:lnTo>
                    <a:pt x="452986" y="823721"/>
                  </a:lnTo>
                  <a:close/>
                  <a:moveTo>
                    <a:pt x="459297" y="810826"/>
                  </a:moveTo>
                  <a:lnTo>
                    <a:pt x="444443" y="815789"/>
                  </a:lnTo>
                  <a:lnTo>
                    <a:pt x="452986" y="823721"/>
                  </a:lnTo>
                  <a:close/>
                  <a:moveTo>
                    <a:pt x="428287" y="791254"/>
                  </a:moveTo>
                  <a:lnTo>
                    <a:pt x="444443" y="815789"/>
                  </a:lnTo>
                  <a:lnTo>
                    <a:pt x="459297" y="810826"/>
                  </a:lnTo>
                  <a:close/>
                  <a:moveTo>
                    <a:pt x="424071" y="754499"/>
                  </a:moveTo>
                  <a:lnTo>
                    <a:pt x="428287" y="791254"/>
                  </a:lnTo>
                  <a:lnTo>
                    <a:pt x="443613" y="774071"/>
                  </a:lnTo>
                  <a:close/>
                  <a:moveTo>
                    <a:pt x="587024" y="884336"/>
                  </a:moveTo>
                  <a:lnTo>
                    <a:pt x="588595" y="884813"/>
                  </a:lnTo>
                  <a:lnTo>
                    <a:pt x="589164" y="883769"/>
                  </a:lnTo>
                  <a:close/>
                  <a:moveTo>
                    <a:pt x="546723" y="852837"/>
                  </a:moveTo>
                  <a:lnTo>
                    <a:pt x="587024" y="884336"/>
                  </a:lnTo>
                  <a:lnTo>
                    <a:pt x="596088" y="830397"/>
                  </a:lnTo>
                  <a:close/>
                  <a:moveTo>
                    <a:pt x="596088" y="830397"/>
                  </a:moveTo>
                  <a:lnTo>
                    <a:pt x="587024" y="884336"/>
                  </a:lnTo>
                  <a:lnTo>
                    <a:pt x="601843" y="838135"/>
                  </a:lnTo>
                  <a:close/>
                  <a:moveTo>
                    <a:pt x="601843" y="838135"/>
                  </a:moveTo>
                  <a:lnTo>
                    <a:pt x="587024" y="884336"/>
                  </a:lnTo>
                  <a:lnTo>
                    <a:pt x="589164" y="883769"/>
                  </a:lnTo>
                  <a:close/>
                  <a:moveTo>
                    <a:pt x="383716" y="539718"/>
                  </a:moveTo>
                  <a:lnTo>
                    <a:pt x="408942" y="573113"/>
                  </a:lnTo>
                  <a:lnTo>
                    <a:pt x="392023" y="551960"/>
                  </a:lnTo>
                  <a:close/>
                  <a:moveTo>
                    <a:pt x="841227" y="1082770"/>
                  </a:moveTo>
                  <a:lnTo>
                    <a:pt x="894962" y="1090393"/>
                  </a:lnTo>
                  <a:lnTo>
                    <a:pt x="878568" y="1070499"/>
                  </a:lnTo>
                  <a:close/>
                  <a:moveTo>
                    <a:pt x="773387" y="1039000"/>
                  </a:moveTo>
                  <a:lnTo>
                    <a:pt x="800715" y="1043870"/>
                  </a:lnTo>
                  <a:lnTo>
                    <a:pt x="788491" y="1037678"/>
                  </a:lnTo>
                  <a:close/>
                  <a:moveTo>
                    <a:pt x="691240" y="923225"/>
                  </a:moveTo>
                  <a:lnTo>
                    <a:pt x="702544" y="940662"/>
                  </a:lnTo>
                  <a:lnTo>
                    <a:pt x="709983" y="897094"/>
                  </a:lnTo>
                  <a:close/>
                  <a:moveTo>
                    <a:pt x="709983" y="897094"/>
                  </a:moveTo>
                  <a:lnTo>
                    <a:pt x="702544" y="940662"/>
                  </a:lnTo>
                  <a:lnTo>
                    <a:pt x="737610" y="889097"/>
                  </a:lnTo>
                  <a:close/>
                  <a:moveTo>
                    <a:pt x="737610" y="889097"/>
                  </a:moveTo>
                  <a:lnTo>
                    <a:pt x="702544" y="940662"/>
                  </a:lnTo>
                  <a:lnTo>
                    <a:pt x="743831" y="928787"/>
                  </a:lnTo>
                  <a:close/>
                  <a:moveTo>
                    <a:pt x="735626" y="964599"/>
                  </a:moveTo>
                  <a:lnTo>
                    <a:pt x="768261" y="936014"/>
                  </a:lnTo>
                  <a:lnTo>
                    <a:pt x="743831" y="928787"/>
                  </a:lnTo>
                  <a:close/>
                  <a:moveTo>
                    <a:pt x="743831" y="928787"/>
                  </a:moveTo>
                  <a:lnTo>
                    <a:pt x="768261" y="936014"/>
                  </a:lnTo>
                  <a:lnTo>
                    <a:pt x="737610" y="889097"/>
                  </a:lnTo>
                  <a:close/>
                  <a:moveTo>
                    <a:pt x="691813" y="886724"/>
                  </a:moveTo>
                  <a:lnTo>
                    <a:pt x="691240" y="923225"/>
                  </a:lnTo>
                  <a:lnTo>
                    <a:pt x="709983" y="897094"/>
                  </a:lnTo>
                  <a:close/>
                  <a:moveTo>
                    <a:pt x="691813" y="886724"/>
                  </a:moveTo>
                  <a:lnTo>
                    <a:pt x="678684" y="903907"/>
                  </a:lnTo>
                  <a:lnTo>
                    <a:pt x="691240" y="923225"/>
                  </a:lnTo>
                  <a:close/>
                  <a:moveTo>
                    <a:pt x="691813" y="886724"/>
                  </a:moveTo>
                  <a:lnTo>
                    <a:pt x="682920" y="892118"/>
                  </a:lnTo>
                  <a:lnTo>
                    <a:pt x="678684" y="903907"/>
                  </a:lnTo>
                  <a:close/>
                  <a:moveTo>
                    <a:pt x="667142" y="776459"/>
                  </a:moveTo>
                  <a:lnTo>
                    <a:pt x="639431" y="757887"/>
                  </a:lnTo>
                  <a:lnTo>
                    <a:pt x="662181" y="789090"/>
                  </a:lnTo>
                  <a:close/>
                  <a:moveTo>
                    <a:pt x="349924" y="422928"/>
                  </a:moveTo>
                  <a:lnTo>
                    <a:pt x="340888" y="413207"/>
                  </a:lnTo>
                  <a:lnTo>
                    <a:pt x="369182" y="445664"/>
                  </a:lnTo>
                  <a:close/>
                  <a:moveTo>
                    <a:pt x="369182" y="445664"/>
                  </a:moveTo>
                  <a:lnTo>
                    <a:pt x="340888" y="413207"/>
                  </a:lnTo>
                  <a:lnTo>
                    <a:pt x="345733" y="426092"/>
                  </a:lnTo>
                  <a:close/>
                  <a:moveTo>
                    <a:pt x="33419" y="132053"/>
                  </a:moveTo>
                  <a:lnTo>
                    <a:pt x="65953" y="160965"/>
                  </a:lnTo>
                  <a:lnTo>
                    <a:pt x="53393" y="126429"/>
                  </a:lnTo>
                  <a:close/>
                  <a:moveTo>
                    <a:pt x="12584" y="95298"/>
                  </a:moveTo>
                  <a:lnTo>
                    <a:pt x="53393" y="126429"/>
                  </a:lnTo>
                  <a:lnTo>
                    <a:pt x="42833" y="90268"/>
                  </a:lnTo>
                  <a:close/>
                  <a:moveTo>
                    <a:pt x="42833" y="90268"/>
                  </a:moveTo>
                  <a:lnTo>
                    <a:pt x="58422" y="132053"/>
                  </a:lnTo>
                  <a:lnTo>
                    <a:pt x="55412" y="95298"/>
                  </a:lnTo>
                  <a:close/>
                  <a:moveTo>
                    <a:pt x="878568" y="1070499"/>
                  </a:moveTo>
                  <a:lnTo>
                    <a:pt x="894962" y="1090393"/>
                  </a:lnTo>
                  <a:lnTo>
                    <a:pt x="903542" y="1059197"/>
                  </a:lnTo>
                  <a:close/>
                  <a:moveTo>
                    <a:pt x="928002" y="1016561"/>
                  </a:moveTo>
                  <a:lnTo>
                    <a:pt x="907341" y="1040469"/>
                  </a:lnTo>
                  <a:lnTo>
                    <a:pt x="932799" y="1017753"/>
                  </a:lnTo>
                  <a:close/>
                  <a:moveTo>
                    <a:pt x="932799" y="1017753"/>
                  </a:moveTo>
                  <a:lnTo>
                    <a:pt x="907341" y="1040469"/>
                  </a:lnTo>
                  <a:lnTo>
                    <a:pt x="903542" y="1059197"/>
                  </a:lnTo>
                  <a:close/>
                  <a:moveTo>
                    <a:pt x="932799" y="1017753"/>
                  </a:moveTo>
                  <a:lnTo>
                    <a:pt x="921096" y="982521"/>
                  </a:lnTo>
                  <a:lnTo>
                    <a:pt x="928002" y="1016561"/>
                  </a:lnTo>
                  <a:close/>
                  <a:moveTo>
                    <a:pt x="921096" y="982521"/>
                  </a:moveTo>
                  <a:lnTo>
                    <a:pt x="915457" y="979806"/>
                  </a:lnTo>
                  <a:lnTo>
                    <a:pt x="928002" y="1016561"/>
                  </a:lnTo>
                  <a:close/>
                  <a:moveTo>
                    <a:pt x="846073" y="1032181"/>
                  </a:moveTo>
                  <a:lnTo>
                    <a:pt x="805283" y="995410"/>
                  </a:lnTo>
                  <a:lnTo>
                    <a:pt x="806096" y="996989"/>
                  </a:lnTo>
                  <a:close/>
                  <a:moveTo>
                    <a:pt x="921096" y="982521"/>
                  </a:moveTo>
                  <a:lnTo>
                    <a:pt x="884450" y="954882"/>
                  </a:lnTo>
                  <a:lnTo>
                    <a:pt x="915457" y="979806"/>
                  </a:lnTo>
                  <a:close/>
                  <a:moveTo>
                    <a:pt x="701314" y="846770"/>
                  </a:moveTo>
                  <a:lnTo>
                    <a:pt x="745812" y="810266"/>
                  </a:lnTo>
                  <a:lnTo>
                    <a:pt x="696399" y="813214"/>
                  </a:lnTo>
                  <a:close/>
                  <a:moveTo>
                    <a:pt x="696399" y="813214"/>
                  </a:moveTo>
                  <a:lnTo>
                    <a:pt x="745812" y="810266"/>
                  </a:lnTo>
                  <a:lnTo>
                    <a:pt x="733552" y="796031"/>
                  </a:lnTo>
                  <a:close/>
                  <a:moveTo>
                    <a:pt x="733552" y="796031"/>
                  </a:moveTo>
                  <a:lnTo>
                    <a:pt x="703507" y="776674"/>
                  </a:lnTo>
                  <a:lnTo>
                    <a:pt x="681069" y="788988"/>
                  </a:lnTo>
                  <a:close/>
                  <a:moveTo>
                    <a:pt x="641854" y="733780"/>
                  </a:moveTo>
                  <a:lnTo>
                    <a:pt x="629021" y="776459"/>
                  </a:lnTo>
                  <a:lnTo>
                    <a:pt x="639431" y="757887"/>
                  </a:lnTo>
                  <a:close/>
                  <a:moveTo>
                    <a:pt x="641854" y="733780"/>
                  </a:moveTo>
                  <a:lnTo>
                    <a:pt x="627393" y="712880"/>
                  </a:lnTo>
                  <a:lnTo>
                    <a:pt x="618541" y="725645"/>
                  </a:lnTo>
                  <a:close/>
                  <a:moveTo>
                    <a:pt x="627393" y="712880"/>
                  </a:moveTo>
                  <a:lnTo>
                    <a:pt x="641854" y="733780"/>
                  </a:lnTo>
                  <a:lnTo>
                    <a:pt x="685937" y="710982"/>
                  </a:lnTo>
                  <a:close/>
                  <a:moveTo>
                    <a:pt x="513730" y="622437"/>
                  </a:moveTo>
                  <a:lnTo>
                    <a:pt x="502328" y="592684"/>
                  </a:lnTo>
                  <a:lnTo>
                    <a:pt x="499900" y="588933"/>
                  </a:lnTo>
                  <a:close/>
                  <a:moveTo>
                    <a:pt x="495150" y="548047"/>
                  </a:moveTo>
                  <a:lnTo>
                    <a:pt x="502328" y="592684"/>
                  </a:lnTo>
                  <a:lnTo>
                    <a:pt x="515563" y="555929"/>
                  </a:lnTo>
                  <a:close/>
                  <a:moveTo>
                    <a:pt x="495150" y="548047"/>
                  </a:moveTo>
                  <a:lnTo>
                    <a:pt x="499900" y="588933"/>
                  </a:lnTo>
                  <a:lnTo>
                    <a:pt x="502328" y="592684"/>
                  </a:lnTo>
                  <a:close/>
                  <a:moveTo>
                    <a:pt x="495150" y="548047"/>
                  </a:moveTo>
                  <a:lnTo>
                    <a:pt x="478195" y="528782"/>
                  </a:lnTo>
                  <a:lnTo>
                    <a:pt x="451388" y="511790"/>
                  </a:lnTo>
                  <a:close/>
                  <a:moveTo>
                    <a:pt x="439643" y="476592"/>
                  </a:moveTo>
                  <a:lnTo>
                    <a:pt x="415226" y="482419"/>
                  </a:lnTo>
                  <a:lnTo>
                    <a:pt x="422724" y="508005"/>
                  </a:lnTo>
                  <a:close/>
                  <a:moveTo>
                    <a:pt x="395738" y="469640"/>
                  </a:moveTo>
                  <a:lnTo>
                    <a:pt x="446258" y="437742"/>
                  </a:lnTo>
                  <a:lnTo>
                    <a:pt x="414132" y="442207"/>
                  </a:lnTo>
                  <a:close/>
                  <a:moveTo>
                    <a:pt x="349924" y="422928"/>
                  </a:moveTo>
                  <a:lnTo>
                    <a:pt x="369182" y="445664"/>
                  </a:lnTo>
                  <a:lnTo>
                    <a:pt x="369080" y="435035"/>
                  </a:lnTo>
                  <a:close/>
                  <a:moveTo>
                    <a:pt x="10464" y="0"/>
                  </a:moveTo>
                  <a:lnTo>
                    <a:pt x="29617" y="41359"/>
                  </a:lnTo>
                  <a:lnTo>
                    <a:pt x="25911" y="4604"/>
                  </a:lnTo>
                  <a:close/>
                  <a:moveTo>
                    <a:pt x="905249" y="968315"/>
                  </a:moveTo>
                  <a:lnTo>
                    <a:pt x="928002" y="1016561"/>
                  </a:lnTo>
                  <a:lnTo>
                    <a:pt x="915457" y="979806"/>
                  </a:lnTo>
                  <a:close/>
                  <a:moveTo>
                    <a:pt x="850296" y="941157"/>
                  </a:moveTo>
                  <a:lnTo>
                    <a:pt x="884450" y="954882"/>
                  </a:lnTo>
                  <a:lnTo>
                    <a:pt x="858694" y="943051"/>
                  </a:lnTo>
                  <a:close/>
                  <a:moveTo>
                    <a:pt x="905249" y="968315"/>
                  </a:moveTo>
                  <a:lnTo>
                    <a:pt x="884450" y="954882"/>
                  </a:lnTo>
                  <a:lnTo>
                    <a:pt x="850296" y="941157"/>
                  </a:lnTo>
                  <a:close/>
                  <a:moveTo>
                    <a:pt x="905249" y="968315"/>
                  </a:moveTo>
                  <a:lnTo>
                    <a:pt x="915457" y="979806"/>
                  </a:lnTo>
                  <a:lnTo>
                    <a:pt x="884450" y="954882"/>
                  </a:lnTo>
                  <a:close/>
                  <a:moveTo>
                    <a:pt x="850296" y="941157"/>
                  </a:moveTo>
                  <a:lnTo>
                    <a:pt x="858694" y="943051"/>
                  </a:lnTo>
                  <a:lnTo>
                    <a:pt x="846994" y="939419"/>
                  </a:lnTo>
                  <a:close/>
                  <a:moveTo>
                    <a:pt x="733552" y="796031"/>
                  </a:moveTo>
                  <a:lnTo>
                    <a:pt x="745812" y="810266"/>
                  </a:lnTo>
                  <a:lnTo>
                    <a:pt x="749731" y="789749"/>
                  </a:lnTo>
                  <a:close/>
                  <a:moveTo>
                    <a:pt x="733552" y="796031"/>
                  </a:moveTo>
                  <a:lnTo>
                    <a:pt x="749731" y="789749"/>
                  </a:lnTo>
                  <a:lnTo>
                    <a:pt x="703507" y="776674"/>
                  </a:lnTo>
                  <a:close/>
                  <a:moveTo>
                    <a:pt x="703507" y="776674"/>
                  </a:moveTo>
                  <a:lnTo>
                    <a:pt x="749731" y="789749"/>
                  </a:lnTo>
                  <a:lnTo>
                    <a:pt x="759720" y="766058"/>
                  </a:lnTo>
                  <a:close/>
                  <a:moveTo>
                    <a:pt x="749731" y="789749"/>
                  </a:moveTo>
                  <a:lnTo>
                    <a:pt x="745812" y="810266"/>
                  </a:lnTo>
                  <a:lnTo>
                    <a:pt x="748911" y="796031"/>
                  </a:lnTo>
                  <a:close/>
                  <a:moveTo>
                    <a:pt x="480494" y="425722"/>
                  </a:moveTo>
                  <a:lnTo>
                    <a:pt x="446258" y="437742"/>
                  </a:lnTo>
                  <a:lnTo>
                    <a:pt x="478283" y="432902"/>
                  </a:lnTo>
                  <a:close/>
                  <a:moveTo>
                    <a:pt x="690110" y="587395"/>
                  </a:moveTo>
                  <a:lnTo>
                    <a:pt x="682126" y="600527"/>
                  </a:lnTo>
                  <a:lnTo>
                    <a:pt x="703066" y="595072"/>
                  </a:lnTo>
                  <a:close/>
                  <a:moveTo>
                    <a:pt x="699180" y="568080"/>
                  </a:moveTo>
                  <a:lnTo>
                    <a:pt x="712615" y="589942"/>
                  </a:lnTo>
                  <a:lnTo>
                    <a:pt x="731617" y="564779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65" name="Input_density__64">
              <a:extLst>
                <a:ext uri="{FF2B5EF4-FFF2-40B4-BE49-F238E27FC236}">
                  <a16:creationId xmlns:a16="http://schemas.microsoft.com/office/drawing/2014/main" id="{27D75EE8-E0A3-B844-A774-9292FD281862}"/>
                </a:ext>
              </a:extLst>
            </p:cNvPr>
            <p:cNvSpPr>
              <a:spLocks noGrp="1"/>
            </p:cNvSpPr>
            <p:nvPr/>
          </p:nvSpPr>
          <p:spPr>
            <a:xfrm>
              <a:off x="1080438" y="1802040"/>
              <a:ext cx="933588" cy="1493610"/>
            </a:xfrm>
            <a:custGeom>
              <a:avLst/>
              <a:gdLst/>
              <a:ahLst/>
              <a:cxnLst/>
              <a:rect l="0" t="0" r="0" b="0"/>
              <a:pathLst>
                <a:path w="933588" h="1493610">
                  <a:moveTo>
                    <a:pt x="268334" y="1484551"/>
                  </a:moveTo>
                  <a:lnTo>
                    <a:pt x="257252" y="1471487"/>
                  </a:lnTo>
                  <a:lnTo>
                    <a:pt x="233379" y="1478436"/>
                  </a:lnTo>
                  <a:close/>
                  <a:moveTo>
                    <a:pt x="59524" y="1230519"/>
                  </a:moveTo>
                  <a:lnTo>
                    <a:pt x="24109" y="1222686"/>
                  </a:lnTo>
                  <a:lnTo>
                    <a:pt x="0" y="1210243"/>
                  </a:lnTo>
                  <a:close/>
                  <a:moveTo>
                    <a:pt x="292169" y="1473222"/>
                  </a:moveTo>
                  <a:lnTo>
                    <a:pt x="287862" y="1490406"/>
                  </a:lnTo>
                  <a:lnTo>
                    <a:pt x="296489" y="1493610"/>
                  </a:lnTo>
                  <a:close/>
                  <a:moveTo>
                    <a:pt x="89778" y="1122849"/>
                  </a:moveTo>
                  <a:lnTo>
                    <a:pt x="122109" y="1119152"/>
                  </a:lnTo>
                  <a:lnTo>
                    <a:pt x="137961" y="1088489"/>
                  </a:lnTo>
                  <a:close/>
                  <a:moveTo>
                    <a:pt x="397620" y="1372174"/>
                  </a:moveTo>
                  <a:lnTo>
                    <a:pt x="407316" y="1370196"/>
                  </a:lnTo>
                  <a:lnTo>
                    <a:pt x="397242" y="1365346"/>
                  </a:lnTo>
                  <a:close/>
                  <a:moveTo>
                    <a:pt x="410974" y="1361317"/>
                  </a:moveTo>
                  <a:lnTo>
                    <a:pt x="407316" y="1370196"/>
                  </a:lnTo>
                  <a:lnTo>
                    <a:pt x="410244" y="1365346"/>
                  </a:lnTo>
                  <a:close/>
                  <a:moveTo>
                    <a:pt x="143552" y="995814"/>
                  </a:moveTo>
                  <a:lnTo>
                    <a:pt x="119802" y="988034"/>
                  </a:lnTo>
                  <a:lnTo>
                    <a:pt x="112095" y="1013871"/>
                  </a:lnTo>
                  <a:close/>
                  <a:moveTo>
                    <a:pt x="126819" y="944347"/>
                  </a:moveTo>
                  <a:lnTo>
                    <a:pt x="150386" y="936250"/>
                  </a:lnTo>
                  <a:lnTo>
                    <a:pt x="154805" y="943857"/>
                  </a:lnTo>
                  <a:close/>
                  <a:moveTo>
                    <a:pt x="154127" y="942470"/>
                  </a:moveTo>
                  <a:lnTo>
                    <a:pt x="150386" y="936250"/>
                  </a:lnTo>
                  <a:lnTo>
                    <a:pt x="126113" y="938157"/>
                  </a:lnTo>
                  <a:close/>
                  <a:moveTo>
                    <a:pt x="154127" y="942470"/>
                  </a:moveTo>
                  <a:lnTo>
                    <a:pt x="153064" y="946264"/>
                  </a:lnTo>
                  <a:lnTo>
                    <a:pt x="154805" y="943857"/>
                  </a:lnTo>
                  <a:close/>
                  <a:moveTo>
                    <a:pt x="154127" y="942470"/>
                  </a:moveTo>
                  <a:lnTo>
                    <a:pt x="154805" y="943857"/>
                  </a:lnTo>
                  <a:lnTo>
                    <a:pt x="150386" y="936250"/>
                  </a:lnTo>
                  <a:close/>
                  <a:moveTo>
                    <a:pt x="534509" y="1087187"/>
                  </a:moveTo>
                  <a:lnTo>
                    <a:pt x="568302" y="1088959"/>
                  </a:lnTo>
                  <a:lnTo>
                    <a:pt x="594687" y="1091400"/>
                  </a:lnTo>
                  <a:close/>
                  <a:moveTo>
                    <a:pt x="594687" y="1091400"/>
                  </a:moveTo>
                  <a:lnTo>
                    <a:pt x="568302" y="1088959"/>
                  </a:lnTo>
                  <a:lnTo>
                    <a:pt x="626985" y="1087579"/>
                  </a:lnTo>
                  <a:close/>
                  <a:moveTo>
                    <a:pt x="614727" y="1070118"/>
                  </a:moveTo>
                  <a:lnTo>
                    <a:pt x="559334" y="1083797"/>
                  </a:lnTo>
                  <a:lnTo>
                    <a:pt x="594687" y="1091400"/>
                  </a:lnTo>
                  <a:close/>
                  <a:moveTo>
                    <a:pt x="614727" y="1070118"/>
                  </a:moveTo>
                  <a:lnTo>
                    <a:pt x="629867" y="1050319"/>
                  </a:lnTo>
                  <a:lnTo>
                    <a:pt x="615279" y="1041716"/>
                  </a:lnTo>
                  <a:close/>
                  <a:moveTo>
                    <a:pt x="626985" y="1087579"/>
                  </a:moveTo>
                  <a:lnTo>
                    <a:pt x="629867" y="1050319"/>
                  </a:lnTo>
                  <a:lnTo>
                    <a:pt x="614727" y="1070118"/>
                  </a:lnTo>
                  <a:close/>
                  <a:moveTo>
                    <a:pt x="594687" y="1091400"/>
                  </a:moveTo>
                  <a:lnTo>
                    <a:pt x="626985" y="1087579"/>
                  </a:lnTo>
                  <a:lnTo>
                    <a:pt x="614727" y="1070118"/>
                  </a:lnTo>
                  <a:close/>
                  <a:moveTo>
                    <a:pt x="409141" y="825842"/>
                  </a:moveTo>
                  <a:lnTo>
                    <a:pt x="419940" y="861810"/>
                  </a:lnTo>
                  <a:lnTo>
                    <a:pt x="424541" y="875124"/>
                  </a:lnTo>
                  <a:close/>
                  <a:moveTo>
                    <a:pt x="579747" y="929736"/>
                  </a:moveTo>
                  <a:lnTo>
                    <a:pt x="546508" y="884924"/>
                  </a:lnTo>
                  <a:lnTo>
                    <a:pt x="557772" y="920514"/>
                  </a:lnTo>
                  <a:close/>
                  <a:moveTo>
                    <a:pt x="627844" y="828229"/>
                  </a:moveTo>
                  <a:lnTo>
                    <a:pt x="589641" y="876946"/>
                  </a:lnTo>
                  <a:lnTo>
                    <a:pt x="629761" y="871417"/>
                  </a:lnTo>
                  <a:close/>
                  <a:moveTo>
                    <a:pt x="627844" y="828229"/>
                  </a:moveTo>
                  <a:lnTo>
                    <a:pt x="620207" y="789690"/>
                  </a:lnTo>
                  <a:lnTo>
                    <a:pt x="613855" y="823574"/>
                  </a:lnTo>
                  <a:close/>
                  <a:moveTo>
                    <a:pt x="620207" y="789690"/>
                  </a:moveTo>
                  <a:lnTo>
                    <a:pt x="619862" y="786819"/>
                  </a:lnTo>
                  <a:lnTo>
                    <a:pt x="613855" y="823574"/>
                  </a:lnTo>
                  <a:close/>
                  <a:moveTo>
                    <a:pt x="837140" y="1117614"/>
                  </a:moveTo>
                  <a:lnTo>
                    <a:pt x="840042" y="1097237"/>
                  </a:lnTo>
                  <a:lnTo>
                    <a:pt x="841704" y="1075947"/>
                  </a:lnTo>
                  <a:close/>
                  <a:moveTo>
                    <a:pt x="895439" y="1083570"/>
                  </a:moveTo>
                  <a:lnTo>
                    <a:pt x="840042" y="1097237"/>
                  </a:lnTo>
                  <a:lnTo>
                    <a:pt x="875501" y="1105233"/>
                  </a:lnTo>
                  <a:close/>
                  <a:moveTo>
                    <a:pt x="895439" y="1083570"/>
                  </a:moveTo>
                  <a:lnTo>
                    <a:pt x="875501" y="1105233"/>
                  </a:lnTo>
                  <a:lnTo>
                    <a:pt x="925623" y="1071848"/>
                  </a:lnTo>
                  <a:close/>
                  <a:moveTo>
                    <a:pt x="649734" y="855180"/>
                  </a:moveTo>
                  <a:lnTo>
                    <a:pt x="683397" y="885294"/>
                  </a:lnTo>
                  <a:lnTo>
                    <a:pt x="692289" y="879900"/>
                  </a:lnTo>
                  <a:close/>
                  <a:moveTo>
                    <a:pt x="646500" y="806391"/>
                  </a:moveTo>
                  <a:lnTo>
                    <a:pt x="613855" y="823574"/>
                  </a:lnTo>
                  <a:lnTo>
                    <a:pt x="619862" y="786819"/>
                  </a:lnTo>
                  <a:close/>
                  <a:moveTo>
                    <a:pt x="629498" y="769636"/>
                  </a:moveTo>
                  <a:lnTo>
                    <a:pt x="646500" y="806391"/>
                  </a:lnTo>
                  <a:lnTo>
                    <a:pt x="619862" y="786819"/>
                  </a:lnTo>
                  <a:close/>
                  <a:moveTo>
                    <a:pt x="619862" y="786819"/>
                  </a:moveTo>
                  <a:lnTo>
                    <a:pt x="621639" y="778968"/>
                  </a:lnTo>
                  <a:lnTo>
                    <a:pt x="639908" y="751063"/>
                  </a:lnTo>
                  <a:close/>
                  <a:moveTo>
                    <a:pt x="3039" y="85620"/>
                  </a:moveTo>
                  <a:lnTo>
                    <a:pt x="13060" y="88474"/>
                  </a:lnTo>
                  <a:lnTo>
                    <a:pt x="16899" y="41229"/>
                  </a:lnTo>
                  <a:close/>
                  <a:moveTo>
                    <a:pt x="37941" y="43062"/>
                  </a:moveTo>
                  <a:lnTo>
                    <a:pt x="35868" y="0"/>
                  </a:lnTo>
                  <a:lnTo>
                    <a:pt x="30094" y="34536"/>
                  </a:lnTo>
                  <a:close/>
                  <a:moveTo>
                    <a:pt x="933588" y="1055424"/>
                  </a:moveTo>
                  <a:lnTo>
                    <a:pt x="895439" y="1083570"/>
                  </a:lnTo>
                  <a:lnTo>
                    <a:pt x="925623" y="1071848"/>
                  </a:lnTo>
                  <a:close/>
                  <a:moveTo>
                    <a:pt x="933276" y="1010930"/>
                  </a:moveTo>
                  <a:lnTo>
                    <a:pt x="933588" y="1055424"/>
                  </a:lnTo>
                  <a:lnTo>
                    <a:pt x="930198" y="1063675"/>
                  </a:lnTo>
                  <a:close/>
                  <a:moveTo>
                    <a:pt x="733285" y="841431"/>
                  </a:moveTo>
                  <a:lnTo>
                    <a:pt x="726113" y="879900"/>
                  </a:lnTo>
                  <a:lnTo>
                    <a:pt x="733276" y="851000"/>
                  </a:lnTo>
                  <a:close/>
                  <a:moveTo>
                    <a:pt x="717202" y="872164"/>
                  </a:moveTo>
                  <a:lnTo>
                    <a:pt x="726113" y="879900"/>
                  </a:lnTo>
                  <a:lnTo>
                    <a:pt x="733285" y="841431"/>
                  </a:lnTo>
                  <a:close/>
                  <a:moveTo>
                    <a:pt x="749388" y="789207"/>
                  </a:moveTo>
                  <a:lnTo>
                    <a:pt x="746289" y="803443"/>
                  </a:lnTo>
                  <a:lnTo>
                    <a:pt x="732467" y="843146"/>
                  </a:lnTo>
                  <a:close/>
                  <a:moveTo>
                    <a:pt x="758800" y="752452"/>
                  </a:moveTo>
                  <a:lnTo>
                    <a:pt x="770350" y="735269"/>
                  </a:lnTo>
                  <a:lnTo>
                    <a:pt x="749388" y="789207"/>
                  </a:lnTo>
                  <a:close/>
                  <a:moveTo>
                    <a:pt x="648179" y="589573"/>
                  </a:moveTo>
                  <a:lnTo>
                    <a:pt x="645079" y="590481"/>
                  </a:lnTo>
                  <a:lnTo>
                    <a:pt x="663618" y="618927"/>
                  </a:lnTo>
                  <a:close/>
                  <a:moveTo>
                    <a:pt x="454197" y="413577"/>
                  </a:moveTo>
                  <a:lnTo>
                    <a:pt x="460387" y="404474"/>
                  </a:lnTo>
                  <a:lnTo>
                    <a:pt x="446735" y="430918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66" name="Input_density__65">
              <a:extLst>
                <a:ext uri="{FF2B5EF4-FFF2-40B4-BE49-F238E27FC236}">
                  <a16:creationId xmlns:a16="http://schemas.microsoft.com/office/drawing/2014/main" id="{FB2A6AC8-72CC-4187-6BAA-DEB2A42065D9}"/>
                </a:ext>
              </a:extLst>
            </p:cNvPr>
            <p:cNvSpPr>
              <a:spLocks noGrp="1"/>
            </p:cNvSpPr>
            <p:nvPr/>
          </p:nvSpPr>
          <p:spPr>
            <a:xfrm>
              <a:off x="1041870" y="1799821"/>
              <a:ext cx="972155" cy="1420312"/>
            </a:xfrm>
            <a:custGeom>
              <a:avLst/>
              <a:gdLst/>
              <a:ahLst/>
              <a:cxnLst/>
              <a:rect l="0" t="0" r="0" b="0"/>
              <a:pathLst>
                <a:path w="972155" h="1420312">
                  <a:moveTo>
                    <a:pt x="246427" y="1420312"/>
                  </a:moveTo>
                  <a:lnTo>
                    <a:pt x="251487" y="1398539"/>
                  </a:lnTo>
                  <a:lnTo>
                    <a:pt x="235383" y="1384544"/>
                  </a:lnTo>
                  <a:close/>
                  <a:moveTo>
                    <a:pt x="128070" y="1218157"/>
                  </a:moveTo>
                  <a:lnTo>
                    <a:pt x="104517" y="1235340"/>
                  </a:lnTo>
                  <a:lnTo>
                    <a:pt x="134729" y="1245144"/>
                  </a:lnTo>
                  <a:close/>
                  <a:moveTo>
                    <a:pt x="145460" y="1198585"/>
                  </a:moveTo>
                  <a:lnTo>
                    <a:pt x="116916" y="1178543"/>
                  </a:lnTo>
                  <a:lnTo>
                    <a:pt x="145776" y="1181402"/>
                  </a:lnTo>
                  <a:close/>
                  <a:moveTo>
                    <a:pt x="116916" y="1178543"/>
                  </a:moveTo>
                  <a:lnTo>
                    <a:pt x="84833" y="1157191"/>
                  </a:lnTo>
                  <a:lnTo>
                    <a:pt x="108484" y="1175387"/>
                  </a:lnTo>
                  <a:close/>
                  <a:moveTo>
                    <a:pt x="0" y="1082488"/>
                  </a:moveTo>
                  <a:lnTo>
                    <a:pt x="29166" y="1125075"/>
                  </a:lnTo>
                  <a:lnTo>
                    <a:pt x="49975" y="1081207"/>
                  </a:lnTo>
                  <a:close/>
                  <a:moveTo>
                    <a:pt x="32711" y="1112868"/>
                  </a:moveTo>
                  <a:lnTo>
                    <a:pt x="68577" y="1122389"/>
                  </a:lnTo>
                  <a:lnTo>
                    <a:pt x="86016" y="1091383"/>
                  </a:lnTo>
                  <a:close/>
                  <a:moveTo>
                    <a:pt x="49975" y="1081207"/>
                  </a:moveTo>
                  <a:lnTo>
                    <a:pt x="32711" y="1112868"/>
                  </a:lnTo>
                  <a:lnTo>
                    <a:pt x="86016" y="1091383"/>
                  </a:lnTo>
                  <a:close/>
                  <a:moveTo>
                    <a:pt x="172089" y="1254912"/>
                  </a:moveTo>
                  <a:lnTo>
                    <a:pt x="183002" y="1265798"/>
                  </a:lnTo>
                  <a:lnTo>
                    <a:pt x="202517" y="1277807"/>
                  </a:lnTo>
                  <a:close/>
                  <a:moveTo>
                    <a:pt x="276979" y="1307054"/>
                  </a:moveTo>
                  <a:lnTo>
                    <a:pt x="251698" y="1281785"/>
                  </a:lnTo>
                  <a:lnTo>
                    <a:pt x="247310" y="1291667"/>
                  </a:lnTo>
                  <a:close/>
                  <a:moveTo>
                    <a:pt x="322218" y="1323378"/>
                  </a:moveTo>
                  <a:lnTo>
                    <a:pt x="312057" y="1311238"/>
                  </a:lnTo>
                  <a:lnTo>
                    <a:pt x="311870" y="1312931"/>
                  </a:lnTo>
                  <a:close/>
                  <a:moveTo>
                    <a:pt x="311870" y="1312931"/>
                  </a:moveTo>
                  <a:lnTo>
                    <a:pt x="302221" y="1305222"/>
                  </a:lnTo>
                  <a:lnTo>
                    <a:pt x="276979" y="1307054"/>
                  </a:lnTo>
                  <a:close/>
                  <a:moveTo>
                    <a:pt x="102327" y="1107892"/>
                  </a:moveTo>
                  <a:lnTo>
                    <a:pt x="128345" y="1125068"/>
                  </a:lnTo>
                  <a:lnTo>
                    <a:pt x="122110" y="1090709"/>
                  </a:lnTo>
                  <a:close/>
                  <a:moveTo>
                    <a:pt x="40713" y="997627"/>
                  </a:moveTo>
                  <a:lnTo>
                    <a:pt x="34594" y="947211"/>
                  </a:lnTo>
                  <a:lnTo>
                    <a:pt x="39045" y="988339"/>
                  </a:lnTo>
                  <a:close/>
                  <a:moveTo>
                    <a:pt x="435810" y="1367565"/>
                  </a:moveTo>
                  <a:lnTo>
                    <a:pt x="408716" y="1330810"/>
                  </a:lnTo>
                  <a:lnTo>
                    <a:pt x="423014" y="1383117"/>
                  </a:lnTo>
                  <a:close/>
                  <a:moveTo>
                    <a:pt x="319620" y="1235996"/>
                  </a:moveTo>
                  <a:lnTo>
                    <a:pt x="330614" y="1190592"/>
                  </a:lnTo>
                  <a:lnTo>
                    <a:pt x="276512" y="1200974"/>
                  </a:lnTo>
                  <a:close/>
                  <a:moveTo>
                    <a:pt x="273737" y="1198725"/>
                  </a:moveTo>
                  <a:lnTo>
                    <a:pt x="257117" y="1164956"/>
                  </a:lnTo>
                  <a:lnTo>
                    <a:pt x="235141" y="1178998"/>
                  </a:lnTo>
                  <a:close/>
                  <a:moveTo>
                    <a:pt x="127102" y="1024212"/>
                  </a:moveTo>
                  <a:lnTo>
                    <a:pt x="181268" y="1005943"/>
                  </a:lnTo>
                  <a:lnTo>
                    <a:pt x="150662" y="1016090"/>
                  </a:lnTo>
                  <a:close/>
                  <a:moveTo>
                    <a:pt x="150662" y="1016090"/>
                  </a:moveTo>
                  <a:lnTo>
                    <a:pt x="118790" y="1017198"/>
                  </a:lnTo>
                  <a:lnTo>
                    <a:pt x="127102" y="1024212"/>
                  </a:lnTo>
                  <a:close/>
                  <a:moveTo>
                    <a:pt x="116555" y="1041907"/>
                  </a:moveTo>
                  <a:lnTo>
                    <a:pt x="118790" y="1017198"/>
                  </a:lnTo>
                  <a:lnTo>
                    <a:pt x="150662" y="1016090"/>
                  </a:lnTo>
                  <a:close/>
                  <a:moveTo>
                    <a:pt x="75229" y="963260"/>
                  </a:moveTo>
                  <a:lnTo>
                    <a:pt x="73787" y="949452"/>
                  </a:lnTo>
                  <a:lnTo>
                    <a:pt x="92021" y="972358"/>
                  </a:lnTo>
                  <a:close/>
                  <a:moveTo>
                    <a:pt x="57088" y="943689"/>
                  </a:moveTo>
                  <a:lnTo>
                    <a:pt x="73787" y="949452"/>
                  </a:lnTo>
                  <a:lnTo>
                    <a:pt x="75229" y="963260"/>
                  </a:lnTo>
                  <a:close/>
                  <a:moveTo>
                    <a:pt x="331457" y="1097538"/>
                  </a:moveTo>
                  <a:lnTo>
                    <a:pt x="321957" y="1093097"/>
                  </a:lnTo>
                  <a:lnTo>
                    <a:pt x="319321" y="1146744"/>
                  </a:lnTo>
                  <a:close/>
                  <a:moveTo>
                    <a:pt x="293559" y="1080420"/>
                  </a:moveTo>
                  <a:lnTo>
                    <a:pt x="262236" y="1087886"/>
                  </a:lnTo>
                  <a:lnTo>
                    <a:pt x="253824" y="1073525"/>
                  </a:lnTo>
                  <a:close/>
                  <a:moveTo>
                    <a:pt x="182120" y="998033"/>
                  </a:moveTo>
                  <a:lnTo>
                    <a:pt x="150662" y="1016090"/>
                  </a:lnTo>
                  <a:lnTo>
                    <a:pt x="181268" y="1005943"/>
                  </a:lnTo>
                  <a:close/>
                  <a:moveTo>
                    <a:pt x="182120" y="998033"/>
                  </a:moveTo>
                  <a:lnTo>
                    <a:pt x="191631" y="948483"/>
                  </a:lnTo>
                  <a:lnTo>
                    <a:pt x="163073" y="966284"/>
                  </a:lnTo>
                  <a:close/>
                  <a:moveTo>
                    <a:pt x="193372" y="946077"/>
                  </a:moveTo>
                  <a:lnTo>
                    <a:pt x="191631" y="948483"/>
                  </a:lnTo>
                  <a:lnTo>
                    <a:pt x="202370" y="1000015"/>
                  </a:lnTo>
                  <a:close/>
                  <a:moveTo>
                    <a:pt x="181421" y="963260"/>
                  </a:moveTo>
                  <a:lnTo>
                    <a:pt x="193372" y="946077"/>
                  </a:lnTo>
                  <a:lnTo>
                    <a:pt x="202370" y="1000015"/>
                  </a:lnTo>
                  <a:close/>
                  <a:moveTo>
                    <a:pt x="321957" y="1093097"/>
                  </a:moveTo>
                  <a:lnTo>
                    <a:pt x="331457" y="1097538"/>
                  </a:lnTo>
                  <a:lnTo>
                    <a:pt x="334926" y="1089310"/>
                  </a:lnTo>
                  <a:close/>
                  <a:moveTo>
                    <a:pt x="335846" y="1093097"/>
                  </a:moveTo>
                  <a:lnTo>
                    <a:pt x="334926" y="1089310"/>
                  </a:lnTo>
                  <a:lnTo>
                    <a:pt x="331457" y="1097538"/>
                  </a:lnTo>
                  <a:close/>
                  <a:moveTo>
                    <a:pt x="344836" y="1051352"/>
                  </a:moveTo>
                  <a:lnTo>
                    <a:pt x="334926" y="1089310"/>
                  </a:lnTo>
                  <a:lnTo>
                    <a:pt x="335846" y="1093097"/>
                  </a:lnTo>
                  <a:close/>
                  <a:moveTo>
                    <a:pt x="335846" y="1093097"/>
                  </a:moveTo>
                  <a:lnTo>
                    <a:pt x="341076" y="1056342"/>
                  </a:lnTo>
                  <a:lnTo>
                    <a:pt x="344836" y="1051352"/>
                  </a:lnTo>
                  <a:close/>
                  <a:moveTo>
                    <a:pt x="324063" y="1039158"/>
                  </a:moveTo>
                  <a:lnTo>
                    <a:pt x="336749" y="1021115"/>
                  </a:lnTo>
                  <a:lnTo>
                    <a:pt x="303664" y="1042891"/>
                  </a:lnTo>
                  <a:close/>
                  <a:moveTo>
                    <a:pt x="244797" y="892138"/>
                  </a:moveTo>
                  <a:lnTo>
                    <a:pt x="257513" y="945651"/>
                  </a:lnTo>
                  <a:lnTo>
                    <a:pt x="274506" y="912978"/>
                  </a:lnTo>
                  <a:close/>
                  <a:moveTo>
                    <a:pt x="211142" y="896852"/>
                  </a:moveTo>
                  <a:lnTo>
                    <a:pt x="192293" y="855521"/>
                  </a:lnTo>
                  <a:lnTo>
                    <a:pt x="188365" y="872567"/>
                  </a:lnTo>
                  <a:close/>
                  <a:moveTo>
                    <a:pt x="192571" y="855787"/>
                  </a:moveTo>
                  <a:lnTo>
                    <a:pt x="192293" y="855521"/>
                  </a:lnTo>
                  <a:lnTo>
                    <a:pt x="211142" y="896852"/>
                  </a:lnTo>
                  <a:close/>
                  <a:moveTo>
                    <a:pt x="233511" y="884280"/>
                  </a:moveTo>
                  <a:lnTo>
                    <a:pt x="192571" y="855787"/>
                  </a:lnTo>
                  <a:lnTo>
                    <a:pt x="211142" y="896852"/>
                  </a:lnTo>
                  <a:close/>
                  <a:moveTo>
                    <a:pt x="188365" y="872567"/>
                  </a:moveTo>
                  <a:lnTo>
                    <a:pt x="192293" y="855521"/>
                  </a:lnTo>
                  <a:lnTo>
                    <a:pt x="167656" y="830804"/>
                  </a:lnTo>
                  <a:close/>
                  <a:moveTo>
                    <a:pt x="411000" y="1126387"/>
                  </a:moveTo>
                  <a:lnTo>
                    <a:pt x="432562" y="1153605"/>
                  </a:lnTo>
                  <a:lnTo>
                    <a:pt x="384577" y="1120780"/>
                  </a:lnTo>
                  <a:close/>
                  <a:moveTo>
                    <a:pt x="192571" y="855787"/>
                  </a:moveTo>
                  <a:lnTo>
                    <a:pt x="233511" y="884280"/>
                  </a:lnTo>
                  <a:lnTo>
                    <a:pt x="251330" y="854694"/>
                  </a:lnTo>
                  <a:close/>
                  <a:moveTo>
                    <a:pt x="277758" y="828929"/>
                  </a:moveTo>
                  <a:lnTo>
                    <a:pt x="268749" y="802793"/>
                  </a:lnTo>
                  <a:lnTo>
                    <a:pt x="269082" y="801445"/>
                  </a:lnTo>
                  <a:close/>
                  <a:moveTo>
                    <a:pt x="275553" y="784262"/>
                  </a:moveTo>
                  <a:lnTo>
                    <a:pt x="277758" y="828929"/>
                  </a:lnTo>
                  <a:lnTo>
                    <a:pt x="269082" y="801445"/>
                  </a:lnTo>
                  <a:close/>
                  <a:moveTo>
                    <a:pt x="269082" y="801445"/>
                  </a:moveTo>
                  <a:lnTo>
                    <a:pt x="247770" y="764690"/>
                  </a:lnTo>
                  <a:lnTo>
                    <a:pt x="275553" y="784262"/>
                  </a:lnTo>
                  <a:close/>
                  <a:moveTo>
                    <a:pt x="597901" y="1086016"/>
                  </a:moveTo>
                  <a:lnTo>
                    <a:pt x="573076" y="1089406"/>
                  </a:lnTo>
                  <a:lnTo>
                    <a:pt x="633255" y="1093619"/>
                  </a:lnTo>
                  <a:close/>
                  <a:moveTo>
                    <a:pt x="463602" y="886976"/>
                  </a:moveTo>
                  <a:lnTo>
                    <a:pt x="463109" y="877343"/>
                  </a:lnTo>
                  <a:lnTo>
                    <a:pt x="464919" y="914098"/>
                  </a:lnTo>
                  <a:close/>
                  <a:moveTo>
                    <a:pt x="668435" y="1052539"/>
                  </a:moveTo>
                  <a:lnTo>
                    <a:pt x="654693" y="1018963"/>
                  </a:lnTo>
                  <a:lnTo>
                    <a:pt x="653847" y="1043935"/>
                  </a:lnTo>
                  <a:close/>
                  <a:moveTo>
                    <a:pt x="654693" y="1018963"/>
                  </a:moveTo>
                  <a:lnTo>
                    <a:pt x="651910" y="1007180"/>
                  </a:lnTo>
                  <a:lnTo>
                    <a:pt x="653847" y="1043935"/>
                  </a:lnTo>
                  <a:close/>
                  <a:moveTo>
                    <a:pt x="626521" y="972234"/>
                  </a:moveTo>
                  <a:lnTo>
                    <a:pt x="618471" y="976576"/>
                  </a:lnTo>
                  <a:lnTo>
                    <a:pt x="624556" y="970425"/>
                  </a:lnTo>
                  <a:close/>
                  <a:moveTo>
                    <a:pt x="458508" y="864029"/>
                  </a:moveTo>
                  <a:lnTo>
                    <a:pt x="464919" y="914098"/>
                  </a:lnTo>
                  <a:lnTo>
                    <a:pt x="463109" y="877343"/>
                  </a:lnTo>
                  <a:close/>
                  <a:moveTo>
                    <a:pt x="596339" y="922733"/>
                  </a:moveTo>
                  <a:lnTo>
                    <a:pt x="604460" y="960879"/>
                  </a:lnTo>
                  <a:lnTo>
                    <a:pt x="618315" y="931956"/>
                  </a:lnTo>
                  <a:close/>
                  <a:moveTo>
                    <a:pt x="618315" y="931956"/>
                  </a:moveTo>
                  <a:lnTo>
                    <a:pt x="626069" y="879732"/>
                  </a:lnTo>
                  <a:lnTo>
                    <a:pt x="585075" y="887144"/>
                  </a:lnTo>
                  <a:close/>
                  <a:moveTo>
                    <a:pt x="668328" y="873637"/>
                  </a:moveTo>
                  <a:lnTo>
                    <a:pt x="627640" y="880209"/>
                  </a:lnTo>
                  <a:lnTo>
                    <a:pt x="663841" y="890982"/>
                  </a:lnTo>
                  <a:close/>
                  <a:moveTo>
                    <a:pt x="668328" y="873637"/>
                  </a:moveTo>
                  <a:lnTo>
                    <a:pt x="628209" y="879165"/>
                  </a:lnTo>
                  <a:lnTo>
                    <a:pt x="627640" y="880209"/>
                  </a:lnTo>
                  <a:close/>
                  <a:moveTo>
                    <a:pt x="652423" y="825793"/>
                  </a:moveTo>
                  <a:lnTo>
                    <a:pt x="640887" y="833531"/>
                  </a:lnTo>
                  <a:lnTo>
                    <a:pt x="666412" y="830448"/>
                  </a:lnTo>
                  <a:close/>
                  <a:moveTo>
                    <a:pt x="666412" y="830448"/>
                  </a:moveTo>
                  <a:lnTo>
                    <a:pt x="640887" y="833531"/>
                  </a:lnTo>
                  <a:lnTo>
                    <a:pt x="628209" y="879165"/>
                  </a:lnTo>
                  <a:close/>
                  <a:moveTo>
                    <a:pt x="72464" y="127448"/>
                  </a:moveTo>
                  <a:lnTo>
                    <a:pt x="51071" y="144632"/>
                  </a:lnTo>
                  <a:lnTo>
                    <a:pt x="77167" y="164204"/>
                  </a:lnTo>
                  <a:close/>
                  <a:moveTo>
                    <a:pt x="28246" y="107877"/>
                  </a:moveTo>
                  <a:lnTo>
                    <a:pt x="51071" y="144632"/>
                  </a:lnTo>
                  <a:lnTo>
                    <a:pt x="72464" y="127448"/>
                  </a:lnTo>
                  <a:close/>
                  <a:moveTo>
                    <a:pt x="28246" y="107877"/>
                  </a:moveTo>
                  <a:lnTo>
                    <a:pt x="72464" y="127448"/>
                  </a:lnTo>
                  <a:lnTo>
                    <a:pt x="51628" y="90693"/>
                  </a:lnTo>
                  <a:close/>
                  <a:moveTo>
                    <a:pt x="880272" y="1078166"/>
                  </a:moveTo>
                  <a:lnTo>
                    <a:pt x="855573" y="1071157"/>
                  </a:lnTo>
                  <a:lnTo>
                    <a:pt x="875707" y="1119833"/>
                  </a:lnTo>
                  <a:close/>
                  <a:moveTo>
                    <a:pt x="880272" y="1078166"/>
                  </a:moveTo>
                  <a:lnTo>
                    <a:pt x="878610" y="1099456"/>
                  </a:lnTo>
                  <a:lnTo>
                    <a:pt x="934007" y="1085789"/>
                  </a:lnTo>
                  <a:close/>
                  <a:moveTo>
                    <a:pt x="776654" y="884493"/>
                  </a:moveTo>
                  <a:lnTo>
                    <a:pt x="764681" y="882120"/>
                  </a:lnTo>
                  <a:lnTo>
                    <a:pt x="749028" y="892490"/>
                  </a:lnTo>
                  <a:close/>
                  <a:moveTo>
                    <a:pt x="660471" y="852937"/>
                  </a:moveTo>
                  <a:lnTo>
                    <a:pt x="640887" y="833531"/>
                  </a:lnTo>
                  <a:lnTo>
                    <a:pt x="652423" y="825793"/>
                  </a:lnTo>
                  <a:close/>
                  <a:moveTo>
                    <a:pt x="668066" y="771855"/>
                  </a:moveTo>
                  <a:lnTo>
                    <a:pt x="658430" y="789038"/>
                  </a:lnTo>
                  <a:lnTo>
                    <a:pt x="678475" y="753283"/>
                  </a:lnTo>
                  <a:close/>
                  <a:moveTo>
                    <a:pt x="92438" y="121825"/>
                  </a:moveTo>
                  <a:lnTo>
                    <a:pt x="101136" y="164204"/>
                  </a:lnTo>
                  <a:lnTo>
                    <a:pt x="97466" y="127448"/>
                  </a:lnTo>
                  <a:close/>
                  <a:moveTo>
                    <a:pt x="76508" y="45281"/>
                  </a:moveTo>
                  <a:lnTo>
                    <a:pt x="51628" y="90693"/>
                  </a:lnTo>
                  <a:lnTo>
                    <a:pt x="81877" y="85663"/>
                  </a:lnTo>
                  <a:close/>
                  <a:moveTo>
                    <a:pt x="76508" y="45281"/>
                  </a:moveTo>
                  <a:lnTo>
                    <a:pt x="81877" y="85663"/>
                  </a:lnTo>
                  <a:lnTo>
                    <a:pt x="94457" y="90693"/>
                  </a:lnTo>
                  <a:close/>
                  <a:moveTo>
                    <a:pt x="74435" y="2219"/>
                  </a:moveTo>
                  <a:lnTo>
                    <a:pt x="64956" y="0"/>
                  </a:lnTo>
                  <a:lnTo>
                    <a:pt x="68661" y="36755"/>
                  </a:lnTo>
                  <a:close/>
                  <a:moveTo>
                    <a:pt x="972155" y="1057643"/>
                  </a:moveTo>
                  <a:lnTo>
                    <a:pt x="942587" y="1054593"/>
                  </a:lnTo>
                  <a:lnTo>
                    <a:pt x="934007" y="1085789"/>
                  </a:lnTo>
                  <a:close/>
                  <a:moveTo>
                    <a:pt x="971844" y="1013149"/>
                  </a:moveTo>
                  <a:lnTo>
                    <a:pt x="942587" y="1054593"/>
                  </a:lnTo>
                  <a:lnTo>
                    <a:pt x="972155" y="1057643"/>
                  </a:lnTo>
                  <a:close/>
                  <a:moveTo>
                    <a:pt x="658608" y="681162"/>
                  </a:moveTo>
                  <a:lnTo>
                    <a:pt x="666438" y="708276"/>
                  </a:lnTo>
                  <a:lnTo>
                    <a:pt x="659804" y="698345"/>
                  </a:lnTo>
                  <a:close/>
                  <a:moveTo>
                    <a:pt x="657586" y="721041"/>
                  </a:moveTo>
                  <a:lnTo>
                    <a:pt x="666438" y="708276"/>
                  </a:lnTo>
                  <a:lnTo>
                    <a:pt x="658608" y="681162"/>
                  </a:lnTo>
                  <a:close/>
                  <a:moveTo>
                    <a:pt x="490432" y="507186"/>
                  </a:moveTo>
                  <a:lnTo>
                    <a:pt x="517239" y="524178"/>
                  </a:lnTo>
                  <a:lnTo>
                    <a:pt x="501515" y="514570"/>
                  </a:lnTo>
                  <a:close/>
                  <a:moveTo>
                    <a:pt x="490432" y="507186"/>
                  </a:moveTo>
                  <a:lnTo>
                    <a:pt x="478688" y="471988"/>
                  </a:lnTo>
                  <a:lnTo>
                    <a:pt x="461769" y="503401"/>
                  </a:lnTo>
                  <a:close/>
                  <a:moveTo>
                    <a:pt x="478688" y="471988"/>
                  </a:moveTo>
                  <a:lnTo>
                    <a:pt x="501515" y="514570"/>
                  </a:lnTo>
                  <a:lnTo>
                    <a:pt x="495441" y="477815"/>
                  </a:lnTo>
                  <a:close/>
                  <a:moveTo>
                    <a:pt x="478688" y="471988"/>
                  </a:moveTo>
                  <a:lnTo>
                    <a:pt x="490432" y="507186"/>
                  </a:lnTo>
                  <a:lnTo>
                    <a:pt x="501515" y="514570"/>
                  </a:lnTo>
                  <a:close/>
                  <a:moveTo>
                    <a:pt x="478688" y="471988"/>
                  </a:moveTo>
                  <a:lnTo>
                    <a:pt x="495441" y="477815"/>
                  </a:lnTo>
                  <a:lnTo>
                    <a:pt x="485302" y="433137"/>
                  </a:lnTo>
                  <a:close/>
                  <a:moveTo>
                    <a:pt x="485302" y="433137"/>
                  </a:moveTo>
                  <a:lnTo>
                    <a:pt x="503881" y="474234"/>
                  </a:lnTo>
                  <a:lnTo>
                    <a:pt x="517327" y="428298"/>
                  </a:lnTo>
                  <a:close/>
                  <a:moveTo>
                    <a:pt x="787956" y="791427"/>
                  </a:moveTo>
                  <a:lnTo>
                    <a:pt x="798764" y="761453"/>
                  </a:lnTo>
                  <a:lnTo>
                    <a:pt x="788775" y="785145"/>
                  </a:lnTo>
                  <a:close/>
                  <a:moveTo>
                    <a:pt x="808917" y="737488"/>
                  </a:moveTo>
                  <a:lnTo>
                    <a:pt x="798764" y="761453"/>
                  </a:lnTo>
                  <a:lnTo>
                    <a:pt x="787956" y="791427"/>
                  </a:lnTo>
                  <a:close/>
                  <a:moveTo>
                    <a:pt x="721171" y="595922"/>
                  </a:moveTo>
                  <a:lnTo>
                    <a:pt x="686747" y="591792"/>
                  </a:lnTo>
                  <a:lnTo>
                    <a:pt x="702185" y="621147"/>
                  </a:lnTo>
                  <a:close/>
                  <a:moveTo>
                    <a:pt x="519538" y="421118"/>
                  </a:moveTo>
                  <a:lnTo>
                    <a:pt x="492764" y="415796"/>
                  </a:lnTo>
                  <a:lnTo>
                    <a:pt x="485302" y="433137"/>
                  </a:lnTo>
                  <a:close/>
                  <a:moveTo>
                    <a:pt x="492764" y="415796"/>
                  </a:moveTo>
                  <a:lnTo>
                    <a:pt x="519538" y="421118"/>
                  </a:lnTo>
                  <a:lnTo>
                    <a:pt x="513544" y="381244"/>
                  </a:lnTo>
                  <a:close/>
                  <a:moveTo>
                    <a:pt x="492764" y="415796"/>
                  </a:moveTo>
                  <a:lnTo>
                    <a:pt x="513544" y="381244"/>
                  </a:lnTo>
                  <a:lnTo>
                    <a:pt x="479226" y="382055"/>
                  </a:lnTo>
                  <a:close/>
                  <a:moveTo>
                    <a:pt x="721171" y="595922"/>
                  </a:moveTo>
                  <a:lnTo>
                    <a:pt x="729155" y="582791"/>
                  </a:lnTo>
                  <a:lnTo>
                    <a:pt x="686747" y="591792"/>
                  </a:lnTo>
                  <a:close/>
                  <a:moveTo>
                    <a:pt x="686747" y="591792"/>
                  </a:moveTo>
                  <a:lnTo>
                    <a:pt x="729155" y="582791"/>
                  </a:lnTo>
                  <a:lnTo>
                    <a:pt x="687046" y="58993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67" name="Input_density__66">
              <a:extLst>
                <a:ext uri="{FF2B5EF4-FFF2-40B4-BE49-F238E27FC236}">
                  <a16:creationId xmlns:a16="http://schemas.microsoft.com/office/drawing/2014/main" id="{C46359D9-E400-40CB-DF16-3FB02D254A60}"/>
                </a:ext>
              </a:extLst>
            </p:cNvPr>
            <p:cNvSpPr>
              <a:spLocks noGrp="1"/>
            </p:cNvSpPr>
            <p:nvPr/>
          </p:nvSpPr>
          <p:spPr>
            <a:xfrm>
              <a:off x="937945" y="1761016"/>
              <a:ext cx="896838" cy="1386799"/>
            </a:xfrm>
            <a:custGeom>
              <a:avLst/>
              <a:gdLst/>
              <a:ahLst/>
              <a:cxnLst/>
              <a:rect l="0" t="0" r="0" b="0"/>
              <a:pathLst>
                <a:path w="896838" h="1386799">
                  <a:moveTo>
                    <a:pt x="0" y="1110748"/>
                  </a:moveTo>
                  <a:lnTo>
                    <a:pt x="24590" y="1106477"/>
                  </a:lnTo>
                  <a:lnTo>
                    <a:pt x="20653" y="1107554"/>
                  </a:lnTo>
                  <a:close/>
                  <a:moveTo>
                    <a:pt x="46461" y="1063675"/>
                  </a:moveTo>
                  <a:lnTo>
                    <a:pt x="20653" y="1107554"/>
                  </a:lnTo>
                  <a:lnTo>
                    <a:pt x="38393" y="1090371"/>
                  </a:lnTo>
                  <a:close/>
                  <a:moveTo>
                    <a:pt x="20507" y="1027782"/>
                  </a:moveTo>
                  <a:lnTo>
                    <a:pt x="46614" y="1053616"/>
                  </a:lnTo>
                  <a:lnTo>
                    <a:pt x="40844" y="1042674"/>
                  </a:lnTo>
                  <a:close/>
                  <a:moveTo>
                    <a:pt x="27353" y="1016861"/>
                  </a:moveTo>
                  <a:lnTo>
                    <a:pt x="20507" y="1027782"/>
                  </a:lnTo>
                  <a:lnTo>
                    <a:pt x="40844" y="1042674"/>
                  </a:lnTo>
                  <a:close/>
                  <a:moveTo>
                    <a:pt x="206252" y="1146697"/>
                  </a:moveTo>
                  <a:lnTo>
                    <a:pt x="244326" y="1112735"/>
                  </a:lnTo>
                  <a:lnTo>
                    <a:pt x="195217" y="1101252"/>
                  </a:lnTo>
                  <a:close/>
                  <a:moveTo>
                    <a:pt x="195217" y="1101252"/>
                  </a:moveTo>
                  <a:lnTo>
                    <a:pt x="244326" y="1112735"/>
                  </a:lnTo>
                  <a:lnTo>
                    <a:pt x="229117" y="1100780"/>
                  </a:lnTo>
                  <a:close/>
                  <a:moveTo>
                    <a:pt x="195217" y="1101252"/>
                  </a:moveTo>
                  <a:lnTo>
                    <a:pt x="229117" y="1100780"/>
                  </a:lnTo>
                  <a:lnTo>
                    <a:pt x="187352" y="1062899"/>
                  </a:lnTo>
                  <a:close/>
                  <a:moveTo>
                    <a:pt x="115284" y="1022565"/>
                  </a:moveTo>
                  <a:lnTo>
                    <a:pt x="138519" y="986016"/>
                  </a:lnTo>
                  <a:lnTo>
                    <a:pt x="100429" y="989895"/>
                  </a:lnTo>
                  <a:close/>
                  <a:moveTo>
                    <a:pt x="454943" y="1338770"/>
                  </a:moveTo>
                  <a:lnTo>
                    <a:pt x="446277" y="1369490"/>
                  </a:lnTo>
                  <a:lnTo>
                    <a:pt x="494049" y="1332860"/>
                  </a:lnTo>
                  <a:close/>
                  <a:moveTo>
                    <a:pt x="494049" y="1332860"/>
                  </a:moveTo>
                  <a:lnTo>
                    <a:pt x="477575" y="1386799"/>
                  </a:lnTo>
                  <a:lnTo>
                    <a:pt x="496420" y="1336185"/>
                  </a:lnTo>
                  <a:close/>
                  <a:moveTo>
                    <a:pt x="496420" y="1336185"/>
                  </a:moveTo>
                  <a:lnTo>
                    <a:pt x="477575" y="1386799"/>
                  </a:lnTo>
                  <a:lnTo>
                    <a:pt x="494262" y="1378639"/>
                  </a:lnTo>
                  <a:close/>
                  <a:moveTo>
                    <a:pt x="494262" y="1378639"/>
                  </a:moveTo>
                  <a:lnTo>
                    <a:pt x="512642" y="1369615"/>
                  </a:lnTo>
                  <a:lnTo>
                    <a:pt x="496420" y="1336185"/>
                  </a:lnTo>
                  <a:close/>
                  <a:moveTo>
                    <a:pt x="494049" y="1332860"/>
                  </a:moveTo>
                  <a:lnTo>
                    <a:pt x="494883" y="1330439"/>
                  </a:lnTo>
                  <a:lnTo>
                    <a:pt x="454943" y="1338770"/>
                  </a:lnTo>
                  <a:close/>
                  <a:moveTo>
                    <a:pt x="454943" y="1338770"/>
                  </a:moveTo>
                  <a:lnTo>
                    <a:pt x="494883" y="1330439"/>
                  </a:lnTo>
                  <a:lnTo>
                    <a:pt x="481066" y="1299873"/>
                  </a:lnTo>
                  <a:close/>
                  <a:moveTo>
                    <a:pt x="481066" y="1299873"/>
                  </a:moveTo>
                  <a:lnTo>
                    <a:pt x="494883" y="1330439"/>
                  </a:lnTo>
                  <a:lnTo>
                    <a:pt x="523495" y="1312838"/>
                  </a:lnTo>
                  <a:close/>
                  <a:moveTo>
                    <a:pt x="161013" y="982494"/>
                  </a:moveTo>
                  <a:lnTo>
                    <a:pt x="135186" y="943979"/>
                  </a:lnTo>
                  <a:lnTo>
                    <a:pt x="136420" y="958446"/>
                  </a:lnTo>
                  <a:close/>
                  <a:moveTo>
                    <a:pt x="199095" y="928556"/>
                  </a:moveTo>
                  <a:lnTo>
                    <a:pt x="202229" y="891800"/>
                  </a:lnTo>
                  <a:lnTo>
                    <a:pt x="186174" y="929615"/>
                  </a:lnTo>
                  <a:close/>
                  <a:moveTo>
                    <a:pt x="186174" y="929615"/>
                  </a:moveTo>
                  <a:lnTo>
                    <a:pt x="187744" y="929555"/>
                  </a:lnTo>
                  <a:lnTo>
                    <a:pt x="199095" y="928556"/>
                  </a:lnTo>
                  <a:close/>
                  <a:moveTo>
                    <a:pt x="142127" y="855046"/>
                  </a:moveTo>
                  <a:lnTo>
                    <a:pt x="171463" y="896828"/>
                  </a:lnTo>
                  <a:lnTo>
                    <a:pt x="175600" y="884149"/>
                  </a:lnTo>
                  <a:close/>
                  <a:moveTo>
                    <a:pt x="523495" y="1312838"/>
                  </a:moveTo>
                  <a:lnTo>
                    <a:pt x="541025" y="1322963"/>
                  </a:lnTo>
                  <a:lnTo>
                    <a:pt x="553810" y="1301604"/>
                  </a:lnTo>
                  <a:close/>
                  <a:moveTo>
                    <a:pt x="553810" y="1301604"/>
                  </a:moveTo>
                  <a:lnTo>
                    <a:pt x="541025" y="1322963"/>
                  </a:lnTo>
                  <a:lnTo>
                    <a:pt x="570813" y="1278922"/>
                  </a:lnTo>
                  <a:close/>
                  <a:moveTo>
                    <a:pt x="175600" y="884149"/>
                  </a:moveTo>
                  <a:lnTo>
                    <a:pt x="202229" y="891800"/>
                  </a:lnTo>
                  <a:lnTo>
                    <a:pt x="195289" y="861557"/>
                  </a:lnTo>
                  <a:close/>
                  <a:moveTo>
                    <a:pt x="195289" y="861557"/>
                  </a:moveTo>
                  <a:lnTo>
                    <a:pt x="202229" y="891800"/>
                  </a:lnTo>
                  <a:lnTo>
                    <a:pt x="219519" y="840100"/>
                  </a:lnTo>
                  <a:close/>
                  <a:moveTo>
                    <a:pt x="178281" y="837862"/>
                  </a:moveTo>
                  <a:lnTo>
                    <a:pt x="175600" y="884149"/>
                  </a:lnTo>
                  <a:lnTo>
                    <a:pt x="195289" y="861557"/>
                  </a:lnTo>
                  <a:close/>
                  <a:moveTo>
                    <a:pt x="178281" y="837862"/>
                  </a:moveTo>
                  <a:lnTo>
                    <a:pt x="142127" y="855046"/>
                  </a:lnTo>
                  <a:lnTo>
                    <a:pt x="175600" y="884149"/>
                  </a:lnTo>
                  <a:close/>
                  <a:moveTo>
                    <a:pt x="137629" y="818291"/>
                  </a:moveTo>
                  <a:lnTo>
                    <a:pt x="181083" y="808440"/>
                  </a:lnTo>
                  <a:lnTo>
                    <a:pt x="176660" y="803109"/>
                  </a:lnTo>
                  <a:close/>
                  <a:moveTo>
                    <a:pt x="181083" y="808440"/>
                  </a:moveTo>
                  <a:lnTo>
                    <a:pt x="216203" y="837862"/>
                  </a:lnTo>
                  <a:lnTo>
                    <a:pt x="176660" y="803109"/>
                  </a:lnTo>
                  <a:close/>
                  <a:moveTo>
                    <a:pt x="570813" y="1278922"/>
                  </a:moveTo>
                  <a:lnTo>
                    <a:pt x="572464" y="1315677"/>
                  </a:lnTo>
                  <a:lnTo>
                    <a:pt x="599886" y="1298494"/>
                  </a:lnTo>
                  <a:close/>
                  <a:moveTo>
                    <a:pt x="570813" y="1278922"/>
                  </a:moveTo>
                  <a:lnTo>
                    <a:pt x="599886" y="1298494"/>
                  </a:lnTo>
                  <a:lnTo>
                    <a:pt x="579890" y="1261739"/>
                  </a:lnTo>
                  <a:close/>
                  <a:moveTo>
                    <a:pt x="195462" y="832570"/>
                  </a:moveTo>
                  <a:lnTo>
                    <a:pt x="195289" y="861557"/>
                  </a:lnTo>
                  <a:lnTo>
                    <a:pt x="216203" y="837862"/>
                  </a:lnTo>
                  <a:close/>
                  <a:moveTo>
                    <a:pt x="216203" y="837862"/>
                  </a:moveTo>
                  <a:lnTo>
                    <a:pt x="181083" y="808440"/>
                  </a:lnTo>
                  <a:lnTo>
                    <a:pt x="195462" y="832570"/>
                  </a:lnTo>
                  <a:close/>
                  <a:moveTo>
                    <a:pt x="243571" y="820679"/>
                  </a:moveTo>
                  <a:lnTo>
                    <a:pt x="230309" y="837862"/>
                  </a:lnTo>
                  <a:lnTo>
                    <a:pt x="253353" y="857434"/>
                  </a:lnTo>
                  <a:close/>
                  <a:moveTo>
                    <a:pt x="243571" y="820679"/>
                  </a:moveTo>
                  <a:lnTo>
                    <a:pt x="259452" y="783924"/>
                  </a:lnTo>
                  <a:lnTo>
                    <a:pt x="230309" y="837862"/>
                  </a:lnTo>
                  <a:close/>
                  <a:moveTo>
                    <a:pt x="259452" y="783924"/>
                  </a:moveTo>
                  <a:lnTo>
                    <a:pt x="291846" y="780996"/>
                  </a:lnTo>
                  <a:lnTo>
                    <a:pt x="270102" y="781318"/>
                  </a:lnTo>
                  <a:close/>
                  <a:moveTo>
                    <a:pt x="270102" y="781318"/>
                  </a:moveTo>
                  <a:lnTo>
                    <a:pt x="291846" y="780996"/>
                  </a:lnTo>
                  <a:lnTo>
                    <a:pt x="324739" y="779401"/>
                  </a:lnTo>
                  <a:close/>
                  <a:moveTo>
                    <a:pt x="312893" y="791277"/>
                  </a:moveTo>
                  <a:lnTo>
                    <a:pt x="324739" y="779401"/>
                  </a:lnTo>
                  <a:lnTo>
                    <a:pt x="291846" y="780996"/>
                  </a:lnTo>
                  <a:close/>
                  <a:moveTo>
                    <a:pt x="312893" y="791277"/>
                  </a:moveTo>
                  <a:lnTo>
                    <a:pt x="347832" y="789960"/>
                  </a:lnTo>
                  <a:lnTo>
                    <a:pt x="324739" y="779401"/>
                  </a:lnTo>
                  <a:close/>
                  <a:moveTo>
                    <a:pt x="802208" y="1154769"/>
                  </a:moveTo>
                  <a:lnTo>
                    <a:pt x="803191" y="1155773"/>
                  </a:lnTo>
                  <a:lnTo>
                    <a:pt x="835615" y="1155095"/>
                  </a:lnTo>
                  <a:close/>
                  <a:moveTo>
                    <a:pt x="550432" y="740095"/>
                  </a:moveTo>
                  <a:lnTo>
                    <a:pt x="545808" y="737362"/>
                  </a:lnTo>
                  <a:lnTo>
                    <a:pt x="568074" y="771517"/>
                  </a:lnTo>
                  <a:close/>
                  <a:moveTo>
                    <a:pt x="546243" y="734762"/>
                  </a:moveTo>
                  <a:lnTo>
                    <a:pt x="545808" y="737362"/>
                  </a:lnTo>
                  <a:lnTo>
                    <a:pt x="550432" y="740095"/>
                  </a:lnTo>
                  <a:close/>
                  <a:moveTo>
                    <a:pt x="545543" y="721814"/>
                  </a:moveTo>
                  <a:lnTo>
                    <a:pt x="545808" y="737362"/>
                  </a:lnTo>
                  <a:lnTo>
                    <a:pt x="546243" y="734762"/>
                  </a:lnTo>
                  <a:close/>
                  <a:moveTo>
                    <a:pt x="520579" y="668379"/>
                  </a:moveTo>
                  <a:lnTo>
                    <a:pt x="546203" y="698007"/>
                  </a:lnTo>
                  <a:lnTo>
                    <a:pt x="535821" y="685463"/>
                  </a:lnTo>
                  <a:close/>
                  <a:moveTo>
                    <a:pt x="521204" y="661252"/>
                  </a:moveTo>
                  <a:lnTo>
                    <a:pt x="520579" y="668379"/>
                  </a:lnTo>
                  <a:lnTo>
                    <a:pt x="535821" y="685463"/>
                  </a:lnTo>
                  <a:close/>
                  <a:moveTo>
                    <a:pt x="525661" y="647480"/>
                  </a:moveTo>
                  <a:lnTo>
                    <a:pt x="520579" y="668379"/>
                  </a:lnTo>
                  <a:lnTo>
                    <a:pt x="521204" y="661252"/>
                  </a:lnTo>
                  <a:close/>
                  <a:moveTo>
                    <a:pt x="825890" y="926319"/>
                  </a:moveTo>
                  <a:lnTo>
                    <a:pt x="821272" y="944427"/>
                  </a:lnTo>
                  <a:lnTo>
                    <a:pt x="821654" y="938109"/>
                  </a:lnTo>
                  <a:close/>
                  <a:moveTo>
                    <a:pt x="702377" y="838251"/>
                  </a:moveTo>
                  <a:lnTo>
                    <a:pt x="684939" y="827844"/>
                  </a:lnTo>
                  <a:lnTo>
                    <a:pt x="689457" y="880831"/>
                  </a:lnTo>
                  <a:close/>
                  <a:moveTo>
                    <a:pt x="545543" y="721814"/>
                  </a:moveTo>
                  <a:lnTo>
                    <a:pt x="546243" y="734762"/>
                  </a:lnTo>
                  <a:lnTo>
                    <a:pt x="556222" y="728896"/>
                  </a:lnTo>
                  <a:close/>
                  <a:moveTo>
                    <a:pt x="545543" y="721814"/>
                  </a:moveTo>
                  <a:lnTo>
                    <a:pt x="556222" y="728896"/>
                  </a:lnTo>
                  <a:lnTo>
                    <a:pt x="546203" y="698007"/>
                  </a:lnTo>
                  <a:close/>
                  <a:moveTo>
                    <a:pt x="549919" y="641967"/>
                  </a:moveTo>
                  <a:lnTo>
                    <a:pt x="525661" y="647480"/>
                  </a:lnTo>
                  <a:lnTo>
                    <a:pt x="521204" y="661252"/>
                  </a:lnTo>
                  <a:close/>
                  <a:moveTo>
                    <a:pt x="551913" y="607314"/>
                  </a:moveTo>
                  <a:lnTo>
                    <a:pt x="555498" y="622332"/>
                  </a:lnTo>
                  <a:lnTo>
                    <a:pt x="549919" y="641967"/>
                  </a:lnTo>
                  <a:close/>
                  <a:moveTo>
                    <a:pt x="549919" y="641967"/>
                  </a:moveTo>
                  <a:lnTo>
                    <a:pt x="553960" y="628708"/>
                  </a:lnTo>
                  <a:lnTo>
                    <a:pt x="525661" y="647480"/>
                  </a:lnTo>
                  <a:close/>
                  <a:moveTo>
                    <a:pt x="78797" y="19234"/>
                  </a:moveTo>
                  <a:lnTo>
                    <a:pt x="74940" y="26181"/>
                  </a:lnTo>
                  <a:lnTo>
                    <a:pt x="56088" y="41380"/>
                  </a:lnTo>
                  <a:close/>
                  <a:moveTo>
                    <a:pt x="821654" y="938109"/>
                  </a:moveTo>
                  <a:lnTo>
                    <a:pt x="821272" y="944427"/>
                  </a:lnTo>
                  <a:lnTo>
                    <a:pt x="834210" y="957426"/>
                  </a:lnTo>
                  <a:close/>
                  <a:moveTo>
                    <a:pt x="82375" y="15084"/>
                  </a:moveTo>
                  <a:lnTo>
                    <a:pt x="74940" y="26181"/>
                  </a:lnTo>
                  <a:lnTo>
                    <a:pt x="78797" y="19234"/>
                  </a:lnTo>
                  <a:close/>
                  <a:moveTo>
                    <a:pt x="551913" y="607314"/>
                  </a:moveTo>
                  <a:lnTo>
                    <a:pt x="588626" y="590130"/>
                  </a:lnTo>
                  <a:lnTo>
                    <a:pt x="534993" y="586161"/>
                  </a:lnTo>
                  <a:close/>
                  <a:moveTo>
                    <a:pt x="517904" y="533804"/>
                  </a:moveTo>
                  <a:lnTo>
                    <a:pt x="509213" y="561037"/>
                  </a:lnTo>
                  <a:lnTo>
                    <a:pt x="544473" y="525397"/>
                  </a:lnTo>
                  <a:close/>
                  <a:moveTo>
                    <a:pt x="544473" y="525397"/>
                  </a:moveTo>
                  <a:lnTo>
                    <a:pt x="527321" y="528656"/>
                  </a:lnTo>
                  <a:lnTo>
                    <a:pt x="517904" y="533804"/>
                  </a:lnTo>
                  <a:close/>
                  <a:moveTo>
                    <a:pt x="512153" y="479865"/>
                  </a:moveTo>
                  <a:lnTo>
                    <a:pt x="527321" y="528656"/>
                  </a:lnTo>
                  <a:lnTo>
                    <a:pt x="538708" y="503841"/>
                  </a:lnTo>
                  <a:close/>
                  <a:moveTo>
                    <a:pt x="87933" y="15618"/>
                  </a:moveTo>
                  <a:lnTo>
                    <a:pt x="78797" y="19234"/>
                  </a:lnTo>
                  <a:lnTo>
                    <a:pt x="111208" y="26676"/>
                  </a:lnTo>
                  <a:close/>
                  <a:moveTo>
                    <a:pt x="111208" y="26676"/>
                  </a:moveTo>
                  <a:lnTo>
                    <a:pt x="78797" y="19234"/>
                  </a:lnTo>
                  <a:lnTo>
                    <a:pt x="56088" y="41380"/>
                  </a:lnTo>
                  <a:close/>
                  <a:moveTo>
                    <a:pt x="142931" y="20708"/>
                  </a:moveTo>
                  <a:lnTo>
                    <a:pt x="168881" y="38805"/>
                  </a:lnTo>
                  <a:lnTo>
                    <a:pt x="133353" y="5780"/>
                  </a:lnTo>
                  <a:close/>
                  <a:moveTo>
                    <a:pt x="82375" y="15084"/>
                  </a:moveTo>
                  <a:lnTo>
                    <a:pt x="78797" y="19234"/>
                  </a:lnTo>
                  <a:lnTo>
                    <a:pt x="87933" y="15618"/>
                  </a:lnTo>
                  <a:close/>
                  <a:moveTo>
                    <a:pt x="87933" y="15618"/>
                  </a:moveTo>
                  <a:lnTo>
                    <a:pt x="111660" y="0"/>
                  </a:lnTo>
                  <a:lnTo>
                    <a:pt x="82375" y="15084"/>
                  </a:lnTo>
                  <a:close/>
                  <a:moveTo>
                    <a:pt x="87933" y="15618"/>
                  </a:moveTo>
                  <a:lnTo>
                    <a:pt x="133353" y="5780"/>
                  </a:lnTo>
                  <a:lnTo>
                    <a:pt x="111660" y="0"/>
                  </a:lnTo>
                  <a:close/>
                  <a:moveTo>
                    <a:pt x="133353" y="5780"/>
                  </a:moveTo>
                  <a:lnTo>
                    <a:pt x="87933" y="15618"/>
                  </a:lnTo>
                  <a:lnTo>
                    <a:pt x="142931" y="20708"/>
                  </a:lnTo>
                  <a:close/>
                  <a:moveTo>
                    <a:pt x="87933" y="15618"/>
                  </a:moveTo>
                  <a:lnTo>
                    <a:pt x="111208" y="26676"/>
                  </a:lnTo>
                  <a:lnTo>
                    <a:pt x="142931" y="20708"/>
                  </a:lnTo>
                  <a:close/>
                  <a:moveTo>
                    <a:pt x="819706" y="756722"/>
                  </a:moveTo>
                  <a:lnTo>
                    <a:pt x="810112" y="810660"/>
                  </a:lnTo>
                  <a:lnTo>
                    <a:pt x="825356" y="793477"/>
                  </a:lnTo>
                  <a:close/>
                  <a:moveTo>
                    <a:pt x="608374" y="624091"/>
                  </a:moveTo>
                  <a:lnTo>
                    <a:pt x="638121" y="582249"/>
                  </a:lnTo>
                  <a:lnTo>
                    <a:pt x="597282" y="588362"/>
                  </a:lnTo>
                  <a:close/>
                  <a:moveTo>
                    <a:pt x="558196" y="516620"/>
                  </a:moveTo>
                  <a:lnTo>
                    <a:pt x="582613" y="510793"/>
                  </a:lnTo>
                  <a:lnTo>
                    <a:pt x="538708" y="503841"/>
                  </a:lnTo>
                  <a:close/>
                  <a:moveTo>
                    <a:pt x="523374" y="397624"/>
                  </a:moveTo>
                  <a:lnTo>
                    <a:pt x="500643" y="406355"/>
                  </a:lnTo>
                  <a:lnTo>
                    <a:pt x="536174" y="398161"/>
                  </a:lnTo>
                  <a:close/>
                  <a:moveTo>
                    <a:pt x="536174" y="398161"/>
                  </a:moveTo>
                  <a:lnTo>
                    <a:pt x="500643" y="406355"/>
                  </a:lnTo>
                  <a:lnTo>
                    <a:pt x="486649" y="433779"/>
                  </a:lnTo>
                  <a:close/>
                  <a:moveTo>
                    <a:pt x="536174" y="398161"/>
                  </a:moveTo>
                  <a:lnTo>
                    <a:pt x="486649" y="433779"/>
                  </a:lnTo>
                  <a:lnTo>
                    <a:pt x="506557" y="412005"/>
                  </a:lnTo>
                  <a:close/>
                  <a:moveTo>
                    <a:pt x="743535" y="578934"/>
                  </a:moveTo>
                  <a:lnTo>
                    <a:pt x="722360" y="595971"/>
                  </a:lnTo>
                  <a:lnTo>
                    <a:pt x="702868" y="609702"/>
                  </a:lnTo>
                  <a:close/>
                  <a:moveTo>
                    <a:pt x="774542" y="570290"/>
                  </a:moveTo>
                  <a:lnTo>
                    <a:pt x="722360" y="595971"/>
                  </a:lnTo>
                  <a:lnTo>
                    <a:pt x="743535" y="578934"/>
                  </a:lnTo>
                  <a:close/>
                  <a:moveTo>
                    <a:pt x="886286" y="546513"/>
                  </a:moveTo>
                  <a:lnTo>
                    <a:pt x="858513" y="558152"/>
                  </a:lnTo>
                  <a:lnTo>
                    <a:pt x="896838" y="55210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68" name="Input_density__67">
              <a:extLst>
                <a:ext uri="{FF2B5EF4-FFF2-40B4-BE49-F238E27FC236}">
                  <a16:creationId xmlns:a16="http://schemas.microsoft.com/office/drawing/2014/main" id="{1210E9D8-BC58-39F2-9D74-B51B6A9E1F89}"/>
                </a:ext>
              </a:extLst>
            </p:cNvPr>
            <p:cNvSpPr>
              <a:spLocks noGrp="1"/>
            </p:cNvSpPr>
            <p:nvPr/>
          </p:nvSpPr>
          <p:spPr>
            <a:xfrm>
              <a:off x="984406" y="1764811"/>
              <a:ext cx="1024511" cy="1418127"/>
            </a:xfrm>
            <a:custGeom>
              <a:avLst/>
              <a:gdLst/>
              <a:ahLst/>
              <a:cxnLst/>
              <a:rect l="0" t="0" r="0" b="0"/>
              <a:pathLst>
                <a:path w="1024511" h="1418127">
                  <a:moveTo>
                    <a:pt x="0" y="1059880"/>
                  </a:moveTo>
                  <a:lnTo>
                    <a:pt x="153" y="1049820"/>
                  </a:lnTo>
                  <a:lnTo>
                    <a:pt x="12720" y="1064380"/>
                  </a:lnTo>
                  <a:close/>
                  <a:moveTo>
                    <a:pt x="130051" y="1160085"/>
                  </a:moveTo>
                  <a:lnTo>
                    <a:pt x="159791" y="1142902"/>
                  </a:lnTo>
                  <a:lnTo>
                    <a:pt x="126042" y="1157399"/>
                  </a:lnTo>
                  <a:close/>
                  <a:moveTo>
                    <a:pt x="159791" y="1142902"/>
                  </a:moveTo>
                  <a:lnTo>
                    <a:pt x="143481" y="1126393"/>
                  </a:lnTo>
                  <a:lnTo>
                    <a:pt x="126042" y="1157399"/>
                  </a:lnTo>
                  <a:close/>
                  <a:moveTo>
                    <a:pt x="412188" y="1411953"/>
                  </a:moveTo>
                  <a:lnTo>
                    <a:pt x="431114" y="1383003"/>
                  </a:lnTo>
                  <a:lnTo>
                    <a:pt x="426174" y="1392426"/>
                  </a:lnTo>
                  <a:close/>
                  <a:moveTo>
                    <a:pt x="179574" y="1125719"/>
                  </a:moveTo>
                  <a:lnTo>
                    <a:pt x="197864" y="1108940"/>
                  </a:lnTo>
                  <a:lnTo>
                    <a:pt x="159791" y="1142902"/>
                  </a:lnTo>
                  <a:close/>
                  <a:moveTo>
                    <a:pt x="159791" y="1142902"/>
                  </a:moveTo>
                  <a:lnTo>
                    <a:pt x="148756" y="1097456"/>
                  </a:lnTo>
                  <a:lnTo>
                    <a:pt x="143481" y="1126393"/>
                  </a:lnTo>
                  <a:close/>
                  <a:moveTo>
                    <a:pt x="234532" y="1126645"/>
                  </a:moveTo>
                  <a:lnTo>
                    <a:pt x="216417" y="1088964"/>
                  </a:lnTo>
                  <a:lnTo>
                    <a:pt x="182655" y="1096985"/>
                  </a:lnTo>
                  <a:close/>
                  <a:moveTo>
                    <a:pt x="182655" y="1096985"/>
                  </a:moveTo>
                  <a:lnTo>
                    <a:pt x="197864" y="1108940"/>
                  </a:lnTo>
                  <a:lnTo>
                    <a:pt x="234532" y="1126645"/>
                  </a:lnTo>
                  <a:close/>
                  <a:moveTo>
                    <a:pt x="148756" y="1097456"/>
                  </a:moveTo>
                  <a:lnTo>
                    <a:pt x="130070" y="1088964"/>
                  </a:lnTo>
                  <a:lnTo>
                    <a:pt x="143481" y="1126393"/>
                  </a:lnTo>
                  <a:close/>
                  <a:moveTo>
                    <a:pt x="140890" y="1059103"/>
                  </a:moveTo>
                  <a:lnTo>
                    <a:pt x="182655" y="1096985"/>
                  </a:lnTo>
                  <a:lnTo>
                    <a:pt x="143443" y="1069392"/>
                  </a:lnTo>
                  <a:close/>
                  <a:moveTo>
                    <a:pt x="106693" y="1059817"/>
                  </a:moveTo>
                  <a:lnTo>
                    <a:pt x="148756" y="1097456"/>
                  </a:lnTo>
                  <a:lnTo>
                    <a:pt x="140890" y="1059103"/>
                  </a:lnTo>
                  <a:close/>
                  <a:moveTo>
                    <a:pt x="68823" y="1018770"/>
                  </a:moveTo>
                  <a:lnTo>
                    <a:pt x="96509" y="1023349"/>
                  </a:lnTo>
                  <a:lnTo>
                    <a:pt x="92058" y="982221"/>
                  </a:lnTo>
                  <a:close/>
                  <a:moveTo>
                    <a:pt x="89959" y="954650"/>
                  </a:moveTo>
                  <a:lnTo>
                    <a:pt x="92058" y="982221"/>
                  </a:lnTo>
                  <a:lnTo>
                    <a:pt x="106667" y="988752"/>
                  </a:lnTo>
                  <a:close/>
                  <a:moveTo>
                    <a:pt x="447801" y="1374844"/>
                  </a:moveTo>
                  <a:lnTo>
                    <a:pt x="431114" y="1383003"/>
                  </a:lnTo>
                  <a:lnTo>
                    <a:pt x="422573" y="1413013"/>
                  </a:lnTo>
                  <a:close/>
                  <a:moveTo>
                    <a:pt x="466181" y="1365820"/>
                  </a:moveTo>
                  <a:lnTo>
                    <a:pt x="447801" y="1374844"/>
                  </a:lnTo>
                  <a:lnTo>
                    <a:pt x="480478" y="1418127"/>
                  </a:lnTo>
                  <a:close/>
                  <a:moveTo>
                    <a:pt x="399815" y="1365695"/>
                  </a:moveTo>
                  <a:lnTo>
                    <a:pt x="431114" y="1383003"/>
                  </a:lnTo>
                  <a:lnTo>
                    <a:pt x="447587" y="1329065"/>
                  </a:lnTo>
                  <a:close/>
                  <a:moveTo>
                    <a:pt x="369521" y="1346249"/>
                  </a:moveTo>
                  <a:lnTo>
                    <a:pt x="399815" y="1365695"/>
                  </a:lnTo>
                  <a:lnTo>
                    <a:pt x="408482" y="1334974"/>
                  </a:lnTo>
                  <a:close/>
                  <a:moveTo>
                    <a:pt x="408482" y="1334974"/>
                  </a:moveTo>
                  <a:lnTo>
                    <a:pt x="434604" y="1296078"/>
                  </a:lnTo>
                  <a:lnTo>
                    <a:pt x="405287" y="1292824"/>
                  </a:lnTo>
                  <a:close/>
                  <a:moveTo>
                    <a:pt x="318506" y="1264453"/>
                  </a:moveTo>
                  <a:lnTo>
                    <a:pt x="333166" y="1241081"/>
                  </a:lnTo>
                  <a:lnTo>
                    <a:pt x="302206" y="1249903"/>
                  </a:lnTo>
                  <a:close/>
                  <a:moveTo>
                    <a:pt x="353085" y="1263428"/>
                  </a:moveTo>
                  <a:lnTo>
                    <a:pt x="333166" y="1241081"/>
                  </a:lnTo>
                  <a:lnTo>
                    <a:pt x="318506" y="1264453"/>
                  </a:lnTo>
                  <a:close/>
                  <a:moveTo>
                    <a:pt x="337237" y="1231566"/>
                  </a:moveTo>
                  <a:lnTo>
                    <a:pt x="356428" y="1231846"/>
                  </a:lnTo>
                  <a:lnTo>
                    <a:pt x="344559" y="1218800"/>
                  </a:lnTo>
                  <a:close/>
                  <a:moveTo>
                    <a:pt x="388078" y="1225602"/>
                  </a:moveTo>
                  <a:lnTo>
                    <a:pt x="356428" y="1231846"/>
                  </a:lnTo>
                  <a:lnTo>
                    <a:pt x="333977" y="1235984"/>
                  </a:lnTo>
                  <a:close/>
                  <a:moveTo>
                    <a:pt x="333977" y="1235984"/>
                  </a:moveTo>
                  <a:lnTo>
                    <a:pt x="356428" y="1231846"/>
                  </a:lnTo>
                  <a:lnTo>
                    <a:pt x="337237" y="1231566"/>
                  </a:lnTo>
                  <a:close/>
                  <a:moveTo>
                    <a:pt x="388078" y="1225602"/>
                  </a:moveTo>
                  <a:lnTo>
                    <a:pt x="417466" y="1220517"/>
                  </a:lnTo>
                  <a:lnTo>
                    <a:pt x="400369" y="1218800"/>
                  </a:lnTo>
                  <a:close/>
                  <a:moveTo>
                    <a:pt x="234674" y="1121988"/>
                  </a:moveTo>
                  <a:lnTo>
                    <a:pt x="229134" y="1086287"/>
                  </a:lnTo>
                  <a:lnTo>
                    <a:pt x="216417" y="1088964"/>
                  </a:lnTo>
                  <a:close/>
                  <a:moveTo>
                    <a:pt x="216417" y="1088964"/>
                  </a:moveTo>
                  <a:lnTo>
                    <a:pt x="229134" y="1086287"/>
                  </a:lnTo>
                  <a:lnTo>
                    <a:pt x="184567" y="1059222"/>
                  </a:lnTo>
                  <a:close/>
                  <a:moveTo>
                    <a:pt x="269377" y="1035910"/>
                  </a:moveTo>
                  <a:lnTo>
                    <a:pt x="238732" y="1040953"/>
                  </a:lnTo>
                  <a:lnTo>
                    <a:pt x="229134" y="1086287"/>
                  </a:lnTo>
                  <a:close/>
                  <a:moveTo>
                    <a:pt x="176254" y="1052208"/>
                  </a:moveTo>
                  <a:lnTo>
                    <a:pt x="161774" y="1042125"/>
                  </a:lnTo>
                  <a:lnTo>
                    <a:pt x="149486" y="1007368"/>
                  </a:lnTo>
                  <a:close/>
                  <a:moveTo>
                    <a:pt x="120003" y="961515"/>
                  </a:moveTo>
                  <a:lnTo>
                    <a:pt x="141283" y="925760"/>
                  </a:lnTo>
                  <a:lnTo>
                    <a:pt x="114552" y="978699"/>
                  </a:lnTo>
                  <a:close/>
                  <a:moveTo>
                    <a:pt x="114552" y="978699"/>
                  </a:moveTo>
                  <a:lnTo>
                    <a:pt x="141283" y="925760"/>
                  </a:lnTo>
                  <a:lnTo>
                    <a:pt x="88724" y="940184"/>
                  </a:lnTo>
                  <a:close/>
                  <a:moveTo>
                    <a:pt x="387879" y="1217483"/>
                  </a:moveTo>
                  <a:lnTo>
                    <a:pt x="356428" y="1231846"/>
                  </a:lnTo>
                  <a:lnTo>
                    <a:pt x="388078" y="1225602"/>
                  </a:lnTo>
                  <a:close/>
                  <a:moveTo>
                    <a:pt x="387879" y="1217483"/>
                  </a:moveTo>
                  <a:lnTo>
                    <a:pt x="356373" y="1216008"/>
                  </a:lnTo>
                  <a:lnTo>
                    <a:pt x="356428" y="1231846"/>
                  </a:lnTo>
                  <a:close/>
                  <a:moveTo>
                    <a:pt x="356373" y="1216008"/>
                  </a:moveTo>
                  <a:lnTo>
                    <a:pt x="387879" y="1217483"/>
                  </a:lnTo>
                  <a:lnTo>
                    <a:pt x="376785" y="1181754"/>
                  </a:lnTo>
                  <a:close/>
                  <a:moveTo>
                    <a:pt x="356373" y="1216008"/>
                  </a:moveTo>
                  <a:lnTo>
                    <a:pt x="376785" y="1181754"/>
                  </a:lnTo>
                  <a:lnTo>
                    <a:pt x="350644" y="1175919"/>
                  </a:lnTo>
                  <a:close/>
                  <a:moveTo>
                    <a:pt x="387879" y="1217483"/>
                  </a:moveTo>
                  <a:lnTo>
                    <a:pt x="388078" y="1225602"/>
                  </a:lnTo>
                  <a:lnTo>
                    <a:pt x="400369" y="1218800"/>
                  </a:lnTo>
                  <a:close/>
                  <a:moveTo>
                    <a:pt x="376785" y="1181754"/>
                  </a:moveTo>
                  <a:lnTo>
                    <a:pt x="400369" y="1218800"/>
                  </a:lnTo>
                  <a:lnTo>
                    <a:pt x="378912" y="1182045"/>
                  </a:lnTo>
                  <a:close/>
                  <a:moveTo>
                    <a:pt x="376785" y="1181754"/>
                  </a:moveTo>
                  <a:lnTo>
                    <a:pt x="387879" y="1217483"/>
                  </a:lnTo>
                  <a:lnTo>
                    <a:pt x="400369" y="1218800"/>
                  </a:lnTo>
                  <a:close/>
                  <a:moveTo>
                    <a:pt x="173058" y="836304"/>
                  </a:moveTo>
                  <a:lnTo>
                    <a:pt x="169741" y="834067"/>
                  </a:lnTo>
                  <a:lnTo>
                    <a:pt x="148828" y="857762"/>
                  </a:lnTo>
                  <a:close/>
                  <a:moveTo>
                    <a:pt x="517003" y="1238372"/>
                  </a:moveTo>
                  <a:lnTo>
                    <a:pt x="524351" y="1275127"/>
                  </a:lnTo>
                  <a:lnTo>
                    <a:pt x="533428" y="1257943"/>
                  </a:lnTo>
                  <a:close/>
                  <a:moveTo>
                    <a:pt x="517003" y="1238372"/>
                  </a:moveTo>
                  <a:lnTo>
                    <a:pt x="533428" y="1257943"/>
                  </a:lnTo>
                  <a:lnTo>
                    <a:pt x="521384" y="1221188"/>
                  </a:lnTo>
                  <a:close/>
                  <a:moveTo>
                    <a:pt x="490027" y="1188615"/>
                  </a:moveTo>
                  <a:lnTo>
                    <a:pt x="516737" y="1236701"/>
                  </a:lnTo>
                  <a:lnTo>
                    <a:pt x="521384" y="1221188"/>
                  </a:lnTo>
                  <a:close/>
                  <a:moveTo>
                    <a:pt x="521384" y="1221188"/>
                  </a:moveTo>
                  <a:lnTo>
                    <a:pt x="516737" y="1236701"/>
                  </a:lnTo>
                  <a:lnTo>
                    <a:pt x="517003" y="1238372"/>
                  </a:lnTo>
                  <a:close/>
                  <a:moveTo>
                    <a:pt x="521384" y="1221188"/>
                  </a:moveTo>
                  <a:lnTo>
                    <a:pt x="497324" y="1192487"/>
                  </a:lnTo>
                  <a:lnTo>
                    <a:pt x="490027" y="1188615"/>
                  </a:lnTo>
                  <a:close/>
                  <a:moveTo>
                    <a:pt x="346840" y="1044770"/>
                  </a:moveTo>
                  <a:lnTo>
                    <a:pt x="308913" y="1054597"/>
                  </a:lnTo>
                  <a:lnTo>
                    <a:pt x="361128" y="1077901"/>
                  </a:lnTo>
                  <a:close/>
                  <a:moveTo>
                    <a:pt x="206891" y="853638"/>
                  </a:moveTo>
                  <a:lnTo>
                    <a:pt x="213152" y="849105"/>
                  </a:lnTo>
                  <a:lnTo>
                    <a:pt x="225120" y="865814"/>
                  </a:lnTo>
                  <a:close/>
                  <a:moveTo>
                    <a:pt x="183848" y="834067"/>
                  </a:moveTo>
                  <a:lnTo>
                    <a:pt x="213152" y="849105"/>
                  </a:lnTo>
                  <a:lnTo>
                    <a:pt x="206891" y="853638"/>
                  </a:lnTo>
                  <a:close/>
                  <a:moveTo>
                    <a:pt x="225120" y="865814"/>
                  </a:moveTo>
                  <a:lnTo>
                    <a:pt x="206813" y="853775"/>
                  </a:lnTo>
                  <a:lnTo>
                    <a:pt x="206891" y="853638"/>
                  </a:lnTo>
                  <a:close/>
                  <a:moveTo>
                    <a:pt x="521384" y="1221188"/>
                  </a:moveTo>
                  <a:lnTo>
                    <a:pt x="552057" y="1204005"/>
                  </a:lnTo>
                  <a:lnTo>
                    <a:pt x="497324" y="1192487"/>
                  </a:lnTo>
                  <a:close/>
                  <a:moveTo>
                    <a:pt x="302262" y="927148"/>
                  </a:moveTo>
                  <a:lnTo>
                    <a:pt x="341334" y="915005"/>
                  </a:lnTo>
                  <a:lnTo>
                    <a:pt x="290976" y="919290"/>
                  </a:lnTo>
                  <a:close/>
                  <a:moveTo>
                    <a:pt x="290976" y="919290"/>
                  </a:moveTo>
                  <a:lnTo>
                    <a:pt x="341334" y="915005"/>
                  </a:lnTo>
                  <a:lnTo>
                    <a:pt x="338111" y="874738"/>
                  </a:lnTo>
                  <a:close/>
                  <a:moveTo>
                    <a:pt x="341334" y="915005"/>
                  </a:moveTo>
                  <a:lnTo>
                    <a:pt x="373452" y="915982"/>
                  </a:lnTo>
                  <a:lnTo>
                    <a:pt x="338111" y="874738"/>
                  </a:lnTo>
                  <a:close/>
                  <a:moveTo>
                    <a:pt x="532204" y="1102113"/>
                  </a:moveTo>
                  <a:lnTo>
                    <a:pt x="559651" y="1108525"/>
                  </a:lnTo>
                  <a:lnTo>
                    <a:pt x="572624" y="1113312"/>
                  </a:lnTo>
                  <a:close/>
                  <a:moveTo>
                    <a:pt x="445813" y="929537"/>
                  </a:moveTo>
                  <a:lnTo>
                    <a:pt x="454148" y="966960"/>
                  </a:lnTo>
                  <a:lnTo>
                    <a:pt x="450913" y="951124"/>
                  </a:lnTo>
                  <a:close/>
                  <a:moveTo>
                    <a:pt x="374764" y="870168"/>
                  </a:moveTo>
                  <a:lnTo>
                    <a:pt x="338111" y="874738"/>
                  </a:lnTo>
                  <a:lnTo>
                    <a:pt x="374312" y="885509"/>
                  </a:lnTo>
                  <a:close/>
                  <a:moveTo>
                    <a:pt x="374764" y="870168"/>
                  </a:moveTo>
                  <a:lnTo>
                    <a:pt x="338151" y="872846"/>
                  </a:lnTo>
                  <a:lnTo>
                    <a:pt x="338111" y="874738"/>
                  </a:lnTo>
                  <a:close/>
                  <a:moveTo>
                    <a:pt x="338151" y="872846"/>
                  </a:moveTo>
                  <a:lnTo>
                    <a:pt x="368345" y="863198"/>
                  </a:lnTo>
                  <a:lnTo>
                    <a:pt x="335223" y="863939"/>
                  </a:lnTo>
                  <a:close/>
                  <a:moveTo>
                    <a:pt x="333017" y="819272"/>
                  </a:moveTo>
                  <a:lnTo>
                    <a:pt x="301370" y="786165"/>
                  </a:lnTo>
                  <a:lnTo>
                    <a:pt x="309049" y="794447"/>
                  </a:lnTo>
                  <a:close/>
                  <a:moveTo>
                    <a:pt x="301370" y="786165"/>
                  </a:moveTo>
                  <a:lnTo>
                    <a:pt x="305234" y="799700"/>
                  </a:lnTo>
                  <a:lnTo>
                    <a:pt x="278277" y="775606"/>
                  </a:lnTo>
                  <a:close/>
                  <a:moveTo>
                    <a:pt x="450913" y="951124"/>
                  </a:moveTo>
                  <a:lnTo>
                    <a:pt x="454148" y="966960"/>
                  </a:lnTo>
                  <a:lnTo>
                    <a:pt x="453779" y="966292"/>
                  </a:lnTo>
                  <a:close/>
                  <a:moveTo>
                    <a:pt x="492634" y="982537"/>
                  </a:moveTo>
                  <a:lnTo>
                    <a:pt x="455508" y="968304"/>
                  </a:lnTo>
                  <a:lnTo>
                    <a:pt x="454148" y="966960"/>
                  </a:lnTo>
                  <a:close/>
                  <a:moveTo>
                    <a:pt x="631955" y="1096128"/>
                  </a:moveTo>
                  <a:lnTo>
                    <a:pt x="618043" y="1059373"/>
                  </a:lnTo>
                  <a:lnTo>
                    <a:pt x="614990" y="1113312"/>
                  </a:lnTo>
                  <a:close/>
                  <a:moveTo>
                    <a:pt x="587446" y="1022618"/>
                  </a:moveTo>
                  <a:lnTo>
                    <a:pt x="585457" y="986219"/>
                  </a:lnTo>
                  <a:lnTo>
                    <a:pt x="588231" y="1028712"/>
                  </a:lnTo>
                  <a:close/>
                  <a:moveTo>
                    <a:pt x="457112" y="964550"/>
                  </a:moveTo>
                  <a:lnTo>
                    <a:pt x="450913" y="951124"/>
                  </a:lnTo>
                  <a:lnTo>
                    <a:pt x="453779" y="966292"/>
                  </a:lnTo>
                  <a:close/>
                  <a:moveTo>
                    <a:pt x="588231" y="1028712"/>
                  </a:moveTo>
                  <a:lnTo>
                    <a:pt x="618043" y="1059373"/>
                  </a:lnTo>
                  <a:lnTo>
                    <a:pt x="599827" y="1037953"/>
                  </a:lnTo>
                  <a:close/>
                  <a:moveTo>
                    <a:pt x="620567" y="1074258"/>
                  </a:moveTo>
                  <a:lnTo>
                    <a:pt x="618043" y="1059373"/>
                  </a:lnTo>
                  <a:lnTo>
                    <a:pt x="588231" y="1028712"/>
                  </a:lnTo>
                  <a:close/>
                  <a:moveTo>
                    <a:pt x="587446" y="1022618"/>
                  </a:moveTo>
                  <a:lnTo>
                    <a:pt x="588231" y="1028712"/>
                  </a:lnTo>
                  <a:lnTo>
                    <a:pt x="599827" y="1037953"/>
                  </a:lnTo>
                  <a:close/>
                  <a:moveTo>
                    <a:pt x="585565" y="985863"/>
                  </a:moveTo>
                  <a:lnTo>
                    <a:pt x="587446" y="1022618"/>
                  </a:lnTo>
                  <a:lnTo>
                    <a:pt x="612648" y="1005435"/>
                  </a:lnTo>
                  <a:close/>
                  <a:moveTo>
                    <a:pt x="564766" y="931925"/>
                  </a:moveTo>
                  <a:lnTo>
                    <a:pt x="567238" y="895170"/>
                  </a:lnTo>
                  <a:lnTo>
                    <a:pt x="560408" y="949108"/>
                  </a:lnTo>
                  <a:close/>
                  <a:moveTo>
                    <a:pt x="593758" y="877987"/>
                  </a:moveTo>
                  <a:lnTo>
                    <a:pt x="549495" y="854127"/>
                  </a:lnTo>
                  <a:lnTo>
                    <a:pt x="547224" y="858415"/>
                  </a:lnTo>
                  <a:close/>
                  <a:moveTo>
                    <a:pt x="593758" y="877987"/>
                  </a:moveTo>
                  <a:lnTo>
                    <a:pt x="547224" y="858415"/>
                  </a:lnTo>
                  <a:lnTo>
                    <a:pt x="567238" y="895170"/>
                  </a:lnTo>
                  <a:close/>
                  <a:moveTo>
                    <a:pt x="520580" y="784905"/>
                  </a:moveTo>
                  <a:lnTo>
                    <a:pt x="540122" y="804477"/>
                  </a:lnTo>
                  <a:lnTo>
                    <a:pt x="521613" y="767722"/>
                  </a:lnTo>
                  <a:close/>
                  <a:moveTo>
                    <a:pt x="521613" y="767722"/>
                  </a:moveTo>
                  <a:lnTo>
                    <a:pt x="499347" y="733567"/>
                  </a:lnTo>
                  <a:lnTo>
                    <a:pt x="507102" y="748150"/>
                  </a:lnTo>
                  <a:close/>
                  <a:moveTo>
                    <a:pt x="499742" y="694212"/>
                  </a:moveTo>
                  <a:lnTo>
                    <a:pt x="514117" y="703900"/>
                  </a:lnTo>
                  <a:lnTo>
                    <a:pt x="499082" y="718018"/>
                  </a:lnTo>
                  <a:close/>
                  <a:moveTo>
                    <a:pt x="499082" y="718018"/>
                  </a:moveTo>
                  <a:lnTo>
                    <a:pt x="512386" y="739391"/>
                  </a:lnTo>
                  <a:lnTo>
                    <a:pt x="499347" y="733567"/>
                  </a:lnTo>
                  <a:close/>
                  <a:moveTo>
                    <a:pt x="799053" y="971068"/>
                  </a:moveTo>
                  <a:lnTo>
                    <a:pt x="822385" y="1018537"/>
                  </a:lnTo>
                  <a:lnTo>
                    <a:pt x="832135" y="995005"/>
                  </a:lnTo>
                  <a:close/>
                  <a:moveTo>
                    <a:pt x="806848" y="1025007"/>
                  </a:moveTo>
                  <a:lnTo>
                    <a:pt x="822385" y="1018537"/>
                  </a:lnTo>
                  <a:lnTo>
                    <a:pt x="799053" y="971068"/>
                  </a:lnTo>
                  <a:close/>
                  <a:moveTo>
                    <a:pt x="787749" y="953630"/>
                  </a:moveTo>
                  <a:lnTo>
                    <a:pt x="774810" y="940631"/>
                  </a:lnTo>
                  <a:lnTo>
                    <a:pt x="799053" y="971068"/>
                  </a:lnTo>
                  <a:close/>
                  <a:moveTo>
                    <a:pt x="642996" y="877036"/>
                  </a:moveTo>
                  <a:lnTo>
                    <a:pt x="638641" y="914742"/>
                  </a:lnTo>
                  <a:lnTo>
                    <a:pt x="643232" y="883243"/>
                  </a:lnTo>
                  <a:close/>
                  <a:moveTo>
                    <a:pt x="642996" y="877036"/>
                  </a:moveTo>
                  <a:lnTo>
                    <a:pt x="643232" y="883243"/>
                  </a:lnTo>
                  <a:lnTo>
                    <a:pt x="692597" y="860803"/>
                  </a:lnTo>
                  <a:close/>
                  <a:moveTo>
                    <a:pt x="642996" y="877036"/>
                  </a:moveTo>
                  <a:lnTo>
                    <a:pt x="692597" y="860803"/>
                  </a:lnTo>
                  <a:lnTo>
                    <a:pt x="655915" y="834456"/>
                  </a:lnTo>
                  <a:close/>
                  <a:moveTo>
                    <a:pt x="473939" y="566763"/>
                  </a:moveTo>
                  <a:lnTo>
                    <a:pt x="471443" y="530008"/>
                  </a:lnTo>
                  <a:lnTo>
                    <a:pt x="472254" y="531857"/>
                  </a:lnTo>
                  <a:close/>
                  <a:moveTo>
                    <a:pt x="897224" y="1074276"/>
                  </a:moveTo>
                  <a:lnTo>
                    <a:pt x="927036" y="1100673"/>
                  </a:lnTo>
                  <a:lnTo>
                    <a:pt x="909724" y="1081333"/>
                  </a:lnTo>
                  <a:close/>
                  <a:moveTo>
                    <a:pt x="937736" y="1113176"/>
                  </a:moveTo>
                  <a:lnTo>
                    <a:pt x="927036" y="1100673"/>
                  </a:lnTo>
                  <a:lnTo>
                    <a:pt x="897224" y="1074276"/>
                  </a:lnTo>
                  <a:close/>
                  <a:moveTo>
                    <a:pt x="913038" y="1106167"/>
                  </a:moveTo>
                  <a:lnTo>
                    <a:pt x="937736" y="1113176"/>
                  </a:lnTo>
                  <a:lnTo>
                    <a:pt x="897224" y="1074276"/>
                  </a:lnTo>
                  <a:close/>
                  <a:moveTo>
                    <a:pt x="927036" y="1100673"/>
                  </a:moveTo>
                  <a:lnTo>
                    <a:pt x="937736" y="1113176"/>
                  </a:lnTo>
                  <a:lnTo>
                    <a:pt x="928656" y="1081333"/>
                  </a:lnTo>
                  <a:close/>
                  <a:moveTo>
                    <a:pt x="928656" y="1081333"/>
                  </a:moveTo>
                  <a:lnTo>
                    <a:pt x="937736" y="1113176"/>
                  </a:lnTo>
                  <a:lnTo>
                    <a:pt x="975076" y="1100905"/>
                  </a:lnTo>
                  <a:close/>
                  <a:moveTo>
                    <a:pt x="928656" y="1081333"/>
                  </a:moveTo>
                  <a:lnTo>
                    <a:pt x="975076" y="1100905"/>
                  </a:lnTo>
                  <a:lnTo>
                    <a:pt x="944166" y="1064150"/>
                  </a:lnTo>
                  <a:close/>
                  <a:moveTo>
                    <a:pt x="914787" y="1042340"/>
                  </a:moveTo>
                  <a:lnTo>
                    <a:pt x="942582" y="1062587"/>
                  </a:lnTo>
                  <a:lnTo>
                    <a:pt x="902605" y="1027395"/>
                  </a:lnTo>
                  <a:close/>
                  <a:moveTo>
                    <a:pt x="942582" y="1062587"/>
                  </a:moveTo>
                  <a:lnTo>
                    <a:pt x="914787" y="1042340"/>
                  </a:lnTo>
                  <a:lnTo>
                    <a:pt x="944166" y="1064150"/>
                  </a:lnTo>
                  <a:close/>
                  <a:moveTo>
                    <a:pt x="944166" y="1064150"/>
                  </a:moveTo>
                  <a:lnTo>
                    <a:pt x="918114" y="1044578"/>
                  </a:lnTo>
                  <a:lnTo>
                    <a:pt x="928656" y="1081333"/>
                  </a:lnTo>
                  <a:close/>
                  <a:moveTo>
                    <a:pt x="799053" y="971068"/>
                  </a:moveTo>
                  <a:lnTo>
                    <a:pt x="832135" y="995005"/>
                  </a:lnTo>
                  <a:lnTo>
                    <a:pt x="840340" y="959193"/>
                  </a:lnTo>
                  <a:close/>
                  <a:moveTo>
                    <a:pt x="542164" y="586335"/>
                  </a:moveTo>
                  <a:lnTo>
                    <a:pt x="511717" y="572843"/>
                  </a:lnTo>
                  <a:lnTo>
                    <a:pt x="488532" y="582366"/>
                  </a:lnTo>
                  <a:close/>
                  <a:moveTo>
                    <a:pt x="471443" y="530008"/>
                  </a:moveTo>
                  <a:lnTo>
                    <a:pt x="480860" y="524861"/>
                  </a:lnTo>
                  <a:lnTo>
                    <a:pt x="465691" y="476070"/>
                  </a:lnTo>
                  <a:close/>
                  <a:moveTo>
                    <a:pt x="460223" y="493253"/>
                  </a:moveTo>
                  <a:lnTo>
                    <a:pt x="471443" y="530008"/>
                  </a:lnTo>
                  <a:lnTo>
                    <a:pt x="465691" y="476070"/>
                  </a:lnTo>
                  <a:close/>
                  <a:moveTo>
                    <a:pt x="437397" y="443613"/>
                  </a:moveTo>
                  <a:lnTo>
                    <a:pt x="440187" y="429983"/>
                  </a:lnTo>
                  <a:lnTo>
                    <a:pt x="442242" y="456498"/>
                  </a:lnTo>
                  <a:close/>
                  <a:moveTo>
                    <a:pt x="109092" y="125704"/>
                  </a:moveTo>
                  <a:lnTo>
                    <a:pt x="129928" y="162458"/>
                  </a:lnTo>
                  <a:lnTo>
                    <a:pt x="149902" y="156835"/>
                  </a:lnTo>
                  <a:close/>
                  <a:moveTo>
                    <a:pt x="139342" y="120673"/>
                  </a:moveTo>
                  <a:lnTo>
                    <a:pt x="149902" y="156835"/>
                  </a:lnTo>
                  <a:lnTo>
                    <a:pt x="154931" y="162458"/>
                  </a:lnTo>
                  <a:close/>
                  <a:moveTo>
                    <a:pt x="86891" y="1985"/>
                  </a:moveTo>
                  <a:lnTo>
                    <a:pt x="122420" y="35010"/>
                  </a:lnTo>
                  <a:lnTo>
                    <a:pt x="131900" y="37229"/>
                  </a:lnTo>
                  <a:close/>
                  <a:moveTo>
                    <a:pt x="86891" y="1985"/>
                  </a:moveTo>
                  <a:lnTo>
                    <a:pt x="131900" y="37229"/>
                  </a:lnTo>
                  <a:lnTo>
                    <a:pt x="122653" y="0"/>
                  </a:lnTo>
                  <a:close/>
                  <a:moveTo>
                    <a:pt x="914787" y="1042340"/>
                  </a:moveTo>
                  <a:lnTo>
                    <a:pt x="902605" y="1027395"/>
                  </a:lnTo>
                  <a:lnTo>
                    <a:pt x="883581" y="995874"/>
                  </a:lnTo>
                  <a:close/>
                  <a:moveTo>
                    <a:pt x="434299" y="439315"/>
                  </a:moveTo>
                  <a:lnTo>
                    <a:pt x="437397" y="443613"/>
                  </a:lnTo>
                  <a:lnTo>
                    <a:pt x="446433" y="453334"/>
                  </a:lnTo>
                  <a:close/>
                  <a:moveTo>
                    <a:pt x="440187" y="429983"/>
                  </a:moveTo>
                  <a:lnTo>
                    <a:pt x="437397" y="443613"/>
                  </a:lnTo>
                  <a:lnTo>
                    <a:pt x="434299" y="439315"/>
                  </a:lnTo>
                  <a:close/>
                  <a:moveTo>
                    <a:pt x="975076" y="1100905"/>
                  </a:moveTo>
                  <a:lnTo>
                    <a:pt x="1000051" y="1089603"/>
                  </a:lnTo>
                  <a:lnTo>
                    <a:pt x="982839" y="1046967"/>
                  </a:lnTo>
                  <a:close/>
                  <a:moveTo>
                    <a:pt x="944166" y="1064150"/>
                  </a:moveTo>
                  <a:lnTo>
                    <a:pt x="975076" y="1100905"/>
                  </a:lnTo>
                  <a:lnTo>
                    <a:pt x="982839" y="1046967"/>
                  </a:lnTo>
                  <a:close/>
                  <a:moveTo>
                    <a:pt x="944166" y="1064150"/>
                  </a:moveTo>
                  <a:lnTo>
                    <a:pt x="982839" y="1046967"/>
                  </a:lnTo>
                  <a:lnTo>
                    <a:pt x="942582" y="1062587"/>
                  </a:lnTo>
                  <a:close/>
                  <a:moveTo>
                    <a:pt x="792908" y="843620"/>
                  </a:moveTo>
                  <a:lnTo>
                    <a:pt x="830061" y="826437"/>
                  </a:lnTo>
                  <a:lnTo>
                    <a:pt x="777578" y="819394"/>
                  </a:lnTo>
                  <a:close/>
                  <a:moveTo>
                    <a:pt x="777578" y="819394"/>
                  </a:moveTo>
                  <a:lnTo>
                    <a:pt x="778895" y="789682"/>
                  </a:lnTo>
                  <a:lnTo>
                    <a:pt x="763651" y="806865"/>
                  </a:lnTo>
                  <a:close/>
                  <a:moveTo>
                    <a:pt x="800016" y="807080"/>
                  </a:moveTo>
                  <a:lnTo>
                    <a:pt x="778895" y="789682"/>
                  </a:lnTo>
                  <a:lnTo>
                    <a:pt x="777578" y="819394"/>
                  </a:lnTo>
                  <a:close/>
                  <a:moveTo>
                    <a:pt x="738363" y="764186"/>
                  </a:moveTo>
                  <a:lnTo>
                    <a:pt x="735940" y="788293"/>
                  </a:lnTo>
                  <a:lnTo>
                    <a:pt x="773244" y="752927"/>
                  </a:lnTo>
                  <a:close/>
                  <a:moveTo>
                    <a:pt x="773244" y="752927"/>
                  </a:moveTo>
                  <a:lnTo>
                    <a:pt x="735940" y="788293"/>
                  </a:lnTo>
                  <a:lnTo>
                    <a:pt x="763651" y="806865"/>
                  </a:lnTo>
                  <a:close/>
                  <a:moveTo>
                    <a:pt x="782446" y="741387"/>
                  </a:moveTo>
                  <a:lnTo>
                    <a:pt x="738363" y="764186"/>
                  </a:lnTo>
                  <a:lnTo>
                    <a:pt x="773244" y="752927"/>
                  </a:lnTo>
                  <a:close/>
                  <a:moveTo>
                    <a:pt x="649726" y="618899"/>
                  </a:moveTo>
                  <a:lnTo>
                    <a:pt x="598837" y="623090"/>
                  </a:lnTo>
                  <a:lnTo>
                    <a:pt x="610239" y="652843"/>
                  </a:lnTo>
                  <a:close/>
                  <a:moveTo>
                    <a:pt x="561913" y="620296"/>
                  </a:moveTo>
                  <a:lnTo>
                    <a:pt x="596409" y="619339"/>
                  </a:lnTo>
                  <a:lnTo>
                    <a:pt x="591659" y="578453"/>
                  </a:lnTo>
                  <a:close/>
                  <a:moveTo>
                    <a:pt x="550821" y="584566"/>
                  </a:moveTo>
                  <a:lnTo>
                    <a:pt x="591659" y="578453"/>
                  </a:lnTo>
                  <a:lnTo>
                    <a:pt x="547897" y="542196"/>
                  </a:lnTo>
                  <a:close/>
                  <a:moveTo>
                    <a:pt x="591659" y="578453"/>
                  </a:moveTo>
                  <a:lnTo>
                    <a:pt x="612072" y="586335"/>
                  </a:lnTo>
                  <a:lnTo>
                    <a:pt x="574704" y="559188"/>
                  </a:lnTo>
                  <a:close/>
                  <a:moveTo>
                    <a:pt x="519233" y="538411"/>
                  </a:moveTo>
                  <a:lnTo>
                    <a:pt x="511735" y="512825"/>
                  </a:lnTo>
                  <a:lnTo>
                    <a:pt x="498012" y="521601"/>
                  </a:lnTo>
                  <a:close/>
                  <a:moveTo>
                    <a:pt x="492246" y="500046"/>
                  </a:moveTo>
                  <a:lnTo>
                    <a:pt x="536152" y="506998"/>
                  </a:lnTo>
                  <a:lnTo>
                    <a:pt x="542767" y="468148"/>
                  </a:lnTo>
                  <a:close/>
                  <a:moveTo>
                    <a:pt x="492246" y="500046"/>
                  </a:moveTo>
                  <a:lnTo>
                    <a:pt x="465589" y="465440"/>
                  </a:lnTo>
                  <a:lnTo>
                    <a:pt x="465691" y="476070"/>
                  </a:lnTo>
                  <a:close/>
                  <a:moveTo>
                    <a:pt x="460096" y="408210"/>
                  </a:moveTo>
                  <a:lnTo>
                    <a:pt x="440187" y="429983"/>
                  </a:lnTo>
                  <a:lnTo>
                    <a:pt x="434299" y="439315"/>
                  </a:lnTo>
                  <a:close/>
                  <a:moveTo>
                    <a:pt x="476913" y="393828"/>
                  </a:moveTo>
                  <a:lnTo>
                    <a:pt x="489713" y="394365"/>
                  </a:lnTo>
                  <a:lnTo>
                    <a:pt x="528244" y="413850"/>
                  </a:lnTo>
                  <a:close/>
                  <a:moveTo>
                    <a:pt x="106973" y="30406"/>
                  </a:moveTo>
                  <a:lnTo>
                    <a:pt x="122420" y="35010"/>
                  </a:lnTo>
                  <a:lnTo>
                    <a:pt x="96469" y="16913"/>
                  </a:lnTo>
                  <a:close/>
                  <a:moveTo>
                    <a:pt x="1012922" y="1034393"/>
                  </a:moveTo>
                  <a:lnTo>
                    <a:pt x="1003850" y="1070875"/>
                  </a:lnTo>
                  <a:lnTo>
                    <a:pt x="1024511" y="1046967"/>
                  </a:lnTo>
                  <a:close/>
                  <a:moveTo>
                    <a:pt x="1001758" y="998721"/>
                  </a:moveTo>
                  <a:lnTo>
                    <a:pt x="1012922" y="1034393"/>
                  </a:lnTo>
                  <a:lnTo>
                    <a:pt x="1024511" y="1046967"/>
                  </a:lnTo>
                  <a:close/>
                  <a:moveTo>
                    <a:pt x="786619" y="617801"/>
                  </a:moveTo>
                  <a:lnTo>
                    <a:pt x="748043" y="577328"/>
                  </a:lnTo>
                  <a:lnTo>
                    <a:pt x="744510" y="624947"/>
                  </a:lnTo>
                  <a:close/>
                  <a:moveTo>
                    <a:pt x="786619" y="617801"/>
                  </a:moveTo>
                  <a:lnTo>
                    <a:pt x="799575" y="625478"/>
                  </a:lnTo>
                  <a:lnTo>
                    <a:pt x="795689" y="598486"/>
                  </a:lnTo>
                  <a:close/>
                  <a:moveTo>
                    <a:pt x="833766" y="606560"/>
                  </a:moveTo>
                  <a:lnTo>
                    <a:pt x="809738" y="599006"/>
                  </a:lnTo>
                  <a:lnTo>
                    <a:pt x="812051" y="554356"/>
                  </a:lnTo>
                  <a:close/>
                  <a:moveTo>
                    <a:pt x="795689" y="598486"/>
                  </a:moveTo>
                  <a:lnTo>
                    <a:pt x="828126" y="595185"/>
                  </a:lnTo>
                  <a:lnTo>
                    <a:pt x="812051" y="554356"/>
                  </a:lnTo>
                  <a:close/>
                  <a:moveTo>
                    <a:pt x="814624" y="544703"/>
                  </a:moveTo>
                  <a:lnTo>
                    <a:pt x="779134" y="536589"/>
                  </a:lnTo>
                  <a:lnTo>
                    <a:pt x="839825" y="542717"/>
                  </a:lnTo>
                  <a:close/>
                  <a:moveTo>
                    <a:pt x="850376" y="548309"/>
                  </a:moveTo>
                  <a:lnTo>
                    <a:pt x="862960" y="554356"/>
                  </a:lnTo>
                  <a:lnTo>
                    <a:pt x="839825" y="54271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69" name="Input_density__68">
              <a:extLst>
                <a:ext uri="{FF2B5EF4-FFF2-40B4-BE49-F238E27FC236}">
                  <a16:creationId xmlns:a16="http://schemas.microsoft.com/office/drawing/2014/main" id="{66F05795-F7C5-742D-7E2E-034C17019F1C}"/>
                </a:ext>
              </a:extLst>
            </p:cNvPr>
            <p:cNvSpPr>
              <a:spLocks noGrp="1"/>
            </p:cNvSpPr>
            <p:nvPr/>
          </p:nvSpPr>
          <p:spPr>
            <a:xfrm>
              <a:off x="1033905" y="1836576"/>
              <a:ext cx="922034" cy="1459074"/>
            </a:xfrm>
            <a:custGeom>
              <a:avLst/>
              <a:gdLst/>
              <a:ahLst/>
              <a:cxnLst/>
              <a:rect l="0" t="0" r="0" b="0"/>
              <a:pathLst>
                <a:path w="922034" h="1459074">
                  <a:moveTo>
                    <a:pt x="334395" y="1455870"/>
                  </a:moveTo>
                  <a:lnTo>
                    <a:pt x="339175" y="1458301"/>
                  </a:lnTo>
                  <a:lnTo>
                    <a:pt x="343022" y="1459074"/>
                  </a:lnTo>
                  <a:close/>
                  <a:moveTo>
                    <a:pt x="347028" y="1455870"/>
                  </a:moveTo>
                  <a:lnTo>
                    <a:pt x="365784" y="1447968"/>
                  </a:lnTo>
                  <a:lnTo>
                    <a:pt x="343022" y="1459074"/>
                  </a:lnTo>
                  <a:close/>
                  <a:moveTo>
                    <a:pt x="347028" y="1455870"/>
                  </a:moveTo>
                  <a:lnTo>
                    <a:pt x="384796" y="1438687"/>
                  </a:lnTo>
                  <a:lnTo>
                    <a:pt x="365784" y="1447968"/>
                  </a:lnTo>
                  <a:close/>
                  <a:moveTo>
                    <a:pt x="430979" y="1346362"/>
                  </a:moveTo>
                  <a:lnTo>
                    <a:pt x="444153" y="1337638"/>
                  </a:lnTo>
                  <a:lnTo>
                    <a:pt x="443775" y="1330810"/>
                  </a:lnTo>
                  <a:close/>
                  <a:moveTo>
                    <a:pt x="456777" y="1330810"/>
                  </a:moveTo>
                  <a:lnTo>
                    <a:pt x="444153" y="1337638"/>
                  </a:lnTo>
                  <a:lnTo>
                    <a:pt x="482633" y="1318701"/>
                  </a:lnTo>
                  <a:close/>
                  <a:moveTo>
                    <a:pt x="482633" y="1318701"/>
                  </a:moveTo>
                  <a:lnTo>
                    <a:pt x="444153" y="1337638"/>
                  </a:lnTo>
                  <a:lnTo>
                    <a:pt x="430979" y="1346362"/>
                  </a:lnTo>
                  <a:close/>
                  <a:moveTo>
                    <a:pt x="456777" y="1330810"/>
                  </a:moveTo>
                  <a:lnTo>
                    <a:pt x="453849" y="1335660"/>
                  </a:lnTo>
                  <a:lnTo>
                    <a:pt x="444153" y="1337638"/>
                  </a:lnTo>
                  <a:close/>
                  <a:moveTo>
                    <a:pt x="503517" y="1300576"/>
                  </a:moveTo>
                  <a:lnTo>
                    <a:pt x="456777" y="1330810"/>
                  </a:lnTo>
                  <a:lnTo>
                    <a:pt x="482633" y="1318701"/>
                  </a:lnTo>
                  <a:close/>
                  <a:moveTo>
                    <a:pt x="870342" y="1100261"/>
                  </a:moveTo>
                  <a:lnTo>
                    <a:pt x="870786" y="1099875"/>
                  </a:lnTo>
                  <a:lnTo>
                    <a:pt x="886576" y="1062701"/>
                  </a:lnTo>
                  <a:close/>
                  <a:moveTo>
                    <a:pt x="886576" y="1062701"/>
                  </a:moveTo>
                  <a:lnTo>
                    <a:pt x="870786" y="1099875"/>
                  </a:lnTo>
                  <a:lnTo>
                    <a:pt x="922034" y="1070697"/>
                  </a:lnTo>
                  <a:close/>
                  <a:moveTo>
                    <a:pt x="48034" y="53938"/>
                  </a:moveTo>
                  <a:lnTo>
                    <a:pt x="0" y="67773"/>
                  </a:lnTo>
                  <a:lnTo>
                    <a:pt x="49572" y="51084"/>
                  </a:lnTo>
                  <a:close/>
                  <a:moveTo>
                    <a:pt x="772646" y="845365"/>
                  </a:moveTo>
                  <a:lnTo>
                    <a:pt x="775387" y="810498"/>
                  </a:lnTo>
                  <a:lnTo>
                    <a:pt x="779810" y="816464"/>
                  </a:lnTo>
                  <a:close/>
                  <a:moveTo>
                    <a:pt x="48034" y="53938"/>
                  </a:moveTo>
                  <a:lnTo>
                    <a:pt x="49572" y="51084"/>
                  </a:lnTo>
                  <a:lnTo>
                    <a:pt x="63432" y="6693"/>
                  </a:lnTo>
                  <a:close/>
                  <a:moveTo>
                    <a:pt x="63432" y="6693"/>
                  </a:moveTo>
                  <a:lnTo>
                    <a:pt x="59594" y="53938"/>
                  </a:lnTo>
                  <a:lnTo>
                    <a:pt x="84474" y="8526"/>
                  </a:lnTo>
                  <a:close/>
                  <a:moveTo>
                    <a:pt x="84474" y="8526"/>
                  </a:moveTo>
                  <a:lnTo>
                    <a:pt x="76627" y="0"/>
                  </a:lnTo>
                  <a:lnTo>
                    <a:pt x="63432" y="6693"/>
                  </a:lnTo>
                  <a:close/>
                  <a:moveTo>
                    <a:pt x="779818" y="806895"/>
                  </a:moveTo>
                  <a:lnTo>
                    <a:pt x="779810" y="816464"/>
                  </a:lnTo>
                  <a:lnTo>
                    <a:pt x="779001" y="808610"/>
                  </a:lnTo>
                  <a:close/>
                  <a:moveTo>
                    <a:pt x="779001" y="808610"/>
                  </a:moveTo>
                  <a:lnTo>
                    <a:pt x="792822" y="768907"/>
                  </a:lnTo>
                  <a:lnTo>
                    <a:pt x="779818" y="806895"/>
                  </a:lnTo>
                  <a:close/>
                  <a:moveTo>
                    <a:pt x="668409" y="607651"/>
                  </a:moveTo>
                  <a:lnTo>
                    <a:pt x="684648" y="590468"/>
                  </a:lnTo>
                  <a:lnTo>
                    <a:pt x="666574" y="644406"/>
                  </a:lnTo>
                  <a:close/>
                  <a:moveTo>
                    <a:pt x="691612" y="555945"/>
                  </a:moveTo>
                  <a:lnTo>
                    <a:pt x="694712" y="555037"/>
                  </a:lnTo>
                  <a:lnTo>
                    <a:pt x="669219" y="570896"/>
                  </a:lnTo>
                  <a:close/>
                  <a:moveTo>
                    <a:pt x="669219" y="570896"/>
                  </a:moveTo>
                  <a:lnTo>
                    <a:pt x="694712" y="555037"/>
                  </a:lnTo>
                  <a:lnTo>
                    <a:pt x="684648" y="590468"/>
                  </a:lnTo>
                  <a:close/>
                  <a:moveTo>
                    <a:pt x="671202" y="563344"/>
                  </a:moveTo>
                  <a:lnTo>
                    <a:pt x="679374" y="570896"/>
                  </a:lnTo>
                  <a:lnTo>
                    <a:pt x="691612" y="555945"/>
                  </a:lnTo>
                  <a:close/>
                  <a:moveTo>
                    <a:pt x="815540" y="663978"/>
                  </a:moveTo>
                  <a:lnTo>
                    <a:pt x="814014" y="646795"/>
                  </a:lnTo>
                  <a:lnTo>
                    <a:pt x="816883" y="70073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70" name="Input_density__69">
              <a:extLst>
                <a:ext uri="{FF2B5EF4-FFF2-40B4-BE49-F238E27FC236}">
                  <a16:creationId xmlns:a16="http://schemas.microsoft.com/office/drawing/2014/main" id="{6C5FBC58-5DA4-483F-DAA9-E2565AABECF7}"/>
                </a:ext>
              </a:extLst>
            </p:cNvPr>
            <p:cNvSpPr>
              <a:spLocks noGrp="1"/>
            </p:cNvSpPr>
            <p:nvPr/>
          </p:nvSpPr>
          <p:spPr>
            <a:xfrm>
              <a:off x="958451" y="2264857"/>
              <a:ext cx="865780" cy="850473"/>
            </a:xfrm>
            <a:custGeom>
              <a:avLst/>
              <a:gdLst/>
              <a:ahLst/>
              <a:cxnLst/>
              <a:rect l="0" t="0" r="0" b="0"/>
              <a:pathLst>
                <a:path w="865780" h="850473">
                  <a:moveTo>
                    <a:pt x="6847" y="513019"/>
                  </a:moveTo>
                  <a:lnTo>
                    <a:pt x="2908" y="476829"/>
                  </a:lnTo>
                  <a:lnTo>
                    <a:pt x="0" y="523940"/>
                  </a:lnTo>
                  <a:close/>
                  <a:moveTo>
                    <a:pt x="6847" y="513019"/>
                  </a:moveTo>
                  <a:lnTo>
                    <a:pt x="3266" y="476264"/>
                  </a:lnTo>
                  <a:lnTo>
                    <a:pt x="2908" y="476829"/>
                  </a:lnTo>
                  <a:close/>
                  <a:moveTo>
                    <a:pt x="25955" y="559834"/>
                  </a:moveTo>
                  <a:lnTo>
                    <a:pt x="46673" y="575490"/>
                  </a:lnTo>
                  <a:lnTo>
                    <a:pt x="26108" y="549774"/>
                  </a:lnTo>
                  <a:close/>
                  <a:moveTo>
                    <a:pt x="22806" y="505400"/>
                  </a:moveTo>
                  <a:lnTo>
                    <a:pt x="20337" y="538832"/>
                  </a:lnTo>
                  <a:lnTo>
                    <a:pt x="44531" y="495836"/>
                  </a:lnTo>
                  <a:close/>
                  <a:moveTo>
                    <a:pt x="44531" y="495836"/>
                  </a:moveTo>
                  <a:lnTo>
                    <a:pt x="20337" y="538832"/>
                  </a:lnTo>
                  <a:lnTo>
                    <a:pt x="26108" y="549774"/>
                  </a:lnTo>
                  <a:close/>
                  <a:moveTo>
                    <a:pt x="44531" y="495836"/>
                  </a:moveTo>
                  <a:lnTo>
                    <a:pt x="26108" y="549774"/>
                  </a:lnTo>
                  <a:lnTo>
                    <a:pt x="51038" y="532591"/>
                  </a:lnTo>
                  <a:close/>
                  <a:moveTo>
                    <a:pt x="6847" y="513019"/>
                  </a:moveTo>
                  <a:lnTo>
                    <a:pt x="20337" y="538832"/>
                  </a:lnTo>
                  <a:lnTo>
                    <a:pt x="22806" y="505400"/>
                  </a:lnTo>
                  <a:close/>
                  <a:moveTo>
                    <a:pt x="3266" y="476264"/>
                  </a:moveTo>
                  <a:lnTo>
                    <a:pt x="22806" y="505400"/>
                  </a:lnTo>
                  <a:lnTo>
                    <a:pt x="4150" y="475820"/>
                  </a:lnTo>
                  <a:close/>
                  <a:moveTo>
                    <a:pt x="3266" y="476264"/>
                  </a:moveTo>
                  <a:lnTo>
                    <a:pt x="6847" y="513019"/>
                  </a:lnTo>
                  <a:lnTo>
                    <a:pt x="22806" y="505400"/>
                  </a:lnTo>
                  <a:close/>
                  <a:moveTo>
                    <a:pt x="44531" y="495836"/>
                  </a:moveTo>
                  <a:lnTo>
                    <a:pt x="50280" y="459081"/>
                  </a:lnTo>
                  <a:lnTo>
                    <a:pt x="22806" y="505400"/>
                  </a:lnTo>
                  <a:close/>
                  <a:moveTo>
                    <a:pt x="50280" y="459081"/>
                  </a:moveTo>
                  <a:lnTo>
                    <a:pt x="4150" y="475820"/>
                  </a:lnTo>
                  <a:lnTo>
                    <a:pt x="22806" y="505400"/>
                  </a:lnTo>
                  <a:close/>
                  <a:moveTo>
                    <a:pt x="54977" y="447558"/>
                  </a:moveTo>
                  <a:lnTo>
                    <a:pt x="3472" y="475776"/>
                  </a:lnTo>
                  <a:lnTo>
                    <a:pt x="50280" y="459081"/>
                  </a:lnTo>
                  <a:close/>
                  <a:moveTo>
                    <a:pt x="50280" y="459081"/>
                  </a:moveTo>
                  <a:lnTo>
                    <a:pt x="3472" y="475776"/>
                  </a:lnTo>
                  <a:lnTo>
                    <a:pt x="4150" y="475820"/>
                  </a:lnTo>
                  <a:close/>
                  <a:moveTo>
                    <a:pt x="50280" y="459081"/>
                  </a:moveTo>
                  <a:lnTo>
                    <a:pt x="79923" y="486053"/>
                  </a:lnTo>
                  <a:lnTo>
                    <a:pt x="61979" y="455894"/>
                  </a:lnTo>
                  <a:close/>
                  <a:moveTo>
                    <a:pt x="50280" y="459081"/>
                  </a:moveTo>
                  <a:lnTo>
                    <a:pt x="44531" y="495836"/>
                  </a:lnTo>
                  <a:lnTo>
                    <a:pt x="79923" y="486053"/>
                  </a:lnTo>
                  <a:close/>
                  <a:moveTo>
                    <a:pt x="115913" y="454604"/>
                  </a:moveTo>
                  <a:lnTo>
                    <a:pt x="108688" y="441898"/>
                  </a:lnTo>
                  <a:lnTo>
                    <a:pt x="118013" y="482175"/>
                  </a:lnTo>
                  <a:close/>
                  <a:moveTo>
                    <a:pt x="118013" y="482175"/>
                  </a:moveTo>
                  <a:lnTo>
                    <a:pt x="108688" y="441898"/>
                  </a:lnTo>
                  <a:lnTo>
                    <a:pt x="61979" y="455894"/>
                  </a:lnTo>
                  <a:close/>
                  <a:moveTo>
                    <a:pt x="118013" y="482175"/>
                  </a:moveTo>
                  <a:lnTo>
                    <a:pt x="61979" y="455894"/>
                  </a:lnTo>
                  <a:lnTo>
                    <a:pt x="79923" y="486053"/>
                  </a:lnTo>
                  <a:close/>
                  <a:moveTo>
                    <a:pt x="54977" y="447558"/>
                  </a:moveTo>
                  <a:lnTo>
                    <a:pt x="50280" y="459081"/>
                  </a:lnTo>
                  <a:lnTo>
                    <a:pt x="61979" y="455894"/>
                  </a:lnTo>
                  <a:close/>
                  <a:moveTo>
                    <a:pt x="109030" y="428870"/>
                  </a:moveTo>
                  <a:lnTo>
                    <a:pt x="54977" y="447558"/>
                  </a:lnTo>
                  <a:lnTo>
                    <a:pt x="108688" y="441898"/>
                  </a:lnTo>
                  <a:close/>
                  <a:moveTo>
                    <a:pt x="108688" y="441898"/>
                  </a:moveTo>
                  <a:lnTo>
                    <a:pt x="54977" y="447558"/>
                  </a:lnTo>
                  <a:lnTo>
                    <a:pt x="61979" y="455894"/>
                  </a:lnTo>
                  <a:close/>
                  <a:moveTo>
                    <a:pt x="114679" y="440138"/>
                  </a:moveTo>
                  <a:lnTo>
                    <a:pt x="167238" y="425714"/>
                  </a:lnTo>
                  <a:lnTo>
                    <a:pt x="165667" y="425774"/>
                  </a:lnTo>
                  <a:close/>
                  <a:moveTo>
                    <a:pt x="108688" y="441898"/>
                  </a:moveTo>
                  <a:lnTo>
                    <a:pt x="115913" y="454604"/>
                  </a:lnTo>
                  <a:lnTo>
                    <a:pt x="114679" y="440138"/>
                  </a:lnTo>
                  <a:close/>
                  <a:moveTo>
                    <a:pt x="109030" y="428870"/>
                  </a:moveTo>
                  <a:lnTo>
                    <a:pt x="108688" y="441898"/>
                  </a:lnTo>
                  <a:lnTo>
                    <a:pt x="114679" y="440138"/>
                  </a:lnTo>
                  <a:close/>
                  <a:moveTo>
                    <a:pt x="114679" y="440138"/>
                  </a:moveTo>
                  <a:lnTo>
                    <a:pt x="109324" y="405143"/>
                  </a:lnTo>
                  <a:lnTo>
                    <a:pt x="109030" y="428870"/>
                  </a:lnTo>
                  <a:close/>
                  <a:moveTo>
                    <a:pt x="150956" y="392986"/>
                  </a:moveTo>
                  <a:lnTo>
                    <a:pt x="109324" y="405143"/>
                  </a:lnTo>
                  <a:lnTo>
                    <a:pt x="114679" y="440138"/>
                  </a:lnTo>
                  <a:close/>
                  <a:moveTo>
                    <a:pt x="165667" y="425774"/>
                  </a:moveTo>
                  <a:lnTo>
                    <a:pt x="150956" y="392986"/>
                  </a:lnTo>
                  <a:lnTo>
                    <a:pt x="114679" y="440138"/>
                  </a:lnTo>
                  <a:close/>
                  <a:moveTo>
                    <a:pt x="475477" y="828650"/>
                  </a:moveTo>
                  <a:lnTo>
                    <a:pt x="475913" y="832343"/>
                  </a:lnTo>
                  <a:lnTo>
                    <a:pt x="536996" y="850473"/>
                  </a:lnTo>
                  <a:close/>
                  <a:moveTo>
                    <a:pt x="520518" y="819121"/>
                  </a:moveTo>
                  <a:lnTo>
                    <a:pt x="475477" y="828650"/>
                  </a:lnTo>
                  <a:lnTo>
                    <a:pt x="536996" y="850473"/>
                  </a:lnTo>
                  <a:close/>
                  <a:moveTo>
                    <a:pt x="547986" y="848591"/>
                  </a:moveTo>
                  <a:lnTo>
                    <a:pt x="551957" y="811836"/>
                  </a:lnTo>
                  <a:lnTo>
                    <a:pt x="536996" y="850473"/>
                  </a:lnTo>
                  <a:close/>
                  <a:moveTo>
                    <a:pt x="551957" y="811836"/>
                  </a:moveTo>
                  <a:lnTo>
                    <a:pt x="520518" y="819121"/>
                  </a:lnTo>
                  <a:lnTo>
                    <a:pt x="536996" y="850473"/>
                  </a:lnTo>
                  <a:close/>
                  <a:moveTo>
                    <a:pt x="473542" y="829019"/>
                  </a:moveTo>
                  <a:lnTo>
                    <a:pt x="475913" y="832343"/>
                  </a:lnTo>
                  <a:lnTo>
                    <a:pt x="475477" y="828650"/>
                  </a:lnTo>
                  <a:close/>
                  <a:moveTo>
                    <a:pt x="474377" y="826597"/>
                  </a:moveTo>
                  <a:lnTo>
                    <a:pt x="473542" y="829019"/>
                  </a:lnTo>
                  <a:lnTo>
                    <a:pt x="475477" y="828650"/>
                  </a:lnTo>
                  <a:close/>
                  <a:moveTo>
                    <a:pt x="475477" y="828650"/>
                  </a:moveTo>
                  <a:lnTo>
                    <a:pt x="502989" y="808997"/>
                  </a:lnTo>
                  <a:lnTo>
                    <a:pt x="474377" y="826597"/>
                  </a:lnTo>
                  <a:close/>
                  <a:moveTo>
                    <a:pt x="475477" y="828650"/>
                  </a:moveTo>
                  <a:lnTo>
                    <a:pt x="520518" y="819121"/>
                  </a:lnTo>
                  <a:lnTo>
                    <a:pt x="502989" y="808997"/>
                  </a:lnTo>
                  <a:close/>
                  <a:moveTo>
                    <a:pt x="550306" y="775081"/>
                  </a:moveTo>
                  <a:lnTo>
                    <a:pt x="520518" y="819121"/>
                  </a:lnTo>
                  <a:lnTo>
                    <a:pt x="551957" y="811836"/>
                  </a:lnTo>
                  <a:close/>
                  <a:moveTo>
                    <a:pt x="157774" y="334021"/>
                  </a:moveTo>
                  <a:lnTo>
                    <a:pt x="160576" y="304598"/>
                  </a:lnTo>
                  <a:lnTo>
                    <a:pt x="117122" y="314449"/>
                  </a:lnTo>
                  <a:close/>
                  <a:moveTo>
                    <a:pt x="121621" y="351204"/>
                  </a:moveTo>
                  <a:lnTo>
                    <a:pt x="157774" y="334021"/>
                  </a:lnTo>
                  <a:lnTo>
                    <a:pt x="117122" y="314449"/>
                  </a:lnTo>
                  <a:close/>
                  <a:moveTo>
                    <a:pt x="157774" y="334021"/>
                  </a:moveTo>
                  <a:lnTo>
                    <a:pt x="174783" y="357716"/>
                  </a:lnTo>
                  <a:lnTo>
                    <a:pt x="174955" y="328728"/>
                  </a:lnTo>
                  <a:close/>
                  <a:moveTo>
                    <a:pt x="157774" y="334021"/>
                  </a:moveTo>
                  <a:lnTo>
                    <a:pt x="174955" y="328728"/>
                  </a:lnTo>
                  <a:lnTo>
                    <a:pt x="160576" y="304598"/>
                  </a:lnTo>
                  <a:close/>
                  <a:moveTo>
                    <a:pt x="255904" y="299654"/>
                  </a:moveTo>
                  <a:lnTo>
                    <a:pt x="271339" y="277155"/>
                  </a:lnTo>
                  <a:lnTo>
                    <a:pt x="238945" y="280082"/>
                  </a:lnTo>
                  <a:close/>
                  <a:moveTo>
                    <a:pt x="223064" y="316837"/>
                  </a:moveTo>
                  <a:lnTo>
                    <a:pt x="255904" y="299654"/>
                  </a:lnTo>
                  <a:lnTo>
                    <a:pt x="238945" y="280082"/>
                  </a:lnTo>
                  <a:close/>
                  <a:moveTo>
                    <a:pt x="525696" y="194166"/>
                  </a:moveTo>
                  <a:lnTo>
                    <a:pt x="549197" y="176982"/>
                  </a:lnTo>
                  <a:lnTo>
                    <a:pt x="515314" y="181622"/>
                  </a:lnTo>
                  <a:close/>
                  <a:moveTo>
                    <a:pt x="549197" y="176982"/>
                  </a:moveTo>
                  <a:lnTo>
                    <a:pt x="530299" y="141442"/>
                  </a:lnTo>
                  <a:lnTo>
                    <a:pt x="515314" y="181622"/>
                  </a:lnTo>
                  <a:close/>
                  <a:moveTo>
                    <a:pt x="529461" y="140227"/>
                  </a:moveTo>
                  <a:lnTo>
                    <a:pt x="515314" y="181622"/>
                  </a:lnTo>
                  <a:lnTo>
                    <a:pt x="530299" y="141442"/>
                  </a:lnTo>
                  <a:close/>
                  <a:moveTo>
                    <a:pt x="529461" y="140227"/>
                  </a:moveTo>
                  <a:lnTo>
                    <a:pt x="500697" y="157411"/>
                  </a:lnTo>
                  <a:lnTo>
                    <a:pt x="515314" y="181622"/>
                  </a:lnTo>
                  <a:close/>
                  <a:moveTo>
                    <a:pt x="529412" y="138125"/>
                  </a:moveTo>
                  <a:lnTo>
                    <a:pt x="500697" y="157411"/>
                  </a:lnTo>
                  <a:lnTo>
                    <a:pt x="529461" y="140227"/>
                  </a:lnTo>
                  <a:close/>
                  <a:moveTo>
                    <a:pt x="529461" y="140227"/>
                  </a:moveTo>
                  <a:lnTo>
                    <a:pt x="530299" y="141442"/>
                  </a:lnTo>
                  <a:lnTo>
                    <a:pt x="530408" y="139875"/>
                  </a:lnTo>
                  <a:close/>
                  <a:moveTo>
                    <a:pt x="529412" y="138125"/>
                  </a:moveTo>
                  <a:lnTo>
                    <a:pt x="529461" y="140227"/>
                  </a:lnTo>
                  <a:lnTo>
                    <a:pt x="530408" y="139875"/>
                  </a:lnTo>
                  <a:close/>
                  <a:moveTo>
                    <a:pt x="529412" y="138125"/>
                  </a:moveTo>
                  <a:lnTo>
                    <a:pt x="530408" y="139875"/>
                  </a:lnTo>
                  <a:lnTo>
                    <a:pt x="531406" y="103472"/>
                  </a:lnTo>
                  <a:close/>
                  <a:moveTo>
                    <a:pt x="531406" y="103472"/>
                  </a:moveTo>
                  <a:lnTo>
                    <a:pt x="530408" y="139875"/>
                  </a:lnTo>
                  <a:lnTo>
                    <a:pt x="579418" y="123044"/>
                  </a:lnTo>
                  <a:close/>
                  <a:moveTo>
                    <a:pt x="531406" y="103472"/>
                  </a:moveTo>
                  <a:lnTo>
                    <a:pt x="579418" y="123044"/>
                  </a:lnTo>
                  <a:lnTo>
                    <a:pt x="568119" y="86289"/>
                  </a:lnTo>
                  <a:close/>
                  <a:moveTo>
                    <a:pt x="506814" y="24815"/>
                  </a:moveTo>
                  <a:lnTo>
                    <a:pt x="537689" y="12779"/>
                  </a:lnTo>
                  <a:lnTo>
                    <a:pt x="518201" y="0"/>
                  </a:lnTo>
                  <a:close/>
                  <a:moveTo>
                    <a:pt x="506814" y="24815"/>
                  </a:moveTo>
                  <a:lnTo>
                    <a:pt x="523966" y="21555"/>
                  </a:lnTo>
                  <a:lnTo>
                    <a:pt x="537689" y="12779"/>
                  </a:lnTo>
                  <a:close/>
                  <a:moveTo>
                    <a:pt x="723028" y="75092"/>
                  </a:moveTo>
                  <a:lnTo>
                    <a:pt x="682361" y="105861"/>
                  </a:lnTo>
                  <a:lnTo>
                    <a:pt x="711857" y="88677"/>
                  </a:lnTo>
                  <a:close/>
                  <a:moveTo>
                    <a:pt x="821644" y="98440"/>
                  </a:moveTo>
                  <a:lnTo>
                    <a:pt x="797298" y="71494"/>
                  </a:lnTo>
                  <a:lnTo>
                    <a:pt x="812574" y="117755"/>
                  </a:lnTo>
                  <a:close/>
                  <a:moveTo>
                    <a:pt x="812574" y="117755"/>
                  </a:moveTo>
                  <a:lnTo>
                    <a:pt x="797298" y="71494"/>
                  </a:lnTo>
                  <a:lnTo>
                    <a:pt x="773998" y="77282"/>
                  </a:lnTo>
                  <a:close/>
                  <a:moveTo>
                    <a:pt x="736268" y="80867"/>
                  </a:moveTo>
                  <a:lnTo>
                    <a:pt x="754035" y="66448"/>
                  </a:lnTo>
                  <a:lnTo>
                    <a:pt x="723028" y="75092"/>
                  </a:lnTo>
                  <a:close/>
                  <a:moveTo>
                    <a:pt x="736268" y="80867"/>
                  </a:moveTo>
                  <a:lnTo>
                    <a:pt x="773998" y="77282"/>
                  </a:lnTo>
                  <a:lnTo>
                    <a:pt x="754035" y="66448"/>
                  </a:lnTo>
                  <a:close/>
                  <a:moveTo>
                    <a:pt x="805089" y="36543"/>
                  </a:moveTo>
                  <a:lnTo>
                    <a:pt x="754035" y="66448"/>
                  </a:lnTo>
                  <a:lnTo>
                    <a:pt x="797298" y="71494"/>
                  </a:lnTo>
                  <a:close/>
                  <a:moveTo>
                    <a:pt x="797298" y="71494"/>
                  </a:moveTo>
                  <a:lnTo>
                    <a:pt x="754035" y="66448"/>
                  </a:lnTo>
                  <a:lnTo>
                    <a:pt x="773998" y="77282"/>
                  </a:lnTo>
                  <a:close/>
                  <a:moveTo>
                    <a:pt x="797298" y="71494"/>
                  </a:moveTo>
                  <a:lnTo>
                    <a:pt x="821644" y="98440"/>
                  </a:lnTo>
                  <a:lnTo>
                    <a:pt x="834116" y="55495"/>
                  </a:lnTo>
                  <a:close/>
                  <a:moveTo>
                    <a:pt x="805089" y="36543"/>
                  </a:moveTo>
                  <a:lnTo>
                    <a:pt x="797298" y="71494"/>
                  </a:lnTo>
                  <a:lnTo>
                    <a:pt x="834116" y="55495"/>
                  </a:lnTo>
                  <a:close/>
                  <a:moveTo>
                    <a:pt x="865780" y="42671"/>
                  </a:moveTo>
                  <a:lnTo>
                    <a:pt x="834116" y="55495"/>
                  </a:lnTo>
                  <a:lnTo>
                    <a:pt x="838006" y="54310"/>
                  </a:lnTo>
                  <a:close/>
                  <a:moveTo>
                    <a:pt x="805089" y="36543"/>
                  </a:moveTo>
                  <a:lnTo>
                    <a:pt x="834116" y="55495"/>
                  </a:lnTo>
                  <a:lnTo>
                    <a:pt x="865780" y="4267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71" name="Input_density__70">
              <a:extLst>
                <a:ext uri="{FF2B5EF4-FFF2-40B4-BE49-F238E27FC236}">
                  <a16:creationId xmlns:a16="http://schemas.microsoft.com/office/drawing/2014/main" id="{72EBF915-1066-C2EA-AB59-52BF2152C620}"/>
                </a:ext>
              </a:extLst>
            </p:cNvPr>
            <p:cNvSpPr>
              <a:spLocks noGrp="1"/>
            </p:cNvSpPr>
            <p:nvPr/>
          </p:nvSpPr>
          <p:spPr>
            <a:xfrm>
              <a:off x="1516538" y="2645186"/>
              <a:ext cx="297177" cy="510092"/>
            </a:xfrm>
            <a:custGeom>
              <a:avLst/>
              <a:gdLst/>
              <a:ahLst/>
              <a:cxnLst/>
              <a:rect l="0" t="0" r="0" b="0"/>
              <a:pathLst>
                <a:path w="297177" h="510092">
                  <a:moveTo>
                    <a:pt x="20884" y="491966"/>
                  </a:moveTo>
                  <a:lnTo>
                    <a:pt x="0" y="510092"/>
                  </a:lnTo>
                  <a:lnTo>
                    <a:pt x="48127" y="469249"/>
                  </a:lnTo>
                  <a:close/>
                  <a:moveTo>
                    <a:pt x="297177" y="7855"/>
                  </a:moveTo>
                  <a:lnTo>
                    <a:pt x="292754" y="1888"/>
                  </a:lnTo>
                  <a:lnTo>
                    <a:pt x="296368" y="0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72" name="Input_density__71">
              <a:extLst>
                <a:ext uri="{FF2B5EF4-FFF2-40B4-BE49-F238E27FC236}">
                  <a16:creationId xmlns:a16="http://schemas.microsoft.com/office/drawing/2014/main" id="{10FF0D6F-7E26-56C3-A291-0ED16D85BA6D}"/>
                </a:ext>
              </a:extLst>
            </p:cNvPr>
            <p:cNvSpPr>
              <a:spLocks noGrp="1"/>
            </p:cNvSpPr>
            <p:nvPr/>
          </p:nvSpPr>
          <p:spPr>
            <a:xfrm>
              <a:off x="900356" y="1781724"/>
              <a:ext cx="1096972" cy="1421775"/>
            </a:xfrm>
            <a:custGeom>
              <a:avLst/>
              <a:gdLst/>
              <a:ahLst/>
              <a:cxnLst/>
              <a:rect l="0" t="0" r="0" b="0"/>
              <a:pathLst>
                <a:path w="1096972" h="1421775">
                  <a:moveTo>
                    <a:pt x="151" y="1177539"/>
                  </a:moveTo>
                  <a:lnTo>
                    <a:pt x="0" y="1179116"/>
                  </a:lnTo>
                  <a:lnTo>
                    <a:pt x="4588" y="1187439"/>
                  </a:lnTo>
                  <a:close/>
                  <a:moveTo>
                    <a:pt x="545" y="1172325"/>
                  </a:moveTo>
                  <a:lnTo>
                    <a:pt x="0" y="1179116"/>
                  </a:lnTo>
                  <a:lnTo>
                    <a:pt x="151" y="1177539"/>
                  </a:lnTo>
                  <a:close/>
                  <a:moveTo>
                    <a:pt x="241571" y="1386647"/>
                  </a:moveTo>
                  <a:lnTo>
                    <a:pt x="273755" y="1417641"/>
                  </a:lnTo>
                  <a:lnTo>
                    <a:pt x="252050" y="1393572"/>
                  </a:lnTo>
                  <a:close/>
                  <a:moveTo>
                    <a:pt x="151" y="1177539"/>
                  </a:moveTo>
                  <a:lnTo>
                    <a:pt x="4588" y="1187439"/>
                  </a:lnTo>
                  <a:lnTo>
                    <a:pt x="16029" y="1197111"/>
                  </a:lnTo>
                  <a:close/>
                  <a:moveTo>
                    <a:pt x="239543" y="1380886"/>
                  </a:moveTo>
                  <a:lnTo>
                    <a:pt x="241571" y="1386647"/>
                  </a:lnTo>
                  <a:lnTo>
                    <a:pt x="252050" y="1393572"/>
                  </a:lnTo>
                  <a:close/>
                  <a:moveTo>
                    <a:pt x="341764" y="1383274"/>
                  </a:moveTo>
                  <a:lnTo>
                    <a:pt x="357186" y="1391577"/>
                  </a:lnTo>
                  <a:lnTo>
                    <a:pt x="315399" y="1353714"/>
                  </a:lnTo>
                  <a:close/>
                  <a:moveTo>
                    <a:pt x="315399" y="1353714"/>
                  </a:moveTo>
                  <a:lnTo>
                    <a:pt x="357186" y="1391577"/>
                  </a:lnTo>
                  <a:lnTo>
                    <a:pt x="335556" y="1363703"/>
                  </a:lnTo>
                  <a:close/>
                  <a:moveTo>
                    <a:pt x="269584" y="1236254"/>
                  </a:moveTo>
                  <a:lnTo>
                    <a:pt x="253833" y="1207819"/>
                  </a:lnTo>
                  <a:lnTo>
                    <a:pt x="239606" y="1250836"/>
                  </a:lnTo>
                  <a:close/>
                  <a:moveTo>
                    <a:pt x="218936" y="1201922"/>
                  </a:moveTo>
                  <a:lnTo>
                    <a:pt x="204191" y="1243003"/>
                  </a:lnTo>
                  <a:lnTo>
                    <a:pt x="253833" y="1207819"/>
                  </a:lnTo>
                  <a:close/>
                  <a:moveTo>
                    <a:pt x="115374" y="1063874"/>
                  </a:moveTo>
                  <a:lnTo>
                    <a:pt x="136959" y="1089234"/>
                  </a:lnTo>
                  <a:lnTo>
                    <a:pt x="141514" y="1100585"/>
                  </a:lnTo>
                  <a:close/>
                  <a:moveTo>
                    <a:pt x="344640" y="1255826"/>
                  </a:moveTo>
                  <a:lnTo>
                    <a:pt x="344031" y="1295905"/>
                  </a:lnTo>
                  <a:lnTo>
                    <a:pt x="363853" y="1273806"/>
                  </a:lnTo>
                  <a:close/>
                  <a:moveTo>
                    <a:pt x="336018" y="1219071"/>
                  </a:moveTo>
                  <a:lnTo>
                    <a:pt x="300814" y="1258897"/>
                  </a:lnTo>
                  <a:lnTo>
                    <a:pt x="313603" y="1273009"/>
                  </a:lnTo>
                  <a:close/>
                  <a:moveTo>
                    <a:pt x="213670" y="1199499"/>
                  </a:moveTo>
                  <a:lnTo>
                    <a:pt x="218936" y="1201922"/>
                  </a:lnTo>
                  <a:lnTo>
                    <a:pt x="219741" y="1198317"/>
                  </a:lnTo>
                  <a:close/>
                  <a:moveTo>
                    <a:pt x="288514" y="1196583"/>
                  </a:moveTo>
                  <a:lnTo>
                    <a:pt x="257125" y="1195014"/>
                  </a:lnTo>
                  <a:lnTo>
                    <a:pt x="304389" y="1228425"/>
                  </a:lnTo>
                  <a:close/>
                  <a:moveTo>
                    <a:pt x="187117" y="1162744"/>
                  </a:moveTo>
                  <a:lnTo>
                    <a:pt x="213670" y="1199499"/>
                  </a:lnTo>
                  <a:lnTo>
                    <a:pt x="219741" y="1198317"/>
                  </a:lnTo>
                  <a:close/>
                  <a:moveTo>
                    <a:pt x="257125" y="1195014"/>
                  </a:moveTo>
                  <a:lnTo>
                    <a:pt x="218936" y="1201922"/>
                  </a:lnTo>
                  <a:lnTo>
                    <a:pt x="253833" y="1207819"/>
                  </a:lnTo>
                  <a:close/>
                  <a:moveTo>
                    <a:pt x="257125" y="1195014"/>
                  </a:moveTo>
                  <a:lnTo>
                    <a:pt x="219741" y="1198317"/>
                  </a:lnTo>
                  <a:lnTo>
                    <a:pt x="218936" y="1201922"/>
                  </a:lnTo>
                  <a:close/>
                  <a:moveTo>
                    <a:pt x="257125" y="1195014"/>
                  </a:moveTo>
                  <a:lnTo>
                    <a:pt x="249999" y="1193484"/>
                  </a:lnTo>
                  <a:lnTo>
                    <a:pt x="222937" y="1162744"/>
                  </a:lnTo>
                  <a:close/>
                  <a:moveTo>
                    <a:pt x="215906" y="1156688"/>
                  </a:moveTo>
                  <a:lnTo>
                    <a:pt x="257125" y="1195014"/>
                  </a:lnTo>
                  <a:lnTo>
                    <a:pt x="222937" y="1162744"/>
                  </a:lnTo>
                  <a:close/>
                  <a:moveTo>
                    <a:pt x="215906" y="1156688"/>
                  </a:moveTo>
                  <a:lnTo>
                    <a:pt x="222937" y="1162744"/>
                  </a:lnTo>
                  <a:lnTo>
                    <a:pt x="205408" y="1151345"/>
                  </a:lnTo>
                  <a:close/>
                  <a:moveTo>
                    <a:pt x="179382" y="1089234"/>
                  </a:moveTo>
                  <a:lnTo>
                    <a:pt x="208654" y="1067274"/>
                  </a:lnTo>
                  <a:lnTo>
                    <a:pt x="155913" y="1044132"/>
                  </a:lnTo>
                  <a:close/>
                  <a:moveTo>
                    <a:pt x="155913" y="1044132"/>
                  </a:moveTo>
                  <a:lnTo>
                    <a:pt x="208654" y="1067274"/>
                  </a:lnTo>
                  <a:lnTo>
                    <a:pt x="190743" y="1042904"/>
                  </a:lnTo>
                  <a:close/>
                  <a:moveTo>
                    <a:pt x="179382" y="1089234"/>
                  </a:moveTo>
                  <a:lnTo>
                    <a:pt x="155913" y="1044132"/>
                  </a:lnTo>
                  <a:lnTo>
                    <a:pt x="150793" y="1071723"/>
                  </a:lnTo>
                  <a:close/>
                  <a:moveTo>
                    <a:pt x="208654" y="1067274"/>
                  </a:moveTo>
                  <a:lnTo>
                    <a:pt x="214120" y="1072051"/>
                  </a:lnTo>
                  <a:lnTo>
                    <a:pt x="190743" y="1042904"/>
                  </a:lnTo>
                  <a:close/>
                  <a:moveTo>
                    <a:pt x="190743" y="1042904"/>
                  </a:moveTo>
                  <a:lnTo>
                    <a:pt x="214120" y="1072051"/>
                  </a:lnTo>
                  <a:lnTo>
                    <a:pt x="232806" y="1080543"/>
                  </a:lnTo>
                  <a:close/>
                  <a:moveTo>
                    <a:pt x="155913" y="1044132"/>
                  </a:moveTo>
                  <a:lnTo>
                    <a:pt x="180559" y="1006437"/>
                  </a:lnTo>
                  <a:lnTo>
                    <a:pt x="152872" y="1001857"/>
                  </a:lnTo>
                  <a:close/>
                  <a:moveTo>
                    <a:pt x="397547" y="1292581"/>
                  </a:moveTo>
                  <a:lnTo>
                    <a:pt x="393213" y="1299883"/>
                  </a:lnTo>
                  <a:lnTo>
                    <a:pt x="403058" y="1295809"/>
                  </a:lnTo>
                  <a:close/>
                  <a:moveTo>
                    <a:pt x="477565" y="1392635"/>
                  </a:moveTo>
                  <a:lnTo>
                    <a:pt x="496237" y="1395040"/>
                  </a:lnTo>
                  <a:lnTo>
                    <a:pt x="461527" y="1389842"/>
                  </a:lnTo>
                  <a:close/>
                  <a:moveTo>
                    <a:pt x="477565" y="1392635"/>
                  </a:moveTo>
                  <a:lnTo>
                    <a:pt x="506623" y="1396100"/>
                  </a:lnTo>
                  <a:lnTo>
                    <a:pt x="496237" y="1395040"/>
                  </a:lnTo>
                  <a:close/>
                  <a:moveTo>
                    <a:pt x="506623" y="1396100"/>
                  </a:moveTo>
                  <a:lnTo>
                    <a:pt x="515164" y="1366091"/>
                  </a:lnTo>
                  <a:lnTo>
                    <a:pt x="496237" y="1395040"/>
                  </a:lnTo>
                  <a:close/>
                  <a:moveTo>
                    <a:pt x="506623" y="1396100"/>
                  </a:moveTo>
                  <a:lnTo>
                    <a:pt x="528564" y="1419694"/>
                  </a:lnTo>
                  <a:lnTo>
                    <a:pt x="562439" y="1421775"/>
                  </a:lnTo>
                  <a:close/>
                  <a:moveTo>
                    <a:pt x="492532" y="1318062"/>
                  </a:moveTo>
                  <a:lnTo>
                    <a:pt x="443735" y="1323320"/>
                  </a:lnTo>
                  <a:lnTo>
                    <a:pt x="453571" y="1329336"/>
                  </a:lnTo>
                  <a:close/>
                  <a:moveTo>
                    <a:pt x="397547" y="1292581"/>
                  </a:moveTo>
                  <a:lnTo>
                    <a:pt x="403058" y="1295809"/>
                  </a:lnTo>
                  <a:lnTo>
                    <a:pt x="404496" y="1290710"/>
                  </a:lnTo>
                  <a:close/>
                  <a:moveTo>
                    <a:pt x="404496" y="1290710"/>
                  </a:moveTo>
                  <a:lnTo>
                    <a:pt x="363853" y="1273806"/>
                  </a:lnTo>
                  <a:lnTo>
                    <a:pt x="397547" y="1292581"/>
                  </a:lnTo>
                  <a:close/>
                  <a:moveTo>
                    <a:pt x="452930" y="1278421"/>
                  </a:moveTo>
                  <a:lnTo>
                    <a:pt x="403058" y="1295809"/>
                  </a:lnTo>
                  <a:lnTo>
                    <a:pt x="443735" y="1323320"/>
                  </a:lnTo>
                  <a:close/>
                  <a:moveTo>
                    <a:pt x="359284" y="1210884"/>
                  </a:moveTo>
                  <a:lnTo>
                    <a:pt x="386256" y="1232990"/>
                  </a:lnTo>
                  <a:lnTo>
                    <a:pt x="365546" y="1219071"/>
                  </a:lnTo>
                  <a:close/>
                  <a:moveTo>
                    <a:pt x="402556" y="1247540"/>
                  </a:moveTo>
                  <a:lnTo>
                    <a:pt x="386256" y="1232990"/>
                  </a:lnTo>
                  <a:lnTo>
                    <a:pt x="359284" y="1210884"/>
                  </a:lnTo>
                  <a:close/>
                  <a:moveTo>
                    <a:pt x="359284" y="1210884"/>
                  </a:moveTo>
                  <a:lnTo>
                    <a:pt x="341986" y="1192048"/>
                  </a:lnTo>
                  <a:lnTo>
                    <a:pt x="336018" y="1219071"/>
                  </a:lnTo>
                  <a:close/>
                  <a:moveTo>
                    <a:pt x="245824" y="1025212"/>
                  </a:moveTo>
                  <a:lnTo>
                    <a:pt x="214120" y="1072051"/>
                  </a:lnTo>
                  <a:lnTo>
                    <a:pt x="230875" y="1054147"/>
                  </a:lnTo>
                  <a:close/>
                  <a:moveTo>
                    <a:pt x="230875" y="1054147"/>
                  </a:moveTo>
                  <a:lnTo>
                    <a:pt x="244567" y="1018113"/>
                  </a:lnTo>
                  <a:lnTo>
                    <a:pt x="245824" y="1025212"/>
                  </a:lnTo>
                  <a:close/>
                  <a:moveTo>
                    <a:pt x="244567" y="1018113"/>
                  </a:moveTo>
                  <a:lnTo>
                    <a:pt x="233536" y="990456"/>
                  </a:lnTo>
                  <a:lnTo>
                    <a:pt x="245824" y="1025212"/>
                  </a:lnTo>
                  <a:close/>
                  <a:moveTo>
                    <a:pt x="244567" y="1018113"/>
                  </a:moveTo>
                  <a:lnTo>
                    <a:pt x="216743" y="981358"/>
                  </a:lnTo>
                  <a:lnTo>
                    <a:pt x="233536" y="990456"/>
                  </a:lnTo>
                  <a:close/>
                  <a:moveTo>
                    <a:pt x="550230" y="1348907"/>
                  </a:moveTo>
                  <a:lnTo>
                    <a:pt x="591055" y="1381634"/>
                  </a:lnTo>
                  <a:lnTo>
                    <a:pt x="595091" y="1333606"/>
                  </a:lnTo>
                  <a:close/>
                  <a:moveTo>
                    <a:pt x="595091" y="1333606"/>
                  </a:moveTo>
                  <a:lnTo>
                    <a:pt x="637066" y="1355429"/>
                  </a:lnTo>
                  <a:lnTo>
                    <a:pt x="606082" y="1331724"/>
                  </a:lnTo>
                  <a:close/>
                  <a:moveTo>
                    <a:pt x="428609" y="1201887"/>
                  </a:moveTo>
                  <a:lnTo>
                    <a:pt x="440478" y="1214934"/>
                  </a:lnTo>
                  <a:lnTo>
                    <a:pt x="440423" y="1199096"/>
                  </a:lnTo>
                  <a:close/>
                  <a:moveTo>
                    <a:pt x="440423" y="1199096"/>
                  </a:moveTo>
                  <a:lnTo>
                    <a:pt x="398632" y="1183053"/>
                  </a:lnTo>
                  <a:lnTo>
                    <a:pt x="428609" y="1201887"/>
                  </a:lnTo>
                  <a:close/>
                  <a:moveTo>
                    <a:pt x="404228" y="1156686"/>
                  </a:moveTo>
                  <a:lnTo>
                    <a:pt x="398632" y="1183053"/>
                  </a:lnTo>
                  <a:lnTo>
                    <a:pt x="440423" y="1199096"/>
                  </a:lnTo>
                  <a:close/>
                  <a:moveTo>
                    <a:pt x="434694" y="1159006"/>
                  </a:moveTo>
                  <a:lnTo>
                    <a:pt x="404228" y="1156686"/>
                  </a:lnTo>
                  <a:lnTo>
                    <a:pt x="440423" y="1199096"/>
                  </a:lnTo>
                  <a:close/>
                  <a:moveTo>
                    <a:pt x="262835" y="1011383"/>
                  </a:moveTo>
                  <a:lnTo>
                    <a:pt x="244567" y="1018113"/>
                  </a:lnTo>
                  <a:lnTo>
                    <a:pt x="230875" y="1054147"/>
                  </a:lnTo>
                  <a:close/>
                  <a:moveTo>
                    <a:pt x="216743" y="981358"/>
                  </a:moveTo>
                  <a:lnTo>
                    <a:pt x="219007" y="975179"/>
                  </a:lnTo>
                  <a:lnTo>
                    <a:pt x="219071" y="930380"/>
                  </a:lnTo>
                  <a:close/>
                  <a:moveTo>
                    <a:pt x="645585" y="1314541"/>
                  </a:moveTo>
                  <a:lnTo>
                    <a:pt x="606082" y="1331724"/>
                  </a:lnTo>
                  <a:lnTo>
                    <a:pt x="637066" y="1355429"/>
                  </a:lnTo>
                  <a:close/>
                  <a:moveTo>
                    <a:pt x="230490" y="890664"/>
                  </a:moveTo>
                  <a:lnTo>
                    <a:pt x="222210" y="925539"/>
                  </a:lnTo>
                  <a:lnTo>
                    <a:pt x="220973" y="884087"/>
                  </a:lnTo>
                  <a:close/>
                  <a:moveTo>
                    <a:pt x="694776" y="1306740"/>
                  </a:moveTo>
                  <a:lnTo>
                    <a:pt x="667564" y="1260602"/>
                  </a:lnTo>
                  <a:lnTo>
                    <a:pt x="656766" y="1265807"/>
                  </a:lnTo>
                  <a:close/>
                  <a:moveTo>
                    <a:pt x="656766" y="1265807"/>
                  </a:moveTo>
                  <a:lnTo>
                    <a:pt x="665707" y="1270099"/>
                  </a:lnTo>
                  <a:lnTo>
                    <a:pt x="694776" y="1306740"/>
                  </a:lnTo>
                  <a:close/>
                  <a:moveTo>
                    <a:pt x="636107" y="1187092"/>
                  </a:moveTo>
                  <a:lnTo>
                    <a:pt x="605663" y="1170179"/>
                  </a:lnTo>
                  <a:lnTo>
                    <a:pt x="581374" y="1175574"/>
                  </a:lnTo>
                  <a:close/>
                  <a:moveTo>
                    <a:pt x="585826" y="1150338"/>
                  </a:moveTo>
                  <a:lnTo>
                    <a:pt x="581374" y="1175574"/>
                  </a:lnTo>
                  <a:lnTo>
                    <a:pt x="605663" y="1170179"/>
                  </a:lnTo>
                  <a:close/>
                  <a:moveTo>
                    <a:pt x="540930" y="1113582"/>
                  </a:moveTo>
                  <a:lnTo>
                    <a:pt x="540355" y="1146786"/>
                  </a:lnTo>
                  <a:lnTo>
                    <a:pt x="562220" y="1132330"/>
                  </a:lnTo>
                  <a:close/>
                  <a:moveTo>
                    <a:pt x="540930" y="1113582"/>
                  </a:moveTo>
                  <a:lnTo>
                    <a:pt x="522296" y="1130766"/>
                  </a:lnTo>
                  <a:lnTo>
                    <a:pt x="540355" y="1146786"/>
                  </a:lnTo>
                  <a:close/>
                  <a:moveTo>
                    <a:pt x="514789" y="1079571"/>
                  </a:moveTo>
                  <a:lnTo>
                    <a:pt x="511569" y="1078849"/>
                  </a:lnTo>
                  <a:lnTo>
                    <a:pt x="540930" y="1113582"/>
                  </a:lnTo>
                  <a:close/>
                  <a:moveTo>
                    <a:pt x="540930" y="1113582"/>
                  </a:moveTo>
                  <a:lnTo>
                    <a:pt x="511569" y="1078849"/>
                  </a:lnTo>
                  <a:lnTo>
                    <a:pt x="512557" y="1094011"/>
                  </a:lnTo>
                  <a:close/>
                  <a:moveTo>
                    <a:pt x="540930" y="1113582"/>
                  </a:moveTo>
                  <a:lnTo>
                    <a:pt x="512557" y="1094011"/>
                  </a:lnTo>
                  <a:lnTo>
                    <a:pt x="522296" y="1130766"/>
                  </a:lnTo>
                  <a:close/>
                  <a:moveTo>
                    <a:pt x="511322" y="1076828"/>
                  </a:moveTo>
                  <a:lnTo>
                    <a:pt x="486351" y="1069450"/>
                  </a:lnTo>
                  <a:lnTo>
                    <a:pt x="511569" y="1078849"/>
                  </a:lnTo>
                  <a:close/>
                  <a:moveTo>
                    <a:pt x="465577" y="1057256"/>
                  </a:moveTo>
                  <a:lnTo>
                    <a:pt x="486351" y="1069450"/>
                  </a:lnTo>
                  <a:lnTo>
                    <a:pt x="511322" y="1076828"/>
                  </a:lnTo>
                  <a:close/>
                  <a:moveTo>
                    <a:pt x="511322" y="1076828"/>
                  </a:moveTo>
                  <a:lnTo>
                    <a:pt x="511569" y="1078849"/>
                  </a:lnTo>
                  <a:lnTo>
                    <a:pt x="514789" y="1079571"/>
                  </a:lnTo>
                  <a:close/>
                  <a:moveTo>
                    <a:pt x="648388" y="1138376"/>
                  </a:moveTo>
                  <a:lnTo>
                    <a:pt x="613842" y="1139373"/>
                  </a:lnTo>
                  <a:lnTo>
                    <a:pt x="654307" y="1178312"/>
                  </a:lnTo>
                  <a:close/>
                  <a:moveTo>
                    <a:pt x="654307" y="1178312"/>
                  </a:moveTo>
                  <a:lnTo>
                    <a:pt x="675618" y="1143327"/>
                  </a:lnTo>
                  <a:lnTo>
                    <a:pt x="648388" y="1138376"/>
                  </a:lnTo>
                  <a:close/>
                  <a:moveTo>
                    <a:pt x="585826" y="1150338"/>
                  </a:moveTo>
                  <a:lnTo>
                    <a:pt x="605663" y="1170179"/>
                  </a:lnTo>
                  <a:lnTo>
                    <a:pt x="613842" y="1139373"/>
                  </a:lnTo>
                  <a:close/>
                  <a:moveTo>
                    <a:pt x="613842" y="1139373"/>
                  </a:moveTo>
                  <a:lnTo>
                    <a:pt x="562220" y="1132330"/>
                  </a:lnTo>
                  <a:lnTo>
                    <a:pt x="585826" y="1150338"/>
                  </a:lnTo>
                  <a:close/>
                  <a:moveTo>
                    <a:pt x="575169" y="1098978"/>
                  </a:moveTo>
                  <a:lnTo>
                    <a:pt x="562220" y="1132330"/>
                  </a:lnTo>
                  <a:lnTo>
                    <a:pt x="613842" y="1139373"/>
                  </a:lnTo>
                  <a:close/>
                  <a:moveTo>
                    <a:pt x="648432" y="1109299"/>
                  </a:moveTo>
                  <a:lnTo>
                    <a:pt x="637191" y="1096399"/>
                  </a:lnTo>
                  <a:lnTo>
                    <a:pt x="648388" y="1138376"/>
                  </a:lnTo>
                  <a:close/>
                  <a:moveTo>
                    <a:pt x="648388" y="1138376"/>
                  </a:moveTo>
                  <a:lnTo>
                    <a:pt x="637191" y="1096399"/>
                  </a:lnTo>
                  <a:lnTo>
                    <a:pt x="605109" y="1101726"/>
                  </a:lnTo>
                  <a:close/>
                  <a:moveTo>
                    <a:pt x="648388" y="1138376"/>
                  </a:moveTo>
                  <a:lnTo>
                    <a:pt x="605109" y="1101726"/>
                  </a:lnTo>
                  <a:lnTo>
                    <a:pt x="613842" y="1139373"/>
                  </a:lnTo>
                  <a:close/>
                  <a:moveTo>
                    <a:pt x="648432" y="1109299"/>
                  </a:moveTo>
                  <a:lnTo>
                    <a:pt x="648388" y="1138376"/>
                  </a:lnTo>
                  <a:lnTo>
                    <a:pt x="656674" y="1096399"/>
                  </a:lnTo>
                  <a:close/>
                  <a:moveTo>
                    <a:pt x="593685" y="1066267"/>
                  </a:moveTo>
                  <a:lnTo>
                    <a:pt x="575169" y="1098978"/>
                  </a:lnTo>
                  <a:lnTo>
                    <a:pt x="605109" y="1101726"/>
                  </a:lnTo>
                  <a:close/>
                  <a:moveTo>
                    <a:pt x="643701" y="1091612"/>
                  </a:moveTo>
                  <a:lnTo>
                    <a:pt x="602715" y="1076828"/>
                  </a:lnTo>
                  <a:lnTo>
                    <a:pt x="605109" y="1101726"/>
                  </a:lnTo>
                  <a:close/>
                  <a:moveTo>
                    <a:pt x="511322" y="1076828"/>
                  </a:moveTo>
                  <a:lnTo>
                    <a:pt x="514789" y="1079571"/>
                  </a:lnTo>
                  <a:lnTo>
                    <a:pt x="519834" y="1072130"/>
                  </a:lnTo>
                  <a:close/>
                  <a:moveTo>
                    <a:pt x="405339" y="823299"/>
                  </a:moveTo>
                  <a:lnTo>
                    <a:pt x="381495" y="802359"/>
                  </a:lnTo>
                  <a:lnTo>
                    <a:pt x="403593" y="843973"/>
                  </a:lnTo>
                  <a:close/>
                  <a:moveTo>
                    <a:pt x="539558" y="951392"/>
                  </a:moveTo>
                  <a:lnTo>
                    <a:pt x="573945" y="932196"/>
                  </a:lnTo>
                  <a:lnTo>
                    <a:pt x="541162" y="947637"/>
                  </a:lnTo>
                  <a:close/>
                  <a:moveTo>
                    <a:pt x="534963" y="934212"/>
                  </a:moveTo>
                  <a:lnTo>
                    <a:pt x="541162" y="947637"/>
                  </a:lnTo>
                  <a:lnTo>
                    <a:pt x="573945" y="932196"/>
                  </a:lnTo>
                  <a:close/>
                  <a:moveTo>
                    <a:pt x="496522" y="867347"/>
                  </a:moveTo>
                  <a:lnTo>
                    <a:pt x="495071" y="895441"/>
                  </a:lnTo>
                  <a:lnTo>
                    <a:pt x="494997" y="858686"/>
                  </a:lnTo>
                  <a:close/>
                  <a:moveTo>
                    <a:pt x="505716" y="904619"/>
                  </a:moveTo>
                  <a:lnTo>
                    <a:pt x="495071" y="895441"/>
                  </a:lnTo>
                  <a:lnTo>
                    <a:pt x="496522" y="867347"/>
                  </a:lnTo>
                  <a:close/>
                  <a:moveTo>
                    <a:pt x="381495" y="802359"/>
                  </a:moveTo>
                  <a:lnTo>
                    <a:pt x="405339" y="823299"/>
                  </a:lnTo>
                  <a:lnTo>
                    <a:pt x="409163" y="794697"/>
                  </a:lnTo>
                  <a:close/>
                  <a:moveTo>
                    <a:pt x="409163" y="794697"/>
                  </a:moveTo>
                  <a:lnTo>
                    <a:pt x="405339" y="823299"/>
                  </a:lnTo>
                  <a:lnTo>
                    <a:pt x="417067" y="802359"/>
                  </a:lnTo>
                  <a:close/>
                  <a:moveTo>
                    <a:pt x="409163" y="794697"/>
                  </a:moveTo>
                  <a:lnTo>
                    <a:pt x="417067" y="802359"/>
                  </a:lnTo>
                  <a:lnTo>
                    <a:pt x="393099" y="777535"/>
                  </a:lnTo>
                  <a:close/>
                  <a:moveTo>
                    <a:pt x="739416" y="1104113"/>
                  </a:moveTo>
                  <a:lnTo>
                    <a:pt x="752794" y="1062925"/>
                  </a:lnTo>
                  <a:lnTo>
                    <a:pt x="716005" y="1079216"/>
                  </a:lnTo>
                  <a:close/>
                  <a:moveTo>
                    <a:pt x="752794" y="1062925"/>
                  </a:moveTo>
                  <a:lnTo>
                    <a:pt x="794809" y="1090434"/>
                  </a:lnTo>
                  <a:lnTo>
                    <a:pt x="760514" y="1062032"/>
                  </a:lnTo>
                  <a:close/>
                  <a:moveTo>
                    <a:pt x="696697" y="988522"/>
                  </a:moveTo>
                  <a:lnTo>
                    <a:pt x="671496" y="1005706"/>
                  </a:lnTo>
                  <a:lnTo>
                    <a:pt x="683877" y="1021040"/>
                  </a:lnTo>
                  <a:close/>
                  <a:moveTo>
                    <a:pt x="669615" y="968951"/>
                  </a:moveTo>
                  <a:lnTo>
                    <a:pt x="696697" y="988522"/>
                  </a:lnTo>
                  <a:lnTo>
                    <a:pt x="670467" y="951767"/>
                  </a:lnTo>
                  <a:close/>
                  <a:moveTo>
                    <a:pt x="644458" y="932196"/>
                  </a:moveTo>
                  <a:lnTo>
                    <a:pt x="670467" y="951767"/>
                  </a:lnTo>
                  <a:lnTo>
                    <a:pt x="648816" y="915012"/>
                  </a:lnTo>
                  <a:close/>
                  <a:moveTo>
                    <a:pt x="873203" y="1134387"/>
                  </a:moveTo>
                  <a:lnTo>
                    <a:pt x="840780" y="1135065"/>
                  </a:lnTo>
                  <a:lnTo>
                    <a:pt x="860522" y="1081604"/>
                  </a:lnTo>
                  <a:close/>
                  <a:moveTo>
                    <a:pt x="670467" y="951767"/>
                  </a:moveTo>
                  <a:lnTo>
                    <a:pt x="705540" y="984760"/>
                  </a:lnTo>
                  <a:lnTo>
                    <a:pt x="705026" y="940431"/>
                  </a:lnTo>
                  <a:close/>
                  <a:moveTo>
                    <a:pt x="692059" y="897829"/>
                  </a:moveTo>
                  <a:lnTo>
                    <a:pt x="705026" y="940431"/>
                  </a:lnTo>
                  <a:lnTo>
                    <a:pt x="707876" y="918353"/>
                  </a:lnTo>
                  <a:close/>
                  <a:moveTo>
                    <a:pt x="670467" y="951767"/>
                  </a:moveTo>
                  <a:lnTo>
                    <a:pt x="705026" y="940431"/>
                  </a:lnTo>
                  <a:lnTo>
                    <a:pt x="692059" y="897829"/>
                  </a:lnTo>
                  <a:close/>
                  <a:moveTo>
                    <a:pt x="651760" y="833119"/>
                  </a:moveTo>
                  <a:lnTo>
                    <a:pt x="633545" y="837214"/>
                  </a:lnTo>
                  <a:lnTo>
                    <a:pt x="677808" y="861074"/>
                  </a:lnTo>
                  <a:close/>
                  <a:moveTo>
                    <a:pt x="624172" y="787564"/>
                  </a:moveTo>
                  <a:lnTo>
                    <a:pt x="608846" y="804747"/>
                  </a:lnTo>
                  <a:lnTo>
                    <a:pt x="639855" y="824319"/>
                  </a:lnTo>
                  <a:close/>
                  <a:moveTo>
                    <a:pt x="639855" y="824319"/>
                  </a:moveTo>
                  <a:lnTo>
                    <a:pt x="633545" y="837214"/>
                  </a:lnTo>
                  <a:lnTo>
                    <a:pt x="651760" y="833119"/>
                  </a:lnTo>
                  <a:close/>
                  <a:moveTo>
                    <a:pt x="913143" y="1101176"/>
                  </a:moveTo>
                  <a:lnTo>
                    <a:pt x="860522" y="1081604"/>
                  </a:lnTo>
                  <a:lnTo>
                    <a:pt x="887849" y="1118359"/>
                  </a:lnTo>
                  <a:close/>
                  <a:moveTo>
                    <a:pt x="692059" y="897829"/>
                  </a:moveTo>
                  <a:lnTo>
                    <a:pt x="707876" y="918353"/>
                  </a:lnTo>
                  <a:lnTo>
                    <a:pt x="718750" y="884526"/>
                  </a:lnTo>
                  <a:close/>
                  <a:moveTo>
                    <a:pt x="718750" y="884526"/>
                  </a:moveTo>
                  <a:lnTo>
                    <a:pt x="707876" y="918353"/>
                  </a:lnTo>
                  <a:lnTo>
                    <a:pt x="722691" y="897829"/>
                  </a:lnTo>
                  <a:close/>
                  <a:moveTo>
                    <a:pt x="718750" y="884526"/>
                  </a:moveTo>
                  <a:lnTo>
                    <a:pt x="722691" y="897829"/>
                  </a:lnTo>
                  <a:lnTo>
                    <a:pt x="727046" y="860123"/>
                  </a:lnTo>
                  <a:close/>
                  <a:moveTo>
                    <a:pt x="701297" y="853968"/>
                  </a:moveTo>
                  <a:lnTo>
                    <a:pt x="718750" y="884526"/>
                  </a:lnTo>
                  <a:lnTo>
                    <a:pt x="727046" y="860123"/>
                  </a:lnTo>
                  <a:close/>
                  <a:moveTo>
                    <a:pt x="657541" y="770381"/>
                  </a:moveTo>
                  <a:lnTo>
                    <a:pt x="653425" y="821052"/>
                  </a:lnTo>
                  <a:lnTo>
                    <a:pt x="661768" y="774331"/>
                  </a:lnTo>
                  <a:close/>
                  <a:moveTo>
                    <a:pt x="639855" y="824319"/>
                  </a:moveTo>
                  <a:lnTo>
                    <a:pt x="653425" y="821052"/>
                  </a:lnTo>
                  <a:lnTo>
                    <a:pt x="657541" y="770381"/>
                  </a:lnTo>
                  <a:close/>
                  <a:moveTo>
                    <a:pt x="681271" y="770381"/>
                  </a:moveTo>
                  <a:lnTo>
                    <a:pt x="661768" y="774331"/>
                  </a:lnTo>
                  <a:lnTo>
                    <a:pt x="693095" y="771142"/>
                  </a:lnTo>
                  <a:close/>
                  <a:moveTo>
                    <a:pt x="693095" y="771142"/>
                  </a:moveTo>
                  <a:lnTo>
                    <a:pt x="661768" y="774331"/>
                  </a:lnTo>
                  <a:lnTo>
                    <a:pt x="653425" y="821052"/>
                  </a:lnTo>
                  <a:close/>
                  <a:moveTo>
                    <a:pt x="693095" y="771142"/>
                  </a:moveTo>
                  <a:lnTo>
                    <a:pt x="653425" y="821052"/>
                  </a:lnTo>
                  <a:lnTo>
                    <a:pt x="697618" y="812212"/>
                  </a:lnTo>
                  <a:close/>
                  <a:moveTo>
                    <a:pt x="701238" y="770381"/>
                  </a:moveTo>
                  <a:lnTo>
                    <a:pt x="693095" y="771142"/>
                  </a:lnTo>
                  <a:lnTo>
                    <a:pt x="697618" y="812212"/>
                  </a:lnTo>
                  <a:close/>
                  <a:moveTo>
                    <a:pt x="693410" y="768058"/>
                  </a:moveTo>
                  <a:lnTo>
                    <a:pt x="693095" y="771142"/>
                  </a:lnTo>
                  <a:lnTo>
                    <a:pt x="701238" y="770381"/>
                  </a:lnTo>
                  <a:close/>
                  <a:moveTo>
                    <a:pt x="681271" y="770381"/>
                  </a:moveTo>
                  <a:lnTo>
                    <a:pt x="693095" y="771142"/>
                  </a:lnTo>
                  <a:lnTo>
                    <a:pt x="693410" y="768058"/>
                  </a:lnTo>
                  <a:close/>
                  <a:moveTo>
                    <a:pt x="978294" y="1122192"/>
                  </a:moveTo>
                  <a:lnTo>
                    <a:pt x="1007437" y="1098487"/>
                  </a:lnTo>
                  <a:lnTo>
                    <a:pt x="997088" y="1089255"/>
                  </a:lnTo>
                  <a:close/>
                  <a:moveTo>
                    <a:pt x="978294" y="1122192"/>
                  </a:moveTo>
                  <a:lnTo>
                    <a:pt x="997088" y="1089255"/>
                  </a:lnTo>
                  <a:lnTo>
                    <a:pt x="966958" y="1086661"/>
                  </a:lnTo>
                  <a:close/>
                  <a:moveTo>
                    <a:pt x="923232" y="1095121"/>
                  </a:moveTo>
                  <a:lnTo>
                    <a:pt x="966958" y="1086661"/>
                  </a:lnTo>
                  <a:lnTo>
                    <a:pt x="953946" y="1052493"/>
                  </a:lnTo>
                  <a:close/>
                  <a:moveTo>
                    <a:pt x="966958" y="1086661"/>
                  </a:moveTo>
                  <a:lnTo>
                    <a:pt x="997088" y="1089255"/>
                  </a:lnTo>
                  <a:lnTo>
                    <a:pt x="981274" y="1057364"/>
                  </a:lnTo>
                  <a:close/>
                  <a:moveTo>
                    <a:pt x="966958" y="1086661"/>
                  </a:moveTo>
                  <a:lnTo>
                    <a:pt x="981274" y="1057364"/>
                  </a:lnTo>
                  <a:lnTo>
                    <a:pt x="953946" y="1052493"/>
                  </a:lnTo>
                  <a:close/>
                  <a:moveTo>
                    <a:pt x="769916" y="789952"/>
                  </a:moveTo>
                  <a:lnTo>
                    <a:pt x="739965" y="817543"/>
                  </a:lnTo>
                  <a:lnTo>
                    <a:pt x="776647" y="843891"/>
                  </a:lnTo>
                  <a:close/>
                  <a:moveTo>
                    <a:pt x="769916" y="789952"/>
                  </a:moveTo>
                  <a:lnTo>
                    <a:pt x="776647" y="843891"/>
                  </a:lnTo>
                  <a:lnTo>
                    <a:pt x="777256" y="826707"/>
                  </a:lnTo>
                  <a:close/>
                  <a:moveTo>
                    <a:pt x="657541" y="770381"/>
                  </a:moveTo>
                  <a:lnTo>
                    <a:pt x="661768" y="774331"/>
                  </a:lnTo>
                  <a:lnTo>
                    <a:pt x="663816" y="767857"/>
                  </a:lnTo>
                  <a:close/>
                  <a:moveTo>
                    <a:pt x="663816" y="767857"/>
                  </a:moveTo>
                  <a:lnTo>
                    <a:pt x="661768" y="774331"/>
                  </a:lnTo>
                  <a:lnTo>
                    <a:pt x="681271" y="770381"/>
                  </a:lnTo>
                  <a:close/>
                  <a:moveTo>
                    <a:pt x="696744" y="723428"/>
                  </a:moveTo>
                  <a:lnTo>
                    <a:pt x="681271" y="770381"/>
                  </a:lnTo>
                  <a:lnTo>
                    <a:pt x="693410" y="768058"/>
                  </a:lnTo>
                  <a:close/>
                  <a:moveTo>
                    <a:pt x="663816" y="767857"/>
                  </a:moveTo>
                  <a:lnTo>
                    <a:pt x="681271" y="770381"/>
                  </a:lnTo>
                  <a:lnTo>
                    <a:pt x="696744" y="723428"/>
                  </a:lnTo>
                  <a:close/>
                  <a:moveTo>
                    <a:pt x="722468" y="716442"/>
                  </a:moveTo>
                  <a:lnTo>
                    <a:pt x="693410" y="768058"/>
                  </a:lnTo>
                  <a:lnTo>
                    <a:pt x="701238" y="770381"/>
                  </a:lnTo>
                  <a:close/>
                  <a:moveTo>
                    <a:pt x="582061" y="504689"/>
                  </a:moveTo>
                  <a:lnTo>
                    <a:pt x="546802" y="540329"/>
                  </a:lnTo>
                  <a:lnTo>
                    <a:pt x="553193" y="521330"/>
                  </a:lnTo>
                  <a:close/>
                  <a:moveTo>
                    <a:pt x="1066889" y="1030054"/>
                  </a:moveTo>
                  <a:lnTo>
                    <a:pt x="1084101" y="1072691"/>
                  </a:lnTo>
                  <a:lnTo>
                    <a:pt x="1087900" y="1053963"/>
                  </a:lnTo>
                  <a:close/>
                  <a:moveTo>
                    <a:pt x="1066889" y="1030054"/>
                  </a:moveTo>
                  <a:lnTo>
                    <a:pt x="1044977" y="1018056"/>
                  </a:lnTo>
                  <a:lnTo>
                    <a:pt x="1026632" y="1045674"/>
                  </a:lnTo>
                  <a:close/>
                  <a:moveTo>
                    <a:pt x="769916" y="789952"/>
                  </a:moveTo>
                  <a:lnTo>
                    <a:pt x="813918" y="777049"/>
                  </a:lnTo>
                  <a:lnTo>
                    <a:pt x="807621" y="776958"/>
                  </a:lnTo>
                  <a:close/>
                  <a:moveTo>
                    <a:pt x="799100" y="739138"/>
                  </a:moveTo>
                  <a:lnTo>
                    <a:pt x="761076" y="742963"/>
                  </a:lnTo>
                  <a:lnTo>
                    <a:pt x="807621" y="776958"/>
                  </a:lnTo>
                  <a:close/>
                  <a:moveTo>
                    <a:pt x="799100" y="739138"/>
                  </a:moveTo>
                  <a:lnTo>
                    <a:pt x="807621" y="776958"/>
                  </a:lnTo>
                  <a:lnTo>
                    <a:pt x="822413" y="747273"/>
                  </a:lnTo>
                  <a:close/>
                  <a:moveTo>
                    <a:pt x="757235" y="699259"/>
                  </a:moveTo>
                  <a:lnTo>
                    <a:pt x="761076" y="742963"/>
                  </a:lnTo>
                  <a:lnTo>
                    <a:pt x="760767" y="702900"/>
                  </a:lnTo>
                  <a:close/>
                  <a:moveTo>
                    <a:pt x="761076" y="742963"/>
                  </a:moveTo>
                  <a:lnTo>
                    <a:pt x="799100" y="739138"/>
                  </a:lnTo>
                  <a:lnTo>
                    <a:pt x="760767" y="702900"/>
                  </a:lnTo>
                  <a:close/>
                  <a:moveTo>
                    <a:pt x="722468" y="716442"/>
                  </a:moveTo>
                  <a:lnTo>
                    <a:pt x="757235" y="699259"/>
                  </a:lnTo>
                  <a:lnTo>
                    <a:pt x="697909" y="688671"/>
                  </a:lnTo>
                  <a:close/>
                  <a:moveTo>
                    <a:pt x="757235" y="699259"/>
                  </a:moveTo>
                  <a:lnTo>
                    <a:pt x="717877" y="667120"/>
                  </a:lnTo>
                  <a:lnTo>
                    <a:pt x="697909" y="688671"/>
                  </a:lnTo>
                  <a:close/>
                  <a:moveTo>
                    <a:pt x="169468" y="3929"/>
                  </a:moveTo>
                  <a:lnTo>
                    <a:pt x="180519" y="0"/>
                  </a:lnTo>
                  <a:lnTo>
                    <a:pt x="148796" y="5968"/>
                  </a:lnTo>
                  <a:close/>
                  <a:moveTo>
                    <a:pt x="169468" y="3929"/>
                  </a:moveTo>
                  <a:lnTo>
                    <a:pt x="191023" y="13493"/>
                  </a:lnTo>
                  <a:lnTo>
                    <a:pt x="180519" y="0"/>
                  </a:lnTo>
                  <a:close/>
                  <a:moveTo>
                    <a:pt x="1087900" y="1053963"/>
                  </a:moveTo>
                  <a:lnTo>
                    <a:pt x="1096972" y="1017480"/>
                  </a:lnTo>
                  <a:lnTo>
                    <a:pt x="1066889" y="1030054"/>
                  </a:lnTo>
                  <a:close/>
                  <a:moveTo>
                    <a:pt x="1066889" y="1030054"/>
                  </a:moveTo>
                  <a:lnTo>
                    <a:pt x="1096972" y="1017480"/>
                  </a:lnTo>
                  <a:lnTo>
                    <a:pt x="1053649" y="980865"/>
                  </a:lnTo>
                  <a:close/>
                  <a:moveTo>
                    <a:pt x="1053649" y="980865"/>
                  </a:moveTo>
                  <a:lnTo>
                    <a:pt x="1096972" y="1017480"/>
                  </a:lnTo>
                  <a:lnTo>
                    <a:pt x="1085808" y="981809"/>
                  </a:lnTo>
                  <a:close/>
                  <a:moveTo>
                    <a:pt x="1066889" y="1030054"/>
                  </a:moveTo>
                  <a:lnTo>
                    <a:pt x="1053649" y="980865"/>
                  </a:lnTo>
                  <a:lnTo>
                    <a:pt x="1044977" y="1018056"/>
                  </a:lnTo>
                  <a:close/>
                  <a:moveTo>
                    <a:pt x="1042014" y="976116"/>
                  </a:moveTo>
                  <a:lnTo>
                    <a:pt x="1044977" y="1018056"/>
                  </a:lnTo>
                  <a:lnTo>
                    <a:pt x="1053649" y="980865"/>
                  </a:lnTo>
                  <a:close/>
                  <a:moveTo>
                    <a:pt x="1053649" y="980865"/>
                  </a:moveTo>
                  <a:lnTo>
                    <a:pt x="1085808" y="981809"/>
                  </a:lnTo>
                  <a:lnTo>
                    <a:pt x="1030854" y="954650"/>
                  </a:lnTo>
                  <a:close/>
                  <a:moveTo>
                    <a:pt x="1010138" y="944403"/>
                  </a:moveTo>
                  <a:lnTo>
                    <a:pt x="1042014" y="976116"/>
                  </a:lnTo>
                  <a:lnTo>
                    <a:pt x="1053649" y="980865"/>
                  </a:lnTo>
                  <a:close/>
                  <a:moveTo>
                    <a:pt x="862945" y="772769"/>
                  </a:moveTo>
                  <a:lnTo>
                    <a:pt x="884066" y="790167"/>
                  </a:lnTo>
                  <a:lnTo>
                    <a:pt x="903285" y="765817"/>
                  </a:lnTo>
                  <a:close/>
                  <a:moveTo>
                    <a:pt x="862945" y="772769"/>
                  </a:moveTo>
                  <a:lnTo>
                    <a:pt x="903285" y="765817"/>
                  </a:lnTo>
                  <a:lnTo>
                    <a:pt x="885939" y="755586"/>
                  </a:lnTo>
                  <a:close/>
                  <a:moveTo>
                    <a:pt x="760552" y="698642"/>
                  </a:moveTo>
                  <a:lnTo>
                    <a:pt x="757235" y="699259"/>
                  </a:lnTo>
                  <a:lnTo>
                    <a:pt x="760767" y="702900"/>
                  </a:lnTo>
                  <a:close/>
                  <a:moveTo>
                    <a:pt x="757235" y="699259"/>
                  </a:moveTo>
                  <a:lnTo>
                    <a:pt x="760552" y="698642"/>
                  </a:lnTo>
                  <a:lnTo>
                    <a:pt x="772238" y="649581"/>
                  </a:lnTo>
                  <a:close/>
                  <a:moveTo>
                    <a:pt x="885939" y="755586"/>
                  </a:moveTo>
                  <a:lnTo>
                    <a:pt x="912204" y="746110"/>
                  </a:lnTo>
                  <a:lnTo>
                    <a:pt x="870148" y="718831"/>
                  </a:lnTo>
                  <a:close/>
                  <a:moveTo>
                    <a:pt x="807235" y="598283"/>
                  </a:moveTo>
                  <a:lnTo>
                    <a:pt x="828560" y="608034"/>
                  </a:lnTo>
                  <a:lnTo>
                    <a:pt x="832093" y="560415"/>
                  </a:lnTo>
                  <a:close/>
                  <a:moveTo>
                    <a:pt x="961588" y="554062"/>
                  </a:moveTo>
                  <a:lnTo>
                    <a:pt x="991977" y="593771"/>
                  </a:lnTo>
                  <a:lnTo>
                    <a:pt x="968952" y="55701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73" name="Input_density__72">
              <a:extLst>
                <a:ext uri="{FF2B5EF4-FFF2-40B4-BE49-F238E27FC236}">
                  <a16:creationId xmlns:a16="http://schemas.microsoft.com/office/drawing/2014/main" id="{B11D5E4D-1EF2-2473-FB47-02C8EF8A81AC}"/>
                </a:ext>
              </a:extLst>
            </p:cNvPr>
            <p:cNvSpPr>
              <a:spLocks noGrp="1"/>
            </p:cNvSpPr>
            <p:nvPr/>
          </p:nvSpPr>
          <p:spPr>
            <a:xfrm>
              <a:off x="904944" y="2303222"/>
              <a:ext cx="1049061" cy="970305"/>
            </a:xfrm>
            <a:custGeom>
              <a:avLst/>
              <a:gdLst/>
              <a:ahLst/>
              <a:cxnLst/>
              <a:rect l="0" t="0" r="0" b="0"/>
              <a:pathLst>
                <a:path w="1049061" h="970305">
                  <a:moveTo>
                    <a:pt x="11441" y="675613"/>
                  </a:moveTo>
                  <a:lnTo>
                    <a:pt x="0" y="665941"/>
                  </a:lnTo>
                  <a:lnTo>
                    <a:pt x="12374" y="688575"/>
                  </a:lnTo>
                  <a:close/>
                  <a:moveTo>
                    <a:pt x="269168" y="896142"/>
                  </a:moveTo>
                  <a:lnTo>
                    <a:pt x="270886" y="909422"/>
                  </a:lnTo>
                  <a:lnTo>
                    <a:pt x="292707" y="916659"/>
                  </a:lnTo>
                  <a:close/>
                  <a:moveTo>
                    <a:pt x="349890" y="915714"/>
                  </a:moveTo>
                  <a:lnTo>
                    <a:pt x="317142" y="932897"/>
                  </a:lnTo>
                  <a:lnTo>
                    <a:pt x="333005" y="942747"/>
                  </a:lnTo>
                  <a:close/>
                  <a:moveTo>
                    <a:pt x="317142" y="932897"/>
                  </a:moveTo>
                  <a:lnTo>
                    <a:pt x="349890" y="915714"/>
                  </a:lnTo>
                  <a:lnTo>
                    <a:pt x="292707" y="916659"/>
                  </a:lnTo>
                  <a:close/>
                  <a:moveTo>
                    <a:pt x="349890" y="915714"/>
                  </a:moveTo>
                  <a:lnTo>
                    <a:pt x="310962" y="888700"/>
                  </a:lnTo>
                  <a:lnTo>
                    <a:pt x="292707" y="916659"/>
                  </a:lnTo>
                  <a:close/>
                  <a:moveTo>
                    <a:pt x="290191" y="878959"/>
                  </a:moveTo>
                  <a:lnTo>
                    <a:pt x="292707" y="916659"/>
                  </a:lnTo>
                  <a:lnTo>
                    <a:pt x="310962" y="888700"/>
                  </a:lnTo>
                  <a:close/>
                  <a:moveTo>
                    <a:pt x="290191" y="878959"/>
                  </a:moveTo>
                  <a:lnTo>
                    <a:pt x="269168" y="896142"/>
                  </a:lnTo>
                  <a:lnTo>
                    <a:pt x="292707" y="916659"/>
                  </a:lnTo>
                  <a:close/>
                  <a:moveTo>
                    <a:pt x="269168" y="896142"/>
                  </a:moveTo>
                  <a:lnTo>
                    <a:pt x="290191" y="878959"/>
                  </a:lnTo>
                  <a:lnTo>
                    <a:pt x="247463" y="872074"/>
                  </a:lnTo>
                  <a:close/>
                  <a:moveTo>
                    <a:pt x="290191" y="878959"/>
                  </a:moveTo>
                  <a:lnTo>
                    <a:pt x="272334" y="868854"/>
                  </a:lnTo>
                  <a:lnTo>
                    <a:pt x="247463" y="872074"/>
                  </a:lnTo>
                  <a:close/>
                  <a:moveTo>
                    <a:pt x="247463" y="872074"/>
                  </a:moveTo>
                  <a:lnTo>
                    <a:pt x="230020" y="843721"/>
                  </a:lnTo>
                  <a:lnTo>
                    <a:pt x="234955" y="859387"/>
                  </a:lnTo>
                  <a:close/>
                  <a:moveTo>
                    <a:pt x="234955" y="859387"/>
                  </a:moveTo>
                  <a:lnTo>
                    <a:pt x="230020" y="843721"/>
                  </a:lnTo>
                  <a:lnTo>
                    <a:pt x="206609" y="818007"/>
                  </a:lnTo>
                  <a:close/>
                  <a:moveTo>
                    <a:pt x="432747" y="970305"/>
                  </a:moveTo>
                  <a:lnTo>
                    <a:pt x="408423" y="941278"/>
                  </a:lnTo>
                  <a:lnTo>
                    <a:pt x="415946" y="952469"/>
                  </a:lnTo>
                  <a:close/>
                  <a:moveTo>
                    <a:pt x="419394" y="948750"/>
                  </a:moveTo>
                  <a:lnTo>
                    <a:pt x="408423" y="941278"/>
                  </a:lnTo>
                  <a:lnTo>
                    <a:pt x="432747" y="970305"/>
                  </a:lnTo>
                  <a:close/>
                  <a:moveTo>
                    <a:pt x="458103" y="968900"/>
                  </a:moveTo>
                  <a:lnTo>
                    <a:pt x="419394" y="948750"/>
                  </a:lnTo>
                  <a:lnTo>
                    <a:pt x="432747" y="970305"/>
                  </a:lnTo>
                  <a:close/>
                  <a:moveTo>
                    <a:pt x="415946" y="952469"/>
                  </a:moveTo>
                  <a:lnTo>
                    <a:pt x="408423" y="941278"/>
                  </a:lnTo>
                  <a:lnTo>
                    <a:pt x="385887" y="914852"/>
                  </a:lnTo>
                  <a:close/>
                  <a:moveTo>
                    <a:pt x="408423" y="941278"/>
                  </a:moveTo>
                  <a:lnTo>
                    <a:pt x="367077" y="915714"/>
                  </a:lnTo>
                  <a:lnTo>
                    <a:pt x="385887" y="914852"/>
                  </a:lnTo>
                  <a:close/>
                  <a:moveTo>
                    <a:pt x="366542" y="875723"/>
                  </a:moveTo>
                  <a:lnTo>
                    <a:pt x="385887" y="914852"/>
                  </a:lnTo>
                  <a:lnTo>
                    <a:pt x="366457" y="878959"/>
                  </a:lnTo>
                  <a:close/>
                  <a:moveTo>
                    <a:pt x="366457" y="878959"/>
                  </a:moveTo>
                  <a:lnTo>
                    <a:pt x="385887" y="914852"/>
                  </a:lnTo>
                  <a:lnTo>
                    <a:pt x="367077" y="915714"/>
                  </a:lnTo>
                  <a:close/>
                  <a:moveTo>
                    <a:pt x="366542" y="875723"/>
                  </a:moveTo>
                  <a:lnTo>
                    <a:pt x="366457" y="878959"/>
                  </a:lnTo>
                  <a:lnTo>
                    <a:pt x="352599" y="870079"/>
                  </a:lnTo>
                  <a:close/>
                  <a:moveTo>
                    <a:pt x="400311" y="877401"/>
                  </a:moveTo>
                  <a:lnTo>
                    <a:pt x="387763" y="915714"/>
                  </a:lnTo>
                  <a:lnTo>
                    <a:pt x="385887" y="914852"/>
                  </a:lnTo>
                  <a:close/>
                  <a:moveTo>
                    <a:pt x="352599" y="870079"/>
                  </a:moveTo>
                  <a:lnTo>
                    <a:pt x="366457" y="878959"/>
                  </a:lnTo>
                  <a:lnTo>
                    <a:pt x="332328" y="844011"/>
                  </a:lnTo>
                  <a:close/>
                  <a:moveTo>
                    <a:pt x="330969" y="842204"/>
                  </a:moveTo>
                  <a:lnTo>
                    <a:pt x="352599" y="870079"/>
                  </a:lnTo>
                  <a:lnTo>
                    <a:pt x="332328" y="844011"/>
                  </a:lnTo>
                  <a:close/>
                  <a:moveTo>
                    <a:pt x="310812" y="832215"/>
                  </a:moveTo>
                  <a:lnTo>
                    <a:pt x="291545" y="816105"/>
                  </a:lnTo>
                  <a:lnTo>
                    <a:pt x="273405" y="790791"/>
                  </a:lnTo>
                  <a:close/>
                  <a:moveTo>
                    <a:pt x="310812" y="832215"/>
                  </a:moveTo>
                  <a:lnTo>
                    <a:pt x="330969" y="842204"/>
                  </a:lnTo>
                  <a:lnTo>
                    <a:pt x="291545" y="816105"/>
                  </a:lnTo>
                  <a:close/>
                  <a:moveTo>
                    <a:pt x="264997" y="714756"/>
                  </a:moveTo>
                  <a:lnTo>
                    <a:pt x="271656" y="741743"/>
                  </a:lnTo>
                  <a:lnTo>
                    <a:pt x="296226" y="737399"/>
                  </a:lnTo>
                  <a:close/>
                  <a:moveTo>
                    <a:pt x="241444" y="731939"/>
                  </a:moveTo>
                  <a:lnTo>
                    <a:pt x="264997" y="714756"/>
                  </a:lnTo>
                  <a:lnTo>
                    <a:pt x="235018" y="729337"/>
                  </a:lnTo>
                  <a:close/>
                  <a:moveTo>
                    <a:pt x="214348" y="680424"/>
                  </a:moveTo>
                  <a:lnTo>
                    <a:pt x="165299" y="717821"/>
                  </a:lnTo>
                  <a:lnTo>
                    <a:pt x="199604" y="721505"/>
                  </a:lnTo>
                  <a:close/>
                  <a:moveTo>
                    <a:pt x="199604" y="721505"/>
                  </a:moveTo>
                  <a:lnTo>
                    <a:pt x="235018" y="729337"/>
                  </a:lnTo>
                  <a:lnTo>
                    <a:pt x="249245" y="686321"/>
                  </a:lnTo>
                  <a:close/>
                  <a:moveTo>
                    <a:pt x="200821" y="629847"/>
                  </a:moveTo>
                  <a:lnTo>
                    <a:pt x="166093" y="621674"/>
                  </a:lnTo>
                  <a:lnTo>
                    <a:pt x="168685" y="642762"/>
                  </a:lnTo>
                  <a:close/>
                  <a:moveTo>
                    <a:pt x="168685" y="642762"/>
                  </a:moveTo>
                  <a:lnTo>
                    <a:pt x="166093" y="621674"/>
                  </a:lnTo>
                  <a:lnTo>
                    <a:pt x="156027" y="608306"/>
                  </a:lnTo>
                  <a:close/>
                  <a:moveTo>
                    <a:pt x="136927" y="579087"/>
                  </a:moveTo>
                  <a:lnTo>
                    <a:pt x="186902" y="577806"/>
                  </a:lnTo>
                  <a:lnTo>
                    <a:pt x="174794" y="567736"/>
                  </a:lnTo>
                  <a:close/>
                  <a:moveTo>
                    <a:pt x="136927" y="579087"/>
                  </a:moveTo>
                  <a:lnTo>
                    <a:pt x="132372" y="567736"/>
                  </a:lnTo>
                  <a:lnTo>
                    <a:pt x="139213" y="604491"/>
                  </a:lnTo>
                  <a:close/>
                  <a:moveTo>
                    <a:pt x="136927" y="579087"/>
                  </a:moveTo>
                  <a:lnTo>
                    <a:pt x="174794" y="567736"/>
                  </a:lnTo>
                  <a:lnTo>
                    <a:pt x="146205" y="550224"/>
                  </a:lnTo>
                  <a:close/>
                  <a:moveTo>
                    <a:pt x="146205" y="550224"/>
                  </a:moveTo>
                  <a:lnTo>
                    <a:pt x="115947" y="530981"/>
                  </a:lnTo>
                  <a:lnTo>
                    <a:pt x="136927" y="579087"/>
                  </a:lnTo>
                  <a:close/>
                  <a:moveTo>
                    <a:pt x="340053" y="734327"/>
                  </a:moveTo>
                  <a:lnTo>
                    <a:pt x="309015" y="751511"/>
                  </a:lnTo>
                  <a:lnTo>
                    <a:pt x="339444" y="774406"/>
                  </a:lnTo>
                  <a:close/>
                  <a:moveTo>
                    <a:pt x="388625" y="778384"/>
                  </a:moveTo>
                  <a:lnTo>
                    <a:pt x="392959" y="771082"/>
                  </a:lnTo>
                  <a:lnTo>
                    <a:pt x="373981" y="778959"/>
                  </a:lnTo>
                  <a:close/>
                  <a:moveTo>
                    <a:pt x="373981" y="778959"/>
                  </a:moveTo>
                  <a:lnTo>
                    <a:pt x="392959" y="771082"/>
                  </a:lnTo>
                  <a:lnTo>
                    <a:pt x="359266" y="752308"/>
                  </a:lnTo>
                  <a:close/>
                  <a:moveTo>
                    <a:pt x="337398" y="670549"/>
                  </a:moveTo>
                  <a:lnTo>
                    <a:pt x="282703" y="678001"/>
                  </a:lnTo>
                  <a:lnTo>
                    <a:pt x="299801" y="706926"/>
                  </a:lnTo>
                  <a:close/>
                  <a:moveTo>
                    <a:pt x="299801" y="706926"/>
                  </a:moveTo>
                  <a:lnTo>
                    <a:pt x="282703" y="678001"/>
                  </a:lnTo>
                  <a:lnTo>
                    <a:pt x="283926" y="675085"/>
                  </a:lnTo>
                  <a:close/>
                  <a:moveTo>
                    <a:pt x="252537" y="673515"/>
                  </a:moveTo>
                  <a:lnTo>
                    <a:pt x="283926" y="675085"/>
                  </a:lnTo>
                  <a:lnTo>
                    <a:pt x="279481" y="674790"/>
                  </a:lnTo>
                  <a:close/>
                  <a:moveTo>
                    <a:pt x="245411" y="671986"/>
                  </a:moveTo>
                  <a:lnTo>
                    <a:pt x="252537" y="673515"/>
                  </a:lnTo>
                  <a:lnTo>
                    <a:pt x="279481" y="674790"/>
                  </a:lnTo>
                  <a:close/>
                  <a:moveTo>
                    <a:pt x="174794" y="567736"/>
                  </a:moveTo>
                  <a:lnTo>
                    <a:pt x="186902" y="577806"/>
                  </a:lnTo>
                  <a:lnTo>
                    <a:pt x="190138" y="587308"/>
                  </a:lnTo>
                  <a:close/>
                  <a:moveTo>
                    <a:pt x="198633" y="550552"/>
                  </a:moveTo>
                  <a:lnTo>
                    <a:pt x="204067" y="545775"/>
                  </a:lnTo>
                  <a:lnTo>
                    <a:pt x="174794" y="567736"/>
                  </a:lnTo>
                  <a:close/>
                  <a:moveTo>
                    <a:pt x="222943" y="587982"/>
                  </a:moveTo>
                  <a:lnTo>
                    <a:pt x="202569" y="597556"/>
                  </a:lnTo>
                  <a:lnTo>
                    <a:pt x="186902" y="577806"/>
                  </a:lnTo>
                  <a:close/>
                  <a:moveTo>
                    <a:pt x="151326" y="522634"/>
                  </a:moveTo>
                  <a:lnTo>
                    <a:pt x="186156" y="521406"/>
                  </a:lnTo>
                  <a:lnTo>
                    <a:pt x="175971" y="484938"/>
                  </a:lnTo>
                  <a:close/>
                  <a:moveTo>
                    <a:pt x="354696" y="689385"/>
                  </a:moveTo>
                  <a:lnTo>
                    <a:pt x="360959" y="697572"/>
                  </a:lnTo>
                  <a:lnTo>
                    <a:pt x="337398" y="670549"/>
                  </a:lnTo>
                  <a:close/>
                  <a:moveTo>
                    <a:pt x="241237" y="503714"/>
                  </a:moveTo>
                  <a:lnTo>
                    <a:pt x="255717" y="513797"/>
                  </a:lnTo>
                  <a:lnTo>
                    <a:pt x="253482" y="538506"/>
                  </a:lnTo>
                  <a:close/>
                  <a:moveTo>
                    <a:pt x="199466" y="423104"/>
                  </a:moveTo>
                  <a:lnTo>
                    <a:pt x="194014" y="440287"/>
                  </a:lnTo>
                  <a:lnTo>
                    <a:pt x="212156" y="459859"/>
                  </a:lnTo>
                  <a:close/>
                  <a:moveTo>
                    <a:pt x="545643" y="827409"/>
                  </a:moveTo>
                  <a:lnTo>
                    <a:pt x="572736" y="864164"/>
                  </a:lnTo>
                  <a:lnTo>
                    <a:pt x="586468" y="860136"/>
                  </a:lnTo>
                  <a:close/>
                  <a:moveTo>
                    <a:pt x="586468" y="860136"/>
                  </a:moveTo>
                  <a:lnTo>
                    <a:pt x="585739" y="864164"/>
                  </a:lnTo>
                  <a:lnTo>
                    <a:pt x="590503" y="812108"/>
                  </a:lnTo>
                  <a:close/>
                  <a:moveTo>
                    <a:pt x="399640" y="635188"/>
                  </a:moveTo>
                  <a:lnTo>
                    <a:pt x="360892" y="662179"/>
                  </a:lnTo>
                  <a:lnTo>
                    <a:pt x="394044" y="661555"/>
                  </a:lnTo>
                  <a:close/>
                  <a:moveTo>
                    <a:pt x="399640" y="635188"/>
                  </a:moveTo>
                  <a:lnTo>
                    <a:pt x="364330" y="636806"/>
                  </a:lnTo>
                  <a:lnTo>
                    <a:pt x="360892" y="662179"/>
                  </a:lnTo>
                  <a:close/>
                  <a:moveTo>
                    <a:pt x="376516" y="589696"/>
                  </a:moveTo>
                  <a:lnTo>
                    <a:pt x="368090" y="592884"/>
                  </a:lnTo>
                  <a:lnTo>
                    <a:pt x="396725" y="592811"/>
                  </a:lnTo>
                  <a:close/>
                  <a:moveTo>
                    <a:pt x="396725" y="592811"/>
                  </a:moveTo>
                  <a:lnTo>
                    <a:pt x="368090" y="592884"/>
                  </a:lnTo>
                  <a:lnTo>
                    <a:pt x="364330" y="636806"/>
                  </a:lnTo>
                  <a:close/>
                  <a:moveTo>
                    <a:pt x="399640" y="635188"/>
                  </a:moveTo>
                  <a:lnTo>
                    <a:pt x="417179" y="603270"/>
                  </a:lnTo>
                  <a:lnTo>
                    <a:pt x="396725" y="592811"/>
                  </a:lnTo>
                  <a:close/>
                  <a:moveTo>
                    <a:pt x="212156" y="459859"/>
                  </a:moveTo>
                  <a:lnTo>
                    <a:pt x="239979" y="496614"/>
                  </a:lnTo>
                  <a:lnTo>
                    <a:pt x="268157" y="468404"/>
                  </a:lnTo>
                  <a:close/>
                  <a:moveTo>
                    <a:pt x="268157" y="468404"/>
                  </a:moveTo>
                  <a:lnTo>
                    <a:pt x="239979" y="496614"/>
                  </a:lnTo>
                  <a:lnTo>
                    <a:pt x="258247" y="489885"/>
                  </a:lnTo>
                  <a:close/>
                  <a:moveTo>
                    <a:pt x="214419" y="453680"/>
                  </a:moveTo>
                  <a:lnTo>
                    <a:pt x="212156" y="459859"/>
                  </a:lnTo>
                  <a:lnTo>
                    <a:pt x="268157" y="468404"/>
                  </a:lnTo>
                  <a:close/>
                  <a:moveTo>
                    <a:pt x="440590" y="539490"/>
                  </a:moveTo>
                  <a:lnTo>
                    <a:pt x="430485" y="577019"/>
                  </a:lnTo>
                  <a:lnTo>
                    <a:pt x="460990" y="535757"/>
                  </a:lnTo>
                  <a:close/>
                  <a:moveTo>
                    <a:pt x="440590" y="539490"/>
                  </a:moveTo>
                  <a:lnTo>
                    <a:pt x="388376" y="516186"/>
                  </a:lnTo>
                  <a:lnTo>
                    <a:pt x="403843" y="505774"/>
                  </a:lnTo>
                  <a:close/>
                  <a:moveTo>
                    <a:pt x="581238" y="628839"/>
                  </a:moveTo>
                  <a:lnTo>
                    <a:pt x="568045" y="646022"/>
                  </a:lnTo>
                  <a:lnTo>
                    <a:pt x="576786" y="654076"/>
                  </a:lnTo>
                  <a:close/>
                  <a:moveTo>
                    <a:pt x="568045" y="646022"/>
                  </a:moveTo>
                  <a:lnTo>
                    <a:pt x="581238" y="628839"/>
                  </a:lnTo>
                  <a:lnTo>
                    <a:pt x="535767" y="625288"/>
                  </a:lnTo>
                  <a:close/>
                  <a:moveTo>
                    <a:pt x="581238" y="628839"/>
                  </a:moveTo>
                  <a:lnTo>
                    <a:pt x="557633" y="610832"/>
                  </a:lnTo>
                  <a:lnTo>
                    <a:pt x="535767" y="625288"/>
                  </a:lnTo>
                  <a:close/>
                  <a:moveTo>
                    <a:pt x="481763" y="547951"/>
                  </a:moveTo>
                  <a:lnTo>
                    <a:pt x="507969" y="572512"/>
                  </a:lnTo>
                  <a:lnTo>
                    <a:pt x="506981" y="557351"/>
                  </a:lnTo>
                  <a:close/>
                  <a:moveTo>
                    <a:pt x="440986" y="494421"/>
                  </a:moveTo>
                  <a:lnTo>
                    <a:pt x="465913" y="517061"/>
                  </a:lnTo>
                  <a:lnTo>
                    <a:pt x="423941" y="481819"/>
                  </a:lnTo>
                  <a:close/>
                  <a:moveTo>
                    <a:pt x="467469" y="518574"/>
                  </a:moveTo>
                  <a:lnTo>
                    <a:pt x="460990" y="535757"/>
                  </a:lnTo>
                  <a:lnTo>
                    <a:pt x="506735" y="555329"/>
                  </a:lnTo>
                  <a:close/>
                  <a:moveTo>
                    <a:pt x="467469" y="518574"/>
                  </a:moveTo>
                  <a:lnTo>
                    <a:pt x="473676" y="517714"/>
                  </a:lnTo>
                  <a:lnTo>
                    <a:pt x="460990" y="535757"/>
                  </a:lnTo>
                  <a:close/>
                  <a:moveTo>
                    <a:pt x="467469" y="518574"/>
                  </a:moveTo>
                  <a:lnTo>
                    <a:pt x="465913" y="517061"/>
                  </a:lnTo>
                  <a:lnTo>
                    <a:pt x="440986" y="494421"/>
                  </a:lnTo>
                  <a:close/>
                  <a:moveTo>
                    <a:pt x="662977" y="739104"/>
                  </a:moveTo>
                  <a:lnTo>
                    <a:pt x="699517" y="767587"/>
                  </a:lnTo>
                  <a:lnTo>
                    <a:pt x="694893" y="721921"/>
                  </a:lnTo>
                  <a:close/>
                  <a:moveTo>
                    <a:pt x="580163" y="538146"/>
                  </a:moveTo>
                  <a:lnTo>
                    <a:pt x="571369" y="565982"/>
                  </a:lnTo>
                  <a:lnTo>
                    <a:pt x="589097" y="544768"/>
                  </a:lnTo>
                  <a:close/>
                  <a:moveTo>
                    <a:pt x="589097" y="544768"/>
                  </a:moveTo>
                  <a:lnTo>
                    <a:pt x="571369" y="565982"/>
                  </a:lnTo>
                  <a:lnTo>
                    <a:pt x="570582" y="577480"/>
                  </a:lnTo>
                  <a:close/>
                  <a:moveTo>
                    <a:pt x="600522" y="580227"/>
                  </a:moveTo>
                  <a:lnTo>
                    <a:pt x="598127" y="555329"/>
                  </a:lnTo>
                  <a:lnTo>
                    <a:pt x="589097" y="544768"/>
                  </a:lnTo>
                  <a:close/>
                  <a:moveTo>
                    <a:pt x="540247" y="538146"/>
                  </a:moveTo>
                  <a:lnTo>
                    <a:pt x="556969" y="512144"/>
                  </a:lnTo>
                  <a:lnTo>
                    <a:pt x="550666" y="504177"/>
                  </a:lnTo>
                  <a:close/>
                  <a:moveTo>
                    <a:pt x="556969" y="512144"/>
                  </a:moveTo>
                  <a:lnTo>
                    <a:pt x="580163" y="538146"/>
                  </a:lnTo>
                  <a:lnTo>
                    <a:pt x="550666" y="504177"/>
                  </a:lnTo>
                  <a:close/>
                  <a:moveTo>
                    <a:pt x="399005" y="322474"/>
                  </a:moveTo>
                  <a:lnTo>
                    <a:pt x="358070" y="283919"/>
                  </a:lnTo>
                  <a:lnTo>
                    <a:pt x="354146" y="331856"/>
                  </a:lnTo>
                  <a:close/>
                  <a:moveTo>
                    <a:pt x="400752" y="301801"/>
                  </a:moveTo>
                  <a:lnTo>
                    <a:pt x="399005" y="322474"/>
                  </a:lnTo>
                  <a:lnTo>
                    <a:pt x="412480" y="280861"/>
                  </a:lnTo>
                  <a:close/>
                  <a:moveTo>
                    <a:pt x="571561" y="531937"/>
                  </a:moveTo>
                  <a:lnTo>
                    <a:pt x="580163" y="538146"/>
                  </a:lnTo>
                  <a:lnTo>
                    <a:pt x="556969" y="512144"/>
                  </a:lnTo>
                  <a:close/>
                  <a:moveTo>
                    <a:pt x="590116" y="415289"/>
                  </a:moveTo>
                  <a:lnTo>
                    <a:pt x="569357" y="410697"/>
                  </a:lnTo>
                  <a:lnTo>
                    <a:pt x="534970" y="429893"/>
                  </a:lnTo>
                  <a:close/>
                  <a:moveTo>
                    <a:pt x="554428" y="406435"/>
                  </a:moveTo>
                  <a:lnTo>
                    <a:pt x="525037" y="390771"/>
                  </a:lnTo>
                  <a:lnTo>
                    <a:pt x="569357" y="410697"/>
                  </a:lnTo>
                  <a:close/>
                  <a:moveTo>
                    <a:pt x="748207" y="541427"/>
                  </a:moveTo>
                  <a:lnTo>
                    <a:pt x="734828" y="582615"/>
                  </a:lnTo>
                  <a:lnTo>
                    <a:pt x="790221" y="568936"/>
                  </a:lnTo>
                  <a:close/>
                  <a:moveTo>
                    <a:pt x="569357" y="410697"/>
                  </a:moveTo>
                  <a:lnTo>
                    <a:pt x="590116" y="415289"/>
                  </a:lnTo>
                  <a:lnTo>
                    <a:pt x="591975" y="408187"/>
                  </a:lnTo>
                  <a:close/>
                  <a:moveTo>
                    <a:pt x="591975" y="408187"/>
                  </a:moveTo>
                  <a:lnTo>
                    <a:pt x="590116" y="415289"/>
                  </a:lnTo>
                  <a:lnTo>
                    <a:pt x="601845" y="410697"/>
                  </a:lnTo>
                  <a:close/>
                  <a:moveTo>
                    <a:pt x="582032" y="320004"/>
                  </a:moveTo>
                  <a:lnTo>
                    <a:pt x="584636" y="324660"/>
                  </a:lnTo>
                  <a:lnTo>
                    <a:pt x="526175" y="300801"/>
                  </a:lnTo>
                  <a:close/>
                  <a:moveTo>
                    <a:pt x="769222" y="569089"/>
                  </a:moveTo>
                  <a:lnTo>
                    <a:pt x="790069" y="577289"/>
                  </a:lnTo>
                  <a:lnTo>
                    <a:pt x="749906" y="542779"/>
                  </a:lnTo>
                  <a:close/>
                  <a:moveTo>
                    <a:pt x="755927" y="540534"/>
                  </a:moveTo>
                  <a:lnTo>
                    <a:pt x="790221" y="568936"/>
                  </a:lnTo>
                  <a:lnTo>
                    <a:pt x="789018" y="535336"/>
                  </a:lnTo>
                  <a:close/>
                  <a:moveTo>
                    <a:pt x="789031" y="490579"/>
                  </a:moveTo>
                  <a:lnTo>
                    <a:pt x="754476" y="491583"/>
                  </a:lnTo>
                  <a:lnTo>
                    <a:pt x="789018" y="535336"/>
                  </a:lnTo>
                  <a:close/>
                  <a:moveTo>
                    <a:pt x="754476" y="491583"/>
                  </a:moveTo>
                  <a:lnTo>
                    <a:pt x="789031" y="490579"/>
                  </a:lnTo>
                  <a:lnTo>
                    <a:pt x="741386" y="457478"/>
                  </a:lnTo>
                  <a:close/>
                  <a:moveTo>
                    <a:pt x="700952" y="463262"/>
                  </a:moveTo>
                  <a:lnTo>
                    <a:pt x="741386" y="457478"/>
                  </a:lnTo>
                  <a:lnTo>
                    <a:pt x="733266" y="419332"/>
                  </a:lnTo>
                  <a:close/>
                  <a:moveTo>
                    <a:pt x="718103" y="376331"/>
                  </a:moveTo>
                  <a:lnTo>
                    <a:pt x="703289" y="396854"/>
                  </a:lnTo>
                  <a:lnTo>
                    <a:pt x="722002" y="383743"/>
                  </a:lnTo>
                  <a:close/>
                  <a:moveTo>
                    <a:pt x="908556" y="579677"/>
                  </a:moveTo>
                  <a:lnTo>
                    <a:pt x="854458" y="553970"/>
                  </a:lnTo>
                  <a:lnTo>
                    <a:pt x="855934" y="560105"/>
                  </a:lnTo>
                  <a:close/>
                  <a:moveTo>
                    <a:pt x="829737" y="523351"/>
                  </a:moveTo>
                  <a:lnTo>
                    <a:pt x="854458" y="553970"/>
                  </a:lnTo>
                  <a:lnTo>
                    <a:pt x="813884" y="515121"/>
                  </a:lnTo>
                  <a:close/>
                  <a:moveTo>
                    <a:pt x="796843" y="484227"/>
                  </a:moveTo>
                  <a:lnTo>
                    <a:pt x="813884" y="515121"/>
                  </a:lnTo>
                  <a:lnTo>
                    <a:pt x="772738" y="476736"/>
                  </a:lnTo>
                  <a:close/>
                  <a:moveTo>
                    <a:pt x="992500" y="567756"/>
                  </a:moveTo>
                  <a:lnTo>
                    <a:pt x="1002850" y="576988"/>
                  </a:lnTo>
                  <a:lnTo>
                    <a:pt x="1012634" y="616432"/>
                  </a:lnTo>
                  <a:close/>
                  <a:moveTo>
                    <a:pt x="920119" y="527677"/>
                  </a:moveTo>
                  <a:lnTo>
                    <a:pt x="949358" y="530995"/>
                  </a:lnTo>
                  <a:lnTo>
                    <a:pt x="907550" y="493148"/>
                  </a:lnTo>
                  <a:close/>
                  <a:moveTo>
                    <a:pt x="772059" y="322392"/>
                  </a:moveTo>
                  <a:lnTo>
                    <a:pt x="777814" y="330130"/>
                  </a:lnTo>
                  <a:lnTo>
                    <a:pt x="772668" y="305209"/>
                  </a:lnTo>
                  <a:close/>
                  <a:moveTo>
                    <a:pt x="591179" y="34432"/>
                  </a:moveTo>
                  <a:lnTo>
                    <a:pt x="555500" y="25611"/>
                  </a:lnTo>
                  <a:lnTo>
                    <a:pt x="567994" y="43955"/>
                  </a:lnTo>
                  <a:close/>
                  <a:moveTo>
                    <a:pt x="1005138" y="489337"/>
                  </a:moveTo>
                  <a:lnTo>
                    <a:pt x="981254" y="487404"/>
                  </a:lnTo>
                  <a:lnTo>
                    <a:pt x="1022044" y="524176"/>
                  </a:lnTo>
                  <a:close/>
                  <a:moveTo>
                    <a:pt x="1040389" y="496558"/>
                  </a:moveTo>
                  <a:lnTo>
                    <a:pt x="1005138" y="489337"/>
                  </a:lnTo>
                  <a:lnTo>
                    <a:pt x="1022044" y="524176"/>
                  </a:lnTo>
                  <a:close/>
                  <a:moveTo>
                    <a:pt x="972439" y="463288"/>
                  </a:moveTo>
                  <a:lnTo>
                    <a:pt x="981254" y="487404"/>
                  </a:lnTo>
                  <a:lnTo>
                    <a:pt x="963738" y="474557"/>
                  </a:lnTo>
                  <a:close/>
                  <a:moveTo>
                    <a:pt x="803033" y="255459"/>
                  </a:moveTo>
                  <a:lnTo>
                    <a:pt x="804992" y="268454"/>
                  </a:lnTo>
                  <a:lnTo>
                    <a:pt x="817825" y="225775"/>
                  </a:lnTo>
                  <a:close/>
                  <a:moveTo>
                    <a:pt x="794512" y="217640"/>
                  </a:moveTo>
                  <a:lnTo>
                    <a:pt x="794268" y="199232"/>
                  </a:lnTo>
                  <a:lnTo>
                    <a:pt x="756179" y="181402"/>
                  </a:lnTo>
                  <a:close/>
                  <a:moveTo>
                    <a:pt x="794268" y="199232"/>
                  </a:moveTo>
                  <a:lnTo>
                    <a:pt x="794512" y="217640"/>
                  </a:lnTo>
                  <a:lnTo>
                    <a:pt x="795535" y="177761"/>
                  </a:lnTo>
                  <a:close/>
                  <a:moveTo>
                    <a:pt x="598695" y="0"/>
                  </a:moveTo>
                  <a:lnTo>
                    <a:pt x="591179" y="34432"/>
                  </a:lnTo>
                  <a:lnTo>
                    <a:pt x="630283" y="46155"/>
                  </a:lnTo>
                  <a:close/>
                  <a:moveTo>
                    <a:pt x="1005138" y="489337"/>
                  </a:moveTo>
                  <a:lnTo>
                    <a:pt x="1040389" y="496558"/>
                  </a:lnTo>
                  <a:lnTo>
                    <a:pt x="1037426" y="454617"/>
                  </a:lnTo>
                  <a:close/>
                  <a:moveTo>
                    <a:pt x="1005551" y="422905"/>
                  </a:moveTo>
                  <a:lnTo>
                    <a:pt x="1049061" y="459367"/>
                  </a:lnTo>
                  <a:lnTo>
                    <a:pt x="1026267" y="433151"/>
                  </a:lnTo>
                  <a:close/>
                  <a:moveTo>
                    <a:pt x="977047" y="418990"/>
                  </a:moveTo>
                  <a:lnTo>
                    <a:pt x="1005551" y="422905"/>
                  </a:lnTo>
                  <a:lnTo>
                    <a:pt x="985579" y="416210"/>
                  </a:lnTo>
                  <a:close/>
                  <a:moveTo>
                    <a:pt x="1005551" y="422905"/>
                  </a:moveTo>
                  <a:lnTo>
                    <a:pt x="1026267" y="433151"/>
                  </a:lnTo>
                  <a:lnTo>
                    <a:pt x="1022965" y="431413"/>
                  </a:lnTo>
                  <a:close/>
                  <a:moveTo>
                    <a:pt x="879478" y="268669"/>
                  </a:moveTo>
                  <a:lnTo>
                    <a:pt x="935691" y="258052"/>
                  </a:lnTo>
                  <a:lnTo>
                    <a:pt x="898698" y="244318"/>
                  </a:lnTo>
                  <a:close/>
                  <a:moveTo>
                    <a:pt x="793857" y="173426"/>
                  </a:moveTo>
                  <a:lnTo>
                    <a:pt x="756179" y="181402"/>
                  </a:lnTo>
                  <a:lnTo>
                    <a:pt x="794268" y="199232"/>
                  </a:lnTo>
                  <a:close/>
                  <a:moveTo>
                    <a:pt x="793857" y="173426"/>
                  </a:moveTo>
                  <a:lnTo>
                    <a:pt x="755964" y="177144"/>
                  </a:lnTo>
                  <a:lnTo>
                    <a:pt x="756179" y="181402"/>
                  </a:lnTo>
                  <a:close/>
                  <a:moveTo>
                    <a:pt x="755964" y="177144"/>
                  </a:moveTo>
                  <a:lnTo>
                    <a:pt x="793857" y="173426"/>
                  </a:lnTo>
                  <a:lnTo>
                    <a:pt x="767650" y="128082"/>
                  </a:lnTo>
                  <a:close/>
                  <a:moveTo>
                    <a:pt x="793857" y="173426"/>
                  </a:moveTo>
                  <a:lnTo>
                    <a:pt x="802600" y="134177"/>
                  </a:lnTo>
                  <a:lnTo>
                    <a:pt x="767650" y="128082"/>
                  </a:lnTo>
                  <a:close/>
                  <a:moveTo>
                    <a:pt x="881351" y="234087"/>
                  </a:moveTo>
                  <a:lnTo>
                    <a:pt x="898698" y="244318"/>
                  </a:lnTo>
                  <a:lnTo>
                    <a:pt x="907616" y="224612"/>
                  </a:lnTo>
                  <a:close/>
                  <a:moveTo>
                    <a:pt x="865561" y="197332"/>
                  </a:moveTo>
                  <a:lnTo>
                    <a:pt x="867559" y="185342"/>
                  </a:lnTo>
                  <a:lnTo>
                    <a:pt x="849709" y="155107"/>
                  </a:lnTo>
                  <a:close/>
                  <a:moveTo>
                    <a:pt x="802600" y="134177"/>
                  </a:moveTo>
                  <a:lnTo>
                    <a:pt x="812136" y="113818"/>
                  </a:lnTo>
                  <a:lnTo>
                    <a:pt x="767650" y="128082"/>
                  </a:lnTo>
                  <a:close/>
                  <a:moveTo>
                    <a:pt x="802648" y="76785"/>
                  </a:moveTo>
                  <a:lnTo>
                    <a:pt x="812136" y="113818"/>
                  </a:lnTo>
                  <a:lnTo>
                    <a:pt x="823973" y="86536"/>
                  </a:lnTo>
                  <a:close/>
                  <a:moveTo>
                    <a:pt x="964365" y="35517"/>
                  </a:moveTo>
                  <a:lnTo>
                    <a:pt x="974175" y="45689"/>
                  </a:lnTo>
                  <a:lnTo>
                    <a:pt x="929839" y="989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74" name="Input_density__73">
              <a:extLst>
                <a:ext uri="{FF2B5EF4-FFF2-40B4-BE49-F238E27FC236}">
                  <a16:creationId xmlns:a16="http://schemas.microsoft.com/office/drawing/2014/main" id="{9B1A6FD6-861E-2E39-0EAC-3DC93B4ACA8F}"/>
                </a:ext>
              </a:extLst>
            </p:cNvPr>
            <p:cNvSpPr>
              <a:spLocks noGrp="1"/>
            </p:cNvSpPr>
            <p:nvPr/>
          </p:nvSpPr>
          <p:spPr>
            <a:xfrm>
              <a:off x="900507" y="1787692"/>
              <a:ext cx="968801" cy="1317351"/>
            </a:xfrm>
            <a:custGeom>
              <a:avLst/>
              <a:gdLst/>
              <a:ahLst/>
              <a:cxnLst/>
              <a:rect l="0" t="0" r="0" b="0"/>
              <a:pathLst>
                <a:path w="968801" h="1317351">
                  <a:moveTo>
                    <a:pt x="19172" y="1140357"/>
                  </a:moveTo>
                  <a:lnTo>
                    <a:pt x="0" y="1171571"/>
                  </a:lnTo>
                  <a:lnTo>
                    <a:pt x="13270" y="1154387"/>
                  </a:lnTo>
                  <a:close/>
                  <a:moveTo>
                    <a:pt x="19172" y="1140357"/>
                  </a:moveTo>
                  <a:lnTo>
                    <a:pt x="394" y="1166357"/>
                  </a:lnTo>
                  <a:lnTo>
                    <a:pt x="0" y="1171571"/>
                  </a:lnTo>
                  <a:close/>
                  <a:moveTo>
                    <a:pt x="394" y="1166357"/>
                  </a:moveTo>
                  <a:lnTo>
                    <a:pt x="19172" y="1140357"/>
                  </a:lnTo>
                  <a:lnTo>
                    <a:pt x="8259" y="1134816"/>
                  </a:lnTo>
                  <a:close/>
                  <a:moveTo>
                    <a:pt x="37437" y="1084072"/>
                  </a:moveTo>
                  <a:lnTo>
                    <a:pt x="8259" y="1134816"/>
                  </a:lnTo>
                  <a:lnTo>
                    <a:pt x="21714" y="1117633"/>
                  </a:lnTo>
                  <a:close/>
                  <a:moveTo>
                    <a:pt x="62027" y="1079801"/>
                  </a:moveTo>
                  <a:lnTo>
                    <a:pt x="75830" y="1063694"/>
                  </a:lnTo>
                  <a:lnTo>
                    <a:pt x="58090" y="1080877"/>
                  </a:lnTo>
                  <a:close/>
                  <a:moveTo>
                    <a:pt x="173122" y="1158292"/>
                  </a:moveTo>
                  <a:lnTo>
                    <a:pt x="186965" y="1156776"/>
                  </a:lnTo>
                  <a:lnTo>
                    <a:pt x="205257" y="1145377"/>
                  </a:lnTo>
                  <a:close/>
                  <a:moveTo>
                    <a:pt x="141363" y="1094617"/>
                  </a:moveTo>
                  <a:lnTo>
                    <a:pt x="120383" y="1046511"/>
                  </a:lnTo>
                  <a:lnTo>
                    <a:pt x="104617" y="1052655"/>
                  </a:lnTo>
                  <a:close/>
                  <a:moveTo>
                    <a:pt x="104617" y="1052655"/>
                  </a:moveTo>
                  <a:lnTo>
                    <a:pt x="115223" y="1057906"/>
                  </a:lnTo>
                  <a:lnTo>
                    <a:pt x="141363" y="1094617"/>
                  </a:lnTo>
                  <a:close/>
                  <a:moveTo>
                    <a:pt x="304237" y="1222456"/>
                  </a:moveTo>
                  <a:lnTo>
                    <a:pt x="300662" y="1252929"/>
                  </a:lnTo>
                  <a:lnTo>
                    <a:pt x="335867" y="1213102"/>
                  </a:lnTo>
                  <a:close/>
                  <a:moveTo>
                    <a:pt x="335867" y="1213102"/>
                  </a:moveTo>
                  <a:lnTo>
                    <a:pt x="313452" y="1267041"/>
                  </a:lnTo>
                  <a:lnTo>
                    <a:pt x="344489" y="1249857"/>
                  </a:lnTo>
                  <a:close/>
                  <a:moveTo>
                    <a:pt x="269433" y="1230286"/>
                  </a:moveTo>
                  <a:lnTo>
                    <a:pt x="300662" y="1252929"/>
                  </a:lnTo>
                  <a:lnTo>
                    <a:pt x="304237" y="1222456"/>
                  </a:lnTo>
                  <a:close/>
                  <a:moveTo>
                    <a:pt x="256973" y="1189045"/>
                  </a:moveTo>
                  <a:lnTo>
                    <a:pt x="253681" y="1201851"/>
                  </a:lnTo>
                  <a:lnTo>
                    <a:pt x="304237" y="1222456"/>
                  </a:lnTo>
                  <a:close/>
                  <a:moveTo>
                    <a:pt x="304237" y="1222456"/>
                  </a:moveTo>
                  <a:lnTo>
                    <a:pt x="335867" y="1213102"/>
                  </a:lnTo>
                  <a:lnTo>
                    <a:pt x="341834" y="1186079"/>
                  </a:lnTo>
                  <a:close/>
                  <a:moveTo>
                    <a:pt x="186965" y="1156776"/>
                  </a:moveTo>
                  <a:lnTo>
                    <a:pt x="219590" y="1192349"/>
                  </a:lnTo>
                  <a:lnTo>
                    <a:pt x="215755" y="1150720"/>
                  </a:lnTo>
                  <a:close/>
                  <a:moveTo>
                    <a:pt x="219590" y="1192349"/>
                  </a:moveTo>
                  <a:lnTo>
                    <a:pt x="256973" y="1189045"/>
                  </a:lnTo>
                  <a:lnTo>
                    <a:pt x="215755" y="1150720"/>
                  </a:lnTo>
                  <a:close/>
                  <a:moveTo>
                    <a:pt x="186965" y="1156776"/>
                  </a:moveTo>
                  <a:lnTo>
                    <a:pt x="215755" y="1150720"/>
                  </a:lnTo>
                  <a:lnTo>
                    <a:pt x="205257" y="1145377"/>
                  </a:lnTo>
                  <a:close/>
                  <a:moveTo>
                    <a:pt x="120383" y="1046511"/>
                  </a:moveTo>
                  <a:lnTo>
                    <a:pt x="150641" y="1065754"/>
                  </a:lnTo>
                  <a:lnTo>
                    <a:pt x="155762" y="1038164"/>
                  </a:lnTo>
                  <a:close/>
                  <a:moveTo>
                    <a:pt x="108982" y="1009756"/>
                  </a:moveTo>
                  <a:lnTo>
                    <a:pt x="155762" y="1038164"/>
                  </a:lnTo>
                  <a:lnTo>
                    <a:pt x="152721" y="995889"/>
                  </a:lnTo>
                  <a:close/>
                  <a:moveTo>
                    <a:pt x="452779" y="1272453"/>
                  </a:moveTo>
                  <a:lnTo>
                    <a:pt x="443584" y="1317351"/>
                  </a:lnTo>
                  <a:lnTo>
                    <a:pt x="492380" y="1312093"/>
                  </a:lnTo>
                  <a:close/>
                  <a:moveTo>
                    <a:pt x="489186" y="1269943"/>
                  </a:moveTo>
                  <a:lnTo>
                    <a:pt x="452779" y="1272453"/>
                  </a:lnTo>
                  <a:lnTo>
                    <a:pt x="492380" y="1312093"/>
                  </a:lnTo>
                  <a:close/>
                  <a:moveTo>
                    <a:pt x="366927" y="1243326"/>
                  </a:moveTo>
                  <a:lnTo>
                    <a:pt x="363702" y="1267838"/>
                  </a:lnTo>
                  <a:lnTo>
                    <a:pt x="404345" y="1284741"/>
                  </a:lnTo>
                  <a:close/>
                  <a:moveTo>
                    <a:pt x="402404" y="1241571"/>
                  </a:moveTo>
                  <a:lnTo>
                    <a:pt x="366927" y="1243326"/>
                  </a:lnTo>
                  <a:lnTo>
                    <a:pt x="404345" y="1284741"/>
                  </a:lnTo>
                  <a:close/>
                  <a:moveTo>
                    <a:pt x="452779" y="1272453"/>
                  </a:moveTo>
                  <a:lnTo>
                    <a:pt x="404345" y="1284741"/>
                  </a:lnTo>
                  <a:lnTo>
                    <a:pt x="402906" y="1289841"/>
                  </a:lnTo>
                  <a:close/>
                  <a:moveTo>
                    <a:pt x="404345" y="1284741"/>
                  </a:moveTo>
                  <a:lnTo>
                    <a:pt x="452779" y="1272453"/>
                  </a:lnTo>
                  <a:lnTo>
                    <a:pt x="436984" y="1240547"/>
                  </a:lnTo>
                  <a:close/>
                  <a:moveTo>
                    <a:pt x="404345" y="1284741"/>
                  </a:moveTo>
                  <a:lnTo>
                    <a:pt x="436984" y="1240547"/>
                  </a:lnTo>
                  <a:lnTo>
                    <a:pt x="402404" y="1241571"/>
                  </a:lnTo>
                  <a:close/>
                  <a:moveTo>
                    <a:pt x="344489" y="1249857"/>
                  </a:moveTo>
                  <a:lnTo>
                    <a:pt x="363702" y="1267838"/>
                  </a:lnTo>
                  <a:lnTo>
                    <a:pt x="366927" y="1243326"/>
                  </a:lnTo>
                  <a:close/>
                  <a:moveTo>
                    <a:pt x="335867" y="1213102"/>
                  </a:moveTo>
                  <a:lnTo>
                    <a:pt x="366927" y="1243326"/>
                  </a:lnTo>
                  <a:lnTo>
                    <a:pt x="359133" y="1204915"/>
                  </a:lnTo>
                  <a:close/>
                  <a:moveTo>
                    <a:pt x="366927" y="1243326"/>
                  </a:moveTo>
                  <a:lnTo>
                    <a:pt x="402404" y="1241571"/>
                  </a:lnTo>
                  <a:lnTo>
                    <a:pt x="359133" y="1204915"/>
                  </a:lnTo>
                  <a:close/>
                  <a:moveTo>
                    <a:pt x="203902" y="938634"/>
                  </a:moveTo>
                  <a:lnTo>
                    <a:pt x="216592" y="975389"/>
                  </a:lnTo>
                  <a:lnTo>
                    <a:pt x="218919" y="924412"/>
                  </a:lnTo>
                  <a:close/>
                  <a:moveTo>
                    <a:pt x="226854" y="900302"/>
                  </a:moveTo>
                  <a:lnTo>
                    <a:pt x="225182" y="902879"/>
                  </a:lnTo>
                  <a:lnTo>
                    <a:pt x="222058" y="919570"/>
                  </a:lnTo>
                  <a:close/>
                  <a:moveTo>
                    <a:pt x="222058" y="919570"/>
                  </a:moveTo>
                  <a:lnTo>
                    <a:pt x="225182" y="902879"/>
                  </a:lnTo>
                  <a:lnTo>
                    <a:pt x="218919" y="924412"/>
                  </a:lnTo>
                  <a:close/>
                  <a:moveTo>
                    <a:pt x="218919" y="924412"/>
                  </a:moveTo>
                  <a:lnTo>
                    <a:pt x="225182" y="902879"/>
                  </a:lnTo>
                  <a:lnTo>
                    <a:pt x="203902" y="938634"/>
                  </a:lnTo>
                  <a:close/>
                  <a:moveTo>
                    <a:pt x="617327" y="1235062"/>
                  </a:moveTo>
                  <a:lnTo>
                    <a:pt x="637323" y="1271817"/>
                  </a:lnTo>
                  <a:lnTo>
                    <a:pt x="647950" y="1217879"/>
                  </a:lnTo>
                  <a:close/>
                  <a:moveTo>
                    <a:pt x="605283" y="1198307"/>
                  </a:moveTo>
                  <a:lnTo>
                    <a:pt x="617327" y="1235062"/>
                  </a:lnTo>
                  <a:lnTo>
                    <a:pt x="647950" y="1217879"/>
                  </a:lnTo>
                  <a:close/>
                  <a:moveTo>
                    <a:pt x="605283" y="1198307"/>
                  </a:moveTo>
                  <a:lnTo>
                    <a:pt x="647950" y="1217879"/>
                  </a:lnTo>
                  <a:lnTo>
                    <a:pt x="635956" y="1181124"/>
                  </a:lnTo>
                  <a:close/>
                  <a:moveTo>
                    <a:pt x="314983" y="825432"/>
                  </a:moveTo>
                  <a:lnTo>
                    <a:pt x="290712" y="830894"/>
                  </a:lnTo>
                  <a:lnTo>
                    <a:pt x="258188" y="833868"/>
                  </a:lnTo>
                  <a:close/>
                  <a:moveTo>
                    <a:pt x="314983" y="825432"/>
                  </a:moveTo>
                  <a:lnTo>
                    <a:pt x="258188" y="833868"/>
                  </a:lnTo>
                  <a:lnTo>
                    <a:pt x="282047" y="826864"/>
                  </a:lnTo>
                  <a:close/>
                  <a:moveTo>
                    <a:pt x="654156" y="1172343"/>
                  </a:moveTo>
                  <a:lnTo>
                    <a:pt x="605511" y="1164210"/>
                  </a:lnTo>
                  <a:lnTo>
                    <a:pt x="635956" y="1181124"/>
                  </a:lnTo>
                  <a:close/>
                  <a:moveTo>
                    <a:pt x="613691" y="1133405"/>
                  </a:moveTo>
                  <a:lnTo>
                    <a:pt x="605511" y="1164210"/>
                  </a:lnTo>
                  <a:lnTo>
                    <a:pt x="654156" y="1172343"/>
                  </a:lnTo>
                  <a:close/>
                  <a:moveTo>
                    <a:pt x="670860" y="1163941"/>
                  </a:moveTo>
                  <a:lnTo>
                    <a:pt x="692638" y="1144602"/>
                  </a:lnTo>
                  <a:lnTo>
                    <a:pt x="654156" y="1172343"/>
                  </a:lnTo>
                  <a:close/>
                  <a:moveTo>
                    <a:pt x="654156" y="1172343"/>
                  </a:moveTo>
                  <a:lnTo>
                    <a:pt x="692638" y="1144602"/>
                  </a:lnTo>
                  <a:lnTo>
                    <a:pt x="675467" y="1137359"/>
                  </a:lnTo>
                  <a:close/>
                  <a:moveTo>
                    <a:pt x="604958" y="1095757"/>
                  </a:moveTo>
                  <a:lnTo>
                    <a:pt x="575018" y="1093010"/>
                  </a:lnTo>
                  <a:lnTo>
                    <a:pt x="613691" y="1133405"/>
                  </a:lnTo>
                  <a:close/>
                  <a:moveTo>
                    <a:pt x="604958" y="1095757"/>
                  </a:moveTo>
                  <a:lnTo>
                    <a:pt x="637040" y="1090431"/>
                  </a:lnTo>
                  <a:lnTo>
                    <a:pt x="643550" y="1085644"/>
                  </a:lnTo>
                  <a:close/>
                  <a:moveTo>
                    <a:pt x="539406" y="945423"/>
                  </a:moveTo>
                  <a:lnTo>
                    <a:pt x="537678" y="943411"/>
                  </a:lnTo>
                  <a:lnTo>
                    <a:pt x="538046" y="944079"/>
                  </a:lnTo>
                  <a:close/>
                  <a:moveTo>
                    <a:pt x="403442" y="838004"/>
                  </a:moveTo>
                  <a:lnTo>
                    <a:pt x="381344" y="796391"/>
                  </a:lnTo>
                  <a:lnTo>
                    <a:pt x="362506" y="799449"/>
                  </a:lnTo>
                  <a:close/>
                  <a:moveTo>
                    <a:pt x="362506" y="799449"/>
                  </a:moveTo>
                  <a:lnTo>
                    <a:pt x="392948" y="771566"/>
                  </a:lnTo>
                  <a:lnTo>
                    <a:pt x="385269" y="763284"/>
                  </a:lnTo>
                  <a:close/>
                  <a:moveTo>
                    <a:pt x="637040" y="1090431"/>
                  </a:moveTo>
                  <a:lnTo>
                    <a:pt x="648280" y="1103331"/>
                  </a:lnTo>
                  <a:lnTo>
                    <a:pt x="648646" y="1087328"/>
                  </a:lnTo>
                  <a:close/>
                  <a:moveTo>
                    <a:pt x="643550" y="1085644"/>
                  </a:moveTo>
                  <a:lnTo>
                    <a:pt x="637040" y="1090431"/>
                  </a:lnTo>
                  <a:lnTo>
                    <a:pt x="648646" y="1087328"/>
                  </a:lnTo>
                  <a:close/>
                  <a:moveTo>
                    <a:pt x="648646" y="1087328"/>
                  </a:moveTo>
                  <a:lnTo>
                    <a:pt x="648280" y="1103331"/>
                  </a:lnTo>
                  <a:lnTo>
                    <a:pt x="656523" y="1090431"/>
                  </a:lnTo>
                  <a:close/>
                  <a:moveTo>
                    <a:pt x="648646" y="1087328"/>
                  </a:moveTo>
                  <a:lnTo>
                    <a:pt x="656523" y="1090431"/>
                  </a:lnTo>
                  <a:lnTo>
                    <a:pt x="643550" y="1085644"/>
                  </a:lnTo>
                  <a:close/>
                  <a:moveTo>
                    <a:pt x="537678" y="943411"/>
                  </a:moveTo>
                  <a:lnTo>
                    <a:pt x="539406" y="945423"/>
                  </a:lnTo>
                  <a:lnTo>
                    <a:pt x="541011" y="941669"/>
                  </a:lnTo>
                  <a:close/>
                  <a:moveTo>
                    <a:pt x="392948" y="771566"/>
                  </a:moveTo>
                  <a:lnTo>
                    <a:pt x="381344" y="796391"/>
                  </a:lnTo>
                  <a:lnTo>
                    <a:pt x="409012" y="788729"/>
                  </a:lnTo>
                  <a:close/>
                  <a:moveTo>
                    <a:pt x="715853" y="1073247"/>
                  </a:moveTo>
                  <a:lnTo>
                    <a:pt x="752643" y="1056957"/>
                  </a:lnTo>
                  <a:lnTo>
                    <a:pt x="727701" y="1019309"/>
                  </a:lnTo>
                  <a:close/>
                  <a:moveTo>
                    <a:pt x="701942" y="1036492"/>
                  </a:moveTo>
                  <a:lnTo>
                    <a:pt x="715853" y="1073247"/>
                  </a:lnTo>
                  <a:lnTo>
                    <a:pt x="727701" y="1019309"/>
                  </a:lnTo>
                  <a:close/>
                  <a:moveTo>
                    <a:pt x="701942" y="1036492"/>
                  </a:moveTo>
                  <a:lnTo>
                    <a:pt x="727701" y="1019309"/>
                  </a:lnTo>
                  <a:lnTo>
                    <a:pt x="683726" y="1015071"/>
                  </a:lnTo>
                  <a:close/>
                  <a:moveTo>
                    <a:pt x="727701" y="1019309"/>
                  </a:moveTo>
                  <a:lnTo>
                    <a:pt x="702517" y="989122"/>
                  </a:lnTo>
                  <a:lnTo>
                    <a:pt x="683726" y="1015071"/>
                  </a:lnTo>
                  <a:close/>
                  <a:moveTo>
                    <a:pt x="696546" y="982554"/>
                  </a:moveTo>
                  <a:lnTo>
                    <a:pt x="683726" y="1015071"/>
                  </a:lnTo>
                  <a:lnTo>
                    <a:pt x="702517" y="989122"/>
                  </a:lnTo>
                  <a:close/>
                  <a:moveTo>
                    <a:pt x="840629" y="1129097"/>
                  </a:moveTo>
                  <a:lnTo>
                    <a:pt x="837508" y="1129574"/>
                  </a:lnTo>
                  <a:lnTo>
                    <a:pt x="870896" y="1148726"/>
                  </a:lnTo>
                  <a:close/>
                  <a:moveTo>
                    <a:pt x="839646" y="1128092"/>
                  </a:moveTo>
                  <a:lnTo>
                    <a:pt x="837508" y="1129574"/>
                  </a:lnTo>
                  <a:lnTo>
                    <a:pt x="840629" y="1129097"/>
                  </a:lnTo>
                  <a:close/>
                  <a:moveTo>
                    <a:pt x="860370" y="1075635"/>
                  </a:moveTo>
                  <a:lnTo>
                    <a:pt x="840629" y="1129097"/>
                  </a:lnTo>
                  <a:lnTo>
                    <a:pt x="887697" y="1112390"/>
                  </a:lnTo>
                  <a:close/>
                  <a:moveTo>
                    <a:pt x="840629" y="1129097"/>
                  </a:moveTo>
                  <a:lnTo>
                    <a:pt x="870896" y="1148726"/>
                  </a:lnTo>
                  <a:lnTo>
                    <a:pt x="887697" y="1112390"/>
                  </a:lnTo>
                  <a:close/>
                  <a:moveTo>
                    <a:pt x="793455" y="1050866"/>
                  </a:moveTo>
                  <a:lnTo>
                    <a:pt x="753273" y="1054312"/>
                  </a:lnTo>
                  <a:lnTo>
                    <a:pt x="760363" y="1056064"/>
                  </a:lnTo>
                  <a:close/>
                  <a:moveTo>
                    <a:pt x="758912" y="1007113"/>
                  </a:moveTo>
                  <a:lnTo>
                    <a:pt x="753273" y="1054312"/>
                  </a:lnTo>
                  <a:lnTo>
                    <a:pt x="793455" y="1050866"/>
                  </a:lnTo>
                  <a:close/>
                  <a:moveTo>
                    <a:pt x="727701" y="1019309"/>
                  </a:moveTo>
                  <a:lnTo>
                    <a:pt x="753273" y="1054312"/>
                  </a:lnTo>
                  <a:lnTo>
                    <a:pt x="758912" y="1007113"/>
                  </a:lnTo>
                  <a:close/>
                  <a:moveTo>
                    <a:pt x="758912" y="1007113"/>
                  </a:moveTo>
                  <a:lnTo>
                    <a:pt x="702517" y="989122"/>
                  </a:lnTo>
                  <a:lnTo>
                    <a:pt x="727701" y="1019309"/>
                  </a:lnTo>
                  <a:close/>
                  <a:moveTo>
                    <a:pt x="705388" y="978792"/>
                  </a:moveTo>
                  <a:lnTo>
                    <a:pt x="702517" y="989122"/>
                  </a:lnTo>
                  <a:lnTo>
                    <a:pt x="758912" y="1007113"/>
                  </a:lnTo>
                  <a:close/>
                  <a:moveTo>
                    <a:pt x="745823" y="973008"/>
                  </a:moveTo>
                  <a:lnTo>
                    <a:pt x="705388" y="978792"/>
                  </a:lnTo>
                  <a:lnTo>
                    <a:pt x="758912" y="1007113"/>
                  </a:lnTo>
                  <a:close/>
                  <a:moveTo>
                    <a:pt x="696546" y="982554"/>
                  </a:moveTo>
                  <a:lnTo>
                    <a:pt x="702517" y="989122"/>
                  </a:lnTo>
                  <a:lnTo>
                    <a:pt x="705388" y="978792"/>
                  </a:lnTo>
                  <a:close/>
                  <a:moveTo>
                    <a:pt x="670316" y="945799"/>
                  </a:moveTo>
                  <a:lnTo>
                    <a:pt x="696546" y="982554"/>
                  </a:lnTo>
                  <a:lnTo>
                    <a:pt x="705388" y="978792"/>
                  </a:lnTo>
                  <a:close/>
                  <a:moveTo>
                    <a:pt x="648664" y="909044"/>
                  </a:moveTo>
                  <a:lnTo>
                    <a:pt x="670316" y="945799"/>
                  </a:lnTo>
                  <a:lnTo>
                    <a:pt x="691908" y="891861"/>
                  </a:lnTo>
                  <a:close/>
                  <a:moveTo>
                    <a:pt x="651137" y="872289"/>
                  </a:moveTo>
                  <a:lnTo>
                    <a:pt x="648664" y="909044"/>
                  </a:lnTo>
                  <a:lnTo>
                    <a:pt x="691908" y="891861"/>
                  </a:lnTo>
                  <a:close/>
                  <a:moveTo>
                    <a:pt x="651137" y="872289"/>
                  </a:moveTo>
                  <a:lnTo>
                    <a:pt x="691908" y="891861"/>
                  </a:lnTo>
                  <a:lnTo>
                    <a:pt x="677656" y="855106"/>
                  </a:lnTo>
                  <a:close/>
                  <a:moveTo>
                    <a:pt x="887697" y="1112390"/>
                  </a:moveTo>
                  <a:lnTo>
                    <a:pt x="870896" y="1148726"/>
                  </a:lnTo>
                  <a:lnTo>
                    <a:pt x="920641" y="1135883"/>
                  </a:lnTo>
                  <a:close/>
                  <a:moveTo>
                    <a:pt x="912992" y="1095207"/>
                  </a:moveTo>
                  <a:lnTo>
                    <a:pt x="887697" y="1112390"/>
                  </a:lnTo>
                  <a:lnTo>
                    <a:pt x="920641" y="1135883"/>
                  </a:lnTo>
                  <a:close/>
                  <a:moveTo>
                    <a:pt x="677656" y="855106"/>
                  </a:moveTo>
                  <a:lnTo>
                    <a:pt x="718598" y="878558"/>
                  </a:lnTo>
                  <a:lnTo>
                    <a:pt x="701145" y="848000"/>
                  </a:lnTo>
                  <a:close/>
                  <a:moveTo>
                    <a:pt x="677656" y="855106"/>
                  </a:moveTo>
                  <a:lnTo>
                    <a:pt x="691908" y="891861"/>
                  </a:lnTo>
                  <a:lnTo>
                    <a:pt x="718598" y="878558"/>
                  </a:lnTo>
                  <a:close/>
                  <a:moveTo>
                    <a:pt x="701145" y="848000"/>
                  </a:moveTo>
                  <a:lnTo>
                    <a:pt x="651608" y="827150"/>
                  </a:lnTo>
                  <a:lnTo>
                    <a:pt x="677656" y="855106"/>
                  </a:lnTo>
                  <a:close/>
                  <a:moveTo>
                    <a:pt x="653274" y="815083"/>
                  </a:moveTo>
                  <a:lnTo>
                    <a:pt x="651608" y="827150"/>
                  </a:lnTo>
                  <a:lnTo>
                    <a:pt x="701145" y="848000"/>
                  </a:lnTo>
                  <a:close/>
                  <a:moveTo>
                    <a:pt x="697467" y="806243"/>
                  </a:moveTo>
                  <a:lnTo>
                    <a:pt x="653274" y="815083"/>
                  </a:lnTo>
                  <a:lnTo>
                    <a:pt x="701145" y="848000"/>
                  </a:lnTo>
                  <a:close/>
                  <a:moveTo>
                    <a:pt x="726895" y="854154"/>
                  </a:moveTo>
                  <a:lnTo>
                    <a:pt x="722376" y="801167"/>
                  </a:lnTo>
                  <a:lnTo>
                    <a:pt x="697467" y="806243"/>
                  </a:lnTo>
                  <a:close/>
                  <a:moveTo>
                    <a:pt x="726895" y="854154"/>
                  </a:moveTo>
                  <a:lnTo>
                    <a:pt x="697467" y="806243"/>
                  </a:lnTo>
                  <a:lnTo>
                    <a:pt x="701145" y="848000"/>
                  </a:lnTo>
                  <a:close/>
                  <a:moveTo>
                    <a:pt x="639704" y="818351"/>
                  </a:moveTo>
                  <a:lnTo>
                    <a:pt x="651608" y="827150"/>
                  </a:lnTo>
                  <a:lnTo>
                    <a:pt x="653274" y="815083"/>
                  </a:lnTo>
                  <a:close/>
                  <a:moveTo>
                    <a:pt x="624021" y="781596"/>
                  </a:moveTo>
                  <a:lnTo>
                    <a:pt x="639704" y="818351"/>
                  </a:lnTo>
                  <a:lnTo>
                    <a:pt x="657390" y="764412"/>
                  </a:lnTo>
                  <a:close/>
                  <a:moveTo>
                    <a:pt x="722376" y="801167"/>
                  </a:moveTo>
                  <a:lnTo>
                    <a:pt x="701086" y="764412"/>
                  </a:lnTo>
                  <a:lnTo>
                    <a:pt x="697467" y="806243"/>
                  </a:lnTo>
                  <a:close/>
                  <a:moveTo>
                    <a:pt x="605512" y="744840"/>
                  </a:moveTo>
                  <a:lnTo>
                    <a:pt x="624021" y="781596"/>
                  </a:lnTo>
                  <a:lnTo>
                    <a:pt x="657390" y="764412"/>
                  </a:lnTo>
                  <a:close/>
                  <a:moveTo>
                    <a:pt x="605512" y="744840"/>
                  </a:moveTo>
                  <a:lnTo>
                    <a:pt x="657390" y="764412"/>
                  </a:lnTo>
                  <a:lnTo>
                    <a:pt x="638574" y="727657"/>
                  </a:lnTo>
                  <a:close/>
                  <a:moveTo>
                    <a:pt x="593659" y="702219"/>
                  </a:moveTo>
                  <a:lnTo>
                    <a:pt x="587870" y="713419"/>
                  </a:lnTo>
                  <a:lnTo>
                    <a:pt x="611798" y="690902"/>
                  </a:lnTo>
                  <a:close/>
                  <a:moveTo>
                    <a:pt x="611798" y="690902"/>
                  </a:moveTo>
                  <a:lnTo>
                    <a:pt x="587870" y="713419"/>
                  </a:lnTo>
                  <a:lnTo>
                    <a:pt x="605512" y="744840"/>
                  </a:lnTo>
                  <a:close/>
                  <a:moveTo>
                    <a:pt x="611798" y="690902"/>
                  </a:moveTo>
                  <a:lnTo>
                    <a:pt x="605512" y="744840"/>
                  </a:lnTo>
                  <a:lnTo>
                    <a:pt x="638574" y="727657"/>
                  </a:lnTo>
                  <a:close/>
                  <a:moveTo>
                    <a:pt x="583680" y="708086"/>
                  </a:moveTo>
                  <a:lnTo>
                    <a:pt x="587870" y="713419"/>
                  </a:lnTo>
                  <a:lnTo>
                    <a:pt x="593659" y="702219"/>
                  </a:lnTo>
                  <a:close/>
                  <a:moveTo>
                    <a:pt x="583640" y="671331"/>
                  </a:moveTo>
                  <a:lnTo>
                    <a:pt x="593659" y="702219"/>
                  </a:lnTo>
                  <a:lnTo>
                    <a:pt x="611798" y="690902"/>
                  </a:lnTo>
                  <a:close/>
                  <a:moveTo>
                    <a:pt x="749246" y="791236"/>
                  </a:moveTo>
                  <a:lnTo>
                    <a:pt x="739814" y="811575"/>
                  </a:lnTo>
                  <a:lnTo>
                    <a:pt x="769765" y="783984"/>
                  </a:lnTo>
                  <a:close/>
                  <a:moveTo>
                    <a:pt x="722376" y="801167"/>
                  </a:moveTo>
                  <a:lnTo>
                    <a:pt x="739814" y="811575"/>
                  </a:lnTo>
                  <a:lnTo>
                    <a:pt x="749246" y="791236"/>
                  </a:lnTo>
                  <a:close/>
                  <a:moveTo>
                    <a:pt x="737721" y="747229"/>
                  </a:moveTo>
                  <a:lnTo>
                    <a:pt x="749246" y="791236"/>
                  </a:lnTo>
                  <a:lnTo>
                    <a:pt x="754462" y="770133"/>
                  </a:lnTo>
                  <a:close/>
                  <a:moveTo>
                    <a:pt x="722376" y="801167"/>
                  </a:moveTo>
                  <a:lnTo>
                    <a:pt x="749246" y="791236"/>
                  </a:lnTo>
                  <a:lnTo>
                    <a:pt x="737721" y="747229"/>
                  </a:lnTo>
                  <a:close/>
                  <a:moveTo>
                    <a:pt x="701086" y="764412"/>
                  </a:moveTo>
                  <a:lnTo>
                    <a:pt x="722376" y="801167"/>
                  </a:lnTo>
                  <a:lnTo>
                    <a:pt x="737721" y="747229"/>
                  </a:lnTo>
                  <a:close/>
                  <a:moveTo>
                    <a:pt x="749246" y="791236"/>
                  </a:moveTo>
                  <a:lnTo>
                    <a:pt x="769765" y="783984"/>
                  </a:lnTo>
                  <a:lnTo>
                    <a:pt x="754462" y="770133"/>
                  </a:lnTo>
                  <a:close/>
                  <a:moveTo>
                    <a:pt x="638574" y="727657"/>
                  </a:moveTo>
                  <a:lnTo>
                    <a:pt x="663665" y="761888"/>
                  </a:lnTo>
                  <a:lnTo>
                    <a:pt x="660002" y="720119"/>
                  </a:lnTo>
                  <a:close/>
                  <a:moveTo>
                    <a:pt x="638574" y="727657"/>
                  </a:moveTo>
                  <a:lnTo>
                    <a:pt x="657390" y="764412"/>
                  </a:lnTo>
                  <a:lnTo>
                    <a:pt x="663665" y="761888"/>
                  </a:lnTo>
                  <a:close/>
                  <a:moveTo>
                    <a:pt x="660002" y="720119"/>
                  </a:moveTo>
                  <a:lnTo>
                    <a:pt x="663665" y="761888"/>
                  </a:lnTo>
                  <a:lnTo>
                    <a:pt x="696592" y="717460"/>
                  </a:lnTo>
                  <a:close/>
                  <a:moveTo>
                    <a:pt x="696592" y="717460"/>
                  </a:moveTo>
                  <a:lnTo>
                    <a:pt x="693259" y="762090"/>
                  </a:lnTo>
                  <a:lnTo>
                    <a:pt x="722317" y="710474"/>
                  </a:lnTo>
                  <a:close/>
                  <a:moveTo>
                    <a:pt x="722317" y="710474"/>
                  </a:moveTo>
                  <a:lnTo>
                    <a:pt x="701086" y="764412"/>
                  </a:lnTo>
                  <a:lnTo>
                    <a:pt x="737721" y="747229"/>
                  </a:lnTo>
                  <a:close/>
                  <a:moveTo>
                    <a:pt x="658874" y="673719"/>
                  </a:moveTo>
                  <a:lnTo>
                    <a:pt x="660002" y="720119"/>
                  </a:lnTo>
                  <a:lnTo>
                    <a:pt x="663359" y="678666"/>
                  </a:lnTo>
                  <a:close/>
                  <a:moveTo>
                    <a:pt x="638574" y="727657"/>
                  </a:moveTo>
                  <a:lnTo>
                    <a:pt x="660002" y="720119"/>
                  </a:lnTo>
                  <a:lnTo>
                    <a:pt x="658874" y="673719"/>
                  </a:lnTo>
                  <a:close/>
                  <a:moveTo>
                    <a:pt x="660002" y="720119"/>
                  </a:moveTo>
                  <a:lnTo>
                    <a:pt x="696592" y="717460"/>
                  </a:lnTo>
                  <a:lnTo>
                    <a:pt x="663359" y="678666"/>
                  </a:lnTo>
                  <a:close/>
                  <a:moveTo>
                    <a:pt x="696592" y="717460"/>
                  </a:moveTo>
                  <a:lnTo>
                    <a:pt x="697758" y="682702"/>
                  </a:lnTo>
                  <a:lnTo>
                    <a:pt x="663359" y="678666"/>
                  </a:lnTo>
                  <a:close/>
                  <a:moveTo>
                    <a:pt x="697758" y="682702"/>
                  </a:moveTo>
                  <a:lnTo>
                    <a:pt x="696592" y="717460"/>
                  </a:lnTo>
                  <a:lnTo>
                    <a:pt x="722317" y="710474"/>
                  </a:lnTo>
                  <a:close/>
                  <a:moveTo>
                    <a:pt x="148645" y="0"/>
                  </a:moveTo>
                  <a:lnTo>
                    <a:pt x="93525" y="14703"/>
                  </a:lnTo>
                  <a:lnTo>
                    <a:pt x="117163" y="6871"/>
                  </a:lnTo>
                  <a:close/>
                  <a:moveTo>
                    <a:pt x="807470" y="770989"/>
                  </a:moveTo>
                  <a:lnTo>
                    <a:pt x="754462" y="770133"/>
                  </a:lnTo>
                  <a:lnTo>
                    <a:pt x="769765" y="783984"/>
                  </a:lnTo>
                  <a:close/>
                  <a:moveTo>
                    <a:pt x="760925" y="736994"/>
                  </a:moveTo>
                  <a:lnTo>
                    <a:pt x="754462" y="770133"/>
                  </a:lnTo>
                  <a:lnTo>
                    <a:pt x="807470" y="770989"/>
                  </a:lnTo>
                  <a:close/>
                  <a:moveTo>
                    <a:pt x="737721" y="747229"/>
                  </a:moveTo>
                  <a:lnTo>
                    <a:pt x="754462" y="770133"/>
                  </a:lnTo>
                  <a:lnTo>
                    <a:pt x="760925" y="736994"/>
                  </a:lnTo>
                  <a:close/>
                  <a:moveTo>
                    <a:pt x="737721" y="747229"/>
                  </a:moveTo>
                  <a:lnTo>
                    <a:pt x="760925" y="736994"/>
                  </a:lnTo>
                  <a:lnTo>
                    <a:pt x="757084" y="693290"/>
                  </a:lnTo>
                  <a:close/>
                  <a:moveTo>
                    <a:pt x="722317" y="710474"/>
                  </a:moveTo>
                  <a:lnTo>
                    <a:pt x="737721" y="747229"/>
                  </a:lnTo>
                  <a:lnTo>
                    <a:pt x="757084" y="693290"/>
                  </a:lnTo>
                  <a:close/>
                  <a:moveTo>
                    <a:pt x="717726" y="661152"/>
                  </a:moveTo>
                  <a:lnTo>
                    <a:pt x="663359" y="678666"/>
                  </a:lnTo>
                  <a:lnTo>
                    <a:pt x="697758" y="682702"/>
                  </a:lnTo>
                  <a:close/>
                  <a:moveTo>
                    <a:pt x="680307" y="596458"/>
                  </a:moveTo>
                  <a:lnTo>
                    <a:pt x="645811" y="597415"/>
                  </a:lnTo>
                  <a:lnTo>
                    <a:pt x="694137" y="629962"/>
                  </a:lnTo>
                  <a:close/>
                  <a:moveTo>
                    <a:pt x="634719" y="561685"/>
                  </a:moveTo>
                  <a:lnTo>
                    <a:pt x="595616" y="549962"/>
                  </a:lnTo>
                  <a:lnTo>
                    <a:pt x="626063" y="563454"/>
                  </a:lnTo>
                  <a:close/>
                  <a:moveTo>
                    <a:pt x="543995" y="385329"/>
                  </a:moveTo>
                  <a:lnTo>
                    <a:pt x="518198" y="416434"/>
                  </a:lnTo>
                  <a:lnTo>
                    <a:pt x="530368" y="399251"/>
                  </a:lnTo>
                  <a:close/>
                  <a:moveTo>
                    <a:pt x="857143" y="730046"/>
                  </a:moveTo>
                  <a:lnTo>
                    <a:pt x="862793" y="766801"/>
                  </a:lnTo>
                  <a:lnTo>
                    <a:pt x="885787" y="749617"/>
                  </a:lnTo>
                  <a:close/>
                  <a:moveTo>
                    <a:pt x="857143" y="730046"/>
                  </a:moveTo>
                  <a:lnTo>
                    <a:pt x="885787" y="749617"/>
                  </a:lnTo>
                  <a:lnTo>
                    <a:pt x="869997" y="712862"/>
                  </a:lnTo>
                  <a:close/>
                  <a:moveTo>
                    <a:pt x="563604" y="362436"/>
                  </a:moveTo>
                  <a:lnTo>
                    <a:pt x="530368" y="399251"/>
                  </a:lnTo>
                  <a:lnTo>
                    <a:pt x="545085" y="382067"/>
                  </a:lnTo>
                  <a:close/>
                  <a:moveTo>
                    <a:pt x="563604" y="362436"/>
                  </a:moveTo>
                  <a:lnTo>
                    <a:pt x="543995" y="385329"/>
                  </a:lnTo>
                  <a:lnTo>
                    <a:pt x="530368" y="399251"/>
                  </a:lnTo>
                  <a:close/>
                  <a:moveTo>
                    <a:pt x="807084" y="592315"/>
                  </a:moveTo>
                  <a:lnTo>
                    <a:pt x="765373" y="602597"/>
                  </a:lnTo>
                  <a:lnTo>
                    <a:pt x="776005" y="635240"/>
                  </a:lnTo>
                  <a:close/>
                  <a:moveTo>
                    <a:pt x="877741" y="597069"/>
                  </a:moveTo>
                  <a:lnTo>
                    <a:pt x="893636" y="576125"/>
                  </a:lnTo>
                  <a:lnTo>
                    <a:pt x="883350" y="589671"/>
                  </a:lnTo>
                  <a:close/>
                  <a:moveTo>
                    <a:pt x="877741" y="597069"/>
                  </a:moveTo>
                  <a:lnTo>
                    <a:pt x="883350" y="589671"/>
                  </a:lnTo>
                  <a:lnTo>
                    <a:pt x="855833" y="611366"/>
                  </a:lnTo>
                  <a:close/>
                  <a:moveTo>
                    <a:pt x="934275" y="525428"/>
                  </a:moveTo>
                  <a:lnTo>
                    <a:pt x="895950" y="531475"/>
                  </a:lnTo>
                  <a:lnTo>
                    <a:pt x="955676" y="543092"/>
                  </a:lnTo>
                  <a:close/>
                  <a:moveTo>
                    <a:pt x="955676" y="543092"/>
                  </a:moveTo>
                  <a:lnTo>
                    <a:pt x="968801" y="551047"/>
                  </a:lnTo>
                  <a:lnTo>
                    <a:pt x="934275" y="525428"/>
                  </a:lnTo>
                  <a:close/>
                  <a:moveTo>
                    <a:pt x="955676" y="543092"/>
                  </a:moveTo>
                  <a:lnTo>
                    <a:pt x="945668" y="551047"/>
                  </a:lnTo>
                  <a:lnTo>
                    <a:pt x="961436" y="548094"/>
                  </a:lnTo>
                  <a:close/>
                  <a:moveTo>
                    <a:pt x="961436" y="548094"/>
                  </a:moveTo>
                  <a:lnTo>
                    <a:pt x="968801" y="551047"/>
                  </a:lnTo>
                  <a:lnTo>
                    <a:pt x="955676" y="54309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75" name="Input_density__74">
              <a:extLst>
                <a:ext uri="{FF2B5EF4-FFF2-40B4-BE49-F238E27FC236}">
                  <a16:creationId xmlns:a16="http://schemas.microsoft.com/office/drawing/2014/main" id="{721E5D6C-5B89-81AA-C5DA-263DE728284D}"/>
                </a:ext>
              </a:extLst>
            </p:cNvPr>
            <p:cNvSpPr>
              <a:spLocks noGrp="1"/>
            </p:cNvSpPr>
            <p:nvPr/>
          </p:nvSpPr>
          <p:spPr>
            <a:xfrm>
              <a:off x="908766" y="2319168"/>
              <a:ext cx="947417" cy="811463"/>
            </a:xfrm>
            <a:custGeom>
              <a:avLst/>
              <a:gdLst/>
              <a:ahLst/>
              <a:cxnLst/>
              <a:rect l="0" t="0" r="0" b="0"/>
              <a:pathLst>
                <a:path w="947417" h="811463">
                  <a:moveTo>
                    <a:pt x="10913" y="608881"/>
                  </a:moveTo>
                  <a:lnTo>
                    <a:pt x="13455" y="586157"/>
                  </a:lnTo>
                  <a:lnTo>
                    <a:pt x="0" y="603340"/>
                  </a:lnTo>
                  <a:close/>
                  <a:moveTo>
                    <a:pt x="53768" y="548325"/>
                  </a:moveTo>
                  <a:lnTo>
                    <a:pt x="13455" y="586157"/>
                  </a:lnTo>
                  <a:lnTo>
                    <a:pt x="45767" y="568974"/>
                  </a:lnTo>
                  <a:close/>
                  <a:moveTo>
                    <a:pt x="53768" y="548325"/>
                  </a:moveTo>
                  <a:lnTo>
                    <a:pt x="29178" y="552597"/>
                  </a:lnTo>
                  <a:lnTo>
                    <a:pt x="13455" y="586157"/>
                  </a:lnTo>
                  <a:close/>
                  <a:moveTo>
                    <a:pt x="96358" y="521180"/>
                  </a:moveTo>
                  <a:lnTo>
                    <a:pt x="67571" y="532219"/>
                  </a:lnTo>
                  <a:lnTo>
                    <a:pt x="106963" y="526430"/>
                  </a:lnTo>
                  <a:close/>
                  <a:moveTo>
                    <a:pt x="67571" y="532219"/>
                  </a:moveTo>
                  <a:lnTo>
                    <a:pt x="53768" y="548325"/>
                  </a:lnTo>
                  <a:lnTo>
                    <a:pt x="106963" y="526430"/>
                  </a:lnTo>
                  <a:close/>
                  <a:moveTo>
                    <a:pt x="106963" y="526430"/>
                  </a:moveTo>
                  <a:lnTo>
                    <a:pt x="53768" y="548325"/>
                  </a:lnTo>
                  <a:lnTo>
                    <a:pt x="99683" y="551790"/>
                  </a:lnTo>
                  <a:close/>
                  <a:moveTo>
                    <a:pt x="75639" y="505523"/>
                  </a:moveTo>
                  <a:lnTo>
                    <a:pt x="67571" y="532219"/>
                  </a:lnTo>
                  <a:lnTo>
                    <a:pt x="96358" y="521180"/>
                  </a:lnTo>
                  <a:close/>
                  <a:moveTo>
                    <a:pt x="75793" y="495464"/>
                  </a:moveTo>
                  <a:lnTo>
                    <a:pt x="96358" y="521180"/>
                  </a:lnTo>
                  <a:lnTo>
                    <a:pt x="112124" y="515035"/>
                  </a:lnTo>
                  <a:close/>
                  <a:moveTo>
                    <a:pt x="75793" y="495464"/>
                  </a:moveTo>
                  <a:lnTo>
                    <a:pt x="112124" y="515035"/>
                  </a:lnTo>
                  <a:lnTo>
                    <a:pt x="100723" y="478280"/>
                  </a:lnTo>
                  <a:close/>
                  <a:moveTo>
                    <a:pt x="295978" y="690981"/>
                  </a:moveTo>
                  <a:lnTo>
                    <a:pt x="245422" y="670375"/>
                  </a:lnTo>
                  <a:lnTo>
                    <a:pt x="261174" y="698810"/>
                  </a:lnTo>
                  <a:close/>
                  <a:moveTo>
                    <a:pt x="100723" y="478280"/>
                  </a:moveTo>
                  <a:lnTo>
                    <a:pt x="112124" y="515035"/>
                  </a:lnTo>
                  <a:lnTo>
                    <a:pt x="147503" y="506688"/>
                  </a:lnTo>
                  <a:close/>
                  <a:moveTo>
                    <a:pt x="94216" y="441525"/>
                  </a:moveTo>
                  <a:lnTo>
                    <a:pt x="144462" y="464413"/>
                  </a:lnTo>
                  <a:lnTo>
                    <a:pt x="129608" y="431743"/>
                  </a:lnTo>
                  <a:close/>
                  <a:moveTo>
                    <a:pt x="94216" y="441525"/>
                  </a:moveTo>
                  <a:lnTo>
                    <a:pt x="100723" y="478280"/>
                  </a:lnTo>
                  <a:lnTo>
                    <a:pt x="144462" y="464413"/>
                  </a:lnTo>
                  <a:close/>
                  <a:moveTo>
                    <a:pt x="327607" y="681627"/>
                  </a:moveTo>
                  <a:lnTo>
                    <a:pt x="336230" y="718382"/>
                  </a:lnTo>
                  <a:lnTo>
                    <a:pt x="358668" y="711851"/>
                  </a:lnTo>
                  <a:close/>
                  <a:moveTo>
                    <a:pt x="586681" y="796162"/>
                  </a:moveTo>
                  <a:lnTo>
                    <a:pt x="525598" y="778033"/>
                  </a:lnTo>
                  <a:lnTo>
                    <a:pt x="541820" y="811463"/>
                  </a:lnTo>
                  <a:close/>
                  <a:moveTo>
                    <a:pt x="601642" y="757525"/>
                  </a:moveTo>
                  <a:lnTo>
                    <a:pt x="597671" y="794280"/>
                  </a:lnTo>
                  <a:lnTo>
                    <a:pt x="637174" y="777097"/>
                  </a:lnTo>
                  <a:close/>
                  <a:moveTo>
                    <a:pt x="601642" y="757525"/>
                  </a:moveTo>
                  <a:lnTo>
                    <a:pt x="637174" y="777097"/>
                  </a:lnTo>
                  <a:lnTo>
                    <a:pt x="629064" y="740342"/>
                  </a:lnTo>
                  <a:close/>
                  <a:moveTo>
                    <a:pt x="629064" y="740342"/>
                  </a:moveTo>
                  <a:lnTo>
                    <a:pt x="657297" y="732655"/>
                  </a:lnTo>
                  <a:lnTo>
                    <a:pt x="648355" y="728363"/>
                  </a:lnTo>
                  <a:close/>
                  <a:moveTo>
                    <a:pt x="650993" y="759914"/>
                  </a:moveTo>
                  <a:lnTo>
                    <a:pt x="657297" y="732655"/>
                  </a:lnTo>
                  <a:lnTo>
                    <a:pt x="629064" y="740342"/>
                  </a:lnTo>
                  <a:close/>
                  <a:moveTo>
                    <a:pt x="637174" y="777097"/>
                  </a:moveTo>
                  <a:lnTo>
                    <a:pt x="650993" y="759914"/>
                  </a:lnTo>
                  <a:lnTo>
                    <a:pt x="629064" y="740342"/>
                  </a:lnTo>
                  <a:close/>
                  <a:moveTo>
                    <a:pt x="639691" y="686404"/>
                  </a:moveTo>
                  <a:lnTo>
                    <a:pt x="648355" y="728363"/>
                  </a:lnTo>
                  <a:lnTo>
                    <a:pt x="652707" y="715495"/>
                  </a:lnTo>
                  <a:close/>
                  <a:moveTo>
                    <a:pt x="629064" y="740342"/>
                  </a:moveTo>
                  <a:lnTo>
                    <a:pt x="648355" y="728363"/>
                  </a:lnTo>
                  <a:lnTo>
                    <a:pt x="639691" y="686404"/>
                  </a:lnTo>
                  <a:close/>
                  <a:moveTo>
                    <a:pt x="648355" y="728363"/>
                  </a:moveTo>
                  <a:lnTo>
                    <a:pt x="659154" y="723159"/>
                  </a:lnTo>
                  <a:lnTo>
                    <a:pt x="652707" y="715495"/>
                  </a:lnTo>
                  <a:close/>
                  <a:moveTo>
                    <a:pt x="282453" y="299419"/>
                  </a:moveTo>
                  <a:lnTo>
                    <a:pt x="306724" y="293956"/>
                  </a:lnTo>
                  <a:lnTo>
                    <a:pt x="282531" y="299282"/>
                  </a:lnTo>
                  <a:close/>
                  <a:moveTo>
                    <a:pt x="306724" y="293956"/>
                  </a:moveTo>
                  <a:lnTo>
                    <a:pt x="308818" y="282099"/>
                  </a:lnTo>
                  <a:lnTo>
                    <a:pt x="282531" y="299282"/>
                  </a:lnTo>
                  <a:close/>
                  <a:moveTo>
                    <a:pt x="272749" y="262527"/>
                  </a:moveTo>
                  <a:lnTo>
                    <a:pt x="282531" y="299282"/>
                  </a:lnTo>
                  <a:lnTo>
                    <a:pt x="308818" y="282099"/>
                  </a:lnTo>
                  <a:close/>
                  <a:moveTo>
                    <a:pt x="272749" y="262527"/>
                  </a:moveTo>
                  <a:lnTo>
                    <a:pt x="308818" y="282099"/>
                  </a:lnTo>
                  <a:lnTo>
                    <a:pt x="305589" y="245344"/>
                  </a:lnTo>
                  <a:close/>
                  <a:moveTo>
                    <a:pt x="655589" y="677735"/>
                  </a:moveTo>
                  <a:lnTo>
                    <a:pt x="652707" y="715495"/>
                  </a:lnTo>
                  <a:lnTo>
                    <a:pt x="670941" y="669220"/>
                  </a:lnTo>
                  <a:close/>
                  <a:moveTo>
                    <a:pt x="670941" y="669220"/>
                  </a:moveTo>
                  <a:lnTo>
                    <a:pt x="652707" y="715495"/>
                  </a:lnTo>
                  <a:lnTo>
                    <a:pt x="659154" y="723159"/>
                  </a:lnTo>
                  <a:close/>
                  <a:moveTo>
                    <a:pt x="639691" y="686404"/>
                  </a:moveTo>
                  <a:lnTo>
                    <a:pt x="652707" y="715495"/>
                  </a:lnTo>
                  <a:lnTo>
                    <a:pt x="655589" y="677735"/>
                  </a:lnTo>
                  <a:close/>
                  <a:moveTo>
                    <a:pt x="627697" y="649649"/>
                  </a:moveTo>
                  <a:lnTo>
                    <a:pt x="655589" y="677735"/>
                  </a:lnTo>
                  <a:lnTo>
                    <a:pt x="645897" y="640868"/>
                  </a:lnTo>
                  <a:close/>
                  <a:moveTo>
                    <a:pt x="627697" y="649649"/>
                  </a:moveTo>
                  <a:lnTo>
                    <a:pt x="639691" y="686404"/>
                  </a:lnTo>
                  <a:lnTo>
                    <a:pt x="655589" y="677735"/>
                  </a:lnTo>
                  <a:close/>
                  <a:moveTo>
                    <a:pt x="670941" y="669220"/>
                  </a:moveTo>
                  <a:lnTo>
                    <a:pt x="662600" y="632465"/>
                  </a:lnTo>
                  <a:lnTo>
                    <a:pt x="655589" y="677735"/>
                  </a:lnTo>
                  <a:close/>
                  <a:moveTo>
                    <a:pt x="662600" y="632465"/>
                  </a:moveTo>
                  <a:lnTo>
                    <a:pt x="645897" y="640868"/>
                  </a:lnTo>
                  <a:lnTo>
                    <a:pt x="655589" y="677735"/>
                  </a:lnTo>
                  <a:close/>
                  <a:moveTo>
                    <a:pt x="305589" y="245344"/>
                  </a:moveTo>
                  <a:lnTo>
                    <a:pt x="354247" y="267973"/>
                  </a:lnTo>
                  <a:lnTo>
                    <a:pt x="342072" y="233125"/>
                  </a:lnTo>
                  <a:close/>
                  <a:moveTo>
                    <a:pt x="305589" y="245344"/>
                  </a:moveTo>
                  <a:lnTo>
                    <a:pt x="308818" y="282099"/>
                  </a:lnTo>
                  <a:lnTo>
                    <a:pt x="354247" y="267973"/>
                  </a:lnTo>
                  <a:close/>
                  <a:moveTo>
                    <a:pt x="373085" y="264915"/>
                  </a:moveTo>
                  <a:lnTo>
                    <a:pt x="384689" y="240091"/>
                  </a:lnTo>
                  <a:lnTo>
                    <a:pt x="354247" y="267973"/>
                  </a:lnTo>
                  <a:close/>
                  <a:moveTo>
                    <a:pt x="354247" y="267973"/>
                  </a:moveTo>
                  <a:lnTo>
                    <a:pt x="377010" y="231809"/>
                  </a:lnTo>
                  <a:lnTo>
                    <a:pt x="342072" y="233125"/>
                  </a:lnTo>
                  <a:close/>
                  <a:moveTo>
                    <a:pt x="321024" y="222844"/>
                  </a:moveTo>
                  <a:lnTo>
                    <a:pt x="305589" y="245344"/>
                  </a:lnTo>
                  <a:lnTo>
                    <a:pt x="342072" y="233125"/>
                  </a:lnTo>
                  <a:close/>
                  <a:moveTo>
                    <a:pt x="719442" y="487833"/>
                  </a:moveTo>
                  <a:lnTo>
                    <a:pt x="744384" y="525481"/>
                  </a:lnTo>
                  <a:lnTo>
                    <a:pt x="745014" y="522836"/>
                  </a:lnTo>
                  <a:close/>
                  <a:moveTo>
                    <a:pt x="744384" y="525481"/>
                  </a:moveTo>
                  <a:lnTo>
                    <a:pt x="752104" y="524588"/>
                  </a:lnTo>
                  <a:lnTo>
                    <a:pt x="745014" y="522836"/>
                  </a:lnTo>
                  <a:close/>
                  <a:moveTo>
                    <a:pt x="575381" y="139855"/>
                  </a:moveTo>
                  <a:lnTo>
                    <a:pt x="603539" y="159427"/>
                  </a:lnTo>
                  <a:lnTo>
                    <a:pt x="598882" y="122672"/>
                  </a:lnTo>
                  <a:close/>
                  <a:moveTo>
                    <a:pt x="603539" y="159427"/>
                  </a:moveTo>
                  <a:lnTo>
                    <a:pt x="630315" y="196182"/>
                  </a:lnTo>
                  <a:lnTo>
                    <a:pt x="650615" y="142243"/>
                  </a:lnTo>
                  <a:close/>
                  <a:moveTo>
                    <a:pt x="598882" y="122672"/>
                  </a:moveTo>
                  <a:lnTo>
                    <a:pt x="648930" y="124123"/>
                  </a:lnTo>
                  <a:lnTo>
                    <a:pt x="642367" y="106772"/>
                  </a:lnTo>
                  <a:close/>
                  <a:moveTo>
                    <a:pt x="650615" y="142243"/>
                  </a:moveTo>
                  <a:lnTo>
                    <a:pt x="648930" y="124123"/>
                  </a:lnTo>
                  <a:lnTo>
                    <a:pt x="598882" y="122672"/>
                  </a:lnTo>
                  <a:close/>
                  <a:moveTo>
                    <a:pt x="603539" y="159427"/>
                  </a:moveTo>
                  <a:lnTo>
                    <a:pt x="650615" y="142243"/>
                  </a:lnTo>
                  <a:lnTo>
                    <a:pt x="598882" y="122672"/>
                  </a:lnTo>
                  <a:close/>
                  <a:moveTo>
                    <a:pt x="580093" y="85565"/>
                  </a:moveTo>
                  <a:lnTo>
                    <a:pt x="579984" y="87131"/>
                  </a:lnTo>
                  <a:lnTo>
                    <a:pt x="629103" y="68733"/>
                  </a:lnTo>
                  <a:close/>
                  <a:moveTo>
                    <a:pt x="579984" y="87131"/>
                  </a:moveTo>
                  <a:lnTo>
                    <a:pt x="598882" y="122672"/>
                  </a:lnTo>
                  <a:lnTo>
                    <a:pt x="629103" y="68733"/>
                  </a:lnTo>
                  <a:close/>
                  <a:moveTo>
                    <a:pt x="629103" y="68733"/>
                  </a:moveTo>
                  <a:lnTo>
                    <a:pt x="598882" y="122672"/>
                  </a:lnTo>
                  <a:lnTo>
                    <a:pt x="639858" y="90206"/>
                  </a:lnTo>
                  <a:close/>
                  <a:moveTo>
                    <a:pt x="639858" y="90206"/>
                  </a:moveTo>
                  <a:lnTo>
                    <a:pt x="598882" y="122672"/>
                  </a:lnTo>
                  <a:lnTo>
                    <a:pt x="642367" y="106772"/>
                  </a:lnTo>
                  <a:close/>
                  <a:moveTo>
                    <a:pt x="642367" y="106772"/>
                  </a:moveTo>
                  <a:lnTo>
                    <a:pt x="652321" y="105488"/>
                  </a:lnTo>
                  <a:lnTo>
                    <a:pt x="639858" y="90206"/>
                  </a:lnTo>
                  <a:close/>
                  <a:moveTo>
                    <a:pt x="642367" y="106772"/>
                  </a:moveTo>
                  <a:lnTo>
                    <a:pt x="648930" y="124123"/>
                  </a:lnTo>
                  <a:lnTo>
                    <a:pt x="652321" y="105488"/>
                  </a:lnTo>
                  <a:close/>
                  <a:moveTo>
                    <a:pt x="655100" y="147190"/>
                  </a:moveTo>
                  <a:lnTo>
                    <a:pt x="660766" y="136561"/>
                  </a:lnTo>
                  <a:lnTo>
                    <a:pt x="650615" y="142243"/>
                  </a:lnTo>
                  <a:close/>
                  <a:moveTo>
                    <a:pt x="648930" y="124123"/>
                  </a:moveTo>
                  <a:lnTo>
                    <a:pt x="650615" y="142243"/>
                  </a:lnTo>
                  <a:lnTo>
                    <a:pt x="660766" y="136561"/>
                  </a:lnTo>
                  <a:close/>
                  <a:moveTo>
                    <a:pt x="685878" y="98486"/>
                  </a:moveTo>
                  <a:lnTo>
                    <a:pt x="652321" y="105488"/>
                  </a:lnTo>
                  <a:lnTo>
                    <a:pt x="707112" y="120871"/>
                  </a:lnTo>
                  <a:close/>
                  <a:moveTo>
                    <a:pt x="652321" y="105488"/>
                  </a:moveTo>
                  <a:lnTo>
                    <a:pt x="648930" y="124123"/>
                  </a:lnTo>
                  <a:lnTo>
                    <a:pt x="707112" y="120871"/>
                  </a:lnTo>
                  <a:close/>
                  <a:moveTo>
                    <a:pt x="707112" y="120871"/>
                  </a:moveTo>
                  <a:lnTo>
                    <a:pt x="648930" y="124123"/>
                  </a:lnTo>
                  <a:lnTo>
                    <a:pt x="700881" y="125060"/>
                  </a:lnTo>
                  <a:close/>
                  <a:moveTo>
                    <a:pt x="700881" y="125060"/>
                  </a:moveTo>
                  <a:lnTo>
                    <a:pt x="648930" y="124123"/>
                  </a:lnTo>
                  <a:lnTo>
                    <a:pt x="660766" y="136561"/>
                  </a:lnTo>
                  <a:close/>
                  <a:moveTo>
                    <a:pt x="685878" y="98486"/>
                  </a:moveTo>
                  <a:lnTo>
                    <a:pt x="639858" y="90206"/>
                  </a:lnTo>
                  <a:lnTo>
                    <a:pt x="652321" y="105488"/>
                  </a:lnTo>
                  <a:close/>
                  <a:moveTo>
                    <a:pt x="637552" y="65939"/>
                  </a:moveTo>
                  <a:lnTo>
                    <a:pt x="639858" y="90206"/>
                  </a:lnTo>
                  <a:lnTo>
                    <a:pt x="685878" y="98486"/>
                  </a:lnTo>
                  <a:close/>
                  <a:moveTo>
                    <a:pt x="685878" y="98486"/>
                  </a:moveTo>
                  <a:lnTo>
                    <a:pt x="718277" y="88305"/>
                  </a:lnTo>
                  <a:lnTo>
                    <a:pt x="725366" y="64543"/>
                  </a:lnTo>
                  <a:close/>
                  <a:moveTo>
                    <a:pt x="685878" y="98486"/>
                  </a:moveTo>
                  <a:lnTo>
                    <a:pt x="707112" y="120871"/>
                  </a:lnTo>
                  <a:lnTo>
                    <a:pt x="718277" y="88305"/>
                  </a:lnTo>
                  <a:close/>
                  <a:moveTo>
                    <a:pt x="629103" y="68733"/>
                  </a:moveTo>
                  <a:lnTo>
                    <a:pt x="639858" y="90206"/>
                  </a:lnTo>
                  <a:lnTo>
                    <a:pt x="637552" y="65939"/>
                  </a:lnTo>
                  <a:close/>
                  <a:moveTo>
                    <a:pt x="617804" y="31978"/>
                  </a:moveTo>
                  <a:lnTo>
                    <a:pt x="637552" y="65939"/>
                  </a:lnTo>
                  <a:lnTo>
                    <a:pt x="626460" y="30210"/>
                  </a:lnTo>
                  <a:close/>
                  <a:moveTo>
                    <a:pt x="617804" y="31978"/>
                  </a:moveTo>
                  <a:lnTo>
                    <a:pt x="629103" y="68733"/>
                  </a:lnTo>
                  <a:lnTo>
                    <a:pt x="637552" y="65939"/>
                  </a:lnTo>
                  <a:close/>
                  <a:moveTo>
                    <a:pt x="747950" y="75112"/>
                  </a:moveTo>
                  <a:lnTo>
                    <a:pt x="718277" y="88305"/>
                  </a:lnTo>
                  <a:lnTo>
                    <a:pt x="757166" y="87230"/>
                  </a:lnTo>
                  <a:close/>
                  <a:moveTo>
                    <a:pt x="757166" y="87230"/>
                  </a:moveTo>
                  <a:lnTo>
                    <a:pt x="718277" y="88305"/>
                  </a:lnTo>
                  <a:lnTo>
                    <a:pt x="707112" y="120871"/>
                  </a:lnTo>
                  <a:close/>
                  <a:moveTo>
                    <a:pt x="725366" y="64543"/>
                  </a:moveTo>
                  <a:lnTo>
                    <a:pt x="718277" y="88305"/>
                  </a:lnTo>
                  <a:lnTo>
                    <a:pt x="747950" y="75112"/>
                  </a:lnTo>
                  <a:close/>
                  <a:moveTo>
                    <a:pt x="725366" y="64543"/>
                  </a:moveTo>
                  <a:lnTo>
                    <a:pt x="747950" y="75112"/>
                  </a:lnTo>
                  <a:lnTo>
                    <a:pt x="732046" y="51550"/>
                  </a:lnTo>
                  <a:close/>
                  <a:moveTo>
                    <a:pt x="732046" y="51550"/>
                  </a:moveTo>
                  <a:lnTo>
                    <a:pt x="747950" y="75112"/>
                  </a:lnTo>
                  <a:lnTo>
                    <a:pt x="757113" y="71122"/>
                  </a:lnTo>
                  <a:close/>
                  <a:moveTo>
                    <a:pt x="732046" y="51550"/>
                  </a:moveTo>
                  <a:lnTo>
                    <a:pt x="757113" y="71122"/>
                  </a:lnTo>
                  <a:lnTo>
                    <a:pt x="761542" y="34367"/>
                  </a:lnTo>
                  <a:close/>
                  <a:moveTo>
                    <a:pt x="747950" y="75112"/>
                  </a:moveTo>
                  <a:lnTo>
                    <a:pt x="757166" y="87230"/>
                  </a:lnTo>
                  <a:lnTo>
                    <a:pt x="757113" y="71122"/>
                  </a:lnTo>
                  <a:close/>
                  <a:moveTo>
                    <a:pt x="761542" y="34367"/>
                  </a:moveTo>
                  <a:lnTo>
                    <a:pt x="798825" y="60839"/>
                  </a:lnTo>
                  <a:lnTo>
                    <a:pt x="785953" y="26557"/>
                  </a:lnTo>
                  <a:close/>
                  <a:moveTo>
                    <a:pt x="761542" y="34367"/>
                  </a:moveTo>
                  <a:lnTo>
                    <a:pt x="757113" y="71122"/>
                  </a:lnTo>
                  <a:lnTo>
                    <a:pt x="798825" y="60839"/>
                  </a:lnTo>
                  <a:close/>
                  <a:moveTo>
                    <a:pt x="798825" y="60839"/>
                  </a:moveTo>
                  <a:lnTo>
                    <a:pt x="823683" y="22971"/>
                  </a:lnTo>
                  <a:lnTo>
                    <a:pt x="785953" y="26557"/>
                  </a:lnTo>
                  <a:close/>
                  <a:moveTo>
                    <a:pt x="772713" y="20782"/>
                  </a:moveTo>
                  <a:lnTo>
                    <a:pt x="761542" y="34367"/>
                  </a:lnTo>
                  <a:lnTo>
                    <a:pt x="785953" y="26557"/>
                  </a:lnTo>
                  <a:close/>
                  <a:moveTo>
                    <a:pt x="892115" y="36755"/>
                  </a:moveTo>
                  <a:lnTo>
                    <a:pt x="885377" y="44650"/>
                  </a:lnTo>
                  <a:lnTo>
                    <a:pt x="869482" y="65593"/>
                  </a:lnTo>
                  <a:close/>
                  <a:moveTo>
                    <a:pt x="887156" y="7097"/>
                  </a:moveTo>
                  <a:lnTo>
                    <a:pt x="885377" y="44650"/>
                  </a:lnTo>
                  <a:lnTo>
                    <a:pt x="892115" y="36755"/>
                  </a:lnTo>
                  <a:close/>
                  <a:moveTo>
                    <a:pt x="887691" y="0"/>
                  </a:moveTo>
                  <a:lnTo>
                    <a:pt x="885377" y="44650"/>
                  </a:lnTo>
                  <a:lnTo>
                    <a:pt x="887156" y="7097"/>
                  </a:lnTo>
                  <a:close/>
                  <a:moveTo>
                    <a:pt x="887691" y="0"/>
                  </a:moveTo>
                  <a:lnTo>
                    <a:pt x="883801" y="1185"/>
                  </a:lnTo>
                  <a:lnTo>
                    <a:pt x="871329" y="44129"/>
                  </a:lnTo>
                  <a:close/>
                  <a:moveTo>
                    <a:pt x="900804" y="32108"/>
                  </a:moveTo>
                  <a:lnTo>
                    <a:pt x="892115" y="36755"/>
                  </a:lnTo>
                  <a:lnTo>
                    <a:pt x="922505" y="43055"/>
                  </a:lnTo>
                  <a:close/>
                  <a:moveTo>
                    <a:pt x="887156" y="7097"/>
                  </a:moveTo>
                  <a:lnTo>
                    <a:pt x="892115" y="36755"/>
                  </a:lnTo>
                  <a:lnTo>
                    <a:pt x="900804" y="32108"/>
                  </a:lnTo>
                  <a:close/>
                  <a:moveTo>
                    <a:pt x="887691" y="0"/>
                  </a:moveTo>
                  <a:lnTo>
                    <a:pt x="887156" y="7097"/>
                  </a:lnTo>
                  <a:lnTo>
                    <a:pt x="947417" y="11616"/>
                  </a:lnTo>
                  <a:close/>
                  <a:moveTo>
                    <a:pt x="947417" y="11616"/>
                  </a:moveTo>
                  <a:lnTo>
                    <a:pt x="887156" y="7097"/>
                  </a:lnTo>
                  <a:lnTo>
                    <a:pt x="937409" y="19572"/>
                  </a:lnTo>
                  <a:close/>
                  <a:moveTo>
                    <a:pt x="937409" y="19572"/>
                  </a:moveTo>
                  <a:lnTo>
                    <a:pt x="887156" y="7097"/>
                  </a:lnTo>
                  <a:lnTo>
                    <a:pt x="900804" y="3210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76" name="Input_density__75">
              <a:extLst>
                <a:ext uri="{FF2B5EF4-FFF2-40B4-BE49-F238E27FC236}">
                  <a16:creationId xmlns:a16="http://schemas.microsoft.com/office/drawing/2014/main" id="{3C212745-5957-FBA1-2418-89C3483E68C7}"/>
                </a:ext>
              </a:extLst>
            </p:cNvPr>
            <p:cNvSpPr>
              <a:spLocks noGrp="1"/>
            </p:cNvSpPr>
            <p:nvPr/>
          </p:nvSpPr>
          <p:spPr>
            <a:xfrm>
              <a:off x="1036040" y="1785653"/>
              <a:ext cx="874042" cy="1506794"/>
            </a:xfrm>
            <a:custGeom>
              <a:avLst/>
              <a:gdLst/>
              <a:ahLst/>
              <a:cxnLst/>
              <a:rect l="0" t="0" r="0" b="0"/>
              <a:pathLst>
                <a:path w="874042" h="1506794">
                  <a:moveTo>
                    <a:pt x="218793" y="1433284"/>
                  </a:moveTo>
                  <a:lnTo>
                    <a:pt x="201908" y="1460316"/>
                  </a:lnTo>
                  <a:lnTo>
                    <a:pt x="220778" y="1434660"/>
                  </a:lnTo>
                  <a:close/>
                  <a:moveTo>
                    <a:pt x="220778" y="1434660"/>
                  </a:moveTo>
                  <a:lnTo>
                    <a:pt x="252257" y="1434481"/>
                  </a:lnTo>
                  <a:lnTo>
                    <a:pt x="235980" y="1433284"/>
                  </a:lnTo>
                  <a:close/>
                  <a:moveTo>
                    <a:pt x="0" y="1212754"/>
                  </a:moveTo>
                  <a:lnTo>
                    <a:pt x="16564" y="1222171"/>
                  </a:lnTo>
                  <a:lnTo>
                    <a:pt x="34202" y="1235390"/>
                  </a:lnTo>
                  <a:close/>
                  <a:moveTo>
                    <a:pt x="68507" y="1239074"/>
                  </a:moveTo>
                  <a:lnTo>
                    <a:pt x="34202" y="1235390"/>
                  </a:lnTo>
                  <a:lnTo>
                    <a:pt x="16564" y="1222171"/>
                  </a:lnTo>
                  <a:close/>
                  <a:moveTo>
                    <a:pt x="332260" y="1506794"/>
                  </a:moveTo>
                  <a:lnTo>
                    <a:pt x="336567" y="1489610"/>
                  </a:lnTo>
                  <a:lnTo>
                    <a:pt x="301650" y="1487875"/>
                  </a:lnTo>
                  <a:close/>
                  <a:moveTo>
                    <a:pt x="336567" y="1489610"/>
                  </a:moveTo>
                  <a:lnTo>
                    <a:pt x="327006" y="1486470"/>
                  </a:lnTo>
                  <a:lnTo>
                    <a:pt x="301650" y="1487875"/>
                  </a:lnTo>
                  <a:close/>
                  <a:moveTo>
                    <a:pt x="220778" y="1434660"/>
                  </a:moveTo>
                  <a:lnTo>
                    <a:pt x="204518" y="1419115"/>
                  </a:lnTo>
                  <a:lnTo>
                    <a:pt x="218793" y="1433284"/>
                  </a:lnTo>
                  <a:close/>
                  <a:moveTo>
                    <a:pt x="249214" y="1444770"/>
                  </a:moveTo>
                  <a:lnTo>
                    <a:pt x="235980" y="1433284"/>
                  </a:lnTo>
                  <a:lnTo>
                    <a:pt x="277326" y="1458847"/>
                  </a:lnTo>
                  <a:close/>
                  <a:moveTo>
                    <a:pt x="220778" y="1434660"/>
                  </a:moveTo>
                  <a:lnTo>
                    <a:pt x="235980" y="1433284"/>
                  </a:lnTo>
                  <a:lnTo>
                    <a:pt x="249214" y="1444770"/>
                  </a:lnTo>
                  <a:close/>
                  <a:moveTo>
                    <a:pt x="177919" y="1269080"/>
                  </a:moveTo>
                  <a:lnTo>
                    <a:pt x="165129" y="1254969"/>
                  </a:lnTo>
                  <a:lnTo>
                    <a:pt x="188833" y="1279967"/>
                  </a:lnTo>
                  <a:close/>
                  <a:moveTo>
                    <a:pt x="24930" y="1125876"/>
                  </a:moveTo>
                  <a:lnTo>
                    <a:pt x="5830" y="1096657"/>
                  </a:lnTo>
                  <a:lnTo>
                    <a:pt x="8116" y="1122060"/>
                  </a:lnTo>
                  <a:close/>
                  <a:moveTo>
                    <a:pt x="360781" y="1472427"/>
                  </a:moveTo>
                  <a:lnTo>
                    <a:pt x="336567" y="1489610"/>
                  </a:lnTo>
                  <a:lnTo>
                    <a:pt x="363649" y="1498892"/>
                  </a:lnTo>
                  <a:close/>
                  <a:moveTo>
                    <a:pt x="336567" y="1489610"/>
                  </a:moveTo>
                  <a:lnTo>
                    <a:pt x="360781" y="1472427"/>
                  </a:lnTo>
                  <a:lnTo>
                    <a:pt x="327006" y="1486470"/>
                  </a:lnTo>
                  <a:close/>
                  <a:moveTo>
                    <a:pt x="242885" y="1296529"/>
                  </a:moveTo>
                  <a:lnTo>
                    <a:pt x="228169" y="1269877"/>
                  </a:lnTo>
                  <a:lnTo>
                    <a:pt x="208347" y="1291976"/>
                  </a:lnTo>
                  <a:close/>
                  <a:moveTo>
                    <a:pt x="67537" y="1068122"/>
                  </a:moveTo>
                  <a:lnTo>
                    <a:pt x="43698" y="1085305"/>
                  </a:lnTo>
                  <a:lnTo>
                    <a:pt x="59042" y="1104877"/>
                  </a:lnTo>
                  <a:close/>
                  <a:moveTo>
                    <a:pt x="78435" y="1068122"/>
                  </a:moveTo>
                  <a:lnTo>
                    <a:pt x="71473" y="1115125"/>
                  </a:lnTo>
                  <a:lnTo>
                    <a:pt x="91847" y="1105552"/>
                  </a:lnTo>
                  <a:close/>
                  <a:moveTo>
                    <a:pt x="208844" y="1174204"/>
                  </a:moveTo>
                  <a:lnTo>
                    <a:pt x="229795" y="1179749"/>
                  </a:lnTo>
                  <a:lnTo>
                    <a:pt x="181999" y="1168940"/>
                  </a:lnTo>
                  <a:close/>
                  <a:moveTo>
                    <a:pt x="215022" y="1178387"/>
                  </a:moveTo>
                  <a:lnTo>
                    <a:pt x="240971" y="1193167"/>
                  </a:lnTo>
                  <a:lnTo>
                    <a:pt x="229795" y="1179749"/>
                  </a:lnTo>
                  <a:close/>
                  <a:moveTo>
                    <a:pt x="229795" y="1179749"/>
                  </a:moveTo>
                  <a:lnTo>
                    <a:pt x="240971" y="1193167"/>
                  </a:lnTo>
                  <a:lnTo>
                    <a:pt x="262947" y="1179124"/>
                  </a:lnTo>
                  <a:close/>
                  <a:moveTo>
                    <a:pt x="215022" y="1178387"/>
                  </a:moveTo>
                  <a:lnTo>
                    <a:pt x="229795" y="1179749"/>
                  </a:lnTo>
                  <a:lnTo>
                    <a:pt x="208844" y="1174204"/>
                  </a:lnTo>
                  <a:close/>
                  <a:moveTo>
                    <a:pt x="427477" y="1418041"/>
                  </a:moveTo>
                  <a:lnTo>
                    <a:pt x="427171" y="1419400"/>
                  </a:lnTo>
                  <a:lnTo>
                    <a:pt x="427177" y="1418489"/>
                  </a:lnTo>
                  <a:close/>
                  <a:moveTo>
                    <a:pt x="427477" y="1418041"/>
                  </a:moveTo>
                  <a:lnTo>
                    <a:pt x="427177" y="1418489"/>
                  </a:lnTo>
                  <a:lnTo>
                    <a:pt x="426755" y="1417846"/>
                  </a:lnTo>
                  <a:close/>
                  <a:moveTo>
                    <a:pt x="459407" y="1329677"/>
                  </a:moveTo>
                  <a:lnTo>
                    <a:pt x="454642" y="1381734"/>
                  </a:lnTo>
                  <a:lnTo>
                    <a:pt x="501382" y="1351500"/>
                  </a:lnTo>
                  <a:close/>
                  <a:moveTo>
                    <a:pt x="265628" y="1110380"/>
                  </a:moveTo>
                  <a:lnTo>
                    <a:pt x="233234" y="1154376"/>
                  </a:lnTo>
                  <a:lnTo>
                    <a:pt x="268544" y="1152758"/>
                  </a:lnTo>
                  <a:close/>
                  <a:moveTo>
                    <a:pt x="205200" y="1087694"/>
                  </a:moveTo>
                  <a:lnTo>
                    <a:pt x="268066" y="1102055"/>
                  </a:lnTo>
                  <a:lnTo>
                    <a:pt x="245419" y="1107265"/>
                  </a:lnTo>
                  <a:close/>
                  <a:moveTo>
                    <a:pt x="245419" y="1107265"/>
                  </a:moveTo>
                  <a:lnTo>
                    <a:pt x="265628" y="1110380"/>
                  </a:lnTo>
                  <a:lnTo>
                    <a:pt x="205200" y="1087694"/>
                  </a:lnTo>
                  <a:close/>
                  <a:moveTo>
                    <a:pt x="127151" y="1007454"/>
                  </a:moveTo>
                  <a:lnTo>
                    <a:pt x="144063" y="1038452"/>
                  </a:lnTo>
                  <a:lnTo>
                    <a:pt x="164200" y="1004422"/>
                  </a:lnTo>
                  <a:close/>
                  <a:moveTo>
                    <a:pt x="127151" y="1007454"/>
                  </a:moveTo>
                  <a:lnTo>
                    <a:pt x="164200" y="1004422"/>
                  </a:lnTo>
                  <a:lnTo>
                    <a:pt x="137060" y="985974"/>
                  </a:lnTo>
                  <a:close/>
                  <a:moveTo>
                    <a:pt x="164200" y="1004422"/>
                  </a:moveTo>
                  <a:lnTo>
                    <a:pt x="187950" y="1012202"/>
                  </a:lnTo>
                  <a:lnTo>
                    <a:pt x="168903" y="980453"/>
                  </a:lnTo>
                  <a:close/>
                  <a:moveTo>
                    <a:pt x="509900" y="1310612"/>
                  </a:moveTo>
                  <a:lnTo>
                    <a:pt x="501382" y="1351500"/>
                  </a:lnTo>
                  <a:lnTo>
                    <a:pt x="522854" y="1335573"/>
                  </a:lnTo>
                  <a:close/>
                  <a:moveTo>
                    <a:pt x="286021" y="1072977"/>
                  </a:moveTo>
                  <a:lnTo>
                    <a:pt x="309494" y="1057060"/>
                  </a:lnTo>
                  <a:lnTo>
                    <a:pt x="304340" y="1053327"/>
                  </a:lnTo>
                  <a:close/>
                  <a:moveTo>
                    <a:pt x="299389" y="1094588"/>
                  </a:moveTo>
                  <a:lnTo>
                    <a:pt x="309494" y="1057060"/>
                  </a:lnTo>
                  <a:lnTo>
                    <a:pt x="286021" y="1072977"/>
                  </a:lnTo>
                  <a:close/>
                  <a:moveTo>
                    <a:pt x="268066" y="1102055"/>
                  </a:moveTo>
                  <a:lnTo>
                    <a:pt x="299389" y="1094588"/>
                  </a:lnTo>
                  <a:lnTo>
                    <a:pt x="286021" y="1072977"/>
                  </a:lnTo>
                  <a:close/>
                  <a:moveTo>
                    <a:pt x="309494" y="1057060"/>
                  </a:moveTo>
                  <a:lnTo>
                    <a:pt x="272746" y="1023344"/>
                  </a:lnTo>
                  <a:lnTo>
                    <a:pt x="304340" y="1053327"/>
                  </a:lnTo>
                  <a:close/>
                  <a:moveTo>
                    <a:pt x="198525" y="958858"/>
                  </a:moveTo>
                  <a:lnTo>
                    <a:pt x="170510" y="954545"/>
                  </a:lnTo>
                  <a:lnTo>
                    <a:pt x="168903" y="980453"/>
                  </a:lnTo>
                  <a:close/>
                  <a:moveTo>
                    <a:pt x="568421" y="1285156"/>
                  </a:moveTo>
                  <a:lnTo>
                    <a:pt x="531880" y="1256674"/>
                  </a:lnTo>
                  <a:lnTo>
                    <a:pt x="559092" y="1302811"/>
                  </a:lnTo>
                  <a:close/>
                  <a:moveTo>
                    <a:pt x="530023" y="1266170"/>
                  </a:moveTo>
                  <a:lnTo>
                    <a:pt x="557319" y="1293429"/>
                  </a:lnTo>
                  <a:lnTo>
                    <a:pt x="559092" y="1302811"/>
                  </a:lnTo>
                  <a:close/>
                  <a:moveTo>
                    <a:pt x="296054" y="1040898"/>
                  </a:moveTo>
                  <a:lnTo>
                    <a:pt x="304340" y="1053327"/>
                  </a:lnTo>
                  <a:lnTo>
                    <a:pt x="272746" y="1023344"/>
                  </a:lnTo>
                  <a:close/>
                  <a:moveTo>
                    <a:pt x="220655" y="856953"/>
                  </a:moveTo>
                  <a:lnTo>
                    <a:pt x="198401" y="869956"/>
                  </a:lnTo>
                  <a:lnTo>
                    <a:pt x="257160" y="868863"/>
                  </a:lnTo>
                  <a:close/>
                  <a:moveTo>
                    <a:pt x="104268" y="767163"/>
                  </a:moveTo>
                  <a:lnTo>
                    <a:pt x="78869" y="751135"/>
                  </a:lnTo>
                  <a:lnTo>
                    <a:pt x="91890" y="759287"/>
                  </a:lnTo>
                  <a:close/>
                  <a:moveTo>
                    <a:pt x="418103" y="1018960"/>
                  </a:moveTo>
                  <a:lnTo>
                    <a:pt x="398082" y="1050387"/>
                  </a:lnTo>
                  <a:lnTo>
                    <a:pt x="419569" y="1021747"/>
                  </a:lnTo>
                  <a:close/>
                  <a:moveTo>
                    <a:pt x="449067" y="1055715"/>
                  </a:moveTo>
                  <a:lnTo>
                    <a:pt x="458001" y="1062338"/>
                  </a:lnTo>
                  <a:lnTo>
                    <a:pt x="419569" y="1021747"/>
                  </a:lnTo>
                  <a:close/>
                  <a:moveTo>
                    <a:pt x="267909" y="840044"/>
                  </a:moveTo>
                  <a:lnTo>
                    <a:pt x="220655" y="856953"/>
                  </a:lnTo>
                  <a:lnTo>
                    <a:pt x="257160" y="868863"/>
                  </a:lnTo>
                  <a:close/>
                  <a:moveTo>
                    <a:pt x="223049" y="849426"/>
                  </a:moveTo>
                  <a:lnTo>
                    <a:pt x="220655" y="856953"/>
                  </a:lnTo>
                  <a:lnTo>
                    <a:pt x="267909" y="840044"/>
                  </a:lnTo>
                  <a:close/>
                  <a:moveTo>
                    <a:pt x="370032" y="900690"/>
                  </a:moveTo>
                  <a:lnTo>
                    <a:pt x="423331" y="924004"/>
                  </a:lnTo>
                  <a:lnTo>
                    <a:pt x="384612" y="903813"/>
                  </a:lnTo>
                  <a:close/>
                  <a:moveTo>
                    <a:pt x="393941" y="908341"/>
                  </a:moveTo>
                  <a:lnTo>
                    <a:pt x="423331" y="924004"/>
                  </a:lnTo>
                  <a:lnTo>
                    <a:pt x="370032" y="900690"/>
                  </a:lnTo>
                  <a:close/>
                  <a:moveTo>
                    <a:pt x="163137" y="634227"/>
                  </a:moveTo>
                  <a:lnTo>
                    <a:pt x="145347" y="651411"/>
                  </a:lnTo>
                  <a:lnTo>
                    <a:pt x="176559" y="670982"/>
                  </a:lnTo>
                  <a:close/>
                  <a:moveTo>
                    <a:pt x="423331" y="924004"/>
                  </a:moveTo>
                  <a:lnTo>
                    <a:pt x="438261" y="928267"/>
                  </a:lnTo>
                  <a:lnTo>
                    <a:pt x="443450" y="903014"/>
                  </a:lnTo>
                  <a:close/>
                  <a:moveTo>
                    <a:pt x="464338" y="878197"/>
                  </a:moveTo>
                  <a:lnTo>
                    <a:pt x="438261" y="928267"/>
                  </a:lnTo>
                  <a:lnTo>
                    <a:pt x="460879" y="925757"/>
                  </a:lnTo>
                  <a:close/>
                  <a:moveTo>
                    <a:pt x="464338" y="878197"/>
                  </a:moveTo>
                  <a:lnTo>
                    <a:pt x="460879" y="925757"/>
                  </a:lnTo>
                  <a:lnTo>
                    <a:pt x="470749" y="928267"/>
                  </a:lnTo>
                  <a:close/>
                  <a:moveTo>
                    <a:pt x="464338" y="878197"/>
                  </a:moveTo>
                  <a:lnTo>
                    <a:pt x="453539" y="842230"/>
                  </a:lnTo>
                  <a:lnTo>
                    <a:pt x="461880" y="874328"/>
                  </a:lnTo>
                  <a:close/>
                  <a:moveTo>
                    <a:pt x="453539" y="842230"/>
                  </a:moveTo>
                  <a:lnTo>
                    <a:pt x="450936" y="837574"/>
                  </a:lnTo>
                  <a:lnTo>
                    <a:pt x="461880" y="874328"/>
                  </a:lnTo>
                  <a:close/>
                  <a:moveTo>
                    <a:pt x="659125" y="1086505"/>
                  </a:moveTo>
                  <a:lnTo>
                    <a:pt x="659677" y="1058103"/>
                  </a:lnTo>
                  <a:lnTo>
                    <a:pt x="657922" y="1052906"/>
                  </a:lnTo>
                  <a:close/>
                  <a:moveTo>
                    <a:pt x="657922" y="1052906"/>
                  </a:moveTo>
                  <a:lnTo>
                    <a:pt x="659677" y="1058103"/>
                  </a:lnTo>
                  <a:lnTo>
                    <a:pt x="657934" y="1008148"/>
                  </a:lnTo>
                  <a:close/>
                  <a:moveTo>
                    <a:pt x="569855" y="980831"/>
                  </a:moveTo>
                  <a:lnTo>
                    <a:pt x="602169" y="936902"/>
                  </a:lnTo>
                  <a:lnTo>
                    <a:pt x="569342" y="936502"/>
                  </a:lnTo>
                  <a:close/>
                  <a:moveTo>
                    <a:pt x="590905" y="901312"/>
                  </a:moveTo>
                  <a:lnTo>
                    <a:pt x="572192" y="914424"/>
                  </a:lnTo>
                  <a:lnTo>
                    <a:pt x="569342" y="936502"/>
                  </a:lnTo>
                  <a:close/>
                  <a:moveTo>
                    <a:pt x="450936" y="837574"/>
                  </a:moveTo>
                  <a:lnTo>
                    <a:pt x="468157" y="820390"/>
                  </a:lnTo>
                  <a:lnTo>
                    <a:pt x="461880" y="874328"/>
                  </a:lnTo>
                  <a:close/>
                  <a:moveTo>
                    <a:pt x="736687" y="896288"/>
                  </a:moveTo>
                  <a:lnTo>
                    <a:pt x="754858" y="906658"/>
                  </a:lnTo>
                  <a:lnTo>
                    <a:pt x="761600" y="888552"/>
                  </a:lnTo>
                  <a:close/>
                  <a:moveTo>
                    <a:pt x="761600" y="888552"/>
                  </a:moveTo>
                  <a:lnTo>
                    <a:pt x="754858" y="906658"/>
                  </a:lnTo>
                  <a:lnTo>
                    <a:pt x="770511" y="896288"/>
                  </a:lnTo>
                  <a:close/>
                  <a:moveTo>
                    <a:pt x="496262" y="521355"/>
                  </a:moveTo>
                  <a:lnTo>
                    <a:pt x="467599" y="517570"/>
                  </a:lnTo>
                  <a:lnTo>
                    <a:pt x="499186" y="563725"/>
                  </a:lnTo>
                  <a:close/>
                  <a:moveTo>
                    <a:pt x="446377" y="500760"/>
                  </a:moveTo>
                  <a:lnTo>
                    <a:pt x="462371" y="511555"/>
                  </a:lnTo>
                  <a:lnTo>
                    <a:pt x="467599" y="517570"/>
                  </a:lnTo>
                  <a:close/>
                  <a:moveTo>
                    <a:pt x="428492" y="462257"/>
                  </a:moveTo>
                  <a:lnTo>
                    <a:pt x="413955" y="444599"/>
                  </a:lnTo>
                  <a:lnTo>
                    <a:pt x="440612" y="479205"/>
                  </a:lnTo>
                  <a:close/>
                  <a:moveTo>
                    <a:pt x="459007" y="451771"/>
                  </a:moveTo>
                  <a:lnTo>
                    <a:pt x="428492" y="462257"/>
                  </a:lnTo>
                  <a:lnTo>
                    <a:pt x="440612" y="479205"/>
                  </a:lnTo>
                  <a:close/>
                  <a:moveTo>
                    <a:pt x="55339" y="9564"/>
                  </a:moveTo>
                  <a:lnTo>
                    <a:pt x="72337" y="40492"/>
                  </a:lnTo>
                  <a:lnTo>
                    <a:pt x="74491" y="50924"/>
                  </a:lnTo>
                  <a:close/>
                  <a:moveTo>
                    <a:pt x="33784" y="0"/>
                  </a:moveTo>
                  <a:lnTo>
                    <a:pt x="72337" y="40492"/>
                  </a:lnTo>
                  <a:lnTo>
                    <a:pt x="55339" y="9564"/>
                  </a:lnTo>
                  <a:close/>
                  <a:moveTo>
                    <a:pt x="874042" y="1006906"/>
                  </a:moveTo>
                  <a:lnTo>
                    <a:pt x="832642" y="992126"/>
                  </a:lnTo>
                  <a:lnTo>
                    <a:pt x="850158" y="1004974"/>
                  </a:lnTo>
                  <a:close/>
                  <a:moveTo>
                    <a:pt x="662760" y="690995"/>
                  </a:moveTo>
                  <a:lnTo>
                    <a:pt x="663171" y="716801"/>
                  </a:lnTo>
                  <a:lnTo>
                    <a:pt x="664438" y="695330"/>
                  </a:lnTo>
                  <a:close/>
                  <a:moveTo>
                    <a:pt x="664438" y="695330"/>
                  </a:moveTo>
                  <a:lnTo>
                    <a:pt x="671503" y="651747"/>
                  </a:lnTo>
                  <a:lnTo>
                    <a:pt x="662760" y="690995"/>
                  </a:lnTo>
                  <a:close/>
                  <a:moveTo>
                    <a:pt x="811784" y="740601"/>
                  </a:moveTo>
                  <a:lnTo>
                    <a:pt x="767601" y="761888"/>
                  </a:lnTo>
                  <a:lnTo>
                    <a:pt x="804594" y="775622"/>
                  </a:lnTo>
                  <a:close/>
                  <a:moveTo>
                    <a:pt x="811784" y="740601"/>
                  </a:moveTo>
                  <a:lnTo>
                    <a:pt x="776520" y="742181"/>
                  </a:lnTo>
                  <a:lnTo>
                    <a:pt x="767601" y="761888"/>
                  </a:lnTo>
                  <a:close/>
                  <a:moveTo>
                    <a:pt x="776520" y="742181"/>
                  </a:moveTo>
                  <a:lnTo>
                    <a:pt x="811784" y="740601"/>
                  </a:lnTo>
                  <a:lnTo>
                    <a:pt x="783777" y="726159"/>
                  </a:lnTo>
                  <a:close/>
                  <a:moveTo>
                    <a:pt x="671503" y="651747"/>
                  </a:moveTo>
                  <a:lnTo>
                    <a:pt x="682512" y="641392"/>
                  </a:lnTo>
                  <a:lnTo>
                    <a:pt x="681039" y="631388"/>
                  </a:lnTo>
                  <a:close/>
                  <a:moveTo>
                    <a:pt x="681039" y="631388"/>
                  </a:moveTo>
                  <a:lnTo>
                    <a:pt x="682512" y="641392"/>
                  </a:lnTo>
                  <a:lnTo>
                    <a:pt x="692577" y="605961"/>
                  </a:lnTo>
                  <a:close/>
                  <a:moveTo>
                    <a:pt x="692876" y="604105"/>
                  </a:moveTo>
                  <a:lnTo>
                    <a:pt x="681039" y="631388"/>
                  </a:lnTo>
                  <a:lnTo>
                    <a:pt x="692577" y="605961"/>
                  </a:lnTo>
                  <a:close/>
                  <a:moveTo>
                    <a:pt x="844203" y="607025"/>
                  </a:moveTo>
                  <a:lnTo>
                    <a:pt x="833268" y="553087"/>
                  </a:lnTo>
                  <a:lnTo>
                    <a:pt x="856292" y="589842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77" name="Input_density__76">
              <a:extLst>
                <a:ext uri="{FF2B5EF4-FFF2-40B4-BE49-F238E27FC236}">
                  <a16:creationId xmlns:a16="http://schemas.microsoft.com/office/drawing/2014/main" id="{52F2298F-9D04-A26F-6D71-E5D7DC27DD67}"/>
                </a:ext>
              </a:extLst>
            </p:cNvPr>
            <p:cNvSpPr>
              <a:spLocks noGrp="1"/>
            </p:cNvSpPr>
            <p:nvPr/>
          </p:nvSpPr>
          <p:spPr>
            <a:xfrm>
              <a:off x="1001307" y="1785653"/>
              <a:ext cx="849480" cy="1509997"/>
            </a:xfrm>
            <a:custGeom>
              <a:avLst/>
              <a:gdLst/>
              <a:ahLst/>
              <a:cxnLst/>
              <a:rect l="0" t="0" r="0" b="0"/>
              <a:pathLst>
                <a:path w="849480" h="1509997">
                  <a:moveTo>
                    <a:pt x="0" y="1192039"/>
                  </a:moveTo>
                  <a:lnTo>
                    <a:pt x="34733" y="1212754"/>
                  </a:lnTo>
                  <a:lnTo>
                    <a:pt x="28481" y="1208717"/>
                  </a:lnTo>
                  <a:close/>
                  <a:moveTo>
                    <a:pt x="0" y="1192039"/>
                  </a:moveTo>
                  <a:lnTo>
                    <a:pt x="51297" y="1222171"/>
                  </a:lnTo>
                  <a:lnTo>
                    <a:pt x="34733" y="1212754"/>
                  </a:lnTo>
                  <a:close/>
                  <a:moveTo>
                    <a:pt x="103240" y="1239074"/>
                  </a:moveTo>
                  <a:lnTo>
                    <a:pt x="51297" y="1222171"/>
                  </a:lnTo>
                  <a:lnTo>
                    <a:pt x="79131" y="1226631"/>
                  </a:lnTo>
                  <a:close/>
                  <a:moveTo>
                    <a:pt x="371300" y="1489610"/>
                  </a:moveTo>
                  <a:lnTo>
                    <a:pt x="375619" y="1509997"/>
                  </a:lnTo>
                  <a:lnTo>
                    <a:pt x="398381" y="1498892"/>
                  </a:lnTo>
                  <a:close/>
                  <a:moveTo>
                    <a:pt x="395514" y="1472427"/>
                  </a:moveTo>
                  <a:lnTo>
                    <a:pt x="398381" y="1498892"/>
                  </a:lnTo>
                  <a:lnTo>
                    <a:pt x="420410" y="1485046"/>
                  </a:lnTo>
                  <a:close/>
                  <a:moveTo>
                    <a:pt x="454220" y="1455243"/>
                  </a:moveTo>
                  <a:lnTo>
                    <a:pt x="439389" y="1472427"/>
                  </a:lnTo>
                  <a:lnTo>
                    <a:pt x="461904" y="1419400"/>
                  </a:lnTo>
                  <a:close/>
                  <a:moveTo>
                    <a:pt x="216732" y="1168940"/>
                  </a:moveTo>
                  <a:lnTo>
                    <a:pt x="199346" y="1161204"/>
                  </a:lnTo>
                  <a:lnTo>
                    <a:pt x="195839" y="1143717"/>
                  </a:lnTo>
                  <a:close/>
                  <a:moveTo>
                    <a:pt x="236950" y="1172846"/>
                  </a:moveTo>
                  <a:lnTo>
                    <a:pt x="243577" y="1174204"/>
                  </a:lnTo>
                  <a:lnTo>
                    <a:pt x="216732" y="1168940"/>
                  </a:lnTo>
                  <a:close/>
                  <a:moveTo>
                    <a:pt x="476373" y="1381734"/>
                  </a:moveTo>
                  <a:lnTo>
                    <a:pt x="486446" y="1386583"/>
                  </a:lnTo>
                  <a:lnTo>
                    <a:pt x="490104" y="1377705"/>
                  </a:lnTo>
                  <a:close/>
                  <a:moveTo>
                    <a:pt x="198933" y="1004422"/>
                  </a:moveTo>
                  <a:lnTo>
                    <a:pt x="171951" y="1050939"/>
                  </a:lnTo>
                  <a:lnTo>
                    <a:pt x="191225" y="1030258"/>
                  </a:lnTo>
                  <a:close/>
                  <a:moveTo>
                    <a:pt x="198933" y="1004422"/>
                  </a:moveTo>
                  <a:lnTo>
                    <a:pt x="203636" y="980453"/>
                  </a:lnTo>
                  <a:lnTo>
                    <a:pt x="171793" y="985974"/>
                  </a:lnTo>
                  <a:close/>
                  <a:moveTo>
                    <a:pt x="203636" y="980453"/>
                  </a:moveTo>
                  <a:lnTo>
                    <a:pt x="205243" y="954545"/>
                  </a:lnTo>
                  <a:lnTo>
                    <a:pt x="194370" y="974178"/>
                  </a:lnTo>
                  <a:close/>
                  <a:moveTo>
                    <a:pt x="233258" y="958858"/>
                  </a:moveTo>
                  <a:lnTo>
                    <a:pt x="203636" y="980453"/>
                  </a:lnTo>
                  <a:lnTo>
                    <a:pt x="232194" y="962652"/>
                  </a:lnTo>
                  <a:close/>
                  <a:moveTo>
                    <a:pt x="205243" y="954545"/>
                  </a:moveTo>
                  <a:lnTo>
                    <a:pt x="229516" y="952638"/>
                  </a:lnTo>
                  <a:lnTo>
                    <a:pt x="209849" y="906307"/>
                  </a:lnTo>
                  <a:close/>
                  <a:moveTo>
                    <a:pt x="200955" y="943062"/>
                  </a:moveTo>
                  <a:lnTo>
                    <a:pt x="205243" y="954545"/>
                  </a:lnTo>
                  <a:lnTo>
                    <a:pt x="209607" y="906571"/>
                  </a:lnTo>
                  <a:close/>
                  <a:moveTo>
                    <a:pt x="129109" y="758546"/>
                  </a:moveTo>
                  <a:lnTo>
                    <a:pt x="113602" y="751135"/>
                  </a:lnTo>
                  <a:lnTo>
                    <a:pt x="139001" y="767163"/>
                  </a:lnTo>
                  <a:close/>
                  <a:moveTo>
                    <a:pt x="161120" y="753652"/>
                  </a:moveTo>
                  <a:lnTo>
                    <a:pt x="129109" y="758546"/>
                  </a:lnTo>
                  <a:lnTo>
                    <a:pt x="139001" y="767163"/>
                  </a:lnTo>
                  <a:close/>
                  <a:moveTo>
                    <a:pt x="148998" y="759287"/>
                  </a:moveTo>
                  <a:lnTo>
                    <a:pt x="161120" y="753652"/>
                  </a:lnTo>
                  <a:lnTo>
                    <a:pt x="139001" y="767163"/>
                  </a:lnTo>
                  <a:close/>
                  <a:moveTo>
                    <a:pt x="693706" y="1094858"/>
                  </a:moveTo>
                  <a:lnTo>
                    <a:pt x="649269" y="1105837"/>
                  </a:lnTo>
                  <a:lnTo>
                    <a:pt x="653542" y="1060348"/>
                  </a:lnTo>
                  <a:close/>
                  <a:moveTo>
                    <a:pt x="478182" y="903014"/>
                  </a:moveTo>
                  <a:lnTo>
                    <a:pt x="472994" y="928267"/>
                  </a:lnTo>
                  <a:lnTo>
                    <a:pt x="499071" y="878197"/>
                  </a:lnTo>
                  <a:close/>
                  <a:moveTo>
                    <a:pt x="499071" y="878197"/>
                  </a:moveTo>
                  <a:lnTo>
                    <a:pt x="496613" y="874328"/>
                  </a:lnTo>
                  <a:lnTo>
                    <a:pt x="478182" y="903014"/>
                  </a:lnTo>
                  <a:close/>
                  <a:moveTo>
                    <a:pt x="625638" y="901312"/>
                  </a:moveTo>
                  <a:lnTo>
                    <a:pt x="604075" y="936502"/>
                  </a:lnTo>
                  <a:lnTo>
                    <a:pt x="636902" y="936902"/>
                  </a:lnTo>
                  <a:close/>
                  <a:moveTo>
                    <a:pt x="750504" y="885097"/>
                  </a:moveTo>
                  <a:lnTo>
                    <a:pt x="771420" y="896288"/>
                  </a:lnTo>
                  <a:lnTo>
                    <a:pt x="772582" y="871435"/>
                  </a:lnTo>
                  <a:close/>
                  <a:moveTo>
                    <a:pt x="494816" y="552001"/>
                  </a:moveTo>
                  <a:lnTo>
                    <a:pt x="502332" y="517570"/>
                  </a:lnTo>
                  <a:lnTo>
                    <a:pt x="483598" y="538432"/>
                  </a:lnTo>
                  <a:close/>
                  <a:moveTo>
                    <a:pt x="459137" y="543181"/>
                  </a:moveTo>
                  <a:lnTo>
                    <a:pt x="494816" y="552001"/>
                  </a:lnTo>
                  <a:lnTo>
                    <a:pt x="483598" y="538432"/>
                  </a:lnTo>
                  <a:close/>
                  <a:moveTo>
                    <a:pt x="83961" y="40863"/>
                  </a:moveTo>
                  <a:lnTo>
                    <a:pt x="96029" y="57617"/>
                  </a:lnTo>
                  <a:lnTo>
                    <a:pt x="107070" y="40492"/>
                  </a:lnTo>
                  <a:close/>
                  <a:moveTo>
                    <a:pt x="79314" y="87679"/>
                  </a:moveTo>
                  <a:lnTo>
                    <a:pt x="96029" y="57617"/>
                  </a:lnTo>
                  <a:lnTo>
                    <a:pt x="78953" y="81010"/>
                  </a:lnTo>
                  <a:close/>
                  <a:moveTo>
                    <a:pt x="107070" y="40492"/>
                  </a:moveTo>
                  <a:lnTo>
                    <a:pt x="96029" y="57617"/>
                  </a:lnTo>
                  <a:lnTo>
                    <a:pt x="109224" y="50924"/>
                  </a:lnTo>
                  <a:close/>
                  <a:moveTo>
                    <a:pt x="68517" y="0"/>
                  </a:moveTo>
                  <a:lnTo>
                    <a:pt x="97927" y="33740"/>
                  </a:lnTo>
                  <a:lnTo>
                    <a:pt x="107070" y="40492"/>
                  </a:lnTo>
                  <a:close/>
                  <a:moveTo>
                    <a:pt x="717245" y="641392"/>
                  </a:moveTo>
                  <a:lnTo>
                    <a:pt x="706236" y="651747"/>
                  </a:lnTo>
                  <a:lnTo>
                    <a:pt x="699171" y="695330"/>
                  </a:lnTo>
                  <a:close/>
                  <a:moveTo>
                    <a:pt x="846517" y="740601"/>
                  </a:moveTo>
                  <a:lnTo>
                    <a:pt x="845192" y="701343"/>
                  </a:lnTo>
                  <a:lnTo>
                    <a:pt x="818510" y="726159"/>
                  </a:lnTo>
                  <a:close/>
                  <a:moveTo>
                    <a:pt x="846517" y="740601"/>
                  </a:moveTo>
                  <a:lnTo>
                    <a:pt x="839327" y="775622"/>
                  </a:lnTo>
                  <a:lnTo>
                    <a:pt x="849480" y="751657"/>
                  </a:lnTo>
                  <a:close/>
                  <a:moveTo>
                    <a:pt x="849480" y="751657"/>
                  </a:moveTo>
                  <a:lnTo>
                    <a:pt x="845192" y="701343"/>
                  </a:lnTo>
                  <a:lnTo>
                    <a:pt x="846517" y="740601"/>
                  </a:lnTo>
                  <a:close/>
                  <a:moveTo>
                    <a:pt x="846611" y="697719"/>
                  </a:moveTo>
                  <a:lnTo>
                    <a:pt x="845192" y="701343"/>
                  </a:lnTo>
                  <a:lnTo>
                    <a:pt x="849480" y="751657"/>
                  </a:lnTo>
                  <a:close/>
                  <a:moveTo>
                    <a:pt x="846244" y="696075"/>
                  </a:moveTo>
                  <a:lnTo>
                    <a:pt x="847813" y="680535"/>
                  </a:lnTo>
                  <a:lnTo>
                    <a:pt x="845192" y="701343"/>
                  </a:lnTo>
                  <a:close/>
                  <a:moveTo>
                    <a:pt x="846244" y="696075"/>
                  </a:moveTo>
                  <a:lnTo>
                    <a:pt x="845192" y="701343"/>
                  </a:lnTo>
                  <a:lnTo>
                    <a:pt x="846611" y="69771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78" name="Input_density__77">
              <a:extLst>
                <a:ext uri="{FF2B5EF4-FFF2-40B4-BE49-F238E27FC236}">
                  <a16:creationId xmlns:a16="http://schemas.microsoft.com/office/drawing/2014/main" id="{9FD77637-57C4-9A2B-7BDF-644ECE68D43A}"/>
                </a:ext>
              </a:extLst>
            </p:cNvPr>
            <p:cNvSpPr>
              <a:spLocks noGrp="1"/>
            </p:cNvSpPr>
            <p:nvPr/>
          </p:nvSpPr>
          <p:spPr>
            <a:xfrm>
              <a:off x="1076346" y="1843270"/>
              <a:ext cx="784159" cy="1441275"/>
            </a:xfrm>
            <a:custGeom>
              <a:avLst/>
              <a:gdLst/>
              <a:ahLst/>
              <a:cxnLst/>
              <a:rect l="0" t="0" r="0" b="0"/>
              <a:pathLst>
                <a:path w="784159" h="1441275">
                  <a:moveTo>
                    <a:pt x="342355" y="1431993"/>
                  </a:moveTo>
                  <a:lnTo>
                    <a:pt x="345372" y="1427429"/>
                  </a:lnTo>
                  <a:lnTo>
                    <a:pt x="323343" y="1441275"/>
                  </a:lnTo>
                  <a:close/>
                  <a:moveTo>
                    <a:pt x="342355" y="1431993"/>
                  </a:moveTo>
                  <a:lnTo>
                    <a:pt x="364350" y="1414810"/>
                  </a:lnTo>
                  <a:lnTo>
                    <a:pt x="345372" y="1427429"/>
                  </a:lnTo>
                  <a:close/>
                  <a:moveTo>
                    <a:pt x="364350" y="1414810"/>
                  </a:moveTo>
                  <a:lnTo>
                    <a:pt x="371735" y="1401421"/>
                  </a:lnTo>
                  <a:lnTo>
                    <a:pt x="386865" y="1361783"/>
                  </a:lnTo>
                  <a:close/>
                  <a:moveTo>
                    <a:pt x="482548" y="1277955"/>
                  </a:moveTo>
                  <a:lnTo>
                    <a:pt x="461076" y="1293883"/>
                  </a:lnTo>
                  <a:lnTo>
                    <a:pt x="510820" y="1259082"/>
                  </a:lnTo>
                  <a:close/>
                  <a:moveTo>
                    <a:pt x="510820" y="1259082"/>
                  </a:moveTo>
                  <a:lnTo>
                    <a:pt x="494337" y="1282730"/>
                  </a:lnTo>
                  <a:lnTo>
                    <a:pt x="482548" y="1277955"/>
                  </a:lnTo>
                  <a:close/>
                  <a:moveTo>
                    <a:pt x="134810" y="848690"/>
                  </a:moveTo>
                  <a:lnTo>
                    <a:pt x="158095" y="812339"/>
                  </a:lnTo>
                  <a:lnTo>
                    <a:pt x="180350" y="799336"/>
                  </a:lnTo>
                  <a:close/>
                  <a:moveTo>
                    <a:pt x="178213" y="831507"/>
                  </a:moveTo>
                  <a:lnTo>
                    <a:pt x="180350" y="799336"/>
                  </a:lnTo>
                  <a:lnTo>
                    <a:pt x="182744" y="791809"/>
                  </a:lnTo>
                  <a:close/>
                  <a:moveTo>
                    <a:pt x="728467" y="1189693"/>
                  </a:moveTo>
                  <a:lnTo>
                    <a:pt x="700174" y="1178994"/>
                  </a:lnTo>
                  <a:lnTo>
                    <a:pt x="706632" y="1184261"/>
                  </a:lnTo>
                  <a:close/>
                  <a:moveTo>
                    <a:pt x="734438" y="1184261"/>
                  </a:moveTo>
                  <a:lnTo>
                    <a:pt x="750889" y="1177316"/>
                  </a:lnTo>
                  <a:lnTo>
                    <a:pt x="728467" y="1189693"/>
                  </a:lnTo>
                  <a:close/>
                  <a:moveTo>
                    <a:pt x="734438" y="1184261"/>
                  </a:moveTo>
                  <a:lnTo>
                    <a:pt x="762332" y="1167078"/>
                  </a:lnTo>
                  <a:lnTo>
                    <a:pt x="750889" y="1177316"/>
                  </a:lnTo>
                  <a:close/>
                  <a:moveTo>
                    <a:pt x="5593" y="47245"/>
                  </a:moveTo>
                  <a:lnTo>
                    <a:pt x="4275" y="30062"/>
                  </a:lnTo>
                  <a:lnTo>
                    <a:pt x="0" y="46094"/>
                  </a:lnTo>
                  <a:close/>
                  <a:moveTo>
                    <a:pt x="4275" y="30062"/>
                  </a:moveTo>
                  <a:lnTo>
                    <a:pt x="5593" y="47245"/>
                  </a:lnTo>
                  <a:lnTo>
                    <a:pt x="20991" y="0"/>
                  </a:lnTo>
                  <a:close/>
                  <a:moveTo>
                    <a:pt x="450827" y="389689"/>
                  </a:moveTo>
                  <a:lnTo>
                    <a:pt x="440702" y="404305"/>
                  </a:lnTo>
                  <a:lnTo>
                    <a:pt x="418701" y="394154"/>
                  </a:lnTo>
                  <a:close/>
                  <a:moveTo>
                    <a:pt x="771573" y="640102"/>
                  </a:moveTo>
                  <a:lnTo>
                    <a:pt x="784159" y="599880"/>
                  </a:lnTo>
                  <a:lnTo>
                    <a:pt x="771206" y="638458"/>
                  </a:lnTo>
                  <a:close/>
                  <a:moveTo>
                    <a:pt x="772775" y="622918"/>
                  </a:moveTo>
                  <a:lnTo>
                    <a:pt x="771206" y="638458"/>
                  </a:lnTo>
                  <a:lnTo>
                    <a:pt x="784159" y="59988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79" name="Input_density__78">
              <a:extLst>
                <a:ext uri="{FF2B5EF4-FFF2-40B4-BE49-F238E27FC236}">
                  <a16:creationId xmlns:a16="http://schemas.microsoft.com/office/drawing/2014/main" id="{8BB8FC4F-AFED-E0F5-81C5-9AB891C32728}"/>
                </a:ext>
              </a:extLst>
            </p:cNvPr>
            <p:cNvSpPr>
              <a:spLocks noGrp="1"/>
            </p:cNvSpPr>
            <p:nvPr/>
          </p:nvSpPr>
          <p:spPr>
            <a:xfrm>
              <a:off x="900507" y="2126919"/>
              <a:ext cx="1048031" cy="1122003"/>
            </a:xfrm>
            <a:custGeom>
              <a:avLst/>
              <a:gdLst/>
              <a:ahLst/>
              <a:cxnLst/>
              <a:rect l="0" t="0" r="0" b="0"/>
              <a:pathLst>
                <a:path w="1048031" h="1122003">
                  <a:moveTo>
                    <a:pt x="13270" y="815161"/>
                  </a:moveTo>
                  <a:lnTo>
                    <a:pt x="0" y="832345"/>
                  </a:lnTo>
                  <a:lnTo>
                    <a:pt x="15878" y="851916"/>
                  </a:lnTo>
                  <a:close/>
                  <a:moveTo>
                    <a:pt x="15878" y="851916"/>
                  </a:moveTo>
                  <a:lnTo>
                    <a:pt x="42358" y="797978"/>
                  </a:lnTo>
                  <a:lnTo>
                    <a:pt x="13270" y="815161"/>
                  </a:lnTo>
                  <a:close/>
                  <a:moveTo>
                    <a:pt x="175672" y="861739"/>
                  </a:moveTo>
                  <a:lnTo>
                    <a:pt x="218785" y="856728"/>
                  </a:lnTo>
                  <a:lnTo>
                    <a:pt x="213519" y="854304"/>
                  </a:lnTo>
                  <a:close/>
                  <a:moveTo>
                    <a:pt x="213519" y="854304"/>
                  </a:moveTo>
                  <a:lnTo>
                    <a:pt x="186965" y="817550"/>
                  </a:lnTo>
                  <a:lnTo>
                    <a:pt x="175672" y="861739"/>
                  </a:lnTo>
                  <a:close/>
                  <a:moveTo>
                    <a:pt x="186965" y="817550"/>
                  </a:moveTo>
                  <a:lnTo>
                    <a:pt x="173122" y="819065"/>
                  </a:lnTo>
                  <a:lnTo>
                    <a:pt x="175672" y="861739"/>
                  </a:lnTo>
                  <a:close/>
                  <a:moveTo>
                    <a:pt x="138274" y="820307"/>
                  </a:moveTo>
                  <a:lnTo>
                    <a:pt x="113210" y="780794"/>
                  </a:lnTo>
                  <a:lnTo>
                    <a:pt x="95709" y="783077"/>
                  </a:lnTo>
                  <a:close/>
                  <a:moveTo>
                    <a:pt x="95709" y="783077"/>
                  </a:moveTo>
                  <a:lnTo>
                    <a:pt x="100898" y="789698"/>
                  </a:lnTo>
                  <a:lnTo>
                    <a:pt x="138274" y="820307"/>
                  </a:lnTo>
                  <a:close/>
                  <a:moveTo>
                    <a:pt x="135547" y="733031"/>
                  </a:moveTo>
                  <a:lnTo>
                    <a:pt x="136808" y="744039"/>
                  </a:lnTo>
                  <a:lnTo>
                    <a:pt x="115223" y="718679"/>
                  </a:lnTo>
                  <a:close/>
                  <a:moveTo>
                    <a:pt x="490738" y="1081355"/>
                  </a:moveTo>
                  <a:lnTo>
                    <a:pt x="482066" y="1122003"/>
                  </a:lnTo>
                  <a:lnTo>
                    <a:pt x="524004" y="1077223"/>
                  </a:lnTo>
                  <a:close/>
                  <a:moveTo>
                    <a:pt x="447447" y="1089461"/>
                  </a:moveTo>
                  <a:lnTo>
                    <a:pt x="490738" y="1081355"/>
                  </a:lnTo>
                  <a:lnTo>
                    <a:pt x="477413" y="1047440"/>
                  </a:lnTo>
                  <a:close/>
                  <a:moveTo>
                    <a:pt x="490738" y="1081355"/>
                  </a:moveTo>
                  <a:lnTo>
                    <a:pt x="528412" y="1074500"/>
                  </a:lnTo>
                  <a:lnTo>
                    <a:pt x="506471" y="1050905"/>
                  </a:lnTo>
                  <a:close/>
                  <a:moveTo>
                    <a:pt x="490738" y="1081355"/>
                  </a:moveTo>
                  <a:lnTo>
                    <a:pt x="506471" y="1050905"/>
                  </a:lnTo>
                  <a:lnTo>
                    <a:pt x="477413" y="1047440"/>
                  </a:lnTo>
                  <a:close/>
                  <a:moveTo>
                    <a:pt x="524004" y="1077223"/>
                  </a:moveTo>
                  <a:lnTo>
                    <a:pt x="549492" y="1105425"/>
                  </a:lnTo>
                  <a:lnTo>
                    <a:pt x="531859" y="1075013"/>
                  </a:lnTo>
                  <a:close/>
                  <a:moveTo>
                    <a:pt x="528412" y="1074500"/>
                  </a:moveTo>
                  <a:lnTo>
                    <a:pt x="524004" y="1077223"/>
                  </a:lnTo>
                  <a:lnTo>
                    <a:pt x="531859" y="1075013"/>
                  </a:lnTo>
                  <a:close/>
                  <a:moveTo>
                    <a:pt x="222161" y="618979"/>
                  </a:moveTo>
                  <a:lnTo>
                    <a:pt x="221769" y="582224"/>
                  </a:lnTo>
                  <a:lnTo>
                    <a:pt x="218919" y="585185"/>
                  </a:lnTo>
                  <a:close/>
                  <a:moveTo>
                    <a:pt x="222058" y="580344"/>
                  </a:moveTo>
                  <a:lnTo>
                    <a:pt x="218919" y="585185"/>
                  </a:lnTo>
                  <a:lnTo>
                    <a:pt x="221769" y="582224"/>
                  </a:lnTo>
                  <a:close/>
                  <a:moveTo>
                    <a:pt x="221769" y="582224"/>
                  </a:moveTo>
                  <a:lnTo>
                    <a:pt x="222161" y="618979"/>
                  </a:lnTo>
                  <a:lnTo>
                    <a:pt x="225222" y="601796"/>
                  </a:lnTo>
                  <a:close/>
                  <a:moveTo>
                    <a:pt x="221769" y="582224"/>
                  </a:moveTo>
                  <a:lnTo>
                    <a:pt x="225222" y="601796"/>
                  </a:lnTo>
                  <a:lnTo>
                    <a:pt x="231029" y="565041"/>
                  </a:lnTo>
                  <a:close/>
                  <a:moveTo>
                    <a:pt x="221769" y="582224"/>
                  </a:moveTo>
                  <a:lnTo>
                    <a:pt x="220821" y="538892"/>
                  </a:lnTo>
                  <a:lnTo>
                    <a:pt x="222058" y="580344"/>
                  </a:lnTo>
                  <a:close/>
                  <a:moveTo>
                    <a:pt x="221131" y="528286"/>
                  </a:moveTo>
                  <a:lnTo>
                    <a:pt x="220821" y="538892"/>
                  </a:lnTo>
                  <a:lnTo>
                    <a:pt x="221769" y="582224"/>
                  </a:lnTo>
                  <a:close/>
                  <a:moveTo>
                    <a:pt x="231029" y="565041"/>
                  </a:moveTo>
                  <a:lnTo>
                    <a:pt x="221131" y="528286"/>
                  </a:lnTo>
                  <a:lnTo>
                    <a:pt x="221769" y="582224"/>
                  </a:lnTo>
                  <a:close/>
                  <a:moveTo>
                    <a:pt x="227472" y="504376"/>
                  </a:moveTo>
                  <a:lnTo>
                    <a:pt x="220821" y="538892"/>
                  </a:lnTo>
                  <a:lnTo>
                    <a:pt x="221131" y="528286"/>
                  </a:lnTo>
                  <a:close/>
                  <a:moveTo>
                    <a:pt x="659252" y="952163"/>
                  </a:moveTo>
                  <a:lnTo>
                    <a:pt x="645433" y="969346"/>
                  </a:lnTo>
                  <a:lnTo>
                    <a:pt x="665306" y="988917"/>
                  </a:lnTo>
                  <a:close/>
                  <a:moveTo>
                    <a:pt x="282047" y="487637"/>
                  </a:moveTo>
                  <a:lnTo>
                    <a:pt x="258188" y="494642"/>
                  </a:lnTo>
                  <a:lnTo>
                    <a:pt x="227472" y="504376"/>
                  </a:lnTo>
                  <a:close/>
                  <a:moveTo>
                    <a:pt x="282047" y="487637"/>
                  </a:moveTo>
                  <a:lnTo>
                    <a:pt x="227472" y="504376"/>
                  </a:lnTo>
                  <a:lnTo>
                    <a:pt x="251464" y="497870"/>
                  </a:lnTo>
                  <a:close/>
                  <a:moveTo>
                    <a:pt x="309254" y="494086"/>
                  </a:moveTo>
                  <a:lnTo>
                    <a:pt x="314983" y="486205"/>
                  </a:lnTo>
                  <a:lnTo>
                    <a:pt x="282047" y="487637"/>
                  </a:lnTo>
                  <a:close/>
                  <a:moveTo>
                    <a:pt x="309254" y="494086"/>
                  </a:moveTo>
                  <a:lnTo>
                    <a:pt x="338681" y="497250"/>
                  </a:lnTo>
                  <a:lnTo>
                    <a:pt x="314983" y="486205"/>
                  </a:lnTo>
                  <a:close/>
                  <a:moveTo>
                    <a:pt x="362506" y="460222"/>
                  </a:moveTo>
                  <a:lnTo>
                    <a:pt x="317077" y="474348"/>
                  </a:lnTo>
                  <a:lnTo>
                    <a:pt x="338681" y="497250"/>
                  </a:lnTo>
                  <a:close/>
                  <a:moveTo>
                    <a:pt x="210797" y="400838"/>
                  </a:moveTo>
                  <a:lnTo>
                    <a:pt x="209047" y="367649"/>
                  </a:lnTo>
                  <a:lnTo>
                    <a:pt x="212369" y="346899"/>
                  </a:lnTo>
                  <a:close/>
                  <a:moveTo>
                    <a:pt x="212369" y="346899"/>
                  </a:moveTo>
                  <a:lnTo>
                    <a:pt x="228031" y="314049"/>
                  </a:lnTo>
                  <a:lnTo>
                    <a:pt x="187700" y="364083"/>
                  </a:lnTo>
                  <a:close/>
                  <a:moveTo>
                    <a:pt x="720542" y="881041"/>
                  </a:moveTo>
                  <a:lnTo>
                    <a:pt x="699329" y="898224"/>
                  </a:lnTo>
                  <a:lnTo>
                    <a:pt x="744837" y="917796"/>
                  </a:lnTo>
                  <a:close/>
                  <a:moveTo>
                    <a:pt x="679200" y="861469"/>
                  </a:moveTo>
                  <a:lnTo>
                    <a:pt x="699329" y="898224"/>
                  </a:lnTo>
                  <a:lnTo>
                    <a:pt x="720542" y="881041"/>
                  </a:lnTo>
                  <a:close/>
                  <a:moveTo>
                    <a:pt x="679200" y="861469"/>
                  </a:moveTo>
                  <a:lnTo>
                    <a:pt x="720542" y="881041"/>
                  </a:lnTo>
                  <a:lnTo>
                    <a:pt x="702775" y="844286"/>
                  </a:lnTo>
                  <a:close/>
                  <a:moveTo>
                    <a:pt x="670860" y="824714"/>
                  </a:moveTo>
                  <a:lnTo>
                    <a:pt x="702775" y="844286"/>
                  </a:lnTo>
                  <a:lnTo>
                    <a:pt x="685722" y="807531"/>
                  </a:lnTo>
                  <a:close/>
                  <a:moveTo>
                    <a:pt x="256367" y="331005"/>
                  </a:moveTo>
                  <a:lnTo>
                    <a:pt x="262123" y="316937"/>
                  </a:lnTo>
                  <a:lnTo>
                    <a:pt x="228031" y="314049"/>
                  </a:lnTo>
                  <a:close/>
                  <a:moveTo>
                    <a:pt x="256367" y="331005"/>
                  </a:moveTo>
                  <a:lnTo>
                    <a:pt x="286460" y="333629"/>
                  </a:lnTo>
                  <a:lnTo>
                    <a:pt x="262123" y="316937"/>
                  </a:lnTo>
                  <a:close/>
                  <a:moveTo>
                    <a:pt x="286460" y="333629"/>
                  </a:moveTo>
                  <a:lnTo>
                    <a:pt x="256367" y="331005"/>
                  </a:lnTo>
                  <a:lnTo>
                    <a:pt x="295835" y="346775"/>
                  </a:lnTo>
                  <a:close/>
                  <a:moveTo>
                    <a:pt x="513210" y="533062"/>
                  </a:moveTo>
                  <a:lnTo>
                    <a:pt x="494846" y="513491"/>
                  </a:lnTo>
                  <a:lnTo>
                    <a:pt x="494920" y="550246"/>
                  </a:lnTo>
                  <a:close/>
                  <a:moveTo>
                    <a:pt x="343146" y="312533"/>
                  </a:moveTo>
                  <a:lnTo>
                    <a:pt x="351681" y="307693"/>
                  </a:lnTo>
                  <a:lnTo>
                    <a:pt x="340739" y="293878"/>
                  </a:lnTo>
                  <a:close/>
                  <a:moveTo>
                    <a:pt x="920641" y="796657"/>
                  </a:moveTo>
                  <a:lnTo>
                    <a:pt x="931480" y="792736"/>
                  </a:lnTo>
                  <a:lnTo>
                    <a:pt x="918158" y="765417"/>
                  </a:lnTo>
                  <a:close/>
                  <a:moveTo>
                    <a:pt x="978143" y="776997"/>
                  </a:moveTo>
                  <a:lnTo>
                    <a:pt x="931480" y="792736"/>
                  </a:lnTo>
                  <a:lnTo>
                    <a:pt x="980618" y="778160"/>
                  </a:lnTo>
                  <a:close/>
                  <a:moveTo>
                    <a:pt x="980618" y="778160"/>
                  </a:moveTo>
                  <a:lnTo>
                    <a:pt x="929324" y="807168"/>
                  </a:lnTo>
                  <a:lnTo>
                    <a:pt x="969678" y="812307"/>
                  </a:lnTo>
                  <a:close/>
                  <a:moveTo>
                    <a:pt x="978143" y="776997"/>
                  </a:moveTo>
                  <a:lnTo>
                    <a:pt x="918158" y="765417"/>
                  </a:lnTo>
                  <a:lnTo>
                    <a:pt x="931480" y="792736"/>
                  </a:lnTo>
                  <a:close/>
                  <a:moveTo>
                    <a:pt x="981831" y="775552"/>
                  </a:moveTo>
                  <a:lnTo>
                    <a:pt x="1007286" y="753292"/>
                  </a:lnTo>
                  <a:lnTo>
                    <a:pt x="978143" y="776997"/>
                  </a:lnTo>
                  <a:close/>
                  <a:moveTo>
                    <a:pt x="978143" y="776997"/>
                  </a:moveTo>
                  <a:lnTo>
                    <a:pt x="980618" y="778160"/>
                  </a:lnTo>
                  <a:lnTo>
                    <a:pt x="981831" y="775552"/>
                  </a:lnTo>
                  <a:close/>
                  <a:moveTo>
                    <a:pt x="834225" y="700760"/>
                  </a:moveTo>
                  <a:lnTo>
                    <a:pt x="893578" y="702077"/>
                  </a:lnTo>
                  <a:lnTo>
                    <a:pt x="893593" y="701943"/>
                  </a:lnTo>
                  <a:close/>
                  <a:moveTo>
                    <a:pt x="834225" y="700760"/>
                  </a:moveTo>
                  <a:lnTo>
                    <a:pt x="893593" y="701943"/>
                  </a:lnTo>
                  <a:lnTo>
                    <a:pt x="850662" y="666005"/>
                  </a:lnTo>
                  <a:close/>
                  <a:moveTo>
                    <a:pt x="850078" y="665287"/>
                  </a:moveTo>
                  <a:lnTo>
                    <a:pt x="821634" y="682471"/>
                  </a:lnTo>
                  <a:lnTo>
                    <a:pt x="834225" y="700760"/>
                  </a:lnTo>
                  <a:close/>
                  <a:moveTo>
                    <a:pt x="792451" y="476733"/>
                  </a:moveTo>
                  <a:lnTo>
                    <a:pt x="791830" y="464329"/>
                  </a:lnTo>
                  <a:lnTo>
                    <a:pt x="777105" y="481513"/>
                  </a:lnTo>
                  <a:close/>
                  <a:moveTo>
                    <a:pt x="765425" y="279479"/>
                  </a:moveTo>
                  <a:lnTo>
                    <a:pt x="715371" y="313120"/>
                  </a:lnTo>
                  <a:lnTo>
                    <a:pt x="736210" y="294826"/>
                  </a:lnTo>
                  <a:close/>
                  <a:moveTo>
                    <a:pt x="1011704" y="630921"/>
                  </a:moveTo>
                  <a:lnTo>
                    <a:pt x="1048031" y="657774"/>
                  </a:lnTo>
                  <a:lnTo>
                    <a:pt x="1033124" y="625146"/>
                  </a:lnTo>
                  <a:close/>
                  <a:moveTo>
                    <a:pt x="1021793" y="615116"/>
                  </a:moveTo>
                  <a:lnTo>
                    <a:pt x="1011704" y="630921"/>
                  </a:lnTo>
                  <a:lnTo>
                    <a:pt x="1033124" y="625146"/>
                  </a:lnTo>
                  <a:close/>
                  <a:moveTo>
                    <a:pt x="1033124" y="625146"/>
                  </a:moveTo>
                  <a:lnTo>
                    <a:pt x="1041862" y="630921"/>
                  </a:lnTo>
                  <a:lnTo>
                    <a:pt x="1021793" y="615116"/>
                  </a:lnTo>
                  <a:close/>
                  <a:moveTo>
                    <a:pt x="776005" y="296014"/>
                  </a:moveTo>
                  <a:lnTo>
                    <a:pt x="765373" y="263371"/>
                  </a:lnTo>
                  <a:lnTo>
                    <a:pt x="765425" y="279479"/>
                  </a:lnTo>
                  <a:close/>
                  <a:moveTo>
                    <a:pt x="842370" y="282942"/>
                  </a:moveTo>
                  <a:lnTo>
                    <a:pt x="832121" y="322228"/>
                  </a:lnTo>
                  <a:lnTo>
                    <a:pt x="831496" y="305723"/>
                  </a:lnTo>
                  <a:close/>
                  <a:moveTo>
                    <a:pt x="583128" y="0"/>
                  </a:moveTo>
                  <a:lnTo>
                    <a:pt x="545085" y="42841"/>
                  </a:lnTo>
                  <a:lnTo>
                    <a:pt x="568972" y="25657"/>
                  </a:lnTo>
                  <a:close/>
                  <a:moveTo>
                    <a:pt x="852334" y="287426"/>
                  </a:moveTo>
                  <a:lnTo>
                    <a:pt x="831496" y="305723"/>
                  </a:lnTo>
                  <a:lnTo>
                    <a:pt x="829060" y="319697"/>
                  </a:lnTo>
                  <a:close/>
                  <a:moveTo>
                    <a:pt x="877741" y="257842"/>
                  </a:moveTo>
                  <a:lnTo>
                    <a:pt x="855833" y="272139"/>
                  </a:lnTo>
                  <a:lnTo>
                    <a:pt x="842370" y="282942"/>
                  </a:lnTo>
                  <a:close/>
                  <a:moveTo>
                    <a:pt x="980106" y="238436"/>
                  </a:moveTo>
                  <a:lnTo>
                    <a:pt x="961436" y="208867"/>
                  </a:lnTo>
                  <a:lnTo>
                    <a:pt x="939493" y="24436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80" name="Input_density__79">
              <a:extLst>
                <a:ext uri="{FF2B5EF4-FFF2-40B4-BE49-F238E27FC236}">
                  <a16:creationId xmlns:a16="http://schemas.microsoft.com/office/drawing/2014/main" id="{099A36C6-F851-F42C-6DDD-B588AA4DF445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785653"/>
              <a:ext cx="1053304" cy="1485046"/>
            </a:xfrm>
            <a:custGeom>
              <a:avLst/>
              <a:gdLst/>
              <a:ahLst/>
              <a:cxnLst/>
              <a:rect l="0" t="0" r="0" b="0"/>
              <a:pathLst>
                <a:path w="1053304" h="1485046">
                  <a:moveTo>
                    <a:pt x="0" y="1193182"/>
                  </a:moveTo>
                  <a:lnTo>
                    <a:pt x="933" y="1206145"/>
                  </a:lnTo>
                  <a:lnTo>
                    <a:pt x="23529" y="1218052"/>
                  </a:lnTo>
                  <a:close/>
                  <a:moveTo>
                    <a:pt x="23529" y="1218052"/>
                  </a:moveTo>
                  <a:lnTo>
                    <a:pt x="44052" y="1215837"/>
                  </a:lnTo>
                  <a:lnTo>
                    <a:pt x="0" y="1193182"/>
                  </a:lnTo>
                  <a:close/>
                  <a:moveTo>
                    <a:pt x="217048" y="1359774"/>
                  </a:moveTo>
                  <a:lnTo>
                    <a:pt x="218579" y="1361291"/>
                  </a:lnTo>
                  <a:lnTo>
                    <a:pt x="221092" y="1362193"/>
                  </a:lnTo>
                  <a:close/>
                  <a:moveTo>
                    <a:pt x="217048" y="1359774"/>
                  </a:moveTo>
                  <a:lnTo>
                    <a:pt x="195168" y="1335576"/>
                  </a:lnTo>
                  <a:lnTo>
                    <a:pt x="218579" y="1361291"/>
                  </a:lnTo>
                  <a:close/>
                  <a:moveTo>
                    <a:pt x="329716" y="1422959"/>
                  </a:moveTo>
                  <a:lnTo>
                    <a:pt x="324173" y="1419115"/>
                  </a:lnTo>
                  <a:lnTo>
                    <a:pt x="340433" y="1434660"/>
                  </a:lnTo>
                  <a:close/>
                  <a:moveTo>
                    <a:pt x="368869" y="1444770"/>
                  </a:moveTo>
                  <a:lnTo>
                    <a:pt x="329716" y="1422959"/>
                  </a:lnTo>
                  <a:lnTo>
                    <a:pt x="340433" y="1434660"/>
                  </a:lnTo>
                  <a:close/>
                  <a:moveTo>
                    <a:pt x="299520" y="1406270"/>
                  </a:moveTo>
                  <a:lnTo>
                    <a:pt x="338448" y="1433284"/>
                  </a:lnTo>
                  <a:lnTo>
                    <a:pt x="324173" y="1419115"/>
                  </a:lnTo>
                  <a:close/>
                  <a:moveTo>
                    <a:pt x="383864" y="1452855"/>
                  </a:moveTo>
                  <a:lnTo>
                    <a:pt x="368869" y="1444770"/>
                  </a:lnTo>
                  <a:lnTo>
                    <a:pt x="396981" y="1458847"/>
                  </a:lnTo>
                  <a:close/>
                  <a:moveTo>
                    <a:pt x="309246" y="1416100"/>
                  </a:moveTo>
                  <a:lnTo>
                    <a:pt x="299520" y="1406270"/>
                  </a:lnTo>
                  <a:lnTo>
                    <a:pt x="324173" y="1419115"/>
                  </a:lnTo>
                  <a:close/>
                  <a:moveTo>
                    <a:pt x="278749" y="1396529"/>
                  </a:moveTo>
                  <a:lnTo>
                    <a:pt x="299520" y="1406270"/>
                  </a:lnTo>
                  <a:lnTo>
                    <a:pt x="309246" y="1416100"/>
                  </a:lnTo>
                  <a:close/>
                  <a:moveTo>
                    <a:pt x="217048" y="1359774"/>
                  </a:moveTo>
                  <a:lnTo>
                    <a:pt x="221092" y="1362193"/>
                  </a:lnTo>
                  <a:lnTo>
                    <a:pt x="230040" y="1351973"/>
                  </a:lnTo>
                  <a:close/>
                  <a:moveTo>
                    <a:pt x="217048" y="1359774"/>
                  </a:moveTo>
                  <a:lnTo>
                    <a:pt x="230040" y="1351973"/>
                  </a:lnTo>
                  <a:lnTo>
                    <a:pt x="182317" y="1323019"/>
                  </a:lnTo>
                  <a:close/>
                  <a:moveTo>
                    <a:pt x="259203" y="1305835"/>
                  </a:moveTo>
                  <a:lnTo>
                    <a:pt x="240560" y="1338772"/>
                  </a:lnTo>
                  <a:lnTo>
                    <a:pt x="261964" y="1308361"/>
                  </a:lnTo>
                  <a:close/>
                  <a:moveTo>
                    <a:pt x="261964" y="1308361"/>
                  </a:moveTo>
                  <a:lnTo>
                    <a:pt x="240560" y="1338772"/>
                  </a:lnTo>
                  <a:lnTo>
                    <a:pt x="230040" y="1351973"/>
                  </a:lnTo>
                  <a:close/>
                  <a:moveTo>
                    <a:pt x="261964" y="1308361"/>
                  </a:moveTo>
                  <a:lnTo>
                    <a:pt x="230040" y="1351973"/>
                  </a:lnTo>
                  <a:lnTo>
                    <a:pt x="265601" y="1350151"/>
                  </a:lnTo>
                  <a:close/>
                  <a:moveTo>
                    <a:pt x="122397" y="1161573"/>
                  </a:moveTo>
                  <a:lnTo>
                    <a:pt x="117322" y="1158816"/>
                  </a:lnTo>
                  <a:lnTo>
                    <a:pt x="113403" y="1208717"/>
                  </a:lnTo>
                  <a:close/>
                  <a:moveTo>
                    <a:pt x="383864" y="1452855"/>
                  </a:moveTo>
                  <a:lnTo>
                    <a:pt x="396981" y="1458847"/>
                  </a:lnTo>
                  <a:lnTo>
                    <a:pt x="407952" y="1466319"/>
                  </a:lnTo>
                  <a:close/>
                  <a:moveTo>
                    <a:pt x="407952" y="1466319"/>
                  </a:moveTo>
                  <a:lnTo>
                    <a:pt x="382655" y="1443406"/>
                  </a:lnTo>
                  <a:lnTo>
                    <a:pt x="383864" y="1452855"/>
                  </a:lnTo>
                  <a:close/>
                  <a:moveTo>
                    <a:pt x="393801" y="1441778"/>
                  </a:moveTo>
                  <a:lnTo>
                    <a:pt x="382655" y="1443406"/>
                  </a:lnTo>
                  <a:lnTo>
                    <a:pt x="407952" y="1466319"/>
                  </a:lnTo>
                  <a:close/>
                  <a:moveTo>
                    <a:pt x="427797" y="1444307"/>
                  </a:moveTo>
                  <a:lnTo>
                    <a:pt x="393801" y="1441778"/>
                  </a:lnTo>
                  <a:lnTo>
                    <a:pt x="407952" y="1466319"/>
                  </a:lnTo>
                  <a:close/>
                  <a:moveTo>
                    <a:pt x="368869" y="1444770"/>
                  </a:moveTo>
                  <a:lnTo>
                    <a:pt x="383864" y="1452855"/>
                  </a:lnTo>
                  <a:lnTo>
                    <a:pt x="382655" y="1443406"/>
                  </a:lnTo>
                  <a:close/>
                  <a:moveTo>
                    <a:pt x="255834" y="1288652"/>
                  </a:moveTo>
                  <a:lnTo>
                    <a:pt x="259203" y="1305835"/>
                  </a:lnTo>
                  <a:lnTo>
                    <a:pt x="241631" y="1269080"/>
                  </a:lnTo>
                  <a:close/>
                  <a:moveTo>
                    <a:pt x="97332" y="1122060"/>
                  </a:moveTo>
                  <a:lnTo>
                    <a:pt x="121299" y="1142028"/>
                  </a:lnTo>
                  <a:lnTo>
                    <a:pt x="138631" y="1110622"/>
                  </a:lnTo>
                  <a:close/>
                  <a:moveTo>
                    <a:pt x="127771" y="1122060"/>
                  </a:moveTo>
                  <a:lnTo>
                    <a:pt x="138631" y="1110622"/>
                  </a:lnTo>
                  <a:lnTo>
                    <a:pt x="121299" y="1142028"/>
                  </a:lnTo>
                  <a:close/>
                  <a:moveTo>
                    <a:pt x="504324" y="1455243"/>
                  </a:moveTo>
                  <a:lnTo>
                    <a:pt x="505332" y="1485046"/>
                  </a:lnTo>
                  <a:lnTo>
                    <a:pt x="524433" y="1460251"/>
                  </a:lnTo>
                  <a:close/>
                  <a:moveTo>
                    <a:pt x="504324" y="1455243"/>
                  </a:moveTo>
                  <a:lnTo>
                    <a:pt x="480436" y="1472427"/>
                  </a:lnTo>
                  <a:lnTo>
                    <a:pt x="505332" y="1485046"/>
                  </a:lnTo>
                  <a:close/>
                  <a:moveTo>
                    <a:pt x="301655" y="1168940"/>
                  </a:moveTo>
                  <a:lnTo>
                    <a:pt x="349450" y="1179749"/>
                  </a:lnTo>
                  <a:lnTo>
                    <a:pt x="317150" y="1183563"/>
                  </a:lnTo>
                  <a:close/>
                  <a:moveTo>
                    <a:pt x="254736" y="1170989"/>
                  </a:moveTo>
                  <a:lnTo>
                    <a:pt x="228377" y="1129589"/>
                  </a:lnTo>
                  <a:lnTo>
                    <a:pt x="226598" y="1141632"/>
                  </a:lnTo>
                  <a:close/>
                  <a:moveTo>
                    <a:pt x="236113" y="1129731"/>
                  </a:moveTo>
                  <a:lnTo>
                    <a:pt x="228377" y="1129589"/>
                  </a:lnTo>
                  <a:lnTo>
                    <a:pt x="254736" y="1170989"/>
                  </a:lnTo>
                  <a:close/>
                  <a:moveTo>
                    <a:pt x="277287" y="1159097"/>
                  </a:moveTo>
                  <a:lnTo>
                    <a:pt x="236113" y="1129731"/>
                  </a:lnTo>
                  <a:lnTo>
                    <a:pt x="254736" y="1170989"/>
                  </a:lnTo>
                  <a:close/>
                  <a:moveTo>
                    <a:pt x="210039" y="1128453"/>
                  </a:moveTo>
                  <a:lnTo>
                    <a:pt x="229853" y="1104877"/>
                  </a:lnTo>
                  <a:lnTo>
                    <a:pt x="228377" y="1129589"/>
                  </a:lnTo>
                  <a:close/>
                  <a:moveTo>
                    <a:pt x="239419" y="1113721"/>
                  </a:moveTo>
                  <a:lnTo>
                    <a:pt x="226598" y="1141632"/>
                  </a:lnTo>
                  <a:lnTo>
                    <a:pt x="228377" y="1129589"/>
                  </a:lnTo>
                  <a:close/>
                  <a:moveTo>
                    <a:pt x="280761" y="1143717"/>
                  </a:moveTo>
                  <a:lnTo>
                    <a:pt x="284268" y="1161204"/>
                  </a:lnTo>
                  <a:lnTo>
                    <a:pt x="277287" y="1159097"/>
                  </a:lnTo>
                  <a:close/>
                  <a:moveTo>
                    <a:pt x="173404" y="1102447"/>
                  </a:moveTo>
                  <a:lnTo>
                    <a:pt x="228377" y="1129589"/>
                  </a:lnTo>
                  <a:lnTo>
                    <a:pt x="213491" y="1124449"/>
                  </a:lnTo>
                  <a:close/>
                  <a:moveTo>
                    <a:pt x="178697" y="1104877"/>
                  </a:moveTo>
                  <a:lnTo>
                    <a:pt x="228377" y="1129589"/>
                  </a:lnTo>
                  <a:lnTo>
                    <a:pt x="173404" y="1102447"/>
                  </a:lnTo>
                  <a:close/>
                  <a:moveTo>
                    <a:pt x="210039" y="1128453"/>
                  </a:moveTo>
                  <a:lnTo>
                    <a:pt x="228377" y="1129589"/>
                  </a:lnTo>
                  <a:lnTo>
                    <a:pt x="178697" y="1104877"/>
                  </a:lnTo>
                  <a:close/>
                  <a:moveTo>
                    <a:pt x="284268" y="1161204"/>
                  </a:moveTo>
                  <a:lnTo>
                    <a:pt x="301655" y="1168940"/>
                  </a:lnTo>
                  <a:lnTo>
                    <a:pt x="317150" y="1183563"/>
                  </a:lnTo>
                  <a:close/>
                  <a:moveTo>
                    <a:pt x="533614" y="1446691"/>
                  </a:moveTo>
                  <a:lnTo>
                    <a:pt x="524433" y="1460251"/>
                  </a:lnTo>
                  <a:lnTo>
                    <a:pt x="539143" y="1455243"/>
                  </a:lnTo>
                  <a:close/>
                  <a:moveTo>
                    <a:pt x="533614" y="1446691"/>
                  </a:moveTo>
                  <a:lnTo>
                    <a:pt x="539143" y="1455243"/>
                  </a:lnTo>
                  <a:lnTo>
                    <a:pt x="547132" y="1418041"/>
                  </a:lnTo>
                  <a:close/>
                  <a:moveTo>
                    <a:pt x="284268" y="1161204"/>
                  </a:moveTo>
                  <a:lnTo>
                    <a:pt x="317150" y="1183563"/>
                  </a:lnTo>
                  <a:lnTo>
                    <a:pt x="322253" y="1152194"/>
                  </a:lnTo>
                  <a:close/>
                  <a:moveTo>
                    <a:pt x="352889" y="1154376"/>
                  </a:moveTo>
                  <a:lnTo>
                    <a:pt x="317150" y="1183563"/>
                  </a:lnTo>
                  <a:lnTo>
                    <a:pt x="349450" y="1179749"/>
                  </a:lnTo>
                  <a:close/>
                  <a:moveTo>
                    <a:pt x="352889" y="1154376"/>
                  </a:moveTo>
                  <a:lnTo>
                    <a:pt x="322253" y="1152194"/>
                  </a:lnTo>
                  <a:lnTo>
                    <a:pt x="317150" y="1183563"/>
                  </a:lnTo>
                  <a:close/>
                  <a:moveTo>
                    <a:pt x="317799" y="1111068"/>
                  </a:moveTo>
                  <a:lnTo>
                    <a:pt x="310245" y="1072461"/>
                  </a:lnTo>
                  <a:lnTo>
                    <a:pt x="310074" y="1107265"/>
                  </a:lnTo>
                  <a:close/>
                  <a:moveTo>
                    <a:pt x="340432" y="1078192"/>
                  </a:moveTo>
                  <a:lnTo>
                    <a:pt x="358224" y="1105291"/>
                  </a:lnTo>
                  <a:lnTo>
                    <a:pt x="373972" y="1079016"/>
                  </a:lnTo>
                  <a:close/>
                  <a:moveTo>
                    <a:pt x="320769" y="1070510"/>
                  </a:moveTo>
                  <a:lnTo>
                    <a:pt x="358224" y="1105291"/>
                  </a:lnTo>
                  <a:lnTo>
                    <a:pt x="340432" y="1078192"/>
                  </a:lnTo>
                  <a:close/>
                  <a:moveTo>
                    <a:pt x="373972" y="1079016"/>
                  </a:moveTo>
                  <a:lnTo>
                    <a:pt x="365074" y="1107265"/>
                  </a:lnTo>
                  <a:lnTo>
                    <a:pt x="387721" y="1102055"/>
                  </a:lnTo>
                  <a:close/>
                  <a:moveTo>
                    <a:pt x="390424" y="1044319"/>
                  </a:moveTo>
                  <a:lnTo>
                    <a:pt x="415709" y="1040898"/>
                  </a:lnTo>
                  <a:lnTo>
                    <a:pt x="401193" y="1036144"/>
                  </a:lnTo>
                  <a:close/>
                  <a:moveTo>
                    <a:pt x="151715" y="672608"/>
                  </a:moveTo>
                  <a:lnTo>
                    <a:pt x="171822" y="705349"/>
                  </a:lnTo>
                  <a:lnTo>
                    <a:pt x="161876" y="688123"/>
                  </a:lnTo>
                  <a:close/>
                  <a:moveTo>
                    <a:pt x="676974" y="1293429"/>
                  </a:moveTo>
                  <a:lnTo>
                    <a:pt x="669881" y="1282931"/>
                  </a:lnTo>
                  <a:lnTo>
                    <a:pt x="705587" y="1313000"/>
                  </a:lnTo>
                  <a:close/>
                  <a:moveTo>
                    <a:pt x="683451" y="1239490"/>
                  </a:moveTo>
                  <a:lnTo>
                    <a:pt x="688076" y="1285156"/>
                  </a:lnTo>
                  <a:lnTo>
                    <a:pt x="709573" y="1269323"/>
                  </a:lnTo>
                  <a:close/>
                  <a:moveTo>
                    <a:pt x="412406" y="998836"/>
                  </a:moveTo>
                  <a:lnTo>
                    <a:pt x="437921" y="1022840"/>
                  </a:lnTo>
                  <a:lnTo>
                    <a:pt x="385475" y="993642"/>
                  </a:lnTo>
                  <a:close/>
                  <a:moveTo>
                    <a:pt x="437921" y="1022840"/>
                  </a:moveTo>
                  <a:lnTo>
                    <a:pt x="412500" y="999389"/>
                  </a:lnTo>
                  <a:lnTo>
                    <a:pt x="474536" y="1013441"/>
                  </a:lnTo>
                  <a:close/>
                  <a:moveTo>
                    <a:pt x="412406" y="998836"/>
                  </a:moveTo>
                  <a:lnTo>
                    <a:pt x="412500" y="999389"/>
                  </a:lnTo>
                  <a:lnTo>
                    <a:pt x="437921" y="1022840"/>
                  </a:lnTo>
                  <a:close/>
                  <a:moveTo>
                    <a:pt x="171822" y="705349"/>
                  </a:moveTo>
                  <a:lnTo>
                    <a:pt x="167376" y="659876"/>
                  </a:lnTo>
                  <a:lnTo>
                    <a:pt x="161876" y="688123"/>
                  </a:lnTo>
                  <a:close/>
                  <a:moveTo>
                    <a:pt x="728959" y="1259062"/>
                  </a:moveTo>
                  <a:lnTo>
                    <a:pt x="709573" y="1269323"/>
                  </a:lnTo>
                  <a:lnTo>
                    <a:pt x="728348" y="1262487"/>
                  </a:lnTo>
                  <a:close/>
                  <a:moveTo>
                    <a:pt x="520598" y="982205"/>
                  </a:moveTo>
                  <a:lnTo>
                    <a:pt x="508186" y="975145"/>
                  </a:lnTo>
                  <a:lnTo>
                    <a:pt x="538240" y="1001777"/>
                  </a:lnTo>
                  <a:close/>
                  <a:moveTo>
                    <a:pt x="537758" y="1018960"/>
                  </a:moveTo>
                  <a:lnTo>
                    <a:pt x="520598" y="982205"/>
                  </a:lnTo>
                  <a:lnTo>
                    <a:pt x="538240" y="1001777"/>
                  </a:lnTo>
                  <a:close/>
                  <a:moveTo>
                    <a:pt x="484047" y="928267"/>
                  </a:moveTo>
                  <a:lnTo>
                    <a:pt x="494342" y="962916"/>
                  </a:lnTo>
                  <a:lnTo>
                    <a:pt x="481542" y="945450"/>
                  </a:lnTo>
                  <a:close/>
                  <a:moveTo>
                    <a:pt x="483158" y="968404"/>
                  </a:moveTo>
                  <a:lnTo>
                    <a:pt x="494342" y="962916"/>
                  </a:lnTo>
                  <a:lnTo>
                    <a:pt x="484047" y="928267"/>
                  </a:lnTo>
                  <a:close/>
                  <a:moveTo>
                    <a:pt x="508186" y="975145"/>
                  </a:moveTo>
                  <a:lnTo>
                    <a:pt x="494342" y="962916"/>
                  </a:lnTo>
                  <a:lnTo>
                    <a:pt x="483158" y="968404"/>
                  </a:lnTo>
                  <a:close/>
                  <a:moveTo>
                    <a:pt x="481748" y="944194"/>
                  </a:moveTo>
                  <a:lnTo>
                    <a:pt x="483158" y="968404"/>
                  </a:lnTo>
                  <a:lnTo>
                    <a:pt x="484047" y="928267"/>
                  </a:lnTo>
                  <a:close/>
                  <a:moveTo>
                    <a:pt x="190214" y="601658"/>
                  </a:moveTo>
                  <a:lnTo>
                    <a:pt x="174850" y="640422"/>
                  </a:lnTo>
                  <a:lnTo>
                    <a:pt x="229637" y="624479"/>
                  </a:lnTo>
                  <a:close/>
                  <a:moveTo>
                    <a:pt x="769821" y="1273794"/>
                  </a:moveTo>
                  <a:lnTo>
                    <a:pt x="734865" y="1267678"/>
                  </a:lnTo>
                  <a:lnTo>
                    <a:pt x="728348" y="1262487"/>
                  </a:lnTo>
                  <a:close/>
                  <a:moveTo>
                    <a:pt x="776559" y="1250381"/>
                  </a:moveTo>
                  <a:lnTo>
                    <a:pt x="734865" y="1267678"/>
                  </a:lnTo>
                  <a:lnTo>
                    <a:pt x="769821" y="1273794"/>
                  </a:lnTo>
                  <a:close/>
                  <a:moveTo>
                    <a:pt x="497332" y="874328"/>
                  </a:moveTo>
                  <a:lnTo>
                    <a:pt x="504267" y="903813"/>
                  </a:lnTo>
                  <a:lnTo>
                    <a:pt x="531059" y="907778"/>
                  </a:lnTo>
                  <a:close/>
                  <a:moveTo>
                    <a:pt x="504267" y="903813"/>
                  </a:moveTo>
                  <a:lnTo>
                    <a:pt x="542986" y="924004"/>
                  </a:lnTo>
                  <a:lnTo>
                    <a:pt x="563105" y="903014"/>
                  </a:lnTo>
                  <a:close/>
                  <a:moveTo>
                    <a:pt x="282792" y="634227"/>
                  </a:moveTo>
                  <a:lnTo>
                    <a:pt x="327268" y="653799"/>
                  </a:lnTo>
                  <a:lnTo>
                    <a:pt x="317451" y="619133"/>
                  </a:lnTo>
                  <a:close/>
                  <a:moveTo>
                    <a:pt x="229637" y="624479"/>
                  </a:moveTo>
                  <a:lnTo>
                    <a:pt x="263169" y="625271"/>
                  </a:lnTo>
                  <a:lnTo>
                    <a:pt x="249386" y="620292"/>
                  </a:lnTo>
                  <a:close/>
                  <a:moveTo>
                    <a:pt x="574099" y="859153"/>
                  </a:moveTo>
                  <a:lnTo>
                    <a:pt x="563105" y="903014"/>
                  </a:lnTo>
                  <a:lnTo>
                    <a:pt x="581536" y="874328"/>
                  </a:lnTo>
                  <a:close/>
                  <a:moveTo>
                    <a:pt x="581536" y="874328"/>
                  </a:moveTo>
                  <a:lnTo>
                    <a:pt x="575163" y="851890"/>
                  </a:lnTo>
                  <a:lnTo>
                    <a:pt x="574099" y="859153"/>
                  </a:lnTo>
                  <a:close/>
                  <a:moveTo>
                    <a:pt x="587812" y="820390"/>
                  </a:moveTo>
                  <a:lnTo>
                    <a:pt x="575163" y="851890"/>
                  </a:lnTo>
                  <a:lnTo>
                    <a:pt x="581536" y="874328"/>
                  </a:lnTo>
                  <a:close/>
                  <a:moveTo>
                    <a:pt x="748111" y="960279"/>
                  </a:moveTo>
                  <a:lnTo>
                    <a:pt x="761296" y="994306"/>
                  </a:lnTo>
                  <a:lnTo>
                    <a:pt x="723102" y="953522"/>
                  </a:lnTo>
                  <a:close/>
                  <a:moveTo>
                    <a:pt x="719012" y="950227"/>
                  </a:moveTo>
                  <a:lnTo>
                    <a:pt x="723102" y="953522"/>
                  </a:lnTo>
                  <a:lnTo>
                    <a:pt x="728544" y="955420"/>
                  </a:lnTo>
                  <a:close/>
                  <a:moveTo>
                    <a:pt x="719012" y="950227"/>
                  </a:moveTo>
                  <a:lnTo>
                    <a:pt x="701584" y="926269"/>
                  </a:lnTo>
                  <a:lnTo>
                    <a:pt x="723102" y="953522"/>
                  </a:lnTo>
                  <a:close/>
                  <a:moveTo>
                    <a:pt x="880731" y="958274"/>
                  </a:moveTo>
                  <a:lnTo>
                    <a:pt x="867085" y="962478"/>
                  </a:lnTo>
                  <a:lnTo>
                    <a:pt x="919633" y="979149"/>
                  </a:lnTo>
                  <a:close/>
                  <a:moveTo>
                    <a:pt x="900287" y="962573"/>
                  </a:moveTo>
                  <a:lnTo>
                    <a:pt x="946567" y="989370"/>
                  </a:lnTo>
                  <a:lnTo>
                    <a:pt x="919633" y="979149"/>
                  </a:lnTo>
                  <a:close/>
                  <a:moveTo>
                    <a:pt x="900287" y="962573"/>
                  </a:moveTo>
                  <a:lnTo>
                    <a:pt x="952297" y="992126"/>
                  </a:lnTo>
                  <a:lnTo>
                    <a:pt x="946567" y="989370"/>
                  </a:lnTo>
                  <a:close/>
                  <a:moveTo>
                    <a:pt x="141073" y="72459"/>
                  </a:moveTo>
                  <a:lnTo>
                    <a:pt x="163876" y="81010"/>
                  </a:lnTo>
                  <a:lnTo>
                    <a:pt x="138484" y="51784"/>
                  </a:lnTo>
                  <a:close/>
                  <a:moveTo>
                    <a:pt x="163876" y="81010"/>
                  </a:moveTo>
                  <a:lnTo>
                    <a:pt x="168883" y="40863"/>
                  </a:lnTo>
                  <a:lnTo>
                    <a:pt x="138484" y="51784"/>
                  </a:lnTo>
                  <a:close/>
                  <a:moveTo>
                    <a:pt x="160428" y="9252"/>
                  </a:moveTo>
                  <a:lnTo>
                    <a:pt x="182850" y="33740"/>
                  </a:lnTo>
                  <a:lnTo>
                    <a:pt x="153439" y="0"/>
                  </a:lnTo>
                  <a:close/>
                  <a:moveTo>
                    <a:pt x="946567" y="989370"/>
                  </a:moveTo>
                  <a:lnTo>
                    <a:pt x="952297" y="992126"/>
                  </a:lnTo>
                  <a:lnTo>
                    <a:pt x="956358" y="991879"/>
                  </a:lnTo>
                  <a:close/>
                  <a:moveTo>
                    <a:pt x="993697" y="1006906"/>
                  </a:moveTo>
                  <a:lnTo>
                    <a:pt x="956358" y="991879"/>
                  </a:lnTo>
                  <a:lnTo>
                    <a:pt x="952297" y="992126"/>
                  </a:lnTo>
                  <a:close/>
                  <a:moveTo>
                    <a:pt x="946567" y="989370"/>
                  </a:moveTo>
                  <a:lnTo>
                    <a:pt x="956358" y="991879"/>
                  </a:lnTo>
                  <a:lnTo>
                    <a:pt x="961388" y="984735"/>
                  </a:lnTo>
                  <a:close/>
                  <a:moveTo>
                    <a:pt x="993697" y="1006906"/>
                  </a:moveTo>
                  <a:lnTo>
                    <a:pt x="1016315" y="1011916"/>
                  </a:lnTo>
                  <a:lnTo>
                    <a:pt x="956358" y="991879"/>
                  </a:lnTo>
                  <a:close/>
                  <a:moveTo>
                    <a:pt x="876207" y="865568"/>
                  </a:moveTo>
                  <a:lnTo>
                    <a:pt x="871994" y="861922"/>
                  </a:lnTo>
                  <a:lnTo>
                    <a:pt x="857504" y="871435"/>
                  </a:lnTo>
                  <a:close/>
                  <a:moveTo>
                    <a:pt x="885067" y="861922"/>
                  </a:moveTo>
                  <a:lnTo>
                    <a:pt x="876207" y="865568"/>
                  </a:lnTo>
                  <a:lnTo>
                    <a:pt x="878907" y="842350"/>
                  </a:lnTo>
                  <a:close/>
                  <a:moveTo>
                    <a:pt x="882351" y="825167"/>
                  </a:moveTo>
                  <a:lnTo>
                    <a:pt x="885067" y="861922"/>
                  </a:lnTo>
                  <a:lnTo>
                    <a:pt x="878907" y="842350"/>
                  </a:lnTo>
                  <a:close/>
                  <a:moveTo>
                    <a:pt x="756209" y="645652"/>
                  </a:moveTo>
                  <a:lnTo>
                    <a:pt x="718684" y="688631"/>
                  </a:lnTo>
                  <a:lnTo>
                    <a:pt x="701848" y="663191"/>
                  </a:lnTo>
                  <a:close/>
                  <a:moveTo>
                    <a:pt x="282040" y="173362"/>
                  </a:moveTo>
                  <a:lnTo>
                    <a:pt x="288062" y="213213"/>
                  </a:lnTo>
                  <a:lnTo>
                    <a:pt x="312141" y="202753"/>
                  </a:lnTo>
                  <a:close/>
                  <a:moveTo>
                    <a:pt x="296908" y="143615"/>
                  </a:moveTo>
                  <a:lnTo>
                    <a:pt x="322176" y="167820"/>
                  </a:lnTo>
                  <a:lnTo>
                    <a:pt x="291238" y="152969"/>
                  </a:lnTo>
                  <a:close/>
                  <a:moveTo>
                    <a:pt x="1032153" y="999040"/>
                  </a:moveTo>
                  <a:lnTo>
                    <a:pt x="1036635" y="1040143"/>
                  </a:lnTo>
                  <a:lnTo>
                    <a:pt x="1053304" y="1008932"/>
                  </a:lnTo>
                  <a:close/>
                  <a:moveTo>
                    <a:pt x="867176" y="715180"/>
                  </a:moveTo>
                  <a:lnTo>
                    <a:pt x="896175" y="742181"/>
                  </a:lnTo>
                  <a:lnTo>
                    <a:pt x="903432" y="726159"/>
                  </a:lnTo>
                  <a:close/>
                  <a:moveTo>
                    <a:pt x="854119" y="714902"/>
                  </a:moveTo>
                  <a:lnTo>
                    <a:pt x="896175" y="742181"/>
                  </a:lnTo>
                  <a:lnTo>
                    <a:pt x="867176" y="715180"/>
                  </a:lnTo>
                  <a:close/>
                  <a:moveTo>
                    <a:pt x="756209" y="645652"/>
                  </a:moveTo>
                  <a:lnTo>
                    <a:pt x="760127" y="637280"/>
                  </a:lnTo>
                  <a:lnTo>
                    <a:pt x="745312" y="678147"/>
                  </a:lnTo>
                  <a:close/>
                  <a:moveTo>
                    <a:pt x="401466" y="200332"/>
                  </a:moveTo>
                  <a:lnTo>
                    <a:pt x="389014" y="185317"/>
                  </a:lnTo>
                  <a:lnTo>
                    <a:pt x="408782" y="219904"/>
                  </a:lnTo>
                  <a:close/>
                  <a:moveTo>
                    <a:pt x="376444" y="150789"/>
                  </a:moveTo>
                  <a:lnTo>
                    <a:pt x="388443" y="142671"/>
                  </a:lnTo>
                  <a:lnTo>
                    <a:pt x="388256" y="109639"/>
                  </a:lnTo>
                  <a:close/>
                  <a:moveTo>
                    <a:pt x="404363" y="155180"/>
                  </a:moveTo>
                  <a:lnTo>
                    <a:pt x="388443" y="142671"/>
                  </a:lnTo>
                  <a:lnTo>
                    <a:pt x="376444" y="150789"/>
                  </a:lnTo>
                  <a:close/>
                  <a:moveTo>
                    <a:pt x="385839" y="98404"/>
                  </a:moveTo>
                  <a:lnTo>
                    <a:pt x="388256" y="109639"/>
                  </a:lnTo>
                  <a:lnTo>
                    <a:pt x="364258" y="80615"/>
                  </a:lnTo>
                  <a:close/>
                  <a:moveTo>
                    <a:pt x="685583" y="342124"/>
                  </a:moveTo>
                  <a:lnTo>
                    <a:pt x="704775" y="341962"/>
                  </a:lnTo>
                  <a:lnTo>
                    <a:pt x="692643" y="332557"/>
                  </a:lnTo>
                  <a:close/>
                  <a:moveTo>
                    <a:pt x="964229" y="579702"/>
                  </a:moveTo>
                  <a:lnTo>
                    <a:pt x="977852" y="626597"/>
                  </a:lnTo>
                  <a:lnTo>
                    <a:pt x="975948" y="589842"/>
                  </a:lnTo>
                  <a:close/>
                  <a:moveTo>
                    <a:pt x="964229" y="579702"/>
                  </a:moveTo>
                  <a:lnTo>
                    <a:pt x="978820" y="612586"/>
                  </a:lnTo>
                  <a:lnTo>
                    <a:pt x="977852" y="62659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81" name="Input_density__80">
              <a:extLst>
                <a:ext uri="{FF2B5EF4-FFF2-40B4-BE49-F238E27FC236}">
                  <a16:creationId xmlns:a16="http://schemas.microsoft.com/office/drawing/2014/main" id="{D332D371-F91C-A95C-C555-2819C2EA3D7A}"/>
                </a:ext>
              </a:extLst>
            </p:cNvPr>
            <p:cNvSpPr>
              <a:spLocks noGrp="1"/>
            </p:cNvSpPr>
            <p:nvPr/>
          </p:nvSpPr>
          <p:spPr>
            <a:xfrm>
              <a:off x="1029788" y="1866268"/>
              <a:ext cx="939901" cy="1405855"/>
            </a:xfrm>
            <a:custGeom>
              <a:avLst/>
              <a:gdLst/>
              <a:ahLst/>
              <a:cxnLst/>
              <a:rect l="0" t="0" r="0" b="0"/>
              <a:pathLst>
                <a:path w="939901" h="1405855">
                  <a:moveTo>
                    <a:pt x="107688" y="1281578"/>
                  </a:moveTo>
                  <a:lnTo>
                    <a:pt x="105175" y="1280676"/>
                  </a:lnTo>
                  <a:lnTo>
                    <a:pt x="122618" y="1309028"/>
                  </a:lnTo>
                  <a:close/>
                  <a:moveTo>
                    <a:pt x="147489" y="1305809"/>
                  </a:moveTo>
                  <a:lnTo>
                    <a:pt x="107688" y="1281578"/>
                  </a:lnTo>
                  <a:lnTo>
                    <a:pt x="122618" y="1309028"/>
                  </a:lnTo>
                  <a:close/>
                  <a:moveTo>
                    <a:pt x="103645" y="1279159"/>
                  </a:moveTo>
                  <a:lnTo>
                    <a:pt x="68914" y="1242404"/>
                  </a:lnTo>
                  <a:lnTo>
                    <a:pt x="81764" y="1254961"/>
                  </a:lnTo>
                  <a:close/>
                  <a:moveTo>
                    <a:pt x="45346" y="1212734"/>
                  </a:moveTo>
                  <a:lnTo>
                    <a:pt x="68914" y="1242404"/>
                  </a:lnTo>
                  <a:lnTo>
                    <a:pt x="61350" y="1232903"/>
                  </a:lnTo>
                  <a:close/>
                  <a:moveTo>
                    <a:pt x="165346" y="1315914"/>
                  </a:moveTo>
                  <a:lnTo>
                    <a:pt x="202986" y="1292519"/>
                  </a:lnTo>
                  <a:lnTo>
                    <a:pt x="152197" y="1269536"/>
                  </a:lnTo>
                  <a:close/>
                  <a:moveTo>
                    <a:pt x="165346" y="1315914"/>
                  </a:moveTo>
                  <a:lnTo>
                    <a:pt x="152197" y="1269536"/>
                  </a:lnTo>
                  <a:lnTo>
                    <a:pt x="147489" y="1305809"/>
                  </a:lnTo>
                  <a:close/>
                  <a:moveTo>
                    <a:pt x="152197" y="1269536"/>
                  </a:moveTo>
                  <a:lnTo>
                    <a:pt x="107688" y="1281578"/>
                  </a:lnTo>
                  <a:lnTo>
                    <a:pt x="147489" y="1305809"/>
                  </a:lnTo>
                  <a:close/>
                  <a:moveTo>
                    <a:pt x="152197" y="1269536"/>
                  </a:moveTo>
                  <a:lnTo>
                    <a:pt x="116637" y="1271358"/>
                  </a:lnTo>
                  <a:lnTo>
                    <a:pt x="107688" y="1281578"/>
                  </a:lnTo>
                  <a:close/>
                  <a:moveTo>
                    <a:pt x="152197" y="1269536"/>
                  </a:moveTo>
                  <a:lnTo>
                    <a:pt x="185967" y="1269170"/>
                  </a:lnTo>
                  <a:lnTo>
                    <a:pt x="148560" y="1227746"/>
                  </a:lnTo>
                  <a:close/>
                  <a:moveTo>
                    <a:pt x="61350" y="1232903"/>
                  </a:moveTo>
                  <a:lnTo>
                    <a:pt x="68914" y="1242404"/>
                  </a:lnTo>
                  <a:lnTo>
                    <a:pt x="80706" y="1228733"/>
                  </a:lnTo>
                  <a:close/>
                  <a:moveTo>
                    <a:pt x="61350" y="1232903"/>
                  </a:moveTo>
                  <a:lnTo>
                    <a:pt x="80706" y="1228733"/>
                  </a:lnTo>
                  <a:lnTo>
                    <a:pt x="40748" y="1205649"/>
                  </a:lnTo>
                  <a:close/>
                  <a:moveTo>
                    <a:pt x="40454" y="1154775"/>
                  </a:moveTo>
                  <a:lnTo>
                    <a:pt x="46391" y="1122390"/>
                  </a:lnTo>
                  <a:lnTo>
                    <a:pt x="6252" y="1132139"/>
                  </a:lnTo>
                  <a:close/>
                  <a:moveTo>
                    <a:pt x="46391" y="1122390"/>
                  </a:moveTo>
                  <a:lnTo>
                    <a:pt x="0" y="1128102"/>
                  </a:lnTo>
                  <a:lnTo>
                    <a:pt x="6252" y="1132139"/>
                  </a:lnTo>
                  <a:close/>
                  <a:moveTo>
                    <a:pt x="8993" y="1080958"/>
                  </a:moveTo>
                  <a:lnTo>
                    <a:pt x="0" y="1128102"/>
                  </a:lnTo>
                  <a:lnTo>
                    <a:pt x="46391" y="1122390"/>
                  </a:lnTo>
                  <a:close/>
                  <a:moveTo>
                    <a:pt x="14368" y="1041445"/>
                  </a:moveTo>
                  <a:lnTo>
                    <a:pt x="7895" y="1061413"/>
                  </a:lnTo>
                  <a:lnTo>
                    <a:pt x="31182" y="1045261"/>
                  </a:lnTo>
                  <a:close/>
                  <a:moveTo>
                    <a:pt x="31182" y="1045261"/>
                  </a:moveTo>
                  <a:lnTo>
                    <a:pt x="7895" y="1061413"/>
                  </a:lnTo>
                  <a:lnTo>
                    <a:pt x="8993" y="1080958"/>
                  </a:lnTo>
                  <a:close/>
                  <a:moveTo>
                    <a:pt x="367033" y="1391812"/>
                  </a:moveTo>
                  <a:lnTo>
                    <a:pt x="352785" y="1382654"/>
                  </a:lnTo>
                  <a:lnTo>
                    <a:pt x="333258" y="1405855"/>
                  </a:lnTo>
                  <a:close/>
                  <a:moveTo>
                    <a:pt x="294549" y="1385704"/>
                  </a:moveTo>
                  <a:lnTo>
                    <a:pt x="333258" y="1405855"/>
                  </a:lnTo>
                  <a:lnTo>
                    <a:pt x="352785" y="1382654"/>
                  </a:lnTo>
                  <a:close/>
                  <a:moveTo>
                    <a:pt x="314394" y="1363692"/>
                  </a:moveTo>
                  <a:lnTo>
                    <a:pt x="294549" y="1385704"/>
                  </a:lnTo>
                  <a:lnTo>
                    <a:pt x="352785" y="1382654"/>
                  </a:lnTo>
                  <a:close/>
                  <a:moveTo>
                    <a:pt x="7527" y="1004690"/>
                  </a:moveTo>
                  <a:lnTo>
                    <a:pt x="6265" y="993682"/>
                  </a:lnTo>
                  <a:lnTo>
                    <a:pt x="33041" y="1024262"/>
                  </a:lnTo>
                  <a:close/>
                  <a:moveTo>
                    <a:pt x="14368" y="1041445"/>
                  </a:moveTo>
                  <a:lnTo>
                    <a:pt x="7527" y="1004690"/>
                  </a:lnTo>
                  <a:lnTo>
                    <a:pt x="33041" y="1024262"/>
                  </a:lnTo>
                  <a:close/>
                  <a:moveTo>
                    <a:pt x="286411" y="1304094"/>
                  </a:moveTo>
                  <a:lnTo>
                    <a:pt x="296830" y="1298025"/>
                  </a:lnTo>
                  <a:lnTo>
                    <a:pt x="260547" y="1286943"/>
                  </a:lnTo>
                  <a:close/>
                  <a:moveTo>
                    <a:pt x="390921" y="1374628"/>
                  </a:moveTo>
                  <a:lnTo>
                    <a:pt x="411029" y="1379636"/>
                  </a:lnTo>
                  <a:lnTo>
                    <a:pt x="420210" y="1366076"/>
                  </a:lnTo>
                  <a:close/>
                  <a:moveTo>
                    <a:pt x="402578" y="1335664"/>
                  </a:moveTo>
                  <a:lnTo>
                    <a:pt x="420210" y="1366076"/>
                  </a:lnTo>
                  <a:lnTo>
                    <a:pt x="433729" y="1337426"/>
                  </a:lnTo>
                  <a:close/>
                  <a:moveTo>
                    <a:pt x="402578" y="1335664"/>
                  </a:moveTo>
                  <a:lnTo>
                    <a:pt x="433729" y="1337426"/>
                  </a:lnTo>
                  <a:lnTo>
                    <a:pt x="433007" y="1337231"/>
                  </a:lnTo>
                  <a:close/>
                  <a:moveTo>
                    <a:pt x="183835" y="1056870"/>
                  </a:moveTo>
                  <a:lnTo>
                    <a:pt x="170864" y="1080589"/>
                  </a:lnTo>
                  <a:lnTo>
                    <a:pt x="204395" y="1030453"/>
                  </a:lnTo>
                  <a:close/>
                  <a:moveTo>
                    <a:pt x="204395" y="1030453"/>
                  </a:moveTo>
                  <a:lnTo>
                    <a:pt x="170864" y="1080589"/>
                  </a:lnTo>
                  <a:lnTo>
                    <a:pt x="208850" y="1071579"/>
                  </a:lnTo>
                  <a:close/>
                  <a:moveTo>
                    <a:pt x="204395" y="1030453"/>
                  </a:moveTo>
                  <a:lnTo>
                    <a:pt x="196671" y="1026650"/>
                  </a:lnTo>
                  <a:lnTo>
                    <a:pt x="183835" y="1056870"/>
                  </a:lnTo>
                  <a:close/>
                  <a:moveTo>
                    <a:pt x="243245" y="1029839"/>
                  </a:moveTo>
                  <a:lnTo>
                    <a:pt x="236606" y="1026650"/>
                  </a:lnTo>
                  <a:lnTo>
                    <a:pt x="239485" y="1073761"/>
                  </a:lnTo>
                  <a:close/>
                  <a:moveTo>
                    <a:pt x="239485" y="1073761"/>
                  </a:moveTo>
                  <a:lnTo>
                    <a:pt x="236606" y="1026650"/>
                  </a:lnTo>
                  <a:lnTo>
                    <a:pt x="204395" y="1030453"/>
                  </a:lnTo>
                  <a:close/>
                  <a:moveTo>
                    <a:pt x="239485" y="1073761"/>
                  </a:moveTo>
                  <a:lnTo>
                    <a:pt x="204395" y="1030453"/>
                  </a:lnTo>
                  <a:lnTo>
                    <a:pt x="208850" y="1071579"/>
                  </a:lnTo>
                  <a:close/>
                  <a:moveTo>
                    <a:pt x="236606" y="1026650"/>
                  </a:moveTo>
                  <a:lnTo>
                    <a:pt x="207366" y="989895"/>
                  </a:lnTo>
                  <a:lnTo>
                    <a:pt x="204395" y="1030453"/>
                  </a:lnTo>
                  <a:close/>
                  <a:moveTo>
                    <a:pt x="103234" y="969024"/>
                  </a:moveTo>
                  <a:lnTo>
                    <a:pt x="133402" y="926839"/>
                  </a:lnTo>
                  <a:lnTo>
                    <a:pt x="101443" y="969603"/>
                  </a:lnTo>
                  <a:close/>
                  <a:moveTo>
                    <a:pt x="195439" y="989895"/>
                  </a:moveTo>
                  <a:lnTo>
                    <a:pt x="184884" y="1019227"/>
                  </a:lnTo>
                  <a:lnTo>
                    <a:pt x="196671" y="1026650"/>
                  </a:lnTo>
                  <a:close/>
                  <a:moveTo>
                    <a:pt x="236606" y="1026650"/>
                  </a:moveTo>
                  <a:lnTo>
                    <a:pt x="244820" y="1024676"/>
                  </a:lnTo>
                  <a:lnTo>
                    <a:pt x="207366" y="989895"/>
                  </a:lnTo>
                  <a:close/>
                  <a:moveTo>
                    <a:pt x="244820" y="1024676"/>
                  </a:moveTo>
                  <a:lnTo>
                    <a:pt x="251671" y="1026650"/>
                  </a:lnTo>
                  <a:lnTo>
                    <a:pt x="260569" y="998401"/>
                  </a:lnTo>
                  <a:close/>
                  <a:moveTo>
                    <a:pt x="516152" y="1229997"/>
                  </a:moveTo>
                  <a:lnTo>
                    <a:pt x="529105" y="1254957"/>
                  </a:lnTo>
                  <a:lnTo>
                    <a:pt x="536025" y="1249568"/>
                  </a:lnTo>
                  <a:close/>
                  <a:moveTo>
                    <a:pt x="366477" y="938345"/>
                  </a:moveTo>
                  <a:lnTo>
                    <a:pt x="390402" y="987586"/>
                  </a:lnTo>
                  <a:lnTo>
                    <a:pt x="404334" y="969772"/>
                  </a:lnTo>
                  <a:close/>
                  <a:moveTo>
                    <a:pt x="381890" y="992284"/>
                  </a:moveTo>
                  <a:lnTo>
                    <a:pt x="390402" y="987586"/>
                  </a:lnTo>
                  <a:lnTo>
                    <a:pt x="366477" y="938345"/>
                  </a:lnTo>
                  <a:close/>
                  <a:moveTo>
                    <a:pt x="342624" y="955529"/>
                  </a:moveTo>
                  <a:lnTo>
                    <a:pt x="381890" y="992284"/>
                  </a:lnTo>
                  <a:lnTo>
                    <a:pt x="366477" y="938345"/>
                  </a:lnTo>
                  <a:close/>
                  <a:moveTo>
                    <a:pt x="425821" y="941132"/>
                  </a:moveTo>
                  <a:lnTo>
                    <a:pt x="404334" y="969772"/>
                  </a:lnTo>
                  <a:lnTo>
                    <a:pt x="390402" y="987586"/>
                  </a:lnTo>
                  <a:close/>
                  <a:moveTo>
                    <a:pt x="390402" y="987586"/>
                  </a:moveTo>
                  <a:lnTo>
                    <a:pt x="415402" y="975100"/>
                  </a:lnTo>
                  <a:lnTo>
                    <a:pt x="425821" y="941132"/>
                  </a:lnTo>
                  <a:close/>
                  <a:moveTo>
                    <a:pt x="342624" y="955529"/>
                  </a:moveTo>
                  <a:lnTo>
                    <a:pt x="366477" y="938345"/>
                  </a:lnTo>
                  <a:lnTo>
                    <a:pt x="341068" y="954016"/>
                  </a:lnTo>
                  <a:close/>
                  <a:moveTo>
                    <a:pt x="366477" y="938345"/>
                  </a:moveTo>
                  <a:lnTo>
                    <a:pt x="361133" y="932826"/>
                  </a:lnTo>
                  <a:lnTo>
                    <a:pt x="341068" y="954016"/>
                  </a:lnTo>
                  <a:close/>
                  <a:moveTo>
                    <a:pt x="361133" y="932826"/>
                  </a:moveTo>
                  <a:lnTo>
                    <a:pt x="299096" y="918774"/>
                  </a:lnTo>
                  <a:lnTo>
                    <a:pt x="341068" y="954016"/>
                  </a:lnTo>
                  <a:close/>
                  <a:moveTo>
                    <a:pt x="296836" y="913214"/>
                  </a:moveTo>
                  <a:lnTo>
                    <a:pt x="299096" y="918774"/>
                  </a:lnTo>
                  <a:lnTo>
                    <a:pt x="299002" y="918221"/>
                  </a:lnTo>
                  <a:close/>
                  <a:moveTo>
                    <a:pt x="278726" y="882018"/>
                  </a:moveTo>
                  <a:lnTo>
                    <a:pt x="296836" y="913214"/>
                  </a:lnTo>
                  <a:lnTo>
                    <a:pt x="272616" y="867837"/>
                  </a:lnTo>
                  <a:close/>
                  <a:moveTo>
                    <a:pt x="272616" y="867837"/>
                  </a:moveTo>
                  <a:lnTo>
                    <a:pt x="296836" y="913214"/>
                  </a:lnTo>
                  <a:lnTo>
                    <a:pt x="299002" y="918221"/>
                  </a:lnTo>
                  <a:close/>
                  <a:moveTo>
                    <a:pt x="272616" y="867837"/>
                  </a:moveTo>
                  <a:lnTo>
                    <a:pt x="299002" y="918221"/>
                  </a:lnTo>
                  <a:lnTo>
                    <a:pt x="272071" y="913027"/>
                  </a:lnTo>
                  <a:close/>
                  <a:moveTo>
                    <a:pt x="278726" y="882018"/>
                  </a:moveTo>
                  <a:lnTo>
                    <a:pt x="272616" y="867837"/>
                  </a:lnTo>
                  <a:lnTo>
                    <a:pt x="250574" y="841010"/>
                  </a:lnTo>
                  <a:close/>
                  <a:moveTo>
                    <a:pt x="58419" y="624734"/>
                  </a:moveTo>
                  <a:lnTo>
                    <a:pt x="98749" y="574700"/>
                  </a:lnTo>
                  <a:lnTo>
                    <a:pt x="53973" y="579261"/>
                  </a:lnTo>
                  <a:close/>
                  <a:moveTo>
                    <a:pt x="53973" y="579261"/>
                  </a:moveTo>
                  <a:lnTo>
                    <a:pt x="98749" y="574700"/>
                  </a:lnTo>
                  <a:lnTo>
                    <a:pt x="89102" y="577789"/>
                  </a:lnTo>
                  <a:close/>
                  <a:moveTo>
                    <a:pt x="272569" y="864835"/>
                  </a:moveTo>
                  <a:lnTo>
                    <a:pt x="250574" y="841010"/>
                  </a:lnTo>
                  <a:lnTo>
                    <a:pt x="272616" y="867837"/>
                  </a:lnTo>
                  <a:close/>
                  <a:moveTo>
                    <a:pt x="570048" y="1158875"/>
                  </a:moveTo>
                  <a:lnTo>
                    <a:pt x="596170" y="1188708"/>
                  </a:lnTo>
                  <a:lnTo>
                    <a:pt x="615556" y="1178447"/>
                  </a:lnTo>
                  <a:close/>
                  <a:moveTo>
                    <a:pt x="556441" y="1068182"/>
                  </a:moveTo>
                  <a:lnTo>
                    <a:pt x="581944" y="1039311"/>
                  </a:lnTo>
                  <a:lnTo>
                    <a:pt x="541578" y="1085365"/>
                  </a:lnTo>
                  <a:close/>
                  <a:moveTo>
                    <a:pt x="421032" y="935995"/>
                  </a:moveTo>
                  <a:lnTo>
                    <a:pt x="424355" y="938345"/>
                  </a:lnTo>
                  <a:lnTo>
                    <a:pt x="424837" y="921162"/>
                  </a:lnTo>
                  <a:close/>
                  <a:moveTo>
                    <a:pt x="404334" y="969772"/>
                  </a:moveTo>
                  <a:lnTo>
                    <a:pt x="424355" y="938345"/>
                  </a:lnTo>
                  <a:lnTo>
                    <a:pt x="421032" y="935995"/>
                  </a:lnTo>
                  <a:close/>
                  <a:moveTo>
                    <a:pt x="432124" y="949098"/>
                  </a:moveTo>
                  <a:lnTo>
                    <a:pt x="415402" y="975100"/>
                  </a:lnTo>
                  <a:lnTo>
                    <a:pt x="446716" y="968891"/>
                  </a:lnTo>
                  <a:close/>
                  <a:moveTo>
                    <a:pt x="402984" y="921162"/>
                  </a:moveTo>
                  <a:lnTo>
                    <a:pt x="404334" y="969772"/>
                  </a:lnTo>
                  <a:lnTo>
                    <a:pt x="421032" y="935995"/>
                  </a:lnTo>
                  <a:close/>
                  <a:moveTo>
                    <a:pt x="366477" y="938345"/>
                  </a:moveTo>
                  <a:lnTo>
                    <a:pt x="414422" y="911281"/>
                  </a:lnTo>
                  <a:lnTo>
                    <a:pt x="369754" y="887789"/>
                  </a:lnTo>
                  <a:close/>
                  <a:moveTo>
                    <a:pt x="369754" y="887789"/>
                  </a:moveTo>
                  <a:lnTo>
                    <a:pt x="414422" y="911281"/>
                  </a:lnTo>
                  <a:lnTo>
                    <a:pt x="394783" y="894530"/>
                  </a:lnTo>
                  <a:close/>
                  <a:moveTo>
                    <a:pt x="366477" y="938345"/>
                  </a:moveTo>
                  <a:lnTo>
                    <a:pt x="369754" y="887789"/>
                  </a:lnTo>
                  <a:lnTo>
                    <a:pt x="361133" y="932826"/>
                  </a:lnTo>
                  <a:close/>
                  <a:moveTo>
                    <a:pt x="424837" y="921162"/>
                  </a:moveTo>
                  <a:lnTo>
                    <a:pt x="394783" y="894530"/>
                  </a:lnTo>
                  <a:lnTo>
                    <a:pt x="414422" y="911281"/>
                  </a:lnTo>
                  <a:close/>
                  <a:moveTo>
                    <a:pt x="376284" y="820075"/>
                  </a:moveTo>
                  <a:lnTo>
                    <a:pt x="390863" y="823198"/>
                  </a:lnTo>
                  <a:lnTo>
                    <a:pt x="365638" y="810897"/>
                  </a:lnTo>
                  <a:close/>
                  <a:moveTo>
                    <a:pt x="359324" y="829853"/>
                  </a:moveTo>
                  <a:lnTo>
                    <a:pt x="370644" y="847652"/>
                  </a:lnTo>
                  <a:lnTo>
                    <a:pt x="350805" y="828080"/>
                  </a:lnTo>
                  <a:close/>
                  <a:moveTo>
                    <a:pt x="166554" y="607426"/>
                  </a:moveTo>
                  <a:lnTo>
                    <a:pt x="172155" y="607550"/>
                  </a:lnTo>
                  <a:lnTo>
                    <a:pt x="157179" y="594280"/>
                  </a:lnTo>
                  <a:close/>
                  <a:moveTo>
                    <a:pt x="166554" y="607426"/>
                  </a:moveTo>
                  <a:lnTo>
                    <a:pt x="182811" y="590367"/>
                  </a:lnTo>
                  <a:lnTo>
                    <a:pt x="179821" y="602960"/>
                  </a:lnTo>
                  <a:close/>
                  <a:moveTo>
                    <a:pt x="61447" y="559807"/>
                  </a:moveTo>
                  <a:lnTo>
                    <a:pt x="95914" y="564100"/>
                  </a:lnTo>
                  <a:lnTo>
                    <a:pt x="116234" y="543863"/>
                  </a:lnTo>
                  <a:close/>
                  <a:moveTo>
                    <a:pt x="116234" y="543863"/>
                  </a:moveTo>
                  <a:lnTo>
                    <a:pt x="95914" y="564100"/>
                  </a:lnTo>
                  <a:lnTo>
                    <a:pt x="149766" y="544656"/>
                  </a:lnTo>
                  <a:close/>
                  <a:moveTo>
                    <a:pt x="549974" y="983868"/>
                  </a:moveTo>
                  <a:lnTo>
                    <a:pt x="513796" y="1031427"/>
                  </a:lnTo>
                  <a:lnTo>
                    <a:pt x="514059" y="1030725"/>
                  </a:lnTo>
                  <a:close/>
                  <a:moveTo>
                    <a:pt x="329855" y="803644"/>
                  </a:moveTo>
                  <a:lnTo>
                    <a:pt x="359324" y="829853"/>
                  </a:lnTo>
                  <a:lnTo>
                    <a:pt x="338404" y="810897"/>
                  </a:lnTo>
                  <a:close/>
                  <a:moveTo>
                    <a:pt x="370216" y="842667"/>
                  </a:moveTo>
                  <a:lnTo>
                    <a:pt x="368344" y="863579"/>
                  </a:lnTo>
                  <a:lnTo>
                    <a:pt x="370644" y="847652"/>
                  </a:lnTo>
                  <a:close/>
                  <a:moveTo>
                    <a:pt x="370644" y="847652"/>
                  </a:moveTo>
                  <a:lnTo>
                    <a:pt x="359324" y="829853"/>
                  </a:lnTo>
                  <a:lnTo>
                    <a:pt x="370216" y="842667"/>
                  </a:lnTo>
                  <a:close/>
                  <a:moveTo>
                    <a:pt x="320763" y="774142"/>
                  </a:moveTo>
                  <a:lnTo>
                    <a:pt x="332079" y="757089"/>
                  </a:lnTo>
                  <a:lnTo>
                    <a:pt x="338404" y="810897"/>
                  </a:lnTo>
                  <a:close/>
                  <a:moveTo>
                    <a:pt x="383929" y="793713"/>
                  </a:moveTo>
                  <a:lnTo>
                    <a:pt x="354722" y="765769"/>
                  </a:lnTo>
                  <a:lnTo>
                    <a:pt x="365565" y="774142"/>
                  </a:lnTo>
                  <a:close/>
                  <a:moveTo>
                    <a:pt x="460696" y="778538"/>
                  </a:moveTo>
                  <a:lnTo>
                    <a:pt x="419929" y="784592"/>
                  </a:lnTo>
                  <a:lnTo>
                    <a:pt x="417656" y="827163"/>
                  </a:lnTo>
                  <a:close/>
                  <a:moveTo>
                    <a:pt x="791359" y="1057308"/>
                  </a:moveTo>
                  <a:lnTo>
                    <a:pt x="757137" y="1031977"/>
                  </a:lnTo>
                  <a:lnTo>
                    <a:pt x="791132" y="1053387"/>
                  </a:lnTo>
                  <a:close/>
                  <a:moveTo>
                    <a:pt x="748788" y="1000759"/>
                  </a:moveTo>
                  <a:lnTo>
                    <a:pt x="729613" y="990925"/>
                  </a:lnTo>
                  <a:lnTo>
                    <a:pt x="783711" y="1016632"/>
                  </a:lnTo>
                  <a:close/>
                  <a:moveTo>
                    <a:pt x="726426" y="979877"/>
                  </a:moveTo>
                  <a:lnTo>
                    <a:pt x="729613" y="990925"/>
                  </a:lnTo>
                  <a:lnTo>
                    <a:pt x="748788" y="1000759"/>
                  </a:lnTo>
                  <a:close/>
                  <a:moveTo>
                    <a:pt x="609698" y="872907"/>
                  </a:moveTo>
                  <a:lnTo>
                    <a:pt x="650087" y="906367"/>
                  </a:lnTo>
                  <a:lnTo>
                    <a:pt x="615141" y="874805"/>
                  </a:lnTo>
                  <a:close/>
                  <a:moveTo>
                    <a:pt x="647893" y="913691"/>
                  </a:moveTo>
                  <a:lnTo>
                    <a:pt x="650087" y="906367"/>
                  </a:lnTo>
                  <a:lnTo>
                    <a:pt x="609698" y="872907"/>
                  </a:lnTo>
                  <a:close/>
                  <a:moveTo>
                    <a:pt x="605609" y="869612"/>
                  </a:moveTo>
                  <a:lnTo>
                    <a:pt x="577028" y="832857"/>
                  </a:lnTo>
                  <a:lnTo>
                    <a:pt x="588180" y="845654"/>
                  </a:lnTo>
                  <a:close/>
                  <a:moveTo>
                    <a:pt x="776509" y="1042294"/>
                  </a:moveTo>
                  <a:lnTo>
                    <a:pt x="812364" y="1084979"/>
                  </a:lnTo>
                  <a:lnTo>
                    <a:pt x="791132" y="1053387"/>
                  </a:lnTo>
                  <a:close/>
                  <a:moveTo>
                    <a:pt x="791132" y="1053387"/>
                  </a:moveTo>
                  <a:lnTo>
                    <a:pt x="812364" y="1084979"/>
                  </a:lnTo>
                  <a:lnTo>
                    <a:pt x="800043" y="1067819"/>
                  </a:lnTo>
                  <a:close/>
                  <a:moveTo>
                    <a:pt x="793800" y="1010577"/>
                  </a:moveTo>
                  <a:lnTo>
                    <a:pt x="748788" y="1000759"/>
                  </a:lnTo>
                  <a:lnTo>
                    <a:pt x="783711" y="1016632"/>
                  </a:lnTo>
                  <a:close/>
                  <a:moveTo>
                    <a:pt x="774370" y="925938"/>
                  </a:moveTo>
                  <a:lnTo>
                    <a:pt x="764312" y="962594"/>
                  </a:lnTo>
                  <a:lnTo>
                    <a:pt x="782705" y="930103"/>
                  </a:lnTo>
                  <a:close/>
                  <a:moveTo>
                    <a:pt x="650087" y="906367"/>
                  </a:moveTo>
                  <a:lnTo>
                    <a:pt x="667851" y="897466"/>
                  </a:lnTo>
                  <a:lnTo>
                    <a:pt x="615141" y="874805"/>
                  </a:lnTo>
                  <a:close/>
                  <a:moveTo>
                    <a:pt x="759688" y="921727"/>
                  </a:moveTo>
                  <a:lnTo>
                    <a:pt x="747565" y="899980"/>
                  </a:lnTo>
                  <a:lnTo>
                    <a:pt x="735845" y="889183"/>
                  </a:lnTo>
                  <a:close/>
                  <a:moveTo>
                    <a:pt x="731188" y="873062"/>
                  </a:moveTo>
                  <a:lnTo>
                    <a:pt x="759688" y="921727"/>
                  </a:lnTo>
                  <a:lnTo>
                    <a:pt x="735845" y="889183"/>
                  </a:lnTo>
                  <a:close/>
                  <a:moveTo>
                    <a:pt x="806230" y="898534"/>
                  </a:moveTo>
                  <a:lnTo>
                    <a:pt x="833164" y="908755"/>
                  </a:lnTo>
                  <a:lnTo>
                    <a:pt x="826759" y="879079"/>
                  </a:lnTo>
                  <a:close/>
                  <a:moveTo>
                    <a:pt x="826759" y="879079"/>
                  </a:moveTo>
                  <a:lnTo>
                    <a:pt x="833164" y="908755"/>
                  </a:lnTo>
                  <a:lnTo>
                    <a:pt x="852202" y="855944"/>
                  </a:lnTo>
                  <a:close/>
                  <a:moveTo>
                    <a:pt x="852202" y="855944"/>
                  </a:moveTo>
                  <a:lnTo>
                    <a:pt x="833164" y="908755"/>
                  </a:lnTo>
                  <a:lnTo>
                    <a:pt x="847985" y="904120"/>
                  </a:lnTo>
                  <a:close/>
                  <a:moveTo>
                    <a:pt x="852202" y="855944"/>
                  </a:moveTo>
                  <a:lnTo>
                    <a:pt x="850241" y="854817"/>
                  </a:lnTo>
                  <a:lnTo>
                    <a:pt x="826759" y="879079"/>
                  </a:lnTo>
                  <a:close/>
                  <a:moveTo>
                    <a:pt x="882423" y="891572"/>
                  </a:moveTo>
                  <a:lnTo>
                    <a:pt x="902911" y="931301"/>
                  </a:lnTo>
                  <a:lnTo>
                    <a:pt x="897392" y="928327"/>
                  </a:lnTo>
                  <a:close/>
                  <a:moveTo>
                    <a:pt x="842955" y="911264"/>
                  </a:moveTo>
                  <a:lnTo>
                    <a:pt x="902911" y="931301"/>
                  </a:lnTo>
                  <a:lnTo>
                    <a:pt x="882423" y="891572"/>
                  </a:lnTo>
                  <a:close/>
                  <a:moveTo>
                    <a:pt x="882423" y="891572"/>
                  </a:moveTo>
                  <a:lnTo>
                    <a:pt x="847985" y="904120"/>
                  </a:lnTo>
                  <a:lnTo>
                    <a:pt x="842955" y="911264"/>
                  </a:lnTo>
                  <a:close/>
                  <a:moveTo>
                    <a:pt x="847985" y="904120"/>
                  </a:moveTo>
                  <a:lnTo>
                    <a:pt x="892512" y="875767"/>
                  </a:lnTo>
                  <a:lnTo>
                    <a:pt x="880706" y="859860"/>
                  </a:lnTo>
                  <a:close/>
                  <a:moveTo>
                    <a:pt x="847985" y="904120"/>
                  </a:moveTo>
                  <a:lnTo>
                    <a:pt x="880706" y="859860"/>
                  </a:lnTo>
                  <a:lnTo>
                    <a:pt x="852202" y="855944"/>
                  </a:lnTo>
                  <a:close/>
                  <a:moveTo>
                    <a:pt x="902911" y="931301"/>
                  </a:moveTo>
                  <a:lnTo>
                    <a:pt x="880293" y="926291"/>
                  </a:lnTo>
                  <a:lnTo>
                    <a:pt x="912581" y="891572"/>
                  </a:lnTo>
                  <a:close/>
                  <a:moveTo>
                    <a:pt x="852202" y="855944"/>
                  </a:moveTo>
                  <a:lnTo>
                    <a:pt x="823785" y="839593"/>
                  </a:lnTo>
                  <a:lnTo>
                    <a:pt x="850241" y="854817"/>
                  </a:lnTo>
                  <a:close/>
                  <a:moveTo>
                    <a:pt x="850241" y="854817"/>
                  </a:moveTo>
                  <a:lnTo>
                    <a:pt x="813840" y="835245"/>
                  </a:lnTo>
                  <a:lnTo>
                    <a:pt x="813996" y="818062"/>
                  </a:lnTo>
                  <a:close/>
                  <a:moveTo>
                    <a:pt x="782796" y="810919"/>
                  </a:moveTo>
                  <a:lnTo>
                    <a:pt x="808863" y="812170"/>
                  </a:lnTo>
                  <a:lnTo>
                    <a:pt x="813996" y="818062"/>
                  </a:lnTo>
                  <a:close/>
                  <a:moveTo>
                    <a:pt x="744101" y="790820"/>
                  </a:moveTo>
                  <a:lnTo>
                    <a:pt x="732407" y="775465"/>
                  </a:lnTo>
                  <a:lnTo>
                    <a:pt x="705830" y="772307"/>
                  </a:lnTo>
                  <a:close/>
                  <a:moveTo>
                    <a:pt x="579859" y="577960"/>
                  </a:moveTo>
                  <a:lnTo>
                    <a:pt x="588445" y="582576"/>
                  </a:lnTo>
                  <a:lnTo>
                    <a:pt x="605280" y="608016"/>
                  </a:lnTo>
                  <a:close/>
                  <a:moveTo>
                    <a:pt x="903842" y="885797"/>
                  </a:moveTo>
                  <a:lnTo>
                    <a:pt x="939885" y="928310"/>
                  </a:lnTo>
                  <a:lnTo>
                    <a:pt x="912581" y="891572"/>
                  </a:lnTo>
                  <a:close/>
                  <a:moveTo>
                    <a:pt x="918749" y="918425"/>
                  </a:moveTo>
                  <a:lnTo>
                    <a:pt x="939901" y="928317"/>
                  </a:lnTo>
                  <a:lnTo>
                    <a:pt x="903842" y="885797"/>
                  </a:lnTo>
                  <a:close/>
                  <a:moveTo>
                    <a:pt x="742714" y="622297"/>
                  </a:moveTo>
                  <a:lnTo>
                    <a:pt x="740716" y="634287"/>
                  </a:lnTo>
                  <a:lnTo>
                    <a:pt x="753773" y="634565"/>
                  </a:lnTo>
                  <a:close/>
                  <a:moveTo>
                    <a:pt x="636144" y="540130"/>
                  </a:moveTo>
                  <a:lnTo>
                    <a:pt x="653526" y="543593"/>
                  </a:lnTo>
                  <a:lnTo>
                    <a:pt x="646724" y="556665"/>
                  </a:lnTo>
                  <a:close/>
                  <a:moveTo>
                    <a:pt x="620709" y="510792"/>
                  </a:moveTo>
                  <a:lnTo>
                    <a:pt x="653526" y="543593"/>
                  </a:lnTo>
                  <a:lnTo>
                    <a:pt x="636144" y="540130"/>
                  </a:lnTo>
                  <a:close/>
                  <a:moveTo>
                    <a:pt x="263041" y="70174"/>
                  </a:moveTo>
                  <a:lnTo>
                    <a:pt x="275610" y="104702"/>
                  </a:lnTo>
                  <a:lnTo>
                    <a:pt x="290959" y="74565"/>
                  </a:lnTo>
                  <a:close/>
                  <a:moveTo>
                    <a:pt x="264586" y="51342"/>
                  </a:moveTo>
                  <a:lnTo>
                    <a:pt x="263041" y="70174"/>
                  </a:lnTo>
                  <a:lnTo>
                    <a:pt x="274853" y="29024"/>
                  </a:lnTo>
                  <a:close/>
                  <a:moveTo>
                    <a:pt x="227997" y="10748"/>
                  </a:moveTo>
                  <a:lnTo>
                    <a:pt x="222053" y="16894"/>
                  </a:lnTo>
                  <a:lnTo>
                    <a:pt x="250854" y="0"/>
                  </a:lnTo>
                  <a:close/>
                  <a:moveTo>
                    <a:pt x="742714" y="622297"/>
                  </a:moveTo>
                  <a:lnTo>
                    <a:pt x="734340" y="617103"/>
                  </a:lnTo>
                  <a:lnTo>
                    <a:pt x="702840" y="582878"/>
                  </a:lnTo>
                  <a:close/>
                  <a:moveTo>
                    <a:pt x="724864" y="592062"/>
                  </a:moveTo>
                  <a:lnTo>
                    <a:pt x="742714" y="622297"/>
                  </a:lnTo>
                  <a:lnTo>
                    <a:pt x="702840" y="582878"/>
                  </a:lnTo>
                  <a:close/>
                  <a:moveTo>
                    <a:pt x="272436" y="17789"/>
                  </a:moveTo>
                  <a:lnTo>
                    <a:pt x="264586" y="51342"/>
                  </a:lnTo>
                  <a:lnTo>
                    <a:pt x="274853" y="29024"/>
                  </a:lnTo>
                  <a:close/>
                  <a:moveTo>
                    <a:pt x="567350" y="243449"/>
                  </a:moveTo>
                  <a:lnTo>
                    <a:pt x="579239" y="251942"/>
                  </a:lnTo>
                  <a:lnTo>
                    <a:pt x="544671" y="227478"/>
                  </a:lnTo>
                  <a:close/>
                  <a:moveTo>
                    <a:pt x="832155" y="469518"/>
                  </a:moveTo>
                  <a:lnTo>
                    <a:pt x="850825" y="499087"/>
                  </a:lnTo>
                  <a:lnTo>
                    <a:pt x="862544" y="509227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82" name="Input_density__81">
              <a:extLst>
                <a:ext uri="{FF2B5EF4-FFF2-40B4-BE49-F238E27FC236}">
                  <a16:creationId xmlns:a16="http://schemas.microsoft.com/office/drawing/2014/main" id="{B20DE08B-70F9-2F05-E58B-16539412DC03}"/>
                </a:ext>
              </a:extLst>
            </p:cNvPr>
            <p:cNvSpPr>
              <a:spLocks noGrp="1"/>
            </p:cNvSpPr>
            <p:nvPr/>
          </p:nvSpPr>
          <p:spPr>
            <a:xfrm>
              <a:off x="939914" y="1819393"/>
              <a:ext cx="958604" cy="1451305"/>
            </a:xfrm>
            <a:custGeom>
              <a:avLst/>
              <a:gdLst/>
              <a:ahLst/>
              <a:cxnLst/>
              <a:rect l="0" t="0" r="0" b="0"/>
              <a:pathLst>
                <a:path w="958604" h="1451305">
                  <a:moveTo>
                    <a:pt x="57239" y="1177534"/>
                  </a:moveTo>
                  <a:lnTo>
                    <a:pt x="20523" y="1182096"/>
                  </a:lnTo>
                  <a:lnTo>
                    <a:pt x="0" y="1184311"/>
                  </a:lnTo>
                  <a:close/>
                  <a:moveTo>
                    <a:pt x="93792" y="1125075"/>
                  </a:moveTo>
                  <a:lnTo>
                    <a:pt x="59433" y="1177551"/>
                  </a:lnTo>
                  <a:lnTo>
                    <a:pt x="89874" y="1174976"/>
                  </a:lnTo>
                  <a:close/>
                  <a:moveTo>
                    <a:pt x="500782" y="1438686"/>
                  </a:moveTo>
                  <a:lnTo>
                    <a:pt x="500904" y="1426510"/>
                  </a:lnTo>
                  <a:lnTo>
                    <a:pt x="481803" y="1451305"/>
                  </a:lnTo>
                  <a:close/>
                  <a:moveTo>
                    <a:pt x="500782" y="1438686"/>
                  </a:moveTo>
                  <a:lnTo>
                    <a:pt x="515613" y="1421503"/>
                  </a:lnTo>
                  <a:lnTo>
                    <a:pt x="500904" y="1426510"/>
                  </a:lnTo>
                  <a:close/>
                  <a:moveTo>
                    <a:pt x="257232" y="1109976"/>
                  </a:moveTo>
                  <a:lnTo>
                    <a:pt x="253758" y="1125357"/>
                  </a:lnTo>
                  <a:lnTo>
                    <a:pt x="231207" y="1137249"/>
                  </a:lnTo>
                  <a:close/>
                  <a:moveTo>
                    <a:pt x="523603" y="1384301"/>
                  </a:moveTo>
                  <a:lnTo>
                    <a:pt x="515613" y="1421503"/>
                  </a:lnTo>
                  <a:lnTo>
                    <a:pt x="523297" y="1385660"/>
                  </a:lnTo>
                  <a:close/>
                  <a:moveTo>
                    <a:pt x="198440" y="966817"/>
                  </a:moveTo>
                  <a:lnTo>
                    <a:pt x="179449" y="937510"/>
                  </a:lnTo>
                  <a:lnTo>
                    <a:pt x="233186" y="952234"/>
                  </a:lnTo>
                  <a:close/>
                  <a:moveTo>
                    <a:pt x="350443" y="1045276"/>
                  </a:moveTo>
                  <a:lnTo>
                    <a:pt x="364192" y="1068314"/>
                  </a:lnTo>
                  <a:lnTo>
                    <a:pt x="382147" y="1039237"/>
                  </a:lnTo>
                  <a:close/>
                  <a:moveTo>
                    <a:pt x="255763" y="940438"/>
                  </a:moveTo>
                  <a:lnTo>
                    <a:pt x="266636" y="920804"/>
                  </a:lnTo>
                  <a:lnTo>
                    <a:pt x="262348" y="909322"/>
                  </a:lnTo>
                  <a:close/>
                  <a:moveTo>
                    <a:pt x="233186" y="952234"/>
                  </a:moveTo>
                  <a:lnTo>
                    <a:pt x="265029" y="946712"/>
                  </a:lnTo>
                  <a:lnTo>
                    <a:pt x="255763" y="940438"/>
                  </a:lnTo>
                  <a:close/>
                  <a:moveTo>
                    <a:pt x="382147" y="1039237"/>
                  </a:moveTo>
                  <a:lnTo>
                    <a:pt x="392180" y="1007157"/>
                  </a:lnTo>
                  <a:lnTo>
                    <a:pt x="366895" y="1010578"/>
                  </a:lnTo>
                  <a:close/>
                  <a:moveTo>
                    <a:pt x="350443" y="1045276"/>
                  </a:moveTo>
                  <a:lnTo>
                    <a:pt x="382147" y="1039237"/>
                  </a:lnTo>
                  <a:lnTo>
                    <a:pt x="366895" y="1010578"/>
                  </a:lnTo>
                  <a:close/>
                  <a:moveTo>
                    <a:pt x="392180" y="1007157"/>
                  </a:moveTo>
                  <a:lnTo>
                    <a:pt x="382147" y="1039237"/>
                  </a:lnTo>
                  <a:lnTo>
                    <a:pt x="400466" y="1019587"/>
                  </a:lnTo>
                  <a:close/>
                  <a:moveTo>
                    <a:pt x="377664" y="1002403"/>
                  </a:moveTo>
                  <a:lnTo>
                    <a:pt x="392180" y="1007157"/>
                  </a:lnTo>
                  <a:lnTo>
                    <a:pt x="353079" y="967110"/>
                  </a:lnTo>
                  <a:close/>
                  <a:moveTo>
                    <a:pt x="319175" y="815685"/>
                  </a:moveTo>
                  <a:lnTo>
                    <a:pt x="299274" y="804776"/>
                  </a:lnTo>
                  <a:lnTo>
                    <a:pt x="314645" y="855383"/>
                  </a:lnTo>
                  <a:close/>
                  <a:moveTo>
                    <a:pt x="143847" y="626135"/>
                  </a:moveTo>
                  <a:lnTo>
                    <a:pt x="140904" y="617670"/>
                  </a:lnTo>
                  <a:lnTo>
                    <a:pt x="138347" y="654382"/>
                  </a:lnTo>
                  <a:close/>
                  <a:moveTo>
                    <a:pt x="686044" y="1235582"/>
                  </a:moveTo>
                  <a:lnTo>
                    <a:pt x="718997" y="1234211"/>
                  </a:lnTo>
                  <a:lnTo>
                    <a:pt x="704819" y="1228746"/>
                  </a:lnTo>
                  <a:close/>
                  <a:moveTo>
                    <a:pt x="746292" y="1240053"/>
                  </a:moveTo>
                  <a:lnTo>
                    <a:pt x="704819" y="1228746"/>
                  </a:lnTo>
                  <a:lnTo>
                    <a:pt x="731238" y="1234356"/>
                  </a:lnTo>
                  <a:close/>
                  <a:moveTo>
                    <a:pt x="321650" y="710752"/>
                  </a:moveTo>
                  <a:lnTo>
                    <a:pt x="327138" y="719717"/>
                  </a:lnTo>
                  <a:lnTo>
                    <a:pt x="341278" y="722385"/>
                  </a:lnTo>
                  <a:close/>
                  <a:moveTo>
                    <a:pt x="753029" y="1216640"/>
                  </a:moveTo>
                  <a:lnTo>
                    <a:pt x="761880" y="1225321"/>
                  </a:lnTo>
                  <a:lnTo>
                    <a:pt x="762153" y="1203147"/>
                  </a:lnTo>
                  <a:close/>
                  <a:moveTo>
                    <a:pt x="507530" y="874037"/>
                  </a:moveTo>
                  <a:lnTo>
                    <a:pt x="480738" y="870073"/>
                  </a:lnTo>
                  <a:lnTo>
                    <a:pt x="539576" y="869274"/>
                  </a:lnTo>
                  <a:close/>
                  <a:moveTo>
                    <a:pt x="295234" y="578605"/>
                  </a:moveTo>
                  <a:lnTo>
                    <a:pt x="254678" y="590208"/>
                  </a:lnTo>
                  <a:lnTo>
                    <a:pt x="239640" y="591531"/>
                  </a:lnTo>
                  <a:close/>
                  <a:moveTo>
                    <a:pt x="239640" y="591531"/>
                  </a:moveTo>
                  <a:lnTo>
                    <a:pt x="259263" y="600487"/>
                  </a:lnTo>
                  <a:lnTo>
                    <a:pt x="295234" y="578605"/>
                  </a:lnTo>
                  <a:close/>
                  <a:moveTo>
                    <a:pt x="239640" y="591531"/>
                  </a:moveTo>
                  <a:lnTo>
                    <a:pt x="254678" y="590208"/>
                  </a:lnTo>
                  <a:lnTo>
                    <a:pt x="225857" y="586551"/>
                  </a:lnTo>
                  <a:close/>
                  <a:moveTo>
                    <a:pt x="828844" y="1203344"/>
                  </a:moveTo>
                  <a:lnTo>
                    <a:pt x="843063" y="1208138"/>
                  </a:lnTo>
                  <a:lnTo>
                    <a:pt x="836606" y="1202871"/>
                  </a:lnTo>
                  <a:close/>
                  <a:moveTo>
                    <a:pt x="791826" y="1189513"/>
                  </a:moveTo>
                  <a:lnTo>
                    <a:pt x="807038" y="1199821"/>
                  </a:lnTo>
                  <a:lnTo>
                    <a:pt x="762153" y="1203147"/>
                  </a:lnTo>
                  <a:close/>
                  <a:moveTo>
                    <a:pt x="791826" y="1189513"/>
                  </a:moveTo>
                  <a:lnTo>
                    <a:pt x="828844" y="1203344"/>
                  </a:lnTo>
                  <a:lnTo>
                    <a:pt x="807038" y="1199821"/>
                  </a:lnTo>
                  <a:close/>
                  <a:moveTo>
                    <a:pt x="828844" y="1203344"/>
                  </a:moveTo>
                  <a:lnTo>
                    <a:pt x="836606" y="1202871"/>
                  </a:lnTo>
                  <a:lnTo>
                    <a:pt x="807038" y="1199821"/>
                  </a:lnTo>
                  <a:close/>
                  <a:moveTo>
                    <a:pt x="550570" y="825412"/>
                  </a:moveTo>
                  <a:lnTo>
                    <a:pt x="507530" y="874037"/>
                  </a:lnTo>
                  <a:lnTo>
                    <a:pt x="539576" y="869274"/>
                  </a:lnTo>
                  <a:close/>
                  <a:moveTo>
                    <a:pt x="855903" y="1208304"/>
                  </a:moveTo>
                  <a:lnTo>
                    <a:pt x="807038" y="1199821"/>
                  </a:lnTo>
                  <a:lnTo>
                    <a:pt x="836606" y="1202871"/>
                  </a:lnTo>
                  <a:close/>
                  <a:moveTo>
                    <a:pt x="892585" y="1184449"/>
                  </a:moveTo>
                  <a:lnTo>
                    <a:pt x="898763" y="1190954"/>
                  </a:lnTo>
                  <a:lnTo>
                    <a:pt x="899135" y="1149156"/>
                  </a:lnTo>
                  <a:close/>
                  <a:moveTo>
                    <a:pt x="899135" y="1149156"/>
                  </a:moveTo>
                  <a:lnTo>
                    <a:pt x="915148" y="1180657"/>
                  </a:lnTo>
                  <a:lnTo>
                    <a:pt x="935238" y="1159562"/>
                  </a:lnTo>
                  <a:close/>
                  <a:moveTo>
                    <a:pt x="887287" y="1173771"/>
                  </a:moveTo>
                  <a:lnTo>
                    <a:pt x="892585" y="1184449"/>
                  </a:lnTo>
                  <a:lnTo>
                    <a:pt x="899135" y="1149156"/>
                  </a:lnTo>
                  <a:close/>
                  <a:moveTo>
                    <a:pt x="557949" y="774666"/>
                  </a:moveTo>
                  <a:lnTo>
                    <a:pt x="551634" y="818149"/>
                  </a:lnTo>
                  <a:lnTo>
                    <a:pt x="564283" y="786650"/>
                  </a:lnTo>
                  <a:close/>
                  <a:moveTo>
                    <a:pt x="935238" y="1159562"/>
                  </a:moveTo>
                  <a:lnTo>
                    <a:pt x="958604" y="1150715"/>
                  </a:lnTo>
                  <a:lnTo>
                    <a:pt x="899135" y="1149156"/>
                  </a:lnTo>
                  <a:close/>
                  <a:moveTo>
                    <a:pt x="785957" y="858982"/>
                  </a:moveTo>
                  <a:lnTo>
                    <a:pt x="795704" y="819181"/>
                  </a:lnTo>
                  <a:lnTo>
                    <a:pt x="766625" y="835037"/>
                  </a:lnTo>
                  <a:close/>
                  <a:moveTo>
                    <a:pt x="795704" y="819181"/>
                  </a:moveTo>
                  <a:lnTo>
                    <a:pt x="811897" y="851357"/>
                  </a:lnTo>
                  <a:lnTo>
                    <a:pt x="833975" y="837695"/>
                  </a:lnTo>
                  <a:close/>
                  <a:moveTo>
                    <a:pt x="120606" y="80976"/>
                  </a:moveTo>
                  <a:lnTo>
                    <a:pt x="134641" y="90693"/>
                  </a:lnTo>
                  <a:lnTo>
                    <a:pt x="140346" y="47269"/>
                  </a:lnTo>
                  <a:close/>
                  <a:moveTo>
                    <a:pt x="145354" y="7123"/>
                  </a:moveTo>
                  <a:lnTo>
                    <a:pt x="168463" y="6752"/>
                  </a:lnTo>
                  <a:lnTo>
                    <a:pt x="159321" y="0"/>
                  </a:lnTo>
                  <a:close/>
                  <a:moveTo>
                    <a:pt x="140346" y="47269"/>
                  </a:moveTo>
                  <a:lnTo>
                    <a:pt x="157422" y="23877"/>
                  </a:lnTo>
                  <a:lnTo>
                    <a:pt x="145354" y="7123"/>
                  </a:lnTo>
                  <a:close/>
                  <a:moveTo>
                    <a:pt x="855377" y="808610"/>
                  </a:moveTo>
                  <a:lnTo>
                    <a:pt x="852677" y="831828"/>
                  </a:lnTo>
                  <a:lnTo>
                    <a:pt x="833975" y="837695"/>
                  </a:lnTo>
                  <a:close/>
                  <a:moveTo>
                    <a:pt x="145354" y="7123"/>
                  </a:moveTo>
                  <a:lnTo>
                    <a:pt x="159321" y="0"/>
                  </a:lnTo>
                  <a:lnTo>
                    <a:pt x="203734" y="4613"/>
                  </a:lnTo>
                  <a:close/>
                  <a:moveTo>
                    <a:pt x="856878" y="783665"/>
                  </a:moveTo>
                  <a:lnTo>
                    <a:pt x="861537" y="828181"/>
                  </a:lnTo>
                  <a:lnTo>
                    <a:pt x="858822" y="791426"/>
                  </a:lnTo>
                  <a:close/>
                  <a:moveTo>
                    <a:pt x="858822" y="791426"/>
                  </a:moveTo>
                  <a:lnTo>
                    <a:pt x="862951" y="753614"/>
                  </a:lnTo>
                  <a:lnTo>
                    <a:pt x="856878" y="783665"/>
                  </a:lnTo>
                  <a:close/>
                  <a:moveTo>
                    <a:pt x="868271" y="737488"/>
                  </a:moveTo>
                  <a:lnTo>
                    <a:pt x="862951" y="753614"/>
                  </a:lnTo>
                  <a:lnTo>
                    <a:pt x="858822" y="791426"/>
                  </a:lnTo>
                  <a:close/>
                  <a:moveTo>
                    <a:pt x="721782" y="644406"/>
                  </a:moveTo>
                  <a:lnTo>
                    <a:pt x="736598" y="603539"/>
                  </a:lnTo>
                  <a:lnTo>
                    <a:pt x="743401" y="590468"/>
                  </a:lnTo>
                  <a:close/>
                  <a:moveTo>
                    <a:pt x="365485" y="151577"/>
                  </a:moveTo>
                  <a:lnTo>
                    <a:pt x="377936" y="166591"/>
                  </a:lnTo>
                  <a:lnTo>
                    <a:pt x="380834" y="121440"/>
                  </a:lnTo>
                  <a:close/>
                  <a:moveTo>
                    <a:pt x="879903" y="692419"/>
                  </a:moveTo>
                  <a:lnTo>
                    <a:pt x="901932" y="683550"/>
                  </a:lnTo>
                  <a:lnTo>
                    <a:pt x="863918" y="661022"/>
                  </a:lnTo>
                  <a:close/>
                  <a:moveTo>
                    <a:pt x="879903" y="692419"/>
                  </a:moveTo>
                  <a:lnTo>
                    <a:pt x="863918" y="661022"/>
                  </a:lnTo>
                  <a:lnTo>
                    <a:pt x="843647" y="681440"/>
                  </a:lnTo>
                  <a:close/>
                  <a:moveTo>
                    <a:pt x="906586" y="667603"/>
                  </a:moveTo>
                  <a:lnTo>
                    <a:pt x="902879" y="683861"/>
                  </a:lnTo>
                  <a:lnTo>
                    <a:pt x="879903" y="692419"/>
                  </a:lnTo>
                  <a:close/>
                  <a:moveTo>
                    <a:pt x="909207" y="646795"/>
                  </a:moveTo>
                  <a:lnTo>
                    <a:pt x="902879" y="683861"/>
                  </a:lnTo>
                  <a:lnTo>
                    <a:pt x="906586" y="667603"/>
                  </a:lnTo>
                  <a:close/>
                  <a:moveTo>
                    <a:pt x="909690" y="633577"/>
                  </a:moveTo>
                  <a:lnTo>
                    <a:pt x="903611" y="683550"/>
                  </a:lnTo>
                  <a:lnTo>
                    <a:pt x="909207" y="646795"/>
                  </a:lnTo>
                  <a:close/>
                  <a:moveTo>
                    <a:pt x="909690" y="633577"/>
                  </a:moveTo>
                  <a:lnTo>
                    <a:pt x="909207" y="646795"/>
                  </a:lnTo>
                  <a:lnTo>
                    <a:pt x="913095" y="624101"/>
                  </a:lnTo>
                  <a:close/>
                  <a:moveTo>
                    <a:pt x="653106" y="348758"/>
                  </a:moveTo>
                  <a:lnTo>
                    <a:pt x="662015" y="389510"/>
                  </a:lnTo>
                  <a:lnTo>
                    <a:pt x="654957" y="35275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83" name="Input_density__82">
              <a:extLst>
                <a:ext uri="{FF2B5EF4-FFF2-40B4-BE49-F238E27FC236}">
                  <a16:creationId xmlns:a16="http://schemas.microsoft.com/office/drawing/2014/main" id="{F979771B-F1B8-75CF-3618-C57E017E76DC}"/>
                </a:ext>
              </a:extLst>
            </p:cNvPr>
            <p:cNvSpPr>
              <a:spLocks noGrp="1"/>
            </p:cNvSpPr>
            <p:nvPr/>
          </p:nvSpPr>
          <p:spPr>
            <a:xfrm>
              <a:off x="913778" y="2169760"/>
              <a:ext cx="948166" cy="1038514"/>
            </a:xfrm>
            <a:custGeom>
              <a:avLst/>
              <a:gdLst/>
              <a:ahLst/>
              <a:cxnLst/>
              <a:rect l="0" t="0" r="0" b="0"/>
              <a:pathLst>
                <a:path w="948166" h="1038514">
                  <a:moveTo>
                    <a:pt x="30467" y="753929"/>
                  </a:moveTo>
                  <a:lnTo>
                    <a:pt x="0" y="772320"/>
                  </a:lnTo>
                  <a:lnTo>
                    <a:pt x="29088" y="755137"/>
                  </a:lnTo>
                  <a:close/>
                  <a:moveTo>
                    <a:pt x="30467" y="753929"/>
                  </a:moveTo>
                  <a:lnTo>
                    <a:pt x="5902" y="758290"/>
                  </a:lnTo>
                  <a:lnTo>
                    <a:pt x="0" y="772320"/>
                  </a:lnTo>
                  <a:close/>
                  <a:moveTo>
                    <a:pt x="5902" y="758290"/>
                  </a:moveTo>
                  <a:lnTo>
                    <a:pt x="30467" y="753929"/>
                  </a:lnTo>
                  <a:lnTo>
                    <a:pt x="8444" y="735565"/>
                  </a:lnTo>
                  <a:close/>
                  <a:moveTo>
                    <a:pt x="30467" y="753929"/>
                  </a:moveTo>
                  <a:lnTo>
                    <a:pt x="40755" y="718382"/>
                  </a:lnTo>
                  <a:lnTo>
                    <a:pt x="8444" y="735565"/>
                  </a:lnTo>
                  <a:close/>
                  <a:moveTo>
                    <a:pt x="30467" y="753929"/>
                  </a:moveTo>
                  <a:lnTo>
                    <a:pt x="29088" y="755137"/>
                  </a:lnTo>
                  <a:lnTo>
                    <a:pt x="32950" y="753382"/>
                  </a:lnTo>
                  <a:close/>
                  <a:moveTo>
                    <a:pt x="32950" y="753382"/>
                  </a:moveTo>
                  <a:lnTo>
                    <a:pt x="40755" y="718382"/>
                  </a:lnTo>
                  <a:lnTo>
                    <a:pt x="30467" y="753929"/>
                  </a:lnTo>
                  <a:close/>
                  <a:moveTo>
                    <a:pt x="64292" y="710242"/>
                  </a:moveTo>
                  <a:lnTo>
                    <a:pt x="40755" y="718382"/>
                  </a:lnTo>
                  <a:lnTo>
                    <a:pt x="32950" y="753382"/>
                  </a:lnTo>
                  <a:close/>
                  <a:moveTo>
                    <a:pt x="82439" y="740236"/>
                  </a:moveTo>
                  <a:lnTo>
                    <a:pt x="64292" y="710242"/>
                  </a:lnTo>
                  <a:lnTo>
                    <a:pt x="32950" y="753382"/>
                  </a:lnTo>
                  <a:close/>
                  <a:moveTo>
                    <a:pt x="82439" y="740236"/>
                  </a:moveTo>
                  <a:lnTo>
                    <a:pt x="32950" y="753382"/>
                  </a:lnTo>
                  <a:lnTo>
                    <a:pt x="87628" y="746857"/>
                  </a:lnTo>
                  <a:close/>
                  <a:moveTo>
                    <a:pt x="99940" y="737953"/>
                  </a:moveTo>
                  <a:lnTo>
                    <a:pt x="94672" y="701198"/>
                  </a:lnTo>
                  <a:lnTo>
                    <a:pt x="82439" y="740236"/>
                  </a:lnTo>
                  <a:close/>
                  <a:moveTo>
                    <a:pt x="94672" y="701198"/>
                  </a:moveTo>
                  <a:lnTo>
                    <a:pt x="64292" y="710242"/>
                  </a:lnTo>
                  <a:lnTo>
                    <a:pt x="82439" y="740236"/>
                  </a:lnTo>
                  <a:close/>
                  <a:moveTo>
                    <a:pt x="48757" y="697733"/>
                  </a:moveTo>
                  <a:lnTo>
                    <a:pt x="40755" y="718382"/>
                  </a:lnTo>
                  <a:lnTo>
                    <a:pt x="64292" y="710242"/>
                  </a:lnTo>
                  <a:close/>
                  <a:moveTo>
                    <a:pt x="94672" y="701198"/>
                  </a:moveTo>
                  <a:lnTo>
                    <a:pt x="48757" y="697733"/>
                  </a:lnTo>
                  <a:lnTo>
                    <a:pt x="64292" y="710242"/>
                  </a:lnTo>
                  <a:close/>
                  <a:moveTo>
                    <a:pt x="101952" y="675838"/>
                  </a:moveTo>
                  <a:lnTo>
                    <a:pt x="94672" y="701198"/>
                  </a:lnTo>
                  <a:lnTo>
                    <a:pt x="122276" y="690190"/>
                  </a:lnTo>
                  <a:close/>
                  <a:moveTo>
                    <a:pt x="510733" y="1034382"/>
                  </a:moveTo>
                  <a:lnTo>
                    <a:pt x="515142" y="1031659"/>
                  </a:lnTo>
                  <a:lnTo>
                    <a:pt x="477468" y="1038514"/>
                  </a:lnTo>
                  <a:close/>
                  <a:moveTo>
                    <a:pt x="238194" y="455030"/>
                  </a:moveTo>
                  <a:lnTo>
                    <a:pt x="214202" y="461535"/>
                  </a:lnTo>
                  <a:lnTo>
                    <a:pt x="207861" y="485445"/>
                  </a:lnTo>
                  <a:close/>
                  <a:moveTo>
                    <a:pt x="645982" y="909322"/>
                  </a:moveTo>
                  <a:lnTo>
                    <a:pt x="685438" y="909805"/>
                  </a:lnTo>
                  <a:lnTo>
                    <a:pt x="672489" y="898824"/>
                  </a:lnTo>
                  <a:close/>
                  <a:moveTo>
                    <a:pt x="652286" y="882063"/>
                  </a:moveTo>
                  <a:lnTo>
                    <a:pt x="645982" y="909322"/>
                  </a:lnTo>
                  <a:lnTo>
                    <a:pt x="672489" y="898824"/>
                  </a:lnTo>
                  <a:close/>
                  <a:moveTo>
                    <a:pt x="665930" y="818628"/>
                  </a:moveTo>
                  <a:lnTo>
                    <a:pt x="654143" y="872567"/>
                  </a:lnTo>
                  <a:lnTo>
                    <a:pt x="686059" y="855383"/>
                  </a:lnTo>
                  <a:close/>
                  <a:moveTo>
                    <a:pt x="325411" y="454409"/>
                  </a:moveTo>
                  <a:lnTo>
                    <a:pt x="303807" y="431507"/>
                  </a:lnTo>
                  <a:lnTo>
                    <a:pt x="301713" y="443364"/>
                  </a:lnTo>
                  <a:close/>
                  <a:moveTo>
                    <a:pt x="657589" y="781873"/>
                  </a:moveTo>
                  <a:lnTo>
                    <a:pt x="665930" y="818628"/>
                  </a:lnTo>
                  <a:lnTo>
                    <a:pt x="689505" y="801445"/>
                  </a:lnTo>
                  <a:close/>
                  <a:moveTo>
                    <a:pt x="214760" y="271208"/>
                  </a:moveTo>
                  <a:lnTo>
                    <a:pt x="199099" y="304058"/>
                  </a:lnTo>
                  <a:lnTo>
                    <a:pt x="243097" y="288164"/>
                  </a:lnTo>
                  <a:close/>
                  <a:moveTo>
                    <a:pt x="655755" y="285969"/>
                  </a:moveTo>
                  <a:lnTo>
                    <a:pt x="650089" y="296599"/>
                  </a:lnTo>
                  <a:lnTo>
                    <a:pt x="704456" y="279084"/>
                  </a:lnTo>
                  <a:close/>
                  <a:moveTo>
                    <a:pt x="655755" y="285969"/>
                  </a:moveTo>
                  <a:lnTo>
                    <a:pt x="704456" y="279084"/>
                  </a:lnTo>
                  <a:lnTo>
                    <a:pt x="695870" y="274468"/>
                  </a:lnTo>
                  <a:close/>
                  <a:moveTo>
                    <a:pt x="517098" y="17183"/>
                  </a:moveTo>
                  <a:lnTo>
                    <a:pt x="536908" y="36755"/>
                  </a:lnTo>
                  <a:lnTo>
                    <a:pt x="531815" y="0"/>
                  </a:lnTo>
                  <a:close/>
                  <a:moveTo>
                    <a:pt x="531815" y="0"/>
                  </a:moveTo>
                  <a:lnTo>
                    <a:pt x="536908" y="36755"/>
                  </a:lnTo>
                  <a:lnTo>
                    <a:pt x="570602" y="19571"/>
                  </a:lnTo>
                  <a:close/>
                  <a:moveTo>
                    <a:pt x="818226" y="262882"/>
                  </a:moveTo>
                  <a:lnTo>
                    <a:pt x="839064" y="244585"/>
                  </a:lnTo>
                  <a:lnTo>
                    <a:pt x="829100" y="240101"/>
                  </a:lnTo>
                  <a:close/>
                  <a:moveTo>
                    <a:pt x="839064" y="244585"/>
                  </a:moveTo>
                  <a:lnTo>
                    <a:pt x="855345" y="222918"/>
                  </a:lnTo>
                  <a:lnTo>
                    <a:pt x="829100" y="240101"/>
                  </a:lnTo>
                  <a:close/>
                  <a:moveTo>
                    <a:pt x="864471" y="215001"/>
                  </a:moveTo>
                  <a:lnTo>
                    <a:pt x="829100" y="240101"/>
                  </a:lnTo>
                  <a:lnTo>
                    <a:pt x="855345" y="222918"/>
                  </a:lnTo>
                  <a:close/>
                  <a:moveTo>
                    <a:pt x="874416" y="216554"/>
                  </a:moveTo>
                  <a:lnTo>
                    <a:pt x="855345" y="222918"/>
                  </a:lnTo>
                  <a:lnTo>
                    <a:pt x="891573" y="220123"/>
                  </a:lnTo>
                  <a:close/>
                  <a:moveTo>
                    <a:pt x="864471" y="215001"/>
                  </a:moveTo>
                  <a:lnTo>
                    <a:pt x="855345" y="222918"/>
                  </a:lnTo>
                  <a:lnTo>
                    <a:pt x="874416" y="216554"/>
                  </a:lnTo>
                  <a:close/>
                  <a:moveTo>
                    <a:pt x="887104" y="186163"/>
                  </a:moveTo>
                  <a:lnTo>
                    <a:pt x="864471" y="215001"/>
                  </a:lnTo>
                  <a:lnTo>
                    <a:pt x="917494" y="192463"/>
                  </a:lnTo>
                  <a:close/>
                  <a:moveTo>
                    <a:pt x="917494" y="192463"/>
                  </a:moveTo>
                  <a:lnTo>
                    <a:pt x="864471" y="215001"/>
                  </a:lnTo>
                  <a:lnTo>
                    <a:pt x="912965" y="205735"/>
                  </a:lnTo>
                  <a:close/>
                  <a:moveTo>
                    <a:pt x="912965" y="205735"/>
                  </a:moveTo>
                  <a:lnTo>
                    <a:pt x="864471" y="215001"/>
                  </a:lnTo>
                  <a:lnTo>
                    <a:pt x="874416" y="216554"/>
                  </a:lnTo>
                  <a:close/>
                  <a:moveTo>
                    <a:pt x="895793" y="181516"/>
                  </a:moveTo>
                  <a:lnTo>
                    <a:pt x="917494" y="192463"/>
                  </a:lnTo>
                  <a:lnTo>
                    <a:pt x="932398" y="168980"/>
                  </a:lnTo>
                  <a:close/>
                  <a:moveTo>
                    <a:pt x="917494" y="192463"/>
                  </a:moveTo>
                  <a:lnTo>
                    <a:pt x="912965" y="205735"/>
                  </a:lnTo>
                  <a:lnTo>
                    <a:pt x="926223" y="201524"/>
                  </a:lnTo>
                  <a:close/>
                  <a:moveTo>
                    <a:pt x="926223" y="201524"/>
                  </a:moveTo>
                  <a:lnTo>
                    <a:pt x="932398" y="168980"/>
                  </a:lnTo>
                  <a:lnTo>
                    <a:pt x="917494" y="192463"/>
                  </a:lnTo>
                  <a:close/>
                  <a:moveTo>
                    <a:pt x="948166" y="166026"/>
                  </a:moveTo>
                  <a:lnTo>
                    <a:pt x="932398" y="168980"/>
                  </a:lnTo>
                  <a:lnTo>
                    <a:pt x="926223" y="20152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84" name="Input_density__83">
              <a:extLst>
                <a:ext uri="{FF2B5EF4-FFF2-40B4-BE49-F238E27FC236}">
                  <a16:creationId xmlns:a16="http://schemas.microsoft.com/office/drawing/2014/main" id="{5596E70A-0ED0-0F1C-9C31-D64544FA5628}"/>
                </a:ext>
              </a:extLst>
            </p:cNvPr>
            <p:cNvSpPr>
              <a:spLocks noGrp="1"/>
            </p:cNvSpPr>
            <p:nvPr/>
          </p:nvSpPr>
          <p:spPr>
            <a:xfrm>
              <a:off x="1001405" y="1840643"/>
              <a:ext cx="947133" cy="1417437"/>
            </a:xfrm>
            <a:custGeom>
              <a:avLst/>
              <a:gdLst/>
              <a:ahLst/>
              <a:cxnLst/>
              <a:rect l="0" t="0" r="0" b="0"/>
              <a:pathLst>
                <a:path w="947133" h="1417437">
                  <a:moveTo>
                    <a:pt x="180580" y="1295161"/>
                  </a:moveTo>
                  <a:lnTo>
                    <a:pt x="231369" y="1318144"/>
                  </a:lnTo>
                  <a:lnTo>
                    <a:pt x="214350" y="1294795"/>
                  </a:lnTo>
                  <a:close/>
                  <a:moveTo>
                    <a:pt x="72224" y="1105341"/>
                  </a:moveTo>
                  <a:lnTo>
                    <a:pt x="37376" y="1106583"/>
                  </a:lnTo>
                  <a:lnTo>
                    <a:pt x="74774" y="1148015"/>
                  </a:lnTo>
                  <a:close/>
                  <a:moveTo>
                    <a:pt x="74774" y="1148015"/>
                  </a:moveTo>
                  <a:lnTo>
                    <a:pt x="68837" y="1180400"/>
                  </a:lnTo>
                  <a:lnTo>
                    <a:pt x="117886" y="1143004"/>
                  </a:lnTo>
                  <a:close/>
                  <a:moveTo>
                    <a:pt x="59565" y="1070886"/>
                  </a:moveTo>
                  <a:lnTo>
                    <a:pt x="37376" y="1106583"/>
                  </a:lnTo>
                  <a:lnTo>
                    <a:pt x="72224" y="1105341"/>
                  </a:lnTo>
                  <a:close/>
                  <a:moveTo>
                    <a:pt x="36279" y="1087038"/>
                  </a:moveTo>
                  <a:lnTo>
                    <a:pt x="12312" y="1067070"/>
                  </a:lnTo>
                  <a:lnTo>
                    <a:pt x="37376" y="1106583"/>
                  </a:lnTo>
                  <a:close/>
                  <a:moveTo>
                    <a:pt x="0" y="1075974"/>
                  </a:moveTo>
                  <a:lnTo>
                    <a:pt x="32301" y="1103826"/>
                  </a:lnTo>
                  <a:lnTo>
                    <a:pt x="37376" y="1106583"/>
                  </a:lnTo>
                  <a:close/>
                  <a:moveTo>
                    <a:pt x="7044" y="1030315"/>
                  </a:moveTo>
                  <a:lnTo>
                    <a:pt x="49052" y="1038588"/>
                  </a:lnTo>
                  <a:lnTo>
                    <a:pt x="34649" y="1019307"/>
                  </a:lnTo>
                  <a:close/>
                  <a:moveTo>
                    <a:pt x="12312" y="1067070"/>
                  </a:moveTo>
                  <a:lnTo>
                    <a:pt x="32994" y="1049887"/>
                  </a:lnTo>
                  <a:lnTo>
                    <a:pt x="7044" y="1030315"/>
                  </a:lnTo>
                  <a:close/>
                  <a:moveTo>
                    <a:pt x="423105" y="1363499"/>
                  </a:moveTo>
                  <a:lnTo>
                    <a:pt x="381168" y="1408279"/>
                  </a:lnTo>
                  <a:lnTo>
                    <a:pt x="395416" y="1417437"/>
                  </a:lnTo>
                  <a:close/>
                  <a:moveTo>
                    <a:pt x="423105" y="1363499"/>
                  </a:moveTo>
                  <a:lnTo>
                    <a:pt x="395416" y="1417437"/>
                  </a:lnTo>
                  <a:lnTo>
                    <a:pt x="419304" y="1400253"/>
                  </a:lnTo>
                  <a:close/>
                  <a:moveTo>
                    <a:pt x="389840" y="1367631"/>
                  </a:moveTo>
                  <a:lnTo>
                    <a:pt x="342777" y="1389317"/>
                  </a:lnTo>
                  <a:lnTo>
                    <a:pt x="381168" y="1408279"/>
                  </a:lnTo>
                  <a:close/>
                  <a:moveTo>
                    <a:pt x="389840" y="1367631"/>
                  </a:moveTo>
                  <a:lnTo>
                    <a:pt x="346549" y="1375737"/>
                  </a:lnTo>
                  <a:lnTo>
                    <a:pt x="342777" y="1389317"/>
                  </a:lnTo>
                  <a:close/>
                  <a:moveTo>
                    <a:pt x="346549" y="1375737"/>
                  </a:moveTo>
                  <a:lnTo>
                    <a:pt x="376515" y="1333716"/>
                  </a:lnTo>
                  <a:lnTo>
                    <a:pt x="345107" y="1332163"/>
                  </a:lnTo>
                  <a:close/>
                  <a:moveTo>
                    <a:pt x="314794" y="1329719"/>
                  </a:moveTo>
                  <a:lnTo>
                    <a:pt x="345107" y="1332163"/>
                  </a:lnTo>
                  <a:lnTo>
                    <a:pt x="325213" y="1323650"/>
                  </a:lnTo>
                  <a:close/>
                  <a:moveTo>
                    <a:pt x="345107" y="1332163"/>
                  </a:moveTo>
                  <a:lnTo>
                    <a:pt x="360478" y="1330923"/>
                  </a:lnTo>
                  <a:lnTo>
                    <a:pt x="325213" y="1323650"/>
                  </a:lnTo>
                  <a:close/>
                  <a:moveTo>
                    <a:pt x="345107" y="1332163"/>
                  </a:moveTo>
                  <a:lnTo>
                    <a:pt x="376515" y="1333716"/>
                  </a:lnTo>
                  <a:lnTo>
                    <a:pt x="360478" y="1330923"/>
                  </a:lnTo>
                  <a:close/>
                  <a:moveTo>
                    <a:pt x="423105" y="1363499"/>
                  </a:moveTo>
                  <a:lnTo>
                    <a:pt x="419304" y="1400253"/>
                  </a:lnTo>
                  <a:lnTo>
                    <a:pt x="448594" y="1391701"/>
                  </a:lnTo>
                  <a:close/>
                  <a:moveTo>
                    <a:pt x="430961" y="1361289"/>
                  </a:moveTo>
                  <a:lnTo>
                    <a:pt x="461390" y="1362856"/>
                  </a:lnTo>
                  <a:lnTo>
                    <a:pt x="427514" y="1360776"/>
                  </a:lnTo>
                  <a:close/>
                  <a:moveTo>
                    <a:pt x="121263" y="905255"/>
                  </a:moveTo>
                  <a:lnTo>
                    <a:pt x="118021" y="871461"/>
                  </a:lnTo>
                  <a:lnTo>
                    <a:pt x="117958" y="916260"/>
                  </a:lnTo>
                  <a:close/>
                  <a:moveTo>
                    <a:pt x="264989" y="1052275"/>
                  </a:moveTo>
                  <a:lnTo>
                    <a:pt x="271628" y="1055464"/>
                  </a:lnTo>
                  <a:lnTo>
                    <a:pt x="273203" y="1050301"/>
                  </a:lnTo>
                  <a:close/>
                  <a:moveTo>
                    <a:pt x="273203" y="1050301"/>
                  </a:moveTo>
                  <a:lnTo>
                    <a:pt x="271628" y="1055464"/>
                  </a:lnTo>
                  <a:lnTo>
                    <a:pt x="280054" y="1052275"/>
                  </a:lnTo>
                  <a:close/>
                  <a:moveTo>
                    <a:pt x="564408" y="1275194"/>
                  </a:moveTo>
                  <a:lnTo>
                    <a:pt x="587258" y="1258010"/>
                  </a:lnTo>
                  <a:lnTo>
                    <a:pt x="558354" y="1238439"/>
                  </a:lnTo>
                  <a:close/>
                  <a:moveTo>
                    <a:pt x="620567" y="1258010"/>
                  </a:moveTo>
                  <a:lnTo>
                    <a:pt x="584861" y="1227941"/>
                  </a:lnTo>
                  <a:lnTo>
                    <a:pt x="597810" y="1238922"/>
                  </a:lnTo>
                  <a:close/>
                  <a:moveTo>
                    <a:pt x="591954" y="1238439"/>
                  </a:moveTo>
                  <a:lnTo>
                    <a:pt x="564658" y="1211180"/>
                  </a:lnTo>
                  <a:lnTo>
                    <a:pt x="584861" y="1227941"/>
                  </a:lnTo>
                  <a:close/>
                  <a:moveTo>
                    <a:pt x="439881" y="1054664"/>
                  </a:moveTo>
                  <a:lnTo>
                    <a:pt x="461171" y="1073412"/>
                  </a:lnTo>
                  <a:lnTo>
                    <a:pt x="474120" y="1040060"/>
                  </a:lnTo>
                  <a:close/>
                  <a:moveTo>
                    <a:pt x="418785" y="1013211"/>
                  </a:moveTo>
                  <a:lnTo>
                    <a:pt x="413740" y="1020652"/>
                  </a:lnTo>
                  <a:lnTo>
                    <a:pt x="443786" y="1000725"/>
                  </a:lnTo>
                  <a:close/>
                  <a:moveTo>
                    <a:pt x="413740" y="1020652"/>
                  </a:moveTo>
                  <a:lnTo>
                    <a:pt x="439881" y="1054664"/>
                  </a:lnTo>
                  <a:lnTo>
                    <a:pt x="443786" y="1000725"/>
                  </a:lnTo>
                  <a:close/>
                  <a:moveTo>
                    <a:pt x="443786" y="1000725"/>
                  </a:moveTo>
                  <a:lnTo>
                    <a:pt x="439881" y="1054664"/>
                  </a:lnTo>
                  <a:lnTo>
                    <a:pt x="474907" y="1028561"/>
                  </a:lnTo>
                  <a:close/>
                  <a:moveTo>
                    <a:pt x="474907" y="1028561"/>
                  </a:moveTo>
                  <a:lnTo>
                    <a:pt x="439881" y="1054664"/>
                  </a:lnTo>
                  <a:lnTo>
                    <a:pt x="474120" y="1040060"/>
                  </a:lnTo>
                  <a:close/>
                  <a:moveTo>
                    <a:pt x="257684" y="794436"/>
                  </a:moveTo>
                  <a:lnTo>
                    <a:pt x="261608" y="746498"/>
                  </a:lnTo>
                  <a:lnTo>
                    <a:pt x="237783" y="783526"/>
                  </a:lnTo>
                  <a:close/>
                  <a:moveTo>
                    <a:pt x="109899" y="687114"/>
                  </a:moveTo>
                  <a:lnTo>
                    <a:pt x="111471" y="633175"/>
                  </a:lnTo>
                  <a:lnTo>
                    <a:pt x="86802" y="650359"/>
                  </a:lnTo>
                  <a:close/>
                  <a:moveTo>
                    <a:pt x="443786" y="1000725"/>
                  </a:moveTo>
                  <a:lnTo>
                    <a:pt x="474907" y="1028561"/>
                  </a:lnTo>
                  <a:lnTo>
                    <a:pt x="475099" y="994516"/>
                  </a:lnTo>
                  <a:close/>
                  <a:moveTo>
                    <a:pt x="475099" y="994516"/>
                  </a:moveTo>
                  <a:lnTo>
                    <a:pt x="474907" y="1028561"/>
                  </a:lnTo>
                  <a:lnTo>
                    <a:pt x="483701" y="1000725"/>
                  </a:lnTo>
                  <a:close/>
                  <a:moveTo>
                    <a:pt x="431367" y="946787"/>
                  </a:moveTo>
                  <a:lnTo>
                    <a:pt x="394860" y="963970"/>
                  </a:lnTo>
                  <a:lnTo>
                    <a:pt x="432717" y="995397"/>
                  </a:lnTo>
                  <a:close/>
                  <a:moveTo>
                    <a:pt x="431367" y="946787"/>
                  </a:moveTo>
                  <a:lnTo>
                    <a:pt x="442805" y="936906"/>
                  </a:lnTo>
                  <a:lnTo>
                    <a:pt x="394860" y="963970"/>
                  </a:lnTo>
                  <a:close/>
                  <a:moveTo>
                    <a:pt x="387707" y="855479"/>
                  </a:moveTo>
                  <a:lnTo>
                    <a:pt x="375352" y="842444"/>
                  </a:lnTo>
                  <a:lnTo>
                    <a:pt x="366788" y="836522"/>
                  </a:lnTo>
                  <a:close/>
                  <a:moveTo>
                    <a:pt x="277659" y="789389"/>
                  </a:moveTo>
                  <a:lnTo>
                    <a:pt x="243102" y="784761"/>
                  </a:lnTo>
                  <a:lnTo>
                    <a:pt x="299167" y="773593"/>
                  </a:lnTo>
                  <a:close/>
                  <a:moveTo>
                    <a:pt x="623920" y="1113378"/>
                  </a:moveTo>
                  <a:lnTo>
                    <a:pt x="584786" y="1093761"/>
                  </a:lnTo>
                  <a:lnTo>
                    <a:pt x="584824" y="1093807"/>
                  </a:lnTo>
                  <a:close/>
                  <a:moveTo>
                    <a:pt x="542179" y="1057052"/>
                  </a:moveTo>
                  <a:lnTo>
                    <a:pt x="584786" y="1093761"/>
                  </a:lnTo>
                  <a:lnTo>
                    <a:pt x="542442" y="1056350"/>
                  </a:lnTo>
                  <a:close/>
                  <a:moveTo>
                    <a:pt x="584699" y="1093696"/>
                  </a:moveTo>
                  <a:lnTo>
                    <a:pt x="584786" y="1093761"/>
                  </a:lnTo>
                  <a:lnTo>
                    <a:pt x="542179" y="1057052"/>
                  </a:lnTo>
                  <a:close/>
                  <a:moveTo>
                    <a:pt x="394022" y="836522"/>
                  </a:moveTo>
                  <a:lnTo>
                    <a:pt x="419247" y="848823"/>
                  </a:lnTo>
                  <a:lnTo>
                    <a:pt x="412312" y="819339"/>
                  </a:lnTo>
                  <a:close/>
                  <a:moveTo>
                    <a:pt x="400717" y="807914"/>
                  </a:moveTo>
                  <a:lnTo>
                    <a:pt x="383105" y="791394"/>
                  </a:lnTo>
                  <a:lnTo>
                    <a:pt x="412312" y="819339"/>
                  </a:lnTo>
                  <a:close/>
                  <a:moveTo>
                    <a:pt x="388259" y="761336"/>
                  </a:moveTo>
                  <a:lnTo>
                    <a:pt x="383105" y="791394"/>
                  </a:lnTo>
                  <a:lnTo>
                    <a:pt x="360722" y="782584"/>
                  </a:lnTo>
                  <a:close/>
                  <a:moveTo>
                    <a:pt x="211194" y="615992"/>
                  </a:moveTo>
                  <a:lnTo>
                    <a:pt x="242248" y="598809"/>
                  </a:lnTo>
                  <a:lnTo>
                    <a:pt x="197772" y="579237"/>
                  </a:lnTo>
                  <a:close/>
                  <a:moveTo>
                    <a:pt x="643710" y="1028198"/>
                  </a:moveTo>
                  <a:lnTo>
                    <a:pt x="653444" y="1005358"/>
                  </a:lnTo>
                  <a:lnTo>
                    <a:pt x="624021" y="1019926"/>
                  </a:lnTo>
                  <a:close/>
                  <a:moveTo>
                    <a:pt x="643710" y="1028198"/>
                  </a:moveTo>
                  <a:lnTo>
                    <a:pt x="672760" y="1031669"/>
                  </a:lnTo>
                  <a:lnTo>
                    <a:pt x="653444" y="1005358"/>
                  </a:lnTo>
                  <a:close/>
                  <a:moveTo>
                    <a:pt x="819743" y="1082933"/>
                  </a:moveTo>
                  <a:lnTo>
                    <a:pt x="817260" y="1051694"/>
                  </a:lnTo>
                  <a:lnTo>
                    <a:pt x="812094" y="1042257"/>
                  </a:lnTo>
                  <a:close/>
                  <a:moveTo>
                    <a:pt x="819743" y="1082933"/>
                  </a:moveTo>
                  <a:lnTo>
                    <a:pt x="828426" y="1093444"/>
                  </a:lnTo>
                  <a:lnTo>
                    <a:pt x="830582" y="1079012"/>
                  </a:lnTo>
                  <a:close/>
                  <a:moveTo>
                    <a:pt x="828426" y="1093444"/>
                  </a:moveTo>
                  <a:lnTo>
                    <a:pt x="819743" y="1082933"/>
                  </a:lnTo>
                  <a:lnTo>
                    <a:pt x="819515" y="1079012"/>
                  </a:lnTo>
                  <a:close/>
                  <a:moveTo>
                    <a:pt x="717422" y="977700"/>
                  </a:moveTo>
                  <a:lnTo>
                    <a:pt x="754809" y="1005502"/>
                  </a:lnTo>
                  <a:lnTo>
                    <a:pt x="733327" y="987036"/>
                  </a:lnTo>
                  <a:close/>
                  <a:moveTo>
                    <a:pt x="717422" y="977700"/>
                  </a:moveTo>
                  <a:lnTo>
                    <a:pt x="757996" y="1016550"/>
                  </a:lnTo>
                  <a:lnTo>
                    <a:pt x="754809" y="1005502"/>
                  </a:lnTo>
                  <a:close/>
                  <a:moveTo>
                    <a:pt x="720736" y="968747"/>
                  </a:moveTo>
                  <a:lnTo>
                    <a:pt x="717422" y="977700"/>
                  </a:lnTo>
                  <a:lnTo>
                    <a:pt x="733327" y="987036"/>
                  </a:lnTo>
                  <a:close/>
                  <a:moveTo>
                    <a:pt x="676276" y="939316"/>
                  </a:moveTo>
                  <a:lnTo>
                    <a:pt x="720736" y="968747"/>
                  </a:lnTo>
                  <a:lnTo>
                    <a:pt x="686787" y="937608"/>
                  </a:lnTo>
                  <a:close/>
                  <a:moveTo>
                    <a:pt x="717422" y="977700"/>
                  </a:moveTo>
                  <a:lnTo>
                    <a:pt x="720736" y="968747"/>
                  </a:lnTo>
                  <a:lnTo>
                    <a:pt x="676276" y="939316"/>
                  </a:lnTo>
                  <a:close/>
                  <a:moveTo>
                    <a:pt x="678470" y="931992"/>
                  </a:moveTo>
                  <a:lnTo>
                    <a:pt x="676276" y="939316"/>
                  </a:lnTo>
                  <a:lnTo>
                    <a:pt x="686787" y="937608"/>
                  </a:lnTo>
                  <a:close/>
                  <a:moveTo>
                    <a:pt x="830582" y="1079012"/>
                  </a:moveTo>
                  <a:lnTo>
                    <a:pt x="828426" y="1093444"/>
                  </a:lnTo>
                  <a:lnTo>
                    <a:pt x="879720" y="1064436"/>
                  </a:lnTo>
                  <a:close/>
                  <a:moveTo>
                    <a:pt x="868780" y="1098583"/>
                  </a:moveTo>
                  <a:lnTo>
                    <a:pt x="828426" y="1093444"/>
                  </a:lnTo>
                  <a:lnTo>
                    <a:pt x="840747" y="1110604"/>
                  </a:lnTo>
                  <a:close/>
                  <a:moveTo>
                    <a:pt x="812094" y="1042257"/>
                  </a:moveTo>
                  <a:lnTo>
                    <a:pt x="817260" y="1051694"/>
                  </a:lnTo>
                  <a:lnTo>
                    <a:pt x="822183" y="1036203"/>
                  </a:lnTo>
                  <a:close/>
                  <a:moveTo>
                    <a:pt x="822183" y="1036203"/>
                  </a:moveTo>
                  <a:lnTo>
                    <a:pt x="817260" y="1051694"/>
                  </a:lnTo>
                  <a:lnTo>
                    <a:pt x="877245" y="1063273"/>
                  </a:lnTo>
                  <a:close/>
                  <a:moveTo>
                    <a:pt x="865909" y="1027743"/>
                  </a:moveTo>
                  <a:lnTo>
                    <a:pt x="822183" y="1036203"/>
                  </a:lnTo>
                  <a:lnTo>
                    <a:pt x="877245" y="1063273"/>
                  </a:lnTo>
                  <a:close/>
                  <a:moveTo>
                    <a:pt x="792680" y="988353"/>
                  </a:moveTo>
                  <a:lnTo>
                    <a:pt x="777171" y="1026384"/>
                  </a:lnTo>
                  <a:lnTo>
                    <a:pt x="822183" y="1036203"/>
                  </a:lnTo>
                  <a:close/>
                  <a:moveTo>
                    <a:pt x="823657" y="990257"/>
                  </a:moveTo>
                  <a:lnTo>
                    <a:pt x="792680" y="988353"/>
                  </a:lnTo>
                  <a:lnTo>
                    <a:pt x="822183" y="1036203"/>
                  </a:lnTo>
                  <a:close/>
                  <a:moveTo>
                    <a:pt x="822183" y="1036203"/>
                  </a:moveTo>
                  <a:lnTo>
                    <a:pt x="852896" y="993574"/>
                  </a:lnTo>
                  <a:lnTo>
                    <a:pt x="823657" y="990257"/>
                  </a:lnTo>
                  <a:close/>
                  <a:moveTo>
                    <a:pt x="754809" y="1005502"/>
                  </a:moveTo>
                  <a:lnTo>
                    <a:pt x="777171" y="1026384"/>
                  </a:lnTo>
                  <a:lnTo>
                    <a:pt x="792680" y="988353"/>
                  </a:lnTo>
                  <a:close/>
                  <a:moveTo>
                    <a:pt x="754809" y="1005502"/>
                  </a:moveTo>
                  <a:lnTo>
                    <a:pt x="792680" y="988353"/>
                  </a:lnTo>
                  <a:lnTo>
                    <a:pt x="733327" y="987036"/>
                  </a:lnTo>
                  <a:close/>
                  <a:moveTo>
                    <a:pt x="811088" y="955728"/>
                  </a:moveTo>
                  <a:lnTo>
                    <a:pt x="792695" y="988219"/>
                  </a:lnTo>
                  <a:lnTo>
                    <a:pt x="792680" y="988353"/>
                  </a:lnTo>
                  <a:close/>
                  <a:moveTo>
                    <a:pt x="811088" y="955728"/>
                  </a:moveTo>
                  <a:lnTo>
                    <a:pt x="792680" y="988353"/>
                  </a:lnTo>
                  <a:lnTo>
                    <a:pt x="823657" y="990257"/>
                  </a:lnTo>
                  <a:close/>
                  <a:moveTo>
                    <a:pt x="719424" y="914808"/>
                  </a:moveTo>
                  <a:lnTo>
                    <a:pt x="686787" y="937608"/>
                  </a:lnTo>
                  <a:lnTo>
                    <a:pt x="720736" y="968747"/>
                  </a:lnTo>
                  <a:close/>
                  <a:moveTo>
                    <a:pt x="678470" y="931992"/>
                  </a:moveTo>
                  <a:lnTo>
                    <a:pt x="686787" y="937608"/>
                  </a:lnTo>
                  <a:lnTo>
                    <a:pt x="696234" y="923091"/>
                  </a:lnTo>
                  <a:close/>
                  <a:moveTo>
                    <a:pt x="879746" y="1061240"/>
                  </a:moveTo>
                  <a:lnTo>
                    <a:pt x="879720" y="1064436"/>
                  </a:lnTo>
                  <a:lnTo>
                    <a:pt x="865541" y="1045700"/>
                  </a:lnTo>
                  <a:close/>
                  <a:moveTo>
                    <a:pt x="880933" y="1061828"/>
                  </a:moveTo>
                  <a:lnTo>
                    <a:pt x="879720" y="1064436"/>
                  </a:lnTo>
                  <a:lnTo>
                    <a:pt x="879746" y="1061240"/>
                  </a:lnTo>
                  <a:close/>
                  <a:moveTo>
                    <a:pt x="788072" y="947352"/>
                  </a:moveTo>
                  <a:lnTo>
                    <a:pt x="792695" y="988219"/>
                  </a:lnTo>
                  <a:lnTo>
                    <a:pt x="802753" y="951563"/>
                  </a:lnTo>
                  <a:close/>
                  <a:moveTo>
                    <a:pt x="775948" y="925605"/>
                  </a:moveTo>
                  <a:lnTo>
                    <a:pt x="788072" y="947352"/>
                  </a:lnTo>
                  <a:lnTo>
                    <a:pt x="802753" y="951563"/>
                  </a:lnTo>
                  <a:close/>
                  <a:moveTo>
                    <a:pt x="690932" y="750605"/>
                  </a:moveTo>
                  <a:lnTo>
                    <a:pt x="712869" y="718130"/>
                  </a:lnTo>
                  <a:lnTo>
                    <a:pt x="668867" y="731033"/>
                  </a:lnTo>
                  <a:close/>
                  <a:moveTo>
                    <a:pt x="676206" y="767789"/>
                  </a:moveTo>
                  <a:lnTo>
                    <a:pt x="690932" y="750605"/>
                  </a:lnTo>
                  <a:lnTo>
                    <a:pt x="668867" y="731033"/>
                  </a:lnTo>
                  <a:close/>
                  <a:moveTo>
                    <a:pt x="910806" y="917197"/>
                  </a:moveTo>
                  <a:lnTo>
                    <a:pt x="920895" y="901392"/>
                  </a:lnTo>
                  <a:lnTo>
                    <a:pt x="876368" y="929745"/>
                  </a:lnTo>
                  <a:close/>
                  <a:moveTo>
                    <a:pt x="920895" y="901392"/>
                  </a:moveTo>
                  <a:lnTo>
                    <a:pt x="940964" y="917197"/>
                  </a:lnTo>
                  <a:lnTo>
                    <a:pt x="909089" y="885485"/>
                  </a:lnTo>
                  <a:close/>
                  <a:moveTo>
                    <a:pt x="616828" y="608201"/>
                  </a:moveTo>
                  <a:lnTo>
                    <a:pt x="656186" y="640340"/>
                  </a:lnTo>
                  <a:lnTo>
                    <a:pt x="671188" y="590662"/>
                  </a:lnTo>
                  <a:close/>
                  <a:moveTo>
                    <a:pt x="614473" y="599396"/>
                  </a:moveTo>
                  <a:lnTo>
                    <a:pt x="608242" y="603585"/>
                  </a:lnTo>
                  <a:lnTo>
                    <a:pt x="594648" y="553642"/>
                  </a:lnTo>
                  <a:close/>
                  <a:moveTo>
                    <a:pt x="449280" y="365872"/>
                  </a:moveTo>
                  <a:lnTo>
                    <a:pt x="441789" y="383055"/>
                  </a:lnTo>
                  <a:lnTo>
                    <a:pt x="457017" y="402627"/>
                  </a:lnTo>
                  <a:close/>
                  <a:moveTo>
                    <a:pt x="429470" y="346300"/>
                  </a:moveTo>
                  <a:lnTo>
                    <a:pt x="441789" y="383055"/>
                  </a:lnTo>
                  <a:lnTo>
                    <a:pt x="449280" y="365872"/>
                  </a:lnTo>
                  <a:close/>
                  <a:moveTo>
                    <a:pt x="236909" y="145342"/>
                  </a:moveTo>
                  <a:lnTo>
                    <a:pt x="237107" y="108587"/>
                  </a:lnTo>
                  <a:lnTo>
                    <a:pt x="227121" y="147763"/>
                  </a:lnTo>
                  <a:close/>
                  <a:moveTo>
                    <a:pt x="227121" y="147763"/>
                  </a:moveTo>
                  <a:lnTo>
                    <a:pt x="237107" y="108587"/>
                  </a:lnTo>
                  <a:lnTo>
                    <a:pt x="237156" y="112830"/>
                  </a:lnTo>
                  <a:close/>
                  <a:moveTo>
                    <a:pt x="203042" y="158223"/>
                  </a:moveTo>
                  <a:lnTo>
                    <a:pt x="236909" y="145342"/>
                  </a:lnTo>
                  <a:lnTo>
                    <a:pt x="227121" y="147763"/>
                  </a:lnTo>
                  <a:close/>
                  <a:moveTo>
                    <a:pt x="206218" y="97979"/>
                  </a:moveTo>
                  <a:lnTo>
                    <a:pt x="237156" y="112830"/>
                  </a:lnTo>
                  <a:lnTo>
                    <a:pt x="237107" y="108587"/>
                  </a:lnTo>
                  <a:close/>
                  <a:moveTo>
                    <a:pt x="925775" y="953952"/>
                  </a:moveTo>
                  <a:lnTo>
                    <a:pt x="947133" y="944050"/>
                  </a:lnTo>
                  <a:lnTo>
                    <a:pt x="910806" y="917197"/>
                  </a:lnTo>
                  <a:close/>
                  <a:moveTo>
                    <a:pt x="839991" y="842736"/>
                  </a:moveTo>
                  <a:lnTo>
                    <a:pt x="878624" y="880442"/>
                  </a:lnTo>
                  <a:lnTo>
                    <a:pt x="842379" y="843687"/>
                  </a:lnTo>
                  <a:close/>
                  <a:moveTo>
                    <a:pt x="839991" y="842736"/>
                  </a:moveTo>
                  <a:lnTo>
                    <a:pt x="837246" y="837795"/>
                  </a:lnTo>
                  <a:lnTo>
                    <a:pt x="829790" y="843687"/>
                  </a:lnTo>
                  <a:close/>
                  <a:moveTo>
                    <a:pt x="839991" y="842736"/>
                  </a:moveTo>
                  <a:lnTo>
                    <a:pt x="842379" y="843687"/>
                  </a:lnTo>
                  <a:lnTo>
                    <a:pt x="837246" y="837795"/>
                  </a:lnTo>
                  <a:close/>
                  <a:moveTo>
                    <a:pt x="671188" y="590662"/>
                  </a:moveTo>
                  <a:lnTo>
                    <a:pt x="715674" y="576398"/>
                  </a:lnTo>
                  <a:lnTo>
                    <a:pt x="675107" y="582290"/>
                  </a:lnTo>
                  <a:close/>
                  <a:moveTo>
                    <a:pt x="730598" y="591999"/>
                  </a:moveTo>
                  <a:lnTo>
                    <a:pt x="731223" y="608504"/>
                  </a:lnTo>
                  <a:lnTo>
                    <a:pt x="728162" y="605973"/>
                  </a:lnTo>
                  <a:close/>
                  <a:moveTo>
                    <a:pt x="715674" y="576398"/>
                  </a:moveTo>
                  <a:lnTo>
                    <a:pt x="706186" y="539364"/>
                  </a:lnTo>
                  <a:lnTo>
                    <a:pt x="675107" y="582290"/>
                  </a:lnTo>
                  <a:close/>
                  <a:moveTo>
                    <a:pt x="256380" y="36374"/>
                  </a:moveTo>
                  <a:lnTo>
                    <a:pt x="237807" y="22806"/>
                  </a:lnTo>
                  <a:lnTo>
                    <a:pt x="250436" y="42519"/>
                  </a:lnTo>
                  <a:close/>
                  <a:moveTo>
                    <a:pt x="160102" y="31803"/>
                  </a:moveTo>
                  <a:lnTo>
                    <a:pt x="199949" y="26496"/>
                  </a:lnTo>
                  <a:lnTo>
                    <a:pt x="180012" y="0"/>
                  </a:lnTo>
                  <a:close/>
                  <a:moveTo>
                    <a:pt x="199949" y="26496"/>
                  </a:moveTo>
                  <a:lnTo>
                    <a:pt x="237807" y="22806"/>
                  </a:lnTo>
                  <a:lnTo>
                    <a:pt x="216789" y="12925"/>
                  </a:lnTo>
                  <a:close/>
                  <a:moveTo>
                    <a:pt x="838595" y="530641"/>
                  </a:moveTo>
                  <a:lnTo>
                    <a:pt x="893800" y="557596"/>
                  </a:lnTo>
                  <a:lnTo>
                    <a:pt x="879208" y="52471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85" name="Input_density__84">
              <a:extLst>
                <a:ext uri="{FF2B5EF4-FFF2-40B4-BE49-F238E27FC236}">
                  <a16:creationId xmlns:a16="http://schemas.microsoft.com/office/drawing/2014/main" id="{AED6F1FE-2D1B-437C-270C-B67F3CF82924}"/>
                </a:ext>
              </a:extLst>
            </p:cNvPr>
            <p:cNvSpPr>
              <a:spLocks noGrp="1"/>
            </p:cNvSpPr>
            <p:nvPr/>
          </p:nvSpPr>
          <p:spPr>
            <a:xfrm>
              <a:off x="997153" y="1866662"/>
              <a:ext cx="979830" cy="1259337"/>
            </a:xfrm>
            <a:custGeom>
              <a:avLst/>
              <a:gdLst/>
              <a:ahLst/>
              <a:cxnLst/>
              <a:rect l="0" t="0" r="0" b="0"/>
              <a:pathLst>
                <a:path w="979830" h="1259337">
                  <a:moveTo>
                    <a:pt x="32635" y="1127707"/>
                  </a:moveTo>
                  <a:lnTo>
                    <a:pt x="2194" y="1130282"/>
                  </a:lnTo>
                  <a:lnTo>
                    <a:pt x="0" y="1130265"/>
                  </a:lnTo>
                  <a:close/>
                  <a:moveTo>
                    <a:pt x="568660" y="1249174"/>
                  </a:moveTo>
                  <a:lnTo>
                    <a:pt x="561741" y="1254563"/>
                  </a:lnTo>
                  <a:lnTo>
                    <a:pt x="573530" y="1259337"/>
                  </a:lnTo>
                  <a:close/>
                  <a:moveTo>
                    <a:pt x="211565" y="844869"/>
                  </a:moveTo>
                  <a:lnTo>
                    <a:pt x="205109" y="862052"/>
                  </a:lnTo>
                  <a:lnTo>
                    <a:pt x="239410" y="825248"/>
                  </a:lnTo>
                  <a:close/>
                  <a:moveTo>
                    <a:pt x="568660" y="1249174"/>
                  </a:moveTo>
                  <a:lnTo>
                    <a:pt x="573530" y="1259337"/>
                  </a:lnTo>
                  <a:lnTo>
                    <a:pt x="586908" y="1252452"/>
                  </a:lnTo>
                  <a:close/>
                  <a:moveTo>
                    <a:pt x="592569" y="1249174"/>
                  </a:moveTo>
                  <a:lnTo>
                    <a:pt x="586908" y="1252452"/>
                  </a:lnTo>
                  <a:lnTo>
                    <a:pt x="573530" y="1259337"/>
                  </a:lnTo>
                  <a:close/>
                  <a:moveTo>
                    <a:pt x="592569" y="1249174"/>
                  </a:moveTo>
                  <a:lnTo>
                    <a:pt x="609330" y="1240074"/>
                  </a:lnTo>
                  <a:lnTo>
                    <a:pt x="586908" y="1252452"/>
                  </a:lnTo>
                  <a:close/>
                  <a:moveTo>
                    <a:pt x="592569" y="1249174"/>
                  </a:moveTo>
                  <a:lnTo>
                    <a:pt x="624819" y="1231991"/>
                  </a:lnTo>
                  <a:lnTo>
                    <a:pt x="609330" y="1240074"/>
                  </a:lnTo>
                  <a:close/>
                  <a:moveTo>
                    <a:pt x="83665" y="570401"/>
                  </a:moveTo>
                  <a:lnTo>
                    <a:pt x="86608" y="578866"/>
                  </a:lnTo>
                  <a:lnTo>
                    <a:pt x="94082" y="559412"/>
                  </a:lnTo>
                  <a:close/>
                  <a:moveTo>
                    <a:pt x="661758" y="1186942"/>
                  </a:moveTo>
                  <a:lnTo>
                    <a:pt x="673999" y="1187087"/>
                  </a:lnTo>
                  <a:lnTo>
                    <a:pt x="647580" y="1181477"/>
                  </a:lnTo>
                  <a:close/>
                  <a:moveTo>
                    <a:pt x="704641" y="1178052"/>
                  </a:moveTo>
                  <a:lnTo>
                    <a:pt x="689053" y="1192784"/>
                  </a:lnTo>
                  <a:lnTo>
                    <a:pt x="673999" y="1187087"/>
                  </a:lnTo>
                  <a:close/>
                  <a:moveTo>
                    <a:pt x="695790" y="1169371"/>
                  </a:moveTo>
                  <a:lnTo>
                    <a:pt x="689053" y="1192784"/>
                  </a:lnTo>
                  <a:lnTo>
                    <a:pt x="704641" y="1178052"/>
                  </a:lnTo>
                  <a:close/>
                  <a:moveTo>
                    <a:pt x="704914" y="1155877"/>
                  </a:moveTo>
                  <a:lnTo>
                    <a:pt x="704641" y="1178052"/>
                  </a:lnTo>
                  <a:lnTo>
                    <a:pt x="716779" y="1171872"/>
                  </a:lnTo>
                  <a:close/>
                  <a:moveTo>
                    <a:pt x="704914" y="1155877"/>
                  </a:moveTo>
                  <a:lnTo>
                    <a:pt x="716779" y="1171872"/>
                  </a:lnTo>
                  <a:lnTo>
                    <a:pt x="734587" y="1142244"/>
                  </a:lnTo>
                  <a:close/>
                  <a:moveTo>
                    <a:pt x="309350" y="673540"/>
                  </a:moveTo>
                  <a:lnTo>
                    <a:pt x="284039" y="675116"/>
                  </a:lnTo>
                  <a:lnTo>
                    <a:pt x="336405" y="650119"/>
                  </a:lnTo>
                  <a:close/>
                  <a:moveTo>
                    <a:pt x="233875" y="536034"/>
                  </a:moveTo>
                  <a:lnTo>
                    <a:pt x="208858" y="546972"/>
                  </a:lnTo>
                  <a:lnTo>
                    <a:pt x="197439" y="542939"/>
                  </a:lnTo>
                  <a:close/>
                  <a:moveTo>
                    <a:pt x="798664" y="1161035"/>
                  </a:moveTo>
                  <a:lnTo>
                    <a:pt x="779367" y="1155601"/>
                  </a:lnTo>
                  <a:lnTo>
                    <a:pt x="807660" y="1166300"/>
                  </a:lnTo>
                  <a:close/>
                  <a:moveTo>
                    <a:pt x="830082" y="1153923"/>
                  </a:moveTo>
                  <a:lnTo>
                    <a:pt x="798664" y="1161035"/>
                  </a:lnTo>
                  <a:lnTo>
                    <a:pt x="807660" y="1166300"/>
                  </a:lnTo>
                  <a:close/>
                  <a:moveTo>
                    <a:pt x="835346" y="1137179"/>
                  </a:moveTo>
                  <a:lnTo>
                    <a:pt x="830048" y="1126502"/>
                  </a:lnTo>
                  <a:lnTo>
                    <a:pt x="830082" y="1153923"/>
                  </a:lnTo>
                  <a:close/>
                  <a:moveTo>
                    <a:pt x="835346" y="1137179"/>
                  </a:moveTo>
                  <a:lnTo>
                    <a:pt x="830082" y="1153923"/>
                  </a:lnTo>
                  <a:lnTo>
                    <a:pt x="841524" y="1143685"/>
                  </a:lnTo>
                  <a:close/>
                  <a:moveTo>
                    <a:pt x="841896" y="1101887"/>
                  </a:moveTo>
                  <a:lnTo>
                    <a:pt x="841524" y="1143685"/>
                  </a:lnTo>
                  <a:lnTo>
                    <a:pt x="857909" y="1133388"/>
                  </a:lnTo>
                  <a:close/>
                  <a:moveTo>
                    <a:pt x="901365" y="1103446"/>
                  </a:moveTo>
                  <a:lnTo>
                    <a:pt x="877999" y="1112293"/>
                  </a:lnTo>
                  <a:lnTo>
                    <a:pt x="931594" y="1091890"/>
                  </a:lnTo>
                  <a:close/>
                  <a:moveTo>
                    <a:pt x="901365" y="1103446"/>
                  </a:moveTo>
                  <a:lnTo>
                    <a:pt x="931594" y="1091890"/>
                  </a:lnTo>
                  <a:lnTo>
                    <a:pt x="953283" y="1076777"/>
                  </a:lnTo>
                  <a:close/>
                  <a:moveTo>
                    <a:pt x="79192" y="22701"/>
                  </a:moveTo>
                  <a:lnTo>
                    <a:pt x="83468" y="6669"/>
                  </a:lnTo>
                  <a:lnTo>
                    <a:pt x="83107" y="0"/>
                  </a:lnTo>
                  <a:close/>
                  <a:moveTo>
                    <a:pt x="967059" y="1018625"/>
                  </a:moveTo>
                  <a:lnTo>
                    <a:pt x="979830" y="1001442"/>
                  </a:lnTo>
                  <a:lnTo>
                    <a:pt x="963904" y="1055380"/>
                  </a:lnTo>
                  <a:close/>
                  <a:moveTo>
                    <a:pt x="845640" y="636592"/>
                  </a:moveTo>
                  <a:lnTo>
                    <a:pt x="846106" y="636589"/>
                  </a:lnTo>
                  <a:lnTo>
                    <a:pt x="844693" y="636280"/>
                  </a:lnTo>
                  <a:close/>
                  <a:moveTo>
                    <a:pt x="845640" y="636592"/>
                  </a:moveTo>
                  <a:lnTo>
                    <a:pt x="844693" y="636280"/>
                  </a:lnTo>
                  <a:lnTo>
                    <a:pt x="822664" y="645150"/>
                  </a:lnTo>
                  <a:close/>
                  <a:moveTo>
                    <a:pt x="846372" y="636280"/>
                  </a:moveTo>
                  <a:lnTo>
                    <a:pt x="845640" y="636592"/>
                  </a:lnTo>
                  <a:lnTo>
                    <a:pt x="851968" y="599525"/>
                  </a:lnTo>
                  <a:close/>
                  <a:moveTo>
                    <a:pt x="846372" y="636280"/>
                  </a:moveTo>
                  <a:lnTo>
                    <a:pt x="846106" y="636589"/>
                  </a:lnTo>
                  <a:lnTo>
                    <a:pt x="845640" y="636592"/>
                  </a:lnTo>
                  <a:close/>
                  <a:moveTo>
                    <a:pt x="844693" y="636280"/>
                  </a:moveTo>
                  <a:lnTo>
                    <a:pt x="846106" y="636589"/>
                  </a:lnTo>
                  <a:lnTo>
                    <a:pt x="846352" y="636013"/>
                  </a:lnTo>
                  <a:close/>
                  <a:moveTo>
                    <a:pt x="846352" y="636013"/>
                  </a:moveTo>
                  <a:lnTo>
                    <a:pt x="846106" y="636589"/>
                  </a:lnTo>
                  <a:lnTo>
                    <a:pt x="846372" y="636280"/>
                  </a:lnTo>
                  <a:close/>
                  <a:moveTo>
                    <a:pt x="855856" y="576832"/>
                  </a:moveTo>
                  <a:lnTo>
                    <a:pt x="851968" y="599525"/>
                  </a:lnTo>
                  <a:lnTo>
                    <a:pt x="863351" y="576487"/>
                  </a:lnTo>
                  <a:close/>
                  <a:moveTo>
                    <a:pt x="855856" y="576832"/>
                  </a:moveTo>
                  <a:lnTo>
                    <a:pt x="863351" y="576487"/>
                  </a:lnTo>
                  <a:lnTo>
                    <a:pt x="885734" y="563964"/>
                  </a:lnTo>
                  <a:close/>
                  <a:moveTo>
                    <a:pt x="595867" y="301489"/>
                  </a:moveTo>
                  <a:lnTo>
                    <a:pt x="618137" y="282556"/>
                  </a:lnTo>
                  <a:lnTo>
                    <a:pt x="604815" y="261114"/>
                  </a:lnTo>
                  <a:close/>
                  <a:moveTo>
                    <a:pt x="898052" y="531576"/>
                  </a:moveTo>
                  <a:lnTo>
                    <a:pt x="885734" y="563964"/>
                  </a:lnTo>
                  <a:lnTo>
                    <a:pt x="897084" y="545587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86" name="Input_density__85">
              <a:extLst>
                <a:ext uri="{FF2B5EF4-FFF2-40B4-BE49-F238E27FC236}">
                  <a16:creationId xmlns:a16="http://schemas.microsoft.com/office/drawing/2014/main" id="{39D9B0BA-B0B8-B3E1-FD28-61D00388F9F6}"/>
                </a:ext>
              </a:extLst>
            </p:cNvPr>
            <p:cNvSpPr>
              <a:spLocks noGrp="1"/>
            </p:cNvSpPr>
            <p:nvPr/>
          </p:nvSpPr>
          <p:spPr>
            <a:xfrm>
              <a:off x="920382" y="1866268"/>
              <a:ext cx="978136" cy="1351324"/>
            </a:xfrm>
            <a:custGeom>
              <a:avLst/>
              <a:gdLst/>
              <a:ahLst/>
              <a:cxnLst/>
              <a:rect l="0" t="0" r="0" b="0"/>
              <a:pathLst>
                <a:path w="978136" h="1351324">
                  <a:moveTo>
                    <a:pt x="0" y="1095951"/>
                  </a:moveTo>
                  <a:lnTo>
                    <a:pt x="35256" y="1132139"/>
                  </a:lnTo>
                  <a:lnTo>
                    <a:pt x="1676" y="1099042"/>
                  </a:lnTo>
                  <a:close/>
                  <a:moveTo>
                    <a:pt x="22594" y="1078200"/>
                  </a:moveTo>
                  <a:lnTo>
                    <a:pt x="1676" y="1099042"/>
                  </a:lnTo>
                  <a:lnTo>
                    <a:pt x="35256" y="1132139"/>
                  </a:lnTo>
                  <a:close/>
                  <a:moveTo>
                    <a:pt x="392763" y="1351324"/>
                  </a:moveTo>
                  <a:lnTo>
                    <a:pt x="426131" y="1306538"/>
                  </a:lnTo>
                  <a:lnTo>
                    <a:pt x="395818" y="1304094"/>
                  </a:lnTo>
                  <a:close/>
                  <a:moveTo>
                    <a:pt x="232117" y="1049116"/>
                  </a:moveTo>
                  <a:lnTo>
                    <a:pt x="263033" y="1026650"/>
                  </a:lnTo>
                  <a:lnTo>
                    <a:pt x="238368" y="1037603"/>
                  </a:lnTo>
                  <a:close/>
                  <a:moveTo>
                    <a:pt x="238368" y="1037603"/>
                  </a:moveTo>
                  <a:lnTo>
                    <a:pt x="263033" y="1026650"/>
                  </a:lnTo>
                  <a:lnTo>
                    <a:pt x="247582" y="1010730"/>
                  </a:lnTo>
                  <a:close/>
                  <a:moveTo>
                    <a:pt x="263033" y="1026650"/>
                  </a:moveTo>
                  <a:lnTo>
                    <a:pt x="293242" y="1056870"/>
                  </a:lnTo>
                  <a:lnTo>
                    <a:pt x="294291" y="1019227"/>
                  </a:lnTo>
                  <a:close/>
                  <a:moveTo>
                    <a:pt x="249669" y="983668"/>
                  </a:moveTo>
                  <a:lnTo>
                    <a:pt x="247582" y="1010730"/>
                  </a:lnTo>
                  <a:lnTo>
                    <a:pt x="278029" y="972712"/>
                  </a:lnTo>
                  <a:close/>
                  <a:moveTo>
                    <a:pt x="247582" y="1010730"/>
                  </a:moveTo>
                  <a:lnTo>
                    <a:pt x="263033" y="1026650"/>
                  </a:lnTo>
                  <a:lnTo>
                    <a:pt x="278029" y="972712"/>
                  </a:lnTo>
                  <a:close/>
                  <a:moveTo>
                    <a:pt x="278029" y="972712"/>
                  </a:moveTo>
                  <a:lnTo>
                    <a:pt x="263033" y="1026650"/>
                  </a:lnTo>
                  <a:lnTo>
                    <a:pt x="301609" y="991943"/>
                  </a:lnTo>
                  <a:close/>
                  <a:moveTo>
                    <a:pt x="301609" y="991943"/>
                  </a:moveTo>
                  <a:lnTo>
                    <a:pt x="263033" y="1026650"/>
                  </a:lnTo>
                  <a:lnTo>
                    <a:pt x="294291" y="1019227"/>
                  </a:lnTo>
                  <a:close/>
                  <a:moveTo>
                    <a:pt x="294291" y="1019227"/>
                  </a:moveTo>
                  <a:lnTo>
                    <a:pt x="293242" y="1056870"/>
                  </a:lnTo>
                  <a:lnTo>
                    <a:pt x="306078" y="1026650"/>
                  </a:lnTo>
                  <a:close/>
                  <a:moveTo>
                    <a:pt x="381478" y="913027"/>
                  </a:moveTo>
                  <a:lnTo>
                    <a:pt x="396158" y="903875"/>
                  </a:lnTo>
                  <a:lnTo>
                    <a:pt x="391981" y="901590"/>
                  </a:lnTo>
                  <a:close/>
                  <a:moveTo>
                    <a:pt x="381478" y="913027"/>
                  </a:moveTo>
                  <a:lnTo>
                    <a:pt x="391981" y="901590"/>
                  </a:lnTo>
                  <a:lnTo>
                    <a:pt x="382023" y="867837"/>
                  </a:lnTo>
                  <a:close/>
                  <a:moveTo>
                    <a:pt x="257982" y="842668"/>
                  </a:moveTo>
                  <a:lnTo>
                    <a:pt x="288295" y="845113"/>
                  </a:lnTo>
                  <a:lnTo>
                    <a:pt x="299308" y="791412"/>
                  </a:lnTo>
                  <a:close/>
                  <a:moveTo>
                    <a:pt x="299308" y="791412"/>
                  </a:moveTo>
                  <a:lnTo>
                    <a:pt x="288337" y="845264"/>
                  </a:lnTo>
                  <a:lnTo>
                    <a:pt x="338600" y="813252"/>
                  </a:lnTo>
                  <a:close/>
                  <a:moveTo>
                    <a:pt x="184245" y="651792"/>
                  </a:moveTo>
                  <a:lnTo>
                    <a:pt x="189173" y="628300"/>
                  </a:lnTo>
                  <a:lnTo>
                    <a:pt x="190922" y="661489"/>
                  </a:lnTo>
                  <a:close/>
                  <a:moveTo>
                    <a:pt x="185201" y="681060"/>
                  </a:moveTo>
                  <a:lnTo>
                    <a:pt x="184245" y="651792"/>
                  </a:lnTo>
                  <a:lnTo>
                    <a:pt x="195763" y="687175"/>
                  </a:lnTo>
                  <a:close/>
                  <a:moveTo>
                    <a:pt x="668282" y="1232385"/>
                  </a:moveTo>
                  <a:lnTo>
                    <a:pt x="686101" y="1240469"/>
                  </a:lnTo>
                  <a:lnTo>
                    <a:pt x="700058" y="1219281"/>
                  </a:lnTo>
                  <a:close/>
                  <a:moveTo>
                    <a:pt x="396158" y="903875"/>
                  </a:moveTo>
                  <a:lnTo>
                    <a:pt x="432414" y="938345"/>
                  </a:lnTo>
                  <a:lnTo>
                    <a:pt x="440762" y="884407"/>
                  </a:lnTo>
                  <a:close/>
                  <a:moveTo>
                    <a:pt x="381976" y="864835"/>
                  </a:moveTo>
                  <a:lnTo>
                    <a:pt x="396718" y="900638"/>
                  </a:lnTo>
                  <a:lnTo>
                    <a:pt x="391079" y="860475"/>
                  </a:lnTo>
                  <a:close/>
                  <a:moveTo>
                    <a:pt x="376971" y="810897"/>
                  </a:moveTo>
                  <a:lnTo>
                    <a:pt x="391079" y="860475"/>
                  </a:lnTo>
                  <a:lnTo>
                    <a:pt x="404216" y="837797"/>
                  </a:lnTo>
                  <a:close/>
                  <a:moveTo>
                    <a:pt x="381976" y="864835"/>
                  </a:moveTo>
                  <a:lnTo>
                    <a:pt x="391079" y="860475"/>
                  </a:lnTo>
                  <a:lnTo>
                    <a:pt x="376971" y="810897"/>
                  </a:lnTo>
                  <a:close/>
                  <a:moveTo>
                    <a:pt x="352383" y="828080"/>
                  </a:moveTo>
                  <a:lnTo>
                    <a:pt x="381976" y="864835"/>
                  </a:lnTo>
                  <a:lnTo>
                    <a:pt x="376971" y="810897"/>
                  </a:lnTo>
                  <a:close/>
                  <a:moveTo>
                    <a:pt x="391079" y="860475"/>
                  </a:moveTo>
                  <a:lnTo>
                    <a:pt x="432029" y="847652"/>
                  </a:lnTo>
                  <a:lnTo>
                    <a:pt x="404216" y="837797"/>
                  </a:lnTo>
                  <a:close/>
                  <a:moveTo>
                    <a:pt x="726997" y="1124508"/>
                  </a:moveTo>
                  <a:lnTo>
                    <a:pt x="729992" y="1177286"/>
                  </a:lnTo>
                  <a:lnTo>
                    <a:pt x="745632" y="1146052"/>
                  </a:lnTo>
                  <a:close/>
                  <a:moveTo>
                    <a:pt x="724963" y="1178447"/>
                  </a:moveTo>
                  <a:lnTo>
                    <a:pt x="729992" y="1177286"/>
                  </a:lnTo>
                  <a:lnTo>
                    <a:pt x="726997" y="1124508"/>
                  </a:lnTo>
                  <a:close/>
                  <a:moveTo>
                    <a:pt x="694122" y="1078039"/>
                  </a:moveTo>
                  <a:lnTo>
                    <a:pt x="665809" y="1068136"/>
                  </a:lnTo>
                  <a:lnTo>
                    <a:pt x="704943" y="1087753"/>
                  </a:lnTo>
                  <a:close/>
                  <a:moveTo>
                    <a:pt x="623466" y="1030725"/>
                  </a:moveTo>
                  <a:lnTo>
                    <a:pt x="669674" y="1050998"/>
                  </a:lnTo>
                  <a:lnTo>
                    <a:pt x="646572" y="1024837"/>
                  </a:lnTo>
                  <a:close/>
                  <a:moveTo>
                    <a:pt x="623466" y="1030725"/>
                  </a:moveTo>
                  <a:lnTo>
                    <a:pt x="665809" y="1068136"/>
                  </a:lnTo>
                  <a:lnTo>
                    <a:pt x="669674" y="1050998"/>
                  </a:lnTo>
                  <a:close/>
                  <a:moveTo>
                    <a:pt x="512391" y="921162"/>
                  </a:moveTo>
                  <a:lnTo>
                    <a:pt x="530439" y="935995"/>
                  </a:lnTo>
                  <a:lnTo>
                    <a:pt x="534920" y="914294"/>
                  </a:lnTo>
                  <a:close/>
                  <a:moveTo>
                    <a:pt x="523829" y="911281"/>
                  </a:moveTo>
                  <a:lnTo>
                    <a:pt x="512391" y="921162"/>
                  </a:lnTo>
                  <a:lnTo>
                    <a:pt x="534920" y="914294"/>
                  </a:lnTo>
                  <a:close/>
                  <a:moveTo>
                    <a:pt x="530439" y="935995"/>
                  </a:moveTo>
                  <a:lnTo>
                    <a:pt x="534244" y="921162"/>
                  </a:lnTo>
                  <a:lnTo>
                    <a:pt x="534920" y="914294"/>
                  </a:lnTo>
                  <a:close/>
                  <a:moveTo>
                    <a:pt x="534920" y="914294"/>
                  </a:moveTo>
                  <a:lnTo>
                    <a:pt x="534244" y="921162"/>
                  </a:lnTo>
                  <a:lnTo>
                    <a:pt x="523829" y="911281"/>
                  </a:lnTo>
                  <a:close/>
                  <a:moveTo>
                    <a:pt x="455429" y="879995"/>
                  </a:moveTo>
                  <a:lnTo>
                    <a:pt x="458987" y="917999"/>
                  </a:lnTo>
                  <a:lnTo>
                    <a:pt x="462402" y="884407"/>
                  </a:lnTo>
                  <a:close/>
                  <a:moveTo>
                    <a:pt x="455429" y="879995"/>
                  </a:moveTo>
                  <a:lnTo>
                    <a:pt x="462402" y="884407"/>
                  </a:lnTo>
                  <a:lnTo>
                    <a:pt x="479623" y="842667"/>
                  </a:lnTo>
                  <a:close/>
                  <a:moveTo>
                    <a:pt x="439262" y="803644"/>
                  </a:moveTo>
                  <a:lnTo>
                    <a:pt x="411716" y="798950"/>
                  </a:lnTo>
                  <a:lnTo>
                    <a:pt x="442982" y="845367"/>
                  </a:lnTo>
                  <a:close/>
                  <a:moveTo>
                    <a:pt x="442982" y="845367"/>
                  </a:moveTo>
                  <a:lnTo>
                    <a:pt x="479623" y="842667"/>
                  </a:lnTo>
                  <a:lnTo>
                    <a:pt x="439262" y="803644"/>
                  </a:lnTo>
                  <a:close/>
                  <a:moveTo>
                    <a:pt x="447811" y="810897"/>
                  </a:moveTo>
                  <a:lnTo>
                    <a:pt x="441486" y="757089"/>
                  </a:lnTo>
                  <a:lnTo>
                    <a:pt x="439262" y="803644"/>
                  </a:lnTo>
                  <a:close/>
                  <a:moveTo>
                    <a:pt x="441745" y="756958"/>
                  </a:moveTo>
                  <a:lnTo>
                    <a:pt x="464129" y="765769"/>
                  </a:lnTo>
                  <a:lnTo>
                    <a:pt x="481741" y="782289"/>
                  </a:lnTo>
                  <a:close/>
                  <a:moveTo>
                    <a:pt x="402290" y="761866"/>
                  </a:moveTo>
                  <a:lnTo>
                    <a:pt x="416161" y="757880"/>
                  </a:lnTo>
                  <a:lnTo>
                    <a:pt x="380190" y="747968"/>
                  </a:lnTo>
                  <a:close/>
                  <a:moveTo>
                    <a:pt x="402290" y="761866"/>
                  </a:moveTo>
                  <a:lnTo>
                    <a:pt x="441486" y="757089"/>
                  </a:lnTo>
                  <a:lnTo>
                    <a:pt x="416161" y="757880"/>
                  </a:lnTo>
                  <a:close/>
                  <a:moveTo>
                    <a:pt x="669674" y="1050998"/>
                  </a:moveTo>
                  <a:lnTo>
                    <a:pt x="665809" y="1068136"/>
                  </a:lnTo>
                  <a:lnTo>
                    <a:pt x="694122" y="1078039"/>
                  </a:lnTo>
                  <a:close/>
                  <a:moveTo>
                    <a:pt x="637624" y="1014243"/>
                  </a:moveTo>
                  <a:lnTo>
                    <a:pt x="623466" y="1030725"/>
                  </a:lnTo>
                  <a:lnTo>
                    <a:pt x="646572" y="1024837"/>
                  </a:lnTo>
                  <a:close/>
                  <a:moveTo>
                    <a:pt x="637624" y="1014243"/>
                  </a:moveTo>
                  <a:lnTo>
                    <a:pt x="622326" y="986905"/>
                  </a:lnTo>
                  <a:lnTo>
                    <a:pt x="623466" y="1030725"/>
                  </a:lnTo>
                  <a:close/>
                  <a:moveTo>
                    <a:pt x="786413" y="1113758"/>
                  </a:moveTo>
                  <a:lnTo>
                    <a:pt x="745632" y="1146052"/>
                  </a:lnTo>
                  <a:lnTo>
                    <a:pt x="781685" y="1156272"/>
                  </a:lnTo>
                  <a:close/>
                  <a:moveTo>
                    <a:pt x="814549" y="1107325"/>
                  </a:moveTo>
                  <a:lnTo>
                    <a:pt x="826570" y="1152946"/>
                  </a:lnTo>
                  <a:lnTo>
                    <a:pt x="824811" y="1144080"/>
                  </a:lnTo>
                  <a:close/>
                  <a:moveTo>
                    <a:pt x="814549" y="1107325"/>
                  </a:moveTo>
                  <a:lnTo>
                    <a:pt x="786413" y="1113758"/>
                  </a:lnTo>
                  <a:lnTo>
                    <a:pt x="781685" y="1156272"/>
                  </a:lnTo>
                  <a:close/>
                  <a:moveTo>
                    <a:pt x="814549" y="1107325"/>
                  </a:moveTo>
                  <a:lnTo>
                    <a:pt x="819004" y="1075017"/>
                  </a:lnTo>
                  <a:lnTo>
                    <a:pt x="786413" y="1113758"/>
                  </a:lnTo>
                  <a:close/>
                  <a:moveTo>
                    <a:pt x="786413" y="1113758"/>
                  </a:moveTo>
                  <a:lnTo>
                    <a:pt x="814298" y="1073429"/>
                  </a:lnTo>
                  <a:lnTo>
                    <a:pt x="780411" y="1073890"/>
                  </a:lnTo>
                  <a:close/>
                  <a:moveTo>
                    <a:pt x="694122" y="1078039"/>
                  </a:moveTo>
                  <a:lnTo>
                    <a:pt x="743514" y="1076798"/>
                  </a:lnTo>
                  <a:lnTo>
                    <a:pt x="741695" y="1035125"/>
                  </a:lnTo>
                  <a:close/>
                  <a:moveTo>
                    <a:pt x="694122" y="1078039"/>
                  </a:moveTo>
                  <a:lnTo>
                    <a:pt x="741695" y="1035125"/>
                  </a:lnTo>
                  <a:lnTo>
                    <a:pt x="708769" y="1036594"/>
                  </a:lnTo>
                  <a:close/>
                  <a:moveTo>
                    <a:pt x="764716" y="1041903"/>
                  </a:moveTo>
                  <a:lnTo>
                    <a:pt x="743514" y="1076798"/>
                  </a:lnTo>
                  <a:lnTo>
                    <a:pt x="780411" y="1073890"/>
                  </a:lnTo>
                  <a:close/>
                  <a:moveTo>
                    <a:pt x="705213" y="1033815"/>
                  </a:moveTo>
                  <a:lnTo>
                    <a:pt x="669674" y="1050998"/>
                  </a:lnTo>
                  <a:lnTo>
                    <a:pt x="694122" y="1078039"/>
                  </a:lnTo>
                  <a:close/>
                  <a:moveTo>
                    <a:pt x="669674" y="1050998"/>
                  </a:moveTo>
                  <a:lnTo>
                    <a:pt x="705213" y="1033815"/>
                  </a:lnTo>
                  <a:lnTo>
                    <a:pt x="646572" y="1024837"/>
                  </a:lnTo>
                  <a:close/>
                  <a:moveTo>
                    <a:pt x="658344" y="997060"/>
                  </a:moveTo>
                  <a:lnTo>
                    <a:pt x="637624" y="1014243"/>
                  </a:lnTo>
                  <a:lnTo>
                    <a:pt x="646572" y="1024837"/>
                  </a:lnTo>
                  <a:close/>
                  <a:moveTo>
                    <a:pt x="658344" y="997060"/>
                  </a:moveTo>
                  <a:lnTo>
                    <a:pt x="611568" y="977488"/>
                  </a:lnTo>
                  <a:lnTo>
                    <a:pt x="637624" y="1014243"/>
                  </a:lnTo>
                  <a:close/>
                  <a:moveTo>
                    <a:pt x="493335" y="793713"/>
                  </a:moveTo>
                  <a:lnTo>
                    <a:pt x="529336" y="784592"/>
                  </a:lnTo>
                  <a:lnTo>
                    <a:pt x="481741" y="782289"/>
                  </a:lnTo>
                  <a:close/>
                  <a:moveTo>
                    <a:pt x="481741" y="782289"/>
                  </a:moveTo>
                  <a:lnTo>
                    <a:pt x="529336" y="784592"/>
                  </a:lnTo>
                  <a:lnTo>
                    <a:pt x="536764" y="767225"/>
                  </a:lnTo>
                  <a:close/>
                  <a:moveTo>
                    <a:pt x="481741" y="782289"/>
                  </a:moveTo>
                  <a:lnTo>
                    <a:pt x="536764" y="767225"/>
                  </a:lnTo>
                  <a:lnTo>
                    <a:pt x="501206" y="758859"/>
                  </a:lnTo>
                  <a:close/>
                  <a:moveTo>
                    <a:pt x="204322" y="456481"/>
                  </a:moveTo>
                  <a:lnTo>
                    <a:pt x="227580" y="454906"/>
                  </a:lnTo>
                  <a:lnTo>
                    <a:pt x="192953" y="450018"/>
                  </a:lnTo>
                  <a:close/>
                  <a:moveTo>
                    <a:pt x="791201" y="1065118"/>
                  </a:moveTo>
                  <a:lnTo>
                    <a:pt x="819004" y="1075017"/>
                  </a:lnTo>
                  <a:lnTo>
                    <a:pt x="825998" y="1090142"/>
                  </a:lnTo>
                  <a:close/>
                  <a:moveTo>
                    <a:pt x="825998" y="1090142"/>
                  </a:moveTo>
                  <a:lnTo>
                    <a:pt x="819004" y="1075017"/>
                  </a:lnTo>
                  <a:lnTo>
                    <a:pt x="814549" y="1107325"/>
                  </a:lnTo>
                  <a:close/>
                  <a:moveTo>
                    <a:pt x="765096" y="1026407"/>
                  </a:moveTo>
                  <a:lnTo>
                    <a:pt x="742540" y="1033815"/>
                  </a:lnTo>
                  <a:lnTo>
                    <a:pt x="791201" y="1065118"/>
                  </a:lnTo>
                  <a:close/>
                  <a:moveTo>
                    <a:pt x="372446" y="554966"/>
                  </a:moveTo>
                  <a:lnTo>
                    <a:pt x="374089" y="556000"/>
                  </a:lnTo>
                  <a:lnTo>
                    <a:pt x="347811" y="559069"/>
                  </a:lnTo>
                  <a:close/>
                  <a:moveTo>
                    <a:pt x="309587" y="444522"/>
                  </a:moveTo>
                  <a:lnTo>
                    <a:pt x="251082" y="445735"/>
                  </a:lnTo>
                  <a:lnTo>
                    <a:pt x="250871" y="445778"/>
                  </a:lnTo>
                  <a:close/>
                  <a:moveTo>
                    <a:pt x="918668" y="1102282"/>
                  </a:moveTo>
                  <a:lnTo>
                    <a:pt x="949804" y="1072958"/>
                  </a:lnTo>
                  <a:lnTo>
                    <a:pt x="921771" y="1084979"/>
                  </a:lnTo>
                  <a:close/>
                  <a:moveTo>
                    <a:pt x="777257" y="897466"/>
                  </a:moveTo>
                  <a:lnTo>
                    <a:pt x="767811" y="911983"/>
                  </a:lnTo>
                  <a:lnTo>
                    <a:pt x="800448" y="889183"/>
                  </a:lnTo>
                  <a:close/>
                  <a:moveTo>
                    <a:pt x="800448" y="889183"/>
                  </a:moveTo>
                  <a:lnTo>
                    <a:pt x="801759" y="943122"/>
                  </a:lnTo>
                  <a:lnTo>
                    <a:pt x="830204" y="925938"/>
                  </a:lnTo>
                  <a:close/>
                  <a:moveTo>
                    <a:pt x="777257" y="897466"/>
                  </a:moveTo>
                  <a:lnTo>
                    <a:pt x="800448" y="889183"/>
                  </a:lnTo>
                  <a:lnTo>
                    <a:pt x="784983" y="879979"/>
                  </a:lnTo>
                  <a:close/>
                  <a:moveTo>
                    <a:pt x="686435" y="832857"/>
                  </a:moveTo>
                  <a:lnTo>
                    <a:pt x="730087" y="852428"/>
                  </a:lnTo>
                  <a:lnTo>
                    <a:pt x="706087" y="815673"/>
                  </a:lnTo>
                  <a:close/>
                  <a:moveTo>
                    <a:pt x="682261" y="786279"/>
                  </a:moveTo>
                  <a:lnTo>
                    <a:pt x="704601" y="800227"/>
                  </a:lnTo>
                  <a:lnTo>
                    <a:pt x="706087" y="815673"/>
                  </a:lnTo>
                  <a:close/>
                  <a:moveTo>
                    <a:pt x="706087" y="815673"/>
                  </a:moveTo>
                  <a:lnTo>
                    <a:pt x="704601" y="800227"/>
                  </a:lnTo>
                  <a:lnTo>
                    <a:pt x="686435" y="832857"/>
                  </a:lnTo>
                  <a:close/>
                  <a:moveTo>
                    <a:pt x="706087" y="815673"/>
                  </a:moveTo>
                  <a:lnTo>
                    <a:pt x="698285" y="804981"/>
                  </a:lnTo>
                  <a:lnTo>
                    <a:pt x="682261" y="786279"/>
                  </a:lnTo>
                  <a:close/>
                  <a:moveTo>
                    <a:pt x="678713" y="778918"/>
                  </a:moveTo>
                  <a:lnTo>
                    <a:pt x="682261" y="786279"/>
                  </a:lnTo>
                  <a:lnTo>
                    <a:pt x="698285" y="804981"/>
                  </a:lnTo>
                  <a:close/>
                  <a:moveTo>
                    <a:pt x="946565" y="1020075"/>
                  </a:moveTo>
                  <a:lnTo>
                    <a:pt x="948811" y="1022565"/>
                  </a:lnTo>
                  <a:lnTo>
                    <a:pt x="945857" y="1019020"/>
                  </a:lnTo>
                  <a:close/>
                  <a:moveTo>
                    <a:pt x="967275" y="1055775"/>
                  </a:moveTo>
                  <a:lnTo>
                    <a:pt x="949804" y="1072958"/>
                  </a:lnTo>
                  <a:lnTo>
                    <a:pt x="978136" y="1103840"/>
                  </a:lnTo>
                  <a:close/>
                  <a:moveTo>
                    <a:pt x="946565" y="1020075"/>
                  </a:moveTo>
                  <a:lnTo>
                    <a:pt x="960743" y="1038811"/>
                  </a:lnTo>
                  <a:lnTo>
                    <a:pt x="967275" y="1055775"/>
                  </a:lnTo>
                  <a:close/>
                  <a:moveTo>
                    <a:pt x="967275" y="1055775"/>
                  </a:moveTo>
                  <a:lnTo>
                    <a:pt x="948811" y="1022565"/>
                  </a:lnTo>
                  <a:lnTo>
                    <a:pt x="946565" y="1020075"/>
                  </a:lnTo>
                  <a:close/>
                  <a:moveTo>
                    <a:pt x="800448" y="889183"/>
                  </a:moveTo>
                  <a:lnTo>
                    <a:pt x="830900" y="925690"/>
                  </a:lnTo>
                  <a:lnTo>
                    <a:pt x="840594" y="873062"/>
                  </a:lnTo>
                  <a:close/>
                  <a:moveTo>
                    <a:pt x="830900" y="925690"/>
                  </a:moveTo>
                  <a:lnTo>
                    <a:pt x="869095" y="921727"/>
                  </a:lnTo>
                  <a:lnTo>
                    <a:pt x="840594" y="873062"/>
                  </a:lnTo>
                  <a:close/>
                  <a:moveTo>
                    <a:pt x="938263" y="965082"/>
                  </a:moveTo>
                  <a:lnTo>
                    <a:pt x="935487" y="972751"/>
                  </a:lnTo>
                  <a:lnTo>
                    <a:pt x="927561" y="982265"/>
                  </a:lnTo>
                  <a:close/>
                  <a:moveTo>
                    <a:pt x="844356" y="784972"/>
                  </a:moveTo>
                  <a:lnTo>
                    <a:pt x="790144" y="803066"/>
                  </a:lnTo>
                  <a:lnTo>
                    <a:pt x="813390" y="793772"/>
                  </a:lnTo>
                  <a:close/>
                  <a:moveTo>
                    <a:pt x="753296" y="755616"/>
                  </a:moveTo>
                  <a:lnTo>
                    <a:pt x="786158" y="788162"/>
                  </a:lnTo>
                  <a:lnTo>
                    <a:pt x="787768" y="754679"/>
                  </a:lnTo>
                  <a:close/>
                  <a:moveTo>
                    <a:pt x="753296" y="755616"/>
                  </a:moveTo>
                  <a:lnTo>
                    <a:pt x="772576" y="737384"/>
                  </a:lnTo>
                  <a:lnTo>
                    <a:pt x="736572" y="727345"/>
                  </a:lnTo>
                  <a:close/>
                  <a:moveTo>
                    <a:pt x="777208" y="718518"/>
                  </a:moveTo>
                  <a:lnTo>
                    <a:pt x="794038" y="721417"/>
                  </a:lnTo>
                  <a:lnTo>
                    <a:pt x="785051" y="707797"/>
                  </a:lnTo>
                  <a:close/>
                  <a:moveTo>
                    <a:pt x="786158" y="788162"/>
                  </a:moveTo>
                  <a:lnTo>
                    <a:pt x="809488" y="744552"/>
                  </a:lnTo>
                  <a:lnTo>
                    <a:pt x="787768" y="754679"/>
                  </a:lnTo>
                  <a:close/>
                  <a:moveTo>
                    <a:pt x="815237" y="772307"/>
                  </a:moveTo>
                  <a:lnTo>
                    <a:pt x="841813" y="775465"/>
                  </a:lnTo>
                  <a:lnTo>
                    <a:pt x="786158" y="788162"/>
                  </a:lnTo>
                  <a:close/>
                  <a:moveTo>
                    <a:pt x="853508" y="790820"/>
                  </a:moveTo>
                  <a:lnTo>
                    <a:pt x="867997" y="781307"/>
                  </a:lnTo>
                  <a:lnTo>
                    <a:pt x="841813" y="775465"/>
                  </a:lnTo>
                  <a:close/>
                  <a:moveTo>
                    <a:pt x="536095" y="379894"/>
                  </a:moveTo>
                  <a:lnTo>
                    <a:pt x="528753" y="382342"/>
                  </a:lnTo>
                  <a:lnTo>
                    <a:pt x="533654" y="377002"/>
                  </a:lnTo>
                  <a:close/>
                  <a:moveTo>
                    <a:pt x="264784" y="165932"/>
                  </a:moveTo>
                  <a:lnTo>
                    <a:pt x="284066" y="132598"/>
                  </a:lnTo>
                  <a:lnTo>
                    <a:pt x="255222" y="128959"/>
                  </a:lnTo>
                  <a:close/>
                  <a:moveTo>
                    <a:pt x="785051" y="707797"/>
                  </a:moveTo>
                  <a:lnTo>
                    <a:pt x="767651" y="681540"/>
                  </a:lnTo>
                  <a:lnTo>
                    <a:pt x="777208" y="718518"/>
                  </a:lnTo>
                  <a:close/>
                  <a:moveTo>
                    <a:pt x="921015" y="817111"/>
                  </a:moveTo>
                  <a:lnTo>
                    <a:pt x="910814" y="818062"/>
                  </a:lnTo>
                  <a:lnTo>
                    <a:pt x="904592" y="848121"/>
                  </a:lnTo>
                  <a:close/>
                  <a:moveTo>
                    <a:pt x="941687" y="845052"/>
                  </a:moveTo>
                  <a:lnTo>
                    <a:pt x="921015" y="817111"/>
                  </a:lnTo>
                  <a:lnTo>
                    <a:pt x="904592" y="848121"/>
                  </a:lnTo>
                  <a:close/>
                  <a:moveTo>
                    <a:pt x="941687" y="845052"/>
                  </a:moveTo>
                  <a:lnTo>
                    <a:pt x="936165" y="879079"/>
                  </a:lnTo>
                  <a:lnTo>
                    <a:pt x="959648" y="854817"/>
                  </a:lnTo>
                  <a:close/>
                  <a:moveTo>
                    <a:pt x="921015" y="817111"/>
                  </a:moveTo>
                  <a:lnTo>
                    <a:pt x="941687" y="845052"/>
                  </a:lnTo>
                  <a:lnTo>
                    <a:pt x="959648" y="854817"/>
                  </a:lnTo>
                  <a:close/>
                  <a:moveTo>
                    <a:pt x="877899" y="780328"/>
                  </a:moveTo>
                  <a:lnTo>
                    <a:pt x="841813" y="775465"/>
                  </a:lnTo>
                  <a:lnTo>
                    <a:pt x="867997" y="781307"/>
                  </a:lnTo>
                  <a:close/>
                  <a:moveTo>
                    <a:pt x="850994" y="730366"/>
                  </a:moveTo>
                  <a:lnTo>
                    <a:pt x="841813" y="775465"/>
                  </a:lnTo>
                  <a:lnTo>
                    <a:pt x="877899" y="780328"/>
                  </a:lnTo>
                  <a:close/>
                  <a:moveTo>
                    <a:pt x="809488" y="744552"/>
                  </a:moveTo>
                  <a:lnTo>
                    <a:pt x="841813" y="775465"/>
                  </a:lnTo>
                  <a:lnTo>
                    <a:pt x="850994" y="730366"/>
                  </a:lnTo>
                  <a:close/>
                  <a:moveTo>
                    <a:pt x="809488" y="744552"/>
                  </a:moveTo>
                  <a:lnTo>
                    <a:pt x="850994" y="730366"/>
                  </a:lnTo>
                  <a:lnTo>
                    <a:pt x="794038" y="721417"/>
                  </a:lnTo>
                  <a:close/>
                  <a:moveTo>
                    <a:pt x="795495" y="690613"/>
                  </a:moveTo>
                  <a:lnTo>
                    <a:pt x="785051" y="707797"/>
                  </a:lnTo>
                  <a:lnTo>
                    <a:pt x="794038" y="721417"/>
                  </a:lnTo>
                  <a:close/>
                  <a:moveTo>
                    <a:pt x="795495" y="690613"/>
                  </a:moveTo>
                  <a:lnTo>
                    <a:pt x="760521" y="671042"/>
                  </a:lnTo>
                  <a:lnTo>
                    <a:pt x="785051" y="707797"/>
                  </a:lnTo>
                  <a:close/>
                  <a:moveTo>
                    <a:pt x="530668" y="359818"/>
                  </a:moveTo>
                  <a:lnTo>
                    <a:pt x="536095" y="379894"/>
                  </a:lnTo>
                  <a:lnTo>
                    <a:pt x="533654" y="377002"/>
                  </a:lnTo>
                  <a:close/>
                  <a:moveTo>
                    <a:pt x="550586" y="409339"/>
                  </a:moveTo>
                  <a:lnTo>
                    <a:pt x="536095" y="379894"/>
                  </a:lnTo>
                  <a:lnTo>
                    <a:pt x="514336" y="411722"/>
                  </a:lnTo>
                  <a:close/>
                  <a:moveTo>
                    <a:pt x="600198" y="398780"/>
                  </a:moveTo>
                  <a:lnTo>
                    <a:pt x="586267" y="442901"/>
                  </a:lnTo>
                  <a:lnTo>
                    <a:pt x="639704" y="421910"/>
                  </a:lnTo>
                  <a:close/>
                  <a:moveTo>
                    <a:pt x="530668" y="359818"/>
                  </a:moveTo>
                  <a:lnTo>
                    <a:pt x="533654" y="377002"/>
                  </a:lnTo>
                  <a:lnTo>
                    <a:pt x="514212" y="340247"/>
                  </a:lnTo>
                  <a:close/>
                  <a:moveTo>
                    <a:pt x="404785" y="139289"/>
                  </a:moveTo>
                  <a:lnTo>
                    <a:pt x="385017" y="104702"/>
                  </a:lnTo>
                  <a:lnTo>
                    <a:pt x="391553" y="116993"/>
                  </a:lnTo>
                  <a:close/>
                  <a:moveTo>
                    <a:pt x="287242" y="72354"/>
                  </a:moveTo>
                  <a:lnTo>
                    <a:pt x="318131" y="82962"/>
                  </a:lnTo>
                  <a:lnTo>
                    <a:pt x="318307" y="29024"/>
                  </a:lnTo>
                  <a:close/>
                  <a:moveTo>
                    <a:pt x="372448" y="70174"/>
                  </a:moveTo>
                  <a:lnTo>
                    <a:pt x="373993" y="51342"/>
                  </a:lnTo>
                  <a:lnTo>
                    <a:pt x="336984" y="37548"/>
                  </a:lnTo>
                  <a:close/>
                  <a:moveTo>
                    <a:pt x="241126" y="6177"/>
                  </a:moveTo>
                  <a:lnTo>
                    <a:pt x="294572" y="29024"/>
                  </a:lnTo>
                  <a:lnTo>
                    <a:pt x="299378" y="30655"/>
                  </a:lnTo>
                  <a:close/>
                  <a:moveTo>
                    <a:pt x="757290" y="528634"/>
                  </a:moveTo>
                  <a:lnTo>
                    <a:pt x="730116" y="510792"/>
                  </a:lnTo>
                  <a:lnTo>
                    <a:pt x="721654" y="530517"/>
                  </a:lnTo>
                  <a:close/>
                  <a:moveTo>
                    <a:pt x="643110" y="343548"/>
                  </a:moveTo>
                  <a:lnTo>
                    <a:pt x="613139" y="305880"/>
                  </a:lnTo>
                  <a:lnTo>
                    <a:pt x="595052" y="310783"/>
                  </a:lnTo>
                  <a:close/>
                  <a:moveTo>
                    <a:pt x="549098" y="286308"/>
                  </a:moveTo>
                  <a:lnTo>
                    <a:pt x="595052" y="310783"/>
                  </a:lnTo>
                  <a:lnTo>
                    <a:pt x="559957" y="276693"/>
                  </a:lnTo>
                  <a:close/>
                  <a:moveTo>
                    <a:pt x="551064" y="274710"/>
                  </a:moveTo>
                  <a:lnTo>
                    <a:pt x="549098" y="286308"/>
                  </a:lnTo>
                  <a:lnTo>
                    <a:pt x="559957" y="276693"/>
                  </a:lnTo>
                  <a:close/>
                  <a:moveTo>
                    <a:pt x="567398" y="243771"/>
                  </a:moveTo>
                  <a:lnTo>
                    <a:pt x="549098" y="286308"/>
                  </a:lnTo>
                  <a:lnTo>
                    <a:pt x="551064" y="274710"/>
                  </a:lnTo>
                  <a:close/>
                  <a:moveTo>
                    <a:pt x="383428" y="139289"/>
                  </a:moveTo>
                  <a:lnTo>
                    <a:pt x="401208" y="153093"/>
                  </a:lnTo>
                  <a:lnTo>
                    <a:pt x="403092" y="134755"/>
                  </a:lnTo>
                  <a:close/>
                  <a:moveTo>
                    <a:pt x="391553" y="116993"/>
                  </a:moveTo>
                  <a:lnTo>
                    <a:pt x="383428" y="139289"/>
                  </a:lnTo>
                  <a:lnTo>
                    <a:pt x="403092" y="134755"/>
                  </a:lnTo>
                  <a:close/>
                  <a:moveTo>
                    <a:pt x="381843" y="17789"/>
                  </a:moveTo>
                  <a:lnTo>
                    <a:pt x="336984" y="37548"/>
                  </a:lnTo>
                  <a:lnTo>
                    <a:pt x="373993" y="51342"/>
                  </a:lnTo>
                  <a:close/>
                  <a:moveTo>
                    <a:pt x="344779" y="20833"/>
                  </a:moveTo>
                  <a:lnTo>
                    <a:pt x="336984" y="37548"/>
                  </a:lnTo>
                  <a:lnTo>
                    <a:pt x="381843" y="17789"/>
                  </a:lnTo>
                  <a:close/>
                  <a:moveTo>
                    <a:pt x="344779" y="20833"/>
                  </a:moveTo>
                  <a:lnTo>
                    <a:pt x="381843" y="17789"/>
                  </a:lnTo>
                  <a:lnTo>
                    <a:pt x="360261" y="0"/>
                  </a:lnTo>
                  <a:close/>
                  <a:moveTo>
                    <a:pt x="679884" y="340740"/>
                  </a:moveTo>
                  <a:lnTo>
                    <a:pt x="657392" y="342635"/>
                  </a:lnTo>
                  <a:lnTo>
                    <a:pt x="668740" y="367458"/>
                  </a:lnTo>
                  <a:close/>
                  <a:moveTo>
                    <a:pt x="642764" y="337143"/>
                  </a:moveTo>
                  <a:lnTo>
                    <a:pt x="620950" y="289728"/>
                  </a:lnTo>
                  <a:lnTo>
                    <a:pt x="613139" y="305880"/>
                  </a:lnTo>
                  <a:close/>
                  <a:moveTo>
                    <a:pt x="903952" y="535413"/>
                  </a:moveTo>
                  <a:lnTo>
                    <a:pt x="920636" y="582737"/>
                  </a:lnTo>
                  <a:lnTo>
                    <a:pt x="948104" y="538881"/>
                  </a:lnTo>
                  <a:close/>
                  <a:moveTo>
                    <a:pt x="948104" y="538881"/>
                  </a:moveTo>
                  <a:lnTo>
                    <a:pt x="974824" y="531971"/>
                  </a:lnTo>
                  <a:lnTo>
                    <a:pt x="949934" y="52879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87" name="Input_density__86">
              <a:extLst>
                <a:ext uri="{FF2B5EF4-FFF2-40B4-BE49-F238E27FC236}">
                  <a16:creationId xmlns:a16="http://schemas.microsoft.com/office/drawing/2014/main" id="{50F067F8-C88E-849E-E39E-F5583E1C7736}"/>
                </a:ext>
              </a:extLst>
            </p:cNvPr>
            <p:cNvSpPr>
              <a:spLocks noGrp="1"/>
            </p:cNvSpPr>
            <p:nvPr/>
          </p:nvSpPr>
          <p:spPr>
            <a:xfrm>
              <a:off x="920382" y="1823982"/>
              <a:ext cx="1045367" cy="1406440"/>
            </a:xfrm>
            <a:custGeom>
              <a:avLst/>
              <a:gdLst/>
              <a:ahLst/>
              <a:cxnLst/>
              <a:rect l="0" t="0" r="0" b="0"/>
              <a:pathLst>
                <a:path w="1045367" h="1406440">
                  <a:moveTo>
                    <a:pt x="0" y="1138236"/>
                  </a:moveTo>
                  <a:lnTo>
                    <a:pt x="40055" y="1177507"/>
                  </a:lnTo>
                  <a:lnTo>
                    <a:pt x="35256" y="1174424"/>
                  </a:lnTo>
                  <a:close/>
                  <a:moveTo>
                    <a:pt x="195343" y="1270901"/>
                  </a:moveTo>
                  <a:lnTo>
                    <a:pt x="226044" y="1313643"/>
                  </a:lnTo>
                  <a:lnTo>
                    <a:pt x="236563" y="1300442"/>
                  </a:lnTo>
                  <a:close/>
                  <a:moveTo>
                    <a:pt x="146035" y="1235018"/>
                  </a:moveTo>
                  <a:lnTo>
                    <a:pt x="142292" y="1230751"/>
                  </a:lnTo>
                  <a:lnTo>
                    <a:pt x="106354" y="1195443"/>
                  </a:lnTo>
                  <a:close/>
                  <a:moveTo>
                    <a:pt x="316597" y="1378891"/>
                  </a:moveTo>
                  <a:lnTo>
                    <a:pt x="295430" y="1373816"/>
                  </a:lnTo>
                  <a:lnTo>
                    <a:pt x="325719" y="1384629"/>
                  </a:lnTo>
                  <a:close/>
                  <a:moveTo>
                    <a:pt x="352159" y="1387273"/>
                  </a:moveTo>
                  <a:lnTo>
                    <a:pt x="316597" y="1378891"/>
                  </a:lnTo>
                  <a:lnTo>
                    <a:pt x="325719" y="1384629"/>
                  </a:lnTo>
                  <a:close/>
                  <a:moveTo>
                    <a:pt x="378659" y="1405076"/>
                  </a:moveTo>
                  <a:lnTo>
                    <a:pt x="374637" y="1397342"/>
                  </a:lnTo>
                  <a:lnTo>
                    <a:pt x="364873" y="1406440"/>
                  </a:lnTo>
                  <a:close/>
                  <a:moveTo>
                    <a:pt x="364873" y="1406440"/>
                  </a:moveTo>
                  <a:lnTo>
                    <a:pt x="374637" y="1397342"/>
                  </a:lnTo>
                  <a:lnTo>
                    <a:pt x="352159" y="1387273"/>
                  </a:lnTo>
                  <a:close/>
                  <a:moveTo>
                    <a:pt x="364873" y="1406440"/>
                  </a:moveTo>
                  <a:lnTo>
                    <a:pt x="352159" y="1387273"/>
                  </a:lnTo>
                  <a:lnTo>
                    <a:pt x="325719" y="1384629"/>
                  </a:lnTo>
                  <a:close/>
                  <a:moveTo>
                    <a:pt x="255206" y="1267505"/>
                  </a:moveTo>
                  <a:lnTo>
                    <a:pt x="251513" y="1260129"/>
                  </a:lnTo>
                  <a:lnTo>
                    <a:pt x="236563" y="1300442"/>
                  </a:lnTo>
                  <a:close/>
                  <a:moveTo>
                    <a:pt x="239209" y="1213567"/>
                  </a:moveTo>
                  <a:lnTo>
                    <a:pt x="251837" y="1250322"/>
                  </a:lnTo>
                  <a:lnTo>
                    <a:pt x="237634" y="1230751"/>
                  </a:lnTo>
                  <a:close/>
                  <a:moveTo>
                    <a:pt x="374637" y="1397342"/>
                  </a:moveTo>
                  <a:lnTo>
                    <a:pt x="378659" y="1405076"/>
                  </a:lnTo>
                  <a:lnTo>
                    <a:pt x="389805" y="1403449"/>
                  </a:lnTo>
                  <a:close/>
                  <a:moveTo>
                    <a:pt x="374637" y="1397342"/>
                  </a:moveTo>
                  <a:lnTo>
                    <a:pt x="389805" y="1403449"/>
                  </a:lnTo>
                  <a:lnTo>
                    <a:pt x="392763" y="1393609"/>
                  </a:lnTo>
                  <a:close/>
                  <a:moveTo>
                    <a:pt x="392763" y="1393609"/>
                  </a:moveTo>
                  <a:lnTo>
                    <a:pt x="352159" y="1387273"/>
                  </a:lnTo>
                  <a:lnTo>
                    <a:pt x="374637" y="1397342"/>
                  </a:lnTo>
                  <a:close/>
                  <a:moveTo>
                    <a:pt x="239229" y="1213430"/>
                  </a:moveTo>
                  <a:lnTo>
                    <a:pt x="251837" y="1250322"/>
                  </a:lnTo>
                  <a:lnTo>
                    <a:pt x="239209" y="1213567"/>
                  </a:lnTo>
                  <a:close/>
                  <a:moveTo>
                    <a:pt x="220678" y="1201423"/>
                  </a:moveTo>
                  <a:lnTo>
                    <a:pt x="239229" y="1213430"/>
                  </a:lnTo>
                  <a:lnTo>
                    <a:pt x="209256" y="1165962"/>
                  </a:lnTo>
                  <a:close/>
                  <a:moveTo>
                    <a:pt x="209494" y="1086119"/>
                  </a:moveTo>
                  <a:lnTo>
                    <a:pt x="238368" y="1079888"/>
                  </a:lnTo>
                  <a:lnTo>
                    <a:pt x="196760" y="1083784"/>
                  </a:lnTo>
                  <a:close/>
                  <a:moveTo>
                    <a:pt x="196760" y="1083784"/>
                  </a:moveTo>
                  <a:lnTo>
                    <a:pt x="247582" y="1053016"/>
                  </a:lnTo>
                  <a:lnTo>
                    <a:pt x="216449" y="1061191"/>
                  </a:lnTo>
                  <a:close/>
                  <a:moveTo>
                    <a:pt x="336435" y="1039863"/>
                  </a:moveTo>
                  <a:lnTo>
                    <a:pt x="294291" y="1061512"/>
                  </a:lnTo>
                  <a:lnTo>
                    <a:pt x="304846" y="1032180"/>
                  </a:lnTo>
                  <a:close/>
                  <a:moveTo>
                    <a:pt x="225010" y="1018912"/>
                  </a:moveTo>
                  <a:lnTo>
                    <a:pt x="249669" y="1025953"/>
                  </a:lnTo>
                  <a:lnTo>
                    <a:pt x="226350" y="995426"/>
                  </a:lnTo>
                  <a:close/>
                  <a:moveTo>
                    <a:pt x="301609" y="1034228"/>
                  </a:moveTo>
                  <a:lnTo>
                    <a:pt x="336435" y="1039863"/>
                  </a:lnTo>
                  <a:lnTo>
                    <a:pt x="355745" y="1015848"/>
                  </a:lnTo>
                  <a:close/>
                  <a:moveTo>
                    <a:pt x="355745" y="1015848"/>
                  </a:moveTo>
                  <a:lnTo>
                    <a:pt x="336435" y="1039863"/>
                  </a:lnTo>
                  <a:lnTo>
                    <a:pt x="386427" y="1005989"/>
                  </a:lnTo>
                  <a:close/>
                  <a:moveTo>
                    <a:pt x="668282" y="1274670"/>
                  </a:moveTo>
                  <a:lnTo>
                    <a:pt x="663680" y="1295132"/>
                  </a:lnTo>
                  <a:lnTo>
                    <a:pt x="686101" y="1282754"/>
                  </a:lnTo>
                  <a:close/>
                  <a:moveTo>
                    <a:pt x="668282" y="1274670"/>
                  </a:moveTo>
                  <a:lnTo>
                    <a:pt x="645432" y="1291854"/>
                  </a:lnTo>
                  <a:lnTo>
                    <a:pt x="663680" y="1295132"/>
                  </a:lnTo>
                  <a:close/>
                  <a:moveTo>
                    <a:pt x="391351" y="992033"/>
                  </a:moveTo>
                  <a:lnTo>
                    <a:pt x="355745" y="1015848"/>
                  </a:lnTo>
                  <a:lnTo>
                    <a:pt x="386427" y="1005989"/>
                  </a:lnTo>
                  <a:close/>
                  <a:moveTo>
                    <a:pt x="391351" y="992033"/>
                  </a:moveTo>
                  <a:lnTo>
                    <a:pt x="364741" y="986578"/>
                  </a:lnTo>
                  <a:lnTo>
                    <a:pt x="355745" y="1015848"/>
                  </a:lnTo>
                  <a:close/>
                  <a:moveTo>
                    <a:pt x="359242" y="946302"/>
                  </a:moveTo>
                  <a:lnTo>
                    <a:pt x="391351" y="992033"/>
                  </a:lnTo>
                  <a:lnTo>
                    <a:pt x="374083" y="961059"/>
                  </a:lnTo>
                  <a:close/>
                  <a:moveTo>
                    <a:pt x="386427" y="1005989"/>
                  </a:moveTo>
                  <a:lnTo>
                    <a:pt x="397196" y="997814"/>
                  </a:lnTo>
                  <a:lnTo>
                    <a:pt x="391351" y="992033"/>
                  </a:lnTo>
                  <a:close/>
                  <a:moveTo>
                    <a:pt x="391351" y="992033"/>
                  </a:moveTo>
                  <a:lnTo>
                    <a:pt x="397196" y="997814"/>
                  </a:lnTo>
                  <a:lnTo>
                    <a:pt x="375016" y="963325"/>
                  </a:lnTo>
                  <a:close/>
                  <a:moveTo>
                    <a:pt x="470540" y="975111"/>
                  </a:moveTo>
                  <a:lnTo>
                    <a:pt x="448886" y="980631"/>
                  </a:lnTo>
                  <a:lnTo>
                    <a:pt x="433925" y="984510"/>
                  </a:lnTo>
                  <a:close/>
                  <a:moveTo>
                    <a:pt x="288337" y="887549"/>
                  </a:moveTo>
                  <a:lnTo>
                    <a:pt x="288295" y="887398"/>
                  </a:lnTo>
                  <a:lnTo>
                    <a:pt x="322392" y="907120"/>
                  </a:lnTo>
                  <a:close/>
                  <a:moveTo>
                    <a:pt x="338600" y="855537"/>
                  </a:moveTo>
                  <a:lnTo>
                    <a:pt x="288337" y="887549"/>
                  </a:lnTo>
                  <a:lnTo>
                    <a:pt x="316181" y="867928"/>
                  </a:lnTo>
                  <a:close/>
                  <a:moveTo>
                    <a:pt x="184245" y="694077"/>
                  </a:moveTo>
                  <a:lnTo>
                    <a:pt x="220595" y="736361"/>
                  </a:lnTo>
                  <a:lnTo>
                    <a:pt x="195763" y="729461"/>
                  </a:lnTo>
                  <a:close/>
                  <a:moveTo>
                    <a:pt x="195763" y="729461"/>
                  </a:moveTo>
                  <a:lnTo>
                    <a:pt x="241622" y="760100"/>
                  </a:lnTo>
                  <a:lnTo>
                    <a:pt x="206887" y="736816"/>
                  </a:lnTo>
                  <a:close/>
                  <a:moveTo>
                    <a:pt x="700058" y="1261566"/>
                  </a:moveTo>
                  <a:lnTo>
                    <a:pt x="686101" y="1282754"/>
                  </a:lnTo>
                  <a:lnTo>
                    <a:pt x="701590" y="1274670"/>
                  </a:lnTo>
                  <a:close/>
                  <a:moveTo>
                    <a:pt x="458987" y="960284"/>
                  </a:moveTo>
                  <a:lnTo>
                    <a:pt x="432414" y="980631"/>
                  </a:lnTo>
                  <a:lnTo>
                    <a:pt x="456674" y="966015"/>
                  </a:lnTo>
                  <a:close/>
                  <a:moveTo>
                    <a:pt x="456674" y="966015"/>
                  </a:moveTo>
                  <a:lnTo>
                    <a:pt x="439675" y="984290"/>
                  </a:lnTo>
                  <a:lnTo>
                    <a:pt x="448886" y="980631"/>
                  </a:lnTo>
                  <a:close/>
                  <a:moveTo>
                    <a:pt x="448886" y="980631"/>
                  </a:moveTo>
                  <a:lnTo>
                    <a:pt x="470540" y="975111"/>
                  </a:lnTo>
                  <a:lnTo>
                    <a:pt x="456674" y="966015"/>
                  </a:lnTo>
                  <a:close/>
                  <a:moveTo>
                    <a:pt x="772562" y="1212051"/>
                  </a:moveTo>
                  <a:lnTo>
                    <a:pt x="729992" y="1219571"/>
                  </a:lnTo>
                  <a:lnTo>
                    <a:pt x="730869" y="1229348"/>
                  </a:lnTo>
                  <a:close/>
                  <a:moveTo>
                    <a:pt x="206275" y="542112"/>
                  </a:moveTo>
                  <a:lnTo>
                    <a:pt x="179169" y="595897"/>
                  </a:lnTo>
                  <a:lnTo>
                    <a:pt x="186218" y="563328"/>
                  </a:lnTo>
                  <a:close/>
                  <a:moveTo>
                    <a:pt x="245389" y="581962"/>
                  </a:moveTo>
                  <a:lnTo>
                    <a:pt x="246495" y="578714"/>
                  </a:lnTo>
                  <a:lnTo>
                    <a:pt x="225641" y="586149"/>
                  </a:lnTo>
                  <a:close/>
                  <a:moveTo>
                    <a:pt x="225641" y="586149"/>
                  </a:moveTo>
                  <a:lnTo>
                    <a:pt x="246495" y="578714"/>
                  </a:lnTo>
                  <a:lnTo>
                    <a:pt x="206275" y="542112"/>
                  </a:lnTo>
                  <a:close/>
                  <a:moveTo>
                    <a:pt x="225641" y="586149"/>
                  </a:moveTo>
                  <a:lnTo>
                    <a:pt x="206275" y="542112"/>
                  </a:lnTo>
                  <a:lnTo>
                    <a:pt x="186218" y="563328"/>
                  </a:lnTo>
                  <a:close/>
                  <a:moveTo>
                    <a:pt x="246495" y="578714"/>
                  </a:moveTo>
                  <a:lnTo>
                    <a:pt x="245389" y="581962"/>
                  </a:lnTo>
                  <a:lnTo>
                    <a:pt x="249977" y="580928"/>
                  </a:lnTo>
                  <a:close/>
                  <a:moveTo>
                    <a:pt x="285630" y="589652"/>
                  </a:moveTo>
                  <a:lnTo>
                    <a:pt x="249977" y="580928"/>
                  </a:lnTo>
                  <a:lnTo>
                    <a:pt x="245389" y="581962"/>
                  </a:lnTo>
                  <a:close/>
                  <a:moveTo>
                    <a:pt x="742540" y="1076100"/>
                  </a:moveTo>
                  <a:lnTo>
                    <a:pt x="741695" y="1077410"/>
                  </a:lnTo>
                  <a:lnTo>
                    <a:pt x="764716" y="1084188"/>
                  </a:lnTo>
                  <a:close/>
                  <a:moveTo>
                    <a:pt x="724734" y="1044858"/>
                  </a:moveTo>
                  <a:lnTo>
                    <a:pt x="742540" y="1076100"/>
                  </a:lnTo>
                  <a:lnTo>
                    <a:pt x="764716" y="1084188"/>
                  </a:lnTo>
                  <a:close/>
                  <a:moveTo>
                    <a:pt x="321469" y="574287"/>
                  </a:moveTo>
                  <a:lnTo>
                    <a:pt x="342300" y="580751"/>
                  </a:lnTo>
                  <a:lnTo>
                    <a:pt x="285630" y="589652"/>
                  </a:lnTo>
                  <a:close/>
                  <a:moveTo>
                    <a:pt x="285630" y="589652"/>
                  </a:moveTo>
                  <a:lnTo>
                    <a:pt x="342300" y="580751"/>
                  </a:lnTo>
                  <a:lnTo>
                    <a:pt x="307480" y="575139"/>
                  </a:lnTo>
                  <a:close/>
                  <a:moveTo>
                    <a:pt x="824811" y="1186365"/>
                  </a:moveTo>
                  <a:lnTo>
                    <a:pt x="826570" y="1195232"/>
                  </a:lnTo>
                  <a:lnTo>
                    <a:pt x="844053" y="1210957"/>
                  </a:lnTo>
                  <a:close/>
                  <a:moveTo>
                    <a:pt x="740992" y="1074783"/>
                  </a:moveTo>
                  <a:lnTo>
                    <a:pt x="786841" y="1066201"/>
                  </a:lnTo>
                  <a:lnTo>
                    <a:pt x="742540" y="1076100"/>
                  </a:lnTo>
                  <a:close/>
                  <a:moveTo>
                    <a:pt x="558416" y="794256"/>
                  </a:moveTo>
                  <a:lnTo>
                    <a:pt x="501206" y="801144"/>
                  </a:lnTo>
                  <a:lnTo>
                    <a:pt x="536764" y="809510"/>
                  </a:lnTo>
                  <a:close/>
                  <a:moveTo>
                    <a:pt x="918668" y="1144567"/>
                  </a:moveTo>
                  <a:lnTo>
                    <a:pt x="921771" y="1127264"/>
                  </a:lnTo>
                  <a:lnTo>
                    <a:pt x="906819" y="1169182"/>
                  </a:lnTo>
                  <a:close/>
                  <a:moveTo>
                    <a:pt x="906819" y="1169182"/>
                  </a:moveTo>
                  <a:lnTo>
                    <a:pt x="921771" y="1127264"/>
                  </a:lnTo>
                  <a:lnTo>
                    <a:pt x="905592" y="1115244"/>
                  </a:lnTo>
                  <a:close/>
                  <a:moveTo>
                    <a:pt x="906819" y="1169182"/>
                  </a:moveTo>
                  <a:lnTo>
                    <a:pt x="905592" y="1115244"/>
                  </a:lnTo>
                  <a:lnTo>
                    <a:pt x="927582" y="1151998"/>
                  </a:lnTo>
                  <a:close/>
                  <a:moveTo>
                    <a:pt x="730087" y="894714"/>
                  </a:moveTo>
                  <a:lnTo>
                    <a:pt x="724548" y="917090"/>
                  </a:lnTo>
                  <a:lnTo>
                    <a:pt x="747035" y="904957"/>
                  </a:lnTo>
                  <a:close/>
                  <a:moveTo>
                    <a:pt x="730087" y="894714"/>
                  </a:moveTo>
                  <a:lnTo>
                    <a:pt x="715016" y="911897"/>
                  </a:lnTo>
                  <a:lnTo>
                    <a:pt x="724548" y="917090"/>
                  </a:lnTo>
                  <a:close/>
                  <a:moveTo>
                    <a:pt x="637513" y="793108"/>
                  </a:moveTo>
                  <a:lnTo>
                    <a:pt x="678713" y="821204"/>
                  </a:lnTo>
                  <a:lnTo>
                    <a:pt x="652671" y="801301"/>
                  </a:lnTo>
                  <a:close/>
                  <a:moveTo>
                    <a:pt x="967275" y="1098060"/>
                  </a:moveTo>
                  <a:lnTo>
                    <a:pt x="978136" y="1146125"/>
                  </a:lnTo>
                  <a:lnTo>
                    <a:pt x="999901" y="1131292"/>
                  </a:lnTo>
                  <a:close/>
                  <a:moveTo>
                    <a:pt x="863088" y="924149"/>
                  </a:moveTo>
                  <a:lnTo>
                    <a:pt x="876734" y="919944"/>
                  </a:lnTo>
                  <a:lnTo>
                    <a:pt x="845878" y="914285"/>
                  </a:lnTo>
                  <a:close/>
                  <a:moveTo>
                    <a:pt x="784983" y="922264"/>
                  </a:moveTo>
                  <a:lnTo>
                    <a:pt x="841462" y="912643"/>
                  </a:lnTo>
                  <a:lnTo>
                    <a:pt x="804058" y="897372"/>
                  </a:lnTo>
                  <a:close/>
                  <a:moveTo>
                    <a:pt x="840594" y="915347"/>
                  </a:moveTo>
                  <a:lnTo>
                    <a:pt x="864916" y="877530"/>
                  </a:lnTo>
                  <a:lnTo>
                    <a:pt x="841462" y="912643"/>
                  </a:lnTo>
                  <a:close/>
                  <a:moveTo>
                    <a:pt x="747035" y="904957"/>
                  </a:moveTo>
                  <a:lnTo>
                    <a:pt x="784983" y="922264"/>
                  </a:lnTo>
                  <a:lnTo>
                    <a:pt x="804058" y="897372"/>
                  </a:lnTo>
                  <a:close/>
                  <a:moveTo>
                    <a:pt x="787707" y="841761"/>
                  </a:moveTo>
                  <a:lnTo>
                    <a:pt x="805489" y="854393"/>
                  </a:lnTo>
                  <a:lnTo>
                    <a:pt x="786158" y="830447"/>
                  </a:lnTo>
                  <a:close/>
                  <a:moveTo>
                    <a:pt x="137077" y="34129"/>
                  </a:moveTo>
                  <a:lnTo>
                    <a:pt x="140139" y="76387"/>
                  </a:lnTo>
                  <a:lnTo>
                    <a:pt x="159879" y="42680"/>
                  </a:lnTo>
                  <a:close/>
                  <a:moveTo>
                    <a:pt x="137077" y="34129"/>
                  </a:moveTo>
                  <a:lnTo>
                    <a:pt x="134488" y="13454"/>
                  </a:lnTo>
                  <a:lnTo>
                    <a:pt x="101254" y="13777"/>
                  </a:lnTo>
                  <a:close/>
                  <a:moveTo>
                    <a:pt x="95123" y="32166"/>
                  </a:moveTo>
                  <a:lnTo>
                    <a:pt x="102406" y="35228"/>
                  </a:lnTo>
                  <a:lnTo>
                    <a:pt x="101254" y="13777"/>
                  </a:lnTo>
                  <a:close/>
                  <a:moveTo>
                    <a:pt x="1032606" y="1080877"/>
                  </a:moveTo>
                  <a:lnTo>
                    <a:pt x="1039700" y="1085566"/>
                  </a:lnTo>
                  <a:lnTo>
                    <a:pt x="1042804" y="1070916"/>
                  </a:lnTo>
                  <a:close/>
                  <a:moveTo>
                    <a:pt x="876734" y="919944"/>
                  </a:moveTo>
                  <a:lnTo>
                    <a:pt x="842889" y="913483"/>
                  </a:lnTo>
                  <a:lnTo>
                    <a:pt x="845878" y="914285"/>
                  </a:lnTo>
                  <a:close/>
                  <a:moveTo>
                    <a:pt x="867297" y="913029"/>
                  </a:moveTo>
                  <a:lnTo>
                    <a:pt x="842889" y="913483"/>
                  </a:lnTo>
                  <a:lnTo>
                    <a:pt x="876734" y="919944"/>
                  </a:lnTo>
                  <a:close/>
                  <a:moveTo>
                    <a:pt x="898624" y="905578"/>
                  </a:moveTo>
                  <a:lnTo>
                    <a:pt x="867297" y="913029"/>
                  </a:lnTo>
                  <a:lnTo>
                    <a:pt x="876734" y="919944"/>
                  </a:lnTo>
                  <a:close/>
                  <a:moveTo>
                    <a:pt x="882617" y="860347"/>
                  </a:moveTo>
                  <a:lnTo>
                    <a:pt x="890761" y="876181"/>
                  </a:lnTo>
                  <a:lnTo>
                    <a:pt x="842889" y="913483"/>
                  </a:lnTo>
                  <a:close/>
                  <a:moveTo>
                    <a:pt x="841462" y="912643"/>
                  </a:moveTo>
                  <a:lnTo>
                    <a:pt x="842889" y="913483"/>
                  </a:lnTo>
                  <a:lnTo>
                    <a:pt x="817781" y="906806"/>
                  </a:lnTo>
                  <a:close/>
                  <a:moveTo>
                    <a:pt x="881070" y="823592"/>
                  </a:moveTo>
                  <a:lnTo>
                    <a:pt x="878931" y="831952"/>
                  </a:lnTo>
                  <a:lnTo>
                    <a:pt x="872210" y="827239"/>
                  </a:lnTo>
                  <a:close/>
                  <a:moveTo>
                    <a:pt x="718743" y="754157"/>
                  </a:moveTo>
                  <a:lnTo>
                    <a:pt x="753296" y="797902"/>
                  </a:lnTo>
                  <a:lnTo>
                    <a:pt x="735104" y="767265"/>
                  </a:lnTo>
                  <a:close/>
                  <a:moveTo>
                    <a:pt x="278043" y="135032"/>
                  </a:moveTo>
                  <a:lnTo>
                    <a:pt x="255222" y="171244"/>
                  </a:lnTo>
                  <a:lnTo>
                    <a:pt x="284066" y="174883"/>
                  </a:lnTo>
                  <a:close/>
                  <a:moveTo>
                    <a:pt x="134488" y="13454"/>
                  </a:moveTo>
                  <a:lnTo>
                    <a:pt x="164886" y="2534"/>
                  </a:lnTo>
                  <a:lnTo>
                    <a:pt x="189941" y="0"/>
                  </a:lnTo>
                  <a:close/>
                  <a:moveTo>
                    <a:pt x="1045367" y="1036212"/>
                  </a:moveTo>
                  <a:lnTo>
                    <a:pt x="1032606" y="1080877"/>
                  </a:lnTo>
                  <a:lnTo>
                    <a:pt x="1042804" y="1070916"/>
                  </a:lnTo>
                  <a:close/>
                  <a:moveTo>
                    <a:pt x="1032638" y="1001813"/>
                  </a:moveTo>
                  <a:lnTo>
                    <a:pt x="1017731" y="1031592"/>
                  </a:lnTo>
                  <a:lnTo>
                    <a:pt x="1045367" y="1036212"/>
                  </a:lnTo>
                  <a:close/>
                  <a:moveTo>
                    <a:pt x="1032638" y="1001813"/>
                  </a:moveTo>
                  <a:lnTo>
                    <a:pt x="1028156" y="960710"/>
                  </a:lnTo>
                  <a:lnTo>
                    <a:pt x="987953" y="990410"/>
                  </a:lnTo>
                  <a:close/>
                  <a:moveTo>
                    <a:pt x="878931" y="831952"/>
                  </a:moveTo>
                  <a:lnTo>
                    <a:pt x="881070" y="823592"/>
                  </a:lnTo>
                  <a:lnTo>
                    <a:pt x="877899" y="822613"/>
                  </a:lnTo>
                  <a:close/>
                  <a:moveTo>
                    <a:pt x="876411" y="779076"/>
                  </a:moveTo>
                  <a:lnTo>
                    <a:pt x="850994" y="772651"/>
                  </a:lnTo>
                  <a:lnTo>
                    <a:pt x="877899" y="822613"/>
                  </a:lnTo>
                  <a:close/>
                  <a:moveTo>
                    <a:pt x="876411" y="779076"/>
                  </a:moveTo>
                  <a:lnTo>
                    <a:pt x="877899" y="822613"/>
                  </a:lnTo>
                  <a:lnTo>
                    <a:pt x="881070" y="823592"/>
                  </a:lnTo>
                  <a:close/>
                  <a:moveTo>
                    <a:pt x="850994" y="772651"/>
                  </a:moveTo>
                  <a:lnTo>
                    <a:pt x="876411" y="779076"/>
                  </a:lnTo>
                  <a:lnTo>
                    <a:pt x="852621" y="761949"/>
                  </a:lnTo>
                  <a:close/>
                  <a:moveTo>
                    <a:pt x="876411" y="779076"/>
                  </a:moveTo>
                  <a:lnTo>
                    <a:pt x="882484" y="749025"/>
                  </a:lnTo>
                  <a:lnTo>
                    <a:pt x="852621" y="761949"/>
                  </a:lnTo>
                  <a:close/>
                  <a:moveTo>
                    <a:pt x="586267" y="485186"/>
                  </a:moveTo>
                  <a:lnTo>
                    <a:pt x="620588" y="488933"/>
                  </a:lnTo>
                  <a:lnTo>
                    <a:pt x="639704" y="464195"/>
                  </a:lnTo>
                  <a:close/>
                  <a:moveTo>
                    <a:pt x="359340" y="185522"/>
                  </a:moveTo>
                  <a:lnTo>
                    <a:pt x="379255" y="235512"/>
                  </a:lnTo>
                  <a:lnTo>
                    <a:pt x="401208" y="195378"/>
                  </a:lnTo>
                  <a:close/>
                  <a:moveTo>
                    <a:pt x="885044" y="727310"/>
                  </a:moveTo>
                  <a:lnTo>
                    <a:pt x="852621" y="761949"/>
                  </a:lnTo>
                  <a:lnTo>
                    <a:pt x="882484" y="749025"/>
                  </a:lnTo>
                  <a:close/>
                  <a:moveTo>
                    <a:pt x="885044" y="727310"/>
                  </a:moveTo>
                  <a:lnTo>
                    <a:pt x="863595" y="717660"/>
                  </a:lnTo>
                  <a:lnTo>
                    <a:pt x="852621" y="761949"/>
                  </a:lnTo>
                  <a:close/>
                  <a:moveTo>
                    <a:pt x="757290" y="570919"/>
                  </a:moveTo>
                  <a:lnTo>
                    <a:pt x="757263" y="622634"/>
                  </a:lnTo>
                  <a:lnTo>
                    <a:pt x="762933" y="585878"/>
                  </a:lnTo>
                  <a:close/>
                  <a:moveTo>
                    <a:pt x="757290" y="570919"/>
                  </a:moveTo>
                  <a:lnTo>
                    <a:pt x="757544" y="615460"/>
                  </a:lnTo>
                  <a:lnTo>
                    <a:pt x="757263" y="622634"/>
                  </a:lnTo>
                  <a:close/>
                  <a:moveTo>
                    <a:pt x="857699" y="632959"/>
                  </a:moveTo>
                  <a:lnTo>
                    <a:pt x="879757" y="678960"/>
                  </a:lnTo>
                  <a:lnTo>
                    <a:pt x="903116" y="633748"/>
                  </a:lnTo>
                  <a:close/>
                  <a:moveTo>
                    <a:pt x="948104" y="581166"/>
                  </a:moveTo>
                  <a:lnTo>
                    <a:pt x="920636" y="625022"/>
                  </a:lnTo>
                  <a:lnTo>
                    <a:pt x="932627" y="619512"/>
                  </a:lnTo>
                  <a:close/>
                  <a:moveTo>
                    <a:pt x="962505" y="606644"/>
                  </a:moveTo>
                  <a:lnTo>
                    <a:pt x="974824" y="574256"/>
                  </a:lnTo>
                  <a:lnTo>
                    <a:pt x="948104" y="581166"/>
                  </a:lnTo>
                  <a:close/>
                  <a:moveTo>
                    <a:pt x="932627" y="619512"/>
                  </a:moveTo>
                  <a:lnTo>
                    <a:pt x="962505" y="606644"/>
                  </a:lnTo>
                  <a:lnTo>
                    <a:pt x="948104" y="581166"/>
                  </a:lnTo>
                  <a:close/>
                  <a:moveTo>
                    <a:pt x="682673" y="291263"/>
                  </a:moveTo>
                  <a:lnTo>
                    <a:pt x="676992" y="330982"/>
                  </a:lnTo>
                  <a:lnTo>
                    <a:pt x="681587" y="303794"/>
                  </a:lnTo>
                  <a:close/>
                  <a:moveTo>
                    <a:pt x="671254" y="318206"/>
                  </a:moveTo>
                  <a:lnTo>
                    <a:pt x="676992" y="330982"/>
                  </a:lnTo>
                  <a:lnTo>
                    <a:pt x="682673" y="291263"/>
                  </a:lnTo>
                  <a:close/>
                  <a:moveTo>
                    <a:pt x="655747" y="286065"/>
                  </a:moveTo>
                  <a:lnTo>
                    <a:pt x="671254" y="318206"/>
                  </a:lnTo>
                  <a:lnTo>
                    <a:pt x="682673" y="291263"/>
                  </a:lnTo>
                  <a:close/>
                  <a:moveTo>
                    <a:pt x="665001" y="240289"/>
                  </a:moveTo>
                  <a:lnTo>
                    <a:pt x="676756" y="285735"/>
                  </a:lnTo>
                  <a:lnTo>
                    <a:pt x="653649" y="257472"/>
                  </a:lnTo>
                  <a:close/>
                  <a:moveTo>
                    <a:pt x="655747" y="286065"/>
                  </a:moveTo>
                  <a:lnTo>
                    <a:pt x="676756" y="285735"/>
                  </a:lnTo>
                  <a:lnTo>
                    <a:pt x="665001" y="24028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88" name="Input_density__87">
              <a:extLst>
                <a:ext uri="{FF2B5EF4-FFF2-40B4-BE49-F238E27FC236}">
                  <a16:creationId xmlns:a16="http://schemas.microsoft.com/office/drawing/2014/main" id="{2C4B4C90-7EE4-FFFB-FBBF-732CC36C7DE5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837759"/>
              <a:ext cx="982133" cy="1392201"/>
            </a:xfrm>
            <a:custGeom>
              <a:avLst/>
              <a:gdLst/>
              <a:ahLst/>
              <a:cxnLst/>
              <a:rect l="0" t="0" r="0" b="0"/>
              <a:pathLst>
                <a:path w="982133" h="1392201">
                  <a:moveTo>
                    <a:pt x="0" y="1141076"/>
                  </a:moveTo>
                  <a:lnTo>
                    <a:pt x="44052" y="1163730"/>
                  </a:lnTo>
                  <a:lnTo>
                    <a:pt x="3997" y="1124459"/>
                  </a:lnTo>
                  <a:close/>
                  <a:moveTo>
                    <a:pt x="182317" y="1270912"/>
                  </a:moveTo>
                  <a:lnTo>
                    <a:pt x="230040" y="1299866"/>
                  </a:lnTo>
                  <a:lnTo>
                    <a:pt x="199339" y="1257125"/>
                  </a:lnTo>
                  <a:close/>
                  <a:moveTo>
                    <a:pt x="194110" y="1257242"/>
                  </a:moveTo>
                  <a:lnTo>
                    <a:pt x="182317" y="1270912"/>
                  </a:lnTo>
                  <a:lnTo>
                    <a:pt x="199339" y="1257125"/>
                  </a:lnTo>
                  <a:close/>
                  <a:moveTo>
                    <a:pt x="150032" y="1221241"/>
                  </a:moveTo>
                  <a:lnTo>
                    <a:pt x="194624" y="1253728"/>
                  </a:lnTo>
                  <a:lnTo>
                    <a:pt x="159379" y="1232296"/>
                  </a:lnTo>
                  <a:close/>
                  <a:moveTo>
                    <a:pt x="150032" y="1221241"/>
                  </a:moveTo>
                  <a:lnTo>
                    <a:pt x="194110" y="1257242"/>
                  </a:lnTo>
                  <a:lnTo>
                    <a:pt x="194624" y="1253728"/>
                  </a:lnTo>
                  <a:close/>
                  <a:moveTo>
                    <a:pt x="154151" y="1234157"/>
                  </a:moveTo>
                  <a:lnTo>
                    <a:pt x="194110" y="1257242"/>
                  </a:lnTo>
                  <a:lnTo>
                    <a:pt x="150032" y="1221241"/>
                  </a:lnTo>
                  <a:close/>
                  <a:moveTo>
                    <a:pt x="194624" y="1253728"/>
                  </a:moveTo>
                  <a:lnTo>
                    <a:pt x="194110" y="1257242"/>
                  </a:lnTo>
                  <a:lnTo>
                    <a:pt x="199339" y="1257125"/>
                  </a:lnTo>
                  <a:close/>
                  <a:moveTo>
                    <a:pt x="146289" y="1216974"/>
                  </a:moveTo>
                  <a:lnTo>
                    <a:pt x="150032" y="1221241"/>
                  </a:lnTo>
                  <a:lnTo>
                    <a:pt x="159379" y="1232296"/>
                  </a:lnTo>
                  <a:close/>
                  <a:moveTo>
                    <a:pt x="194624" y="1253728"/>
                  </a:moveTo>
                  <a:lnTo>
                    <a:pt x="199339" y="1257125"/>
                  </a:lnTo>
                  <a:lnTo>
                    <a:pt x="200512" y="1252037"/>
                  </a:lnTo>
                  <a:close/>
                  <a:moveTo>
                    <a:pt x="194624" y="1253728"/>
                  </a:moveTo>
                  <a:lnTo>
                    <a:pt x="200512" y="1252037"/>
                  </a:lnTo>
                  <a:lnTo>
                    <a:pt x="159379" y="1232296"/>
                  </a:lnTo>
                  <a:close/>
                  <a:moveTo>
                    <a:pt x="159379" y="1232296"/>
                  </a:moveTo>
                  <a:lnTo>
                    <a:pt x="200512" y="1252037"/>
                  </a:lnTo>
                  <a:lnTo>
                    <a:pt x="216150" y="1223770"/>
                  </a:lnTo>
                  <a:close/>
                  <a:moveTo>
                    <a:pt x="199339" y="1257125"/>
                  </a:moveTo>
                  <a:lnTo>
                    <a:pt x="247660" y="1236545"/>
                  </a:lnTo>
                  <a:lnTo>
                    <a:pt x="200512" y="1252037"/>
                  </a:lnTo>
                  <a:close/>
                  <a:moveTo>
                    <a:pt x="255510" y="1246352"/>
                  </a:moveTo>
                  <a:lnTo>
                    <a:pt x="247660" y="1236545"/>
                  </a:lnTo>
                  <a:lnTo>
                    <a:pt x="199339" y="1257125"/>
                  </a:lnTo>
                  <a:close/>
                  <a:moveTo>
                    <a:pt x="240560" y="1286665"/>
                  </a:moveTo>
                  <a:lnTo>
                    <a:pt x="255510" y="1246352"/>
                  </a:lnTo>
                  <a:lnTo>
                    <a:pt x="199339" y="1257125"/>
                  </a:lnTo>
                  <a:close/>
                  <a:moveTo>
                    <a:pt x="200512" y="1252037"/>
                  </a:moveTo>
                  <a:lnTo>
                    <a:pt x="247660" y="1236545"/>
                  </a:lnTo>
                  <a:lnTo>
                    <a:pt x="216150" y="1223770"/>
                  </a:lnTo>
                  <a:close/>
                  <a:moveTo>
                    <a:pt x="259203" y="1253728"/>
                  </a:moveTo>
                  <a:lnTo>
                    <a:pt x="255834" y="1236545"/>
                  </a:lnTo>
                  <a:lnTo>
                    <a:pt x="255510" y="1246352"/>
                  </a:lnTo>
                  <a:close/>
                  <a:moveTo>
                    <a:pt x="117322" y="1106709"/>
                  </a:moveTo>
                  <a:lnTo>
                    <a:pt x="85020" y="1078858"/>
                  </a:lnTo>
                  <a:lnTo>
                    <a:pt x="125232" y="1089525"/>
                  </a:lnTo>
                  <a:close/>
                  <a:moveTo>
                    <a:pt x="369130" y="1330459"/>
                  </a:moveTo>
                  <a:lnTo>
                    <a:pt x="356155" y="1373496"/>
                  </a:lnTo>
                  <a:lnTo>
                    <a:pt x="396759" y="1379833"/>
                  </a:lnTo>
                  <a:close/>
                  <a:moveTo>
                    <a:pt x="399814" y="1332602"/>
                  </a:moveTo>
                  <a:lnTo>
                    <a:pt x="369130" y="1330459"/>
                  </a:lnTo>
                  <a:lnTo>
                    <a:pt x="396759" y="1379833"/>
                  </a:lnTo>
                  <a:close/>
                  <a:moveTo>
                    <a:pt x="431570" y="1378620"/>
                  </a:moveTo>
                  <a:lnTo>
                    <a:pt x="393801" y="1389672"/>
                  </a:lnTo>
                  <a:lnTo>
                    <a:pt x="427797" y="1392201"/>
                  </a:lnTo>
                  <a:close/>
                  <a:moveTo>
                    <a:pt x="431570" y="1378620"/>
                  </a:moveTo>
                  <a:lnTo>
                    <a:pt x="396759" y="1379833"/>
                  </a:lnTo>
                  <a:lnTo>
                    <a:pt x="393801" y="1389672"/>
                  </a:lnTo>
                  <a:close/>
                  <a:moveTo>
                    <a:pt x="396759" y="1379833"/>
                  </a:moveTo>
                  <a:lnTo>
                    <a:pt x="431570" y="1378620"/>
                  </a:lnTo>
                  <a:lnTo>
                    <a:pt x="430127" y="1335046"/>
                  </a:lnTo>
                  <a:close/>
                  <a:moveTo>
                    <a:pt x="399814" y="1332602"/>
                  </a:moveTo>
                  <a:lnTo>
                    <a:pt x="373950" y="1315451"/>
                  </a:lnTo>
                  <a:lnTo>
                    <a:pt x="346880" y="1303802"/>
                  </a:lnTo>
                  <a:close/>
                  <a:moveTo>
                    <a:pt x="369130" y="1330459"/>
                  </a:moveTo>
                  <a:lnTo>
                    <a:pt x="399814" y="1332602"/>
                  </a:lnTo>
                  <a:lnTo>
                    <a:pt x="346880" y="1303802"/>
                  </a:lnTo>
                  <a:close/>
                  <a:moveTo>
                    <a:pt x="247660" y="1236545"/>
                  </a:moveTo>
                  <a:lnTo>
                    <a:pt x="255510" y="1246352"/>
                  </a:lnTo>
                  <a:lnTo>
                    <a:pt x="255047" y="1234788"/>
                  </a:lnTo>
                  <a:close/>
                  <a:moveTo>
                    <a:pt x="255047" y="1234788"/>
                  </a:moveTo>
                  <a:lnTo>
                    <a:pt x="216150" y="1223770"/>
                  </a:lnTo>
                  <a:lnTo>
                    <a:pt x="247660" y="1236545"/>
                  </a:lnTo>
                  <a:close/>
                  <a:moveTo>
                    <a:pt x="243225" y="1199653"/>
                  </a:moveTo>
                  <a:lnTo>
                    <a:pt x="224675" y="1187646"/>
                  </a:lnTo>
                  <a:lnTo>
                    <a:pt x="255047" y="1234788"/>
                  </a:lnTo>
                  <a:close/>
                  <a:moveTo>
                    <a:pt x="255047" y="1234788"/>
                  </a:moveTo>
                  <a:lnTo>
                    <a:pt x="255510" y="1246352"/>
                  </a:lnTo>
                  <a:lnTo>
                    <a:pt x="255834" y="1236545"/>
                  </a:lnTo>
                  <a:close/>
                  <a:moveTo>
                    <a:pt x="243225" y="1199653"/>
                  </a:moveTo>
                  <a:lnTo>
                    <a:pt x="255047" y="1234788"/>
                  </a:lnTo>
                  <a:lnTo>
                    <a:pt x="255834" y="1236545"/>
                  </a:lnTo>
                  <a:close/>
                  <a:moveTo>
                    <a:pt x="213491" y="1072342"/>
                  </a:moveTo>
                  <a:lnTo>
                    <a:pt x="228377" y="1077483"/>
                  </a:lnTo>
                  <a:lnTo>
                    <a:pt x="236113" y="1077624"/>
                  </a:lnTo>
                  <a:close/>
                  <a:moveTo>
                    <a:pt x="277287" y="1106991"/>
                  </a:moveTo>
                  <a:lnTo>
                    <a:pt x="284268" y="1109097"/>
                  </a:lnTo>
                  <a:lnTo>
                    <a:pt x="297239" y="1085378"/>
                  </a:lnTo>
                  <a:close/>
                  <a:moveTo>
                    <a:pt x="213491" y="1072342"/>
                  </a:moveTo>
                  <a:lnTo>
                    <a:pt x="236113" y="1077624"/>
                  </a:lnTo>
                  <a:lnTo>
                    <a:pt x="242365" y="1066111"/>
                  </a:lnTo>
                  <a:close/>
                  <a:moveTo>
                    <a:pt x="200757" y="1070007"/>
                  </a:moveTo>
                  <a:lnTo>
                    <a:pt x="242365" y="1066111"/>
                  </a:lnTo>
                  <a:lnTo>
                    <a:pt x="251579" y="1039239"/>
                  </a:lnTo>
                  <a:close/>
                  <a:moveTo>
                    <a:pt x="297239" y="1085378"/>
                  </a:moveTo>
                  <a:lnTo>
                    <a:pt x="267029" y="1055159"/>
                  </a:lnTo>
                  <a:lnTo>
                    <a:pt x="236113" y="1077624"/>
                  </a:lnTo>
                  <a:close/>
                  <a:moveTo>
                    <a:pt x="277287" y="1106991"/>
                  </a:moveTo>
                  <a:lnTo>
                    <a:pt x="297239" y="1085378"/>
                  </a:lnTo>
                  <a:lnTo>
                    <a:pt x="236113" y="1077624"/>
                  </a:lnTo>
                  <a:close/>
                  <a:moveTo>
                    <a:pt x="305605" y="1020451"/>
                  </a:moveTo>
                  <a:lnTo>
                    <a:pt x="298287" y="1047735"/>
                  </a:lnTo>
                  <a:lnTo>
                    <a:pt x="340432" y="1026086"/>
                  </a:lnTo>
                  <a:close/>
                  <a:moveTo>
                    <a:pt x="253666" y="1012176"/>
                  </a:moveTo>
                  <a:lnTo>
                    <a:pt x="220446" y="1047414"/>
                  </a:lnTo>
                  <a:lnTo>
                    <a:pt x="251579" y="1039239"/>
                  </a:lnTo>
                  <a:close/>
                  <a:moveTo>
                    <a:pt x="282025" y="1001220"/>
                  </a:moveTo>
                  <a:lnTo>
                    <a:pt x="239504" y="994094"/>
                  </a:lnTo>
                  <a:lnTo>
                    <a:pt x="253666" y="1012176"/>
                  </a:lnTo>
                  <a:close/>
                  <a:moveTo>
                    <a:pt x="368738" y="972801"/>
                  </a:moveTo>
                  <a:lnTo>
                    <a:pt x="395348" y="978256"/>
                  </a:lnTo>
                  <a:lnTo>
                    <a:pt x="363238" y="932525"/>
                  </a:lnTo>
                  <a:close/>
                  <a:moveTo>
                    <a:pt x="437921" y="970733"/>
                  </a:moveTo>
                  <a:lnTo>
                    <a:pt x="436411" y="966854"/>
                  </a:lnTo>
                  <a:lnTo>
                    <a:pt x="400154" y="932383"/>
                  </a:lnTo>
                  <a:close/>
                  <a:moveTo>
                    <a:pt x="385475" y="941536"/>
                  </a:moveTo>
                  <a:lnTo>
                    <a:pt x="437921" y="970733"/>
                  </a:lnTo>
                  <a:lnTo>
                    <a:pt x="400154" y="932383"/>
                  </a:lnTo>
                  <a:close/>
                  <a:moveTo>
                    <a:pt x="363238" y="932525"/>
                  </a:moveTo>
                  <a:lnTo>
                    <a:pt x="339598" y="926759"/>
                  </a:lnTo>
                  <a:lnTo>
                    <a:pt x="357646" y="930099"/>
                  </a:lnTo>
                  <a:close/>
                  <a:moveTo>
                    <a:pt x="292292" y="873621"/>
                  </a:moveTo>
                  <a:lnTo>
                    <a:pt x="292333" y="873772"/>
                  </a:lnTo>
                  <a:lnTo>
                    <a:pt x="303305" y="819921"/>
                  </a:lnTo>
                  <a:close/>
                  <a:moveTo>
                    <a:pt x="356379" y="856589"/>
                  </a:moveTo>
                  <a:lnTo>
                    <a:pt x="342596" y="841760"/>
                  </a:lnTo>
                  <a:lnTo>
                    <a:pt x="363977" y="869519"/>
                  </a:lnTo>
                  <a:close/>
                  <a:moveTo>
                    <a:pt x="385973" y="893344"/>
                  </a:moveTo>
                  <a:lnTo>
                    <a:pt x="356379" y="856589"/>
                  </a:lnTo>
                  <a:lnTo>
                    <a:pt x="363977" y="869519"/>
                  </a:lnTo>
                  <a:close/>
                  <a:moveTo>
                    <a:pt x="189198" y="709569"/>
                  </a:moveTo>
                  <a:lnTo>
                    <a:pt x="199759" y="715684"/>
                  </a:lnTo>
                  <a:lnTo>
                    <a:pt x="210884" y="723040"/>
                  </a:lnTo>
                  <a:close/>
                  <a:moveTo>
                    <a:pt x="704055" y="1247789"/>
                  </a:moveTo>
                  <a:lnTo>
                    <a:pt x="705587" y="1260894"/>
                  </a:lnTo>
                  <a:lnTo>
                    <a:pt x="682830" y="1241805"/>
                  </a:lnTo>
                  <a:close/>
                  <a:moveTo>
                    <a:pt x="728348" y="1210380"/>
                  </a:moveTo>
                  <a:lnTo>
                    <a:pt x="734865" y="1215571"/>
                  </a:lnTo>
                  <a:lnTo>
                    <a:pt x="728959" y="1206955"/>
                  </a:lnTo>
                  <a:close/>
                  <a:moveTo>
                    <a:pt x="444759" y="912915"/>
                  </a:moveTo>
                  <a:lnTo>
                    <a:pt x="436411" y="966854"/>
                  </a:lnTo>
                  <a:lnTo>
                    <a:pt x="462983" y="946507"/>
                  </a:lnTo>
                  <a:close/>
                  <a:moveTo>
                    <a:pt x="462983" y="946507"/>
                  </a:moveTo>
                  <a:lnTo>
                    <a:pt x="483158" y="916297"/>
                  </a:lnTo>
                  <a:lnTo>
                    <a:pt x="466398" y="912915"/>
                  </a:lnTo>
                  <a:close/>
                  <a:moveTo>
                    <a:pt x="462983" y="946507"/>
                  </a:moveTo>
                  <a:lnTo>
                    <a:pt x="474536" y="961334"/>
                  </a:lnTo>
                  <a:lnTo>
                    <a:pt x="483158" y="916297"/>
                  </a:lnTo>
                  <a:close/>
                  <a:moveTo>
                    <a:pt x="460671" y="952238"/>
                  </a:moveTo>
                  <a:lnTo>
                    <a:pt x="474536" y="961334"/>
                  </a:lnTo>
                  <a:lnTo>
                    <a:pt x="462983" y="946507"/>
                  </a:lnTo>
                  <a:close/>
                  <a:moveTo>
                    <a:pt x="466398" y="912915"/>
                  </a:moveTo>
                  <a:lnTo>
                    <a:pt x="483158" y="916297"/>
                  </a:lnTo>
                  <a:lnTo>
                    <a:pt x="481748" y="892088"/>
                  </a:lnTo>
                  <a:close/>
                  <a:moveTo>
                    <a:pt x="728959" y="1206955"/>
                  </a:moveTo>
                  <a:lnTo>
                    <a:pt x="734865" y="1215571"/>
                  </a:lnTo>
                  <a:lnTo>
                    <a:pt x="733989" y="1205794"/>
                  </a:lnTo>
                  <a:close/>
                  <a:moveTo>
                    <a:pt x="733989" y="1205794"/>
                  </a:moveTo>
                  <a:lnTo>
                    <a:pt x="776559" y="1198274"/>
                  </a:lnTo>
                  <a:lnTo>
                    <a:pt x="749629" y="1174560"/>
                  </a:lnTo>
                  <a:close/>
                  <a:moveTo>
                    <a:pt x="776559" y="1198274"/>
                  </a:moveTo>
                  <a:lnTo>
                    <a:pt x="785682" y="1184780"/>
                  </a:lnTo>
                  <a:lnTo>
                    <a:pt x="749629" y="1174560"/>
                  </a:lnTo>
                  <a:close/>
                  <a:moveTo>
                    <a:pt x="483619" y="871175"/>
                  </a:moveTo>
                  <a:lnTo>
                    <a:pt x="466398" y="912915"/>
                  </a:lnTo>
                  <a:lnTo>
                    <a:pt x="481748" y="892088"/>
                  </a:lnTo>
                  <a:close/>
                  <a:moveTo>
                    <a:pt x="483619" y="871175"/>
                  </a:moveTo>
                  <a:lnTo>
                    <a:pt x="472727" y="858362"/>
                  </a:lnTo>
                  <a:lnTo>
                    <a:pt x="443258" y="832153"/>
                  </a:lnTo>
                  <a:close/>
                  <a:moveTo>
                    <a:pt x="641621" y="1042752"/>
                  </a:moveTo>
                  <a:lnTo>
                    <a:pt x="615565" y="1005997"/>
                  </a:lnTo>
                  <a:lnTo>
                    <a:pt x="626323" y="1015413"/>
                  </a:lnTo>
                  <a:close/>
                  <a:moveTo>
                    <a:pt x="785682" y="1184780"/>
                  </a:moveTo>
                  <a:lnTo>
                    <a:pt x="830567" y="1181455"/>
                  </a:lnTo>
                  <a:lnTo>
                    <a:pt x="818546" y="1135833"/>
                  </a:lnTo>
                  <a:close/>
                  <a:moveTo>
                    <a:pt x="768713" y="1070411"/>
                  </a:moveTo>
                  <a:lnTo>
                    <a:pt x="745692" y="1063634"/>
                  </a:lnTo>
                  <a:lnTo>
                    <a:pt x="747511" y="1105307"/>
                  </a:lnTo>
                  <a:close/>
                  <a:moveTo>
                    <a:pt x="744989" y="1061006"/>
                  </a:moveTo>
                  <a:lnTo>
                    <a:pt x="746537" y="1062323"/>
                  </a:lnTo>
                  <a:lnTo>
                    <a:pt x="728730" y="1031081"/>
                  </a:lnTo>
                  <a:close/>
                  <a:moveTo>
                    <a:pt x="744989" y="1061006"/>
                  </a:moveTo>
                  <a:lnTo>
                    <a:pt x="728730" y="1031081"/>
                  </a:lnTo>
                  <a:lnTo>
                    <a:pt x="723391" y="1025568"/>
                  </a:lnTo>
                  <a:close/>
                  <a:moveTo>
                    <a:pt x="615565" y="1005997"/>
                  </a:moveTo>
                  <a:lnTo>
                    <a:pt x="619082" y="994211"/>
                  </a:lnTo>
                  <a:lnTo>
                    <a:pt x="595819" y="968376"/>
                  </a:lnTo>
                  <a:close/>
                  <a:moveTo>
                    <a:pt x="497332" y="822222"/>
                  </a:moveTo>
                  <a:lnTo>
                    <a:pt x="531059" y="855671"/>
                  </a:lnTo>
                  <a:lnTo>
                    <a:pt x="533332" y="813101"/>
                  </a:lnTo>
                  <a:close/>
                  <a:moveTo>
                    <a:pt x="533332" y="813101"/>
                  </a:moveTo>
                  <a:lnTo>
                    <a:pt x="574099" y="807046"/>
                  </a:lnTo>
                  <a:lnTo>
                    <a:pt x="540760" y="795733"/>
                  </a:lnTo>
                  <a:close/>
                  <a:moveTo>
                    <a:pt x="574099" y="807046"/>
                  </a:moveTo>
                  <a:lnTo>
                    <a:pt x="575163" y="799783"/>
                  </a:lnTo>
                  <a:lnTo>
                    <a:pt x="540760" y="795733"/>
                  </a:lnTo>
                  <a:close/>
                  <a:moveTo>
                    <a:pt x="744989" y="1061006"/>
                  </a:moveTo>
                  <a:lnTo>
                    <a:pt x="723391" y="1025568"/>
                  </a:lnTo>
                  <a:lnTo>
                    <a:pt x="764468" y="1037625"/>
                  </a:lnTo>
                  <a:close/>
                  <a:moveTo>
                    <a:pt x="764468" y="1037625"/>
                  </a:moveTo>
                  <a:lnTo>
                    <a:pt x="723391" y="1025568"/>
                  </a:lnTo>
                  <a:lnTo>
                    <a:pt x="715281" y="1059674"/>
                  </a:lnTo>
                  <a:close/>
                  <a:moveTo>
                    <a:pt x="795198" y="1093626"/>
                  </a:moveTo>
                  <a:lnTo>
                    <a:pt x="746537" y="1062323"/>
                  </a:lnTo>
                  <a:lnTo>
                    <a:pt x="790837" y="1052424"/>
                  </a:lnTo>
                  <a:close/>
                  <a:moveTo>
                    <a:pt x="745692" y="1063634"/>
                  </a:moveTo>
                  <a:lnTo>
                    <a:pt x="746537" y="1062323"/>
                  </a:lnTo>
                  <a:lnTo>
                    <a:pt x="769092" y="1054915"/>
                  </a:lnTo>
                  <a:close/>
                  <a:moveTo>
                    <a:pt x="414959" y="604336"/>
                  </a:moveTo>
                  <a:lnTo>
                    <a:pt x="378086" y="584508"/>
                  </a:lnTo>
                  <a:lnTo>
                    <a:pt x="376443" y="583475"/>
                  </a:lnTo>
                  <a:close/>
                  <a:moveTo>
                    <a:pt x="982133" y="1132349"/>
                  </a:moveTo>
                  <a:lnTo>
                    <a:pt x="953801" y="1101467"/>
                  </a:lnTo>
                  <a:lnTo>
                    <a:pt x="922664" y="1130790"/>
                  </a:lnTo>
                  <a:close/>
                  <a:moveTo>
                    <a:pt x="906430" y="1098459"/>
                  </a:moveTo>
                  <a:lnTo>
                    <a:pt x="909588" y="1101467"/>
                  </a:lnTo>
                  <a:lnTo>
                    <a:pt x="889912" y="1070802"/>
                  </a:lnTo>
                  <a:close/>
                  <a:moveTo>
                    <a:pt x="909588" y="1101467"/>
                  </a:moveTo>
                  <a:lnTo>
                    <a:pt x="925767" y="1113487"/>
                  </a:lnTo>
                  <a:lnTo>
                    <a:pt x="889912" y="1070802"/>
                  </a:lnTo>
                  <a:close/>
                  <a:moveTo>
                    <a:pt x="906430" y="1098459"/>
                  </a:moveTo>
                  <a:lnTo>
                    <a:pt x="889912" y="1070802"/>
                  </a:lnTo>
                  <a:lnTo>
                    <a:pt x="881861" y="1064712"/>
                  </a:lnTo>
                  <a:close/>
                  <a:moveTo>
                    <a:pt x="728544" y="903314"/>
                  </a:moveTo>
                  <a:lnTo>
                    <a:pt x="781254" y="925974"/>
                  </a:lnTo>
                  <a:lnTo>
                    <a:pt x="788980" y="908487"/>
                  </a:lnTo>
                  <a:close/>
                  <a:moveTo>
                    <a:pt x="728544" y="903314"/>
                  </a:moveTo>
                  <a:lnTo>
                    <a:pt x="788980" y="908487"/>
                  </a:lnTo>
                  <a:lnTo>
                    <a:pt x="751031" y="891180"/>
                  </a:lnTo>
                  <a:close/>
                  <a:moveTo>
                    <a:pt x="690431" y="861365"/>
                  </a:moveTo>
                  <a:lnTo>
                    <a:pt x="719012" y="898120"/>
                  </a:lnTo>
                  <a:lnTo>
                    <a:pt x="734083" y="880937"/>
                  </a:lnTo>
                  <a:close/>
                  <a:moveTo>
                    <a:pt x="50873" y="89510"/>
                  </a:moveTo>
                  <a:lnTo>
                    <a:pt x="50827" y="84292"/>
                  </a:lnTo>
                  <a:lnTo>
                    <a:pt x="38347" y="49691"/>
                  </a:lnTo>
                  <a:close/>
                  <a:moveTo>
                    <a:pt x="804444" y="917692"/>
                  </a:moveTo>
                  <a:lnTo>
                    <a:pt x="844591" y="901571"/>
                  </a:lnTo>
                  <a:lnTo>
                    <a:pt x="788980" y="908487"/>
                  </a:lnTo>
                  <a:close/>
                  <a:moveTo>
                    <a:pt x="788980" y="908487"/>
                  </a:moveTo>
                  <a:lnTo>
                    <a:pt x="844591" y="901571"/>
                  </a:lnTo>
                  <a:lnTo>
                    <a:pt x="845458" y="898866"/>
                  </a:lnTo>
                  <a:close/>
                  <a:moveTo>
                    <a:pt x="789288" y="826998"/>
                  </a:moveTo>
                  <a:lnTo>
                    <a:pt x="791704" y="827984"/>
                  </a:lnTo>
                  <a:lnTo>
                    <a:pt x="790154" y="816670"/>
                  </a:lnTo>
                  <a:close/>
                  <a:moveTo>
                    <a:pt x="794140" y="831574"/>
                  </a:moveTo>
                  <a:lnTo>
                    <a:pt x="791704" y="827984"/>
                  </a:lnTo>
                  <a:lnTo>
                    <a:pt x="789288" y="826998"/>
                  </a:lnTo>
                  <a:close/>
                  <a:moveTo>
                    <a:pt x="115825" y="58538"/>
                  </a:moveTo>
                  <a:lnTo>
                    <a:pt x="144135" y="62610"/>
                  </a:lnTo>
                  <a:lnTo>
                    <a:pt x="141073" y="20352"/>
                  </a:lnTo>
                  <a:close/>
                  <a:moveTo>
                    <a:pt x="115825" y="58538"/>
                  </a:moveTo>
                  <a:lnTo>
                    <a:pt x="141073" y="20352"/>
                  </a:lnTo>
                  <a:lnTo>
                    <a:pt x="106402" y="21451"/>
                  </a:lnTo>
                  <a:close/>
                  <a:moveTo>
                    <a:pt x="106402" y="21451"/>
                  </a:moveTo>
                  <a:lnTo>
                    <a:pt x="141073" y="20352"/>
                  </a:lnTo>
                  <a:lnTo>
                    <a:pt x="105251" y="0"/>
                  </a:lnTo>
                  <a:close/>
                  <a:moveTo>
                    <a:pt x="949853" y="1047528"/>
                  </a:moveTo>
                  <a:lnTo>
                    <a:pt x="923933" y="1025484"/>
                  </a:lnTo>
                  <a:lnTo>
                    <a:pt x="950561" y="1048583"/>
                  </a:lnTo>
                  <a:close/>
                  <a:moveTo>
                    <a:pt x="949853" y="1047528"/>
                  </a:moveTo>
                  <a:lnTo>
                    <a:pt x="931557" y="1010773"/>
                  </a:lnTo>
                  <a:lnTo>
                    <a:pt x="923933" y="1025484"/>
                  </a:lnTo>
                  <a:close/>
                  <a:moveTo>
                    <a:pt x="880731" y="906167"/>
                  </a:moveTo>
                  <a:lnTo>
                    <a:pt x="919633" y="927043"/>
                  </a:lnTo>
                  <a:lnTo>
                    <a:pt x="940162" y="907587"/>
                  </a:lnTo>
                  <a:close/>
                  <a:moveTo>
                    <a:pt x="902620" y="891801"/>
                  </a:moveTo>
                  <a:lnTo>
                    <a:pt x="880731" y="906167"/>
                  </a:lnTo>
                  <a:lnTo>
                    <a:pt x="940162" y="907587"/>
                  </a:lnTo>
                  <a:close/>
                  <a:moveTo>
                    <a:pt x="794140" y="831574"/>
                  </a:moveTo>
                  <a:lnTo>
                    <a:pt x="789288" y="826998"/>
                  </a:lnTo>
                  <a:lnTo>
                    <a:pt x="798423" y="809815"/>
                  </a:lnTo>
                  <a:close/>
                  <a:moveTo>
                    <a:pt x="882928" y="818175"/>
                  </a:moveTo>
                  <a:lnTo>
                    <a:pt x="871994" y="809815"/>
                  </a:lnTo>
                  <a:lnTo>
                    <a:pt x="876207" y="813462"/>
                  </a:lnTo>
                  <a:close/>
                  <a:moveTo>
                    <a:pt x="798423" y="809815"/>
                  </a:moveTo>
                  <a:lnTo>
                    <a:pt x="790154" y="816670"/>
                  </a:lnTo>
                  <a:lnTo>
                    <a:pt x="757293" y="784125"/>
                  </a:lnTo>
                  <a:close/>
                  <a:moveTo>
                    <a:pt x="789288" y="826998"/>
                  </a:moveTo>
                  <a:lnTo>
                    <a:pt x="790154" y="816670"/>
                  </a:lnTo>
                  <a:lnTo>
                    <a:pt x="798423" y="809815"/>
                  </a:lnTo>
                  <a:close/>
                  <a:moveTo>
                    <a:pt x="581463" y="515775"/>
                  </a:moveTo>
                  <a:lnTo>
                    <a:pt x="551100" y="530173"/>
                  </a:lnTo>
                  <a:lnTo>
                    <a:pt x="566431" y="569713"/>
                  </a:lnTo>
                  <a:close/>
                  <a:moveTo>
                    <a:pt x="615112" y="564314"/>
                  </a:moveTo>
                  <a:lnTo>
                    <a:pt x="594257" y="582549"/>
                  </a:lnTo>
                  <a:lnTo>
                    <a:pt x="650975" y="573824"/>
                  </a:lnTo>
                  <a:close/>
                  <a:moveTo>
                    <a:pt x="545636" y="525339"/>
                  </a:moveTo>
                  <a:lnTo>
                    <a:pt x="551100" y="530173"/>
                  </a:lnTo>
                  <a:lnTo>
                    <a:pt x="594417" y="486937"/>
                  </a:lnTo>
                  <a:close/>
                  <a:moveTo>
                    <a:pt x="517402" y="448145"/>
                  </a:moveTo>
                  <a:lnTo>
                    <a:pt x="504024" y="494337"/>
                  </a:lnTo>
                  <a:lnTo>
                    <a:pt x="554836" y="463529"/>
                  </a:lnTo>
                  <a:close/>
                  <a:moveTo>
                    <a:pt x="554836" y="463529"/>
                  </a:moveTo>
                  <a:lnTo>
                    <a:pt x="535121" y="486026"/>
                  </a:lnTo>
                  <a:lnTo>
                    <a:pt x="590264" y="471409"/>
                  </a:lnTo>
                  <a:close/>
                  <a:moveTo>
                    <a:pt x="789048" y="736305"/>
                  </a:moveTo>
                  <a:lnTo>
                    <a:pt x="764518" y="699550"/>
                  </a:lnTo>
                  <a:lnTo>
                    <a:pt x="771647" y="710049"/>
                  </a:lnTo>
                  <a:close/>
                  <a:moveTo>
                    <a:pt x="940162" y="907587"/>
                  </a:moveTo>
                  <a:lnTo>
                    <a:pt x="945684" y="873560"/>
                  </a:lnTo>
                  <a:lnTo>
                    <a:pt x="902620" y="891801"/>
                  </a:lnTo>
                  <a:close/>
                  <a:moveTo>
                    <a:pt x="902620" y="891801"/>
                  </a:moveTo>
                  <a:lnTo>
                    <a:pt x="945684" y="873560"/>
                  </a:lnTo>
                  <a:lnTo>
                    <a:pt x="908589" y="876630"/>
                  </a:lnTo>
                  <a:close/>
                  <a:moveTo>
                    <a:pt x="908589" y="876630"/>
                  </a:moveTo>
                  <a:lnTo>
                    <a:pt x="914811" y="846570"/>
                  </a:lnTo>
                  <a:lnTo>
                    <a:pt x="894757" y="862404"/>
                  </a:lnTo>
                  <a:close/>
                  <a:moveTo>
                    <a:pt x="873761" y="833109"/>
                  </a:moveTo>
                  <a:lnTo>
                    <a:pt x="886614" y="846570"/>
                  </a:lnTo>
                  <a:lnTo>
                    <a:pt x="848353" y="813480"/>
                  </a:lnTo>
                  <a:close/>
                  <a:moveTo>
                    <a:pt x="871994" y="809815"/>
                  </a:moveTo>
                  <a:lnTo>
                    <a:pt x="882928" y="818175"/>
                  </a:lnTo>
                  <a:lnTo>
                    <a:pt x="881896" y="808837"/>
                  </a:lnTo>
                  <a:close/>
                  <a:moveTo>
                    <a:pt x="798035" y="749925"/>
                  </a:moveTo>
                  <a:lnTo>
                    <a:pt x="854991" y="758874"/>
                  </a:lnTo>
                  <a:lnTo>
                    <a:pt x="856617" y="748172"/>
                  </a:lnTo>
                  <a:close/>
                  <a:moveTo>
                    <a:pt x="612728" y="507159"/>
                  </a:moveTo>
                  <a:lnTo>
                    <a:pt x="627438" y="485822"/>
                  </a:lnTo>
                  <a:lnTo>
                    <a:pt x="594417" y="486937"/>
                  </a:lnTo>
                  <a:close/>
                  <a:moveTo>
                    <a:pt x="533040" y="351572"/>
                  </a:moveTo>
                  <a:lnTo>
                    <a:pt x="534664" y="388327"/>
                  </a:lnTo>
                  <a:lnTo>
                    <a:pt x="518209" y="368755"/>
                  </a:lnTo>
                  <a:close/>
                  <a:moveTo>
                    <a:pt x="298569" y="57532"/>
                  </a:moveTo>
                  <a:lnTo>
                    <a:pt x="291238" y="100862"/>
                  </a:lnTo>
                  <a:lnTo>
                    <a:pt x="303374" y="59163"/>
                  </a:lnTo>
                  <a:close/>
                  <a:moveTo>
                    <a:pt x="322303" y="57532"/>
                  </a:moveTo>
                  <a:lnTo>
                    <a:pt x="303374" y="59163"/>
                  </a:lnTo>
                  <a:lnTo>
                    <a:pt x="291238" y="100862"/>
                  </a:lnTo>
                  <a:close/>
                  <a:moveTo>
                    <a:pt x="267193" y="39328"/>
                  </a:moveTo>
                  <a:lnTo>
                    <a:pt x="298569" y="57532"/>
                  </a:lnTo>
                  <a:lnTo>
                    <a:pt x="245123" y="34686"/>
                  </a:lnTo>
                  <a:close/>
                  <a:moveTo>
                    <a:pt x="643701" y="450418"/>
                  </a:moveTo>
                  <a:lnTo>
                    <a:pt x="664209" y="430887"/>
                  </a:lnTo>
                  <a:lnTo>
                    <a:pt x="604195" y="427289"/>
                  </a:lnTo>
                  <a:close/>
                  <a:moveTo>
                    <a:pt x="563954" y="305202"/>
                  </a:moveTo>
                  <a:lnTo>
                    <a:pt x="599049" y="339292"/>
                  </a:lnTo>
                  <a:lnTo>
                    <a:pt x="604116" y="330785"/>
                  </a:lnTo>
                  <a:close/>
                  <a:moveTo>
                    <a:pt x="599049" y="339292"/>
                  </a:moveTo>
                  <a:lnTo>
                    <a:pt x="617135" y="334388"/>
                  </a:lnTo>
                  <a:lnTo>
                    <a:pt x="604116" y="330785"/>
                  </a:lnTo>
                  <a:close/>
                  <a:moveTo>
                    <a:pt x="407089" y="163263"/>
                  </a:moveTo>
                  <a:lnTo>
                    <a:pt x="405205" y="181601"/>
                  </a:lnTo>
                  <a:lnTo>
                    <a:pt x="408782" y="167797"/>
                  </a:lnTo>
                  <a:close/>
                  <a:moveTo>
                    <a:pt x="407089" y="163263"/>
                  </a:moveTo>
                  <a:lnTo>
                    <a:pt x="408782" y="167797"/>
                  </a:lnTo>
                  <a:lnTo>
                    <a:pt x="395549" y="145501"/>
                  </a:lnTo>
                  <a:close/>
                  <a:moveTo>
                    <a:pt x="694447" y="405405"/>
                  </a:moveTo>
                  <a:lnTo>
                    <a:pt x="683881" y="369248"/>
                  </a:lnTo>
                  <a:lnTo>
                    <a:pt x="672737" y="395967"/>
                  </a:lnTo>
                  <a:close/>
                  <a:moveTo>
                    <a:pt x="663709" y="332811"/>
                  </a:moveTo>
                  <a:lnTo>
                    <a:pt x="661388" y="371143"/>
                  </a:lnTo>
                  <a:lnTo>
                    <a:pt x="676635" y="330392"/>
                  </a:lnTo>
                  <a:close/>
                  <a:moveTo>
                    <a:pt x="676635" y="330392"/>
                  </a:moveTo>
                  <a:lnTo>
                    <a:pt x="661388" y="371143"/>
                  </a:lnTo>
                  <a:lnTo>
                    <a:pt x="683881" y="369248"/>
                  </a:lnTo>
                  <a:close/>
                  <a:moveTo>
                    <a:pt x="686670" y="277486"/>
                  </a:moveTo>
                  <a:lnTo>
                    <a:pt x="680753" y="271958"/>
                  </a:lnTo>
                  <a:lnTo>
                    <a:pt x="659744" y="272289"/>
                  </a:lnTo>
                  <a:close/>
                  <a:moveTo>
                    <a:pt x="686670" y="277486"/>
                  </a:moveTo>
                  <a:lnTo>
                    <a:pt x="685583" y="290017"/>
                  </a:lnTo>
                  <a:lnTo>
                    <a:pt x="692643" y="280450"/>
                  </a:lnTo>
                  <a:close/>
                  <a:moveTo>
                    <a:pt x="686670" y="277486"/>
                  </a:moveTo>
                  <a:lnTo>
                    <a:pt x="692643" y="280450"/>
                  </a:lnTo>
                  <a:lnTo>
                    <a:pt x="680753" y="27195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89" name="Input_density__88">
              <a:extLst>
                <a:ext uri="{FF2B5EF4-FFF2-40B4-BE49-F238E27FC236}">
                  <a16:creationId xmlns:a16="http://schemas.microsoft.com/office/drawing/2014/main" id="{F6E22ECC-3913-0572-B767-39AA7BEF39E1}"/>
                </a:ext>
              </a:extLst>
            </p:cNvPr>
            <p:cNvSpPr>
              <a:spLocks noGrp="1"/>
            </p:cNvSpPr>
            <p:nvPr/>
          </p:nvSpPr>
          <p:spPr>
            <a:xfrm>
              <a:off x="916385" y="1852985"/>
              <a:ext cx="978820" cy="1245667"/>
            </a:xfrm>
            <a:custGeom>
              <a:avLst/>
              <a:gdLst/>
              <a:ahLst/>
              <a:cxnLst/>
              <a:rect l="0" t="0" r="0" b="0"/>
              <a:pathLst>
                <a:path w="978820" h="1245667">
                  <a:moveTo>
                    <a:pt x="3997" y="1109233"/>
                  </a:moveTo>
                  <a:lnTo>
                    <a:pt x="4418" y="1107632"/>
                  </a:lnTo>
                  <a:lnTo>
                    <a:pt x="0" y="1125849"/>
                  </a:lnTo>
                  <a:close/>
                  <a:moveTo>
                    <a:pt x="0" y="1125849"/>
                  </a:moveTo>
                  <a:lnTo>
                    <a:pt x="4418" y="1107632"/>
                  </a:lnTo>
                  <a:lnTo>
                    <a:pt x="26480" y="1071911"/>
                  </a:lnTo>
                  <a:close/>
                  <a:moveTo>
                    <a:pt x="4284" y="1108666"/>
                  </a:moveTo>
                  <a:lnTo>
                    <a:pt x="3997" y="1109233"/>
                  </a:lnTo>
                  <a:lnTo>
                    <a:pt x="5672" y="1112324"/>
                  </a:lnTo>
                  <a:close/>
                  <a:moveTo>
                    <a:pt x="4418" y="1107632"/>
                  </a:moveTo>
                  <a:lnTo>
                    <a:pt x="3997" y="1109233"/>
                  </a:lnTo>
                  <a:lnTo>
                    <a:pt x="4284" y="1108666"/>
                  </a:lnTo>
                  <a:close/>
                  <a:moveTo>
                    <a:pt x="4284" y="1108666"/>
                  </a:moveTo>
                  <a:lnTo>
                    <a:pt x="5672" y="1112324"/>
                  </a:lnTo>
                  <a:lnTo>
                    <a:pt x="16900" y="1098743"/>
                  </a:lnTo>
                  <a:close/>
                  <a:moveTo>
                    <a:pt x="4418" y="1107632"/>
                  </a:moveTo>
                  <a:lnTo>
                    <a:pt x="4284" y="1108666"/>
                  </a:lnTo>
                  <a:lnTo>
                    <a:pt x="16900" y="1098743"/>
                  </a:lnTo>
                  <a:close/>
                  <a:moveTo>
                    <a:pt x="85020" y="1063631"/>
                  </a:moveTo>
                  <a:lnTo>
                    <a:pt x="52690" y="1067331"/>
                  </a:lnTo>
                  <a:lnTo>
                    <a:pt x="105791" y="1045082"/>
                  </a:lnTo>
                  <a:close/>
                  <a:moveTo>
                    <a:pt x="122197" y="983606"/>
                  </a:moveTo>
                  <a:lnTo>
                    <a:pt x="134211" y="995142"/>
                  </a:lnTo>
                  <a:lnTo>
                    <a:pt x="116883" y="990347"/>
                  </a:lnTo>
                  <a:close/>
                  <a:moveTo>
                    <a:pt x="144790" y="970110"/>
                  </a:moveTo>
                  <a:lnTo>
                    <a:pt x="134211" y="995142"/>
                  </a:lnTo>
                  <a:lnTo>
                    <a:pt x="122197" y="983606"/>
                  </a:lnTo>
                  <a:close/>
                  <a:moveTo>
                    <a:pt x="193147" y="930124"/>
                  </a:moveTo>
                  <a:lnTo>
                    <a:pt x="161083" y="973295"/>
                  </a:lnTo>
                  <a:lnTo>
                    <a:pt x="177199" y="966423"/>
                  </a:lnTo>
                  <a:close/>
                  <a:moveTo>
                    <a:pt x="144790" y="970110"/>
                  </a:moveTo>
                  <a:lnTo>
                    <a:pt x="161083" y="973295"/>
                  </a:lnTo>
                  <a:lnTo>
                    <a:pt x="193147" y="930124"/>
                  </a:lnTo>
                  <a:close/>
                  <a:moveTo>
                    <a:pt x="194779" y="929668"/>
                  </a:moveTo>
                  <a:lnTo>
                    <a:pt x="207063" y="885945"/>
                  </a:lnTo>
                  <a:lnTo>
                    <a:pt x="209345" y="875729"/>
                  </a:lnTo>
                  <a:close/>
                  <a:moveTo>
                    <a:pt x="386020" y="881119"/>
                  </a:moveTo>
                  <a:lnTo>
                    <a:pt x="395978" y="914873"/>
                  </a:lnTo>
                  <a:lnTo>
                    <a:pt x="385973" y="878117"/>
                  </a:lnTo>
                  <a:close/>
                  <a:moveTo>
                    <a:pt x="261979" y="855950"/>
                  </a:moveTo>
                  <a:lnTo>
                    <a:pt x="303305" y="804694"/>
                  </a:lnTo>
                  <a:lnTo>
                    <a:pt x="262413" y="810850"/>
                  </a:lnTo>
                  <a:close/>
                  <a:moveTo>
                    <a:pt x="303305" y="804694"/>
                  </a:moveTo>
                  <a:lnTo>
                    <a:pt x="342596" y="826534"/>
                  </a:lnTo>
                  <a:lnTo>
                    <a:pt x="303662" y="804608"/>
                  </a:lnTo>
                  <a:close/>
                  <a:moveTo>
                    <a:pt x="262413" y="810850"/>
                  </a:moveTo>
                  <a:lnTo>
                    <a:pt x="303305" y="804694"/>
                  </a:lnTo>
                  <a:lnTo>
                    <a:pt x="293377" y="768019"/>
                  </a:lnTo>
                  <a:close/>
                  <a:moveTo>
                    <a:pt x="303662" y="804608"/>
                  </a:moveTo>
                  <a:lnTo>
                    <a:pt x="328122" y="772418"/>
                  </a:lnTo>
                  <a:lnTo>
                    <a:pt x="303305" y="804694"/>
                  </a:lnTo>
                  <a:close/>
                  <a:moveTo>
                    <a:pt x="303305" y="804694"/>
                  </a:moveTo>
                  <a:lnTo>
                    <a:pt x="328122" y="772418"/>
                  </a:lnTo>
                  <a:lnTo>
                    <a:pt x="322804" y="771184"/>
                  </a:lnTo>
                  <a:close/>
                  <a:moveTo>
                    <a:pt x="303305" y="804694"/>
                  </a:moveTo>
                  <a:lnTo>
                    <a:pt x="322804" y="771184"/>
                  </a:lnTo>
                  <a:lnTo>
                    <a:pt x="293377" y="768019"/>
                  </a:lnTo>
                  <a:close/>
                  <a:moveTo>
                    <a:pt x="266169" y="761570"/>
                  </a:moveTo>
                  <a:lnTo>
                    <a:pt x="250019" y="776180"/>
                  </a:lnTo>
                  <a:lnTo>
                    <a:pt x="293377" y="768019"/>
                  </a:lnTo>
                  <a:close/>
                  <a:moveTo>
                    <a:pt x="189198" y="694343"/>
                  </a:moveTo>
                  <a:lnTo>
                    <a:pt x="182768" y="657588"/>
                  </a:lnTo>
                  <a:lnTo>
                    <a:pt x="188242" y="665074"/>
                  </a:lnTo>
                  <a:close/>
                  <a:moveTo>
                    <a:pt x="188242" y="665074"/>
                  </a:moveTo>
                  <a:lnTo>
                    <a:pt x="182768" y="657588"/>
                  </a:lnTo>
                  <a:lnTo>
                    <a:pt x="193170" y="641582"/>
                  </a:lnTo>
                  <a:close/>
                  <a:moveTo>
                    <a:pt x="682830" y="1226579"/>
                  </a:moveTo>
                  <a:lnTo>
                    <a:pt x="672279" y="1245667"/>
                  </a:lnTo>
                  <a:lnTo>
                    <a:pt x="704055" y="1232563"/>
                  </a:lnTo>
                  <a:close/>
                  <a:moveTo>
                    <a:pt x="400714" y="913920"/>
                  </a:moveTo>
                  <a:lnTo>
                    <a:pt x="400154" y="917157"/>
                  </a:lnTo>
                  <a:lnTo>
                    <a:pt x="444759" y="897689"/>
                  </a:lnTo>
                  <a:close/>
                  <a:moveTo>
                    <a:pt x="395978" y="914873"/>
                  </a:moveTo>
                  <a:lnTo>
                    <a:pt x="400154" y="917157"/>
                  </a:lnTo>
                  <a:lnTo>
                    <a:pt x="400714" y="913920"/>
                  </a:lnTo>
                  <a:close/>
                  <a:moveTo>
                    <a:pt x="385973" y="878117"/>
                  </a:moveTo>
                  <a:lnTo>
                    <a:pt x="395978" y="914873"/>
                  </a:lnTo>
                  <a:lnTo>
                    <a:pt x="400714" y="913920"/>
                  </a:lnTo>
                  <a:close/>
                  <a:moveTo>
                    <a:pt x="444759" y="897689"/>
                  </a:moveTo>
                  <a:lnTo>
                    <a:pt x="436025" y="860934"/>
                  </a:lnTo>
                  <a:lnTo>
                    <a:pt x="400714" y="913920"/>
                  </a:lnTo>
                  <a:close/>
                  <a:moveTo>
                    <a:pt x="436025" y="860934"/>
                  </a:moveTo>
                  <a:lnTo>
                    <a:pt x="395076" y="873757"/>
                  </a:lnTo>
                  <a:lnTo>
                    <a:pt x="400714" y="913920"/>
                  </a:lnTo>
                  <a:close/>
                  <a:moveTo>
                    <a:pt x="368675" y="787424"/>
                  </a:moveTo>
                  <a:lnTo>
                    <a:pt x="342596" y="826534"/>
                  </a:lnTo>
                  <a:lnTo>
                    <a:pt x="356379" y="841363"/>
                  </a:lnTo>
                  <a:close/>
                  <a:moveTo>
                    <a:pt x="368675" y="787424"/>
                  </a:moveTo>
                  <a:lnTo>
                    <a:pt x="356379" y="841363"/>
                  </a:lnTo>
                  <a:lnTo>
                    <a:pt x="380967" y="824179"/>
                  </a:lnTo>
                  <a:close/>
                  <a:moveTo>
                    <a:pt x="303662" y="804608"/>
                  </a:moveTo>
                  <a:lnTo>
                    <a:pt x="342596" y="826534"/>
                  </a:lnTo>
                  <a:lnTo>
                    <a:pt x="350805" y="793166"/>
                  </a:lnTo>
                  <a:close/>
                  <a:moveTo>
                    <a:pt x="328122" y="772418"/>
                  </a:moveTo>
                  <a:lnTo>
                    <a:pt x="303662" y="804608"/>
                  </a:lnTo>
                  <a:lnTo>
                    <a:pt x="350805" y="793166"/>
                  </a:lnTo>
                  <a:close/>
                  <a:moveTo>
                    <a:pt x="328122" y="772418"/>
                  </a:moveTo>
                  <a:lnTo>
                    <a:pt x="350805" y="793166"/>
                  </a:lnTo>
                  <a:lnTo>
                    <a:pt x="384187" y="761250"/>
                  </a:lnTo>
                  <a:close/>
                  <a:moveTo>
                    <a:pt x="240490" y="604938"/>
                  </a:moveTo>
                  <a:lnTo>
                    <a:pt x="243723" y="609808"/>
                  </a:lnTo>
                  <a:lnTo>
                    <a:pt x="279958" y="620708"/>
                  </a:lnTo>
                  <a:close/>
                  <a:moveTo>
                    <a:pt x="704664" y="1154974"/>
                  </a:moveTo>
                  <a:lnTo>
                    <a:pt x="728959" y="1191729"/>
                  </a:lnTo>
                  <a:lnTo>
                    <a:pt x="730993" y="1137790"/>
                  </a:lnTo>
                  <a:close/>
                  <a:moveTo>
                    <a:pt x="686898" y="1118219"/>
                  </a:moveTo>
                  <a:lnTo>
                    <a:pt x="704664" y="1154974"/>
                  </a:lnTo>
                  <a:lnTo>
                    <a:pt x="730993" y="1137790"/>
                  </a:lnTo>
                  <a:close/>
                  <a:moveTo>
                    <a:pt x="686898" y="1118219"/>
                  </a:moveTo>
                  <a:lnTo>
                    <a:pt x="730993" y="1137790"/>
                  </a:lnTo>
                  <a:lnTo>
                    <a:pt x="708940" y="1101036"/>
                  </a:lnTo>
                  <a:close/>
                  <a:moveTo>
                    <a:pt x="708940" y="1101036"/>
                  </a:moveTo>
                  <a:lnTo>
                    <a:pt x="669844" y="1081464"/>
                  </a:lnTo>
                  <a:lnTo>
                    <a:pt x="686898" y="1118219"/>
                  </a:lnTo>
                  <a:close/>
                  <a:moveTo>
                    <a:pt x="436025" y="860934"/>
                  </a:moveTo>
                  <a:lnTo>
                    <a:pt x="459425" y="893277"/>
                  </a:lnTo>
                  <a:lnTo>
                    <a:pt x="446978" y="858650"/>
                  </a:lnTo>
                  <a:close/>
                  <a:moveTo>
                    <a:pt x="436025" y="860934"/>
                  </a:moveTo>
                  <a:lnTo>
                    <a:pt x="444759" y="897689"/>
                  </a:lnTo>
                  <a:lnTo>
                    <a:pt x="459425" y="893277"/>
                  </a:lnTo>
                  <a:close/>
                  <a:moveTo>
                    <a:pt x="446978" y="858650"/>
                  </a:moveTo>
                  <a:lnTo>
                    <a:pt x="459425" y="893277"/>
                  </a:lnTo>
                  <a:lnTo>
                    <a:pt x="483619" y="855949"/>
                  </a:lnTo>
                  <a:close/>
                  <a:moveTo>
                    <a:pt x="446978" y="858650"/>
                  </a:moveTo>
                  <a:lnTo>
                    <a:pt x="408213" y="851079"/>
                  </a:lnTo>
                  <a:lnTo>
                    <a:pt x="436025" y="860934"/>
                  </a:lnTo>
                  <a:close/>
                  <a:moveTo>
                    <a:pt x="415713" y="812232"/>
                  </a:moveTo>
                  <a:lnTo>
                    <a:pt x="408213" y="851079"/>
                  </a:lnTo>
                  <a:lnTo>
                    <a:pt x="446978" y="858650"/>
                  </a:lnTo>
                  <a:close/>
                  <a:moveTo>
                    <a:pt x="368675" y="787424"/>
                  </a:moveTo>
                  <a:lnTo>
                    <a:pt x="380967" y="824179"/>
                  </a:lnTo>
                  <a:lnTo>
                    <a:pt x="415713" y="812232"/>
                  </a:lnTo>
                  <a:close/>
                  <a:moveTo>
                    <a:pt x="415713" y="812232"/>
                  </a:moveTo>
                  <a:lnTo>
                    <a:pt x="443258" y="816927"/>
                  </a:lnTo>
                  <a:lnTo>
                    <a:pt x="445482" y="770372"/>
                  </a:lnTo>
                  <a:close/>
                  <a:moveTo>
                    <a:pt x="279958" y="620708"/>
                  </a:moveTo>
                  <a:lnTo>
                    <a:pt x="243723" y="609808"/>
                  </a:lnTo>
                  <a:lnTo>
                    <a:pt x="302093" y="607260"/>
                  </a:lnTo>
                  <a:close/>
                  <a:moveTo>
                    <a:pt x="279958" y="620708"/>
                  </a:moveTo>
                  <a:lnTo>
                    <a:pt x="302093" y="607260"/>
                  </a:lnTo>
                  <a:lnTo>
                    <a:pt x="296214" y="603649"/>
                  </a:lnTo>
                  <a:close/>
                  <a:moveTo>
                    <a:pt x="302093" y="607260"/>
                  </a:moveTo>
                  <a:lnTo>
                    <a:pt x="327268" y="586466"/>
                  </a:lnTo>
                  <a:lnTo>
                    <a:pt x="296214" y="603649"/>
                  </a:lnTo>
                  <a:close/>
                  <a:moveTo>
                    <a:pt x="730993" y="1137790"/>
                  </a:moveTo>
                  <a:lnTo>
                    <a:pt x="749629" y="1159334"/>
                  </a:lnTo>
                  <a:lnTo>
                    <a:pt x="752548" y="1130733"/>
                  </a:lnTo>
                  <a:close/>
                  <a:moveTo>
                    <a:pt x="708940" y="1101036"/>
                  </a:moveTo>
                  <a:lnTo>
                    <a:pt x="752548" y="1130733"/>
                  </a:lnTo>
                  <a:lnTo>
                    <a:pt x="747511" y="1090081"/>
                  </a:lnTo>
                  <a:close/>
                  <a:moveTo>
                    <a:pt x="708940" y="1101036"/>
                  </a:moveTo>
                  <a:lnTo>
                    <a:pt x="730993" y="1137790"/>
                  </a:lnTo>
                  <a:lnTo>
                    <a:pt x="752548" y="1130733"/>
                  </a:lnTo>
                  <a:close/>
                  <a:moveTo>
                    <a:pt x="790410" y="1127040"/>
                  </a:moveTo>
                  <a:lnTo>
                    <a:pt x="752548" y="1130733"/>
                  </a:lnTo>
                  <a:lnTo>
                    <a:pt x="749629" y="1159334"/>
                  </a:lnTo>
                  <a:close/>
                  <a:moveTo>
                    <a:pt x="752548" y="1130733"/>
                  </a:moveTo>
                  <a:lnTo>
                    <a:pt x="790410" y="1127040"/>
                  </a:lnTo>
                  <a:lnTo>
                    <a:pt x="784408" y="1087172"/>
                  </a:lnTo>
                  <a:close/>
                  <a:moveTo>
                    <a:pt x="752548" y="1130733"/>
                  </a:moveTo>
                  <a:lnTo>
                    <a:pt x="784408" y="1087172"/>
                  </a:lnTo>
                  <a:lnTo>
                    <a:pt x="747511" y="1090081"/>
                  </a:lnTo>
                  <a:close/>
                  <a:moveTo>
                    <a:pt x="708940" y="1101036"/>
                  </a:moveTo>
                  <a:lnTo>
                    <a:pt x="747511" y="1090081"/>
                  </a:lnTo>
                  <a:lnTo>
                    <a:pt x="698118" y="1091322"/>
                  </a:lnTo>
                  <a:close/>
                  <a:moveTo>
                    <a:pt x="483325" y="753057"/>
                  </a:moveTo>
                  <a:lnTo>
                    <a:pt x="485737" y="795571"/>
                  </a:lnTo>
                  <a:lnTo>
                    <a:pt x="505203" y="772141"/>
                  </a:lnTo>
                  <a:close/>
                  <a:moveTo>
                    <a:pt x="483325" y="753057"/>
                  </a:moveTo>
                  <a:lnTo>
                    <a:pt x="445742" y="770241"/>
                  </a:lnTo>
                  <a:lnTo>
                    <a:pt x="485737" y="795571"/>
                  </a:lnTo>
                  <a:close/>
                  <a:moveTo>
                    <a:pt x="493081" y="726821"/>
                  </a:moveTo>
                  <a:lnTo>
                    <a:pt x="473280" y="748993"/>
                  </a:lnTo>
                  <a:lnTo>
                    <a:pt x="445742" y="770241"/>
                  </a:lnTo>
                  <a:close/>
                  <a:moveTo>
                    <a:pt x="335803" y="581627"/>
                  </a:moveTo>
                  <a:lnTo>
                    <a:pt x="327268" y="586466"/>
                  </a:lnTo>
                  <a:lnTo>
                    <a:pt x="351808" y="572352"/>
                  </a:lnTo>
                  <a:close/>
                  <a:moveTo>
                    <a:pt x="351808" y="572352"/>
                  </a:moveTo>
                  <a:lnTo>
                    <a:pt x="302093" y="607260"/>
                  </a:lnTo>
                  <a:lnTo>
                    <a:pt x="321971" y="585372"/>
                  </a:lnTo>
                  <a:close/>
                  <a:moveTo>
                    <a:pt x="335803" y="581627"/>
                  </a:moveTo>
                  <a:lnTo>
                    <a:pt x="351808" y="572352"/>
                  </a:lnTo>
                  <a:lnTo>
                    <a:pt x="378086" y="569282"/>
                  </a:lnTo>
                  <a:close/>
                  <a:moveTo>
                    <a:pt x="208319" y="469764"/>
                  </a:moveTo>
                  <a:lnTo>
                    <a:pt x="254715" y="459132"/>
                  </a:lnTo>
                  <a:lnTo>
                    <a:pt x="231577" y="468188"/>
                  </a:lnTo>
                  <a:close/>
                  <a:moveTo>
                    <a:pt x="254715" y="459132"/>
                  </a:moveTo>
                  <a:lnTo>
                    <a:pt x="208319" y="469764"/>
                  </a:lnTo>
                  <a:lnTo>
                    <a:pt x="254868" y="459060"/>
                  </a:lnTo>
                  <a:close/>
                  <a:moveTo>
                    <a:pt x="286563" y="452988"/>
                  </a:moveTo>
                  <a:lnTo>
                    <a:pt x="254715" y="459132"/>
                  </a:lnTo>
                  <a:lnTo>
                    <a:pt x="255078" y="459017"/>
                  </a:lnTo>
                  <a:close/>
                  <a:moveTo>
                    <a:pt x="231577" y="468188"/>
                  </a:moveTo>
                  <a:lnTo>
                    <a:pt x="254715" y="459132"/>
                  </a:lnTo>
                  <a:lnTo>
                    <a:pt x="286563" y="452988"/>
                  </a:lnTo>
                  <a:close/>
                  <a:moveTo>
                    <a:pt x="254715" y="459132"/>
                  </a:moveTo>
                  <a:lnTo>
                    <a:pt x="254868" y="459060"/>
                  </a:lnTo>
                  <a:lnTo>
                    <a:pt x="255078" y="459017"/>
                  </a:lnTo>
                  <a:close/>
                  <a:moveTo>
                    <a:pt x="818546" y="1120607"/>
                  </a:moveTo>
                  <a:lnTo>
                    <a:pt x="828808" y="1157362"/>
                  </a:lnTo>
                  <a:lnTo>
                    <a:pt x="832111" y="1140179"/>
                  </a:lnTo>
                  <a:close/>
                  <a:moveTo>
                    <a:pt x="483325" y="753057"/>
                  </a:moveTo>
                  <a:lnTo>
                    <a:pt x="509355" y="700786"/>
                  </a:lnTo>
                  <a:lnTo>
                    <a:pt x="493081" y="726821"/>
                  </a:lnTo>
                  <a:close/>
                  <a:moveTo>
                    <a:pt x="834201" y="939220"/>
                  </a:moveTo>
                  <a:lnTo>
                    <a:pt x="818347" y="974693"/>
                  </a:lnTo>
                  <a:lnTo>
                    <a:pt x="834784" y="939938"/>
                  </a:lnTo>
                  <a:close/>
                  <a:moveTo>
                    <a:pt x="971272" y="1069057"/>
                  </a:moveTo>
                  <a:lnTo>
                    <a:pt x="964740" y="1052093"/>
                  </a:lnTo>
                  <a:lnTo>
                    <a:pt x="953801" y="1086241"/>
                  </a:lnTo>
                  <a:close/>
                  <a:moveTo>
                    <a:pt x="834201" y="939220"/>
                  </a:moveTo>
                  <a:lnTo>
                    <a:pt x="834784" y="939938"/>
                  </a:lnTo>
                  <a:lnTo>
                    <a:pt x="834897" y="938973"/>
                  </a:lnTo>
                  <a:close/>
                  <a:moveTo>
                    <a:pt x="804444" y="902466"/>
                  </a:moveTo>
                  <a:lnTo>
                    <a:pt x="834201" y="939220"/>
                  </a:lnTo>
                  <a:lnTo>
                    <a:pt x="834897" y="938973"/>
                  </a:lnTo>
                  <a:close/>
                  <a:moveTo>
                    <a:pt x="873092" y="935009"/>
                  </a:moveTo>
                  <a:lnTo>
                    <a:pt x="834784" y="939938"/>
                  </a:lnTo>
                  <a:lnTo>
                    <a:pt x="877716" y="975877"/>
                  </a:lnTo>
                  <a:close/>
                  <a:moveTo>
                    <a:pt x="873092" y="935009"/>
                  </a:moveTo>
                  <a:lnTo>
                    <a:pt x="834897" y="938973"/>
                  </a:lnTo>
                  <a:lnTo>
                    <a:pt x="834784" y="939938"/>
                  </a:lnTo>
                  <a:close/>
                  <a:moveTo>
                    <a:pt x="791765" y="767961"/>
                  </a:moveTo>
                  <a:lnTo>
                    <a:pt x="776573" y="750666"/>
                  </a:lnTo>
                  <a:lnTo>
                    <a:pt x="757293" y="768899"/>
                  </a:lnTo>
                  <a:close/>
                  <a:moveTo>
                    <a:pt x="845810" y="788747"/>
                  </a:moveTo>
                  <a:lnTo>
                    <a:pt x="813484" y="757834"/>
                  </a:lnTo>
                  <a:lnTo>
                    <a:pt x="790154" y="801444"/>
                  </a:lnTo>
                  <a:close/>
                  <a:moveTo>
                    <a:pt x="798035" y="734699"/>
                  </a:moveTo>
                  <a:lnTo>
                    <a:pt x="781204" y="731800"/>
                  </a:lnTo>
                  <a:lnTo>
                    <a:pt x="813484" y="757834"/>
                  </a:lnTo>
                  <a:close/>
                  <a:moveTo>
                    <a:pt x="813484" y="757834"/>
                  </a:moveTo>
                  <a:lnTo>
                    <a:pt x="781204" y="731800"/>
                  </a:lnTo>
                  <a:lnTo>
                    <a:pt x="775952" y="738262"/>
                  </a:lnTo>
                  <a:close/>
                  <a:moveTo>
                    <a:pt x="776573" y="750666"/>
                  </a:moveTo>
                  <a:lnTo>
                    <a:pt x="791765" y="767961"/>
                  </a:lnTo>
                  <a:lnTo>
                    <a:pt x="813484" y="757834"/>
                  </a:lnTo>
                  <a:close/>
                  <a:moveTo>
                    <a:pt x="775952" y="738262"/>
                  </a:moveTo>
                  <a:lnTo>
                    <a:pt x="776573" y="750666"/>
                  </a:lnTo>
                  <a:lnTo>
                    <a:pt x="813484" y="757834"/>
                  </a:lnTo>
                  <a:close/>
                  <a:moveTo>
                    <a:pt x="594417" y="471711"/>
                  </a:moveTo>
                  <a:lnTo>
                    <a:pt x="551100" y="514947"/>
                  </a:lnTo>
                  <a:lnTo>
                    <a:pt x="581463" y="500549"/>
                  </a:lnTo>
                  <a:close/>
                  <a:moveTo>
                    <a:pt x="268781" y="179215"/>
                  </a:moveTo>
                  <a:lnTo>
                    <a:pt x="310148" y="172672"/>
                  </a:lnTo>
                  <a:lnTo>
                    <a:pt x="288062" y="145880"/>
                  </a:lnTo>
                  <a:close/>
                  <a:moveTo>
                    <a:pt x="235014" y="0"/>
                  </a:moveTo>
                  <a:lnTo>
                    <a:pt x="211372" y="39917"/>
                  </a:lnTo>
                  <a:lnTo>
                    <a:pt x="230176" y="22734"/>
                  </a:lnTo>
                  <a:close/>
                  <a:moveTo>
                    <a:pt x="554836" y="448302"/>
                  </a:moveTo>
                  <a:lnTo>
                    <a:pt x="602016" y="409855"/>
                  </a:lnTo>
                  <a:lnTo>
                    <a:pt x="554583" y="422621"/>
                  </a:lnTo>
                  <a:close/>
                  <a:moveTo>
                    <a:pt x="604195" y="412063"/>
                  </a:moveTo>
                  <a:lnTo>
                    <a:pt x="602016" y="409855"/>
                  </a:lnTo>
                  <a:lnTo>
                    <a:pt x="554836" y="448302"/>
                  </a:lnTo>
                  <a:close/>
                  <a:moveTo>
                    <a:pt x="590264" y="456183"/>
                  </a:moveTo>
                  <a:lnTo>
                    <a:pt x="604195" y="412063"/>
                  </a:lnTo>
                  <a:lnTo>
                    <a:pt x="554836" y="448302"/>
                  </a:lnTo>
                  <a:close/>
                  <a:moveTo>
                    <a:pt x="540092" y="393176"/>
                  </a:moveTo>
                  <a:lnTo>
                    <a:pt x="554583" y="422621"/>
                  </a:lnTo>
                  <a:lnTo>
                    <a:pt x="542037" y="390284"/>
                  </a:lnTo>
                  <a:close/>
                  <a:moveTo>
                    <a:pt x="542037" y="390284"/>
                  </a:moveTo>
                  <a:lnTo>
                    <a:pt x="554583" y="422621"/>
                  </a:lnTo>
                  <a:lnTo>
                    <a:pt x="602016" y="409855"/>
                  </a:lnTo>
                  <a:close/>
                  <a:moveTo>
                    <a:pt x="542037" y="390284"/>
                  </a:moveTo>
                  <a:lnTo>
                    <a:pt x="602016" y="409855"/>
                  </a:lnTo>
                  <a:lnTo>
                    <a:pt x="581445" y="373101"/>
                  </a:lnTo>
                  <a:close/>
                  <a:moveTo>
                    <a:pt x="534301" y="353529"/>
                  </a:moveTo>
                  <a:lnTo>
                    <a:pt x="542037" y="390284"/>
                  </a:lnTo>
                  <a:lnTo>
                    <a:pt x="581445" y="373101"/>
                  </a:lnTo>
                  <a:close/>
                  <a:moveTo>
                    <a:pt x="529207" y="316774"/>
                  </a:moveTo>
                  <a:lnTo>
                    <a:pt x="567994" y="336346"/>
                  </a:lnTo>
                  <a:lnTo>
                    <a:pt x="553095" y="299590"/>
                  </a:lnTo>
                  <a:close/>
                  <a:moveTo>
                    <a:pt x="363336" y="156519"/>
                  </a:moveTo>
                  <a:lnTo>
                    <a:pt x="405205" y="166375"/>
                  </a:lnTo>
                  <a:lnTo>
                    <a:pt x="387425" y="152571"/>
                  </a:lnTo>
                  <a:close/>
                  <a:moveTo>
                    <a:pt x="387425" y="152571"/>
                  </a:moveTo>
                  <a:lnTo>
                    <a:pt x="395549" y="130275"/>
                  </a:lnTo>
                  <a:lnTo>
                    <a:pt x="363336" y="156519"/>
                  </a:lnTo>
                  <a:close/>
                  <a:moveTo>
                    <a:pt x="363336" y="156519"/>
                  </a:moveTo>
                  <a:lnTo>
                    <a:pt x="395549" y="130275"/>
                  </a:lnTo>
                  <a:lnTo>
                    <a:pt x="389014" y="117985"/>
                  </a:lnTo>
                  <a:close/>
                  <a:moveTo>
                    <a:pt x="348990" y="123435"/>
                  </a:moveTo>
                  <a:lnTo>
                    <a:pt x="389014" y="117985"/>
                  </a:lnTo>
                  <a:lnTo>
                    <a:pt x="376444" y="83456"/>
                  </a:lnTo>
                  <a:close/>
                  <a:moveTo>
                    <a:pt x="322303" y="42306"/>
                  </a:moveTo>
                  <a:lnTo>
                    <a:pt x="322127" y="96244"/>
                  </a:lnTo>
                  <a:lnTo>
                    <a:pt x="340981" y="50830"/>
                  </a:lnTo>
                  <a:close/>
                  <a:moveTo>
                    <a:pt x="331296" y="93073"/>
                  </a:moveTo>
                  <a:lnTo>
                    <a:pt x="376444" y="83456"/>
                  </a:lnTo>
                  <a:lnTo>
                    <a:pt x="340981" y="50830"/>
                  </a:lnTo>
                  <a:close/>
                  <a:moveTo>
                    <a:pt x="245123" y="19460"/>
                  </a:moveTo>
                  <a:lnTo>
                    <a:pt x="230176" y="22734"/>
                  </a:lnTo>
                  <a:lnTo>
                    <a:pt x="215461" y="51470"/>
                  </a:lnTo>
                  <a:close/>
                  <a:moveTo>
                    <a:pt x="322303" y="42306"/>
                  </a:moveTo>
                  <a:lnTo>
                    <a:pt x="335457" y="30176"/>
                  </a:lnTo>
                  <a:lnTo>
                    <a:pt x="303374" y="43937"/>
                  </a:lnTo>
                  <a:close/>
                  <a:moveTo>
                    <a:pt x="303374" y="43937"/>
                  </a:moveTo>
                  <a:lnTo>
                    <a:pt x="335457" y="30176"/>
                  </a:lnTo>
                  <a:lnTo>
                    <a:pt x="322827" y="10463"/>
                  </a:lnTo>
                  <a:close/>
                  <a:moveTo>
                    <a:pt x="303374" y="43937"/>
                  </a:moveTo>
                  <a:lnTo>
                    <a:pt x="322827" y="10463"/>
                  </a:lnTo>
                  <a:lnTo>
                    <a:pt x="284969" y="14154"/>
                  </a:lnTo>
                  <a:close/>
                  <a:moveTo>
                    <a:pt x="245123" y="19460"/>
                  </a:moveTo>
                  <a:lnTo>
                    <a:pt x="303374" y="43937"/>
                  </a:lnTo>
                  <a:lnTo>
                    <a:pt x="284969" y="14154"/>
                  </a:lnTo>
                  <a:close/>
                  <a:moveTo>
                    <a:pt x="836456" y="561359"/>
                  </a:moveTo>
                  <a:lnTo>
                    <a:pt x="813182" y="593631"/>
                  </a:lnTo>
                  <a:lnTo>
                    <a:pt x="827742" y="576447"/>
                  </a:lnTo>
                  <a:close/>
                  <a:moveTo>
                    <a:pt x="602016" y="409855"/>
                  </a:moveTo>
                  <a:lnTo>
                    <a:pt x="604195" y="412063"/>
                  </a:lnTo>
                  <a:lnTo>
                    <a:pt x="605115" y="408627"/>
                  </a:lnTo>
                  <a:close/>
                  <a:moveTo>
                    <a:pt x="581445" y="373101"/>
                  </a:moveTo>
                  <a:lnTo>
                    <a:pt x="602016" y="409855"/>
                  </a:lnTo>
                  <a:lnTo>
                    <a:pt x="605115" y="408627"/>
                  </a:lnTo>
                  <a:close/>
                  <a:moveTo>
                    <a:pt x="567994" y="336346"/>
                  </a:moveTo>
                  <a:lnTo>
                    <a:pt x="599697" y="368286"/>
                  </a:lnTo>
                  <a:lnTo>
                    <a:pt x="599049" y="324066"/>
                  </a:lnTo>
                  <a:close/>
                  <a:moveTo>
                    <a:pt x="646761" y="350425"/>
                  </a:moveTo>
                  <a:lnTo>
                    <a:pt x="617135" y="319162"/>
                  </a:lnTo>
                  <a:lnTo>
                    <a:pt x="647106" y="356831"/>
                  </a:lnTo>
                  <a:close/>
                  <a:moveTo>
                    <a:pt x="647106" y="356831"/>
                  </a:moveTo>
                  <a:lnTo>
                    <a:pt x="599049" y="324066"/>
                  </a:lnTo>
                  <a:lnTo>
                    <a:pt x="599697" y="368286"/>
                  </a:lnTo>
                  <a:close/>
                  <a:moveTo>
                    <a:pt x="567994" y="336346"/>
                  </a:moveTo>
                  <a:lnTo>
                    <a:pt x="599049" y="324066"/>
                  </a:lnTo>
                  <a:lnTo>
                    <a:pt x="553095" y="299590"/>
                  </a:lnTo>
                  <a:close/>
                  <a:moveTo>
                    <a:pt x="322303" y="42306"/>
                  </a:moveTo>
                  <a:lnTo>
                    <a:pt x="340981" y="50830"/>
                  </a:lnTo>
                  <a:lnTo>
                    <a:pt x="348775" y="34115"/>
                  </a:lnTo>
                  <a:close/>
                  <a:moveTo>
                    <a:pt x="348775" y="34115"/>
                  </a:moveTo>
                  <a:lnTo>
                    <a:pt x="364258" y="13282"/>
                  </a:lnTo>
                  <a:lnTo>
                    <a:pt x="335457" y="30176"/>
                  </a:lnTo>
                  <a:close/>
                  <a:moveTo>
                    <a:pt x="850408" y="568386"/>
                  </a:moveTo>
                  <a:lnTo>
                    <a:pt x="827742" y="576447"/>
                  </a:lnTo>
                  <a:lnTo>
                    <a:pt x="861696" y="603956"/>
                  </a:lnTo>
                  <a:close/>
                  <a:moveTo>
                    <a:pt x="873931" y="559264"/>
                  </a:moveTo>
                  <a:lnTo>
                    <a:pt x="850408" y="568386"/>
                  </a:lnTo>
                  <a:lnTo>
                    <a:pt x="861696" y="603956"/>
                  </a:lnTo>
                  <a:close/>
                  <a:moveTo>
                    <a:pt x="646761" y="350425"/>
                  </a:moveTo>
                  <a:lnTo>
                    <a:pt x="661388" y="355917"/>
                  </a:lnTo>
                  <a:lnTo>
                    <a:pt x="663709" y="317585"/>
                  </a:lnTo>
                  <a:close/>
                  <a:moveTo>
                    <a:pt x="923615" y="518299"/>
                  </a:moveTo>
                  <a:lnTo>
                    <a:pt x="953930" y="542080"/>
                  </a:lnTo>
                  <a:lnTo>
                    <a:pt x="978820" y="545253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90" name="Input_density__89">
              <a:extLst>
                <a:ext uri="{FF2B5EF4-FFF2-40B4-BE49-F238E27FC236}">
                  <a16:creationId xmlns:a16="http://schemas.microsoft.com/office/drawing/2014/main" id="{9742D9AC-421D-E900-A050-5CD87E31CADE}"/>
                </a:ext>
              </a:extLst>
            </p:cNvPr>
            <p:cNvSpPr>
              <a:spLocks noGrp="1"/>
            </p:cNvSpPr>
            <p:nvPr/>
          </p:nvSpPr>
          <p:spPr>
            <a:xfrm>
              <a:off x="960437" y="2243164"/>
              <a:ext cx="1000620" cy="788020"/>
            </a:xfrm>
            <a:custGeom>
              <a:avLst/>
              <a:gdLst/>
              <a:ahLst/>
              <a:cxnLst/>
              <a:rect l="0" t="0" r="0" b="0"/>
              <a:pathLst>
                <a:path w="1000620" h="788020">
                  <a:moveTo>
                    <a:pt x="23465" y="755242"/>
                  </a:moveTo>
                  <a:lnTo>
                    <a:pt x="0" y="758325"/>
                  </a:lnTo>
                  <a:lnTo>
                    <a:pt x="36716" y="753763"/>
                  </a:lnTo>
                  <a:close/>
                  <a:moveTo>
                    <a:pt x="23465" y="755242"/>
                  </a:moveTo>
                  <a:lnTo>
                    <a:pt x="5174" y="760408"/>
                  </a:lnTo>
                  <a:lnTo>
                    <a:pt x="0" y="758325"/>
                  </a:lnTo>
                  <a:close/>
                  <a:moveTo>
                    <a:pt x="38910" y="753780"/>
                  </a:moveTo>
                  <a:lnTo>
                    <a:pt x="23465" y="755242"/>
                  </a:lnTo>
                  <a:lnTo>
                    <a:pt x="36716" y="753763"/>
                  </a:lnTo>
                  <a:close/>
                  <a:moveTo>
                    <a:pt x="142245" y="666937"/>
                  </a:moveTo>
                  <a:lnTo>
                    <a:pt x="156705" y="664602"/>
                  </a:lnTo>
                  <a:lnTo>
                    <a:pt x="176394" y="642009"/>
                  </a:lnTo>
                  <a:close/>
                  <a:moveTo>
                    <a:pt x="122446" y="230653"/>
                  </a:moveTo>
                  <a:lnTo>
                    <a:pt x="127690" y="199659"/>
                  </a:lnTo>
                  <a:lnTo>
                    <a:pt x="118408" y="224020"/>
                  </a:lnTo>
                  <a:close/>
                  <a:moveTo>
                    <a:pt x="139114" y="176715"/>
                  </a:moveTo>
                  <a:lnTo>
                    <a:pt x="127690" y="199659"/>
                  </a:lnTo>
                  <a:lnTo>
                    <a:pt x="122446" y="230653"/>
                  </a:lnTo>
                  <a:close/>
                  <a:moveTo>
                    <a:pt x="120381" y="193899"/>
                  </a:moveTo>
                  <a:lnTo>
                    <a:pt x="139114" y="176715"/>
                  </a:lnTo>
                  <a:lnTo>
                    <a:pt x="122446" y="230653"/>
                  </a:lnTo>
                  <a:close/>
                  <a:moveTo>
                    <a:pt x="346066" y="297038"/>
                  </a:moveTo>
                  <a:lnTo>
                    <a:pt x="311045" y="290676"/>
                  </a:lnTo>
                  <a:lnTo>
                    <a:pt x="320755" y="298614"/>
                  </a:lnTo>
                  <a:close/>
                  <a:moveTo>
                    <a:pt x="311045" y="290676"/>
                  </a:moveTo>
                  <a:lnTo>
                    <a:pt x="346066" y="297038"/>
                  </a:lnTo>
                  <a:lnTo>
                    <a:pt x="364960" y="271473"/>
                  </a:lnTo>
                  <a:close/>
                  <a:moveTo>
                    <a:pt x="364960" y="271473"/>
                  </a:moveTo>
                  <a:lnTo>
                    <a:pt x="374730" y="267658"/>
                  </a:lnTo>
                  <a:lnTo>
                    <a:pt x="377530" y="252614"/>
                  </a:lnTo>
                  <a:close/>
                  <a:moveTo>
                    <a:pt x="346066" y="297038"/>
                  </a:moveTo>
                  <a:lnTo>
                    <a:pt x="373121" y="273617"/>
                  </a:lnTo>
                  <a:lnTo>
                    <a:pt x="364960" y="271473"/>
                  </a:lnTo>
                  <a:close/>
                  <a:moveTo>
                    <a:pt x="860151" y="788020"/>
                  </a:moveTo>
                  <a:lnTo>
                    <a:pt x="856301" y="786755"/>
                  </a:lnTo>
                  <a:lnTo>
                    <a:pt x="835380" y="784533"/>
                  </a:lnTo>
                  <a:close/>
                  <a:moveTo>
                    <a:pt x="866798" y="777421"/>
                  </a:moveTo>
                  <a:lnTo>
                    <a:pt x="860151" y="788020"/>
                  </a:lnTo>
                  <a:lnTo>
                    <a:pt x="835380" y="784533"/>
                  </a:lnTo>
                  <a:close/>
                  <a:moveTo>
                    <a:pt x="866764" y="750000"/>
                  </a:moveTo>
                  <a:lnTo>
                    <a:pt x="860151" y="788020"/>
                  </a:lnTo>
                  <a:lnTo>
                    <a:pt x="866798" y="777421"/>
                  </a:lnTo>
                  <a:close/>
                  <a:moveTo>
                    <a:pt x="863889" y="786755"/>
                  </a:moveTo>
                  <a:lnTo>
                    <a:pt x="860151" y="788020"/>
                  </a:lnTo>
                  <a:lnTo>
                    <a:pt x="866764" y="750000"/>
                  </a:lnTo>
                  <a:close/>
                  <a:moveTo>
                    <a:pt x="377064" y="238672"/>
                  </a:moveTo>
                  <a:lnTo>
                    <a:pt x="364960" y="271473"/>
                  </a:lnTo>
                  <a:lnTo>
                    <a:pt x="377530" y="252614"/>
                  </a:lnTo>
                  <a:close/>
                  <a:moveTo>
                    <a:pt x="866764" y="750000"/>
                  </a:moveTo>
                  <a:lnTo>
                    <a:pt x="887526" y="732816"/>
                  </a:lnTo>
                  <a:lnTo>
                    <a:pt x="863889" y="786755"/>
                  </a:lnTo>
                  <a:close/>
                  <a:moveTo>
                    <a:pt x="959846" y="712110"/>
                  </a:moveTo>
                  <a:lnTo>
                    <a:pt x="938081" y="726943"/>
                  </a:lnTo>
                  <a:lnTo>
                    <a:pt x="990000" y="700275"/>
                  </a:lnTo>
                  <a:close/>
                  <a:moveTo>
                    <a:pt x="999645" y="666384"/>
                  </a:moveTo>
                  <a:lnTo>
                    <a:pt x="990000" y="700275"/>
                  </a:lnTo>
                  <a:lnTo>
                    <a:pt x="1000620" y="678878"/>
                  </a:lnTo>
                  <a:close/>
                  <a:moveTo>
                    <a:pt x="599649" y="45013"/>
                  </a:moveTo>
                  <a:lnTo>
                    <a:pt x="626980" y="22624"/>
                  </a:lnTo>
                  <a:lnTo>
                    <a:pt x="648325" y="6220"/>
                  </a:lnTo>
                  <a:close/>
                  <a:moveTo>
                    <a:pt x="889167" y="209806"/>
                  </a:moveTo>
                  <a:lnTo>
                    <a:pt x="881409" y="259778"/>
                  </a:lnTo>
                  <a:lnTo>
                    <a:pt x="883068" y="259511"/>
                  </a:lnTo>
                  <a:close/>
                  <a:moveTo>
                    <a:pt x="889167" y="209806"/>
                  </a:moveTo>
                  <a:lnTo>
                    <a:pt x="883068" y="259511"/>
                  </a:lnTo>
                  <a:lnTo>
                    <a:pt x="883089" y="259778"/>
                  </a:lnTo>
                  <a:close/>
                  <a:moveTo>
                    <a:pt x="650395" y="0"/>
                  </a:moveTo>
                  <a:lnTo>
                    <a:pt x="648325" y="6220"/>
                  </a:lnTo>
                  <a:lnTo>
                    <a:pt x="650670" y="249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91" name="Input_density__90">
              <a:extLst>
                <a:ext uri="{FF2B5EF4-FFF2-40B4-BE49-F238E27FC236}">
                  <a16:creationId xmlns:a16="http://schemas.microsoft.com/office/drawing/2014/main" id="{0F0A981B-2ECE-1EC4-19DF-B47B0EB1C689}"/>
                </a:ext>
              </a:extLst>
            </p:cNvPr>
            <p:cNvSpPr>
              <a:spLocks noGrp="1"/>
            </p:cNvSpPr>
            <p:nvPr/>
          </p:nvSpPr>
          <p:spPr>
            <a:xfrm>
              <a:off x="955638" y="1823982"/>
              <a:ext cx="1021345" cy="1210957"/>
            </a:xfrm>
            <a:custGeom>
              <a:avLst/>
              <a:gdLst/>
              <a:ahLst/>
              <a:cxnLst/>
              <a:rect l="0" t="0" r="0" b="0"/>
              <a:pathLst>
                <a:path w="1021345" h="1210957">
                  <a:moveTo>
                    <a:pt x="0" y="1174424"/>
                  </a:moveTo>
                  <a:lnTo>
                    <a:pt x="4799" y="1177507"/>
                  </a:lnTo>
                  <a:lnTo>
                    <a:pt x="9973" y="1179590"/>
                  </a:lnTo>
                  <a:close/>
                  <a:moveTo>
                    <a:pt x="0" y="1174424"/>
                  </a:moveTo>
                  <a:lnTo>
                    <a:pt x="9973" y="1179590"/>
                  </a:lnTo>
                  <a:lnTo>
                    <a:pt x="38449" y="1193996"/>
                  </a:lnTo>
                  <a:close/>
                  <a:moveTo>
                    <a:pt x="134151" y="1064117"/>
                  </a:moveTo>
                  <a:lnTo>
                    <a:pt x="174238" y="1086119"/>
                  </a:lnTo>
                  <a:lnTo>
                    <a:pt x="161504" y="1083784"/>
                  </a:lnTo>
                  <a:close/>
                  <a:moveTo>
                    <a:pt x="222667" y="995472"/>
                  </a:moveTo>
                  <a:lnTo>
                    <a:pt x="188691" y="993016"/>
                  </a:lnTo>
                  <a:lnTo>
                    <a:pt x="191094" y="995426"/>
                  </a:lnTo>
                  <a:close/>
                  <a:moveTo>
                    <a:pt x="242772" y="1014997"/>
                  </a:moveTo>
                  <a:lnTo>
                    <a:pt x="222667" y="995472"/>
                  </a:lnTo>
                  <a:lnTo>
                    <a:pt x="202164" y="991164"/>
                  </a:lnTo>
                  <a:close/>
                  <a:moveTo>
                    <a:pt x="301179" y="1039863"/>
                  </a:moveTo>
                  <a:lnTo>
                    <a:pt x="334719" y="1040686"/>
                  </a:lnTo>
                  <a:lnTo>
                    <a:pt x="351171" y="1005989"/>
                  </a:lnTo>
                  <a:close/>
                  <a:moveTo>
                    <a:pt x="397158" y="980631"/>
                  </a:moveTo>
                  <a:lnTo>
                    <a:pt x="398668" y="984510"/>
                  </a:lnTo>
                  <a:lnTo>
                    <a:pt x="404419" y="984290"/>
                  </a:lnTo>
                  <a:close/>
                  <a:moveTo>
                    <a:pt x="413630" y="980631"/>
                  </a:moveTo>
                  <a:lnTo>
                    <a:pt x="404419" y="984290"/>
                  </a:lnTo>
                  <a:lnTo>
                    <a:pt x="398668" y="984510"/>
                  </a:lnTo>
                  <a:close/>
                  <a:moveTo>
                    <a:pt x="397158" y="980631"/>
                  </a:moveTo>
                  <a:lnTo>
                    <a:pt x="404419" y="984290"/>
                  </a:lnTo>
                  <a:lnTo>
                    <a:pt x="421418" y="966015"/>
                  </a:lnTo>
                  <a:close/>
                  <a:moveTo>
                    <a:pt x="143913" y="595897"/>
                  </a:moveTo>
                  <a:lnTo>
                    <a:pt x="125180" y="613081"/>
                  </a:lnTo>
                  <a:lnTo>
                    <a:pt x="150961" y="563328"/>
                  </a:lnTo>
                  <a:close/>
                  <a:moveTo>
                    <a:pt x="125180" y="613081"/>
                  </a:moveTo>
                  <a:lnTo>
                    <a:pt x="135597" y="602092"/>
                  </a:lnTo>
                  <a:lnTo>
                    <a:pt x="150961" y="563328"/>
                  </a:lnTo>
                  <a:close/>
                  <a:moveTo>
                    <a:pt x="250373" y="589652"/>
                  </a:moveTo>
                  <a:lnTo>
                    <a:pt x="210133" y="581962"/>
                  </a:lnTo>
                  <a:lnTo>
                    <a:pt x="238954" y="585619"/>
                  </a:lnTo>
                  <a:close/>
                  <a:moveTo>
                    <a:pt x="214720" y="580928"/>
                  </a:moveTo>
                  <a:lnTo>
                    <a:pt x="250373" y="589652"/>
                  </a:lnTo>
                  <a:lnTo>
                    <a:pt x="272224" y="575139"/>
                  </a:lnTo>
                  <a:close/>
                  <a:moveTo>
                    <a:pt x="840179" y="1203715"/>
                  </a:moveTo>
                  <a:lnTo>
                    <a:pt x="808797" y="1210957"/>
                  </a:lnTo>
                  <a:lnTo>
                    <a:pt x="791314" y="1195232"/>
                  </a:lnTo>
                  <a:close/>
                  <a:moveTo>
                    <a:pt x="840179" y="1203715"/>
                  </a:moveTo>
                  <a:lnTo>
                    <a:pt x="861100" y="1205937"/>
                  </a:lnTo>
                  <a:lnTo>
                    <a:pt x="831419" y="1199328"/>
                  </a:lnTo>
                  <a:close/>
                  <a:moveTo>
                    <a:pt x="840179" y="1203715"/>
                  </a:moveTo>
                  <a:lnTo>
                    <a:pt x="831419" y="1199328"/>
                  </a:lnTo>
                  <a:lnTo>
                    <a:pt x="808797" y="1210957"/>
                  </a:lnTo>
                  <a:close/>
                  <a:moveTo>
                    <a:pt x="535910" y="813560"/>
                  </a:moveTo>
                  <a:lnTo>
                    <a:pt x="542225" y="770077"/>
                  </a:lnTo>
                  <a:lnTo>
                    <a:pt x="523160" y="794256"/>
                  </a:lnTo>
                  <a:close/>
                  <a:moveTo>
                    <a:pt x="501507" y="809510"/>
                  </a:moveTo>
                  <a:lnTo>
                    <a:pt x="535910" y="813560"/>
                  </a:lnTo>
                  <a:lnTo>
                    <a:pt x="523160" y="794256"/>
                  </a:lnTo>
                  <a:close/>
                  <a:moveTo>
                    <a:pt x="218461" y="261961"/>
                  </a:moveTo>
                  <a:lnTo>
                    <a:pt x="206630" y="252695"/>
                  </a:lnTo>
                  <a:lnTo>
                    <a:pt x="203255" y="249436"/>
                  </a:lnTo>
                  <a:close/>
                  <a:moveTo>
                    <a:pt x="994799" y="1119457"/>
                  </a:moveTo>
                  <a:lnTo>
                    <a:pt x="1004444" y="1085566"/>
                  </a:lnTo>
                  <a:lnTo>
                    <a:pt x="982243" y="1100882"/>
                  </a:lnTo>
                  <a:close/>
                  <a:moveTo>
                    <a:pt x="964645" y="1131292"/>
                  </a:moveTo>
                  <a:lnTo>
                    <a:pt x="994799" y="1119457"/>
                  </a:lnTo>
                  <a:lnTo>
                    <a:pt x="982243" y="1100882"/>
                  </a:lnTo>
                  <a:close/>
                  <a:moveTo>
                    <a:pt x="1005419" y="1098060"/>
                  </a:moveTo>
                  <a:lnTo>
                    <a:pt x="1007548" y="1070916"/>
                  </a:lnTo>
                  <a:lnTo>
                    <a:pt x="1004444" y="1085566"/>
                  </a:lnTo>
                  <a:close/>
                  <a:moveTo>
                    <a:pt x="1021345" y="1044122"/>
                  </a:moveTo>
                  <a:lnTo>
                    <a:pt x="1007548" y="1070916"/>
                  </a:lnTo>
                  <a:lnTo>
                    <a:pt x="1005419" y="1098060"/>
                  </a:lnTo>
                  <a:close/>
                  <a:moveTo>
                    <a:pt x="807632" y="913483"/>
                  </a:moveTo>
                  <a:lnTo>
                    <a:pt x="830528" y="879006"/>
                  </a:lnTo>
                  <a:lnTo>
                    <a:pt x="810622" y="914285"/>
                  </a:lnTo>
                  <a:close/>
                  <a:moveTo>
                    <a:pt x="807632" y="913483"/>
                  </a:moveTo>
                  <a:lnTo>
                    <a:pt x="806205" y="912643"/>
                  </a:lnTo>
                  <a:lnTo>
                    <a:pt x="829660" y="877530"/>
                  </a:lnTo>
                  <a:close/>
                  <a:moveTo>
                    <a:pt x="464772" y="508114"/>
                  </a:moveTo>
                  <a:lnTo>
                    <a:pt x="495868" y="499803"/>
                  </a:lnTo>
                  <a:lnTo>
                    <a:pt x="515583" y="477305"/>
                  </a:lnTo>
                  <a:close/>
                  <a:moveTo>
                    <a:pt x="495868" y="499803"/>
                  </a:moveTo>
                  <a:lnTo>
                    <a:pt x="529268" y="500102"/>
                  </a:lnTo>
                  <a:lnTo>
                    <a:pt x="551011" y="485186"/>
                  </a:lnTo>
                  <a:close/>
                  <a:moveTo>
                    <a:pt x="237843" y="125247"/>
                  </a:moveTo>
                  <a:lnTo>
                    <a:pt x="226404" y="143572"/>
                  </a:lnTo>
                  <a:lnTo>
                    <a:pt x="242787" y="135032"/>
                  </a:lnTo>
                  <a:close/>
                  <a:moveTo>
                    <a:pt x="242787" y="135032"/>
                  </a:moveTo>
                  <a:lnTo>
                    <a:pt x="226404" y="143572"/>
                  </a:lnTo>
                  <a:lnTo>
                    <a:pt x="219965" y="171244"/>
                  </a:lnTo>
                  <a:close/>
                  <a:moveTo>
                    <a:pt x="237843" y="125247"/>
                  </a:moveTo>
                  <a:lnTo>
                    <a:pt x="242787" y="135032"/>
                  </a:lnTo>
                  <a:lnTo>
                    <a:pt x="251985" y="114639"/>
                  </a:lnTo>
                  <a:close/>
                  <a:moveTo>
                    <a:pt x="65998" y="13777"/>
                  </a:moveTo>
                  <a:lnTo>
                    <a:pt x="99231" y="13454"/>
                  </a:lnTo>
                  <a:lnTo>
                    <a:pt x="123313" y="7282"/>
                  </a:lnTo>
                  <a:close/>
                  <a:moveTo>
                    <a:pt x="123313" y="7282"/>
                  </a:moveTo>
                  <a:lnTo>
                    <a:pt x="99231" y="13454"/>
                  </a:lnTo>
                  <a:lnTo>
                    <a:pt x="154685" y="0"/>
                  </a:lnTo>
                  <a:close/>
                  <a:moveTo>
                    <a:pt x="1010111" y="1036212"/>
                  </a:moveTo>
                  <a:lnTo>
                    <a:pt x="1007548" y="1070916"/>
                  </a:lnTo>
                  <a:lnTo>
                    <a:pt x="1021345" y="1044122"/>
                  </a:lnTo>
                  <a:close/>
                  <a:moveTo>
                    <a:pt x="997382" y="1001813"/>
                  </a:moveTo>
                  <a:lnTo>
                    <a:pt x="1010111" y="1036212"/>
                  </a:lnTo>
                  <a:lnTo>
                    <a:pt x="1021345" y="1044122"/>
                  </a:lnTo>
                  <a:close/>
                  <a:moveTo>
                    <a:pt x="834508" y="846885"/>
                  </a:moveTo>
                  <a:lnTo>
                    <a:pt x="855505" y="876181"/>
                  </a:lnTo>
                  <a:lnTo>
                    <a:pt x="847361" y="860347"/>
                  </a:lnTo>
                  <a:close/>
                  <a:moveTo>
                    <a:pt x="333935" y="222260"/>
                  </a:moveTo>
                  <a:lnTo>
                    <a:pt x="341153" y="272267"/>
                  </a:lnTo>
                  <a:lnTo>
                    <a:pt x="343999" y="235512"/>
                  </a:lnTo>
                  <a:close/>
                  <a:moveTo>
                    <a:pt x="357726" y="198757"/>
                  </a:moveTo>
                  <a:lnTo>
                    <a:pt x="369529" y="181574"/>
                  </a:lnTo>
                  <a:lnTo>
                    <a:pt x="365952" y="195378"/>
                  </a:lnTo>
                  <a:close/>
                  <a:moveTo>
                    <a:pt x="237682" y="89529"/>
                  </a:moveTo>
                  <a:lnTo>
                    <a:pt x="251985" y="114639"/>
                  </a:lnTo>
                  <a:lnTo>
                    <a:pt x="259316" y="71309"/>
                  </a:lnTo>
                  <a:close/>
                  <a:moveTo>
                    <a:pt x="237843" y="125247"/>
                  </a:moveTo>
                  <a:lnTo>
                    <a:pt x="251985" y="114639"/>
                  </a:lnTo>
                  <a:lnTo>
                    <a:pt x="237682" y="89529"/>
                  </a:lnTo>
                  <a:close/>
                  <a:moveTo>
                    <a:pt x="828339" y="717660"/>
                  </a:moveTo>
                  <a:lnTo>
                    <a:pt x="837366" y="712155"/>
                  </a:lnTo>
                  <a:lnTo>
                    <a:pt x="844501" y="678960"/>
                  </a:lnTo>
                  <a:close/>
                  <a:moveTo>
                    <a:pt x="849788" y="727310"/>
                  </a:moveTo>
                  <a:lnTo>
                    <a:pt x="837366" y="712155"/>
                  </a:lnTo>
                  <a:lnTo>
                    <a:pt x="828339" y="717660"/>
                  </a:lnTo>
                  <a:close/>
                  <a:moveTo>
                    <a:pt x="849788" y="727310"/>
                  </a:moveTo>
                  <a:lnTo>
                    <a:pt x="847227" y="749025"/>
                  </a:lnTo>
                  <a:lnTo>
                    <a:pt x="852547" y="732899"/>
                  </a:lnTo>
                  <a:close/>
                  <a:moveTo>
                    <a:pt x="849788" y="727310"/>
                  </a:moveTo>
                  <a:lnTo>
                    <a:pt x="852547" y="732899"/>
                  </a:lnTo>
                  <a:lnTo>
                    <a:pt x="837366" y="712155"/>
                  </a:lnTo>
                  <a:close/>
                  <a:moveTo>
                    <a:pt x="624956" y="444664"/>
                  </a:moveTo>
                  <a:lnTo>
                    <a:pt x="604448" y="464195"/>
                  </a:lnTo>
                  <a:lnTo>
                    <a:pt x="653124" y="425401"/>
                  </a:lnTo>
                  <a:close/>
                  <a:moveTo>
                    <a:pt x="867859" y="633748"/>
                  </a:moveTo>
                  <a:lnTo>
                    <a:pt x="844501" y="678960"/>
                  </a:lnTo>
                  <a:lnTo>
                    <a:pt x="848194" y="656432"/>
                  </a:lnTo>
                  <a:close/>
                  <a:moveTo>
                    <a:pt x="848194" y="656432"/>
                  </a:moveTo>
                  <a:lnTo>
                    <a:pt x="886208" y="678960"/>
                  </a:lnTo>
                  <a:lnTo>
                    <a:pt x="867859" y="633748"/>
                  </a:lnTo>
                  <a:close/>
                  <a:moveTo>
                    <a:pt x="867859" y="633748"/>
                  </a:moveTo>
                  <a:lnTo>
                    <a:pt x="886208" y="678960"/>
                  </a:lnTo>
                  <a:lnTo>
                    <a:pt x="893966" y="628988"/>
                  </a:lnTo>
                  <a:close/>
                  <a:moveTo>
                    <a:pt x="893966" y="628988"/>
                  </a:moveTo>
                  <a:lnTo>
                    <a:pt x="885380" y="625022"/>
                  </a:lnTo>
                  <a:lnTo>
                    <a:pt x="867859" y="633748"/>
                  </a:lnTo>
                  <a:close/>
                  <a:moveTo>
                    <a:pt x="885380" y="625022"/>
                  </a:moveTo>
                  <a:lnTo>
                    <a:pt x="893966" y="628988"/>
                  </a:lnTo>
                  <a:lnTo>
                    <a:pt x="897371" y="619512"/>
                  </a:lnTo>
                  <a:close/>
                  <a:moveTo>
                    <a:pt x="655194" y="419182"/>
                  </a:moveTo>
                  <a:lnTo>
                    <a:pt x="624956" y="444664"/>
                  </a:lnTo>
                  <a:lnTo>
                    <a:pt x="653124" y="425401"/>
                  </a:lnTo>
                  <a:close/>
                  <a:moveTo>
                    <a:pt x="644628" y="383025"/>
                  </a:moveTo>
                  <a:lnTo>
                    <a:pt x="655469" y="421675"/>
                  </a:lnTo>
                  <a:lnTo>
                    <a:pt x="646292" y="384920"/>
                  </a:lnTo>
                  <a:close/>
                  <a:moveTo>
                    <a:pt x="644628" y="383025"/>
                  </a:moveTo>
                  <a:lnTo>
                    <a:pt x="655194" y="419182"/>
                  </a:lnTo>
                  <a:lnTo>
                    <a:pt x="655469" y="421675"/>
                  </a:lnTo>
                  <a:close/>
                  <a:moveTo>
                    <a:pt x="637382" y="344169"/>
                  </a:moveTo>
                  <a:lnTo>
                    <a:pt x="641736" y="330982"/>
                  </a:lnTo>
                  <a:lnTo>
                    <a:pt x="624456" y="346588"/>
                  </a:lnTo>
                  <a:close/>
                  <a:moveTo>
                    <a:pt x="637382" y="344169"/>
                  </a:moveTo>
                  <a:lnTo>
                    <a:pt x="644628" y="383025"/>
                  </a:lnTo>
                  <a:lnTo>
                    <a:pt x="646292" y="384920"/>
                  </a:lnTo>
                  <a:close/>
                  <a:moveTo>
                    <a:pt x="641736" y="330982"/>
                  </a:moveTo>
                  <a:lnTo>
                    <a:pt x="637382" y="344169"/>
                  </a:lnTo>
                  <a:lnTo>
                    <a:pt x="646330" y="30379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2" name="Input_density__91">
              <a:extLst>
                <a:ext uri="{FF2B5EF4-FFF2-40B4-BE49-F238E27FC236}">
                  <a16:creationId xmlns:a16="http://schemas.microsoft.com/office/drawing/2014/main" id="{A35CB763-8913-3E0D-F3C1-1D52D19EB9C6}"/>
                </a:ext>
              </a:extLst>
            </p:cNvPr>
            <p:cNvSpPr>
              <a:spLocks noGrp="1"/>
            </p:cNvSpPr>
            <p:nvPr/>
          </p:nvSpPr>
          <p:spPr>
            <a:xfrm>
              <a:off x="920803" y="1852985"/>
              <a:ext cx="949513" cy="1245667"/>
            </a:xfrm>
            <a:custGeom>
              <a:avLst/>
              <a:gdLst/>
              <a:ahLst/>
              <a:cxnLst/>
              <a:rect l="0" t="0" r="0" b="0"/>
              <a:pathLst>
                <a:path w="949513" h="1245667">
                  <a:moveTo>
                    <a:pt x="25925" y="1070156"/>
                  </a:moveTo>
                  <a:lnTo>
                    <a:pt x="22063" y="1071911"/>
                  </a:lnTo>
                  <a:lnTo>
                    <a:pt x="48273" y="1067331"/>
                  </a:lnTo>
                  <a:close/>
                  <a:moveTo>
                    <a:pt x="22063" y="1071911"/>
                  </a:moveTo>
                  <a:lnTo>
                    <a:pt x="0" y="1107632"/>
                  </a:lnTo>
                  <a:lnTo>
                    <a:pt x="48273" y="1067331"/>
                  </a:lnTo>
                  <a:close/>
                  <a:moveTo>
                    <a:pt x="48273" y="1067331"/>
                  </a:moveTo>
                  <a:lnTo>
                    <a:pt x="0" y="1107632"/>
                  </a:lnTo>
                  <a:lnTo>
                    <a:pt x="22173" y="1091483"/>
                  </a:lnTo>
                  <a:close/>
                  <a:moveTo>
                    <a:pt x="25925" y="1070156"/>
                  </a:moveTo>
                  <a:lnTo>
                    <a:pt x="48273" y="1067331"/>
                  </a:lnTo>
                  <a:lnTo>
                    <a:pt x="80603" y="1063631"/>
                  </a:lnTo>
                  <a:close/>
                  <a:moveTo>
                    <a:pt x="140373" y="970110"/>
                  </a:moveTo>
                  <a:lnTo>
                    <a:pt x="117779" y="983606"/>
                  </a:lnTo>
                  <a:lnTo>
                    <a:pt x="156665" y="973295"/>
                  </a:lnTo>
                  <a:close/>
                  <a:moveTo>
                    <a:pt x="210734" y="838974"/>
                  </a:moveTo>
                  <a:lnTo>
                    <a:pt x="204927" y="875729"/>
                  </a:lnTo>
                  <a:lnTo>
                    <a:pt x="247090" y="858546"/>
                  </a:lnTo>
                  <a:close/>
                  <a:moveTo>
                    <a:pt x="210734" y="838974"/>
                  </a:moveTo>
                  <a:lnTo>
                    <a:pt x="247090" y="858546"/>
                  </a:lnTo>
                  <a:lnTo>
                    <a:pt x="229284" y="821791"/>
                  </a:lnTo>
                  <a:close/>
                  <a:moveTo>
                    <a:pt x="200835" y="802219"/>
                  </a:moveTo>
                  <a:lnTo>
                    <a:pt x="210734" y="838974"/>
                  </a:lnTo>
                  <a:lnTo>
                    <a:pt x="229284" y="821791"/>
                  </a:lnTo>
                  <a:close/>
                  <a:moveTo>
                    <a:pt x="200835" y="802219"/>
                  </a:moveTo>
                  <a:lnTo>
                    <a:pt x="229284" y="821791"/>
                  </a:lnTo>
                  <a:lnTo>
                    <a:pt x="227262" y="785036"/>
                  </a:lnTo>
                  <a:close/>
                  <a:moveTo>
                    <a:pt x="231169" y="771804"/>
                  </a:moveTo>
                  <a:lnTo>
                    <a:pt x="200835" y="802219"/>
                  </a:lnTo>
                  <a:lnTo>
                    <a:pt x="227262" y="785036"/>
                  </a:lnTo>
                  <a:close/>
                  <a:moveTo>
                    <a:pt x="667861" y="1245667"/>
                  </a:moveTo>
                  <a:lnTo>
                    <a:pt x="678413" y="1226579"/>
                  </a:lnTo>
                  <a:lnTo>
                    <a:pt x="638957" y="1226096"/>
                  </a:lnTo>
                  <a:close/>
                  <a:moveTo>
                    <a:pt x="229284" y="821791"/>
                  </a:moveTo>
                  <a:lnTo>
                    <a:pt x="257561" y="855950"/>
                  </a:lnTo>
                  <a:lnTo>
                    <a:pt x="257995" y="810850"/>
                  </a:lnTo>
                  <a:close/>
                  <a:moveTo>
                    <a:pt x="229284" y="821791"/>
                  </a:moveTo>
                  <a:lnTo>
                    <a:pt x="247090" y="858546"/>
                  </a:lnTo>
                  <a:lnTo>
                    <a:pt x="257561" y="855950"/>
                  </a:lnTo>
                  <a:close/>
                  <a:moveTo>
                    <a:pt x="227262" y="785036"/>
                  </a:moveTo>
                  <a:lnTo>
                    <a:pt x="257995" y="810850"/>
                  </a:lnTo>
                  <a:lnTo>
                    <a:pt x="245601" y="776180"/>
                  </a:lnTo>
                  <a:close/>
                  <a:moveTo>
                    <a:pt x="227262" y="785036"/>
                  </a:moveTo>
                  <a:lnTo>
                    <a:pt x="229284" y="821791"/>
                  </a:lnTo>
                  <a:lnTo>
                    <a:pt x="257995" y="810850"/>
                  </a:lnTo>
                  <a:close/>
                  <a:moveTo>
                    <a:pt x="257995" y="810850"/>
                  </a:moveTo>
                  <a:lnTo>
                    <a:pt x="288959" y="768019"/>
                  </a:lnTo>
                  <a:lnTo>
                    <a:pt x="245601" y="776180"/>
                  </a:lnTo>
                  <a:close/>
                  <a:moveTo>
                    <a:pt x="227262" y="785036"/>
                  </a:moveTo>
                  <a:lnTo>
                    <a:pt x="245601" y="776180"/>
                  </a:lnTo>
                  <a:lnTo>
                    <a:pt x="231169" y="771804"/>
                  </a:lnTo>
                  <a:close/>
                  <a:moveTo>
                    <a:pt x="231169" y="771804"/>
                  </a:moveTo>
                  <a:lnTo>
                    <a:pt x="245601" y="776180"/>
                  </a:lnTo>
                  <a:lnTo>
                    <a:pt x="261751" y="761570"/>
                  </a:lnTo>
                  <a:close/>
                  <a:moveTo>
                    <a:pt x="346388" y="793166"/>
                  </a:moveTo>
                  <a:lnTo>
                    <a:pt x="338179" y="826534"/>
                  </a:lnTo>
                  <a:lnTo>
                    <a:pt x="364257" y="787424"/>
                  </a:lnTo>
                  <a:close/>
                  <a:moveTo>
                    <a:pt x="379769" y="761250"/>
                  </a:moveTo>
                  <a:lnTo>
                    <a:pt x="346388" y="793166"/>
                  </a:lnTo>
                  <a:lnTo>
                    <a:pt x="364257" y="787424"/>
                  </a:lnTo>
                  <a:close/>
                  <a:moveTo>
                    <a:pt x="178351" y="657588"/>
                  </a:moveTo>
                  <a:lnTo>
                    <a:pt x="214843" y="684604"/>
                  </a:lnTo>
                  <a:lnTo>
                    <a:pt x="204087" y="648601"/>
                  </a:lnTo>
                  <a:close/>
                  <a:moveTo>
                    <a:pt x="204087" y="648601"/>
                  </a:moveTo>
                  <a:lnTo>
                    <a:pt x="188752" y="641582"/>
                  </a:lnTo>
                  <a:lnTo>
                    <a:pt x="178351" y="657588"/>
                  </a:lnTo>
                  <a:close/>
                  <a:moveTo>
                    <a:pt x="236072" y="604938"/>
                  </a:moveTo>
                  <a:lnTo>
                    <a:pt x="192074" y="620832"/>
                  </a:lnTo>
                  <a:lnTo>
                    <a:pt x="239305" y="609808"/>
                  </a:lnTo>
                  <a:close/>
                  <a:moveTo>
                    <a:pt x="192074" y="620832"/>
                  </a:moveTo>
                  <a:lnTo>
                    <a:pt x="188752" y="641582"/>
                  </a:lnTo>
                  <a:lnTo>
                    <a:pt x="239305" y="609808"/>
                  </a:lnTo>
                  <a:close/>
                  <a:moveTo>
                    <a:pt x="239305" y="609808"/>
                  </a:moveTo>
                  <a:lnTo>
                    <a:pt x="188752" y="641582"/>
                  </a:lnTo>
                  <a:lnTo>
                    <a:pt x="227091" y="640404"/>
                  </a:lnTo>
                  <a:close/>
                  <a:moveTo>
                    <a:pt x="227091" y="640404"/>
                  </a:moveTo>
                  <a:lnTo>
                    <a:pt x="188752" y="641582"/>
                  </a:lnTo>
                  <a:lnTo>
                    <a:pt x="204087" y="648601"/>
                  </a:lnTo>
                  <a:close/>
                  <a:moveTo>
                    <a:pt x="364257" y="787424"/>
                  </a:moveTo>
                  <a:lnTo>
                    <a:pt x="411295" y="812232"/>
                  </a:lnTo>
                  <a:lnTo>
                    <a:pt x="401869" y="775148"/>
                  </a:lnTo>
                  <a:close/>
                  <a:moveTo>
                    <a:pt x="411295" y="812232"/>
                  </a:moveTo>
                  <a:lnTo>
                    <a:pt x="441065" y="770372"/>
                  </a:lnTo>
                  <a:lnTo>
                    <a:pt x="401869" y="775148"/>
                  </a:lnTo>
                  <a:close/>
                  <a:moveTo>
                    <a:pt x="379769" y="761250"/>
                  </a:moveTo>
                  <a:lnTo>
                    <a:pt x="364257" y="787424"/>
                  </a:lnTo>
                  <a:lnTo>
                    <a:pt x="401869" y="775148"/>
                  </a:lnTo>
                  <a:close/>
                  <a:moveTo>
                    <a:pt x="239305" y="609808"/>
                  </a:moveTo>
                  <a:lnTo>
                    <a:pt x="227091" y="640404"/>
                  </a:lnTo>
                  <a:lnTo>
                    <a:pt x="255982" y="633499"/>
                  </a:lnTo>
                  <a:close/>
                  <a:moveTo>
                    <a:pt x="297675" y="607260"/>
                  </a:moveTo>
                  <a:lnTo>
                    <a:pt x="255982" y="633499"/>
                  </a:lnTo>
                  <a:lnTo>
                    <a:pt x="289102" y="623221"/>
                  </a:lnTo>
                  <a:close/>
                  <a:moveTo>
                    <a:pt x="239305" y="609808"/>
                  </a:moveTo>
                  <a:lnTo>
                    <a:pt x="255982" y="633499"/>
                  </a:lnTo>
                  <a:lnTo>
                    <a:pt x="297675" y="607260"/>
                  </a:lnTo>
                  <a:close/>
                  <a:moveTo>
                    <a:pt x="488664" y="726821"/>
                  </a:moveTo>
                  <a:lnTo>
                    <a:pt x="441324" y="770241"/>
                  </a:lnTo>
                  <a:lnTo>
                    <a:pt x="478908" y="753057"/>
                  </a:lnTo>
                  <a:close/>
                  <a:moveTo>
                    <a:pt x="347390" y="572352"/>
                  </a:moveTo>
                  <a:lnTo>
                    <a:pt x="322851" y="586466"/>
                  </a:lnTo>
                  <a:lnTo>
                    <a:pt x="297675" y="607260"/>
                  </a:lnTo>
                  <a:close/>
                  <a:moveTo>
                    <a:pt x="312893" y="169754"/>
                  </a:moveTo>
                  <a:lnTo>
                    <a:pt x="317512" y="132999"/>
                  </a:lnTo>
                  <a:lnTo>
                    <a:pt x="305731" y="172672"/>
                  </a:lnTo>
                  <a:close/>
                  <a:moveTo>
                    <a:pt x="317512" y="132999"/>
                  </a:moveTo>
                  <a:lnTo>
                    <a:pt x="283645" y="145880"/>
                  </a:lnTo>
                  <a:lnTo>
                    <a:pt x="305731" y="172672"/>
                  </a:lnTo>
                  <a:close/>
                  <a:moveTo>
                    <a:pt x="589999" y="471711"/>
                  </a:moveTo>
                  <a:lnTo>
                    <a:pt x="577045" y="500549"/>
                  </a:lnTo>
                  <a:lnTo>
                    <a:pt x="608310" y="491933"/>
                  </a:lnTo>
                  <a:close/>
                  <a:moveTo>
                    <a:pt x="529883" y="353529"/>
                  </a:moveTo>
                  <a:lnTo>
                    <a:pt x="577027" y="373101"/>
                  </a:lnTo>
                  <a:lnTo>
                    <a:pt x="563576" y="336346"/>
                  </a:lnTo>
                  <a:close/>
                  <a:moveTo>
                    <a:pt x="317512" y="132999"/>
                  </a:moveTo>
                  <a:lnTo>
                    <a:pt x="358919" y="156519"/>
                  </a:lnTo>
                  <a:lnTo>
                    <a:pt x="344573" y="123435"/>
                  </a:lnTo>
                  <a:close/>
                  <a:moveTo>
                    <a:pt x="317512" y="132999"/>
                  </a:moveTo>
                  <a:lnTo>
                    <a:pt x="312893" y="169754"/>
                  </a:lnTo>
                  <a:lnTo>
                    <a:pt x="358919" y="156519"/>
                  </a:lnTo>
                  <a:close/>
                  <a:moveTo>
                    <a:pt x="358919" y="156519"/>
                  </a:moveTo>
                  <a:lnTo>
                    <a:pt x="384596" y="117985"/>
                  </a:lnTo>
                  <a:lnTo>
                    <a:pt x="344573" y="123435"/>
                  </a:lnTo>
                  <a:close/>
                  <a:moveTo>
                    <a:pt x="344573" y="123435"/>
                  </a:moveTo>
                  <a:lnTo>
                    <a:pt x="317710" y="96244"/>
                  </a:lnTo>
                  <a:lnTo>
                    <a:pt x="317512" y="132999"/>
                  </a:lnTo>
                  <a:close/>
                  <a:moveTo>
                    <a:pt x="326878" y="93073"/>
                  </a:moveTo>
                  <a:lnTo>
                    <a:pt x="317710" y="96244"/>
                  </a:lnTo>
                  <a:lnTo>
                    <a:pt x="344573" y="123435"/>
                  </a:lnTo>
                  <a:close/>
                  <a:moveTo>
                    <a:pt x="344573" y="123435"/>
                  </a:moveTo>
                  <a:lnTo>
                    <a:pt x="372027" y="83456"/>
                  </a:lnTo>
                  <a:lnTo>
                    <a:pt x="326878" y="93073"/>
                  </a:lnTo>
                  <a:close/>
                  <a:moveTo>
                    <a:pt x="336563" y="50830"/>
                  </a:moveTo>
                  <a:lnTo>
                    <a:pt x="317710" y="96244"/>
                  </a:lnTo>
                  <a:lnTo>
                    <a:pt x="326878" y="93073"/>
                  </a:lnTo>
                  <a:close/>
                  <a:moveTo>
                    <a:pt x="225758" y="22734"/>
                  </a:moveTo>
                  <a:lnTo>
                    <a:pt x="240705" y="19460"/>
                  </a:lnTo>
                  <a:lnTo>
                    <a:pt x="230597" y="0"/>
                  </a:lnTo>
                  <a:close/>
                  <a:moveTo>
                    <a:pt x="577027" y="373101"/>
                  </a:moveTo>
                  <a:lnTo>
                    <a:pt x="600698" y="408627"/>
                  </a:lnTo>
                  <a:lnTo>
                    <a:pt x="595279" y="368286"/>
                  </a:lnTo>
                  <a:close/>
                  <a:moveTo>
                    <a:pt x="599777" y="412063"/>
                  </a:moveTo>
                  <a:lnTo>
                    <a:pt x="643085" y="392672"/>
                  </a:lnTo>
                  <a:lnTo>
                    <a:pt x="600698" y="408627"/>
                  </a:lnTo>
                  <a:close/>
                  <a:moveTo>
                    <a:pt x="643085" y="392672"/>
                  </a:moveTo>
                  <a:lnTo>
                    <a:pt x="644857" y="359823"/>
                  </a:lnTo>
                  <a:lnTo>
                    <a:pt x="600698" y="408627"/>
                  </a:lnTo>
                  <a:close/>
                  <a:moveTo>
                    <a:pt x="600698" y="408627"/>
                  </a:moveTo>
                  <a:lnTo>
                    <a:pt x="644857" y="359823"/>
                  </a:lnTo>
                  <a:lnTo>
                    <a:pt x="642689" y="356831"/>
                  </a:lnTo>
                  <a:close/>
                  <a:moveTo>
                    <a:pt x="600698" y="408627"/>
                  </a:moveTo>
                  <a:lnTo>
                    <a:pt x="642689" y="356831"/>
                  </a:lnTo>
                  <a:lnTo>
                    <a:pt x="595279" y="368286"/>
                  </a:lnTo>
                  <a:close/>
                  <a:moveTo>
                    <a:pt x="563576" y="336346"/>
                  </a:moveTo>
                  <a:lnTo>
                    <a:pt x="577027" y="373101"/>
                  </a:lnTo>
                  <a:lnTo>
                    <a:pt x="595279" y="368286"/>
                  </a:lnTo>
                  <a:close/>
                  <a:moveTo>
                    <a:pt x="642689" y="356831"/>
                  </a:moveTo>
                  <a:lnTo>
                    <a:pt x="656971" y="355917"/>
                  </a:lnTo>
                  <a:lnTo>
                    <a:pt x="642343" y="350425"/>
                  </a:lnTo>
                  <a:close/>
                  <a:moveTo>
                    <a:pt x="642689" y="356831"/>
                  </a:moveTo>
                  <a:lnTo>
                    <a:pt x="644857" y="359823"/>
                  </a:lnTo>
                  <a:lnTo>
                    <a:pt x="656971" y="355917"/>
                  </a:lnTo>
                  <a:close/>
                  <a:moveTo>
                    <a:pt x="331039" y="30176"/>
                  </a:moveTo>
                  <a:lnTo>
                    <a:pt x="317886" y="42306"/>
                  </a:lnTo>
                  <a:lnTo>
                    <a:pt x="344358" y="34115"/>
                  </a:lnTo>
                  <a:close/>
                  <a:moveTo>
                    <a:pt x="832039" y="561359"/>
                  </a:moveTo>
                  <a:lnTo>
                    <a:pt x="823325" y="576447"/>
                  </a:lnTo>
                  <a:lnTo>
                    <a:pt x="845990" y="568386"/>
                  </a:lnTo>
                  <a:close/>
                  <a:moveTo>
                    <a:pt x="848320" y="539692"/>
                  </a:moveTo>
                  <a:lnTo>
                    <a:pt x="832039" y="561359"/>
                  </a:lnTo>
                  <a:lnTo>
                    <a:pt x="884548" y="536897"/>
                  </a:lnTo>
                  <a:close/>
                  <a:moveTo>
                    <a:pt x="884548" y="536897"/>
                  </a:moveTo>
                  <a:lnTo>
                    <a:pt x="832039" y="561359"/>
                  </a:lnTo>
                  <a:lnTo>
                    <a:pt x="869513" y="559264"/>
                  </a:lnTo>
                  <a:close/>
                  <a:moveTo>
                    <a:pt x="869513" y="559264"/>
                  </a:moveTo>
                  <a:lnTo>
                    <a:pt x="832039" y="561359"/>
                  </a:lnTo>
                  <a:lnTo>
                    <a:pt x="845990" y="568386"/>
                  </a:lnTo>
                  <a:close/>
                  <a:moveTo>
                    <a:pt x="867391" y="533328"/>
                  </a:moveTo>
                  <a:lnTo>
                    <a:pt x="884548" y="536897"/>
                  </a:lnTo>
                  <a:lnTo>
                    <a:pt x="905940" y="522509"/>
                  </a:lnTo>
                  <a:close/>
                  <a:moveTo>
                    <a:pt x="668319" y="380741"/>
                  </a:moveTo>
                  <a:lnTo>
                    <a:pt x="656971" y="355917"/>
                  </a:lnTo>
                  <a:lnTo>
                    <a:pt x="644857" y="359823"/>
                  </a:lnTo>
                  <a:close/>
                  <a:moveTo>
                    <a:pt x="903531" y="548695"/>
                  </a:moveTo>
                  <a:lnTo>
                    <a:pt x="947683" y="552163"/>
                  </a:lnTo>
                  <a:lnTo>
                    <a:pt x="943867" y="542080"/>
                  </a:lnTo>
                  <a:close/>
                  <a:moveTo>
                    <a:pt x="884548" y="536897"/>
                  </a:moveTo>
                  <a:lnTo>
                    <a:pt x="869513" y="559264"/>
                  </a:lnTo>
                  <a:lnTo>
                    <a:pt x="903531" y="548695"/>
                  </a:lnTo>
                  <a:close/>
                  <a:moveTo>
                    <a:pt x="919198" y="518299"/>
                  </a:moveTo>
                  <a:lnTo>
                    <a:pt x="905940" y="522509"/>
                  </a:lnTo>
                  <a:lnTo>
                    <a:pt x="944660" y="540863"/>
                  </a:lnTo>
                  <a:close/>
                  <a:moveTo>
                    <a:pt x="905940" y="522509"/>
                  </a:moveTo>
                  <a:lnTo>
                    <a:pt x="884548" y="536897"/>
                  </a:lnTo>
                  <a:lnTo>
                    <a:pt x="944660" y="540863"/>
                  </a:lnTo>
                  <a:close/>
                  <a:moveTo>
                    <a:pt x="944660" y="540863"/>
                  </a:moveTo>
                  <a:lnTo>
                    <a:pt x="884548" y="536897"/>
                  </a:lnTo>
                  <a:lnTo>
                    <a:pt x="943867" y="542080"/>
                  </a:lnTo>
                  <a:close/>
                  <a:moveTo>
                    <a:pt x="943867" y="542080"/>
                  </a:moveTo>
                  <a:lnTo>
                    <a:pt x="884548" y="536897"/>
                  </a:lnTo>
                  <a:lnTo>
                    <a:pt x="903531" y="548695"/>
                  </a:lnTo>
                  <a:close/>
                  <a:moveTo>
                    <a:pt x="944660" y="540863"/>
                  </a:moveTo>
                  <a:lnTo>
                    <a:pt x="949513" y="542080"/>
                  </a:lnTo>
                  <a:lnTo>
                    <a:pt x="919198" y="518299"/>
                  </a:lnTo>
                  <a:close/>
                  <a:moveTo>
                    <a:pt x="943867" y="542080"/>
                  </a:moveTo>
                  <a:lnTo>
                    <a:pt x="947683" y="552163"/>
                  </a:lnTo>
                  <a:lnTo>
                    <a:pt x="945613" y="541571"/>
                  </a:lnTo>
                  <a:close/>
                  <a:moveTo>
                    <a:pt x="944660" y="540863"/>
                  </a:moveTo>
                  <a:lnTo>
                    <a:pt x="943867" y="542080"/>
                  </a:lnTo>
                  <a:lnTo>
                    <a:pt x="945613" y="541571"/>
                  </a:lnTo>
                  <a:close/>
                  <a:moveTo>
                    <a:pt x="945613" y="541571"/>
                  </a:moveTo>
                  <a:lnTo>
                    <a:pt x="947683" y="552163"/>
                  </a:lnTo>
                  <a:lnTo>
                    <a:pt x="949513" y="542080"/>
                  </a:lnTo>
                  <a:close/>
                  <a:moveTo>
                    <a:pt x="945613" y="541571"/>
                  </a:moveTo>
                  <a:lnTo>
                    <a:pt x="949513" y="542080"/>
                  </a:lnTo>
                  <a:lnTo>
                    <a:pt x="944660" y="54086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93" name="Input_density__92">
              <a:extLst>
                <a:ext uri="{FF2B5EF4-FFF2-40B4-BE49-F238E27FC236}">
                  <a16:creationId xmlns:a16="http://schemas.microsoft.com/office/drawing/2014/main" id="{9BFCF174-299B-769C-7277-0C2B5BB30B58}"/>
                </a:ext>
              </a:extLst>
            </p:cNvPr>
            <p:cNvSpPr>
              <a:spLocks noGrp="1"/>
            </p:cNvSpPr>
            <p:nvPr/>
          </p:nvSpPr>
          <p:spPr>
            <a:xfrm>
              <a:off x="953092" y="1835683"/>
              <a:ext cx="1012656" cy="1375573"/>
            </a:xfrm>
            <a:custGeom>
              <a:avLst/>
              <a:gdLst/>
              <a:ahLst/>
              <a:cxnLst/>
              <a:rect l="0" t="0" r="0" b="0"/>
              <a:pathLst>
                <a:path w="1012656" h="1375573">
                  <a:moveTo>
                    <a:pt x="4232" y="1145540"/>
                  </a:moveTo>
                  <a:lnTo>
                    <a:pt x="2546" y="1162724"/>
                  </a:lnTo>
                  <a:lnTo>
                    <a:pt x="40995" y="1182295"/>
                  </a:lnTo>
                  <a:close/>
                  <a:moveTo>
                    <a:pt x="122671" y="1234372"/>
                  </a:moveTo>
                  <a:lnTo>
                    <a:pt x="179443" y="1225846"/>
                  </a:lnTo>
                  <a:lnTo>
                    <a:pt x="143735" y="1216917"/>
                  </a:lnTo>
                  <a:close/>
                  <a:moveTo>
                    <a:pt x="47996" y="1165112"/>
                  </a:moveTo>
                  <a:lnTo>
                    <a:pt x="40995" y="1182295"/>
                  </a:lnTo>
                  <a:lnTo>
                    <a:pt x="43048" y="1185827"/>
                  </a:lnTo>
                  <a:close/>
                  <a:moveTo>
                    <a:pt x="246753" y="1352931"/>
                  </a:moveTo>
                  <a:lnTo>
                    <a:pt x="290963" y="1331704"/>
                  </a:lnTo>
                  <a:lnTo>
                    <a:pt x="251582" y="1344082"/>
                  </a:lnTo>
                  <a:close/>
                  <a:moveTo>
                    <a:pt x="301636" y="1337346"/>
                  </a:moveTo>
                  <a:lnTo>
                    <a:pt x="290963" y="1331704"/>
                  </a:lnTo>
                  <a:lnTo>
                    <a:pt x="246753" y="1352931"/>
                  </a:lnTo>
                  <a:close/>
                  <a:moveTo>
                    <a:pt x="283886" y="1367191"/>
                  </a:moveTo>
                  <a:lnTo>
                    <a:pt x="301636" y="1337346"/>
                  </a:lnTo>
                  <a:lnTo>
                    <a:pt x="246753" y="1352931"/>
                  </a:lnTo>
                  <a:close/>
                  <a:moveTo>
                    <a:pt x="319448" y="1375573"/>
                  </a:moveTo>
                  <a:lnTo>
                    <a:pt x="332423" y="1332536"/>
                  </a:lnTo>
                  <a:lnTo>
                    <a:pt x="301636" y="1337346"/>
                  </a:lnTo>
                  <a:close/>
                  <a:moveTo>
                    <a:pt x="283886" y="1367191"/>
                  </a:moveTo>
                  <a:lnTo>
                    <a:pt x="319448" y="1375573"/>
                  </a:lnTo>
                  <a:lnTo>
                    <a:pt x="301636" y="1337346"/>
                  </a:lnTo>
                  <a:close/>
                  <a:moveTo>
                    <a:pt x="332423" y="1332536"/>
                  </a:moveTo>
                  <a:lnTo>
                    <a:pt x="310172" y="1305878"/>
                  </a:lnTo>
                  <a:lnTo>
                    <a:pt x="324416" y="1331704"/>
                  </a:lnTo>
                  <a:close/>
                  <a:moveTo>
                    <a:pt x="310172" y="1305878"/>
                  </a:moveTo>
                  <a:lnTo>
                    <a:pt x="304161" y="1294949"/>
                  </a:lnTo>
                  <a:lnTo>
                    <a:pt x="324416" y="1331704"/>
                  </a:lnTo>
                  <a:close/>
                  <a:moveTo>
                    <a:pt x="187968" y="1189723"/>
                  </a:moveTo>
                  <a:lnTo>
                    <a:pt x="179443" y="1225846"/>
                  </a:lnTo>
                  <a:lnTo>
                    <a:pt x="218340" y="1236865"/>
                  </a:lnTo>
                  <a:close/>
                  <a:moveTo>
                    <a:pt x="187968" y="1189723"/>
                  </a:moveTo>
                  <a:lnTo>
                    <a:pt x="143735" y="1216917"/>
                  </a:lnTo>
                  <a:lnTo>
                    <a:pt x="179443" y="1225846"/>
                  </a:lnTo>
                  <a:close/>
                  <a:moveTo>
                    <a:pt x="187968" y="1189723"/>
                  </a:moveTo>
                  <a:lnTo>
                    <a:pt x="152586" y="1191399"/>
                  </a:lnTo>
                  <a:lnTo>
                    <a:pt x="143735" y="1216917"/>
                  </a:lnTo>
                  <a:close/>
                  <a:moveTo>
                    <a:pt x="298514" y="1288268"/>
                  </a:moveTo>
                  <a:lnTo>
                    <a:pt x="324416" y="1331704"/>
                  </a:lnTo>
                  <a:lnTo>
                    <a:pt x="304161" y="1294949"/>
                  </a:lnTo>
                  <a:close/>
                  <a:moveTo>
                    <a:pt x="298514" y="1288268"/>
                  </a:moveTo>
                  <a:lnTo>
                    <a:pt x="303663" y="1328829"/>
                  </a:lnTo>
                  <a:lnTo>
                    <a:pt x="324416" y="1331704"/>
                  </a:lnTo>
                  <a:close/>
                  <a:moveTo>
                    <a:pt x="298514" y="1288268"/>
                  </a:moveTo>
                  <a:lnTo>
                    <a:pt x="304161" y="1294949"/>
                  </a:lnTo>
                  <a:lnTo>
                    <a:pt x="286153" y="1279458"/>
                  </a:lnTo>
                  <a:close/>
                  <a:moveTo>
                    <a:pt x="151214" y="1013525"/>
                  </a:moveTo>
                  <a:lnTo>
                    <a:pt x="183738" y="1049491"/>
                  </a:lnTo>
                  <a:lnTo>
                    <a:pt x="192300" y="1007212"/>
                  </a:lnTo>
                  <a:close/>
                  <a:moveTo>
                    <a:pt x="187220" y="1040052"/>
                  </a:moveTo>
                  <a:lnTo>
                    <a:pt x="183738" y="1049491"/>
                  </a:lnTo>
                  <a:lnTo>
                    <a:pt x="151214" y="1013525"/>
                  </a:lnTo>
                  <a:close/>
                  <a:moveTo>
                    <a:pt x="216958" y="1014253"/>
                  </a:moveTo>
                  <a:lnTo>
                    <a:pt x="192300" y="1007212"/>
                  </a:lnTo>
                  <a:lnTo>
                    <a:pt x="183738" y="1049491"/>
                  </a:lnTo>
                  <a:close/>
                  <a:moveTo>
                    <a:pt x="268898" y="1022528"/>
                  </a:moveTo>
                  <a:lnTo>
                    <a:pt x="250683" y="986836"/>
                  </a:lnTo>
                  <a:lnTo>
                    <a:pt x="245318" y="1003297"/>
                  </a:lnTo>
                  <a:close/>
                  <a:moveTo>
                    <a:pt x="251957" y="987557"/>
                  </a:moveTo>
                  <a:lnTo>
                    <a:pt x="250683" y="986836"/>
                  </a:lnTo>
                  <a:lnTo>
                    <a:pt x="268898" y="1022528"/>
                  </a:lnTo>
                  <a:close/>
                  <a:moveTo>
                    <a:pt x="172746" y="966542"/>
                  </a:moveTo>
                  <a:lnTo>
                    <a:pt x="191236" y="981316"/>
                  </a:lnTo>
                  <a:lnTo>
                    <a:pt x="161117" y="960728"/>
                  </a:lnTo>
                  <a:close/>
                  <a:moveTo>
                    <a:pt x="172746" y="966542"/>
                  </a:moveTo>
                  <a:lnTo>
                    <a:pt x="161117" y="960728"/>
                  </a:lnTo>
                  <a:lnTo>
                    <a:pt x="144294" y="929657"/>
                  </a:lnTo>
                  <a:close/>
                  <a:moveTo>
                    <a:pt x="332030" y="974878"/>
                  </a:moveTo>
                  <a:lnTo>
                    <a:pt x="326531" y="934602"/>
                  </a:lnTo>
                  <a:lnTo>
                    <a:pt x="321061" y="968930"/>
                  </a:lnTo>
                  <a:close/>
                  <a:moveTo>
                    <a:pt x="326531" y="934602"/>
                  </a:moveTo>
                  <a:lnTo>
                    <a:pt x="320938" y="932175"/>
                  </a:lnTo>
                  <a:lnTo>
                    <a:pt x="321061" y="968930"/>
                  </a:lnTo>
                  <a:close/>
                  <a:moveTo>
                    <a:pt x="249141" y="898595"/>
                  </a:moveTo>
                  <a:lnTo>
                    <a:pt x="285419" y="891881"/>
                  </a:lnTo>
                  <a:lnTo>
                    <a:pt x="255585" y="875698"/>
                  </a:lnTo>
                  <a:close/>
                  <a:moveTo>
                    <a:pt x="289682" y="895420"/>
                  </a:moveTo>
                  <a:lnTo>
                    <a:pt x="255585" y="875698"/>
                  </a:lnTo>
                  <a:lnTo>
                    <a:pt x="285419" y="891881"/>
                  </a:lnTo>
                  <a:close/>
                  <a:moveTo>
                    <a:pt x="309342" y="921488"/>
                  </a:moveTo>
                  <a:lnTo>
                    <a:pt x="321061" y="968930"/>
                  </a:lnTo>
                  <a:lnTo>
                    <a:pt x="320938" y="932175"/>
                  </a:lnTo>
                  <a:close/>
                  <a:moveTo>
                    <a:pt x="289125" y="893177"/>
                  </a:moveTo>
                  <a:lnTo>
                    <a:pt x="320938" y="932175"/>
                  </a:lnTo>
                  <a:lnTo>
                    <a:pt x="289682" y="895420"/>
                  </a:lnTo>
                  <a:close/>
                  <a:moveTo>
                    <a:pt x="289125" y="893177"/>
                  </a:moveTo>
                  <a:lnTo>
                    <a:pt x="309342" y="921488"/>
                  </a:lnTo>
                  <a:lnTo>
                    <a:pt x="320938" y="932175"/>
                  </a:lnTo>
                  <a:close/>
                  <a:moveTo>
                    <a:pt x="199123" y="733183"/>
                  </a:moveTo>
                  <a:lnTo>
                    <a:pt x="216546" y="758952"/>
                  </a:lnTo>
                  <a:lnTo>
                    <a:pt x="230047" y="779877"/>
                  </a:lnTo>
                  <a:close/>
                  <a:moveTo>
                    <a:pt x="182553" y="701907"/>
                  </a:moveTo>
                  <a:lnTo>
                    <a:pt x="174177" y="725116"/>
                  </a:lnTo>
                  <a:lnTo>
                    <a:pt x="208911" y="748400"/>
                  </a:lnTo>
                  <a:close/>
                  <a:moveTo>
                    <a:pt x="590609" y="996853"/>
                  </a:moveTo>
                  <a:lnTo>
                    <a:pt x="582375" y="996288"/>
                  </a:lnTo>
                  <a:lnTo>
                    <a:pt x="625634" y="1027645"/>
                  </a:lnTo>
                  <a:close/>
                  <a:moveTo>
                    <a:pt x="625634" y="1027645"/>
                  </a:moveTo>
                  <a:lnTo>
                    <a:pt x="582375" y="996288"/>
                  </a:lnTo>
                  <a:lnTo>
                    <a:pt x="578857" y="1008073"/>
                  </a:lnTo>
                  <a:close/>
                  <a:moveTo>
                    <a:pt x="522391" y="928471"/>
                  </a:moveTo>
                  <a:lnTo>
                    <a:pt x="548960" y="954135"/>
                  </a:lnTo>
                  <a:lnTo>
                    <a:pt x="544286" y="948235"/>
                  </a:lnTo>
                  <a:close/>
                  <a:moveTo>
                    <a:pt x="522391" y="928471"/>
                  </a:moveTo>
                  <a:lnTo>
                    <a:pt x="559112" y="970453"/>
                  </a:lnTo>
                  <a:lnTo>
                    <a:pt x="548960" y="954135"/>
                  </a:lnTo>
                  <a:close/>
                  <a:moveTo>
                    <a:pt x="222916" y="549830"/>
                  </a:moveTo>
                  <a:lnTo>
                    <a:pt x="195755" y="517170"/>
                  </a:lnTo>
                  <a:lnTo>
                    <a:pt x="173565" y="530412"/>
                  </a:lnTo>
                  <a:close/>
                  <a:moveTo>
                    <a:pt x="169482" y="530259"/>
                  </a:moveTo>
                  <a:lnTo>
                    <a:pt x="193815" y="509915"/>
                  </a:lnTo>
                  <a:lnTo>
                    <a:pt x="150816" y="476884"/>
                  </a:lnTo>
                  <a:close/>
                  <a:moveTo>
                    <a:pt x="160243" y="480603"/>
                  </a:moveTo>
                  <a:lnTo>
                    <a:pt x="150816" y="476884"/>
                  </a:lnTo>
                  <a:lnTo>
                    <a:pt x="171611" y="487067"/>
                  </a:lnTo>
                  <a:close/>
                  <a:moveTo>
                    <a:pt x="583551" y="990890"/>
                  </a:moveTo>
                  <a:lnTo>
                    <a:pt x="582375" y="996288"/>
                  </a:lnTo>
                  <a:lnTo>
                    <a:pt x="590609" y="996853"/>
                  </a:lnTo>
                  <a:close/>
                  <a:moveTo>
                    <a:pt x="583551" y="990890"/>
                  </a:moveTo>
                  <a:lnTo>
                    <a:pt x="559112" y="970453"/>
                  </a:lnTo>
                  <a:lnTo>
                    <a:pt x="582375" y="996288"/>
                  </a:lnTo>
                  <a:close/>
                  <a:moveTo>
                    <a:pt x="583551" y="990890"/>
                  </a:moveTo>
                  <a:lnTo>
                    <a:pt x="548960" y="954135"/>
                  </a:lnTo>
                  <a:lnTo>
                    <a:pt x="559112" y="970453"/>
                  </a:lnTo>
                  <a:close/>
                  <a:moveTo>
                    <a:pt x="511363" y="917380"/>
                  </a:moveTo>
                  <a:lnTo>
                    <a:pt x="522391" y="928471"/>
                  </a:lnTo>
                  <a:lnTo>
                    <a:pt x="544286" y="948235"/>
                  </a:lnTo>
                  <a:close/>
                  <a:moveTo>
                    <a:pt x="795403" y="1157482"/>
                  </a:moveTo>
                  <a:lnTo>
                    <a:pt x="811343" y="1199257"/>
                  </a:lnTo>
                  <a:lnTo>
                    <a:pt x="833964" y="1187628"/>
                  </a:lnTo>
                  <a:close/>
                  <a:moveTo>
                    <a:pt x="795403" y="1157482"/>
                  </a:moveTo>
                  <a:lnTo>
                    <a:pt x="792100" y="1174665"/>
                  </a:lnTo>
                  <a:lnTo>
                    <a:pt x="811343" y="1199257"/>
                  </a:lnTo>
                  <a:close/>
                  <a:moveTo>
                    <a:pt x="732385" y="1056992"/>
                  </a:moveTo>
                  <a:lnTo>
                    <a:pt x="718669" y="1047217"/>
                  </a:lnTo>
                  <a:lnTo>
                    <a:pt x="676058" y="1067180"/>
                  </a:lnTo>
                  <a:close/>
                  <a:moveTo>
                    <a:pt x="708985" y="1065710"/>
                  </a:moveTo>
                  <a:lnTo>
                    <a:pt x="732385" y="1056992"/>
                  </a:lnTo>
                  <a:lnTo>
                    <a:pt x="676058" y="1067180"/>
                  </a:lnTo>
                  <a:close/>
                  <a:moveTo>
                    <a:pt x="678574" y="1061751"/>
                  </a:moveTo>
                  <a:lnTo>
                    <a:pt x="718669" y="1047217"/>
                  </a:lnTo>
                  <a:lnTo>
                    <a:pt x="727760" y="1039702"/>
                  </a:lnTo>
                  <a:close/>
                  <a:moveTo>
                    <a:pt x="590609" y="996853"/>
                  </a:moveTo>
                  <a:lnTo>
                    <a:pt x="625634" y="1027645"/>
                  </a:lnTo>
                  <a:lnTo>
                    <a:pt x="611361" y="978233"/>
                  </a:lnTo>
                  <a:close/>
                  <a:moveTo>
                    <a:pt x="641696" y="975149"/>
                  </a:moveTo>
                  <a:lnTo>
                    <a:pt x="625634" y="1027645"/>
                  </a:lnTo>
                  <a:lnTo>
                    <a:pt x="638677" y="1022350"/>
                  </a:lnTo>
                  <a:close/>
                  <a:moveTo>
                    <a:pt x="548960" y="954135"/>
                  </a:moveTo>
                  <a:lnTo>
                    <a:pt x="592490" y="936952"/>
                  </a:lnTo>
                  <a:lnTo>
                    <a:pt x="544286" y="948235"/>
                  </a:lnTo>
                  <a:close/>
                  <a:moveTo>
                    <a:pt x="629420" y="940382"/>
                  </a:moveTo>
                  <a:lnTo>
                    <a:pt x="609175" y="912094"/>
                  </a:lnTo>
                  <a:lnTo>
                    <a:pt x="610112" y="936952"/>
                  </a:lnTo>
                  <a:close/>
                  <a:moveTo>
                    <a:pt x="609175" y="912094"/>
                  </a:moveTo>
                  <a:lnTo>
                    <a:pt x="599882" y="900197"/>
                  </a:lnTo>
                  <a:lnTo>
                    <a:pt x="610112" y="936952"/>
                  </a:lnTo>
                  <a:close/>
                  <a:moveTo>
                    <a:pt x="755649" y="1083972"/>
                  </a:moveTo>
                  <a:lnTo>
                    <a:pt x="761130" y="1066788"/>
                  </a:lnTo>
                  <a:lnTo>
                    <a:pt x="732385" y="1056992"/>
                  </a:lnTo>
                  <a:close/>
                  <a:moveTo>
                    <a:pt x="732385" y="1056992"/>
                  </a:moveTo>
                  <a:lnTo>
                    <a:pt x="707632" y="1038127"/>
                  </a:lnTo>
                  <a:lnTo>
                    <a:pt x="718669" y="1047217"/>
                  </a:lnTo>
                  <a:close/>
                  <a:moveTo>
                    <a:pt x="359091" y="594902"/>
                  </a:moveTo>
                  <a:lnTo>
                    <a:pt x="377866" y="606157"/>
                  </a:lnTo>
                  <a:lnTo>
                    <a:pt x="339735" y="585552"/>
                  </a:lnTo>
                  <a:close/>
                  <a:moveTo>
                    <a:pt x="372237" y="521808"/>
                  </a:moveTo>
                  <a:lnTo>
                    <a:pt x="390366" y="552218"/>
                  </a:lnTo>
                  <a:lnTo>
                    <a:pt x="389497" y="550817"/>
                  </a:lnTo>
                  <a:close/>
                  <a:moveTo>
                    <a:pt x="2576" y="113412"/>
                  </a:moveTo>
                  <a:lnTo>
                    <a:pt x="0" y="91164"/>
                  </a:lnTo>
                  <a:lnTo>
                    <a:pt x="14120" y="86368"/>
                  </a:lnTo>
                  <a:close/>
                  <a:moveTo>
                    <a:pt x="23569" y="123434"/>
                  </a:moveTo>
                  <a:lnTo>
                    <a:pt x="2576" y="113412"/>
                  </a:lnTo>
                  <a:lnTo>
                    <a:pt x="14120" y="86368"/>
                  </a:lnTo>
                  <a:close/>
                  <a:moveTo>
                    <a:pt x="890045" y="1132422"/>
                  </a:moveTo>
                  <a:lnTo>
                    <a:pt x="887542" y="1167162"/>
                  </a:lnTo>
                  <a:lnTo>
                    <a:pt x="894871" y="1140298"/>
                  </a:lnTo>
                  <a:close/>
                  <a:moveTo>
                    <a:pt x="871546" y="1102715"/>
                  </a:moveTo>
                  <a:lnTo>
                    <a:pt x="894871" y="1140298"/>
                  </a:lnTo>
                  <a:lnTo>
                    <a:pt x="872881" y="1103543"/>
                  </a:lnTo>
                  <a:close/>
                  <a:moveTo>
                    <a:pt x="833156" y="1062089"/>
                  </a:moveTo>
                  <a:lnTo>
                    <a:pt x="869722" y="1100536"/>
                  </a:lnTo>
                  <a:lnTo>
                    <a:pt x="845153" y="1066788"/>
                  </a:lnTo>
                  <a:close/>
                  <a:moveTo>
                    <a:pt x="795216" y="1021099"/>
                  </a:moveTo>
                  <a:lnTo>
                    <a:pt x="822267" y="1047685"/>
                  </a:lnTo>
                  <a:lnTo>
                    <a:pt x="809280" y="1030033"/>
                  </a:lnTo>
                  <a:close/>
                  <a:moveTo>
                    <a:pt x="833156" y="1062089"/>
                  </a:moveTo>
                  <a:lnTo>
                    <a:pt x="822267" y="1047685"/>
                  </a:lnTo>
                  <a:lnTo>
                    <a:pt x="795216" y="1021099"/>
                  </a:lnTo>
                  <a:close/>
                  <a:moveTo>
                    <a:pt x="833156" y="1062089"/>
                  </a:moveTo>
                  <a:lnTo>
                    <a:pt x="845153" y="1066788"/>
                  </a:lnTo>
                  <a:lnTo>
                    <a:pt x="822267" y="1047685"/>
                  </a:lnTo>
                  <a:close/>
                  <a:moveTo>
                    <a:pt x="714324" y="893257"/>
                  </a:moveTo>
                  <a:lnTo>
                    <a:pt x="692165" y="871713"/>
                  </a:lnTo>
                  <a:lnTo>
                    <a:pt x="697376" y="883014"/>
                  </a:lnTo>
                  <a:close/>
                  <a:moveTo>
                    <a:pt x="692165" y="871713"/>
                  </a:moveTo>
                  <a:lnTo>
                    <a:pt x="691180" y="835092"/>
                  </a:lnTo>
                  <a:lnTo>
                    <a:pt x="697376" y="883014"/>
                  </a:lnTo>
                  <a:close/>
                  <a:moveTo>
                    <a:pt x="697376" y="883014"/>
                  </a:moveTo>
                  <a:lnTo>
                    <a:pt x="691180" y="835092"/>
                  </a:lnTo>
                  <a:lnTo>
                    <a:pt x="692233" y="829075"/>
                  </a:lnTo>
                  <a:close/>
                  <a:moveTo>
                    <a:pt x="658220" y="792320"/>
                  </a:moveTo>
                  <a:lnTo>
                    <a:pt x="646002" y="809503"/>
                  </a:lnTo>
                  <a:lnTo>
                    <a:pt x="665574" y="835566"/>
                  </a:lnTo>
                  <a:close/>
                  <a:moveTo>
                    <a:pt x="438996" y="571790"/>
                  </a:moveTo>
                  <a:lnTo>
                    <a:pt x="390366" y="552218"/>
                  </a:lnTo>
                  <a:lnTo>
                    <a:pt x="420239" y="588973"/>
                  </a:lnTo>
                  <a:close/>
                  <a:moveTo>
                    <a:pt x="363493" y="515464"/>
                  </a:moveTo>
                  <a:lnTo>
                    <a:pt x="389497" y="550817"/>
                  </a:lnTo>
                  <a:lnTo>
                    <a:pt x="401736" y="535035"/>
                  </a:lnTo>
                  <a:close/>
                  <a:moveTo>
                    <a:pt x="69508" y="147914"/>
                  </a:moveTo>
                  <a:lnTo>
                    <a:pt x="92574" y="94422"/>
                  </a:lnTo>
                  <a:lnTo>
                    <a:pt x="90496" y="93975"/>
                  </a:lnTo>
                  <a:close/>
                  <a:moveTo>
                    <a:pt x="90496" y="93975"/>
                  </a:moveTo>
                  <a:lnTo>
                    <a:pt x="93886" y="96829"/>
                  </a:lnTo>
                  <a:lnTo>
                    <a:pt x="69508" y="147914"/>
                  </a:lnTo>
                  <a:close/>
                  <a:moveTo>
                    <a:pt x="79118" y="60615"/>
                  </a:moveTo>
                  <a:lnTo>
                    <a:pt x="69695" y="23528"/>
                  </a:lnTo>
                  <a:lnTo>
                    <a:pt x="63176" y="57220"/>
                  </a:lnTo>
                  <a:close/>
                  <a:moveTo>
                    <a:pt x="691180" y="835092"/>
                  </a:moveTo>
                  <a:lnTo>
                    <a:pt x="692165" y="871713"/>
                  </a:lnTo>
                  <a:lnTo>
                    <a:pt x="690249" y="865830"/>
                  </a:lnTo>
                  <a:close/>
                  <a:moveTo>
                    <a:pt x="967932" y="1069177"/>
                  </a:moveTo>
                  <a:lnTo>
                    <a:pt x="967190" y="1119592"/>
                  </a:lnTo>
                  <a:lnTo>
                    <a:pt x="984789" y="1089182"/>
                  </a:lnTo>
                  <a:close/>
                  <a:moveTo>
                    <a:pt x="967932" y="1069177"/>
                  </a:moveTo>
                  <a:lnTo>
                    <a:pt x="934565" y="1086360"/>
                  </a:lnTo>
                  <a:lnTo>
                    <a:pt x="967190" y="1119592"/>
                  </a:lnTo>
                  <a:close/>
                  <a:moveTo>
                    <a:pt x="692233" y="829075"/>
                  </a:moveTo>
                  <a:lnTo>
                    <a:pt x="691180" y="835092"/>
                  </a:lnTo>
                  <a:lnTo>
                    <a:pt x="691099" y="827833"/>
                  </a:lnTo>
                  <a:close/>
                  <a:moveTo>
                    <a:pt x="663970" y="778052"/>
                  </a:moveTo>
                  <a:lnTo>
                    <a:pt x="689063" y="827179"/>
                  </a:lnTo>
                  <a:lnTo>
                    <a:pt x="691099" y="827833"/>
                  </a:lnTo>
                  <a:close/>
                  <a:moveTo>
                    <a:pt x="705976" y="775137"/>
                  </a:moveTo>
                  <a:lnTo>
                    <a:pt x="720585" y="786201"/>
                  </a:lnTo>
                  <a:lnTo>
                    <a:pt x="686032" y="742457"/>
                  </a:lnTo>
                  <a:close/>
                  <a:moveTo>
                    <a:pt x="209175" y="240995"/>
                  </a:moveTo>
                  <a:lnTo>
                    <a:pt x="252339" y="219322"/>
                  </a:lnTo>
                  <a:lnTo>
                    <a:pt x="206303" y="190380"/>
                  </a:lnTo>
                  <a:close/>
                  <a:moveTo>
                    <a:pt x="222511" y="159544"/>
                  </a:moveTo>
                  <a:lnTo>
                    <a:pt x="206303" y="190380"/>
                  </a:lnTo>
                  <a:lnTo>
                    <a:pt x="232073" y="196517"/>
                  </a:lnTo>
                  <a:close/>
                  <a:moveTo>
                    <a:pt x="55088" y="53062"/>
                  </a:moveTo>
                  <a:lnTo>
                    <a:pt x="90496" y="93975"/>
                  </a:lnTo>
                  <a:lnTo>
                    <a:pt x="63176" y="57220"/>
                  </a:lnTo>
                  <a:close/>
                  <a:moveTo>
                    <a:pt x="985020" y="1019892"/>
                  </a:moveTo>
                  <a:lnTo>
                    <a:pt x="956486" y="1016001"/>
                  </a:lnTo>
                  <a:lnTo>
                    <a:pt x="988894" y="1061490"/>
                  </a:lnTo>
                  <a:close/>
                  <a:moveTo>
                    <a:pt x="988894" y="1061490"/>
                  </a:moveTo>
                  <a:lnTo>
                    <a:pt x="984789" y="1089182"/>
                  </a:lnTo>
                  <a:lnTo>
                    <a:pt x="999895" y="1069177"/>
                  </a:lnTo>
                  <a:close/>
                  <a:moveTo>
                    <a:pt x="988894" y="1061490"/>
                  </a:moveTo>
                  <a:lnTo>
                    <a:pt x="999895" y="1069177"/>
                  </a:lnTo>
                  <a:lnTo>
                    <a:pt x="1012656" y="1024512"/>
                  </a:lnTo>
                  <a:close/>
                  <a:moveTo>
                    <a:pt x="985020" y="1019892"/>
                  </a:moveTo>
                  <a:lnTo>
                    <a:pt x="988894" y="1061490"/>
                  </a:lnTo>
                  <a:lnTo>
                    <a:pt x="1012656" y="1024512"/>
                  </a:lnTo>
                  <a:close/>
                  <a:moveTo>
                    <a:pt x="985020" y="1019892"/>
                  </a:moveTo>
                  <a:lnTo>
                    <a:pt x="984367" y="991396"/>
                  </a:lnTo>
                  <a:lnTo>
                    <a:pt x="957182" y="1014333"/>
                  </a:lnTo>
                  <a:close/>
                  <a:moveTo>
                    <a:pt x="887958" y="941728"/>
                  </a:moveTo>
                  <a:lnTo>
                    <a:pt x="880211" y="947335"/>
                  </a:lnTo>
                  <a:lnTo>
                    <a:pt x="874467" y="958912"/>
                  </a:lnTo>
                  <a:close/>
                  <a:moveTo>
                    <a:pt x="761327" y="752002"/>
                  </a:moveTo>
                  <a:lnTo>
                    <a:pt x="819910" y="750248"/>
                  </a:lnTo>
                  <a:lnTo>
                    <a:pt x="788026" y="755617"/>
                  </a:lnTo>
                  <a:close/>
                  <a:moveTo>
                    <a:pt x="738180" y="693828"/>
                  </a:moveTo>
                  <a:lnTo>
                    <a:pt x="727872" y="690783"/>
                  </a:lnTo>
                  <a:lnTo>
                    <a:pt x="762785" y="721198"/>
                  </a:lnTo>
                  <a:close/>
                  <a:moveTo>
                    <a:pt x="762785" y="721198"/>
                  </a:moveTo>
                  <a:lnTo>
                    <a:pt x="727872" y="690783"/>
                  </a:lnTo>
                  <a:lnTo>
                    <a:pt x="727810" y="701627"/>
                  </a:lnTo>
                  <a:close/>
                  <a:moveTo>
                    <a:pt x="662598" y="689673"/>
                  </a:moveTo>
                  <a:lnTo>
                    <a:pt x="671527" y="701627"/>
                  </a:lnTo>
                  <a:lnTo>
                    <a:pt x="691660" y="648388"/>
                  </a:lnTo>
                  <a:close/>
                  <a:moveTo>
                    <a:pt x="691660" y="648388"/>
                  </a:moveTo>
                  <a:lnTo>
                    <a:pt x="692240" y="646640"/>
                  </a:lnTo>
                  <a:lnTo>
                    <a:pt x="658409" y="644729"/>
                  </a:lnTo>
                  <a:close/>
                  <a:moveTo>
                    <a:pt x="693263" y="647689"/>
                  </a:moveTo>
                  <a:lnTo>
                    <a:pt x="727872" y="690783"/>
                  </a:lnTo>
                  <a:lnTo>
                    <a:pt x="714044" y="684443"/>
                  </a:lnTo>
                  <a:close/>
                  <a:moveTo>
                    <a:pt x="693263" y="647689"/>
                  </a:moveTo>
                  <a:lnTo>
                    <a:pt x="691660" y="648388"/>
                  </a:lnTo>
                  <a:lnTo>
                    <a:pt x="676306" y="683274"/>
                  </a:lnTo>
                  <a:close/>
                  <a:moveTo>
                    <a:pt x="584174" y="547354"/>
                  </a:moveTo>
                  <a:lnTo>
                    <a:pt x="544755" y="517852"/>
                  </a:lnTo>
                  <a:lnTo>
                    <a:pt x="556305" y="512129"/>
                  </a:lnTo>
                  <a:close/>
                  <a:moveTo>
                    <a:pt x="481625" y="442307"/>
                  </a:moveTo>
                  <a:lnTo>
                    <a:pt x="450762" y="462883"/>
                  </a:lnTo>
                  <a:lnTo>
                    <a:pt x="480694" y="450222"/>
                  </a:lnTo>
                  <a:close/>
                  <a:moveTo>
                    <a:pt x="452170" y="439165"/>
                  </a:moveTo>
                  <a:lnTo>
                    <a:pt x="481625" y="442307"/>
                  </a:lnTo>
                  <a:lnTo>
                    <a:pt x="457336" y="391257"/>
                  </a:lnTo>
                  <a:close/>
                  <a:moveTo>
                    <a:pt x="481625" y="442307"/>
                  </a:moveTo>
                  <a:lnTo>
                    <a:pt x="492458" y="397994"/>
                  </a:lnTo>
                  <a:lnTo>
                    <a:pt x="457336" y="391257"/>
                  </a:lnTo>
                  <a:close/>
                  <a:moveTo>
                    <a:pt x="481625" y="442307"/>
                  </a:moveTo>
                  <a:lnTo>
                    <a:pt x="503385" y="410479"/>
                  </a:lnTo>
                  <a:lnTo>
                    <a:pt x="497957" y="390404"/>
                  </a:lnTo>
                  <a:close/>
                  <a:moveTo>
                    <a:pt x="492458" y="397994"/>
                  </a:moveTo>
                  <a:lnTo>
                    <a:pt x="481625" y="442307"/>
                  </a:lnTo>
                  <a:lnTo>
                    <a:pt x="497957" y="390404"/>
                  </a:lnTo>
                  <a:close/>
                  <a:moveTo>
                    <a:pt x="317147" y="243937"/>
                  </a:moveTo>
                  <a:lnTo>
                    <a:pt x="343651" y="249477"/>
                  </a:lnTo>
                  <a:lnTo>
                    <a:pt x="336481" y="210560"/>
                  </a:lnTo>
                  <a:close/>
                  <a:moveTo>
                    <a:pt x="336481" y="210560"/>
                  </a:moveTo>
                  <a:lnTo>
                    <a:pt x="346544" y="223812"/>
                  </a:lnTo>
                  <a:lnTo>
                    <a:pt x="326629" y="173822"/>
                  </a:lnTo>
                  <a:close/>
                  <a:moveTo>
                    <a:pt x="183281" y="30108"/>
                  </a:moveTo>
                  <a:lnTo>
                    <a:pt x="186007" y="22854"/>
                  </a:lnTo>
                  <a:lnTo>
                    <a:pt x="131955" y="0"/>
                  </a:lnTo>
                  <a:close/>
                  <a:moveTo>
                    <a:pt x="762785" y="721198"/>
                  </a:moveTo>
                  <a:lnTo>
                    <a:pt x="793495" y="704015"/>
                  </a:lnTo>
                  <a:lnTo>
                    <a:pt x="738180" y="693828"/>
                  </a:lnTo>
                  <a:close/>
                  <a:moveTo>
                    <a:pt x="819910" y="750248"/>
                  </a:moveTo>
                  <a:lnTo>
                    <a:pt x="830885" y="705959"/>
                  </a:lnTo>
                  <a:lnTo>
                    <a:pt x="802149" y="712211"/>
                  </a:lnTo>
                  <a:close/>
                  <a:moveTo>
                    <a:pt x="788026" y="755617"/>
                  </a:moveTo>
                  <a:lnTo>
                    <a:pt x="819910" y="750248"/>
                  </a:lnTo>
                  <a:lnTo>
                    <a:pt x="802149" y="712211"/>
                  </a:lnTo>
                  <a:close/>
                  <a:moveTo>
                    <a:pt x="688944" y="561102"/>
                  </a:moveTo>
                  <a:lnTo>
                    <a:pt x="725186" y="593750"/>
                  </a:lnTo>
                  <a:lnTo>
                    <a:pt x="724833" y="603760"/>
                  </a:lnTo>
                  <a:close/>
                  <a:moveTo>
                    <a:pt x="691423" y="547379"/>
                  </a:moveTo>
                  <a:lnTo>
                    <a:pt x="688944" y="561102"/>
                  </a:lnTo>
                  <a:lnTo>
                    <a:pt x="700917" y="520240"/>
                  </a:lnTo>
                  <a:close/>
                  <a:moveTo>
                    <a:pt x="600818" y="489076"/>
                  </a:moveTo>
                  <a:lnTo>
                    <a:pt x="626801" y="526551"/>
                  </a:lnTo>
                  <a:lnTo>
                    <a:pt x="637060" y="520240"/>
                  </a:lnTo>
                  <a:close/>
                  <a:moveTo>
                    <a:pt x="486237" y="349063"/>
                  </a:moveTo>
                  <a:lnTo>
                    <a:pt x="496333" y="353648"/>
                  </a:lnTo>
                  <a:lnTo>
                    <a:pt x="476159" y="337055"/>
                  </a:lnTo>
                  <a:close/>
                  <a:moveTo>
                    <a:pt x="518353" y="305295"/>
                  </a:moveTo>
                  <a:lnTo>
                    <a:pt x="518351" y="299710"/>
                  </a:lnTo>
                  <a:lnTo>
                    <a:pt x="480241" y="264444"/>
                  </a:lnTo>
                  <a:close/>
                  <a:moveTo>
                    <a:pt x="824989" y="621259"/>
                  </a:moveTo>
                  <a:lnTo>
                    <a:pt x="799924" y="607687"/>
                  </a:lnTo>
                  <a:lnTo>
                    <a:pt x="810528" y="613322"/>
                  </a:lnTo>
                  <a:close/>
                  <a:moveTo>
                    <a:pt x="636030" y="398043"/>
                  </a:moveTo>
                  <a:lnTo>
                    <a:pt x="627502" y="432964"/>
                  </a:lnTo>
                  <a:lnTo>
                    <a:pt x="657740" y="407482"/>
                  </a:lnTo>
                  <a:close/>
                  <a:moveTo>
                    <a:pt x="567409" y="332862"/>
                  </a:moveTo>
                  <a:lnTo>
                    <a:pt x="580428" y="336465"/>
                  </a:lnTo>
                  <a:lnTo>
                    <a:pt x="588239" y="320314"/>
                  </a:lnTo>
                  <a:close/>
                  <a:moveTo>
                    <a:pt x="546683" y="283740"/>
                  </a:moveTo>
                  <a:lnTo>
                    <a:pt x="518351" y="299710"/>
                  </a:lnTo>
                  <a:lnTo>
                    <a:pt x="527247" y="307278"/>
                  </a:lnTo>
                  <a:close/>
                  <a:moveTo>
                    <a:pt x="588239" y="320314"/>
                  </a:moveTo>
                  <a:lnTo>
                    <a:pt x="589138" y="319282"/>
                  </a:lnTo>
                  <a:lnTo>
                    <a:pt x="567409" y="332862"/>
                  </a:lnTo>
                  <a:close/>
                  <a:moveTo>
                    <a:pt x="567409" y="332862"/>
                  </a:moveTo>
                  <a:lnTo>
                    <a:pt x="546683" y="283740"/>
                  </a:lnTo>
                  <a:lnTo>
                    <a:pt x="527247" y="307278"/>
                  </a:lnTo>
                  <a:close/>
                  <a:moveTo>
                    <a:pt x="589138" y="319282"/>
                  </a:moveTo>
                  <a:lnTo>
                    <a:pt x="588239" y="320314"/>
                  </a:lnTo>
                  <a:lnTo>
                    <a:pt x="589605" y="319645"/>
                  </a:lnTo>
                  <a:close/>
                  <a:moveTo>
                    <a:pt x="885265" y="599343"/>
                  </a:moveTo>
                  <a:lnTo>
                    <a:pt x="870405" y="622048"/>
                  </a:lnTo>
                  <a:lnTo>
                    <a:pt x="887926" y="613322"/>
                  </a:lnTo>
                  <a:close/>
                  <a:moveTo>
                    <a:pt x="601569" y="175236"/>
                  </a:moveTo>
                  <a:lnTo>
                    <a:pt x="609931" y="191834"/>
                  </a:lnTo>
                  <a:lnTo>
                    <a:pt x="573705" y="163988"/>
                  </a:lnTo>
                  <a:close/>
                  <a:moveTo>
                    <a:pt x="455859" y="44814"/>
                  </a:moveTo>
                  <a:lnTo>
                    <a:pt x="497646" y="71305"/>
                  </a:lnTo>
                  <a:lnTo>
                    <a:pt x="450485" y="37811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94" name="Input_density__93">
              <a:extLst>
                <a:ext uri="{FF2B5EF4-FFF2-40B4-BE49-F238E27FC236}">
                  <a16:creationId xmlns:a16="http://schemas.microsoft.com/office/drawing/2014/main" id="{61948197-A931-AF17-9BFE-4DDAF18C2041}"/>
                </a:ext>
              </a:extLst>
            </p:cNvPr>
            <p:cNvSpPr>
              <a:spLocks noGrp="1"/>
            </p:cNvSpPr>
            <p:nvPr/>
          </p:nvSpPr>
          <p:spPr>
            <a:xfrm>
              <a:off x="920803" y="2009504"/>
              <a:ext cx="917555" cy="983660"/>
            </a:xfrm>
            <a:custGeom>
              <a:avLst/>
              <a:gdLst/>
              <a:ahLst/>
              <a:cxnLst/>
              <a:rect l="0" t="0" r="0" b="0"/>
              <a:pathLst>
                <a:path w="917555" h="983660">
                  <a:moveTo>
                    <a:pt x="12482" y="942224"/>
                  </a:moveTo>
                  <a:lnTo>
                    <a:pt x="1255" y="955805"/>
                  </a:lnTo>
                  <a:lnTo>
                    <a:pt x="22173" y="934964"/>
                  </a:lnTo>
                  <a:close/>
                  <a:moveTo>
                    <a:pt x="22173" y="934964"/>
                  </a:moveTo>
                  <a:lnTo>
                    <a:pt x="0" y="951113"/>
                  </a:lnTo>
                  <a:lnTo>
                    <a:pt x="12482" y="942224"/>
                  </a:lnTo>
                  <a:close/>
                  <a:moveTo>
                    <a:pt x="22173" y="934964"/>
                  </a:moveTo>
                  <a:lnTo>
                    <a:pt x="76291" y="919358"/>
                  </a:lnTo>
                  <a:lnTo>
                    <a:pt x="74802" y="918648"/>
                  </a:lnTo>
                  <a:close/>
                  <a:moveTo>
                    <a:pt x="54681" y="954535"/>
                  </a:moveTo>
                  <a:lnTo>
                    <a:pt x="76291" y="919358"/>
                  </a:lnTo>
                  <a:lnTo>
                    <a:pt x="22173" y="934964"/>
                  </a:lnTo>
                  <a:close/>
                  <a:moveTo>
                    <a:pt x="36521" y="971719"/>
                  </a:moveTo>
                  <a:lnTo>
                    <a:pt x="54681" y="954535"/>
                  </a:lnTo>
                  <a:lnTo>
                    <a:pt x="22173" y="934964"/>
                  </a:lnTo>
                  <a:close/>
                  <a:moveTo>
                    <a:pt x="48273" y="910813"/>
                  </a:moveTo>
                  <a:lnTo>
                    <a:pt x="22173" y="934964"/>
                  </a:lnTo>
                  <a:lnTo>
                    <a:pt x="74802" y="918648"/>
                  </a:lnTo>
                  <a:close/>
                  <a:moveTo>
                    <a:pt x="74802" y="918648"/>
                  </a:moveTo>
                  <a:lnTo>
                    <a:pt x="76291" y="919358"/>
                  </a:lnTo>
                  <a:lnTo>
                    <a:pt x="78228" y="917780"/>
                  </a:lnTo>
                  <a:close/>
                  <a:moveTo>
                    <a:pt x="76291" y="919358"/>
                  </a:moveTo>
                  <a:lnTo>
                    <a:pt x="100936" y="915295"/>
                  </a:lnTo>
                  <a:lnTo>
                    <a:pt x="78228" y="917780"/>
                  </a:lnTo>
                  <a:close/>
                  <a:moveTo>
                    <a:pt x="103691" y="900597"/>
                  </a:moveTo>
                  <a:lnTo>
                    <a:pt x="104516" y="863842"/>
                  </a:lnTo>
                  <a:lnTo>
                    <a:pt x="78228" y="917780"/>
                  </a:lnTo>
                  <a:close/>
                  <a:moveTo>
                    <a:pt x="136095" y="825965"/>
                  </a:moveTo>
                  <a:lnTo>
                    <a:pt x="112466" y="833828"/>
                  </a:lnTo>
                  <a:lnTo>
                    <a:pt x="104516" y="863842"/>
                  </a:lnTo>
                  <a:close/>
                  <a:moveTo>
                    <a:pt x="156665" y="816776"/>
                  </a:moveTo>
                  <a:lnTo>
                    <a:pt x="117779" y="827087"/>
                  </a:lnTo>
                  <a:lnTo>
                    <a:pt x="169860" y="827630"/>
                  </a:lnTo>
                  <a:close/>
                  <a:moveTo>
                    <a:pt x="169860" y="827630"/>
                  </a:moveTo>
                  <a:lnTo>
                    <a:pt x="117779" y="827087"/>
                  </a:lnTo>
                  <a:lnTo>
                    <a:pt x="112466" y="833828"/>
                  </a:lnTo>
                  <a:close/>
                  <a:moveTo>
                    <a:pt x="169860" y="827630"/>
                  </a:moveTo>
                  <a:lnTo>
                    <a:pt x="112466" y="833828"/>
                  </a:lnTo>
                  <a:lnTo>
                    <a:pt x="136095" y="825965"/>
                  </a:lnTo>
                  <a:close/>
                  <a:moveTo>
                    <a:pt x="156665" y="816776"/>
                  </a:moveTo>
                  <a:lnTo>
                    <a:pt x="169860" y="827630"/>
                  </a:lnTo>
                  <a:lnTo>
                    <a:pt x="172782" y="809904"/>
                  </a:lnTo>
                  <a:close/>
                  <a:moveTo>
                    <a:pt x="172782" y="809904"/>
                  </a:moveTo>
                  <a:lnTo>
                    <a:pt x="169860" y="827630"/>
                  </a:lnTo>
                  <a:lnTo>
                    <a:pt x="183504" y="839704"/>
                  </a:lnTo>
                  <a:close/>
                  <a:moveTo>
                    <a:pt x="231608" y="549086"/>
                  </a:moveTo>
                  <a:lnTo>
                    <a:pt x="231412" y="559361"/>
                  </a:lnTo>
                  <a:lnTo>
                    <a:pt x="230681" y="557395"/>
                  </a:lnTo>
                  <a:close/>
                  <a:moveTo>
                    <a:pt x="229826" y="520640"/>
                  </a:moveTo>
                  <a:lnTo>
                    <a:pt x="227091" y="483885"/>
                  </a:lnTo>
                  <a:lnTo>
                    <a:pt x="214843" y="528085"/>
                  </a:lnTo>
                  <a:close/>
                  <a:moveTo>
                    <a:pt x="227091" y="483885"/>
                  </a:moveTo>
                  <a:lnTo>
                    <a:pt x="204087" y="492082"/>
                  </a:lnTo>
                  <a:lnTo>
                    <a:pt x="214843" y="528085"/>
                  </a:lnTo>
                  <a:close/>
                  <a:moveTo>
                    <a:pt x="102750" y="410375"/>
                  </a:moveTo>
                  <a:lnTo>
                    <a:pt x="97030" y="373620"/>
                  </a:lnTo>
                  <a:lnTo>
                    <a:pt x="85950" y="417366"/>
                  </a:lnTo>
                  <a:close/>
                  <a:moveTo>
                    <a:pt x="231608" y="549086"/>
                  </a:moveTo>
                  <a:lnTo>
                    <a:pt x="230681" y="557395"/>
                  </a:lnTo>
                  <a:lnTo>
                    <a:pt x="236373" y="555328"/>
                  </a:lnTo>
                  <a:close/>
                  <a:moveTo>
                    <a:pt x="278389" y="503511"/>
                  </a:moveTo>
                  <a:lnTo>
                    <a:pt x="229826" y="520640"/>
                  </a:lnTo>
                  <a:lnTo>
                    <a:pt x="278511" y="503664"/>
                  </a:lnTo>
                  <a:close/>
                  <a:moveTo>
                    <a:pt x="229826" y="520640"/>
                  </a:moveTo>
                  <a:lnTo>
                    <a:pt x="231608" y="549086"/>
                  </a:lnTo>
                  <a:lnTo>
                    <a:pt x="278511" y="503664"/>
                  </a:lnTo>
                  <a:close/>
                  <a:moveTo>
                    <a:pt x="227091" y="483885"/>
                  </a:moveTo>
                  <a:lnTo>
                    <a:pt x="278389" y="503511"/>
                  </a:lnTo>
                  <a:lnTo>
                    <a:pt x="255982" y="476980"/>
                  </a:lnTo>
                  <a:close/>
                  <a:moveTo>
                    <a:pt x="227091" y="483885"/>
                  </a:moveTo>
                  <a:lnTo>
                    <a:pt x="229826" y="520640"/>
                  </a:lnTo>
                  <a:lnTo>
                    <a:pt x="278389" y="503511"/>
                  </a:lnTo>
                  <a:close/>
                  <a:moveTo>
                    <a:pt x="278898" y="503457"/>
                  </a:moveTo>
                  <a:lnTo>
                    <a:pt x="289102" y="466702"/>
                  </a:lnTo>
                  <a:lnTo>
                    <a:pt x="278389" y="503511"/>
                  </a:lnTo>
                  <a:close/>
                  <a:moveTo>
                    <a:pt x="289102" y="466702"/>
                  </a:moveTo>
                  <a:lnTo>
                    <a:pt x="255982" y="476980"/>
                  </a:lnTo>
                  <a:lnTo>
                    <a:pt x="278389" y="503511"/>
                  </a:lnTo>
                  <a:close/>
                  <a:moveTo>
                    <a:pt x="278389" y="503511"/>
                  </a:moveTo>
                  <a:lnTo>
                    <a:pt x="278511" y="503664"/>
                  </a:lnTo>
                  <a:lnTo>
                    <a:pt x="278898" y="503457"/>
                  </a:lnTo>
                  <a:close/>
                  <a:moveTo>
                    <a:pt x="278612" y="503330"/>
                  </a:moveTo>
                  <a:lnTo>
                    <a:pt x="278898" y="503457"/>
                  </a:lnTo>
                  <a:lnTo>
                    <a:pt x="278511" y="503664"/>
                  </a:lnTo>
                  <a:close/>
                  <a:moveTo>
                    <a:pt x="278612" y="503330"/>
                  </a:moveTo>
                  <a:lnTo>
                    <a:pt x="294193" y="466089"/>
                  </a:lnTo>
                  <a:lnTo>
                    <a:pt x="278898" y="503457"/>
                  </a:lnTo>
                  <a:close/>
                  <a:moveTo>
                    <a:pt x="278898" y="503457"/>
                  </a:moveTo>
                  <a:lnTo>
                    <a:pt x="301844" y="449519"/>
                  </a:lnTo>
                  <a:lnTo>
                    <a:pt x="289102" y="466702"/>
                  </a:lnTo>
                  <a:close/>
                  <a:moveTo>
                    <a:pt x="814128" y="964088"/>
                  </a:moveTo>
                  <a:lnTo>
                    <a:pt x="827693" y="983660"/>
                  </a:lnTo>
                  <a:lnTo>
                    <a:pt x="825577" y="946905"/>
                  </a:lnTo>
                  <a:close/>
                  <a:moveTo>
                    <a:pt x="220728" y="339254"/>
                  </a:moveTo>
                  <a:lnTo>
                    <a:pt x="228045" y="343348"/>
                  </a:lnTo>
                  <a:lnTo>
                    <a:pt x="231373" y="335658"/>
                  </a:lnTo>
                  <a:close/>
                  <a:moveTo>
                    <a:pt x="226105" y="336094"/>
                  </a:moveTo>
                  <a:lnTo>
                    <a:pt x="220728" y="339254"/>
                  </a:lnTo>
                  <a:lnTo>
                    <a:pt x="231373" y="335658"/>
                  </a:lnTo>
                  <a:close/>
                  <a:moveTo>
                    <a:pt x="305731" y="16153"/>
                  </a:moveTo>
                  <a:lnTo>
                    <a:pt x="264363" y="22696"/>
                  </a:lnTo>
                  <a:lnTo>
                    <a:pt x="310708" y="18427"/>
                  </a:lnTo>
                  <a:close/>
                  <a:moveTo>
                    <a:pt x="264363" y="22696"/>
                  </a:moveTo>
                  <a:lnTo>
                    <a:pt x="284629" y="45500"/>
                  </a:lnTo>
                  <a:lnTo>
                    <a:pt x="310708" y="18427"/>
                  </a:lnTo>
                  <a:close/>
                  <a:moveTo>
                    <a:pt x="305731" y="16153"/>
                  </a:moveTo>
                  <a:lnTo>
                    <a:pt x="310708" y="18427"/>
                  </a:lnTo>
                  <a:lnTo>
                    <a:pt x="312893" y="13235"/>
                  </a:lnTo>
                  <a:close/>
                  <a:moveTo>
                    <a:pt x="289863" y="46712"/>
                  </a:moveTo>
                  <a:lnTo>
                    <a:pt x="310708" y="18427"/>
                  </a:lnTo>
                  <a:lnTo>
                    <a:pt x="284629" y="45500"/>
                  </a:lnTo>
                  <a:close/>
                  <a:moveTo>
                    <a:pt x="289863" y="46712"/>
                  </a:moveTo>
                  <a:lnTo>
                    <a:pt x="331905" y="39621"/>
                  </a:lnTo>
                  <a:lnTo>
                    <a:pt x="310708" y="18427"/>
                  </a:lnTo>
                  <a:close/>
                  <a:moveTo>
                    <a:pt x="331905" y="39621"/>
                  </a:moveTo>
                  <a:lnTo>
                    <a:pt x="312893" y="13235"/>
                  </a:lnTo>
                  <a:lnTo>
                    <a:pt x="310708" y="18427"/>
                  </a:lnTo>
                  <a:close/>
                  <a:moveTo>
                    <a:pt x="358919" y="0"/>
                  </a:moveTo>
                  <a:lnTo>
                    <a:pt x="312893" y="13235"/>
                  </a:lnTo>
                  <a:lnTo>
                    <a:pt x="331905" y="39621"/>
                  </a:lnTo>
                  <a:close/>
                  <a:moveTo>
                    <a:pt x="644857" y="203304"/>
                  </a:moveTo>
                  <a:lnTo>
                    <a:pt x="643085" y="236153"/>
                  </a:lnTo>
                  <a:lnTo>
                    <a:pt x="668319" y="224222"/>
                  </a:lnTo>
                  <a:close/>
                  <a:moveTo>
                    <a:pt x="869513" y="402745"/>
                  </a:moveTo>
                  <a:lnTo>
                    <a:pt x="917555" y="425522"/>
                  </a:lnTo>
                  <a:lnTo>
                    <a:pt x="903531" y="392176"/>
                  </a:lnTo>
                  <a:close/>
                  <a:moveTo>
                    <a:pt x="578103" y="10457"/>
                  </a:moveTo>
                  <a:lnTo>
                    <a:pt x="529025" y="32465"/>
                  </a:lnTo>
                  <a:lnTo>
                    <a:pt x="572725" y="1801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95" name="Input_density__94">
              <a:extLst>
                <a:ext uri="{FF2B5EF4-FFF2-40B4-BE49-F238E27FC236}">
                  <a16:creationId xmlns:a16="http://schemas.microsoft.com/office/drawing/2014/main" id="{1A10724A-7044-74E6-5EBC-A16340DAFA4A}"/>
                </a:ext>
              </a:extLst>
            </p:cNvPr>
            <p:cNvSpPr>
              <a:spLocks noGrp="1"/>
            </p:cNvSpPr>
            <p:nvPr/>
          </p:nvSpPr>
          <p:spPr>
            <a:xfrm>
              <a:off x="882826" y="1888567"/>
              <a:ext cx="1059160" cy="1284462"/>
            </a:xfrm>
            <a:custGeom>
              <a:avLst/>
              <a:gdLst/>
              <a:ahLst/>
              <a:cxnLst/>
              <a:rect l="0" t="0" r="0" b="0"/>
              <a:pathLst>
                <a:path w="1059160" h="1284462">
                  <a:moveTo>
                    <a:pt x="60149" y="1055901"/>
                  </a:moveTo>
                  <a:lnTo>
                    <a:pt x="72812" y="1109839"/>
                  </a:lnTo>
                  <a:lnTo>
                    <a:pt x="74498" y="1092656"/>
                  </a:lnTo>
                  <a:close/>
                  <a:moveTo>
                    <a:pt x="74498" y="1092656"/>
                  </a:moveTo>
                  <a:lnTo>
                    <a:pt x="111261" y="1129411"/>
                  </a:lnTo>
                  <a:lnTo>
                    <a:pt x="118262" y="1112228"/>
                  </a:lnTo>
                  <a:close/>
                  <a:moveTo>
                    <a:pt x="371902" y="1284462"/>
                  </a:moveTo>
                  <a:lnTo>
                    <a:pt x="402689" y="1279652"/>
                  </a:lnTo>
                  <a:lnTo>
                    <a:pt x="394682" y="1278819"/>
                  </a:lnTo>
                  <a:close/>
                  <a:moveTo>
                    <a:pt x="356419" y="1226574"/>
                  </a:moveTo>
                  <a:lnTo>
                    <a:pt x="299264" y="1233664"/>
                  </a:lnTo>
                  <a:lnTo>
                    <a:pt x="324701" y="1232560"/>
                  </a:lnTo>
                  <a:close/>
                  <a:moveTo>
                    <a:pt x="373929" y="1275944"/>
                  </a:moveTo>
                  <a:lnTo>
                    <a:pt x="371902" y="1284462"/>
                  </a:lnTo>
                  <a:lnTo>
                    <a:pt x="394682" y="1278819"/>
                  </a:lnTo>
                  <a:close/>
                  <a:moveTo>
                    <a:pt x="335833" y="1235080"/>
                  </a:moveTo>
                  <a:lnTo>
                    <a:pt x="356419" y="1226574"/>
                  </a:lnTo>
                  <a:lnTo>
                    <a:pt x="324701" y="1232560"/>
                  </a:lnTo>
                  <a:close/>
                  <a:moveTo>
                    <a:pt x="335833" y="1235080"/>
                  </a:moveTo>
                  <a:lnTo>
                    <a:pt x="368780" y="1235384"/>
                  </a:lnTo>
                  <a:lnTo>
                    <a:pt x="356419" y="1226574"/>
                  </a:lnTo>
                  <a:close/>
                  <a:moveTo>
                    <a:pt x="262566" y="954328"/>
                  </a:moveTo>
                  <a:lnTo>
                    <a:pt x="261502" y="928431"/>
                  </a:lnTo>
                  <a:lnTo>
                    <a:pt x="221480" y="960641"/>
                  </a:lnTo>
                  <a:close/>
                  <a:moveTo>
                    <a:pt x="210758" y="930841"/>
                  </a:moveTo>
                  <a:lnTo>
                    <a:pt x="261502" y="928431"/>
                  </a:lnTo>
                  <a:lnTo>
                    <a:pt x="243012" y="913658"/>
                  </a:lnTo>
                  <a:close/>
                  <a:moveTo>
                    <a:pt x="214746" y="876903"/>
                  </a:moveTo>
                  <a:lnTo>
                    <a:pt x="227027" y="893726"/>
                  </a:lnTo>
                  <a:lnTo>
                    <a:pt x="210758" y="930841"/>
                  </a:lnTo>
                  <a:close/>
                  <a:moveTo>
                    <a:pt x="243012" y="913658"/>
                  </a:moveTo>
                  <a:lnTo>
                    <a:pt x="214746" y="876903"/>
                  </a:lnTo>
                  <a:lnTo>
                    <a:pt x="210758" y="930841"/>
                  </a:lnTo>
                  <a:close/>
                  <a:moveTo>
                    <a:pt x="0" y="565680"/>
                  </a:moveTo>
                  <a:lnTo>
                    <a:pt x="767" y="528924"/>
                  </a:lnTo>
                  <a:lnTo>
                    <a:pt x="4255" y="536670"/>
                  </a:lnTo>
                  <a:close/>
                  <a:moveTo>
                    <a:pt x="319407" y="845711"/>
                  </a:moveTo>
                  <a:lnTo>
                    <a:pt x="325851" y="822813"/>
                  </a:lnTo>
                  <a:lnTo>
                    <a:pt x="295538" y="820369"/>
                  </a:lnTo>
                  <a:close/>
                  <a:moveTo>
                    <a:pt x="319407" y="845711"/>
                  </a:moveTo>
                  <a:lnTo>
                    <a:pt x="325303" y="849979"/>
                  </a:lnTo>
                  <a:lnTo>
                    <a:pt x="346504" y="842536"/>
                  </a:lnTo>
                  <a:close/>
                  <a:moveTo>
                    <a:pt x="269389" y="680298"/>
                  </a:moveTo>
                  <a:lnTo>
                    <a:pt x="269584" y="670024"/>
                  </a:lnTo>
                  <a:lnTo>
                    <a:pt x="279177" y="695516"/>
                  </a:lnTo>
                  <a:close/>
                  <a:moveTo>
                    <a:pt x="279177" y="695516"/>
                  </a:moveTo>
                  <a:lnTo>
                    <a:pt x="269584" y="670024"/>
                  </a:lnTo>
                  <a:lnTo>
                    <a:pt x="267802" y="641578"/>
                  </a:lnTo>
                  <a:close/>
                  <a:moveTo>
                    <a:pt x="267802" y="641578"/>
                  </a:moveTo>
                  <a:lnTo>
                    <a:pt x="252819" y="649022"/>
                  </a:lnTo>
                  <a:lnTo>
                    <a:pt x="279177" y="695516"/>
                  </a:lnTo>
                  <a:close/>
                  <a:moveTo>
                    <a:pt x="222756" y="658761"/>
                  </a:moveTo>
                  <a:lnTo>
                    <a:pt x="244443" y="672232"/>
                  </a:lnTo>
                  <a:lnTo>
                    <a:pt x="252819" y="649022"/>
                  </a:lnTo>
                  <a:close/>
                  <a:moveTo>
                    <a:pt x="107179" y="507171"/>
                  </a:moveTo>
                  <a:lnTo>
                    <a:pt x="99011" y="502215"/>
                  </a:lnTo>
                  <a:lnTo>
                    <a:pt x="84688" y="498368"/>
                  </a:lnTo>
                  <a:close/>
                  <a:moveTo>
                    <a:pt x="99011" y="502215"/>
                  </a:moveTo>
                  <a:lnTo>
                    <a:pt x="107179" y="507171"/>
                  </a:lnTo>
                  <a:lnTo>
                    <a:pt x="147765" y="463716"/>
                  </a:lnTo>
                  <a:close/>
                  <a:moveTo>
                    <a:pt x="478317" y="862108"/>
                  </a:moveTo>
                  <a:lnTo>
                    <a:pt x="496542" y="895699"/>
                  </a:lnTo>
                  <a:lnTo>
                    <a:pt x="492984" y="857696"/>
                  </a:lnTo>
                  <a:close/>
                  <a:moveTo>
                    <a:pt x="138810" y="481456"/>
                  </a:moveTo>
                  <a:lnTo>
                    <a:pt x="147765" y="463716"/>
                  </a:lnTo>
                  <a:lnTo>
                    <a:pt x="135006" y="494558"/>
                  </a:lnTo>
                  <a:close/>
                  <a:moveTo>
                    <a:pt x="742769" y="1011516"/>
                  </a:moveTo>
                  <a:lnTo>
                    <a:pt x="731677" y="1055740"/>
                  </a:lnTo>
                  <a:lnTo>
                    <a:pt x="746324" y="1014295"/>
                  </a:lnTo>
                  <a:close/>
                  <a:moveTo>
                    <a:pt x="742769" y="1011516"/>
                  </a:moveTo>
                  <a:lnTo>
                    <a:pt x="704819" y="983692"/>
                  </a:lnTo>
                  <a:lnTo>
                    <a:pt x="684128" y="1002538"/>
                  </a:lnTo>
                  <a:close/>
                  <a:moveTo>
                    <a:pt x="695900" y="974761"/>
                  </a:moveTo>
                  <a:lnTo>
                    <a:pt x="684128" y="1002538"/>
                  </a:lnTo>
                  <a:lnTo>
                    <a:pt x="704819" y="983692"/>
                  </a:lnTo>
                  <a:close/>
                  <a:moveTo>
                    <a:pt x="243831" y="477527"/>
                  </a:moveTo>
                  <a:lnTo>
                    <a:pt x="258704" y="460191"/>
                  </a:lnTo>
                  <a:lnTo>
                    <a:pt x="239748" y="477374"/>
                  </a:lnTo>
                  <a:close/>
                  <a:moveTo>
                    <a:pt x="221082" y="424000"/>
                  </a:moveTo>
                  <a:lnTo>
                    <a:pt x="264081" y="457031"/>
                  </a:lnTo>
                  <a:lnTo>
                    <a:pt x="241877" y="434182"/>
                  </a:lnTo>
                  <a:close/>
                  <a:moveTo>
                    <a:pt x="742769" y="1011516"/>
                  </a:moveTo>
                  <a:lnTo>
                    <a:pt x="746324" y="1014295"/>
                  </a:lnTo>
                  <a:lnTo>
                    <a:pt x="748840" y="1008866"/>
                  </a:lnTo>
                  <a:close/>
                  <a:moveTo>
                    <a:pt x="748840" y="1008866"/>
                  </a:moveTo>
                  <a:lnTo>
                    <a:pt x="704819" y="983692"/>
                  </a:lnTo>
                  <a:lnTo>
                    <a:pt x="742769" y="1011516"/>
                  </a:lnTo>
                  <a:close/>
                  <a:moveTo>
                    <a:pt x="708943" y="969466"/>
                  </a:moveTo>
                  <a:lnTo>
                    <a:pt x="704819" y="983692"/>
                  </a:lnTo>
                  <a:lnTo>
                    <a:pt x="748840" y="1008866"/>
                  </a:lnTo>
                  <a:close/>
                  <a:moveTo>
                    <a:pt x="746324" y="1014295"/>
                  </a:moveTo>
                  <a:lnTo>
                    <a:pt x="788935" y="994333"/>
                  </a:lnTo>
                  <a:lnTo>
                    <a:pt x="748840" y="1008866"/>
                  </a:lnTo>
                  <a:close/>
                  <a:moveTo>
                    <a:pt x="825915" y="1031087"/>
                  </a:moveTo>
                  <a:lnTo>
                    <a:pt x="802651" y="1004108"/>
                  </a:lnTo>
                  <a:lnTo>
                    <a:pt x="828756" y="1042819"/>
                  </a:lnTo>
                  <a:close/>
                  <a:moveTo>
                    <a:pt x="695900" y="974761"/>
                  </a:moveTo>
                  <a:lnTo>
                    <a:pt x="704819" y="983692"/>
                  </a:lnTo>
                  <a:lnTo>
                    <a:pt x="708943" y="969466"/>
                  </a:lnTo>
                  <a:close/>
                  <a:moveTo>
                    <a:pt x="544780" y="700293"/>
                  </a:moveTo>
                  <a:lnTo>
                    <a:pt x="538762" y="736560"/>
                  </a:lnTo>
                  <a:lnTo>
                    <a:pt x="527962" y="739765"/>
                  </a:lnTo>
                  <a:close/>
                  <a:moveTo>
                    <a:pt x="291218" y="443008"/>
                  </a:moveTo>
                  <a:lnTo>
                    <a:pt x="266021" y="464286"/>
                  </a:lnTo>
                  <a:lnTo>
                    <a:pt x="293182" y="496946"/>
                  </a:lnTo>
                  <a:close/>
                  <a:moveTo>
                    <a:pt x="825915" y="1031087"/>
                  </a:moveTo>
                  <a:lnTo>
                    <a:pt x="828756" y="1042819"/>
                  </a:lnTo>
                  <a:lnTo>
                    <a:pt x="849244" y="1053733"/>
                  </a:lnTo>
                  <a:close/>
                  <a:moveTo>
                    <a:pt x="911455" y="1092168"/>
                  </a:moveTo>
                  <a:lnTo>
                    <a:pt x="904230" y="1134743"/>
                  </a:lnTo>
                  <a:lnTo>
                    <a:pt x="934037" y="1087414"/>
                  </a:lnTo>
                  <a:close/>
                  <a:moveTo>
                    <a:pt x="865669" y="1104597"/>
                  </a:moveTo>
                  <a:lnTo>
                    <a:pt x="904230" y="1134743"/>
                  </a:lnTo>
                  <a:lnTo>
                    <a:pt x="911455" y="1092168"/>
                  </a:lnTo>
                  <a:close/>
                  <a:moveTo>
                    <a:pt x="863553" y="1067842"/>
                  </a:moveTo>
                  <a:lnTo>
                    <a:pt x="900883" y="1050659"/>
                  </a:lnTo>
                  <a:lnTo>
                    <a:pt x="849244" y="1053733"/>
                  </a:lnTo>
                  <a:close/>
                  <a:moveTo>
                    <a:pt x="900883" y="1050659"/>
                  </a:moveTo>
                  <a:lnTo>
                    <a:pt x="871558" y="1040957"/>
                  </a:lnTo>
                  <a:lnTo>
                    <a:pt x="849244" y="1053733"/>
                  </a:lnTo>
                  <a:close/>
                  <a:moveTo>
                    <a:pt x="831396" y="1013904"/>
                  </a:moveTo>
                  <a:lnTo>
                    <a:pt x="849244" y="1053733"/>
                  </a:lnTo>
                  <a:lnTo>
                    <a:pt x="871558" y="1040957"/>
                  </a:lnTo>
                  <a:close/>
                  <a:moveTo>
                    <a:pt x="831396" y="1013904"/>
                  </a:moveTo>
                  <a:lnTo>
                    <a:pt x="825915" y="1031087"/>
                  </a:lnTo>
                  <a:lnTo>
                    <a:pt x="849244" y="1053733"/>
                  </a:lnTo>
                  <a:close/>
                  <a:moveTo>
                    <a:pt x="934037" y="1087414"/>
                  </a:moveTo>
                  <a:lnTo>
                    <a:pt x="957808" y="1114278"/>
                  </a:lnTo>
                  <a:lnTo>
                    <a:pt x="960311" y="1079538"/>
                  </a:lnTo>
                  <a:close/>
                  <a:moveTo>
                    <a:pt x="941812" y="1049830"/>
                  </a:moveTo>
                  <a:lnTo>
                    <a:pt x="960311" y="1079538"/>
                  </a:lnTo>
                  <a:lnTo>
                    <a:pt x="965137" y="1087414"/>
                  </a:lnTo>
                  <a:close/>
                  <a:moveTo>
                    <a:pt x="910177" y="1048461"/>
                  </a:moveTo>
                  <a:lnTo>
                    <a:pt x="871558" y="1040957"/>
                  </a:lnTo>
                  <a:lnTo>
                    <a:pt x="900883" y="1050659"/>
                  </a:lnTo>
                  <a:close/>
                  <a:moveTo>
                    <a:pt x="903422" y="1009205"/>
                  </a:moveTo>
                  <a:lnTo>
                    <a:pt x="877301" y="1003353"/>
                  </a:lnTo>
                  <a:lnTo>
                    <a:pt x="910177" y="1048461"/>
                  </a:lnTo>
                  <a:close/>
                  <a:moveTo>
                    <a:pt x="941812" y="1049830"/>
                  </a:moveTo>
                  <a:lnTo>
                    <a:pt x="939988" y="1047651"/>
                  </a:lnTo>
                  <a:lnTo>
                    <a:pt x="903422" y="1009205"/>
                  </a:lnTo>
                  <a:close/>
                  <a:moveTo>
                    <a:pt x="910177" y="1048461"/>
                  </a:moveTo>
                  <a:lnTo>
                    <a:pt x="941812" y="1049830"/>
                  </a:lnTo>
                  <a:lnTo>
                    <a:pt x="903422" y="1009205"/>
                  </a:lnTo>
                  <a:close/>
                  <a:moveTo>
                    <a:pt x="941812" y="1049830"/>
                  </a:moveTo>
                  <a:lnTo>
                    <a:pt x="943147" y="1050659"/>
                  </a:lnTo>
                  <a:lnTo>
                    <a:pt x="939988" y="1047651"/>
                  </a:lnTo>
                  <a:close/>
                  <a:moveTo>
                    <a:pt x="877301" y="1003353"/>
                  </a:moveTo>
                  <a:lnTo>
                    <a:pt x="903422" y="1009205"/>
                  </a:lnTo>
                  <a:lnTo>
                    <a:pt x="865482" y="968215"/>
                  </a:lnTo>
                  <a:close/>
                  <a:moveTo>
                    <a:pt x="767642" y="830129"/>
                  </a:moveTo>
                  <a:lnTo>
                    <a:pt x="762499" y="776191"/>
                  </a:lnTo>
                  <a:lnTo>
                    <a:pt x="743642" y="793374"/>
                  </a:lnTo>
                  <a:close/>
                  <a:moveTo>
                    <a:pt x="743642" y="793374"/>
                  </a:moveTo>
                  <a:lnTo>
                    <a:pt x="762499" y="776191"/>
                  </a:lnTo>
                  <a:lnTo>
                    <a:pt x="735840" y="782681"/>
                  </a:lnTo>
                  <a:close/>
                  <a:moveTo>
                    <a:pt x="762499" y="776191"/>
                  </a:moveTo>
                  <a:lnTo>
                    <a:pt x="759329" y="774294"/>
                  </a:lnTo>
                  <a:lnTo>
                    <a:pt x="735840" y="782681"/>
                  </a:lnTo>
                  <a:close/>
                  <a:moveTo>
                    <a:pt x="728486" y="739436"/>
                  </a:moveTo>
                  <a:lnTo>
                    <a:pt x="735840" y="782681"/>
                  </a:lnTo>
                  <a:lnTo>
                    <a:pt x="759329" y="774294"/>
                  </a:lnTo>
                  <a:close/>
                  <a:moveTo>
                    <a:pt x="509262" y="518906"/>
                  </a:moveTo>
                  <a:lnTo>
                    <a:pt x="461455" y="498263"/>
                  </a:lnTo>
                  <a:lnTo>
                    <a:pt x="460632" y="499334"/>
                  </a:lnTo>
                  <a:close/>
                  <a:moveTo>
                    <a:pt x="459763" y="497933"/>
                  </a:moveTo>
                  <a:lnTo>
                    <a:pt x="460632" y="499334"/>
                  </a:lnTo>
                  <a:lnTo>
                    <a:pt x="461455" y="498263"/>
                  </a:lnTo>
                  <a:close/>
                  <a:moveTo>
                    <a:pt x="472002" y="482151"/>
                  </a:moveTo>
                  <a:lnTo>
                    <a:pt x="459763" y="497933"/>
                  </a:lnTo>
                  <a:lnTo>
                    <a:pt x="461455" y="498263"/>
                  </a:lnTo>
                  <a:close/>
                  <a:moveTo>
                    <a:pt x="162840" y="41538"/>
                  </a:moveTo>
                  <a:lnTo>
                    <a:pt x="196253" y="41462"/>
                  </a:lnTo>
                  <a:lnTo>
                    <a:pt x="177694" y="11802"/>
                  </a:lnTo>
                  <a:close/>
                  <a:moveTo>
                    <a:pt x="162840" y="41538"/>
                  </a:moveTo>
                  <a:lnTo>
                    <a:pt x="177694" y="11802"/>
                  </a:lnTo>
                  <a:lnTo>
                    <a:pt x="149384" y="7730"/>
                  </a:lnTo>
                  <a:close/>
                  <a:moveTo>
                    <a:pt x="162840" y="41538"/>
                  </a:moveTo>
                  <a:lnTo>
                    <a:pt x="149384" y="7730"/>
                  </a:lnTo>
                  <a:lnTo>
                    <a:pt x="160762" y="41091"/>
                  </a:lnTo>
                  <a:close/>
                  <a:moveTo>
                    <a:pt x="149384" y="7730"/>
                  </a:moveTo>
                  <a:lnTo>
                    <a:pt x="133442" y="4336"/>
                  </a:lnTo>
                  <a:lnTo>
                    <a:pt x="160762" y="41091"/>
                  </a:lnTo>
                  <a:close/>
                  <a:moveTo>
                    <a:pt x="1004831" y="1033476"/>
                  </a:moveTo>
                  <a:lnTo>
                    <a:pt x="1038198" y="1016292"/>
                  </a:lnTo>
                  <a:lnTo>
                    <a:pt x="986366" y="1000266"/>
                  </a:lnTo>
                  <a:close/>
                  <a:moveTo>
                    <a:pt x="1038198" y="1016292"/>
                  </a:moveTo>
                  <a:lnTo>
                    <a:pt x="1011069" y="996419"/>
                  </a:lnTo>
                  <a:lnTo>
                    <a:pt x="986366" y="1000266"/>
                  </a:lnTo>
                  <a:close/>
                  <a:moveTo>
                    <a:pt x="994453" y="979537"/>
                  </a:moveTo>
                  <a:lnTo>
                    <a:pt x="986366" y="1000266"/>
                  </a:lnTo>
                  <a:lnTo>
                    <a:pt x="1011069" y="996419"/>
                  </a:lnTo>
                  <a:close/>
                  <a:moveTo>
                    <a:pt x="994453" y="979537"/>
                  </a:moveTo>
                  <a:lnTo>
                    <a:pt x="983412" y="996721"/>
                  </a:lnTo>
                  <a:lnTo>
                    <a:pt x="986366" y="1000266"/>
                  </a:lnTo>
                  <a:close/>
                  <a:moveTo>
                    <a:pt x="965116" y="959966"/>
                  </a:moveTo>
                  <a:lnTo>
                    <a:pt x="983412" y="996721"/>
                  </a:lnTo>
                  <a:lnTo>
                    <a:pt x="994453" y="979537"/>
                  </a:lnTo>
                  <a:close/>
                  <a:moveTo>
                    <a:pt x="947763" y="910751"/>
                  </a:moveTo>
                  <a:lnTo>
                    <a:pt x="973042" y="950452"/>
                  </a:lnTo>
                  <a:lnTo>
                    <a:pt x="975819" y="942782"/>
                  </a:lnTo>
                  <a:close/>
                  <a:moveTo>
                    <a:pt x="975819" y="942782"/>
                  </a:moveTo>
                  <a:lnTo>
                    <a:pt x="957526" y="920808"/>
                  </a:lnTo>
                  <a:lnTo>
                    <a:pt x="947763" y="910751"/>
                  </a:lnTo>
                  <a:close/>
                  <a:moveTo>
                    <a:pt x="759329" y="774294"/>
                  </a:moveTo>
                  <a:lnTo>
                    <a:pt x="762499" y="776191"/>
                  </a:lnTo>
                  <a:lnTo>
                    <a:pt x="761365" y="774948"/>
                  </a:lnTo>
                  <a:close/>
                  <a:moveTo>
                    <a:pt x="639346" y="592416"/>
                  </a:moveTo>
                  <a:lnTo>
                    <a:pt x="669507" y="591411"/>
                  </a:lnTo>
                  <a:lnTo>
                    <a:pt x="660609" y="611988"/>
                  </a:lnTo>
                  <a:close/>
                  <a:moveTo>
                    <a:pt x="670400" y="615736"/>
                  </a:moveTo>
                  <a:lnTo>
                    <a:pt x="644537" y="594258"/>
                  </a:lnTo>
                  <a:lnTo>
                    <a:pt x="639346" y="592416"/>
                  </a:lnTo>
                  <a:close/>
                  <a:moveTo>
                    <a:pt x="660609" y="611988"/>
                  </a:moveTo>
                  <a:lnTo>
                    <a:pt x="670400" y="615736"/>
                  </a:lnTo>
                  <a:lnTo>
                    <a:pt x="639346" y="592416"/>
                  </a:lnTo>
                  <a:close/>
                  <a:moveTo>
                    <a:pt x="689412" y="611988"/>
                  </a:moveTo>
                  <a:lnTo>
                    <a:pt x="648141" y="589085"/>
                  </a:lnTo>
                  <a:lnTo>
                    <a:pt x="648847" y="592416"/>
                  </a:lnTo>
                  <a:close/>
                  <a:moveTo>
                    <a:pt x="644537" y="594258"/>
                  </a:moveTo>
                  <a:lnTo>
                    <a:pt x="670400" y="615736"/>
                  </a:lnTo>
                  <a:lnTo>
                    <a:pt x="689412" y="611988"/>
                  </a:lnTo>
                  <a:close/>
                  <a:moveTo>
                    <a:pt x="648847" y="592416"/>
                  </a:moveTo>
                  <a:lnTo>
                    <a:pt x="644537" y="594258"/>
                  </a:lnTo>
                  <a:lnTo>
                    <a:pt x="689412" y="611988"/>
                  </a:lnTo>
                  <a:close/>
                  <a:moveTo>
                    <a:pt x="599990" y="518906"/>
                  </a:moveTo>
                  <a:lnTo>
                    <a:pt x="607807" y="485300"/>
                  </a:lnTo>
                  <a:lnTo>
                    <a:pt x="615021" y="464967"/>
                  </a:lnTo>
                  <a:close/>
                  <a:moveTo>
                    <a:pt x="276569" y="137496"/>
                  </a:moveTo>
                  <a:lnTo>
                    <a:pt x="322605" y="166438"/>
                  </a:lnTo>
                  <a:lnTo>
                    <a:pt x="302339" y="143633"/>
                  </a:lnTo>
                  <a:close/>
                  <a:moveTo>
                    <a:pt x="160762" y="41091"/>
                  </a:moveTo>
                  <a:lnTo>
                    <a:pt x="135256" y="36875"/>
                  </a:lnTo>
                  <a:lnTo>
                    <a:pt x="164152" y="43945"/>
                  </a:lnTo>
                  <a:close/>
                  <a:moveTo>
                    <a:pt x="190696" y="46980"/>
                  </a:moveTo>
                  <a:lnTo>
                    <a:pt x="196938" y="41950"/>
                  </a:lnTo>
                  <a:lnTo>
                    <a:pt x="164152" y="43945"/>
                  </a:lnTo>
                  <a:close/>
                  <a:moveTo>
                    <a:pt x="1038198" y="1016292"/>
                  </a:moveTo>
                  <a:lnTo>
                    <a:pt x="1055055" y="1036298"/>
                  </a:lnTo>
                  <a:lnTo>
                    <a:pt x="1059160" y="1008605"/>
                  </a:lnTo>
                  <a:close/>
                  <a:moveTo>
                    <a:pt x="1059160" y="1008605"/>
                  </a:moveTo>
                  <a:lnTo>
                    <a:pt x="1011069" y="996419"/>
                  </a:lnTo>
                  <a:lnTo>
                    <a:pt x="1038198" y="1016292"/>
                  </a:lnTo>
                  <a:close/>
                  <a:moveTo>
                    <a:pt x="1026752" y="963116"/>
                  </a:moveTo>
                  <a:lnTo>
                    <a:pt x="1011069" y="996419"/>
                  </a:lnTo>
                  <a:lnTo>
                    <a:pt x="1059160" y="1008605"/>
                  </a:lnTo>
                  <a:close/>
                  <a:moveTo>
                    <a:pt x="994453" y="979537"/>
                  </a:moveTo>
                  <a:lnTo>
                    <a:pt x="1011069" y="996419"/>
                  </a:lnTo>
                  <a:lnTo>
                    <a:pt x="1026752" y="963116"/>
                  </a:lnTo>
                  <a:close/>
                  <a:moveTo>
                    <a:pt x="975819" y="942782"/>
                  </a:moveTo>
                  <a:lnTo>
                    <a:pt x="994453" y="979537"/>
                  </a:lnTo>
                  <a:lnTo>
                    <a:pt x="993794" y="925599"/>
                  </a:lnTo>
                  <a:close/>
                  <a:moveTo>
                    <a:pt x="975819" y="942782"/>
                  </a:moveTo>
                  <a:lnTo>
                    <a:pt x="993794" y="925599"/>
                  </a:lnTo>
                  <a:lnTo>
                    <a:pt x="957526" y="920808"/>
                  </a:lnTo>
                  <a:close/>
                  <a:moveTo>
                    <a:pt x="958224" y="888844"/>
                  </a:moveTo>
                  <a:lnTo>
                    <a:pt x="944733" y="906027"/>
                  </a:lnTo>
                  <a:lnTo>
                    <a:pt x="957526" y="920808"/>
                  </a:lnTo>
                  <a:close/>
                  <a:moveTo>
                    <a:pt x="833051" y="668314"/>
                  </a:moveTo>
                  <a:lnTo>
                    <a:pt x="831593" y="699117"/>
                  </a:lnTo>
                  <a:lnTo>
                    <a:pt x="858292" y="702732"/>
                  </a:lnTo>
                  <a:close/>
                  <a:moveTo>
                    <a:pt x="761926" y="595503"/>
                  </a:moveTo>
                  <a:lnTo>
                    <a:pt x="763529" y="594804"/>
                  </a:lnTo>
                  <a:lnTo>
                    <a:pt x="762506" y="593756"/>
                  </a:lnTo>
                  <a:close/>
                  <a:moveTo>
                    <a:pt x="648671" y="513506"/>
                  </a:moveTo>
                  <a:lnTo>
                    <a:pt x="689371" y="484539"/>
                  </a:lnTo>
                  <a:lnTo>
                    <a:pt x="654440" y="494469"/>
                  </a:lnTo>
                  <a:close/>
                  <a:moveTo>
                    <a:pt x="684534" y="523016"/>
                  </a:moveTo>
                  <a:lnTo>
                    <a:pt x="706372" y="508457"/>
                  </a:lnTo>
                  <a:lnTo>
                    <a:pt x="648671" y="513506"/>
                  </a:lnTo>
                  <a:close/>
                  <a:moveTo>
                    <a:pt x="654440" y="494469"/>
                  </a:moveTo>
                  <a:lnTo>
                    <a:pt x="697067" y="473667"/>
                  </a:lnTo>
                  <a:lnTo>
                    <a:pt x="677323" y="458208"/>
                  </a:lnTo>
                  <a:close/>
                  <a:moveTo>
                    <a:pt x="654440" y="494469"/>
                  </a:moveTo>
                  <a:lnTo>
                    <a:pt x="677323" y="458208"/>
                  </a:lnTo>
                  <a:lnTo>
                    <a:pt x="646287" y="456352"/>
                  </a:lnTo>
                  <a:close/>
                  <a:moveTo>
                    <a:pt x="588142" y="387040"/>
                  </a:moveTo>
                  <a:lnTo>
                    <a:pt x="550960" y="397337"/>
                  </a:lnTo>
                  <a:lnTo>
                    <a:pt x="588395" y="412721"/>
                  </a:lnTo>
                  <a:close/>
                  <a:moveTo>
                    <a:pt x="588142" y="387040"/>
                  </a:moveTo>
                  <a:lnTo>
                    <a:pt x="551891" y="389422"/>
                  </a:lnTo>
                  <a:lnTo>
                    <a:pt x="550960" y="397337"/>
                  </a:lnTo>
                  <a:close/>
                  <a:moveTo>
                    <a:pt x="863761" y="651131"/>
                  </a:moveTo>
                  <a:lnTo>
                    <a:pt x="858292" y="702732"/>
                  </a:lnTo>
                  <a:lnTo>
                    <a:pt x="872415" y="659327"/>
                  </a:lnTo>
                  <a:close/>
                  <a:moveTo>
                    <a:pt x="863761" y="651131"/>
                  </a:moveTo>
                  <a:lnTo>
                    <a:pt x="833051" y="668314"/>
                  </a:lnTo>
                  <a:lnTo>
                    <a:pt x="858292" y="702732"/>
                  </a:lnTo>
                  <a:close/>
                  <a:moveTo>
                    <a:pt x="762506" y="593756"/>
                  </a:moveTo>
                  <a:lnTo>
                    <a:pt x="763529" y="594804"/>
                  </a:lnTo>
                  <a:lnTo>
                    <a:pt x="764201" y="593654"/>
                  </a:lnTo>
                  <a:close/>
                  <a:moveTo>
                    <a:pt x="766627" y="512955"/>
                  </a:moveTo>
                  <a:lnTo>
                    <a:pt x="795452" y="540866"/>
                  </a:lnTo>
                  <a:lnTo>
                    <a:pt x="759210" y="508218"/>
                  </a:lnTo>
                  <a:close/>
                  <a:moveTo>
                    <a:pt x="759210" y="508218"/>
                  </a:moveTo>
                  <a:lnTo>
                    <a:pt x="795099" y="550875"/>
                  </a:lnTo>
                  <a:lnTo>
                    <a:pt x="794846" y="506334"/>
                  </a:lnTo>
                  <a:close/>
                  <a:moveTo>
                    <a:pt x="588619" y="252410"/>
                  </a:moveTo>
                  <a:lnTo>
                    <a:pt x="597513" y="254394"/>
                  </a:lnTo>
                  <a:lnTo>
                    <a:pt x="588617" y="246826"/>
                  </a:lnTo>
                  <a:close/>
                  <a:moveTo>
                    <a:pt x="343575" y="26296"/>
                  </a:moveTo>
                  <a:lnTo>
                    <a:pt x="332992" y="12857"/>
                  </a:lnTo>
                  <a:lnTo>
                    <a:pt x="347211" y="0"/>
                  </a:lnTo>
                  <a:close/>
                  <a:moveTo>
                    <a:pt x="895255" y="568374"/>
                  </a:moveTo>
                  <a:lnTo>
                    <a:pt x="861301" y="540866"/>
                  </a:lnTo>
                  <a:lnTo>
                    <a:pt x="870190" y="554803"/>
                  </a:lnTo>
                  <a:close/>
                  <a:moveTo>
                    <a:pt x="870190" y="554803"/>
                  </a:moveTo>
                  <a:lnTo>
                    <a:pt x="861301" y="540866"/>
                  </a:lnTo>
                  <a:lnTo>
                    <a:pt x="844563" y="555193"/>
                  </a:lnTo>
                  <a:close/>
                  <a:moveTo>
                    <a:pt x="926536" y="560438"/>
                  </a:moveTo>
                  <a:lnTo>
                    <a:pt x="907490" y="523682"/>
                  </a:lnTo>
                  <a:lnTo>
                    <a:pt x="895255" y="568374"/>
                  </a:lnTo>
                  <a:close/>
                  <a:moveTo>
                    <a:pt x="659871" y="266760"/>
                  </a:moveTo>
                  <a:lnTo>
                    <a:pt x="658505" y="267429"/>
                  </a:lnTo>
                  <a:lnTo>
                    <a:pt x="680320" y="314844"/>
                  </a:lnTo>
                  <a:close/>
                  <a:moveTo>
                    <a:pt x="697268" y="282004"/>
                  </a:moveTo>
                  <a:lnTo>
                    <a:pt x="659871" y="266760"/>
                  </a:lnTo>
                  <a:lnTo>
                    <a:pt x="680320" y="314844"/>
                  </a:lnTo>
                  <a:close/>
                  <a:moveTo>
                    <a:pt x="926536" y="560438"/>
                  </a:moveTo>
                  <a:lnTo>
                    <a:pt x="940671" y="569164"/>
                  </a:lnTo>
                  <a:lnTo>
                    <a:pt x="955531" y="546459"/>
                  </a:lnTo>
                  <a:close/>
                  <a:moveTo>
                    <a:pt x="955531" y="546459"/>
                  </a:moveTo>
                  <a:lnTo>
                    <a:pt x="958192" y="560438"/>
                  </a:lnTo>
                  <a:lnTo>
                    <a:pt x="941507" y="513113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96" name="Input_density__95">
              <a:extLst>
                <a:ext uri="{FF2B5EF4-FFF2-40B4-BE49-F238E27FC236}">
                  <a16:creationId xmlns:a16="http://schemas.microsoft.com/office/drawing/2014/main" id="{DEE35A3C-E83C-B0E9-0EFD-2CA42781C54C}"/>
                </a:ext>
              </a:extLst>
            </p:cNvPr>
            <p:cNvSpPr>
              <a:spLocks noGrp="1"/>
            </p:cNvSpPr>
            <p:nvPr/>
          </p:nvSpPr>
          <p:spPr>
            <a:xfrm>
              <a:off x="967514" y="1835683"/>
              <a:ext cx="992567" cy="1367191"/>
            </a:xfrm>
            <a:custGeom>
              <a:avLst/>
              <a:gdLst/>
              <a:ahLst/>
              <a:cxnLst/>
              <a:rect l="0" t="0" r="0" b="0"/>
              <a:pathLst>
                <a:path w="992567" h="1367191">
                  <a:moveTo>
                    <a:pt x="108249" y="1234372"/>
                  </a:moveTo>
                  <a:lnTo>
                    <a:pt x="91282" y="1202425"/>
                  </a:lnTo>
                  <a:lnTo>
                    <a:pt x="95159" y="1219051"/>
                  </a:lnTo>
                  <a:close/>
                  <a:moveTo>
                    <a:pt x="92636" y="1204363"/>
                  </a:moveTo>
                  <a:lnTo>
                    <a:pt x="91282" y="1202425"/>
                  </a:lnTo>
                  <a:lnTo>
                    <a:pt x="108249" y="1234372"/>
                  </a:lnTo>
                  <a:close/>
                  <a:moveTo>
                    <a:pt x="129313" y="1216917"/>
                  </a:moveTo>
                  <a:lnTo>
                    <a:pt x="92636" y="1204363"/>
                  </a:lnTo>
                  <a:lnTo>
                    <a:pt x="108249" y="1234372"/>
                  </a:lnTo>
                  <a:close/>
                  <a:moveTo>
                    <a:pt x="61745" y="1185077"/>
                  </a:moveTo>
                  <a:lnTo>
                    <a:pt x="57492" y="1197545"/>
                  </a:lnTo>
                  <a:lnTo>
                    <a:pt x="28626" y="1185827"/>
                  </a:lnTo>
                  <a:close/>
                  <a:moveTo>
                    <a:pt x="223527" y="1348887"/>
                  </a:moveTo>
                  <a:lnTo>
                    <a:pt x="228748" y="1350921"/>
                  </a:lnTo>
                  <a:lnTo>
                    <a:pt x="232331" y="1352931"/>
                  </a:lnTo>
                  <a:close/>
                  <a:moveTo>
                    <a:pt x="228748" y="1350921"/>
                  </a:moveTo>
                  <a:lnTo>
                    <a:pt x="223527" y="1348887"/>
                  </a:lnTo>
                  <a:lnTo>
                    <a:pt x="178652" y="1319813"/>
                  </a:lnTo>
                  <a:close/>
                  <a:moveTo>
                    <a:pt x="269464" y="1367191"/>
                  </a:moveTo>
                  <a:lnTo>
                    <a:pt x="228748" y="1350921"/>
                  </a:lnTo>
                  <a:lnTo>
                    <a:pt x="248297" y="1362116"/>
                  </a:lnTo>
                  <a:close/>
                  <a:moveTo>
                    <a:pt x="269464" y="1367191"/>
                  </a:moveTo>
                  <a:lnTo>
                    <a:pt x="232331" y="1352931"/>
                  </a:lnTo>
                  <a:lnTo>
                    <a:pt x="228748" y="1350921"/>
                  </a:lnTo>
                  <a:close/>
                  <a:moveTo>
                    <a:pt x="223527" y="1348887"/>
                  </a:moveTo>
                  <a:lnTo>
                    <a:pt x="232331" y="1352931"/>
                  </a:lnTo>
                  <a:lnTo>
                    <a:pt x="237160" y="1344082"/>
                  </a:lnTo>
                  <a:close/>
                  <a:moveTo>
                    <a:pt x="138164" y="1191399"/>
                  </a:moveTo>
                  <a:lnTo>
                    <a:pt x="92636" y="1204363"/>
                  </a:lnTo>
                  <a:lnTo>
                    <a:pt x="129313" y="1216917"/>
                  </a:lnTo>
                  <a:close/>
                  <a:moveTo>
                    <a:pt x="162123" y="1154262"/>
                  </a:moveTo>
                  <a:lnTo>
                    <a:pt x="138164" y="1191399"/>
                  </a:lnTo>
                  <a:lnTo>
                    <a:pt x="173546" y="1189723"/>
                  </a:lnTo>
                  <a:close/>
                  <a:moveTo>
                    <a:pt x="176814" y="981316"/>
                  </a:moveTo>
                  <a:lnTo>
                    <a:pt x="177877" y="1007212"/>
                  </a:lnTo>
                  <a:lnTo>
                    <a:pt x="179217" y="983725"/>
                  </a:lnTo>
                  <a:close/>
                  <a:moveTo>
                    <a:pt x="276029" y="1006904"/>
                  </a:moveTo>
                  <a:lnTo>
                    <a:pt x="237535" y="987557"/>
                  </a:lnTo>
                  <a:lnTo>
                    <a:pt x="254476" y="1022528"/>
                  </a:lnTo>
                  <a:close/>
                  <a:moveTo>
                    <a:pt x="210791" y="983772"/>
                  </a:moveTo>
                  <a:lnTo>
                    <a:pt x="230896" y="1003297"/>
                  </a:lnTo>
                  <a:lnTo>
                    <a:pt x="236261" y="986836"/>
                  </a:lnTo>
                  <a:close/>
                  <a:moveTo>
                    <a:pt x="276029" y="1006904"/>
                  </a:moveTo>
                  <a:lnTo>
                    <a:pt x="254476" y="1022528"/>
                  </a:lnTo>
                  <a:lnTo>
                    <a:pt x="308612" y="1004148"/>
                  </a:lnTo>
                  <a:close/>
                  <a:moveTo>
                    <a:pt x="296547" y="987407"/>
                  </a:moveTo>
                  <a:lnTo>
                    <a:pt x="317608" y="974878"/>
                  </a:lnTo>
                  <a:lnTo>
                    <a:pt x="306639" y="968930"/>
                  </a:lnTo>
                  <a:close/>
                  <a:moveTo>
                    <a:pt x="194489" y="748400"/>
                  </a:moveTo>
                  <a:lnTo>
                    <a:pt x="202124" y="758952"/>
                  </a:lnTo>
                  <a:lnTo>
                    <a:pt x="184701" y="733183"/>
                  </a:lnTo>
                  <a:close/>
                  <a:moveTo>
                    <a:pt x="184701" y="733183"/>
                  </a:moveTo>
                  <a:lnTo>
                    <a:pt x="215625" y="779877"/>
                  </a:lnTo>
                  <a:lnTo>
                    <a:pt x="192164" y="771862"/>
                  </a:lnTo>
                  <a:close/>
                  <a:moveTo>
                    <a:pt x="0" y="551253"/>
                  </a:moveTo>
                  <a:lnTo>
                    <a:pt x="14322" y="555099"/>
                  </a:lnTo>
                  <a:lnTo>
                    <a:pt x="14858" y="510687"/>
                  </a:lnTo>
                  <a:close/>
                  <a:moveTo>
                    <a:pt x="125189" y="530741"/>
                  </a:moveTo>
                  <a:lnTo>
                    <a:pt x="159143" y="530412"/>
                  </a:lnTo>
                  <a:lnTo>
                    <a:pt x="155060" y="530259"/>
                  </a:lnTo>
                  <a:close/>
                  <a:moveTo>
                    <a:pt x="125189" y="530741"/>
                  </a:moveTo>
                  <a:lnTo>
                    <a:pt x="155060" y="530259"/>
                  </a:lnTo>
                  <a:lnTo>
                    <a:pt x="125599" y="529576"/>
                  </a:lnTo>
                  <a:close/>
                  <a:moveTo>
                    <a:pt x="208494" y="549830"/>
                  </a:moveTo>
                  <a:lnTo>
                    <a:pt x="199362" y="567014"/>
                  </a:lnTo>
                  <a:lnTo>
                    <a:pt x="202844" y="569228"/>
                  </a:lnTo>
                  <a:close/>
                  <a:moveTo>
                    <a:pt x="199362" y="567014"/>
                  </a:moveTo>
                  <a:lnTo>
                    <a:pt x="208494" y="549830"/>
                  </a:lnTo>
                  <a:lnTo>
                    <a:pt x="159143" y="530412"/>
                  </a:lnTo>
                  <a:close/>
                  <a:moveTo>
                    <a:pt x="155060" y="530259"/>
                  </a:moveTo>
                  <a:lnTo>
                    <a:pt x="136394" y="476884"/>
                  </a:lnTo>
                  <a:lnTo>
                    <a:pt x="125599" y="529576"/>
                  </a:lnTo>
                  <a:close/>
                  <a:moveTo>
                    <a:pt x="507969" y="928471"/>
                  </a:moveTo>
                  <a:lnTo>
                    <a:pt x="496941" y="917380"/>
                  </a:lnTo>
                  <a:lnTo>
                    <a:pt x="462346" y="893727"/>
                  </a:lnTo>
                  <a:close/>
                  <a:moveTo>
                    <a:pt x="670290" y="1012013"/>
                  </a:moveTo>
                  <a:lnTo>
                    <a:pt x="624255" y="1022350"/>
                  </a:lnTo>
                  <a:lnTo>
                    <a:pt x="664152" y="1061751"/>
                  </a:lnTo>
                  <a:close/>
                  <a:moveTo>
                    <a:pt x="664152" y="1061751"/>
                  </a:moveTo>
                  <a:lnTo>
                    <a:pt x="672262" y="1027645"/>
                  </a:lnTo>
                  <a:lnTo>
                    <a:pt x="670290" y="1012013"/>
                  </a:lnTo>
                  <a:close/>
                  <a:moveTo>
                    <a:pt x="596939" y="978233"/>
                  </a:moveTo>
                  <a:lnTo>
                    <a:pt x="611212" y="1027645"/>
                  </a:lnTo>
                  <a:lnTo>
                    <a:pt x="627273" y="975149"/>
                  </a:lnTo>
                  <a:close/>
                  <a:moveTo>
                    <a:pt x="624255" y="1022350"/>
                  </a:moveTo>
                  <a:lnTo>
                    <a:pt x="655347" y="979415"/>
                  </a:lnTo>
                  <a:lnTo>
                    <a:pt x="627273" y="975149"/>
                  </a:lnTo>
                  <a:close/>
                  <a:moveTo>
                    <a:pt x="590446" y="973707"/>
                  </a:moveTo>
                  <a:lnTo>
                    <a:pt x="569128" y="990890"/>
                  </a:lnTo>
                  <a:lnTo>
                    <a:pt x="576187" y="996853"/>
                  </a:lnTo>
                  <a:close/>
                  <a:moveTo>
                    <a:pt x="534538" y="954135"/>
                  </a:moveTo>
                  <a:lnTo>
                    <a:pt x="569128" y="990890"/>
                  </a:lnTo>
                  <a:lnTo>
                    <a:pt x="590446" y="973707"/>
                  </a:lnTo>
                  <a:close/>
                  <a:moveTo>
                    <a:pt x="627273" y="975149"/>
                  </a:moveTo>
                  <a:lnTo>
                    <a:pt x="655347" y="979415"/>
                  </a:lnTo>
                  <a:lnTo>
                    <a:pt x="614998" y="940382"/>
                  </a:lnTo>
                  <a:close/>
                  <a:moveTo>
                    <a:pt x="614998" y="940382"/>
                  </a:moveTo>
                  <a:lnTo>
                    <a:pt x="595690" y="936952"/>
                  </a:lnTo>
                  <a:lnTo>
                    <a:pt x="613490" y="973707"/>
                  </a:lnTo>
                  <a:close/>
                  <a:moveTo>
                    <a:pt x="363829" y="606413"/>
                  </a:moveTo>
                  <a:lnTo>
                    <a:pt x="325313" y="585552"/>
                  </a:lnTo>
                  <a:lnTo>
                    <a:pt x="363444" y="606157"/>
                  </a:lnTo>
                  <a:close/>
                  <a:moveTo>
                    <a:pt x="819542" y="1187628"/>
                  </a:moveTo>
                  <a:lnTo>
                    <a:pt x="849224" y="1194237"/>
                  </a:lnTo>
                  <a:lnTo>
                    <a:pt x="849349" y="1140298"/>
                  </a:lnTo>
                  <a:close/>
                  <a:moveTo>
                    <a:pt x="849349" y="1140298"/>
                  </a:moveTo>
                  <a:lnTo>
                    <a:pt x="849224" y="1194237"/>
                  </a:lnTo>
                  <a:lnTo>
                    <a:pt x="873120" y="1167162"/>
                  </a:lnTo>
                  <a:close/>
                  <a:moveTo>
                    <a:pt x="595690" y="936952"/>
                  </a:moveTo>
                  <a:lnTo>
                    <a:pt x="585460" y="900197"/>
                  </a:lnTo>
                  <a:lnTo>
                    <a:pt x="625500" y="919768"/>
                  </a:lnTo>
                  <a:close/>
                  <a:moveTo>
                    <a:pt x="344669" y="594902"/>
                  </a:moveTo>
                  <a:lnTo>
                    <a:pt x="371052" y="642912"/>
                  </a:lnTo>
                  <a:lnTo>
                    <a:pt x="363444" y="606157"/>
                  </a:lnTo>
                  <a:close/>
                  <a:moveTo>
                    <a:pt x="405817" y="588973"/>
                  </a:moveTo>
                  <a:lnTo>
                    <a:pt x="375944" y="552218"/>
                  </a:lnTo>
                  <a:lnTo>
                    <a:pt x="390289" y="567242"/>
                  </a:lnTo>
                  <a:close/>
                  <a:moveTo>
                    <a:pt x="688587" y="879320"/>
                  </a:moveTo>
                  <a:lnTo>
                    <a:pt x="677743" y="871713"/>
                  </a:lnTo>
                  <a:lnTo>
                    <a:pt x="699902" y="893257"/>
                  </a:lnTo>
                  <a:close/>
                  <a:moveTo>
                    <a:pt x="631580" y="809503"/>
                  </a:moveTo>
                  <a:lnTo>
                    <a:pt x="643797" y="792320"/>
                  </a:lnTo>
                  <a:lnTo>
                    <a:pt x="605538" y="789601"/>
                  </a:lnTo>
                  <a:close/>
                  <a:moveTo>
                    <a:pt x="643797" y="792320"/>
                  </a:moveTo>
                  <a:lnTo>
                    <a:pt x="629039" y="781258"/>
                  </a:lnTo>
                  <a:lnTo>
                    <a:pt x="605538" y="789601"/>
                  </a:lnTo>
                  <a:close/>
                  <a:moveTo>
                    <a:pt x="595616" y="755565"/>
                  </a:moveTo>
                  <a:lnTo>
                    <a:pt x="605538" y="789601"/>
                  </a:lnTo>
                  <a:lnTo>
                    <a:pt x="629039" y="781258"/>
                  </a:lnTo>
                  <a:close/>
                  <a:moveTo>
                    <a:pt x="595616" y="755565"/>
                  </a:moveTo>
                  <a:lnTo>
                    <a:pt x="580901" y="772749"/>
                  </a:lnTo>
                  <a:lnTo>
                    <a:pt x="605538" y="789601"/>
                  </a:lnTo>
                  <a:close/>
                  <a:moveTo>
                    <a:pt x="595616" y="755565"/>
                  </a:moveTo>
                  <a:lnTo>
                    <a:pt x="587002" y="748664"/>
                  </a:lnTo>
                  <a:lnTo>
                    <a:pt x="558737" y="739194"/>
                  </a:lnTo>
                  <a:close/>
                  <a:moveTo>
                    <a:pt x="424574" y="571790"/>
                  </a:moveTo>
                  <a:lnTo>
                    <a:pt x="419556" y="592547"/>
                  </a:lnTo>
                  <a:lnTo>
                    <a:pt x="442361" y="581603"/>
                  </a:lnTo>
                  <a:close/>
                  <a:moveTo>
                    <a:pt x="66662" y="145171"/>
                  </a:moveTo>
                  <a:lnTo>
                    <a:pt x="111565" y="94346"/>
                  </a:lnTo>
                  <a:lnTo>
                    <a:pt x="78152" y="94422"/>
                  </a:lnTo>
                  <a:close/>
                  <a:moveTo>
                    <a:pt x="55273" y="23528"/>
                  </a:moveTo>
                  <a:lnTo>
                    <a:pt x="47990" y="20465"/>
                  </a:lnTo>
                  <a:lnTo>
                    <a:pt x="48754" y="57220"/>
                  </a:lnTo>
                  <a:close/>
                  <a:moveTo>
                    <a:pt x="970367" y="1089182"/>
                  </a:moveTo>
                  <a:lnTo>
                    <a:pt x="992567" y="1073866"/>
                  </a:lnTo>
                  <a:lnTo>
                    <a:pt x="985473" y="1069177"/>
                  </a:lnTo>
                  <a:close/>
                  <a:moveTo>
                    <a:pt x="770648" y="895106"/>
                  </a:moveTo>
                  <a:lnTo>
                    <a:pt x="759401" y="885402"/>
                  </a:lnTo>
                  <a:lnTo>
                    <a:pt x="756925" y="885672"/>
                  </a:lnTo>
                  <a:close/>
                  <a:moveTo>
                    <a:pt x="756925" y="885672"/>
                  </a:moveTo>
                  <a:lnTo>
                    <a:pt x="794329" y="900943"/>
                  </a:lnTo>
                  <a:lnTo>
                    <a:pt x="770648" y="895106"/>
                  </a:lnTo>
                  <a:close/>
                  <a:moveTo>
                    <a:pt x="643797" y="792320"/>
                  </a:moveTo>
                  <a:lnTo>
                    <a:pt x="674641" y="827179"/>
                  </a:lnTo>
                  <a:lnTo>
                    <a:pt x="649548" y="778052"/>
                  </a:lnTo>
                  <a:close/>
                  <a:moveTo>
                    <a:pt x="629039" y="781258"/>
                  </a:moveTo>
                  <a:lnTo>
                    <a:pt x="643797" y="792320"/>
                  </a:lnTo>
                  <a:lnTo>
                    <a:pt x="649548" y="778052"/>
                  </a:lnTo>
                  <a:close/>
                  <a:moveTo>
                    <a:pt x="663657" y="738382"/>
                  </a:moveTo>
                  <a:lnTo>
                    <a:pt x="683680" y="764766"/>
                  </a:lnTo>
                  <a:lnTo>
                    <a:pt x="671610" y="742457"/>
                  </a:lnTo>
                  <a:close/>
                  <a:moveTo>
                    <a:pt x="671610" y="742457"/>
                  </a:moveTo>
                  <a:lnTo>
                    <a:pt x="652404" y="713324"/>
                  </a:lnTo>
                  <a:lnTo>
                    <a:pt x="663657" y="738382"/>
                  </a:lnTo>
                  <a:close/>
                  <a:moveTo>
                    <a:pt x="437123" y="484420"/>
                  </a:moveTo>
                  <a:lnTo>
                    <a:pt x="473203" y="526923"/>
                  </a:lnTo>
                  <a:lnTo>
                    <a:pt x="452583" y="498280"/>
                  </a:lnTo>
                  <a:close/>
                  <a:moveTo>
                    <a:pt x="437123" y="484420"/>
                  </a:moveTo>
                  <a:lnTo>
                    <a:pt x="452583" y="498280"/>
                  </a:lnTo>
                  <a:lnTo>
                    <a:pt x="436339" y="462883"/>
                  </a:lnTo>
                  <a:close/>
                  <a:moveTo>
                    <a:pt x="436339" y="462883"/>
                  </a:moveTo>
                  <a:lnTo>
                    <a:pt x="452895" y="496414"/>
                  </a:lnTo>
                  <a:lnTo>
                    <a:pt x="466272" y="450222"/>
                  </a:lnTo>
                  <a:close/>
                  <a:moveTo>
                    <a:pt x="194753" y="240995"/>
                  </a:moveTo>
                  <a:lnTo>
                    <a:pt x="225407" y="268757"/>
                  </a:lnTo>
                  <a:lnTo>
                    <a:pt x="243254" y="260567"/>
                  </a:lnTo>
                  <a:close/>
                  <a:moveTo>
                    <a:pt x="194753" y="240995"/>
                  </a:moveTo>
                  <a:lnTo>
                    <a:pt x="191881" y="190380"/>
                  </a:lnTo>
                  <a:lnTo>
                    <a:pt x="181482" y="229103"/>
                  </a:lnTo>
                  <a:close/>
                  <a:moveTo>
                    <a:pt x="286098" y="274885"/>
                  </a:moveTo>
                  <a:lnTo>
                    <a:pt x="243219" y="265226"/>
                  </a:lnTo>
                  <a:lnTo>
                    <a:pt x="267636" y="272463"/>
                  </a:lnTo>
                  <a:close/>
                  <a:moveTo>
                    <a:pt x="985505" y="990113"/>
                  </a:moveTo>
                  <a:lnTo>
                    <a:pt x="969945" y="991396"/>
                  </a:lnTo>
                  <a:lnTo>
                    <a:pt x="970598" y="1019892"/>
                  </a:lnTo>
                  <a:close/>
                  <a:moveTo>
                    <a:pt x="851491" y="893877"/>
                  </a:moveTo>
                  <a:lnTo>
                    <a:pt x="857459" y="878706"/>
                  </a:lnTo>
                  <a:lnTo>
                    <a:pt x="820164" y="901329"/>
                  </a:lnTo>
                  <a:close/>
                  <a:moveTo>
                    <a:pt x="857459" y="878706"/>
                  </a:moveTo>
                  <a:lnTo>
                    <a:pt x="843628" y="864480"/>
                  </a:lnTo>
                  <a:lnTo>
                    <a:pt x="822632" y="835185"/>
                  </a:lnTo>
                  <a:close/>
                  <a:moveTo>
                    <a:pt x="661884" y="683274"/>
                  </a:moveTo>
                  <a:lnTo>
                    <a:pt x="713450" y="690783"/>
                  </a:lnTo>
                  <a:lnTo>
                    <a:pt x="678841" y="647689"/>
                  </a:lnTo>
                  <a:close/>
                  <a:moveTo>
                    <a:pt x="563983" y="566391"/>
                  </a:moveTo>
                  <a:lnTo>
                    <a:pt x="569752" y="547354"/>
                  </a:lnTo>
                  <a:lnTo>
                    <a:pt x="553397" y="555181"/>
                  </a:lnTo>
                  <a:close/>
                  <a:moveTo>
                    <a:pt x="569752" y="547354"/>
                  </a:moveTo>
                  <a:lnTo>
                    <a:pt x="541882" y="512129"/>
                  </a:lnTo>
                  <a:lnTo>
                    <a:pt x="563860" y="537423"/>
                  </a:lnTo>
                  <a:close/>
                  <a:moveTo>
                    <a:pt x="467203" y="442307"/>
                  </a:moveTo>
                  <a:lnTo>
                    <a:pt x="437748" y="439165"/>
                  </a:lnTo>
                  <a:lnTo>
                    <a:pt x="436339" y="462883"/>
                  </a:lnTo>
                  <a:close/>
                  <a:moveTo>
                    <a:pt x="699622" y="684443"/>
                  </a:moveTo>
                  <a:lnTo>
                    <a:pt x="713450" y="690783"/>
                  </a:lnTo>
                  <a:lnTo>
                    <a:pt x="723758" y="693828"/>
                  </a:lnTo>
                  <a:close/>
                  <a:moveTo>
                    <a:pt x="117533" y="0"/>
                  </a:moveTo>
                  <a:lnTo>
                    <a:pt x="171585" y="22854"/>
                  </a:lnTo>
                  <a:lnTo>
                    <a:pt x="138881" y="1984"/>
                  </a:lnTo>
                  <a:close/>
                  <a:moveTo>
                    <a:pt x="971751" y="974207"/>
                  </a:moveTo>
                  <a:lnTo>
                    <a:pt x="942760" y="1014333"/>
                  </a:lnTo>
                  <a:lnTo>
                    <a:pt x="969945" y="991396"/>
                  </a:lnTo>
                  <a:close/>
                  <a:moveTo>
                    <a:pt x="957433" y="941100"/>
                  </a:moveTo>
                  <a:lnTo>
                    <a:pt x="946839" y="967372"/>
                  </a:lnTo>
                  <a:lnTo>
                    <a:pt x="971751" y="974207"/>
                  </a:lnTo>
                  <a:close/>
                  <a:moveTo>
                    <a:pt x="787727" y="712211"/>
                  </a:moveTo>
                  <a:lnTo>
                    <a:pt x="816462" y="705959"/>
                  </a:lnTo>
                  <a:lnTo>
                    <a:pt x="807909" y="704015"/>
                  </a:lnTo>
                  <a:close/>
                  <a:moveTo>
                    <a:pt x="807909" y="704015"/>
                  </a:moveTo>
                  <a:lnTo>
                    <a:pt x="816462" y="705959"/>
                  </a:lnTo>
                  <a:lnTo>
                    <a:pt x="816915" y="696765"/>
                  </a:lnTo>
                  <a:close/>
                  <a:moveTo>
                    <a:pt x="479401" y="387643"/>
                  </a:moveTo>
                  <a:lnTo>
                    <a:pt x="442914" y="391257"/>
                  </a:lnTo>
                  <a:lnTo>
                    <a:pt x="478036" y="397994"/>
                  </a:lnTo>
                  <a:close/>
                  <a:moveTo>
                    <a:pt x="443054" y="390105"/>
                  </a:moveTo>
                  <a:lnTo>
                    <a:pt x="479401" y="387643"/>
                  </a:lnTo>
                  <a:lnTo>
                    <a:pt x="471815" y="349063"/>
                  </a:lnTo>
                  <a:close/>
                  <a:moveTo>
                    <a:pt x="479401" y="387643"/>
                  </a:moveTo>
                  <a:lnTo>
                    <a:pt x="478036" y="397994"/>
                  </a:lnTo>
                  <a:lnTo>
                    <a:pt x="483535" y="390404"/>
                  </a:lnTo>
                  <a:close/>
                  <a:moveTo>
                    <a:pt x="471815" y="349063"/>
                  </a:moveTo>
                  <a:lnTo>
                    <a:pt x="483535" y="390404"/>
                  </a:lnTo>
                  <a:lnTo>
                    <a:pt x="481911" y="353648"/>
                  </a:lnTo>
                  <a:close/>
                  <a:moveTo>
                    <a:pt x="471815" y="349063"/>
                  </a:moveTo>
                  <a:lnTo>
                    <a:pt x="479401" y="387643"/>
                  </a:lnTo>
                  <a:lnTo>
                    <a:pt x="483535" y="390404"/>
                  </a:lnTo>
                  <a:close/>
                  <a:moveTo>
                    <a:pt x="248304" y="65741"/>
                  </a:moveTo>
                  <a:lnTo>
                    <a:pt x="225805" y="77829"/>
                  </a:lnTo>
                  <a:lnTo>
                    <a:pt x="262523" y="52884"/>
                  </a:lnTo>
                  <a:close/>
                  <a:moveTo>
                    <a:pt x="262523" y="52884"/>
                  </a:moveTo>
                  <a:lnTo>
                    <a:pt x="225805" y="77829"/>
                  </a:lnTo>
                  <a:lnTo>
                    <a:pt x="247439" y="59609"/>
                  </a:lnTo>
                  <a:close/>
                  <a:moveTo>
                    <a:pt x="807909" y="704015"/>
                  </a:moveTo>
                  <a:lnTo>
                    <a:pt x="816915" y="696765"/>
                  </a:lnTo>
                  <a:lnTo>
                    <a:pt x="791571" y="699108"/>
                  </a:lnTo>
                  <a:close/>
                  <a:moveTo>
                    <a:pt x="818812" y="659303"/>
                  </a:moveTo>
                  <a:lnTo>
                    <a:pt x="832624" y="667260"/>
                  </a:lnTo>
                  <a:lnTo>
                    <a:pt x="810567" y="621259"/>
                  </a:lnTo>
                  <a:close/>
                  <a:moveTo>
                    <a:pt x="810567" y="621259"/>
                  </a:moveTo>
                  <a:lnTo>
                    <a:pt x="855983" y="622048"/>
                  </a:lnTo>
                  <a:lnTo>
                    <a:pt x="841848" y="613322"/>
                  </a:lnTo>
                  <a:close/>
                  <a:moveTo>
                    <a:pt x="818812" y="659303"/>
                  </a:moveTo>
                  <a:lnTo>
                    <a:pt x="810567" y="621259"/>
                  </a:lnTo>
                  <a:lnTo>
                    <a:pt x="800817" y="650077"/>
                  </a:lnTo>
                  <a:close/>
                  <a:moveTo>
                    <a:pt x="810567" y="621259"/>
                  </a:moveTo>
                  <a:lnTo>
                    <a:pt x="796106" y="613322"/>
                  </a:lnTo>
                  <a:lnTo>
                    <a:pt x="800817" y="650077"/>
                  </a:lnTo>
                  <a:close/>
                  <a:moveTo>
                    <a:pt x="552986" y="332862"/>
                  </a:moveTo>
                  <a:lnTo>
                    <a:pt x="574716" y="319282"/>
                  </a:lnTo>
                  <a:lnTo>
                    <a:pt x="532261" y="283740"/>
                  </a:lnTo>
                  <a:close/>
                  <a:moveTo>
                    <a:pt x="575183" y="319645"/>
                  </a:moveTo>
                  <a:lnTo>
                    <a:pt x="612580" y="334888"/>
                  </a:lnTo>
                  <a:lnTo>
                    <a:pt x="616912" y="302099"/>
                  </a:lnTo>
                  <a:close/>
                  <a:moveTo>
                    <a:pt x="614251" y="211405"/>
                  </a:moveTo>
                  <a:lnTo>
                    <a:pt x="617727" y="222210"/>
                  </a:lnTo>
                  <a:lnTo>
                    <a:pt x="587146" y="175236"/>
                  </a:lnTo>
                  <a:close/>
                  <a:moveTo>
                    <a:pt x="587146" y="175236"/>
                  </a:moveTo>
                  <a:lnTo>
                    <a:pt x="617727" y="222210"/>
                  </a:lnTo>
                  <a:lnTo>
                    <a:pt x="595509" y="19183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97" name="Input_density__96">
              <a:extLst>
                <a:ext uri="{FF2B5EF4-FFF2-40B4-BE49-F238E27FC236}">
                  <a16:creationId xmlns:a16="http://schemas.microsoft.com/office/drawing/2014/main" id="{A7B99E0F-8790-86FE-E480-B72F608BF9B5}"/>
                </a:ext>
              </a:extLst>
            </p:cNvPr>
            <p:cNvSpPr>
              <a:spLocks noGrp="1"/>
            </p:cNvSpPr>
            <p:nvPr/>
          </p:nvSpPr>
          <p:spPr>
            <a:xfrm>
              <a:off x="1015505" y="1829535"/>
              <a:ext cx="937515" cy="1355034"/>
            </a:xfrm>
            <a:custGeom>
              <a:avLst/>
              <a:gdLst/>
              <a:ahLst/>
              <a:cxnLst/>
              <a:rect l="0" t="0" r="0" b="0"/>
              <a:pathLst>
                <a:path w="937515" h="1355034">
                  <a:moveTo>
                    <a:pt x="13755" y="1191224"/>
                  </a:moveTo>
                  <a:lnTo>
                    <a:pt x="47169" y="1225198"/>
                  </a:lnTo>
                  <a:lnTo>
                    <a:pt x="43291" y="1208573"/>
                  </a:lnTo>
                  <a:close/>
                  <a:moveTo>
                    <a:pt x="43291" y="1208573"/>
                  </a:moveTo>
                  <a:lnTo>
                    <a:pt x="30583" y="1208015"/>
                  </a:lnTo>
                  <a:lnTo>
                    <a:pt x="13755" y="1191224"/>
                  </a:lnTo>
                  <a:close/>
                  <a:moveTo>
                    <a:pt x="130661" y="1325960"/>
                  </a:moveTo>
                  <a:lnTo>
                    <a:pt x="175536" y="1355034"/>
                  </a:lnTo>
                  <a:lnTo>
                    <a:pt x="145330" y="1337800"/>
                  </a:lnTo>
                  <a:close/>
                  <a:moveTo>
                    <a:pt x="114133" y="1160409"/>
                  </a:moveTo>
                  <a:lnTo>
                    <a:pt x="95158" y="1178585"/>
                  </a:lnTo>
                  <a:lnTo>
                    <a:pt x="90174" y="1197546"/>
                  </a:lnTo>
                  <a:close/>
                  <a:moveTo>
                    <a:pt x="128824" y="987463"/>
                  </a:moveTo>
                  <a:lnTo>
                    <a:pt x="162800" y="989919"/>
                  </a:lnTo>
                  <a:lnTo>
                    <a:pt x="154148" y="993636"/>
                  </a:lnTo>
                  <a:close/>
                  <a:moveTo>
                    <a:pt x="162800" y="989919"/>
                  </a:moveTo>
                  <a:lnTo>
                    <a:pt x="188271" y="992983"/>
                  </a:lnTo>
                  <a:lnTo>
                    <a:pt x="154148" y="993636"/>
                  </a:lnTo>
                  <a:close/>
                  <a:moveTo>
                    <a:pt x="189545" y="993704"/>
                  </a:moveTo>
                  <a:lnTo>
                    <a:pt x="228039" y="1013051"/>
                  </a:lnTo>
                  <a:lnTo>
                    <a:pt x="248556" y="993555"/>
                  </a:lnTo>
                  <a:close/>
                  <a:moveTo>
                    <a:pt x="260621" y="1010296"/>
                  </a:moveTo>
                  <a:lnTo>
                    <a:pt x="269618" y="981026"/>
                  </a:lnTo>
                  <a:lnTo>
                    <a:pt x="248556" y="993555"/>
                  </a:lnTo>
                  <a:close/>
                  <a:moveTo>
                    <a:pt x="228039" y="1013051"/>
                  </a:moveTo>
                  <a:lnTo>
                    <a:pt x="260621" y="1010296"/>
                  </a:lnTo>
                  <a:lnTo>
                    <a:pt x="248556" y="993555"/>
                  </a:lnTo>
                  <a:close/>
                  <a:moveTo>
                    <a:pt x="77199" y="536888"/>
                  </a:moveTo>
                  <a:lnTo>
                    <a:pt x="84046" y="590345"/>
                  </a:lnTo>
                  <a:lnTo>
                    <a:pt x="111152" y="536559"/>
                  </a:lnTo>
                  <a:close/>
                  <a:moveTo>
                    <a:pt x="76891" y="536406"/>
                  </a:moveTo>
                  <a:lnTo>
                    <a:pt x="77199" y="536888"/>
                  </a:lnTo>
                  <a:lnTo>
                    <a:pt x="77609" y="535723"/>
                  </a:lnTo>
                  <a:close/>
                  <a:moveTo>
                    <a:pt x="160503" y="555978"/>
                  </a:moveTo>
                  <a:lnTo>
                    <a:pt x="154853" y="575376"/>
                  </a:lnTo>
                  <a:lnTo>
                    <a:pt x="178555" y="567785"/>
                  </a:lnTo>
                  <a:close/>
                  <a:moveTo>
                    <a:pt x="178555" y="567785"/>
                  </a:moveTo>
                  <a:lnTo>
                    <a:pt x="154853" y="575376"/>
                  </a:lnTo>
                  <a:lnTo>
                    <a:pt x="212357" y="569586"/>
                  </a:lnTo>
                  <a:close/>
                  <a:moveTo>
                    <a:pt x="77609" y="535723"/>
                  </a:moveTo>
                  <a:lnTo>
                    <a:pt x="88404" y="483031"/>
                  </a:lnTo>
                  <a:lnTo>
                    <a:pt x="76891" y="536406"/>
                  </a:lnTo>
                  <a:close/>
                  <a:moveTo>
                    <a:pt x="76891" y="536406"/>
                  </a:moveTo>
                  <a:lnTo>
                    <a:pt x="88404" y="483031"/>
                  </a:lnTo>
                  <a:lnTo>
                    <a:pt x="87983" y="482468"/>
                  </a:lnTo>
                  <a:close/>
                  <a:moveTo>
                    <a:pt x="576265" y="1028498"/>
                  </a:moveTo>
                  <a:lnTo>
                    <a:pt x="622300" y="1018161"/>
                  </a:lnTo>
                  <a:lnTo>
                    <a:pt x="607356" y="985562"/>
                  </a:lnTo>
                  <a:close/>
                  <a:moveTo>
                    <a:pt x="579283" y="981297"/>
                  </a:moveTo>
                  <a:lnTo>
                    <a:pt x="567008" y="946529"/>
                  </a:lnTo>
                  <a:lnTo>
                    <a:pt x="565500" y="979854"/>
                  </a:lnTo>
                  <a:close/>
                  <a:moveTo>
                    <a:pt x="315839" y="612560"/>
                  </a:moveTo>
                  <a:lnTo>
                    <a:pt x="321996" y="652302"/>
                  </a:lnTo>
                  <a:lnTo>
                    <a:pt x="322462" y="666243"/>
                  </a:lnTo>
                  <a:close/>
                  <a:moveTo>
                    <a:pt x="321996" y="652302"/>
                  </a:moveTo>
                  <a:lnTo>
                    <a:pt x="315839" y="612560"/>
                  </a:lnTo>
                  <a:lnTo>
                    <a:pt x="323062" y="649059"/>
                  </a:lnTo>
                  <a:close/>
                  <a:moveTo>
                    <a:pt x="315839" y="612560"/>
                  </a:moveTo>
                  <a:lnTo>
                    <a:pt x="315454" y="612304"/>
                  </a:lnTo>
                  <a:lnTo>
                    <a:pt x="323062" y="649059"/>
                  </a:lnTo>
                  <a:close/>
                  <a:moveTo>
                    <a:pt x="825130" y="1173310"/>
                  </a:moveTo>
                  <a:lnTo>
                    <a:pt x="801233" y="1200384"/>
                  </a:lnTo>
                  <a:lnTo>
                    <a:pt x="811568" y="1196377"/>
                  </a:lnTo>
                  <a:close/>
                  <a:moveTo>
                    <a:pt x="832458" y="1146446"/>
                  </a:moveTo>
                  <a:lnTo>
                    <a:pt x="825130" y="1173310"/>
                  </a:lnTo>
                  <a:lnTo>
                    <a:pt x="808822" y="1200384"/>
                  </a:lnTo>
                  <a:close/>
                  <a:moveTo>
                    <a:pt x="674471" y="887544"/>
                  </a:moveTo>
                  <a:lnTo>
                    <a:pt x="640596" y="885467"/>
                  </a:lnTo>
                  <a:lnTo>
                    <a:pt x="651911" y="899404"/>
                  </a:lnTo>
                  <a:close/>
                  <a:moveTo>
                    <a:pt x="674471" y="887544"/>
                  </a:moveTo>
                  <a:lnTo>
                    <a:pt x="651911" y="899404"/>
                  </a:lnTo>
                  <a:lnTo>
                    <a:pt x="708935" y="891819"/>
                  </a:lnTo>
                  <a:close/>
                  <a:moveTo>
                    <a:pt x="532911" y="778896"/>
                  </a:moveTo>
                  <a:lnTo>
                    <a:pt x="547626" y="761713"/>
                  </a:lnTo>
                  <a:lnTo>
                    <a:pt x="510747" y="745341"/>
                  </a:lnTo>
                  <a:close/>
                  <a:moveTo>
                    <a:pt x="484370" y="771298"/>
                  </a:moveTo>
                  <a:lnTo>
                    <a:pt x="510747" y="745341"/>
                  </a:lnTo>
                  <a:lnTo>
                    <a:pt x="539012" y="754812"/>
                  </a:lnTo>
                  <a:close/>
                  <a:moveTo>
                    <a:pt x="376583" y="577938"/>
                  </a:moveTo>
                  <a:lnTo>
                    <a:pt x="357827" y="595121"/>
                  </a:lnTo>
                  <a:lnTo>
                    <a:pt x="371565" y="598695"/>
                  </a:lnTo>
                  <a:close/>
                  <a:moveTo>
                    <a:pt x="143388" y="243883"/>
                  </a:moveTo>
                  <a:lnTo>
                    <a:pt x="146763" y="247143"/>
                  </a:lnTo>
                  <a:lnTo>
                    <a:pt x="133492" y="235250"/>
                  </a:lnTo>
                  <a:close/>
                  <a:moveTo>
                    <a:pt x="18672" y="151319"/>
                  </a:moveTo>
                  <a:lnTo>
                    <a:pt x="30162" y="100569"/>
                  </a:lnTo>
                  <a:lnTo>
                    <a:pt x="7096" y="154061"/>
                  </a:lnTo>
                  <a:close/>
                  <a:moveTo>
                    <a:pt x="146763" y="247143"/>
                  </a:moveTo>
                  <a:lnTo>
                    <a:pt x="158594" y="256409"/>
                  </a:lnTo>
                  <a:lnTo>
                    <a:pt x="177417" y="274905"/>
                  </a:lnTo>
                  <a:close/>
                  <a:moveTo>
                    <a:pt x="708935" y="891819"/>
                  </a:moveTo>
                  <a:lnTo>
                    <a:pt x="711411" y="891549"/>
                  </a:lnTo>
                  <a:lnTo>
                    <a:pt x="699442" y="884695"/>
                  </a:lnTo>
                  <a:close/>
                  <a:moveTo>
                    <a:pt x="708935" y="891819"/>
                  </a:moveTo>
                  <a:lnTo>
                    <a:pt x="699442" y="884695"/>
                  </a:lnTo>
                  <a:lnTo>
                    <a:pt x="674471" y="887544"/>
                  </a:lnTo>
                  <a:close/>
                  <a:moveTo>
                    <a:pt x="515992" y="572538"/>
                  </a:moveTo>
                  <a:lnTo>
                    <a:pt x="482644" y="572430"/>
                  </a:lnTo>
                  <a:lnTo>
                    <a:pt x="495137" y="590774"/>
                  </a:lnTo>
                  <a:close/>
                  <a:moveTo>
                    <a:pt x="388349" y="469031"/>
                  </a:moveTo>
                  <a:lnTo>
                    <a:pt x="404593" y="504428"/>
                  </a:lnTo>
                  <a:lnTo>
                    <a:pt x="404905" y="502561"/>
                  </a:lnTo>
                  <a:close/>
                  <a:moveTo>
                    <a:pt x="177417" y="274905"/>
                  </a:moveTo>
                  <a:lnTo>
                    <a:pt x="210110" y="272563"/>
                  </a:lnTo>
                  <a:lnTo>
                    <a:pt x="195228" y="271373"/>
                  </a:lnTo>
                  <a:close/>
                  <a:moveTo>
                    <a:pt x="210110" y="272563"/>
                  </a:moveTo>
                  <a:lnTo>
                    <a:pt x="219645" y="278611"/>
                  </a:lnTo>
                  <a:lnTo>
                    <a:pt x="195228" y="271373"/>
                  </a:lnTo>
                  <a:close/>
                  <a:moveTo>
                    <a:pt x="151412" y="156449"/>
                  </a:moveTo>
                  <a:lnTo>
                    <a:pt x="144084" y="178646"/>
                  </a:lnTo>
                  <a:lnTo>
                    <a:pt x="160099" y="165692"/>
                  </a:lnTo>
                  <a:close/>
                  <a:moveTo>
                    <a:pt x="160099" y="165692"/>
                  </a:moveTo>
                  <a:lnTo>
                    <a:pt x="144084" y="178646"/>
                  </a:lnTo>
                  <a:lnTo>
                    <a:pt x="143891" y="196528"/>
                  </a:lnTo>
                  <a:close/>
                  <a:moveTo>
                    <a:pt x="151412" y="156449"/>
                  </a:moveTo>
                  <a:lnTo>
                    <a:pt x="160099" y="165692"/>
                  </a:lnTo>
                  <a:lnTo>
                    <a:pt x="166537" y="138019"/>
                  </a:lnTo>
                  <a:close/>
                  <a:moveTo>
                    <a:pt x="0" y="26613"/>
                  </a:moveTo>
                  <a:lnTo>
                    <a:pt x="14482" y="9430"/>
                  </a:lnTo>
                  <a:lnTo>
                    <a:pt x="764" y="63368"/>
                  </a:lnTo>
                  <a:close/>
                  <a:moveTo>
                    <a:pt x="0" y="26613"/>
                  </a:moveTo>
                  <a:lnTo>
                    <a:pt x="6131" y="8224"/>
                  </a:lnTo>
                  <a:lnTo>
                    <a:pt x="29715" y="192"/>
                  </a:lnTo>
                  <a:close/>
                  <a:moveTo>
                    <a:pt x="711411" y="891549"/>
                  </a:moveTo>
                  <a:lnTo>
                    <a:pt x="722658" y="901253"/>
                  </a:lnTo>
                  <a:lnTo>
                    <a:pt x="739134" y="908523"/>
                  </a:lnTo>
                  <a:close/>
                  <a:moveTo>
                    <a:pt x="772174" y="907477"/>
                  </a:moveTo>
                  <a:lnTo>
                    <a:pt x="722658" y="901253"/>
                  </a:lnTo>
                  <a:lnTo>
                    <a:pt x="747765" y="907930"/>
                  </a:lnTo>
                  <a:close/>
                  <a:moveTo>
                    <a:pt x="772174" y="907477"/>
                  </a:moveTo>
                  <a:lnTo>
                    <a:pt x="739134" y="908523"/>
                  </a:lnTo>
                  <a:lnTo>
                    <a:pt x="722658" y="901253"/>
                  </a:lnTo>
                  <a:close/>
                  <a:moveTo>
                    <a:pt x="927952" y="984631"/>
                  </a:moveTo>
                  <a:lnTo>
                    <a:pt x="921954" y="997543"/>
                  </a:lnTo>
                  <a:lnTo>
                    <a:pt x="937515" y="996261"/>
                  </a:lnTo>
                  <a:close/>
                  <a:moveTo>
                    <a:pt x="629248" y="654535"/>
                  </a:moveTo>
                  <a:lnTo>
                    <a:pt x="609115" y="707774"/>
                  </a:lnTo>
                  <a:lnTo>
                    <a:pt x="613893" y="689421"/>
                  </a:lnTo>
                  <a:close/>
                  <a:moveTo>
                    <a:pt x="482644" y="572430"/>
                  </a:moveTo>
                  <a:lnTo>
                    <a:pt x="515992" y="572538"/>
                  </a:lnTo>
                  <a:lnTo>
                    <a:pt x="505407" y="561329"/>
                  </a:lnTo>
                  <a:close/>
                  <a:moveTo>
                    <a:pt x="281239" y="255625"/>
                  </a:moveTo>
                  <a:lnTo>
                    <a:pt x="238108" y="281033"/>
                  </a:lnTo>
                  <a:lnTo>
                    <a:pt x="271623" y="281764"/>
                  </a:lnTo>
                  <a:close/>
                  <a:moveTo>
                    <a:pt x="274068" y="216707"/>
                  </a:moveTo>
                  <a:lnTo>
                    <a:pt x="281239" y="255625"/>
                  </a:lnTo>
                  <a:lnTo>
                    <a:pt x="281286" y="266715"/>
                  </a:lnTo>
                  <a:close/>
                  <a:moveTo>
                    <a:pt x="157719" y="133414"/>
                  </a:moveTo>
                  <a:lnTo>
                    <a:pt x="171879" y="111367"/>
                  </a:lnTo>
                  <a:lnTo>
                    <a:pt x="173493" y="102511"/>
                  </a:lnTo>
                  <a:close/>
                  <a:moveTo>
                    <a:pt x="157719" y="133414"/>
                  </a:moveTo>
                  <a:lnTo>
                    <a:pt x="166537" y="138019"/>
                  </a:lnTo>
                  <a:lnTo>
                    <a:pt x="171879" y="111367"/>
                  </a:lnTo>
                  <a:close/>
                  <a:moveTo>
                    <a:pt x="151412" y="156449"/>
                  </a:moveTo>
                  <a:lnTo>
                    <a:pt x="166537" y="138019"/>
                  </a:lnTo>
                  <a:lnTo>
                    <a:pt x="149993" y="146819"/>
                  </a:lnTo>
                  <a:close/>
                  <a:moveTo>
                    <a:pt x="166537" y="138019"/>
                  </a:moveTo>
                  <a:lnTo>
                    <a:pt x="177976" y="119695"/>
                  </a:lnTo>
                  <a:lnTo>
                    <a:pt x="171879" y="111367"/>
                  </a:lnTo>
                  <a:close/>
                  <a:moveTo>
                    <a:pt x="177815" y="83977"/>
                  </a:moveTo>
                  <a:lnTo>
                    <a:pt x="171879" y="111367"/>
                  </a:lnTo>
                  <a:lnTo>
                    <a:pt x="177976" y="119695"/>
                  </a:lnTo>
                  <a:close/>
                  <a:moveTo>
                    <a:pt x="90890" y="8131"/>
                  </a:moveTo>
                  <a:lnTo>
                    <a:pt x="43784" y="0"/>
                  </a:lnTo>
                  <a:lnTo>
                    <a:pt x="69542" y="6148"/>
                  </a:lnTo>
                  <a:close/>
                  <a:moveTo>
                    <a:pt x="898002" y="930693"/>
                  </a:moveTo>
                  <a:lnTo>
                    <a:pt x="897168" y="933240"/>
                  </a:lnTo>
                  <a:lnTo>
                    <a:pt x="909443" y="947248"/>
                  </a:lnTo>
                  <a:close/>
                  <a:moveTo>
                    <a:pt x="923761" y="980355"/>
                  </a:moveTo>
                  <a:lnTo>
                    <a:pt x="921954" y="997543"/>
                  </a:lnTo>
                  <a:lnTo>
                    <a:pt x="927952" y="984631"/>
                  </a:lnTo>
                  <a:close/>
                  <a:moveTo>
                    <a:pt x="768925" y="702913"/>
                  </a:moveTo>
                  <a:lnTo>
                    <a:pt x="768472" y="712107"/>
                  </a:lnTo>
                  <a:lnTo>
                    <a:pt x="784634" y="673408"/>
                  </a:lnTo>
                  <a:close/>
                  <a:moveTo>
                    <a:pt x="749943" y="660310"/>
                  </a:moveTo>
                  <a:lnTo>
                    <a:pt x="768925" y="702913"/>
                  </a:lnTo>
                  <a:lnTo>
                    <a:pt x="770822" y="665450"/>
                  </a:lnTo>
                  <a:close/>
                  <a:moveTo>
                    <a:pt x="770822" y="665450"/>
                  </a:moveTo>
                  <a:lnTo>
                    <a:pt x="768925" y="702913"/>
                  </a:lnTo>
                  <a:lnTo>
                    <a:pt x="784634" y="673408"/>
                  </a:lnTo>
                  <a:close/>
                  <a:moveTo>
                    <a:pt x="460092" y="325727"/>
                  </a:moveTo>
                  <a:lnTo>
                    <a:pt x="455939" y="305858"/>
                  </a:lnTo>
                  <a:lnTo>
                    <a:pt x="484270" y="289887"/>
                  </a:lnTo>
                  <a:close/>
                  <a:moveTo>
                    <a:pt x="568921" y="308246"/>
                  </a:moveTo>
                  <a:lnTo>
                    <a:pt x="564590" y="341035"/>
                  </a:lnTo>
                  <a:lnTo>
                    <a:pt x="576131" y="312654"/>
                  </a:lnTo>
                  <a:close/>
                  <a:moveTo>
                    <a:pt x="576131" y="312654"/>
                  </a:moveTo>
                  <a:lnTo>
                    <a:pt x="564590" y="341035"/>
                  </a:lnTo>
                  <a:lnTo>
                    <a:pt x="581869" y="325429"/>
                  </a:lnTo>
                  <a:close/>
                  <a:moveTo>
                    <a:pt x="576131" y="312654"/>
                  </a:moveTo>
                  <a:lnTo>
                    <a:pt x="560624" y="280513"/>
                  </a:lnTo>
                  <a:lnTo>
                    <a:pt x="568921" y="308246"/>
                  </a:lnTo>
                  <a:close/>
                  <a:moveTo>
                    <a:pt x="560624" y="280513"/>
                  </a:moveTo>
                  <a:lnTo>
                    <a:pt x="551237" y="271491"/>
                  </a:lnTo>
                  <a:lnTo>
                    <a:pt x="568921" y="308246"/>
                  </a:lnTo>
                  <a:close/>
                  <a:moveTo>
                    <a:pt x="565742" y="249136"/>
                  </a:moveTo>
                  <a:lnTo>
                    <a:pt x="560624" y="280513"/>
                  </a:lnTo>
                  <a:lnTo>
                    <a:pt x="569878" y="234736"/>
                  </a:lnTo>
                  <a:close/>
                  <a:moveTo>
                    <a:pt x="551237" y="271491"/>
                  </a:moveTo>
                  <a:lnTo>
                    <a:pt x="560624" y="280513"/>
                  </a:lnTo>
                  <a:lnTo>
                    <a:pt x="565742" y="249136"/>
                  </a:lnTo>
                  <a:close/>
                  <a:moveTo>
                    <a:pt x="565742" y="249136"/>
                  </a:moveTo>
                  <a:lnTo>
                    <a:pt x="569737" y="228357"/>
                  </a:lnTo>
                  <a:lnTo>
                    <a:pt x="551237" y="271491"/>
                  </a:lnTo>
                  <a:close/>
                  <a:moveTo>
                    <a:pt x="551237" y="271491"/>
                  </a:moveTo>
                  <a:lnTo>
                    <a:pt x="569737" y="228357"/>
                  </a:lnTo>
                  <a:lnTo>
                    <a:pt x="566261" y="217553"/>
                  </a:lnTo>
                  <a:close/>
                  <a:moveTo>
                    <a:pt x="569737" y="228357"/>
                  </a:moveTo>
                  <a:lnTo>
                    <a:pt x="565742" y="249136"/>
                  </a:lnTo>
                  <a:lnTo>
                    <a:pt x="569878" y="23473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98" name="Input_density__97">
              <a:extLst>
                <a:ext uri="{FF2B5EF4-FFF2-40B4-BE49-F238E27FC236}">
                  <a16:creationId xmlns:a16="http://schemas.microsoft.com/office/drawing/2014/main" id="{3C5C04A3-6960-2EBB-B546-2D6E9C523B87}"/>
                </a:ext>
              </a:extLst>
            </p:cNvPr>
            <p:cNvSpPr>
              <a:spLocks noGrp="1"/>
            </p:cNvSpPr>
            <p:nvPr/>
          </p:nvSpPr>
          <p:spPr>
            <a:xfrm>
              <a:off x="957432" y="1724572"/>
              <a:ext cx="919847" cy="1268592"/>
            </a:xfrm>
            <a:custGeom>
              <a:avLst/>
              <a:gdLst/>
              <a:ahLst/>
              <a:cxnLst/>
              <a:rect l="0" t="0" r="0" b="0"/>
              <a:pathLst>
                <a:path w="919847" h="1268592">
                  <a:moveTo>
                    <a:pt x="64744" y="1173495"/>
                  </a:moveTo>
                  <a:lnTo>
                    <a:pt x="38172" y="1203580"/>
                  </a:lnTo>
                  <a:lnTo>
                    <a:pt x="41598" y="1202713"/>
                  </a:lnTo>
                  <a:close/>
                  <a:moveTo>
                    <a:pt x="11643" y="1195745"/>
                  </a:moveTo>
                  <a:lnTo>
                    <a:pt x="38172" y="1203580"/>
                  </a:lnTo>
                  <a:lnTo>
                    <a:pt x="64744" y="1173495"/>
                  </a:lnTo>
                  <a:close/>
                  <a:moveTo>
                    <a:pt x="67887" y="1148774"/>
                  </a:moveTo>
                  <a:lnTo>
                    <a:pt x="65227" y="1163926"/>
                  </a:lnTo>
                  <a:lnTo>
                    <a:pt x="41598" y="1202713"/>
                  </a:lnTo>
                  <a:close/>
                  <a:moveTo>
                    <a:pt x="75836" y="1118760"/>
                  </a:moveTo>
                  <a:lnTo>
                    <a:pt x="65227" y="1163926"/>
                  </a:lnTo>
                  <a:lnTo>
                    <a:pt x="67887" y="1148774"/>
                  </a:lnTo>
                  <a:close/>
                  <a:moveTo>
                    <a:pt x="146874" y="1124636"/>
                  </a:moveTo>
                  <a:lnTo>
                    <a:pt x="186896" y="1092426"/>
                  </a:lnTo>
                  <a:lnTo>
                    <a:pt x="136152" y="1094836"/>
                  </a:lnTo>
                  <a:close/>
                  <a:moveTo>
                    <a:pt x="166016" y="1014359"/>
                  </a:moveTo>
                  <a:lnTo>
                    <a:pt x="140140" y="1040898"/>
                  </a:lnTo>
                  <a:lnTo>
                    <a:pt x="156624" y="1007614"/>
                  </a:lnTo>
                  <a:close/>
                  <a:moveTo>
                    <a:pt x="188671" y="1002854"/>
                  </a:moveTo>
                  <a:lnTo>
                    <a:pt x="166016" y="1014359"/>
                  </a:lnTo>
                  <a:lnTo>
                    <a:pt x="156624" y="1007614"/>
                  </a:lnTo>
                  <a:close/>
                  <a:moveTo>
                    <a:pt x="166016" y="1014359"/>
                  </a:moveTo>
                  <a:lnTo>
                    <a:pt x="188671" y="1002854"/>
                  </a:lnTo>
                  <a:lnTo>
                    <a:pt x="168297" y="1004143"/>
                  </a:lnTo>
                  <a:close/>
                  <a:moveTo>
                    <a:pt x="188671" y="1002854"/>
                  </a:moveTo>
                  <a:lnTo>
                    <a:pt x="210461" y="986960"/>
                  </a:lnTo>
                  <a:lnTo>
                    <a:pt x="168297" y="1004143"/>
                  </a:lnTo>
                  <a:close/>
                  <a:moveTo>
                    <a:pt x="220932" y="984364"/>
                  </a:moveTo>
                  <a:lnTo>
                    <a:pt x="210461" y="986960"/>
                  </a:lnTo>
                  <a:lnTo>
                    <a:pt x="244801" y="1009706"/>
                  </a:lnTo>
                  <a:close/>
                  <a:moveTo>
                    <a:pt x="244801" y="1009706"/>
                  </a:moveTo>
                  <a:lnTo>
                    <a:pt x="210461" y="986960"/>
                  </a:lnTo>
                  <a:lnTo>
                    <a:pt x="210344" y="987678"/>
                  </a:lnTo>
                  <a:close/>
                  <a:moveTo>
                    <a:pt x="210344" y="987678"/>
                  </a:moveTo>
                  <a:lnTo>
                    <a:pt x="210461" y="986960"/>
                  </a:lnTo>
                  <a:lnTo>
                    <a:pt x="188671" y="1002854"/>
                  </a:lnTo>
                  <a:close/>
                  <a:moveTo>
                    <a:pt x="141721" y="786001"/>
                  </a:moveTo>
                  <a:lnTo>
                    <a:pt x="148150" y="822756"/>
                  </a:lnTo>
                  <a:lnTo>
                    <a:pt x="178213" y="813017"/>
                  </a:lnTo>
                  <a:close/>
                  <a:moveTo>
                    <a:pt x="11462" y="705989"/>
                  </a:moveTo>
                  <a:lnTo>
                    <a:pt x="49320" y="702299"/>
                  </a:lnTo>
                  <a:lnTo>
                    <a:pt x="32573" y="671166"/>
                  </a:lnTo>
                  <a:close/>
                  <a:moveTo>
                    <a:pt x="60400" y="658553"/>
                  </a:moveTo>
                  <a:lnTo>
                    <a:pt x="32573" y="671166"/>
                  </a:lnTo>
                  <a:lnTo>
                    <a:pt x="49320" y="702299"/>
                  </a:lnTo>
                  <a:close/>
                  <a:moveTo>
                    <a:pt x="73159" y="627711"/>
                  </a:moveTo>
                  <a:lnTo>
                    <a:pt x="32573" y="671166"/>
                  </a:lnTo>
                  <a:lnTo>
                    <a:pt x="60400" y="658553"/>
                  </a:lnTo>
                  <a:close/>
                  <a:moveTo>
                    <a:pt x="339920" y="952593"/>
                  </a:moveTo>
                  <a:lnTo>
                    <a:pt x="367165" y="979493"/>
                  </a:lnTo>
                  <a:lnTo>
                    <a:pt x="374665" y="940646"/>
                  </a:lnTo>
                  <a:close/>
                  <a:moveTo>
                    <a:pt x="280923" y="713785"/>
                  </a:moveTo>
                  <a:lnTo>
                    <a:pt x="252472" y="751634"/>
                  </a:lnTo>
                  <a:lnTo>
                    <a:pt x="265215" y="734451"/>
                  </a:lnTo>
                  <a:close/>
                  <a:moveTo>
                    <a:pt x="280923" y="713785"/>
                  </a:moveTo>
                  <a:lnTo>
                    <a:pt x="261046" y="735673"/>
                  </a:lnTo>
                  <a:lnTo>
                    <a:pt x="252472" y="751634"/>
                  </a:lnTo>
                  <a:close/>
                  <a:moveTo>
                    <a:pt x="191415" y="628281"/>
                  </a:moveTo>
                  <a:lnTo>
                    <a:pt x="184098" y="624186"/>
                  </a:lnTo>
                  <a:lnTo>
                    <a:pt x="169225" y="641522"/>
                  </a:lnTo>
                  <a:close/>
                  <a:moveTo>
                    <a:pt x="184098" y="624186"/>
                  </a:moveTo>
                  <a:lnTo>
                    <a:pt x="189475" y="621026"/>
                  </a:lnTo>
                  <a:lnTo>
                    <a:pt x="165142" y="641369"/>
                  </a:lnTo>
                  <a:close/>
                  <a:moveTo>
                    <a:pt x="167271" y="598177"/>
                  </a:moveTo>
                  <a:lnTo>
                    <a:pt x="189475" y="621026"/>
                  </a:lnTo>
                  <a:lnTo>
                    <a:pt x="213820" y="587474"/>
                  </a:lnTo>
                  <a:close/>
                  <a:moveTo>
                    <a:pt x="788947" y="1231837"/>
                  </a:moveTo>
                  <a:lnTo>
                    <a:pt x="774638" y="1217728"/>
                  </a:lnTo>
                  <a:lnTo>
                    <a:pt x="754150" y="1206814"/>
                  </a:lnTo>
                  <a:close/>
                  <a:moveTo>
                    <a:pt x="442278" y="881471"/>
                  </a:moveTo>
                  <a:lnTo>
                    <a:pt x="464156" y="900555"/>
                  </a:lnTo>
                  <a:lnTo>
                    <a:pt x="470174" y="864288"/>
                  </a:lnTo>
                  <a:close/>
                  <a:moveTo>
                    <a:pt x="469441" y="827533"/>
                  </a:moveTo>
                  <a:lnTo>
                    <a:pt x="468307" y="829199"/>
                  </a:lnTo>
                  <a:lnTo>
                    <a:pt x="442278" y="881471"/>
                  </a:lnTo>
                  <a:close/>
                  <a:moveTo>
                    <a:pt x="470174" y="864288"/>
                  </a:moveTo>
                  <a:lnTo>
                    <a:pt x="469441" y="827533"/>
                  </a:lnTo>
                  <a:lnTo>
                    <a:pt x="442278" y="881471"/>
                  </a:lnTo>
                  <a:close/>
                  <a:moveTo>
                    <a:pt x="335396" y="696662"/>
                  </a:moveTo>
                  <a:lnTo>
                    <a:pt x="310760" y="700765"/>
                  </a:lnTo>
                  <a:lnTo>
                    <a:pt x="280923" y="713785"/>
                  </a:lnTo>
                  <a:close/>
                  <a:moveTo>
                    <a:pt x="236619" y="576508"/>
                  </a:moveTo>
                  <a:lnTo>
                    <a:pt x="194743" y="620590"/>
                  </a:lnTo>
                  <a:lnTo>
                    <a:pt x="216612" y="607003"/>
                  </a:lnTo>
                  <a:close/>
                  <a:moveTo>
                    <a:pt x="189475" y="621026"/>
                  </a:moveTo>
                  <a:lnTo>
                    <a:pt x="194743" y="620590"/>
                  </a:lnTo>
                  <a:lnTo>
                    <a:pt x="236619" y="576508"/>
                  </a:lnTo>
                  <a:close/>
                  <a:moveTo>
                    <a:pt x="213820" y="587474"/>
                  </a:moveTo>
                  <a:lnTo>
                    <a:pt x="189475" y="621026"/>
                  </a:lnTo>
                  <a:lnTo>
                    <a:pt x="236619" y="576508"/>
                  </a:lnTo>
                  <a:close/>
                  <a:moveTo>
                    <a:pt x="826277" y="1214654"/>
                  </a:moveTo>
                  <a:lnTo>
                    <a:pt x="836850" y="1256163"/>
                  </a:lnTo>
                  <a:lnTo>
                    <a:pt x="836450" y="1228049"/>
                  </a:lnTo>
                  <a:close/>
                  <a:moveTo>
                    <a:pt x="791063" y="1268592"/>
                  </a:moveTo>
                  <a:lnTo>
                    <a:pt x="836850" y="1256163"/>
                  </a:lnTo>
                  <a:lnTo>
                    <a:pt x="826277" y="1214654"/>
                  </a:lnTo>
                  <a:close/>
                  <a:moveTo>
                    <a:pt x="788947" y="1231837"/>
                  </a:moveTo>
                  <a:lnTo>
                    <a:pt x="791063" y="1268592"/>
                  </a:lnTo>
                  <a:lnTo>
                    <a:pt x="826277" y="1214654"/>
                  </a:lnTo>
                  <a:close/>
                  <a:moveTo>
                    <a:pt x="836850" y="1256163"/>
                  </a:moveTo>
                  <a:lnTo>
                    <a:pt x="859431" y="1251409"/>
                  </a:lnTo>
                  <a:lnTo>
                    <a:pt x="836450" y="1228049"/>
                  </a:lnTo>
                  <a:close/>
                  <a:moveTo>
                    <a:pt x="469441" y="827533"/>
                  </a:moveTo>
                  <a:lnTo>
                    <a:pt x="470174" y="864288"/>
                  </a:lnTo>
                  <a:lnTo>
                    <a:pt x="483866" y="847104"/>
                  </a:lnTo>
                  <a:close/>
                  <a:moveTo>
                    <a:pt x="469441" y="827533"/>
                  </a:moveTo>
                  <a:lnTo>
                    <a:pt x="483866" y="847104"/>
                  </a:lnTo>
                  <a:lnTo>
                    <a:pt x="477094" y="810349"/>
                  </a:lnTo>
                  <a:close/>
                  <a:moveTo>
                    <a:pt x="485337" y="787331"/>
                  </a:moveTo>
                  <a:lnTo>
                    <a:pt x="469441" y="827533"/>
                  </a:lnTo>
                  <a:lnTo>
                    <a:pt x="477094" y="810349"/>
                  </a:lnTo>
                  <a:close/>
                  <a:moveTo>
                    <a:pt x="885705" y="1243533"/>
                  </a:moveTo>
                  <a:lnTo>
                    <a:pt x="836450" y="1228049"/>
                  </a:lnTo>
                  <a:lnTo>
                    <a:pt x="859431" y="1251409"/>
                  </a:lnTo>
                  <a:close/>
                  <a:moveTo>
                    <a:pt x="835571" y="1212456"/>
                  </a:moveTo>
                  <a:lnTo>
                    <a:pt x="836450" y="1228049"/>
                  </a:lnTo>
                  <a:lnTo>
                    <a:pt x="885705" y="1243533"/>
                  </a:lnTo>
                  <a:close/>
                  <a:moveTo>
                    <a:pt x="867206" y="1213825"/>
                  </a:moveTo>
                  <a:lnTo>
                    <a:pt x="835571" y="1212456"/>
                  </a:lnTo>
                  <a:lnTo>
                    <a:pt x="885705" y="1243533"/>
                  </a:lnTo>
                  <a:close/>
                  <a:moveTo>
                    <a:pt x="826277" y="1214654"/>
                  </a:moveTo>
                  <a:lnTo>
                    <a:pt x="836450" y="1228049"/>
                  </a:lnTo>
                  <a:lnTo>
                    <a:pt x="835571" y="1212456"/>
                  </a:lnTo>
                  <a:close/>
                  <a:moveTo>
                    <a:pt x="485337" y="787331"/>
                  </a:moveTo>
                  <a:lnTo>
                    <a:pt x="511823" y="790151"/>
                  </a:lnTo>
                  <a:lnTo>
                    <a:pt x="502697" y="773594"/>
                  </a:lnTo>
                  <a:close/>
                  <a:moveTo>
                    <a:pt x="511823" y="790151"/>
                  </a:moveTo>
                  <a:lnTo>
                    <a:pt x="524843" y="756411"/>
                  </a:lnTo>
                  <a:lnTo>
                    <a:pt x="502697" y="773594"/>
                  </a:lnTo>
                  <a:close/>
                  <a:moveTo>
                    <a:pt x="890510" y="1123961"/>
                  </a:moveTo>
                  <a:lnTo>
                    <a:pt x="919847" y="1143532"/>
                  </a:lnTo>
                  <a:lnTo>
                    <a:pt x="901213" y="1106777"/>
                  </a:lnTo>
                  <a:close/>
                  <a:moveTo>
                    <a:pt x="594901" y="755406"/>
                  </a:moveTo>
                  <a:lnTo>
                    <a:pt x="573535" y="753080"/>
                  </a:lnTo>
                  <a:lnTo>
                    <a:pt x="614806" y="775982"/>
                  </a:lnTo>
                  <a:close/>
                  <a:moveTo>
                    <a:pt x="244825" y="334923"/>
                  </a:moveTo>
                  <a:lnTo>
                    <a:pt x="247999" y="330433"/>
                  </a:lnTo>
                  <a:lnTo>
                    <a:pt x="204835" y="352106"/>
                  </a:lnTo>
                  <a:close/>
                  <a:moveTo>
                    <a:pt x="571681" y="620346"/>
                  </a:moveTo>
                  <a:lnTo>
                    <a:pt x="540415" y="628962"/>
                  </a:lnTo>
                  <a:lnTo>
                    <a:pt x="579834" y="658464"/>
                  </a:lnTo>
                  <a:close/>
                  <a:moveTo>
                    <a:pt x="631766" y="672452"/>
                  </a:moveTo>
                  <a:lnTo>
                    <a:pt x="614765" y="648534"/>
                  </a:lnTo>
                  <a:lnTo>
                    <a:pt x="574065" y="677501"/>
                  </a:lnTo>
                  <a:close/>
                  <a:moveTo>
                    <a:pt x="614765" y="648534"/>
                  </a:moveTo>
                  <a:lnTo>
                    <a:pt x="622461" y="637662"/>
                  </a:lnTo>
                  <a:lnTo>
                    <a:pt x="579834" y="658464"/>
                  </a:lnTo>
                  <a:close/>
                  <a:moveTo>
                    <a:pt x="312807" y="355047"/>
                  </a:moveTo>
                  <a:lnTo>
                    <a:pt x="332141" y="321670"/>
                  </a:lnTo>
                  <a:lnTo>
                    <a:pt x="295275" y="324553"/>
                  </a:lnTo>
                  <a:close/>
                  <a:moveTo>
                    <a:pt x="332141" y="321670"/>
                  </a:moveTo>
                  <a:lnTo>
                    <a:pt x="322289" y="284932"/>
                  </a:lnTo>
                  <a:lnTo>
                    <a:pt x="295275" y="324553"/>
                  </a:lnTo>
                  <a:close/>
                  <a:moveTo>
                    <a:pt x="29152" y="10505"/>
                  </a:moveTo>
                  <a:lnTo>
                    <a:pt x="0" y="26085"/>
                  </a:lnTo>
                  <a:lnTo>
                    <a:pt x="54217" y="8009"/>
                  </a:lnTo>
                  <a:close/>
                  <a:moveTo>
                    <a:pt x="85395" y="0"/>
                  </a:moveTo>
                  <a:lnTo>
                    <a:pt x="29152" y="10505"/>
                  </a:lnTo>
                  <a:lnTo>
                    <a:pt x="54217" y="8009"/>
                  </a:lnTo>
                  <a:close/>
                  <a:moveTo>
                    <a:pt x="684604" y="672213"/>
                  </a:moveTo>
                  <a:lnTo>
                    <a:pt x="642748" y="685289"/>
                  </a:lnTo>
                  <a:lnTo>
                    <a:pt x="692021" y="676950"/>
                  </a:lnTo>
                  <a:close/>
                  <a:moveTo>
                    <a:pt x="692021" y="676950"/>
                  </a:moveTo>
                  <a:lnTo>
                    <a:pt x="642748" y="685289"/>
                  </a:lnTo>
                  <a:lnTo>
                    <a:pt x="636021" y="688360"/>
                  </a:lnTo>
                  <a:close/>
                  <a:moveTo>
                    <a:pt x="642748" y="685289"/>
                  </a:moveTo>
                  <a:lnTo>
                    <a:pt x="684604" y="672213"/>
                  </a:lnTo>
                  <a:lnTo>
                    <a:pt x="631766" y="672452"/>
                  </a:lnTo>
                  <a:close/>
                  <a:moveTo>
                    <a:pt x="631766" y="672452"/>
                  </a:moveTo>
                  <a:lnTo>
                    <a:pt x="684604" y="672213"/>
                  </a:lnTo>
                  <a:lnTo>
                    <a:pt x="687083" y="658490"/>
                  </a:lnTo>
                  <a:close/>
                  <a:moveTo>
                    <a:pt x="631766" y="672452"/>
                  </a:moveTo>
                  <a:lnTo>
                    <a:pt x="687083" y="658490"/>
                  </a:lnTo>
                  <a:lnTo>
                    <a:pt x="650903" y="647793"/>
                  </a:lnTo>
                  <a:close/>
                  <a:moveTo>
                    <a:pt x="631766" y="672452"/>
                  </a:moveTo>
                  <a:lnTo>
                    <a:pt x="632720" y="631351"/>
                  </a:lnTo>
                  <a:lnTo>
                    <a:pt x="614765" y="648534"/>
                  </a:lnTo>
                  <a:close/>
                  <a:moveTo>
                    <a:pt x="632720" y="631351"/>
                  </a:moveTo>
                  <a:lnTo>
                    <a:pt x="622461" y="637662"/>
                  </a:lnTo>
                  <a:lnTo>
                    <a:pt x="614765" y="648534"/>
                  </a:lnTo>
                  <a:close/>
                  <a:moveTo>
                    <a:pt x="623162" y="544074"/>
                  </a:moveTo>
                  <a:lnTo>
                    <a:pt x="606456" y="521086"/>
                  </a:lnTo>
                  <a:lnTo>
                    <a:pt x="563148" y="540476"/>
                  </a:lnTo>
                  <a:close/>
                  <a:moveTo>
                    <a:pt x="623162" y="544074"/>
                  </a:moveTo>
                  <a:lnTo>
                    <a:pt x="631690" y="509154"/>
                  </a:lnTo>
                  <a:lnTo>
                    <a:pt x="606456" y="521086"/>
                  </a:lnTo>
                  <a:close/>
                  <a:moveTo>
                    <a:pt x="832884" y="687677"/>
                  </a:moveTo>
                  <a:lnTo>
                    <a:pt x="851930" y="724433"/>
                  </a:lnTo>
                  <a:lnTo>
                    <a:pt x="880925" y="710454"/>
                  </a:lnTo>
                  <a:close/>
                  <a:moveTo>
                    <a:pt x="488191" y="316962"/>
                  </a:moveTo>
                  <a:lnTo>
                    <a:pt x="492395" y="317398"/>
                  </a:lnTo>
                  <a:lnTo>
                    <a:pt x="541473" y="295390"/>
                  </a:lnTo>
                  <a:close/>
                  <a:moveTo>
                    <a:pt x="520344" y="312599"/>
                  </a:moveTo>
                  <a:lnTo>
                    <a:pt x="488191" y="316962"/>
                  </a:lnTo>
                  <a:lnTo>
                    <a:pt x="541473" y="295390"/>
                  </a:lnTo>
                  <a:close/>
                  <a:moveTo>
                    <a:pt x="569365" y="275099"/>
                  </a:moveTo>
                  <a:lnTo>
                    <a:pt x="520344" y="312599"/>
                  </a:lnTo>
                  <a:lnTo>
                    <a:pt x="541473" y="295390"/>
                  </a:lnTo>
                  <a:close/>
                  <a:moveTo>
                    <a:pt x="552457" y="295657"/>
                  </a:moveTo>
                  <a:lnTo>
                    <a:pt x="569365" y="275099"/>
                  </a:lnTo>
                  <a:lnTo>
                    <a:pt x="541473" y="295390"/>
                  </a:lnTo>
                  <a:close/>
                  <a:moveTo>
                    <a:pt x="552457" y="295657"/>
                  </a:moveTo>
                  <a:lnTo>
                    <a:pt x="597229" y="286347"/>
                  </a:lnTo>
                  <a:lnTo>
                    <a:pt x="569365" y="275099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99" name="Input_density__98">
              <a:extLst>
                <a:ext uri="{FF2B5EF4-FFF2-40B4-BE49-F238E27FC236}">
                  <a16:creationId xmlns:a16="http://schemas.microsoft.com/office/drawing/2014/main" id="{D45C680F-F4E4-5176-9F39-FC0CBAE33D78}"/>
                </a:ext>
              </a:extLst>
            </p:cNvPr>
            <p:cNvSpPr>
              <a:spLocks noGrp="1"/>
            </p:cNvSpPr>
            <p:nvPr/>
          </p:nvSpPr>
          <p:spPr>
            <a:xfrm>
              <a:off x="1015505" y="1829535"/>
              <a:ext cx="825130" cy="1202570"/>
            </a:xfrm>
            <a:custGeom>
              <a:avLst/>
              <a:gdLst/>
              <a:ahLst/>
              <a:cxnLst/>
              <a:rect l="0" t="0" r="0" b="0"/>
              <a:pathLst>
                <a:path w="825130" h="1202570">
                  <a:moveTo>
                    <a:pt x="110291" y="1063383"/>
                  </a:moveTo>
                  <a:lnTo>
                    <a:pt x="87178" y="1080566"/>
                  </a:lnTo>
                  <a:lnTo>
                    <a:pt x="121326" y="1055638"/>
                  </a:lnTo>
                  <a:close/>
                  <a:moveTo>
                    <a:pt x="54137" y="681038"/>
                  </a:moveTo>
                  <a:lnTo>
                    <a:pt x="63340" y="637650"/>
                  </a:lnTo>
                  <a:lnTo>
                    <a:pt x="67556" y="627100"/>
                  </a:lnTo>
                  <a:close/>
                  <a:moveTo>
                    <a:pt x="54137" y="681038"/>
                  </a:moveTo>
                  <a:lnTo>
                    <a:pt x="67556" y="627100"/>
                  </a:lnTo>
                  <a:lnTo>
                    <a:pt x="60563" y="663855"/>
                  </a:lnTo>
                  <a:close/>
                  <a:moveTo>
                    <a:pt x="67556" y="627100"/>
                  </a:moveTo>
                  <a:lnTo>
                    <a:pt x="63340" y="637650"/>
                  </a:lnTo>
                  <a:lnTo>
                    <a:pt x="72622" y="613288"/>
                  </a:lnTo>
                  <a:close/>
                  <a:moveTo>
                    <a:pt x="72622" y="613288"/>
                  </a:moveTo>
                  <a:lnTo>
                    <a:pt x="82689" y="577172"/>
                  </a:lnTo>
                  <a:lnTo>
                    <a:pt x="67556" y="627100"/>
                  </a:lnTo>
                  <a:close/>
                  <a:moveTo>
                    <a:pt x="82689" y="577172"/>
                  </a:moveTo>
                  <a:lnTo>
                    <a:pt x="72622" y="613288"/>
                  </a:lnTo>
                  <a:lnTo>
                    <a:pt x="84046" y="590345"/>
                  </a:lnTo>
                  <a:close/>
                  <a:moveTo>
                    <a:pt x="82689" y="577172"/>
                  </a:moveTo>
                  <a:lnTo>
                    <a:pt x="84046" y="590345"/>
                  </a:lnTo>
                  <a:lnTo>
                    <a:pt x="77199" y="536888"/>
                  </a:lnTo>
                  <a:close/>
                  <a:moveTo>
                    <a:pt x="82689" y="577172"/>
                  </a:moveTo>
                  <a:lnTo>
                    <a:pt x="77199" y="536888"/>
                  </a:lnTo>
                  <a:lnTo>
                    <a:pt x="82082" y="573161"/>
                  </a:lnTo>
                  <a:close/>
                  <a:moveTo>
                    <a:pt x="77199" y="536888"/>
                  </a:moveTo>
                  <a:lnTo>
                    <a:pt x="76891" y="536406"/>
                  </a:lnTo>
                  <a:lnTo>
                    <a:pt x="82082" y="573161"/>
                  </a:lnTo>
                  <a:close/>
                  <a:moveTo>
                    <a:pt x="247943" y="702636"/>
                  </a:moveTo>
                  <a:lnTo>
                    <a:pt x="255977" y="704306"/>
                  </a:lnTo>
                  <a:lnTo>
                    <a:pt x="279975" y="697823"/>
                  </a:lnTo>
                  <a:close/>
                  <a:moveTo>
                    <a:pt x="279975" y="697823"/>
                  </a:moveTo>
                  <a:lnTo>
                    <a:pt x="255977" y="704306"/>
                  </a:lnTo>
                  <a:lnTo>
                    <a:pt x="309893" y="685102"/>
                  </a:lnTo>
                  <a:close/>
                  <a:moveTo>
                    <a:pt x="300637" y="678866"/>
                  </a:moveTo>
                  <a:lnTo>
                    <a:pt x="321996" y="652302"/>
                  </a:lnTo>
                  <a:lnTo>
                    <a:pt x="323062" y="649059"/>
                  </a:lnTo>
                  <a:close/>
                  <a:moveTo>
                    <a:pt x="309893" y="685102"/>
                  </a:moveTo>
                  <a:lnTo>
                    <a:pt x="321996" y="652302"/>
                  </a:lnTo>
                  <a:lnTo>
                    <a:pt x="300637" y="678866"/>
                  </a:lnTo>
                  <a:close/>
                  <a:moveTo>
                    <a:pt x="279975" y="697823"/>
                  </a:moveTo>
                  <a:lnTo>
                    <a:pt x="309893" y="685102"/>
                  </a:lnTo>
                  <a:lnTo>
                    <a:pt x="300637" y="678866"/>
                  </a:lnTo>
                  <a:close/>
                  <a:moveTo>
                    <a:pt x="801233" y="1200384"/>
                  </a:moveTo>
                  <a:lnTo>
                    <a:pt x="805083" y="1201649"/>
                  </a:lnTo>
                  <a:lnTo>
                    <a:pt x="807224" y="1202570"/>
                  </a:lnTo>
                  <a:close/>
                  <a:moveTo>
                    <a:pt x="801233" y="1200384"/>
                  </a:moveTo>
                  <a:lnTo>
                    <a:pt x="807224" y="1202570"/>
                  </a:lnTo>
                  <a:lnTo>
                    <a:pt x="811568" y="1196377"/>
                  </a:lnTo>
                  <a:close/>
                  <a:moveTo>
                    <a:pt x="811568" y="1196377"/>
                  </a:moveTo>
                  <a:lnTo>
                    <a:pt x="807224" y="1202570"/>
                  </a:lnTo>
                  <a:lnTo>
                    <a:pt x="808822" y="1200384"/>
                  </a:lnTo>
                  <a:close/>
                  <a:moveTo>
                    <a:pt x="808822" y="1200384"/>
                  </a:moveTo>
                  <a:lnTo>
                    <a:pt x="825130" y="1173310"/>
                  </a:lnTo>
                  <a:lnTo>
                    <a:pt x="811568" y="1196377"/>
                  </a:lnTo>
                  <a:close/>
                  <a:moveTo>
                    <a:pt x="357827" y="595121"/>
                  </a:moveTo>
                  <a:lnTo>
                    <a:pt x="367130" y="597950"/>
                  </a:lnTo>
                  <a:lnTo>
                    <a:pt x="371565" y="598695"/>
                  </a:lnTo>
                  <a:close/>
                  <a:moveTo>
                    <a:pt x="377997" y="595121"/>
                  </a:moveTo>
                  <a:lnTo>
                    <a:pt x="371565" y="598695"/>
                  </a:lnTo>
                  <a:lnTo>
                    <a:pt x="367130" y="597950"/>
                  </a:lnTo>
                  <a:close/>
                  <a:moveTo>
                    <a:pt x="394370" y="587751"/>
                  </a:moveTo>
                  <a:lnTo>
                    <a:pt x="371565" y="598695"/>
                  </a:lnTo>
                  <a:lnTo>
                    <a:pt x="430725" y="599100"/>
                  </a:lnTo>
                  <a:close/>
                  <a:moveTo>
                    <a:pt x="14482" y="9430"/>
                  </a:moveTo>
                  <a:lnTo>
                    <a:pt x="0" y="26613"/>
                  </a:lnTo>
                  <a:lnTo>
                    <a:pt x="29715" y="192"/>
                  </a:lnTo>
                  <a:close/>
                  <a:moveTo>
                    <a:pt x="29715" y="192"/>
                  </a:moveTo>
                  <a:lnTo>
                    <a:pt x="6131" y="8224"/>
                  </a:lnTo>
                  <a:lnTo>
                    <a:pt x="63446" y="1729"/>
                  </a:lnTo>
                  <a:close/>
                  <a:moveTo>
                    <a:pt x="271623" y="281764"/>
                  </a:moveTo>
                  <a:lnTo>
                    <a:pt x="238108" y="281033"/>
                  </a:lnTo>
                  <a:lnTo>
                    <a:pt x="219645" y="278611"/>
                  </a:lnTo>
                  <a:close/>
                  <a:moveTo>
                    <a:pt x="281239" y="255625"/>
                  </a:moveTo>
                  <a:lnTo>
                    <a:pt x="271623" y="281764"/>
                  </a:lnTo>
                  <a:lnTo>
                    <a:pt x="281286" y="266715"/>
                  </a:lnTo>
                  <a:close/>
                  <a:moveTo>
                    <a:pt x="173493" y="102511"/>
                  </a:moveTo>
                  <a:lnTo>
                    <a:pt x="171879" y="111367"/>
                  </a:lnTo>
                  <a:lnTo>
                    <a:pt x="177815" y="83977"/>
                  </a:lnTo>
                  <a:close/>
                  <a:moveTo>
                    <a:pt x="29715" y="192"/>
                  </a:moveTo>
                  <a:lnTo>
                    <a:pt x="63446" y="1729"/>
                  </a:lnTo>
                  <a:lnTo>
                    <a:pt x="43784" y="0"/>
                  </a:lnTo>
                  <a:close/>
                  <a:moveTo>
                    <a:pt x="63446" y="1729"/>
                  </a:moveTo>
                  <a:lnTo>
                    <a:pt x="69542" y="6148"/>
                  </a:lnTo>
                  <a:lnTo>
                    <a:pt x="43784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00" name="Input_density__99">
              <a:extLst>
                <a:ext uri="{FF2B5EF4-FFF2-40B4-BE49-F238E27FC236}">
                  <a16:creationId xmlns:a16="http://schemas.microsoft.com/office/drawing/2014/main" id="{540B0034-5F13-E5EF-39EE-B8BCB4CA9BA7}"/>
                </a:ext>
              </a:extLst>
            </p:cNvPr>
            <p:cNvSpPr>
              <a:spLocks noGrp="1"/>
            </p:cNvSpPr>
            <p:nvPr/>
          </p:nvSpPr>
          <p:spPr>
            <a:xfrm>
              <a:off x="925801" y="1749863"/>
              <a:ext cx="861878" cy="1417472"/>
            </a:xfrm>
            <a:custGeom>
              <a:avLst/>
              <a:gdLst/>
              <a:ahLst/>
              <a:cxnLst/>
              <a:rect l="0" t="0" r="0" b="0"/>
              <a:pathLst>
                <a:path w="861878" h="1417472">
                  <a:moveTo>
                    <a:pt x="88515" y="1378380"/>
                  </a:moveTo>
                  <a:lnTo>
                    <a:pt x="94114" y="1382260"/>
                  </a:lnTo>
                  <a:lnTo>
                    <a:pt x="100347" y="1383837"/>
                  </a:lnTo>
                  <a:close/>
                  <a:moveTo>
                    <a:pt x="134349" y="1290183"/>
                  </a:moveTo>
                  <a:lnTo>
                    <a:pt x="120287" y="1287687"/>
                  </a:lnTo>
                  <a:lnTo>
                    <a:pt x="132995" y="1288245"/>
                  </a:lnTo>
                  <a:close/>
                  <a:moveTo>
                    <a:pt x="173015" y="1397952"/>
                  </a:moveTo>
                  <a:lnTo>
                    <a:pt x="187529" y="1405239"/>
                  </a:lnTo>
                  <a:lnTo>
                    <a:pt x="199409" y="1408854"/>
                  </a:lnTo>
                  <a:close/>
                  <a:moveTo>
                    <a:pt x="235034" y="1417472"/>
                  </a:moveTo>
                  <a:lnTo>
                    <a:pt x="199409" y="1408854"/>
                  </a:lnTo>
                  <a:lnTo>
                    <a:pt x="187529" y="1405239"/>
                  </a:lnTo>
                  <a:close/>
                  <a:moveTo>
                    <a:pt x="120287" y="1287687"/>
                  </a:moveTo>
                  <a:lnTo>
                    <a:pt x="134349" y="1290183"/>
                  </a:lnTo>
                  <a:lnTo>
                    <a:pt x="146537" y="1277236"/>
                  </a:lnTo>
                  <a:close/>
                  <a:moveTo>
                    <a:pt x="146537" y="1277236"/>
                  </a:moveTo>
                  <a:lnTo>
                    <a:pt x="134349" y="1290183"/>
                  </a:lnTo>
                  <a:lnTo>
                    <a:pt x="179878" y="1277218"/>
                  </a:lnTo>
                  <a:close/>
                  <a:moveTo>
                    <a:pt x="146537" y="1277236"/>
                  </a:moveTo>
                  <a:lnTo>
                    <a:pt x="179878" y="1277218"/>
                  </a:lnTo>
                  <a:lnTo>
                    <a:pt x="154579" y="1269611"/>
                  </a:lnTo>
                  <a:close/>
                  <a:moveTo>
                    <a:pt x="179878" y="1277218"/>
                  </a:moveTo>
                  <a:lnTo>
                    <a:pt x="184862" y="1258257"/>
                  </a:lnTo>
                  <a:lnTo>
                    <a:pt x="154579" y="1269611"/>
                  </a:lnTo>
                  <a:close/>
                  <a:moveTo>
                    <a:pt x="198611" y="1261989"/>
                  </a:moveTo>
                  <a:lnTo>
                    <a:pt x="179472" y="1253320"/>
                  </a:lnTo>
                  <a:lnTo>
                    <a:pt x="184862" y="1258257"/>
                  </a:lnTo>
                  <a:close/>
                  <a:moveTo>
                    <a:pt x="277975" y="1072655"/>
                  </a:moveTo>
                  <a:lnTo>
                    <a:pt x="279249" y="1073376"/>
                  </a:lnTo>
                  <a:lnTo>
                    <a:pt x="247634" y="1114981"/>
                  </a:lnTo>
                  <a:close/>
                  <a:moveTo>
                    <a:pt x="264657" y="1108688"/>
                  </a:moveTo>
                  <a:lnTo>
                    <a:pt x="279249" y="1073376"/>
                  </a:lnTo>
                  <a:lnTo>
                    <a:pt x="300850" y="1057930"/>
                  </a:lnTo>
                  <a:close/>
                  <a:moveTo>
                    <a:pt x="300850" y="1057930"/>
                  </a:moveTo>
                  <a:lnTo>
                    <a:pt x="279249" y="1073376"/>
                  </a:lnTo>
                  <a:lnTo>
                    <a:pt x="338261" y="1073227"/>
                  </a:lnTo>
                  <a:close/>
                  <a:moveTo>
                    <a:pt x="48482" y="737253"/>
                  </a:moveTo>
                  <a:lnTo>
                    <a:pt x="1573" y="776859"/>
                  </a:lnTo>
                  <a:lnTo>
                    <a:pt x="0" y="776770"/>
                  </a:lnTo>
                  <a:close/>
                  <a:moveTo>
                    <a:pt x="300814" y="1054088"/>
                  </a:moveTo>
                  <a:lnTo>
                    <a:pt x="298319" y="1091505"/>
                  </a:lnTo>
                  <a:lnTo>
                    <a:pt x="300850" y="1057930"/>
                  </a:lnTo>
                  <a:close/>
                  <a:moveTo>
                    <a:pt x="12838" y="632353"/>
                  </a:moveTo>
                  <a:lnTo>
                    <a:pt x="43656" y="622998"/>
                  </a:lnTo>
                  <a:lnTo>
                    <a:pt x="60990" y="591600"/>
                  </a:lnTo>
                  <a:close/>
                  <a:moveTo>
                    <a:pt x="56571" y="596507"/>
                  </a:moveTo>
                  <a:lnTo>
                    <a:pt x="60990" y="591600"/>
                  </a:lnTo>
                  <a:lnTo>
                    <a:pt x="43656" y="622998"/>
                  </a:lnTo>
                  <a:close/>
                  <a:moveTo>
                    <a:pt x="328280" y="843496"/>
                  </a:moveTo>
                  <a:lnTo>
                    <a:pt x="331611" y="832403"/>
                  </a:lnTo>
                  <a:lnTo>
                    <a:pt x="316428" y="827550"/>
                  </a:lnTo>
                  <a:close/>
                  <a:moveTo>
                    <a:pt x="300851" y="865519"/>
                  </a:moveTo>
                  <a:lnTo>
                    <a:pt x="328280" y="843496"/>
                  </a:lnTo>
                  <a:lnTo>
                    <a:pt x="316428" y="827550"/>
                  </a:lnTo>
                  <a:close/>
                  <a:moveTo>
                    <a:pt x="331611" y="832403"/>
                  </a:moveTo>
                  <a:lnTo>
                    <a:pt x="333218" y="786350"/>
                  </a:lnTo>
                  <a:lnTo>
                    <a:pt x="324452" y="819425"/>
                  </a:lnTo>
                  <a:close/>
                  <a:moveTo>
                    <a:pt x="333218" y="786350"/>
                  </a:moveTo>
                  <a:lnTo>
                    <a:pt x="335597" y="782670"/>
                  </a:lnTo>
                  <a:lnTo>
                    <a:pt x="324452" y="819425"/>
                  </a:lnTo>
                  <a:close/>
                  <a:moveTo>
                    <a:pt x="166595" y="616078"/>
                  </a:moveTo>
                  <a:lnTo>
                    <a:pt x="177688" y="562140"/>
                  </a:lnTo>
                  <a:lnTo>
                    <a:pt x="175929" y="598895"/>
                  </a:lnTo>
                  <a:close/>
                  <a:moveTo>
                    <a:pt x="559295" y="1016501"/>
                  </a:moveTo>
                  <a:lnTo>
                    <a:pt x="536528" y="997897"/>
                  </a:lnTo>
                  <a:lnTo>
                    <a:pt x="571578" y="1034054"/>
                  </a:lnTo>
                  <a:close/>
                  <a:moveTo>
                    <a:pt x="590483" y="1008529"/>
                  </a:moveTo>
                  <a:lnTo>
                    <a:pt x="559295" y="1016501"/>
                  </a:lnTo>
                  <a:lnTo>
                    <a:pt x="571578" y="1034054"/>
                  </a:lnTo>
                  <a:close/>
                  <a:moveTo>
                    <a:pt x="360997" y="773402"/>
                  </a:moveTo>
                  <a:lnTo>
                    <a:pt x="319401" y="815241"/>
                  </a:lnTo>
                  <a:lnTo>
                    <a:pt x="335597" y="782670"/>
                  </a:lnTo>
                  <a:close/>
                  <a:moveTo>
                    <a:pt x="253528" y="618467"/>
                  </a:moveTo>
                  <a:lnTo>
                    <a:pt x="250207" y="635650"/>
                  </a:lnTo>
                  <a:lnTo>
                    <a:pt x="268259" y="647457"/>
                  </a:lnTo>
                  <a:close/>
                  <a:moveTo>
                    <a:pt x="177946" y="558941"/>
                  </a:moveTo>
                  <a:lnTo>
                    <a:pt x="186734" y="510944"/>
                  </a:lnTo>
                  <a:lnTo>
                    <a:pt x="177688" y="562140"/>
                  </a:lnTo>
                  <a:close/>
                  <a:moveTo>
                    <a:pt x="667534" y="1075825"/>
                  </a:moveTo>
                  <a:lnTo>
                    <a:pt x="655204" y="1059526"/>
                  </a:lnTo>
                  <a:lnTo>
                    <a:pt x="693594" y="1085712"/>
                  </a:lnTo>
                  <a:close/>
                  <a:moveTo>
                    <a:pt x="590483" y="1008529"/>
                  </a:moveTo>
                  <a:lnTo>
                    <a:pt x="619782" y="1022772"/>
                  </a:lnTo>
                  <a:lnTo>
                    <a:pt x="602277" y="1016280"/>
                  </a:lnTo>
                  <a:close/>
                  <a:moveTo>
                    <a:pt x="378635" y="743139"/>
                  </a:moveTo>
                  <a:lnTo>
                    <a:pt x="390341" y="758538"/>
                  </a:lnTo>
                  <a:lnTo>
                    <a:pt x="399893" y="714485"/>
                  </a:lnTo>
                  <a:close/>
                  <a:moveTo>
                    <a:pt x="399893" y="714485"/>
                  </a:moveTo>
                  <a:lnTo>
                    <a:pt x="390341" y="758538"/>
                  </a:lnTo>
                  <a:lnTo>
                    <a:pt x="412766" y="728732"/>
                  </a:lnTo>
                  <a:close/>
                  <a:moveTo>
                    <a:pt x="189520" y="506007"/>
                  </a:moveTo>
                  <a:lnTo>
                    <a:pt x="167877" y="499186"/>
                  </a:lnTo>
                  <a:lnTo>
                    <a:pt x="185292" y="508202"/>
                  </a:lnTo>
                  <a:close/>
                  <a:moveTo>
                    <a:pt x="189520" y="506007"/>
                  </a:moveTo>
                  <a:lnTo>
                    <a:pt x="193588" y="505372"/>
                  </a:lnTo>
                  <a:lnTo>
                    <a:pt x="195048" y="491018"/>
                  </a:lnTo>
                  <a:close/>
                  <a:moveTo>
                    <a:pt x="675127" y="1079098"/>
                  </a:moveTo>
                  <a:lnTo>
                    <a:pt x="693594" y="1085712"/>
                  </a:lnTo>
                  <a:lnTo>
                    <a:pt x="705290" y="1092415"/>
                  </a:lnTo>
                  <a:close/>
                  <a:moveTo>
                    <a:pt x="593279" y="826566"/>
                  </a:moveTo>
                  <a:lnTo>
                    <a:pt x="561545" y="858568"/>
                  </a:lnTo>
                  <a:lnTo>
                    <a:pt x="574074" y="850970"/>
                  </a:lnTo>
                  <a:close/>
                  <a:moveTo>
                    <a:pt x="53670" y="179795"/>
                  </a:moveTo>
                  <a:lnTo>
                    <a:pt x="25545" y="157999"/>
                  </a:lnTo>
                  <a:lnTo>
                    <a:pt x="53742" y="179670"/>
                  </a:lnTo>
                  <a:close/>
                  <a:moveTo>
                    <a:pt x="53742" y="179670"/>
                  </a:moveTo>
                  <a:lnTo>
                    <a:pt x="25545" y="157999"/>
                  </a:lnTo>
                  <a:lnTo>
                    <a:pt x="53990" y="179795"/>
                  </a:lnTo>
                  <a:close/>
                  <a:moveTo>
                    <a:pt x="789146" y="964367"/>
                  </a:moveTo>
                  <a:lnTo>
                    <a:pt x="730301" y="965139"/>
                  </a:lnTo>
                  <a:lnTo>
                    <a:pt x="764176" y="967216"/>
                  </a:lnTo>
                  <a:close/>
                  <a:moveTo>
                    <a:pt x="223196" y="314923"/>
                  </a:moveTo>
                  <a:lnTo>
                    <a:pt x="233595" y="276200"/>
                  </a:lnTo>
                  <a:lnTo>
                    <a:pt x="211816" y="326815"/>
                  </a:lnTo>
                  <a:close/>
                  <a:moveTo>
                    <a:pt x="211816" y="326815"/>
                  </a:moveTo>
                  <a:lnTo>
                    <a:pt x="233595" y="276200"/>
                  </a:lnTo>
                  <a:lnTo>
                    <a:pt x="225532" y="272877"/>
                  </a:lnTo>
                  <a:close/>
                  <a:moveTo>
                    <a:pt x="211816" y="326815"/>
                  </a:moveTo>
                  <a:lnTo>
                    <a:pt x="225532" y="272877"/>
                  </a:lnTo>
                  <a:lnTo>
                    <a:pt x="219392" y="309632"/>
                  </a:lnTo>
                  <a:close/>
                  <a:moveTo>
                    <a:pt x="225532" y="272877"/>
                  </a:moveTo>
                  <a:lnTo>
                    <a:pt x="233595" y="276200"/>
                  </a:lnTo>
                  <a:lnTo>
                    <a:pt x="233788" y="258318"/>
                  </a:lnTo>
                  <a:close/>
                  <a:moveTo>
                    <a:pt x="53670" y="179795"/>
                  </a:moveTo>
                  <a:lnTo>
                    <a:pt x="53742" y="179670"/>
                  </a:lnTo>
                  <a:lnTo>
                    <a:pt x="70326" y="145467"/>
                  </a:lnTo>
                  <a:close/>
                  <a:moveTo>
                    <a:pt x="53742" y="179670"/>
                  </a:moveTo>
                  <a:lnTo>
                    <a:pt x="53990" y="179795"/>
                  </a:lnTo>
                  <a:lnTo>
                    <a:pt x="70326" y="145467"/>
                  </a:lnTo>
                  <a:close/>
                  <a:moveTo>
                    <a:pt x="70326" y="145467"/>
                  </a:moveTo>
                  <a:lnTo>
                    <a:pt x="53990" y="179795"/>
                  </a:lnTo>
                  <a:lnTo>
                    <a:pt x="82379" y="138882"/>
                  </a:lnTo>
                  <a:close/>
                  <a:moveTo>
                    <a:pt x="82379" y="138882"/>
                  </a:moveTo>
                  <a:lnTo>
                    <a:pt x="77106" y="125857"/>
                  </a:lnTo>
                  <a:lnTo>
                    <a:pt x="70326" y="145467"/>
                  </a:lnTo>
                  <a:close/>
                  <a:moveTo>
                    <a:pt x="104186" y="89102"/>
                  </a:moveTo>
                  <a:lnTo>
                    <a:pt x="91361" y="99534"/>
                  </a:lnTo>
                  <a:lnTo>
                    <a:pt x="90468" y="143040"/>
                  </a:lnTo>
                  <a:close/>
                  <a:moveTo>
                    <a:pt x="77106" y="125857"/>
                  </a:moveTo>
                  <a:lnTo>
                    <a:pt x="82379" y="138882"/>
                  </a:lnTo>
                  <a:lnTo>
                    <a:pt x="91361" y="99534"/>
                  </a:lnTo>
                  <a:close/>
                  <a:moveTo>
                    <a:pt x="841730" y="954038"/>
                  </a:moveTo>
                  <a:lnTo>
                    <a:pt x="828838" y="988195"/>
                  </a:lnTo>
                  <a:lnTo>
                    <a:pt x="845875" y="955683"/>
                  </a:lnTo>
                  <a:close/>
                  <a:moveTo>
                    <a:pt x="841730" y="954038"/>
                  </a:moveTo>
                  <a:lnTo>
                    <a:pt x="801115" y="971221"/>
                  </a:lnTo>
                  <a:lnTo>
                    <a:pt x="828838" y="988195"/>
                  </a:lnTo>
                  <a:close/>
                  <a:moveTo>
                    <a:pt x="801115" y="971221"/>
                  </a:moveTo>
                  <a:lnTo>
                    <a:pt x="841730" y="954038"/>
                  </a:lnTo>
                  <a:lnTo>
                    <a:pt x="789146" y="964367"/>
                  </a:lnTo>
                  <a:close/>
                  <a:moveTo>
                    <a:pt x="841730" y="954038"/>
                  </a:moveTo>
                  <a:lnTo>
                    <a:pt x="809667" y="944884"/>
                  </a:lnTo>
                  <a:lnTo>
                    <a:pt x="789146" y="964367"/>
                  </a:lnTo>
                  <a:close/>
                  <a:moveTo>
                    <a:pt x="845875" y="955683"/>
                  </a:moveTo>
                  <a:lnTo>
                    <a:pt x="861878" y="987149"/>
                  </a:lnTo>
                  <a:lnTo>
                    <a:pt x="853683" y="954038"/>
                  </a:lnTo>
                  <a:close/>
                  <a:moveTo>
                    <a:pt x="828838" y="988195"/>
                  </a:moveTo>
                  <a:lnTo>
                    <a:pt x="861878" y="987149"/>
                  </a:lnTo>
                  <a:lnTo>
                    <a:pt x="845875" y="955683"/>
                  </a:lnTo>
                  <a:close/>
                  <a:moveTo>
                    <a:pt x="458098" y="515265"/>
                  </a:moveTo>
                  <a:lnTo>
                    <a:pt x="479462" y="524985"/>
                  </a:lnTo>
                  <a:lnTo>
                    <a:pt x="457623" y="500685"/>
                  </a:lnTo>
                  <a:close/>
                  <a:moveTo>
                    <a:pt x="239698" y="226491"/>
                  </a:moveTo>
                  <a:lnTo>
                    <a:pt x="225532" y="272877"/>
                  </a:lnTo>
                  <a:lnTo>
                    <a:pt x="233788" y="258318"/>
                  </a:lnTo>
                  <a:close/>
                  <a:moveTo>
                    <a:pt x="239698" y="226491"/>
                  </a:moveTo>
                  <a:lnTo>
                    <a:pt x="233788" y="258318"/>
                  </a:lnTo>
                  <a:lnTo>
                    <a:pt x="241116" y="236122"/>
                  </a:lnTo>
                  <a:close/>
                  <a:moveTo>
                    <a:pt x="239698" y="226491"/>
                  </a:moveTo>
                  <a:lnTo>
                    <a:pt x="256242" y="217692"/>
                  </a:lnTo>
                  <a:lnTo>
                    <a:pt x="247423" y="213086"/>
                  </a:lnTo>
                  <a:close/>
                  <a:moveTo>
                    <a:pt x="102614" y="77685"/>
                  </a:moveTo>
                  <a:lnTo>
                    <a:pt x="77106" y="125857"/>
                  </a:lnTo>
                  <a:lnTo>
                    <a:pt x="91361" y="99534"/>
                  </a:lnTo>
                  <a:close/>
                  <a:moveTo>
                    <a:pt x="91361" y="99534"/>
                  </a:moveTo>
                  <a:lnTo>
                    <a:pt x="104186" y="89102"/>
                  </a:lnTo>
                  <a:lnTo>
                    <a:pt x="102614" y="77685"/>
                  </a:lnTo>
                  <a:close/>
                  <a:moveTo>
                    <a:pt x="133489" y="79672"/>
                  </a:moveTo>
                  <a:lnTo>
                    <a:pt x="121415" y="71918"/>
                  </a:lnTo>
                  <a:lnTo>
                    <a:pt x="119419" y="79864"/>
                  </a:lnTo>
                  <a:close/>
                  <a:moveTo>
                    <a:pt x="102614" y="77685"/>
                  </a:moveTo>
                  <a:lnTo>
                    <a:pt x="104186" y="89102"/>
                  </a:lnTo>
                  <a:lnTo>
                    <a:pt x="119419" y="79864"/>
                  </a:lnTo>
                  <a:close/>
                  <a:moveTo>
                    <a:pt x="180594" y="87804"/>
                  </a:moveTo>
                  <a:lnTo>
                    <a:pt x="145186" y="79993"/>
                  </a:lnTo>
                  <a:lnTo>
                    <a:pt x="133489" y="79672"/>
                  </a:lnTo>
                  <a:close/>
                  <a:moveTo>
                    <a:pt x="685701" y="730549"/>
                  </a:moveTo>
                  <a:lnTo>
                    <a:pt x="719532" y="732460"/>
                  </a:lnTo>
                  <a:lnTo>
                    <a:pt x="704189" y="719121"/>
                  </a:lnTo>
                  <a:close/>
                  <a:moveTo>
                    <a:pt x="605920" y="610594"/>
                  </a:moveTo>
                  <a:lnTo>
                    <a:pt x="562559" y="643871"/>
                  </a:lnTo>
                  <a:lnTo>
                    <a:pt x="595111" y="641001"/>
                  </a:lnTo>
                  <a:close/>
                  <a:moveTo>
                    <a:pt x="595111" y="641001"/>
                  </a:moveTo>
                  <a:lnTo>
                    <a:pt x="605574" y="623243"/>
                  </a:lnTo>
                  <a:lnTo>
                    <a:pt x="605920" y="610594"/>
                  </a:lnTo>
                  <a:close/>
                  <a:moveTo>
                    <a:pt x="484628" y="477077"/>
                  </a:moveTo>
                  <a:lnTo>
                    <a:pt x="484768" y="475924"/>
                  </a:lnTo>
                  <a:lnTo>
                    <a:pt x="476255" y="474140"/>
                  </a:lnTo>
                  <a:close/>
                  <a:moveTo>
                    <a:pt x="457623" y="500685"/>
                  </a:moveTo>
                  <a:lnTo>
                    <a:pt x="484628" y="477077"/>
                  </a:lnTo>
                  <a:lnTo>
                    <a:pt x="476255" y="474140"/>
                  </a:lnTo>
                  <a:close/>
                  <a:moveTo>
                    <a:pt x="484768" y="475924"/>
                  </a:moveTo>
                  <a:lnTo>
                    <a:pt x="513529" y="434883"/>
                  </a:lnTo>
                  <a:lnTo>
                    <a:pt x="489835" y="427058"/>
                  </a:lnTo>
                  <a:close/>
                  <a:moveTo>
                    <a:pt x="252536" y="171306"/>
                  </a:moveTo>
                  <a:lnTo>
                    <a:pt x="247423" y="213086"/>
                  </a:lnTo>
                  <a:lnTo>
                    <a:pt x="263197" y="182183"/>
                  </a:lnTo>
                  <a:close/>
                  <a:moveTo>
                    <a:pt x="252536" y="171306"/>
                  </a:moveTo>
                  <a:lnTo>
                    <a:pt x="263197" y="182183"/>
                  </a:lnTo>
                  <a:lnTo>
                    <a:pt x="255249" y="146141"/>
                  </a:lnTo>
                  <a:close/>
                  <a:moveTo>
                    <a:pt x="255249" y="146141"/>
                  </a:moveTo>
                  <a:lnTo>
                    <a:pt x="263197" y="182183"/>
                  </a:lnTo>
                  <a:lnTo>
                    <a:pt x="267519" y="163649"/>
                  </a:lnTo>
                  <a:close/>
                  <a:moveTo>
                    <a:pt x="839647" y="739982"/>
                  </a:moveTo>
                  <a:lnTo>
                    <a:pt x="860526" y="745122"/>
                  </a:lnTo>
                  <a:lnTo>
                    <a:pt x="842531" y="735897"/>
                  </a:lnTo>
                  <a:close/>
                  <a:moveTo>
                    <a:pt x="610053" y="600658"/>
                  </a:moveTo>
                  <a:lnTo>
                    <a:pt x="640411" y="589588"/>
                  </a:lnTo>
                  <a:lnTo>
                    <a:pt x="663061" y="578061"/>
                  </a:lnTo>
                  <a:close/>
                  <a:moveTo>
                    <a:pt x="573975" y="369559"/>
                  </a:moveTo>
                  <a:lnTo>
                    <a:pt x="616430" y="405102"/>
                  </a:lnTo>
                  <a:lnTo>
                    <a:pt x="598912" y="392556"/>
                  </a:lnTo>
                  <a:close/>
                  <a:moveTo>
                    <a:pt x="321183" y="75663"/>
                  </a:moveTo>
                  <a:lnTo>
                    <a:pt x="329500" y="111062"/>
                  </a:lnTo>
                  <a:lnTo>
                    <a:pt x="334808" y="98237"/>
                  </a:lnTo>
                  <a:close/>
                  <a:moveTo>
                    <a:pt x="321183" y="75663"/>
                  </a:moveTo>
                  <a:lnTo>
                    <a:pt x="334808" y="98237"/>
                  </a:lnTo>
                  <a:lnTo>
                    <a:pt x="350581" y="61001"/>
                  </a:lnTo>
                  <a:close/>
                  <a:moveTo>
                    <a:pt x="352991" y="54320"/>
                  </a:moveTo>
                  <a:lnTo>
                    <a:pt x="350581" y="61001"/>
                  </a:lnTo>
                  <a:lnTo>
                    <a:pt x="354818" y="57123"/>
                  </a:lnTo>
                  <a:close/>
                  <a:moveTo>
                    <a:pt x="362619" y="9802"/>
                  </a:moveTo>
                  <a:lnTo>
                    <a:pt x="354818" y="57123"/>
                  </a:lnTo>
                  <a:lnTo>
                    <a:pt x="374931" y="27466"/>
                  </a:lnTo>
                  <a:close/>
                  <a:moveTo>
                    <a:pt x="362619" y="9802"/>
                  </a:moveTo>
                  <a:lnTo>
                    <a:pt x="374931" y="27466"/>
                  </a:lnTo>
                  <a:lnTo>
                    <a:pt x="395415" y="7845"/>
                  </a:lnTo>
                  <a:close/>
                  <a:moveTo>
                    <a:pt x="605270" y="197944"/>
                  </a:moveTo>
                  <a:lnTo>
                    <a:pt x="549546" y="210385"/>
                  </a:lnTo>
                  <a:lnTo>
                    <a:pt x="583882" y="214185"/>
                  </a:lnTo>
                  <a:close/>
                  <a:moveTo>
                    <a:pt x="398086" y="0"/>
                  </a:moveTo>
                  <a:lnTo>
                    <a:pt x="362619" y="9802"/>
                  </a:lnTo>
                  <a:lnTo>
                    <a:pt x="395415" y="7845"/>
                  </a:lnTo>
                  <a:close/>
                  <a:moveTo>
                    <a:pt x="398086" y="0"/>
                  </a:moveTo>
                  <a:lnTo>
                    <a:pt x="395415" y="7845"/>
                  </a:lnTo>
                  <a:lnTo>
                    <a:pt x="400204" y="3185"/>
                  </a:lnTo>
                  <a:close/>
                  <a:moveTo>
                    <a:pt x="637787" y="194943"/>
                  </a:moveTo>
                  <a:lnTo>
                    <a:pt x="650195" y="154216"/>
                  </a:lnTo>
                  <a:lnTo>
                    <a:pt x="620104" y="157199"/>
                  </a:lnTo>
                  <a:close/>
                  <a:moveTo>
                    <a:pt x="605270" y="197944"/>
                  </a:moveTo>
                  <a:lnTo>
                    <a:pt x="637787" y="194943"/>
                  </a:lnTo>
                  <a:lnTo>
                    <a:pt x="620104" y="157199"/>
                  </a:lnTo>
                  <a:close/>
                  <a:moveTo>
                    <a:pt x="652939" y="169777"/>
                  </a:moveTo>
                  <a:lnTo>
                    <a:pt x="647704" y="135813"/>
                  </a:lnTo>
                  <a:lnTo>
                    <a:pt x="650195" y="154216"/>
                  </a:lnTo>
                  <a:close/>
                  <a:moveTo>
                    <a:pt x="652215" y="115838"/>
                  </a:moveTo>
                  <a:lnTo>
                    <a:pt x="647704" y="135813"/>
                  </a:lnTo>
                  <a:lnTo>
                    <a:pt x="652939" y="169777"/>
                  </a:lnTo>
                  <a:close/>
                  <a:moveTo>
                    <a:pt x="657855" y="77559"/>
                  </a:moveTo>
                  <a:lnTo>
                    <a:pt x="652215" y="115838"/>
                  </a:lnTo>
                  <a:lnTo>
                    <a:pt x="672273" y="103095"/>
                  </a:lnTo>
                  <a:close/>
                  <a:moveTo>
                    <a:pt x="657855" y="77559"/>
                  </a:moveTo>
                  <a:lnTo>
                    <a:pt x="672273" y="103095"/>
                  </a:lnTo>
                  <a:lnTo>
                    <a:pt x="692586" y="8283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01" name="Input_density__100">
              <a:extLst>
                <a:ext uri="{FF2B5EF4-FFF2-40B4-BE49-F238E27FC236}">
                  <a16:creationId xmlns:a16="http://schemas.microsoft.com/office/drawing/2014/main" id="{DD1925F6-254D-FE02-1960-F4F514330FE5}"/>
                </a:ext>
              </a:extLst>
            </p:cNvPr>
            <p:cNvSpPr>
              <a:spLocks noGrp="1"/>
            </p:cNvSpPr>
            <p:nvPr/>
          </p:nvSpPr>
          <p:spPr>
            <a:xfrm>
              <a:off x="930666" y="1724889"/>
              <a:ext cx="655657" cy="1366599"/>
            </a:xfrm>
            <a:custGeom>
              <a:avLst/>
              <a:gdLst/>
              <a:ahLst/>
              <a:cxnLst/>
              <a:rect l="0" t="0" r="0" b="0"/>
              <a:pathLst>
                <a:path w="655657" h="1366599">
                  <a:moveTo>
                    <a:pt x="99595" y="1327981"/>
                  </a:moveTo>
                  <a:lnTo>
                    <a:pt x="66760" y="1366599"/>
                  </a:lnTo>
                  <a:lnTo>
                    <a:pt x="101961" y="1349416"/>
                  </a:lnTo>
                  <a:close/>
                  <a:moveTo>
                    <a:pt x="109714" y="1349416"/>
                  </a:moveTo>
                  <a:lnTo>
                    <a:pt x="99595" y="1327981"/>
                  </a:lnTo>
                  <a:lnTo>
                    <a:pt x="110513" y="1345200"/>
                  </a:lnTo>
                  <a:close/>
                  <a:moveTo>
                    <a:pt x="44818" y="1239151"/>
                  </a:moveTo>
                  <a:lnTo>
                    <a:pt x="70423" y="1275906"/>
                  </a:lnTo>
                  <a:lnTo>
                    <a:pt x="101625" y="1258722"/>
                  </a:lnTo>
                  <a:close/>
                  <a:moveTo>
                    <a:pt x="44818" y="1239151"/>
                  </a:moveTo>
                  <a:lnTo>
                    <a:pt x="101625" y="1258722"/>
                  </a:lnTo>
                  <a:lnTo>
                    <a:pt x="86553" y="1221967"/>
                  </a:lnTo>
                  <a:close/>
                  <a:moveTo>
                    <a:pt x="91072" y="1199910"/>
                  </a:moveTo>
                  <a:lnTo>
                    <a:pt x="44818" y="1239151"/>
                  </a:lnTo>
                  <a:lnTo>
                    <a:pt x="86553" y="1221967"/>
                  </a:lnTo>
                  <a:close/>
                  <a:moveTo>
                    <a:pt x="91072" y="1199910"/>
                  </a:moveTo>
                  <a:lnTo>
                    <a:pt x="66427" y="1203974"/>
                  </a:lnTo>
                  <a:lnTo>
                    <a:pt x="44818" y="1239151"/>
                  </a:lnTo>
                  <a:close/>
                  <a:moveTo>
                    <a:pt x="91072" y="1199910"/>
                  </a:moveTo>
                  <a:lnTo>
                    <a:pt x="93828" y="1185212"/>
                  </a:lnTo>
                  <a:lnTo>
                    <a:pt x="68364" y="1202396"/>
                  </a:lnTo>
                  <a:close/>
                  <a:moveTo>
                    <a:pt x="91072" y="1199910"/>
                  </a:moveTo>
                  <a:lnTo>
                    <a:pt x="86553" y="1221967"/>
                  </a:lnTo>
                  <a:lnTo>
                    <a:pt x="103665" y="1216526"/>
                  </a:lnTo>
                  <a:close/>
                  <a:moveTo>
                    <a:pt x="151150" y="1205010"/>
                  </a:moveTo>
                  <a:lnTo>
                    <a:pt x="150848" y="1202618"/>
                  </a:lnTo>
                  <a:lnTo>
                    <a:pt x="103665" y="1216526"/>
                  </a:lnTo>
                  <a:close/>
                  <a:moveTo>
                    <a:pt x="103665" y="1216526"/>
                  </a:moveTo>
                  <a:lnTo>
                    <a:pt x="150848" y="1202618"/>
                  </a:lnTo>
                  <a:lnTo>
                    <a:pt x="93828" y="1185212"/>
                  </a:lnTo>
                  <a:close/>
                  <a:moveTo>
                    <a:pt x="93828" y="1185212"/>
                  </a:moveTo>
                  <a:lnTo>
                    <a:pt x="150848" y="1202618"/>
                  </a:lnTo>
                  <a:lnTo>
                    <a:pt x="135441" y="1168029"/>
                  </a:lnTo>
                  <a:close/>
                  <a:moveTo>
                    <a:pt x="93828" y="1185212"/>
                  </a:moveTo>
                  <a:lnTo>
                    <a:pt x="91072" y="1199910"/>
                  </a:lnTo>
                  <a:lnTo>
                    <a:pt x="103665" y="1216526"/>
                  </a:lnTo>
                  <a:close/>
                  <a:moveTo>
                    <a:pt x="151150" y="1205010"/>
                  </a:moveTo>
                  <a:lnTo>
                    <a:pt x="151761" y="1204784"/>
                  </a:lnTo>
                  <a:lnTo>
                    <a:pt x="150848" y="1202618"/>
                  </a:lnTo>
                  <a:close/>
                  <a:moveTo>
                    <a:pt x="151150" y="1205010"/>
                  </a:moveTo>
                  <a:lnTo>
                    <a:pt x="152131" y="1207413"/>
                  </a:lnTo>
                  <a:lnTo>
                    <a:pt x="151761" y="1204784"/>
                  </a:lnTo>
                  <a:close/>
                  <a:moveTo>
                    <a:pt x="94653" y="1148457"/>
                  </a:moveTo>
                  <a:lnTo>
                    <a:pt x="93828" y="1185212"/>
                  </a:lnTo>
                  <a:lnTo>
                    <a:pt x="135441" y="1168029"/>
                  </a:lnTo>
                  <a:close/>
                  <a:moveTo>
                    <a:pt x="94653" y="1148457"/>
                  </a:moveTo>
                  <a:lnTo>
                    <a:pt x="135441" y="1168029"/>
                  </a:lnTo>
                  <a:lnTo>
                    <a:pt x="121379" y="1131274"/>
                  </a:lnTo>
                  <a:close/>
                  <a:moveTo>
                    <a:pt x="126232" y="1110580"/>
                  </a:moveTo>
                  <a:lnTo>
                    <a:pt x="94653" y="1148457"/>
                  </a:lnTo>
                  <a:lnTo>
                    <a:pt x="121379" y="1131274"/>
                  </a:lnTo>
                  <a:close/>
                  <a:moveTo>
                    <a:pt x="149787" y="1161371"/>
                  </a:moveTo>
                  <a:lnTo>
                    <a:pt x="150848" y="1202618"/>
                  </a:lnTo>
                  <a:lnTo>
                    <a:pt x="177615" y="1150846"/>
                  </a:lnTo>
                  <a:close/>
                  <a:moveTo>
                    <a:pt x="177615" y="1150846"/>
                  </a:moveTo>
                  <a:lnTo>
                    <a:pt x="150848" y="1202618"/>
                  </a:lnTo>
                  <a:lnTo>
                    <a:pt x="151761" y="1204784"/>
                  </a:lnTo>
                  <a:close/>
                  <a:moveTo>
                    <a:pt x="135441" y="1168029"/>
                  </a:moveTo>
                  <a:lnTo>
                    <a:pt x="150848" y="1202618"/>
                  </a:lnTo>
                  <a:lnTo>
                    <a:pt x="149787" y="1161371"/>
                  </a:lnTo>
                  <a:close/>
                  <a:moveTo>
                    <a:pt x="121379" y="1131274"/>
                  </a:moveTo>
                  <a:lnTo>
                    <a:pt x="149787" y="1161371"/>
                  </a:lnTo>
                  <a:lnTo>
                    <a:pt x="146921" y="1118953"/>
                  </a:lnTo>
                  <a:close/>
                  <a:moveTo>
                    <a:pt x="121379" y="1131274"/>
                  </a:moveTo>
                  <a:lnTo>
                    <a:pt x="135441" y="1168029"/>
                  </a:lnTo>
                  <a:lnTo>
                    <a:pt x="149787" y="1161371"/>
                  </a:lnTo>
                  <a:close/>
                  <a:moveTo>
                    <a:pt x="149787" y="1161371"/>
                  </a:moveTo>
                  <a:lnTo>
                    <a:pt x="173641" y="1124319"/>
                  </a:lnTo>
                  <a:lnTo>
                    <a:pt x="146921" y="1118953"/>
                  </a:lnTo>
                  <a:close/>
                  <a:moveTo>
                    <a:pt x="126232" y="1110580"/>
                  </a:moveTo>
                  <a:lnTo>
                    <a:pt x="121379" y="1131274"/>
                  </a:lnTo>
                  <a:lnTo>
                    <a:pt x="146921" y="1118953"/>
                  </a:lnTo>
                  <a:close/>
                  <a:moveTo>
                    <a:pt x="146921" y="1118953"/>
                  </a:moveTo>
                  <a:lnTo>
                    <a:pt x="159997" y="1112246"/>
                  </a:lnTo>
                  <a:lnTo>
                    <a:pt x="126232" y="1110580"/>
                  </a:lnTo>
                  <a:close/>
                  <a:moveTo>
                    <a:pt x="146921" y="1118953"/>
                  </a:moveTo>
                  <a:lnTo>
                    <a:pt x="173641" y="1124319"/>
                  </a:lnTo>
                  <a:lnTo>
                    <a:pt x="159997" y="1112246"/>
                  </a:lnTo>
                  <a:close/>
                  <a:moveTo>
                    <a:pt x="207834" y="1002479"/>
                  </a:moveTo>
                  <a:lnTo>
                    <a:pt x="183391" y="1007297"/>
                  </a:lnTo>
                  <a:lnTo>
                    <a:pt x="167411" y="1023397"/>
                  </a:lnTo>
                  <a:close/>
                  <a:moveTo>
                    <a:pt x="210896" y="1004537"/>
                  </a:moveTo>
                  <a:lnTo>
                    <a:pt x="237111" y="987361"/>
                  </a:lnTo>
                  <a:lnTo>
                    <a:pt x="207834" y="1002479"/>
                  </a:lnTo>
                  <a:close/>
                  <a:moveTo>
                    <a:pt x="84469" y="731746"/>
                  </a:moveTo>
                  <a:lnTo>
                    <a:pt x="61183" y="785684"/>
                  </a:lnTo>
                  <a:lnTo>
                    <a:pt x="91318" y="768501"/>
                  </a:lnTo>
                  <a:close/>
                  <a:moveTo>
                    <a:pt x="76087" y="701982"/>
                  </a:moveTo>
                  <a:lnTo>
                    <a:pt x="90617" y="717167"/>
                  </a:lnTo>
                  <a:lnTo>
                    <a:pt x="92887" y="694991"/>
                  </a:lnTo>
                  <a:close/>
                  <a:moveTo>
                    <a:pt x="226509" y="839943"/>
                  </a:moveTo>
                  <a:lnTo>
                    <a:pt x="220818" y="842011"/>
                  </a:lnTo>
                  <a:lnTo>
                    <a:pt x="249208" y="840175"/>
                  </a:lnTo>
                  <a:close/>
                  <a:moveTo>
                    <a:pt x="268647" y="788279"/>
                  </a:moveTo>
                  <a:lnTo>
                    <a:pt x="221745" y="833702"/>
                  </a:lnTo>
                  <a:lnTo>
                    <a:pt x="260089" y="824827"/>
                  </a:lnTo>
                  <a:close/>
                  <a:moveTo>
                    <a:pt x="260089" y="824827"/>
                  </a:moveTo>
                  <a:lnTo>
                    <a:pt x="221745" y="833702"/>
                  </a:lnTo>
                  <a:lnTo>
                    <a:pt x="226509" y="839943"/>
                  </a:lnTo>
                  <a:close/>
                  <a:moveTo>
                    <a:pt x="226509" y="839943"/>
                  </a:moveTo>
                  <a:lnTo>
                    <a:pt x="249208" y="840175"/>
                  </a:lnTo>
                  <a:lnTo>
                    <a:pt x="260089" y="824827"/>
                  </a:lnTo>
                  <a:close/>
                  <a:moveTo>
                    <a:pt x="84469" y="731746"/>
                  </a:moveTo>
                  <a:lnTo>
                    <a:pt x="114186" y="715755"/>
                  </a:lnTo>
                  <a:lnTo>
                    <a:pt x="90617" y="717167"/>
                  </a:lnTo>
                  <a:close/>
                  <a:moveTo>
                    <a:pt x="92887" y="694991"/>
                  </a:moveTo>
                  <a:lnTo>
                    <a:pt x="90617" y="717167"/>
                  </a:lnTo>
                  <a:lnTo>
                    <a:pt x="116104" y="714562"/>
                  </a:lnTo>
                  <a:close/>
                  <a:moveTo>
                    <a:pt x="260089" y="824827"/>
                  </a:moveTo>
                  <a:lnTo>
                    <a:pt x="268748" y="787945"/>
                  </a:lnTo>
                  <a:lnTo>
                    <a:pt x="268647" y="788279"/>
                  </a:lnTo>
                  <a:close/>
                  <a:moveTo>
                    <a:pt x="221509" y="620273"/>
                  </a:moveTo>
                  <a:lnTo>
                    <a:pt x="218181" y="627963"/>
                  </a:lnTo>
                  <a:lnTo>
                    <a:pt x="243379" y="606686"/>
                  </a:lnTo>
                  <a:close/>
                  <a:moveTo>
                    <a:pt x="117090" y="459666"/>
                  </a:moveTo>
                  <a:lnTo>
                    <a:pt x="105022" y="499469"/>
                  </a:lnTo>
                  <a:lnTo>
                    <a:pt x="111761" y="496421"/>
                  </a:lnTo>
                  <a:close/>
                  <a:moveTo>
                    <a:pt x="117090" y="459666"/>
                  </a:moveTo>
                  <a:lnTo>
                    <a:pt x="111761" y="496421"/>
                  </a:lnTo>
                  <a:lnTo>
                    <a:pt x="139855" y="442482"/>
                  </a:lnTo>
                  <a:close/>
                  <a:moveTo>
                    <a:pt x="149896" y="429391"/>
                  </a:moveTo>
                  <a:lnTo>
                    <a:pt x="117090" y="459666"/>
                  </a:lnTo>
                  <a:lnTo>
                    <a:pt x="139855" y="442482"/>
                  </a:lnTo>
                  <a:close/>
                  <a:moveTo>
                    <a:pt x="537668" y="792849"/>
                  </a:moveTo>
                  <a:lnTo>
                    <a:pt x="540208" y="836936"/>
                  </a:lnTo>
                  <a:lnTo>
                    <a:pt x="540480" y="796900"/>
                  </a:lnTo>
                  <a:close/>
                  <a:moveTo>
                    <a:pt x="510633" y="846787"/>
                  </a:moveTo>
                  <a:lnTo>
                    <a:pt x="540208" y="836936"/>
                  </a:lnTo>
                  <a:lnTo>
                    <a:pt x="537668" y="792849"/>
                  </a:lnTo>
                  <a:close/>
                  <a:moveTo>
                    <a:pt x="503861" y="810032"/>
                  </a:moveTo>
                  <a:lnTo>
                    <a:pt x="510633" y="846787"/>
                  </a:lnTo>
                  <a:lnTo>
                    <a:pt x="537668" y="792849"/>
                  </a:lnTo>
                  <a:close/>
                  <a:moveTo>
                    <a:pt x="540208" y="836936"/>
                  </a:moveTo>
                  <a:lnTo>
                    <a:pt x="560299" y="829604"/>
                  </a:lnTo>
                  <a:lnTo>
                    <a:pt x="540480" y="796900"/>
                  </a:lnTo>
                  <a:close/>
                  <a:moveTo>
                    <a:pt x="538590" y="789834"/>
                  </a:moveTo>
                  <a:lnTo>
                    <a:pt x="503861" y="810032"/>
                  </a:lnTo>
                  <a:lnTo>
                    <a:pt x="537668" y="792849"/>
                  </a:lnTo>
                  <a:close/>
                  <a:moveTo>
                    <a:pt x="538590" y="789834"/>
                  </a:moveTo>
                  <a:lnTo>
                    <a:pt x="512103" y="787014"/>
                  </a:lnTo>
                  <a:lnTo>
                    <a:pt x="503861" y="810032"/>
                  </a:lnTo>
                  <a:close/>
                  <a:moveTo>
                    <a:pt x="542629" y="790221"/>
                  </a:moveTo>
                  <a:lnTo>
                    <a:pt x="540480" y="796900"/>
                  </a:lnTo>
                  <a:lnTo>
                    <a:pt x="575826" y="775665"/>
                  </a:lnTo>
                  <a:close/>
                  <a:moveTo>
                    <a:pt x="540480" y="796900"/>
                  </a:moveTo>
                  <a:lnTo>
                    <a:pt x="560299" y="829604"/>
                  </a:lnTo>
                  <a:lnTo>
                    <a:pt x="575826" y="775665"/>
                  </a:lnTo>
                  <a:close/>
                  <a:moveTo>
                    <a:pt x="537668" y="792849"/>
                  </a:moveTo>
                  <a:lnTo>
                    <a:pt x="540480" y="796900"/>
                  </a:lnTo>
                  <a:lnTo>
                    <a:pt x="542629" y="790221"/>
                  </a:lnTo>
                  <a:close/>
                  <a:moveTo>
                    <a:pt x="538590" y="789834"/>
                  </a:moveTo>
                  <a:lnTo>
                    <a:pt x="537668" y="792849"/>
                  </a:lnTo>
                  <a:lnTo>
                    <a:pt x="542629" y="790221"/>
                  </a:lnTo>
                  <a:close/>
                  <a:moveTo>
                    <a:pt x="538590" y="789834"/>
                  </a:moveTo>
                  <a:lnTo>
                    <a:pt x="542629" y="790221"/>
                  </a:lnTo>
                  <a:lnTo>
                    <a:pt x="551609" y="756094"/>
                  </a:lnTo>
                  <a:close/>
                  <a:moveTo>
                    <a:pt x="551609" y="756094"/>
                  </a:moveTo>
                  <a:lnTo>
                    <a:pt x="542629" y="790221"/>
                  </a:lnTo>
                  <a:lnTo>
                    <a:pt x="575826" y="775665"/>
                  </a:lnTo>
                  <a:close/>
                  <a:moveTo>
                    <a:pt x="649499" y="849175"/>
                  </a:moveTo>
                  <a:lnTo>
                    <a:pt x="638353" y="811322"/>
                  </a:lnTo>
                  <a:lnTo>
                    <a:pt x="640927" y="827097"/>
                  </a:lnTo>
                  <a:close/>
                  <a:moveTo>
                    <a:pt x="630716" y="812421"/>
                  </a:moveTo>
                  <a:lnTo>
                    <a:pt x="640927" y="827097"/>
                  </a:lnTo>
                  <a:lnTo>
                    <a:pt x="638353" y="811322"/>
                  </a:lnTo>
                  <a:close/>
                  <a:moveTo>
                    <a:pt x="635722" y="807634"/>
                  </a:moveTo>
                  <a:lnTo>
                    <a:pt x="630716" y="812421"/>
                  </a:lnTo>
                  <a:lnTo>
                    <a:pt x="638353" y="811322"/>
                  </a:lnTo>
                  <a:close/>
                  <a:moveTo>
                    <a:pt x="600935" y="705939"/>
                  </a:moveTo>
                  <a:lnTo>
                    <a:pt x="582412" y="732895"/>
                  </a:lnTo>
                  <a:lnTo>
                    <a:pt x="578320" y="738910"/>
                  </a:lnTo>
                  <a:close/>
                  <a:moveTo>
                    <a:pt x="271591" y="334606"/>
                  </a:moveTo>
                  <a:lnTo>
                    <a:pt x="287733" y="369787"/>
                  </a:lnTo>
                  <a:lnTo>
                    <a:pt x="280000" y="331327"/>
                  </a:lnTo>
                  <a:close/>
                  <a:moveTo>
                    <a:pt x="274766" y="330116"/>
                  </a:moveTo>
                  <a:lnTo>
                    <a:pt x="271591" y="334606"/>
                  </a:lnTo>
                  <a:lnTo>
                    <a:pt x="280000" y="331327"/>
                  </a:lnTo>
                  <a:close/>
                  <a:moveTo>
                    <a:pt x="45528" y="28530"/>
                  </a:moveTo>
                  <a:lnTo>
                    <a:pt x="7158" y="40566"/>
                  </a:lnTo>
                  <a:lnTo>
                    <a:pt x="56478" y="40646"/>
                  </a:lnTo>
                  <a:close/>
                  <a:moveTo>
                    <a:pt x="7158" y="40566"/>
                  </a:moveTo>
                  <a:lnTo>
                    <a:pt x="0" y="50269"/>
                  </a:lnTo>
                  <a:lnTo>
                    <a:pt x="56478" y="40646"/>
                  </a:lnTo>
                  <a:close/>
                  <a:moveTo>
                    <a:pt x="80984" y="7692"/>
                  </a:moveTo>
                  <a:lnTo>
                    <a:pt x="45528" y="28530"/>
                  </a:lnTo>
                  <a:lnTo>
                    <a:pt x="65680" y="23382"/>
                  </a:lnTo>
                  <a:close/>
                  <a:moveTo>
                    <a:pt x="26766" y="25768"/>
                  </a:moveTo>
                  <a:lnTo>
                    <a:pt x="45528" y="28530"/>
                  </a:lnTo>
                  <a:lnTo>
                    <a:pt x="80984" y="7692"/>
                  </a:lnTo>
                  <a:close/>
                  <a:moveTo>
                    <a:pt x="45528" y="28530"/>
                  </a:moveTo>
                  <a:lnTo>
                    <a:pt x="56478" y="40646"/>
                  </a:lnTo>
                  <a:lnTo>
                    <a:pt x="65680" y="23382"/>
                  </a:lnTo>
                  <a:close/>
                  <a:moveTo>
                    <a:pt x="104658" y="0"/>
                  </a:moveTo>
                  <a:lnTo>
                    <a:pt x="65680" y="23382"/>
                  </a:lnTo>
                  <a:lnTo>
                    <a:pt x="100084" y="6199"/>
                  </a:lnTo>
                  <a:close/>
                  <a:moveTo>
                    <a:pt x="104658" y="0"/>
                  </a:moveTo>
                  <a:lnTo>
                    <a:pt x="80984" y="7692"/>
                  </a:lnTo>
                  <a:lnTo>
                    <a:pt x="65680" y="23382"/>
                  </a:lnTo>
                  <a:close/>
                  <a:moveTo>
                    <a:pt x="648236" y="662009"/>
                  </a:moveTo>
                  <a:lnTo>
                    <a:pt x="647908" y="667789"/>
                  </a:lnTo>
                  <a:lnTo>
                    <a:pt x="651476" y="666412"/>
                  </a:lnTo>
                  <a:close/>
                  <a:moveTo>
                    <a:pt x="655657" y="667789"/>
                  </a:moveTo>
                  <a:lnTo>
                    <a:pt x="648236" y="662009"/>
                  </a:lnTo>
                  <a:lnTo>
                    <a:pt x="651476" y="666412"/>
                  </a:lnTo>
                  <a:close/>
                  <a:moveTo>
                    <a:pt x="483982" y="325410"/>
                  </a:moveTo>
                  <a:lnTo>
                    <a:pt x="473932" y="356566"/>
                  </a:lnTo>
                  <a:lnTo>
                    <a:pt x="512103" y="340478"/>
                  </a:lnTo>
                  <a:close/>
                  <a:moveTo>
                    <a:pt x="543184" y="325971"/>
                  </a:moveTo>
                  <a:lnTo>
                    <a:pt x="483982" y="325410"/>
                  </a:lnTo>
                  <a:lnTo>
                    <a:pt x="519463" y="339382"/>
                  </a:lnTo>
                  <a:close/>
                  <a:moveTo>
                    <a:pt x="579224" y="295340"/>
                  </a:moveTo>
                  <a:lnTo>
                    <a:pt x="562862" y="302627"/>
                  </a:lnTo>
                  <a:lnTo>
                    <a:pt x="592897" y="291054"/>
                  </a:lnTo>
                  <a:close/>
                  <a:moveTo>
                    <a:pt x="592897" y="291054"/>
                  </a:moveTo>
                  <a:lnTo>
                    <a:pt x="562862" y="302627"/>
                  </a:lnTo>
                  <a:lnTo>
                    <a:pt x="543184" y="325971"/>
                  </a:lnTo>
                  <a:close/>
                  <a:moveTo>
                    <a:pt x="592897" y="291054"/>
                  </a:moveTo>
                  <a:lnTo>
                    <a:pt x="543184" y="325971"/>
                  </a:lnTo>
                  <a:lnTo>
                    <a:pt x="565662" y="313805"/>
                  </a:lnTo>
                  <a:close/>
                  <a:moveTo>
                    <a:pt x="568240" y="295073"/>
                  </a:moveTo>
                  <a:lnTo>
                    <a:pt x="562862" y="302627"/>
                  </a:lnTo>
                  <a:lnTo>
                    <a:pt x="579224" y="29534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02" name="Input_density__101">
              <a:extLst>
                <a:ext uri="{FF2B5EF4-FFF2-40B4-BE49-F238E27FC236}">
                  <a16:creationId xmlns:a16="http://schemas.microsoft.com/office/drawing/2014/main" id="{D4B7920D-37BD-7349-548A-9E28D565A1C4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0977"/>
              <a:ext cx="1047336" cy="1688787"/>
            </a:xfrm>
            <a:custGeom>
              <a:avLst/>
              <a:gdLst/>
              <a:ahLst/>
              <a:cxnLst/>
              <a:rect l="0" t="0" r="0" b="0"/>
              <a:pathLst>
                <a:path w="1047336" h="1688787">
                  <a:moveTo>
                    <a:pt x="163243" y="1561892"/>
                  </a:moveTo>
                  <a:lnTo>
                    <a:pt x="141156" y="1575519"/>
                  </a:lnTo>
                  <a:lnTo>
                    <a:pt x="130409" y="1600511"/>
                  </a:lnTo>
                  <a:close/>
                  <a:moveTo>
                    <a:pt x="134072" y="1509818"/>
                  </a:moveTo>
                  <a:lnTo>
                    <a:pt x="129124" y="1530533"/>
                  </a:lnTo>
                  <a:lnTo>
                    <a:pt x="157990" y="1542250"/>
                  </a:lnTo>
                  <a:close/>
                  <a:moveTo>
                    <a:pt x="337657" y="1688787"/>
                  </a:moveTo>
                  <a:lnTo>
                    <a:pt x="377038" y="1676409"/>
                  </a:lnTo>
                  <a:lnTo>
                    <a:pt x="347107" y="1654817"/>
                  </a:lnTo>
                  <a:close/>
                  <a:moveTo>
                    <a:pt x="208046" y="1604825"/>
                  </a:moveTo>
                  <a:lnTo>
                    <a:pt x="173363" y="1583327"/>
                  </a:lnTo>
                  <a:lnTo>
                    <a:pt x="174162" y="1579111"/>
                  </a:lnTo>
                  <a:close/>
                  <a:moveTo>
                    <a:pt x="157990" y="1542250"/>
                  </a:moveTo>
                  <a:lnTo>
                    <a:pt x="213363" y="1528496"/>
                  </a:lnTo>
                  <a:lnTo>
                    <a:pt x="175286" y="1510708"/>
                  </a:lnTo>
                  <a:close/>
                  <a:moveTo>
                    <a:pt x="377038" y="1676409"/>
                  </a:moveTo>
                  <a:lnTo>
                    <a:pt x="387711" y="1682051"/>
                  </a:lnTo>
                  <a:lnTo>
                    <a:pt x="389739" y="1673534"/>
                  </a:lnTo>
                  <a:close/>
                  <a:moveTo>
                    <a:pt x="389739" y="1673534"/>
                  </a:moveTo>
                  <a:lnTo>
                    <a:pt x="347107" y="1654817"/>
                  </a:lnTo>
                  <a:lnTo>
                    <a:pt x="377038" y="1676409"/>
                  </a:lnTo>
                  <a:close/>
                  <a:moveTo>
                    <a:pt x="351642" y="1632670"/>
                  </a:moveTo>
                  <a:lnTo>
                    <a:pt x="347107" y="1654817"/>
                  </a:lnTo>
                  <a:lnTo>
                    <a:pt x="389739" y="1673534"/>
                  </a:lnTo>
                  <a:close/>
                  <a:moveTo>
                    <a:pt x="384589" y="1632973"/>
                  </a:moveTo>
                  <a:lnTo>
                    <a:pt x="351642" y="1632670"/>
                  </a:lnTo>
                  <a:lnTo>
                    <a:pt x="389739" y="1673534"/>
                  </a:lnTo>
                  <a:close/>
                  <a:moveTo>
                    <a:pt x="351642" y="1632670"/>
                  </a:moveTo>
                  <a:lnTo>
                    <a:pt x="314285" y="1656675"/>
                  </a:lnTo>
                  <a:lnTo>
                    <a:pt x="347107" y="1654817"/>
                  </a:lnTo>
                  <a:close/>
                  <a:moveTo>
                    <a:pt x="351642" y="1632670"/>
                  </a:moveTo>
                  <a:lnTo>
                    <a:pt x="340510" y="1630149"/>
                  </a:lnTo>
                  <a:lnTo>
                    <a:pt x="303882" y="1599663"/>
                  </a:lnTo>
                  <a:close/>
                  <a:moveTo>
                    <a:pt x="247192" y="1305433"/>
                  </a:moveTo>
                  <a:lnTo>
                    <a:pt x="226071" y="1295517"/>
                  </a:lnTo>
                  <a:lnTo>
                    <a:pt x="230369" y="1274363"/>
                  </a:lnTo>
                  <a:close/>
                  <a:moveTo>
                    <a:pt x="90698" y="1038166"/>
                  </a:moveTo>
                  <a:lnTo>
                    <a:pt x="108475" y="1073534"/>
                  </a:lnTo>
                  <a:lnTo>
                    <a:pt x="97704" y="1056598"/>
                  </a:lnTo>
                  <a:close/>
                  <a:moveTo>
                    <a:pt x="335216" y="1243301"/>
                  </a:moveTo>
                  <a:lnTo>
                    <a:pt x="300760" y="1221273"/>
                  </a:lnTo>
                  <a:lnTo>
                    <a:pt x="332146" y="1240126"/>
                  </a:lnTo>
                  <a:close/>
                  <a:moveTo>
                    <a:pt x="341112" y="1247568"/>
                  </a:moveTo>
                  <a:lnTo>
                    <a:pt x="335216" y="1243301"/>
                  </a:lnTo>
                  <a:lnTo>
                    <a:pt x="332146" y="1240126"/>
                  </a:lnTo>
                  <a:close/>
                  <a:moveTo>
                    <a:pt x="95233" y="1034479"/>
                  </a:moveTo>
                  <a:lnTo>
                    <a:pt x="124832" y="1019596"/>
                  </a:lnTo>
                  <a:lnTo>
                    <a:pt x="107266" y="996138"/>
                  </a:lnTo>
                  <a:close/>
                  <a:moveTo>
                    <a:pt x="15809" y="963269"/>
                  </a:moveTo>
                  <a:lnTo>
                    <a:pt x="15891" y="999863"/>
                  </a:lnTo>
                  <a:lnTo>
                    <a:pt x="21620" y="950655"/>
                  </a:lnTo>
                  <a:close/>
                  <a:moveTo>
                    <a:pt x="15809" y="963269"/>
                  </a:moveTo>
                  <a:lnTo>
                    <a:pt x="22397" y="927981"/>
                  </a:lnTo>
                  <a:lnTo>
                    <a:pt x="24266" y="909331"/>
                  </a:lnTo>
                  <a:close/>
                  <a:moveTo>
                    <a:pt x="15809" y="963269"/>
                  </a:moveTo>
                  <a:lnTo>
                    <a:pt x="24266" y="909331"/>
                  </a:lnTo>
                  <a:lnTo>
                    <a:pt x="16576" y="926514"/>
                  </a:lnTo>
                  <a:close/>
                  <a:moveTo>
                    <a:pt x="15285" y="901389"/>
                  </a:moveTo>
                  <a:lnTo>
                    <a:pt x="1295" y="877684"/>
                  </a:lnTo>
                  <a:lnTo>
                    <a:pt x="24266" y="909331"/>
                  </a:lnTo>
                  <a:close/>
                  <a:moveTo>
                    <a:pt x="0" y="872576"/>
                  </a:moveTo>
                  <a:lnTo>
                    <a:pt x="1295" y="877684"/>
                  </a:lnTo>
                  <a:lnTo>
                    <a:pt x="15285" y="901389"/>
                  </a:lnTo>
                  <a:close/>
                  <a:moveTo>
                    <a:pt x="3100" y="855832"/>
                  </a:moveTo>
                  <a:lnTo>
                    <a:pt x="1295" y="877684"/>
                  </a:lnTo>
                  <a:lnTo>
                    <a:pt x="0" y="872576"/>
                  </a:lnTo>
                  <a:close/>
                  <a:moveTo>
                    <a:pt x="318024" y="1230189"/>
                  </a:moveTo>
                  <a:lnTo>
                    <a:pt x="341112" y="1247568"/>
                  </a:lnTo>
                  <a:lnTo>
                    <a:pt x="332146" y="1240126"/>
                  </a:lnTo>
                  <a:close/>
                  <a:moveTo>
                    <a:pt x="368975" y="1260602"/>
                  </a:moveTo>
                  <a:lnTo>
                    <a:pt x="341112" y="1247568"/>
                  </a:lnTo>
                  <a:lnTo>
                    <a:pt x="318024" y="1230189"/>
                  </a:lnTo>
                  <a:close/>
                  <a:moveTo>
                    <a:pt x="368975" y="1260602"/>
                  </a:moveTo>
                  <a:lnTo>
                    <a:pt x="362313" y="1240126"/>
                  </a:lnTo>
                  <a:lnTo>
                    <a:pt x="341112" y="1247568"/>
                  </a:lnTo>
                  <a:close/>
                  <a:moveTo>
                    <a:pt x="375200" y="1237883"/>
                  </a:moveTo>
                  <a:lnTo>
                    <a:pt x="362313" y="1240126"/>
                  </a:lnTo>
                  <a:lnTo>
                    <a:pt x="368975" y="1260602"/>
                  </a:lnTo>
                  <a:close/>
                  <a:moveTo>
                    <a:pt x="318024" y="1230189"/>
                  </a:moveTo>
                  <a:lnTo>
                    <a:pt x="332146" y="1240126"/>
                  </a:lnTo>
                  <a:lnTo>
                    <a:pt x="300760" y="1221273"/>
                  </a:lnTo>
                  <a:close/>
                  <a:moveTo>
                    <a:pt x="112845" y="975414"/>
                  </a:moveTo>
                  <a:lnTo>
                    <a:pt x="107266" y="996138"/>
                  </a:lnTo>
                  <a:lnTo>
                    <a:pt x="148117" y="965657"/>
                  </a:lnTo>
                  <a:close/>
                  <a:moveTo>
                    <a:pt x="112845" y="975414"/>
                  </a:moveTo>
                  <a:lnTo>
                    <a:pt x="139735" y="935893"/>
                  </a:lnTo>
                  <a:lnTo>
                    <a:pt x="101877" y="939583"/>
                  </a:lnTo>
                  <a:close/>
                  <a:moveTo>
                    <a:pt x="101877" y="939583"/>
                  </a:moveTo>
                  <a:lnTo>
                    <a:pt x="122989" y="904761"/>
                  </a:lnTo>
                  <a:lnTo>
                    <a:pt x="100497" y="895958"/>
                  </a:lnTo>
                  <a:close/>
                  <a:moveTo>
                    <a:pt x="0" y="872576"/>
                  </a:moveTo>
                  <a:lnTo>
                    <a:pt x="10393" y="825540"/>
                  </a:lnTo>
                  <a:lnTo>
                    <a:pt x="3100" y="855832"/>
                  </a:lnTo>
                  <a:close/>
                  <a:moveTo>
                    <a:pt x="12148" y="818638"/>
                  </a:moveTo>
                  <a:lnTo>
                    <a:pt x="10393" y="825540"/>
                  </a:lnTo>
                  <a:lnTo>
                    <a:pt x="0" y="872576"/>
                  </a:lnTo>
                  <a:close/>
                  <a:moveTo>
                    <a:pt x="285198" y="1077888"/>
                  </a:moveTo>
                  <a:lnTo>
                    <a:pt x="259633" y="1095877"/>
                  </a:lnTo>
                  <a:lnTo>
                    <a:pt x="284467" y="1075922"/>
                  </a:lnTo>
                  <a:close/>
                  <a:moveTo>
                    <a:pt x="156056" y="874964"/>
                  </a:moveTo>
                  <a:lnTo>
                    <a:pt x="155833" y="860729"/>
                  </a:lnTo>
                  <a:lnTo>
                    <a:pt x="154619" y="879046"/>
                  </a:lnTo>
                  <a:close/>
                  <a:moveTo>
                    <a:pt x="165666" y="911719"/>
                  </a:moveTo>
                  <a:lnTo>
                    <a:pt x="154619" y="879046"/>
                  </a:lnTo>
                  <a:lnTo>
                    <a:pt x="162741" y="917190"/>
                  </a:lnTo>
                  <a:close/>
                  <a:moveTo>
                    <a:pt x="165666" y="911719"/>
                  </a:moveTo>
                  <a:lnTo>
                    <a:pt x="156056" y="874964"/>
                  </a:lnTo>
                  <a:lnTo>
                    <a:pt x="154619" y="879046"/>
                  </a:lnTo>
                  <a:close/>
                  <a:moveTo>
                    <a:pt x="557412" y="1173139"/>
                  </a:moveTo>
                  <a:lnTo>
                    <a:pt x="562416" y="1211691"/>
                  </a:lnTo>
                  <a:lnTo>
                    <a:pt x="558706" y="1208147"/>
                  </a:lnTo>
                  <a:close/>
                  <a:moveTo>
                    <a:pt x="847205" y="1411494"/>
                  </a:moveTo>
                  <a:lnTo>
                    <a:pt x="846702" y="1411081"/>
                  </a:lnTo>
                  <a:lnTo>
                    <a:pt x="818460" y="1401697"/>
                  </a:lnTo>
                  <a:close/>
                  <a:moveTo>
                    <a:pt x="425811" y="930257"/>
                  </a:moveTo>
                  <a:lnTo>
                    <a:pt x="429503" y="933679"/>
                  </a:lnTo>
                  <a:lnTo>
                    <a:pt x="445166" y="939607"/>
                  </a:lnTo>
                  <a:close/>
                  <a:moveTo>
                    <a:pt x="416843" y="925097"/>
                  </a:moveTo>
                  <a:lnTo>
                    <a:pt x="429503" y="933679"/>
                  </a:lnTo>
                  <a:lnTo>
                    <a:pt x="425811" y="930257"/>
                  </a:lnTo>
                  <a:close/>
                  <a:moveTo>
                    <a:pt x="307028" y="840597"/>
                  </a:moveTo>
                  <a:lnTo>
                    <a:pt x="312311" y="877352"/>
                  </a:lnTo>
                  <a:lnTo>
                    <a:pt x="309222" y="834622"/>
                  </a:lnTo>
                  <a:close/>
                  <a:moveTo>
                    <a:pt x="236598" y="713149"/>
                  </a:moveTo>
                  <a:lnTo>
                    <a:pt x="220431" y="718389"/>
                  </a:lnTo>
                  <a:lnTo>
                    <a:pt x="248303" y="764893"/>
                  </a:lnTo>
                  <a:close/>
                  <a:moveTo>
                    <a:pt x="242969" y="676394"/>
                  </a:moveTo>
                  <a:lnTo>
                    <a:pt x="221920" y="694619"/>
                  </a:lnTo>
                  <a:lnTo>
                    <a:pt x="246190" y="679788"/>
                  </a:lnTo>
                  <a:close/>
                  <a:moveTo>
                    <a:pt x="236598" y="713149"/>
                  </a:moveTo>
                  <a:lnTo>
                    <a:pt x="251384" y="680203"/>
                  </a:lnTo>
                  <a:lnTo>
                    <a:pt x="246190" y="679788"/>
                  </a:lnTo>
                  <a:close/>
                  <a:moveTo>
                    <a:pt x="893110" y="1400943"/>
                  </a:moveTo>
                  <a:lnTo>
                    <a:pt x="887368" y="1438547"/>
                  </a:lnTo>
                  <a:lnTo>
                    <a:pt x="925986" y="1446051"/>
                  </a:lnTo>
                  <a:close/>
                  <a:moveTo>
                    <a:pt x="847205" y="1411494"/>
                  </a:moveTo>
                  <a:lnTo>
                    <a:pt x="887368" y="1438547"/>
                  </a:lnTo>
                  <a:lnTo>
                    <a:pt x="893110" y="1400943"/>
                  </a:lnTo>
                  <a:close/>
                  <a:moveTo>
                    <a:pt x="893110" y="1400943"/>
                  </a:moveTo>
                  <a:lnTo>
                    <a:pt x="846702" y="1411081"/>
                  </a:lnTo>
                  <a:lnTo>
                    <a:pt x="847205" y="1411494"/>
                  </a:lnTo>
                  <a:close/>
                  <a:moveTo>
                    <a:pt x="855514" y="1359673"/>
                  </a:moveTo>
                  <a:lnTo>
                    <a:pt x="846702" y="1411081"/>
                  </a:lnTo>
                  <a:lnTo>
                    <a:pt x="893110" y="1400943"/>
                  </a:lnTo>
                  <a:close/>
                  <a:moveTo>
                    <a:pt x="603857" y="1070848"/>
                  </a:moveTo>
                  <a:lnTo>
                    <a:pt x="574282" y="1080699"/>
                  </a:lnTo>
                  <a:lnTo>
                    <a:pt x="610872" y="1109891"/>
                  </a:lnTo>
                  <a:close/>
                  <a:moveTo>
                    <a:pt x="610872" y="1109891"/>
                  </a:moveTo>
                  <a:lnTo>
                    <a:pt x="574282" y="1080699"/>
                  </a:lnTo>
                  <a:lnTo>
                    <a:pt x="582948" y="1076198"/>
                  </a:lnTo>
                  <a:close/>
                  <a:moveTo>
                    <a:pt x="501536" y="896388"/>
                  </a:moveTo>
                  <a:lnTo>
                    <a:pt x="477265" y="895853"/>
                  </a:lnTo>
                  <a:lnTo>
                    <a:pt x="525071" y="916496"/>
                  </a:lnTo>
                  <a:close/>
                  <a:moveTo>
                    <a:pt x="221920" y="694619"/>
                  </a:moveTo>
                  <a:lnTo>
                    <a:pt x="242969" y="676394"/>
                  </a:lnTo>
                  <a:lnTo>
                    <a:pt x="226762" y="668495"/>
                  </a:lnTo>
                  <a:close/>
                  <a:moveTo>
                    <a:pt x="226762" y="668495"/>
                  </a:moveTo>
                  <a:lnTo>
                    <a:pt x="242969" y="676394"/>
                  </a:lnTo>
                  <a:lnTo>
                    <a:pt x="213544" y="663303"/>
                  </a:lnTo>
                  <a:close/>
                  <a:moveTo>
                    <a:pt x="487811" y="879741"/>
                  </a:moveTo>
                  <a:lnTo>
                    <a:pt x="477265" y="895853"/>
                  </a:lnTo>
                  <a:lnTo>
                    <a:pt x="501536" y="896388"/>
                  </a:lnTo>
                  <a:close/>
                  <a:moveTo>
                    <a:pt x="45689" y="365171"/>
                  </a:moveTo>
                  <a:lnTo>
                    <a:pt x="46721" y="330877"/>
                  </a:lnTo>
                  <a:lnTo>
                    <a:pt x="50592" y="372477"/>
                  </a:lnTo>
                  <a:close/>
                  <a:moveTo>
                    <a:pt x="45689" y="365171"/>
                  </a:moveTo>
                  <a:lnTo>
                    <a:pt x="44610" y="328416"/>
                  </a:lnTo>
                  <a:lnTo>
                    <a:pt x="46721" y="330877"/>
                  </a:lnTo>
                  <a:close/>
                  <a:moveTo>
                    <a:pt x="696114" y="1100271"/>
                  </a:moveTo>
                  <a:lnTo>
                    <a:pt x="713148" y="1083087"/>
                  </a:lnTo>
                  <a:lnTo>
                    <a:pt x="687499" y="1093370"/>
                  </a:lnTo>
                  <a:close/>
                  <a:moveTo>
                    <a:pt x="623948" y="1063516"/>
                  </a:moveTo>
                  <a:lnTo>
                    <a:pt x="652062" y="1085452"/>
                  </a:lnTo>
                  <a:lnTo>
                    <a:pt x="663849" y="1049164"/>
                  </a:lnTo>
                  <a:close/>
                  <a:moveTo>
                    <a:pt x="652062" y="1085452"/>
                  </a:moveTo>
                  <a:lnTo>
                    <a:pt x="694365" y="1046332"/>
                  </a:lnTo>
                  <a:lnTo>
                    <a:pt x="663849" y="1049164"/>
                  </a:lnTo>
                  <a:close/>
                  <a:moveTo>
                    <a:pt x="687499" y="1093370"/>
                  </a:moveTo>
                  <a:lnTo>
                    <a:pt x="704576" y="1061009"/>
                  </a:lnTo>
                  <a:lnTo>
                    <a:pt x="652062" y="1085452"/>
                  </a:lnTo>
                  <a:close/>
                  <a:moveTo>
                    <a:pt x="676419" y="1009577"/>
                  </a:moveTo>
                  <a:lnTo>
                    <a:pt x="664097" y="1034242"/>
                  </a:lnTo>
                  <a:lnTo>
                    <a:pt x="686210" y="1013326"/>
                  </a:lnTo>
                  <a:close/>
                  <a:moveTo>
                    <a:pt x="686210" y="1013326"/>
                  </a:moveTo>
                  <a:lnTo>
                    <a:pt x="664097" y="1034242"/>
                  </a:lnTo>
                  <a:lnTo>
                    <a:pt x="663849" y="1049164"/>
                  </a:lnTo>
                  <a:close/>
                  <a:moveTo>
                    <a:pt x="506203" y="872326"/>
                  </a:moveTo>
                  <a:lnTo>
                    <a:pt x="501536" y="896388"/>
                  </a:lnTo>
                  <a:lnTo>
                    <a:pt x="547560" y="862557"/>
                  </a:lnTo>
                  <a:close/>
                  <a:moveTo>
                    <a:pt x="547560" y="862557"/>
                  </a:moveTo>
                  <a:lnTo>
                    <a:pt x="501536" y="896388"/>
                  </a:lnTo>
                  <a:lnTo>
                    <a:pt x="525071" y="916496"/>
                  </a:lnTo>
                  <a:close/>
                  <a:moveTo>
                    <a:pt x="547560" y="862557"/>
                  </a:moveTo>
                  <a:lnTo>
                    <a:pt x="525071" y="916496"/>
                  </a:lnTo>
                  <a:lnTo>
                    <a:pt x="540290" y="899312"/>
                  </a:lnTo>
                  <a:close/>
                  <a:moveTo>
                    <a:pt x="487811" y="879741"/>
                  </a:moveTo>
                  <a:lnTo>
                    <a:pt x="501536" y="896388"/>
                  </a:lnTo>
                  <a:lnTo>
                    <a:pt x="506203" y="872326"/>
                  </a:lnTo>
                  <a:close/>
                  <a:moveTo>
                    <a:pt x="455217" y="842986"/>
                  </a:moveTo>
                  <a:lnTo>
                    <a:pt x="506203" y="872326"/>
                  </a:lnTo>
                  <a:lnTo>
                    <a:pt x="478160" y="837359"/>
                  </a:lnTo>
                  <a:close/>
                  <a:moveTo>
                    <a:pt x="487811" y="879741"/>
                  </a:moveTo>
                  <a:lnTo>
                    <a:pt x="506203" y="872326"/>
                  </a:lnTo>
                  <a:lnTo>
                    <a:pt x="455217" y="842986"/>
                  </a:lnTo>
                  <a:close/>
                  <a:moveTo>
                    <a:pt x="537621" y="829125"/>
                  </a:moveTo>
                  <a:lnTo>
                    <a:pt x="509191" y="828801"/>
                  </a:lnTo>
                  <a:lnTo>
                    <a:pt x="506203" y="872326"/>
                  </a:lnTo>
                  <a:close/>
                  <a:moveTo>
                    <a:pt x="547560" y="862557"/>
                  </a:moveTo>
                  <a:lnTo>
                    <a:pt x="550244" y="857716"/>
                  </a:lnTo>
                  <a:lnTo>
                    <a:pt x="537621" y="829125"/>
                  </a:lnTo>
                  <a:close/>
                  <a:moveTo>
                    <a:pt x="506203" y="872326"/>
                  </a:moveTo>
                  <a:lnTo>
                    <a:pt x="547560" y="862557"/>
                  </a:lnTo>
                  <a:lnTo>
                    <a:pt x="537621" y="829125"/>
                  </a:lnTo>
                  <a:close/>
                  <a:moveTo>
                    <a:pt x="550244" y="857716"/>
                  </a:moveTo>
                  <a:lnTo>
                    <a:pt x="553710" y="862557"/>
                  </a:lnTo>
                  <a:lnTo>
                    <a:pt x="537621" y="829125"/>
                  </a:lnTo>
                  <a:close/>
                  <a:moveTo>
                    <a:pt x="589736" y="880794"/>
                  </a:moveTo>
                  <a:lnTo>
                    <a:pt x="573701" y="871628"/>
                  </a:lnTo>
                  <a:lnTo>
                    <a:pt x="553710" y="862557"/>
                  </a:lnTo>
                  <a:close/>
                  <a:moveTo>
                    <a:pt x="335240" y="568517"/>
                  </a:moveTo>
                  <a:lnTo>
                    <a:pt x="295251" y="585701"/>
                  </a:lnTo>
                  <a:lnTo>
                    <a:pt x="343751" y="605273"/>
                  </a:lnTo>
                  <a:close/>
                  <a:moveTo>
                    <a:pt x="179962" y="441534"/>
                  </a:moveTo>
                  <a:lnTo>
                    <a:pt x="151065" y="434464"/>
                  </a:lnTo>
                  <a:lnTo>
                    <a:pt x="174666" y="450102"/>
                  </a:lnTo>
                  <a:close/>
                  <a:moveTo>
                    <a:pt x="179962" y="441534"/>
                  </a:moveTo>
                  <a:lnTo>
                    <a:pt x="174666" y="450102"/>
                  </a:lnTo>
                  <a:lnTo>
                    <a:pt x="206505" y="444569"/>
                  </a:lnTo>
                  <a:close/>
                  <a:moveTo>
                    <a:pt x="141163" y="397768"/>
                  </a:moveTo>
                  <a:lnTo>
                    <a:pt x="151065" y="434464"/>
                  </a:lnTo>
                  <a:lnTo>
                    <a:pt x="176572" y="438681"/>
                  </a:lnTo>
                  <a:close/>
                  <a:moveTo>
                    <a:pt x="343751" y="605273"/>
                  </a:moveTo>
                  <a:lnTo>
                    <a:pt x="343716" y="609931"/>
                  </a:lnTo>
                  <a:lnTo>
                    <a:pt x="350262" y="608323"/>
                  </a:lnTo>
                  <a:close/>
                  <a:moveTo>
                    <a:pt x="1009603" y="1323189"/>
                  </a:moveTo>
                  <a:lnTo>
                    <a:pt x="1042561" y="1360706"/>
                  </a:lnTo>
                  <a:lnTo>
                    <a:pt x="1043257" y="1359038"/>
                  </a:lnTo>
                  <a:close/>
                  <a:moveTo>
                    <a:pt x="1010263" y="1377127"/>
                  </a:moveTo>
                  <a:lnTo>
                    <a:pt x="1042561" y="1360706"/>
                  </a:lnTo>
                  <a:lnTo>
                    <a:pt x="1009603" y="1323189"/>
                  </a:lnTo>
                  <a:close/>
                  <a:moveTo>
                    <a:pt x="1009603" y="1323189"/>
                  </a:moveTo>
                  <a:lnTo>
                    <a:pt x="997613" y="1312959"/>
                  </a:lnTo>
                  <a:lnTo>
                    <a:pt x="973336" y="1318398"/>
                  </a:lnTo>
                  <a:close/>
                  <a:moveTo>
                    <a:pt x="974033" y="1286434"/>
                  </a:moveTo>
                  <a:lnTo>
                    <a:pt x="973336" y="1318398"/>
                  </a:lnTo>
                  <a:lnTo>
                    <a:pt x="997613" y="1312959"/>
                  </a:lnTo>
                  <a:close/>
                  <a:moveTo>
                    <a:pt x="778028" y="1065904"/>
                  </a:moveTo>
                  <a:lnTo>
                    <a:pt x="748674" y="1034379"/>
                  </a:lnTo>
                  <a:lnTo>
                    <a:pt x="760729" y="1050172"/>
                  </a:lnTo>
                  <a:close/>
                  <a:moveTo>
                    <a:pt x="664097" y="1034242"/>
                  </a:moveTo>
                  <a:lnTo>
                    <a:pt x="676419" y="1009577"/>
                  </a:lnTo>
                  <a:lnTo>
                    <a:pt x="676980" y="993741"/>
                  </a:lnTo>
                  <a:close/>
                  <a:moveTo>
                    <a:pt x="739815" y="996834"/>
                  </a:moveTo>
                  <a:lnTo>
                    <a:pt x="705221" y="1009577"/>
                  </a:lnTo>
                  <a:lnTo>
                    <a:pt x="699371" y="1041546"/>
                  </a:lnTo>
                  <a:close/>
                  <a:moveTo>
                    <a:pt x="748674" y="1034379"/>
                  </a:moveTo>
                  <a:lnTo>
                    <a:pt x="739815" y="996834"/>
                  </a:lnTo>
                  <a:lnTo>
                    <a:pt x="702002" y="1045233"/>
                  </a:lnTo>
                  <a:close/>
                  <a:moveTo>
                    <a:pt x="739815" y="996834"/>
                  </a:moveTo>
                  <a:lnTo>
                    <a:pt x="748674" y="1034379"/>
                  </a:lnTo>
                  <a:lnTo>
                    <a:pt x="777736" y="993093"/>
                  </a:lnTo>
                  <a:close/>
                  <a:moveTo>
                    <a:pt x="685316" y="989001"/>
                  </a:moveTo>
                  <a:lnTo>
                    <a:pt x="684307" y="992394"/>
                  </a:lnTo>
                  <a:lnTo>
                    <a:pt x="677852" y="989458"/>
                  </a:lnTo>
                  <a:close/>
                  <a:moveTo>
                    <a:pt x="676980" y="993741"/>
                  </a:moveTo>
                  <a:lnTo>
                    <a:pt x="676419" y="1009577"/>
                  </a:lnTo>
                  <a:lnTo>
                    <a:pt x="685316" y="989001"/>
                  </a:lnTo>
                  <a:close/>
                  <a:moveTo>
                    <a:pt x="685316" y="989001"/>
                  </a:moveTo>
                  <a:lnTo>
                    <a:pt x="705221" y="1009577"/>
                  </a:lnTo>
                  <a:lnTo>
                    <a:pt x="744484" y="989434"/>
                  </a:lnTo>
                  <a:close/>
                  <a:moveTo>
                    <a:pt x="578518" y="867218"/>
                  </a:moveTo>
                  <a:lnTo>
                    <a:pt x="553039" y="861337"/>
                  </a:lnTo>
                  <a:lnTo>
                    <a:pt x="547560" y="862557"/>
                  </a:lnTo>
                  <a:close/>
                  <a:moveTo>
                    <a:pt x="553710" y="862557"/>
                  </a:moveTo>
                  <a:lnTo>
                    <a:pt x="553039" y="861337"/>
                  </a:lnTo>
                  <a:lnTo>
                    <a:pt x="589736" y="880794"/>
                  </a:lnTo>
                  <a:close/>
                  <a:moveTo>
                    <a:pt x="553039" y="861337"/>
                  </a:moveTo>
                  <a:lnTo>
                    <a:pt x="550244" y="857716"/>
                  </a:lnTo>
                  <a:lnTo>
                    <a:pt x="547560" y="862557"/>
                  </a:lnTo>
                  <a:close/>
                  <a:moveTo>
                    <a:pt x="553039" y="861337"/>
                  </a:moveTo>
                  <a:lnTo>
                    <a:pt x="553710" y="862557"/>
                  </a:lnTo>
                  <a:lnTo>
                    <a:pt x="550244" y="857716"/>
                  </a:lnTo>
                  <a:close/>
                  <a:moveTo>
                    <a:pt x="350262" y="608323"/>
                  </a:moveTo>
                  <a:lnTo>
                    <a:pt x="351382" y="603699"/>
                  </a:lnTo>
                  <a:lnTo>
                    <a:pt x="343751" y="605273"/>
                  </a:lnTo>
                  <a:close/>
                  <a:moveTo>
                    <a:pt x="403222" y="588642"/>
                  </a:moveTo>
                  <a:lnTo>
                    <a:pt x="350262" y="608323"/>
                  </a:lnTo>
                  <a:lnTo>
                    <a:pt x="386596" y="619591"/>
                  </a:lnTo>
                  <a:close/>
                  <a:moveTo>
                    <a:pt x="403222" y="588642"/>
                  </a:moveTo>
                  <a:lnTo>
                    <a:pt x="351382" y="603699"/>
                  </a:lnTo>
                  <a:lnTo>
                    <a:pt x="350262" y="608323"/>
                  </a:lnTo>
                  <a:close/>
                  <a:moveTo>
                    <a:pt x="1009603" y="1323189"/>
                  </a:moveTo>
                  <a:lnTo>
                    <a:pt x="1043257" y="1359038"/>
                  </a:lnTo>
                  <a:lnTo>
                    <a:pt x="1047336" y="1312077"/>
                  </a:lnTo>
                  <a:close/>
                  <a:moveTo>
                    <a:pt x="1009603" y="1323189"/>
                  </a:moveTo>
                  <a:lnTo>
                    <a:pt x="1047336" y="1312077"/>
                  </a:lnTo>
                  <a:lnTo>
                    <a:pt x="997613" y="1312959"/>
                  </a:lnTo>
                  <a:close/>
                  <a:moveTo>
                    <a:pt x="995711" y="1269250"/>
                  </a:moveTo>
                  <a:lnTo>
                    <a:pt x="997613" y="1312959"/>
                  </a:lnTo>
                  <a:lnTo>
                    <a:pt x="1018281" y="1294024"/>
                  </a:lnTo>
                  <a:close/>
                  <a:moveTo>
                    <a:pt x="995711" y="1269250"/>
                  </a:moveTo>
                  <a:lnTo>
                    <a:pt x="974033" y="1286434"/>
                  </a:lnTo>
                  <a:lnTo>
                    <a:pt x="997613" y="1312959"/>
                  </a:lnTo>
                  <a:close/>
                  <a:moveTo>
                    <a:pt x="693830" y="924622"/>
                  </a:moveTo>
                  <a:lnTo>
                    <a:pt x="719305" y="901700"/>
                  </a:lnTo>
                  <a:lnTo>
                    <a:pt x="751198" y="918327"/>
                  </a:lnTo>
                  <a:close/>
                  <a:moveTo>
                    <a:pt x="693830" y="924622"/>
                  </a:moveTo>
                  <a:lnTo>
                    <a:pt x="751198" y="918327"/>
                  </a:lnTo>
                  <a:lnTo>
                    <a:pt x="726436" y="921954"/>
                  </a:lnTo>
                  <a:close/>
                  <a:moveTo>
                    <a:pt x="782436" y="910545"/>
                  </a:moveTo>
                  <a:lnTo>
                    <a:pt x="726436" y="921954"/>
                  </a:lnTo>
                  <a:lnTo>
                    <a:pt x="751198" y="918327"/>
                  </a:lnTo>
                  <a:close/>
                  <a:moveTo>
                    <a:pt x="825125" y="945575"/>
                  </a:moveTo>
                  <a:lnTo>
                    <a:pt x="800336" y="929972"/>
                  </a:lnTo>
                  <a:lnTo>
                    <a:pt x="814370" y="933731"/>
                  </a:lnTo>
                  <a:close/>
                  <a:moveTo>
                    <a:pt x="719305" y="901700"/>
                  </a:moveTo>
                  <a:lnTo>
                    <a:pt x="776129" y="922564"/>
                  </a:lnTo>
                  <a:lnTo>
                    <a:pt x="751198" y="918327"/>
                  </a:lnTo>
                  <a:close/>
                  <a:moveTo>
                    <a:pt x="776129" y="922564"/>
                  </a:moveTo>
                  <a:lnTo>
                    <a:pt x="782436" y="910545"/>
                  </a:lnTo>
                  <a:lnTo>
                    <a:pt x="751198" y="918327"/>
                  </a:lnTo>
                  <a:close/>
                  <a:moveTo>
                    <a:pt x="776129" y="922564"/>
                  </a:moveTo>
                  <a:lnTo>
                    <a:pt x="800336" y="929972"/>
                  </a:lnTo>
                  <a:lnTo>
                    <a:pt x="782436" y="910545"/>
                  </a:lnTo>
                  <a:close/>
                  <a:moveTo>
                    <a:pt x="800336" y="929972"/>
                  </a:moveTo>
                  <a:lnTo>
                    <a:pt x="811261" y="938455"/>
                  </a:lnTo>
                  <a:lnTo>
                    <a:pt x="782436" y="910545"/>
                  </a:lnTo>
                  <a:close/>
                  <a:moveTo>
                    <a:pt x="723135" y="864945"/>
                  </a:moveTo>
                  <a:lnTo>
                    <a:pt x="741318" y="881387"/>
                  </a:lnTo>
                  <a:lnTo>
                    <a:pt x="734920" y="847762"/>
                  </a:lnTo>
                  <a:close/>
                  <a:moveTo>
                    <a:pt x="359384" y="423886"/>
                  </a:moveTo>
                  <a:lnTo>
                    <a:pt x="368830" y="460641"/>
                  </a:lnTo>
                  <a:lnTo>
                    <a:pt x="366090" y="412753"/>
                  </a:lnTo>
                  <a:close/>
                  <a:moveTo>
                    <a:pt x="348802" y="410446"/>
                  </a:moveTo>
                  <a:lnTo>
                    <a:pt x="359384" y="423886"/>
                  </a:lnTo>
                  <a:lnTo>
                    <a:pt x="366090" y="412753"/>
                  </a:lnTo>
                  <a:close/>
                  <a:moveTo>
                    <a:pt x="874384" y="941607"/>
                  </a:moveTo>
                  <a:lnTo>
                    <a:pt x="886000" y="952392"/>
                  </a:lnTo>
                  <a:lnTo>
                    <a:pt x="847571" y="933289"/>
                  </a:lnTo>
                  <a:close/>
                  <a:moveTo>
                    <a:pt x="776343" y="788148"/>
                  </a:moveTo>
                  <a:lnTo>
                    <a:pt x="801235" y="788416"/>
                  </a:lnTo>
                  <a:lnTo>
                    <a:pt x="763163" y="770648"/>
                  </a:lnTo>
                  <a:close/>
                  <a:moveTo>
                    <a:pt x="776343" y="788148"/>
                  </a:moveTo>
                  <a:lnTo>
                    <a:pt x="806096" y="791048"/>
                  </a:lnTo>
                  <a:lnTo>
                    <a:pt x="801235" y="788416"/>
                  </a:lnTo>
                  <a:close/>
                  <a:moveTo>
                    <a:pt x="536561" y="382516"/>
                  </a:moveTo>
                  <a:lnTo>
                    <a:pt x="587051" y="409091"/>
                  </a:lnTo>
                  <a:lnTo>
                    <a:pt x="551384" y="380939"/>
                  </a:lnTo>
                  <a:close/>
                  <a:moveTo>
                    <a:pt x="536561" y="382516"/>
                  </a:moveTo>
                  <a:lnTo>
                    <a:pt x="583722" y="416010"/>
                  </a:lnTo>
                  <a:lnTo>
                    <a:pt x="587051" y="409091"/>
                  </a:lnTo>
                  <a:close/>
                  <a:moveTo>
                    <a:pt x="681304" y="521325"/>
                  </a:moveTo>
                  <a:lnTo>
                    <a:pt x="719126" y="538927"/>
                  </a:lnTo>
                  <a:lnTo>
                    <a:pt x="689146" y="522277"/>
                  </a:lnTo>
                  <a:close/>
                  <a:moveTo>
                    <a:pt x="708979" y="413102"/>
                  </a:moveTo>
                  <a:lnTo>
                    <a:pt x="677975" y="374724"/>
                  </a:lnTo>
                  <a:lnTo>
                    <a:pt x="666877" y="375495"/>
                  </a:lnTo>
                  <a:close/>
                  <a:moveTo>
                    <a:pt x="561281" y="183431"/>
                  </a:moveTo>
                  <a:lnTo>
                    <a:pt x="599149" y="173766"/>
                  </a:lnTo>
                  <a:lnTo>
                    <a:pt x="565672" y="145733"/>
                  </a:lnTo>
                  <a:close/>
                  <a:moveTo>
                    <a:pt x="568764" y="132600"/>
                  </a:moveTo>
                  <a:lnTo>
                    <a:pt x="565672" y="145733"/>
                  </a:lnTo>
                  <a:lnTo>
                    <a:pt x="599149" y="173766"/>
                  </a:lnTo>
                  <a:close/>
                  <a:moveTo>
                    <a:pt x="597418" y="83072"/>
                  </a:moveTo>
                  <a:lnTo>
                    <a:pt x="605466" y="73734"/>
                  </a:lnTo>
                  <a:lnTo>
                    <a:pt x="589831" y="53066"/>
                  </a:lnTo>
                  <a:close/>
                  <a:moveTo>
                    <a:pt x="570213" y="86675"/>
                  </a:moveTo>
                  <a:lnTo>
                    <a:pt x="597418" y="83072"/>
                  </a:lnTo>
                  <a:lnTo>
                    <a:pt x="589831" y="53066"/>
                  </a:lnTo>
                  <a:close/>
                  <a:moveTo>
                    <a:pt x="553254" y="3097"/>
                  </a:moveTo>
                  <a:lnTo>
                    <a:pt x="496889" y="13141"/>
                  </a:lnTo>
                  <a:lnTo>
                    <a:pt x="519106" y="0"/>
                  </a:lnTo>
                  <a:close/>
                  <a:moveTo>
                    <a:pt x="725973" y="220298"/>
                  </a:moveTo>
                  <a:lnTo>
                    <a:pt x="746767" y="228306"/>
                  </a:lnTo>
                  <a:lnTo>
                    <a:pt x="709828" y="214772"/>
                  </a:lnTo>
                  <a:close/>
                  <a:moveTo>
                    <a:pt x="725973" y="220298"/>
                  </a:moveTo>
                  <a:lnTo>
                    <a:pt x="752038" y="226196"/>
                  </a:lnTo>
                  <a:lnTo>
                    <a:pt x="746767" y="228306"/>
                  </a:lnTo>
                  <a:close/>
                  <a:moveTo>
                    <a:pt x="529399" y="3274"/>
                  </a:moveTo>
                  <a:lnTo>
                    <a:pt x="558515" y="6691"/>
                  </a:lnTo>
                  <a:lnTo>
                    <a:pt x="553254" y="309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03" name="Input_density__102">
              <a:extLst>
                <a:ext uri="{FF2B5EF4-FFF2-40B4-BE49-F238E27FC236}">
                  <a16:creationId xmlns:a16="http://schemas.microsoft.com/office/drawing/2014/main" id="{1A16740A-7CD5-A20C-7AA1-CAB1B3396BBB}"/>
                </a:ext>
              </a:extLst>
            </p:cNvPr>
            <p:cNvSpPr>
              <a:spLocks noGrp="1"/>
            </p:cNvSpPr>
            <p:nvPr/>
          </p:nvSpPr>
          <p:spPr>
            <a:xfrm>
              <a:off x="868312" y="1494074"/>
              <a:ext cx="1070954" cy="1685690"/>
            </a:xfrm>
            <a:custGeom>
              <a:avLst/>
              <a:gdLst/>
              <a:ahLst/>
              <a:cxnLst/>
              <a:rect l="0" t="0" r="0" b="0"/>
              <a:pathLst>
                <a:path w="1070954" h="1685690">
                  <a:moveTo>
                    <a:pt x="161948" y="1558796"/>
                  </a:moveTo>
                  <a:lnTo>
                    <a:pt x="172068" y="1580231"/>
                  </a:lnTo>
                  <a:lnTo>
                    <a:pt x="139861" y="1572422"/>
                  </a:lnTo>
                  <a:close/>
                  <a:moveTo>
                    <a:pt x="292523" y="1673261"/>
                  </a:moveTo>
                  <a:lnTo>
                    <a:pt x="336362" y="1685690"/>
                  </a:lnTo>
                  <a:lnTo>
                    <a:pt x="345812" y="1651720"/>
                  </a:lnTo>
                  <a:close/>
                  <a:moveTo>
                    <a:pt x="292523" y="1673261"/>
                  </a:moveTo>
                  <a:lnTo>
                    <a:pt x="345812" y="1651720"/>
                  </a:lnTo>
                  <a:lnTo>
                    <a:pt x="312990" y="1653578"/>
                  </a:lnTo>
                  <a:close/>
                  <a:moveTo>
                    <a:pt x="350348" y="1629573"/>
                  </a:moveTo>
                  <a:lnTo>
                    <a:pt x="320018" y="1627143"/>
                  </a:lnTo>
                  <a:lnTo>
                    <a:pt x="312990" y="1653578"/>
                  </a:lnTo>
                  <a:close/>
                  <a:moveTo>
                    <a:pt x="320018" y="1627143"/>
                  </a:moveTo>
                  <a:lnTo>
                    <a:pt x="350348" y="1629573"/>
                  </a:lnTo>
                  <a:lnTo>
                    <a:pt x="302587" y="1596567"/>
                  </a:lnTo>
                  <a:close/>
                  <a:moveTo>
                    <a:pt x="67645" y="1033683"/>
                  </a:moveTo>
                  <a:lnTo>
                    <a:pt x="89403" y="1035069"/>
                  </a:lnTo>
                  <a:lnTo>
                    <a:pt x="96409" y="1053502"/>
                  </a:lnTo>
                  <a:close/>
                  <a:moveTo>
                    <a:pt x="14598" y="996928"/>
                  </a:moveTo>
                  <a:lnTo>
                    <a:pt x="14619" y="996944"/>
                  </a:lnTo>
                  <a:lnTo>
                    <a:pt x="14658" y="996998"/>
                  </a:lnTo>
                  <a:close/>
                  <a:moveTo>
                    <a:pt x="14596" y="996767"/>
                  </a:moveTo>
                  <a:lnTo>
                    <a:pt x="14619" y="996944"/>
                  </a:lnTo>
                  <a:lnTo>
                    <a:pt x="14598" y="996928"/>
                  </a:lnTo>
                  <a:close/>
                  <a:moveTo>
                    <a:pt x="57489" y="1032559"/>
                  </a:moveTo>
                  <a:lnTo>
                    <a:pt x="14658" y="996998"/>
                  </a:lnTo>
                  <a:lnTo>
                    <a:pt x="14619" y="996944"/>
                  </a:lnTo>
                  <a:close/>
                  <a:moveTo>
                    <a:pt x="14619" y="996944"/>
                  </a:moveTo>
                  <a:lnTo>
                    <a:pt x="14596" y="996767"/>
                  </a:lnTo>
                  <a:lnTo>
                    <a:pt x="23962" y="971689"/>
                  </a:lnTo>
                  <a:close/>
                  <a:moveTo>
                    <a:pt x="96409" y="1053502"/>
                  </a:moveTo>
                  <a:lnTo>
                    <a:pt x="93938" y="1031382"/>
                  </a:lnTo>
                  <a:lnTo>
                    <a:pt x="67645" y="1033683"/>
                  </a:lnTo>
                  <a:close/>
                  <a:moveTo>
                    <a:pt x="67645" y="1033683"/>
                  </a:moveTo>
                  <a:lnTo>
                    <a:pt x="93938" y="1031382"/>
                  </a:lnTo>
                  <a:lnTo>
                    <a:pt x="105971" y="993042"/>
                  </a:lnTo>
                  <a:close/>
                  <a:moveTo>
                    <a:pt x="14598" y="996928"/>
                  </a:moveTo>
                  <a:lnTo>
                    <a:pt x="20325" y="947558"/>
                  </a:lnTo>
                  <a:lnTo>
                    <a:pt x="14596" y="996767"/>
                  </a:lnTo>
                  <a:close/>
                  <a:moveTo>
                    <a:pt x="22971" y="906234"/>
                  </a:moveTo>
                  <a:lnTo>
                    <a:pt x="0" y="874588"/>
                  </a:lnTo>
                  <a:lnTo>
                    <a:pt x="5786" y="886663"/>
                  </a:lnTo>
                  <a:close/>
                  <a:moveTo>
                    <a:pt x="22971" y="906234"/>
                  </a:moveTo>
                  <a:lnTo>
                    <a:pt x="5786" y="886663"/>
                  </a:lnTo>
                  <a:lnTo>
                    <a:pt x="15281" y="923418"/>
                  </a:lnTo>
                  <a:close/>
                  <a:moveTo>
                    <a:pt x="358302" y="1309877"/>
                  </a:moveTo>
                  <a:lnTo>
                    <a:pt x="401767" y="1301629"/>
                  </a:lnTo>
                  <a:lnTo>
                    <a:pt x="394122" y="1263097"/>
                  </a:lnTo>
                  <a:close/>
                  <a:moveTo>
                    <a:pt x="358302" y="1309877"/>
                  </a:moveTo>
                  <a:lnTo>
                    <a:pt x="394122" y="1263097"/>
                  </a:lnTo>
                  <a:lnTo>
                    <a:pt x="367680" y="1257506"/>
                  </a:lnTo>
                  <a:close/>
                  <a:moveTo>
                    <a:pt x="394122" y="1263097"/>
                  </a:moveTo>
                  <a:lnTo>
                    <a:pt x="401767" y="1301629"/>
                  </a:lnTo>
                  <a:lnTo>
                    <a:pt x="405842" y="1310539"/>
                  </a:lnTo>
                  <a:close/>
                  <a:moveTo>
                    <a:pt x="394122" y="1263097"/>
                  </a:moveTo>
                  <a:lnTo>
                    <a:pt x="373905" y="1234786"/>
                  </a:lnTo>
                  <a:lnTo>
                    <a:pt x="367680" y="1257506"/>
                  </a:lnTo>
                  <a:close/>
                  <a:moveTo>
                    <a:pt x="100582" y="936487"/>
                  </a:moveTo>
                  <a:lnTo>
                    <a:pt x="99381" y="925806"/>
                  </a:lnTo>
                  <a:lnTo>
                    <a:pt x="114452" y="962561"/>
                  </a:lnTo>
                  <a:close/>
                  <a:moveTo>
                    <a:pt x="68335" y="890868"/>
                  </a:moveTo>
                  <a:lnTo>
                    <a:pt x="22971" y="906234"/>
                  </a:lnTo>
                  <a:lnTo>
                    <a:pt x="21102" y="924884"/>
                  </a:lnTo>
                  <a:close/>
                  <a:moveTo>
                    <a:pt x="68335" y="890868"/>
                  </a:moveTo>
                  <a:lnTo>
                    <a:pt x="100582" y="936487"/>
                  </a:lnTo>
                  <a:lnTo>
                    <a:pt x="99202" y="892861"/>
                  </a:lnTo>
                  <a:close/>
                  <a:moveTo>
                    <a:pt x="13990" y="898293"/>
                  </a:moveTo>
                  <a:lnTo>
                    <a:pt x="22971" y="906234"/>
                  </a:lnTo>
                  <a:lnTo>
                    <a:pt x="70327" y="888142"/>
                  </a:lnTo>
                  <a:close/>
                  <a:moveTo>
                    <a:pt x="633741" y="1295744"/>
                  </a:moveTo>
                  <a:lnTo>
                    <a:pt x="689649" y="1315316"/>
                  </a:lnTo>
                  <a:lnTo>
                    <a:pt x="677271" y="1278561"/>
                  </a:lnTo>
                  <a:close/>
                  <a:moveTo>
                    <a:pt x="555053" y="1222234"/>
                  </a:moveTo>
                  <a:lnTo>
                    <a:pt x="584870" y="1249176"/>
                  </a:lnTo>
                  <a:lnTo>
                    <a:pt x="561121" y="1208595"/>
                  </a:lnTo>
                  <a:close/>
                  <a:moveTo>
                    <a:pt x="561121" y="1208595"/>
                  </a:moveTo>
                  <a:lnTo>
                    <a:pt x="584870" y="1249176"/>
                  </a:lnTo>
                  <a:lnTo>
                    <a:pt x="594017" y="1253686"/>
                  </a:lnTo>
                  <a:close/>
                  <a:moveTo>
                    <a:pt x="305733" y="837501"/>
                  </a:moveTo>
                  <a:lnTo>
                    <a:pt x="307696" y="891439"/>
                  </a:lnTo>
                  <a:lnTo>
                    <a:pt x="311016" y="874256"/>
                  </a:lnTo>
                  <a:close/>
                  <a:moveTo>
                    <a:pt x="805864" y="1384714"/>
                  </a:moveTo>
                  <a:lnTo>
                    <a:pt x="792412" y="1379736"/>
                  </a:lnTo>
                  <a:lnTo>
                    <a:pt x="817165" y="1398601"/>
                  </a:lnTo>
                  <a:close/>
                  <a:moveTo>
                    <a:pt x="845407" y="1407984"/>
                  </a:moveTo>
                  <a:lnTo>
                    <a:pt x="805864" y="1384714"/>
                  </a:lnTo>
                  <a:lnTo>
                    <a:pt x="817165" y="1398601"/>
                  </a:lnTo>
                  <a:close/>
                  <a:moveTo>
                    <a:pt x="443871" y="936510"/>
                  </a:moveTo>
                  <a:lnTo>
                    <a:pt x="428208" y="930582"/>
                  </a:lnTo>
                  <a:lnTo>
                    <a:pt x="455361" y="967337"/>
                  </a:lnTo>
                  <a:close/>
                  <a:moveTo>
                    <a:pt x="311016" y="874256"/>
                  </a:moveTo>
                  <a:lnTo>
                    <a:pt x="310722" y="874000"/>
                  </a:lnTo>
                  <a:lnTo>
                    <a:pt x="307927" y="831525"/>
                  </a:lnTo>
                  <a:close/>
                  <a:moveTo>
                    <a:pt x="242781" y="763991"/>
                  </a:moveTo>
                  <a:lnTo>
                    <a:pt x="225366" y="754975"/>
                  </a:lnTo>
                  <a:lnTo>
                    <a:pt x="224698" y="800746"/>
                  </a:lnTo>
                  <a:close/>
                  <a:moveTo>
                    <a:pt x="219136" y="715292"/>
                  </a:moveTo>
                  <a:lnTo>
                    <a:pt x="225366" y="754975"/>
                  </a:lnTo>
                  <a:lnTo>
                    <a:pt x="247008" y="761796"/>
                  </a:lnTo>
                  <a:close/>
                  <a:moveTo>
                    <a:pt x="252536" y="746807"/>
                  </a:moveTo>
                  <a:lnTo>
                    <a:pt x="235303" y="710052"/>
                  </a:lnTo>
                  <a:lnTo>
                    <a:pt x="247008" y="761796"/>
                  </a:lnTo>
                  <a:close/>
                  <a:moveTo>
                    <a:pt x="790308" y="1371642"/>
                  </a:moveTo>
                  <a:lnTo>
                    <a:pt x="792412" y="1379736"/>
                  </a:lnTo>
                  <a:lnTo>
                    <a:pt x="805864" y="1384714"/>
                  </a:lnTo>
                  <a:close/>
                  <a:moveTo>
                    <a:pt x="792412" y="1379736"/>
                  </a:moveTo>
                  <a:lnTo>
                    <a:pt x="790308" y="1371642"/>
                  </a:lnTo>
                  <a:lnTo>
                    <a:pt x="751082" y="1341501"/>
                  </a:lnTo>
                  <a:close/>
                  <a:moveTo>
                    <a:pt x="87357" y="455021"/>
                  </a:moveTo>
                  <a:lnTo>
                    <a:pt x="121547" y="489522"/>
                  </a:lnTo>
                  <a:lnTo>
                    <a:pt x="93004" y="463518"/>
                  </a:lnTo>
                  <a:close/>
                  <a:moveTo>
                    <a:pt x="79858" y="452768"/>
                  </a:moveTo>
                  <a:lnTo>
                    <a:pt x="87357" y="455021"/>
                  </a:lnTo>
                  <a:lnTo>
                    <a:pt x="93004" y="463518"/>
                  </a:lnTo>
                  <a:close/>
                  <a:moveTo>
                    <a:pt x="84780" y="432772"/>
                  </a:moveTo>
                  <a:lnTo>
                    <a:pt x="87357" y="455021"/>
                  </a:lnTo>
                  <a:lnTo>
                    <a:pt x="79858" y="452768"/>
                  </a:lnTo>
                  <a:close/>
                  <a:moveTo>
                    <a:pt x="879996" y="1362708"/>
                  </a:moveTo>
                  <a:lnTo>
                    <a:pt x="854219" y="1356576"/>
                  </a:lnTo>
                  <a:lnTo>
                    <a:pt x="891815" y="1397847"/>
                  </a:lnTo>
                  <a:close/>
                  <a:moveTo>
                    <a:pt x="805864" y="1384714"/>
                  </a:moveTo>
                  <a:lnTo>
                    <a:pt x="817542" y="1359305"/>
                  </a:lnTo>
                  <a:lnTo>
                    <a:pt x="790308" y="1371642"/>
                  </a:lnTo>
                  <a:close/>
                  <a:moveTo>
                    <a:pt x="854219" y="1356576"/>
                  </a:moveTo>
                  <a:lnTo>
                    <a:pt x="805864" y="1384714"/>
                  </a:lnTo>
                  <a:lnTo>
                    <a:pt x="845407" y="1407984"/>
                  </a:lnTo>
                  <a:close/>
                  <a:moveTo>
                    <a:pt x="854219" y="1356576"/>
                  </a:moveTo>
                  <a:lnTo>
                    <a:pt x="817542" y="1359305"/>
                  </a:lnTo>
                  <a:lnTo>
                    <a:pt x="805864" y="1384714"/>
                  </a:lnTo>
                  <a:close/>
                  <a:moveTo>
                    <a:pt x="602562" y="1067751"/>
                  </a:moveTo>
                  <a:lnTo>
                    <a:pt x="619033" y="1114357"/>
                  </a:lnTo>
                  <a:lnTo>
                    <a:pt x="650767" y="1082356"/>
                  </a:lnTo>
                  <a:close/>
                  <a:moveTo>
                    <a:pt x="453922" y="839889"/>
                  </a:moveTo>
                  <a:lnTo>
                    <a:pt x="448273" y="857072"/>
                  </a:lnTo>
                  <a:lnTo>
                    <a:pt x="486516" y="876644"/>
                  </a:lnTo>
                  <a:close/>
                  <a:moveTo>
                    <a:pt x="453922" y="839889"/>
                  </a:moveTo>
                  <a:lnTo>
                    <a:pt x="451567" y="835886"/>
                  </a:lnTo>
                  <a:lnTo>
                    <a:pt x="434141" y="810180"/>
                  </a:lnTo>
                  <a:close/>
                  <a:moveTo>
                    <a:pt x="270397" y="700707"/>
                  </a:moveTo>
                  <a:lnTo>
                    <a:pt x="291996" y="709213"/>
                  </a:lnTo>
                  <a:lnTo>
                    <a:pt x="250089" y="677106"/>
                  </a:lnTo>
                  <a:close/>
                  <a:moveTo>
                    <a:pt x="292904" y="709497"/>
                  </a:moveTo>
                  <a:lnTo>
                    <a:pt x="270397" y="700707"/>
                  </a:lnTo>
                  <a:lnTo>
                    <a:pt x="317185" y="707183"/>
                  </a:lnTo>
                  <a:close/>
                  <a:moveTo>
                    <a:pt x="125366" y="472339"/>
                  </a:moveTo>
                  <a:lnTo>
                    <a:pt x="121547" y="489522"/>
                  </a:lnTo>
                  <a:lnTo>
                    <a:pt x="146983" y="509094"/>
                  </a:lnTo>
                  <a:close/>
                  <a:moveTo>
                    <a:pt x="93004" y="463518"/>
                  </a:moveTo>
                  <a:lnTo>
                    <a:pt x="110865" y="435909"/>
                  </a:lnTo>
                  <a:lnTo>
                    <a:pt x="79858" y="452768"/>
                  </a:lnTo>
                  <a:close/>
                  <a:moveTo>
                    <a:pt x="775879" y="1169441"/>
                  </a:moveTo>
                  <a:lnTo>
                    <a:pt x="775960" y="1176701"/>
                  </a:lnTo>
                  <a:lnTo>
                    <a:pt x="754866" y="1159436"/>
                  </a:lnTo>
                  <a:close/>
                  <a:moveTo>
                    <a:pt x="754866" y="1159436"/>
                  </a:moveTo>
                  <a:lnTo>
                    <a:pt x="775960" y="1176701"/>
                  </a:lnTo>
                  <a:lnTo>
                    <a:pt x="783486" y="1190256"/>
                  </a:lnTo>
                  <a:close/>
                  <a:moveTo>
                    <a:pt x="783486" y="1190256"/>
                  </a:moveTo>
                  <a:lnTo>
                    <a:pt x="775960" y="1176701"/>
                  </a:lnTo>
                  <a:lnTo>
                    <a:pt x="775030" y="1207439"/>
                  </a:lnTo>
                  <a:close/>
                  <a:moveTo>
                    <a:pt x="711853" y="1079991"/>
                  </a:moveTo>
                  <a:lnTo>
                    <a:pt x="694819" y="1097174"/>
                  </a:lnTo>
                  <a:lnTo>
                    <a:pt x="721447" y="1116746"/>
                  </a:lnTo>
                  <a:close/>
                  <a:moveTo>
                    <a:pt x="523776" y="913399"/>
                  </a:moveTo>
                  <a:lnTo>
                    <a:pt x="541563" y="923212"/>
                  </a:lnTo>
                  <a:lnTo>
                    <a:pt x="538995" y="896216"/>
                  </a:lnTo>
                  <a:close/>
                  <a:moveTo>
                    <a:pt x="476865" y="834263"/>
                  </a:moveTo>
                  <a:lnTo>
                    <a:pt x="504908" y="869230"/>
                  </a:lnTo>
                  <a:lnTo>
                    <a:pt x="507896" y="825704"/>
                  </a:lnTo>
                  <a:close/>
                  <a:moveTo>
                    <a:pt x="456184" y="837006"/>
                  </a:moveTo>
                  <a:lnTo>
                    <a:pt x="453922" y="839889"/>
                  </a:lnTo>
                  <a:lnTo>
                    <a:pt x="476865" y="834263"/>
                  </a:lnTo>
                  <a:close/>
                  <a:moveTo>
                    <a:pt x="510105" y="822706"/>
                  </a:moveTo>
                  <a:lnTo>
                    <a:pt x="507896" y="825704"/>
                  </a:lnTo>
                  <a:lnTo>
                    <a:pt x="536326" y="826029"/>
                  </a:lnTo>
                  <a:close/>
                  <a:moveTo>
                    <a:pt x="552415" y="859461"/>
                  </a:moveTo>
                  <a:lnTo>
                    <a:pt x="572406" y="868532"/>
                  </a:lnTo>
                  <a:lnTo>
                    <a:pt x="536326" y="826029"/>
                  </a:lnTo>
                  <a:close/>
                  <a:moveTo>
                    <a:pt x="451567" y="835886"/>
                  </a:moveTo>
                  <a:lnTo>
                    <a:pt x="453922" y="839889"/>
                  </a:lnTo>
                  <a:lnTo>
                    <a:pt x="456184" y="837006"/>
                  </a:lnTo>
                  <a:close/>
                  <a:moveTo>
                    <a:pt x="510105" y="822706"/>
                  </a:moveTo>
                  <a:lnTo>
                    <a:pt x="536326" y="826029"/>
                  </a:lnTo>
                  <a:lnTo>
                    <a:pt x="535542" y="804492"/>
                  </a:lnTo>
                  <a:close/>
                  <a:moveTo>
                    <a:pt x="427652" y="803134"/>
                  </a:moveTo>
                  <a:lnTo>
                    <a:pt x="456184" y="837006"/>
                  </a:lnTo>
                  <a:lnTo>
                    <a:pt x="423299" y="791906"/>
                  </a:lnTo>
                  <a:close/>
                  <a:moveTo>
                    <a:pt x="451567" y="835886"/>
                  </a:moveTo>
                  <a:lnTo>
                    <a:pt x="456184" y="837006"/>
                  </a:lnTo>
                  <a:lnTo>
                    <a:pt x="427652" y="803134"/>
                  </a:lnTo>
                  <a:close/>
                  <a:moveTo>
                    <a:pt x="342456" y="602176"/>
                  </a:moveTo>
                  <a:lnTo>
                    <a:pt x="324610" y="610366"/>
                  </a:lnTo>
                  <a:lnTo>
                    <a:pt x="342421" y="606835"/>
                  </a:lnTo>
                  <a:close/>
                  <a:moveTo>
                    <a:pt x="111479" y="435584"/>
                  </a:moveTo>
                  <a:lnTo>
                    <a:pt x="173371" y="447006"/>
                  </a:lnTo>
                  <a:lnTo>
                    <a:pt x="149770" y="431368"/>
                  </a:lnTo>
                  <a:close/>
                  <a:moveTo>
                    <a:pt x="385301" y="616494"/>
                  </a:moveTo>
                  <a:lnTo>
                    <a:pt x="348967" y="605227"/>
                  </a:lnTo>
                  <a:lnTo>
                    <a:pt x="342421" y="606835"/>
                  </a:lnTo>
                  <a:close/>
                  <a:moveTo>
                    <a:pt x="1041267" y="1357610"/>
                  </a:moveTo>
                  <a:lnTo>
                    <a:pt x="1069800" y="1361500"/>
                  </a:lnTo>
                  <a:lnTo>
                    <a:pt x="1041962" y="1355942"/>
                  </a:lnTo>
                  <a:close/>
                  <a:moveTo>
                    <a:pt x="943230" y="1248894"/>
                  </a:moveTo>
                  <a:lnTo>
                    <a:pt x="964991" y="1288944"/>
                  </a:lnTo>
                  <a:lnTo>
                    <a:pt x="972738" y="1283337"/>
                  </a:lnTo>
                  <a:close/>
                  <a:moveTo>
                    <a:pt x="972738" y="1283337"/>
                  </a:moveTo>
                  <a:lnTo>
                    <a:pt x="947408" y="1251573"/>
                  </a:lnTo>
                  <a:lnTo>
                    <a:pt x="943230" y="1248894"/>
                  </a:lnTo>
                  <a:close/>
                  <a:moveTo>
                    <a:pt x="756308" y="1043236"/>
                  </a:moveTo>
                  <a:lnTo>
                    <a:pt x="747379" y="1031282"/>
                  </a:lnTo>
                  <a:lnTo>
                    <a:pt x="776733" y="1062807"/>
                  </a:lnTo>
                  <a:close/>
                  <a:moveTo>
                    <a:pt x="703926" y="1006481"/>
                  </a:moveTo>
                  <a:lnTo>
                    <a:pt x="738520" y="993737"/>
                  </a:lnTo>
                  <a:lnTo>
                    <a:pt x="743189" y="986338"/>
                  </a:lnTo>
                  <a:close/>
                  <a:moveTo>
                    <a:pt x="507896" y="825704"/>
                  </a:moveTo>
                  <a:lnTo>
                    <a:pt x="510105" y="822706"/>
                  </a:lnTo>
                  <a:lnTo>
                    <a:pt x="507703" y="822211"/>
                  </a:lnTo>
                  <a:close/>
                  <a:moveTo>
                    <a:pt x="507703" y="822211"/>
                  </a:moveTo>
                  <a:lnTo>
                    <a:pt x="476865" y="834263"/>
                  </a:lnTo>
                  <a:lnTo>
                    <a:pt x="507896" y="825704"/>
                  </a:lnTo>
                  <a:close/>
                  <a:moveTo>
                    <a:pt x="996318" y="1309862"/>
                  </a:moveTo>
                  <a:lnTo>
                    <a:pt x="1046041" y="1308981"/>
                  </a:lnTo>
                  <a:lnTo>
                    <a:pt x="1044361" y="1268701"/>
                  </a:lnTo>
                  <a:close/>
                  <a:moveTo>
                    <a:pt x="996318" y="1309862"/>
                  </a:moveTo>
                  <a:lnTo>
                    <a:pt x="1044361" y="1268701"/>
                  </a:lnTo>
                  <a:lnTo>
                    <a:pt x="1016986" y="1290928"/>
                  </a:lnTo>
                  <a:close/>
                  <a:moveTo>
                    <a:pt x="1070954" y="1315816"/>
                  </a:moveTo>
                  <a:lnTo>
                    <a:pt x="1046041" y="1308981"/>
                  </a:lnTo>
                  <a:lnTo>
                    <a:pt x="1041962" y="1355942"/>
                  </a:lnTo>
                  <a:close/>
                  <a:moveTo>
                    <a:pt x="972738" y="1283337"/>
                  </a:moveTo>
                  <a:lnTo>
                    <a:pt x="994416" y="1266154"/>
                  </a:lnTo>
                  <a:lnTo>
                    <a:pt x="947408" y="1251573"/>
                  </a:lnTo>
                  <a:close/>
                  <a:moveTo>
                    <a:pt x="806437" y="1002025"/>
                  </a:moveTo>
                  <a:lnTo>
                    <a:pt x="778715" y="988147"/>
                  </a:lnTo>
                  <a:lnTo>
                    <a:pt x="810294" y="1008869"/>
                  </a:lnTo>
                  <a:close/>
                  <a:moveTo>
                    <a:pt x="810294" y="1008869"/>
                  </a:moveTo>
                  <a:lnTo>
                    <a:pt x="778715" y="988147"/>
                  </a:lnTo>
                  <a:lnTo>
                    <a:pt x="778044" y="989297"/>
                  </a:lnTo>
                  <a:close/>
                  <a:moveTo>
                    <a:pt x="810294" y="1008869"/>
                  </a:moveTo>
                  <a:lnTo>
                    <a:pt x="778044" y="989297"/>
                  </a:lnTo>
                  <a:lnTo>
                    <a:pt x="798824" y="1026052"/>
                  </a:lnTo>
                  <a:close/>
                  <a:moveTo>
                    <a:pt x="578603" y="729252"/>
                  </a:moveTo>
                  <a:lnTo>
                    <a:pt x="542256" y="731713"/>
                  </a:lnTo>
                  <a:lnTo>
                    <a:pt x="542117" y="732866"/>
                  </a:lnTo>
                  <a:close/>
                  <a:moveTo>
                    <a:pt x="1044726" y="1265303"/>
                  </a:moveTo>
                  <a:lnTo>
                    <a:pt x="1020869" y="1257610"/>
                  </a:lnTo>
                  <a:lnTo>
                    <a:pt x="1016986" y="1290928"/>
                  </a:lnTo>
                  <a:close/>
                  <a:moveTo>
                    <a:pt x="1020869" y="1257610"/>
                  </a:moveTo>
                  <a:lnTo>
                    <a:pt x="1044726" y="1265303"/>
                  </a:lnTo>
                  <a:lnTo>
                    <a:pt x="1041205" y="1223418"/>
                  </a:lnTo>
                  <a:close/>
                  <a:moveTo>
                    <a:pt x="1020869" y="1257610"/>
                  </a:moveTo>
                  <a:lnTo>
                    <a:pt x="1041205" y="1223418"/>
                  </a:lnTo>
                  <a:lnTo>
                    <a:pt x="1012726" y="1219483"/>
                  </a:lnTo>
                  <a:close/>
                  <a:moveTo>
                    <a:pt x="890773" y="1040717"/>
                  </a:moveTo>
                  <a:lnTo>
                    <a:pt x="878275" y="1045624"/>
                  </a:lnTo>
                  <a:lnTo>
                    <a:pt x="886929" y="1053820"/>
                  </a:lnTo>
                  <a:close/>
                  <a:moveTo>
                    <a:pt x="890773" y="1040717"/>
                  </a:moveTo>
                  <a:lnTo>
                    <a:pt x="886929" y="1053820"/>
                  </a:lnTo>
                  <a:lnTo>
                    <a:pt x="907111" y="1045624"/>
                  </a:lnTo>
                  <a:close/>
                  <a:moveTo>
                    <a:pt x="772824" y="965848"/>
                  </a:moveTo>
                  <a:lnTo>
                    <a:pt x="813075" y="930635"/>
                  </a:lnTo>
                  <a:lnTo>
                    <a:pt x="799041" y="926876"/>
                  </a:lnTo>
                  <a:close/>
                  <a:moveTo>
                    <a:pt x="733625" y="844666"/>
                  </a:moveTo>
                  <a:lnTo>
                    <a:pt x="740023" y="878291"/>
                  </a:lnTo>
                  <a:lnTo>
                    <a:pt x="760559" y="858862"/>
                  </a:lnTo>
                  <a:close/>
                  <a:moveTo>
                    <a:pt x="740023" y="878291"/>
                  </a:moveTo>
                  <a:lnTo>
                    <a:pt x="776204" y="888988"/>
                  </a:lnTo>
                  <a:lnTo>
                    <a:pt x="795632" y="865421"/>
                  </a:lnTo>
                  <a:close/>
                  <a:moveTo>
                    <a:pt x="873089" y="938511"/>
                  </a:moveTo>
                  <a:lnTo>
                    <a:pt x="889772" y="952036"/>
                  </a:lnTo>
                  <a:lnTo>
                    <a:pt x="884705" y="949296"/>
                  </a:lnTo>
                  <a:close/>
                  <a:moveTo>
                    <a:pt x="889772" y="952036"/>
                  </a:moveTo>
                  <a:lnTo>
                    <a:pt x="873089" y="938511"/>
                  </a:lnTo>
                  <a:lnTo>
                    <a:pt x="916310" y="971254"/>
                  </a:lnTo>
                  <a:close/>
                  <a:moveTo>
                    <a:pt x="889772" y="952036"/>
                  </a:moveTo>
                  <a:lnTo>
                    <a:pt x="895309" y="954931"/>
                  </a:lnTo>
                  <a:lnTo>
                    <a:pt x="884705" y="949296"/>
                  </a:lnTo>
                  <a:close/>
                  <a:moveTo>
                    <a:pt x="687851" y="519180"/>
                  </a:moveTo>
                  <a:lnTo>
                    <a:pt x="713454" y="553014"/>
                  </a:lnTo>
                  <a:lnTo>
                    <a:pt x="686349" y="516845"/>
                  </a:lnTo>
                  <a:close/>
                  <a:moveTo>
                    <a:pt x="578994" y="442749"/>
                  </a:moveTo>
                  <a:lnTo>
                    <a:pt x="585756" y="405994"/>
                  </a:lnTo>
                  <a:lnTo>
                    <a:pt x="582427" y="412914"/>
                  </a:lnTo>
                  <a:close/>
                  <a:moveTo>
                    <a:pt x="532334" y="369239"/>
                  </a:moveTo>
                  <a:lnTo>
                    <a:pt x="535266" y="379420"/>
                  </a:lnTo>
                  <a:lnTo>
                    <a:pt x="550089" y="377842"/>
                  </a:lnTo>
                  <a:close/>
                  <a:moveTo>
                    <a:pt x="532334" y="369239"/>
                  </a:moveTo>
                  <a:lnTo>
                    <a:pt x="530483" y="338561"/>
                  </a:lnTo>
                  <a:lnTo>
                    <a:pt x="535266" y="379420"/>
                  </a:lnTo>
                  <a:close/>
                  <a:moveTo>
                    <a:pt x="687851" y="519180"/>
                  </a:moveTo>
                  <a:lnTo>
                    <a:pt x="717831" y="535831"/>
                  </a:lnTo>
                  <a:lnTo>
                    <a:pt x="717687" y="536114"/>
                  </a:lnTo>
                  <a:close/>
                  <a:moveTo>
                    <a:pt x="585756" y="405994"/>
                  </a:moveTo>
                  <a:lnTo>
                    <a:pt x="580159" y="388811"/>
                  </a:lnTo>
                  <a:lnTo>
                    <a:pt x="550089" y="377842"/>
                  </a:lnTo>
                  <a:close/>
                  <a:moveTo>
                    <a:pt x="705192" y="391602"/>
                  </a:moveTo>
                  <a:lnTo>
                    <a:pt x="676680" y="371627"/>
                  </a:lnTo>
                  <a:lnTo>
                    <a:pt x="707684" y="410006"/>
                  </a:lnTo>
                  <a:close/>
                  <a:moveTo>
                    <a:pt x="676680" y="371627"/>
                  </a:moveTo>
                  <a:lnTo>
                    <a:pt x="705192" y="391602"/>
                  </a:lnTo>
                  <a:lnTo>
                    <a:pt x="702960" y="369099"/>
                  </a:lnTo>
                  <a:close/>
                  <a:moveTo>
                    <a:pt x="715344" y="333348"/>
                  </a:moveTo>
                  <a:lnTo>
                    <a:pt x="676680" y="371627"/>
                  </a:lnTo>
                  <a:lnTo>
                    <a:pt x="702960" y="369099"/>
                  </a:lnTo>
                  <a:close/>
                  <a:moveTo>
                    <a:pt x="559986" y="180335"/>
                  </a:moveTo>
                  <a:lnTo>
                    <a:pt x="554412" y="224607"/>
                  </a:lnTo>
                  <a:lnTo>
                    <a:pt x="566178" y="220047"/>
                  </a:lnTo>
                  <a:close/>
                  <a:moveTo>
                    <a:pt x="578586" y="43220"/>
                  </a:moveTo>
                  <a:lnTo>
                    <a:pt x="568717" y="62657"/>
                  </a:lnTo>
                  <a:lnTo>
                    <a:pt x="588537" y="49970"/>
                  </a:lnTo>
                  <a:close/>
                  <a:moveTo>
                    <a:pt x="588537" y="49970"/>
                  </a:moveTo>
                  <a:lnTo>
                    <a:pt x="568717" y="62657"/>
                  </a:lnTo>
                  <a:lnTo>
                    <a:pt x="568918" y="83579"/>
                  </a:lnTo>
                  <a:close/>
                  <a:moveTo>
                    <a:pt x="557220" y="3594"/>
                  </a:moveTo>
                  <a:lnTo>
                    <a:pt x="578586" y="43220"/>
                  </a:lnTo>
                  <a:lnTo>
                    <a:pt x="558858" y="6466"/>
                  </a:lnTo>
                  <a:close/>
                  <a:moveTo>
                    <a:pt x="557220" y="3594"/>
                  </a:moveTo>
                  <a:lnTo>
                    <a:pt x="577309" y="32010"/>
                  </a:lnTo>
                  <a:lnTo>
                    <a:pt x="578586" y="43220"/>
                  </a:lnTo>
                  <a:close/>
                  <a:moveTo>
                    <a:pt x="557220" y="3594"/>
                  </a:moveTo>
                  <a:lnTo>
                    <a:pt x="558858" y="6466"/>
                  </a:lnTo>
                  <a:lnTo>
                    <a:pt x="551959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04" name="Input_density__103">
              <a:extLst>
                <a:ext uri="{FF2B5EF4-FFF2-40B4-BE49-F238E27FC236}">
                  <a16:creationId xmlns:a16="http://schemas.microsoft.com/office/drawing/2014/main" id="{5B8DC633-55DA-B09D-9590-DBC7879F21D7}"/>
                </a:ext>
              </a:extLst>
            </p:cNvPr>
            <p:cNvSpPr>
              <a:spLocks noGrp="1"/>
            </p:cNvSpPr>
            <p:nvPr/>
          </p:nvSpPr>
          <p:spPr>
            <a:xfrm>
              <a:off x="907147" y="1490977"/>
              <a:ext cx="720599" cy="1542250"/>
            </a:xfrm>
            <a:custGeom>
              <a:avLst/>
              <a:gdLst/>
              <a:ahLst/>
              <a:cxnLst/>
              <a:rect l="0" t="0" r="0" b="0"/>
              <a:pathLst>
                <a:path w="720599" h="1542250">
                  <a:moveTo>
                    <a:pt x="50177" y="1490246"/>
                  </a:moveTo>
                  <a:lnTo>
                    <a:pt x="93941" y="1509818"/>
                  </a:lnTo>
                  <a:lnTo>
                    <a:pt x="68336" y="1473062"/>
                  </a:lnTo>
                  <a:close/>
                  <a:moveTo>
                    <a:pt x="125144" y="1492634"/>
                  </a:moveTo>
                  <a:lnTo>
                    <a:pt x="93941" y="1509818"/>
                  </a:lnTo>
                  <a:lnTo>
                    <a:pt x="117859" y="1542250"/>
                  </a:lnTo>
                  <a:close/>
                  <a:moveTo>
                    <a:pt x="201134" y="1384757"/>
                  </a:moveTo>
                  <a:lnTo>
                    <a:pt x="215313" y="1368838"/>
                  </a:lnTo>
                  <a:lnTo>
                    <a:pt x="173305" y="1395283"/>
                  </a:lnTo>
                  <a:close/>
                  <a:moveTo>
                    <a:pt x="173305" y="1395283"/>
                  </a:moveTo>
                  <a:lnTo>
                    <a:pt x="215313" y="1368838"/>
                  </a:lnTo>
                  <a:lnTo>
                    <a:pt x="197159" y="1358231"/>
                  </a:lnTo>
                  <a:close/>
                  <a:moveTo>
                    <a:pt x="190239" y="1274363"/>
                  </a:moveTo>
                  <a:lnTo>
                    <a:pt x="186765" y="1290469"/>
                  </a:lnTo>
                  <a:lnTo>
                    <a:pt x="190930" y="1257309"/>
                  </a:lnTo>
                  <a:close/>
                  <a:moveTo>
                    <a:pt x="185940" y="1295517"/>
                  </a:moveTo>
                  <a:lnTo>
                    <a:pt x="186765" y="1290469"/>
                  </a:lnTo>
                  <a:lnTo>
                    <a:pt x="190239" y="1274363"/>
                  </a:lnTo>
                  <a:close/>
                  <a:moveTo>
                    <a:pt x="206909" y="1241209"/>
                  </a:moveTo>
                  <a:lnTo>
                    <a:pt x="190239" y="1274363"/>
                  </a:lnTo>
                  <a:lnTo>
                    <a:pt x="190930" y="1257309"/>
                  </a:lnTo>
                  <a:close/>
                  <a:moveTo>
                    <a:pt x="260629" y="1221273"/>
                  </a:moveTo>
                  <a:lnTo>
                    <a:pt x="238956" y="1236449"/>
                  </a:lnTo>
                  <a:lnTo>
                    <a:pt x="206909" y="1241209"/>
                  </a:lnTo>
                  <a:close/>
                  <a:moveTo>
                    <a:pt x="260629" y="1221273"/>
                  </a:moveTo>
                  <a:lnTo>
                    <a:pt x="206909" y="1241209"/>
                  </a:lnTo>
                  <a:lnTo>
                    <a:pt x="231353" y="1236391"/>
                  </a:lnTo>
                  <a:close/>
                  <a:moveTo>
                    <a:pt x="62977" y="1076800"/>
                  </a:moveTo>
                  <a:lnTo>
                    <a:pt x="86744" y="1069451"/>
                  </a:lnTo>
                  <a:lnTo>
                    <a:pt x="68345" y="1073534"/>
                  </a:lnTo>
                  <a:close/>
                  <a:moveTo>
                    <a:pt x="86744" y="1069451"/>
                  </a:moveTo>
                  <a:lnTo>
                    <a:pt x="95814" y="1056351"/>
                  </a:lnTo>
                  <a:lnTo>
                    <a:pt x="68345" y="1073534"/>
                  </a:lnTo>
                  <a:close/>
                  <a:moveTo>
                    <a:pt x="55103" y="1034479"/>
                  </a:moveTo>
                  <a:lnTo>
                    <a:pt x="57574" y="1056598"/>
                  </a:lnTo>
                  <a:lnTo>
                    <a:pt x="84701" y="1019596"/>
                  </a:lnTo>
                  <a:close/>
                  <a:moveTo>
                    <a:pt x="84701" y="1019596"/>
                  </a:moveTo>
                  <a:lnTo>
                    <a:pt x="57574" y="1056598"/>
                  </a:lnTo>
                  <a:lnTo>
                    <a:pt x="68345" y="1073534"/>
                  </a:lnTo>
                  <a:close/>
                  <a:moveTo>
                    <a:pt x="84701" y="1019596"/>
                  </a:moveTo>
                  <a:lnTo>
                    <a:pt x="68345" y="1073534"/>
                  </a:lnTo>
                  <a:lnTo>
                    <a:pt x="95814" y="1056351"/>
                  </a:lnTo>
                  <a:close/>
                  <a:moveTo>
                    <a:pt x="234415" y="1238449"/>
                  </a:moveTo>
                  <a:lnTo>
                    <a:pt x="277894" y="1230189"/>
                  </a:lnTo>
                  <a:lnTo>
                    <a:pt x="260629" y="1221273"/>
                  </a:lnTo>
                  <a:close/>
                  <a:moveTo>
                    <a:pt x="107987" y="965657"/>
                  </a:moveTo>
                  <a:lnTo>
                    <a:pt x="67136" y="996138"/>
                  </a:lnTo>
                  <a:lnTo>
                    <a:pt x="84701" y="1019596"/>
                  </a:lnTo>
                  <a:close/>
                  <a:moveTo>
                    <a:pt x="107987" y="965657"/>
                  </a:moveTo>
                  <a:lnTo>
                    <a:pt x="114136" y="951079"/>
                  </a:lnTo>
                  <a:lnTo>
                    <a:pt x="72715" y="975414"/>
                  </a:lnTo>
                  <a:close/>
                  <a:moveTo>
                    <a:pt x="72715" y="975414"/>
                  </a:moveTo>
                  <a:lnTo>
                    <a:pt x="114136" y="951079"/>
                  </a:lnTo>
                  <a:lnTo>
                    <a:pt x="99605" y="935893"/>
                  </a:lnTo>
                  <a:close/>
                  <a:moveTo>
                    <a:pt x="272727" y="1074087"/>
                  </a:moveTo>
                  <a:lnTo>
                    <a:pt x="244337" y="1075922"/>
                  </a:lnTo>
                  <a:lnTo>
                    <a:pt x="219503" y="1095877"/>
                  </a:lnTo>
                  <a:close/>
                  <a:moveTo>
                    <a:pt x="139623" y="948474"/>
                  </a:moveTo>
                  <a:lnTo>
                    <a:pt x="122611" y="917190"/>
                  </a:lnTo>
                  <a:lnTo>
                    <a:pt x="116406" y="928903"/>
                  </a:lnTo>
                  <a:close/>
                  <a:moveTo>
                    <a:pt x="110685" y="892147"/>
                  </a:moveTo>
                  <a:lnTo>
                    <a:pt x="116406" y="928903"/>
                  </a:lnTo>
                  <a:lnTo>
                    <a:pt x="114489" y="879046"/>
                  </a:lnTo>
                  <a:close/>
                  <a:moveTo>
                    <a:pt x="116406" y="928903"/>
                  </a:moveTo>
                  <a:lnTo>
                    <a:pt x="122611" y="917190"/>
                  </a:lnTo>
                  <a:lnTo>
                    <a:pt x="114489" y="879046"/>
                  </a:lnTo>
                  <a:close/>
                  <a:moveTo>
                    <a:pt x="272727" y="1074087"/>
                  </a:moveTo>
                  <a:lnTo>
                    <a:pt x="293247" y="1083466"/>
                  </a:lnTo>
                  <a:lnTo>
                    <a:pt x="283607" y="1058739"/>
                  </a:lnTo>
                  <a:close/>
                  <a:moveTo>
                    <a:pt x="283607" y="1058739"/>
                  </a:moveTo>
                  <a:lnTo>
                    <a:pt x="320142" y="1078311"/>
                  </a:lnTo>
                  <a:lnTo>
                    <a:pt x="317758" y="1041555"/>
                  </a:lnTo>
                  <a:close/>
                  <a:moveTo>
                    <a:pt x="302066" y="1004801"/>
                  </a:moveTo>
                  <a:lnTo>
                    <a:pt x="292267" y="1021857"/>
                  </a:lnTo>
                  <a:lnTo>
                    <a:pt x="283607" y="1058739"/>
                  </a:lnTo>
                  <a:close/>
                  <a:moveTo>
                    <a:pt x="317758" y="1041555"/>
                  </a:moveTo>
                  <a:lnTo>
                    <a:pt x="302066" y="1004801"/>
                  </a:lnTo>
                  <a:lnTo>
                    <a:pt x="283607" y="1058739"/>
                  </a:lnTo>
                  <a:close/>
                  <a:moveTo>
                    <a:pt x="292553" y="1021984"/>
                  </a:moveTo>
                  <a:lnTo>
                    <a:pt x="307848" y="984616"/>
                  </a:lnTo>
                  <a:lnTo>
                    <a:pt x="315500" y="968046"/>
                  </a:lnTo>
                  <a:close/>
                  <a:moveTo>
                    <a:pt x="307848" y="984616"/>
                  </a:moveTo>
                  <a:lnTo>
                    <a:pt x="292267" y="1021857"/>
                  </a:lnTo>
                  <a:lnTo>
                    <a:pt x="302066" y="1004801"/>
                  </a:lnTo>
                  <a:close/>
                  <a:moveTo>
                    <a:pt x="307848" y="984616"/>
                  </a:moveTo>
                  <a:lnTo>
                    <a:pt x="324829" y="951896"/>
                  </a:lnTo>
                  <a:lnTo>
                    <a:pt x="315500" y="968046"/>
                  </a:lnTo>
                  <a:close/>
                  <a:moveTo>
                    <a:pt x="324829" y="951896"/>
                  </a:moveTo>
                  <a:lnTo>
                    <a:pt x="325493" y="950862"/>
                  </a:lnTo>
                  <a:lnTo>
                    <a:pt x="315500" y="968046"/>
                  </a:lnTo>
                  <a:close/>
                  <a:moveTo>
                    <a:pt x="107874" y="735251"/>
                  </a:moveTo>
                  <a:lnTo>
                    <a:pt x="85021" y="747516"/>
                  </a:lnTo>
                  <a:lnTo>
                    <a:pt x="128540" y="733381"/>
                  </a:lnTo>
                  <a:close/>
                  <a:moveTo>
                    <a:pt x="521489" y="1092663"/>
                  </a:moveTo>
                  <a:lnTo>
                    <a:pt x="534151" y="1080699"/>
                  </a:lnTo>
                  <a:lnTo>
                    <a:pt x="520459" y="1097882"/>
                  </a:lnTo>
                  <a:close/>
                  <a:moveTo>
                    <a:pt x="269091" y="834622"/>
                  </a:moveTo>
                  <a:lnTo>
                    <a:pt x="286904" y="810103"/>
                  </a:lnTo>
                  <a:lnTo>
                    <a:pt x="266897" y="840597"/>
                  </a:lnTo>
                  <a:close/>
                  <a:moveTo>
                    <a:pt x="206060" y="679788"/>
                  </a:moveTo>
                  <a:lnTo>
                    <a:pt x="181790" y="694619"/>
                  </a:lnTo>
                  <a:lnTo>
                    <a:pt x="180301" y="718389"/>
                  </a:lnTo>
                  <a:close/>
                  <a:moveTo>
                    <a:pt x="180301" y="718389"/>
                  </a:moveTo>
                  <a:lnTo>
                    <a:pt x="196468" y="713149"/>
                  </a:lnTo>
                  <a:lnTo>
                    <a:pt x="206060" y="679788"/>
                  </a:lnTo>
                  <a:close/>
                  <a:moveTo>
                    <a:pt x="173414" y="663303"/>
                  </a:moveTo>
                  <a:lnTo>
                    <a:pt x="152145" y="679989"/>
                  </a:lnTo>
                  <a:lnTo>
                    <a:pt x="140608" y="693577"/>
                  </a:lnTo>
                  <a:close/>
                  <a:moveTo>
                    <a:pt x="542818" y="1076198"/>
                  </a:moveTo>
                  <a:lnTo>
                    <a:pt x="534151" y="1080699"/>
                  </a:lnTo>
                  <a:lnTo>
                    <a:pt x="521489" y="1092663"/>
                  </a:lnTo>
                  <a:close/>
                  <a:moveTo>
                    <a:pt x="563726" y="1070848"/>
                  </a:moveTo>
                  <a:lnTo>
                    <a:pt x="611932" y="1085452"/>
                  </a:lnTo>
                  <a:lnTo>
                    <a:pt x="583818" y="1063516"/>
                  </a:lnTo>
                  <a:close/>
                  <a:moveTo>
                    <a:pt x="231561" y="703803"/>
                  </a:moveTo>
                  <a:lnTo>
                    <a:pt x="211254" y="680203"/>
                  </a:lnTo>
                  <a:lnTo>
                    <a:pt x="196468" y="713149"/>
                  </a:lnTo>
                  <a:close/>
                  <a:moveTo>
                    <a:pt x="673018" y="1083087"/>
                  </a:moveTo>
                  <a:lnTo>
                    <a:pt x="664446" y="1061009"/>
                  </a:lnTo>
                  <a:lnTo>
                    <a:pt x="647369" y="1093370"/>
                  </a:lnTo>
                  <a:close/>
                  <a:moveTo>
                    <a:pt x="599344" y="1009577"/>
                  </a:moveTo>
                  <a:lnTo>
                    <a:pt x="583818" y="1063516"/>
                  </a:lnTo>
                  <a:lnTo>
                    <a:pt x="623967" y="1034242"/>
                  </a:lnTo>
                  <a:close/>
                  <a:moveTo>
                    <a:pt x="623967" y="1034242"/>
                  </a:moveTo>
                  <a:lnTo>
                    <a:pt x="583818" y="1063516"/>
                  </a:lnTo>
                  <a:lnTo>
                    <a:pt x="623718" y="1049164"/>
                  </a:lnTo>
                  <a:close/>
                  <a:moveTo>
                    <a:pt x="664446" y="1061009"/>
                  </a:moveTo>
                  <a:lnTo>
                    <a:pt x="654235" y="1046332"/>
                  </a:lnTo>
                  <a:lnTo>
                    <a:pt x="611932" y="1085452"/>
                  </a:lnTo>
                  <a:close/>
                  <a:moveTo>
                    <a:pt x="654235" y="1046332"/>
                  </a:moveTo>
                  <a:lnTo>
                    <a:pt x="659240" y="1041546"/>
                  </a:lnTo>
                  <a:lnTo>
                    <a:pt x="646079" y="1013326"/>
                  </a:lnTo>
                  <a:close/>
                  <a:moveTo>
                    <a:pt x="623718" y="1049164"/>
                  </a:moveTo>
                  <a:lnTo>
                    <a:pt x="654235" y="1046332"/>
                  </a:lnTo>
                  <a:lnTo>
                    <a:pt x="646079" y="1013326"/>
                  </a:lnTo>
                  <a:close/>
                  <a:moveTo>
                    <a:pt x="575128" y="990006"/>
                  </a:moveTo>
                  <a:lnTo>
                    <a:pt x="599344" y="1009577"/>
                  </a:lnTo>
                  <a:lnTo>
                    <a:pt x="601839" y="972822"/>
                  </a:lnTo>
                  <a:close/>
                  <a:moveTo>
                    <a:pt x="646079" y="1013326"/>
                  </a:moveTo>
                  <a:lnTo>
                    <a:pt x="659240" y="1041546"/>
                  </a:lnTo>
                  <a:lnTo>
                    <a:pt x="665091" y="1009577"/>
                  </a:lnTo>
                  <a:close/>
                  <a:moveTo>
                    <a:pt x="605931" y="966806"/>
                  </a:moveTo>
                  <a:lnTo>
                    <a:pt x="575128" y="990006"/>
                  </a:lnTo>
                  <a:lnTo>
                    <a:pt x="601839" y="972822"/>
                  </a:lnTo>
                  <a:close/>
                  <a:moveTo>
                    <a:pt x="23518" y="284181"/>
                  </a:moveTo>
                  <a:lnTo>
                    <a:pt x="4480" y="328416"/>
                  </a:lnTo>
                  <a:lnTo>
                    <a:pt x="0" y="311232"/>
                  </a:lnTo>
                  <a:close/>
                  <a:moveTo>
                    <a:pt x="23518" y="284181"/>
                  </a:moveTo>
                  <a:lnTo>
                    <a:pt x="7973" y="322268"/>
                  </a:lnTo>
                  <a:lnTo>
                    <a:pt x="4480" y="328416"/>
                  </a:lnTo>
                  <a:close/>
                  <a:moveTo>
                    <a:pt x="23518" y="284181"/>
                  </a:moveTo>
                  <a:lnTo>
                    <a:pt x="30676" y="274477"/>
                  </a:lnTo>
                  <a:lnTo>
                    <a:pt x="29289" y="291661"/>
                  </a:lnTo>
                  <a:close/>
                  <a:moveTo>
                    <a:pt x="673018" y="1083087"/>
                  </a:moveTo>
                  <a:lnTo>
                    <a:pt x="720599" y="1050172"/>
                  </a:lnTo>
                  <a:lnTo>
                    <a:pt x="661872" y="1045233"/>
                  </a:lnTo>
                  <a:close/>
                  <a:moveTo>
                    <a:pt x="661872" y="1045233"/>
                  </a:moveTo>
                  <a:lnTo>
                    <a:pt x="720599" y="1050172"/>
                  </a:lnTo>
                  <a:lnTo>
                    <a:pt x="708543" y="1034379"/>
                  </a:lnTo>
                  <a:close/>
                  <a:moveTo>
                    <a:pt x="661872" y="1045233"/>
                  </a:moveTo>
                  <a:lnTo>
                    <a:pt x="699684" y="996834"/>
                  </a:lnTo>
                  <a:lnTo>
                    <a:pt x="659240" y="1041546"/>
                  </a:lnTo>
                  <a:close/>
                  <a:moveTo>
                    <a:pt x="637721" y="989458"/>
                  </a:moveTo>
                  <a:lnTo>
                    <a:pt x="636850" y="993741"/>
                  </a:lnTo>
                  <a:lnTo>
                    <a:pt x="645186" y="989001"/>
                  </a:lnTo>
                  <a:close/>
                  <a:moveTo>
                    <a:pt x="653699" y="924622"/>
                  </a:moveTo>
                  <a:lnTo>
                    <a:pt x="605931" y="966806"/>
                  </a:lnTo>
                  <a:lnTo>
                    <a:pt x="624453" y="939850"/>
                  </a:lnTo>
                  <a:close/>
                  <a:moveTo>
                    <a:pt x="303621" y="605273"/>
                  </a:moveTo>
                  <a:lnTo>
                    <a:pt x="311251" y="603699"/>
                  </a:lnTo>
                  <a:lnTo>
                    <a:pt x="295109" y="568517"/>
                  </a:lnTo>
                  <a:close/>
                  <a:moveTo>
                    <a:pt x="311251" y="603699"/>
                  </a:moveTo>
                  <a:lnTo>
                    <a:pt x="363092" y="588642"/>
                  </a:lnTo>
                  <a:lnTo>
                    <a:pt x="345560" y="558148"/>
                  </a:lnTo>
                  <a:close/>
                  <a:moveTo>
                    <a:pt x="311251" y="603699"/>
                  </a:moveTo>
                  <a:lnTo>
                    <a:pt x="345560" y="558148"/>
                  </a:lnTo>
                  <a:lnTo>
                    <a:pt x="303518" y="565239"/>
                  </a:lnTo>
                  <a:close/>
                  <a:moveTo>
                    <a:pt x="50285" y="259680"/>
                  </a:moveTo>
                  <a:lnTo>
                    <a:pt x="30676" y="274477"/>
                  </a:lnTo>
                  <a:lnTo>
                    <a:pt x="69047" y="262442"/>
                  </a:lnTo>
                  <a:close/>
                  <a:moveTo>
                    <a:pt x="624453" y="939850"/>
                  </a:moveTo>
                  <a:lnTo>
                    <a:pt x="643249" y="943791"/>
                  </a:lnTo>
                  <a:lnTo>
                    <a:pt x="653699" y="924622"/>
                  </a:lnTo>
                  <a:close/>
                  <a:moveTo>
                    <a:pt x="653699" y="924622"/>
                  </a:moveTo>
                  <a:lnTo>
                    <a:pt x="643249" y="943791"/>
                  </a:lnTo>
                  <a:lnTo>
                    <a:pt x="671427" y="901700"/>
                  </a:lnTo>
                  <a:close/>
                  <a:moveTo>
                    <a:pt x="671755" y="895921"/>
                  </a:moveTo>
                  <a:lnTo>
                    <a:pt x="669130" y="905092"/>
                  </a:lnTo>
                  <a:lnTo>
                    <a:pt x="671427" y="901700"/>
                  </a:lnTo>
                  <a:close/>
                  <a:moveTo>
                    <a:pt x="701188" y="881387"/>
                  </a:moveTo>
                  <a:lnTo>
                    <a:pt x="683005" y="864945"/>
                  </a:lnTo>
                  <a:lnTo>
                    <a:pt x="682051" y="906047"/>
                  </a:lnTo>
                  <a:close/>
                  <a:moveTo>
                    <a:pt x="671755" y="895921"/>
                  </a:moveTo>
                  <a:lnTo>
                    <a:pt x="679175" y="901700"/>
                  </a:lnTo>
                  <a:lnTo>
                    <a:pt x="669130" y="905092"/>
                  </a:lnTo>
                  <a:close/>
                  <a:moveTo>
                    <a:pt x="159011" y="224619"/>
                  </a:moveTo>
                  <a:lnTo>
                    <a:pt x="135679" y="233595"/>
                  </a:lnTo>
                  <a:lnTo>
                    <a:pt x="104502" y="241604"/>
                  </a:lnTo>
                  <a:close/>
                  <a:moveTo>
                    <a:pt x="159011" y="224619"/>
                  </a:moveTo>
                  <a:lnTo>
                    <a:pt x="104502" y="241604"/>
                  </a:lnTo>
                  <a:lnTo>
                    <a:pt x="128177" y="233912"/>
                  </a:lnTo>
                  <a:close/>
                  <a:moveTo>
                    <a:pt x="325959" y="412753"/>
                  </a:moveTo>
                  <a:lnTo>
                    <a:pt x="328734" y="406702"/>
                  </a:lnTo>
                  <a:lnTo>
                    <a:pt x="308671" y="410446"/>
                  </a:lnTo>
                  <a:close/>
                  <a:moveTo>
                    <a:pt x="497794" y="605144"/>
                  </a:moveTo>
                  <a:lnTo>
                    <a:pt x="490574" y="620614"/>
                  </a:lnTo>
                  <a:lnTo>
                    <a:pt x="497450" y="590477"/>
                  </a:lnTo>
                  <a:close/>
                  <a:moveTo>
                    <a:pt x="507501" y="559322"/>
                  </a:moveTo>
                  <a:lnTo>
                    <a:pt x="497794" y="605144"/>
                  </a:lnTo>
                  <a:lnTo>
                    <a:pt x="497450" y="590477"/>
                  </a:lnTo>
                  <a:close/>
                  <a:moveTo>
                    <a:pt x="542680" y="550992"/>
                  </a:moveTo>
                  <a:lnTo>
                    <a:pt x="527279" y="553722"/>
                  </a:lnTo>
                  <a:lnTo>
                    <a:pt x="566702" y="559883"/>
                  </a:lnTo>
                  <a:close/>
                  <a:moveTo>
                    <a:pt x="527279" y="553722"/>
                  </a:moveTo>
                  <a:lnTo>
                    <a:pt x="507501" y="559322"/>
                  </a:lnTo>
                  <a:lnTo>
                    <a:pt x="566702" y="559883"/>
                  </a:lnTo>
                  <a:close/>
                  <a:moveTo>
                    <a:pt x="542680" y="550992"/>
                  </a:moveTo>
                  <a:lnTo>
                    <a:pt x="566702" y="559883"/>
                  </a:lnTo>
                  <a:lnTo>
                    <a:pt x="586380" y="536539"/>
                  </a:lnTo>
                  <a:close/>
                  <a:moveTo>
                    <a:pt x="647513" y="519941"/>
                  </a:moveTo>
                  <a:lnTo>
                    <a:pt x="602742" y="529252"/>
                  </a:lnTo>
                  <a:lnTo>
                    <a:pt x="649015" y="522277"/>
                  </a:lnTo>
                  <a:close/>
                  <a:moveTo>
                    <a:pt x="602742" y="529252"/>
                  </a:moveTo>
                  <a:lnTo>
                    <a:pt x="616415" y="524966"/>
                  </a:lnTo>
                  <a:lnTo>
                    <a:pt x="649015" y="522277"/>
                  </a:lnTo>
                  <a:close/>
                  <a:moveTo>
                    <a:pt x="616415" y="524966"/>
                  </a:moveTo>
                  <a:lnTo>
                    <a:pt x="641173" y="521325"/>
                  </a:lnTo>
                  <a:lnTo>
                    <a:pt x="649015" y="522277"/>
                  </a:lnTo>
                  <a:close/>
                  <a:moveTo>
                    <a:pt x="420519" y="98432"/>
                  </a:moveTo>
                  <a:lnTo>
                    <a:pt x="439220" y="72144"/>
                  </a:lnTo>
                  <a:lnTo>
                    <a:pt x="422853" y="80684"/>
                  </a:lnTo>
                  <a:close/>
                  <a:moveTo>
                    <a:pt x="437979" y="63501"/>
                  </a:moveTo>
                  <a:lnTo>
                    <a:pt x="446759" y="26746"/>
                  </a:lnTo>
                  <a:lnTo>
                    <a:pt x="422853" y="80684"/>
                  </a:lnTo>
                  <a:close/>
                  <a:moveTo>
                    <a:pt x="478976" y="0"/>
                  </a:moveTo>
                  <a:lnTo>
                    <a:pt x="456758" y="13141"/>
                  </a:lnTo>
                  <a:lnTo>
                    <a:pt x="446759" y="26746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05" name="Input_density__104">
              <a:extLst>
                <a:ext uri="{FF2B5EF4-FFF2-40B4-BE49-F238E27FC236}">
                  <a16:creationId xmlns:a16="http://schemas.microsoft.com/office/drawing/2014/main" id="{8EB65953-C39E-C6F9-AA92-C81F597B6F0E}"/>
                </a:ext>
              </a:extLst>
            </p:cNvPr>
            <p:cNvSpPr>
              <a:spLocks noGrp="1"/>
            </p:cNvSpPr>
            <p:nvPr/>
          </p:nvSpPr>
          <p:spPr>
            <a:xfrm>
              <a:off x="891283" y="1664743"/>
              <a:ext cx="1033665" cy="1519827"/>
            </a:xfrm>
            <a:custGeom>
              <a:avLst/>
              <a:gdLst/>
              <a:ahLst/>
              <a:cxnLst/>
              <a:rect l="0" t="0" r="0" b="0"/>
              <a:pathLst>
                <a:path w="1033665" h="1519827">
                  <a:moveTo>
                    <a:pt x="137976" y="1356016"/>
                  </a:moveTo>
                  <a:lnTo>
                    <a:pt x="154805" y="1372807"/>
                  </a:lnTo>
                  <a:lnTo>
                    <a:pt x="133724" y="1368485"/>
                  </a:lnTo>
                  <a:close/>
                  <a:moveTo>
                    <a:pt x="299758" y="1519827"/>
                  </a:moveTo>
                  <a:lnTo>
                    <a:pt x="313391" y="1515021"/>
                  </a:lnTo>
                  <a:lnTo>
                    <a:pt x="269552" y="1502592"/>
                  </a:lnTo>
                  <a:close/>
                  <a:moveTo>
                    <a:pt x="233927" y="1493974"/>
                  </a:moveTo>
                  <a:lnTo>
                    <a:pt x="269552" y="1502592"/>
                  </a:lnTo>
                  <a:lnTo>
                    <a:pt x="290019" y="1482909"/>
                  </a:lnTo>
                  <a:close/>
                  <a:moveTo>
                    <a:pt x="154805" y="1372807"/>
                  </a:moveTo>
                  <a:lnTo>
                    <a:pt x="181054" y="1362356"/>
                  </a:lnTo>
                  <a:lnTo>
                    <a:pt x="133724" y="1368485"/>
                  </a:lnTo>
                  <a:close/>
                  <a:moveTo>
                    <a:pt x="133724" y="1368485"/>
                  </a:moveTo>
                  <a:lnTo>
                    <a:pt x="181054" y="1362356"/>
                  </a:lnTo>
                  <a:lnTo>
                    <a:pt x="189097" y="1354731"/>
                  </a:lnTo>
                  <a:close/>
                  <a:moveTo>
                    <a:pt x="219380" y="1343377"/>
                  </a:moveTo>
                  <a:lnTo>
                    <a:pt x="209166" y="1333556"/>
                  </a:lnTo>
                  <a:lnTo>
                    <a:pt x="189097" y="1354731"/>
                  </a:lnTo>
                  <a:close/>
                  <a:moveTo>
                    <a:pt x="222926" y="1131667"/>
                  </a:moveTo>
                  <a:lnTo>
                    <a:pt x="253046" y="1152255"/>
                  </a:lnTo>
                  <a:lnTo>
                    <a:pt x="278370" y="1158429"/>
                  </a:lnTo>
                  <a:close/>
                  <a:moveTo>
                    <a:pt x="66432" y="864400"/>
                  </a:moveTo>
                  <a:lnTo>
                    <a:pt x="44674" y="863013"/>
                  </a:lnTo>
                  <a:lnTo>
                    <a:pt x="12644" y="836294"/>
                  </a:lnTo>
                  <a:close/>
                  <a:moveTo>
                    <a:pt x="72725" y="845830"/>
                  </a:moveTo>
                  <a:lnTo>
                    <a:pt x="36091" y="861979"/>
                  </a:lnTo>
                  <a:lnTo>
                    <a:pt x="83000" y="822373"/>
                  </a:lnTo>
                  <a:close/>
                  <a:moveTo>
                    <a:pt x="34518" y="861890"/>
                  </a:moveTo>
                  <a:lnTo>
                    <a:pt x="44674" y="863013"/>
                  </a:lnTo>
                  <a:lnTo>
                    <a:pt x="83000" y="822373"/>
                  </a:lnTo>
                  <a:close/>
                  <a:moveTo>
                    <a:pt x="378796" y="1130960"/>
                  </a:moveTo>
                  <a:lnTo>
                    <a:pt x="335367" y="1143050"/>
                  </a:lnTo>
                  <a:lnTo>
                    <a:pt x="372778" y="1158347"/>
                  </a:lnTo>
                  <a:close/>
                  <a:moveTo>
                    <a:pt x="378796" y="1130960"/>
                  </a:moveTo>
                  <a:lnTo>
                    <a:pt x="335331" y="1139208"/>
                  </a:lnTo>
                  <a:lnTo>
                    <a:pt x="335367" y="1143050"/>
                  </a:lnTo>
                  <a:close/>
                  <a:moveTo>
                    <a:pt x="378796" y="1130960"/>
                  </a:moveTo>
                  <a:lnTo>
                    <a:pt x="372778" y="1158347"/>
                  </a:lnTo>
                  <a:lnTo>
                    <a:pt x="382871" y="1139870"/>
                  </a:lnTo>
                  <a:close/>
                  <a:moveTo>
                    <a:pt x="88579" y="801648"/>
                  </a:moveTo>
                  <a:lnTo>
                    <a:pt x="77611" y="765818"/>
                  </a:lnTo>
                  <a:lnTo>
                    <a:pt x="91481" y="791892"/>
                  </a:lnTo>
                  <a:close/>
                  <a:moveTo>
                    <a:pt x="45364" y="720199"/>
                  </a:moveTo>
                  <a:lnTo>
                    <a:pt x="76410" y="755137"/>
                  </a:lnTo>
                  <a:lnTo>
                    <a:pt x="77611" y="765818"/>
                  </a:lnTo>
                  <a:close/>
                  <a:moveTo>
                    <a:pt x="0" y="735565"/>
                  </a:moveTo>
                  <a:lnTo>
                    <a:pt x="45364" y="720199"/>
                  </a:lnTo>
                  <a:lnTo>
                    <a:pt x="47356" y="717473"/>
                  </a:lnTo>
                  <a:close/>
                  <a:moveTo>
                    <a:pt x="45364" y="720199"/>
                  </a:moveTo>
                  <a:lnTo>
                    <a:pt x="76232" y="722192"/>
                  </a:lnTo>
                  <a:lnTo>
                    <a:pt x="47356" y="717473"/>
                  </a:lnTo>
                  <a:close/>
                  <a:moveTo>
                    <a:pt x="76232" y="722192"/>
                  </a:moveTo>
                  <a:lnTo>
                    <a:pt x="78173" y="708118"/>
                  </a:lnTo>
                  <a:lnTo>
                    <a:pt x="47356" y="717473"/>
                  </a:lnTo>
                  <a:close/>
                  <a:moveTo>
                    <a:pt x="78173" y="708118"/>
                  </a:moveTo>
                  <a:lnTo>
                    <a:pt x="76232" y="722192"/>
                  </a:lnTo>
                  <a:lnTo>
                    <a:pt x="91089" y="681627"/>
                  </a:lnTo>
                  <a:close/>
                  <a:moveTo>
                    <a:pt x="350945" y="912670"/>
                  </a:moveTo>
                  <a:lnTo>
                    <a:pt x="366128" y="917523"/>
                  </a:lnTo>
                  <a:lnTo>
                    <a:pt x="358969" y="904545"/>
                  </a:lnTo>
                  <a:close/>
                  <a:moveTo>
                    <a:pt x="666678" y="1144647"/>
                  </a:moveTo>
                  <a:lnTo>
                    <a:pt x="652418" y="1167793"/>
                  </a:lnTo>
                  <a:lnTo>
                    <a:pt x="673170" y="1149172"/>
                  </a:lnTo>
                  <a:close/>
                  <a:moveTo>
                    <a:pt x="654300" y="1107892"/>
                  </a:moveTo>
                  <a:lnTo>
                    <a:pt x="625001" y="1093649"/>
                  </a:lnTo>
                  <a:lnTo>
                    <a:pt x="606095" y="1119174"/>
                  </a:lnTo>
                  <a:close/>
                  <a:moveTo>
                    <a:pt x="606095" y="1119174"/>
                  </a:moveTo>
                  <a:lnTo>
                    <a:pt x="571046" y="1083017"/>
                  </a:lnTo>
                  <a:lnTo>
                    <a:pt x="573173" y="1088320"/>
                  </a:lnTo>
                  <a:close/>
                  <a:moveTo>
                    <a:pt x="561899" y="1078507"/>
                  </a:moveTo>
                  <a:lnTo>
                    <a:pt x="573173" y="1088320"/>
                  </a:lnTo>
                  <a:lnTo>
                    <a:pt x="571046" y="1083017"/>
                  </a:lnTo>
                  <a:close/>
                  <a:moveTo>
                    <a:pt x="370114" y="867790"/>
                  </a:moveTo>
                  <a:lnTo>
                    <a:pt x="353918" y="900361"/>
                  </a:lnTo>
                  <a:lnTo>
                    <a:pt x="358969" y="904545"/>
                  </a:lnTo>
                  <a:close/>
                  <a:moveTo>
                    <a:pt x="206770" y="670243"/>
                  </a:moveTo>
                  <a:lnTo>
                    <a:pt x="226412" y="696212"/>
                  </a:lnTo>
                  <a:lnTo>
                    <a:pt x="210447" y="684015"/>
                  </a:lnTo>
                  <a:close/>
                  <a:moveTo>
                    <a:pt x="288045" y="703587"/>
                  </a:moveTo>
                  <a:lnTo>
                    <a:pt x="302777" y="732577"/>
                  </a:lnTo>
                  <a:lnTo>
                    <a:pt x="327788" y="729878"/>
                  </a:lnTo>
                  <a:close/>
                  <a:moveTo>
                    <a:pt x="212205" y="647260"/>
                  </a:moveTo>
                  <a:lnTo>
                    <a:pt x="201727" y="630077"/>
                  </a:lnTo>
                  <a:lnTo>
                    <a:pt x="210447" y="684015"/>
                  </a:lnTo>
                  <a:close/>
                  <a:moveTo>
                    <a:pt x="212205" y="647260"/>
                  </a:moveTo>
                  <a:lnTo>
                    <a:pt x="219810" y="593322"/>
                  </a:lnTo>
                  <a:lnTo>
                    <a:pt x="201727" y="630077"/>
                  </a:lnTo>
                  <a:close/>
                  <a:moveTo>
                    <a:pt x="654300" y="1107892"/>
                  </a:moveTo>
                  <a:lnTo>
                    <a:pt x="666678" y="1144647"/>
                  </a:lnTo>
                  <a:lnTo>
                    <a:pt x="636795" y="1101400"/>
                  </a:lnTo>
                  <a:close/>
                  <a:moveTo>
                    <a:pt x="420900" y="765841"/>
                  </a:moveTo>
                  <a:lnTo>
                    <a:pt x="434411" y="799605"/>
                  </a:lnTo>
                  <a:lnTo>
                    <a:pt x="447284" y="813852"/>
                  </a:lnTo>
                  <a:close/>
                  <a:moveTo>
                    <a:pt x="434411" y="799605"/>
                  </a:moveTo>
                  <a:lnTo>
                    <a:pt x="420900" y="765841"/>
                  </a:lnTo>
                  <a:lnTo>
                    <a:pt x="432390" y="796668"/>
                  </a:lnTo>
                  <a:close/>
                  <a:moveTo>
                    <a:pt x="327788" y="729878"/>
                  </a:moveTo>
                  <a:lnTo>
                    <a:pt x="287751" y="703331"/>
                  </a:lnTo>
                  <a:lnTo>
                    <a:pt x="288045" y="703587"/>
                  </a:lnTo>
                  <a:close/>
                  <a:moveTo>
                    <a:pt x="728111" y="1170832"/>
                  </a:moveTo>
                  <a:lnTo>
                    <a:pt x="767337" y="1200973"/>
                  </a:lnTo>
                  <a:lnTo>
                    <a:pt x="739808" y="1177535"/>
                  </a:lnTo>
                  <a:close/>
                  <a:moveTo>
                    <a:pt x="806434" y="1147035"/>
                  </a:moveTo>
                  <a:lnTo>
                    <a:pt x="796296" y="1167949"/>
                  </a:lnTo>
                  <a:lnTo>
                    <a:pt x="815557" y="1153916"/>
                  </a:lnTo>
                  <a:close/>
                  <a:moveTo>
                    <a:pt x="815557" y="1153916"/>
                  </a:moveTo>
                  <a:lnTo>
                    <a:pt x="796296" y="1167949"/>
                  </a:lnTo>
                  <a:lnTo>
                    <a:pt x="794571" y="1188636"/>
                  </a:lnTo>
                  <a:close/>
                  <a:moveTo>
                    <a:pt x="815557" y="1153916"/>
                  </a:moveTo>
                  <a:lnTo>
                    <a:pt x="794571" y="1188636"/>
                  </a:lnTo>
                  <a:lnTo>
                    <a:pt x="831248" y="1185907"/>
                  </a:lnTo>
                  <a:close/>
                  <a:moveTo>
                    <a:pt x="831248" y="1185907"/>
                  </a:moveTo>
                  <a:lnTo>
                    <a:pt x="857025" y="1192039"/>
                  </a:lnTo>
                  <a:lnTo>
                    <a:pt x="815557" y="1153916"/>
                  </a:lnTo>
                  <a:close/>
                  <a:moveTo>
                    <a:pt x="586607" y="936125"/>
                  </a:moveTo>
                  <a:lnTo>
                    <a:pt x="596062" y="943688"/>
                  </a:lnTo>
                  <a:lnTo>
                    <a:pt x="579591" y="897082"/>
                  </a:lnTo>
                  <a:close/>
                  <a:moveTo>
                    <a:pt x="627796" y="911686"/>
                  </a:moveTo>
                  <a:lnTo>
                    <a:pt x="608591" y="936090"/>
                  </a:lnTo>
                  <a:lnTo>
                    <a:pt x="663233" y="919604"/>
                  </a:lnTo>
                  <a:close/>
                  <a:moveTo>
                    <a:pt x="87894" y="265240"/>
                  </a:moveTo>
                  <a:lnTo>
                    <a:pt x="70033" y="292849"/>
                  </a:lnTo>
                  <a:lnTo>
                    <a:pt x="88508" y="264915"/>
                  </a:lnTo>
                  <a:close/>
                  <a:moveTo>
                    <a:pt x="88508" y="264915"/>
                  </a:moveTo>
                  <a:lnTo>
                    <a:pt x="70033" y="292849"/>
                  </a:lnTo>
                  <a:lnTo>
                    <a:pt x="98577" y="318853"/>
                  </a:lnTo>
                  <a:close/>
                  <a:moveTo>
                    <a:pt x="88508" y="264915"/>
                  </a:moveTo>
                  <a:lnTo>
                    <a:pt x="98577" y="318853"/>
                  </a:lnTo>
                  <a:lnTo>
                    <a:pt x="102395" y="301670"/>
                  </a:lnTo>
                  <a:close/>
                  <a:moveTo>
                    <a:pt x="61809" y="262103"/>
                  </a:moveTo>
                  <a:lnTo>
                    <a:pt x="56888" y="282098"/>
                  </a:lnTo>
                  <a:lnTo>
                    <a:pt x="87894" y="265240"/>
                  </a:lnTo>
                  <a:close/>
                  <a:moveTo>
                    <a:pt x="88508" y="264915"/>
                  </a:moveTo>
                  <a:lnTo>
                    <a:pt x="60063" y="243119"/>
                  </a:lnTo>
                  <a:lnTo>
                    <a:pt x="62141" y="245343"/>
                  </a:lnTo>
                  <a:close/>
                  <a:moveTo>
                    <a:pt x="61809" y="262103"/>
                  </a:moveTo>
                  <a:lnTo>
                    <a:pt x="87894" y="265240"/>
                  </a:lnTo>
                  <a:lnTo>
                    <a:pt x="88508" y="264915"/>
                  </a:lnTo>
                  <a:close/>
                  <a:moveTo>
                    <a:pt x="62141" y="245343"/>
                  </a:moveTo>
                  <a:lnTo>
                    <a:pt x="61809" y="262103"/>
                  </a:lnTo>
                  <a:lnTo>
                    <a:pt x="88508" y="264915"/>
                  </a:lnTo>
                  <a:close/>
                  <a:moveTo>
                    <a:pt x="796081" y="1142662"/>
                  </a:moveTo>
                  <a:lnTo>
                    <a:pt x="806434" y="1147035"/>
                  </a:lnTo>
                  <a:lnTo>
                    <a:pt x="786358" y="1130793"/>
                  </a:lnTo>
                  <a:close/>
                  <a:moveTo>
                    <a:pt x="671848" y="926505"/>
                  </a:moveTo>
                  <a:lnTo>
                    <a:pt x="705271" y="952197"/>
                  </a:lnTo>
                  <a:lnTo>
                    <a:pt x="698476" y="946077"/>
                  </a:lnTo>
                  <a:close/>
                  <a:moveTo>
                    <a:pt x="512539" y="763177"/>
                  </a:moveTo>
                  <a:lnTo>
                    <a:pt x="518592" y="752543"/>
                  </a:lnTo>
                  <a:lnTo>
                    <a:pt x="536899" y="770460"/>
                  </a:lnTo>
                  <a:close/>
                  <a:moveTo>
                    <a:pt x="116897" y="224002"/>
                  </a:moveTo>
                  <a:lnTo>
                    <a:pt x="88508" y="264915"/>
                  </a:lnTo>
                  <a:lnTo>
                    <a:pt x="126800" y="260699"/>
                  </a:lnTo>
                  <a:close/>
                  <a:moveTo>
                    <a:pt x="124986" y="228160"/>
                  </a:moveTo>
                  <a:lnTo>
                    <a:pt x="125878" y="184654"/>
                  </a:lnTo>
                  <a:lnTo>
                    <a:pt x="116897" y="224002"/>
                  </a:lnTo>
                  <a:close/>
                  <a:moveTo>
                    <a:pt x="739888" y="909322"/>
                  </a:moveTo>
                  <a:lnTo>
                    <a:pt x="733337" y="872567"/>
                  </a:lnTo>
                  <a:lnTo>
                    <a:pt x="753762" y="892138"/>
                  </a:lnTo>
                  <a:close/>
                  <a:moveTo>
                    <a:pt x="680237" y="824688"/>
                  </a:moveTo>
                  <a:lnTo>
                    <a:pt x="660042" y="818628"/>
                  </a:lnTo>
                  <a:lnTo>
                    <a:pt x="661051" y="815235"/>
                  </a:lnTo>
                  <a:close/>
                  <a:moveTo>
                    <a:pt x="720218" y="815669"/>
                  </a:moveTo>
                  <a:lnTo>
                    <a:pt x="680237" y="824688"/>
                  </a:lnTo>
                  <a:lnTo>
                    <a:pt x="661051" y="815235"/>
                  </a:lnTo>
                  <a:close/>
                  <a:moveTo>
                    <a:pt x="715549" y="823068"/>
                  </a:moveTo>
                  <a:lnTo>
                    <a:pt x="753470" y="819327"/>
                  </a:lnTo>
                  <a:lnTo>
                    <a:pt x="720218" y="815669"/>
                  </a:lnTo>
                  <a:close/>
                  <a:moveTo>
                    <a:pt x="629629" y="726121"/>
                  </a:moveTo>
                  <a:lnTo>
                    <a:pt x="645984" y="718293"/>
                  </a:lnTo>
                  <a:lnTo>
                    <a:pt x="640092" y="708363"/>
                  </a:lnTo>
                  <a:close/>
                  <a:moveTo>
                    <a:pt x="513980" y="610105"/>
                  </a:moveTo>
                  <a:lnTo>
                    <a:pt x="487134" y="652037"/>
                  </a:lnTo>
                  <a:lnTo>
                    <a:pt x="512571" y="633823"/>
                  </a:lnTo>
                  <a:close/>
                  <a:moveTo>
                    <a:pt x="484732" y="651542"/>
                  </a:moveTo>
                  <a:lnTo>
                    <a:pt x="487134" y="652037"/>
                  </a:lnTo>
                  <a:lnTo>
                    <a:pt x="513980" y="610105"/>
                  </a:lnTo>
                  <a:close/>
                  <a:moveTo>
                    <a:pt x="492615" y="600385"/>
                  </a:moveTo>
                  <a:lnTo>
                    <a:pt x="484732" y="651542"/>
                  </a:lnTo>
                  <a:lnTo>
                    <a:pt x="513980" y="610105"/>
                  </a:lnTo>
                  <a:close/>
                  <a:moveTo>
                    <a:pt x="513980" y="610105"/>
                  </a:moveTo>
                  <a:lnTo>
                    <a:pt x="519146" y="562197"/>
                  </a:lnTo>
                  <a:lnTo>
                    <a:pt x="492141" y="585805"/>
                  </a:lnTo>
                  <a:close/>
                  <a:moveTo>
                    <a:pt x="405461" y="420417"/>
                  </a:moveTo>
                  <a:lnTo>
                    <a:pt x="378956" y="414876"/>
                  </a:lnTo>
                  <a:lnTo>
                    <a:pt x="362330" y="445825"/>
                  </a:lnTo>
                  <a:close/>
                  <a:moveTo>
                    <a:pt x="243027" y="354626"/>
                  </a:moveTo>
                  <a:lnTo>
                    <a:pt x="253910" y="394752"/>
                  </a:lnTo>
                  <a:lnTo>
                    <a:pt x="260050" y="357997"/>
                  </a:lnTo>
                  <a:close/>
                  <a:moveTo>
                    <a:pt x="243027" y="354626"/>
                  </a:moveTo>
                  <a:lnTo>
                    <a:pt x="260050" y="357997"/>
                  </a:lnTo>
                  <a:lnTo>
                    <a:pt x="274215" y="311611"/>
                  </a:lnTo>
                  <a:close/>
                  <a:moveTo>
                    <a:pt x="245808" y="307617"/>
                  </a:moveTo>
                  <a:lnTo>
                    <a:pt x="243027" y="354626"/>
                  </a:lnTo>
                  <a:lnTo>
                    <a:pt x="274215" y="311611"/>
                  </a:lnTo>
                  <a:close/>
                  <a:moveTo>
                    <a:pt x="245808" y="307617"/>
                  </a:moveTo>
                  <a:lnTo>
                    <a:pt x="274215" y="311611"/>
                  </a:lnTo>
                  <a:lnTo>
                    <a:pt x="248032" y="296005"/>
                  </a:lnTo>
                  <a:close/>
                  <a:moveTo>
                    <a:pt x="274215" y="311611"/>
                  </a:moveTo>
                  <a:lnTo>
                    <a:pt x="281940" y="298206"/>
                  </a:lnTo>
                  <a:lnTo>
                    <a:pt x="248032" y="296005"/>
                  </a:lnTo>
                  <a:close/>
                  <a:moveTo>
                    <a:pt x="155933" y="157038"/>
                  </a:moveTo>
                  <a:lnTo>
                    <a:pt x="168006" y="164792"/>
                  </a:lnTo>
                  <a:lnTo>
                    <a:pt x="179704" y="165113"/>
                  </a:lnTo>
                  <a:close/>
                  <a:moveTo>
                    <a:pt x="153937" y="164984"/>
                  </a:moveTo>
                  <a:lnTo>
                    <a:pt x="155933" y="157038"/>
                  </a:lnTo>
                  <a:lnTo>
                    <a:pt x="141667" y="147477"/>
                  </a:lnTo>
                  <a:close/>
                  <a:moveTo>
                    <a:pt x="141667" y="147477"/>
                  </a:moveTo>
                  <a:lnTo>
                    <a:pt x="137132" y="162805"/>
                  </a:lnTo>
                  <a:lnTo>
                    <a:pt x="153937" y="164984"/>
                  </a:lnTo>
                  <a:close/>
                  <a:moveTo>
                    <a:pt x="1033665" y="1112040"/>
                  </a:moveTo>
                  <a:lnTo>
                    <a:pt x="1021390" y="1098032"/>
                  </a:lnTo>
                  <a:lnTo>
                    <a:pt x="1023070" y="1138312"/>
                  </a:lnTo>
                  <a:close/>
                  <a:moveTo>
                    <a:pt x="918693" y="1058730"/>
                  </a:moveTo>
                  <a:lnTo>
                    <a:pt x="918932" y="1075913"/>
                  </a:lnTo>
                  <a:lnTo>
                    <a:pt x="924438" y="1080903"/>
                  </a:lnTo>
                  <a:close/>
                  <a:moveTo>
                    <a:pt x="855304" y="874955"/>
                  </a:moveTo>
                  <a:lnTo>
                    <a:pt x="824594" y="860550"/>
                  </a:lnTo>
                  <a:lnTo>
                    <a:pt x="799990" y="864768"/>
                  </a:lnTo>
                  <a:close/>
                  <a:moveTo>
                    <a:pt x="787323" y="838200"/>
                  </a:moveTo>
                  <a:lnTo>
                    <a:pt x="799990" y="864768"/>
                  </a:lnTo>
                  <a:lnTo>
                    <a:pt x="824594" y="860550"/>
                  </a:lnTo>
                  <a:close/>
                  <a:moveTo>
                    <a:pt x="787323" y="838200"/>
                  </a:moveTo>
                  <a:lnTo>
                    <a:pt x="775853" y="855383"/>
                  </a:lnTo>
                  <a:lnTo>
                    <a:pt x="799990" y="864768"/>
                  </a:lnTo>
                  <a:close/>
                  <a:moveTo>
                    <a:pt x="754049" y="817580"/>
                  </a:moveTo>
                  <a:lnTo>
                    <a:pt x="755745" y="817478"/>
                  </a:lnTo>
                  <a:lnTo>
                    <a:pt x="738707" y="804241"/>
                  </a:lnTo>
                  <a:close/>
                  <a:moveTo>
                    <a:pt x="289767" y="231261"/>
                  </a:moveTo>
                  <a:lnTo>
                    <a:pt x="302037" y="248769"/>
                  </a:lnTo>
                  <a:lnTo>
                    <a:pt x="324536" y="236681"/>
                  </a:lnTo>
                  <a:close/>
                  <a:moveTo>
                    <a:pt x="189744" y="139855"/>
                  </a:moveTo>
                  <a:lnTo>
                    <a:pt x="155933" y="157038"/>
                  </a:lnTo>
                  <a:lnTo>
                    <a:pt x="179704" y="165113"/>
                  </a:lnTo>
                  <a:close/>
                  <a:moveTo>
                    <a:pt x="179704" y="165113"/>
                  </a:moveTo>
                  <a:lnTo>
                    <a:pt x="215112" y="172924"/>
                  </a:lnTo>
                  <a:lnTo>
                    <a:pt x="240424" y="171353"/>
                  </a:lnTo>
                  <a:close/>
                  <a:moveTo>
                    <a:pt x="199988" y="144746"/>
                  </a:moveTo>
                  <a:lnTo>
                    <a:pt x="179704" y="165113"/>
                  </a:lnTo>
                  <a:lnTo>
                    <a:pt x="240424" y="171353"/>
                  </a:lnTo>
                  <a:close/>
                  <a:moveTo>
                    <a:pt x="783466" y="831356"/>
                  </a:moveTo>
                  <a:lnTo>
                    <a:pt x="738707" y="804241"/>
                  </a:lnTo>
                  <a:lnTo>
                    <a:pt x="755745" y="817478"/>
                  </a:lnTo>
                  <a:close/>
                  <a:moveTo>
                    <a:pt x="1021755" y="1094634"/>
                  </a:moveTo>
                  <a:lnTo>
                    <a:pt x="994015" y="1120259"/>
                  </a:lnTo>
                  <a:lnTo>
                    <a:pt x="1021390" y="1098032"/>
                  </a:lnTo>
                  <a:close/>
                  <a:moveTo>
                    <a:pt x="1021755" y="1094634"/>
                  </a:moveTo>
                  <a:lnTo>
                    <a:pt x="1021390" y="1098032"/>
                  </a:lnTo>
                  <a:lnTo>
                    <a:pt x="1022224" y="1095485"/>
                  </a:lnTo>
                  <a:close/>
                  <a:moveTo>
                    <a:pt x="1018234" y="1052749"/>
                  </a:moveTo>
                  <a:lnTo>
                    <a:pt x="1022224" y="1095485"/>
                  </a:lnTo>
                  <a:lnTo>
                    <a:pt x="1025678" y="1058730"/>
                  </a:lnTo>
                  <a:close/>
                  <a:moveTo>
                    <a:pt x="1018234" y="1052749"/>
                  </a:moveTo>
                  <a:lnTo>
                    <a:pt x="1021755" y="1094634"/>
                  </a:lnTo>
                  <a:lnTo>
                    <a:pt x="1022224" y="1095485"/>
                  </a:lnTo>
                  <a:close/>
                  <a:moveTo>
                    <a:pt x="1005988" y="1040448"/>
                  </a:moveTo>
                  <a:lnTo>
                    <a:pt x="989755" y="1048814"/>
                  </a:lnTo>
                  <a:lnTo>
                    <a:pt x="1018234" y="1052749"/>
                  </a:lnTo>
                  <a:close/>
                  <a:moveTo>
                    <a:pt x="855304" y="874955"/>
                  </a:moveTo>
                  <a:lnTo>
                    <a:pt x="867802" y="870048"/>
                  </a:lnTo>
                  <a:lnTo>
                    <a:pt x="874164" y="825102"/>
                  </a:lnTo>
                  <a:close/>
                  <a:moveTo>
                    <a:pt x="824594" y="860550"/>
                  </a:moveTo>
                  <a:lnTo>
                    <a:pt x="855304" y="874955"/>
                  </a:lnTo>
                  <a:lnTo>
                    <a:pt x="874164" y="825102"/>
                  </a:lnTo>
                  <a:close/>
                  <a:moveTo>
                    <a:pt x="867802" y="870048"/>
                  </a:moveTo>
                  <a:lnTo>
                    <a:pt x="893147" y="867705"/>
                  </a:lnTo>
                  <a:lnTo>
                    <a:pt x="874164" y="825102"/>
                  </a:lnTo>
                  <a:close/>
                  <a:moveTo>
                    <a:pt x="787323" y="838200"/>
                  </a:moveTo>
                  <a:lnTo>
                    <a:pt x="824594" y="860550"/>
                  </a:lnTo>
                  <a:lnTo>
                    <a:pt x="786352" y="837342"/>
                  </a:lnTo>
                  <a:close/>
                  <a:moveTo>
                    <a:pt x="783466" y="831356"/>
                  </a:moveTo>
                  <a:lnTo>
                    <a:pt x="787323" y="838200"/>
                  </a:lnTo>
                  <a:lnTo>
                    <a:pt x="786352" y="837342"/>
                  </a:lnTo>
                  <a:close/>
                  <a:moveTo>
                    <a:pt x="698869" y="691180"/>
                  </a:moveTo>
                  <a:lnTo>
                    <a:pt x="710654" y="673996"/>
                  </a:lnTo>
                  <a:lnTo>
                    <a:pt x="674929" y="674708"/>
                  </a:lnTo>
                  <a:close/>
                  <a:moveTo>
                    <a:pt x="710654" y="673996"/>
                  </a:moveTo>
                  <a:lnTo>
                    <a:pt x="697578" y="663181"/>
                  </a:lnTo>
                  <a:lnTo>
                    <a:pt x="674929" y="674708"/>
                  </a:lnTo>
                  <a:close/>
                  <a:moveTo>
                    <a:pt x="737588" y="688193"/>
                  </a:moveTo>
                  <a:lnTo>
                    <a:pt x="717052" y="707622"/>
                  </a:lnTo>
                  <a:lnTo>
                    <a:pt x="772662" y="694752"/>
                  </a:lnTo>
                  <a:close/>
                  <a:moveTo>
                    <a:pt x="324536" y="236681"/>
                  </a:moveTo>
                  <a:lnTo>
                    <a:pt x="311004" y="214454"/>
                  </a:lnTo>
                  <a:lnTo>
                    <a:pt x="289767" y="231261"/>
                  </a:lnTo>
                  <a:close/>
                  <a:moveTo>
                    <a:pt x="872338" y="784262"/>
                  </a:moveTo>
                  <a:lnTo>
                    <a:pt x="866802" y="781367"/>
                  </a:lnTo>
                  <a:lnTo>
                    <a:pt x="899925" y="803833"/>
                  </a:lnTo>
                  <a:close/>
                  <a:moveTo>
                    <a:pt x="877049" y="821017"/>
                  </a:moveTo>
                  <a:lnTo>
                    <a:pt x="872338" y="784262"/>
                  </a:lnTo>
                  <a:lnTo>
                    <a:pt x="899925" y="803833"/>
                  </a:lnTo>
                  <a:close/>
                  <a:moveTo>
                    <a:pt x="650947" y="490222"/>
                  </a:moveTo>
                  <a:lnTo>
                    <a:pt x="651415" y="490584"/>
                  </a:lnTo>
                  <a:lnTo>
                    <a:pt x="633430" y="477676"/>
                  </a:lnTo>
                  <a:close/>
                  <a:moveTo>
                    <a:pt x="353275" y="184931"/>
                  </a:moveTo>
                  <a:lnTo>
                    <a:pt x="374612" y="203121"/>
                  </a:lnTo>
                  <a:lnTo>
                    <a:pt x="364018" y="196182"/>
                  </a:lnTo>
                  <a:close/>
                  <a:moveTo>
                    <a:pt x="387509" y="139440"/>
                  </a:moveTo>
                  <a:lnTo>
                    <a:pt x="389335" y="142243"/>
                  </a:lnTo>
                  <a:lnTo>
                    <a:pt x="397137" y="94922"/>
                  </a:lnTo>
                  <a:close/>
                  <a:moveTo>
                    <a:pt x="694716" y="365445"/>
                  </a:moveTo>
                  <a:lnTo>
                    <a:pt x="690483" y="382345"/>
                  </a:lnTo>
                  <a:lnTo>
                    <a:pt x="664880" y="348511"/>
                  </a:lnTo>
                  <a:close/>
                  <a:moveTo>
                    <a:pt x="679989" y="198430"/>
                  </a:moveTo>
                  <a:lnTo>
                    <a:pt x="682222" y="220933"/>
                  </a:lnTo>
                  <a:lnTo>
                    <a:pt x="686733" y="200958"/>
                  </a:lnTo>
                  <a:close/>
                  <a:moveTo>
                    <a:pt x="679989" y="198430"/>
                  </a:moveTo>
                  <a:lnTo>
                    <a:pt x="686733" y="200958"/>
                  </a:lnTo>
                  <a:lnTo>
                    <a:pt x="692373" y="162679"/>
                  </a:lnTo>
                  <a:close/>
                  <a:moveTo>
                    <a:pt x="574884" y="0"/>
                  </a:moveTo>
                  <a:lnTo>
                    <a:pt x="537015" y="9665"/>
                  </a:lnTo>
                  <a:lnTo>
                    <a:pt x="570019" y="50578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6" name="Input_density__105">
              <a:extLst>
                <a:ext uri="{FF2B5EF4-FFF2-40B4-BE49-F238E27FC236}">
                  <a16:creationId xmlns:a16="http://schemas.microsoft.com/office/drawing/2014/main" id="{2C5AAF39-72E9-00F9-21E9-690ADFAAB6E6}"/>
                </a:ext>
              </a:extLst>
            </p:cNvPr>
            <p:cNvSpPr>
              <a:spLocks noGrp="1"/>
            </p:cNvSpPr>
            <p:nvPr/>
          </p:nvSpPr>
          <p:spPr>
            <a:xfrm>
              <a:off x="1103488" y="1709301"/>
              <a:ext cx="631979" cy="1126273"/>
            </a:xfrm>
            <a:custGeom>
              <a:avLst/>
              <a:gdLst/>
              <a:ahLst/>
              <a:cxnLst/>
              <a:rect l="0" t="0" r="0" b="0"/>
              <a:pathLst>
                <a:path w="631979" h="1126273">
                  <a:moveTo>
                    <a:pt x="157909" y="823231"/>
                  </a:moveTo>
                  <a:lnTo>
                    <a:pt x="155530" y="826911"/>
                  </a:lnTo>
                  <a:lnTo>
                    <a:pt x="159959" y="822870"/>
                  </a:lnTo>
                  <a:close/>
                  <a:moveTo>
                    <a:pt x="491300" y="1101531"/>
                  </a:moveTo>
                  <a:lnTo>
                    <a:pt x="477516" y="1100088"/>
                  </a:lnTo>
                  <a:lnTo>
                    <a:pt x="460965" y="1104614"/>
                  </a:lnTo>
                  <a:close/>
                  <a:moveTo>
                    <a:pt x="157909" y="823231"/>
                  </a:moveTo>
                  <a:lnTo>
                    <a:pt x="160964" y="822493"/>
                  </a:lnTo>
                  <a:lnTo>
                    <a:pt x="183309" y="813963"/>
                  </a:lnTo>
                  <a:close/>
                  <a:moveTo>
                    <a:pt x="160964" y="822493"/>
                  </a:moveTo>
                  <a:lnTo>
                    <a:pt x="157909" y="823231"/>
                  </a:lnTo>
                  <a:lnTo>
                    <a:pt x="159959" y="822870"/>
                  </a:lnTo>
                  <a:close/>
                  <a:moveTo>
                    <a:pt x="197587" y="806048"/>
                  </a:moveTo>
                  <a:lnTo>
                    <a:pt x="160964" y="822493"/>
                  </a:lnTo>
                  <a:lnTo>
                    <a:pt x="212653" y="799100"/>
                  </a:lnTo>
                  <a:close/>
                  <a:moveTo>
                    <a:pt x="212653" y="799100"/>
                  </a:moveTo>
                  <a:lnTo>
                    <a:pt x="160964" y="822493"/>
                  </a:lnTo>
                  <a:lnTo>
                    <a:pt x="159959" y="822870"/>
                  </a:lnTo>
                  <a:close/>
                  <a:moveTo>
                    <a:pt x="212653" y="799100"/>
                  </a:moveTo>
                  <a:lnTo>
                    <a:pt x="159959" y="822870"/>
                  </a:lnTo>
                  <a:lnTo>
                    <a:pt x="191991" y="818056"/>
                  </a:lnTo>
                  <a:close/>
                  <a:moveTo>
                    <a:pt x="34949" y="664688"/>
                  </a:moveTo>
                  <a:lnTo>
                    <a:pt x="24798" y="691251"/>
                  </a:lnTo>
                  <a:lnTo>
                    <a:pt x="38224" y="676212"/>
                  </a:lnTo>
                  <a:close/>
                  <a:moveTo>
                    <a:pt x="0" y="602701"/>
                  </a:moveTo>
                  <a:lnTo>
                    <a:pt x="9047" y="551505"/>
                  </a:lnTo>
                  <a:lnTo>
                    <a:pt x="7605" y="548763"/>
                  </a:lnTo>
                  <a:close/>
                  <a:moveTo>
                    <a:pt x="7605" y="548763"/>
                  </a:moveTo>
                  <a:lnTo>
                    <a:pt x="9047" y="551505"/>
                  </a:lnTo>
                  <a:lnTo>
                    <a:pt x="11832" y="546568"/>
                  </a:lnTo>
                  <a:close/>
                  <a:moveTo>
                    <a:pt x="197587" y="806048"/>
                  </a:moveTo>
                  <a:lnTo>
                    <a:pt x="183309" y="813963"/>
                  </a:lnTo>
                  <a:lnTo>
                    <a:pt x="160964" y="822493"/>
                  </a:lnTo>
                  <a:close/>
                  <a:moveTo>
                    <a:pt x="515906" y="1126273"/>
                  </a:moveTo>
                  <a:lnTo>
                    <a:pt x="477516" y="1100088"/>
                  </a:lnTo>
                  <a:lnTo>
                    <a:pt x="495371" y="1098221"/>
                  </a:lnTo>
                  <a:close/>
                  <a:moveTo>
                    <a:pt x="197587" y="806048"/>
                  </a:moveTo>
                  <a:lnTo>
                    <a:pt x="212653" y="799100"/>
                  </a:lnTo>
                  <a:lnTo>
                    <a:pt x="193385" y="796135"/>
                  </a:lnTo>
                  <a:close/>
                  <a:moveTo>
                    <a:pt x="45508" y="355484"/>
                  </a:moveTo>
                  <a:lnTo>
                    <a:pt x="34129" y="367376"/>
                  </a:lnTo>
                  <a:lnTo>
                    <a:pt x="6976" y="374200"/>
                  </a:lnTo>
                  <a:close/>
                  <a:moveTo>
                    <a:pt x="365053" y="706544"/>
                  </a:moveTo>
                  <a:lnTo>
                    <a:pt x="306387" y="707984"/>
                  </a:lnTo>
                  <a:lnTo>
                    <a:pt x="342742" y="719334"/>
                  </a:lnTo>
                  <a:close/>
                  <a:moveTo>
                    <a:pt x="596549" y="1011783"/>
                  </a:moveTo>
                  <a:lnTo>
                    <a:pt x="611458" y="1004929"/>
                  </a:lnTo>
                  <a:lnTo>
                    <a:pt x="631979" y="985446"/>
                  </a:lnTo>
                  <a:close/>
                  <a:moveTo>
                    <a:pt x="493592" y="774070"/>
                  </a:moveTo>
                  <a:lnTo>
                    <a:pt x="468031" y="780129"/>
                  </a:lnTo>
                  <a:lnTo>
                    <a:pt x="508013" y="771110"/>
                  </a:lnTo>
                  <a:close/>
                  <a:moveTo>
                    <a:pt x="384871" y="684432"/>
                  </a:moveTo>
                  <a:lnTo>
                    <a:pt x="365053" y="706544"/>
                  </a:lnTo>
                  <a:lnTo>
                    <a:pt x="417423" y="681562"/>
                  </a:lnTo>
                  <a:close/>
                  <a:moveTo>
                    <a:pt x="526502" y="759682"/>
                  </a:moveTo>
                  <a:lnTo>
                    <a:pt x="493592" y="774070"/>
                  </a:lnTo>
                  <a:lnTo>
                    <a:pt x="508013" y="771110"/>
                  </a:lnTo>
                  <a:close/>
                  <a:moveTo>
                    <a:pt x="307080" y="516486"/>
                  </a:moveTo>
                  <a:lnTo>
                    <a:pt x="312147" y="467619"/>
                  </a:lnTo>
                  <a:lnTo>
                    <a:pt x="302193" y="499601"/>
                  </a:lnTo>
                  <a:close/>
                  <a:moveTo>
                    <a:pt x="169795" y="114868"/>
                  </a:moveTo>
                  <a:lnTo>
                    <a:pt x="177130" y="97685"/>
                  </a:lnTo>
                  <a:lnTo>
                    <a:pt x="172893" y="101562"/>
                  </a:lnTo>
                  <a:close/>
                  <a:moveTo>
                    <a:pt x="202798" y="60930"/>
                  </a:moveTo>
                  <a:lnTo>
                    <a:pt x="222516" y="43746"/>
                  </a:lnTo>
                  <a:lnTo>
                    <a:pt x="217728" y="48407"/>
                  </a:lnTo>
                  <a:close/>
                  <a:moveTo>
                    <a:pt x="427582" y="238505"/>
                  </a:moveTo>
                  <a:lnTo>
                    <a:pt x="406194" y="254746"/>
                  </a:lnTo>
                  <a:lnTo>
                    <a:pt x="460099" y="235504"/>
                  </a:lnTo>
                  <a:close/>
                  <a:moveTo>
                    <a:pt x="233870" y="12553"/>
                  </a:moveTo>
                  <a:lnTo>
                    <a:pt x="220399" y="40561"/>
                  </a:lnTo>
                  <a:lnTo>
                    <a:pt x="263832" y="0"/>
                  </a:lnTo>
                  <a:close/>
                  <a:moveTo>
                    <a:pt x="472508" y="194778"/>
                  </a:moveTo>
                  <a:lnTo>
                    <a:pt x="460099" y="235504"/>
                  </a:lnTo>
                  <a:lnTo>
                    <a:pt x="475251" y="210338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07" name="Input_density__106">
              <a:extLst>
                <a:ext uri="{FF2B5EF4-FFF2-40B4-BE49-F238E27FC236}">
                  <a16:creationId xmlns:a16="http://schemas.microsoft.com/office/drawing/2014/main" id="{F22F9B9F-496E-42A1-9FCE-EA1F47DDDCDD}"/>
                </a:ext>
              </a:extLst>
            </p:cNvPr>
            <p:cNvSpPr>
              <a:spLocks noGrp="1"/>
            </p:cNvSpPr>
            <p:nvPr/>
          </p:nvSpPr>
          <p:spPr>
            <a:xfrm>
              <a:off x="882302" y="1497668"/>
              <a:ext cx="1006879" cy="1649984"/>
            </a:xfrm>
            <a:custGeom>
              <a:avLst/>
              <a:gdLst/>
              <a:ahLst/>
              <a:cxnLst/>
              <a:rect l="0" t="0" r="0" b="0"/>
              <a:pathLst>
                <a:path w="1006879" h="1649984">
                  <a:moveTo>
                    <a:pt x="149145" y="1613391"/>
                  </a:moveTo>
                  <a:lnTo>
                    <a:pt x="143845" y="1636032"/>
                  </a:lnTo>
                  <a:lnTo>
                    <a:pt x="167598" y="1628630"/>
                  </a:lnTo>
                  <a:close/>
                  <a:moveTo>
                    <a:pt x="215805" y="1632963"/>
                  </a:moveTo>
                  <a:lnTo>
                    <a:pt x="213006" y="1644997"/>
                  </a:lnTo>
                  <a:lnTo>
                    <a:pt x="230046" y="1641327"/>
                  </a:lnTo>
                  <a:close/>
                  <a:moveTo>
                    <a:pt x="276690" y="1620311"/>
                  </a:moveTo>
                  <a:lnTo>
                    <a:pt x="230046" y="1641327"/>
                  </a:lnTo>
                  <a:lnTo>
                    <a:pt x="265405" y="1648955"/>
                  </a:lnTo>
                  <a:close/>
                  <a:moveTo>
                    <a:pt x="306028" y="1623549"/>
                  </a:moveTo>
                  <a:lnTo>
                    <a:pt x="265405" y="1648955"/>
                  </a:lnTo>
                  <a:lnTo>
                    <a:pt x="299000" y="1649984"/>
                  </a:lnTo>
                  <a:close/>
                  <a:moveTo>
                    <a:pt x="306028" y="1623549"/>
                  </a:moveTo>
                  <a:lnTo>
                    <a:pt x="276690" y="1620311"/>
                  </a:lnTo>
                  <a:lnTo>
                    <a:pt x="265405" y="1648955"/>
                  </a:lnTo>
                  <a:close/>
                  <a:moveTo>
                    <a:pt x="276690" y="1620311"/>
                  </a:moveTo>
                  <a:lnTo>
                    <a:pt x="306028" y="1623549"/>
                  </a:lnTo>
                  <a:lnTo>
                    <a:pt x="288597" y="1592972"/>
                  </a:lnTo>
                  <a:close/>
                  <a:moveTo>
                    <a:pt x="276690" y="1620311"/>
                  </a:moveTo>
                  <a:lnTo>
                    <a:pt x="288597" y="1592972"/>
                  </a:lnTo>
                  <a:lnTo>
                    <a:pt x="262115" y="1587413"/>
                  </a:lnTo>
                  <a:close/>
                  <a:moveTo>
                    <a:pt x="228361" y="1510452"/>
                  </a:moveTo>
                  <a:lnTo>
                    <a:pt x="222971" y="1505515"/>
                  </a:lnTo>
                  <a:lnTo>
                    <a:pt x="218147" y="1500631"/>
                  </a:lnTo>
                  <a:close/>
                  <a:moveTo>
                    <a:pt x="249655" y="1488331"/>
                  </a:moveTo>
                  <a:lnTo>
                    <a:pt x="222971" y="1505515"/>
                  </a:lnTo>
                  <a:lnTo>
                    <a:pt x="257616" y="1523624"/>
                  </a:lnTo>
                  <a:close/>
                  <a:moveTo>
                    <a:pt x="18803" y="1012905"/>
                  </a:moveTo>
                  <a:lnTo>
                    <a:pt x="668" y="993403"/>
                  </a:lnTo>
                  <a:lnTo>
                    <a:pt x="27524" y="1016231"/>
                  </a:lnTo>
                  <a:close/>
                  <a:moveTo>
                    <a:pt x="608" y="993333"/>
                  </a:moveTo>
                  <a:lnTo>
                    <a:pt x="668" y="993403"/>
                  </a:lnTo>
                  <a:lnTo>
                    <a:pt x="18803" y="1012905"/>
                  </a:lnTo>
                  <a:close/>
                  <a:moveTo>
                    <a:pt x="3195" y="976150"/>
                  </a:moveTo>
                  <a:lnTo>
                    <a:pt x="608" y="993333"/>
                  </a:lnTo>
                  <a:lnTo>
                    <a:pt x="18803" y="1012905"/>
                  </a:lnTo>
                  <a:close/>
                  <a:moveTo>
                    <a:pt x="320084" y="1298892"/>
                  </a:moveTo>
                  <a:lnTo>
                    <a:pt x="333988" y="1332335"/>
                  </a:lnTo>
                  <a:lnTo>
                    <a:pt x="344312" y="1306282"/>
                  </a:lnTo>
                  <a:close/>
                  <a:moveTo>
                    <a:pt x="320084" y="1298892"/>
                  </a:moveTo>
                  <a:lnTo>
                    <a:pt x="344312" y="1306282"/>
                  </a:lnTo>
                  <a:lnTo>
                    <a:pt x="353690" y="1253911"/>
                  </a:lnTo>
                  <a:close/>
                  <a:moveTo>
                    <a:pt x="5293" y="900063"/>
                  </a:moveTo>
                  <a:lnTo>
                    <a:pt x="54097" y="885456"/>
                  </a:lnTo>
                  <a:lnTo>
                    <a:pt x="7112" y="921290"/>
                  </a:lnTo>
                  <a:close/>
                  <a:moveTo>
                    <a:pt x="56337" y="884548"/>
                  </a:moveTo>
                  <a:lnTo>
                    <a:pt x="5293" y="900063"/>
                  </a:lnTo>
                  <a:lnTo>
                    <a:pt x="0" y="894698"/>
                  </a:lnTo>
                  <a:close/>
                  <a:moveTo>
                    <a:pt x="87905" y="949484"/>
                  </a:moveTo>
                  <a:lnTo>
                    <a:pt x="82956" y="984071"/>
                  </a:lnTo>
                  <a:lnTo>
                    <a:pt x="100462" y="958966"/>
                  </a:lnTo>
                  <a:close/>
                  <a:moveTo>
                    <a:pt x="318093" y="1076775"/>
                  </a:moveTo>
                  <a:lnTo>
                    <a:pt x="332361" y="1125558"/>
                  </a:lnTo>
                  <a:lnTo>
                    <a:pt x="359926" y="1079745"/>
                  </a:lnTo>
                  <a:close/>
                  <a:moveTo>
                    <a:pt x="164468" y="941783"/>
                  </a:moveTo>
                  <a:lnTo>
                    <a:pt x="174503" y="978538"/>
                  </a:lnTo>
                  <a:lnTo>
                    <a:pt x="222830" y="940892"/>
                  </a:lnTo>
                  <a:close/>
                  <a:moveTo>
                    <a:pt x="164349" y="941513"/>
                  </a:moveTo>
                  <a:lnTo>
                    <a:pt x="164468" y="941783"/>
                  </a:lnTo>
                  <a:lnTo>
                    <a:pt x="222830" y="940892"/>
                  </a:lnTo>
                  <a:close/>
                  <a:moveTo>
                    <a:pt x="173987" y="978424"/>
                  </a:moveTo>
                  <a:lnTo>
                    <a:pt x="164349" y="941513"/>
                  </a:lnTo>
                  <a:lnTo>
                    <a:pt x="222830" y="940892"/>
                  </a:lnTo>
                  <a:close/>
                  <a:moveTo>
                    <a:pt x="142923" y="887845"/>
                  </a:moveTo>
                  <a:lnTo>
                    <a:pt x="124598" y="857246"/>
                  </a:lnTo>
                  <a:lnTo>
                    <a:pt x="140771" y="868273"/>
                  </a:lnTo>
                  <a:close/>
                  <a:moveTo>
                    <a:pt x="140548" y="854038"/>
                  </a:moveTo>
                  <a:lnTo>
                    <a:pt x="140771" y="868273"/>
                  </a:lnTo>
                  <a:lnTo>
                    <a:pt x="124598" y="857246"/>
                  </a:lnTo>
                  <a:close/>
                  <a:moveTo>
                    <a:pt x="344987" y="1071620"/>
                  </a:moveTo>
                  <a:lnTo>
                    <a:pt x="359926" y="1079745"/>
                  </a:lnTo>
                  <a:lnTo>
                    <a:pt x="362899" y="1067436"/>
                  </a:lnTo>
                  <a:close/>
                  <a:moveTo>
                    <a:pt x="344987" y="1071620"/>
                  </a:moveTo>
                  <a:lnTo>
                    <a:pt x="362899" y="1067436"/>
                  </a:lnTo>
                  <a:lnTo>
                    <a:pt x="351555" y="1017681"/>
                  </a:lnTo>
                  <a:close/>
                  <a:moveTo>
                    <a:pt x="342603" y="1034864"/>
                  </a:moveTo>
                  <a:lnTo>
                    <a:pt x="344987" y="1071620"/>
                  </a:lnTo>
                  <a:lnTo>
                    <a:pt x="351555" y="1017681"/>
                  </a:lnTo>
                  <a:close/>
                  <a:moveTo>
                    <a:pt x="362899" y="1067436"/>
                  </a:moveTo>
                  <a:lnTo>
                    <a:pt x="359926" y="1079745"/>
                  </a:lnTo>
                  <a:lnTo>
                    <a:pt x="367950" y="1071620"/>
                  </a:lnTo>
                  <a:close/>
                  <a:moveTo>
                    <a:pt x="221793" y="877153"/>
                  </a:moveTo>
                  <a:lnTo>
                    <a:pt x="256135" y="876322"/>
                  </a:lnTo>
                  <a:lnTo>
                    <a:pt x="215751" y="837318"/>
                  </a:lnTo>
                  <a:close/>
                  <a:moveTo>
                    <a:pt x="178751" y="840310"/>
                  </a:moveTo>
                  <a:lnTo>
                    <a:pt x="217278" y="870661"/>
                  </a:lnTo>
                  <a:lnTo>
                    <a:pt x="221793" y="877153"/>
                  </a:lnTo>
                  <a:close/>
                  <a:moveTo>
                    <a:pt x="178751" y="840310"/>
                  </a:moveTo>
                  <a:lnTo>
                    <a:pt x="169999" y="802678"/>
                  </a:lnTo>
                  <a:lnTo>
                    <a:pt x="169709" y="833906"/>
                  </a:lnTo>
                  <a:close/>
                  <a:moveTo>
                    <a:pt x="219428" y="851090"/>
                  </a:moveTo>
                  <a:lnTo>
                    <a:pt x="210866" y="799952"/>
                  </a:lnTo>
                  <a:lnTo>
                    <a:pt x="215751" y="837318"/>
                  </a:lnTo>
                  <a:close/>
                  <a:moveTo>
                    <a:pt x="210708" y="797151"/>
                  </a:moveTo>
                  <a:lnTo>
                    <a:pt x="210866" y="799952"/>
                  </a:lnTo>
                  <a:lnTo>
                    <a:pt x="219428" y="851090"/>
                  </a:lnTo>
                  <a:close/>
                  <a:moveTo>
                    <a:pt x="169999" y="802678"/>
                  </a:moveTo>
                  <a:lnTo>
                    <a:pt x="209396" y="797151"/>
                  </a:lnTo>
                  <a:lnTo>
                    <a:pt x="172971" y="782846"/>
                  </a:lnTo>
                  <a:close/>
                  <a:moveTo>
                    <a:pt x="602794" y="1268696"/>
                  </a:moveTo>
                  <a:lnTo>
                    <a:pt x="596450" y="1257783"/>
                  </a:lnTo>
                  <a:lnTo>
                    <a:pt x="590436" y="1250861"/>
                  </a:lnTo>
                  <a:close/>
                  <a:moveTo>
                    <a:pt x="520913" y="1154480"/>
                  </a:moveTo>
                  <a:lnTo>
                    <a:pt x="542127" y="1166448"/>
                  </a:lnTo>
                  <a:lnTo>
                    <a:pt x="549503" y="1184273"/>
                  </a:lnTo>
                  <a:close/>
                  <a:moveTo>
                    <a:pt x="285506" y="853478"/>
                  </a:moveTo>
                  <a:lnTo>
                    <a:pt x="296732" y="870406"/>
                  </a:lnTo>
                  <a:lnTo>
                    <a:pt x="326602" y="887310"/>
                  </a:lnTo>
                  <a:close/>
                  <a:moveTo>
                    <a:pt x="776318" y="1368048"/>
                  </a:moveTo>
                  <a:lnTo>
                    <a:pt x="803552" y="1355711"/>
                  </a:lnTo>
                  <a:lnTo>
                    <a:pt x="805277" y="1335024"/>
                  </a:lnTo>
                  <a:close/>
                  <a:moveTo>
                    <a:pt x="410076" y="921929"/>
                  </a:moveTo>
                  <a:lnTo>
                    <a:pt x="441371" y="963743"/>
                  </a:lnTo>
                  <a:lnTo>
                    <a:pt x="414218" y="926988"/>
                  </a:lnTo>
                  <a:close/>
                  <a:moveTo>
                    <a:pt x="386547" y="913969"/>
                  </a:moveTo>
                  <a:lnTo>
                    <a:pt x="431264" y="949450"/>
                  </a:lnTo>
                  <a:lnTo>
                    <a:pt x="410076" y="921929"/>
                  </a:lnTo>
                  <a:close/>
                  <a:moveTo>
                    <a:pt x="732469" y="1225083"/>
                  </a:moveTo>
                  <a:lnTo>
                    <a:pt x="770706" y="1265832"/>
                  </a:lnTo>
                  <a:lnTo>
                    <a:pt x="743388" y="1240600"/>
                  </a:lnTo>
                  <a:close/>
                  <a:moveTo>
                    <a:pt x="409309" y="788311"/>
                  </a:moveTo>
                  <a:lnTo>
                    <a:pt x="442194" y="833412"/>
                  </a:lnTo>
                  <a:lnTo>
                    <a:pt x="449075" y="819111"/>
                  </a:lnTo>
                  <a:close/>
                  <a:moveTo>
                    <a:pt x="111376" y="468745"/>
                  </a:moveTo>
                  <a:lnTo>
                    <a:pt x="132196" y="451561"/>
                  </a:lnTo>
                  <a:lnTo>
                    <a:pt x="97489" y="431990"/>
                  </a:lnTo>
                  <a:close/>
                  <a:moveTo>
                    <a:pt x="521132" y="929376"/>
                  </a:moveTo>
                  <a:lnTo>
                    <a:pt x="521520" y="930251"/>
                  </a:lnTo>
                  <a:lnTo>
                    <a:pt x="523581" y="933060"/>
                  </a:lnTo>
                  <a:close/>
                  <a:moveTo>
                    <a:pt x="449075" y="819111"/>
                  </a:moveTo>
                  <a:lnTo>
                    <a:pt x="442194" y="833412"/>
                  </a:lnTo>
                  <a:lnTo>
                    <a:pt x="462876" y="830668"/>
                  </a:lnTo>
                  <a:close/>
                  <a:moveTo>
                    <a:pt x="829071" y="1231571"/>
                  </a:moveTo>
                  <a:lnTo>
                    <a:pt x="809890" y="1206233"/>
                  </a:lnTo>
                  <a:lnTo>
                    <a:pt x="770467" y="1233243"/>
                  </a:lnTo>
                  <a:close/>
                  <a:moveTo>
                    <a:pt x="809890" y="1206233"/>
                  </a:moveTo>
                  <a:lnTo>
                    <a:pt x="774764" y="1173039"/>
                  </a:lnTo>
                  <a:lnTo>
                    <a:pt x="769496" y="1186661"/>
                  </a:lnTo>
                  <a:close/>
                  <a:moveTo>
                    <a:pt x="753225" y="1168778"/>
                  </a:moveTo>
                  <a:lnTo>
                    <a:pt x="769496" y="1186661"/>
                  </a:lnTo>
                  <a:lnTo>
                    <a:pt x="774764" y="1173039"/>
                  </a:lnTo>
                  <a:close/>
                  <a:moveTo>
                    <a:pt x="232661" y="555088"/>
                  </a:moveTo>
                  <a:lnTo>
                    <a:pt x="263770" y="556885"/>
                  </a:lnTo>
                  <a:lnTo>
                    <a:pt x="252008" y="521700"/>
                  </a:lnTo>
                  <a:close/>
                  <a:moveTo>
                    <a:pt x="254789" y="474692"/>
                  </a:moveTo>
                  <a:lnTo>
                    <a:pt x="227644" y="477853"/>
                  </a:lnTo>
                  <a:lnTo>
                    <a:pt x="224519" y="516959"/>
                  </a:lnTo>
                  <a:close/>
                  <a:moveTo>
                    <a:pt x="254789" y="474692"/>
                  </a:moveTo>
                  <a:lnTo>
                    <a:pt x="224519" y="516959"/>
                  </a:lnTo>
                  <a:lnTo>
                    <a:pt x="252008" y="521700"/>
                  </a:lnTo>
                  <a:close/>
                  <a:moveTo>
                    <a:pt x="114361" y="328605"/>
                  </a:moveTo>
                  <a:lnTo>
                    <a:pt x="76093" y="287880"/>
                  </a:lnTo>
                  <a:lnTo>
                    <a:pt x="80831" y="328776"/>
                  </a:lnTo>
                  <a:close/>
                  <a:moveTo>
                    <a:pt x="114361" y="328605"/>
                  </a:moveTo>
                  <a:lnTo>
                    <a:pt x="146113" y="329879"/>
                  </a:lnTo>
                  <a:lnTo>
                    <a:pt x="113821" y="301438"/>
                  </a:lnTo>
                  <a:close/>
                  <a:moveTo>
                    <a:pt x="146113" y="329879"/>
                  </a:moveTo>
                  <a:lnTo>
                    <a:pt x="150648" y="314552"/>
                  </a:lnTo>
                  <a:lnTo>
                    <a:pt x="113821" y="301438"/>
                  </a:lnTo>
                  <a:close/>
                  <a:moveTo>
                    <a:pt x="980427" y="1262559"/>
                  </a:moveTo>
                  <a:lnTo>
                    <a:pt x="959867" y="1250657"/>
                  </a:lnTo>
                  <a:lnTo>
                    <a:pt x="933419" y="1247978"/>
                  </a:lnTo>
                  <a:close/>
                  <a:moveTo>
                    <a:pt x="241002" y="431587"/>
                  </a:moveTo>
                  <a:lnTo>
                    <a:pt x="239350" y="471133"/>
                  </a:lnTo>
                  <a:lnTo>
                    <a:pt x="257013" y="463080"/>
                  </a:lnTo>
                  <a:close/>
                  <a:moveTo>
                    <a:pt x="164914" y="324113"/>
                  </a:moveTo>
                  <a:lnTo>
                    <a:pt x="198725" y="306930"/>
                  </a:lnTo>
                  <a:lnTo>
                    <a:pt x="150648" y="314552"/>
                  </a:lnTo>
                  <a:close/>
                  <a:moveTo>
                    <a:pt x="198725" y="306930"/>
                  </a:moveTo>
                  <a:lnTo>
                    <a:pt x="169279" y="288000"/>
                  </a:lnTo>
                  <a:lnTo>
                    <a:pt x="150648" y="314552"/>
                  </a:lnTo>
                  <a:close/>
                  <a:moveTo>
                    <a:pt x="998736" y="1215889"/>
                  </a:moveTo>
                  <a:lnTo>
                    <a:pt x="980427" y="1262559"/>
                  </a:lnTo>
                  <a:lnTo>
                    <a:pt x="1006879" y="1254016"/>
                  </a:lnTo>
                  <a:close/>
                  <a:moveTo>
                    <a:pt x="869801" y="1149951"/>
                  </a:moveTo>
                  <a:lnTo>
                    <a:pt x="866875" y="1135111"/>
                  </a:lnTo>
                  <a:lnTo>
                    <a:pt x="857849" y="1118381"/>
                  </a:lnTo>
                  <a:close/>
                  <a:moveTo>
                    <a:pt x="836580" y="1149872"/>
                  </a:moveTo>
                  <a:lnTo>
                    <a:pt x="846040" y="1152294"/>
                  </a:lnTo>
                  <a:lnTo>
                    <a:pt x="857849" y="1118381"/>
                  </a:lnTo>
                  <a:close/>
                  <a:moveTo>
                    <a:pt x="795333" y="1004416"/>
                  </a:moveTo>
                  <a:lnTo>
                    <a:pt x="820357" y="1028819"/>
                  </a:lnTo>
                  <a:lnTo>
                    <a:pt x="771602" y="996621"/>
                  </a:lnTo>
                  <a:close/>
                  <a:moveTo>
                    <a:pt x="792447" y="998430"/>
                  </a:moveTo>
                  <a:lnTo>
                    <a:pt x="795333" y="1004416"/>
                  </a:lnTo>
                  <a:lnTo>
                    <a:pt x="773792" y="951336"/>
                  </a:lnTo>
                  <a:close/>
                  <a:moveTo>
                    <a:pt x="773792" y="951336"/>
                  </a:moveTo>
                  <a:lnTo>
                    <a:pt x="799085" y="927040"/>
                  </a:lnTo>
                  <a:lnTo>
                    <a:pt x="758834" y="962254"/>
                  </a:lnTo>
                  <a:close/>
                  <a:moveTo>
                    <a:pt x="760844" y="915873"/>
                  </a:moveTo>
                  <a:lnTo>
                    <a:pt x="760823" y="914581"/>
                  </a:lnTo>
                  <a:lnTo>
                    <a:pt x="770832" y="951336"/>
                  </a:lnTo>
                  <a:close/>
                  <a:moveTo>
                    <a:pt x="760823" y="914581"/>
                  </a:moveTo>
                  <a:lnTo>
                    <a:pt x="760844" y="915873"/>
                  </a:lnTo>
                  <a:lnTo>
                    <a:pt x="699840" y="893632"/>
                  </a:lnTo>
                  <a:close/>
                  <a:moveTo>
                    <a:pt x="198725" y="306930"/>
                  </a:moveTo>
                  <a:lnTo>
                    <a:pt x="215346" y="289746"/>
                  </a:lnTo>
                  <a:lnTo>
                    <a:pt x="169279" y="288000"/>
                  </a:lnTo>
                  <a:close/>
                  <a:moveTo>
                    <a:pt x="249405" y="338428"/>
                  </a:moveTo>
                  <a:lnTo>
                    <a:pt x="232978" y="305380"/>
                  </a:lnTo>
                  <a:lnTo>
                    <a:pt x="208969" y="311820"/>
                  </a:lnTo>
                  <a:close/>
                  <a:moveTo>
                    <a:pt x="732238" y="823888"/>
                  </a:moveTo>
                  <a:lnTo>
                    <a:pt x="719635" y="841071"/>
                  </a:lnTo>
                  <a:lnTo>
                    <a:pt x="759821" y="860643"/>
                  </a:lnTo>
                  <a:close/>
                  <a:moveTo>
                    <a:pt x="736203" y="750378"/>
                  </a:moveTo>
                  <a:lnTo>
                    <a:pt x="719193" y="781284"/>
                  </a:lnTo>
                  <a:lnTo>
                    <a:pt x="740289" y="753595"/>
                  </a:lnTo>
                  <a:close/>
                  <a:moveTo>
                    <a:pt x="319985" y="381529"/>
                  </a:moveTo>
                  <a:lnTo>
                    <a:pt x="353579" y="400011"/>
                  </a:lnTo>
                  <a:lnTo>
                    <a:pt x="339256" y="357371"/>
                  </a:lnTo>
                  <a:close/>
                  <a:moveTo>
                    <a:pt x="339256" y="357371"/>
                  </a:moveTo>
                  <a:lnTo>
                    <a:pt x="353579" y="400011"/>
                  </a:lnTo>
                  <a:lnTo>
                    <a:pt x="362256" y="352005"/>
                  </a:lnTo>
                  <a:close/>
                  <a:moveTo>
                    <a:pt x="411589" y="383734"/>
                  </a:moveTo>
                  <a:lnTo>
                    <a:pt x="383593" y="370196"/>
                  </a:lnTo>
                  <a:lnTo>
                    <a:pt x="362256" y="352005"/>
                  </a:lnTo>
                  <a:close/>
                  <a:moveTo>
                    <a:pt x="899443" y="991612"/>
                  </a:moveTo>
                  <a:lnTo>
                    <a:pt x="919297" y="1002559"/>
                  </a:lnTo>
                  <a:lnTo>
                    <a:pt x="905178" y="969291"/>
                  </a:lnTo>
                  <a:close/>
                  <a:moveTo>
                    <a:pt x="878647" y="963772"/>
                  </a:moveTo>
                  <a:lnTo>
                    <a:pt x="905178" y="969291"/>
                  </a:lnTo>
                  <a:lnTo>
                    <a:pt x="902320" y="967660"/>
                  </a:lnTo>
                  <a:close/>
                  <a:moveTo>
                    <a:pt x="719193" y="781284"/>
                  </a:moveTo>
                  <a:lnTo>
                    <a:pt x="736203" y="750378"/>
                  </a:lnTo>
                  <a:lnTo>
                    <a:pt x="721343" y="741910"/>
                  </a:lnTo>
                  <a:close/>
                  <a:moveTo>
                    <a:pt x="784308" y="611537"/>
                  </a:moveTo>
                  <a:lnTo>
                    <a:pt x="808386" y="625318"/>
                  </a:lnTo>
                  <a:lnTo>
                    <a:pt x="767449" y="597274"/>
                  </a:lnTo>
                  <a:close/>
                  <a:moveTo>
                    <a:pt x="808386" y="625318"/>
                  </a:moveTo>
                  <a:lnTo>
                    <a:pt x="817056" y="628779"/>
                  </a:lnTo>
                  <a:lnTo>
                    <a:pt x="767449" y="597274"/>
                  </a:lnTo>
                  <a:close/>
                  <a:moveTo>
                    <a:pt x="767449" y="597274"/>
                  </a:moveTo>
                  <a:lnTo>
                    <a:pt x="817056" y="628779"/>
                  </a:lnTo>
                  <a:lnTo>
                    <a:pt x="787726" y="605746"/>
                  </a:lnTo>
                  <a:close/>
                  <a:moveTo>
                    <a:pt x="827957" y="650157"/>
                  </a:moveTo>
                  <a:lnTo>
                    <a:pt x="817056" y="628779"/>
                  </a:lnTo>
                  <a:lnTo>
                    <a:pt x="808386" y="625318"/>
                  </a:lnTo>
                  <a:close/>
                  <a:moveTo>
                    <a:pt x="741364" y="591392"/>
                  </a:moveTo>
                  <a:lnTo>
                    <a:pt x="767449" y="597274"/>
                  </a:lnTo>
                  <a:lnTo>
                    <a:pt x="717003" y="566450"/>
                  </a:lnTo>
                  <a:close/>
                  <a:moveTo>
                    <a:pt x="683628" y="521748"/>
                  </a:moveTo>
                  <a:lnTo>
                    <a:pt x="717003" y="566450"/>
                  </a:lnTo>
                  <a:lnTo>
                    <a:pt x="703842" y="532236"/>
                  </a:lnTo>
                  <a:close/>
                  <a:moveTo>
                    <a:pt x="655997" y="380954"/>
                  </a:moveTo>
                  <a:lnTo>
                    <a:pt x="678706" y="404788"/>
                  </a:lnTo>
                  <a:lnTo>
                    <a:pt x="693694" y="406411"/>
                  </a:lnTo>
                  <a:close/>
                  <a:moveTo>
                    <a:pt x="615228" y="353102"/>
                  </a:moveTo>
                  <a:lnTo>
                    <a:pt x="566169" y="385216"/>
                  </a:lnTo>
                  <a:lnTo>
                    <a:pt x="616113" y="370559"/>
                  </a:lnTo>
                  <a:close/>
                  <a:moveTo>
                    <a:pt x="591900" y="331278"/>
                  </a:moveTo>
                  <a:lnTo>
                    <a:pt x="566169" y="385216"/>
                  </a:lnTo>
                  <a:lnTo>
                    <a:pt x="615228" y="353102"/>
                  </a:lnTo>
                  <a:close/>
                  <a:moveTo>
                    <a:pt x="563753" y="341292"/>
                  </a:moveTo>
                  <a:lnTo>
                    <a:pt x="591900" y="331278"/>
                  </a:lnTo>
                  <a:lnTo>
                    <a:pt x="574973" y="327173"/>
                  </a:lnTo>
                  <a:close/>
                  <a:moveTo>
                    <a:pt x="563116" y="331278"/>
                  </a:moveTo>
                  <a:lnTo>
                    <a:pt x="563753" y="341292"/>
                  </a:lnTo>
                  <a:lnTo>
                    <a:pt x="574973" y="327173"/>
                  </a:lnTo>
                  <a:close/>
                  <a:moveTo>
                    <a:pt x="620205" y="371713"/>
                  </a:moveTo>
                  <a:lnTo>
                    <a:pt x="644841" y="367614"/>
                  </a:lnTo>
                  <a:lnTo>
                    <a:pt x="655997" y="380954"/>
                  </a:lnTo>
                  <a:close/>
                  <a:moveTo>
                    <a:pt x="614745" y="282178"/>
                  </a:moveTo>
                  <a:lnTo>
                    <a:pt x="591900" y="331278"/>
                  </a:lnTo>
                  <a:lnTo>
                    <a:pt x="611700" y="329400"/>
                  </a:lnTo>
                  <a:close/>
                  <a:moveTo>
                    <a:pt x="614745" y="282178"/>
                  </a:moveTo>
                  <a:lnTo>
                    <a:pt x="642522" y="277340"/>
                  </a:lnTo>
                  <a:lnTo>
                    <a:pt x="617457" y="265229"/>
                  </a:lnTo>
                  <a:close/>
                  <a:moveTo>
                    <a:pt x="545996" y="176740"/>
                  </a:moveTo>
                  <a:lnTo>
                    <a:pt x="524105" y="130319"/>
                  </a:lnTo>
                  <a:lnTo>
                    <a:pt x="512375" y="132238"/>
                  </a:lnTo>
                  <a:close/>
                  <a:moveTo>
                    <a:pt x="512375" y="132238"/>
                  </a:moveTo>
                  <a:lnTo>
                    <a:pt x="516054" y="135253"/>
                  </a:lnTo>
                  <a:lnTo>
                    <a:pt x="545996" y="176740"/>
                  </a:lnTo>
                  <a:close/>
                  <a:moveTo>
                    <a:pt x="516054" y="135253"/>
                  </a:moveTo>
                  <a:lnTo>
                    <a:pt x="512375" y="132238"/>
                  </a:lnTo>
                  <a:lnTo>
                    <a:pt x="512146" y="130319"/>
                  </a:lnTo>
                  <a:close/>
                  <a:moveTo>
                    <a:pt x="617457" y="265229"/>
                  </a:moveTo>
                  <a:lnTo>
                    <a:pt x="671402" y="246135"/>
                  </a:lnTo>
                  <a:lnTo>
                    <a:pt x="635605" y="236874"/>
                  </a:lnTo>
                  <a:close/>
                  <a:moveTo>
                    <a:pt x="534684" y="149891"/>
                  </a:moveTo>
                  <a:lnTo>
                    <a:pt x="516054" y="135253"/>
                  </a:lnTo>
                  <a:lnTo>
                    <a:pt x="512146" y="130319"/>
                  </a:lnTo>
                  <a:close/>
                  <a:moveTo>
                    <a:pt x="686509" y="206409"/>
                  </a:moveTo>
                  <a:lnTo>
                    <a:pt x="671402" y="246135"/>
                  </a:lnTo>
                  <a:lnTo>
                    <a:pt x="710688" y="213607"/>
                  </a:lnTo>
                  <a:close/>
                  <a:moveTo>
                    <a:pt x="710688" y="213607"/>
                  </a:moveTo>
                  <a:lnTo>
                    <a:pt x="694543" y="208081"/>
                  </a:lnTo>
                  <a:lnTo>
                    <a:pt x="687014" y="206218"/>
                  </a:lnTo>
                  <a:close/>
                  <a:moveTo>
                    <a:pt x="554727" y="59062"/>
                  </a:moveTo>
                  <a:lnTo>
                    <a:pt x="564596" y="39626"/>
                  </a:lnTo>
                  <a:lnTo>
                    <a:pt x="563319" y="28415"/>
                  </a:lnTo>
                  <a:close/>
                  <a:moveTo>
                    <a:pt x="554727" y="59062"/>
                  </a:moveTo>
                  <a:lnTo>
                    <a:pt x="563319" y="28415"/>
                  </a:lnTo>
                  <a:lnTo>
                    <a:pt x="519860" y="53273"/>
                  </a:lnTo>
                  <a:close/>
                  <a:moveTo>
                    <a:pt x="519860" y="53273"/>
                  </a:moveTo>
                  <a:lnTo>
                    <a:pt x="563319" y="28415"/>
                  </a:lnTo>
                  <a:lnTo>
                    <a:pt x="532897" y="26060"/>
                  </a:lnTo>
                  <a:close/>
                  <a:moveTo>
                    <a:pt x="532897" y="26060"/>
                  </a:moveTo>
                  <a:lnTo>
                    <a:pt x="563319" y="28415"/>
                  </a:lnTo>
                  <a:lnTo>
                    <a:pt x="543230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08" name="Input_density__107">
              <a:extLst>
                <a:ext uri="{FF2B5EF4-FFF2-40B4-BE49-F238E27FC236}">
                  <a16:creationId xmlns:a16="http://schemas.microsoft.com/office/drawing/2014/main" id="{EC3D6426-4811-C071-20D2-6EE5E5F5D5A6}"/>
                </a:ext>
              </a:extLst>
            </p:cNvPr>
            <p:cNvSpPr>
              <a:spLocks noGrp="1"/>
            </p:cNvSpPr>
            <p:nvPr/>
          </p:nvSpPr>
          <p:spPr>
            <a:xfrm>
              <a:off x="882970" y="1574049"/>
              <a:ext cx="998068" cy="1584667"/>
            </a:xfrm>
            <a:custGeom>
              <a:avLst/>
              <a:gdLst/>
              <a:ahLst/>
              <a:cxnLst/>
              <a:rect l="0" t="0" r="0" b="0"/>
              <a:pathLst>
                <a:path w="998068" h="1584667">
                  <a:moveTo>
                    <a:pt x="148477" y="1537010"/>
                  </a:moveTo>
                  <a:lnTo>
                    <a:pt x="131346" y="1554194"/>
                  </a:lnTo>
                  <a:lnTo>
                    <a:pt x="143178" y="1559650"/>
                  </a:lnTo>
                  <a:close/>
                  <a:moveTo>
                    <a:pt x="242240" y="1584667"/>
                  </a:moveTo>
                  <a:lnTo>
                    <a:pt x="212339" y="1568616"/>
                  </a:lnTo>
                  <a:lnTo>
                    <a:pt x="215846" y="1573765"/>
                  </a:lnTo>
                  <a:close/>
                  <a:moveTo>
                    <a:pt x="229378" y="1564946"/>
                  </a:moveTo>
                  <a:lnTo>
                    <a:pt x="212339" y="1568616"/>
                  </a:lnTo>
                  <a:lnTo>
                    <a:pt x="242240" y="1584667"/>
                  </a:lnTo>
                  <a:close/>
                  <a:moveTo>
                    <a:pt x="264738" y="1572574"/>
                  </a:moveTo>
                  <a:lnTo>
                    <a:pt x="229378" y="1564946"/>
                  </a:lnTo>
                  <a:lnTo>
                    <a:pt x="242240" y="1584667"/>
                  </a:lnTo>
                  <a:close/>
                  <a:moveTo>
                    <a:pt x="264738" y="1572574"/>
                  </a:moveTo>
                  <a:lnTo>
                    <a:pt x="242240" y="1584667"/>
                  </a:lnTo>
                  <a:lnTo>
                    <a:pt x="298333" y="1573603"/>
                  </a:lnTo>
                  <a:close/>
                  <a:moveTo>
                    <a:pt x="203016" y="1562590"/>
                  </a:moveTo>
                  <a:lnTo>
                    <a:pt x="212339" y="1568616"/>
                  </a:lnTo>
                  <a:lnTo>
                    <a:pt x="166930" y="1552249"/>
                  </a:lnTo>
                  <a:close/>
                  <a:moveTo>
                    <a:pt x="248987" y="1411950"/>
                  </a:moveTo>
                  <a:lnTo>
                    <a:pt x="256948" y="1447243"/>
                  </a:lnTo>
                  <a:lnTo>
                    <a:pt x="279191" y="1434196"/>
                  </a:lnTo>
                  <a:close/>
                  <a:moveTo>
                    <a:pt x="312580" y="1434455"/>
                  </a:moveTo>
                  <a:lnTo>
                    <a:pt x="297592" y="1406786"/>
                  </a:lnTo>
                  <a:lnTo>
                    <a:pt x="279191" y="1434196"/>
                  </a:lnTo>
                  <a:close/>
                  <a:moveTo>
                    <a:pt x="0" y="917022"/>
                  </a:moveTo>
                  <a:lnTo>
                    <a:pt x="42831" y="952583"/>
                  </a:lnTo>
                  <a:lnTo>
                    <a:pt x="26857" y="939850"/>
                  </a:lnTo>
                  <a:close/>
                  <a:moveTo>
                    <a:pt x="67920" y="950180"/>
                  </a:moveTo>
                  <a:lnTo>
                    <a:pt x="32918" y="943889"/>
                  </a:lnTo>
                  <a:lnTo>
                    <a:pt x="26857" y="939850"/>
                  </a:lnTo>
                  <a:close/>
                  <a:moveTo>
                    <a:pt x="333320" y="1255954"/>
                  </a:moveTo>
                  <a:lnTo>
                    <a:pt x="341150" y="1267318"/>
                  </a:lnTo>
                  <a:lnTo>
                    <a:pt x="343645" y="1229901"/>
                  </a:lnTo>
                  <a:close/>
                  <a:moveTo>
                    <a:pt x="75347" y="927516"/>
                  </a:moveTo>
                  <a:lnTo>
                    <a:pt x="32918" y="943889"/>
                  </a:lnTo>
                  <a:lnTo>
                    <a:pt x="67920" y="950180"/>
                  </a:lnTo>
                  <a:close/>
                  <a:moveTo>
                    <a:pt x="75347" y="927516"/>
                  </a:moveTo>
                  <a:lnTo>
                    <a:pt x="36347" y="932134"/>
                  </a:lnTo>
                  <a:lnTo>
                    <a:pt x="32918" y="943889"/>
                  </a:lnTo>
                  <a:close/>
                  <a:moveTo>
                    <a:pt x="82288" y="907690"/>
                  </a:moveTo>
                  <a:lnTo>
                    <a:pt x="96892" y="892342"/>
                  </a:lnTo>
                  <a:lnTo>
                    <a:pt x="99794" y="882585"/>
                  </a:lnTo>
                  <a:close/>
                  <a:moveTo>
                    <a:pt x="82288" y="907690"/>
                  </a:moveTo>
                  <a:lnTo>
                    <a:pt x="91313" y="913066"/>
                  </a:lnTo>
                  <a:lnTo>
                    <a:pt x="96892" y="892342"/>
                  </a:lnTo>
                  <a:close/>
                  <a:moveTo>
                    <a:pt x="75347" y="927516"/>
                  </a:moveTo>
                  <a:lnTo>
                    <a:pt x="91313" y="913066"/>
                  </a:lnTo>
                  <a:lnTo>
                    <a:pt x="82288" y="907690"/>
                  </a:lnTo>
                  <a:close/>
                  <a:moveTo>
                    <a:pt x="81038" y="936524"/>
                  </a:moveTo>
                  <a:lnTo>
                    <a:pt x="91313" y="913066"/>
                  </a:lnTo>
                  <a:lnTo>
                    <a:pt x="75347" y="927516"/>
                  </a:lnTo>
                  <a:close/>
                  <a:moveTo>
                    <a:pt x="6444" y="844909"/>
                  </a:moveTo>
                  <a:lnTo>
                    <a:pt x="53430" y="809075"/>
                  </a:lnTo>
                  <a:lnTo>
                    <a:pt x="57082" y="813451"/>
                  </a:lnTo>
                  <a:close/>
                  <a:moveTo>
                    <a:pt x="57082" y="813451"/>
                  </a:moveTo>
                  <a:lnTo>
                    <a:pt x="53677" y="810892"/>
                  </a:lnTo>
                  <a:lnTo>
                    <a:pt x="6444" y="844909"/>
                  </a:lnTo>
                  <a:close/>
                  <a:moveTo>
                    <a:pt x="57082" y="813451"/>
                  </a:moveTo>
                  <a:lnTo>
                    <a:pt x="84724" y="845830"/>
                  </a:lnTo>
                  <a:lnTo>
                    <a:pt x="53677" y="810892"/>
                  </a:lnTo>
                  <a:close/>
                  <a:moveTo>
                    <a:pt x="53430" y="809075"/>
                  </a:moveTo>
                  <a:lnTo>
                    <a:pt x="4626" y="823682"/>
                  </a:lnTo>
                  <a:lnTo>
                    <a:pt x="55669" y="808167"/>
                  </a:lnTo>
                  <a:close/>
                  <a:moveTo>
                    <a:pt x="76269" y="837273"/>
                  </a:moveTo>
                  <a:lnTo>
                    <a:pt x="99794" y="882585"/>
                  </a:lnTo>
                  <a:lnTo>
                    <a:pt x="84724" y="845830"/>
                  </a:lnTo>
                  <a:close/>
                  <a:moveTo>
                    <a:pt x="76269" y="837273"/>
                  </a:moveTo>
                  <a:lnTo>
                    <a:pt x="87237" y="873103"/>
                  </a:lnTo>
                  <a:lnTo>
                    <a:pt x="99794" y="882585"/>
                  </a:lnTo>
                  <a:close/>
                  <a:moveTo>
                    <a:pt x="41887" y="793389"/>
                  </a:moveTo>
                  <a:lnTo>
                    <a:pt x="76269" y="837273"/>
                  </a:lnTo>
                  <a:lnTo>
                    <a:pt x="53430" y="809075"/>
                  </a:lnTo>
                  <a:close/>
                  <a:moveTo>
                    <a:pt x="41887" y="793389"/>
                  </a:moveTo>
                  <a:lnTo>
                    <a:pt x="53430" y="809075"/>
                  </a:lnTo>
                  <a:lnTo>
                    <a:pt x="42595" y="787651"/>
                  </a:lnTo>
                  <a:close/>
                  <a:moveTo>
                    <a:pt x="42595" y="787651"/>
                  </a:moveTo>
                  <a:lnTo>
                    <a:pt x="53430" y="809075"/>
                  </a:lnTo>
                  <a:lnTo>
                    <a:pt x="55669" y="808167"/>
                  </a:lnTo>
                  <a:close/>
                  <a:moveTo>
                    <a:pt x="42595" y="787651"/>
                  </a:moveTo>
                  <a:lnTo>
                    <a:pt x="55669" y="808167"/>
                  </a:lnTo>
                  <a:lnTo>
                    <a:pt x="70049" y="765724"/>
                  </a:lnTo>
                  <a:close/>
                  <a:moveTo>
                    <a:pt x="317425" y="1000394"/>
                  </a:moveTo>
                  <a:lnTo>
                    <a:pt x="295757" y="1035668"/>
                  </a:lnTo>
                  <a:lnTo>
                    <a:pt x="321336" y="1041961"/>
                  </a:lnTo>
                  <a:close/>
                  <a:moveTo>
                    <a:pt x="321336" y="1041961"/>
                  </a:moveTo>
                  <a:lnTo>
                    <a:pt x="331693" y="1049177"/>
                  </a:lnTo>
                  <a:lnTo>
                    <a:pt x="317425" y="1000394"/>
                  </a:lnTo>
                  <a:close/>
                  <a:moveTo>
                    <a:pt x="123931" y="780865"/>
                  </a:moveTo>
                  <a:lnTo>
                    <a:pt x="115836" y="774709"/>
                  </a:lnTo>
                  <a:lnTo>
                    <a:pt x="103821" y="767414"/>
                  </a:lnTo>
                  <a:close/>
                  <a:moveTo>
                    <a:pt x="350887" y="941300"/>
                  </a:moveTo>
                  <a:lnTo>
                    <a:pt x="362232" y="991055"/>
                  </a:lnTo>
                  <a:lnTo>
                    <a:pt x="370550" y="949373"/>
                  </a:lnTo>
                  <a:close/>
                  <a:moveTo>
                    <a:pt x="370550" y="949373"/>
                  </a:moveTo>
                  <a:lnTo>
                    <a:pt x="362232" y="991055"/>
                  </a:lnTo>
                  <a:lnTo>
                    <a:pt x="403828" y="949216"/>
                  </a:lnTo>
                  <a:close/>
                  <a:moveTo>
                    <a:pt x="221125" y="800772"/>
                  </a:moveTo>
                  <a:lnTo>
                    <a:pt x="221071" y="845563"/>
                  </a:lnTo>
                  <a:lnTo>
                    <a:pt x="255467" y="799941"/>
                  </a:lnTo>
                  <a:close/>
                  <a:moveTo>
                    <a:pt x="255467" y="799941"/>
                  </a:moveTo>
                  <a:lnTo>
                    <a:pt x="234725" y="786905"/>
                  </a:lnTo>
                  <a:lnTo>
                    <a:pt x="215083" y="760937"/>
                  </a:lnTo>
                  <a:close/>
                  <a:moveTo>
                    <a:pt x="589769" y="1174480"/>
                  </a:moveTo>
                  <a:lnTo>
                    <a:pt x="580836" y="1190169"/>
                  </a:lnTo>
                  <a:lnTo>
                    <a:pt x="602126" y="1192315"/>
                  </a:lnTo>
                  <a:close/>
                  <a:moveTo>
                    <a:pt x="325935" y="810929"/>
                  </a:moveTo>
                  <a:lnTo>
                    <a:pt x="296064" y="794025"/>
                  </a:lnTo>
                  <a:lnTo>
                    <a:pt x="336101" y="820572"/>
                  </a:lnTo>
                  <a:close/>
                  <a:moveTo>
                    <a:pt x="237879" y="666832"/>
                  </a:moveTo>
                  <a:lnTo>
                    <a:pt x="236418" y="681186"/>
                  </a:lnTo>
                  <a:lnTo>
                    <a:pt x="257907" y="681163"/>
                  </a:lnTo>
                  <a:close/>
                  <a:moveTo>
                    <a:pt x="748121" y="1268228"/>
                  </a:moveTo>
                  <a:lnTo>
                    <a:pt x="775651" y="1291667"/>
                  </a:lnTo>
                  <a:lnTo>
                    <a:pt x="804609" y="1258642"/>
                  </a:lnTo>
                  <a:close/>
                  <a:moveTo>
                    <a:pt x="409409" y="845548"/>
                  </a:moveTo>
                  <a:lnTo>
                    <a:pt x="430597" y="873069"/>
                  </a:lnTo>
                  <a:lnTo>
                    <a:pt x="440703" y="887362"/>
                  </a:lnTo>
                  <a:close/>
                  <a:moveTo>
                    <a:pt x="804609" y="1258642"/>
                  </a:moveTo>
                  <a:lnTo>
                    <a:pt x="804394" y="1233356"/>
                  </a:lnTo>
                  <a:lnTo>
                    <a:pt x="790192" y="1274483"/>
                  </a:lnTo>
                  <a:close/>
                  <a:moveTo>
                    <a:pt x="804394" y="1233356"/>
                  </a:moveTo>
                  <a:lnTo>
                    <a:pt x="804609" y="1258642"/>
                  </a:lnTo>
                  <a:lnTo>
                    <a:pt x="814747" y="1237728"/>
                  </a:lnTo>
                  <a:close/>
                  <a:moveTo>
                    <a:pt x="789067" y="1220545"/>
                  </a:moveTo>
                  <a:lnTo>
                    <a:pt x="804394" y="1233356"/>
                  </a:lnTo>
                  <a:lnTo>
                    <a:pt x="770038" y="1189451"/>
                  </a:lnTo>
                  <a:close/>
                  <a:moveTo>
                    <a:pt x="770038" y="1189451"/>
                  </a:moveTo>
                  <a:lnTo>
                    <a:pt x="804394" y="1233356"/>
                  </a:lnTo>
                  <a:lnTo>
                    <a:pt x="779688" y="1200973"/>
                  </a:lnTo>
                  <a:close/>
                  <a:moveTo>
                    <a:pt x="769799" y="1156862"/>
                  </a:moveTo>
                  <a:lnTo>
                    <a:pt x="759031" y="1153653"/>
                  </a:lnTo>
                  <a:lnTo>
                    <a:pt x="807660" y="1173840"/>
                  </a:lnTo>
                  <a:close/>
                  <a:moveTo>
                    <a:pt x="373212" y="723158"/>
                  </a:moveTo>
                  <a:lnTo>
                    <a:pt x="419228" y="718171"/>
                  </a:lnTo>
                  <a:lnTo>
                    <a:pt x="410602" y="742730"/>
                  </a:lnTo>
                  <a:close/>
                  <a:moveTo>
                    <a:pt x="373212" y="723158"/>
                  </a:moveTo>
                  <a:lnTo>
                    <a:pt x="410602" y="742730"/>
                  </a:lnTo>
                  <a:lnTo>
                    <a:pt x="396482" y="759914"/>
                  </a:lnTo>
                  <a:close/>
                  <a:moveTo>
                    <a:pt x="408642" y="711930"/>
                  </a:moveTo>
                  <a:lnTo>
                    <a:pt x="448407" y="742730"/>
                  </a:lnTo>
                  <a:lnTo>
                    <a:pt x="419228" y="718171"/>
                  </a:lnTo>
                  <a:close/>
                  <a:moveTo>
                    <a:pt x="807660" y="1173840"/>
                  </a:moveTo>
                  <a:lnTo>
                    <a:pt x="828404" y="1155190"/>
                  </a:lnTo>
                  <a:lnTo>
                    <a:pt x="769799" y="1156862"/>
                  </a:lnTo>
                  <a:close/>
                  <a:moveTo>
                    <a:pt x="716480" y="1071663"/>
                  </a:moveTo>
                  <a:lnTo>
                    <a:pt x="774096" y="1096658"/>
                  </a:lnTo>
                  <a:lnTo>
                    <a:pt x="765932" y="1093097"/>
                  </a:lnTo>
                  <a:close/>
                  <a:moveTo>
                    <a:pt x="752557" y="1092396"/>
                  </a:moveTo>
                  <a:lnTo>
                    <a:pt x="774096" y="1096658"/>
                  </a:lnTo>
                  <a:lnTo>
                    <a:pt x="721008" y="1073525"/>
                  </a:lnTo>
                  <a:close/>
                  <a:moveTo>
                    <a:pt x="448407" y="742730"/>
                  </a:moveTo>
                  <a:lnTo>
                    <a:pt x="462208" y="754287"/>
                  </a:lnTo>
                  <a:lnTo>
                    <a:pt x="464267" y="738543"/>
                  </a:lnTo>
                  <a:close/>
                  <a:moveTo>
                    <a:pt x="448407" y="742730"/>
                  </a:moveTo>
                  <a:lnTo>
                    <a:pt x="464267" y="738543"/>
                  </a:lnTo>
                  <a:lnTo>
                    <a:pt x="419228" y="718171"/>
                  </a:lnTo>
                  <a:close/>
                  <a:moveTo>
                    <a:pt x="493045" y="742235"/>
                  </a:moveTo>
                  <a:lnTo>
                    <a:pt x="464267" y="738543"/>
                  </a:lnTo>
                  <a:lnTo>
                    <a:pt x="462208" y="754287"/>
                  </a:lnTo>
                  <a:close/>
                  <a:moveTo>
                    <a:pt x="500929" y="691079"/>
                  </a:moveTo>
                  <a:lnTo>
                    <a:pt x="464267" y="738543"/>
                  </a:lnTo>
                  <a:lnTo>
                    <a:pt x="493045" y="742235"/>
                  </a:lnTo>
                  <a:close/>
                  <a:moveTo>
                    <a:pt x="238683" y="394752"/>
                  </a:moveTo>
                  <a:lnTo>
                    <a:pt x="226977" y="401472"/>
                  </a:lnTo>
                  <a:lnTo>
                    <a:pt x="254122" y="398310"/>
                  </a:lnTo>
                  <a:close/>
                  <a:moveTo>
                    <a:pt x="238683" y="394752"/>
                  </a:moveTo>
                  <a:lnTo>
                    <a:pt x="254122" y="398310"/>
                  </a:lnTo>
                  <a:lnTo>
                    <a:pt x="256345" y="386699"/>
                  </a:lnTo>
                  <a:close/>
                  <a:moveTo>
                    <a:pt x="113693" y="252224"/>
                  </a:moveTo>
                  <a:lnTo>
                    <a:pt x="115396" y="295586"/>
                  </a:lnTo>
                  <a:lnTo>
                    <a:pt x="145445" y="253498"/>
                  </a:lnTo>
                  <a:close/>
                  <a:moveTo>
                    <a:pt x="80163" y="252395"/>
                  </a:moveTo>
                  <a:lnTo>
                    <a:pt x="115396" y="295586"/>
                  </a:lnTo>
                  <a:lnTo>
                    <a:pt x="113693" y="252224"/>
                  </a:lnTo>
                  <a:close/>
                  <a:moveTo>
                    <a:pt x="927007" y="1149423"/>
                  </a:moveTo>
                  <a:lnTo>
                    <a:pt x="932751" y="1171597"/>
                  </a:lnTo>
                  <a:lnTo>
                    <a:pt x="959199" y="1174276"/>
                  </a:lnTo>
                  <a:close/>
                  <a:moveTo>
                    <a:pt x="852498" y="1120698"/>
                  </a:moveTo>
                  <a:lnTo>
                    <a:pt x="863989" y="1077752"/>
                  </a:lnTo>
                  <a:lnTo>
                    <a:pt x="839533" y="1129852"/>
                  </a:lnTo>
                  <a:close/>
                  <a:moveTo>
                    <a:pt x="867685" y="1081272"/>
                  </a:moveTo>
                  <a:lnTo>
                    <a:pt x="861725" y="1124341"/>
                  </a:lnTo>
                  <a:lnTo>
                    <a:pt x="839533" y="1129852"/>
                  </a:lnTo>
                  <a:close/>
                  <a:moveTo>
                    <a:pt x="861725" y="1124341"/>
                  </a:moveTo>
                  <a:lnTo>
                    <a:pt x="867685" y="1081272"/>
                  </a:lnTo>
                  <a:lnTo>
                    <a:pt x="884561" y="1129852"/>
                  </a:lnTo>
                  <a:close/>
                  <a:moveTo>
                    <a:pt x="863989" y="1077752"/>
                  </a:moveTo>
                  <a:lnTo>
                    <a:pt x="852498" y="1120698"/>
                  </a:lnTo>
                  <a:lnTo>
                    <a:pt x="884561" y="1129852"/>
                  </a:lnTo>
                  <a:close/>
                  <a:moveTo>
                    <a:pt x="697961" y="916639"/>
                  </a:moveTo>
                  <a:lnTo>
                    <a:pt x="664244" y="908054"/>
                  </a:lnTo>
                  <a:lnTo>
                    <a:pt x="668355" y="909322"/>
                  </a:lnTo>
                  <a:close/>
                  <a:moveTo>
                    <a:pt x="687649" y="906452"/>
                  </a:moveTo>
                  <a:lnTo>
                    <a:pt x="664244" y="908054"/>
                  </a:lnTo>
                  <a:lnTo>
                    <a:pt x="697961" y="916639"/>
                  </a:lnTo>
                  <a:close/>
                  <a:moveTo>
                    <a:pt x="228243" y="392261"/>
                  </a:moveTo>
                  <a:lnTo>
                    <a:pt x="226977" y="401472"/>
                  </a:lnTo>
                  <a:lnTo>
                    <a:pt x="238683" y="394752"/>
                  </a:lnTo>
                  <a:close/>
                  <a:moveTo>
                    <a:pt x="228243" y="392261"/>
                  </a:moveTo>
                  <a:lnTo>
                    <a:pt x="238683" y="394752"/>
                  </a:lnTo>
                  <a:lnTo>
                    <a:pt x="240334" y="355206"/>
                  </a:lnTo>
                  <a:close/>
                  <a:moveTo>
                    <a:pt x="240334" y="355206"/>
                  </a:moveTo>
                  <a:lnTo>
                    <a:pt x="256345" y="386699"/>
                  </a:lnTo>
                  <a:lnTo>
                    <a:pt x="273767" y="355629"/>
                  </a:lnTo>
                  <a:close/>
                  <a:moveTo>
                    <a:pt x="273767" y="355629"/>
                  </a:moveTo>
                  <a:lnTo>
                    <a:pt x="295367" y="347120"/>
                  </a:lnTo>
                  <a:lnTo>
                    <a:pt x="288706" y="340813"/>
                  </a:lnTo>
                  <a:close/>
                  <a:moveTo>
                    <a:pt x="256345" y="386699"/>
                  </a:moveTo>
                  <a:lnTo>
                    <a:pt x="290254" y="388900"/>
                  </a:lnTo>
                  <a:lnTo>
                    <a:pt x="273767" y="355629"/>
                  </a:lnTo>
                  <a:close/>
                  <a:moveTo>
                    <a:pt x="288706" y="340813"/>
                  </a:moveTo>
                  <a:lnTo>
                    <a:pt x="295367" y="347120"/>
                  </a:lnTo>
                  <a:lnTo>
                    <a:pt x="298080" y="321954"/>
                  </a:lnTo>
                  <a:close/>
                  <a:moveTo>
                    <a:pt x="198057" y="230548"/>
                  </a:moveTo>
                  <a:lnTo>
                    <a:pt x="188017" y="255807"/>
                  </a:lnTo>
                  <a:lnTo>
                    <a:pt x="208301" y="235439"/>
                  </a:lnTo>
                  <a:close/>
                  <a:moveTo>
                    <a:pt x="959199" y="1174276"/>
                  </a:moveTo>
                  <a:lnTo>
                    <a:pt x="979759" y="1186178"/>
                  </a:lnTo>
                  <a:lnTo>
                    <a:pt x="980078" y="1156132"/>
                  </a:lnTo>
                  <a:close/>
                  <a:moveTo>
                    <a:pt x="980078" y="1156132"/>
                  </a:moveTo>
                  <a:lnTo>
                    <a:pt x="979759" y="1186178"/>
                  </a:lnTo>
                  <a:lnTo>
                    <a:pt x="998068" y="1139508"/>
                  </a:lnTo>
                  <a:close/>
                  <a:moveTo>
                    <a:pt x="959199" y="1174276"/>
                  </a:moveTo>
                  <a:lnTo>
                    <a:pt x="935991" y="1135799"/>
                  </a:lnTo>
                  <a:lnTo>
                    <a:pt x="927007" y="1149423"/>
                  </a:lnTo>
                  <a:close/>
                  <a:moveTo>
                    <a:pt x="752012" y="897944"/>
                  </a:moveTo>
                  <a:lnTo>
                    <a:pt x="791779" y="922049"/>
                  </a:lnTo>
                  <a:lnTo>
                    <a:pt x="773124" y="874955"/>
                  </a:lnTo>
                  <a:close/>
                  <a:moveTo>
                    <a:pt x="758166" y="885873"/>
                  </a:moveTo>
                  <a:lnTo>
                    <a:pt x="784383" y="846900"/>
                  </a:lnTo>
                  <a:lnTo>
                    <a:pt x="760176" y="839492"/>
                  </a:lnTo>
                  <a:close/>
                  <a:moveTo>
                    <a:pt x="758166" y="885873"/>
                  </a:moveTo>
                  <a:lnTo>
                    <a:pt x="760176" y="839492"/>
                  </a:lnTo>
                  <a:lnTo>
                    <a:pt x="770164" y="874955"/>
                  </a:lnTo>
                  <a:close/>
                  <a:moveTo>
                    <a:pt x="620950" y="781651"/>
                  </a:moveTo>
                  <a:lnTo>
                    <a:pt x="652884" y="776472"/>
                  </a:lnTo>
                  <a:lnTo>
                    <a:pt x="672109" y="752142"/>
                  </a:lnTo>
                  <a:close/>
                  <a:moveTo>
                    <a:pt x="637831" y="748560"/>
                  </a:moveTo>
                  <a:lnTo>
                    <a:pt x="620950" y="781651"/>
                  </a:lnTo>
                  <a:lnTo>
                    <a:pt x="672109" y="752142"/>
                  </a:lnTo>
                  <a:close/>
                  <a:moveTo>
                    <a:pt x="672109" y="752142"/>
                  </a:moveTo>
                  <a:lnTo>
                    <a:pt x="652884" y="776472"/>
                  </a:lnTo>
                  <a:lnTo>
                    <a:pt x="705892" y="753875"/>
                  </a:lnTo>
                  <a:close/>
                  <a:moveTo>
                    <a:pt x="285890" y="304745"/>
                  </a:moveTo>
                  <a:lnTo>
                    <a:pt x="298080" y="321954"/>
                  </a:lnTo>
                  <a:lnTo>
                    <a:pt x="319317" y="305148"/>
                  </a:lnTo>
                  <a:close/>
                  <a:moveTo>
                    <a:pt x="208301" y="235439"/>
                  </a:moveTo>
                  <a:lnTo>
                    <a:pt x="214678" y="213365"/>
                  </a:lnTo>
                  <a:lnTo>
                    <a:pt x="198057" y="230548"/>
                  </a:lnTo>
                  <a:close/>
                  <a:moveTo>
                    <a:pt x="232311" y="228999"/>
                  </a:moveTo>
                  <a:lnTo>
                    <a:pt x="214678" y="213365"/>
                  </a:lnTo>
                  <a:lnTo>
                    <a:pt x="208301" y="235439"/>
                  </a:lnTo>
                  <a:close/>
                  <a:moveTo>
                    <a:pt x="718968" y="764690"/>
                  </a:moveTo>
                  <a:lnTo>
                    <a:pt x="745901" y="778887"/>
                  </a:lnTo>
                  <a:lnTo>
                    <a:pt x="759154" y="784262"/>
                  </a:lnTo>
                  <a:close/>
                  <a:moveTo>
                    <a:pt x="440917" y="175814"/>
                  </a:moveTo>
                  <a:lnTo>
                    <a:pt x="409703" y="174102"/>
                  </a:lnTo>
                  <a:lnTo>
                    <a:pt x="405450" y="185616"/>
                  </a:lnTo>
                  <a:close/>
                  <a:moveTo>
                    <a:pt x="833826" y="585692"/>
                  </a:moveTo>
                  <a:lnTo>
                    <a:pt x="816388" y="552398"/>
                  </a:lnTo>
                  <a:lnTo>
                    <a:pt x="827290" y="573776"/>
                  </a:lnTo>
                  <a:close/>
                  <a:moveTo>
                    <a:pt x="822186" y="566120"/>
                  </a:moveTo>
                  <a:lnTo>
                    <a:pt x="816388" y="552398"/>
                  </a:lnTo>
                  <a:lnTo>
                    <a:pt x="833826" y="585692"/>
                  </a:lnTo>
                  <a:close/>
                  <a:moveTo>
                    <a:pt x="662935" y="333012"/>
                  </a:moveTo>
                  <a:lnTo>
                    <a:pt x="693026" y="330030"/>
                  </a:lnTo>
                  <a:lnTo>
                    <a:pt x="678038" y="328407"/>
                  </a:lnTo>
                  <a:close/>
                  <a:moveTo>
                    <a:pt x="563303" y="308835"/>
                  </a:moveTo>
                  <a:lnTo>
                    <a:pt x="563086" y="264910"/>
                  </a:lnTo>
                  <a:lnTo>
                    <a:pt x="562448" y="254897"/>
                  </a:lnTo>
                  <a:close/>
                  <a:moveTo>
                    <a:pt x="562448" y="254897"/>
                  </a:moveTo>
                  <a:lnTo>
                    <a:pt x="577628" y="263216"/>
                  </a:lnTo>
                  <a:lnTo>
                    <a:pt x="563303" y="308835"/>
                  </a:lnTo>
                  <a:close/>
                  <a:moveTo>
                    <a:pt x="591233" y="254897"/>
                  </a:moveTo>
                  <a:lnTo>
                    <a:pt x="563086" y="264910"/>
                  </a:lnTo>
                  <a:lnTo>
                    <a:pt x="562011" y="301033"/>
                  </a:lnTo>
                  <a:close/>
                  <a:moveTo>
                    <a:pt x="668642" y="322766"/>
                  </a:moveTo>
                  <a:lnTo>
                    <a:pt x="662935" y="333012"/>
                  </a:lnTo>
                  <a:lnTo>
                    <a:pt x="678038" y="328407"/>
                  </a:lnTo>
                  <a:close/>
                  <a:moveTo>
                    <a:pt x="668642" y="322766"/>
                  </a:moveTo>
                  <a:lnTo>
                    <a:pt x="678038" y="328407"/>
                  </a:lnTo>
                  <a:lnTo>
                    <a:pt x="655329" y="304573"/>
                  </a:lnTo>
                  <a:close/>
                  <a:moveTo>
                    <a:pt x="574305" y="250792"/>
                  </a:moveTo>
                  <a:lnTo>
                    <a:pt x="591233" y="254897"/>
                  </a:lnTo>
                  <a:lnTo>
                    <a:pt x="589241" y="210427"/>
                  </a:lnTo>
                  <a:close/>
                  <a:moveTo>
                    <a:pt x="589241" y="210427"/>
                  </a:moveTo>
                  <a:lnTo>
                    <a:pt x="591233" y="254897"/>
                  </a:lnTo>
                  <a:lnTo>
                    <a:pt x="614077" y="205797"/>
                  </a:lnTo>
                  <a:close/>
                  <a:moveTo>
                    <a:pt x="599438" y="200958"/>
                  </a:moveTo>
                  <a:lnTo>
                    <a:pt x="614077" y="205797"/>
                  </a:lnTo>
                  <a:lnTo>
                    <a:pt x="616789" y="188847"/>
                  </a:lnTo>
                  <a:close/>
                  <a:moveTo>
                    <a:pt x="515386" y="58872"/>
                  </a:moveTo>
                  <a:lnTo>
                    <a:pt x="538554" y="90693"/>
                  </a:lnTo>
                  <a:lnTo>
                    <a:pt x="545328" y="100359"/>
                  </a:lnTo>
                  <a:close/>
                  <a:moveTo>
                    <a:pt x="726804" y="220530"/>
                  </a:moveTo>
                  <a:lnTo>
                    <a:pt x="722064" y="261675"/>
                  </a:lnTo>
                  <a:lnTo>
                    <a:pt x="721885" y="236424"/>
                  </a:lnTo>
                  <a:close/>
                  <a:moveTo>
                    <a:pt x="700686" y="253372"/>
                  </a:moveTo>
                  <a:lnTo>
                    <a:pt x="735417" y="258647"/>
                  </a:lnTo>
                  <a:lnTo>
                    <a:pt x="726804" y="220530"/>
                  </a:lnTo>
                  <a:close/>
                  <a:moveTo>
                    <a:pt x="599438" y="200958"/>
                  </a:moveTo>
                  <a:lnTo>
                    <a:pt x="616789" y="188847"/>
                  </a:lnTo>
                  <a:lnTo>
                    <a:pt x="634937" y="160493"/>
                  </a:lnTo>
                  <a:close/>
                  <a:moveTo>
                    <a:pt x="538554" y="90693"/>
                  </a:moveTo>
                  <a:lnTo>
                    <a:pt x="515386" y="58872"/>
                  </a:lnTo>
                  <a:lnTo>
                    <a:pt x="537773" y="79412"/>
                  </a:lnTo>
                  <a:close/>
                  <a:moveTo>
                    <a:pt x="511478" y="53938"/>
                  </a:moveTo>
                  <a:lnTo>
                    <a:pt x="507832" y="14260"/>
                  </a:lnTo>
                  <a:lnTo>
                    <a:pt x="504766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09" name="Input_density__108">
              <a:extLst>
                <a:ext uri="{FF2B5EF4-FFF2-40B4-BE49-F238E27FC236}">
                  <a16:creationId xmlns:a16="http://schemas.microsoft.com/office/drawing/2014/main" id="{2D717504-508E-15CD-408F-E98BFDFEDCA5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4251"/>
              <a:ext cx="1022164" cy="1648414"/>
            </a:xfrm>
            <a:custGeom>
              <a:avLst/>
              <a:gdLst/>
              <a:ahLst/>
              <a:cxnLst/>
              <a:rect l="0" t="0" r="0" b="0"/>
              <a:pathLst>
                <a:path w="1022164" h="1648414">
                  <a:moveTo>
                    <a:pt x="130409" y="1597237"/>
                  </a:moveTo>
                  <a:lnTo>
                    <a:pt x="147299" y="1633992"/>
                  </a:lnTo>
                  <a:lnTo>
                    <a:pt x="164430" y="1616809"/>
                  </a:lnTo>
                  <a:close/>
                  <a:moveTo>
                    <a:pt x="209416" y="1599625"/>
                  </a:moveTo>
                  <a:lnTo>
                    <a:pt x="228291" y="1648414"/>
                  </a:lnTo>
                  <a:lnTo>
                    <a:pt x="231090" y="1636380"/>
                  </a:lnTo>
                  <a:close/>
                  <a:moveTo>
                    <a:pt x="182883" y="1632048"/>
                  </a:moveTo>
                  <a:lnTo>
                    <a:pt x="228291" y="1648414"/>
                  </a:lnTo>
                  <a:lnTo>
                    <a:pt x="209416" y="1599625"/>
                  </a:lnTo>
                  <a:close/>
                  <a:moveTo>
                    <a:pt x="191409" y="1606563"/>
                  </a:moveTo>
                  <a:lnTo>
                    <a:pt x="209416" y="1599625"/>
                  </a:lnTo>
                  <a:lnTo>
                    <a:pt x="208046" y="1601551"/>
                  </a:lnTo>
                  <a:close/>
                  <a:moveTo>
                    <a:pt x="174162" y="1575838"/>
                  </a:moveTo>
                  <a:lnTo>
                    <a:pt x="191409" y="1606563"/>
                  </a:lnTo>
                  <a:lnTo>
                    <a:pt x="208046" y="1601551"/>
                  </a:lnTo>
                  <a:close/>
                  <a:moveTo>
                    <a:pt x="251860" y="1629253"/>
                  </a:moveTo>
                  <a:lnTo>
                    <a:pt x="291975" y="1623729"/>
                  </a:lnTo>
                  <a:lnTo>
                    <a:pt x="277400" y="1590831"/>
                  </a:lnTo>
                  <a:close/>
                  <a:moveTo>
                    <a:pt x="251860" y="1629253"/>
                  </a:moveTo>
                  <a:lnTo>
                    <a:pt x="277400" y="1590831"/>
                  </a:lnTo>
                  <a:lnTo>
                    <a:pt x="250428" y="1585670"/>
                  </a:lnTo>
                  <a:close/>
                  <a:moveTo>
                    <a:pt x="250428" y="1585670"/>
                  </a:moveTo>
                  <a:lnTo>
                    <a:pt x="277400" y="1590831"/>
                  </a:lnTo>
                  <a:lnTo>
                    <a:pt x="225897" y="1560866"/>
                  </a:lnTo>
                  <a:close/>
                  <a:moveTo>
                    <a:pt x="213363" y="1525223"/>
                  </a:moveTo>
                  <a:lnTo>
                    <a:pt x="233432" y="1504049"/>
                  </a:lnTo>
                  <a:lnTo>
                    <a:pt x="175286" y="1507435"/>
                  </a:lnTo>
                  <a:close/>
                  <a:moveTo>
                    <a:pt x="241125" y="1327546"/>
                  </a:moveTo>
                  <a:lnTo>
                    <a:pt x="260760" y="1335877"/>
                  </a:lnTo>
                  <a:lnTo>
                    <a:pt x="241264" y="1381484"/>
                  </a:lnTo>
                  <a:close/>
                  <a:moveTo>
                    <a:pt x="260760" y="1335877"/>
                  </a:moveTo>
                  <a:lnTo>
                    <a:pt x="241125" y="1327546"/>
                  </a:lnTo>
                  <a:lnTo>
                    <a:pt x="226071" y="1292243"/>
                  </a:lnTo>
                  <a:close/>
                  <a:moveTo>
                    <a:pt x="304627" y="1300213"/>
                  </a:moveTo>
                  <a:lnTo>
                    <a:pt x="335369" y="1302309"/>
                  </a:lnTo>
                  <a:lnTo>
                    <a:pt x="334673" y="1258128"/>
                  </a:lnTo>
                  <a:close/>
                  <a:moveTo>
                    <a:pt x="335369" y="1302309"/>
                  </a:moveTo>
                  <a:lnTo>
                    <a:pt x="368975" y="1257329"/>
                  </a:lnTo>
                  <a:lnTo>
                    <a:pt x="334673" y="1258128"/>
                  </a:lnTo>
                  <a:close/>
                  <a:moveTo>
                    <a:pt x="21398" y="888874"/>
                  </a:moveTo>
                  <a:lnTo>
                    <a:pt x="20578" y="903481"/>
                  </a:lnTo>
                  <a:lnTo>
                    <a:pt x="23596" y="942812"/>
                  </a:lnTo>
                  <a:close/>
                  <a:moveTo>
                    <a:pt x="21398" y="888874"/>
                  </a:moveTo>
                  <a:lnTo>
                    <a:pt x="15285" y="898116"/>
                  </a:lnTo>
                  <a:lnTo>
                    <a:pt x="20578" y="903481"/>
                  </a:lnTo>
                  <a:close/>
                  <a:moveTo>
                    <a:pt x="0" y="869302"/>
                  </a:moveTo>
                  <a:lnTo>
                    <a:pt x="15285" y="898116"/>
                  </a:lnTo>
                  <a:lnTo>
                    <a:pt x="21398" y="888874"/>
                  </a:lnTo>
                  <a:close/>
                  <a:moveTo>
                    <a:pt x="162741" y="913917"/>
                  </a:moveTo>
                  <a:lnTo>
                    <a:pt x="178368" y="941709"/>
                  </a:lnTo>
                  <a:lnTo>
                    <a:pt x="165666" y="908446"/>
                  </a:lnTo>
                  <a:close/>
                  <a:moveTo>
                    <a:pt x="178368" y="941709"/>
                  </a:moveTo>
                  <a:lnTo>
                    <a:pt x="162741" y="913917"/>
                  </a:lnTo>
                  <a:lnTo>
                    <a:pt x="179753" y="945200"/>
                  </a:lnTo>
                  <a:close/>
                  <a:moveTo>
                    <a:pt x="487934" y="1295567"/>
                  </a:moveTo>
                  <a:lnTo>
                    <a:pt x="447657" y="1312750"/>
                  </a:lnTo>
                  <a:lnTo>
                    <a:pt x="486824" y="1347520"/>
                  </a:lnTo>
                  <a:close/>
                  <a:moveTo>
                    <a:pt x="333378" y="1080192"/>
                  </a:moveTo>
                  <a:lnTo>
                    <a:pt x="375211" y="1083162"/>
                  </a:lnTo>
                  <a:lnTo>
                    <a:pt x="360272" y="1075037"/>
                  </a:lnTo>
                  <a:close/>
                  <a:moveTo>
                    <a:pt x="312857" y="1070813"/>
                  </a:moveTo>
                  <a:lnTo>
                    <a:pt x="328219" y="1075037"/>
                  </a:lnTo>
                  <a:lnTo>
                    <a:pt x="333378" y="1080192"/>
                  </a:lnTo>
                  <a:close/>
                  <a:moveTo>
                    <a:pt x="178368" y="941709"/>
                  </a:moveTo>
                  <a:lnTo>
                    <a:pt x="179753" y="945200"/>
                  </a:lnTo>
                  <a:lnTo>
                    <a:pt x="179633" y="944930"/>
                  </a:lnTo>
                  <a:close/>
                  <a:moveTo>
                    <a:pt x="176304" y="928017"/>
                  </a:moveTo>
                  <a:lnTo>
                    <a:pt x="178368" y="941709"/>
                  </a:lnTo>
                  <a:lnTo>
                    <a:pt x="179633" y="944930"/>
                  </a:lnTo>
                  <a:close/>
                  <a:moveTo>
                    <a:pt x="165666" y="908446"/>
                  </a:moveTo>
                  <a:lnTo>
                    <a:pt x="178368" y="941709"/>
                  </a:lnTo>
                  <a:lnTo>
                    <a:pt x="176304" y="928017"/>
                  </a:lnTo>
                  <a:close/>
                  <a:moveTo>
                    <a:pt x="158208" y="891262"/>
                  </a:moveTo>
                  <a:lnTo>
                    <a:pt x="156056" y="871690"/>
                  </a:lnTo>
                  <a:lnTo>
                    <a:pt x="165666" y="908446"/>
                  </a:lnTo>
                  <a:close/>
                  <a:moveTo>
                    <a:pt x="495056" y="1253751"/>
                  </a:moveTo>
                  <a:lnTo>
                    <a:pt x="520285" y="1251839"/>
                  </a:lnTo>
                  <a:lnTo>
                    <a:pt x="481191" y="1230251"/>
                  </a:lnTo>
                  <a:close/>
                  <a:moveTo>
                    <a:pt x="553994" y="1241629"/>
                  </a:moveTo>
                  <a:lnTo>
                    <a:pt x="533484" y="1294344"/>
                  </a:lnTo>
                  <a:lnTo>
                    <a:pt x="548322" y="1260457"/>
                  </a:lnTo>
                  <a:close/>
                  <a:moveTo>
                    <a:pt x="564943" y="1251110"/>
                  </a:moveTo>
                  <a:lnTo>
                    <a:pt x="553994" y="1241629"/>
                  </a:lnTo>
                  <a:lnTo>
                    <a:pt x="562416" y="1208418"/>
                  </a:lnTo>
                  <a:close/>
                  <a:moveTo>
                    <a:pt x="366840" y="1021099"/>
                  </a:moveTo>
                  <a:lnTo>
                    <a:pt x="342196" y="1001527"/>
                  </a:lnTo>
                  <a:lnTo>
                    <a:pt x="357888" y="1038282"/>
                  </a:lnTo>
                  <a:close/>
                  <a:moveTo>
                    <a:pt x="194035" y="843728"/>
                  </a:moveTo>
                  <a:lnTo>
                    <a:pt x="237077" y="880571"/>
                  </a:lnTo>
                  <a:lnTo>
                    <a:pt x="231036" y="840735"/>
                  </a:lnTo>
                  <a:close/>
                  <a:moveTo>
                    <a:pt x="226150" y="803369"/>
                  </a:moveTo>
                  <a:lnTo>
                    <a:pt x="224680" y="800569"/>
                  </a:lnTo>
                  <a:lnTo>
                    <a:pt x="231036" y="840735"/>
                  </a:lnTo>
                  <a:close/>
                  <a:moveTo>
                    <a:pt x="231036" y="840735"/>
                  </a:moveTo>
                  <a:lnTo>
                    <a:pt x="224680" y="800569"/>
                  </a:lnTo>
                  <a:lnTo>
                    <a:pt x="185283" y="806096"/>
                  </a:lnTo>
                  <a:close/>
                  <a:moveTo>
                    <a:pt x="231036" y="840735"/>
                  </a:moveTo>
                  <a:lnTo>
                    <a:pt x="185283" y="806096"/>
                  </a:lnTo>
                  <a:lnTo>
                    <a:pt x="194035" y="843728"/>
                  </a:lnTo>
                  <a:close/>
                  <a:moveTo>
                    <a:pt x="188256" y="786263"/>
                  </a:moveTo>
                  <a:lnTo>
                    <a:pt x="156768" y="763814"/>
                  </a:lnTo>
                  <a:lnTo>
                    <a:pt x="185283" y="806096"/>
                  </a:lnTo>
                  <a:close/>
                  <a:moveTo>
                    <a:pt x="150904" y="771188"/>
                  </a:moveTo>
                  <a:lnTo>
                    <a:pt x="180682" y="800569"/>
                  </a:lnTo>
                  <a:lnTo>
                    <a:pt x="185283" y="806096"/>
                  </a:lnTo>
                  <a:close/>
                  <a:moveTo>
                    <a:pt x="564787" y="1187690"/>
                  </a:moveTo>
                  <a:lnTo>
                    <a:pt x="557412" y="1169865"/>
                  </a:lnTo>
                  <a:lnTo>
                    <a:pt x="558706" y="1204874"/>
                  </a:lnTo>
                  <a:close/>
                  <a:moveTo>
                    <a:pt x="524942" y="1122301"/>
                  </a:moveTo>
                  <a:lnTo>
                    <a:pt x="557033" y="1168047"/>
                  </a:lnTo>
                  <a:lnTo>
                    <a:pt x="536198" y="1157897"/>
                  </a:lnTo>
                  <a:close/>
                  <a:moveTo>
                    <a:pt x="224680" y="800569"/>
                  </a:moveTo>
                  <a:lnTo>
                    <a:pt x="226150" y="803369"/>
                  </a:lnTo>
                  <a:lnTo>
                    <a:pt x="225715" y="800314"/>
                  </a:lnTo>
                  <a:close/>
                  <a:moveTo>
                    <a:pt x="225715" y="800314"/>
                  </a:moveTo>
                  <a:lnTo>
                    <a:pt x="188256" y="786263"/>
                  </a:lnTo>
                  <a:lnTo>
                    <a:pt x="224680" y="800569"/>
                  </a:lnTo>
                  <a:close/>
                  <a:moveTo>
                    <a:pt x="190837" y="756834"/>
                  </a:moveTo>
                  <a:lnTo>
                    <a:pt x="188256" y="786263"/>
                  </a:lnTo>
                  <a:lnTo>
                    <a:pt x="225715" y="800314"/>
                  </a:lnTo>
                  <a:close/>
                  <a:moveTo>
                    <a:pt x="225715" y="800314"/>
                  </a:moveTo>
                  <a:lnTo>
                    <a:pt x="226150" y="803369"/>
                  </a:lnTo>
                  <a:lnTo>
                    <a:pt x="225993" y="800569"/>
                  </a:lnTo>
                  <a:close/>
                  <a:moveTo>
                    <a:pt x="225993" y="800569"/>
                  </a:moveTo>
                  <a:lnTo>
                    <a:pt x="226660" y="754798"/>
                  </a:lnTo>
                  <a:lnTo>
                    <a:pt x="225715" y="800314"/>
                  </a:lnTo>
                  <a:close/>
                  <a:moveTo>
                    <a:pt x="537940" y="1150935"/>
                  </a:moveTo>
                  <a:lnTo>
                    <a:pt x="524942" y="1122301"/>
                  </a:lnTo>
                  <a:lnTo>
                    <a:pt x="536198" y="1157897"/>
                  </a:lnTo>
                  <a:close/>
                  <a:moveTo>
                    <a:pt x="300791" y="856895"/>
                  </a:moveTo>
                  <a:lnTo>
                    <a:pt x="309222" y="831348"/>
                  </a:lnTo>
                  <a:lnTo>
                    <a:pt x="312016" y="873823"/>
                  </a:lnTo>
                  <a:close/>
                  <a:moveTo>
                    <a:pt x="416843" y="921824"/>
                  </a:moveTo>
                  <a:lnTo>
                    <a:pt x="401832" y="917387"/>
                  </a:lnTo>
                  <a:lnTo>
                    <a:pt x="425361" y="925346"/>
                  </a:lnTo>
                  <a:close/>
                  <a:moveTo>
                    <a:pt x="425361" y="925346"/>
                  </a:moveTo>
                  <a:lnTo>
                    <a:pt x="429503" y="930405"/>
                  </a:lnTo>
                  <a:lnTo>
                    <a:pt x="416843" y="921824"/>
                  </a:lnTo>
                  <a:close/>
                  <a:moveTo>
                    <a:pt x="253831" y="746630"/>
                  </a:moveTo>
                  <a:lnTo>
                    <a:pt x="273860" y="760961"/>
                  </a:lnTo>
                  <a:lnTo>
                    <a:pt x="276151" y="729447"/>
                  </a:lnTo>
                  <a:close/>
                  <a:moveTo>
                    <a:pt x="774983" y="1233451"/>
                  </a:moveTo>
                  <a:lnTo>
                    <a:pt x="785752" y="1236661"/>
                  </a:lnTo>
                  <a:lnTo>
                    <a:pt x="770068" y="1226834"/>
                  </a:lnTo>
                  <a:close/>
                  <a:moveTo>
                    <a:pt x="774983" y="1233451"/>
                  </a:moveTo>
                  <a:lnTo>
                    <a:pt x="770068" y="1226834"/>
                  </a:lnTo>
                  <a:lnTo>
                    <a:pt x="781384" y="1220329"/>
                  </a:lnTo>
                  <a:close/>
                  <a:moveTo>
                    <a:pt x="784781" y="1190079"/>
                  </a:moveTo>
                  <a:lnTo>
                    <a:pt x="774983" y="1233451"/>
                  </a:lnTo>
                  <a:lnTo>
                    <a:pt x="781384" y="1220329"/>
                  </a:lnTo>
                  <a:close/>
                  <a:moveTo>
                    <a:pt x="540290" y="896039"/>
                  </a:moveTo>
                  <a:lnTo>
                    <a:pt x="542858" y="923035"/>
                  </a:lnTo>
                  <a:lnTo>
                    <a:pt x="536804" y="933669"/>
                  </a:lnTo>
                  <a:close/>
                  <a:moveTo>
                    <a:pt x="540290" y="896039"/>
                  </a:moveTo>
                  <a:lnTo>
                    <a:pt x="536804" y="933669"/>
                  </a:lnTo>
                  <a:lnTo>
                    <a:pt x="536463" y="927491"/>
                  </a:lnTo>
                  <a:close/>
                  <a:moveTo>
                    <a:pt x="287395" y="715360"/>
                  </a:moveTo>
                  <a:lnTo>
                    <a:pt x="307504" y="694338"/>
                  </a:lnTo>
                  <a:lnTo>
                    <a:pt x="318480" y="707006"/>
                  </a:lnTo>
                  <a:close/>
                  <a:moveTo>
                    <a:pt x="186105" y="528489"/>
                  </a:moveTo>
                  <a:lnTo>
                    <a:pt x="153108" y="491936"/>
                  </a:lnTo>
                  <a:lnTo>
                    <a:pt x="148278" y="508917"/>
                  </a:lnTo>
                  <a:close/>
                  <a:moveTo>
                    <a:pt x="186105" y="528489"/>
                  </a:moveTo>
                  <a:lnTo>
                    <a:pt x="148278" y="508917"/>
                  </a:lnTo>
                  <a:lnTo>
                    <a:pt x="151862" y="545672"/>
                  </a:lnTo>
                  <a:close/>
                  <a:moveTo>
                    <a:pt x="153108" y="491936"/>
                  </a:moveTo>
                  <a:lnTo>
                    <a:pt x="152392" y="488125"/>
                  </a:lnTo>
                  <a:lnTo>
                    <a:pt x="148278" y="508917"/>
                  </a:lnTo>
                  <a:close/>
                  <a:moveTo>
                    <a:pt x="536463" y="927491"/>
                  </a:moveTo>
                  <a:lnTo>
                    <a:pt x="536804" y="933669"/>
                  </a:lnTo>
                  <a:lnTo>
                    <a:pt x="536417" y="932794"/>
                  </a:lnTo>
                  <a:close/>
                  <a:moveTo>
                    <a:pt x="784781" y="1190079"/>
                  </a:moveTo>
                  <a:lnTo>
                    <a:pt x="781384" y="1220329"/>
                  </a:lnTo>
                  <a:lnTo>
                    <a:pt x="825175" y="1209650"/>
                  </a:lnTo>
                  <a:close/>
                  <a:moveTo>
                    <a:pt x="647548" y="952365"/>
                  </a:moveTo>
                  <a:lnTo>
                    <a:pt x="676980" y="990467"/>
                  </a:lnTo>
                  <a:lnTo>
                    <a:pt x="677852" y="986184"/>
                  </a:lnTo>
                  <a:close/>
                  <a:moveTo>
                    <a:pt x="639475" y="1006304"/>
                  </a:moveTo>
                  <a:lnTo>
                    <a:pt x="676980" y="990467"/>
                  </a:lnTo>
                  <a:lnTo>
                    <a:pt x="647548" y="952365"/>
                  </a:lnTo>
                  <a:close/>
                  <a:moveTo>
                    <a:pt x="641969" y="969549"/>
                  </a:moveTo>
                  <a:lnTo>
                    <a:pt x="639475" y="1006304"/>
                  </a:lnTo>
                  <a:lnTo>
                    <a:pt x="647548" y="952365"/>
                  </a:lnTo>
                  <a:close/>
                  <a:moveTo>
                    <a:pt x="664583" y="936577"/>
                  </a:moveTo>
                  <a:lnTo>
                    <a:pt x="641969" y="969549"/>
                  </a:lnTo>
                  <a:lnTo>
                    <a:pt x="647548" y="952365"/>
                  </a:lnTo>
                  <a:close/>
                  <a:moveTo>
                    <a:pt x="540290" y="896039"/>
                  </a:moveTo>
                  <a:lnTo>
                    <a:pt x="548343" y="879541"/>
                  </a:lnTo>
                  <a:lnTo>
                    <a:pt x="547560" y="859284"/>
                  </a:lnTo>
                  <a:close/>
                  <a:moveTo>
                    <a:pt x="393928" y="768308"/>
                  </a:moveTo>
                  <a:lnTo>
                    <a:pt x="411060" y="775643"/>
                  </a:lnTo>
                  <a:lnTo>
                    <a:pt x="424198" y="756907"/>
                  </a:lnTo>
                  <a:close/>
                  <a:moveTo>
                    <a:pt x="247946" y="558505"/>
                  </a:moveTo>
                  <a:lnTo>
                    <a:pt x="267293" y="525118"/>
                  </a:lnTo>
                  <a:lnTo>
                    <a:pt x="239804" y="520377"/>
                  </a:lnTo>
                  <a:close/>
                  <a:moveTo>
                    <a:pt x="129106" y="304855"/>
                  </a:moveTo>
                  <a:lnTo>
                    <a:pt x="94341" y="290776"/>
                  </a:lnTo>
                  <a:lnTo>
                    <a:pt x="129646" y="332022"/>
                  </a:lnTo>
                  <a:close/>
                  <a:moveTo>
                    <a:pt x="855486" y="1209650"/>
                  </a:moveTo>
                  <a:lnTo>
                    <a:pt x="879942" y="1157551"/>
                  </a:lnTo>
                  <a:lnTo>
                    <a:pt x="861325" y="1155712"/>
                  </a:lnTo>
                  <a:close/>
                  <a:moveTo>
                    <a:pt x="861325" y="1155712"/>
                  </a:moveTo>
                  <a:lnTo>
                    <a:pt x="883637" y="1161070"/>
                  </a:lnTo>
                  <a:lnTo>
                    <a:pt x="855486" y="1209650"/>
                  </a:lnTo>
                  <a:close/>
                  <a:moveTo>
                    <a:pt x="900514" y="1209650"/>
                  </a:moveTo>
                  <a:lnTo>
                    <a:pt x="883637" y="1161070"/>
                  </a:lnTo>
                  <a:lnTo>
                    <a:pt x="887308" y="1155712"/>
                  </a:lnTo>
                  <a:close/>
                  <a:moveTo>
                    <a:pt x="887308" y="1155712"/>
                  </a:moveTo>
                  <a:lnTo>
                    <a:pt x="879942" y="1157551"/>
                  </a:lnTo>
                  <a:lnTo>
                    <a:pt x="900514" y="1209650"/>
                  </a:lnTo>
                  <a:close/>
                  <a:moveTo>
                    <a:pt x="861325" y="1155712"/>
                  </a:moveTo>
                  <a:lnTo>
                    <a:pt x="879942" y="1157551"/>
                  </a:lnTo>
                  <a:lnTo>
                    <a:pt x="873134" y="1121799"/>
                  </a:lnTo>
                  <a:close/>
                  <a:moveTo>
                    <a:pt x="680196" y="987853"/>
                  </a:moveTo>
                  <a:lnTo>
                    <a:pt x="692817" y="945930"/>
                  </a:lnTo>
                  <a:lnTo>
                    <a:pt x="684307" y="989120"/>
                  </a:lnTo>
                  <a:close/>
                  <a:moveTo>
                    <a:pt x="684307" y="989120"/>
                  </a:moveTo>
                  <a:lnTo>
                    <a:pt x="692817" y="945930"/>
                  </a:lnTo>
                  <a:lnTo>
                    <a:pt x="694684" y="935182"/>
                  </a:lnTo>
                  <a:close/>
                  <a:moveTo>
                    <a:pt x="683379" y="940518"/>
                  </a:moveTo>
                  <a:lnTo>
                    <a:pt x="677852" y="986184"/>
                  </a:lnTo>
                  <a:lnTo>
                    <a:pt x="684307" y="989120"/>
                  </a:lnTo>
                  <a:close/>
                  <a:moveTo>
                    <a:pt x="647548" y="952365"/>
                  </a:moveTo>
                  <a:lnTo>
                    <a:pt x="677852" y="986184"/>
                  </a:lnTo>
                  <a:lnTo>
                    <a:pt x="683379" y="940518"/>
                  </a:lnTo>
                  <a:close/>
                  <a:moveTo>
                    <a:pt x="692817" y="945930"/>
                  </a:moveTo>
                  <a:lnTo>
                    <a:pt x="680196" y="987853"/>
                  </a:lnTo>
                  <a:lnTo>
                    <a:pt x="686363" y="971937"/>
                  </a:lnTo>
                  <a:close/>
                  <a:moveTo>
                    <a:pt x="664583" y="936577"/>
                  </a:moveTo>
                  <a:lnTo>
                    <a:pt x="647548" y="952365"/>
                  </a:lnTo>
                  <a:lnTo>
                    <a:pt x="683379" y="940518"/>
                  </a:lnTo>
                  <a:close/>
                  <a:moveTo>
                    <a:pt x="184563" y="291417"/>
                  </a:moveTo>
                  <a:lnTo>
                    <a:pt x="160786" y="273592"/>
                  </a:lnTo>
                  <a:lnTo>
                    <a:pt x="129106" y="304855"/>
                  </a:lnTo>
                  <a:close/>
                  <a:moveTo>
                    <a:pt x="165933" y="317969"/>
                  </a:moveTo>
                  <a:lnTo>
                    <a:pt x="184563" y="291417"/>
                  </a:lnTo>
                  <a:lnTo>
                    <a:pt x="129106" y="304855"/>
                  </a:lnTo>
                  <a:close/>
                  <a:moveTo>
                    <a:pt x="995711" y="1265977"/>
                  </a:moveTo>
                  <a:lnTo>
                    <a:pt x="1018281" y="1290751"/>
                  </a:lnTo>
                  <a:lnTo>
                    <a:pt x="1022164" y="1257433"/>
                  </a:lnTo>
                  <a:close/>
                  <a:moveTo>
                    <a:pt x="786887" y="1000038"/>
                  </a:moveTo>
                  <a:lnTo>
                    <a:pt x="835642" y="1032237"/>
                  </a:lnTo>
                  <a:lnTo>
                    <a:pt x="800480" y="1003103"/>
                  </a:lnTo>
                  <a:close/>
                  <a:moveTo>
                    <a:pt x="810618" y="1007834"/>
                  </a:moveTo>
                  <a:lnTo>
                    <a:pt x="786887" y="1000038"/>
                  </a:lnTo>
                  <a:lnTo>
                    <a:pt x="789077" y="954754"/>
                  </a:lnTo>
                  <a:close/>
                  <a:moveTo>
                    <a:pt x="740062" y="901786"/>
                  </a:moveTo>
                  <a:lnTo>
                    <a:pt x="776108" y="917999"/>
                  </a:lnTo>
                  <a:lnTo>
                    <a:pt x="715125" y="897050"/>
                  </a:lnTo>
                  <a:close/>
                  <a:moveTo>
                    <a:pt x="715125" y="897050"/>
                  </a:moveTo>
                  <a:lnTo>
                    <a:pt x="776129" y="919290"/>
                  </a:lnTo>
                  <a:lnTo>
                    <a:pt x="719305" y="898427"/>
                  </a:lnTo>
                  <a:close/>
                  <a:moveTo>
                    <a:pt x="348802" y="407173"/>
                  </a:moveTo>
                  <a:lnTo>
                    <a:pt x="368864" y="403429"/>
                  </a:lnTo>
                  <a:lnTo>
                    <a:pt x="335270" y="384946"/>
                  </a:lnTo>
                  <a:close/>
                  <a:moveTo>
                    <a:pt x="184563" y="291417"/>
                  </a:moveTo>
                  <a:lnTo>
                    <a:pt x="161134" y="261676"/>
                  </a:lnTo>
                  <a:lnTo>
                    <a:pt x="160786" y="273592"/>
                  </a:lnTo>
                  <a:close/>
                  <a:moveTo>
                    <a:pt x="361295" y="440184"/>
                  </a:moveTo>
                  <a:lnTo>
                    <a:pt x="366090" y="409480"/>
                  </a:lnTo>
                  <a:lnTo>
                    <a:pt x="363767" y="456115"/>
                  </a:lnTo>
                  <a:close/>
                  <a:moveTo>
                    <a:pt x="874384" y="938334"/>
                  </a:moveTo>
                  <a:lnTo>
                    <a:pt x="876184" y="940785"/>
                  </a:lnTo>
                  <a:lnTo>
                    <a:pt x="917605" y="971077"/>
                  </a:lnTo>
                  <a:close/>
                  <a:moveTo>
                    <a:pt x="744653" y="790550"/>
                  </a:moveTo>
                  <a:lnTo>
                    <a:pt x="721844" y="833674"/>
                  </a:lnTo>
                  <a:lnTo>
                    <a:pt x="734920" y="844489"/>
                  </a:lnTo>
                  <a:close/>
                  <a:moveTo>
                    <a:pt x="731855" y="793955"/>
                  </a:moveTo>
                  <a:lnTo>
                    <a:pt x="688061" y="831941"/>
                  </a:lnTo>
                  <a:lnTo>
                    <a:pt x="721844" y="833674"/>
                  </a:lnTo>
                  <a:close/>
                  <a:moveTo>
                    <a:pt x="731855" y="793955"/>
                  </a:moveTo>
                  <a:lnTo>
                    <a:pt x="692309" y="799017"/>
                  </a:lnTo>
                  <a:lnTo>
                    <a:pt x="688061" y="831941"/>
                  </a:lnTo>
                  <a:close/>
                  <a:moveTo>
                    <a:pt x="692309" y="799017"/>
                  </a:moveTo>
                  <a:lnTo>
                    <a:pt x="731855" y="793955"/>
                  </a:lnTo>
                  <a:lnTo>
                    <a:pt x="698456" y="774598"/>
                  </a:lnTo>
                  <a:close/>
                  <a:moveTo>
                    <a:pt x="755573" y="757013"/>
                  </a:moveTo>
                  <a:lnTo>
                    <a:pt x="734478" y="784701"/>
                  </a:lnTo>
                  <a:lnTo>
                    <a:pt x="731855" y="793955"/>
                  </a:lnTo>
                  <a:close/>
                  <a:moveTo>
                    <a:pt x="744653" y="790550"/>
                  </a:moveTo>
                  <a:lnTo>
                    <a:pt x="763163" y="767375"/>
                  </a:lnTo>
                  <a:lnTo>
                    <a:pt x="755573" y="757013"/>
                  </a:lnTo>
                  <a:close/>
                  <a:moveTo>
                    <a:pt x="731855" y="793955"/>
                  </a:moveTo>
                  <a:lnTo>
                    <a:pt x="744653" y="790550"/>
                  </a:lnTo>
                  <a:lnTo>
                    <a:pt x="755573" y="757013"/>
                  </a:lnTo>
                  <a:close/>
                  <a:moveTo>
                    <a:pt x="377541" y="355423"/>
                  </a:moveTo>
                  <a:lnTo>
                    <a:pt x="368864" y="403429"/>
                  </a:lnTo>
                  <a:lnTo>
                    <a:pt x="381338" y="397083"/>
                  </a:lnTo>
                  <a:close/>
                  <a:moveTo>
                    <a:pt x="381338" y="397083"/>
                  </a:moveTo>
                  <a:lnTo>
                    <a:pt x="426873" y="387152"/>
                  </a:lnTo>
                  <a:lnTo>
                    <a:pt x="377541" y="355423"/>
                  </a:lnTo>
                  <a:close/>
                  <a:moveTo>
                    <a:pt x="426873" y="387152"/>
                  </a:moveTo>
                  <a:lnTo>
                    <a:pt x="428404" y="387800"/>
                  </a:lnTo>
                  <a:lnTo>
                    <a:pt x="464062" y="396543"/>
                  </a:lnTo>
                  <a:close/>
                  <a:moveTo>
                    <a:pt x="219972" y="203021"/>
                  </a:moveTo>
                  <a:lnTo>
                    <a:pt x="243310" y="202470"/>
                  </a:lnTo>
                  <a:lnTo>
                    <a:pt x="245288" y="202689"/>
                  </a:lnTo>
                  <a:close/>
                  <a:moveTo>
                    <a:pt x="211369" y="199221"/>
                  </a:moveTo>
                  <a:lnTo>
                    <a:pt x="243310" y="202470"/>
                  </a:lnTo>
                  <a:lnTo>
                    <a:pt x="219972" y="203021"/>
                  </a:lnTo>
                  <a:close/>
                  <a:moveTo>
                    <a:pt x="893932" y="967189"/>
                  </a:moveTo>
                  <a:lnTo>
                    <a:pt x="917605" y="971077"/>
                  </a:lnTo>
                  <a:lnTo>
                    <a:pt x="876184" y="940785"/>
                  </a:lnTo>
                  <a:close/>
                  <a:moveTo>
                    <a:pt x="806096" y="787775"/>
                  </a:moveTo>
                  <a:lnTo>
                    <a:pt x="776343" y="784875"/>
                  </a:lnTo>
                  <a:lnTo>
                    <a:pt x="828476" y="790783"/>
                  </a:lnTo>
                  <a:close/>
                  <a:moveTo>
                    <a:pt x="736628" y="745327"/>
                  </a:moveTo>
                  <a:lnTo>
                    <a:pt x="698456" y="774598"/>
                  </a:lnTo>
                  <a:lnTo>
                    <a:pt x="734478" y="784701"/>
                  </a:lnTo>
                  <a:close/>
                  <a:moveTo>
                    <a:pt x="698913" y="525165"/>
                  </a:moveTo>
                  <a:lnTo>
                    <a:pt x="719126" y="535654"/>
                  </a:lnTo>
                  <a:lnTo>
                    <a:pt x="681304" y="518051"/>
                  </a:lnTo>
                  <a:close/>
                  <a:moveTo>
                    <a:pt x="666877" y="372222"/>
                  </a:moveTo>
                  <a:lnTo>
                    <a:pt x="671282" y="384372"/>
                  </a:lnTo>
                  <a:lnTo>
                    <a:pt x="708979" y="409829"/>
                  </a:lnTo>
                  <a:close/>
                  <a:moveTo>
                    <a:pt x="631398" y="373977"/>
                  </a:moveTo>
                  <a:lnTo>
                    <a:pt x="666877" y="372222"/>
                  </a:lnTo>
                  <a:lnTo>
                    <a:pt x="630512" y="356520"/>
                  </a:lnTo>
                  <a:close/>
                  <a:moveTo>
                    <a:pt x="666877" y="372222"/>
                  </a:moveTo>
                  <a:lnTo>
                    <a:pt x="631398" y="373977"/>
                  </a:lnTo>
                  <a:lnTo>
                    <a:pt x="671282" y="384372"/>
                  </a:lnTo>
                  <a:close/>
                  <a:moveTo>
                    <a:pt x="631398" y="373977"/>
                  </a:moveTo>
                  <a:lnTo>
                    <a:pt x="635490" y="375130"/>
                  </a:lnTo>
                  <a:lnTo>
                    <a:pt x="671282" y="384372"/>
                  </a:lnTo>
                  <a:close/>
                  <a:moveTo>
                    <a:pt x="607185" y="334695"/>
                  </a:moveTo>
                  <a:lnTo>
                    <a:pt x="630512" y="356520"/>
                  </a:lnTo>
                  <a:lnTo>
                    <a:pt x="626985" y="332818"/>
                  </a:lnTo>
                  <a:close/>
                  <a:moveTo>
                    <a:pt x="695478" y="317512"/>
                  </a:moveTo>
                  <a:lnTo>
                    <a:pt x="677975" y="371450"/>
                  </a:lnTo>
                  <a:lnTo>
                    <a:pt x="716639" y="333171"/>
                  </a:lnTo>
                  <a:close/>
                  <a:moveTo>
                    <a:pt x="665684" y="328444"/>
                  </a:moveTo>
                  <a:lnTo>
                    <a:pt x="626985" y="332818"/>
                  </a:lnTo>
                  <a:lnTo>
                    <a:pt x="630512" y="356520"/>
                  </a:lnTo>
                  <a:close/>
                  <a:moveTo>
                    <a:pt x="665684" y="328444"/>
                  </a:moveTo>
                  <a:lnTo>
                    <a:pt x="657807" y="280757"/>
                  </a:lnTo>
                  <a:lnTo>
                    <a:pt x="630029" y="285595"/>
                  </a:lnTo>
                  <a:close/>
                  <a:moveTo>
                    <a:pt x="665684" y="328444"/>
                  </a:moveTo>
                  <a:lnTo>
                    <a:pt x="630029" y="285595"/>
                  </a:lnTo>
                  <a:lnTo>
                    <a:pt x="626985" y="332818"/>
                  </a:lnTo>
                  <a:close/>
                  <a:moveTo>
                    <a:pt x="565672" y="142459"/>
                  </a:moveTo>
                  <a:lnTo>
                    <a:pt x="539390" y="133737"/>
                  </a:lnTo>
                  <a:lnTo>
                    <a:pt x="561281" y="180158"/>
                  </a:lnTo>
                  <a:close/>
                  <a:moveTo>
                    <a:pt x="527660" y="135655"/>
                  </a:moveTo>
                  <a:lnTo>
                    <a:pt x="539390" y="133737"/>
                  </a:lnTo>
                  <a:lnTo>
                    <a:pt x="526064" y="118947"/>
                  </a:lnTo>
                  <a:close/>
                  <a:moveTo>
                    <a:pt x="527430" y="133737"/>
                  </a:moveTo>
                  <a:lnTo>
                    <a:pt x="527660" y="135655"/>
                  </a:lnTo>
                  <a:lnTo>
                    <a:pt x="526064" y="118947"/>
                  </a:lnTo>
                  <a:close/>
                  <a:moveTo>
                    <a:pt x="716639" y="333171"/>
                  </a:moveTo>
                  <a:lnTo>
                    <a:pt x="728081" y="304805"/>
                  </a:lnTo>
                  <a:lnTo>
                    <a:pt x="695478" y="317512"/>
                  </a:lnTo>
                  <a:close/>
                  <a:moveTo>
                    <a:pt x="742756" y="300329"/>
                  </a:moveTo>
                  <a:lnTo>
                    <a:pt x="728081" y="304805"/>
                  </a:lnTo>
                  <a:lnTo>
                    <a:pt x="716639" y="333171"/>
                  </a:lnTo>
                  <a:close/>
                  <a:moveTo>
                    <a:pt x="728081" y="304805"/>
                  </a:moveTo>
                  <a:lnTo>
                    <a:pt x="742756" y="300329"/>
                  </a:lnTo>
                  <a:lnTo>
                    <a:pt x="732253" y="295343"/>
                  </a:lnTo>
                  <a:close/>
                  <a:moveTo>
                    <a:pt x="657807" y="280757"/>
                  </a:moveTo>
                  <a:lnTo>
                    <a:pt x="678689" y="273125"/>
                  </a:lnTo>
                  <a:lnTo>
                    <a:pt x="632742" y="268646"/>
                  </a:lnTo>
                  <a:close/>
                  <a:moveTo>
                    <a:pt x="632742" y="268646"/>
                  </a:moveTo>
                  <a:lnTo>
                    <a:pt x="678689" y="273125"/>
                  </a:lnTo>
                  <a:lnTo>
                    <a:pt x="686687" y="249552"/>
                  </a:lnTo>
                  <a:close/>
                  <a:moveTo>
                    <a:pt x="604536" y="190064"/>
                  </a:moveTo>
                  <a:lnTo>
                    <a:pt x="599149" y="170492"/>
                  </a:lnTo>
                  <a:lnTo>
                    <a:pt x="597326" y="207247"/>
                  </a:lnTo>
                  <a:close/>
                  <a:moveTo>
                    <a:pt x="539390" y="133737"/>
                  </a:moveTo>
                  <a:lnTo>
                    <a:pt x="565672" y="142459"/>
                  </a:lnTo>
                  <a:lnTo>
                    <a:pt x="568764" y="129326"/>
                  </a:lnTo>
                  <a:close/>
                  <a:moveTo>
                    <a:pt x="526064" y="118947"/>
                  </a:moveTo>
                  <a:lnTo>
                    <a:pt x="523784" y="94059"/>
                  </a:lnTo>
                  <a:lnTo>
                    <a:pt x="527430" y="133737"/>
                  </a:lnTo>
                  <a:close/>
                  <a:moveTo>
                    <a:pt x="568764" y="129326"/>
                  </a:moveTo>
                  <a:lnTo>
                    <a:pt x="526064" y="118947"/>
                  </a:lnTo>
                  <a:lnTo>
                    <a:pt x="539390" y="133737"/>
                  </a:lnTo>
                  <a:close/>
                  <a:moveTo>
                    <a:pt x="523784" y="94059"/>
                  </a:moveTo>
                  <a:lnTo>
                    <a:pt x="526064" y="118947"/>
                  </a:lnTo>
                  <a:lnTo>
                    <a:pt x="568764" y="129326"/>
                  </a:lnTo>
                  <a:close/>
                  <a:moveTo>
                    <a:pt x="570213" y="83402"/>
                  </a:moveTo>
                  <a:lnTo>
                    <a:pt x="523784" y="94059"/>
                  </a:lnTo>
                  <a:lnTo>
                    <a:pt x="568764" y="129326"/>
                  </a:lnTo>
                  <a:close/>
                  <a:moveTo>
                    <a:pt x="479350" y="68871"/>
                  </a:moveTo>
                  <a:lnTo>
                    <a:pt x="501096" y="53968"/>
                  </a:lnTo>
                  <a:lnTo>
                    <a:pt x="523784" y="94059"/>
                  </a:lnTo>
                  <a:close/>
                  <a:moveTo>
                    <a:pt x="523784" y="94059"/>
                  </a:moveTo>
                  <a:lnTo>
                    <a:pt x="535144" y="56691"/>
                  </a:lnTo>
                  <a:lnTo>
                    <a:pt x="508384" y="43044"/>
                  </a:lnTo>
                  <a:close/>
                  <a:moveTo>
                    <a:pt x="523784" y="94059"/>
                  </a:moveTo>
                  <a:lnTo>
                    <a:pt x="570213" y="83402"/>
                  </a:lnTo>
                  <a:lnTo>
                    <a:pt x="535144" y="56691"/>
                  </a:lnTo>
                  <a:close/>
                  <a:moveTo>
                    <a:pt x="570213" y="83402"/>
                  </a:moveTo>
                  <a:lnTo>
                    <a:pt x="570012" y="62480"/>
                  </a:lnTo>
                  <a:lnTo>
                    <a:pt x="535144" y="56691"/>
                  </a:lnTo>
                  <a:close/>
                  <a:moveTo>
                    <a:pt x="742756" y="300329"/>
                  </a:moveTo>
                  <a:lnTo>
                    <a:pt x="737838" y="316223"/>
                  </a:lnTo>
                  <a:lnTo>
                    <a:pt x="741430" y="293953"/>
                  </a:lnTo>
                  <a:close/>
                  <a:moveTo>
                    <a:pt x="686687" y="249552"/>
                  </a:moveTo>
                  <a:lnTo>
                    <a:pt x="698223" y="263574"/>
                  </a:lnTo>
                  <a:lnTo>
                    <a:pt x="725973" y="217024"/>
                  </a:lnTo>
                  <a:close/>
                  <a:moveTo>
                    <a:pt x="611004" y="99370"/>
                  </a:moveTo>
                  <a:lnTo>
                    <a:pt x="594288" y="63829"/>
                  </a:lnTo>
                  <a:lnTo>
                    <a:pt x="597418" y="79799"/>
                  </a:lnTo>
                  <a:close/>
                  <a:moveTo>
                    <a:pt x="508384" y="43044"/>
                  </a:moveTo>
                  <a:lnTo>
                    <a:pt x="535144" y="56691"/>
                  </a:lnTo>
                  <a:lnTo>
                    <a:pt x="548181" y="29477"/>
                  </a:lnTo>
                  <a:close/>
                  <a:moveTo>
                    <a:pt x="605466" y="70460"/>
                  </a:moveTo>
                  <a:lnTo>
                    <a:pt x="597418" y="79799"/>
                  </a:lnTo>
                  <a:lnTo>
                    <a:pt x="594288" y="63829"/>
                  </a:lnTo>
                  <a:close/>
                  <a:moveTo>
                    <a:pt x="548181" y="29477"/>
                  </a:moveTo>
                  <a:lnTo>
                    <a:pt x="558515" y="3418"/>
                  </a:lnTo>
                  <a:lnTo>
                    <a:pt x="529399" y="0"/>
                  </a:lnTo>
                  <a:close/>
                  <a:moveTo>
                    <a:pt x="769522" y="213899"/>
                  </a:moveTo>
                  <a:lnTo>
                    <a:pt x="759320" y="192452"/>
                  </a:lnTo>
                  <a:lnTo>
                    <a:pt x="775166" y="20412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0" name="Input_density__109">
              <a:extLst>
                <a:ext uri="{FF2B5EF4-FFF2-40B4-BE49-F238E27FC236}">
                  <a16:creationId xmlns:a16="http://schemas.microsoft.com/office/drawing/2014/main" id="{3F413E99-9B38-877F-6F60-32F8AB6533EA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490977"/>
              <a:ext cx="868829" cy="1620082"/>
            </a:xfrm>
            <a:custGeom>
              <a:avLst/>
              <a:gdLst/>
              <a:ahLst/>
              <a:cxnLst/>
              <a:rect l="0" t="0" r="0" b="0"/>
              <a:pathLst>
                <a:path w="868829" h="1620082">
                  <a:moveTo>
                    <a:pt x="111930" y="1600511"/>
                  </a:moveTo>
                  <a:lnTo>
                    <a:pt x="145951" y="1620082"/>
                  </a:lnTo>
                  <a:lnTo>
                    <a:pt x="147130" y="1583327"/>
                  </a:lnTo>
                  <a:close/>
                  <a:moveTo>
                    <a:pt x="147130" y="1583327"/>
                  </a:moveTo>
                  <a:lnTo>
                    <a:pt x="172930" y="1609837"/>
                  </a:lnTo>
                  <a:lnTo>
                    <a:pt x="155683" y="1579111"/>
                  </a:lnTo>
                  <a:close/>
                  <a:moveTo>
                    <a:pt x="147130" y="1583327"/>
                  </a:moveTo>
                  <a:lnTo>
                    <a:pt x="145951" y="1620082"/>
                  </a:lnTo>
                  <a:lnTo>
                    <a:pt x="172930" y="1609837"/>
                  </a:lnTo>
                  <a:close/>
                  <a:moveTo>
                    <a:pt x="144764" y="1561892"/>
                  </a:moveTo>
                  <a:lnTo>
                    <a:pt x="147130" y="1583327"/>
                  </a:lnTo>
                  <a:lnTo>
                    <a:pt x="155683" y="1579111"/>
                  </a:lnTo>
                  <a:close/>
                  <a:moveTo>
                    <a:pt x="146795" y="1492634"/>
                  </a:moveTo>
                  <a:lnTo>
                    <a:pt x="156807" y="1510708"/>
                  </a:lnTo>
                  <a:lnTo>
                    <a:pt x="156698" y="1488793"/>
                  </a:lnTo>
                  <a:close/>
                  <a:moveTo>
                    <a:pt x="131723" y="1455879"/>
                  </a:moveTo>
                  <a:lnTo>
                    <a:pt x="156698" y="1488793"/>
                  </a:lnTo>
                  <a:lnTo>
                    <a:pt x="148834" y="1450438"/>
                  </a:lnTo>
                  <a:close/>
                  <a:moveTo>
                    <a:pt x="131723" y="1455879"/>
                  </a:moveTo>
                  <a:lnTo>
                    <a:pt x="146795" y="1492634"/>
                  </a:lnTo>
                  <a:lnTo>
                    <a:pt x="156698" y="1488793"/>
                  </a:lnTo>
                  <a:close/>
                  <a:moveTo>
                    <a:pt x="156807" y="1510708"/>
                  </a:moveTo>
                  <a:lnTo>
                    <a:pt x="197855" y="1475451"/>
                  </a:lnTo>
                  <a:lnTo>
                    <a:pt x="156698" y="1488793"/>
                  </a:lnTo>
                  <a:close/>
                  <a:moveTo>
                    <a:pt x="214953" y="1507322"/>
                  </a:moveTo>
                  <a:lnTo>
                    <a:pt x="197855" y="1475451"/>
                  </a:lnTo>
                  <a:lnTo>
                    <a:pt x="156807" y="1510708"/>
                  </a:lnTo>
                  <a:close/>
                  <a:moveTo>
                    <a:pt x="197855" y="1475451"/>
                  </a:moveTo>
                  <a:lnTo>
                    <a:pt x="197301" y="1441325"/>
                  </a:lnTo>
                  <a:lnTo>
                    <a:pt x="156698" y="1488793"/>
                  </a:lnTo>
                  <a:close/>
                  <a:moveTo>
                    <a:pt x="156698" y="1488793"/>
                  </a:moveTo>
                  <a:lnTo>
                    <a:pt x="197301" y="1441325"/>
                  </a:lnTo>
                  <a:lnTo>
                    <a:pt x="196320" y="1438922"/>
                  </a:lnTo>
                  <a:close/>
                  <a:moveTo>
                    <a:pt x="156698" y="1488793"/>
                  </a:moveTo>
                  <a:lnTo>
                    <a:pt x="196320" y="1438922"/>
                  </a:lnTo>
                  <a:lnTo>
                    <a:pt x="148834" y="1450438"/>
                  </a:lnTo>
                  <a:close/>
                  <a:moveTo>
                    <a:pt x="226437" y="1458267"/>
                  </a:moveTo>
                  <a:lnTo>
                    <a:pt x="214953" y="1507322"/>
                  </a:lnTo>
                  <a:lnTo>
                    <a:pt x="228785" y="1462832"/>
                  </a:lnTo>
                  <a:close/>
                  <a:moveTo>
                    <a:pt x="226437" y="1458267"/>
                  </a:moveTo>
                  <a:lnTo>
                    <a:pt x="197855" y="1475451"/>
                  </a:lnTo>
                  <a:lnTo>
                    <a:pt x="214953" y="1507322"/>
                  </a:lnTo>
                  <a:close/>
                  <a:moveTo>
                    <a:pt x="225495" y="1450531"/>
                  </a:moveTo>
                  <a:lnTo>
                    <a:pt x="197855" y="1475451"/>
                  </a:lnTo>
                  <a:lnTo>
                    <a:pt x="226437" y="1458267"/>
                  </a:lnTo>
                  <a:close/>
                  <a:moveTo>
                    <a:pt x="225495" y="1450531"/>
                  </a:moveTo>
                  <a:lnTo>
                    <a:pt x="197301" y="1441325"/>
                  </a:lnTo>
                  <a:lnTo>
                    <a:pt x="197855" y="1475451"/>
                  </a:lnTo>
                  <a:close/>
                  <a:moveTo>
                    <a:pt x="197301" y="1441325"/>
                  </a:moveTo>
                  <a:lnTo>
                    <a:pt x="225495" y="1450531"/>
                  </a:lnTo>
                  <a:lnTo>
                    <a:pt x="196931" y="1438696"/>
                  </a:lnTo>
                  <a:close/>
                  <a:moveTo>
                    <a:pt x="225495" y="1450531"/>
                  </a:moveTo>
                  <a:lnTo>
                    <a:pt x="219332" y="1421512"/>
                  </a:lnTo>
                  <a:lnTo>
                    <a:pt x="196931" y="1438696"/>
                  </a:lnTo>
                  <a:close/>
                  <a:moveTo>
                    <a:pt x="222785" y="1384757"/>
                  </a:moveTo>
                  <a:lnTo>
                    <a:pt x="196931" y="1438696"/>
                  </a:lnTo>
                  <a:lnTo>
                    <a:pt x="219332" y="1421512"/>
                  </a:lnTo>
                  <a:close/>
                  <a:moveTo>
                    <a:pt x="225495" y="1450531"/>
                  </a:moveTo>
                  <a:lnTo>
                    <a:pt x="226437" y="1458267"/>
                  </a:lnTo>
                  <a:lnTo>
                    <a:pt x="228973" y="1457122"/>
                  </a:lnTo>
                  <a:close/>
                  <a:moveTo>
                    <a:pt x="225495" y="1450531"/>
                  </a:moveTo>
                  <a:lnTo>
                    <a:pt x="228973" y="1457122"/>
                  </a:lnTo>
                  <a:lnTo>
                    <a:pt x="219332" y="1421512"/>
                  </a:lnTo>
                  <a:close/>
                  <a:moveTo>
                    <a:pt x="222785" y="1384757"/>
                  </a:moveTo>
                  <a:lnTo>
                    <a:pt x="219332" y="1421512"/>
                  </a:lnTo>
                  <a:lnTo>
                    <a:pt x="247891" y="1404329"/>
                  </a:lnTo>
                  <a:close/>
                  <a:moveTo>
                    <a:pt x="222785" y="1384757"/>
                  </a:moveTo>
                  <a:lnTo>
                    <a:pt x="247891" y="1404329"/>
                  </a:lnTo>
                  <a:lnTo>
                    <a:pt x="240646" y="1367574"/>
                  </a:lnTo>
                  <a:close/>
                  <a:moveTo>
                    <a:pt x="240646" y="1367574"/>
                  </a:moveTo>
                  <a:lnTo>
                    <a:pt x="222646" y="1330819"/>
                  </a:lnTo>
                  <a:lnTo>
                    <a:pt x="222785" y="1384757"/>
                  </a:lnTo>
                  <a:close/>
                  <a:moveTo>
                    <a:pt x="220650" y="1284900"/>
                  </a:moveTo>
                  <a:lnTo>
                    <a:pt x="214537" y="1313351"/>
                  </a:lnTo>
                  <a:lnTo>
                    <a:pt x="232231" y="1276881"/>
                  </a:lnTo>
                  <a:close/>
                  <a:moveTo>
                    <a:pt x="232231" y="1276881"/>
                  </a:moveTo>
                  <a:lnTo>
                    <a:pt x="214537" y="1313351"/>
                  </a:lnTo>
                  <a:lnTo>
                    <a:pt x="222646" y="1330819"/>
                  </a:lnTo>
                  <a:close/>
                  <a:moveTo>
                    <a:pt x="208416" y="1290469"/>
                  </a:moveTo>
                  <a:lnTo>
                    <a:pt x="220650" y="1284900"/>
                  </a:lnTo>
                  <a:lnTo>
                    <a:pt x="212581" y="1257309"/>
                  </a:lnTo>
                  <a:close/>
                  <a:moveTo>
                    <a:pt x="212581" y="1257309"/>
                  </a:moveTo>
                  <a:lnTo>
                    <a:pt x="220650" y="1284900"/>
                  </a:lnTo>
                  <a:lnTo>
                    <a:pt x="232231" y="1276881"/>
                  </a:lnTo>
                  <a:close/>
                  <a:moveTo>
                    <a:pt x="212581" y="1257309"/>
                  </a:moveTo>
                  <a:lnTo>
                    <a:pt x="232231" y="1276881"/>
                  </a:lnTo>
                  <a:lnTo>
                    <a:pt x="249802" y="1240126"/>
                  </a:lnTo>
                  <a:close/>
                  <a:moveTo>
                    <a:pt x="253004" y="1236391"/>
                  </a:moveTo>
                  <a:lnTo>
                    <a:pt x="212581" y="1257309"/>
                  </a:lnTo>
                  <a:lnTo>
                    <a:pt x="249802" y="1240126"/>
                  </a:lnTo>
                  <a:close/>
                  <a:moveTo>
                    <a:pt x="286148" y="1303486"/>
                  </a:moveTo>
                  <a:lnTo>
                    <a:pt x="316193" y="1261401"/>
                  </a:lnTo>
                  <a:lnTo>
                    <a:pt x="276227" y="1266805"/>
                  </a:lnTo>
                  <a:close/>
                  <a:moveTo>
                    <a:pt x="249802" y="1240126"/>
                  </a:moveTo>
                  <a:lnTo>
                    <a:pt x="276227" y="1266805"/>
                  </a:lnTo>
                  <a:lnTo>
                    <a:pt x="256066" y="1238449"/>
                  </a:lnTo>
                  <a:close/>
                  <a:moveTo>
                    <a:pt x="249802" y="1240126"/>
                  </a:moveTo>
                  <a:lnTo>
                    <a:pt x="232231" y="1276881"/>
                  </a:lnTo>
                  <a:lnTo>
                    <a:pt x="276227" y="1266805"/>
                  </a:lnTo>
                  <a:close/>
                  <a:moveTo>
                    <a:pt x="276227" y="1266805"/>
                  </a:moveTo>
                  <a:lnTo>
                    <a:pt x="299545" y="1230189"/>
                  </a:lnTo>
                  <a:lnTo>
                    <a:pt x="256066" y="1238449"/>
                  </a:lnTo>
                  <a:close/>
                  <a:moveTo>
                    <a:pt x="253004" y="1236391"/>
                  </a:moveTo>
                  <a:lnTo>
                    <a:pt x="249802" y="1240126"/>
                  </a:lnTo>
                  <a:lnTo>
                    <a:pt x="256066" y="1238449"/>
                  </a:lnTo>
                  <a:close/>
                  <a:moveTo>
                    <a:pt x="132611" y="1063779"/>
                  </a:moveTo>
                  <a:lnTo>
                    <a:pt x="108396" y="1069451"/>
                  </a:lnTo>
                  <a:lnTo>
                    <a:pt x="81124" y="1092063"/>
                  </a:lnTo>
                  <a:close/>
                  <a:moveTo>
                    <a:pt x="108396" y="1069451"/>
                  </a:moveTo>
                  <a:lnTo>
                    <a:pt x="132611" y="1063779"/>
                  </a:lnTo>
                  <a:lnTo>
                    <a:pt x="117465" y="1056351"/>
                  </a:lnTo>
                  <a:close/>
                  <a:moveTo>
                    <a:pt x="132611" y="1063779"/>
                  </a:moveTo>
                  <a:lnTo>
                    <a:pt x="142388" y="1039167"/>
                  </a:lnTo>
                  <a:lnTo>
                    <a:pt x="117465" y="1056351"/>
                  </a:lnTo>
                  <a:close/>
                  <a:moveTo>
                    <a:pt x="106353" y="1019596"/>
                  </a:moveTo>
                  <a:lnTo>
                    <a:pt x="117465" y="1056351"/>
                  </a:lnTo>
                  <a:lnTo>
                    <a:pt x="142388" y="1039167"/>
                  </a:lnTo>
                  <a:close/>
                  <a:moveTo>
                    <a:pt x="106353" y="1019596"/>
                  </a:moveTo>
                  <a:lnTo>
                    <a:pt x="142388" y="1039167"/>
                  </a:lnTo>
                  <a:lnTo>
                    <a:pt x="136488" y="1002412"/>
                  </a:lnTo>
                  <a:close/>
                  <a:moveTo>
                    <a:pt x="168826" y="1021984"/>
                  </a:moveTo>
                  <a:lnTo>
                    <a:pt x="170810" y="985815"/>
                  </a:lnTo>
                  <a:lnTo>
                    <a:pt x="136488" y="1002412"/>
                  </a:lnTo>
                  <a:close/>
                  <a:moveTo>
                    <a:pt x="142388" y="1039167"/>
                  </a:moveTo>
                  <a:lnTo>
                    <a:pt x="168826" y="1021984"/>
                  </a:lnTo>
                  <a:lnTo>
                    <a:pt x="136488" y="1002412"/>
                  </a:lnTo>
                  <a:close/>
                  <a:moveTo>
                    <a:pt x="129638" y="965657"/>
                  </a:moveTo>
                  <a:lnTo>
                    <a:pt x="136488" y="1002412"/>
                  </a:lnTo>
                  <a:lnTo>
                    <a:pt x="170258" y="985550"/>
                  </a:lnTo>
                  <a:close/>
                  <a:moveTo>
                    <a:pt x="39116" y="770955"/>
                  </a:moveTo>
                  <a:lnTo>
                    <a:pt x="13050" y="769706"/>
                  </a:lnTo>
                  <a:lnTo>
                    <a:pt x="0" y="801454"/>
                  </a:lnTo>
                  <a:close/>
                  <a:moveTo>
                    <a:pt x="67416" y="752189"/>
                  </a:moveTo>
                  <a:lnTo>
                    <a:pt x="13050" y="769706"/>
                  </a:lnTo>
                  <a:lnTo>
                    <a:pt x="39116" y="770955"/>
                  </a:lnTo>
                  <a:close/>
                  <a:moveTo>
                    <a:pt x="462712" y="1233525"/>
                  </a:moveTo>
                  <a:lnTo>
                    <a:pt x="461442" y="1262086"/>
                  </a:lnTo>
                  <a:lnTo>
                    <a:pt x="476577" y="1257024"/>
                  </a:lnTo>
                  <a:close/>
                  <a:moveTo>
                    <a:pt x="91942" y="771308"/>
                  </a:moveTo>
                  <a:lnTo>
                    <a:pt x="128081" y="769016"/>
                  </a:lnTo>
                  <a:lnTo>
                    <a:pt x="100087" y="749764"/>
                  </a:lnTo>
                  <a:close/>
                  <a:moveTo>
                    <a:pt x="150192" y="733381"/>
                  </a:moveTo>
                  <a:lnTo>
                    <a:pt x="106673" y="747516"/>
                  </a:lnTo>
                  <a:lnTo>
                    <a:pt x="155029" y="734396"/>
                  </a:lnTo>
                  <a:close/>
                  <a:moveTo>
                    <a:pt x="155029" y="734396"/>
                  </a:moveTo>
                  <a:lnTo>
                    <a:pt x="100087" y="749764"/>
                  </a:lnTo>
                  <a:lnTo>
                    <a:pt x="138289" y="767087"/>
                  </a:lnTo>
                  <a:close/>
                  <a:moveTo>
                    <a:pt x="138289" y="767087"/>
                  </a:moveTo>
                  <a:lnTo>
                    <a:pt x="100087" y="749764"/>
                  </a:lnTo>
                  <a:lnTo>
                    <a:pt x="128081" y="769016"/>
                  </a:lnTo>
                  <a:close/>
                  <a:moveTo>
                    <a:pt x="150192" y="733381"/>
                  </a:moveTo>
                  <a:lnTo>
                    <a:pt x="155029" y="734396"/>
                  </a:lnTo>
                  <a:lnTo>
                    <a:pt x="156931" y="730332"/>
                  </a:lnTo>
                  <a:close/>
                  <a:moveTo>
                    <a:pt x="155029" y="734396"/>
                  </a:moveTo>
                  <a:lnTo>
                    <a:pt x="138289" y="767087"/>
                  </a:lnTo>
                  <a:lnTo>
                    <a:pt x="172358" y="760108"/>
                  </a:lnTo>
                  <a:close/>
                  <a:moveTo>
                    <a:pt x="172358" y="760108"/>
                  </a:moveTo>
                  <a:lnTo>
                    <a:pt x="156931" y="730332"/>
                  </a:lnTo>
                  <a:lnTo>
                    <a:pt x="155029" y="734396"/>
                  </a:lnTo>
                  <a:close/>
                  <a:moveTo>
                    <a:pt x="201952" y="718389"/>
                  </a:moveTo>
                  <a:lnTo>
                    <a:pt x="156931" y="730332"/>
                  </a:lnTo>
                  <a:lnTo>
                    <a:pt x="172358" y="760108"/>
                  </a:lnTo>
                  <a:close/>
                  <a:moveTo>
                    <a:pt x="185025" y="676394"/>
                  </a:moveTo>
                  <a:lnTo>
                    <a:pt x="201952" y="718389"/>
                  </a:lnTo>
                  <a:lnTo>
                    <a:pt x="203441" y="694619"/>
                  </a:lnTo>
                  <a:close/>
                  <a:moveTo>
                    <a:pt x="156931" y="730332"/>
                  </a:moveTo>
                  <a:lnTo>
                    <a:pt x="201952" y="718389"/>
                  </a:lnTo>
                  <a:lnTo>
                    <a:pt x="185025" y="676394"/>
                  </a:lnTo>
                  <a:close/>
                  <a:moveTo>
                    <a:pt x="218119" y="713149"/>
                  </a:moveTo>
                  <a:lnTo>
                    <a:pt x="268916" y="718634"/>
                  </a:lnTo>
                  <a:lnTo>
                    <a:pt x="253213" y="703803"/>
                  </a:lnTo>
                  <a:close/>
                  <a:moveTo>
                    <a:pt x="751589" y="1230107"/>
                  </a:moveTo>
                  <a:lnTo>
                    <a:pt x="767273" y="1239934"/>
                  </a:lnTo>
                  <a:lnTo>
                    <a:pt x="768167" y="1227243"/>
                  </a:lnTo>
                  <a:close/>
                  <a:moveTo>
                    <a:pt x="751589" y="1230107"/>
                  </a:moveTo>
                  <a:lnTo>
                    <a:pt x="768167" y="1227243"/>
                  </a:lnTo>
                  <a:lnTo>
                    <a:pt x="762904" y="1223603"/>
                  </a:lnTo>
                  <a:close/>
                  <a:moveTo>
                    <a:pt x="101648" y="274558"/>
                  </a:moveTo>
                  <a:lnTo>
                    <a:pt x="45170" y="284181"/>
                  </a:lnTo>
                  <a:lnTo>
                    <a:pt x="75862" y="294049"/>
                  </a:lnTo>
                  <a:close/>
                  <a:moveTo>
                    <a:pt x="423510" y="730487"/>
                  </a:moveTo>
                  <a:lnTo>
                    <a:pt x="410219" y="746919"/>
                  </a:lnTo>
                  <a:lnTo>
                    <a:pt x="420513" y="735109"/>
                  </a:lnTo>
                  <a:close/>
                  <a:moveTo>
                    <a:pt x="423510" y="730487"/>
                  </a:moveTo>
                  <a:lnTo>
                    <a:pt x="429585" y="731174"/>
                  </a:lnTo>
                  <a:lnTo>
                    <a:pt x="450930" y="708432"/>
                  </a:lnTo>
                  <a:close/>
                  <a:moveTo>
                    <a:pt x="450930" y="708432"/>
                  </a:moveTo>
                  <a:lnTo>
                    <a:pt x="429585" y="731174"/>
                  </a:lnTo>
                  <a:lnTo>
                    <a:pt x="456260" y="681171"/>
                  </a:lnTo>
                  <a:close/>
                  <a:moveTo>
                    <a:pt x="101648" y="274558"/>
                  </a:moveTo>
                  <a:lnTo>
                    <a:pt x="116971" y="285830"/>
                  </a:lnTo>
                  <a:lnTo>
                    <a:pt x="110850" y="257294"/>
                  </a:lnTo>
                  <a:close/>
                  <a:moveTo>
                    <a:pt x="868829" y="1158985"/>
                  </a:moveTo>
                  <a:lnTo>
                    <a:pt x="865158" y="1164344"/>
                  </a:lnTo>
                  <a:lnTo>
                    <a:pt x="866607" y="1156642"/>
                  </a:lnTo>
                  <a:close/>
                  <a:moveTo>
                    <a:pt x="342816" y="443457"/>
                  </a:moveTo>
                  <a:lnTo>
                    <a:pt x="350385" y="406702"/>
                  </a:lnTo>
                  <a:lnTo>
                    <a:pt x="347610" y="412753"/>
                  </a:lnTo>
                  <a:close/>
                  <a:moveTo>
                    <a:pt x="575488" y="636354"/>
                  </a:moveTo>
                  <a:lnTo>
                    <a:pt x="557470" y="610049"/>
                  </a:lnTo>
                  <a:lnTo>
                    <a:pt x="576597" y="648174"/>
                  </a:lnTo>
                  <a:close/>
                  <a:moveTo>
                    <a:pt x="576597" y="648174"/>
                  </a:moveTo>
                  <a:lnTo>
                    <a:pt x="557470" y="610049"/>
                  </a:lnTo>
                  <a:lnTo>
                    <a:pt x="519443" y="622804"/>
                  </a:lnTo>
                  <a:close/>
                  <a:moveTo>
                    <a:pt x="512226" y="620614"/>
                  </a:moveTo>
                  <a:lnTo>
                    <a:pt x="508947" y="627232"/>
                  </a:lnTo>
                  <a:lnTo>
                    <a:pt x="519443" y="622804"/>
                  </a:lnTo>
                  <a:close/>
                  <a:moveTo>
                    <a:pt x="557273" y="574390"/>
                  </a:moveTo>
                  <a:lnTo>
                    <a:pt x="519102" y="590477"/>
                  </a:lnTo>
                  <a:lnTo>
                    <a:pt x="560709" y="581099"/>
                  </a:lnTo>
                  <a:close/>
                  <a:moveTo>
                    <a:pt x="519102" y="590477"/>
                  </a:moveTo>
                  <a:lnTo>
                    <a:pt x="512226" y="620614"/>
                  </a:lnTo>
                  <a:lnTo>
                    <a:pt x="560709" y="581099"/>
                  </a:lnTo>
                  <a:close/>
                  <a:moveTo>
                    <a:pt x="560709" y="581099"/>
                  </a:moveTo>
                  <a:lnTo>
                    <a:pt x="512226" y="620614"/>
                  </a:lnTo>
                  <a:lnTo>
                    <a:pt x="557470" y="610049"/>
                  </a:lnTo>
                  <a:close/>
                  <a:moveTo>
                    <a:pt x="557470" y="610049"/>
                  </a:moveTo>
                  <a:lnTo>
                    <a:pt x="512226" y="620614"/>
                  </a:lnTo>
                  <a:lnTo>
                    <a:pt x="519443" y="622804"/>
                  </a:lnTo>
                  <a:close/>
                  <a:moveTo>
                    <a:pt x="564633" y="573294"/>
                  </a:moveTo>
                  <a:lnTo>
                    <a:pt x="529152" y="559322"/>
                  </a:lnTo>
                  <a:lnTo>
                    <a:pt x="557273" y="574390"/>
                  </a:lnTo>
                  <a:close/>
                  <a:moveTo>
                    <a:pt x="557273" y="574390"/>
                  </a:moveTo>
                  <a:lnTo>
                    <a:pt x="560709" y="581099"/>
                  </a:lnTo>
                  <a:lnTo>
                    <a:pt x="564633" y="573294"/>
                  </a:lnTo>
                  <a:close/>
                  <a:moveTo>
                    <a:pt x="350385" y="406702"/>
                  </a:moveTo>
                  <a:lnTo>
                    <a:pt x="379090" y="400362"/>
                  </a:lnTo>
                  <a:lnTo>
                    <a:pt x="362859" y="400356"/>
                  </a:lnTo>
                  <a:close/>
                  <a:moveTo>
                    <a:pt x="362859" y="400356"/>
                  </a:moveTo>
                  <a:lnTo>
                    <a:pt x="379090" y="400362"/>
                  </a:lnTo>
                  <a:lnTo>
                    <a:pt x="409925" y="391073"/>
                  </a:lnTo>
                  <a:close/>
                  <a:moveTo>
                    <a:pt x="560709" y="581099"/>
                  </a:moveTo>
                  <a:lnTo>
                    <a:pt x="557470" y="610049"/>
                  </a:lnTo>
                  <a:lnTo>
                    <a:pt x="583337" y="597947"/>
                  </a:lnTo>
                  <a:close/>
                  <a:moveTo>
                    <a:pt x="560709" y="581099"/>
                  </a:moveTo>
                  <a:lnTo>
                    <a:pt x="583337" y="597947"/>
                  </a:lnTo>
                  <a:lnTo>
                    <a:pt x="564633" y="573294"/>
                  </a:lnTo>
                  <a:close/>
                  <a:moveTo>
                    <a:pt x="564633" y="573294"/>
                  </a:moveTo>
                  <a:lnTo>
                    <a:pt x="592797" y="592865"/>
                  </a:lnTo>
                  <a:lnTo>
                    <a:pt x="596327" y="556111"/>
                  </a:lnTo>
                  <a:close/>
                  <a:moveTo>
                    <a:pt x="610832" y="547717"/>
                  </a:moveTo>
                  <a:lnTo>
                    <a:pt x="564633" y="573294"/>
                  </a:lnTo>
                  <a:lnTo>
                    <a:pt x="596327" y="556111"/>
                  </a:lnTo>
                  <a:close/>
                  <a:moveTo>
                    <a:pt x="610832" y="547717"/>
                  </a:moveTo>
                  <a:lnTo>
                    <a:pt x="588354" y="559883"/>
                  </a:lnTo>
                  <a:lnTo>
                    <a:pt x="564633" y="573294"/>
                  </a:lnTo>
                  <a:close/>
                  <a:moveTo>
                    <a:pt x="610832" y="547717"/>
                  </a:moveTo>
                  <a:lnTo>
                    <a:pt x="596327" y="556111"/>
                  </a:lnTo>
                  <a:lnTo>
                    <a:pt x="620211" y="550311"/>
                  </a:lnTo>
                  <a:close/>
                  <a:moveTo>
                    <a:pt x="662825" y="521325"/>
                  </a:moveTo>
                  <a:lnTo>
                    <a:pt x="620211" y="550311"/>
                  </a:lnTo>
                  <a:lnTo>
                    <a:pt x="645205" y="538927"/>
                  </a:lnTo>
                  <a:close/>
                  <a:moveTo>
                    <a:pt x="610832" y="547717"/>
                  </a:moveTo>
                  <a:lnTo>
                    <a:pt x="620211" y="550311"/>
                  </a:lnTo>
                  <a:lnTo>
                    <a:pt x="662825" y="521325"/>
                  </a:lnTo>
                  <a:close/>
                  <a:moveTo>
                    <a:pt x="638067" y="524966"/>
                  </a:moveTo>
                  <a:lnTo>
                    <a:pt x="610832" y="547717"/>
                  </a:lnTo>
                  <a:lnTo>
                    <a:pt x="662825" y="521325"/>
                  </a:lnTo>
                  <a:close/>
                  <a:moveTo>
                    <a:pt x="579351" y="119827"/>
                  </a:moveTo>
                  <a:lnTo>
                    <a:pt x="578939" y="83072"/>
                  </a:lnTo>
                  <a:lnTo>
                    <a:pt x="550285" y="132600"/>
                  </a:lnTo>
                  <a:close/>
                  <a:moveTo>
                    <a:pt x="468411" y="26746"/>
                  </a:moveTo>
                  <a:lnTo>
                    <a:pt x="459630" y="63501"/>
                  </a:lnTo>
                  <a:lnTo>
                    <a:pt x="489905" y="46317"/>
                  </a:lnTo>
                  <a:close/>
                  <a:moveTo>
                    <a:pt x="468411" y="26746"/>
                  </a:moveTo>
                  <a:lnTo>
                    <a:pt x="489905" y="46317"/>
                  </a:lnTo>
                  <a:lnTo>
                    <a:pt x="492646" y="9562"/>
                  </a:lnTo>
                  <a:close/>
                  <a:moveTo>
                    <a:pt x="500627" y="0"/>
                  </a:moveTo>
                  <a:lnTo>
                    <a:pt x="468411" y="26746"/>
                  </a:lnTo>
                  <a:lnTo>
                    <a:pt x="492646" y="9562"/>
                  </a:lnTo>
                  <a:close/>
                  <a:moveTo>
                    <a:pt x="707494" y="220298"/>
                  </a:moveTo>
                  <a:lnTo>
                    <a:pt x="724007" y="249664"/>
                  </a:lnTo>
                  <a:lnTo>
                    <a:pt x="724428" y="242242"/>
                  </a:lnTo>
                  <a:close/>
                  <a:moveTo>
                    <a:pt x="575041" y="153644"/>
                  </a:moveTo>
                  <a:lnTo>
                    <a:pt x="580149" y="153068"/>
                  </a:lnTo>
                  <a:lnTo>
                    <a:pt x="579351" y="119827"/>
                  </a:lnTo>
                  <a:close/>
                  <a:moveTo>
                    <a:pt x="500627" y="0"/>
                  </a:moveTo>
                  <a:lnTo>
                    <a:pt x="492646" y="9562"/>
                  </a:lnTo>
                  <a:lnTo>
                    <a:pt x="510920" y="327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11" name="Input_density__110">
              <a:extLst>
                <a:ext uri="{FF2B5EF4-FFF2-40B4-BE49-F238E27FC236}">
                  <a16:creationId xmlns:a16="http://schemas.microsoft.com/office/drawing/2014/main" id="{A3769B28-8F33-F53E-A940-895C32B074AD}"/>
                </a:ext>
              </a:extLst>
            </p:cNvPr>
            <p:cNvSpPr>
              <a:spLocks noGrp="1"/>
            </p:cNvSpPr>
            <p:nvPr/>
          </p:nvSpPr>
          <p:spPr>
            <a:xfrm>
              <a:off x="909826" y="1684314"/>
              <a:ext cx="972650" cy="1452325"/>
            </a:xfrm>
            <a:custGeom>
              <a:avLst/>
              <a:gdLst/>
              <a:ahLst/>
              <a:cxnLst/>
              <a:rect l="0" t="0" r="0" b="0"/>
              <a:pathLst>
                <a:path w="972650" h="1452325">
                  <a:moveTo>
                    <a:pt x="140074" y="1441984"/>
                  </a:moveTo>
                  <a:lnTo>
                    <a:pt x="116321" y="1449386"/>
                  </a:lnTo>
                  <a:lnTo>
                    <a:pt x="176159" y="1452325"/>
                  </a:lnTo>
                  <a:close/>
                  <a:moveTo>
                    <a:pt x="214585" y="1327537"/>
                  </a:moveTo>
                  <a:lnTo>
                    <a:pt x="230091" y="1336978"/>
                  </a:lnTo>
                  <a:lnTo>
                    <a:pt x="195446" y="1318869"/>
                  </a:lnTo>
                  <a:close/>
                  <a:moveTo>
                    <a:pt x="308034" y="1323401"/>
                  </a:moveTo>
                  <a:lnTo>
                    <a:pt x="307936" y="1321257"/>
                  </a:lnTo>
                  <a:lnTo>
                    <a:pt x="285723" y="1324190"/>
                  </a:lnTo>
                  <a:close/>
                  <a:moveTo>
                    <a:pt x="17548" y="842407"/>
                  </a:moveTo>
                  <a:lnTo>
                    <a:pt x="54181" y="826259"/>
                  </a:lnTo>
                  <a:lnTo>
                    <a:pt x="41063" y="839915"/>
                  </a:lnTo>
                  <a:close/>
                  <a:moveTo>
                    <a:pt x="15974" y="842318"/>
                  </a:moveTo>
                  <a:lnTo>
                    <a:pt x="17548" y="842407"/>
                  </a:lnTo>
                  <a:lnTo>
                    <a:pt x="0" y="829585"/>
                  </a:lnTo>
                  <a:close/>
                  <a:moveTo>
                    <a:pt x="41063" y="839915"/>
                  </a:moveTo>
                  <a:lnTo>
                    <a:pt x="0" y="829585"/>
                  </a:lnTo>
                  <a:lnTo>
                    <a:pt x="17548" y="842407"/>
                  </a:lnTo>
                  <a:close/>
                  <a:moveTo>
                    <a:pt x="48490" y="817251"/>
                  </a:moveTo>
                  <a:lnTo>
                    <a:pt x="41063" y="839915"/>
                  </a:lnTo>
                  <a:lnTo>
                    <a:pt x="54181" y="826259"/>
                  </a:lnTo>
                  <a:close/>
                  <a:moveTo>
                    <a:pt x="49412" y="727008"/>
                  </a:moveTo>
                  <a:lnTo>
                    <a:pt x="57867" y="735565"/>
                  </a:lnTo>
                  <a:lnTo>
                    <a:pt x="30226" y="703186"/>
                  </a:lnTo>
                  <a:close/>
                  <a:moveTo>
                    <a:pt x="26573" y="698810"/>
                  </a:moveTo>
                  <a:lnTo>
                    <a:pt x="49412" y="727008"/>
                  </a:lnTo>
                  <a:lnTo>
                    <a:pt x="30226" y="703186"/>
                  </a:lnTo>
                  <a:close/>
                  <a:moveTo>
                    <a:pt x="43193" y="655459"/>
                  </a:moveTo>
                  <a:lnTo>
                    <a:pt x="28813" y="697902"/>
                  </a:lnTo>
                  <a:lnTo>
                    <a:pt x="76964" y="657149"/>
                  </a:lnTo>
                  <a:close/>
                  <a:moveTo>
                    <a:pt x="455865" y="1122687"/>
                  </a:moveTo>
                  <a:lnTo>
                    <a:pt x="464588" y="1138166"/>
                  </a:lnTo>
                  <a:lnTo>
                    <a:pt x="444015" y="1157457"/>
                  </a:lnTo>
                  <a:close/>
                  <a:moveTo>
                    <a:pt x="332402" y="893099"/>
                  </a:moveTo>
                  <a:lnTo>
                    <a:pt x="304836" y="938912"/>
                  </a:lnTo>
                  <a:lnTo>
                    <a:pt x="316825" y="931068"/>
                  </a:lnTo>
                  <a:close/>
                  <a:moveTo>
                    <a:pt x="76964" y="657149"/>
                  </a:moveTo>
                  <a:lnTo>
                    <a:pt x="97821" y="644872"/>
                  </a:lnTo>
                  <a:lnTo>
                    <a:pt x="97074" y="670600"/>
                  </a:lnTo>
                  <a:close/>
                  <a:moveTo>
                    <a:pt x="76964" y="657149"/>
                  </a:moveTo>
                  <a:lnTo>
                    <a:pt x="88979" y="664444"/>
                  </a:lnTo>
                  <a:lnTo>
                    <a:pt x="66611" y="646810"/>
                  </a:lnTo>
                  <a:close/>
                  <a:moveTo>
                    <a:pt x="76964" y="657149"/>
                  </a:moveTo>
                  <a:lnTo>
                    <a:pt x="66611" y="646810"/>
                  </a:lnTo>
                  <a:lnTo>
                    <a:pt x="43193" y="655459"/>
                  </a:lnTo>
                  <a:close/>
                  <a:moveTo>
                    <a:pt x="228610" y="689676"/>
                  </a:moveTo>
                  <a:lnTo>
                    <a:pt x="193813" y="737953"/>
                  </a:lnTo>
                  <a:lnTo>
                    <a:pt x="218459" y="716238"/>
                  </a:lnTo>
                  <a:close/>
                  <a:moveTo>
                    <a:pt x="194214" y="735298"/>
                  </a:moveTo>
                  <a:lnTo>
                    <a:pt x="193813" y="737953"/>
                  </a:lnTo>
                  <a:lnTo>
                    <a:pt x="228610" y="689676"/>
                  </a:lnTo>
                  <a:close/>
                  <a:moveTo>
                    <a:pt x="194214" y="735298"/>
                  </a:moveTo>
                  <a:lnTo>
                    <a:pt x="194268" y="690507"/>
                  </a:lnTo>
                  <a:lnTo>
                    <a:pt x="197970" y="720770"/>
                  </a:lnTo>
                  <a:close/>
                  <a:moveTo>
                    <a:pt x="582062" y="1084162"/>
                  </a:moveTo>
                  <a:lnTo>
                    <a:pt x="568926" y="1071137"/>
                  </a:lnTo>
                  <a:lnTo>
                    <a:pt x="575270" y="1082050"/>
                  </a:lnTo>
                  <a:close/>
                  <a:moveTo>
                    <a:pt x="343694" y="839108"/>
                  </a:moveTo>
                  <a:lnTo>
                    <a:pt x="310942" y="828818"/>
                  </a:lnTo>
                  <a:lnTo>
                    <a:pt x="324031" y="831035"/>
                  </a:lnTo>
                  <a:close/>
                  <a:moveTo>
                    <a:pt x="394609" y="808687"/>
                  </a:moveTo>
                  <a:lnTo>
                    <a:pt x="415867" y="780033"/>
                  </a:lnTo>
                  <a:lnTo>
                    <a:pt x="413846" y="777097"/>
                  </a:lnTo>
                  <a:close/>
                  <a:moveTo>
                    <a:pt x="763335" y="1164218"/>
                  </a:moveTo>
                  <a:lnTo>
                    <a:pt x="745519" y="1166780"/>
                  </a:lnTo>
                  <a:lnTo>
                    <a:pt x="777752" y="1148378"/>
                  </a:lnTo>
                  <a:close/>
                  <a:moveTo>
                    <a:pt x="777752" y="1148378"/>
                  </a:moveTo>
                  <a:lnTo>
                    <a:pt x="745519" y="1166780"/>
                  </a:lnTo>
                  <a:lnTo>
                    <a:pt x="721265" y="1157963"/>
                  </a:lnTo>
                  <a:close/>
                  <a:moveTo>
                    <a:pt x="394609" y="808687"/>
                  </a:moveTo>
                  <a:lnTo>
                    <a:pt x="403740" y="762804"/>
                  </a:lnTo>
                  <a:lnTo>
                    <a:pt x="389839" y="813852"/>
                  </a:lnTo>
                  <a:close/>
                  <a:moveTo>
                    <a:pt x="403740" y="762804"/>
                  </a:moveTo>
                  <a:lnTo>
                    <a:pt x="394609" y="808687"/>
                  </a:lnTo>
                  <a:lnTo>
                    <a:pt x="413846" y="777097"/>
                  </a:lnTo>
                  <a:close/>
                  <a:moveTo>
                    <a:pt x="333964" y="702949"/>
                  </a:moveTo>
                  <a:lnTo>
                    <a:pt x="362990" y="718837"/>
                  </a:lnTo>
                  <a:lnTo>
                    <a:pt x="305539" y="698969"/>
                  </a:lnTo>
                  <a:close/>
                  <a:moveTo>
                    <a:pt x="20991" y="257896"/>
                  </a:moveTo>
                  <a:lnTo>
                    <a:pt x="69645" y="245344"/>
                  </a:lnTo>
                  <a:lnTo>
                    <a:pt x="42840" y="269309"/>
                  </a:lnTo>
                  <a:close/>
                  <a:moveTo>
                    <a:pt x="763335" y="1164218"/>
                  </a:moveTo>
                  <a:lnTo>
                    <a:pt x="777537" y="1123091"/>
                  </a:lnTo>
                  <a:lnTo>
                    <a:pt x="762211" y="1110280"/>
                  </a:lnTo>
                  <a:close/>
                  <a:moveTo>
                    <a:pt x="661693" y="805116"/>
                  </a:moveTo>
                  <a:lnTo>
                    <a:pt x="671104" y="806374"/>
                  </a:lnTo>
                  <a:lnTo>
                    <a:pt x="641498" y="799057"/>
                  </a:lnTo>
                  <a:close/>
                  <a:moveTo>
                    <a:pt x="392372" y="607906"/>
                  </a:moveTo>
                  <a:lnTo>
                    <a:pt x="437410" y="628278"/>
                  </a:lnTo>
                  <a:lnTo>
                    <a:pt x="448657" y="597565"/>
                  </a:lnTo>
                  <a:close/>
                  <a:moveTo>
                    <a:pt x="470100" y="578527"/>
                  </a:moveTo>
                  <a:lnTo>
                    <a:pt x="448657" y="597565"/>
                  </a:lnTo>
                  <a:lnTo>
                    <a:pt x="474072" y="580814"/>
                  </a:lnTo>
                  <a:close/>
                  <a:moveTo>
                    <a:pt x="474072" y="580814"/>
                  </a:moveTo>
                  <a:lnTo>
                    <a:pt x="448657" y="597565"/>
                  </a:lnTo>
                  <a:lnTo>
                    <a:pt x="437410" y="628278"/>
                  </a:lnTo>
                  <a:close/>
                  <a:moveTo>
                    <a:pt x="470100" y="578527"/>
                  </a:moveTo>
                  <a:lnTo>
                    <a:pt x="474072" y="580814"/>
                  </a:lnTo>
                  <a:lnTo>
                    <a:pt x="473597" y="566234"/>
                  </a:lnTo>
                  <a:close/>
                  <a:moveTo>
                    <a:pt x="224483" y="335054"/>
                  </a:moveTo>
                  <a:lnTo>
                    <a:pt x="236245" y="370239"/>
                  </a:lnTo>
                  <a:lnTo>
                    <a:pt x="235366" y="375180"/>
                  </a:lnTo>
                  <a:close/>
                  <a:moveTo>
                    <a:pt x="88539" y="185321"/>
                  </a:moveTo>
                  <a:lnTo>
                    <a:pt x="86301" y="211015"/>
                  </a:lnTo>
                  <a:lnTo>
                    <a:pt x="93080" y="191405"/>
                  </a:lnTo>
                  <a:close/>
                  <a:moveTo>
                    <a:pt x="88539" y="185321"/>
                  </a:moveTo>
                  <a:lnTo>
                    <a:pt x="93080" y="191405"/>
                  </a:lnTo>
                  <a:lnTo>
                    <a:pt x="118588" y="143233"/>
                  </a:lnTo>
                  <a:close/>
                  <a:moveTo>
                    <a:pt x="889292" y="1027627"/>
                  </a:moveTo>
                  <a:lnTo>
                    <a:pt x="857704" y="1019587"/>
                  </a:lnTo>
                  <a:lnTo>
                    <a:pt x="861849" y="1021232"/>
                  </a:lnTo>
                  <a:close/>
                  <a:moveTo>
                    <a:pt x="621894" y="676143"/>
                  </a:moveTo>
                  <a:lnTo>
                    <a:pt x="593983" y="671746"/>
                  </a:lnTo>
                  <a:lnTo>
                    <a:pt x="578533" y="709419"/>
                  </a:lnTo>
                  <a:close/>
                  <a:moveTo>
                    <a:pt x="593983" y="671746"/>
                  </a:moveTo>
                  <a:lnTo>
                    <a:pt x="621894" y="676143"/>
                  </a:lnTo>
                  <a:lnTo>
                    <a:pt x="574695" y="652037"/>
                  </a:lnTo>
                  <a:close/>
                  <a:moveTo>
                    <a:pt x="626027" y="666207"/>
                  </a:moveTo>
                  <a:lnTo>
                    <a:pt x="594093" y="671386"/>
                  </a:lnTo>
                  <a:lnTo>
                    <a:pt x="574695" y="652037"/>
                  </a:lnTo>
                  <a:close/>
                  <a:moveTo>
                    <a:pt x="263397" y="278635"/>
                  </a:moveTo>
                  <a:lnTo>
                    <a:pt x="268510" y="236855"/>
                  </a:lnTo>
                  <a:lnTo>
                    <a:pt x="246910" y="245364"/>
                  </a:lnTo>
                  <a:close/>
                  <a:moveTo>
                    <a:pt x="971211" y="1029243"/>
                  </a:moveTo>
                  <a:lnTo>
                    <a:pt x="965041" y="1021975"/>
                  </a:lnTo>
                  <a:lnTo>
                    <a:pt x="953222" y="1045867"/>
                  </a:lnTo>
                  <a:close/>
                  <a:moveTo>
                    <a:pt x="889292" y="1027627"/>
                  </a:moveTo>
                  <a:lnTo>
                    <a:pt x="900150" y="1039158"/>
                  </a:lnTo>
                  <a:lnTo>
                    <a:pt x="909134" y="1025534"/>
                  </a:lnTo>
                  <a:close/>
                  <a:moveTo>
                    <a:pt x="698679" y="813266"/>
                  </a:moveTo>
                  <a:lnTo>
                    <a:pt x="725156" y="787679"/>
                  </a:lnTo>
                  <a:lnTo>
                    <a:pt x="743307" y="764690"/>
                  </a:lnTo>
                  <a:close/>
                  <a:moveTo>
                    <a:pt x="594037" y="671608"/>
                  </a:moveTo>
                  <a:lnTo>
                    <a:pt x="594093" y="671386"/>
                  </a:lnTo>
                  <a:lnTo>
                    <a:pt x="610974" y="638295"/>
                  </a:lnTo>
                  <a:close/>
                  <a:moveTo>
                    <a:pt x="255202" y="220586"/>
                  </a:moveTo>
                  <a:lnTo>
                    <a:pt x="246910" y="245364"/>
                  </a:lnTo>
                  <a:lnTo>
                    <a:pt x="261849" y="230548"/>
                  </a:lnTo>
                  <a:close/>
                  <a:moveTo>
                    <a:pt x="255202" y="220586"/>
                  </a:moveTo>
                  <a:lnTo>
                    <a:pt x="261849" y="230548"/>
                  </a:lnTo>
                  <a:lnTo>
                    <a:pt x="259033" y="194480"/>
                  </a:lnTo>
                  <a:close/>
                  <a:moveTo>
                    <a:pt x="259033" y="194480"/>
                  </a:moveTo>
                  <a:lnTo>
                    <a:pt x="261849" y="230548"/>
                  </a:lnTo>
                  <a:lnTo>
                    <a:pt x="271223" y="211689"/>
                  </a:lnTo>
                  <a:close/>
                  <a:moveTo>
                    <a:pt x="965041" y="1021975"/>
                  </a:moveTo>
                  <a:lnTo>
                    <a:pt x="972650" y="993929"/>
                  </a:lnTo>
                  <a:lnTo>
                    <a:pt x="962482" y="1009251"/>
                  </a:lnTo>
                  <a:close/>
                  <a:moveTo>
                    <a:pt x="334732" y="165359"/>
                  </a:moveTo>
                  <a:lnTo>
                    <a:pt x="327158" y="159427"/>
                  </a:lnTo>
                  <a:lnTo>
                    <a:pt x="311731" y="170725"/>
                  </a:lnTo>
                  <a:close/>
                  <a:moveTo>
                    <a:pt x="334732" y="165359"/>
                  </a:moveTo>
                  <a:lnTo>
                    <a:pt x="345474" y="176610"/>
                  </a:lnTo>
                  <a:lnTo>
                    <a:pt x="337157" y="141212"/>
                  </a:lnTo>
                  <a:close/>
                  <a:moveTo>
                    <a:pt x="327158" y="159427"/>
                  </a:moveTo>
                  <a:lnTo>
                    <a:pt x="334732" y="165359"/>
                  </a:lnTo>
                  <a:lnTo>
                    <a:pt x="337157" y="141212"/>
                  </a:lnTo>
                  <a:close/>
                  <a:moveTo>
                    <a:pt x="700160" y="530176"/>
                  </a:moveTo>
                  <a:lnTo>
                    <a:pt x="693818" y="555264"/>
                  </a:lnTo>
                  <a:lnTo>
                    <a:pt x="730687" y="519737"/>
                  </a:lnTo>
                  <a:close/>
                  <a:moveTo>
                    <a:pt x="325978" y="127785"/>
                  </a:moveTo>
                  <a:lnTo>
                    <a:pt x="337157" y="141212"/>
                  </a:lnTo>
                  <a:lnTo>
                    <a:pt x="342597" y="114218"/>
                  </a:lnTo>
                  <a:close/>
                  <a:moveTo>
                    <a:pt x="327158" y="159427"/>
                  </a:moveTo>
                  <a:lnTo>
                    <a:pt x="337157" y="141212"/>
                  </a:lnTo>
                  <a:lnTo>
                    <a:pt x="319942" y="150295"/>
                  </a:lnTo>
                  <a:close/>
                  <a:moveTo>
                    <a:pt x="368965" y="119869"/>
                  </a:moveTo>
                  <a:lnTo>
                    <a:pt x="337157" y="141212"/>
                  </a:lnTo>
                  <a:lnTo>
                    <a:pt x="366555" y="126549"/>
                  </a:lnTo>
                  <a:close/>
                  <a:moveTo>
                    <a:pt x="368965" y="119869"/>
                  </a:moveTo>
                  <a:lnTo>
                    <a:pt x="342597" y="114218"/>
                  </a:lnTo>
                  <a:lnTo>
                    <a:pt x="337157" y="141212"/>
                  </a:lnTo>
                  <a:close/>
                  <a:moveTo>
                    <a:pt x="342597" y="114218"/>
                  </a:moveTo>
                  <a:lnTo>
                    <a:pt x="368965" y="119869"/>
                  </a:lnTo>
                  <a:lnTo>
                    <a:pt x="347024" y="81895"/>
                  </a:lnTo>
                  <a:close/>
                  <a:moveTo>
                    <a:pt x="368965" y="119869"/>
                  </a:moveTo>
                  <a:lnTo>
                    <a:pt x="378593" y="75351"/>
                  </a:lnTo>
                  <a:lnTo>
                    <a:pt x="347024" y="81895"/>
                  </a:lnTo>
                  <a:close/>
                  <a:moveTo>
                    <a:pt x="340542" y="105489"/>
                  </a:moveTo>
                  <a:lnTo>
                    <a:pt x="342597" y="114218"/>
                  </a:lnTo>
                  <a:lnTo>
                    <a:pt x="347024" y="81895"/>
                  </a:lnTo>
                  <a:close/>
                  <a:moveTo>
                    <a:pt x="730687" y="519737"/>
                  </a:moveTo>
                  <a:lnTo>
                    <a:pt x="755840" y="531930"/>
                  </a:lnTo>
                  <a:lnTo>
                    <a:pt x="700160" y="530176"/>
                  </a:lnTo>
                  <a:close/>
                  <a:moveTo>
                    <a:pt x="621244" y="263492"/>
                  </a:moveTo>
                  <a:lnTo>
                    <a:pt x="585492" y="275925"/>
                  </a:lnTo>
                  <a:lnTo>
                    <a:pt x="565520" y="275934"/>
                  </a:lnTo>
                  <a:close/>
                  <a:moveTo>
                    <a:pt x="378593" y="75351"/>
                  </a:moveTo>
                  <a:lnTo>
                    <a:pt x="382847" y="63837"/>
                  </a:lnTo>
                  <a:lnTo>
                    <a:pt x="366358" y="57974"/>
                  </a:lnTo>
                  <a:close/>
                  <a:moveTo>
                    <a:pt x="347024" y="81895"/>
                  </a:moveTo>
                  <a:lnTo>
                    <a:pt x="378593" y="75351"/>
                  </a:lnTo>
                  <a:lnTo>
                    <a:pt x="366358" y="57974"/>
                  </a:lnTo>
                  <a:close/>
                  <a:moveTo>
                    <a:pt x="382847" y="63837"/>
                  </a:moveTo>
                  <a:lnTo>
                    <a:pt x="414061" y="65549"/>
                  </a:lnTo>
                  <a:lnTo>
                    <a:pt x="394193" y="37466"/>
                  </a:lnTo>
                  <a:close/>
                  <a:moveTo>
                    <a:pt x="375388" y="51550"/>
                  </a:moveTo>
                  <a:lnTo>
                    <a:pt x="382847" y="63837"/>
                  </a:lnTo>
                  <a:lnTo>
                    <a:pt x="394193" y="37466"/>
                  </a:lnTo>
                  <a:close/>
                  <a:moveTo>
                    <a:pt x="596237" y="272080"/>
                  </a:moveTo>
                  <a:lnTo>
                    <a:pt x="621244" y="263492"/>
                  </a:lnTo>
                  <a:lnTo>
                    <a:pt x="636078" y="222747"/>
                  </a:lnTo>
                  <a:close/>
                  <a:moveTo>
                    <a:pt x="636078" y="222747"/>
                  </a:moveTo>
                  <a:lnTo>
                    <a:pt x="641785" y="212501"/>
                  </a:lnTo>
                  <a:lnTo>
                    <a:pt x="616464" y="254897"/>
                  </a:lnTo>
                  <a:close/>
                  <a:moveTo>
                    <a:pt x="628472" y="194308"/>
                  </a:moveTo>
                  <a:lnTo>
                    <a:pt x="647879" y="200958"/>
                  </a:lnTo>
                  <a:lnTo>
                    <a:pt x="641785" y="212501"/>
                  </a:lnTo>
                  <a:close/>
                  <a:moveTo>
                    <a:pt x="708560" y="148382"/>
                  </a:moveTo>
                  <a:lnTo>
                    <a:pt x="731972" y="148610"/>
                  </a:lnTo>
                  <a:lnTo>
                    <a:pt x="699947" y="110265"/>
                  </a:lnTo>
                  <a:close/>
                  <a:moveTo>
                    <a:pt x="659489" y="19572"/>
                  </a:moveTo>
                  <a:lnTo>
                    <a:pt x="667019" y="21435"/>
                  </a:lnTo>
                  <a:lnTo>
                    <a:pt x="650510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12" name="Input_density__111">
              <a:extLst>
                <a:ext uri="{FF2B5EF4-FFF2-40B4-BE49-F238E27FC236}">
                  <a16:creationId xmlns:a16="http://schemas.microsoft.com/office/drawing/2014/main" id="{B893750F-BEE6-031B-3AE7-46B1B4A22CBB}"/>
                </a:ext>
              </a:extLst>
            </p:cNvPr>
            <p:cNvSpPr>
              <a:spLocks noGrp="1"/>
            </p:cNvSpPr>
            <p:nvPr/>
          </p:nvSpPr>
          <p:spPr>
            <a:xfrm>
              <a:off x="867017" y="1490977"/>
              <a:ext cx="876184" cy="1635321"/>
            </a:xfrm>
            <a:custGeom>
              <a:avLst/>
              <a:gdLst/>
              <a:ahLst/>
              <a:cxnLst/>
              <a:rect l="0" t="0" r="0" b="0"/>
              <a:pathLst>
                <a:path w="876184" h="1635321">
                  <a:moveTo>
                    <a:pt x="164430" y="1620082"/>
                  </a:moveTo>
                  <a:lnTo>
                    <a:pt x="182883" y="1635321"/>
                  </a:lnTo>
                  <a:lnTo>
                    <a:pt x="191409" y="1609837"/>
                  </a:lnTo>
                  <a:close/>
                  <a:moveTo>
                    <a:pt x="209416" y="1602899"/>
                  </a:moveTo>
                  <a:lnTo>
                    <a:pt x="191409" y="1609837"/>
                  </a:lnTo>
                  <a:lnTo>
                    <a:pt x="182883" y="1635321"/>
                  </a:lnTo>
                  <a:close/>
                  <a:moveTo>
                    <a:pt x="165274" y="1492634"/>
                  </a:moveTo>
                  <a:lnTo>
                    <a:pt x="157990" y="1542250"/>
                  </a:lnTo>
                  <a:lnTo>
                    <a:pt x="175286" y="1510708"/>
                  </a:lnTo>
                  <a:close/>
                  <a:moveTo>
                    <a:pt x="220093" y="1566144"/>
                  </a:moveTo>
                  <a:lnTo>
                    <a:pt x="209416" y="1602899"/>
                  </a:lnTo>
                  <a:lnTo>
                    <a:pt x="250428" y="1588944"/>
                  </a:lnTo>
                  <a:close/>
                  <a:moveTo>
                    <a:pt x="238255" y="1512206"/>
                  </a:moveTo>
                  <a:lnTo>
                    <a:pt x="264940" y="1495022"/>
                  </a:lnTo>
                  <a:lnTo>
                    <a:pt x="233432" y="1507322"/>
                  </a:lnTo>
                  <a:close/>
                  <a:moveTo>
                    <a:pt x="264940" y="1495022"/>
                  </a:moveTo>
                  <a:lnTo>
                    <a:pt x="247264" y="1462832"/>
                  </a:lnTo>
                  <a:lnTo>
                    <a:pt x="233432" y="1507322"/>
                  </a:lnTo>
                  <a:close/>
                  <a:moveTo>
                    <a:pt x="226071" y="1295517"/>
                  </a:moveTo>
                  <a:lnTo>
                    <a:pt x="241125" y="1330819"/>
                  </a:lnTo>
                  <a:lnTo>
                    <a:pt x="233016" y="1313351"/>
                  </a:lnTo>
                  <a:close/>
                  <a:moveTo>
                    <a:pt x="226655" y="1294064"/>
                  </a:moveTo>
                  <a:lnTo>
                    <a:pt x="226071" y="1295517"/>
                  </a:lnTo>
                  <a:lnTo>
                    <a:pt x="233016" y="1313351"/>
                  </a:lnTo>
                  <a:close/>
                  <a:moveTo>
                    <a:pt x="226895" y="1290469"/>
                  </a:moveTo>
                  <a:lnTo>
                    <a:pt x="226071" y="1295517"/>
                  </a:lnTo>
                  <a:lnTo>
                    <a:pt x="226655" y="1294064"/>
                  </a:lnTo>
                  <a:close/>
                  <a:moveTo>
                    <a:pt x="241125" y="1330819"/>
                  </a:moveTo>
                  <a:lnTo>
                    <a:pt x="259125" y="1367574"/>
                  </a:lnTo>
                  <a:lnTo>
                    <a:pt x="289208" y="1350391"/>
                  </a:lnTo>
                  <a:close/>
                  <a:moveTo>
                    <a:pt x="226655" y="1294064"/>
                  </a:moveTo>
                  <a:lnTo>
                    <a:pt x="233016" y="1313351"/>
                  </a:lnTo>
                  <a:lnTo>
                    <a:pt x="239129" y="1284900"/>
                  </a:lnTo>
                  <a:close/>
                  <a:moveTo>
                    <a:pt x="226895" y="1290469"/>
                  </a:moveTo>
                  <a:lnTo>
                    <a:pt x="226655" y="1294064"/>
                  </a:lnTo>
                  <a:lnTo>
                    <a:pt x="239129" y="1284900"/>
                  </a:lnTo>
                  <a:close/>
                  <a:moveTo>
                    <a:pt x="126875" y="1069451"/>
                  </a:moveTo>
                  <a:lnTo>
                    <a:pt x="103108" y="1076800"/>
                  </a:lnTo>
                  <a:lnTo>
                    <a:pt x="99603" y="1092063"/>
                  </a:lnTo>
                  <a:close/>
                  <a:moveTo>
                    <a:pt x="294706" y="1266805"/>
                  </a:moveTo>
                  <a:lnTo>
                    <a:pt x="334673" y="1261401"/>
                  </a:lnTo>
                  <a:lnTo>
                    <a:pt x="318024" y="1230189"/>
                  </a:lnTo>
                  <a:close/>
                  <a:moveTo>
                    <a:pt x="334673" y="1261401"/>
                  </a:moveTo>
                  <a:lnTo>
                    <a:pt x="368975" y="1260602"/>
                  </a:lnTo>
                  <a:lnTo>
                    <a:pt x="318024" y="1230189"/>
                  </a:lnTo>
                  <a:close/>
                  <a:moveTo>
                    <a:pt x="15074" y="855393"/>
                  </a:moveTo>
                  <a:lnTo>
                    <a:pt x="0" y="872576"/>
                  </a:lnTo>
                  <a:lnTo>
                    <a:pt x="21398" y="892147"/>
                  </a:lnTo>
                  <a:close/>
                  <a:moveTo>
                    <a:pt x="15074" y="855393"/>
                  </a:moveTo>
                  <a:lnTo>
                    <a:pt x="12148" y="818638"/>
                  </a:lnTo>
                  <a:lnTo>
                    <a:pt x="0" y="872576"/>
                  </a:lnTo>
                  <a:close/>
                  <a:moveTo>
                    <a:pt x="154967" y="1002412"/>
                  </a:moveTo>
                  <a:lnTo>
                    <a:pt x="189289" y="985815"/>
                  </a:lnTo>
                  <a:lnTo>
                    <a:pt x="188737" y="985550"/>
                  </a:lnTo>
                  <a:close/>
                  <a:moveTo>
                    <a:pt x="148117" y="965657"/>
                  </a:moveTo>
                  <a:lnTo>
                    <a:pt x="188737" y="985550"/>
                  </a:lnTo>
                  <a:lnTo>
                    <a:pt x="177834" y="949667"/>
                  </a:lnTo>
                  <a:close/>
                  <a:moveTo>
                    <a:pt x="189788" y="985229"/>
                  </a:moveTo>
                  <a:lnTo>
                    <a:pt x="179753" y="948474"/>
                  </a:lnTo>
                  <a:lnTo>
                    <a:pt x="188737" y="985550"/>
                  </a:lnTo>
                  <a:close/>
                  <a:moveTo>
                    <a:pt x="179753" y="948474"/>
                  </a:moveTo>
                  <a:lnTo>
                    <a:pt x="177834" y="949667"/>
                  </a:lnTo>
                  <a:lnTo>
                    <a:pt x="188737" y="985550"/>
                  </a:lnTo>
                  <a:close/>
                  <a:moveTo>
                    <a:pt x="188737" y="985550"/>
                  </a:moveTo>
                  <a:lnTo>
                    <a:pt x="189289" y="985815"/>
                  </a:lnTo>
                  <a:lnTo>
                    <a:pt x="189788" y="985229"/>
                  </a:lnTo>
                  <a:close/>
                  <a:moveTo>
                    <a:pt x="154266" y="951079"/>
                  </a:moveTo>
                  <a:lnTo>
                    <a:pt x="177834" y="949667"/>
                  </a:lnTo>
                  <a:lnTo>
                    <a:pt x="179753" y="948474"/>
                  </a:lnTo>
                  <a:close/>
                  <a:moveTo>
                    <a:pt x="15074" y="855393"/>
                  </a:moveTo>
                  <a:lnTo>
                    <a:pt x="21398" y="892147"/>
                  </a:lnTo>
                  <a:lnTo>
                    <a:pt x="37413" y="838209"/>
                  </a:lnTo>
                  <a:close/>
                  <a:moveTo>
                    <a:pt x="12148" y="818638"/>
                  </a:moveTo>
                  <a:lnTo>
                    <a:pt x="15074" y="855393"/>
                  </a:lnTo>
                  <a:lnTo>
                    <a:pt x="37413" y="838209"/>
                  </a:lnTo>
                  <a:close/>
                  <a:moveTo>
                    <a:pt x="12148" y="818638"/>
                  </a:moveTo>
                  <a:lnTo>
                    <a:pt x="37413" y="838209"/>
                  </a:lnTo>
                  <a:lnTo>
                    <a:pt x="18479" y="801454"/>
                  </a:lnTo>
                  <a:close/>
                  <a:moveTo>
                    <a:pt x="31529" y="769706"/>
                  </a:moveTo>
                  <a:lnTo>
                    <a:pt x="12148" y="818638"/>
                  </a:lnTo>
                  <a:lnTo>
                    <a:pt x="18479" y="801454"/>
                  </a:lnTo>
                  <a:close/>
                  <a:moveTo>
                    <a:pt x="456028" y="1279269"/>
                  </a:moveTo>
                  <a:lnTo>
                    <a:pt x="447657" y="1316024"/>
                  </a:lnTo>
                  <a:lnTo>
                    <a:pt x="487934" y="1298840"/>
                  </a:lnTo>
                  <a:close/>
                  <a:moveTo>
                    <a:pt x="456028" y="1279269"/>
                  </a:moveTo>
                  <a:lnTo>
                    <a:pt x="487934" y="1298840"/>
                  </a:lnTo>
                  <a:lnTo>
                    <a:pt x="479921" y="1262086"/>
                  </a:lnTo>
                  <a:close/>
                  <a:moveTo>
                    <a:pt x="481191" y="1233525"/>
                  </a:moveTo>
                  <a:lnTo>
                    <a:pt x="456028" y="1279269"/>
                  </a:lnTo>
                  <a:lnTo>
                    <a:pt x="479921" y="1262086"/>
                  </a:lnTo>
                  <a:close/>
                  <a:moveTo>
                    <a:pt x="323738" y="1058739"/>
                  </a:moveTo>
                  <a:lnTo>
                    <a:pt x="333378" y="1083466"/>
                  </a:lnTo>
                  <a:lnTo>
                    <a:pt x="360272" y="1078311"/>
                  </a:lnTo>
                  <a:close/>
                  <a:moveTo>
                    <a:pt x="187305" y="1021984"/>
                  </a:moveTo>
                  <a:lnTo>
                    <a:pt x="189272" y="985115"/>
                  </a:lnTo>
                  <a:lnTo>
                    <a:pt x="189289" y="985815"/>
                  </a:lnTo>
                  <a:close/>
                  <a:moveTo>
                    <a:pt x="75715" y="754776"/>
                  </a:moveTo>
                  <a:lnTo>
                    <a:pt x="44213" y="764699"/>
                  </a:lnTo>
                  <a:lnTo>
                    <a:pt x="85895" y="752189"/>
                  </a:lnTo>
                  <a:close/>
                  <a:moveTo>
                    <a:pt x="85895" y="752189"/>
                  </a:moveTo>
                  <a:lnTo>
                    <a:pt x="44213" y="764699"/>
                  </a:lnTo>
                  <a:lnTo>
                    <a:pt x="31529" y="769706"/>
                  </a:lnTo>
                  <a:close/>
                  <a:moveTo>
                    <a:pt x="562416" y="1211691"/>
                  </a:moveTo>
                  <a:lnTo>
                    <a:pt x="553994" y="1244902"/>
                  </a:lnTo>
                  <a:lnTo>
                    <a:pt x="558706" y="1208147"/>
                  </a:lnTo>
                  <a:close/>
                  <a:moveTo>
                    <a:pt x="185283" y="809369"/>
                  </a:moveTo>
                  <a:lnTo>
                    <a:pt x="156768" y="767087"/>
                  </a:lnTo>
                  <a:lnTo>
                    <a:pt x="146560" y="769016"/>
                  </a:lnTo>
                  <a:close/>
                  <a:moveTo>
                    <a:pt x="146560" y="769016"/>
                  </a:moveTo>
                  <a:lnTo>
                    <a:pt x="150904" y="774462"/>
                  </a:lnTo>
                  <a:lnTo>
                    <a:pt x="185283" y="809369"/>
                  </a:lnTo>
                  <a:close/>
                  <a:moveTo>
                    <a:pt x="110421" y="771308"/>
                  </a:moveTo>
                  <a:lnTo>
                    <a:pt x="118566" y="749764"/>
                  </a:lnTo>
                  <a:lnTo>
                    <a:pt x="85895" y="752189"/>
                  </a:lnTo>
                  <a:close/>
                  <a:moveTo>
                    <a:pt x="125152" y="747516"/>
                  </a:moveTo>
                  <a:lnTo>
                    <a:pt x="118566" y="749764"/>
                  </a:lnTo>
                  <a:lnTo>
                    <a:pt x="173508" y="734396"/>
                  </a:lnTo>
                  <a:close/>
                  <a:moveTo>
                    <a:pt x="558706" y="1208147"/>
                  </a:moveTo>
                  <a:lnTo>
                    <a:pt x="553994" y="1244902"/>
                  </a:lnTo>
                  <a:lnTo>
                    <a:pt x="586071" y="1227719"/>
                  </a:lnTo>
                  <a:close/>
                  <a:moveTo>
                    <a:pt x="558706" y="1208147"/>
                  </a:moveTo>
                  <a:lnTo>
                    <a:pt x="586071" y="1227719"/>
                  </a:lnTo>
                  <a:lnTo>
                    <a:pt x="564787" y="1190964"/>
                  </a:lnTo>
                  <a:close/>
                  <a:moveTo>
                    <a:pt x="156768" y="767087"/>
                  </a:moveTo>
                  <a:lnTo>
                    <a:pt x="188256" y="789537"/>
                  </a:lnTo>
                  <a:lnTo>
                    <a:pt x="190837" y="760108"/>
                  </a:lnTo>
                  <a:close/>
                  <a:moveTo>
                    <a:pt x="226660" y="758072"/>
                  </a:moveTo>
                  <a:lnTo>
                    <a:pt x="190837" y="760108"/>
                  </a:lnTo>
                  <a:lnTo>
                    <a:pt x="225715" y="803587"/>
                  </a:lnTo>
                  <a:close/>
                  <a:moveTo>
                    <a:pt x="226660" y="758072"/>
                  </a:moveTo>
                  <a:lnTo>
                    <a:pt x="220431" y="718389"/>
                  </a:lnTo>
                  <a:lnTo>
                    <a:pt x="190837" y="760108"/>
                  </a:lnTo>
                  <a:close/>
                  <a:moveTo>
                    <a:pt x="537940" y="1154209"/>
                  </a:moveTo>
                  <a:lnTo>
                    <a:pt x="526190" y="1117454"/>
                  </a:lnTo>
                  <a:lnTo>
                    <a:pt x="524942" y="1125574"/>
                  </a:lnTo>
                  <a:close/>
                  <a:moveTo>
                    <a:pt x="531954" y="1106324"/>
                  </a:moveTo>
                  <a:lnTo>
                    <a:pt x="524942" y="1125574"/>
                  </a:lnTo>
                  <a:lnTo>
                    <a:pt x="526190" y="1117454"/>
                  </a:lnTo>
                  <a:close/>
                  <a:moveTo>
                    <a:pt x="300791" y="860169"/>
                  </a:moveTo>
                  <a:lnTo>
                    <a:pt x="313241" y="823414"/>
                  </a:lnTo>
                  <a:lnTo>
                    <a:pt x="309222" y="834622"/>
                  </a:lnTo>
                  <a:close/>
                  <a:moveTo>
                    <a:pt x="316330" y="798450"/>
                  </a:moveTo>
                  <a:lnTo>
                    <a:pt x="309222" y="834622"/>
                  </a:lnTo>
                  <a:lnTo>
                    <a:pt x="313241" y="823414"/>
                  </a:lnTo>
                  <a:close/>
                  <a:moveTo>
                    <a:pt x="553074" y="1089082"/>
                  </a:moveTo>
                  <a:lnTo>
                    <a:pt x="531954" y="1106324"/>
                  </a:lnTo>
                  <a:lnTo>
                    <a:pt x="526190" y="1117454"/>
                  </a:lnTo>
                  <a:close/>
                  <a:moveTo>
                    <a:pt x="582948" y="1076198"/>
                  </a:moveTo>
                  <a:lnTo>
                    <a:pt x="531954" y="1106324"/>
                  </a:lnTo>
                  <a:lnTo>
                    <a:pt x="553074" y="1089082"/>
                  </a:lnTo>
                  <a:close/>
                  <a:moveTo>
                    <a:pt x="300791" y="860169"/>
                  </a:moveTo>
                  <a:lnTo>
                    <a:pt x="342831" y="806231"/>
                  </a:lnTo>
                  <a:lnTo>
                    <a:pt x="313241" y="823414"/>
                  </a:lnTo>
                  <a:close/>
                  <a:moveTo>
                    <a:pt x="342831" y="806231"/>
                  </a:moveTo>
                  <a:lnTo>
                    <a:pt x="316330" y="798450"/>
                  </a:lnTo>
                  <a:lnTo>
                    <a:pt x="313241" y="823414"/>
                  </a:lnTo>
                  <a:close/>
                  <a:moveTo>
                    <a:pt x="276151" y="732721"/>
                  </a:moveTo>
                  <a:lnTo>
                    <a:pt x="287395" y="718634"/>
                  </a:lnTo>
                  <a:lnTo>
                    <a:pt x="236598" y="713149"/>
                  </a:lnTo>
                  <a:close/>
                  <a:moveTo>
                    <a:pt x="253831" y="749904"/>
                  </a:moveTo>
                  <a:lnTo>
                    <a:pt x="276151" y="732721"/>
                  </a:lnTo>
                  <a:lnTo>
                    <a:pt x="236598" y="713149"/>
                  </a:lnTo>
                  <a:close/>
                  <a:moveTo>
                    <a:pt x="271692" y="703803"/>
                  </a:moveTo>
                  <a:lnTo>
                    <a:pt x="287395" y="718634"/>
                  </a:lnTo>
                  <a:lnTo>
                    <a:pt x="318480" y="710280"/>
                  </a:lnTo>
                  <a:close/>
                  <a:moveTo>
                    <a:pt x="203504" y="676394"/>
                  </a:moveTo>
                  <a:lnTo>
                    <a:pt x="221920" y="694619"/>
                  </a:lnTo>
                  <a:lnTo>
                    <a:pt x="226762" y="668495"/>
                  </a:lnTo>
                  <a:close/>
                  <a:moveTo>
                    <a:pt x="213544" y="663303"/>
                  </a:moveTo>
                  <a:lnTo>
                    <a:pt x="203504" y="676394"/>
                  </a:lnTo>
                  <a:lnTo>
                    <a:pt x="226762" y="668495"/>
                  </a:lnTo>
                  <a:close/>
                  <a:moveTo>
                    <a:pt x="785752" y="1239934"/>
                  </a:moveTo>
                  <a:lnTo>
                    <a:pt x="825175" y="1212924"/>
                  </a:lnTo>
                  <a:lnTo>
                    <a:pt x="786646" y="1227243"/>
                  </a:lnTo>
                  <a:close/>
                  <a:moveTo>
                    <a:pt x="781384" y="1223603"/>
                  </a:moveTo>
                  <a:lnTo>
                    <a:pt x="786646" y="1227243"/>
                  </a:lnTo>
                  <a:lnTo>
                    <a:pt x="825175" y="1212924"/>
                  </a:lnTo>
                  <a:close/>
                  <a:moveTo>
                    <a:pt x="745911" y="1065904"/>
                  </a:moveTo>
                  <a:lnTo>
                    <a:pt x="760729" y="1050172"/>
                  </a:lnTo>
                  <a:lnTo>
                    <a:pt x="713148" y="1083087"/>
                  </a:lnTo>
                  <a:close/>
                  <a:moveTo>
                    <a:pt x="639475" y="1009577"/>
                  </a:moveTo>
                  <a:lnTo>
                    <a:pt x="664097" y="1034242"/>
                  </a:lnTo>
                  <a:lnTo>
                    <a:pt x="676980" y="993741"/>
                  </a:lnTo>
                  <a:close/>
                  <a:moveTo>
                    <a:pt x="424198" y="760180"/>
                  </a:moveTo>
                  <a:lnTo>
                    <a:pt x="411060" y="778917"/>
                  </a:lnTo>
                  <a:lnTo>
                    <a:pt x="438992" y="735109"/>
                  </a:lnTo>
                  <a:close/>
                  <a:moveTo>
                    <a:pt x="424198" y="760180"/>
                  </a:moveTo>
                  <a:lnTo>
                    <a:pt x="438992" y="735109"/>
                  </a:lnTo>
                  <a:lnTo>
                    <a:pt x="428698" y="746919"/>
                  </a:lnTo>
                  <a:close/>
                  <a:moveTo>
                    <a:pt x="423466" y="752292"/>
                  </a:moveTo>
                  <a:lnTo>
                    <a:pt x="424198" y="760180"/>
                  </a:lnTo>
                  <a:lnTo>
                    <a:pt x="428698" y="746919"/>
                  </a:lnTo>
                  <a:close/>
                  <a:moveTo>
                    <a:pt x="441989" y="730487"/>
                  </a:moveTo>
                  <a:lnTo>
                    <a:pt x="423466" y="752292"/>
                  </a:lnTo>
                  <a:lnTo>
                    <a:pt x="428698" y="746919"/>
                  </a:lnTo>
                  <a:close/>
                  <a:moveTo>
                    <a:pt x="447513" y="722773"/>
                  </a:moveTo>
                  <a:lnTo>
                    <a:pt x="423466" y="752292"/>
                  </a:lnTo>
                  <a:lnTo>
                    <a:pt x="441989" y="730487"/>
                  </a:lnTo>
                  <a:close/>
                  <a:moveTo>
                    <a:pt x="469409" y="708432"/>
                  </a:moveTo>
                  <a:lnTo>
                    <a:pt x="447513" y="722773"/>
                  </a:lnTo>
                  <a:lnTo>
                    <a:pt x="441989" y="730487"/>
                  </a:lnTo>
                  <a:close/>
                  <a:moveTo>
                    <a:pt x="129646" y="335296"/>
                  </a:moveTo>
                  <a:lnTo>
                    <a:pt x="94341" y="294049"/>
                  </a:lnTo>
                  <a:lnTo>
                    <a:pt x="91378" y="294571"/>
                  </a:lnTo>
                  <a:close/>
                  <a:moveTo>
                    <a:pt x="63649" y="284181"/>
                  </a:moveTo>
                  <a:lnTo>
                    <a:pt x="40130" y="311232"/>
                  </a:lnTo>
                  <a:lnTo>
                    <a:pt x="91378" y="294571"/>
                  </a:lnTo>
                  <a:close/>
                  <a:moveTo>
                    <a:pt x="94341" y="294049"/>
                  </a:moveTo>
                  <a:lnTo>
                    <a:pt x="63649" y="284181"/>
                  </a:lnTo>
                  <a:lnTo>
                    <a:pt x="91378" y="294571"/>
                  </a:lnTo>
                  <a:close/>
                  <a:moveTo>
                    <a:pt x="694684" y="938455"/>
                  </a:moveTo>
                  <a:lnTo>
                    <a:pt x="683379" y="943791"/>
                  </a:lnTo>
                  <a:lnTo>
                    <a:pt x="684307" y="992394"/>
                  </a:lnTo>
                  <a:close/>
                  <a:moveTo>
                    <a:pt x="711557" y="901700"/>
                  </a:moveTo>
                  <a:lnTo>
                    <a:pt x="683379" y="943791"/>
                  </a:lnTo>
                  <a:lnTo>
                    <a:pt x="694684" y="938455"/>
                  </a:lnTo>
                  <a:close/>
                  <a:moveTo>
                    <a:pt x="469409" y="708432"/>
                  </a:moveTo>
                  <a:lnTo>
                    <a:pt x="474739" y="681171"/>
                  </a:lnTo>
                  <a:lnTo>
                    <a:pt x="474661" y="691893"/>
                  </a:lnTo>
                  <a:close/>
                  <a:moveTo>
                    <a:pt x="475951" y="698354"/>
                  </a:moveTo>
                  <a:lnTo>
                    <a:pt x="469409" y="708432"/>
                  </a:lnTo>
                  <a:lnTo>
                    <a:pt x="474661" y="691893"/>
                  </a:lnTo>
                  <a:close/>
                  <a:moveTo>
                    <a:pt x="483811" y="666071"/>
                  </a:moveTo>
                  <a:lnTo>
                    <a:pt x="475951" y="698354"/>
                  </a:lnTo>
                  <a:lnTo>
                    <a:pt x="474661" y="691893"/>
                  </a:lnTo>
                  <a:close/>
                  <a:moveTo>
                    <a:pt x="135450" y="285830"/>
                  </a:moveTo>
                  <a:lnTo>
                    <a:pt x="94341" y="294049"/>
                  </a:lnTo>
                  <a:lnTo>
                    <a:pt x="129106" y="308129"/>
                  </a:lnTo>
                  <a:close/>
                  <a:moveTo>
                    <a:pt x="120127" y="274558"/>
                  </a:moveTo>
                  <a:lnTo>
                    <a:pt x="94341" y="294049"/>
                  </a:lnTo>
                  <a:lnTo>
                    <a:pt x="135450" y="285830"/>
                  </a:lnTo>
                  <a:close/>
                  <a:moveTo>
                    <a:pt x="129106" y="308129"/>
                  </a:moveTo>
                  <a:lnTo>
                    <a:pt x="160786" y="276866"/>
                  </a:lnTo>
                  <a:lnTo>
                    <a:pt x="135450" y="285830"/>
                  </a:lnTo>
                  <a:close/>
                  <a:moveTo>
                    <a:pt x="129329" y="257294"/>
                  </a:moveTo>
                  <a:lnTo>
                    <a:pt x="135450" y="285830"/>
                  </a:lnTo>
                  <a:lnTo>
                    <a:pt x="160786" y="276866"/>
                  </a:lnTo>
                  <a:close/>
                  <a:moveTo>
                    <a:pt x="129329" y="257294"/>
                  </a:moveTo>
                  <a:lnTo>
                    <a:pt x="160786" y="276866"/>
                  </a:lnTo>
                  <a:lnTo>
                    <a:pt x="163732" y="240111"/>
                  </a:lnTo>
                  <a:close/>
                  <a:moveTo>
                    <a:pt x="483811" y="666071"/>
                  </a:moveTo>
                  <a:lnTo>
                    <a:pt x="474661" y="691893"/>
                  </a:lnTo>
                  <a:lnTo>
                    <a:pt x="474739" y="681171"/>
                  </a:lnTo>
                  <a:close/>
                  <a:moveTo>
                    <a:pt x="694684" y="938455"/>
                  </a:moveTo>
                  <a:lnTo>
                    <a:pt x="692817" y="949204"/>
                  </a:lnTo>
                  <a:lnTo>
                    <a:pt x="693782" y="935334"/>
                  </a:lnTo>
                  <a:close/>
                  <a:moveTo>
                    <a:pt x="786116" y="958027"/>
                  </a:moveTo>
                  <a:lnTo>
                    <a:pt x="789996" y="967181"/>
                  </a:lnTo>
                  <a:lnTo>
                    <a:pt x="786887" y="1003312"/>
                  </a:lnTo>
                  <a:close/>
                  <a:moveTo>
                    <a:pt x="789077" y="958027"/>
                  </a:moveTo>
                  <a:lnTo>
                    <a:pt x="786887" y="1003312"/>
                  </a:lnTo>
                  <a:lnTo>
                    <a:pt x="789996" y="967181"/>
                  </a:lnTo>
                  <a:close/>
                  <a:moveTo>
                    <a:pt x="694684" y="938455"/>
                  </a:moveTo>
                  <a:lnTo>
                    <a:pt x="693782" y="935334"/>
                  </a:lnTo>
                  <a:lnTo>
                    <a:pt x="711557" y="901700"/>
                  </a:lnTo>
                  <a:close/>
                  <a:moveTo>
                    <a:pt x="711557" y="901700"/>
                  </a:moveTo>
                  <a:lnTo>
                    <a:pt x="693782" y="935334"/>
                  </a:lnTo>
                  <a:lnTo>
                    <a:pt x="740062" y="905060"/>
                  </a:lnTo>
                  <a:close/>
                  <a:moveTo>
                    <a:pt x="740062" y="905060"/>
                  </a:moveTo>
                  <a:lnTo>
                    <a:pt x="715125" y="900323"/>
                  </a:lnTo>
                  <a:lnTo>
                    <a:pt x="711557" y="901700"/>
                  </a:lnTo>
                  <a:close/>
                  <a:moveTo>
                    <a:pt x="483811" y="666071"/>
                  </a:moveTo>
                  <a:lnTo>
                    <a:pt x="506878" y="665701"/>
                  </a:lnTo>
                  <a:lnTo>
                    <a:pt x="512717" y="649570"/>
                  </a:lnTo>
                  <a:close/>
                  <a:moveTo>
                    <a:pt x="512717" y="649570"/>
                  </a:moveTo>
                  <a:lnTo>
                    <a:pt x="506878" y="665701"/>
                  </a:lnTo>
                  <a:lnTo>
                    <a:pt x="527426" y="627232"/>
                  </a:lnTo>
                  <a:close/>
                  <a:moveTo>
                    <a:pt x="354036" y="458382"/>
                  </a:moveTo>
                  <a:lnTo>
                    <a:pt x="334169" y="480311"/>
                  </a:lnTo>
                  <a:lnTo>
                    <a:pt x="327066" y="497396"/>
                  </a:lnTo>
                  <a:close/>
                  <a:moveTo>
                    <a:pt x="160786" y="276866"/>
                  </a:moveTo>
                  <a:lnTo>
                    <a:pt x="171533" y="222927"/>
                  </a:lnTo>
                  <a:lnTo>
                    <a:pt x="163732" y="240111"/>
                  </a:lnTo>
                  <a:close/>
                  <a:moveTo>
                    <a:pt x="186675" y="206378"/>
                  </a:moveTo>
                  <a:lnTo>
                    <a:pt x="163732" y="240111"/>
                  </a:lnTo>
                  <a:lnTo>
                    <a:pt x="171533" y="222927"/>
                  </a:lnTo>
                  <a:close/>
                  <a:moveTo>
                    <a:pt x="186675" y="206378"/>
                  </a:moveTo>
                  <a:lnTo>
                    <a:pt x="168307" y="233912"/>
                  </a:lnTo>
                  <a:lnTo>
                    <a:pt x="163732" y="240111"/>
                  </a:lnTo>
                  <a:close/>
                  <a:moveTo>
                    <a:pt x="530705" y="620614"/>
                  </a:moveTo>
                  <a:lnTo>
                    <a:pt x="521888" y="635839"/>
                  </a:lnTo>
                  <a:lnTo>
                    <a:pt x="527426" y="627232"/>
                  </a:lnTo>
                  <a:close/>
                  <a:moveTo>
                    <a:pt x="838809" y="943441"/>
                  </a:moveTo>
                  <a:lnTo>
                    <a:pt x="789077" y="958027"/>
                  </a:lnTo>
                  <a:lnTo>
                    <a:pt x="844268" y="949309"/>
                  </a:lnTo>
                  <a:close/>
                  <a:moveTo>
                    <a:pt x="789077" y="958027"/>
                  </a:moveTo>
                  <a:lnTo>
                    <a:pt x="789996" y="967181"/>
                  </a:lnTo>
                  <a:lnTo>
                    <a:pt x="844268" y="949309"/>
                  </a:lnTo>
                  <a:close/>
                  <a:moveTo>
                    <a:pt x="814370" y="933731"/>
                  </a:moveTo>
                  <a:lnTo>
                    <a:pt x="789077" y="958027"/>
                  </a:lnTo>
                  <a:lnTo>
                    <a:pt x="838809" y="943441"/>
                  </a:lnTo>
                  <a:close/>
                  <a:moveTo>
                    <a:pt x="838809" y="943441"/>
                  </a:moveTo>
                  <a:lnTo>
                    <a:pt x="847571" y="933289"/>
                  </a:lnTo>
                  <a:lnTo>
                    <a:pt x="814370" y="933731"/>
                  </a:lnTo>
                  <a:close/>
                  <a:moveTo>
                    <a:pt x="838809" y="943441"/>
                  </a:moveTo>
                  <a:lnTo>
                    <a:pt x="874384" y="941607"/>
                  </a:lnTo>
                  <a:lnTo>
                    <a:pt x="847571" y="933289"/>
                  </a:lnTo>
                  <a:close/>
                  <a:moveTo>
                    <a:pt x="874384" y="941607"/>
                  </a:moveTo>
                  <a:lnTo>
                    <a:pt x="838809" y="943441"/>
                  </a:lnTo>
                  <a:lnTo>
                    <a:pt x="876184" y="944059"/>
                  </a:lnTo>
                  <a:close/>
                  <a:moveTo>
                    <a:pt x="838809" y="943441"/>
                  </a:moveTo>
                  <a:lnTo>
                    <a:pt x="844268" y="949309"/>
                  </a:lnTo>
                  <a:lnTo>
                    <a:pt x="876184" y="944059"/>
                  </a:lnTo>
                  <a:close/>
                  <a:moveTo>
                    <a:pt x="731855" y="797228"/>
                  </a:moveTo>
                  <a:lnTo>
                    <a:pt x="721844" y="836947"/>
                  </a:lnTo>
                  <a:lnTo>
                    <a:pt x="744653" y="793824"/>
                  </a:lnTo>
                  <a:close/>
                  <a:moveTo>
                    <a:pt x="744653" y="793824"/>
                  </a:moveTo>
                  <a:lnTo>
                    <a:pt x="734920" y="847762"/>
                  </a:lnTo>
                  <a:lnTo>
                    <a:pt x="747523" y="830579"/>
                  </a:lnTo>
                  <a:close/>
                  <a:moveTo>
                    <a:pt x="731855" y="797228"/>
                  </a:moveTo>
                  <a:lnTo>
                    <a:pt x="734478" y="787975"/>
                  </a:lnTo>
                  <a:lnTo>
                    <a:pt x="698456" y="777872"/>
                  </a:lnTo>
                  <a:close/>
                  <a:moveTo>
                    <a:pt x="426873" y="390425"/>
                  </a:moveTo>
                  <a:lnTo>
                    <a:pt x="381338" y="400356"/>
                  </a:lnTo>
                  <a:lnTo>
                    <a:pt x="428404" y="391073"/>
                  </a:lnTo>
                  <a:close/>
                  <a:moveTo>
                    <a:pt x="245288" y="205963"/>
                  </a:moveTo>
                  <a:lnTo>
                    <a:pt x="245664" y="206142"/>
                  </a:lnTo>
                  <a:lnTo>
                    <a:pt x="279128" y="206683"/>
                  </a:lnTo>
                  <a:close/>
                  <a:moveTo>
                    <a:pt x="245664" y="206142"/>
                  </a:moveTo>
                  <a:lnTo>
                    <a:pt x="245288" y="205963"/>
                  </a:lnTo>
                  <a:lnTo>
                    <a:pt x="243310" y="205744"/>
                  </a:lnTo>
                  <a:close/>
                  <a:moveTo>
                    <a:pt x="744653" y="793824"/>
                  </a:moveTo>
                  <a:lnTo>
                    <a:pt x="795468" y="795222"/>
                  </a:lnTo>
                  <a:lnTo>
                    <a:pt x="776343" y="788148"/>
                  </a:lnTo>
                  <a:close/>
                  <a:moveTo>
                    <a:pt x="776343" y="788148"/>
                  </a:moveTo>
                  <a:lnTo>
                    <a:pt x="763163" y="770648"/>
                  </a:lnTo>
                  <a:lnTo>
                    <a:pt x="744653" y="793824"/>
                  </a:lnTo>
                  <a:close/>
                  <a:moveTo>
                    <a:pt x="776343" y="788148"/>
                  </a:moveTo>
                  <a:lnTo>
                    <a:pt x="795468" y="795222"/>
                  </a:lnTo>
                  <a:lnTo>
                    <a:pt x="828476" y="794057"/>
                  </a:lnTo>
                  <a:close/>
                  <a:moveTo>
                    <a:pt x="450462" y="377337"/>
                  </a:moveTo>
                  <a:lnTo>
                    <a:pt x="428404" y="391073"/>
                  </a:lnTo>
                  <a:lnTo>
                    <a:pt x="397569" y="400362"/>
                  </a:lnTo>
                  <a:close/>
                  <a:moveTo>
                    <a:pt x="300044" y="188676"/>
                  </a:moveTo>
                  <a:lnTo>
                    <a:pt x="279128" y="206683"/>
                  </a:lnTo>
                  <a:lnTo>
                    <a:pt x="245664" y="206142"/>
                  </a:lnTo>
                  <a:close/>
                  <a:moveTo>
                    <a:pt x="681304" y="521325"/>
                  </a:moveTo>
                  <a:lnTo>
                    <a:pt x="663684" y="538927"/>
                  </a:lnTo>
                  <a:lnTo>
                    <a:pt x="698913" y="528439"/>
                  </a:lnTo>
                  <a:close/>
                  <a:moveTo>
                    <a:pt x="666877" y="375495"/>
                  </a:moveTo>
                  <a:lnTo>
                    <a:pt x="666292" y="368990"/>
                  </a:lnTo>
                  <a:lnTo>
                    <a:pt x="630512" y="359793"/>
                  </a:lnTo>
                  <a:close/>
                  <a:moveTo>
                    <a:pt x="666292" y="368990"/>
                  </a:moveTo>
                  <a:lnTo>
                    <a:pt x="666877" y="375495"/>
                  </a:lnTo>
                  <a:lnTo>
                    <a:pt x="677975" y="374724"/>
                  </a:lnTo>
                  <a:close/>
                  <a:moveTo>
                    <a:pt x="665684" y="331717"/>
                  </a:moveTo>
                  <a:lnTo>
                    <a:pt x="666292" y="368990"/>
                  </a:lnTo>
                  <a:lnTo>
                    <a:pt x="695478" y="320785"/>
                  </a:lnTo>
                  <a:close/>
                  <a:moveTo>
                    <a:pt x="666292" y="368990"/>
                  </a:moveTo>
                  <a:lnTo>
                    <a:pt x="677975" y="374724"/>
                  </a:lnTo>
                  <a:lnTo>
                    <a:pt x="695478" y="320785"/>
                  </a:lnTo>
                  <a:close/>
                  <a:moveTo>
                    <a:pt x="665684" y="331717"/>
                  </a:moveTo>
                  <a:lnTo>
                    <a:pt x="630512" y="359793"/>
                  </a:lnTo>
                  <a:lnTo>
                    <a:pt x="666292" y="368990"/>
                  </a:lnTo>
                  <a:close/>
                  <a:moveTo>
                    <a:pt x="672861" y="297344"/>
                  </a:moveTo>
                  <a:lnTo>
                    <a:pt x="657807" y="284031"/>
                  </a:lnTo>
                  <a:lnTo>
                    <a:pt x="665684" y="331717"/>
                  </a:lnTo>
                  <a:close/>
                  <a:moveTo>
                    <a:pt x="665684" y="331717"/>
                  </a:moveTo>
                  <a:lnTo>
                    <a:pt x="695478" y="320785"/>
                  </a:lnTo>
                  <a:lnTo>
                    <a:pt x="672861" y="297344"/>
                  </a:lnTo>
                  <a:close/>
                  <a:moveTo>
                    <a:pt x="479350" y="72144"/>
                  </a:moveTo>
                  <a:lnTo>
                    <a:pt x="478109" y="63501"/>
                  </a:lnTo>
                  <a:lnTo>
                    <a:pt x="462983" y="80684"/>
                  </a:lnTo>
                  <a:close/>
                  <a:moveTo>
                    <a:pt x="678689" y="276399"/>
                  </a:moveTo>
                  <a:lnTo>
                    <a:pt x="672861" y="297344"/>
                  </a:lnTo>
                  <a:lnTo>
                    <a:pt x="698223" y="266847"/>
                  </a:lnTo>
                  <a:close/>
                  <a:moveTo>
                    <a:pt x="672861" y="297344"/>
                  </a:moveTo>
                  <a:lnTo>
                    <a:pt x="695478" y="320785"/>
                  </a:lnTo>
                  <a:lnTo>
                    <a:pt x="698223" y="266847"/>
                  </a:lnTo>
                  <a:close/>
                  <a:moveTo>
                    <a:pt x="698223" y="266847"/>
                  </a:moveTo>
                  <a:lnTo>
                    <a:pt x="695478" y="320785"/>
                  </a:lnTo>
                  <a:lnTo>
                    <a:pt x="732253" y="298616"/>
                  </a:lnTo>
                  <a:close/>
                  <a:moveTo>
                    <a:pt x="732253" y="298616"/>
                  </a:moveTo>
                  <a:lnTo>
                    <a:pt x="695478" y="320785"/>
                  </a:lnTo>
                  <a:lnTo>
                    <a:pt x="728081" y="308079"/>
                  </a:lnTo>
                  <a:close/>
                  <a:moveTo>
                    <a:pt x="657807" y="284031"/>
                  </a:moveTo>
                  <a:lnTo>
                    <a:pt x="672861" y="297344"/>
                  </a:lnTo>
                  <a:lnTo>
                    <a:pt x="678689" y="276399"/>
                  </a:lnTo>
                  <a:close/>
                  <a:moveTo>
                    <a:pt x="678689" y="276399"/>
                  </a:moveTo>
                  <a:lnTo>
                    <a:pt x="698223" y="266847"/>
                  </a:lnTo>
                  <a:lnTo>
                    <a:pt x="686687" y="252826"/>
                  </a:lnTo>
                  <a:close/>
                  <a:moveTo>
                    <a:pt x="604536" y="193337"/>
                  </a:moveTo>
                  <a:lnTo>
                    <a:pt x="592771" y="157830"/>
                  </a:lnTo>
                  <a:lnTo>
                    <a:pt x="599149" y="173766"/>
                  </a:lnTo>
                  <a:close/>
                  <a:moveTo>
                    <a:pt x="592771" y="157830"/>
                  </a:moveTo>
                  <a:lnTo>
                    <a:pt x="593520" y="153644"/>
                  </a:lnTo>
                  <a:lnTo>
                    <a:pt x="599149" y="173766"/>
                  </a:lnTo>
                  <a:close/>
                  <a:moveTo>
                    <a:pt x="599149" y="173766"/>
                  </a:moveTo>
                  <a:lnTo>
                    <a:pt x="593520" y="153644"/>
                  </a:lnTo>
                  <a:lnTo>
                    <a:pt x="597830" y="119827"/>
                  </a:lnTo>
                  <a:close/>
                  <a:moveTo>
                    <a:pt x="597830" y="119827"/>
                  </a:moveTo>
                  <a:lnTo>
                    <a:pt x="568764" y="132600"/>
                  </a:lnTo>
                  <a:lnTo>
                    <a:pt x="599149" y="173766"/>
                  </a:lnTo>
                  <a:close/>
                  <a:moveTo>
                    <a:pt x="597418" y="83072"/>
                  </a:moveTo>
                  <a:lnTo>
                    <a:pt x="570213" y="86675"/>
                  </a:lnTo>
                  <a:lnTo>
                    <a:pt x="568764" y="132600"/>
                  </a:lnTo>
                  <a:close/>
                  <a:moveTo>
                    <a:pt x="478109" y="63501"/>
                  </a:moveTo>
                  <a:lnTo>
                    <a:pt x="479350" y="72144"/>
                  </a:lnTo>
                  <a:lnTo>
                    <a:pt x="523784" y="97333"/>
                  </a:lnTo>
                  <a:close/>
                  <a:moveTo>
                    <a:pt x="508384" y="46317"/>
                  </a:moveTo>
                  <a:lnTo>
                    <a:pt x="478109" y="63501"/>
                  </a:lnTo>
                  <a:lnTo>
                    <a:pt x="523784" y="97333"/>
                  </a:lnTo>
                  <a:close/>
                  <a:moveTo>
                    <a:pt x="732253" y="298616"/>
                  </a:moveTo>
                  <a:lnTo>
                    <a:pt x="742756" y="303602"/>
                  </a:lnTo>
                  <a:lnTo>
                    <a:pt x="741430" y="297226"/>
                  </a:lnTo>
                  <a:close/>
                  <a:moveTo>
                    <a:pt x="698223" y="266847"/>
                  </a:moveTo>
                  <a:lnTo>
                    <a:pt x="732253" y="298616"/>
                  </a:lnTo>
                  <a:lnTo>
                    <a:pt x="745727" y="286419"/>
                  </a:lnTo>
                  <a:close/>
                  <a:moveTo>
                    <a:pt x="698223" y="266847"/>
                  </a:moveTo>
                  <a:lnTo>
                    <a:pt x="742486" y="249664"/>
                  </a:lnTo>
                  <a:lnTo>
                    <a:pt x="725973" y="220298"/>
                  </a:lnTo>
                  <a:close/>
                  <a:moveTo>
                    <a:pt x="725973" y="220298"/>
                  </a:moveTo>
                  <a:lnTo>
                    <a:pt x="742907" y="242242"/>
                  </a:lnTo>
                  <a:lnTo>
                    <a:pt x="769522" y="217172"/>
                  </a:lnTo>
                  <a:close/>
                  <a:moveTo>
                    <a:pt x="611004" y="102644"/>
                  </a:moveTo>
                  <a:lnTo>
                    <a:pt x="597418" y="83072"/>
                  </a:lnTo>
                  <a:lnTo>
                    <a:pt x="597830" y="119827"/>
                  </a:lnTo>
                  <a:close/>
                  <a:moveTo>
                    <a:pt x="511125" y="9562"/>
                  </a:moveTo>
                  <a:lnTo>
                    <a:pt x="548181" y="32751"/>
                  </a:lnTo>
                  <a:lnTo>
                    <a:pt x="529399" y="3274"/>
                  </a:lnTo>
                  <a:close/>
                  <a:moveTo>
                    <a:pt x="508384" y="46317"/>
                  </a:moveTo>
                  <a:lnTo>
                    <a:pt x="548181" y="32751"/>
                  </a:lnTo>
                  <a:lnTo>
                    <a:pt x="511125" y="9562"/>
                  </a:lnTo>
                  <a:close/>
                  <a:moveTo>
                    <a:pt x="529399" y="3274"/>
                  </a:moveTo>
                  <a:lnTo>
                    <a:pt x="553254" y="3097"/>
                  </a:lnTo>
                  <a:lnTo>
                    <a:pt x="519106" y="0"/>
                  </a:lnTo>
                  <a:close/>
                  <a:moveTo>
                    <a:pt x="742907" y="242242"/>
                  </a:moveTo>
                  <a:lnTo>
                    <a:pt x="754225" y="242076"/>
                  </a:lnTo>
                  <a:lnTo>
                    <a:pt x="769522" y="21717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13" name="Input_density__112">
              <a:extLst>
                <a:ext uri="{FF2B5EF4-FFF2-40B4-BE49-F238E27FC236}">
                  <a16:creationId xmlns:a16="http://schemas.microsoft.com/office/drawing/2014/main" id="{12D8D3F8-044D-0ACE-B2DD-42A0818966FD}"/>
                </a:ext>
              </a:extLst>
            </p:cNvPr>
            <p:cNvSpPr>
              <a:spLocks noGrp="1"/>
            </p:cNvSpPr>
            <p:nvPr/>
          </p:nvSpPr>
          <p:spPr>
            <a:xfrm>
              <a:off x="979471" y="1711906"/>
              <a:ext cx="904426" cy="1309386"/>
            </a:xfrm>
            <a:custGeom>
              <a:avLst/>
              <a:gdLst/>
              <a:ahLst/>
              <a:cxnLst/>
              <a:rect l="0" t="0" r="0" b="0"/>
              <a:pathLst>
                <a:path w="904426" h="1309386">
                  <a:moveTo>
                    <a:pt x="182690" y="1296339"/>
                  </a:moveTo>
                  <a:lnTo>
                    <a:pt x="160447" y="1309386"/>
                  </a:lnTo>
                  <a:lnTo>
                    <a:pt x="216079" y="1296599"/>
                  </a:lnTo>
                  <a:close/>
                  <a:moveTo>
                    <a:pt x="238389" y="1295809"/>
                  </a:moveTo>
                  <a:lnTo>
                    <a:pt x="216079" y="1296599"/>
                  </a:lnTo>
                  <a:lnTo>
                    <a:pt x="246381" y="1293665"/>
                  </a:lnTo>
                  <a:close/>
                  <a:moveTo>
                    <a:pt x="224835" y="904105"/>
                  </a:moveTo>
                  <a:lnTo>
                    <a:pt x="189112" y="935521"/>
                  </a:lnTo>
                  <a:lnTo>
                    <a:pt x="219305" y="923830"/>
                  </a:lnTo>
                  <a:close/>
                  <a:moveTo>
                    <a:pt x="224835" y="904105"/>
                  </a:moveTo>
                  <a:lnTo>
                    <a:pt x="219305" y="923830"/>
                  </a:lnTo>
                  <a:lnTo>
                    <a:pt x="235192" y="911320"/>
                  </a:lnTo>
                  <a:close/>
                  <a:moveTo>
                    <a:pt x="124569" y="707707"/>
                  </a:moveTo>
                  <a:lnTo>
                    <a:pt x="125661" y="726654"/>
                  </a:lnTo>
                  <a:lnTo>
                    <a:pt x="124168" y="710362"/>
                  </a:lnTo>
                  <a:close/>
                  <a:moveTo>
                    <a:pt x="483989" y="1060728"/>
                  </a:moveTo>
                  <a:lnTo>
                    <a:pt x="484335" y="1052312"/>
                  </a:lnTo>
                  <a:lnTo>
                    <a:pt x="481430" y="1088572"/>
                  </a:lnTo>
                  <a:close/>
                  <a:moveTo>
                    <a:pt x="484335" y="1052312"/>
                  </a:moveTo>
                  <a:lnTo>
                    <a:pt x="483989" y="1060728"/>
                  </a:lnTo>
                  <a:lnTo>
                    <a:pt x="505625" y="1054458"/>
                  </a:lnTo>
                  <a:close/>
                  <a:moveTo>
                    <a:pt x="298890" y="808186"/>
                  </a:moveTo>
                  <a:lnTo>
                    <a:pt x="317403" y="793530"/>
                  </a:lnTo>
                  <a:lnTo>
                    <a:pt x="320194" y="786260"/>
                  </a:lnTo>
                  <a:close/>
                  <a:moveTo>
                    <a:pt x="307327" y="811359"/>
                  </a:moveTo>
                  <a:lnTo>
                    <a:pt x="317403" y="793530"/>
                  </a:lnTo>
                  <a:lnTo>
                    <a:pt x="298890" y="808186"/>
                  </a:lnTo>
                  <a:close/>
                  <a:moveTo>
                    <a:pt x="274049" y="811516"/>
                  </a:moveTo>
                  <a:lnTo>
                    <a:pt x="307327" y="811359"/>
                  </a:lnTo>
                  <a:lnTo>
                    <a:pt x="298890" y="808186"/>
                  </a:lnTo>
                  <a:close/>
                  <a:moveTo>
                    <a:pt x="317403" y="793530"/>
                  </a:moveTo>
                  <a:lnTo>
                    <a:pt x="307327" y="811359"/>
                  </a:lnTo>
                  <a:lnTo>
                    <a:pt x="321605" y="803443"/>
                  </a:lnTo>
                  <a:close/>
                  <a:moveTo>
                    <a:pt x="317403" y="793530"/>
                  </a:moveTo>
                  <a:lnTo>
                    <a:pt x="336670" y="796495"/>
                  </a:lnTo>
                  <a:lnTo>
                    <a:pt x="324965" y="781096"/>
                  </a:lnTo>
                  <a:close/>
                  <a:moveTo>
                    <a:pt x="320194" y="786260"/>
                  </a:moveTo>
                  <a:lnTo>
                    <a:pt x="317403" y="793530"/>
                  </a:lnTo>
                  <a:lnTo>
                    <a:pt x="324965" y="781096"/>
                  </a:lnTo>
                  <a:close/>
                  <a:moveTo>
                    <a:pt x="8568" y="200569"/>
                  </a:moveTo>
                  <a:lnTo>
                    <a:pt x="0" y="217752"/>
                  </a:lnTo>
                  <a:lnTo>
                    <a:pt x="16656" y="183424"/>
                  </a:lnTo>
                  <a:close/>
                  <a:moveTo>
                    <a:pt x="720566" y="1009178"/>
                  </a:moveTo>
                  <a:lnTo>
                    <a:pt x="731902" y="1017333"/>
                  </a:lnTo>
                  <a:lnTo>
                    <a:pt x="711158" y="1035983"/>
                  </a:lnTo>
                  <a:close/>
                  <a:moveTo>
                    <a:pt x="720566" y="1009178"/>
                  </a:moveTo>
                  <a:lnTo>
                    <a:pt x="743032" y="991995"/>
                  </a:lnTo>
                  <a:lnTo>
                    <a:pt x="731902" y="1017333"/>
                  </a:lnTo>
                  <a:close/>
                  <a:moveTo>
                    <a:pt x="743032" y="991995"/>
                  </a:moveTo>
                  <a:lnTo>
                    <a:pt x="720566" y="1009178"/>
                  </a:lnTo>
                  <a:lnTo>
                    <a:pt x="755996" y="982841"/>
                  </a:lnTo>
                  <a:close/>
                  <a:moveTo>
                    <a:pt x="785873" y="1014444"/>
                  </a:moveTo>
                  <a:lnTo>
                    <a:pt x="788060" y="991995"/>
                  </a:lnTo>
                  <a:lnTo>
                    <a:pt x="819647" y="1000035"/>
                  </a:lnTo>
                  <a:close/>
                  <a:moveTo>
                    <a:pt x="508888" y="681827"/>
                  </a:moveTo>
                  <a:lnTo>
                    <a:pt x="524338" y="644154"/>
                  </a:lnTo>
                  <a:lnTo>
                    <a:pt x="502898" y="697955"/>
                  </a:lnTo>
                  <a:close/>
                  <a:moveTo>
                    <a:pt x="502898" y="697955"/>
                  </a:moveTo>
                  <a:lnTo>
                    <a:pt x="524338" y="644154"/>
                  </a:lnTo>
                  <a:lnTo>
                    <a:pt x="524393" y="644017"/>
                  </a:lnTo>
                  <a:close/>
                  <a:moveTo>
                    <a:pt x="502898" y="697955"/>
                  </a:moveTo>
                  <a:lnTo>
                    <a:pt x="524393" y="644017"/>
                  </a:lnTo>
                  <a:lnTo>
                    <a:pt x="511865" y="680772"/>
                  </a:lnTo>
                  <a:close/>
                  <a:moveTo>
                    <a:pt x="524393" y="644017"/>
                  </a:moveTo>
                  <a:lnTo>
                    <a:pt x="524338" y="644154"/>
                  </a:lnTo>
                  <a:lnTo>
                    <a:pt x="524448" y="643794"/>
                  </a:lnTo>
                  <a:close/>
                  <a:moveTo>
                    <a:pt x="403495" y="571639"/>
                  </a:moveTo>
                  <a:lnTo>
                    <a:pt x="379013" y="569973"/>
                  </a:lnTo>
                  <a:lnTo>
                    <a:pt x="400455" y="550935"/>
                  </a:lnTo>
                  <a:close/>
                  <a:moveTo>
                    <a:pt x="400455" y="550935"/>
                  </a:moveTo>
                  <a:lnTo>
                    <a:pt x="403953" y="538642"/>
                  </a:lnTo>
                  <a:lnTo>
                    <a:pt x="422585" y="512097"/>
                  </a:lnTo>
                  <a:close/>
                  <a:moveTo>
                    <a:pt x="422585" y="512097"/>
                  </a:moveTo>
                  <a:lnTo>
                    <a:pt x="431097" y="513881"/>
                  </a:lnTo>
                  <a:lnTo>
                    <a:pt x="426210" y="496997"/>
                  </a:lnTo>
                  <a:close/>
                  <a:moveTo>
                    <a:pt x="891894" y="953163"/>
                  </a:moveTo>
                  <a:lnTo>
                    <a:pt x="904426" y="954579"/>
                  </a:lnTo>
                  <a:lnTo>
                    <a:pt x="892970" y="940445"/>
                  </a:lnTo>
                  <a:close/>
                  <a:moveTo>
                    <a:pt x="526592" y="244488"/>
                  </a:moveTo>
                  <a:lnTo>
                    <a:pt x="515848" y="248333"/>
                  </a:lnTo>
                  <a:lnTo>
                    <a:pt x="551600" y="235900"/>
                  </a:lnTo>
                  <a:close/>
                  <a:moveTo>
                    <a:pt x="344416" y="37957"/>
                  </a:moveTo>
                  <a:lnTo>
                    <a:pt x="357887" y="9948"/>
                  </a:lnTo>
                  <a:lnTo>
                    <a:pt x="324548" y="9875"/>
                  </a:lnTo>
                  <a:close/>
                  <a:moveTo>
                    <a:pt x="526592" y="244488"/>
                  </a:moveTo>
                  <a:lnTo>
                    <a:pt x="521544" y="248106"/>
                  </a:lnTo>
                  <a:lnTo>
                    <a:pt x="515848" y="248333"/>
                  </a:lnTo>
                  <a:close/>
                  <a:moveTo>
                    <a:pt x="526592" y="244488"/>
                  </a:moveTo>
                  <a:lnTo>
                    <a:pt x="542926" y="231839"/>
                  </a:lnTo>
                  <a:lnTo>
                    <a:pt x="521544" y="248106"/>
                  </a:lnTo>
                  <a:close/>
                  <a:moveTo>
                    <a:pt x="546819" y="227305"/>
                  </a:moveTo>
                  <a:lnTo>
                    <a:pt x="526592" y="244488"/>
                  </a:lnTo>
                  <a:lnTo>
                    <a:pt x="566434" y="195156"/>
                  </a:lnTo>
                  <a:close/>
                  <a:moveTo>
                    <a:pt x="324548" y="9875"/>
                  </a:moveTo>
                  <a:lnTo>
                    <a:pt x="357887" y="9948"/>
                  </a:lnTo>
                  <a:lnTo>
                    <a:pt x="380959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14" name="Input_density__113">
              <a:extLst>
                <a:ext uri="{FF2B5EF4-FFF2-40B4-BE49-F238E27FC236}">
                  <a16:creationId xmlns:a16="http://schemas.microsoft.com/office/drawing/2014/main" id="{DD5B13CC-0348-A8F7-4B6D-21467B5025BF}"/>
                </a:ext>
              </a:extLst>
            </p:cNvPr>
            <p:cNvSpPr>
              <a:spLocks noGrp="1"/>
            </p:cNvSpPr>
            <p:nvPr/>
          </p:nvSpPr>
          <p:spPr>
            <a:xfrm>
              <a:off x="1182127" y="2623226"/>
              <a:ext cx="32536" cy="12509"/>
            </a:xfrm>
            <a:custGeom>
              <a:avLst/>
              <a:gdLst/>
              <a:ahLst/>
              <a:cxnLst/>
              <a:rect l="0" t="0" r="0" b="0"/>
              <a:pathLst>
                <a:path w="32536" h="12509">
                  <a:moveTo>
                    <a:pt x="32536" y="0"/>
                  </a:moveTo>
                  <a:lnTo>
                    <a:pt x="16649" y="12509"/>
                  </a:lnTo>
                  <a:lnTo>
                    <a:pt x="0" y="10816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15" name="Input_density__114">
              <a:extLst>
                <a:ext uri="{FF2B5EF4-FFF2-40B4-BE49-F238E27FC236}">
                  <a16:creationId xmlns:a16="http://schemas.microsoft.com/office/drawing/2014/main" id="{71BA3323-ABD3-BBD9-D5FF-C9429D9350B2}"/>
                </a:ext>
              </a:extLst>
            </p:cNvPr>
            <p:cNvSpPr>
              <a:spLocks noGrp="1"/>
            </p:cNvSpPr>
            <p:nvPr/>
          </p:nvSpPr>
          <p:spPr>
            <a:xfrm>
              <a:off x="888415" y="1674945"/>
              <a:ext cx="940643" cy="1464050"/>
            </a:xfrm>
            <a:custGeom>
              <a:avLst/>
              <a:gdLst/>
              <a:ahLst/>
              <a:cxnLst/>
              <a:rect l="0" t="0" r="0" b="0"/>
              <a:pathLst>
                <a:path w="940643" h="1464050">
                  <a:moveTo>
                    <a:pt x="209692" y="1455686"/>
                  </a:moveTo>
                  <a:lnTo>
                    <a:pt x="223933" y="1464050"/>
                  </a:lnTo>
                  <a:lnTo>
                    <a:pt x="230463" y="1448559"/>
                  </a:lnTo>
                  <a:close/>
                  <a:moveTo>
                    <a:pt x="270578" y="1443034"/>
                  </a:moveTo>
                  <a:lnTo>
                    <a:pt x="230463" y="1448559"/>
                  </a:lnTo>
                  <a:lnTo>
                    <a:pt x="223933" y="1464050"/>
                  </a:lnTo>
                  <a:close/>
                  <a:moveTo>
                    <a:pt x="280468" y="1293871"/>
                  </a:moveTo>
                  <a:lnTo>
                    <a:pt x="273746" y="1333300"/>
                  </a:lnTo>
                  <a:lnTo>
                    <a:pt x="292147" y="1305890"/>
                  </a:lnTo>
                  <a:close/>
                  <a:moveTo>
                    <a:pt x="280468" y="1293871"/>
                  </a:moveTo>
                  <a:lnTo>
                    <a:pt x="243542" y="1311054"/>
                  </a:lnTo>
                  <a:lnTo>
                    <a:pt x="273746" y="1333300"/>
                  </a:lnTo>
                  <a:close/>
                  <a:moveTo>
                    <a:pt x="317511" y="1276688"/>
                  </a:moveTo>
                  <a:lnTo>
                    <a:pt x="292147" y="1305890"/>
                  </a:lnTo>
                  <a:lnTo>
                    <a:pt x="329348" y="1330626"/>
                  </a:lnTo>
                  <a:close/>
                  <a:moveTo>
                    <a:pt x="289902" y="1158841"/>
                  </a:moveTo>
                  <a:lnTo>
                    <a:pt x="327875" y="1155059"/>
                  </a:lnTo>
                  <a:lnTo>
                    <a:pt x="313971" y="1121615"/>
                  </a:lnTo>
                  <a:close/>
                  <a:moveTo>
                    <a:pt x="289902" y="1158841"/>
                  </a:moveTo>
                  <a:lnTo>
                    <a:pt x="313971" y="1121615"/>
                  </a:lnTo>
                  <a:lnTo>
                    <a:pt x="283230" y="1119519"/>
                  </a:lnTo>
                  <a:close/>
                  <a:moveTo>
                    <a:pt x="0" y="708180"/>
                  </a:moveTo>
                  <a:lnTo>
                    <a:pt x="36442" y="692493"/>
                  </a:lnTo>
                  <a:lnTo>
                    <a:pt x="16015" y="654241"/>
                  </a:lnTo>
                  <a:close/>
                  <a:moveTo>
                    <a:pt x="160050" y="784078"/>
                  </a:moveTo>
                  <a:lnTo>
                    <a:pt x="167875" y="801147"/>
                  </a:lnTo>
                  <a:lnTo>
                    <a:pt x="165908" y="838016"/>
                  </a:lnTo>
                  <a:close/>
                  <a:moveTo>
                    <a:pt x="179294" y="820833"/>
                  </a:moveTo>
                  <a:lnTo>
                    <a:pt x="160050" y="784078"/>
                  </a:lnTo>
                  <a:lnTo>
                    <a:pt x="165908" y="838016"/>
                  </a:lnTo>
                  <a:close/>
                  <a:moveTo>
                    <a:pt x="136810" y="710568"/>
                  </a:moveTo>
                  <a:lnTo>
                    <a:pt x="144269" y="727751"/>
                  </a:lnTo>
                  <a:lnTo>
                    <a:pt x="154906" y="747323"/>
                  </a:lnTo>
                  <a:close/>
                  <a:moveTo>
                    <a:pt x="37150" y="686756"/>
                  </a:moveTo>
                  <a:lnTo>
                    <a:pt x="36422" y="637058"/>
                  </a:lnTo>
                  <a:lnTo>
                    <a:pt x="16015" y="654241"/>
                  </a:lnTo>
                  <a:close/>
                  <a:moveTo>
                    <a:pt x="160050" y="784078"/>
                  </a:moveTo>
                  <a:lnTo>
                    <a:pt x="158236" y="764236"/>
                  </a:lnTo>
                  <a:lnTo>
                    <a:pt x="167875" y="801147"/>
                  </a:lnTo>
                  <a:close/>
                  <a:moveTo>
                    <a:pt x="160050" y="784078"/>
                  </a:moveTo>
                  <a:lnTo>
                    <a:pt x="154906" y="747323"/>
                  </a:lnTo>
                  <a:lnTo>
                    <a:pt x="158236" y="764236"/>
                  </a:lnTo>
                  <a:close/>
                  <a:moveTo>
                    <a:pt x="512087" y="1113650"/>
                  </a:moveTo>
                  <a:lnTo>
                    <a:pt x="500429" y="1097689"/>
                  </a:lnTo>
                  <a:lnTo>
                    <a:pt x="526924" y="1079763"/>
                  </a:lnTo>
                  <a:close/>
                  <a:moveTo>
                    <a:pt x="473659" y="1073056"/>
                  </a:moveTo>
                  <a:lnTo>
                    <a:pt x="496611" y="1099144"/>
                  </a:lnTo>
                  <a:lnTo>
                    <a:pt x="502862" y="1076403"/>
                  </a:lnTo>
                  <a:close/>
                  <a:moveTo>
                    <a:pt x="136810" y="710568"/>
                  </a:moveTo>
                  <a:lnTo>
                    <a:pt x="154906" y="747323"/>
                  </a:lnTo>
                  <a:lnTo>
                    <a:pt x="178205" y="730139"/>
                  </a:lnTo>
                  <a:close/>
                  <a:moveTo>
                    <a:pt x="136810" y="710568"/>
                  </a:moveTo>
                  <a:lnTo>
                    <a:pt x="178205" y="730139"/>
                  </a:lnTo>
                  <a:lnTo>
                    <a:pt x="157213" y="693385"/>
                  </a:lnTo>
                  <a:close/>
                  <a:moveTo>
                    <a:pt x="136810" y="710568"/>
                  </a:moveTo>
                  <a:lnTo>
                    <a:pt x="157213" y="693385"/>
                  </a:lnTo>
                  <a:lnTo>
                    <a:pt x="172638" y="663034"/>
                  </a:lnTo>
                  <a:close/>
                  <a:moveTo>
                    <a:pt x="172638" y="663034"/>
                  </a:moveTo>
                  <a:lnTo>
                    <a:pt x="157213" y="693385"/>
                  </a:lnTo>
                  <a:lnTo>
                    <a:pt x="183365" y="667284"/>
                  </a:lnTo>
                  <a:close/>
                  <a:moveTo>
                    <a:pt x="135206" y="708012"/>
                  </a:moveTo>
                  <a:lnTo>
                    <a:pt x="136810" y="710568"/>
                  </a:lnTo>
                  <a:lnTo>
                    <a:pt x="172638" y="663034"/>
                  </a:lnTo>
                  <a:close/>
                  <a:moveTo>
                    <a:pt x="172638" y="663034"/>
                  </a:moveTo>
                  <a:lnTo>
                    <a:pt x="163596" y="656629"/>
                  </a:lnTo>
                  <a:lnTo>
                    <a:pt x="156888" y="692869"/>
                  </a:lnTo>
                  <a:close/>
                  <a:moveTo>
                    <a:pt x="156888" y="692869"/>
                  </a:moveTo>
                  <a:lnTo>
                    <a:pt x="135206" y="708012"/>
                  </a:lnTo>
                  <a:lnTo>
                    <a:pt x="172638" y="663034"/>
                  </a:lnTo>
                  <a:close/>
                  <a:moveTo>
                    <a:pt x="183365" y="667284"/>
                  </a:moveTo>
                  <a:lnTo>
                    <a:pt x="211165" y="693385"/>
                  </a:lnTo>
                  <a:lnTo>
                    <a:pt x="172638" y="663034"/>
                  </a:lnTo>
                  <a:close/>
                  <a:moveTo>
                    <a:pt x="575391" y="1089273"/>
                  </a:moveTo>
                  <a:lnTo>
                    <a:pt x="584324" y="1073584"/>
                  </a:lnTo>
                  <a:lnTo>
                    <a:pt x="541586" y="1089668"/>
                  </a:lnTo>
                  <a:close/>
                  <a:moveTo>
                    <a:pt x="543390" y="1006996"/>
                  </a:moveTo>
                  <a:lnTo>
                    <a:pt x="527170" y="984472"/>
                  </a:lnTo>
                  <a:lnTo>
                    <a:pt x="514800" y="977203"/>
                  </a:lnTo>
                  <a:close/>
                  <a:moveTo>
                    <a:pt x="183365" y="667284"/>
                  </a:moveTo>
                  <a:lnTo>
                    <a:pt x="157213" y="693385"/>
                  </a:lnTo>
                  <a:lnTo>
                    <a:pt x="210045" y="670829"/>
                  </a:lnTo>
                  <a:close/>
                  <a:moveTo>
                    <a:pt x="183365" y="667284"/>
                  </a:moveTo>
                  <a:lnTo>
                    <a:pt x="216976" y="676201"/>
                  </a:lnTo>
                  <a:lnTo>
                    <a:pt x="211165" y="693385"/>
                  </a:lnTo>
                  <a:close/>
                  <a:moveTo>
                    <a:pt x="183365" y="667284"/>
                  </a:moveTo>
                  <a:lnTo>
                    <a:pt x="210045" y="670829"/>
                  </a:lnTo>
                  <a:lnTo>
                    <a:pt x="216976" y="676201"/>
                  </a:lnTo>
                  <a:close/>
                  <a:moveTo>
                    <a:pt x="129507" y="590494"/>
                  </a:moveTo>
                  <a:lnTo>
                    <a:pt x="99984" y="604691"/>
                  </a:lnTo>
                  <a:lnTo>
                    <a:pt x="157687" y="599647"/>
                  </a:lnTo>
                  <a:close/>
                  <a:moveTo>
                    <a:pt x="516542" y="970241"/>
                  </a:moveTo>
                  <a:lnTo>
                    <a:pt x="514800" y="977203"/>
                  </a:lnTo>
                  <a:lnTo>
                    <a:pt x="527170" y="984472"/>
                  </a:lnTo>
                  <a:close/>
                  <a:moveTo>
                    <a:pt x="543390" y="1006996"/>
                  </a:moveTo>
                  <a:lnTo>
                    <a:pt x="593476" y="1026568"/>
                  </a:lnTo>
                  <a:lnTo>
                    <a:pt x="554946" y="989813"/>
                  </a:lnTo>
                  <a:close/>
                  <a:moveTo>
                    <a:pt x="543390" y="1006996"/>
                  </a:moveTo>
                  <a:lnTo>
                    <a:pt x="554946" y="989813"/>
                  </a:lnTo>
                  <a:lnTo>
                    <a:pt x="527170" y="984472"/>
                  </a:lnTo>
                  <a:close/>
                  <a:moveTo>
                    <a:pt x="554946" y="989813"/>
                  </a:moveTo>
                  <a:lnTo>
                    <a:pt x="553934" y="988330"/>
                  </a:lnTo>
                  <a:lnTo>
                    <a:pt x="527170" y="984472"/>
                  </a:lnTo>
                  <a:close/>
                  <a:moveTo>
                    <a:pt x="380435" y="736692"/>
                  </a:moveTo>
                  <a:lnTo>
                    <a:pt x="339472" y="749711"/>
                  </a:lnTo>
                  <a:lnTo>
                    <a:pt x="386750" y="736986"/>
                  </a:lnTo>
                  <a:close/>
                  <a:moveTo>
                    <a:pt x="386750" y="736986"/>
                  </a:moveTo>
                  <a:lnTo>
                    <a:pt x="339472" y="749711"/>
                  </a:lnTo>
                  <a:lnTo>
                    <a:pt x="331707" y="751973"/>
                  </a:lnTo>
                  <a:close/>
                  <a:moveTo>
                    <a:pt x="386750" y="736986"/>
                  </a:moveTo>
                  <a:lnTo>
                    <a:pt x="331707" y="751973"/>
                  </a:lnTo>
                  <a:lnTo>
                    <a:pt x="352724" y="734346"/>
                  </a:lnTo>
                  <a:close/>
                  <a:moveTo>
                    <a:pt x="279394" y="676201"/>
                  </a:moveTo>
                  <a:lnTo>
                    <a:pt x="320489" y="710033"/>
                  </a:lnTo>
                  <a:lnTo>
                    <a:pt x="280091" y="674599"/>
                  </a:lnTo>
                  <a:close/>
                  <a:moveTo>
                    <a:pt x="736612" y="1084215"/>
                  </a:moveTo>
                  <a:lnTo>
                    <a:pt x="764593" y="1088555"/>
                  </a:lnTo>
                  <a:lnTo>
                    <a:pt x="726356" y="1047806"/>
                  </a:lnTo>
                  <a:close/>
                  <a:moveTo>
                    <a:pt x="736612" y="1084215"/>
                  </a:moveTo>
                  <a:lnTo>
                    <a:pt x="740181" y="1090163"/>
                  </a:lnTo>
                  <a:lnTo>
                    <a:pt x="780215" y="1115268"/>
                  </a:lnTo>
                  <a:close/>
                  <a:moveTo>
                    <a:pt x="726356" y="1047806"/>
                  </a:moveTo>
                  <a:lnTo>
                    <a:pt x="709585" y="1016694"/>
                  </a:lnTo>
                  <a:lnTo>
                    <a:pt x="704508" y="1046139"/>
                  </a:lnTo>
                  <a:close/>
                  <a:moveTo>
                    <a:pt x="561550" y="892231"/>
                  </a:moveTo>
                  <a:lnTo>
                    <a:pt x="531677" y="905114"/>
                  </a:lnTo>
                  <a:lnTo>
                    <a:pt x="586151" y="888000"/>
                  </a:lnTo>
                  <a:close/>
                  <a:moveTo>
                    <a:pt x="131711" y="311241"/>
                  </a:moveTo>
                  <a:lnTo>
                    <a:pt x="132035" y="311323"/>
                  </a:lnTo>
                  <a:lnTo>
                    <a:pt x="131470" y="311039"/>
                  </a:lnTo>
                  <a:close/>
                  <a:moveTo>
                    <a:pt x="130994" y="307431"/>
                  </a:moveTo>
                  <a:lnTo>
                    <a:pt x="131711" y="311241"/>
                  </a:lnTo>
                  <a:lnTo>
                    <a:pt x="131470" y="311039"/>
                  </a:lnTo>
                  <a:close/>
                  <a:moveTo>
                    <a:pt x="686250" y="1046139"/>
                  </a:moveTo>
                  <a:lnTo>
                    <a:pt x="701627" y="1070592"/>
                  </a:lnTo>
                  <a:lnTo>
                    <a:pt x="697089" y="1044511"/>
                  </a:lnTo>
                  <a:close/>
                  <a:moveTo>
                    <a:pt x="697089" y="1044511"/>
                  </a:moveTo>
                  <a:lnTo>
                    <a:pt x="701627" y="1070592"/>
                  </a:lnTo>
                  <a:lnTo>
                    <a:pt x="704508" y="1046139"/>
                  </a:lnTo>
                  <a:close/>
                  <a:moveTo>
                    <a:pt x="693899" y="1002358"/>
                  </a:moveTo>
                  <a:lnTo>
                    <a:pt x="697089" y="1044511"/>
                  </a:lnTo>
                  <a:lnTo>
                    <a:pt x="704508" y="1046139"/>
                  </a:lnTo>
                  <a:close/>
                  <a:moveTo>
                    <a:pt x="693899" y="1002358"/>
                  </a:moveTo>
                  <a:lnTo>
                    <a:pt x="687578" y="955446"/>
                  </a:lnTo>
                  <a:lnTo>
                    <a:pt x="649300" y="966780"/>
                  </a:lnTo>
                  <a:close/>
                  <a:moveTo>
                    <a:pt x="637683" y="956093"/>
                  </a:moveTo>
                  <a:lnTo>
                    <a:pt x="649300" y="966780"/>
                  </a:lnTo>
                  <a:lnTo>
                    <a:pt x="687578" y="955446"/>
                  </a:lnTo>
                  <a:close/>
                  <a:moveTo>
                    <a:pt x="515020" y="752100"/>
                  </a:moveTo>
                  <a:lnTo>
                    <a:pt x="517469" y="755784"/>
                  </a:lnTo>
                  <a:lnTo>
                    <a:pt x="521289" y="771671"/>
                  </a:lnTo>
                  <a:close/>
                  <a:moveTo>
                    <a:pt x="389663" y="594949"/>
                  </a:moveTo>
                  <a:lnTo>
                    <a:pt x="437971" y="611500"/>
                  </a:lnTo>
                  <a:lnTo>
                    <a:pt x="410240" y="587896"/>
                  </a:lnTo>
                  <a:close/>
                  <a:moveTo>
                    <a:pt x="364924" y="587973"/>
                  </a:moveTo>
                  <a:lnTo>
                    <a:pt x="400581" y="630819"/>
                  </a:lnTo>
                  <a:lnTo>
                    <a:pt x="389663" y="594949"/>
                  </a:lnTo>
                  <a:close/>
                  <a:moveTo>
                    <a:pt x="364924" y="587973"/>
                  </a:moveTo>
                  <a:lnTo>
                    <a:pt x="389663" y="594949"/>
                  </a:lnTo>
                  <a:lnTo>
                    <a:pt x="350024" y="555339"/>
                  </a:lnTo>
                  <a:close/>
                  <a:moveTo>
                    <a:pt x="305891" y="519383"/>
                  </a:moveTo>
                  <a:lnTo>
                    <a:pt x="321396" y="531570"/>
                  </a:lnTo>
                  <a:lnTo>
                    <a:pt x="286107" y="513643"/>
                  </a:lnTo>
                  <a:close/>
                  <a:moveTo>
                    <a:pt x="169309" y="370169"/>
                  </a:moveTo>
                  <a:lnTo>
                    <a:pt x="164707" y="347794"/>
                  </a:lnTo>
                  <a:lnTo>
                    <a:pt x="148525" y="372976"/>
                  </a:lnTo>
                  <a:close/>
                  <a:moveTo>
                    <a:pt x="178503" y="345036"/>
                  </a:moveTo>
                  <a:lnTo>
                    <a:pt x="164707" y="347794"/>
                  </a:lnTo>
                  <a:lnTo>
                    <a:pt x="169309" y="370169"/>
                  </a:lnTo>
                  <a:close/>
                  <a:moveTo>
                    <a:pt x="193588" y="377519"/>
                  </a:moveTo>
                  <a:lnTo>
                    <a:pt x="178503" y="345036"/>
                  </a:lnTo>
                  <a:lnTo>
                    <a:pt x="169309" y="370169"/>
                  </a:lnTo>
                  <a:close/>
                  <a:moveTo>
                    <a:pt x="193588" y="377519"/>
                  </a:moveTo>
                  <a:lnTo>
                    <a:pt x="226548" y="377811"/>
                  </a:lnTo>
                  <a:lnTo>
                    <a:pt x="218407" y="339683"/>
                  </a:lnTo>
                  <a:close/>
                  <a:moveTo>
                    <a:pt x="193588" y="377519"/>
                  </a:moveTo>
                  <a:lnTo>
                    <a:pt x="210498" y="383900"/>
                  </a:lnTo>
                  <a:lnTo>
                    <a:pt x="243612" y="383129"/>
                  </a:lnTo>
                  <a:close/>
                  <a:moveTo>
                    <a:pt x="131470" y="311039"/>
                  </a:moveTo>
                  <a:lnTo>
                    <a:pt x="132035" y="311323"/>
                  </a:lnTo>
                  <a:lnTo>
                    <a:pt x="132270" y="310787"/>
                  </a:lnTo>
                  <a:close/>
                  <a:moveTo>
                    <a:pt x="132270" y="310787"/>
                  </a:moveTo>
                  <a:lnTo>
                    <a:pt x="132035" y="311323"/>
                  </a:lnTo>
                  <a:lnTo>
                    <a:pt x="160951" y="293856"/>
                  </a:lnTo>
                  <a:close/>
                  <a:moveTo>
                    <a:pt x="132035" y="311323"/>
                  </a:moveTo>
                  <a:lnTo>
                    <a:pt x="164707" y="347794"/>
                  </a:lnTo>
                  <a:lnTo>
                    <a:pt x="160951" y="293856"/>
                  </a:lnTo>
                  <a:close/>
                  <a:moveTo>
                    <a:pt x="160951" y="293856"/>
                  </a:moveTo>
                  <a:lnTo>
                    <a:pt x="164707" y="347794"/>
                  </a:lnTo>
                  <a:lnTo>
                    <a:pt x="190503" y="309139"/>
                  </a:lnTo>
                  <a:close/>
                  <a:moveTo>
                    <a:pt x="178503" y="345036"/>
                  </a:moveTo>
                  <a:lnTo>
                    <a:pt x="218407" y="339683"/>
                  </a:lnTo>
                  <a:lnTo>
                    <a:pt x="190503" y="309139"/>
                  </a:lnTo>
                  <a:close/>
                  <a:moveTo>
                    <a:pt x="132270" y="310787"/>
                  </a:moveTo>
                  <a:lnTo>
                    <a:pt x="130994" y="307431"/>
                  </a:lnTo>
                  <a:lnTo>
                    <a:pt x="131470" y="311039"/>
                  </a:lnTo>
                  <a:close/>
                  <a:moveTo>
                    <a:pt x="130994" y="307431"/>
                  </a:moveTo>
                  <a:lnTo>
                    <a:pt x="132270" y="310787"/>
                  </a:lnTo>
                  <a:lnTo>
                    <a:pt x="160951" y="293856"/>
                  </a:lnTo>
                  <a:close/>
                  <a:moveTo>
                    <a:pt x="821474" y="1011773"/>
                  </a:moveTo>
                  <a:lnTo>
                    <a:pt x="803777" y="1028956"/>
                  </a:lnTo>
                  <a:lnTo>
                    <a:pt x="825219" y="1048527"/>
                  </a:lnTo>
                  <a:close/>
                  <a:moveTo>
                    <a:pt x="779789" y="986707"/>
                  </a:moveTo>
                  <a:lnTo>
                    <a:pt x="774954" y="999389"/>
                  </a:lnTo>
                  <a:lnTo>
                    <a:pt x="821647" y="975018"/>
                  </a:lnTo>
                  <a:close/>
                  <a:moveTo>
                    <a:pt x="821647" y="975018"/>
                  </a:moveTo>
                  <a:lnTo>
                    <a:pt x="774954" y="999389"/>
                  </a:lnTo>
                  <a:lnTo>
                    <a:pt x="803777" y="1028956"/>
                  </a:lnTo>
                  <a:close/>
                  <a:moveTo>
                    <a:pt x="821647" y="975018"/>
                  </a:moveTo>
                  <a:lnTo>
                    <a:pt x="803777" y="1028956"/>
                  </a:lnTo>
                  <a:lnTo>
                    <a:pt x="821474" y="1011773"/>
                  </a:lnTo>
                  <a:close/>
                  <a:moveTo>
                    <a:pt x="779789" y="986707"/>
                  </a:moveTo>
                  <a:lnTo>
                    <a:pt x="821647" y="975018"/>
                  </a:lnTo>
                  <a:lnTo>
                    <a:pt x="791942" y="966696"/>
                  </a:lnTo>
                  <a:close/>
                  <a:moveTo>
                    <a:pt x="550696" y="717733"/>
                  </a:moveTo>
                  <a:lnTo>
                    <a:pt x="503512" y="690809"/>
                  </a:lnTo>
                  <a:lnTo>
                    <a:pt x="526143" y="698161"/>
                  </a:lnTo>
                  <a:close/>
                  <a:moveTo>
                    <a:pt x="550696" y="717733"/>
                  </a:moveTo>
                  <a:lnTo>
                    <a:pt x="526143" y="698161"/>
                  </a:lnTo>
                  <a:lnTo>
                    <a:pt x="524874" y="734916"/>
                  </a:lnTo>
                  <a:close/>
                  <a:moveTo>
                    <a:pt x="410240" y="587896"/>
                  </a:moveTo>
                  <a:lnTo>
                    <a:pt x="437971" y="611500"/>
                  </a:lnTo>
                  <a:lnTo>
                    <a:pt x="451008" y="572164"/>
                  </a:lnTo>
                  <a:close/>
                  <a:moveTo>
                    <a:pt x="454390" y="570713"/>
                  </a:moveTo>
                  <a:lnTo>
                    <a:pt x="451008" y="572164"/>
                  </a:lnTo>
                  <a:lnTo>
                    <a:pt x="437971" y="611500"/>
                  </a:lnTo>
                  <a:close/>
                  <a:moveTo>
                    <a:pt x="791942" y="966696"/>
                  </a:moveTo>
                  <a:lnTo>
                    <a:pt x="821647" y="975018"/>
                  </a:lnTo>
                  <a:lnTo>
                    <a:pt x="808568" y="921079"/>
                  </a:lnTo>
                  <a:close/>
                  <a:moveTo>
                    <a:pt x="772113" y="858706"/>
                  </a:moveTo>
                  <a:lnTo>
                    <a:pt x="741849" y="864753"/>
                  </a:lnTo>
                  <a:lnTo>
                    <a:pt x="792452" y="872398"/>
                  </a:lnTo>
                  <a:close/>
                  <a:moveTo>
                    <a:pt x="741849" y="864753"/>
                  </a:moveTo>
                  <a:lnTo>
                    <a:pt x="731779" y="866335"/>
                  </a:lnTo>
                  <a:lnTo>
                    <a:pt x="792452" y="872398"/>
                  </a:lnTo>
                  <a:close/>
                  <a:moveTo>
                    <a:pt x="792452" y="872398"/>
                  </a:moveTo>
                  <a:lnTo>
                    <a:pt x="771958" y="864753"/>
                  </a:lnTo>
                  <a:lnTo>
                    <a:pt x="772113" y="858706"/>
                  </a:lnTo>
                  <a:close/>
                  <a:moveTo>
                    <a:pt x="139736" y="80981"/>
                  </a:moveTo>
                  <a:lnTo>
                    <a:pt x="149645" y="88542"/>
                  </a:lnTo>
                  <a:lnTo>
                    <a:pt x="132283" y="75715"/>
                  </a:lnTo>
                  <a:close/>
                  <a:moveTo>
                    <a:pt x="149645" y="88542"/>
                  </a:moveTo>
                  <a:lnTo>
                    <a:pt x="139736" y="80981"/>
                  </a:lnTo>
                  <a:lnTo>
                    <a:pt x="163166" y="110723"/>
                  </a:lnTo>
                  <a:close/>
                  <a:moveTo>
                    <a:pt x="780694" y="806983"/>
                  </a:moveTo>
                  <a:lnTo>
                    <a:pt x="745515" y="821484"/>
                  </a:lnTo>
                  <a:lnTo>
                    <a:pt x="779082" y="822409"/>
                  </a:lnTo>
                  <a:close/>
                  <a:moveTo>
                    <a:pt x="750272" y="759880"/>
                  </a:moveTo>
                  <a:lnTo>
                    <a:pt x="768599" y="783213"/>
                  </a:lnTo>
                  <a:lnTo>
                    <a:pt x="764719" y="774059"/>
                  </a:lnTo>
                  <a:close/>
                  <a:moveTo>
                    <a:pt x="780694" y="806983"/>
                  </a:moveTo>
                  <a:lnTo>
                    <a:pt x="768599" y="783213"/>
                  </a:lnTo>
                  <a:lnTo>
                    <a:pt x="750272" y="759880"/>
                  </a:lnTo>
                  <a:close/>
                  <a:moveTo>
                    <a:pt x="639963" y="579786"/>
                  </a:moveTo>
                  <a:lnTo>
                    <a:pt x="630465" y="573101"/>
                  </a:lnTo>
                  <a:lnTo>
                    <a:pt x="636186" y="619465"/>
                  </a:lnTo>
                  <a:close/>
                  <a:moveTo>
                    <a:pt x="636186" y="619465"/>
                  </a:moveTo>
                  <a:lnTo>
                    <a:pt x="595214" y="580939"/>
                  </a:lnTo>
                  <a:lnTo>
                    <a:pt x="612736" y="611441"/>
                  </a:lnTo>
                  <a:close/>
                  <a:moveTo>
                    <a:pt x="636186" y="619465"/>
                  </a:moveTo>
                  <a:lnTo>
                    <a:pt x="670911" y="618323"/>
                  </a:lnTo>
                  <a:lnTo>
                    <a:pt x="639963" y="579786"/>
                  </a:lnTo>
                  <a:close/>
                  <a:moveTo>
                    <a:pt x="670911" y="618323"/>
                  </a:moveTo>
                  <a:lnTo>
                    <a:pt x="677059" y="593904"/>
                  </a:lnTo>
                  <a:lnTo>
                    <a:pt x="639963" y="579786"/>
                  </a:lnTo>
                  <a:close/>
                  <a:moveTo>
                    <a:pt x="556586" y="585255"/>
                  </a:moveTo>
                  <a:lnTo>
                    <a:pt x="590461" y="540057"/>
                  </a:lnTo>
                  <a:lnTo>
                    <a:pt x="553558" y="542969"/>
                  </a:lnTo>
                  <a:close/>
                  <a:moveTo>
                    <a:pt x="893331" y="814335"/>
                  </a:moveTo>
                  <a:lnTo>
                    <a:pt x="899065" y="792014"/>
                  </a:lnTo>
                  <a:lnTo>
                    <a:pt x="872534" y="786495"/>
                  </a:lnTo>
                  <a:close/>
                  <a:moveTo>
                    <a:pt x="753708" y="683366"/>
                  </a:moveTo>
                  <a:lnTo>
                    <a:pt x="748168" y="638984"/>
                  </a:lnTo>
                  <a:lnTo>
                    <a:pt x="758745" y="629427"/>
                  </a:lnTo>
                  <a:close/>
                  <a:moveTo>
                    <a:pt x="753708" y="683366"/>
                  </a:moveTo>
                  <a:lnTo>
                    <a:pt x="758745" y="629427"/>
                  </a:lnTo>
                  <a:lnTo>
                    <a:pt x="726125" y="646611"/>
                  </a:lnTo>
                  <a:close/>
                  <a:moveTo>
                    <a:pt x="681473" y="564989"/>
                  </a:moveTo>
                  <a:lnTo>
                    <a:pt x="639963" y="579786"/>
                  </a:lnTo>
                  <a:lnTo>
                    <a:pt x="677059" y="593904"/>
                  </a:lnTo>
                  <a:close/>
                  <a:moveTo>
                    <a:pt x="681473" y="564989"/>
                  </a:moveTo>
                  <a:lnTo>
                    <a:pt x="715230" y="564633"/>
                  </a:lnTo>
                  <a:lnTo>
                    <a:pt x="685638" y="529774"/>
                  </a:lnTo>
                  <a:close/>
                  <a:moveTo>
                    <a:pt x="909906" y="845607"/>
                  </a:moveTo>
                  <a:lnTo>
                    <a:pt x="940643" y="847706"/>
                  </a:lnTo>
                  <a:lnTo>
                    <a:pt x="933719" y="834424"/>
                  </a:lnTo>
                  <a:close/>
                  <a:moveTo>
                    <a:pt x="832122" y="607515"/>
                  </a:moveTo>
                  <a:lnTo>
                    <a:pt x="807079" y="610089"/>
                  </a:lnTo>
                  <a:lnTo>
                    <a:pt x="774071" y="611254"/>
                  </a:lnTo>
                  <a:close/>
                  <a:moveTo>
                    <a:pt x="730728" y="507287"/>
                  </a:moveTo>
                  <a:lnTo>
                    <a:pt x="685638" y="529774"/>
                  </a:lnTo>
                  <a:lnTo>
                    <a:pt x="721571" y="539545"/>
                  </a:lnTo>
                  <a:close/>
                  <a:moveTo>
                    <a:pt x="730728" y="507287"/>
                  </a:moveTo>
                  <a:lnTo>
                    <a:pt x="734051" y="489997"/>
                  </a:lnTo>
                  <a:lnTo>
                    <a:pt x="698179" y="480452"/>
                  </a:lnTo>
                  <a:close/>
                  <a:moveTo>
                    <a:pt x="753184" y="501979"/>
                  </a:moveTo>
                  <a:lnTo>
                    <a:pt x="730728" y="507287"/>
                  </a:lnTo>
                  <a:lnTo>
                    <a:pt x="721571" y="539545"/>
                  </a:lnTo>
                  <a:close/>
                  <a:moveTo>
                    <a:pt x="730728" y="507287"/>
                  </a:moveTo>
                  <a:lnTo>
                    <a:pt x="753184" y="501979"/>
                  </a:lnTo>
                  <a:lnTo>
                    <a:pt x="734051" y="489997"/>
                  </a:lnTo>
                  <a:close/>
                  <a:moveTo>
                    <a:pt x="631660" y="482408"/>
                  </a:moveTo>
                  <a:lnTo>
                    <a:pt x="643731" y="479090"/>
                  </a:lnTo>
                  <a:lnTo>
                    <a:pt x="632103" y="428469"/>
                  </a:lnTo>
                  <a:close/>
                  <a:moveTo>
                    <a:pt x="619251" y="445653"/>
                  </a:moveTo>
                  <a:lnTo>
                    <a:pt x="631660" y="482408"/>
                  </a:lnTo>
                  <a:lnTo>
                    <a:pt x="632103" y="428469"/>
                  </a:lnTo>
                  <a:close/>
                  <a:moveTo>
                    <a:pt x="643731" y="479090"/>
                  </a:moveTo>
                  <a:lnTo>
                    <a:pt x="680845" y="465224"/>
                  </a:lnTo>
                  <a:lnTo>
                    <a:pt x="653201" y="436865"/>
                  </a:lnTo>
                  <a:close/>
                  <a:moveTo>
                    <a:pt x="589878" y="408897"/>
                  </a:moveTo>
                  <a:lnTo>
                    <a:pt x="619251" y="445653"/>
                  </a:lnTo>
                  <a:lnTo>
                    <a:pt x="632103" y="428469"/>
                  </a:lnTo>
                  <a:close/>
                  <a:moveTo>
                    <a:pt x="589878" y="408897"/>
                  </a:moveTo>
                  <a:lnTo>
                    <a:pt x="632103" y="428469"/>
                  </a:lnTo>
                  <a:lnTo>
                    <a:pt x="617174" y="391714"/>
                  </a:lnTo>
                  <a:close/>
                  <a:moveTo>
                    <a:pt x="771336" y="538734"/>
                  </a:moveTo>
                  <a:lnTo>
                    <a:pt x="764570" y="484796"/>
                  </a:lnTo>
                  <a:lnTo>
                    <a:pt x="753184" y="501979"/>
                  </a:lnTo>
                  <a:close/>
                  <a:moveTo>
                    <a:pt x="705644" y="455844"/>
                  </a:moveTo>
                  <a:lnTo>
                    <a:pt x="735251" y="414115"/>
                  </a:lnTo>
                  <a:lnTo>
                    <a:pt x="703803" y="412594"/>
                  </a:lnTo>
                  <a:close/>
                  <a:moveTo>
                    <a:pt x="761336" y="419997"/>
                  </a:moveTo>
                  <a:lnTo>
                    <a:pt x="735251" y="414115"/>
                  </a:lnTo>
                  <a:lnTo>
                    <a:pt x="778195" y="434260"/>
                  </a:lnTo>
                  <a:close/>
                  <a:moveTo>
                    <a:pt x="735251" y="414115"/>
                  </a:moveTo>
                  <a:lnTo>
                    <a:pt x="741888" y="423091"/>
                  </a:lnTo>
                  <a:lnTo>
                    <a:pt x="778195" y="434260"/>
                  </a:lnTo>
                  <a:close/>
                  <a:moveTo>
                    <a:pt x="691900" y="360768"/>
                  </a:moveTo>
                  <a:lnTo>
                    <a:pt x="709318" y="374531"/>
                  </a:lnTo>
                  <a:lnTo>
                    <a:pt x="677515" y="344471"/>
                  </a:lnTo>
                  <a:close/>
                  <a:moveTo>
                    <a:pt x="786401" y="444366"/>
                  </a:moveTo>
                  <a:lnTo>
                    <a:pt x="802273" y="448041"/>
                  </a:lnTo>
                  <a:lnTo>
                    <a:pt x="778195" y="434260"/>
                  </a:lnTo>
                  <a:close/>
                  <a:moveTo>
                    <a:pt x="702072" y="369254"/>
                  </a:moveTo>
                  <a:lnTo>
                    <a:pt x="709318" y="374531"/>
                  </a:lnTo>
                  <a:lnTo>
                    <a:pt x="691900" y="360768"/>
                  </a:lnTo>
                  <a:close/>
                  <a:moveTo>
                    <a:pt x="490332" y="80491"/>
                  </a:moveTo>
                  <a:lnTo>
                    <a:pt x="489400" y="101961"/>
                  </a:lnTo>
                  <a:lnTo>
                    <a:pt x="490264" y="75120"/>
                  </a:lnTo>
                  <a:close/>
                  <a:moveTo>
                    <a:pt x="704094" y="117734"/>
                  </a:moveTo>
                  <a:lnTo>
                    <a:pt x="720032" y="113258"/>
                  </a:lnTo>
                  <a:lnTo>
                    <a:pt x="716440" y="135528"/>
                  </a:lnTo>
                  <a:close/>
                  <a:moveTo>
                    <a:pt x="737923" y="11757"/>
                  </a:moveTo>
                  <a:lnTo>
                    <a:pt x="798821" y="30336"/>
                  </a:lnTo>
                  <a:lnTo>
                    <a:pt x="777795" y="3892"/>
                  </a:lnTo>
                  <a:close/>
                  <a:moveTo>
                    <a:pt x="799456" y="31329"/>
                  </a:moveTo>
                  <a:lnTo>
                    <a:pt x="777795" y="3892"/>
                  </a:lnTo>
                  <a:lnTo>
                    <a:pt x="798821" y="30336"/>
                  </a:lnTo>
                  <a:close/>
                  <a:moveTo>
                    <a:pt x="777795" y="3892"/>
                  </a:moveTo>
                  <a:lnTo>
                    <a:pt x="764975" y="0"/>
                  </a:lnTo>
                  <a:lnTo>
                    <a:pt x="737923" y="11757"/>
                  </a:lnTo>
                  <a:close/>
                  <a:moveTo>
                    <a:pt x="798821" y="30336"/>
                  </a:moveTo>
                  <a:lnTo>
                    <a:pt x="798293" y="31329"/>
                  </a:lnTo>
                  <a:lnTo>
                    <a:pt x="799512" y="30983"/>
                  </a:lnTo>
                  <a:close/>
                  <a:moveTo>
                    <a:pt x="799512" y="30983"/>
                  </a:moveTo>
                  <a:lnTo>
                    <a:pt x="799456" y="31329"/>
                  </a:lnTo>
                  <a:lnTo>
                    <a:pt x="798821" y="3033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16" name="Input_density__115">
              <a:extLst>
                <a:ext uri="{FF2B5EF4-FFF2-40B4-BE49-F238E27FC236}">
                  <a16:creationId xmlns:a16="http://schemas.microsoft.com/office/drawing/2014/main" id="{04AE7E0E-79CD-56C9-9DF0-636D8A519750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593621"/>
              <a:ext cx="936638" cy="1537010"/>
            </a:xfrm>
            <a:custGeom>
              <a:avLst/>
              <a:gdLst/>
              <a:ahLst/>
              <a:cxnLst/>
              <a:rect l="0" t="0" r="0" b="0"/>
              <a:pathLst>
                <a:path w="936638" h="1537010">
                  <a:moveTo>
                    <a:pt x="190937" y="1500255"/>
                  </a:moveTo>
                  <a:lnTo>
                    <a:pt x="233381" y="1529883"/>
                  </a:lnTo>
                  <a:lnTo>
                    <a:pt x="231949" y="1486300"/>
                  </a:lnTo>
                  <a:close/>
                  <a:moveTo>
                    <a:pt x="190937" y="1500255"/>
                  </a:moveTo>
                  <a:lnTo>
                    <a:pt x="212611" y="1537010"/>
                  </a:lnTo>
                  <a:lnTo>
                    <a:pt x="233381" y="1529883"/>
                  </a:lnTo>
                  <a:close/>
                  <a:moveTo>
                    <a:pt x="258037" y="1338441"/>
                  </a:moveTo>
                  <a:lnTo>
                    <a:pt x="246460" y="1392379"/>
                  </a:lnTo>
                  <a:lnTo>
                    <a:pt x="283387" y="1375195"/>
                  </a:lnTo>
                  <a:close/>
                  <a:moveTo>
                    <a:pt x="303119" y="1366034"/>
                  </a:moveTo>
                  <a:lnTo>
                    <a:pt x="295065" y="1387215"/>
                  </a:lnTo>
                  <a:lnTo>
                    <a:pt x="320429" y="1358012"/>
                  </a:lnTo>
                  <a:close/>
                  <a:moveTo>
                    <a:pt x="283387" y="1375195"/>
                  </a:moveTo>
                  <a:lnTo>
                    <a:pt x="295065" y="1387215"/>
                  </a:lnTo>
                  <a:lnTo>
                    <a:pt x="303119" y="1366034"/>
                  </a:lnTo>
                  <a:close/>
                  <a:moveTo>
                    <a:pt x="258037" y="1338441"/>
                  </a:moveTo>
                  <a:lnTo>
                    <a:pt x="283387" y="1375195"/>
                  </a:lnTo>
                  <a:lnTo>
                    <a:pt x="303119" y="1366034"/>
                  </a:lnTo>
                  <a:close/>
                  <a:moveTo>
                    <a:pt x="320429" y="1358012"/>
                  </a:moveTo>
                  <a:lnTo>
                    <a:pt x="303947" y="1321257"/>
                  </a:lnTo>
                  <a:lnTo>
                    <a:pt x="303119" y="1366034"/>
                  </a:lnTo>
                  <a:close/>
                  <a:moveTo>
                    <a:pt x="222646" y="1228176"/>
                  </a:moveTo>
                  <a:lnTo>
                    <a:pt x="270729" y="1247747"/>
                  </a:lnTo>
                  <a:lnTo>
                    <a:pt x="247440" y="1210992"/>
                  </a:lnTo>
                  <a:close/>
                  <a:moveTo>
                    <a:pt x="346662" y="1268229"/>
                  </a:moveTo>
                  <a:lnTo>
                    <a:pt x="350496" y="1267319"/>
                  </a:lnTo>
                  <a:lnTo>
                    <a:pt x="372091" y="1233631"/>
                  </a:lnTo>
                  <a:close/>
                  <a:moveTo>
                    <a:pt x="400914" y="1295958"/>
                  </a:moveTo>
                  <a:lnTo>
                    <a:pt x="395284" y="1255788"/>
                  </a:lnTo>
                  <a:lnTo>
                    <a:pt x="358209" y="1303588"/>
                  </a:lnTo>
                  <a:close/>
                  <a:moveTo>
                    <a:pt x="372091" y="1233631"/>
                  </a:moveTo>
                  <a:lnTo>
                    <a:pt x="350496" y="1267319"/>
                  </a:lnTo>
                  <a:lnTo>
                    <a:pt x="395284" y="1255788"/>
                  </a:lnTo>
                  <a:close/>
                  <a:moveTo>
                    <a:pt x="132611" y="961136"/>
                  </a:moveTo>
                  <a:lnTo>
                    <a:pt x="150848" y="961092"/>
                  </a:lnTo>
                  <a:lnTo>
                    <a:pt x="142388" y="936524"/>
                  </a:lnTo>
                  <a:close/>
                  <a:moveTo>
                    <a:pt x="142388" y="936524"/>
                  </a:moveTo>
                  <a:lnTo>
                    <a:pt x="167300" y="956095"/>
                  </a:lnTo>
                  <a:lnTo>
                    <a:pt x="168826" y="919340"/>
                  </a:lnTo>
                  <a:close/>
                  <a:moveTo>
                    <a:pt x="167300" y="956095"/>
                  </a:moveTo>
                  <a:lnTo>
                    <a:pt x="182213" y="902157"/>
                  </a:lnTo>
                  <a:lnTo>
                    <a:pt x="168826" y="919340"/>
                  </a:lnTo>
                  <a:close/>
                  <a:moveTo>
                    <a:pt x="0" y="698811"/>
                  </a:moveTo>
                  <a:lnTo>
                    <a:pt x="18933" y="735565"/>
                  </a:lnTo>
                  <a:lnTo>
                    <a:pt x="39341" y="718382"/>
                  </a:lnTo>
                  <a:close/>
                  <a:moveTo>
                    <a:pt x="603639" y="1198585"/>
                  </a:moveTo>
                  <a:lnTo>
                    <a:pt x="604197" y="1218299"/>
                  </a:lnTo>
                  <a:lnTo>
                    <a:pt x="609231" y="1190206"/>
                  </a:lnTo>
                  <a:close/>
                  <a:moveTo>
                    <a:pt x="603639" y="1198585"/>
                  </a:moveTo>
                  <a:lnTo>
                    <a:pt x="623547" y="1144647"/>
                  </a:lnTo>
                  <a:lnTo>
                    <a:pt x="593256" y="1161830"/>
                  </a:lnTo>
                  <a:close/>
                  <a:moveTo>
                    <a:pt x="593256" y="1161830"/>
                  </a:moveTo>
                  <a:lnTo>
                    <a:pt x="623547" y="1144647"/>
                  </a:lnTo>
                  <a:lnTo>
                    <a:pt x="587242" y="1154909"/>
                  </a:lnTo>
                  <a:close/>
                  <a:moveTo>
                    <a:pt x="623547" y="1144647"/>
                  </a:moveTo>
                  <a:lnTo>
                    <a:pt x="603073" y="1117890"/>
                  </a:lnTo>
                  <a:lnTo>
                    <a:pt x="587242" y="1154909"/>
                  </a:lnTo>
                  <a:close/>
                  <a:moveTo>
                    <a:pt x="596394" y="1107892"/>
                  </a:moveTo>
                  <a:lnTo>
                    <a:pt x="587242" y="1154909"/>
                  </a:lnTo>
                  <a:lnTo>
                    <a:pt x="603073" y="1117890"/>
                  </a:lnTo>
                  <a:close/>
                  <a:moveTo>
                    <a:pt x="596394" y="1107892"/>
                  </a:moveTo>
                  <a:lnTo>
                    <a:pt x="567592" y="1125075"/>
                  </a:lnTo>
                  <a:lnTo>
                    <a:pt x="587242" y="1154909"/>
                  </a:lnTo>
                  <a:close/>
                  <a:moveTo>
                    <a:pt x="546308" y="1088320"/>
                  </a:moveTo>
                  <a:lnTo>
                    <a:pt x="567592" y="1125075"/>
                  </a:lnTo>
                  <a:lnTo>
                    <a:pt x="596394" y="1107892"/>
                  </a:lnTo>
                  <a:close/>
                  <a:moveTo>
                    <a:pt x="533914" y="1034382"/>
                  </a:moveTo>
                  <a:lnTo>
                    <a:pt x="530088" y="1065796"/>
                  </a:lnTo>
                  <a:lnTo>
                    <a:pt x="556852" y="1069654"/>
                  </a:lnTo>
                  <a:close/>
                  <a:moveTo>
                    <a:pt x="533914" y="1034382"/>
                  </a:moveTo>
                  <a:lnTo>
                    <a:pt x="519460" y="1051565"/>
                  </a:lnTo>
                  <a:lnTo>
                    <a:pt x="530088" y="1065796"/>
                  </a:lnTo>
                  <a:close/>
                  <a:moveTo>
                    <a:pt x="507711" y="1014810"/>
                  </a:moveTo>
                  <a:lnTo>
                    <a:pt x="519460" y="1051565"/>
                  </a:lnTo>
                  <a:lnTo>
                    <a:pt x="533914" y="1034382"/>
                  </a:lnTo>
                  <a:close/>
                  <a:moveTo>
                    <a:pt x="283010" y="755924"/>
                  </a:moveTo>
                  <a:lnTo>
                    <a:pt x="297229" y="721849"/>
                  </a:lnTo>
                  <a:lnTo>
                    <a:pt x="282312" y="757525"/>
                  </a:lnTo>
                  <a:close/>
                  <a:moveTo>
                    <a:pt x="282312" y="757525"/>
                  </a:moveTo>
                  <a:lnTo>
                    <a:pt x="297229" y="721849"/>
                  </a:lnTo>
                  <a:lnTo>
                    <a:pt x="324352" y="703587"/>
                  </a:lnTo>
                  <a:close/>
                  <a:moveTo>
                    <a:pt x="297229" y="721849"/>
                  </a:moveTo>
                  <a:lnTo>
                    <a:pt x="283010" y="755924"/>
                  </a:lnTo>
                  <a:lnTo>
                    <a:pt x="286712" y="740342"/>
                  </a:lnTo>
                  <a:close/>
                  <a:moveTo>
                    <a:pt x="707426" y="1127463"/>
                  </a:moveTo>
                  <a:lnTo>
                    <a:pt x="704545" y="1151916"/>
                  </a:lnTo>
                  <a:lnTo>
                    <a:pt x="729275" y="1129130"/>
                  </a:lnTo>
                  <a:close/>
                  <a:moveTo>
                    <a:pt x="729275" y="1129130"/>
                  </a:moveTo>
                  <a:lnTo>
                    <a:pt x="704545" y="1151916"/>
                  </a:lnTo>
                  <a:lnTo>
                    <a:pt x="706337" y="1165437"/>
                  </a:lnTo>
                  <a:close/>
                  <a:moveTo>
                    <a:pt x="729275" y="1129130"/>
                  </a:moveTo>
                  <a:lnTo>
                    <a:pt x="706337" y="1165437"/>
                  </a:lnTo>
                  <a:lnTo>
                    <a:pt x="739530" y="1165540"/>
                  </a:lnTo>
                  <a:close/>
                  <a:moveTo>
                    <a:pt x="739530" y="1165540"/>
                  </a:moveTo>
                  <a:lnTo>
                    <a:pt x="706337" y="1165437"/>
                  </a:lnTo>
                  <a:lnTo>
                    <a:pt x="743099" y="1171487"/>
                  </a:lnTo>
                  <a:close/>
                  <a:moveTo>
                    <a:pt x="596394" y="1107892"/>
                  </a:moveTo>
                  <a:lnTo>
                    <a:pt x="603073" y="1117890"/>
                  </a:lnTo>
                  <a:lnTo>
                    <a:pt x="604593" y="1104482"/>
                  </a:lnTo>
                  <a:close/>
                  <a:moveTo>
                    <a:pt x="589069" y="969324"/>
                  </a:moveTo>
                  <a:lnTo>
                    <a:pt x="551718" y="986139"/>
                  </a:lnTo>
                  <a:lnTo>
                    <a:pt x="568319" y="980444"/>
                  </a:lnTo>
                  <a:close/>
                  <a:moveTo>
                    <a:pt x="534595" y="986438"/>
                  </a:moveTo>
                  <a:lnTo>
                    <a:pt x="551718" y="986139"/>
                  </a:lnTo>
                  <a:lnTo>
                    <a:pt x="589069" y="969324"/>
                  </a:lnTo>
                  <a:close/>
                  <a:moveTo>
                    <a:pt x="268916" y="615990"/>
                  </a:moveTo>
                  <a:lnTo>
                    <a:pt x="257672" y="630077"/>
                  </a:lnTo>
                  <a:lnTo>
                    <a:pt x="258433" y="605165"/>
                  </a:lnTo>
                  <a:close/>
                  <a:moveTo>
                    <a:pt x="126907" y="458770"/>
                  </a:moveTo>
                  <a:lnTo>
                    <a:pt x="108280" y="483057"/>
                  </a:lnTo>
                  <a:lnTo>
                    <a:pt x="151443" y="454300"/>
                  </a:lnTo>
                  <a:close/>
                  <a:moveTo>
                    <a:pt x="126907" y="458770"/>
                  </a:moveTo>
                  <a:lnTo>
                    <a:pt x="151443" y="454300"/>
                  </a:lnTo>
                  <a:lnTo>
                    <a:pt x="133383" y="446302"/>
                  </a:lnTo>
                  <a:close/>
                  <a:moveTo>
                    <a:pt x="151443" y="454300"/>
                  </a:moveTo>
                  <a:lnTo>
                    <a:pt x="167626" y="429119"/>
                  </a:lnTo>
                  <a:lnTo>
                    <a:pt x="133383" y="446302"/>
                  </a:lnTo>
                  <a:close/>
                  <a:moveTo>
                    <a:pt x="134954" y="392647"/>
                  </a:moveTo>
                  <a:lnTo>
                    <a:pt x="134629" y="392566"/>
                  </a:lnTo>
                  <a:lnTo>
                    <a:pt x="167626" y="429119"/>
                  </a:lnTo>
                  <a:close/>
                  <a:moveTo>
                    <a:pt x="527792" y="816240"/>
                  </a:moveTo>
                  <a:lnTo>
                    <a:pt x="517938" y="833424"/>
                  </a:lnTo>
                  <a:lnTo>
                    <a:pt x="524208" y="852995"/>
                  </a:lnTo>
                  <a:close/>
                  <a:moveTo>
                    <a:pt x="196507" y="458843"/>
                  </a:moveTo>
                  <a:lnTo>
                    <a:pt x="221325" y="421007"/>
                  </a:lnTo>
                  <a:lnTo>
                    <a:pt x="181421" y="426360"/>
                  </a:lnTo>
                  <a:close/>
                  <a:moveTo>
                    <a:pt x="229467" y="459135"/>
                  </a:moveTo>
                  <a:lnTo>
                    <a:pt x="196507" y="458843"/>
                  </a:lnTo>
                  <a:lnTo>
                    <a:pt x="246530" y="464453"/>
                  </a:lnTo>
                  <a:close/>
                  <a:moveTo>
                    <a:pt x="193421" y="390463"/>
                  </a:moveTo>
                  <a:lnTo>
                    <a:pt x="167626" y="429119"/>
                  </a:lnTo>
                  <a:lnTo>
                    <a:pt x="181421" y="426360"/>
                  </a:lnTo>
                  <a:close/>
                  <a:moveTo>
                    <a:pt x="277619" y="431507"/>
                  </a:moveTo>
                  <a:lnTo>
                    <a:pt x="280511" y="444726"/>
                  </a:lnTo>
                  <a:lnTo>
                    <a:pt x="270552" y="458060"/>
                  </a:lnTo>
                  <a:close/>
                  <a:moveTo>
                    <a:pt x="270552" y="458060"/>
                  </a:moveTo>
                  <a:lnTo>
                    <a:pt x="277514" y="455722"/>
                  </a:lnTo>
                  <a:lnTo>
                    <a:pt x="246530" y="464453"/>
                  </a:lnTo>
                  <a:close/>
                  <a:moveTo>
                    <a:pt x="824565" y="1056342"/>
                  </a:moveTo>
                  <a:lnTo>
                    <a:pt x="853877" y="1082007"/>
                  </a:lnTo>
                  <a:lnTo>
                    <a:pt x="833386" y="1053919"/>
                  </a:lnTo>
                  <a:close/>
                  <a:moveTo>
                    <a:pt x="865158" y="1061700"/>
                  </a:moveTo>
                  <a:lnTo>
                    <a:pt x="863681" y="1039159"/>
                  </a:lnTo>
                  <a:lnTo>
                    <a:pt x="866607" y="1053999"/>
                  </a:lnTo>
                  <a:close/>
                  <a:moveTo>
                    <a:pt x="865158" y="1061700"/>
                  </a:moveTo>
                  <a:lnTo>
                    <a:pt x="842846" y="1056342"/>
                  </a:lnTo>
                  <a:lnTo>
                    <a:pt x="833386" y="1053919"/>
                  </a:lnTo>
                  <a:close/>
                  <a:moveTo>
                    <a:pt x="811486" y="1002403"/>
                  </a:moveTo>
                  <a:lnTo>
                    <a:pt x="824565" y="1056342"/>
                  </a:lnTo>
                  <a:lnTo>
                    <a:pt x="847208" y="1022954"/>
                  </a:lnTo>
                  <a:close/>
                  <a:moveTo>
                    <a:pt x="847208" y="1022954"/>
                  </a:moveTo>
                  <a:lnTo>
                    <a:pt x="824565" y="1056342"/>
                  </a:lnTo>
                  <a:lnTo>
                    <a:pt x="833386" y="1053919"/>
                  </a:lnTo>
                  <a:close/>
                  <a:moveTo>
                    <a:pt x="795371" y="953722"/>
                  </a:moveTo>
                  <a:lnTo>
                    <a:pt x="734698" y="947659"/>
                  </a:lnTo>
                  <a:lnTo>
                    <a:pt x="789912" y="965648"/>
                  </a:lnTo>
                  <a:close/>
                  <a:moveTo>
                    <a:pt x="789912" y="965648"/>
                  </a:moveTo>
                  <a:lnTo>
                    <a:pt x="734698" y="947659"/>
                  </a:lnTo>
                  <a:lnTo>
                    <a:pt x="761054" y="969052"/>
                  </a:lnTo>
                  <a:close/>
                  <a:moveTo>
                    <a:pt x="670496" y="818629"/>
                  </a:moveTo>
                  <a:lnTo>
                    <a:pt x="675303" y="832690"/>
                  </a:lnTo>
                  <a:lnTo>
                    <a:pt x="662970" y="832427"/>
                  </a:lnTo>
                  <a:close/>
                  <a:moveTo>
                    <a:pt x="675303" y="832690"/>
                  </a:moveTo>
                  <a:lnTo>
                    <a:pt x="674338" y="846560"/>
                  </a:lnTo>
                  <a:lnTo>
                    <a:pt x="662970" y="832427"/>
                  </a:lnTo>
                  <a:close/>
                  <a:moveTo>
                    <a:pt x="721583" y="802416"/>
                  </a:moveTo>
                  <a:lnTo>
                    <a:pt x="675303" y="832690"/>
                  </a:lnTo>
                  <a:lnTo>
                    <a:pt x="687230" y="798554"/>
                  </a:lnTo>
                  <a:close/>
                  <a:moveTo>
                    <a:pt x="292241" y="414574"/>
                  </a:moveTo>
                  <a:lnTo>
                    <a:pt x="317205" y="411702"/>
                  </a:lnTo>
                  <a:lnTo>
                    <a:pt x="308587" y="394752"/>
                  </a:lnTo>
                  <a:close/>
                  <a:moveTo>
                    <a:pt x="317205" y="411702"/>
                  </a:moveTo>
                  <a:lnTo>
                    <a:pt x="319257" y="377569"/>
                  </a:lnTo>
                  <a:lnTo>
                    <a:pt x="308587" y="394752"/>
                  </a:lnTo>
                  <a:close/>
                  <a:moveTo>
                    <a:pt x="146684" y="147880"/>
                  </a:moveTo>
                  <a:lnTo>
                    <a:pt x="142655" y="162306"/>
                  </a:lnTo>
                  <a:lnTo>
                    <a:pt x="135201" y="157039"/>
                  </a:lnTo>
                  <a:close/>
                  <a:moveTo>
                    <a:pt x="142655" y="162306"/>
                  </a:moveTo>
                  <a:lnTo>
                    <a:pt x="146684" y="147880"/>
                  </a:lnTo>
                  <a:lnTo>
                    <a:pt x="142307" y="174222"/>
                  </a:lnTo>
                  <a:close/>
                  <a:moveTo>
                    <a:pt x="142307" y="174222"/>
                  </a:moveTo>
                  <a:lnTo>
                    <a:pt x="146684" y="147880"/>
                  </a:lnTo>
                  <a:lnTo>
                    <a:pt x="153054" y="120284"/>
                  </a:lnTo>
                  <a:close/>
                  <a:moveTo>
                    <a:pt x="687230" y="798554"/>
                  </a:moveTo>
                  <a:lnTo>
                    <a:pt x="675303" y="832690"/>
                  </a:lnTo>
                  <a:lnTo>
                    <a:pt x="670496" y="818629"/>
                  </a:lnTo>
                  <a:close/>
                  <a:moveTo>
                    <a:pt x="795371" y="953722"/>
                  </a:moveTo>
                  <a:lnTo>
                    <a:pt x="802004" y="962850"/>
                  </a:lnTo>
                  <a:lnTo>
                    <a:pt x="809768" y="928894"/>
                  </a:lnTo>
                  <a:close/>
                  <a:moveTo>
                    <a:pt x="809768" y="928894"/>
                  </a:moveTo>
                  <a:lnTo>
                    <a:pt x="802004" y="962850"/>
                  </a:lnTo>
                  <a:lnTo>
                    <a:pt x="846857" y="948465"/>
                  </a:lnTo>
                  <a:close/>
                  <a:moveTo>
                    <a:pt x="809768" y="928894"/>
                  </a:moveTo>
                  <a:lnTo>
                    <a:pt x="846857" y="948465"/>
                  </a:lnTo>
                  <a:lnTo>
                    <a:pt x="832743" y="911710"/>
                  </a:lnTo>
                  <a:close/>
                  <a:moveTo>
                    <a:pt x="815336" y="874955"/>
                  </a:moveTo>
                  <a:lnTo>
                    <a:pt x="782001" y="903733"/>
                  </a:lnTo>
                  <a:lnTo>
                    <a:pt x="809768" y="928894"/>
                  </a:lnTo>
                  <a:close/>
                  <a:moveTo>
                    <a:pt x="815336" y="874955"/>
                  </a:moveTo>
                  <a:lnTo>
                    <a:pt x="809768" y="928894"/>
                  </a:lnTo>
                  <a:lnTo>
                    <a:pt x="832743" y="911710"/>
                  </a:lnTo>
                  <a:close/>
                  <a:moveTo>
                    <a:pt x="639105" y="700789"/>
                  </a:moveTo>
                  <a:lnTo>
                    <a:pt x="633383" y="654425"/>
                  </a:lnTo>
                  <a:lnTo>
                    <a:pt x="598133" y="662263"/>
                  </a:lnTo>
                  <a:close/>
                  <a:moveTo>
                    <a:pt x="559505" y="666579"/>
                  </a:moveTo>
                  <a:lnTo>
                    <a:pt x="598133" y="662263"/>
                  </a:lnTo>
                  <a:lnTo>
                    <a:pt x="593379" y="621381"/>
                  </a:lnTo>
                  <a:close/>
                  <a:moveTo>
                    <a:pt x="633383" y="654425"/>
                  </a:moveTo>
                  <a:lnTo>
                    <a:pt x="610420" y="617670"/>
                  </a:lnTo>
                  <a:lnTo>
                    <a:pt x="598133" y="662263"/>
                  </a:lnTo>
                  <a:close/>
                  <a:moveTo>
                    <a:pt x="610420" y="617670"/>
                  </a:moveTo>
                  <a:lnTo>
                    <a:pt x="593379" y="621381"/>
                  </a:lnTo>
                  <a:lnTo>
                    <a:pt x="598133" y="662263"/>
                  </a:lnTo>
                  <a:close/>
                  <a:moveTo>
                    <a:pt x="594080" y="603223"/>
                  </a:moveTo>
                  <a:lnTo>
                    <a:pt x="569141" y="580915"/>
                  </a:lnTo>
                  <a:lnTo>
                    <a:pt x="593379" y="621381"/>
                  </a:lnTo>
                  <a:close/>
                  <a:moveTo>
                    <a:pt x="593379" y="621381"/>
                  </a:moveTo>
                  <a:lnTo>
                    <a:pt x="569141" y="580915"/>
                  </a:lnTo>
                  <a:lnTo>
                    <a:pt x="546289" y="587829"/>
                  </a:lnTo>
                  <a:close/>
                  <a:moveTo>
                    <a:pt x="593379" y="621381"/>
                  </a:moveTo>
                  <a:lnTo>
                    <a:pt x="546289" y="587829"/>
                  </a:lnTo>
                  <a:lnTo>
                    <a:pt x="556477" y="624293"/>
                  </a:lnTo>
                  <a:close/>
                  <a:moveTo>
                    <a:pt x="594080" y="603223"/>
                  </a:moveTo>
                  <a:lnTo>
                    <a:pt x="593379" y="621381"/>
                  </a:lnTo>
                  <a:lnTo>
                    <a:pt x="610420" y="617670"/>
                  </a:lnTo>
                  <a:close/>
                  <a:moveTo>
                    <a:pt x="359741" y="323630"/>
                  </a:moveTo>
                  <a:lnTo>
                    <a:pt x="379090" y="297718"/>
                  </a:lnTo>
                  <a:lnTo>
                    <a:pt x="350385" y="304059"/>
                  </a:lnTo>
                  <a:close/>
                  <a:moveTo>
                    <a:pt x="342816" y="340814"/>
                  </a:moveTo>
                  <a:lnTo>
                    <a:pt x="359741" y="323630"/>
                  </a:lnTo>
                  <a:lnTo>
                    <a:pt x="350385" y="304059"/>
                  </a:lnTo>
                  <a:close/>
                  <a:moveTo>
                    <a:pt x="166141" y="124419"/>
                  </a:moveTo>
                  <a:lnTo>
                    <a:pt x="146684" y="147880"/>
                  </a:lnTo>
                  <a:lnTo>
                    <a:pt x="135201" y="157039"/>
                  </a:lnTo>
                  <a:close/>
                  <a:moveTo>
                    <a:pt x="146684" y="147880"/>
                  </a:moveTo>
                  <a:lnTo>
                    <a:pt x="166141" y="124419"/>
                  </a:lnTo>
                  <a:lnTo>
                    <a:pt x="153054" y="120284"/>
                  </a:lnTo>
                  <a:close/>
                  <a:moveTo>
                    <a:pt x="166141" y="124419"/>
                  </a:moveTo>
                  <a:lnTo>
                    <a:pt x="187706" y="103100"/>
                  </a:lnTo>
                  <a:lnTo>
                    <a:pt x="153054" y="120284"/>
                  </a:lnTo>
                  <a:close/>
                  <a:moveTo>
                    <a:pt x="192889" y="99851"/>
                  </a:moveTo>
                  <a:lnTo>
                    <a:pt x="153054" y="120284"/>
                  </a:lnTo>
                  <a:lnTo>
                    <a:pt x="187706" y="103100"/>
                  </a:lnTo>
                  <a:close/>
                  <a:moveTo>
                    <a:pt x="192889" y="99851"/>
                  </a:moveTo>
                  <a:lnTo>
                    <a:pt x="168196" y="103734"/>
                  </a:lnTo>
                  <a:lnTo>
                    <a:pt x="153054" y="120284"/>
                  </a:lnTo>
                  <a:close/>
                  <a:moveTo>
                    <a:pt x="851184" y="905209"/>
                  </a:moveTo>
                  <a:lnTo>
                    <a:pt x="896249" y="895659"/>
                  </a:lnTo>
                  <a:lnTo>
                    <a:pt x="875453" y="867819"/>
                  </a:lnTo>
                  <a:close/>
                  <a:moveTo>
                    <a:pt x="851184" y="905209"/>
                  </a:moveTo>
                  <a:lnTo>
                    <a:pt x="875453" y="867819"/>
                  </a:lnTo>
                  <a:lnTo>
                    <a:pt x="842233" y="867738"/>
                  </a:lnTo>
                  <a:close/>
                  <a:moveTo>
                    <a:pt x="896249" y="895659"/>
                  </a:moveTo>
                  <a:lnTo>
                    <a:pt x="900012" y="903387"/>
                  </a:lnTo>
                  <a:lnTo>
                    <a:pt x="936638" y="915749"/>
                  </a:lnTo>
                  <a:close/>
                  <a:moveTo>
                    <a:pt x="842233" y="867738"/>
                  </a:moveTo>
                  <a:lnTo>
                    <a:pt x="857705" y="841415"/>
                  </a:lnTo>
                  <a:lnTo>
                    <a:pt x="825789" y="846666"/>
                  </a:lnTo>
                  <a:close/>
                  <a:moveTo>
                    <a:pt x="842233" y="867738"/>
                  </a:moveTo>
                  <a:lnTo>
                    <a:pt x="875453" y="867819"/>
                  </a:lnTo>
                  <a:lnTo>
                    <a:pt x="857705" y="841415"/>
                  </a:lnTo>
                  <a:close/>
                  <a:moveTo>
                    <a:pt x="633383" y="654425"/>
                  </a:moveTo>
                  <a:lnTo>
                    <a:pt x="642882" y="661110"/>
                  </a:lnTo>
                  <a:lnTo>
                    <a:pt x="643144" y="652758"/>
                  </a:lnTo>
                  <a:close/>
                  <a:moveTo>
                    <a:pt x="610420" y="617670"/>
                  </a:moveTo>
                  <a:lnTo>
                    <a:pt x="643144" y="652758"/>
                  </a:lnTo>
                  <a:lnTo>
                    <a:pt x="638350" y="611908"/>
                  </a:lnTo>
                  <a:close/>
                  <a:moveTo>
                    <a:pt x="610420" y="617670"/>
                  </a:moveTo>
                  <a:lnTo>
                    <a:pt x="633383" y="654425"/>
                  </a:lnTo>
                  <a:lnTo>
                    <a:pt x="643144" y="652758"/>
                  </a:lnTo>
                  <a:close/>
                  <a:moveTo>
                    <a:pt x="684391" y="646313"/>
                  </a:moveTo>
                  <a:lnTo>
                    <a:pt x="643144" y="652758"/>
                  </a:lnTo>
                  <a:lnTo>
                    <a:pt x="642882" y="661110"/>
                  </a:lnTo>
                  <a:close/>
                  <a:moveTo>
                    <a:pt x="688557" y="611098"/>
                  </a:moveTo>
                  <a:lnTo>
                    <a:pt x="677039" y="600487"/>
                  </a:lnTo>
                  <a:lnTo>
                    <a:pt x="684391" y="646313"/>
                  </a:lnTo>
                  <a:close/>
                  <a:moveTo>
                    <a:pt x="684391" y="646313"/>
                  </a:moveTo>
                  <a:lnTo>
                    <a:pt x="677039" y="600487"/>
                  </a:lnTo>
                  <a:lnTo>
                    <a:pt x="638350" y="611908"/>
                  </a:lnTo>
                  <a:close/>
                  <a:moveTo>
                    <a:pt x="684391" y="646313"/>
                  </a:moveTo>
                  <a:lnTo>
                    <a:pt x="638350" y="611908"/>
                  </a:lnTo>
                  <a:lnTo>
                    <a:pt x="643144" y="652758"/>
                  </a:lnTo>
                  <a:close/>
                  <a:moveTo>
                    <a:pt x="596533" y="574069"/>
                  </a:moveTo>
                  <a:lnTo>
                    <a:pt x="594080" y="603223"/>
                  </a:lnTo>
                  <a:lnTo>
                    <a:pt x="634579" y="563732"/>
                  </a:lnTo>
                  <a:close/>
                  <a:moveTo>
                    <a:pt x="594080" y="603223"/>
                  </a:moveTo>
                  <a:lnTo>
                    <a:pt x="610420" y="617670"/>
                  </a:lnTo>
                  <a:lnTo>
                    <a:pt x="634579" y="563732"/>
                  </a:lnTo>
                  <a:close/>
                  <a:moveTo>
                    <a:pt x="634579" y="563732"/>
                  </a:moveTo>
                  <a:lnTo>
                    <a:pt x="610420" y="617670"/>
                  </a:lnTo>
                  <a:lnTo>
                    <a:pt x="644355" y="570411"/>
                  </a:lnTo>
                  <a:close/>
                  <a:moveTo>
                    <a:pt x="644355" y="570411"/>
                  </a:moveTo>
                  <a:lnTo>
                    <a:pt x="610420" y="617670"/>
                  </a:lnTo>
                  <a:lnTo>
                    <a:pt x="638350" y="611908"/>
                  </a:lnTo>
                  <a:close/>
                  <a:moveTo>
                    <a:pt x="638350" y="611908"/>
                  </a:moveTo>
                  <a:lnTo>
                    <a:pt x="677039" y="600487"/>
                  </a:lnTo>
                  <a:lnTo>
                    <a:pt x="644355" y="570411"/>
                  </a:lnTo>
                  <a:close/>
                  <a:moveTo>
                    <a:pt x="581579" y="544160"/>
                  </a:moveTo>
                  <a:lnTo>
                    <a:pt x="634579" y="563732"/>
                  </a:lnTo>
                  <a:lnTo>
                    <a:pt x="622170" y="526977"/>
                  </a:lnTo>
                  <a:close/>
                  <a:moveTo>
                    <a:pt x="198962" y="98870"/>
                  </a:moveTo>
                  <a:lnTo>
                    <a:pt x="187706" y="103100"/>
                  </a:lnTo>
                  <a:lnTo>
                    <a:pt x="216946" y="93585"/>
                  </a:lnTo>
                  <a:close/>
                  <a:moveTo>
                    <a:pt x="224831" y="103100"/>
                  </a:moveTo>
                  <a:lnTo>
                    <a:pt x="198962" y="98870"/>
                  </a:lnTo>
                  <a:lnTo>
                    <a:pt x="227185" y="103499"/>
                  </a:lnTo>
                  <a:close/>
                  <a:moveTo>
                    <a:pt x="227185" y="103499"/>
                  </a:moveTo>
                  <a:lnTo>
                    <a:pt x="198962" y="98870"/>
                  </a:lnTo>
                  <a:lnTo>
                    <a:pt x="216946" y="93585"/>
                  </a:lnTo>
                  <a:close/>
                  <a:moveTo>
                    <a:pt x="227185" y="103499"/>
                  </a:moveTo>
                  <a:lnTo>
                    <a:pt x="216946" y="93585"/>
                  </a:lnTo>
                  <a:lnTo>
                    <a:pt x="254516" y="109477"/>
                  </a:lnTo>
                  <a:close/>
                  <a:moveTo>
                    <a:pt x="281565" y="86032"/>
                  </a:moveTo>
                  <a:lnTo>
                    <a:pt x="227185" y="103499"/>
                  </a:lnTo>
                  <a:lnTo>
                    <a:pt x="254516" y="109477"/>
                  </a:lnTo>
                  <a:close/>
                  <a:moveTo>
                    <a:pt x="192889" y="99851"/>
                  </a:moveTo>
                  <a:lnTo>
                    <a:pt x="187706" y="103100"/>
                  </a:lnTo>
                  <a:lnTo>
                    <a:pt x="198962" y="98870"/>
                  </a:lnTo>
                  <a:close/>
                  <a:moveTo>
                    <a:pt x="198962" y="98870"/>
                  </a:moveTo>
                  <a:lnTo>
                    <a:pt x="224831" y="103100"/>
                  </a:lnTo>
                  <a:lnTo>
                    <a:pt x="192889" y="99851"/>
                  </a:lnTo>
                  <a:close/>
                  <a:moveTo>
                    <a:pt x="912824" y="926931"/>
                  </a:moveTo>
                  <a:lnTo>
                    <a:pt x="936638" y="915749"/>
                  </a:lnTo>
                  <a:lnTo>
                    <a:pt x="900012" y="903387"/>
                  </a:lnTo>
                  <a:close/>
                  <a:moveTo>
                    <a:pt x="677039" y="600487"/>
                  </a:moveTo>
                  <a:lnTo>
                    <a:pt x="688557" y="611098"/>
                  </a:lnTo>
                  <a:lnTo>
                    <a:pt x="691824" y="595523"/>
                  </a:lnTo>
                  <a:close/>
                  <a:moveTo>
                    <a:pt x="646650" y="560414"/>
                  </a:moveTo>
                  <a:lnTo>
                    <a:pt x="644355" y="570411"/>
                  </a:lnTo>
                  <a:lnTo>
                    <a:pt x="683763" y="546548"/>
                  </a:lnTo>
                  <a:close/>
                  <a:moveTo>
                    <a:pt x="644355" y="570411"/>
                  </a:moveTo>
                  <a:lnTo>
                    <a:pt x="677039" y="600487"/>
                  </a:lnTo>
                  <a:lnTo>
                    <a:pt x="683763" y="546548"/>
                  </a:lnTo>
                  <a:close/>
                  <a:moveTo>
                    <a:pt x="683763" y="546548"/>
                  </a:moveTo>
                  <a:lnTo>
                    <a:pt x="677039" y="600487"/>
                  </a:lnTo>
                  <a:lnTo>
                    <a:pt x="701097" y="561777"/>
                  </a:lnTo>
                  <a:close/>
                  <a:moveTo>
                    <a:pt x="701097" y="561777"/>
                  </a:moveTo>
                  <a:lnTo>
                    <a:pt x="677039" y="600487"/>
                  </a:lnTo>
                  <a:lnTo>
                    <a:pt x="691824" y="595523"/>
                  </a:lnTo>
                  <a:close/>
                  <a:moveTo>
                    <a:pt x="733646" y="588611"/>
                  </a:moveTo>
                  <a:lnTo>
                    <a:pt x="691824" y="595523"/>
                  </a:lnTo>
                  <a:lnTo>
                    <a:pt x="688557" y="611098"/>
                  </a:lnTo>
                  <a:close/>
                  <a:moveTo>
                    <a:pt x="691824" y="595523"/>
                  </a:moveTo>
                  <a:lnTo>
                    <a:pt x="733646" y="588611"/>
                  </a:lnTo>
                  <a:lnTo>
                    <a:pt x="701097" y="561777"/>
                  </a:lnTo>
                  <a:close/>
                  <a:moveTo>
                    <a:pt x="634579" y="563732"/>
                  </a:moveTo>
                  <a:lnTo>
                    <a:pt x="644355" y="570411"/>
                  </a:lnTo>
                  <a:lnTo>
                    <a:pt x="646650" y="560414"/>
                  </a:lnTo>
                  <a:close/>
                  <a:moveTo>
                    <a:pt x="306179" y="81855"/>
                  </a:moveTo>
                  <a:lnTo>
                    <a:pt x="281565" y="86032"/>
                  </a:lnTo>
                  <a:lnTo>
                    <a:pt x="254516" y="109477"/>
                  </a:lnTo>
                  <a:close/>
                  <a:moveTo>
                    <a:pt x="327069" y="75985"/>
                  </a:moveTo>
                  <a:lnTo>
                    <a:pt x="282158" y="85917"/>
                  </a:lnTo>
                  <a:lnTo>
                    <a:pt x="337486" y="74328"/>
                  </a:lnTo>
                  <a:close/>
                  <a:moveTo>
                    <a:pt x="337486" y="74328"/>
                  </a:moveTo>
                  <a:lnTo>
                    <a:pt x="282158" y="85917"/>
                  </a:lnTo>
                  <a:lnTo>
                    <a:pt x="281565" y="86032"/>
                  </a:lnTo>
                  <a:close/>
                  <a:moveTo>
                    <a:pt x="337486" y="74328"/>
                  </a:moveTo>
                  <a:lnTo>
                    <a:pt x="281565" y="86032"/>
                  </a:lnTo>
                  <a:lnTo>
                    <a:pt x="306179" y="81855"/>
                  </a:lnTo>
                  <a:close/>
                  <a:moveTo>
                    <a:pt x="756102" y="583303"/>
                  </a:moveTo>
                  <a:lnTo>
                    <a:pt x="767488" y="566120"/>
                  </a:lnTo>
                  <a:lnTo>
                    <a:pt x="736970" y="571322"/>
                  </a:lnTo>
                  <a:close/>
                  <a:moveTo>
                    <a:pt x="767488" y="566120"/>
                  </a:moveTo>
                  <a:lnTo>
                    <a:pt x="758327" y="554965"/>
                  </a:lnTo>
                  <a:lnTo>
                    <a:pt x="736970" y="571322"/>
                  </a:lnTo>
                  <a:close/>
                  <a:moveTo>
                    <a:pt x="736970" y="571322"/>
                  </a:moveTo>
                  <a:lnTo>
                    <a:pt x="758327" y="554965"/>
                  </a:lnTo>
                  <a:lnTo>
                    <a:pt x="701097" y="561777"/>
                  </a:lnTo>
                  <a:close/>
                  <a:moveTo>
                    <a:pt x="708562" y="537168"/>
                  </a:moveTo>
                  <a:lnTo>
                    <a:pt x="744807" y="504415"/>
                  </a:lnTo>
                  <a:lnTo>
                    <a:pt x="738170" y="495439"/>
                  </a:lnTo>
                  <a:close/>
                  <a:moveTo>
                    <a:pt x="680434" y="425795"/>
                  </a:moveTo>
                  <a:lnTo>
                    <a:pt x="645205" y="436284"/>
                  </a:lnTo>
                  <a:lnTo>
                    <a:pt x="694819" y="442092"/>
                  </a:lnTo>
                  <a:close/>
                  <a:moveTo>
                    <a:pt x="694819" y="442092"/>
                  </a:moveTo>
                  <a:lnTo>
                    <a:pt x="645205" y="436284"/>
                  </a:lnTo>
                  <a:lnTo>
                    <a:pt x="637662" y="449180"/>
                  </a:lnTo>
                  <a:close/>
                  <a:moveTo>
                    <a:pt x="694819" y="442092"/>
                  </a:moveTo>
                  <a:lnTo>
                    <a:pt x="637662" y="449180"/>
                  </a:lnTo>
                  <a:lnTo>
                    <a:pt x="662418" y="445529"/>
                  </a:lnTo>
                  <a:close/>
                  <a:moveTo>
                    <a:pt x="446694" y="233486"/>
                  </a:moveTo>
                  <a:lnTo>
                    <a:pt x="467962" y="239354"/>
                  </a:lnTo>
                  <a:lnTo>
                    <a:pt x="459409" y="215754"/>
                  </a:lnTo>
                  <a:close/>
                  <a:moveTo>
                    <a:pt x="459409" y="215754"/>
                  </a:moveTo>
                  <a:lnTo>
                    <a:pt x="477933" y="235325"/>
                  </a:lnTo>
                  <a:lnTo>
                    <a:pt x="489095" y="198570"/>
                  </a:lnTo>
                  <a:close/>
                  <a:moveTo>
                    <a:pt x="492319" y="183285"/>
                  </a:moveTo>
                  <a:lnTo>
                    <a:pt x="459409" y="215754"/>
                  </a:lnTo>
                  <a:lnTo>
                    <a:pt x="489095" y="198570"/>
                  </a:lnTo>
                  <a:close/>
                  <a:moveTo>
                    <a:pt x="373485" y="51550"/>
                  </a:moveTo>
                  <a:lnTo>
                    <a:pt x="370317" y="67915"/>
                  </a:lnTo>
                  <a:lnTo>
                    <a:pt x="366165" y="85346"/>
                  </a:lnTo>
                  <a:close/>
                  <a:moveTo>
                    <a:pt x="366165" y="85346"/>
                  </a:moveTo>
                  <a:lnTo>
                    <a:pt x="370317" y="67915"/>
                  </a:lnTo>
                  <a:lnTo>
                    <a:pt x="369965" y="71185"/>
                  </a:lnTo>
                  <a:close/>
                  <a:moveTo>
                    <a:pt x="366165" y="85346"/>
                  </a:moveTo>
                  <a:lnTo>
                    <a:pt x="369965" y="71185"/>
                  </a:lnTo>
                  <a:lnTo>
                    <a:pt x="337486" y="74328"/>
                  </a:lnTo>
                  <a:close/>
                  <a:moveTo>
                    <a:pt x="385946" y="34729"/>
                  </a:moveTo>
                  <a:lnTo>
                    <a:pt x="370317" y="67915"/>
                  </a:lnTo>
                  <a:lnTo>
                    <a:pt x="373485" y="51550"/>
                  </a:lnTo>
                  <a:close/>
                  <a:moveTo>
                    <a:pt x="789320" y="525690"/>
                  </a:moveTo>
                  <a:lnTo>
                    <a:pt x="758320" y="523804"/>
                  </a:lnTo>
                  <a:lnTo>
                    <a:pt x="807736" y="555465"/>
                  </a:lnTo>
                  <a:close/>
                  <a:moveTo>
                    <a:pt x="758320" y="523804"/>
                  </a:moveTo>
                  <a:lnTo>
                    <a:pt x="781114" y="515584"/>
                  </a:lnTo>
                  <a:lnTo>
                    <a:pt x="744807" y="504415"/>
                  </a:lnTo>
                  <a:close/>
                  <a:moveTo>
                    <a:pt x="758320" y="523804"/>
                  </a:moveTo>
                  <a:lnTo>
                    <a:pt x="789320" y="525690"/>
                  </a:lnTo>
                  <a:lnTo>
                    <a:pt x="781114" y="515584"/>
                  </a:lnTo>
                  <a:close/>
                  <a:moveTo>
                    <a:pt x="405976" y="13411"/>
                  </a:moveTo>
                  <a:lnTo>
                    <a:pt x="385946" y="34729"/>
                  </a:lnTo>
                  <a:lnTo>
                    <a:pt x="373485" y="51550"/>
                  </a:lnTo>
                  <a:close/>
                  <a:moveTo>
                    <a:pt x="582870" y="80273"/>
                  </a:moveTo>
                  <a:lnTo>
                    <a:pt x="574292" y="55186"/>
                  </a:lnTo>
                  <a:lnTo>
                    <a:pt x="586057" y="90693"/>
                  </a:lnTo>
                  <a:close/>
                  <a:moveTo>
                    <a:pt x="570494" y="53939"/>
                  </a:moveTo>
                  <a:lnTo>
                    <a:pt x="574292" y="55186"/>
                  </a:lnTo>
                  <a:lnTo>
                    <a:pt x="582870" y="80273"/>
                  </a:lnTo>
                  <a:close/>
                  <a:moveTo>
                    <a:pt x="574292" y="55186"/>
                  </a:moveTo>
                  <a:lnTo>
                    <a:pt x="570494" y="53939"/>
                  </a:lnTo>
                  <a:lnTo>
                    <a:pt x="575041" y="51001"/>
                  </a:lnTo>
                  <a:close/>
                  <a:moveTo>
                    <a:pt x="727248" y="183775"/>
                  </a:moveTo>
                  <a:lnTo>
                    <a:pt x="722950" y="194583"/>
                  </a:lnTo>
                  <a:lnTo>
                    <a:pt x="707012" y="199058"/>
                  </a:lnTo>
                  <a:close/>
                  <a:moveTo>
                    <a:pt x="727248" y="183775"/>
                  </a:moveTo>
                  <a:lnTo>
                    <a:pt x="713774" y="195973"/>
                  </a:lnTo>
                  <a:lnTo>
                    <a:pt x="722950" y="194583"/>
                  </a:lnTo>
                  <a:close/>
                  <a:moveTo>
                    <a:pt x="724007" y="147020"/>
                  </a:moveTo>
                  <a:lnTo>
                    <a:pt x="679744" y="164204"/>
                  </a:lnTo>
                  <a:lnTo>
                    <a:pt x="727248" y="183775"/>
                  </a:lnTo>
                  <a:close/>
                  <a:moveTo>
                    <a:pt x="585804" y="91242"/>
                  </a:moveTo>
                  <a:lnTo>
                    <a:pt x="595360" y="73510"/>
                  </a:lnTo>
                  <a:lnTo>
                    <a:pt x="586903" y="89681"/>
                  </a:lnTo>
                  <a:close/>
                  <a:moveTo>
                    <a:pt x="586057" y="90693"/>
                  </a:moveTo>
                  <a:lnTo>
                    <a:pt x="585804" y="91242"/>
                  </a:lnTo>
                  <a:lnTo>
                    <a:pt x="586903" y="89681"/>
                  </a:lnTo>
                  <a:close/>
                  <a:moveTo>
                    <a:pt x="586903" y="89681"/>
                  </a:moveTo>
                  <a:lnTo>
                    <a:pt x="600708" y="50757"/>
                  </a:lnTo>
                  <a:lnTo>
                    <a:pt x="586057" y="90693"/>
                  </a:lnTo>
                  <a:close/>
                  <a:moveTo>
                    <a:pt x="580149" y="50424"/>
                  </a:moveTo>
                  <a:lnTo>
                    <a:pt x="582870" y="80273"/>
                  </a:lnTo>
                  <a:lnTo>
                    <a:pt x="586057" y="90693"/>
                  </a:lnTo>
                  <a:close/>
                  <a:moveTo>
                    <a:pt x="600052" y="36755"/>
                  </a:moveTo>
                  <a:lnTo>
                    <a:pt x="580149" y="50424"/>
                  </a:lnTo>
                  <a:lnTo>
                    <a:pt x="586057" y="90693"/>
                  </a:lnTo>
                  <a:close/>
                  <a:moveTo>
                    <a:pt x="570494" y="53939"/>
                  </a:moveTo>
                  <a:lnTo>
                    <a:pt x="582870" y="80273"/>
                  </a:lnTo>
                  <a:lnTo>
                    <a:pt x="580149" y="50424"/>
                  </a:lnTo>
                  <a:close/>
                  <a:moveTo>
                    <a:pt x="600708" y="50757"/>
                  </a:moveTo>
                  <a:lnTo>
                    <a:pt x="586903" y="89681"/>
                  </a:lnTo>
                  <a:lnTo>
                    <a:pt x="595360" y="73510"/>
                  </a:lnTo>
                  <a:close/>
                  <a:moveTo>
                    <a:pt x="575041" y="51001"/>
                  </a:moveTo>
                  <a:lnTo>
                    <a:pt x="570494" y="53939"/>
                  </a:lnTo>
                  <a:lnTo>
                    <a:pt x="580149" y="50424"/>
                  </a:lnTo>
                  <a:close/>
                  <a:moveTo>
                    <a:pt x="579351" y="17184"/>
                  </a:moveTo>
                  <a:lnTo>
                    <a:pt x="600052" y="36755"/>
                  </a:lnTo>
                  <a:lnTo>
                    <a:pt x="592525" y="0"/>
                  </a:lnTo>
                  <a:close/>
                  <a:moveTo>
                    <a:pt x="727248" y="183775"/>
                  </a:moveTo>
                  <a:lnTo>
                    <a:pt x="735511" y="166592"/>
                  </a:lnTo>
                  <a:lnTo>
                    <a:pt x="724007" y="147020"/>
                  </a:lnTo>
                  <a:close/>
                  <a:moveTo>
                    <a:pt x="751043" y="114529"/>
                  </a:moveTo>
                  <a:lnTo>
                    <a:pt x="735746" y="139433"/>
                  </a:lnTo>
                  <a:lnTo>
                    <a:pt x="740841" y="93082"/>
                  </a:lnTo>
                  <a:close/>
                  <a:moveTo>
                    <a:pt x="619331" y="19572"/>
                  </a:moveTo>
                  <a:lnTo>
                    <a:pt x="592525" y="0"/>
                  </a:lnTo>
                  <a:lnTo>
                    <a:pt x="600052" y="36755"/>
                  </a:lnTo>
                  <a:close/>
                  <a:moveTo>
                    <a:pt x="801212" y="112654"/>
                  </a:moveTo>
                  <a:lnTo>
                    <a:pt x="801740" y="111660"/>
                  </a:lnTo>
                  <a:lnTo>
                    <a:pt x="740841" y="93082"/>
                  </a:lnTo>
                  <a:close/>
                  <a:moveTo>
                    <a:pt x="749907" y="129837"/>
                  </a:moveTo>
                  <a:lnTo>
                    <a:pt x="801212" y="112654"/>
                  </a:lnTo>
                  <a:lnTo>
                    <a:pt x="740841" y="9308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17" name="Input_density__116">
              <a:extLst>
                <a:ext uri="{FF2B5EF4-FFF2-40B4-BE49-F238E27FC236}">
                  <a16:creationId xmlns:a16="http://schemas.microsoft.com/office/drawing/2014/main" id="{36800295-A5F6-B449-15AA-499C77D3AAF7}"/>
                </a:ext>
              </a:extLst>
            </p:cNvPr>
            <p:cNvSpPr>
              <a:spLocks noGrp="1"/>
            </p:cNvSpPr>
            <p:nvPr/>
          </p:nvSpPr>
          <p:spPr>
            <a:xfrm>
              <a:off x="885496" y="1610804"/>
              <a:ext cx="900012" cy="1375195"/>
            </a:xfrm>
            <a:custGeom>
              <a:avLst/>
              <a:gdLst/>
              <a:ahLst/>
              <a:cxnLst/>
              <a:rect l="0" t="0" r="0" b="0"/>
              <a:pathLst>
                <a:path w="900012" h="1375195">
                  <a:moveTo>
                    <a:pt x="228973" y="1337295"/>
                  </a:moveTo>
                  <a:lnTo>
                    <a:pt x="228785" y="1343005"/>
                  </a:lnTo>
                  <a:lnTo>
                    <a:pt x="258037" y="1321257"/>
                  </a:lnTo>
                  <a:close/>
                  <a:moveTo>
                    <a:pt x="258037" y="1321257"/>
                  </a:moveTo>
                  <a:lnTo>
                    <a:pt x="228785" y="1343005"/>
                  </a:lnTo>
                  <a:lnTo>
                    <a:pt x="246460" y="1375195"/>
                  </a:lnTo>
                  <a:close/>
                  <a:moveTo>
                    <a:pt x="226437" y="1338440"/>
                  </a:moveTo>
                  <a:lnTo>
                    <a:pt x="228785" y="1343005"/>
                  </a:lnTo>
                  <a:lnTo>
                    <a:pt x="228973" y="1337295"/>
                  </a:lnTo>
                  <a:close/>
                  <a:moveTo>
                    <a:pt x="219332" y="1301685"/>
                  </a:moveTo>
                  <a:lnTo>
                    <a:pt x="228973" y="1337295"/>
                  </a:lnTo>
                  <a:lnTo>
                    <a:pt x="258037" y="1321257"/>
                  </a:lnTo>
                  <a:close/>
                  <a:moveTo>
                    <a:pt x="219332" y="1301685"/>
                  </a:moveTo>
                  <a:lnTo>
                    <a:pt x="258037" y="1321257"/>
                  </a:lnTo>
                  <a:lnTo>
                    <a:pt x="247891" y="1284502"/>
                  </a:lnTo>
                  <a:close/>
                  <a:moveTo>
                    <a:pt x="258037" y="1321257"/>
                  </a:moveTo>
                  <a:lnTo>
                    <a:pt x="303119" y="1348851"/>
                  </a:lnTo>
                  <a:lnTo>
                    <a:pt x="302792" y="1304370"/>
                  </a:lnTo>
                  <a:close/>
                  <a:moveTo>
                    <a:pt x="303947" y="1304073"/>
                  </a:moveTo>
                  <a:lnTo>
                    <a:pt x="302792" y="1304370"/>
                  </a:lnTo>
                  <a:lnTo>
                    <a:pt x="303119" y="1348851"/>
                  </a:lnTo>
                  <a:close/>
                  <a:moveTo>
                    <a:pt x="288882" y="1267318"/>
                  </a:moveTo>
                  <a:lnTo>
                    <a:pt x="302792" y="1304370"/>
                  </a:lnTo>
                  <a:lnTo>
                    <a:pt x="302416" y="1301308"/>
                  </a:lnTo>
                  <a:close/>
                  <a:moveTo>
                    <a:pt x="258037" y="1321257"/>
                  </a:moveTo>
                  <a:lnTo>
                    <a:pt x="302792" y="1304370"/>
                  </a:lnTo>
                  <a:lnTo>
                    <a:pt x="288882" y="1267318"/>
                  </a:lnTo>
                  <a:close/>
                  <a:moveTo>
                    <a:pt x="247891" y="1284502"/>
                  </a:moveTo>
                  <a:lnTo>
                    <a:pt x="258037" y="1321257"/>
                  </a:lnTo>
                  <a:lnTo>
                    <a:pt x="288882" y="1267318"/>
                  </a:lnTo>
                  <a:close/>
                  <a:moveTo>
                    <a:pt x="302792" y="1304370"/>
                  </a:moveTo>
                  <a:lnTo>
                    <a:pt x="303947" y="1304073"/>
                  </a:lnTo>
                  <a:lnTo>
                    <a:pt x="302416" y="1301308"/>
                  </a:lnTo>
                  <a:close/>
                  <a:moveTo>
                    <a:pt x="240646" y="1247747"/>
                  </a:moveTo>
                  <a:lnTo>
                    <a:pt x="247891" y="1284502"/>
                  </a:lnTo>
                  <a:lnTo>
                    <a:pt x="288882" y="1267318"/>
                  </a:lnTo>
                  <a:close/>
                  <a:moveTo>
                    <a:pt x="240646" y="1247747"/>
                  </a:moveTo>
                  <a:lnTo>
                    <a:pt x="288882" y="1267318"/>
                  </a:lnTo>
                  <a:lnTo>
                    <a:pt x="270729" y="1230563"/>
                  </a:lnTo>
                  <a:close/>
                  <a:moveTo>
                    <a:pt x="232231" y="1157054"/>
                  </a:moveTo>
                  <a:lnTo>
                    <a:pt x="222646" y="1210992"/>
                  </a:lnTo>
                  <a:lnTo>
                    <a:pt x="247440" y="1193808"/>
                  </a:lnTo>
                  <a:close/>
                  <a:moveTo>
                    <a:pt x="356654" y="1286890"/>
                  </a:moveTo>
                  <a:lnTo>
                    <a:pt x="354707" y="1276028"/>
                  </a:lnTo>
                  <a:lnTo>
                    <a:pt x="303947" y="1304073"/>
                  </a:lnTo>
                  <a:close/>
                  <a:moveTo>
                    <a:pt x="303947" y="1304073"/>
                  </a:moveTo>
                  <a:lnTo>
                    <a:pt x="354707" y="1276028"/>
                  </a:lnTo>
                  <a:lnTo>
                    <a:pt x="297342" y="1264053"/>
                  </a:lnTo>
                  <a:close/>
                  <a:moveTo>
                    <a:pt x="297342" y="1264053"/>
                  </a:moveTo>
                  <a:lnTo>
                    <a:pt x="354707" y="1276028"/>
                  </a:lnTo>
                  <a:lnTo>
                    <a:pt x="346662" y="1251046"/>
                  </a:lnTo>
                  <a:close/>
                  <a:moveTo>
                    <a:pt x="303947" y="1304073"/>
                  </a:moveTo>
                  <a:lnTo>
                    <a:pt x="297342" y="1264053"/>
                  </a:lnTo>
                  <a:lnTo>
                    <a:pt x="302416" y="1301308"/>
                  </a:lnTo>
                  <a:close/>
                  <a:moveTo>
                    <a:pt x="288882" y="1267318"/>
                  </a:moveTo>
                  <a:lnTo>
                    <a:pt x="302416" y="1301308"/>
                  </a:lnTo>
                  <a:lnTo>
                    <a:pt x="297342" y="1264053"/>
                  </a:lnTo>
                  <a:close/>
                  <a:moveTo>
                    <a:pt x="270729" y="1230563"/>
                  </a:moveTo>
                  <a:lnTo>
                    <a:pt x="297342" y="1264053"/>
                  </a:lnTo>
                  <a:lnTo>
                    <a:pt x="292820" y="1222982"/>
                  </a:lnTo>
                  <a:close/>
                  <a:moveTo>
                    <a:pt x="270729" y="1230563"/>
                  </a:moveTo>
                  <a:lnTo>
                    <a:pt x="288882" y="1267318"/>
                  </a:lnTo>
                  <a:lnTo>
                    <a:pt x="297342" y="1264053"/>
                  </a:lnTo>
                  <a:close/>
                  <a:moveTo>
                    <a:pt x="297342" y="1264053"/>
                  </a:moveTo>
                  <a:lnTo>
                    <a:pt x="346662" y="1251046"/>
                  </a:lnTo>
                  <a:lnTo>
                    <a:pt x="330793" y="1219199"/>
                  </a:lnTo>
                  <a:close/>
                  <a:moveTo>
                    <a:pt x="297342" y="1264053"/>
                  </a:moveTo>
                  <a:lnTo>
                    <a:pt x="330793" y="1219199"/>
                  </a:lnTo>
                  <a:lnTo>
                    <a:pt x="292820" y="1222982"/>
                  </a:lnTo>
                  <a:close/>
                  <a:moveTo>
                    <a:pt x="346662" y="1251046"/>
                  </a:moveTo>
                  <a:lnTo>
                    <a:pt x="354707" y="1276028"/>
                  </a:lnTo>
                  <a:lnTo>
                    <a:pt x="350496" y="1250135"/>
                  </a:lnTo>
                  <a:close/>
                  <a:moveTo>
                    <a:pt x="247440" y="1193808"/>
                  </a:moveTo>
                  <a:lnTo>
                    <a:pt x="292820" y="1222982"/>
                  </a:lnTo>
                  <a:lnTo>
                    <a:pt x="286148" y="1183659"/>
                  </a:lnTo>
                  <a:close/>
                  <a:moveTo>
                    <a:pt x="247440" y="1193808"/>
                  </a:moveTo>
                  <a:lnTo>
                    <a:pt x="270729" y="1230563"/>
                  </a:lnTo>
                  <a:lnTo>
                    <a:pt x="292820" y="1222982"/>
                  </a:lnTo>
                  <a:close/>
                  <a:moveTo>
                    <a:pt x="232231" y="1157054"/>
                  </a:moveTo>
                  <a:lnTo>
                    <a:pt x="286148" y="1183659"/>
                  </a:lnTo>
                  <a:lnTo>
                    <a:pt x="276227" y="1146978"/>
                  </a:lnTo>
                  <a:close/>
                  <a:moveTo>
                    <a:pt x="232231" y="1157054"/>
                  </a:moveTo>
                  <a:lnTo>
                    <a:pt x="247440" y="1193808"/>
                  </a:lnTo>
                  <a:lnTo>
                    <a:pt x="286148" y="1183659"/>
                  </a:lnTo>
                  <a:close/>
                  <a:moveTo>
                    <a:pt x="358209" y="1286405"/>
                  </a:moveTo>
                  <a:lnTo>
                    <a:pt x="350496" y="1250135"/>
                  </a:lnTo>
                  <a:lnTo>
                    <a:pt x="354707" y="1276028"/>
                  </a:lnTo>
                  <a:close/>
                  <a:moveTo>
                    <a:pt x="395284" y="1238605"/>
                  </a:moveTo>
                  <a:lnTo>
                    <a:pt x="350496" y="1250135"/>
                  </a:lnTo>
                  <a:lnTo>
                    <a:pt x="358209" y="1286405"/>
                  </a:lnTo>
                  <a:close/>
                  <a:moveTo>
                    <a:pt x="0" y="681627"/>
                  </a:moveTo>
                  <a:lnTo>
                    <a:pt x="39341" y="701198"/>
                  </a:lnTo>
                  <a:lnTo>
                    <a:pt x="33669" y="664444"/>
                  </a:lnTo>
                  <a:close/>
                  <a:moveTo>
                    <a:pt x="39116" y="651128"/>
                  </a:moveTo>
                  <a:lnTo>
                    <a:pt x="0" y="681627"/>
                  </a:lnTo>
                  <a:lnTo>
                    <a:pt x="33669" y="664444"/>
                  </a:lnTo>
                  <a:close/>
                  <a:moveTo>
                    <a:pt x="469454" y="1179013"/>
                  </a:moveTo>
                  <a:lnTo>
                    <a:pt x="488918" y="1211676"/>
                  </a:lnTo>
                  <a:lnTo>
                    <a:pt x="499529" y="1163284"/>
                  </a:lnTo>
                  <a:close/>
                  <a:moveTo>
                    <a:pt x="461442" y="1142258"/>
                  </a:moveTo>
                  <a:lnTo>
                    <a:pt x="499529" y="1163284"/>
                  </a:lnTo>
                  <a:lnTo>
                    <a:pt x="476577" y="1137197"/>
                  </a:lnTo>
                  <a:close/>
                  <a:moveTo>
                    <a:pt x="461442" y="1142258"/>
                  </a:moveTo>
                  <a:lnTo>
                    <a:pt x="469454" y="1179013"/>
                  </a:lnTo>
                  <a:lnTo>
                    <a:pt x="499529" y="1163284"/>
                  </a:lnTo>
                  <a:close/>
                  <a:moveTo>
                    <a:pt x="33669" y="664444"/>
                  </a:moveTo>
                  <a:lnTo>
                    <a:pt x="69965" y="670258"/>
                  </a:lnTo>
                  <a:lnTo>
                    <a:pt x="49403" y="658976"/>
                  </a:lnTo>
                  <a:close/>
                  <a:moveTo>
                    <a:pt x="39116" y="651128"/>
                  </a:moveTo>
                  <a:lnTo>
                    <a:pt x="33669" y="664444"/>
                  </a:lnTo>
                  <a:lnTo>
                    <a:pt x="49403" y="658976"/>
                  </a:lnTo>
                  <a:close/>
                  <a:moveTo>
                    <a:pt x="49403" y="658976"/>
                  </a:moveTo>
                  <a:lnTo>
                    <a:pt x="67416" y="632361"/>
                  </a:lnTo>
                  <a:lnTo>
                    <a:pt x="39116" y="651128"/>
                  </a:lnTo>
                  <a:close/>
                  <a:moveTo>
                    <a:pt x="49403" y="658976"/>
                  </a:moveTo>
                  <a:lnTo>
                    <a:pt x="91942" y="651481"/>
                  </a:lnTo>
                  <a:lnTo>
                    <a:pt x="67416" y="632361"/>
                  </a:lnTo>
                  <a:close/>
                  <a:moveTo>
                    <a:pt x="91942" y="651481"/>
                  </a:moveTo>
                  <a:lnTo>
                    <a:pt x="49403" y="658976"/>
                  </a:lnTo>
                  <a:lnTo>
                    <a:pt x="102903" y="668832"/>
                  </a:lnTo>
                  <a:close/>
                  <a:moveTo>
                    <a:pt x="49403" y="658976"/>
                  </a:moveTo>
                  <a:lnTo>
                    <a:pt x="69965" y="670258"/>
                  </a:lnTo>
                  <a:lnTo>
                    <a:pt x="102903" y="668832"/>
                  </a:lnTo>
                  <a:close/>
                  <a:moveTo>
                    <a:pt x="128081" y="649189"/>
                  </a:moveTo>
                  <a:lnTo>
                    <a:pt x="91942" y="651481"/>
                  </a:lnTo>
                  <a:lnTo>
                    <a:pt x="132425" y="654635"/>
                  </a:lnTo>
                  <a:close/>
                  <a:moveTo>
                    <a:pt x="91942" y="651481"/>
                  </a:moveTo>
                  <a:lnTo>
                    <a:pt x="102903" y="668832"/>
                  </a:lnTo>
                  <a:lnTo>
                    <a:pt x="132425" y="654635"/>
                  </a:lnTo>
                  <a:close/>
                  <a:moveTo>
                    <a:pt x="503347" y="1161830"/>
                  </a:moveTo>
                  <a:lnTo>
                    <a:pt x="560754" y="1163268"/>
                  </a:lnTo>
                  <a:lnTo>
                    <a:pt x="544504" y="1153809"/>
                  </a:lnTo>
                  <a:close/>
                  <a:moveTo>
                    <a:pt x="544504" y="1153809"/>
                  </a:moveTo>
                  <a:lnTo>
                    <a:pt x="560754" y="1163268"/>
                  </a:lnTo>
                  <a:lnTo>
                    <a:pt x="586318" y="1181401"/>
                  </a:lnTo>
                  <a:close/>
                  <a:moveTo>
                    <a:pt x="529843" y="1143903"/>
                  </a:moveTo>
                  <a:lnTo>
                    <a:pt x="503347" y="1161830"/>
                  </a:lnTo>
                  <a:lnTo>
                    <a:pt x="544504" y="1153809"/>
                  </a:lnTo>
                  <a:close/>
                  <a:moveTo>
                    <a:pt x="544504" y="1153809"/>
                  </a:moveTo>
                  <a:lnTo>
                    <a:pt x="587242" y="1137725"/>
                  </a:lnTo>
                  <a:lnTo>
                    <a:pt x="535515" y="1125075"/>
                  </a:lnTo>
                  <a:close/>
                  <a:moveTo>
                    <a:pt x="535515" y="1125075"/>
                  </a:moveTo>
                  <a:lnTo>
                    <a:pt x="587242" y="1137725"/>
                  </a:lnTo>
                  <a:lnTo>
                    <a:pt x="567592" y="1107892"/>
                  </a:lnTo>
                  <a:close/>
                  <a:moveTo>
                    <a:pt x="535515" y="1125075"/>
                  </a:moveTo>
                  <a:lnTo>
                    <a:pt x="529843" y="1143903"/>
                  </a:lnTo>
                  <a:lnTo>
                    <a:pt x="544504" y="1153809"/>
                  </a:lnTo>
                  <a:close/>
                  <a:moveTo>
                    <a:pt x="507711" y="997627"/>
                  </a:moveTo>
                  <a:lnTo>
                    <a:pt x="533914" y="1017198"/>
                  </a:lnTo>
                  <a:lnTo>
                    <a:pt x="530488" y="980443"/>
                  </a:lnTo>
                  <a:close/>
                  <a:moveTo>
                    <a:pt x="534595" y="969254"/>
                  </a:moveTo>
                  <a:lnTo>
                    <a:pt x="507711" y="997627"/>
                  </a:lnTo>
                  <a:lnTo>
                    <a:pt x="530488" y="980443"/>
                  </a:lnTo>
                  <a:close/>
                  <a:moveTo>
                    <a:pt x="530488" y="980443"/>
                  </a:moveTo>
                  <a:lnTo>
                    <a:pt x="567184" y="994891"/>
                  </a:lnTo>
                  <a:lnTo>
                    <a:pt x="551718" y="968956"/>
                  </a:lnTo>
                  <a:close/>
                  <a:moveTo>
                    <a:pt x="534595" y="969254"/>
                  </a:moveTo>
                  <a:lnTo>
                    <a:pt x="530488" y="980443"/>
                  </a:lnTo>
                  <a:lnTo>
                    <a:pt x="551718" y="968956"/>
                  </a:lnTo>
                  <a:close/>
                  <a:moveTo>
                    <a:pt x="420513" y="615282"/>
                  </a:moveTo>
                  <a:lnTo>
                    <a:pt x="392581" y="659089"/>
                  </a:lnTo>
                  <a:lnTo>
                    <a:pt x="413158" y="652036"/>
                  </a:lnTo>
                  <a:close/>
                  <a:moveTo>
                    <a:pt x="420513" y="615282"/>
                  </a:moveTo>
                  <a:lnTo>
                    <a:pt x="453927" y="636305"/>
                  </a:lnTo>
                  <a:lnTo>
                    <a:pt x="429585" y="611347"/>
                  </a:lnTo>
                  <a:close/>
                  <a:moveTo>
                    <a:pt x="420513" y="615282"/>
                  </a:moveTo>
                  <a:lnTo>
                    <a:pt x="413158" y="652036"/>
                  </a:lnTo>
                  <a:lnTo>
                    <a:pt x="453927" y="636305"/>
                  </a:lnTo>
                  <a:close/>
                  <a:moveTo>
                    <a:pt x="457309" y="634853"/>
                  </a:moveTo>
                  <a:lnTo>
                    <a:pt x="461324" y="598098"/>
                  </a:lnTo>
                  <a:lnTo>
                    <a:pt x="453927" y="636305"/>
                  </a:lnTo>
                  <a:close/>
                  <a:moveTo>
                    <a:pt x="461324" y="598098"/>
                  </a:moveTo>
                  <a:lnTo>
                    <a:pt x="429585" y="611347"/>
                  </a:lnTo>
                  <a:lnTo>
                    <a:pt x="453927" y="636305"/>
                  </a:lnTo>
                  <a:close/>
                  <a:moveTo>
                    <a:pt x="423510" y="610660"/>
                  </a:moveTo>
                  <a:lnTo>
                    <a:pt x="420513" y="615282"/>
                  </a:lnTo>
                  <a:lnTo>
                    <a:pt x="429585" y="611347"/>
                  </a:lnTo>
                  <a:close/>
                  <a:moveTo>
                    <a:pt x="456260" y="561343"/>
                  </a:moveTo>
                  <a:lnTo>
                    <a:pt x="429585" y="611347"/>
                  </a:lnTo>
                  <a:lnTo>
                    <a:pt x="461324" y="598098"/>
                  </a:lnTo>
                  <a:close/>
                  <a:moveTo>
                    <a:pt x="824565" y="1039158"/>
                  </a:moveTo>
                  <a:lnTo>
                    <a:pt x="824393" y="1075913"/>
                  </a:lnTo>
                  <a:lnTo>
                    <a:pt x="853877" y="1064824"/>
                  </a:lnTo>
                  <a:close/>
                  <a:moveTo>
                    <a:pt x="872489" y="1058730"/>
                  </a:moveTo>
                  <a:lnTo>
                    <a:pt x="863681" y="1021975"/>
                  </a:lnTo>
                  <a:lnTo>
                    <a:pt x="865158" y="1044517"/>
                  </a:lnTo>
                  <a:close/>
                  <a:moveTo>
                    <a:pt x="853877" y="1064824"/>
                  </a:moveTo>
                  <a:lnTo>
                    <a:pt x="872489" y="1058730"/>
                  </a:lnTo>
                  <a:lnTo>
                    <a:pt x="865158" y="1044517"/>
                  </a:lnTo>
                  <a:close/>
                  <a:moveTo>
                    <a:pt x="833386" y="1036736"/>
                  </a:moveTo>
                  <a:lnTo>
                    <a:pt x="853877" y="1064824"/>
                  </a:lnTo>
                  <a:lnTo>
                    <a:pt x="865158" y="1044517"/>
                  </a:lnTo>
                  <a:close/>
                  <a:moveTo>
                    <a:pt x="456260" y="561343"/>
                  </a:moveTo>
                  <a:lnTo>
                    <a:pt x="491422" y="547583"/>
                  </a:lnTo>
                  <a:lnTo>
                    <a:pt x="488399" y="545874"/>
                  </a:lnTo>
                  <a:close/>
                  <a:moveTo>
                    <a:pt x="486655" y="580915"/>
                  </a:moveTo>
                  <a:lnTo>
                    <a:pt x="491422" y="547583"/>
                  </a:lnTo>
                  <a:lnTo>
                    <a:pt x="456260" y="561343"/>
                  </a:lnTo>
                  <a:close/>
                  <a:moveTo>
                    <a:pt x="461324" y="598098"/>
                  </a:moveTo>
                  <a:lnTo>
                    <a:pt x="486655" y="580915"/>
                  </a:lnTo>
                  <a:lnTo>
                    <a:pt x="456260" y="561343"/>
                  </a:lnTo>
                  <a:close/>
                  <a:moveTo>
                    <a:pt x="465332" y="546244"/>
                  </a:moveTo>
                  <a:lnTo>
                    <a:pt x="456260" y="561343"/>
                  </a:lnTo>
                  <a:lnTo>
                    <a:pt x="488399" y="545874"/>
                  </a:lnTo>
                  <a:close/>
                  <a:moveTo>
                    <a:pt x="508947" y="507405"/>
                  </a:moveTo>
                  <a:lnTo>
                    <a:pt x="488399" y="545874"/>
                  </a:lnTo>
                  <a:lnTo>
                    <a:pt x="491832" y="544160"/>
                  </a:lnTo>
                  <a:close/>
                  <a:moveTo>
                    <a:pt x="488399" y="545874"/>
                  </a:moveTo>
                  <a:lnTo>
                    <a:pt x="491422" y="547583"/>
                  </a:lnTo>
                  <a:lnTo>
                    <a:pt x="491832" y="544160"/>
                  </a:lnTo>
                  <a:close/>
                  <a:moveTo>
                    <a:pt x="317205" y="394518"/>
                  </a:moveTo>
                  <a:lnTo>
                    <a:pt x="292241" y="397390"/>
                  </a:lnTo>
                  <a:lnTo>
                    <a:pt x="277619" y="414323"/>
                  </a:lnTo>
                  <a:close/>
                  <a:moveTo>
                    <a:pt x="795371" y="936539"/>
                  </a:moveTo>
                  <a:lnTo>
                    <a:pt x="789912" y="948465"/>
                  </a:lnTo>
                  <a:lnTo>
                    <a:pt x="802004" y="945666"/>
                  </a:lnTo>
                  <a:close/>
                  <a:moveTo>
                    <a:pt x="783612" y="871124"/>
                  </a:moveTo>
                  <a:lnTo>
                    <a:pt x="782001" y="886549"/>
                  </a:lnTo>
                  <a:lnTo>
                    <a:pt x="815336" y="857771"/>
                  </a:lnTo>
                  <a:close/>
                  <a:moveTo>
                    <a:pt x="825789" y="829482"/>
                  </a:moveTo>
                  <a:lnTo>
                    <a:pt x="771517" y="847353"/>
                  </a:lnTo>
                  <a:lnTo>
                    <a:pt x="815336" y="857771"/>
                  </a:lnTo>
                  <a:close/>
                  <a:moveTo>
                    <a:pt x="815336" y="857771"/>
                  </a:moveTo>
                  <a:lnTo>
                    <a:pt x="771517" y="847353"/>
                  </a:lnTo>
                  <a:lnTo>
                    <a:pt x="783612" y="871124"/>
                  </a:lnTo>
                  <a:close/>
                  <a:moveTo>
                    <a:pt x="491422" y="547583"/>
                  </a:moveTo>
                  <a:lnTo>
                    <a:pt x="486655" y="580915"/>
                  </a:lnTo>
                  <a:lnTo>
                    <a:pt x="510728" y="572468"/>
                  </a:lnTo>
                  <a:close/>
                  <a:moveTo>
                    <a:pt x="510728" y="572468"/>
                  </a:moveTo>
                  <a:lnTo>
                    <a:pt x="491832" y="544160"/>
                  </a:lnTo>
                  <a:lnTo>
                    <a:pt x="491422" y="547583"/>
                  </a:lnTo>
                  <a:close/>
                  <a:moveTo>
                    <a:pt x="542340" y="529109"/>
                  </a:moveTo>
                  <a:lnTo>
                    <a:pt x="491832" y="544160"/>
                  </a:lnTo>
                  <a:lnTo>
                    <a:pt x="510728" y="572468"/>
                  </a:lnTo>
                  <a:close/>
                  <a:moveTo>
                    <a:pt x="546289" y="570645"/>
                  </a:moveTo>
                  <a:lnTo>
                    <a:pt x="542340" y="529109"/>
                  </a:lnTo>
                  <a:lnTo>
                    <a:pt x="510728" y="572468"/>
                  </a:lnTo>
                  <a:close/>
                  <a:moveTo>
                    <a:pt x="569141" y="563732"/>
                  </a:moveTo>
                  <a:lnTo>
                    <a:pt x="579729" y="532384"/>
                  </a:lnTo>
                  <a:lnTo>
                    <a:pt x="546289" y="570645"/>
                  </a:lnTo>
                  <a:close/>
                  <a:moveTo>
                    <a:pt x="546289" y="570645"/>
                  </a:moveTo>
                  <a:lnTo>
                    <a:pt x="579729" y="532384"/>
                  </a:lnTo>
                  <a:lnTo>
                    <a:pt x="576597" y="528347"/>
                  </a:lnTo>
                  <a:close/>
                  <a:moveTo>
                    <a:pt x="546289" y="570645"/>
                  </a:moveTo>
                  <a:lnTo>
                    <a:pt x="576597" y="528347"/>
                  </a:lnTo>
                  <a:lnTo>
                    <a:pt x="542340" y="529109"/>
                  </a:lnTo>
                  <a:close/>
                  <a:moveTo>
                    <a:pt x="581579" y="526977"/>
                  </a:moveTo>
                  <a:lnTo>
                    <a:pt x="576597" y="528347"/>
                  </a:lnTo>
                  <a:lnTo>
                    <a:pt x="579729" y="532384"/>
                  </a:lnTo>
                  <a:close/>
                  <a:moveTo>
                    <a:pt x="508947" y="507405"/>
                  </a:moveTo>
                  <a:lnTo>
                    <a:pt x="542340" y="529109"/>
                  </a:lnTo>
                  <a:lnTo>
                    <a:pt x="519443" y="502977"/>
                  </a:lnTo>
                  <a:close/>
                  <a:moveTo>
                    <a:pt x="508947" y="507405"/>
                  </a:moveTo>
                  <a:lnTo>
                    <a:pt x="491832" y="544160"/>
                  </a:lnTo>
                  <a:lnTo>
                    <a:pt x="542340" y="529109"/>
                  </a:lnTo>
                  <a:close/>
                  <a:moveTo>
                    <a:pt x="576597" y="528347"/>
                  </a:moveTo>
                  <a:lnTo>
                    <a:pt x="519443" y="502977"/>
                  </a:lnTo>
                  <a:lnTo>
                    <a:pt x="542340" y="529109"/>
                  </a:lnTo>
                  <a:close/>
                  <a:moveTo>
                    <a:pt x="576597" y="528347"/>
                  </a:moveTo>
                  <a:lnTo>
                    <a:pt x="581579" y="526977"/>
                  </a:lnTo>
                  <a:lnTo>
                    <a:pt x="575488" y="516527"/>
                  </a:lnTo>
                  <a:close/>
                  <a:moveTo>
                    <a:pt x="857396" y="927722"/>
                  </a:moveTo>
                  <a:lnTo>
                    <a:pt x="900012" y="886203"/>
                  </a:lnTo>
                  <a:lnTo>
                    <a:pt x="896249" y="878476"/>
                  </a:lnTo>
                  <a:close/>
                  <a:moveTo>
                    <a:pt x="857396" y="927722"/>
                  </a:moveTo>
                  <a:lnTo>
                    <a:pt x="896249" y="878476"/>
                  </a:lnTo>
                  <a:lnTo>
                    <a:pt x="851184" y="888025"/>
                  </a:lnTo>
                  <a:close/>
                  <a:moveTo>
                    <a:pt x="815336" y="857771"/>
                  </a:moveTo>
                  <a:lnTo>
                    <a:pt x="851184" y="888025"/>
                  </a:lnTo>
                  <a:lnTo>
                    <a:pt x="842233" y="850554"/>
                  </a:lnTo>
                  <a:close/>
                  <a:moveTo>
                    <a:pt x="815336" y="857771"/>
                  </a:moveTo>
                  <a:lnTo>
                    <a:pt x="832743" y="894526"/>
                  </a:lnTo>
                  <a:lnTo>
                    <a:pt x="851184" y="888025"/>
                  </a:lnTo>
                  <a:close/>
                  <a:moveTo>
                    <a:pt x="825789" y="829482"/>
                  </a:moveTo>
                  <a:lnTo>
                    <a:pt x="815336" y="857771"/>
                  </a:lnTo>
                  <a:lnTo>
                    <a:pt x="842233" y="850554"/>
                  </a:lnTo>
                  <a:close/>
                  <a:moveTo>
                    <a:pt x="761663" y="693568"/>
                  </a:moveTo>
                  <a:lnTo>
                    <a:pt x="776989" y="675395"/>
                  </a:lnTo>
                  <a:lnTo>
                    <a:pt x="726174" y="673996"/>
                  </a:lnTo>
                  <a:close/>
                  <a:moveTo>
                    <a:pt x="729044" y="710751"/>
                  </a:moveTo>
                  <a:lnTo>
                    <a:pt x="761663" y="693568"/>
                  </a:lnTo>
                  <a:lnTo>
                    <a:pt x="726174" y="673996"/>
                  </a:lnTo>
                  <a:close/>
                  <a:moveTo>
                    <a:pt x="569141" y="563732"/>
                  </a:moveTo>
                  <a:lnTo>
                    <a:pt x="594080" y="586039"/>
                  </a:lnTo>
                  <a:lnTo>
                    <a:pt x="596533" y="556886"/>
                  </a:lnTo>
                  <a:close/>
                  <a:moveTo>
                    <a:pt x="579729" y="532384"/>
                  </a:moveTo>
                  <a:lnTo>
                    <a:pt x="569141" y="563732"/>
                  </a:lnTo>
                  <a:lnTo>
                    <a:pt x="596533" y="556886"/>
                  </a:lnTo>
                  <a:close/>
                  <a:moveTo>
                    <a:pt x="579729" y="532384"/>
                  </a:moveTo>
                  <a:lnTo>
                    <a:pt x="596533" y="556886"/>
                  </a:lnTo>
                  <a:lnTo>
                    <a:pt x="581579" y="526977"/>
                  </a:lnTo>
                  <a:close/>
                  <a:moveTo>
                    <a:pt x="581579" y="526977"/>
                  </a:moveTo>
                  <a:lnTo>
                    <a:pt x="596533" y="556886"/>
                  </a:lnTo>
                  <a:lnTo>
                    <a:pt x="634579" y="546548"/>
                  </a:lnTo>
                  <a:close/>
                  <a:moveTo>
                    <a:pt x="583337" y="478120"/>
                  </a:moveTo>
                  <a:lnTo>
                    <a:pt x="575488" y="516527"/>
                  </a:lnTo>
                  <a:lnTo>
                    <a:pt x="592797" y="473038"/>
                  </a:lnTo>
                  <a:close/>
                  <a:moveTo>
                    <a:pt x="592797" y="473038"/>
                  </a:moveTo>
                  <a:lnTo>
                    <a:pt x="575488" y="516527"/>
                  </a:lnTo>
                  <a:lnTo>
                    <a:pt x="581579" y="526977"/>
                  </a:lnTo>
                  <a:close/>
                  <a:moveTo>
                    <a:pt x="592797" y="473038"/>
                  </a:moveTo>
                  <a:lnTo>
                    <a:pt x="581579" y="526977"/>
                  </a:lnTo>
                  <a:lnTo>
                    <a:pt x="622170" y="509793"/>
                  </a:lnTo>
                  <a:close/>
                  <a:moveTo>
                    <a:pt x="557470" y="490222"/>
                  </a:moveTo>
                  <a:lnTo>
                    <a:pt x="575488" y="516527"/>
                  </a:lnTo>
                  <a:lnTo>
                    <a:pt x="583337" y="478120"/>
                  </a:lnTo>
                  <a:close/>
                  <a:moveTo>
                    <a:pt x="564633" y="453467"/>
                  </a:moveTo>
                  <a:lnTo>
                    <a:pt x="583337" y="478120"/>
                  </a:lnTo>
                  <a:lnTo>
                    <a:pt x="592797" y="473038"/>
                  </a:lnTo>
                  <a:close/>
                  <a:moveTo>
                    <a:pt x="596327" y="436283"/>
                  </a:moveTo>
                  <a:lnTo>
                    <a:pt x="637662" y="431997"/>
                  </a:lnTo>
                  <a:lnTo>
                    <a:pt x="620211" y="430484"/>
                  </a:lnTo>
                  <a:close/>
                  <a:moveTo>
                    <a:pt x="620093" y="455855"/>
                  </a:moveTo>
                  <a:lnTo>
                    <a:pt x="637662" y="431997"/>
                  </a:lnTo>
                  <a:lnTo>
                    <a:pt x="596327" y="436283"/>
                  </a:lnTo>
                  <a:close/>
                  <a:moveTo>
                    <a:pt x="592797" y="473038"/>
                  </a:moveTo>
                  <a:lnTo>
                    <a:pt x="620093" y="455855"/>
                  </a:lnTo>
                  <a:lnTo>
                    <a:pt x="596327" y="436283"/>
                  </a:lnTo>
                  <a:close/>
                  <a:moveTo>
                    <a:pt x="620211" y="430484"/>
                  </a:moveTo>
                  <a:lnTo>
                    <a:pt x="637662" y="431997"/>
                  </a:lnTo>
                  <a:lnTo>
                    <a:pt x="645205" y="419100"/>
                  </a:lnTo>
                  <a:close/>
                  <a:moveTo>
                    <a:pt x="662418" y="428345"/>
                  </a:moveTo>
                  <a:lnTo>
                    <a:pt x="637662" y="431997"/>
                  </a:lnTo>
                  <a:lnTo>
                    <a:pt x="620093" y="455855"/>
                  </a:lnTo>
                  <a:close/>
                  <a:moveTo>
                    <a:pt x="337486" y="57144"/>
                  </a:moveTo>
                  <a:lnTo>
                    <a:pt x="306179" y="64671"/>
                  </a:lnTo>
                  <a:lnTo>
                    <a:pt x="366165" y="68162"/>
                  </a:lnTo>
                  <a:close/>
                  <a:moveTo>
                    <a:pt x="586057" y="73510"/>
                  </a:moveTo>
                  <a:lnTo>
                    <a:pt x="600708" y="33573"/>
                  </a:lnTo>
                  <a:lnTo>
                    <a:pt x="600052" y="19571"/>
                  </a:lnTo>
                  <a:close/>
                  <a:moveTo>
                    <a:pt x="579351" y="0"/>
                  </a:moveTo>
                  <a:lnTo>
                    <a:pt x="580149" y="33241"/>
                  </a:lnTo>
                  <a:lnTo>
                    <a:pt x="600052" y="19571"/>
                  </a:lnTo>
                  <a:close/>
                  <a:moveTo>
                    <a:pt x="724007" y="129837"/>
                  </a:moveTo>
                  <a:lnTo>
                    <a:pt x="748409" y="115867"/>
                  </a:lnTo>
                  <a:lnTo>
                    <a:pt x="735746" y="122249"/>
                  </a:lnTo>
                  <a:close/>
                  <a:moveTo>
                    <a:pt x="735511" y="149408"/>
                  </a:moveTo>
                  <a:lnTo>
                    <a:pt x="748409" y="115867"/>
                  </a:lnTo>
                  <a:lnTo>
                    <a:pt x="724007" y="129837"/>
                  </a:lnTo>
                  <a:close/>
                  <a:moveTo>
                    <a:pt x="735746" y="122249"/>
                  </a:moveTo>
                  <a:lnTo>
                    <a:pt x="724428" y="122414"/>
                  </a:lnTo>
                  <a:lnTo>
                    <a:pt x="724007" y="129837"/>
                  </a:lnTo>
                  <a:close/>
                  <a:moveTo>
                    <a:pt x="740841" y="75898"/>
                  </a:moveTo>
                  <a:lnTo>
                    <a:pt x="735746" y="122249"/>
                  </a:lnTo>
                  <a:lnTo>
                    <a:pt x="749907" y="112653"/>
                  </a:lnTo>
                  <a:close/>
                  <a:moveTo>
                    <a:pt x="735746" y="122249"/>
                  </a:moveTo>
                  <a:lnTo>
                    <a:pt x="748409" y="115867"/>
                  </a:lnTo>
                  <a:lnTo>
                    <a:pt x="749907" y="11265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18" name="Input_density__117">
              <a:extLst>
                <a:ext uri="{FF2B5EF4-FFF2-40B4-BE49-F238E27FC236}">
                  <a16:creationId xmlns:a16="http://schemas.microsoft.com/office/drawing/2014/main" id="{F51A2344-74C3-031C-F2B1-865C2189B0E9}"/>
                </a:ext>
              </a:extLst>
            </p:cNvPr>
            <p:cNvSpPr>
              <a:spLocks noGrp="1"/>
            </p:cNvSpPr>
            <p:nvPr/>
          </p:nvSpPr>
          <p:spPr>
            <a:xfrm>
              <a:off x="901105" y="1610804"/>
              <a:ext cx="978324" cy="1397700"/>
            </a:xfrm>
            <a:custGeom>
              <a:avLst/>
              <a:gdLst/>
              <a:ahLst/>
              <a:cxnLst/>
              <a:rect l="0" t="0" r="0" b="0"/>
              <a:pathLst>
                <a:path w="978324" h="1397700">
                  <a:moveTo>
                    <a:pt x="294445" y="1397700"/>
                  </a:moveTo>
                  <a:lnTo>
                    <a:pt x="316658" y="1394767"/>
                  </a:lnTo>
                  <a:lnTo>
                    <a:pt x="279457" y="1370031"/>
                  </a:lnTo>
                  <a:close/>
                  <a:moveTo>
                    <a:pt x="340099" y="1377583"/>
                  </a:moveTo>
                  <a:lnTo>
                    <a:pt x="320151" y="1397602"/>
                  </a:lnTo>
                  <a:lnTo>
                    <a:pt x="340642" y="1378006"/>
                  </a:lnTo>
                  <a:close/>
                  <a:moveTo>
                    <a:pt x="340099" y="1377583"/>
                  </a:moveTo>
                  <a:lnTo>
                    <a:pt x="316658" y="1394767"/>
                  </a:lnTo>
                  <a:lnTo>
                    <a:pt x="320151" y="1397602"/>
                  </a:lnTo>
                  <a:close/>
                  <a:moveTo>
                    <a:pt x="324747" y="1394767"/>
                  </a:moveTo>
                  <a:lnTo>
                    <a:pt x="340642" y="1378006"/>
                  </a:lnTo>
                  <a:lnTo>
                    <a:pt x="320151" y="1397602"/>
                  </a:lnTo>
                  <a:close/>
                  <a:moveTo>
                    <a:pt x="324747" y="1394767"/>
                  </a:moveTo>
                  <a:lnTo>
                    <a:pt x="344844" y="1377583"/>
                  </a:lnTo>
                  <a:lnTo>
                    <a:pt x="340642" y="1378006"/>
                  </a:lnTo>
                  <a:close/>
                  <a:moveTo>
                    <a:pt x="0" y="899769"/>
                  </a:moveTo>
                  <a:lnTo>
                    <a:pt x="8722" y="903095"/>
                  </a:lnTo>
                  <a:lnTo>
                    <a:pt x="14783" y="907134"/>
                  </a:lnTo>
                  <a:close/>
                  <a:moveTo>
                    <a:pt x="353405" y="1329519"/>
                  </a:moveTo>
                  <a:lnTo>
                    <a:pt x="344844" y="1377583"/>
                  </a:lnTo>
                  <a:lnTo>
                    <a:pt x="372560" y="1372769"/>
                  </a:lnTo>
                  <a:close/>
                  <a:moveTo>
                    <a:pt x="18212" y="895379"/>
                  </a:moveTo>
                  <a:lnTo>
                    <a:pt x="0" y="899769"/>
                  </a:lnTo>
                  <a:lnTo>
                    <a:pt x="14783" y="907134"/>
                  </a:lnTo>
                  <a:close/>
                  <a:moveTo>
                    <a:pt x="27247" y="857527"/>
                  </a:moveTo>
                  <a:lnTo>
                    <a:pt x="0" y="899769"/>
                  </a:lnTo>
                  <a:lnTo>
                    <a:pt x="18212" y="895379"/>
                  </a:lnTo>
                  <a:close/>
                  <a:moveTo>
                    <a:pt x="18212" y="895379"/>
                  </a:moveTo>
                  <a:lnTo>
                    <a:pt x="57212" y="890761"/>
                  </a:lnTo>
                  <a:lnTo>
                    <a:pt x="27247" y="857527"/>
                  </a:lnTo>
                  <a:close/>
                  <a:moveTo>
                    <a:pt x="57212" y="890761"/>
                  </a:moveTo>
                  <a:lnTo>
                    <a:pt x="64153" y="870935"/>
                  </a:lnTo>
                  <a:lnTo>
                    <a:pt x="27247" y="857527"/>
                  </a:lnTo>
                  <a:close/>
                  <a:moveTo>
                    <a:pt x="391452" y="1318525"/>
                  </a:moveTo>
                  <a:lnTo>
                    <a:pt x="391743" y="1348279"/>
                  </a:lnTo>
                  <a:lnTo>
                    <a:pt x="415272" y="1323645"/>
                  </a:lnTo>
                  <a:close/>
                  <a:moveTo>
                    <a:pt x="69102" y="836348"/>
                  </a:moveTo>
                  <a:lnTo>
                    <a:pt x="34944" y="837030"/>
                  </a:lnTo>
                  <a:lnTo>
                    <a:pt x="27247" y="857527"/>
                  </a:lnTo>
                  <a:close/>
                  <a:moveTo>
                    <a:pt x="294131" y="958483"/>
                  </a:moveTo>
                  <a:lnTo>
                    <a:pt x="279498" y="985351"/>
                  </a:lnTo>
                  <a:lnTo>
                    <a:pt x="299290" y="963639"/>
                  </a:lnTo>
                  <a:close/>
                  <a:moveTo>
                    <a:pt x="299290" y="963639"/>
                  </a:moveTo>
                  <a:lnTo>
                    <a:pt x="279498" y="985351"/>
                  </a:lnTo>
                  <a:lnTo>
                    <a:pt x="277622" y="998913"/>
                  </a:lnTo>
                  <a:close/>
                  <a:moveTo>
                    <a:pt x="24460" y="750896"/>
                  </a:moveTo>
                  <a:lnTo>
                    <a:pt x="51914" y="728968"/>
                  </a:lnTo>
                  <a:lnTo>
                    <a:pt x="75333" y="720320"/>
                  </a:lnTo>
                  <a:close/>
                  <a:moveTo>
                    <a:pt x="202990" y="764017"/>
                  </a:moveTo>
                  <a:lnTo>
                    <a:pt x="198475" y="757525"/>
                  </a:lnTo>
                  <a:lnTo>
                    <a:pt x="206692" y="794280"/>
                  </a:lnTo>
                  <a:close/>
                  <a:moveTo>
                    <a:pt x="504806" y="1198585"/>
                  </a:moveTo>
                  <a:lnTo>
                    <a:pt x="510513" y="1213501"/>
                  </a:lnTo>
                  <a:lnTo>
                    <a:pt x="538007" y="1232784"/>
                  </a:lnTo>
                  <a:close/>
                  <a:moveTo>
                    <a:pt x="528896" y="1153809"/>
                  </a:moveTo>
                  <a:lnTo>
                    <a:pt x="559796" y="1189673"/>
                  </a:lnTo>
                  <a:lnTo>
                    <a:pt x="562701" y="1153414"/>
                  </a:lnTo>
                  <a:close/>
                  <a:moveTo>
                    <a:pt x="144198" y="757009"/>
                  </a:moveTo>
                  <a:lnTo>
                    <a:pt x="150906" y="720770"/>
                  </a:lnTo>
                  <a:lnTo>
                    <a:pt x="143595" y="713381"/>
                  </a:lnTo>
                  <a:close/>
                  <a:moveTo>
                    <a:pt x="314261" y="772479"/>
                  </a:moveTo>
                  <a:lnTo>
                    <a:pt x="371712" y="792347"/>
                  </a:lnTo>
                  <a:lnTo>
                    <a:pt x="337722" y="789840"/>
                  </a:lnTo>
                  <a:close/>
                  <a:moveTo>
                    <a:pt x="267401" y="738740"/>
                  </a:moveTo>
                  <a:lnTo>
                    <a:pt x="307800" y="774174"/>
                  </a:lnTo>
                  <a:lnTo>
                    <a:pt x="314261" y="772479"/>
                  </a:lnTo>
                  <a:close/>
                  <a:moveTo>
                    <a:pt x="767525" y="1179408"/>
                  </a:moveTo>
                  <a:lnTo>
                    <a:pt x="770933" y="1183790"/>
                  </a:lnTo>
                  <a:lnTo>
                    <a:pt x="751903" y="1152696"/>
                  </a:lnTo>
                  <a:close/>
                  <a:moveTo>
                    <a:pt x="393765" y="824426"/>
                  </a:moveTo>
                  <a:lnTo>
                    <a:pt x="405394" y="870178"/>
                  </a:lnTo>
                  <a:lnTo>
                    <a:pt x="407088" y="833423"/>
                  </a:lnTo>
                  <a:close/>
                  <a:moveTo>
                    <a:pt x="393765" y="824426"/>
                  </a:moveTo>
                  <a:lnTo>
                    <a:pt x="407088" y="833423"/>
                  </a:lnTo>
                  <a:lnTo>
                    <a:pt x="374060" y="801127"/>
                  </a:lnTo>
                  <a:close/>
                  <a:moveTo>
                    <a:pt x="369712" y="742730"/>
                  </a:moveTo>
                  <a:lnTo>
                    <a:pt x="344912" y="792308"/>
                  </a:lnTo>
                  <a:lnTo>
                    <a:pt x="371712" y="792347"/>
                  </a:lnTo>
                  <a:close/>
                  <a:moveTo>
                    <a:pt x="645764" y="1001686"/>
                  </a:moveTo>
                  <a:lnTo>
                    <a:pt x="627503" y="993578"/>
                  </a:lnTo>
                  <a:lnTo>
                    <a:pt x="674889" y="1019586"/>
                  </a:lnTo>
                  <a:close/>
                  <a:moveTo>
                    <a:pt x="698345" y="1034908"/>
                  </a:moveTo>
                  <a:lnTo>
                    <a:pt x="747797" y="1056341"/>
                  </a:lnTo>
                  <a:lnTo>
                    <a:pt x="725426" y="1050375"/>
                  </a:lnTo>
                  <a:close/>
                  <a:moveTo>
                    <a:pt x="387892" y="694960"/>
                  </a:moveTo>
                  <a:lnTo>
                    <a:pt x="392467" y="705975"/>
                  </a:lnTo>
                  <a:lnTo>
                    <a:pt x="376973" y="659089"/>
                  </a:lnTo>
                  <a:close/>
                  <a:moveTo>
                    <a:pt x="376973" y="659089"/>
                  </a:moveTo>
                  <a:lnTo>
                    <a:pt x="392467" y="705975"/>
                  </a:lnTo>
                  <a:lnTo>
                    <a:pt x="425281" y="675641"/>
                  </a:lnTo>
                  <a:close/>
                  <a:moveTo>
                    <a:pt x="791087" y="1093097"/>
                  </a:moveTo>
                  <a:lnTo>
                    <a:pt x="810269" y="1118435"/>
                  </a:lnTo>
                  <a:lnTo>
                    <a:pt x="812529" y="1112668"/>
                  </a:lnTo>
                  <a:close/>
                  <a:moveTo>
                    <a:pt x="725426" y="1050375"/>
                  </a:moveTo>
                  <a:lnTo>
                    <a:pt x="779252" y="1030836"/>
                  </a:lnTo>
                  <a:lnTo>
                    <a:pt x="745492" y="1029191"/>
                  </a:lnTo>
                  <a:close/>
                  <a:moveTo>
                    <a:pt x="481861" y="672741"/>
                  </a:moveTo>
                  <a:lnTo>
                    <a:pt x="440403" y="679357"/>
                  </a:lnTo>
                  <a:lnTo>
                    <a:pt x="441700" y="634853"/>
                  </a:lnTo>
                  <a:close/>
                  <a:moveTo>
                    <a:pt x="457379" y="671074"/>
                  </a:moveTo>
                  <a:lnTo>
                    <a:pt x="481861" y="672741"/>
                  </a:lnTo>
                  <a:lnTo>
                    <a:pt x="441700" y="634853"/>
                  </a:lnTo>
                  <a:close/>
                  <a:moveTo>
                    <a:pt x="425281" y="675641"/>
                  </a:moveTo>
                  <a:lnTo>
                    <a:pt x="457379" y="671074"/>
                  </a:lnTo>
                  <a:lnTo>
                    <a:pt x="441700" y="634853"/>
                  </a:lnTo>
                  <a:close/>
                  <a:moveTo>
                    <a:pt x="138133" y="349500"/>
                  </a:moveTo>
                  <a:lnTo>
                    <a:pt x="185023" y="348812"/>
                  </a:lnTo>
                  <a:lnTo>
                    <a:pt x="187023" y="311506"/>
                  </a:lnTo>
                  <a:close/>
                  <a:moveTo>
                    <a:pt x="210108" y="355506"/>
                  </a:moveTo>
                  <a:lnTo>
                    <a:pt x="177813" y="373279"/>
                  </a:lnTo>
                  <a:lnTo>
                    <a:pt x="208842" y="364717"/>
                  </a:lnTo>
                  <a:close/>
                  <a:moveTo>
                    <a:pt x="210108" y="355506"/>
                  </a:moveTo>
                  <a:lnTo>
                    <a:pt x="185023" y="348812"/>
                  </a:lnTo>
                  <a:lnTo>
                    <a:pt x="177813" y="373279"/>
                  </a:lnTo>
                  <a:close/>
                  <a:moveTo>
                    <a:pt x="185023" y="348812"/>
                  </a:moveTo>
                  <a:lnTo>
                    <a:pt x="210108" y="355506"/>
                  </a:lnTo>
                  <a:lnTo>
                    <a:pt x="187023" y="311506"/>
                  </a:lnTo>
                  <a:close/>
                  <a:moveTo>
                    <a:pt x="210108" y="355506"/>
                  </a:moveTo>
                  <a:lnTo>
                    <a:pt x="222199" y="318451"/>
                  </a:lnTo>
                  <a:lnTo>
                    <a:pt x="187023" y="311506"/>
                  </a:lnTo>
                  <a:close/>
                  <a:moveTo>
                    <a:pt x="801555" y="915683"/>
                  </a:moveTo>
                  <a:lnTo>
                    <a:pt x="804424" y="958097"/>
                  </a:lnTo>
                  <a:lnTo>
                    <a:pt x="779763" y="936539"/>
                  </a:lnTo>
                  <a:close/>
                  <a:moveTo>
                    <a:pt x="726176" y="878041"/>
                  </a:moveTo>
                  <a:lnTo>
                    <a:pt x="766393" y="886549"/>
                  </a:lnTo>
                  <a:lnTo>
                    <a:pt x="732826" y="885625"/>
                  </a:lnTo>
                  <a:close/>
                  <a:moveTo>
                    <a:pt x="590231" y="781873"/>
                  </a:moveTo>
                  <a:lnTo>
                    <a:pt x="606409" y="764690"/>
                  </a:lnTo>
                  <a:lnTo>
                    <a:pt x="597182" y="818628"/>
                  </a:lnTo>
                  <a:close/>
                  <a:moveTo>
                    <a:pt x="597442" y="727935"/>
                  </a:moveTo>
                  <a:lnTo>
                    <a:pt x="606409" y="764690"/>
                  </a:lnTo>
                  <a:lnTo>
                    <a:pt x="602759" y="745118"/>
                  </a:lnTo>
                  <a:close/>
                  <a:moveTo>
                    <a:pt x="597442" y="727935"/>
                  </a:moveTo>
                  <a:lnTo>
                    <a:pt x="602759" y="745118"/>
                  </a:lnTo>
                  <a:lnTo>
                    <a:pt x="619696" y="711805"/>
                  </a:lnTo>
                  <a:close/>
                  <a:moveTo>
                    <a:pt x="344913" y="434330"/>
                  </a:moveTo>
                  <a:lnTo>
                    <a:pt x="345751" y="451078"/>
                  </a:lnTo>
                  <a:lnTo>
                    <a:pt x="345065" y="432462"/>
                  </a:lnTo>
                  <a:close/>
                  <a:moveTo>
                    <a:pt x="239507" y="286954"/>
                  </a:moveTo>
                  <a:lnTo>
                    <a:pt x="237718" y="286875"/>
                  </a:lnTo>
                  <a:lnTo>
                    <a:pt x="187023" y="311506"/>
                  </a:lnTo>
                  <a:close/>
                  <a:moveTo>
                    <a:pt x="222199" y="318451"/>
                  </a:moveTo>
                  <a:lnTo>
                    <a:pt x="239507" y="286954"/>
                  </a:lnTo>
                  <a:lnTo>
                    <a:pt x="187023" y="311506"/>
                  </a:lnTo>
                  <a:close/>
                  <a:moveTo>
                    <a:pt x="222199" y="318451"/>
                  </a:moveTo>
                  <a:lnTo>
                    <a:pt x="255632" y="318874"/>
                  </a:lnTo>
                  <a:lnTo>
                    <a:pt x="239507" y="286954"/>
                  </a:lnTo>
                  <a:close/>
                  <a:moveTo>
                    <a:pt x="196544" y="176610"/>
                  </a:moveTo>
                  <a:lnTo>
                    <a:pt x="175098" y="170714"/>
                  </a:lnTo>
                  <a:lnTo>
                    <a:pt x="150476" y="174864"/>
                  </a:lnTo>
                  <a:close/>
                  <a:moveTo>
                    <a:pt x="768004" y="871124"/>
                  </a:moveTo>
                  <a:lnTo>
                    <a:pt x="735791" y="870224"/>
                  </a:lnTo>
                  <a:lnTo>
                    <a:pt x="732826" y="885625"/>
                  </a:lnTo>
                  <a:close/>
                  <a:moveTo>
                    <a:pt x="735791" y="870224"/>
                  </a:moveTo>
                  <a:lnTo>
                    <a:pt x="768004" y="871124"/>
                  </a:lnTo>
                  <a:lnTo>
                    <a:pt x="737582" y="824021"/>
                  </a:lnTo>
                  <a:close/>
                  <a:moveTo>
                    <a:pt x="727557" y="787424"/>
                  </a:moveTo>
                  <a:lnTo>
                    <a:pt x="737582" y="824021"/>
                  </a:lnTo>
                  <a:lnTo>
                    <a:pt x="752029" y="838200"/>
                  </a:lnTo>
                  <a:close/>
                  <a:moveTo>
                    <a:pt x="623496" y="683605"/>
                  </a:moveTo>
                  <a:lnTo>
                    <a:pt x="597442" y="727935"/>
                  </a:lnTo>
                  <a:lnTo>
                    <a:pt x="619696" y="711805"/>
                  </a:lnTo>
                  <a:close/>
                  <a:moveTo>
                    <a:pt x="239507" y="286954"/>
                  </a:moveTo>
                  <a:lnTo>
                    <a:pt x="239591" y="286790"/>
                  </a:lnTo>
                  <a:lnTo>
                    <a:pt x="237718" y="286875"/>
                  </a:lnTo>
                  <a:close/>
                  <a:moveTo>
                    <a:pt x="239591" y="286790"/>
                  </a:moveTo>
                  <a:lnTo>
                    <a:pt x="239507" y="286954"/>
                  </a:lnTo>
                  <a:lnTo>
                    <a:pt x="239644" y="286875"/>
                  </a:lnTo>
                  <a:close/>
                  <a:moveTo>
                    <a:pt x="255627" y="251014"/>
                  </a:moveTo>
                  <a:lnTo>
                    <a:pt x="239644" y="286875"/>
                  </a:lnTo>
                  <a:lnTo>
                    <a:pt x="267755" y="267989"/>
                  </a:lnTo>
                  <a:close/>
                  <a:moveTo>
                    <a:pt x="932246" y="914098"/>
                  </a:moveTo>
                  <a:lnTo>
                    <a:pt x="900495" y="889423"/>
                  </a:lnTo>
                  <a:lnTo>
                    <a:pt x="921029" y="898565"/>
                  </a:lnTo>
                  <a:close/>
                  <a:moveTo>
                    <a:pt x="939413" y="947277"/>
                  </a:moveTo>
                  <a:lnTo>
                    <a:pt x="978068" y="987247"/>
                  </a:lnTo>
                  <a:lnTo>
                    <a:pt x="944078" y="950853"/>
                  </a:lnTo>
                  <a:close/>
                  <a:moveTo>
                    <a:pt x="978267" y="987525"/>
                  </a:moveTo>
                  <a:lnTo>
                    <a:pt x="978068" y="987247"/>
                  </a:lnTo>
                  <a:lnTo>
                    <a:pt x="939413" y="947277"/>
                  </a:lnTo>
                  <a:close/>
                  <a:moveTo>
                    <a:pt x="978267" y="987525"/>
                  </a:moveTo>
                  <a:lnTo>
                    <a:pt x="978324" y="987608"/>
                  </a:lnTo>
                  <a:lnTo>
                    <a:pt x="978068" y="987247"/>
                  </a:lnTo>
                  <a:close/>
                  <a:moveTo>
                    <a:pt x="708882" y="603686"/>
                  </a:moveTo>
                  <a:lnTo>
                    <a:pt x="764561" y="605440"/>
                  </a:lnTo>
                  <a:lnTo>
                    <a:pt x="740494" y="566120"/>
                  </a:lnTo>
                  <a:close/>
                  <a:moveTo>
                    <a:pt x="822496" y="674922"/>
                  </a:moveTo>
                  <a:lnTo>
                    <a:pt x="841581" y="713140"/>
                  </a:lnTo>
                  <a:lnTo>
                    <a:pt x="823491" y="676385"/>
                  </a:lnTo>
                  <a:close/>
                  <a:moveTo>
                    <a:pt x="822496" y="674922"/>
                  </a:moveTo>
                  <a:lnTo>
                    <a:pt x="836936" y="707930"/>
                  </a:lnTo>
                  <a:lnTo>
                    <a:pt x="841581" y="713140"/>
                  </a:lnTo>
                  <a:close/>
                  <a:moveTo>
                    <a:pt x="696628" y="438672"/>
                  </a:moveTo>
                  <a:lnTo>
                    <a:pt x="690868" y="468497"/>
                  </a:lnTo>
                  <a:lnTo>
                    <a:pt x="698200" y="453313"/>
                  </a:lnTo>
                  <a:close/>
                  <a:moveTo>
                    <a:pt x="698200" y="453313"/>
                  </a:moveTo>
                  <a:lnTo>
                    <a:pt x="690868" y="468497"/>
                  </a:lnTo>
                  <a:lnTo>
                    <a:pt x="691113" y="476734"/>
                  </a:lnTo>
                  <a:close/>
                  <a:moveTo>
                    <a:pt x="792127" y="538282"/>
                  </a:moveTo>
                  <a:lnTo>
                    <a:pt x="817375" y="567754"/>
                  </a:lnTo>
                  <a:lnTo>
                    <a:pt x="813853" y="547708"/>
                  </a:lnTo>
                  <a:close/>
                  <a:moveTo>
                    <a:pt x="813853" y="547708"/>
                  </a:moveTo>
                  <a:lnTo>
                    <a:pt x="817375" y="567754"/>
                  </a:lnTo>
                  <a:lnTo>
                    <a:pt x="815691" y="548936"/>
                  </a:lnTo>
                  <a:close/>
                  <a:moveTo>
                    <a:pt x="813853" y="547708"/>
                  </a:moveTo>
                  <a:lnTo>
                    <a:pt x="815691" y="548936"/>
                  </a:lnTo>
                  <a:lnTo>
                    <a:pt x="809155" y="537021"/>
                  </a:lnTo>
                  <a:close/>
                  <a:moveTo>
                    <a:pt x="535590" y="208678"/>
                  </a:moveTo>
                  <a:lnTo>
                    <a:pt x="559493" y="226461"/>
                  </a:lnTo>
                  <a:lnTo>
                    <a:pt x="544313" y="218142"/>
                  </a:lnTo>
                  <a:close/>
                  <a:moveTo>
                    <a:pt x="575928" y="247719"/>
                  </a:moveTo>
                  <a:lnTo>
                    <a:pt x="559493" y="226461"/>
                  </a:lnTo>
                  <a:lnTo>
                    <a:pt x="535590" y="208678"/>
                  </a:lnTo>
                  <a:close/>
                  <a:moveTo>
                    <a:pt x="543886" y="196475"/>
                  </a:moveTo>
                  <a:lnTo>
                    <a:pt x="544313" y="218142"/>
                  </a:lnTo>
                  <a:lnTo>
                    <a:pt x="556170" y="214037"/>
                  </a:lnTo>
                  <a:close/>
                  <a:moveTo>
                    <a:pt x="515881" y="36755"/>
                  </a:moveTo>
                  <a:lnTo>
                    <a:pt x="493343" y="17183"/>
                  </a:lnTo>
                  <a:lnTo>
                    <a:pt x="495794" y="0"/>
                  </a:lnTo>
                  <a:close/>
                  <a:moveTo>
                    <a:pt x="691886" y="100470"/>
                  </a:moveTo>
                  <a:lnTo>
                    <a:pt x="668211" y="93081"/>
                  </a:lnTo>
                  <a:lnTo>
                    <a:pt x="667706" y="93273"/>
                  </a:lnTo>
                  <a:close/>
                  <a:moveTo>
                    <a:pt x="616802" y="123738"/>
                  </a:moveTo>
                  <a:lnTo>
                    <a:pt x="652599" y="132999"/>
                  </a:lnTo>
                  <a:lnTo>
                    <a:pt x="667706" y="93273"/>
                  </a:lnTo>
                  <a:close/>
                  <a:moveTo>
                    <a:pt x="786767" y="95470"/>
                  </a:moveTo>
                  <a:lnTo>
                    <a:pt x="810445" y="132225"/>
                  </a:lnTo>
                  <a:lnTo>
                    <a:pt x="789613" y="112653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19" name="Input_density__118">
              <a:extLst>
                <a:ext uri="{FF2B5EF4-FFF2-40B4-BE49-F238E27FC236}">
                  <a16:creationId xmlns:a16="http://schemas.microsoft.com/office/drawing/2014/main" id="{20DB1566-CA16-9593-A8E9-DAAD69A6D129}"/>
                </a:ext>
              </a:extLst>
            </p:cNvPr>
            <p:cNvSpPr>
              <a:spLocks noGrp="1"/>
            </p:cNvSpPr>
            <p:nvPr/>
          </p:nvSpPr>
          <p:spPr>
            <a:xfrm>
              <a:off x="936048" y="1672978"/>
              <a:ext cx="946428" cy="1335429"/>
            </a:xfrm>
            <a:custGeom>
              <a:avLst/>
              <a:gdLst/>
              <a:ahLst/>
              <a:cxnLst/>
              <a:rect l="0" t="0" r="0" b="0"/>
              <a:pathLst>
                <a:path w="946428" h="1335429">
                  <a:moveTo>
                    <a:pt x="281714" y="1332594"/>
                  </a:moveTo>
                  <a:lnTo>
                    <a:pt x="281812" y="1334738"/>
                  </a:lnTo>
                  <a:lnTo>
                    <a:pt x="285207" y="1335429"/>
                  </a:lnTo>
                  <a:close/>
                  <a:moveTo>
                    <a:pt x="289804" y="1332594"/>
                  </a:moveTo>
                  <a:lnTo>
                    <a:pt x="285207" y="1335429"/>
                  </a:lnTo>
                  <a:lnTo>
                    <a:pt x="281812" y="1334738"/>
                  </a:lnTo>
                  <a:close/>
                  <a:moveTo>
                    <a:pt x="309900" y="1315410"/>
                  </a:moveTo>
                  <a:lnTo>
                    <a:pt x="289804" y="1332594"/>
                  </a:lnTo>
                  <a:lnTo>
                    <a:pt x="337617" y="1310596"/>
                  </a:lnTo>
                  <a:close/>
                  <a:moveTo>
                    <a:pt x="347480" y="1278655"/>
                  </a:moveTo>
                  <a:lnTo>
                    <a:pt x="380328" y="1261472"/>
                  </a:lnTo>
                  <a:lnTo>
                    <a:pt x="356799" y="1286106"/>
                  </a:lnTo>
                  <a:close/>
                  <a:moveTo>
                    <a:pt x="356509" y="1256351"/>
                  </a:moveTo>
                  <a:lnTo>
                    <a:pt x="380328" y="1261472"/>
                  </a:lnTo>
                  <a:lnTo>
                    <a:pt x="375479" y="1223270"/>
                  </a:lnTo>
                  <a:close/>
                  <a:moveTo>
                    <a:pt x="350362" y="1216602"/>
                  </a:moveTo>
                  <a:lnTo>
                    <a:pt x="375479" y="1223270"/>
                  </a:lnTo>
                  <a:lnTo>
                    <a:pt x="371474" y="1181779"/>
                  </a:lnTo>
                  <a:close/>
                  <a:moveTo>
                    <a:pt x="23191" y="738344"/>
                  </a:moveTo>
                  <a:lnTo>
                    <a:pt x="0" y="774857"/>
                  </a:lnTo>
                  <a:lnTo>
                    <a:pt x="34158" y="774175"/>
                  </a:lnTo>
                  <a:close/>
                  <a:moveTo>
                    <a:pt x="209007" y="981773"/>
                  </a:moveTo>
                  <a:lnTo>
                    <a:pt x="204911" y="995742"/>
                  </a:lnTo>
                  <a:lnTo>
                    <a:pt x="215696" y="987003"/>
                  </a:lnTo>
                  <a:close/>
                  <a:moveTo>
                    <a:pt x="216419" y="942562"/>
                  </a:moveTo>
                  <a:lnTo>
                    <a:pt x="242678" y="936740"/>
                  </a:lnTo>
                  <a:lnTo>
                    <a:pt x="230424" y="933065"/>
                  </a:lnTo>
                  <a:close/>
                  <a:moveTo>
                    <a:pt x="216419" y="942562"/>
                  </a:moveTo>
                  <a:lnTo>
                    <a:pt x="232535" y="974450"/>
                  </a:lnTo>
                  <a:lnTo>
                    <a:pt x="242678" y="936740"/>
                  </a:lnTo>
                  <a:close/>
                  <a:moveTo>
                    <a:pt x="209007" y="981773"/>
                  </a:moveTo>
                  <a:lnTo>
                    <a:pt x="232535" y="974450"/>
                  </a:lnTo>
                  <a:lnTo>
                    <a:pt x="216419" y="942562"/>
                  </a:lnTo>
                  <a:close/>
                  <a:moveTo>
                    <a:pt x="215696" y="987003"/>
                  </a:moveTo>
                  <a:lnTo>
                    <a:pt x="232535" y="974450"/>
                  </a:lnTo>
                  <a:lnTo>
                    <a:pt x="209007" y="981773"/>
                  </a:lnTo>
                  <a:close/>
                  <a:moveTo>
                    <a:pt x="268257" y="943033"/>
                  </a:moveTo>
                  <a:lnTo>
                    <a:pt x="242678" y="936740"/>
                  </a:lnTo>
                  <a:lnTo>
                    <a:pt x="232535" y="974450"/>
                  </a:lnTo>
                  <a:close/>
                  <a:moveTo>
                    <a:pt x="230424" y="933065"/>
                  </a:moveTo>
                  <a:lnTo>
                    <a:pt x="242678" y="936740"/>
                  </a:lnTo>
                  <a:lnTo>
                    <a:pt x="244554" y="923178"/>
                  </a:lnTo>
                  <a:close/>
                  <a:moveTo>
                    <a:pt x="259188" y="896310"/>
                  </a:moveTo>
                  <a:lnTo>
                    <a:pt x="263863" y="899163"/>
                  </a:lnTo>
                  <a:lnTo>
                    <a:pt x="244554" y="923178"/>
                  </a:lnTo>
                  <a:close/>
                  <a:moveTo>
                    <a:pt x="111650" y="621842"/>
                  </a:moveTo>
                  <a:lnTo>
                    <a:pt x="112900" y="604658"/>
                  </a:lnTo>
                  <a:lnTo>
                    <a:pt x="115963" y="658597"/>
                  </a:lnTo>
                  <a:close/>
                  <a:moveTo>
                    <a:pt x="363617" y="825188"/>
                  </a:moveTo>
                  <a:lnTo>
                    <a:pt x="377518" y="774141"/>
                  </a:lnTo>
                  <a:lnTo>
                    <a:pt x="372144" y="771250"/>
                  </a:lnTo>
                  <a:close/>
                  <a:moveTo>
                    <a:pt x="363617" y="825188"/>
                  </a:moveTo>
                  <a:lnTo>
                    <a:pt x="372144" y="771250"/>
                  </a:lnTo>
                  <a:lnTo>
                    <a:pt x="370450" y="808005"/>
                  </a:lnTo>
                  <a:close/>
                  <a:moveTo>
                    <a:pt x="342884" y="685716"/>
                  </a:moveTo>
                  <a:lnTo>
                    <a:pt x="334769" y="680557"/>
                  </a:lnTo>
                  <a:lnTo>
                    <a:pt x="336768" y="730174"/>
                  </a:lnTo>
                  <a:close/>
                  <a:moveTo>
                    <a:pt x="342884" y="685716"/>
                  </a:moveTo>
                  <a:lnTo>
                    <a:pt x="336768" y="730174"/>
                  </a:lnTo>
                  <a:lnTo>
                    <a:pt x="349470" y="697740"/>
                  </a:lnTo>
                  <a:close/>
                  <a:moveTo>
                    <a:pt x="334769" y="680557"/>
                  </a:moveTo>
                  <a:lnTo>
                    <a:pt x="342884" y="685716"/>
                  </a:lnTo>
                  <a:lnTo>
                    <a:pt x="345697" y="667350"/>
                  </a:lnTo>
                  <a:close/>
                  <a:moveTo>
                    <a:pt x="636398" y="974597"/>
                  </a:moveTo>
                  <a:lnTo>
                    <a:pt x="646265" y="1004325"/>
                  </a:lnTo>
                  <a:lnTo>
                    <a:pt x="651033" y="1011352"/>
                  </a:lnTo>
                  <a:close/>
                  <a:moveTo>
                    <a:pt x="690483" y="988202"/>
                  </a:moveTo>
                  <a:lnTo>
                    <a:pt x="646265" y="1004325"/>
                  </a:lnTo>
                  <a:lnTo>
                    <a:pt x="636398" y="974597"/>
                  </a:lnTo>
                  <a:close/>
                  <a:moveTo>
                    <a:pt x="352948" y="632787"/>
                  </a:moveTo>
                  <a:lnTo>
                    <a:pt x="345697" y="667350"/>
                  </a:lnTo>
                  <a:lnTo>
                    <a:pt x="357523" y="643802"/>
                  </a:lnTo>
                  <a:close/>
                  <a:moveTo>
                    <a:pt x="390338" y="613468"/>
                  </a:moveTo>
                  <a:lnTo>
                    <a:pt x="357523" y="643802"/>
                  </a:lnTo>
                  <a:lnTo>
                    <a:pt x="366150" y="619243"/>
                  </a:lnTo>
                  <a:close/>
                  <a:moveTo>
                    <a:pt x="366150" y="619243"/>
                  </a:moveTo>
                  <a:lnTo>
                    <a:pt x="422436" y="608901"/>
                  </a:lnTo>
                  <a:lnTo>
                    <a:pt x="390338" y="613468"/>
                  </a:lnTo>
                  <a:close/>
                  <a:moveTo>
                    <a:pt x="41712" y="275816"/>
                  </a:moveTo>
                  <a:lnTo>
                    <a:pt x="103189" y="287327"/>
                  </a:lnTo>
                  <a:lnTo>
                    <a:pt x="70071" y="288079"/>
                  </a:lnTo>
                  <a:close/>
                  <a:moveTo>
                    <a:pt x="555288" y="719700"/>
                  </a:moveTo>
                  <a:lnTo>
                    <a:pt x="562238" y="756455"/>
                  </a:lnTo>
                  <a:lnTo>
                    <a:pt x="546321" y="736883"/>
                  </a:lnTo>
                  <a:close/>
                  <a:moveTo>
                    <a:pt x="888733" y="1038706"/>
                  </a:moveTo>
                  <a:lnTo>
                    <a:pt x="844308" y="1050495"/>
                  </a:lnTo>
                  <a:lnTo>
                    <a:pt x="882912" y="1036871"/>
                  </a:lnTo>
                  <a:close/>
                  <a:moveTo>
                    <a:pt x="882912" y="1036871"/>
                  </a:moveTo>
                  <a:lnTo>
                    <a:pt x="844308" y="1050495"/>
                  </a:lnTo>
                  <a:lnTo>
                    <a:pt x="863070" y="1038964"/>
                  </a:lnTo>
                  <a:close/>
                  <a:moveTo>
                    <a:pt x="888733" y="1038706"/>
                  </a:moveTo>
                  <a:lnTo>
                    <a:pt x="882912" y="1036871"/>
                  </a:lnTo>
                  <a:lnTo>
                    <a:pt x="906121" y="1075348"/>
                  </a:lnTo>
                  <a:close/>
                  <a:moveTo>
                    <a:pt x="927000" y="1057203"/>
                  </a:moveTo>
                  <a:lnTo>
                    <a:pt x="888733" y="1038706"/>
                  </a:lnTo>
                  <a:lnTo>
                    <a:pt x="906121" y="1075348"/>
                  </a:lnTo>
                  <a:close/>
                  <a:moveTo>
                    <a:pt x="691233" y="815868"/>
                  </a:moveTo>
                  <a:lnTo>
                    <a:pt x="672458" y="824603"/>
                  </a:lnTo>
                  <a:lnTo>
                    <a:pt x="717085" y="776027"/>
                  </a:lnTo>
                  <a:close/>
                  <a:moveTo>
                    <a:pt x="571465" y="702517"/>
                  </a:moveTo>
                  <a:lnTo>
                    <a:pt x="555288" y="719700"/>
                  </a:lnTo>
                  <a:lnTo>
                    <a:pt x="567816" y="682945"/>
                  </a:lnTo>
                  <a:close/>
                  <a:moveTo>
                    <a:pt x="204564" y="224781"/>
                  </a:moveTo>
                  <a:lnTo>
                    <a:pt x="228980" y="231923"/>
                  </a:lnTo>
                  <a:lnTo>
                    <a:pt x="204701" y="224702"/>
                  </a:lnTo>
                  <a:close/>
                  <a:moveTo>
                    <a:pt x="220689" y="256701"/>
                  </a:moveTo>
                  <a:lnTo>
                    <a:pt x="228980" y="231923"/>
                  </a:lnTo>
                  <a:lnTo>
                    <a:pt x="204564" y="224781"/>
                  </a:lnTo>
                  <a:close/>
                  <a:moveTo>
                    <a:pt x="204701" y="224702"/>
                  </a:moveTo>
                  <a:lnTo>
                    <a:pt x="228980" y="231923"/>
                  </a:lnTo>
                  <a:lnTo>
                    <a:pt x="232811" y="205816"/>
                  </a:lnTo>
                  <a:close/>
                  <a:moveTo>
                    <a:pt x="936261" y="1020588"/>
                  </a:moveTo>
                  <a:lnTo>
                    <a:pt x="888733" y="1038706"/>
                  </a:lnTo>
                  <a:lnTo>
                    <a:pt x="927000" y="1057203"/>
                  </a:lnTo>
                  <a:close/>
                  <a:moveTo>
                    <a:pt x="936261" y="1020588"/>
                  </a:moveTo>
                  <a:lnTo>
                    <a:pt x="897481" y="1025027"/>
                  </a:lnTo>
                  <a:lnTo>
                    <a:pt x="888733" y="1038706"/>
                  </a:lnTo>
                  <a:close/>
                  <a:moveTo>
                    <a:pt x="897481" y="1025027"/>
                  </a:moveTo>
                  <a:lnTo>
                    <a:pt x="936261" y="1020588"/>
                  </a:lnTo>
                  <a:lnTo>
                    <a:pt x="907437" y="1012428"/>
                  </a:lnTo>
                  <a:close/>
                  <a:moveTo>
                    <a:pt x="936261" y="1020588"/>
                  </a:moveTo>
                  <a:lnTo>
                    <a:pt x="935317" y="992091"/>
                  </a:lnTo>
                  <a:lnTo>
                    <a:pt x="907437" y="1012428"/>
                  </a:lnTo>
                  <a:close/>
                  <a:moveTo>
                    <a:pt x="936261" y="1020588"/>
                  </a:moveTo>
                  <a:lnTo>
                    <a:pt x="927000" y="1057203"/>
                  </a:lnTo>
                  <a:lnTo>
                    <a:pt x="938819" y="1033312"/>
                  </a:lnTo>
                  <a:close/>
                  <a:moveTo>
                    <a:pt x="936261" y="1020588"/>
                  </a:moveTo>
                  <a:lnTo>
                    <a:pt x="946428" y="1005265"/>
                  </a:lnTo>
                  <a:lnTo>
                    <a:pt x="935317" y="992091"/>
                  </a:lnTo>
                  <a:close/>
                  <a:moveTo>
                    <a:pt x="338480" y="351742"/>
                  </a:moveTo>
                  <a:lnTo>
                    <a:pt x="358927" y="331982"/>
                  </a:lnTo>
                  <a:lnTo>
                    <a:pt x="310121" y="370288"/>
                  </a:lnTo>
                  <a:close/>
                  <a:moveTo>
                    <a:pt x="220683" y="188840"/>
                  </a:moveTo>
                  <a:lnTo>
                    <a:pt x="232811" y="205816"/>
                  </a:lnTo>
                  <a:lnTo>
                    <a:pt x="254438" y="190468"/>
                  </a:lnTo>
                  <a:close/>
                  <a:moveTo>
                    <a:pt x="232811" y="205816"/>
                  </a:moveTo>
                  <a:lnTo>
                    <a:pt x="266239" y="206219"/>
                  </a:lnTo>
                  <a:lnTo>
                    <a:pt x="285510" y="182061"/>
                  </a:lnTo>
                  <a:close/>
                  <a:moveTo>
                    <a:pt x="254438" y="190468"/>
                  </a:moveTo>
                  <a:lnTo>
                    <a:pt x="232811" y="205816"/>
                  </a:lnTo>
                  <a:lnTo>
                    <a:pt x="285510" y="182061"/>
                  </a:lnTo>
                  <a:close/>
                  <a:moveTo>
                    <a:pt x="140155" y="108541"/>
                  </a:moveTo>
                  <a:lnTo>
                    <a:pt x="161600" y="114437"/>
                  </a:lnTo>
                  <a:lnTo>
                    <a:pt x="148847" y="108652"/>
                  </a:lnTo>
                  <a:close/>
                  <a:moveTo>
                    <a:pt x="293720" y="161632"/>
                  </a:moveTo>
                  <a:lnTo>
                    <a:pt x="254438" y="190468"/>
                  </a:lnTo>
                  <a:lnTo>
                    <a:pt x="285510" y="182061"/>
                  </a:lnTo>
                  <a:close/>
                  <a:moveTo>
                    <a:pt x="293720" y="161632"/>
                  </a:moveTo>
                  <a:lnTo>
                    <a:pt x="299757" y="139122"/>
                  </a:lnTo>
                  <a:lnTo>
                    <a:pt x="269423" y="150285"/>
                  </a:lnTo>
                  <a:close/>
                  <a:moveTo>
                    <a:pt x="293720" y="161632"/>
                  </a:moveTo>
                  <a:lnTo>
                    <a:pt x="285510" y="182061"/>
                  </a:lnTo>
                  <a:lnTo>
                    <a:pt x="300936" y="170764"/>
                  </a:lnTo>
                  <a:close/>
                  <a:moveTo>
                    <a:pt x="299757" y="139122"/>
                  </a:moveTo>
                  <a:lnTo>
                    <a:pt x="316375" y="125555"/>
                  </a:lnTo>
                  <a:lnTo>
                    <a:pt x="314321" y="116825"/>
                  </a:lnTo>
                  <a:close/>
                  <a:moveTo>
                    <a:pt x="293720" y="161632"/>
                  </a:moveTo>
                  <a:lnTo>
                    <a:pt x="310935" y="152548"/>
                  </a:lnTo>
                  <a:lnTo>
                    <a:pt x="299757" y="139122"/>
                  </a:lnTo>
                  <a:close/>
                  <a:moveTo>
                    <a:pt x="314321" y="116825"/>
                  </a:moveTo>
                  <a:lnTo>
                    <a:pt x="316409" y="105172"/>
                  </a:lnTo>
                  <a:lnTo>
                    <a:pt x="299757" y="139122"/>
                  </a:lnTo>
                  <a:close/>
                  <a:moveTo>
                    <a:pt x="314321" y="116825"/>
                  </a:moveTo>
                  <a:lnTo>
                    <a:pt x="320756" y="99642"/>
                  </a:lnTo>
                  <a:lnTo>
                    <a:pt x="316409" y="105172"/>
                  </a:lnTo>
                  <a:close/>
                  <a:moveTo>
                    <a:pt x="801992" y="645757"/>
                  </a:moveTo>
                  <a:lnTo>
                    <a:pt x="801889" y="674538"/>
                  </a:lnTo>
                  <a:lnTo>
                    <a:pt x="806637" y="650967"/>
                  </a:lnTo>
                  <a:close/>
                  <a:moveTo>
                    <a:pt x="785141" y="523518"/>
                  </a:moveTo>
                  <a:lnTo>
                    <a:pt x="782431" y="505581"/>
                  </a:lnTo>
                  <a:lnTo>
                    <a:pt x="775078" y="506335"/>
                  </a:lnTo>
                  <a:close/>
                  <a:moveTo>
                    <a:pt x="500646" y="146504"/>
                  </a:moveTo>
                  <a:lnTo>
                    <a:pt x="509369" y="155969"/>
                  </a:lnTo>
                  <a:lnTo>
                    <a:pt x="508942" y="134302"/>
                  </a:lnTo>
                  <a:close/>
                  <a:moveTo>
                    <a:pt x="508942" y="134302"/>
                  </a:moveTo>
                  <a:lnTo>
                    <a:pt x="521227" y="151864"/>
                  </a:lnTo>
                  <a:lnTo>
                    <a:pt x="536163" y="111499"/>
                  </a:lnTo>
                  <a:close/>
                  <a:moveTo>
                    <a:pt x="560998" y="106868"/>
                  </a:moveTo>
                  <a:lnTo>
                    <a:pt x="546359" y="102030"/>
                  </a:lnTo>
                  <a:lnTo>
                    <a:pt x="536163" y="111499"/>
                  </a:lnTo>
                  <a:close/>
                  <a:moveTo>
                    <a:pt x="398151" y="41414"/>
                  </a:moveTo>
                  <a:lnTo>
                    <a:pt x="399139" y="28520"/>
                  </a:lnTo>
                  <a:lnTo>
                    <a:pt x="391892" y="42031"/>
                  </a:lnTo>
                  <a:close/>
                  <a:moveTo>
                    <a:pt x="362333" y="43444"/>
                  </a:moveTo>
                  <a:lnTo>
                    <a:pt x="371576" y="45704"/>
                  </a:lnTo>
                  <a:lnTo>
                    <a:pt x="391892" y="42031"/>
                  </a:lnTo>
                  <a:close/>
                  <a:moveTo>
                    <a:pt x="632762" y="31100"/>
                  </a:moveTo>
                  <a:lnTo>
                    <a:pt x="633268" y="30908"/>
                  </a:lnTo>
                  <a:lnTo>
                    <a:pt x="632916" y="30742"/>
                  </a:lnTo>
                  <a:close/>
                  <a:moveTo>
                    <a:pt x="650524" y="1296"/>
                  </a:moveTo>
                  <a:lnTo>
                    <a:pt x="632916" y="30742"/>
                  </a:lnTo>
                  <a:lnTo>
                    <a:pt x="683496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20" name="Input_density__119">
              <a:extLst>
                <a:ext uri="{FF2B5EF4-FFF2-40B4-BE49-F238E27FC236}">
                  <a16:creationId xmlns:a16="http://schemas.microsoft.com/office/drawing/2014/main" id="{42127A7E-6D6D-0895-CD54-652376D5A8D8}"/>
                </a:ext>
              </a:extLst>
            </p:cNvPr>
            <p:cNvSpPr>
              <a:spLocks noGrp="1"/>
            </p:cNvSpPr>
            <p:nvPr/>
          </p:nvSpPr>
          <p:spPr>
            <a:xfrm>
              <a:off x="880375" y="1588833"/>
              <a:ext cx="964808" cy="1416738"/>
            </a:xfrm>
            <a:custGeom>
              <a:avLst/>
              <a:gdLst/>
              <a:ahLst/>
              <a:cxnLst/>
              <a:rect l="0" t="0" r="0" b="0"/>
              <a:pathLst>
                <a:path w="964808" h="1416738">
                  <a:moveTo>
                    <a:pt x="325550" y="1362800"/>
                  </a:moveTo>
                  <a:lnTo>
                    <a:pt x="337387" y="1416738"/>
                  </a:lnTo>
                  <a:lnTo>
                    <a:pt x="360828" y="1399555"/>
                  </a:lnTo>
                  <a:close/>
                  <a:moveTo>
                    <a:pt x="374135" y="1351490"/>
                  </a:moveTo>
                  <a:lnTo>
                    <a:pt x="393290" y="1394741"/>
                  </a:lnTo>
                  <a:lnTo>
                    <a:pt x="412472" y="1370251"/>
                  </a:lnTo>
                  <a:close/>
                  <a:moveTo>
                    <a:pt x="351783" y="1273017"/>
                  </a:moveTo>
                  <a:lnTo>
                    <a:pt x="343744" y="1252535"/>
                  </a:lnTo>
                  <a:lnTo>
                    <a:pt x="335914" y="1241171"/>
                  </a:lnTo>
                  <a:close/>
                  <a:moveTo>
                    <a:pt x="5122" y="884985"/>
                  </a:moveTo>
                  <a:lnTo>
                    <a:pt x="20729" y="921740"/>
                  </a:lnTo>
                  <a:lnTo>
                    <a:pt x="47976" y="879498"/>
                  </a:lnTo>
                  <a:close/>
                  <a:moveTo>
                    <a:pt x="0" y="877174"/>
                  </a:moveTo>
                  <a:lnTo>
                    <a:pt x="5122" y="884985"/>
                  </a:lnTo>
                  <a:lnTo>
                    <a:pt x="47976" y="879498"/>
                  </a:lnTo>
                  <a:close/>
                  <a:moveTo>
                    <a:pt x="406035" y="1300746"/>
                  </a:moveTo>
                  <a:lnTo>
                    <a:pt x="412182" y="1340496"/>
                  </a:lnTo>
                  <a:lnTo>
                    <a:pt x="431152" y="1307415"/>
                  </a:lnTo>
                  <a:close/>
                  <a:moveTo>
                    <a:pt x="406035" y="1300746"/>
                  </a:moveTo>
                  <a:lnTo>
                    <a:pt x="427147" y="1265924"/>
                  </a:lnTo>
                  <a:lnTo>
                    <a:pt x="400405" y="1260576"/>
                  </a:lnTo>
                  <a:close/>
                  <a:moveTo>
                    <a:pt x="89831" y="858320"/>
                  </a:moveTo>
                  <a:lnTo>
                    <a:pt x="47976" y="879498"/>
                  </a:lnTo>
                  <a:lnTo>
                    <a:pt x="84882" y="892906"/>
                  </a:lnTo>
                  <a:close/>
                  <a:moveTo>
                    <a:pt x="24054" y="740353"/>
                  </a:moveTo>
                  <a:lnTo>
                    <a:pt x="44482" y="778605"/>
                  </a:lnTo>
                  <a:lnTo>
                    <a:pt x="45189" y="772868"/>
                  </a:lnTo>
                  <a:close/>
                  <a:moveTo>
                    <a:pt x="474575" y="1200985"/>
                  </a:moveTo>
                  <a:lnTo>
                    <a:pt x="473466" y="1252938"/>
                  </a:lnTo>
                  <a:lnTo>
                    <a:pt x="494039" y="1233648"/>
                  </a:lnTo>
                  <a:close/>
                  <a:moveTo>
                    <a:pt x="143246" y="794124"/>
                  </a:moveTo>
                  <a:lnTo>
                    <a:pt x="126525" y="766082"/>
                  </a:lnTo>
                  <a:lnTo>
                    <a:pt x="144850" y="796680"/>
                  </a:lnTo>
                  <a:close/>
                  <a:moveTo>
                    <a:pt x="118430" y="759925"/>
                  </a:moveTo>
                  <a:lnTo>
                    <a:pt x="126525" y="766082"/>
                  </a:lnTo>
                  <a:lnTo>
                    <a:pt x="143246" y="794124"/>
                  </a:lnTo>
                  <a:close/>
                  <a:moveTo>
                    <a:pt x="508468" y="1183802"/>
                  </a:moveTo>
                  <a:lnTo>
                    <a:pt x="520126" y="1199762"/>
                  </a:lnTo>
                  <a:lnTo>
                    <a:pt x="525535" y="1220557"/>
                  </a:lnTo>
                  <a:close/>
                  <a:moveTo>
                    <a:pt x="515342" y="1200985"/>
                  </a:moveTo>
                  <a:lnTo>
                    <a:pt x="504650" y="1185256"/>
                  </a:lnTo>
                  <a:lnTo>
                    <a:pt x="494039" y="1233648"/>
                  </a:lnTo>
                  <a:close/>
                  <a:moveTo>
                    <a:pt x="168090" y="870190"/>
                  </a:moveTo>
                  <a:lnTo>
                    <a:pt x="186244" y="816252"/>
                  </a:lnTo>
                  <a:lnTo>
                    <a:pt x="162946" y="833435"/>
                  </a:lnTo>
                  <a:close/>
                  <a:moveTo>
                    <a:pt x="164928" y="778981"/>
                  </a:moveTo>
                  <a:lnTo>
                    <a:pt x="127512" y="763669"/>
                  </a:lnTo>
                  <a:lnTo>
                    <a:pt x="143246" y="794124"/>
                  </a:lnTo>
                  <a:close/>
                  <a:moveTo>
                    <a:pt x="171925" y="711514"/>
                  </a:moveTo>
                  <a:lnTo>
                    <a:pt x="167323" y="705987"/>
                  </a:lnTo>
                  <a:lnTo>
                    <a:pt x="171635" y="742742"/>
                  </a:lnTo>
                  <a:close/>
                  <a:moveTo>
                    <a:pt x="591439" y="1203373"/>
                  </a:moveTo>
                  <a:lnTo>
                    <a:pt x="580525" y="1211645"/>
                  </a:lnTo>
                  <a:lnTo>
                    <a:pt x="549625" y="1175780"/>
                  </a:lnTo>
                  <a:close/>
                  <a:moveTo>
                    <a:pt x="598377" y="1166618"/>
                  </a:moveTo>
                  <a:lnTo>
                    <a:pt x="611513" y="1179643"/>
                  </a:lnTo>
                  <a:lnTo>
                    <a:pt x="608760" y="1203373"/>
                  </a:lnTo>
                  <a:close/>
                  <a:moveTo>
                    <a:pt x="167323" y="705987"/>
                  </a:moveTo>
                  <a:lnTo>
                    <a:pt x="137546" y="676606"/>
                  </a:lnTo>
                  <a:lnTo>
                    <a:pt x="168573" y="688803"/>
                  </a:lnTo>
                  <a:close/>
                  <a:moveTo>
                    <a:pt x="394789" y="823098"/>
                  </a:moveTo>
                  <a:lnTo>
                    <a:pt x="427817" y="855395"/>
                  </a:lnTo>
                  <a:lnTo>
                    <a:pt x="388474" y="822804"/>
                  </a:lnTo>
                  <a:close/>
                  <a:moveTo>
                    <a:pt x="388474" y="822804"/>
                  </a:moveTo>
                  <a:lnTo>
                    <a:pt x="427817" y="855395"/>
                  </a:lnTo>
                  <a:lnTo>
                    <a:pt x="433191" y="858286"/>
                  </a:lnTo>
                  <a:close/>
                  <a:moveTo>
                    <a:pt x="772632" y="1174667"/>
                  </a:moveTo>
                  <a:lnTo>
                    <a:pt x="744651" y="1170328"/>
                  </a:lnTo>
                  <a:lnTo>
                    <a:pt x="788254" y="1201380"/>
                  </a:lnTo>
                  <a:close/>
                  <a:moveTo>
                    <a:pt x="717624" y="1102806"/>
                  </a:moveTo>
                  <a:lnTo>
                    <a:pt x="706706" y="1095497"/>
                  </a:lnTo>
                  <a:lnTo>
                    <a:pt x="712547" y="1132251"/>
                  </a:lnTo>
                  <a:close/>
                  <a:moveTo>
                    <a:pt x="360764" y="820458"/>
                  </a:moveTo>
                  <a:lnTo>
                    <a:pt x="414494" y="846398"/>
                  </a:lnTo>
                  <a:lnTo>
                    <a:pt x="394789" y="823098"/>
                  </a:lnTo>
                  <a:close/>
                  <a:moveTo>
                    <a:pt x="329472" y="708375"/>
                  </a:moveTo>
                  <a:lnTo>
                    <a:pt x="302350" y="726637"/>
                  </a:lnTo>
                  <a:lnTo>
                    <a:pt x="317571" y="692030"/>
                  </a:lnTo>
                  <a:close/>
                  <a:moveTo>
                    <a:pt x="701938" y="1088470"/>
                  </a:moveTo>
                  <a:lnTo>
                    <a:pt x="712547" y="1132251"/>
                  </a:lnTo>
                  <a:lnTo>
                    <a:pt x="706706" y="1095497"/>
                  </a:lnTo>
                  <a:close/>
                  <a:moveTo>
                    <a:pt x="776691" y="1081874"/>
                  </a:moveTo>
                  <a:lnTo>
                    <a:pt x="782993" y="1085501"/>
                  </a:lnTo>
                  <a:lnTo>
                    <a:pt x="768526" y="1078313"/>
                  </a:lnTo>
                  <a:close/>
                  <a:moveTo>
                    <a:pt x="782993" y="1085501"/>
                  </a:moveTo>
                  <a:lnTo>
                    <a:pt x="776691" y="1081874"/>
                  </a:lnTo>
                  <a:lnTo>
                    <a:pt x="811817" y="1115068"/>
                  </a:lnTo>
                  <a:close/>
                  <a:moveTo>
                    <a:pt x="706349" y="1048092"/>
                  </a:moveTo>
                  <a:lnTo>
                    <a:pt x="695618" y="1041558"/>
                  </a:lnTo>
                  <a:lnTo>
                    <a:pt x="701938" y="1088470"/>
                  </a:lnTo>
                  <a:close/>
                  <a:moveTo>
                    <a:pt x="706349" y="1048092"/>
                  </a:moveTo>
                  <a:lnTo>
                    <a:pt x="701938" y="1088470"/>
                  </a:lnTo>
                  <a:lnTo>
                    <a:pt x="746155" y="1072347"/>
                  </a:lnTo>
                  <a:close/>
                  <a:moveTo>
                    <a:pt x="633047" y="1021987"/>
                  </a:moveTo>
                  <a:lnTo>
                    <a:pt x="657339" y="1052893"/>
                  </a:lnTo>
                  <a:lnTo>
                    <a:pt x="645722" y="1042205"/>
                  </a:lnTo>
                  <a:close/>
                  <a:moveTo>
                    <a:pt x="654750" y="1021987"/>
                  </a:moveTo>
                  <a:lnTo>
                    <a:pt x="645722" y="1042205"/>
                  </a:lnTo>
                  <a:lnTo>
                    <a:pt x="695618" y="1041558"/>
                  </a:lnTo>
                  <a:close/>
                  <a:moveTo>
                    <a:pt x="397702" y="681061"/>
                  </a:moveTo>
                  <a:lnTo>
                    <a:pt x="380570" y="673726"/>
                  </a:lnTo>
                  <a:lnTo>
                    <a:pt x="358063" y="641452"/>
                  </a:lnTo>
                  <a:close/>
                  <a:moveTo>
                    <a:pt x="313930" y="605496"/>
                  </a:moveTo>
                  <a:lnTo>
                    <a:pt x="358063" y="641452"/>
                  </a:lnTo>
                  <a:lnTo>
                    <a:pt x="329435" y="617682"/>
                  </a:lnTo>
                  <a:close/>
                  <a:moveTo>
                    <a:pt x="329435" y="617682"/>
                  </a:moveTo>
                  <a:lnTo>
                    <a:pt x="358063" y="641452"/>
                  </a:lnTo>
                  <a:lnTo>
                    <a:pt x="333155" y="621025"/>
                  </a:lnTo>
                  <a:close/>
                  <a:moveTo>
                    <a:pt x="234587" y="463923"/>
                  </a:moveTo>
                  <a:lnTo>
                    <a:pt x="251651" y="469241"/>
                  </a:lnTo>
                  <a:lnTo>
                    <a:pt x="261963" y="507417"/>
                  </a:lnTo>
                  <a:close/>
                  <a:moveTo>
                    <a:pt x="226446" y="425795"/>
                  </a:moveTo>
                  <a:lnTo>
                    <a:pt x="229571" y="386688"/>
                  </a:lnTo>
                  <a:lnTo>
                    <a:pt x="198542" y="395251"/>
                  </a:lnTo>
                  <a:close/>
                  <a:moveTo>
                    <a:pt x="158862" y="371472"/>
                  </a:moveTo>
                  <a:lnTo>
                    <a:pt x="131004" y="359717"/>
                  </a:lnTo>
                  <a:lnTo>
                    <a:pt x="168990" y="379968"/>
                  </a:lnTo>
                  <a:close/>
                  <a:moveTo>
                    <a:pt x="134123" y="360397"/>
                  </a:moveTo>
                  <a:lnTo>
                    <a:pt x="139033" y="393543"/>
                  </a:lnTo>
                  <a:lnTo>
                    <a:pt x="168990" y="379968"/>
                  </a:lnTo>
                  <a:close/>
                  <a:moveTo>
                    <a:pt x="768526" y="1078313"/>
                  </a:moveTo>
                  <a:lnTo>
                    <a:pt x="782993" y="1085501"/>
                  </a:lnTo>
                  <a:lnTo>
                    <a:pt x="787829" y="1072819"/>
                  </a:lnTo>
                  <a:close/>
                  <a:moveTo>
                    <a:pt x="768526" y="1078313"/>
                  </a:moveTo>
                  <a:lnTo>
                    <a:pt x="787829" y="1072819"/>
                  </a:lnTo>
                  <a:lnTo>
                    <a:pt x="746155" y="1072347"/>
                  </a:lnTo>
                  <a:close/>
                  <a:moveTo>
                    <a:pt x="746155" y="1072347"/>
                  </a:moveTo>
                  <a:lnTo>
                    <a:pt x="787829" y="1072819"/>
                  </a:lnTo>
                  <a:lnTo>
                    <a:pt x="799981" y="1052808"/>
                  </a:lnTo>
                  <a:close/>
                  <a:moveTo>
                    <a:pt x="706349" y="1048092"/>
                  </a:moveTo>
                  <a:lnTo>
                    <a:pt x="746155" y="1072347"/>
                  </a:lnTo>
                  <a:lnTo>
                    <a:pt x="766221" y="1051162"/>
                  </a:lnTo>
                  <a:close/>
                  <a:moveTo>
                    <a:pt x="168990" y="379968"/>
                  </a:moveTo>
                  <a:lnTo>
                    <a:pt x="198542" y="395251"/>
                  </a:lnTo>
                  <a:lnTo>
                    <a:pt x="205752" y="370783"/>
                  </a:lnTo>
                  <a:close/>
                  <a:moveTo>
                    <a:pt x="168990" y="379968"/>
                  </a:moveTo>
                  <a:lnTo>
                    <a:pt x="205752" y="370783"/>
                  </a:lnTo>
                  <a:lnTo>
                    <a:pt x="158862" y="371472"/>
                  </a:lnTo>
                  <a:close/>
                  <a:moveTo>
                    <a:pt x="673005" y="877355"/>
                  </a:moveTo>
                  <a:lnTo>
                    <a:pt x="666838" y="893271"/>
                  </a:lnTo>
                  <a:lnTo>
                    <a:pt x="690243" y="891668"/>
                  </a:lnTo>
                  <a:close/>
                  <a:moveTo>
                    <a:pt x="859776" y="1027217"/>
                  </a:moveTo>
                  <a:lnTo>
                    <a:pt x="868802" y="1043947"/>
                  </a:lnTo>
                  <a:lnTo>
                    <a:pt x="852329" y="1027742"/>
                  </a:lnTo>
                  <a:close/>
                  <a:moveTo>
                    <a:pt x="852329" y="1027742"/>
                  </a:moveTo>
                  <a:lnTo>
                    <a:pt x="838507" y="1058707"/>
                  </a:lnTo>
                  <a:lnTo>
                    <a:pt x="859776" y="1027217"/>
                  </a:lnTo>
                  <a:close/>
                  <a:moveTo>
                    <a:pt x="721726" y="938142"/>
                  </a:moveTo>
                  <a:lnTo>
                    <a:pt x="739819" y="952447"/>
                  </a:lnTo>
                  <a:lnTo>
                    <a:pt x="734027" y="950865"/>
                  </a:lnTo>
                  <a:close/>
                  <a:moveTo>
                    <a:pt x="806616" y="987620"/>
                  </a:moveTo>
                  <a:lnTo>
                    <a:pt x="779998" y="950865"/>
                  </a:lnTo>
                  <a:lnTo>
                    <a:pt x="800492" y="958510"/>
                  </a:lnTo>
                  <a:close/>
                  <a:moveTo>
                    <a:pt x="800492" y="958510"/>
                  </a:moveTo>
                  <a:lnTo>
                    <a:pt x="814889" y="933682"/>
                  </a:lnTo>
                  <a:lnTo>
                    <a:pt x="822284" y="937654"/>
                  </a:lnTo>
                  <a:close/>
                  <a:moveTo>
                    <a:pt x="773529" y="905456"/>
                  </a:moveTo>
                  <a:lnTo>
                    <a:pt x="787122" y="908521"/>
                  </a:lnTo>
                  <a:lnTo>
                    <a:pt x="746905" y="900012"/>
                  </a:lnTo>
                  <a:close/>
                  <a:moveTo>
                    <a:pt x="822284" y="937654"/>
                  </a:moveTo>
                  <a:lnTo>
                    <a:pt x="814889" y="933682"/>
                  </a:lnTo>
                  <a:lnTo>
                    <a:pt x="787122" y="908521"/>
                  </a:lnTo>
                  <a:close/>
                  <a:moveTo>
                    <a:pt x="773529" y="905456"/>
                  </a:moveTo>
                  <a:lnTo>
                    <a:pt x="746905" y="900012"/>
                  </a:lnTo>
                  <a:lnTo>
                    <a:pt x="772758" y="860172"/>
                  </a:lnTo>
                  <a:close/>
                  <a:moveTo>
                    <a:pt x="195827" y="192686"/>
                  </a:moveTo>
                  <a:lnTo>
                    <a:pt x="157685" y="174655"/>
                  </a:lnTo>
                  <a:lnTo>
                    <a:pt x="171205" y="196835"/>
                  </a:lnTo>
                  <a:close/>
                  <a:moveTo>
                    <a:pt x="748287" y="809395"/>
                  </a:moveTo>
                  <a:lnTo>
                    <a:pt x="772758" y="860172"/>
                  </a:lnTo>
                  <a:lnTo>
                    <a:pt x="762750" y="823417"/>
                  </a:lnTo>
                  <a:close/>
                  <a:moveTo>
                    <a:pt x="614747" y="747202"/>
                  </a:moveTo>
                  <a:lnTo>
                    <a:pt x="618171" y="749906"/>
                  </a:lnTo>
                  <a:lnTo>
                    <a:pt x="644226" y="705577"/>
                  </a:lnTo>
                  <a:close/>
                  <a:moveTo>
                    <a:pt x="678950" y="704435"/>
                  </a:moveTo>
                  <a:lnTo>
                    <a:pt x="640425" y="733776"/>
                  </a:lnTo>
                  <a:lnTo>
                    <a:pt x="674703" y="737359"/>
                  </a:lnTo>
                  <a:close/>
                  <a:moveTo>
                    <a:pt x="678950" y="704435"/>
                  </a:moveTo>
                  <a:lnTo>
                    <a:pt x="644226" y="705577"/>
                  </a:lnTo>
                  <a:lnTo>
                    <a:pt x="640425" y="733776"/>
                  </a:lnTo>
                  <a:close/>
                  <a:moveTo>
                    <a:pt x="921224" y="911394"/>
                  </a:moveTo>
                  <a:lnTo>
                    <a:pt x="901370" y="900447"/>
                  </a:lnTo>
                  <a:lnTo>
                    <a:pt x="941759" y="920537"/>
                  </a:lnTo>
                  <a:close/>
                  <a:moveTo>
                    <a:pt x="723269" y="650745"/>
                  </a:moveTo>
                  <a:lnTo>
                    <a:pt x="689512" y="651101"/>
                  </a:lnTo>
                  <a:lnTo>
                    <a:pt x="685098" y="680016"/>
                  </a:lnTo>
                  <a:close/>
                  <a:moveTo>
                    <a:pt x="723269" y="650745"/>
                  </a:moveTo>
                  <a:lnTo>
                    <a:pt x="729611" y="625658"/>
                  </a:lnTo>
                  <a:lnTo>
                    <a:pt x="693678" y="615886"/>
                  </a:lnTo>
                  <a:close/>
                  <a:moveTo>
                    <a:pt x="948682" y="933819"/>
                  </a:moveTo>
                  <a:lnTo>
                    <a:pt x="964808" y="972825"/>
                  </a:lnTo>
                  <a:lnTo>
                    <a:pt x="952975" y="936070"/>
                  </a:lnTo>
                  <a:close/>
                  <a:moveTo>
                    <a:pt x="948682" y="933819"/>
                  </a:moveTo>
                  <a:lnTo>
                    <a:pt x="960142" y="969249"/>
                  </a:lnTo>
                  <a:lnTo>
                    <a:pt x="964808" y="972825"/>
                  </a:lnTo>
                  <a:close/>
                  <a:moveTo>
                    <a:pt x="948682" y="933819"/>
                  </a:moveTo>
                  <a:lnTo>
                    <a:pt x="952975" y="936070"/>
                  </a:lnTo>
                  <a:lnTo>
                    <a:pt x="941759" y="920537"/>
                  </a:lnTo>
                  <a:close/>
                  <a:moveTo>
                    <a:pt x="815118" y="696201"/>
                  </a:moveTo>
                  <a:lnTo>
                    <a:pt x="840161" y="693627"/>
                  </a:lnTo>
                  <a:lnTo>
                    <a:pt x="844221" y="698356"/>
                  </a:lnTo>
                  <a:close/>
                  <a:moveTo>
                    <a:pt x="843225" y="696894"/>
                  </a:moveTo>
                  <a:lnTo>
                    <a:pt x="844221" y="698356"/>
                  </a:lnTo>
                  <a:lnTo>
                    <a:pt x="840161" y="693627"/>
                  </a:lnTo>
                  <a:close/>
                  <a:moveTo>
                    <a:pt x="718930" y="475285"/>
                  </a:moveTo>
                  <a:lnTo>
                    <a:pt x="711842" y="498706"/>
                  </a:lnTo>
                  <a:lnTo>
                    <a:pt x="743291" y="500227"/>
                  </a:lnTo>
                  <a:close/>
                  <a:moveTo>
                    <a:pt x="717357" y="460643"/>
                  </a:moveTo>
                  <a:lnTo>
                    <a:pt x="718930" y="475285"/>
                  </a:lnTo>
                  <a:lnTo>
                    <a:pt x="685555" y="430583"/>
                  </a:lnTo>
                  <a:close/>
                  <a:moveTo>
                    <a:pt x="794441" y="530478"/>
                  </a:moveTo>
                  <a:lnTo>
                    <a:pt x="829884" y="558993"/>
                  </a:lnTo>
                  <a:lnTo>
                    <a:pt x="810313" y="534153"/>
                  </a:lnTo>
                  <a:close/>
                  <a:moveTo>
                    <a:pt x="834582" y="569680"/>
                  </a:moveTo>
                  <a:lnTo>
                    <a:pt x="829884" y="558993"/>
                  </a:lnTo>
                  <a:lnTo>
                    <a:pt x="794441" y="530478"/>
                  </a:lnTo>
                  <a:close/>
                  <a:moveTo>
                    <a:pt x="812857" y="560253"/>
                  </a:moveTo>
                  <a:lnTo>
                    <a:pt x="834582" y="569680"/>
                  </a:lnTo>
                  <a:lnTo>
                    <a:pt x="794441" y="530478"/>
                  </a:lnTo>
                  <a:close/>
                  <a:moveTo>
                    <a:pt x="710111" y="455366"/>
                  </a:moveTo>
                  <a:lnTo>
                    <a:pt x="711598" y="490468"/>
                  </a:lnTo>
                  <a:lnTo>
                    <a:pt x="717357" y="460643"/>
                  </a:lnTo>
                  <a:close/>
                  <a:moveTo>
                    <a:pt x="615114" y="276868"/>
                  </a:moveTo>
                  <a:lnTo>
                    <a:pt x="596657" y="269691"/>
                  </a:lnTo>
                  <a:lnTo>
                    <a:pt x="622132" y="280548"/>
                  </a:lnTo>
                  <a:close/>
                  <a:moveTo>
                    <a:pt x="569473" y="264702"/>
                  </a:moveTo>
                  <a:lnTo>
                    <a:pt x="596657" y="269691"/>
                  </a:lnTo>
                  <a:lnTo>
                    <a:pt x="556319" y="230649"/>
                  </a:lnTo>
                  <a:close/>
                  <a:moveTo>
                    <a:pt x="596657" y="269691"/>
                  </a:moveTo>
                  <a:lnTo>
                    <a:pt x="615114" y="276868"/>
                  </a:lnTo>
                  <a:lnTo>
                    <a:pt x="580223" y="248432"/>
                  </a:lnTo>
                  <a:close/>
                  <a:moveTo>
                    <a:pt x="540368" y="64629"/>
                  </a:moveTo>
                  <a:lnTo>
                    <a:pt x="517981" y="44088"/>
                  </a:lnTo>
                  <a:lnTo>
                    <a:pt x="536610" y="58727"/>
                  </a:lnTo>
                  <a:close/>
                  <a:moveTo>
                    <a:pt x="624452" y="24360"/>
                  </a:moveTo>
                  <a:lnTo>
                    <a:pt x="598143" y="0"/>
                  </a:lnTo>
                  <a:lnTo>
                    <a:pt x="597646" y="4788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21" name="Input_density__120">
              <a:extLst>
                <a:ext uri="{FF2B5EF4-FFF2-40B4-BE49-F238E27FC236}">
                  <a16:creationId xmlns:a16="http://schemas.microsoft.com/office/drawing/2014/main" id="{B44D0064-CB29-C642-22AB-0B9889EAD4CD}"/>
                </a:ext>
              </a:extLst>
            </p:cNvPr>
            <p:cNvSpPr>
              <a:spLocks noGrp="1"/>
            </p:cNvSpPr>
            <p:nvPr/>
          </p:nvSpPr>
          <p:spPr>
            <a:xfrm>
              <a:off x="918033" y="1647642"/>
              <a:ext cx="975794" cy="1335931"/>
            </a:xfrm>
            <a:custGeom>
              <a:avLst/>
              <a:gdLst/>
              <a:ahLst/>
              <a:cxnLst/>
              <a:rect l="0" t="0" r="0" b="0"/>
              <a:pathLst>
                <a:path w="975794" h="1335931">
                  <a:moveTo>
                    <a:pt x="365495" y="1303990"/>
                  </a:moveTo>
                  <a:lnTo>
                    <a:pt x="374814" y="1311441"/>
                  </a:lnTo>
                  <a:lnTo>
                    <a:pt x="355632" y="1335931"/>
                  </a:lnTo>
                  <a:close/>
                  <a:moveTo>
                    <a:pt x="169651" y="1042675"/>
                  </a:moveTo>
                  <a:lnTo>
                    <a:pt x="199507" y="1029728"/>
                  </a:lnTo>
                  <a:lnTo>
                    <a:pt x="222926" y="1021077"/>
                  </a:lnTo>
                  <a:close/>
                  <a:moveTo>
                    <a:pt x="199677" y="1029522"/>
                  </a:moveTo>
                  <a:lnTo>
                    <a:pt x="222926" y="1021077"/>
                  </a:lnTo>
                  <a:lnTo>
                    <a:pt x="199507" y="1029728"/>
                  </a:lnTo>
                  <a:close/>
                  <a:moveTo>
                    <a:pt x="199677" y="1029522"/>
                  </a:moveTo>
                  <a:lnTo>
                    <a:pt x="233711" y="1012339"/>
                  </a:lnTo>
                  <a:lnTo>
                    <a:pt x="222926" y="1021077"/>
                  </a:lnTo>
                  <a:close/>
                  <a:moveTo>
                    <a:pt x="233711" y="1012339"/>
                  </a:moveTo>
                  <a:lnTo>
                    <a:pt x="199677" y="1029522"/>
                  </a:lnTo>
                  <a:lnTo>
                    <a:pt x="250550" y="999785"/>
                  </a:lnTo>
                  <a:close/>
                  <a:moveTo>
                    <a:pt x="10319" y="820689"/>
                  </a:moveTo>
                  <a:lnTo>
                    <a:pt x="18015" y="800192"/>
                  </a:lnTo>
                  <a:lnTo>
                    <a:pt x="0" y="845747"/>
                  </a:lnTo>
                  <a:close/>
                  <a:moveTo>
                    <a:pt x="248439" y="958400"/>
                  </a:moveTo>
                  <a:lnTo>
                    <a:pt x="262569" y="948513"/>
                  </a:lnTo>
                  <a:lnTo>
                    <a:pt x="281878" y="924498"/>
                  </a:lnTo>
                  <a:close/>
                  <a:moveTo>
                    <a:pt x="525434" y="1195516"/>
                  </a:moveTo>
                  <a:lnTo>
                    <a:pt x="521078" y="1195946"/>
                  </a:lnTo>
                  <a:lnTo>
                    <a:pt x="543220" y="1161747"/>
                  </a:lnTo>
                  <a:close/>
                  <a:moveTo>
                    <a:pt x="360328" y="872449"/>
                  </a:moveTo>
                  <a:lnTo>
                    <a:pt x="329780" y="882811"/>
                  </a:lnTo>
                  <a:lnTo>
                    <a:pt x="335487" y="875780"/>
                  </a:lnTo>
                  <a:close/>
                  <a:moveTo>
                    <a:pt x="381632" y="850523"/>
                  </a:moveTo>
                  <a:lnTo>
                    <a:pt x="380120" y="850238"/>
                  </a:lnTo>
                  <a:lnTo>
                    <a:pt x="360328" y="872449"/>
                  </a:lnTo>
                  <a:close/>
                  <a:moveTo>
                    <a:pt x="381632" y="850523"/>
                  </a:moveTo>
                  <a:lnTo>
                    <a:pt x="388465" y="833340"/>
                  </a:lnTo>
                  <a:lnTo>
                    <a:pt x="380120" y="850238"/>
                  </a:lnTo>
                  <a:close/>
                  <a:moveTo>
                    <a:pt x="367485" y="723075"/>
                  </a:moveTo>
                  <a:lnTo>
                    <a:pt x="363712" y="692685"/>
                  </a:lnTo>
                  <a:lnTo>
                    <a:pt x="360899" y="711051"/>
                  </a:lnTo>
                  <a:close/>
                  <a:moveTo>
                    <a:pt x="375538" y="669137"/>
                  </a:moveTo>
                  <a:lnTo>
                    <a:pt x="363712" y="692685"/>
                  </a:lnTo>
                  <a:lnTo>
                    <a:pt x="367485" y="723075"/>
                  </a:lnTo>
                  <a:close/>
                  <a:moveTo>
                    <a:pt x="793340" y="1081597"/>
                  </a:moveTo>
                  <a:lnTo>
                    <a:pt x="804470" y="1056259"/>
                  </a:lnTo>
                  <a:lnTo>
                    <a:pt x="807829" y="1083717"/>
                  </a:lnTo>
                  <a:close/>
                  <a:moveTo>
                    <a:pt x="327984" y="397492"/>
                  </a:moveTo>
                  <a:lnTo>
                    <a:pt x="314961" y="442571"/>
                  </a:lnTo>
                  <a:lnTo>
                    <a:pt x="328822" y="414240"/>
                  </a:lnTo>
                  <a:close/>
                  <a:moveTo>
                    <a:pt x="328136" y="395624"/>
                  </a:moveTo>
                  <a:lnTo>
                    <a:pt x="328822" y="414240"/>
                  </a:lnTo>
                  <a:lnTo>
                    <a:pt x="335925" y="396378"/>
                  </a:lnTo>
                  <a:close/>
                  <a:moveTo>
                    <a:pt x="328136" y="395624"/>
                  </a:moveTo>
                  <a:lnTo>
                    <a:pt x="335925" y="396378"/>
                  </a:lnTo>
                  <a:lnTo>
                    <a:pt x="356495" y="377077"/>
                  </a:lnTo>
                  <a:close/>
                  <a:moveTo>
                    <a:pt x="367489" y="360302"/>
                  </a:moveTo>
                  <a:lnTo>
                    <a:pt x="376942" y="357317"/>
                  </a:lnTo>
                  <a:lnTo>
                    <a:pt x="356495" y="377077"/>
                  </a:lnTo>
                  <a:close/>
                  <a:moveTo>
                    <a:pt x="367489" y="360302"/>
                  </a:moveTo>
                  <a:lnTo>
                    <a:pt x="385769" y="343119"/>
                  </a:lnTo>
                  <a:lnTo>
                    <a:pt x="376942" y="357317"/>
                  </a:lnTo>
                  <a:close/>
                  <a:moveTo>
                    <a:pt x="975794" y="1005202"/>
                  </a:moveTo>
                  <a:lnTo>
                    <a:pt x="925452" y="1037763"/>
                  </a:lnTo>
                  <a:lnTo>
                    <a:pt x="953332" y="1017426"/>
                  </a:lnTo>
                  <a:close/>
                  <a:moveTo>
                    <a:pt x="954408" y="1004708"/>
                  </a:moveTo>
                  <a:lnTo>
                    <a:pt x="975794" y="1005202"/>
                  </a:lnTo>
                  <a:lnTo>
                    <a:pt x="953332" y="1017426"/>
                  </a:lnTo>
                  <a:close/>
                  <a:moveTo>
                    <a:pt x="382810" y="306364"/>
                  </a:moveTo>
                  <a:lnTo>
                    <a:pt x="384084" y="334225"/>
                  </a:lnTo>
                  <a:lnTo>
                    <a:pt x="385769" y="343119"/>
                  </a:lnTo>
                  <a:close/>
                  <a:moveTo>
                    <a:pt x="424085" y="312793"/>
                  </a:moveTo>
                  <a:lnTo>
                    <a:pt x="384084" y="334225"/>
                  </a:lnTo>
                  <a:lnTo>
                    <a:pt x="382810" y="306364"/>
                  </a:lnTo>
                  <a:close/>
                  <a:moveTo>
                    <a:pt x="811612" y="693485"/>
                  </a:moveTo>
                  <a:lnTo>
                    <a:pt x="824652" y="676302"/>
                  </a:lnTo>
                  <a:lnTo>
                    <a:pt x="819903" y="699873"/>
                  </a:lnTo>
                  <a:close/>
                  <a:moveTo>
                    <a:pt x="338771" y="124977"/>
                  </a:moveTo>
                  <a:lnTo>
                    <a:pt x="332336" y="142160"/>
                  </a:lnTo>
                  <a:lnTo>
                    <a:pt x="358151" y="94646"/>
                  </a:lnTo>
                  <a:close/>
                  <a:moveTo>
                    <a:pt x="332336" y="142160"/>
                  </a:moveTo>
                  <a:lnTo>
                    <a:pt x="338817" y="118567"/>
                  </a:lnTo>
                  <a:lnTo>
                    <a:pt x="358151" y="94646"/>
                  </a:lnTo>
                  <a:close/>
                  <a:moveTo>
                    <a:pt x="358151" y="94646"/>
                  </a:moveTo>
                  <a:lnTo>
                    <a:pt x="374640" y="100509"/>
                  </a:lnTo>
                  <a:lnTo>
                    <a:pt x="367182" y="88222"/>
                  </a:lnTo>
                  <a:close/>
                  <a:moveTo>
                    <a:pt x="575063" y="311130"/>
                  </a:moveTo>
                  <a:lnTo>
                    <a:pt x="582982" y="312369"/>
                  </a:lnTo>
                  <a:lnTo>
                    <a:pt x="604363" y="296102"/>
                  </a:lnTo>
                  <a:close/>
                  <a:moveTo>
                    <a:pt x="588030" y="308752"/>
                  </a:moveTo>
                  <a:lnTo>
                    <a:pt x="608257" y="291569"/>
                  </a:lnTo>
                  <a:lnTo>
                    <a:pt x="604363" y="296102"/>
                  </a:lnTo>
                  <a:close/>
                  <a:moveTo>
                    <a:pt x="367182" y="88222"/>
                  </a:moveTo>
                  <a:lnTo>
                    <a:pt x="378441" y="74297"/>
                  </a:lnTo>
                  <a:lnTo>
                    <a:pt x="358151" y="94646"/>
                  </a:lnTo>
                  <a:close/>
                  <a:moveTo>
                    <a:pt x="367182" y="88222"/>
                  </a:moveTo>
                  <a:lnTo>
                    <a:pt x="389590" y="71039"/>
                  </a:lnTo>
                  <a:lnTo>
                    <a:pt x="378441" y="74297"/>
                  </a:lnTo>
                  <a:close/>
                  <a:moveTo>
                    <a:pt x="389590" y="71039"/>
                  </a:moveTo>
                  <a:lnTo>
                    <a:pt x="367182" y="88222"/>
                  </a:lnTo>
                  <a:lnTo>
                    <a:pt x="409907" y="67366"/>
                  </a:lnTo>
                  <a:close/>
                  <a:moveTo>
                    <a:pt x="367182" y="88222"/>
                  </a:moveTo>
                  <a:lnTo>
                    <a:pt x="385986" y="74138"/>
                  </a:lnTo>
                  <a:lnTo>
                    <a:pt x="409907" y="67366"/>
                  </a:lnTo>
                  <a:close/>
                  <a:moveTo>
                    <a:pt x="409907" y="67366"/>
                  </a:moveTo>
                  <a:lnTo>
                    <a:pt x="385986" y="74138"/>
                  </a:lnTo>
                  <a:lnTo>
                    <a:pt x="442396" y="64263"/>
                  </a:lnTo>
                  <a:close/>
                  <a:moveTo>
                    <a:pt x="409907" y="67366"/>
                  </a:moveTo>
                  <a:lnTo>
                    <a:pt x="442396" y="64263"/>
                  </a:lnTo>
                  <a:lnTo>
                    <a:pt x="416165" y="66749"/>
                  </a:lnTo>
                  <a:close/>
                  <a:moveTo>
                    <a:pt x="526957" y="159637"/>
                  </a:moveTo>
                  <a:lnTo>
                    <a:pt x="554178" y="136834"/>
                  </a:lnTo>
                  <a:lnTo>
                    <a:pt x="576691" y="124800"/>
                  </a:lnTo>
                  <a:close/>
                  <a:moveTo>
                    <a:pt x="564374" y="127365"/>
                  </a:moveTo>
                  <a:lnTo>
                    <a:pt x="576691" y="124800"/>
                  </a:lnTo>
                  <a:lnTo>
                    <a:pt x="554178" y="136834"/>
                  </a:lnTo>
                  <a:close/>
                  <a:moveTo>
                    <a:pt x="564374" y="127365"/>
                  </a:moveTo>
                  <a:lnTo>
                    <a:pt x="585271" y="110182"/>
                  </a:lnTo>
                  <a:lnTo>
                    <a:pt x="576691" y="124800"/>
                  </a:lnTo>
                  <a:close/>
                  <a:moveTo>
                    <a:pt x="585271" y="110182"/>
                  </a:moveTo>
                  <a:lnTo>
                    <a:pt x="564374" y="127365"/>
                  </a:lnTo>
                  <a:lnTo>
                    <a:pt x="599874" y="86900"/>
                  </a:lnTo>
                  <a:close/>
                  <a:moveTo>
                    <a:pt x="585271" y="110182"/>
                  </a:moveTo>
                  <a:lnTo>
                    <a:pt x="599874" y="86900"/>
                  </a:lnTo>
                  <a:lnTo>
                    <a:pt x="622518" y="75356"/>
                  </a:lnTo>
                  <a:close/>
                  <a:moveTo>
                    <a:pt x="622518" y="75356"/>
                  </a:moveTo>
                  <a:lnTo>
                    <a:pt x="599874" y="86900"/>
                  </a:lnTo>
                  <a:lnTo>
                    <a:pt x="650777" y="56435"/>
                  </a:lnTo>
                  <a:close/>
                  <a:moveTo>
                    <a:pt x="650777" y="56435"/>
                  </a:moveTo>
                  <a:lnTo>
                    <a:pt x="650931" y="56077"/>
                  </a:lnTo>
                  <a:lnTo>
                    <a:pt x="646150" y="67502"/>
                  </a:lnTo>
                  <a:close/>
                  <a:moveTo>
                    <a:pt x="664345" y="19489"/>
                  </a:moveTo>
                  <a:lnTo>
                    <a:pt x="650931" y="56077"/>
                  </a:lnTo>
                  <a:lnTo>
                    <a:pt x="651283" y="56243"/>
                  </a:lnTo>
                  <a:close/>
                  <a:moveTo>
                    <a:pt x="701511" y="25335"/>
                  </a:moveTo>
                  <a:lnTo>
                    <a:pt x="650931" y="56077"/>
                  </a:lnTo>
                  <a:lnTo>
                    <a:pt x="664345" y="19489"/>
                  </a:lnTo>
                  <a:close/>
                  <a:moveTo>
                    <a:pt x="654509" y="39060"/>
                  </a:moveTo>
                  <a:lnTo>
                    <a:pt x="650931" y="56077"/>
                  </a:lnTo>
                  <a:lnTo>
                    <a:pt x="668539" y="26631"/>
                  </a:lnTo>
                  <a:close/>
                  <a:moveTo>
                    <a:pt x="701511" y="25335"/>
                  </a:moveTo>
                  <a:lnTo>
                    <a:pt x="697856" y="269"/>
                  </a:lnTo>
                  <a:lnTo>
                    <a:pt x="687148" y="0"/>
                  </a:lnTo>
                  <a:close/>
                  <a:moveTo>
                    <a:pt x="668539" y="26631"/>
                  </a:moveTo>
                  <a:lnTo>
                    <a:pt x="701511" y="25335"/>
                  </a:lnTo>
                  <a:lnTo>
                    <a:pt x="687148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22" name="Input_density__121">
              <a:extLst>
                <a:ext uri="{FF2B5EF4-FFF2-40B4-BE49-F238E27FC236}">
                  <a16:creationId xmlns:a16="http://schemas.microsoft.com/office/drawing/2014/main" id="{68EAE5D6-A751-5A45-05C3-F23B76565A22}"/>
                </a:ext>
              </a:extLst>
            </p:cNvPr>
            <p:cNvSpPr>
              <a:spLocks noGrp="1"/>
            </p:cNvSpPr>
            <p:nvPr/>
          </p:nvSpPr>
          <p:spPr>
            <a:xfrm>
              <a:off x="959659" y="1588833"/>
              <a:ext cx="919713" cy="1399978"/>
            </a:xfrm>
            <a:custGeom>
              <a:avLst/>
              <a:gdLst/>
              <a:ahLst/>
              <a:cxnLst/>
              <a:rect l="0" t="0" r="0" b="0"/>
              <a:pathLst>
                <a:path w="919713" h="1399978">
                  <a:moveTo>
                    <a:pt x="281544" y="1399555"/>
                  </a:moveTo>
                  <a:lnTo>
                    <a:pt x="282087" y="1399978"/>
                  </a:lnTo>
                  <a:lnTo>
                    <a:pt x="282385" y="1399221"/>
                  </a:lnTo>
                  <a:close/>
                  <a:moveTo>
                    <a:pt x="282385" y="1399221"/>
                  </a:moveTo>
                  <a:lnTo>
                    <a:pt x="282087" y="1399978"/>
                  </a:lnTo>
                  <a:lnTo>
                    <a:pt x="286289" y="1399555"/>
                  </a:lnTo>
                  <a:close/>
                  <a:moveTo>
                    <a:pt x="27021" y="1088332"/>
                  </a:moveTo>
                  <a:lnTo>
                    <a:pt x="0" y="1063542"/>
                  </a:lnTo>
                  <a:lnTo>
                    <a:pt x="20415" y="1068760"/>
                  </a:lnTo>
                  <a:close/>
                  <a:moveTo>
                    <a:pt x="27021" y="1088332"/>
                  </a:moveTo>
                  <a:lnTo>
                    <a:pt x="20415" y="1068760"/>
                  </a:lnTo>
                  <a:lnTo>
                    <a:pt x="6464" y="1105515"/>
                  </a:lnTo>
                  <a:close/>
                  <a:moveTo>
                    <a:pt x="149985" y="1067618"/>
                  </a:moveTo>
                  <a:lnTo>
                    <a:pt x="114433" y="1079035"/>
                  </a:lnTo>
                  <a:lnTo>
                    <a:pt x="147102" y="1076603"/>
                  </a:lnTo>
                  <a:close/>
                  <a:moveTo>
                    <a:pt x="149985" y="1067618"/>
                  </a:moveTo>
                  <a:lnTo>
                    <a:pt x="118053" y="1066490"/>
                  </a:lnTo>
                  <a:lnTo>
                    <a:pt x="114433" y="1079035"/>
                  </a:lnTo>
                  <a:close/>
                  <a:moveTo>
                    <a:pt x="160420" y="1030190"/>
                  </a:moveTo>
                  <a:lnTo>
                    <a:pt x="138247" y="1017210"/>
                  </a:lnTo>
                  <a:lnTo>
                    <a:pt x="149985" y="1067618"/>
                  </a:lnTo>
                  <a:close/>
                  <a:moveTo>
                    <a:pt x="94081" y="951738"/>
                  </a:moveTo>
                  <a:lnTo>
                    <a:pt x="111547" y="972037"/>
                  </a:lnTo>
                  <a:lnTo>
                    <a:pt x="79425" y="960883"/>
                  </a:lnTo>
                  <a:close/>
                  <a:moveTo>
                    <a:pt x="111516" y="982310"/>
                  </a:moveTo>
                  <a:lnTo>
                    <a:pt x="85945" y="972524"/>
                  </a:lnTo>
                  <a:lnTo>
                    <a:pt x="79425" y="960883"/>
                  </a:lnTo>
                  <a:close/>
                  <a:moveTo>
                    <a:pt x="105170" y="980455"/>
                  </a:moveTo>
                  <a:lnTo>
                    <a:pt x="111516" y="982310"/>
                  </a:lnTo>
                  <a:lnTo>
                    <a:pt x="79425" y="960883"/>
                  </a:lnTo>
                  <a:close/>
                  <a:moveTo>
                    <a:pt x="116604" y="980455"/>
                  </a:moveTo>
                  <a:lnTo>
                    <a:pt x="94081" y="951738"/>
                  </a:lnTo>
                  <a:lnTo>
                    <a:pt x="93137" y="960883"/>
                  </a:lnTo>
                  <a:close/>
                  <a:moveTo>
                    <a:pt x="93137" y="960883"/>
                  </a:moveTo>
                  <a:lnTo>
                    <a:pt x="85945" y="972524"/>
                  </a:lnTo>
                  <a:lnTo>
                    <a:pt x="116604" y="980455"/>
                  </a:lnTo>
                  <a:close/>
                  <a:moveTo>
                    <a:pt x="109344" y="867594"/>
                  </a:moveTo>
                  <a:lnTo>
                    <a:pt x="94673" y="861762"/>
                  </a:lnTo>
                  <a:lnTo>
                    <a:pt x="143594" y="889762"/>
                  </a:lnTo>
                  <a:close/>
                  <a:moveTo>
                    <a:pt x="143594" y="889762"/>
                  </a:moveTo>
                  <a:lnTo>
                    <a:pt x="94673" y="861762"/>
                  </a:lnTo>
                  <a:lnTo>
                    <a:pt x="88806" y="870190"/>
                  </a:lnTo>
                  <a:close/>
                  <a:moveTo>
                    <a:pt x="483808" y="1254326"/>
                  </a:moveTo>
                  <a:lnTo>
                    <a:pt x="521891" y="1276883"/>
                  </a:lnTo>
                  <a:lnTo>
                    <a:pt x="508825" y="1268368"/>
                  </a:lnTo>
                  <a:close/>
                  <a:moveTo>
                    <a:pt x="166534" y="764426"/>
                  </a:moveTo>
                  <a:lnTo>
                    <a:pt x="145731" y="762313"/>
                  </a:lnTo>
                  <a:lnTo>
                    <a:pt x="144814" y="758593"/>
                  </a:lnTo>
                  <a:close/>
                  <a:moveTo>
                    <a:pt x="635937" y="1256660"/>
                  </a:moveTo>
                  <a:lnTo>
                    <a:pt x="626743" y="1242516"/>
                  </a:lnTo>
                  <a:lnTo>
                    <a:pt x="628467" y="1245750"/>
                  </a:lnTo>
                  <a:close/>
                  <a:moveTo>
                    <a:pt x="193544" y="701317"/>
                  </a:moveTo>
                  <a:lnTo>
                    <a:pt x="223066" y="726637"/>
                  </a:lnTo>
                  <a:lnTo>
                    <a:pt x="225712" y="727947"/>
                  </a:lnTo>
                  <a:close/>
                  <a:moveTo>
                    <a:pt x="225712" y="727947"/>
                  </a:moveTo>
                  <a:lnTo>
                    <a:pt x="212083" y="713939"/>
                  </a:lnTo>
                  <a:lnTo>
                    <a:pt x="193544" y="701317"/>
                  </a:lnTo>
                  <a:close/>
                  <a:moveTo>
                    <a:pt x="547577" y="1050583"/>
                  </a:moveTo>
                  <a:lnTo>
                    <a:pt x="578055" y="1052893"/>
                  </a:lnTo>
                  <a:lnTo>
                    <a:pt x="553763" y="1021987"/>
                  </a:lnTo>
                  <a:close/>
                  <a:moveTo>
                    <a:pt x="550488" y="1010937"/>
                  </a:moveTo>
                  <a:lnTo>
                    <a:pt x="547577" y="1050583"/>
                  </a:lnTo>
                  <a:lnTo>
                    <a:pt x="553763" y="1021987"/>
                  </a:lnTo>
                  <a:close/>
                  <a:moveTo>
                    <a:pt x="587210" y="1023658"/>
                  </a:moveTo>
                  <a:lnTo>
                    <a:pt x="550488" y="1010937"/>
                  </a:lnTo>
                  <a:lnTo>
                    <a:pt x="553763" y="1021987"/>
                  </a:lnTo>
                  <a:close/>
                  <a:moveTo>
                    <a:pt x="486010" y="939306"/>
                  </a:moveTo>
                  <a:lnTo>
                    <a:pt x="514906" y="974112"/>
                  </a:lnTo>
                  <a:lnTo>
                    <a:pt x="515295" y="968048"/>
                  </a:lnTo>
                  <a:close/>
                  <a:moveTo>
                    <a:pt x="515295" y="968048"/>
                  </a:moveTo>
                  <a:lnTo>
                    <a:pt x="504083" y="962011"/>
                  </a:lnTo>
                  <a:lnTo>
                    <a:pt x="486010" y="939306"/>
                  </a:lnTo>
                  <a:close/>
                  <a:moveTo>
                    <a:pt x="304649" y="714668"/>
                  </a:moveTo>
                  <a:lnTo>
                    <a:pt x="329337" y="716931"/>
                  </a:lnTo>
                  <a:lnTo>
                    <a:pt x="306430" y="710763"/>
                  </a:lnTo>
                  <a:close/>
                  <a:moveTo>
                    <a:pt x="304649" y="714668"/>
                  </a:moveTo>
                  <a:lnTo>
                    <a:pt x="300332" y="710763"/>
                  </a:lnTo>
                  <a:lnTo>
                    <a:pt x="305535" y="753941"/>
                  </a:lnTo>
                  <a:close/>
                  <a:moveTo>
                    <a:pt x="240634" y="690122"/>
                  </a:moveTo>
                  <a:lnTo>
                    <a:pt x="217965" y="681463"/>
                  </a:lnTo>
                  <a:lnTo>
                    <a:pt x="266373" y="713944"/>
                  </a:lnTo>
                  <a:close/>
                  <a:moveTo>
                    <a:pt x="255338" y="654879"/>
                  </a:moveTo>
                  <a:lnTo>
                    <a:pt x="223466" y="637253"/>
                  </a:lnTo>
                  <a:lnTo>
                    <a:pt x="240634" y="690122"/>
                  </a:lnTo>
                  <a:close/>
                  <a:moveTo>
                    <a:pt x="240634" y="690122"/>
                  </a:moveTo>
                  <a:lnTo>
                    <a:pt x="223466" y="637253"/>
                  </a:lnTo>
                  <a:lnTo>
                    <a:pt x="216146" y="638194"/>
                  </a:lnTo>
                  <a:close/>
                  <a:moveTo>
                    <a:pt x="278779" y="641452"/>
                  </a:moveTo>
                  <a:lnTo>
                    <a:pt x="255338" y="654879"/>
                  </a:lnTo>
                  <a:lnTo>
                    <a:pt x="240634" y="690122"/>
                  </a:lnTo>
                  <a:close/>
                  <a:moveTo>
                    <a:pt x="278779" y="641452"/>
                  </a:moveTo>
                  <a:lnTo>
                    <a:pt x="240634" y="690122"/>
                  </a:lnTo>
                  <a:lnTo>
                    <a:pt x="293679" y="674085"/>
                  </a:lnTo>
                  <a:close/>
                  <a:moveTo>
                    <a:pt x="486635" y="931293"/>
                  </a:moveTo>
                  <a:lnTo>
                    <a:pt x="458189" y="894538"/>
                  </a:lnTo>
                  <a:lnTo>
                    <a:pt x="469729" y="907795"/>
                  </a:lnTo>
                  <a:close/>
                  <a:moveTo>
                    <a:pt x="619861" y="1024375"/>
                  </a:moveTo>
                  <a:lnTo>
                    <a:pt x="627065" y="1048092"/>
                  </a:lnTo>
                  <a:lnTo>
                    <a:pt x="650703" y="1040263"/>
                  </a:lnTo>
                  <a:close/>
                  <a:moveTo>
                    <a:pt x="619861" y="1024375"/>
                  </a:moveTo>
                  <a:lnTo>
                    <a:pt x="616334" y="1041558"/>
                  </a:lnTo>
                  <a:lnTo>
                    <a:pt x="627065" y="1048092"/>
                  </a:lnTo>
                  <a:close/>
                  <a:moveTo>
                    <a:pt x="616334" y="1041558"/>
                  </a:moveTo>
                  <a:lnTo>
                    <a:pt x="619861" y="1024375"/>
                  </a:lnTo>
                  <a:lnTo>
                    <a:pt x="587210" y="1023658"/>
                  </a:lnTo>
                  <a:close/>
                  <a:moveTo>
                    <a:pt x="619861" y="1024375"/>
                  </a:moveTo>
                  <a:lnTo>
                    <a:pt x="612105" y="1020530"/>
                  </a:lnTo>
                  <a:lnTo>
                    <a:pt x="587210" y="1023658"/>
                  </a:lnTo>
                  <a:close/>
                  <a:moveTo>
                    <a:pt x="650703" y="1040263"/>
                  </a:moveTo>
                  <a:lnTo>
                    <a:pt x="627065" y="1048092"/>
                  </a:lnTo>
                  <a:lnTo>
                    <a:pt x="686937" y="1051162"/>
                  </a:lnTo>
                  <a:close/>
                  <a:moveTo>
                    <a:pt x="550488" y="1010937"/>
                  </a:moveTo>
                  <a:lnTo>
                    <a:pt x="587210" y="1023658"/>
                  </a:lnTo>
                  <a:lnTo>
                    <a:pt x="612105" y="1020530"/>
                  </a:lnTo>
                  <a:close/>
                  <a:moveTo>
                    <a:pt x="523995" y="940254"/>
                  </a:moveTo>
                  <a:lnTo>
                    <a:pt x="515295" y="968048"/>
                  </a:lnTo>
                  <a:lnTo>
                    <a:pt x="540801" y="921850"/>
                  </a:lnTo>
                  <a:close/>
                  <a:moveTo>
                    <a:pt x="540801" y="921850"/>
                  </a:moveTo>
                  <a:lnTo>
                    <a:pt x="515295" y="968048"/>
                  </a:lnTo>
                  <a:lnTo>
                    <a:pt x="551391" y="957988"/>
                  </a:lnTo>
                  <a:close/>
                  <a:moveTo>
                    <a:pt x="511326" y="914110"/>
                  </a:moveTo>
                  <a:lnTo>
                    <a:pt x="486635" y="931293"/>
                  </a:lnTo>
                  <a:lnTo>
                    <a:pt x="504083" y="962011"/>
                  </a:lnTo>
                  <a:close/>
                  <a:moveTo>
                    <a:pt x="383199" y="662993"/>
                  </a:moveTo>
                  <a:lnTo>
                    <a:pt x="381848" y="701329"/>
                  </a:lnTo>
                  <a:lnTo>
                    <a:pt x="382211" y="693580"/>
                  </a:lnTo>
                  <a:close/>
                  <a:moveTo>
                    <a:pt x="127023" y="477485"/>
                  </a:moveTo>
                  <a:lnTo>
                    <a:pt x="139254" y="470012"/>
                  </a:lnTo>
                  <a:lnTo>
                    <a:pt x="101864" y="454792"/>
                  </a:lnTo>
                  <a:close/>
                  <a:moveTo>
                    <a:pt x="432630" y="767090"/>
                  </a:moveTo>
                  <a:lnTo>
                    <a:pt x="432267" y="776921"/>
                  </a:lnTo>
                  <a:lnTo>
                    <a:pt x="447934" y="780451"/>
                  </a:lnTo>
                  <a:close/>
                  <a:moveTo>
                    <a:pt x="440353" y="752107"/>
                  </a:moveTo>
                  <a:lnTo>
                    <a:pt x="432267" y="776921"/>
                  </a:lnTo>
                  <a:lnTo>
                    <a:pt x="432630" y="767090"/>
                  </a:lnTo>
                  <a:close/>
                  <a:moveTo>
                    <a:pt x="753974" y="1134640"/>
                  </a:moveTo>
                  <a:lnTo>
                    <a:pt x="778939" y="1145987"/>
                  </a:lnTo>
                  <a:lnTo>
                    <a:pt x="770728" y="1143658"/>
                  </a:lnTo>
                  <a:close/>
                  <a:moveTo>
                    <a:pt x="733237" y="1007998"/>
                  </a:moveTo>
                  <a:lnTo>
                    <a:pt x="686937" y="1051162"/>
                  </a:lnTo>
                  <a:lnTo>
                    <a:pt x="720697" y="1052808"/>
                  </a:lnTo>
                  <a:close/>
                  <a:moveTo>
                    <a:pt x="601982" y="899200"/>
                  </a:moveTo>
                  <a:lnTo>
                    <a:pt x="605896" y="901108"/>
                  </a:lnTo>
                  <a:lnTo>
                    <a:pt x="598071" y="896927"/>
                  </a:lnTo>
                  <a:close/>
                  <a:moveTo>
                    <a:pt x="547854" y="786662"/>
                  </a:moveTo>
                  <a:lnTo>
                    <a:pt x="550997" y="820423"/>
                  </a:lnTo>
                  <a:lnTo>
                    <a:pt x="538627" y="840600"/>
                  </a:lnTo>
                  <a:close/>
                  <a:moveTo>
                    <a:pt x="447934" y="780451"/>
                  </a:moveTo>
                  <a:lnTo>
                    <a:pt x="501434" y="759694"/>
                  </a:lnTo>
                  <a:lnTo>
                    <a:pt x="472402" y="775724"/>
                  </a:lnTo>
                  <a:close/>
                  <a:moveTo>
                    <a:pt x="447934" y="780451"/>
                  </a:moveTo>
                  <a:lnTo>
                    <a:pt x="422628" y="757670"/>
                  </a:lnTo>
                  <a:lnTo>
                    <a:pt x="432630" y="767090"/>
                  </a:lnTo>
                  <a:close/>
                  <a:moveTo>
                    <a:pt x="258838" y="496334"/>
                  </a:moveTo>
                  <a:lnTo>
                    <a:pt x="273335" y="501380"/>
                  </a:lnTo>
                  <a:lnTo>
                    <a:pt x="255703" y="463829"/>
                  </a:lnTo>
                  <a:close/>
                  <a:moveTo>
                    <a:pt x="279883" y="455867"/>
                  </a:moveTo>
                  <a:lnTo>
                    <a:pt x="286358" y="456302"/>
                  </a:lnTo>
                  <a:lnTo>
                    <a:pt x="286510" y="454433"/>
                  </a:lnTo>
                  <a:close/>
                  <a:moveTo>
                    <a:pt x="108859" y="313264"/>
                  </a:moveTo>
                  <a:lnTo>
                    <a:pt x="143859" y="311898"/>
                  </a:lnTo>
                  <a:lnTo>
                    <a:pt x="111114" y="296965"/>
                  </a:lnTo>
                  <a:close/>
                  <a:moveTo>
                    <a:pt x="143859" y="311898"/>
                  </a:moveTo>
                  <a:lnTo>
                    <a:pt x="147314" y="307732"/>
                  </a:lnTo>
                  <a:lnTo>
                    <a:pt x="111114" y="296965"/>
                  </a:lnTo>
                  <a:close/>
                  <a:moveTo>
                    <a:pt x="853803" y="1108900"/>
                  </a:moveTo>
                  <a:lnTo>
                    <a:pt x="839802" y="1100273"/>
                  </a:lnTo>
                  <a:lnTo>
                    <a:pt x="804810" y="1146507"/>
                  </a:lnTo>
                  <a:close/>
                  <a:moveTo>
                    <a:pt x="605896" y="901108"/>
                  </a:moveTo>
                  <a:lnTo>
                    <a:pt x="646918" y="929905"/>
                  </a:lnTo>
                  <a:lnTo>
                    <a:pt x="666122" y="905497"/>
                  </a:lnTo>
                  <a:close/>
                  <a:moveTo>
                    <a:pt x="632179" y="812244"/>
                  </a:moveTo>
                  <a:lnTo>
                    <a:pt x="675801" y="842988"/>
                  </a:lnTo>
                  <a:lnTo>
                    <a:pt x="679027" y="845992"/>
                  </a:lnTo>
                  <a:close/>
                  <a:moveTo>
                    <a:pt x="546916" y="782638"/>
                  </a:moveTo>
                  <a:lnTo>
                    <a:pt x="501434" y="759694"/>
                  </a:lnTo>
                  <a:lnTo>
                    <a:pt x="533685" y="786662"/>
                  </a:lnTo>
                  <a:close/>
                  <a:moveTo>
                    <a:pt x="502833" y="746641"/>
                  </a:moveTo>
                  <a:lnTo>
                    <a:pt x="501434" y="759694"/>
                  </a:lnTo>
                  <a:lnTo>
                    <a:pt x="546916" y="782638"/>
                  </a:lnTo>
                  <a:close/>
                  <a:moveTo>
                    <a:pt x="535463" y="747202"/>
                  </a:moveTo>
                  <a:lnTo>
                    <a:pt x="502833" y="746641"/>
                  </a:lnTo>
                  <a:lnTo>
                    <a:pt x="546916" y="782638"/>
                  </a:lnTo>
                  <a:close/>
                  <a:moveTo>
                    <a:pt x="546916" y="782638"/>
                  </a:moveTo>
                  <a:lnTo>
                    <a:pt x="550997" y="820423"/>
                  </a:lnTo>
                  <a:lnTo>
                    <a:pt x="547854" y="786662"/>
                  </a:lnTo>
                  <a:close/>
                  <a:moveTo>
                    <a:pt x="535463" y="747202"/>
                  </a:moveTo>
                  <a:lnTo>
                    <a:pt x="547854" y="786662"/>
                  </a:lnTo>
                  <a:lnTo>
                    <a:pt x="538887" y="749906"/>
                  </a:lnTo>
                  <a:close/>
                  <a:moveTo>
                    <a:pt x="535463" y="747202"/>
                  </a:moveTo>
                  <a:lnTo>
                    <a:pt x="546916" y="782638"/>
                  </a:lnTo>
                  <a:lnTo>
                    <a:pt x="547854" y="786662"/>
                  </a:lnTo>
                  <a:close/>
                  <a:moveTo>
                    <a:pt x="502833" y="746641"/>
                  </a:moveTo>
                  <a:lnTo>
                    <a:pt x="535463" y="747202"/>
                  </a:lnTo>
                  <a:lnTo>
                    <a:pt x="541492" y="697554"/>
                  </a:lnTo>
                  <a:close/>
                  <a:moveTo>
                    <a:pt x="541492" y="697554"/>
                  </a:moveTo>
                  <a:lnTo>
                    <a:pt x="535463" y="747202"/>
                  </a:lnTo>
                  <a:lnTo>
                    <a:pt x="564942" y="705577"/>
                  </a:lnTo>
                  <a:close/>
                  <a:moveTo>
                    <a:pt x="464243" y="706179"/>
                  </a:moveTo>
                  <a:lnTo>
                    <a:pt x="485342" y="671367"/>
                  </a:lnTo>
                  <a:lnTo>
                    <a:pt x="456835" y="667455"/>
                  </a:lnTo>
                  <a:close/>
                  <a:moveTo>
                    <a:pt x="255365" y="454410"/>
                  </a:moveTo>
                  <a:lnTo>
                    <a:pt x="286510" y="454433"/>
                  </a:lnTo>
                  <a:lnTo>
                    <a:pt x="265786" y="405318"/>
                  </a:lnTo>
                  <a:close/>
                  <a:moveTo>
                    <a:pt x="239501" y="377813"/>
                  </a:moveTo>
                  <a:lnTo>
                    <a:pt x="241899" y="419112"/>
                  </a:lnTo>
                  <a:lnTo>
                    <a:pt x="224539" y="407636"/>
                  </a:lnTo>
                  <a:close/>
                  <a:moveTo>
                    <a:pt x="853803" y="1108900"/>
                  </a:moveTo>
                  <a:lnTo>
                    <a:pt x="861469" y="1100273"/>
                  </a:lnTo>
                  <a:lnTo>
                    <a:pt x="856951" y="1095838"/>
                  </a:lnTo>
                  <a:close/>
                  <a:moveTo>
                    <a:pt x="883826" y="1096573"/>
                  </a:moveTo>
                  <a:lnTo>
                    <a:pt x="856951" y="1095838"/>
                  </a:lnTo>
                  <a:lnTo>
                    <a:pt x="861469" y="1100273"/>
                  </a:lnTo>
                  <a:close/>
                  <a:moveTo>
                    <a:pt x="897448" y="1083090"/>
                  </a:moveTo>
                  <a:lnTo>
                    <a:pt x="863026" y="1046335"/>
                  </a:lnTo>
                  <a:lnTo>
                    <a:pt x="883826" y="1096573"/>
                  </a:lnTo>
                  <a:close/>
                  <a:moveTo>
                    <a:pt x="646120" y="800910"/>
                  </a:moveTo>
                  <a:lnTo>
                    <a:pt x="642865" y="818543"/>
                  </a:lnTo>
                  <a:lnTo>
                    <a:pt x="668827" y="825805"/>
                  </a:lnTo>
                  <a:close/>
                  <a:moveTo>
                    <a:pt x="897862" y="1000172"/>
                  </a:moveTo>
                  <a:lnTo>
                    <a:pt x="919713" y="1009496"/>
                  </a:lnTo>
                  <a:lnTo>
                    <a:pt x="880858" y="969249"/>
                  </a:lnTo>
                  <a:close/>
                  <a:moveTo>
                    <a:pt x="560859" y="514582"/>
                  </a:moveTo>
                  <a:lnTo>
                    <a:pt x="572487" y="565202"/>
                  </a:lnTo>
                  <a:lnTo>
                    <a:pt x="581956" y="522977"/>
                  </a:lnTo>
                  <a:close/>
                  <a:moveTo>
                    <a:pt x="632558" y="498706"/>
                  </a:moveTo>
                  <a:lnTo>
                    <a:pt x="609600" y="551336"/>
                  </a:lnTo>
                  <a:lnTo>
                    <a:pt x="634399" y="541956"/>
                  </a:lnTo>
                  <a:close/>
                  <a:moveTo>
                    <a:pt x="751467" y="590480"/>
                  </a:moveTo>
                  <a:lnTo>
                    <a:pt x="758820" y="589726"/>
                  </a:lnTo>
                  <a:lnTo>
                    <a:pt x="733573" y="560253"/>
                  </a:lnTo>
                  <a:close/>
                  <a:moveTo>
                    <a:pt x="733573" y="560253"/>
                  </a:moveTo>
                  <a:lnTo>
                    <a:pt x="751410" y="590388"/>
                  </a:lnTo>
                  <a:lnTo>
                    <a:pt x="751467" y="590480"/>
                  </a:lnTo>
                  <a:close/>
                  <a:moveTo>
                    <a:pt x="640791" y="480215"/>
                  </a:moveTo>
                  <a:lnTo>
                    <a:pt x="632314" y="490468"/>
                  </a:lnTo>
                  <a:lnTo>
                    <a:pt x="598535" y="454531"/>
                  </a:lnTo>
                  <a:close/>
                  <a:moveTo>
                    <a:pt x="456148" y="265289"/>
                  </a:moveTo>
                  <a:lnTo>
                    <a:pt x="490189" y="264702"/>
                  </a:lnTo>
                  <a:lnTo>
                    <a:pt x="477035" y="230649"/>
                  </a:lnTo>
                  <a:close/>
                  <a:moveTo>
                    <a:pt x="456148" y="265289"/>
                  </a:moveTo>
                  <a:lnTo>
                    <a:pt x="477035" y="230649"/>
                  </a:lnTo>
                  <a:lnTo>
                    <a:pt x="446425" y="228446"/>
                  </a:lnTo>
                  <a:close/>
                  <a:moveTo>
                    <a:pt x="413661" y="199637"/>
                  </a:moveTo>
                  <a:lnTo>
                    <a:pt x="446425" y="228446"/>
                  </a:lnTo>
                  <a:lnTo>
                    <a:pt x="449219" y="208008"/>
                  </a:lnTo>
                  <a:close/>
                  <a:moveTo>
                    <a:pt x="446425" y="228446"/>
                  </a:moveTo>
                  <a:lnTo>
                    <a:pt x="477035" y="230649"/>
                  </a:lnTo>
                  <a:lnTo>
                    <a:pt x="449219" y="208008"/>
                  </a:lnTo>
                  <a:close/>
                  <a:moveTo>
                    <a:pt x="338722" y="127589"/>
                  </a:moveTo>
                  <a:lnTo>
                    <a:pt x="308067" y="125423"/>
                  </a:lnTo>
                  <a:lnTo>
                    <a:pt x="308302" y="151079"/>
                  </a:lnTo>
                  <a:close/>
                  <a:moveTo>
                    <a:pt x="368281" y="126175"/>
                  </a:moveTo>
                  <a:lnTo>
                    <a:pt x="375527" y="112665"/>
                  </a:lnTo>
                  <a:lnTo>
                    <a:pt x="349634" y="84829"/>
                  </a:lnTo>
                  <a:close/>
                  <a:moveTo>
                    <a:pt x="394335" y="127378"/>
                  </a:moveTo>
                  <a:lnTo>
                    <a:pt x="414760" y="149420"/>
                  </a:lnTo>
                  <a:lnTo>
                    <a:pt x="411046" y="140626"/>
                  </a:lnTo>
                  <a:close/>
                  <a:moveTo>
                    <a:pt x="375527" y="112665"/>
                  </a:moveTo>
                  <a:lnTo>
                    <a:pt x="394335" y="127378"/>
                  </a:lnTo>
                  <a:lnTo>
                    <a:pt x="398703" y="132237"/>
                  </a:lnTo>
                  <a:close/>
                  <a:moveTo>
                    <a:pt x="503363" y="115053"/>
                  </a:moveTo>
                  <a:lnTo>
                    <a:pt x="477807" y="95481"/>
                  </a:lnTo>
                  <a:lnTo>
                    <a:pt x="476678" y="78298"/>
                  </a:lnTo>
                  <a:close/>
                  <a:moveTo>
                    <a:pt x="457326" y="58727"/>
                  </a:moveTo>
                  <a:lnTo>
                    <a:pt x="449601" y="46876"/>
                  </a:lnTo>
                  <a:lnTo>
                    <a:pt x="476678" y="78298"/>
                  </a:lnTo>
                  <a:close/>
                  <a:moveTo>
                    <a:pt x="477807" y="95481"/>
                  </a:moveTo>
                  <a:lnTo>
                    <a:pt x="457326" y="58727"/>
                  </a:lnTo>
                  <a:lnTo>
                    <a:pt x="476678" y="78298"/>
                  </a:lnTo>
                  <a:close/>
                  <a:moveTo>
                    <a:pt x="543160" y="21456"/>
                  </a:moveTo>
                  <a:lnTo>
                    <a:pt x="518859" y="0"/>
                  </a:lnTo>
                  <a:lnTo>
                    <a:pt x="545168" y="24360"/>
                  </a:lnTo>
                  <a:close/>
                  <a:moveTo>
                    <a:pt x="543160" y="21456"/>
                  </a:moveTo>
                  <a:lnTo>
                    <a:pt x="545499" y="23089"/>
                  </a:lnTo>
                  <a:lnTo>
                    <a:pt x="521400" y="15593"/>
                  </a:lnTo>
                  <a:close/>
                  <a:moveTo>
                    <a:pt x="728268" y="117095"/>
                  </a:moveTo>
                  <a:lnTo>
                    <a:pt x="727049" y="117442"/>
                  </a:lnTo>
                  <a:lnTo>
                    <a:pt x="754208" y="140753"/>
                  </a:lnTo>
                  <a:close/>
                  <a:moveTo>
                    <a:pt x="728268" y="117095"/>
                  </a:moveTo>
                  <a:lnTo>
                    <a:pt x="751891" y="154196"/>
                  </a:lnTo>
                  <a:lnTo>
                    <a:pt x="728212" y="11744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23" name="Input_density__122">
              <a:extLst>
                <a:ext uri="{FF2B5EF4-FFF2-40B4-BE49-F238E27FC236}">
                  <a16:creationId xmlns:a16="http://schemas.microsoft.com/office/drawing/2014/main" id="{CB92ABE5-C363-20A7-31DF-28CB8541099B}"/>
                </a:ext>
              </a:extLst>
            </p:cNvPr>
            <p:cNvSpPr>
              <a:spLocks noGrp="1"/>
            </p:cNvSpPr>
            <p:nvPr/>
          </p:nvSpPr>
          <p:spPr>
            <a:xfrm>
              <a:off x="716452" y="1486489"/>
              <a:ext cx="1153527" cy="1501899"/>
            </a:xfrm>
            <a:custGeom>
              <a:avLst/>
              <a:gdLst/>
              <a:ahLst/>
              <a:cxnLst/>
              <a:rect l="0" t="0" r="0" b="0"/>
              <a:pathLst>
                <a:path w="1153527" h="1501899">
                  <a:moveTo>
                    <a:pt x="532552" y="1447961"/>
                  </a:moveTo>
                  <a:lnTo>
                    <a:pt x="525592" y="1501565"/>
                  </a:lnTo>
                  <a:lnTo>
                    <a:pt x="538058" y="1453835"/>
                  </a:lnTo>
                  <a:close/>
                  <a:moveTo>
                    <a:pt x="489473" y="1465144"/>
                  </a:moveTo>
                  <a:lnTo>
                    <a:pt x="524751" y="1501899"/>
                  </a:lnTo>
                  <a:lnTo>
                    <a:pt x="532552" y="1447961"/>
                  </a:lnTo>
                  <a:close/>
                  <a:moveTo>
                    <a:pt x="532552" y="1447961"/>
                  </a:moveTo>
                  <a:lnTo>
                    <a:pt x="538058" y="1453835"/>
                  </a:lnTo>
                  <a:lnTo>
                    <a:pt x="538295" y="1446491"/>
                  </a:lnTo>
                  <a:close/>
                  <a:moveTo>
                    <a:pt x="576105" y="1442840"/>
                  </a:moveTo>
                  <a:lnTo>
                    <a:pt x="538295" y="1446491"/>
                  </a:lnTo>
                  <a:lnTo>
                    <a:pt x="538058" y="1453835"/>
                  </a:lnTo>
                  <a:close/>
                  <a:moveTo>
                    <a:pt x="538295" y="1446491"/>
                  </a:moveTo>
                  <a:lnTo>
                    <a:pt x="576105" y="1442840"/>
                  </a:lnTo>
                  <a:lnTo>
                    <a:pt x="569958" y="1403091"/>
                  </a:lnTo>
                  <a:close/>
                  <a:moveTo>
                    <a:pt x="538295" y="1446491"/>
                  </a:moveTo>
                  <a:lnTo>
                    <a:pt x="569958" y="1403091"/>
                  </a:lnTo>
                  <a:lnTo>
                    <a:pt x="527253" y="1410721"/>
                  </a:lnTo>
                  <a:close/>
                  <a:moveTo>
                    <a:pt x="345314" y="1039088"/>
                  </a:moveTo>
                  <a:lnTo>
                    <a:pt x="362960" y="1033211"/>
                  </a:lnTo>
                  <a:lnTo>
                    <a:pt x="351257" y="1009289"/>
                  </a:lnTo>
                  <a:close/>
                  <a:moveTo>
                    <a:pt x="351257" y="1009289"/>
                  </a:moveTo>
                  <a:lnTo>
                    <a:pt x="370309" y="1028861"/>
                  </a:lnTo>
                  <a:lnTo>
                    <a:pt x="386801" y="992106"/>
                  </a:lnTo>
                  <a:close/>
                  <a:moveTo>
                    <a:pt x="228589" y="808331"/>
                  </a:moveTo>
                  <a:lnTo>
                    <a:pt x="239009" y="794574"/>
                  </a:lnTo>
                  <a:lnTo>
                    <a:pt x="202713" y="788759"/>
                  </a:lnTo>
                  <a:close/>
                  <a:moveTo>
                    <a:pt x="0" y="556961"/>
                  </a:moveTo>
                  <a:lnTo>
                    <a:pt x="25966" y="551046"/>
                  </a:lnTo>
                  <a:lnTo>
                    <a:pt x="4464" y="540532"/>
                  </a:lnTo>
                  <a:close/>
                  <a:moveTo>
                    <a:pt x="0" y="556961"/>
                  </a:moveTo>
                  <a:lnTo>
                    <a:pt x="11272" y="565985"/>
                  </a:lnTo>
                  <a:lnTo>
                    <a:pt x="25966" y="551046"/>
                  </a:lnTo>
                  <a:close/>
                  <a:moveTo>
                    <a:pt x="382008" y="859285"/>
                  </a:moveTo>
                  <a:lnTo>
                    <a:pt x="329175" y="881841"/>
                  </a:lnTo>
                  <a:lnTo>
                    <a:pt x="372890" y="864657"/>
                  </a:lnTo>
                  <a:close/>
                  <a:moveTo>
                    <a:pt x="770311" y="1325289"/>
                  </a:moveTo>
                  <a:lnTo>
                    <a:pt x="760212" y="1288534"/>
                  </a:lnTo>
                  <a:lnTo>
                    <a:pt x="773241" y="1325431"/>
                  </a:lnTo>
                  <a:close/>
                  <a:moveTo>
                    <a:pt x="773241" y="1325431"/>
                  </a:moveTo>
                  <a:lnTo>
                    <a:pt x="760212" y="1288534"/>
                  </a:lnTo>
                  <a:lnTo>
                    <a:pt x="778275" y="1297338"/>
                  </a:lnTo>
                  <a:close/>
                  <a:moveTo>
                    <a:pt x="759105" y="1330582"/>
                  </a:moveTo>
                  <a:lnTo>
                    <a:pt x="770311" y="1325289"/>
                  </a:lnTo>
                  <a:lnTo>
                    <a:pt x="773241" y="1325431"/>
                  </a:lnTo>
                  <a:close/>
                  <a:moveTo>
                    <a:pt x="773241" y="1325431"/>
                  </a:moveTo>
                  <a:lnTo>
                    <a:pt x="755362" y="1305717"/>
                  </a:lnTo>
                  <a:lnTo>
                    <a:pt x="753899" y="1290067"/>
                  </a:lnTo>
                  <a:close/>
                  <a:moveTo>
                    <a:pt x="753899" y="1290067"/>
                  </a:moveTo>
                  <a:lnTo>
                    <a:pt x="759105" y="1330582"/>
                  </a:lnTo>
                  <a:lnTo>
                    <a:pt x="773241" y="1325431"/>
                  </a:lnTo>
                  <a:close/>
                  <a:moveTo>
                    <a:pt x="49369" y="391431"/>
                  </a:moveTo>
                  <a:lnTo>
                    <a:pt x="5201" y="423597"/>
                  </a:lnTo>
                  <a:lnTo>
                    <a:pt x="31013" y="406414"/>
                  </a:lnTo>
                  <a:close/>
                  <a:moveTo>
                    <a:pt x="49369" y="391431"/>
                  </a:moveTo>
                  <a:lnTo>
                    <a:pt x="27032" y="404125"/>
                  </a:lnTo>
                  <a:lnTo>
                    <a:pt x="5201" y="423597"/>
                  </a:lnTo>
                  <a:close/>
                  <a:moveTo>
                    <a:pt x="871674" y="1348094"/>
                  </a:moveTo>
                  <a:lnTo>
                    <a:pt x="869950" y="1344861"/>
                  </a:lnTo>
                  <a:lnTo>
                    <a:pt x="857973" y="1325237"/>
                  </a:lnTo>
                  <a:close/>
                  <a:moveTo>
                    <a:pt x="826670" y="1240335"/>
                  </a:moveTo>
                  <a:lnTo>
                    <a:pt x="792591" y="1251779"/>
                  </a:lnTo>
                  <a:lnTo>
                    <a:pt x="795146" y="1283622"/>
                  </a:lnTo>
                  <a:close/>
                  <a:moveTo>
                    <a:pt x="828957" y="1283222"/>
                  </a:moveTo>
                  <a:lnTo>
                    <a:pt x="826670" y="1240335"/>
                  </a:lnTo>
                  <a:lnTo>
                    <a:pt x="795146" y="1283622"/>
                  </a:lnTo>
                  <a:close/>
                  <a:moveTo>
                    <a:pt x="873589" y="1259048"/>
                  </a:moveTo>
                  <a:lnTo>
                    <a:pt x="858213" y="1234596"/>
                  </a:lnTo>
                  <a:lnTo>
                    <a:pt x="875382" y="1272569"/>
                  </a:lnTo>
                  <a:close/>
                  <a:moveTo>
                    <a:pt x="875382" y="1272569"/>
                  </a:moveTo>
                  <a:lnTo>
                    <a:pt x="858213" y="1234596"/>
                  </a:lnTo>
                  <a:lnTo>
                    <a:pt x="826670" y="1240335"/>
                  </a:lnTo>
                  <a:close/>
                  <a:moveTo>
                    <a:pt x="875382" y="1272569"/>
                  </a:moveTo>
                  <a:lnTo>
                    <a:pt x="826670" y="1240335"/>
                  </a:lnTo>
                  <a:lnTo>
                    <a:pt x="828957" y="1283222"/>
                  </a:lnTo>
                  <a:close/>
                  <a:moveTo>
                    <a:pt x="875382" y="1272569"/>
                  </a:moveTo>
                  <a:lnTo>
                    <a:pt x="828957" y="1283222"/>
                  </a:lnTo>
                  <a:lnTo>
                    <a:pt x="879919" y="1282715"/>
                  </a:lnTo>
                  <a:close/>
                  <a:moveTo>
                    <a:pt x="875382" y="1272569"/>
                  </a:moveTo>
                  <a:lnTo>
                    <a:pt x="879919" y="1282715"/>
                  </a:lnTo>
                  <a:lnTo>
                    <a:pt x="912143" y="1278619"/>
                  </a:lnTo>
                  <a:close/>
                  <a:moveTo>
                    <a:pt x="773637" y="1211614"/>
                  </a:moveTo>
                  <a:lnTo>
                    <a:pt x="772117" y="1225022"/>
                  </a:lnTo>
                  <a:lnTo>
                    <a:pt x="804023" y="1197841"/>
                  </a:lnTo>
                  <a:close/>
                  <a:moveTo>
                    <a:pt x="772117" y="1225022"/>
                  </a:moveTo>
                  <a:lnTo>
                    <a:pt x="792591" y="1251779"/>
                  </a:lnTo>
                  <a:lnTo>
                    <a:pt x="804023" y="1197841"/>
                  </a:lnTo>
                  <a:close/>
                  <a:moveTo>
                    <a:pt x="804023" y="1197841"/>
                  </a:moveTo>
                  <a:lnTo>
                    <a:pt x="792591" y="1251779"/>
                  </a:lnTo>
                  <a:lnTo>
                    <a:pt x="831249" y="1225320"/>
                  </a:lnTo>
                  <a:close/>
                  <a:moveTo>
                    <a:pt x="831249" y="1225320"/>
                  </a:moveTo>
                  <a:lnTo>
                    <a:pt x="792591" y="1251779"/>
                  </a:lnTo>
                  <a:lnTo>
                    <a:pt x="826670" y="1240335"/>
                  </a:lnTo>
                  <a:close/>
                  <a:moveTo>
                    <a:pt x="826670" y="1240335"/>
                  </a:moveTo>
                  <a:lnTo>
                    <a:pt x="858213" y="1234596"/>
                  </a:lnTo>
                  <a:lnTo>
                    <a:pt x="831249" y="1225320"/>
                  </a:lnTo>
                  <a:close/>
                  <a:moveTo>
                    <a:pt x="760622" y="1161086"/>
                  </a:moveTo>
                  <a:lnTo>
                    <a:pt x="773637" y="1211614"/>
                  </a:lnTo>
                  <a:lnTo>
                    <a:pt x="785686" y="1179545"/>
                  </a:lnTo>
                  <a:close/>
                  <a:moveTo>
                    <a:pt x="765438" y="1215024"/>
                  </a:moveTo>
                  <a:lnTo>
                    <a:pt x="773637" y="1211614"/>
                  </a:lnTo>
                  <a:lnTo>
                    <a:pt x="760622" y="1161086"/>
                  </a:lnTo>
                  <a:close/>
                  <a:moveTo>
                    <a:pt x="726909" y="1178269"/>
                  </a:moveTo>
                  <a:lnTo>
                    <a:pt x="765438" y="1215024"/>
                  </a:lnTo>
                  <a:lnTo>
                    <a:pt x="760622" y="1161086"/>
                  </a:lnTo>
                  <a:close/>
                  <a:moveTo>
                    <a:pt x="773637" y="1211614"/>
                  </a:moveTo>
                  <a:lnTo>
                    <a:pt x="804023" y="1197841"/>
                  </a:lnTo>
                  <a:lnTo>
                    <a:pt x="785686" y="1179545"/>
                  </a:lnTo>
                  <a:close/>
                  <a:moveTo>
                    <a:pt x="726909" y="1178269"/>
                  </a:moveTo>
                  <a:lnTo>
                    <a:pt x="760622" y="1161086"/>
                  </a:lnTo>
                  <a:lnTo>
                    <a:pt x="725897" y="1176786"/>
                  </a:lnTo>
                  <a:close/>
                  <a:moveTo>
                    <a:pt x="760622" y="1161086"/>
                  </a:moveTo>
                  <a:lnTo>
                    <a:pt x="738193" y="1126552"/>
                  </a:lnTo>
                  <a:lnTo>
                    <a:pt x="725897" y="1176786"/>
                  </a:lnTo>
                  <a:close/>
                  <a:moveTo>
                    <a:pt x="736900" y="1124331"/>
                  </a:moveTo>
                  <a:lnTo>
                    <a:pt x="702958" y="1141514"/>
                  </a:lnTo>
                  <a:lnTo>
                    <a:pt x="725897" y="1176786"/>
                  </a:lnTo>
                  <a:close/>
                  <a:moveTo>
                    <a:pt x="468920" y="830291"/>
                  </a:moveTo>
                  <a:lnTo>
                    <a:pt x="466273" y="828981"/>
                  </a:lnTo>
                  <a:lnTo>
                    <a:pt x="455756" y="847474"/>
                  </a:lnTo>
                  <a:close/>
                  <a:moveTo>
                    <a:pt x="912143" y="1278619"/>
                  </a:moveTo>
                  <a:lnTo>
                    <a:pt x="879919" y="1282715"/>
                  </a:lnTo>
                  <a:lnTo>
                    <a:pt x="939788" y="1285768"/>
                  </a:lnTo>
                  <a:close/>
                  <a:moveTo>
                    <a:pt x="837745" y="1186584"/>
                  </a:moveTo>
                  <a:lnTo>
                    <a:pt x="831249" y="1225320"/>
                  </a:lnTo>
                  <a:lnTo>
                    <a:pt x="869052" y="1232968"/>
                  </a:lnTo>
                  <a:close/>
                  <a:moveTo>
                    <a:pt x="804023" y="1197841"/>
                  </a:moveTo>
                  <a:lnTo>
                    <a:pt x="831249" y="1225320"/>
                  </a:lnTo>
                  <a:lnTo>
                    <a:pt x="837745" y="1186584"/>
                  </a:lnTo>
                  <a:close/>
                  <a:moveTo>
                    <a:pt x="837745" y="1186584"/>
                  </a:moveTo>
                  <a:lnTo>
                    <a:pt x="785686" y="1179545"/>
                  </a:lnTo>
                  <a:lnTo>
                    <a:pt x="804023" y="1197841"/>
                  </a:lnTo>
                  <a:close/>
                  <a:moveTo>
                    <a:pt x="790784" y="1152927"/>
                  </a:moveTo>
                  <a:lnTo>
                    <a:pt x="785686" y="1179545"/>
                  </a:lnTo>
                  <a:lnTo>
                    <a:pt x="837745" y="1186584"/>
                  </a:lnTo>
                  <a:close/>
                  <a:moveTo>
                    <a:pt x="821263" y="1155237"/>
                  </a:moveTo>
                  <a:lnTo>
                    <a:pt x="790784" y="1152927"/>
                  </a:lnTo>
                  <a:lnTo>
                    <a:pt x="837745" y="1186584"/>
                  </a:lnTo>
                  <a:close/>
                  <a:moveTo>
                    <a:pt x="760622" y="1161086"/>
                  </a:moveTo>
                  <a:lnTo>
                    <a:pt x="785686" y="1179545"/>
                  </a:lnTo>
                  <a:lnTo>
                    <a:pt x="790784" y="1152927"/>
                  </a:lnTo>
                  <a:close/>
                  <a:moveTo>
                    <a:pt x="738905" y="1123268"/>
                  </a:moveTo>
                  <a:lnTo>
                    <a:pt x="738193" y="1126552"/>
                  </a:lnTo>
                  <a:lnTo>
                    <a:pt x="783482" y="1107147"/>
                  </a:lnTo>
                  <a:close/>
                  <a:moveTo>
                    <a:pt x="738193" y="1126552"/>
                  </a:moveTo>
                  <a:lnTo>
                    <a:pt x="760622" y="1161086"/>
                  </a:lnTo>
                  <a:lnTo>
                    <a:pt x="783482" y="1107147"/>
                  </a:lnTo>
                  <a:close/>
                  <a:moveTo>
                    <a:pt x="783482" y="1107147"/>
                  </a:moveTo>
                  <a:lnTo>
                    <a:pt x="760622" y="1161086"/>
                  </a:lnTo>
                  <a:lnTo>
                    <a:pt x="793695" y="1113281"/>
                  </a:lnTo>
                  <a:close/>
                  <a:moveTo>
                    <a:pt x="737364" y="1087576"/>
                  </a:moveTo>
                  <a:lnTo>
                    <a:pt x="738905" y="1123268"/>
                  </a:lnTo>
                  <a:lnTo>
                    <a:pt x="783482" y="1107147"/>
                  </a:lnTo>
                  <a:close/>
                  <a:moveTo>
                    <a:pt x="737364" y="1087576"/>
                  </a:moveTo>
                  <a:lnTo>
                    <a:pt x="783482" y="1107147"/>
                  </a:lnTo>
                  <a:lnTo>
                    <a:pt x="758503" y="1070392"/>
                  </a:lnTo>
                  <a:close/>
                  <a:moveTo>
                    <a:pt x="758503" y="1070392"/>
                  </a:moveTo>
                  <a:lnTo>
                    <a:pt x="758114" y="1076456"/>
                  </a:lnTo>
                  <a:lnTo>
                    <a:pt x="737364" y="1087576"/>
                  </a:lnTo>
                  <a:close/>
                  <a:moveTo>
                    <a:pt x="543539" y="813107"/>
                  </a:moveTo>
                  <a:lnTo>
                    <a:pt x="538043" y="780321"/>
                  </a:lnTo>
                  <a:lnTo>
                    <a:pt x="509580" y="816288"/>
                  </a:lnTo>
                  <a:close/>
                  <a:moveTo>
                    <a:pt x="509580" y="816288"/>
                  </a:moveTo>
                  <a:lnTo>
                    <a:pt x="538043" y="780321"/>
                  </a:lnTo>
                  <a:lnTo>
                    <a:pt x="536886" y="776429"/>
                  </a:lnTo>
                  <a:close/>
                  <a:moveTo>
                    <a:pt x="538043" y="780321"/>
                  </a:moveTo>
                  <a:lnTo>
                    <a:pt x="549637" y="813107"/>
                  </a:lnTo>
                  <a:lnTo>
                    <a:pt x="536886" y="776429"/>
                  </a:lnTo>
                  <a:close/>
                  <a:moveTo>
                    <a:pt x="403360" y="714226"/>
                  </a:moveTo>
                  <a:lnTo>
                    <a:pt x="459354" y="740538"/>
                  </a:lnTo>
                  <a:lnTo>
                    <a:pt x="438572" y="712686"/>
                  </a:lnTo>
                  <a:close/>
                  <a:moveTo>
                    <a:pt x="179406" y="372047"/>
                  </a:moveTo>
                  <a:lnTo>
                    <a:pt x="175772" y="388173"/>
                  </a:lnTo>
                  <a:lnTo>
                    <a:pt x="167165" y="390281"/>
                  </a:lnTo>
                  <a:close/>
                  <a:moveTo>
                    <a:pt x="179406" y="372047"/>
                  </a:moveTo>
                  <a:lnTo>
                    <a:pt x="176591" y="342760"/>
                  </a:lnTo>
                  <a:lnTo>
                    <a:pt x="175772" y="388173"/>
                  </a:lnTo>
                  <a:close/>
                  <a:moveTo>
                    <a:pt x="179406" y="372047"/>
                  </a:moveTo>
                  <a:lnTo>
                    <a:pt x="174225" y="335292"/>
                  </a:lnTo>
                  <a:lnTo>
                    <a:pt x="176591" y="342760"/>
                  </a:lnTo>
                  <a:close/>
                  <a:moveTo>
                    <a:pt x="180916" y="317117"/>
                  </a:moveTo>
                  <a:lnTo>
                    <a:pt x="176591" y="342760"/>
                  </a:lnTo>
                  <a:lnTo>
                    <a:pt x="174225" y="335292"/>
                  </a:lnTo>
                  <a:close/>
                  <a:moveTo>
                    <a:pt x="693252" y="960127"/>
                  </a:moveTo>
                  <a:lnTo>
                    <a:pt x="701396" y="996882"/>
                  </a:lnTo>
                  <a:lnTo>
                    <a:pt x="727217" y="979699"/>
                  </a:lnTo>
                  <a:close/>
                  <a:moveTo>
                    <a:pt x="538043" y="780321"/>
                  </a:moveTo>
                  <a:lnTo>
                    <a:pt x="543539" y="813107"/>
                  </a:lnTo>
                  <a:lnTo>
                    <a:pt x="547455" y="812585"/>
                  </a:lnTo>
                  <a:close/>
                  <a:moveTo>
                    <a:pt x="547455" y="812585"/>
                  </a:moveTo>
                  <a:lnTo>
                    <a:pt x="549637" y="813107"/>
                  </a:lnTo>
                  <a:lnTo>
                    <a:pt x="538043" y="780321"/>
                  </a:lnTo>
                  <a:close/>
                  <a:moveTo>
                    <a:pt x="382461" y="572357"/>
                  </a:moveTo>
                  <a:lnTo>
                    <a:pt x="400809" y="582058"/>
                  </a:lnTo>
                  <a:lnTo>
                    <a:pt x="439596" y="565192"/>
                  </a:lnTo>
                  <a:close/>
                  <a:moveTo>
                    <a:pt x="415574" y="571585"/>
                  </a:moveTo>
                  <a:lnTo>
                    <a:pt x="382461" y="572357"/>
                  </a:lnTo>
                  <a:lnTo>
                    <a:pt x="439596" y="565192"/>
                  </a:lnTo>
                  <a:close/>
                  <a:moveTo>
                    <a:pt x="202256" y="300697"/>
                  </a:moveTo>
                  <a:lnTo>
                    <a:pt x="180916" y="317117"/>
                  </a:lnTo>
                  <a:lnTo>
                    <a:pt x="174225" y="335292"/>
                  </a:lnTo>
                  <a:close/>
                  <a:moveTo>
                    <a:pt x="180916" y="317117"/>
                  </a:moveTo>
                  <a:lnTo>
                    <a:pt x="202256" y="300697"/>
                  </a:lnTo>
                  <a:lnTo>
                    <a:pt x="197214" y="298538"/>
                  </a:lnTo>
                  <a:close/>
                  <a:moveTo>
                    <a:pt x="202256" y="300697"/>
                  </a:moveTo>
                  <a:lnTo>
                    <a:pt x="215144" y="281354"/>
                  </a:lnTo>
                  <a:lnTo>
                    <a:pt x="197214" y="298538"/>
                  </a:lnTo>
                  <a:close/>
                  <a:moveTo>
                    <a:pt x="899600" y="1118638"/>
                  </a:moveTo>
                  <a:lnTo>
                    <a:pt x="939137" y="1113583"/>
                  </a:lnTo>
                  <a:lnTo>
                    <a:pt x="930099" y="1076184"/>
                  </a:lnTo>
                  <a:close/>
                  <a:moveTo>
                    <a:pt x="899600" y="1118638"/>
                  </a:moveTo>
                  <a:lnTo>
                    <a:pt x="930099" y="1076184"/>
                  </a:lnTo>
                  <a:lnTo>
                    <a:pt x="896547" y="1076373"/>
                  </a:lnTo>
                  <a:close/>
                  <a:moveTo>
                    <a:pt x="974619" y="1099003"/>
                  </a:moveTo>
                  <a:lnTo>
                    <a:pt x="958956" y="1072780"/>
                  </a:lnTo>
                  <a:lnTo>
                    <a:pt x="976444" y="1110342"/>
                  </a:lnTo>
                  <a:close/>
                  <a:moveTo>
                    <a:pt x="976444" y="1110342"/>
                  </a:moveTo>
                  <a:lnTo>
                    <a:pt x="958956" y="1072780"/>
                  </a:lnTo>
                  <a:lnTo>
                    <a:pt x="930099" y="1076184"/>
                  </a:lnTo>
                  <a:close/>
                  <a:moveTo>
                    <a:pt x="976444" y="1110342"/>
                  </a:moveTo>
                  <a:lnTo>
                    <a:pt x="930099" y="1076184"/>
                  </a:lnTo>
                  <a:lnTo>
                    <a:pt x="939137" y="1113583"/>
                  </a:lnTo>
                  <a:close/>
                  <a:moveTo>
                    <a:pt x="974619" y="1099003"/>
                  </a:moveTo>
                  <a:lnTo>
                    <a:pt x="976444" y="1110342"/>
                  </a:lnTo>
                  <a:lnTo>
                    <a:pt x="980530" y="1109536"/>
                  </a:lnTo>
                  <a:close/>
                  <a:moveTo>
                    <a:pt x="861223" y="1078003"/>
                  </a:moveTo>
                  <a:lnTo>
                    <a:pt x="885650" y="1040486"/>
                  </a:lnTo>
                  <a:lnTo>
                    <a:pt x="849040" y="1043160"/>
                  </a:lnTo>
                  <a:close/>
                  <a:moveTo>
                    <a:pt x="805817" y="1053209"/>
                  </a:moveTo>
                  <a:lnTo>
                    <a:pt x="849040" y="1043160"/>
                  </a:lnTo>
                  <a:lnTo>
                    <a:pt x="830527" y="1030205"/>
                  </a:lnTo>
                  <a:close/>
                  <a:moveTo>
                    <a:pt x="793238" y="927197"/>
                  </a:moveTo>
                  <a:lnTo>
                    <a:pt x="735369" y="902408"/>
                  </a:lnTo>
                  <a:lnTo>
                    <a:pt x="754307" y="931759"/>
                  </a:lnTo>
                  <a:close/>
                  <a:moveTo>
                    <a:pt x="793238" y="927197"/>
                  </a:moveTo>
                  <a:lnTo>
                    <a:pt x="754307" y="931759"/>
                  </a:lnTo>
                  <a:lnTo>
                    <a:pt x="795118" y="926184"/>
                  </a:lnTo>
                  <a:close/>
                  <a:moveTo>
                    <a:pt x="722659" y="906189"/>
                  </a:moveTo>
                  <a:lnTo>
                    <a:pt x="735369" y="902408"/>
                  </a:lnTo>
                  <a:lnTo>
                    <a:pt x="691142" y="882795"/>
                  </a:lnTo>
                  <a:close/>
                  <a:moveTo>
                    <a:pt x="646944" y="745918"/>
                  </a:moveTo>
                  <a:lnTo>
                    <a:pt x="625418" y="795924"/>
                  </a:lnTo>
                  <a:lnTo>
                    <a:pt x="636305" y="778741"/>
                  </a:lnTo>
                  <a:close/>
                  <a:moveTo>
                    <a:pt x="646944" y="745918"/>
                  </a:moveTo>
                  <a:lnTo>
                    <a:pt x="626406" y="765337"/>
                  </a:lnTo>
                  <a:lnTo>
                    <a:pt x="625418" y="795924"/>
                  </a:lnTo>
                  <a:close/>
                  <a:moveTo>
                    <a:pt x="498911" y="566173"/>
                  </a:moveTo>
                  <a:lnTo>
                    <a:pt x="494100" y="558211"/>
                  </a:lnTo>
                  <a:lnTo>
                    <a:pt x="502045" y="598678"/>
                  </a:lnTo>
                  <a:close/>
                  <a:moveTo>
                    <a:pt x="248361" y="266754"/>
                  </a:moveTo>
                  <a:lnTo>
                    <a:pt x="215144" y="281354"/>
                  </a:lnTo>
                  <a:lnTo>
                    <a:pt x="251942" y="265681"/>
                  </a:lnTo>
                  <a:close/>
                  <a:moveTo>
                    <a:pt x="215144" y="281354"/>
                  </a:moveTo>
                  <a:lnTo>
                    <a:pt x="202256" y="300697"/>
                  </a:lnTo>
                  <a:lnTo>
                    <a:pt x="251942" y="265681"/>
                  </a:lnTo>
                  <a:close/>
                  <a:moveTo>
                    <a:pt x="227530" y="270616"/>
                  </a:moveTo>
                  <a:lnTo>
                    <a:pt x="215144" y="281354"/>
                  </a:lnTo>
                  <a:lnTo>
                    <a:pt x="248361" y="266754"/>
                  </a:lnTo>
                  <a:close/>
                  <a:moveTo>
                    <a:pt x="1032725" y="1146291"/>
                  </a:moveTo>
                  <a:lnTo>
                    <a:pt x="1041533" y="1183046"/>
                  </a:lnTo>
                  <a:lnTo>
                    <a:pt x="1083957" y="1165862"/>
                  </a:lnTo>
                  <a:close/>
                  <a:moveTo>
                    <a:pt x="1032725" y="1146291"/>
                  </a:moveTo>
                  <a:lnTo>
                    <a:pt x="1083957" y="1165862"/>
                  </a:lnTo>
                  <a:lnTo>
                    <a:pt x="1050692" y="1129107"/>
                  </a:lnTo>
                  <a:close/>
                  <a:moveTo>
                    <a:pt x="1032725" y="1146291"/>
                  </a:moveTo>
                  <a:lnTo>
                    <a:pt x="1050692" y="1129107"/>
                  </a:lnTo>
                  <a:lnTo>
                    <a:pt x="1016252" y="1130086"/>
                  </a:lnTo>
                  <a:close/>
                  <a:moveTo>
                    <a:pt x="1050692" y="1129107"/>
                  </a:moveTo>
                  <a:lnTo>
                    <a:pt x="1037610" y="1113732"/>
                  </a:lnTo>
                  <a:lnTo>
                    <a:pt x="1016252" y="1130086"/>
                  </a:lnTo>
                  <a:close/>
                  <a:moveTo>
                    <a:pt x="1021750" y="1092352"/>
                  </a:moveTo>
                  <a:lnTo>
                    <a:pt x="1016252" y="1130086"/>
                  </a:lnTo>
                  <a:lnTo>
                    <a:pt x="1037610" y="1113732"/>
                  </a:lnTo>
                  <a:close/>
                  <a:moveTo>
                    <a:pt x="1021750" y="1092352"/>
                  </a:moveTo>
                  <a:lnTo>
                    <a:pt x="980530" y="1109536"/>
                  </a:lnTo>
                  <a:lnTo>
                    <a:pt x="1016252" y="1130086"/>
                  </a:lnTo>
                  <a:close/>
                  <a:moveTo>
                    <a:pt x="737555" y="811137"/>
                  </a:moveTo>
                  <a:lnTo>
                    <a:pt x="784699" y="799898"/>
                  </a:lnTo>
                  <a:lnTo>
                    <a:pt x="767177" y="769395"/>
                  </a:lnTo>
                  <a:close/>
                  <a:moveTo>
                    <a:pt x="737555" y="811137"/>
                  </a:moveTo>
                  <a:lnTo>
                    <a:pt x="767177" y="769395"/>
                  </a:lnTo>
                  <a:lnTo>
                    <a:pt x="728549" y="773711"/>
                  </a:lnTo>
                  <a:close/>
                  <a:moveTo>
                    <a:pt x="692296" y="731349"/>
                  </a:moveTo>
                  <a:lnTo>
                    <a:pt x="649613" y="741986"/>
                  </a:lnTo>
                  <a:lnTo>
                    <a:pt x="646944" y="745918"/>
                  </a:lnTo>
                  <a:close/>
                  <a:moveTo>
                    <a:pt x="655699" y="705231"/>
                  </a:moveTo>
                  <a:lnTo>
                    <a:pt x="692296" y="731349"/>
                  </a:lnTo>
                  <a:lnTo>
                    <a:pt x="679772" y="696784"/>
                  </a:lnTo>
                  <a:close/>
                  <a:moveTo>
                    <a:pt x="649613" y="741986"/>
                  </a:moveTo>
                  <a:lnTo>
                    <a:pt x="692296" y="731349"/>
                  </a:lnTo>
                  <a:lnTo>
                    <a:pt x="655699" y="705231"/>
                  </a:lnTo>
                  <a:close/>
                  <a:moveTo>
                    <a:pt x="692296" y="731349"/>
                  </a:moveTo>
                  <a:lnTo>
                    <a:pt x="715334" y="694961"/>
                  </a:lnTo>
                  <a:lnTo>
                    <a:pt x="679772" y="696784"/>
                  </a:lnTo>
                  <a:close/>
                  <a:moveTo>
                    <a:pt x="494100" y="558211"/>
                  </a:moveTo>
                  <a:lnTo>
                    <a:pt x="498911" y="566173"/>
                  </a:lnTo>
                  <a:lnTo>
                    <a:pt x="498572" y="556755"/>
                  </a:lnTo>
                  <a:close/>
                  <a:moveTo>
                    <a:pt x="498572" y="556755"/>
                  </a:moveTo>
                  <a:lnTo>
                    <a:pt x="498911" y="566173"/>
                  </a:lnTo>
                  <a:lnTo>
                    <a:pt x="523090" y="558211"/>
                  </a:lnTo>
                  <a:close/>
                  <a:moveTo>
                    <a:pt x="486249" y="518834"/>
                  </a:moveTo>
                  <a:lnTo>
                    <a:pt x="485106" y="521456"/>
                  </a:lnTo>
                  <a:lnTo>
                    <a:pt x="482709" y="480157"/>
                  </a:lnTo>
                  <a:close/>
                  <a:moveTo>
                    <a:pt x="335185" y="231551"/>
                  </a:moveTo>
                  <a:lnTo>
                    <a:pt x="304246" y="264171"/>
                  </a:lnTo>
                  <a:lnTo>
                    <a:pt x="322889" y="246988"/>
                  </a:lnTo>
                  <a:close/>
                  <a:moveTo>
                    <a:pt x="1083957" y="1165862"/>
                  </a:moveTo>
                  <a:lnTo>
                    <a:pt x="1100158" y="1198182"/>
                  </a:lnTo>
                  <a:lnTo>
                    <a:pt x="1101090" y="1152677"/>
                  </a:lnTo>
                  <a:close/>
                  <a:moveTo>
                    <a:pt x="1083957" y="1165862"/>
                  </a:moveTo>
                  <a:lnTo>
                    <a:pt x="1083009" y="1202617"/>
                  </a:lnTo>
                  <a:lnTo>
                    <a:pt x="1100158" y="1198182"/>
                  </a:lnTo>
                  <a:close/>
                  <a:moveTo>
                    <a:pt x="1050692" y="1129107"/>
                  </a:moveTo>
                  <a:lnTo>
                    <a:pt x="1083957" y="1165862"/>
                  </a:lnTo>
                  <a:lnTo>
                    <a:pt x="1091053" y="1111924"/>
                  </a:lnTo>
                  <a:close/>
                  <a:moveTo>
                    <a:pt x="1073617" y="1075169"/>
                  </a:moveTo>
                  <a:lnTo>
                    <a:pt x="1037610" y="1113732"/>
                  </a:lnTo>
                  <a:lnTo>
                    <a:pt x="1050692" y="1129107"/>
                  </a:lnTo>
                  <a:close/>
                  <a:moveTo>
                    <a:pt x="1073617" y="1075169"/>
                  </a:moveTo>
                  <a:lnTo>
                    <a:pt x="1050692" y="1129107"/>
                  </a:lnTo>
                  <a:lnTo>
                    <a:pt x="1091053" y="1111924"/>
                  </a:lnTo>
                  <a:close/>
                  <a:moveTo>
                    <a:pt x="354587" y="207884"/>
                  </a:moveTo>
                  <a:lnTo>
                    <a:pt x="335185" y="231551"/>
                  </a:lnTo>
                  <a:lnTo>
                    <a:pt x="322889" y="246988"/>
                  </a:lnTo>
                  <a:close/>
                  <a:moveTo>
                    <a:pt x="385990" y="200717"/>
                  </a:moveTo>
                  <a:lnTo>
                    <a:pt x="356750" y="210232"/>
                  </a:lnTo>
                  <a:lnTo>
                    <a:pt x="335185" y="231551"/>
                  </a:lnTo>
                  <a:close/>
                  <a:moveTo>
                    <a:pt x="385990" y="200717"/>
                  </a:moveTo>
                  <a:lnTo>
                    <a:pt x="335185" y="231551"/>
                  </a:lnTo>
                  <a:lnTo>
                    <a:pt x="354587" y="207884"/>
                  </a:lnTo>
                  <a:close/>
                  <a:moveTo>
                    <a:pt x="1141069" y="1102517"/>
                  </a:moveTo>
                  <a:lnTo>
                    <a:pt x="1099707" y="1109055"/>
                  </a:lnTo>
                  <a:lnTo>
                    <a:pt x="1153527" y="1137135"/>
                  </a:lnTo>
                  <a:close/>
                  <a:moveTo>
                    <a:pt x="1099707" y="1109055"/>
                  </a:moveTo>
                  <a:lnTo>
                    <a:pt x="1124065" y="1071593"/>
                  </a:lnTo>
                  <a:lnTo>
                    <a:pt x="1094710" y="1068370"/>
                  </a:lnTo>
                  <a:close/>
                  <a:moveTo>
                    <a:pt x="1094710" y="1068370"/>
                  </a:moveTo>
                  <a:lnTo>
                    <a:pt x="1112605" y="1036163"/>
                  </a:lnTo>
                  <a:lnTo>
                    <a:pt x="1081869" y="1034063"/>
                  </a:lnTo>
                  <a:close/>
                  <a:moveTo>
                    <a:pt x="667429" y="533881"/>
                  </a:moveTo>
                  <a:lnTo>
                    <a:pt x="684602" y="506661"/>
                  </a:lnTo>
                  <a:lnTo>
                    <a:pt x="664316" y="523844"/>
                  </a:lnTo>
                  <a:close/>
                  <a:moveTo>
                    <a:pt x="689174" y="490606"/>
                  </a:moveTo>
                  <a:lnTo>
                    <a:pt x="664316" y="523844"/>
                  </a:lnTo>
                  <a:lnTo>
                    <a:pt x="684602" y="506661"/>
                  </a:lnTo>
                  <a:close/>
                  <a:moveTo>
                    <a:pt x="689174" y="490606"/>
                  </a:moveTo>
                  <a:lnTo>
                    <a:pt x="669885" y="514697"/>
                  </a:lnTo>
                  <a:lnTo>
                    <a:pt x="664316" y="523844"/>
                  </a:lnTo>
                  <a:close/>
                  <a:moveTo>
                    <a:pt x="718392" y="475272"/>
                  </a:moveTo>
                  <a:lnTo>
                    <a:pt x="669885" y="514697"/>
                  </a:lnTo>
                  <a:lnTo>
                    <a:pt x="689174" y="490606"/>
                  </a:lnTo>
                  <a:close/>
                  <a:moveTo>
                    <a:pt x="410657" y="196737"/>
                  </a:moveTo>
                  <a:lnTo>
                    <a:pt x="385990" y="200717"/>
                  </a:lnTo>
                  <a:lnTo>
                    <a:pt x="354587" y="207884"/>
                  </a:lnTo>
                  <a:close/>
                  <a:moveTo>
                    <a:pt x="447343" y="209322"/>
                  </a:moveTo>
                  <a:lnTo>
                    <a:pt x="423560" y="216609"/>
                  </a:lnTo>
                  <a:lnTo>
                    <a:pt x="385990" y="200717"/>
                  </a:lnTo>
                  <a:close/>
                  <a:moveTo>
                    <a:pt x="475224" y="188987"/>
                  </a:moveTo>
                  <a:lnTo>
                    <a:pt x="423560" y="216609"/>
                  </a:lnTo>
                  <a:lnTo>
                    <a:pt x="447343" y="209322"/>
                  </a:lnTo>
                  <a:close/>
                  <a:moveTo>
                    <a:pt x="870142" y="668909"/>
                  </a:moveTo>
                  <a:lnTo>
                    <a:pt x="907869" y="636497"/>
                  </a:lnTo>
                  <a:lnTo>
                    <a:pt x="877607" y="644300"/>
                  </a:lnTo>
                  <a:close/>
                  <a:moveTo>
                    <a:pt x="927371" y="662097"/>
                  </a:moveTo>
                  <a:lnTo>
                    <a:pt x="907869" y="636497"/>
                  </a:lnTo>
                  <a:lnTo>
                    <a:pt x="870142" y="668909"/>
                  </a:lnTo>
                  <a:close/>
                  <a:moveTo>
                    <a:pt x="907869" y="636497"/>
                  </a:moveTo>
                  <a:lnTo>
                    <a:pt x="913851" y="611547"/>
                  </a:lnTo>
                  <a:lnTo>
                    <a:pt x="877607" y="644300"/>
                  </a:lnTo>
                  <a:close/>
                  <a:moveTo>
                    <a:pt x="804066" y="616926"/>
                  </a:moveTo>
                  <a:lnTo>
                    <a:pt x="822810" y="562987"/>
                  </a:lnTo>
                  <a:lnTo>
                    <a:pt x="789137" y="580171"/>
                  </a:lnTo>
                  <a:close/>
                  <a:moveTo>
                    <a:pt x="689174" y="490606"/>
                  </a:moveTo>
                  <a:lnTo>
                    <a:pt x="706433" y="496120"/>
                  </a:lnTo>
                  <a:lnTo>
                    <a:pt x="740514" y="461774"/>
                  </a:lnTo>
                  <a:close/>
                  <a:moveTo>
                    <a:pt x="643110" y="346749"/>
                  </a:moveTo>
                  <a:lnTo>
                    <a:pt x="597664" y="359641"/>
                  </a:lnTo>
                  <a:lnTo>
                    <a:pt x="588623" y="363818"/>
                  </a:lnTo>
                  <a:close/>
                  <a:moveTo>
                    <a:pt x="643110" y="346749"/>
                  </a:moveTo>
                  <a:lnTo>
                    <a:pt x="588623" y="363818"/>
                  </a:lnTo>
                  <a:lnTo>
                    <a:pt x="614846" y="365650"/>
                  </a:lnTo>
                  <a:close/>
                  <a:moveTo>
                    <a:pt x="615738" y="340619"/>
                  </a:moveTo>
                  <a:lnTo>
                    <a:pt x="597664" y="359641"/>
                  </a:lnTo>
                  <a:lnTo>
                    <a:pt x="637006" y="346486"/>
                  </a:lnTo>
                  <a:close/>
                  <a:moveTo>
                    <a:pt x="628453" y="322886"/>
                  </a:moveTo>
                  <a:lnTo>
                    <a:pt x="637006" y="346486"/>
                  </a:lnTo>
                  <a:lnTo>
                    <a:pt x="646978" y="342457"/>
                  </a:lnTo>
                  <a:close/>
                  <a:moveTo>
                    <a:pt x="451014" y="210354"/>
                  </a:moveTo>
                  <a:lnTo>
                    <a:pt x="475224" y="188987"/>
                  </a:lnTo>
                  <a:lnTo>
                    <a:pt x="447343" y="209322"/>
                  </a:lnTo>
                  <a:close/>
                  <a:moveTo>
                    <a:pt x="451014" y="210354"/>
                  </a:moveTo>
                  <a:lnTo>
                    <a:pt x="496086" y="200799"/>
                  </a:lnTo>
                  <a:lnTo>
                    <a:pt x="475224" y="188987"/>
                  </a:lnTo>
                  <a:close/>
                  <a:moveTo>
                    <a:pt x="496086" y="200799"/>
                  </a:moveTo>
                  <a:lnTo>
                    <a:pt x="451014" y="210354"/>
                  </a:lnTo>
                  <a:lnTo>
                    <a:pt x="511078" y="226832"/>
                  </a:lnTo>
                  <a:close/>
                  <a:moveTo>
                    <a:pt x="955200" y="669935"/>
                  </a:moveTo>
                  <a:lnTo>
                    <a:pt x="932383" y="680835"/>
                  </a:lnTo>
                  <a:lnTo>
                    <a:pt x="903088" y="695882"/>
                  </a:lnTo>
                  <a:close/>
                  <a:moveTo>
                    <a:pt x="994617" y="692733"/>
                  </a:moveTo>
                  <a:lnTo>
                    <a:pt x="936533" y="673252"/>
                  </a:lnTo>
                  <a:lnTo>
                    <a:pt x="932383" y="680835"/>
                  </a:lnTo>
                  <a:close/>
                  <a:moveTo>
                    <a:pt x="927364" y="630936"/>
                  </a:moveTo>
                  <a:lnTo>
                    <a:pt x="927371" y="662097"/>
                  </a:lnTo>
                  <a:lnTo>
                    <a:pt x="976780" y="662597"/>
                  </a:lnTo>
                  <a:close/>
                  <a:moveTo>
                    <a:pt x="913851" y="611547"/>
                  </a:moveTo>
                  <a:lnTo>
                    <a:pt x="907869" y="636497"/>
                  </a:lnTo>
                  <a:lnTo>
                    <a:pt x="927364" y="630936"/>
                  </a:lnTo>
                  <a:close/>
                  <a:moveTo>
                    <a:pt x="841742" y="556875"/>
                  </a:moveTo>
                  <a:lnTo>
                    <a:pt x="822810" y="562987"/>
                  </a:lnTo>
                  <a:lnTo>
                    <a:pt x="860352" y="564466"/>
                  </a:lnTo>
                  <a:close/>
                  <a:moveTo>
                    <a:pt x="841742" y="556875"/>
                  </a:moveTo>
                  <a:lnTo>
                    <a:pt x="863863" y="549224"/>
                  </a:lnTo>
                  <a:lnTo>
                    <a:pt x="831462" y="552661"/>
                  </a:lnTo>
                  <a:close/>
                  <a:moveTo>
                    <a:pt x="689633" y="330790"/>
                  </a:moveTo>
                  <a:lnTo>
                    <a:pt x="646978" y="342457"/>
                  </a:lnTo>
                  <a:lnTo>
                    <a:pt x="669426" y="364876"/>
                  </a:lnTo>
                  <a:close/>
                  <a:moveTo>
                    <a:pt x="733397" y="367046"/>
                  </a:moveTo>
                  <a:lnTo>
                    <a:pt x="699355" y="367633"/>
                  </a:lnTo>
                  <a:lnTo>
                    <a:pt x="741808" y="370405"/>
                  </a:lnTo>
                  <a:close/>
                  <a:moveTo>
                    <a:pt x="646978" y="342457"/>
                  </a:moveTo>
                  <a:lnTo>
                    <a:pt x="689633" y="330790"/>
                  </a:lnTo>
                  <a:lnTo>
                    <a:pt x="658139" y="305702"/>
                  </a:lnTo>
                  <a:close/>
                  <a:moveTo>
                    <a:pt x="648103" y="292718"/>
                  </a:moveTo>
                  <a:lnTo>
                    <a:pt x="661363" y="290417"/>
                  </a:lnTo>
                  <a:lnTo>
                    <a:pt x="658139" y="305702"/>
                  </a:lnTo>
                  <a:close/>
                  <a:moveTo>
                    <a:pt x="551274" y="227767"/>
                  </a:moveTo>
                  <a:lnTo>
                    <a:pt x="537996" y="193816"/>
                  </a:lnTo>
                  <a:lnTo>
                    <a:pt x="513885" y="231075"/>
                  </a:lnTo>
                  <a:close/>
                  <a:moveTo>
                    <a:pt x="597076" y="172872"/>
                  </a:moveTo>
                  <a:lnTo>
                    <a:pt x="592842" y="187173"/>
                  </a:lnTo>
                  <a:lnTo>
                    <a:pt x="621482" y="161071"/>
                  </a:lnTo>
                  <a:close/>
                  <a:moveTo>
                    <a:pt x="582214" y="178254"/>
                  </a:moveTo>
                  <a:lnTo>
                    <a:pt x="592842" y="187173"/>
                  </a:lnTo>
                  <a:lnTo>
                    <a:pt x="597076" y="172872"/>
                  </a:lnTo>
                  <a:close/>
                  <a:moveTo>
                    <a:pt x="582214" y="178254"/>
                  </a:moveTo>
                  <a:lnTo>
                    <a:pt x="597076" y="172872"/>
                  </a:lnTo>
                  <a:lnTo>
                    <a:pt x="586066" y="124316"/>
                  </a:lnTo>
                  <a:close/>
                  <a:moveTo>
                    <a:pt x="575021" y="120543"/>
                  </a:moveTo>
                  <a:lnTo>
                    <a:pt x="593658" y="94018"/>
                  </a:lnTo>
                  <a:lnTo>
                    <a:pt x="596264" y="104744"/>
                  </a:lnTo>
                  <a:close/>
                  <a:moveTo>
                    <a:pt x="593658" y="94018"/>
                  </a:moveTo>
                  <a:lnTo>
                    <a:pt x="595182" y="87561"/>
                  </a:lnTo>
                  <a:lnTo>
                    <a:pt x="596264" y="104744"/>
                  </a:lnTo>
                  <a:close/>
                  <a:moveTo>
                    <a:pt x="754848" y="198374"/>
                  </a:moveTo>
                  <a:lnTo>
                    <a:pt x="749102" y="220036"/>
                  </a:lnTo>
                  <a:lnTo>
                    <a:pt x="764404" y="180642"/>
                  </a:lnTo>
                  <a:close/>
                  <a:moveTo>
                    <a:pt x="764404" y="180642"/>
                  </a:moveTo>
                  <a:lnTo>
                    <a:pt x="749102" y="220036"/>
                  </a:lnTo>
                  <a:lnTo>
                    <a:pt x="755818" y="217397"/>
                  </a:lnTo>
                  <a:close/>
                  <a:moveTo>
                    <a:pt x="749102" y="220036"/>
                  </a:moveTo>
                  <a:lnTo>
                    <a:pt x="753197" y="220570"/>
                  </a:lnTo>
                  <a:lnTo>
                    <a:pt x="755818" y="217397"/>
                  </a:lnTo>
                  <a:close/>
                  <a:moveTo>
                    <a:pt x="637196" y="36013"/>
                  </a:moveTo>
                  <a:lnTo>
                    <a:pt x="595182" y="87561"/>
                  </a:lnTo>
                  <a:lnTo>
                    <a:pt x="613775" y="70377"/>
                  </a:lnTo>
                  <a:close/>
                  <a:moveTo>
                    <a:pt x="876056" y="306191"/>
                  </a:moveTo>
                  <a:lnTo>
                    <a:pt x="845888" y="317972"/>
                  </a:lnTo>
                  <a:lnTo>
                    <a:pt x="896213" y="285345"/>
                  </a:lnTo>
                  <a:close/>
                  <a:moveTo>
                    <a:pt x="876056" y="306191"/>
                  </a:moveTo>
                  <a:lnTo>
                    <a:pt x="896213" y="285345"/>
                  </a:lnTo>
                  <a:lnTo>
                    <a:pt x="896292" y="290907"/>
                  </a:lnTo>
                  <a:close/>
                  <a:moveTo>
                    <a:pt x="896213" y="285345"/>
                  </a:moveTo>
                  <a:lnTo>
                    <a:pt x="904556" y="273724"/>
                  </a:lnTo>
                  <a:lnTo>
                    <a:pt x="896292" y="290907"/>
                  </a:lnTo>
                  <a:close/>
                  <a:moveTo>
                    <a:pt x="764404" y="180642"/>
                  </a:moveTo>
                  <a:lnTo>
                    <a:pt x="755818" y="217397"/>
                  </a:lnTo>
                  <a:lnTo>
                    <a:pt x="776325" y="200214"/>
                  </a:lnTo>
                  <a:close/>
                  <a:moveTo>
                    <a:pt x="787930" y="129646"/>
                  </a:moveTo>
                  <a:lnTo>
                    <a:pt x="764404" y="180642"/>
                  </a:lnTo>
                  <a:lnTo>
                    <a:pt x="785890" y="163459"/>
                  </a:lnTo>
                  <a:close/>
                  <a:moveTo>
                    <a:pt x="787930" y="129646"/>
                  </a:moveTo>
                  <a:lnTo>
                    <a:pt x="769752" y="157889"/>
                  </a:lnTo>
                  <a:lnTo>
                    <a:pt x="764404" y="180642"/>
                  </a:lnTo>
                  <a:close/>
                  <a:moveTo>
                    <a:pt x="769752" y="157889"/>
                  </a:moveTo>
                  <a:lnTo>
                    <a:pt x="787930" y="129646"/>
                  </a:lnTo>
                  <a:lnTo>
                    <a:pt x="769096" y="143887"/>
                  </a:lnTo>
                  <a:close/>
                  <a:moveTo>
                    <a:pt x="787930" y="129646"/>
                  </a:moveTo>
                  <a:lnTo>
                    <a:pt x="788376" y="126704"/>
                  </a:lnTo>
                  <a:lnTo>
                    <a:pt x="769096" y="143887"/>
                  </a:lnTo>
                  <a:close/>
                  <a:moveTo>
                    <a:pt x="637196" y="36013"/>
                  </a:moveTo>
                  <a:lnTo>
                    <a:pt x="661029" y="28914"/>
                  </a:lnTo>
                  <a:lnTo>
                    <a:pt x="652942" y="33622"/>
                  </a:lnTo>
                  <a:close/>
                  <a:moveTo>
                    <a:pt x="661029" y="28914"/>
                  </a:moveTo>
                  <a:lnTo>
                    <a:pt x="681232" y="16439"/>
                  </a:lnTo>
                  <a:lnTo>
                    <a:pt x="652942" y="33622"/>
                  </a:lnTo>
                  <a:close/>
                  <a:moveTo>
                    <a:pt x="942345" y="237042"/>
                  </a:moveTo>
                  <a:lnTo>
                    <a:pt x="904556" y="273724"/>
                  </a:lnTo>
                  <a:lnTo>
                    <a:pt x="929480" y="256540"/>
                  </a:lnTo>
                  <a:close/>
                  <a:moveTo>
                    <a:pt x="942345" y="237042"/>
                  </a:moveTo>
                  <a:lnTo>
                    <a:pt x="970256" y="219786"/>
                  </a:lnTo>
                  <a:lnTo>
                    <a:pt x="918951" y="236969"/>
                  </a:lnTo>
                  <a:close/>
                  <a:moveTo>
                    <a:pt x="822694" y="146275"/>
                  </a:moveTo>
                  <a:lnTo>
                    <a:pt x="788706" y="125433"/>
                  </a:lnTo>
                  <a:lnTo>
                    <a:pt x="788376" y="126704"/>
                  </a:lnTo>
                  <a:close/>
                  <a:moveTo>
                    <a:pt x="788376" y="126704"/>
                  </a:moveTo>
                  <a:lnTo>
                    <a:pt x="787930" y="129646"/>
                  </a:lnTo>
                  <a:lnTo>
                    <a:pt x="822694" y="146275"/>
                  </a:lnTo>
                  <a:close/>
                  <a:moveTo>
                    <a:pt x="689389" y="10371"/>
                  </a:moveTo>
                  <a:lnTo>
                    <a:pt x="681232" y="16439"/>
                  </a:lnTo>
                  <a:lnTo>
                    <a:pt x="697194" y="11413"/>
                  </a:lnTo>
                  <a:close/>
                  <a:moveTo>
                    <a:pt x="742442" y="1716"/>
                  </a:moveTo>
                  <a:lnTo>
                    <a:pt x="697194" y="11413"/>
                  </a:lnTo>
                  <a:lnTo>
                    <a:pt x="745667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24" name="Input_density__123">
              <a:extLst>
                <a:ext uri="{FF2B5EF4-FFF2-40B4-BE49-F238E27FC236}">
                  <a16:creationId xmlns:a16="http://schemas.microsoft.com/office/drawing/2014/main" id="{D1934549-0C1D-C675-2BC2-1B2962B1F18B}"/>
                </a:ext>
              </a:extLst>
            </p:cNvPr>
            <p:cNvSpPr>
              <a:spLocks noGrp="1"/>
            </p:cNvSpPr>
            <p:nvPr/>
          </p:nvSpPr>
          <p:spPr>
            <a:xfrm>
              <a:off x="945874" y="1610289"/>
              <a:ext cx="933498" cy="1378099"/>
            </a:xfrm>
            <a:custGeom>
              <a:avLst/>
              <a:gdLst/>
              <a:ahLst/>
              <a:cxnLst/>
              <a:rect l="0" t="0" r="0" b="0"/>
              <a:pathLst>
                <a:path w="933498" h="1378099">
                  <a:moveTo>
                    <a:pt x="295330" y="1378099"/>
                  </a:moveTo>
                  <a:lnTo>
                    <a:pt x="296171" y="1377764"/>
                  </a:lnTo>
                  <a:lnTo>
                    <a:pt x="303131" y="1324160"/>
                  </a:lnTo>
                  <a:close/>
                  <a:moveTo>
                    <a:pt x="296171" y="1377764"/>
                  </a:moveTo>
                  <a:lnTo>
                    <a:pt x="300074" y="1378099"/>
                  </a:lnTo>
                  <a:lnTo>
                    <a:pt x="308636" y="1330034"/>
                  </a:lnTo>
                  <a:close/>
                  <a:moveTo>
                    <a:pt x="10774" y="1030120"/>
                  </a:moveTo>
                  <a:lnTo>
                    <a:pt x="2676" y="1006370"/>
                  </a:lnTo>
                  <a:lnTo>
                    <a:pt x="13786" y="1042085"/>
                  </a:lnTo>
                  <a:close/>
                  <a:moveTo>
                    <a:pt x="10774" y="1030120"/>
                  </a:moveTo>
                  <a:lnTo>
                    <a:pt x="0" y="993366"/>
                  </a:lnTo>
                  <a:lnTo>
                    <a:pt x="2676" y="1006370"/>
                  </a:lnTo>
                  <a:close/>
                  <a:moveTo>
                    <a:pt x="346683" y="1319040"/>
                  </a:moveTo>
                  <a:lnTo>
                    <a:pt x="308636" y="1330034"/>
                  </a:lnTo>
                  <a:lnTo>
                    <a:pt x="346973" y="1348795"/>
                  </a:lnTo>
                  <a:close/>
                  <a:moveTo>
                    <a:pt x="163771" y="1046162"/>
                  </a:moveTo>
                  <a:lnTo>
                    <a:pt x="152032" y="995754"/>
                  </a:lnTo>
                  <a:lnTo>
                    <a:pt x="126325" y="1004769"/>
                  </a:lnTo>
                  <a:close/>
                  <a:moveTo>
                    <a:pt x="163771" y="1046162"/>
                  </a:moveTo>
                  <a:lnTo>
                    <a:pt x="126325" y="1004769"/>
                  </a:lnTo>
                  <a:lnTo>
                    <a:pt x="131839" y="1045033"/>
                  </a:lnTo>
                  <a:close/>
                  <a:moveTo>
                    <a:pt x="93211" y="939427"/>
                  </a:moveTo>
                  <a:lnTo>
                    <a:pt x="125332" y="950581"/>
                  </a:lnTo>
                  <a:lnTo>
                    <a:pt x="118956" y="958999"/>
                  </a:lnTo>
                  <a:close/>
                  <a:moveTo>
                    <a:pt x="125332" y="950581"/>
                  </a:moveTo>
                  <a:lnTo>
                    <a:pt x="107866" y="930281"/>
                  </a:lnTo>
                  <a:lnTo>
                    <a:pt x="130389" y="958999"/>
                  </a:lnTo>
                  <a:close/>
                  <a:moveTo>
                    <a:pt x="99731" y="951068"/>
                  </a:moveTo>
                  <a:lnTo>
                    <a:pt x="125302" y="960854"/>
                  </a:lnTo>
                  <a:lnTo>
                    <a:pt x="130389" y="958999"/>
                  </a:lnTo>
                  <a:close/>
                  <a:moveTo>
                    <a:pt x="106922" y="939427"/>
                  </a:moveTo>
                  <a:lnTo>
                    <a:pt x="115893" y="915288"/>
                  </a:lnTo>
                  <a:lnTo>
                    <a:pt x="121835" y="885489"/>
                  </a:lnTo>
                  <a:close/>
                  <a:moveTo>
                    <a:pt x="121835" y="885489"/>
                  </a:moveTo>
                  <a:lnTo>
                    <a:pt x="133539" y="909410"/>
                  </a:lnTo>
                  <a:lnTo>
                    <a:pt x="140887" y="905060"/>
                  </a:lnTo>
                  <a:close/>
                  <a:moveTo>
                    <a:pt x="157379" y="868305"/>
                  </a:moveTo>
                  <a:lnTo>
                    <a:pt x="102591" y="848734"/>
                  </a:lnTo>
                  <a:lnTo>
                    <a:pt x="121835" y="885489"/>
                  </a:lnTo>
                  <a:close/>
                  <a:moveTo>
                    <a:pt x="460037" y="1199100"/>
                  </a:moveTo>
                  <a:lnTo>
                    <a:pt x="493238" y="1233299"/>
                  </a:lnTo>
                  <a:lnTo>
                    <a:pt x="505996" y="1218672"/>
                  </a:lnTo>
                  <a:close/>
                  <a:moveTo>
                    <a:pt x="120746" y="794795"/>
                  </a:moveTo>
                  <a:lnTo>
                    <a:pt x="143469" y="740857"/>
                  </a:lnTo>
                  <a:lnTo>
                    <a:pt x="99754" y="758040"/>
                  </a:lnTo>
                  <a:close/>
                  <a:moveTo>
                    <a:pt x="505996" y="1218672"/>
                  </a:moveTo>
                  <a:lnTo>
                    <a:pt x="497594" y="1232870"/>
                  </a:lnTo>
                  <a:lnTo>
                    <a:pt x="522611" y="1246911"/>
                  </a:lnTo>
                  <a:close/>
                  <a:moveTo>
                    <a:pt x="158599" y="737137"/>
                  </a:moveTo>
                  <a:lnTo>
                    <a:pt x="143469" y="740857"/>
                  </a:lnTo>
                  <a:lnTo>
                    <a:pt x="180320" y="742970"/>
                  </a:lnTo>
                  <a:close/>
                  <a:moveTo>
                    <a:pt x="152586" y="735485"/>
                  </a:moveTo>
                  <a:lnTo>
                    <a:pt x="143469" y="740857"/>
                  </a:lnTo>
                  <a:lnTo>
                    <a:pt x="158599" y="737137"/>
                  </a:lnTo>
                  <a:close/>
                  <a:moveTo>
                    <a:pt x="158599" y="737137"/>
                  </a:moveTo>
                  <a:lnTo>
                    <a:pt x="159517" y="740857"/>
                  </a:lnTo>
                  <a:lnTo>
                    <a:pt x="152586" y="735485"/>
                  </a:lnTo>
                  <a:close/>
                  <a:moveTo>
                    <a:pt x="87145" y="522715"/>
                  </a:moveTo>
                  <a:lnTo>
                    <a:pt x="81251" y="485961"/>
                  </a:lnTo>
                  <a:lnTo>
                    <a:pt x="77219" y="525385"/>
                  </a:lnTo>
                  <a:close/>
                  <a:moveTo>
                    <a:pt x="740941" y="1151707"/>
                  </a:moveTo>
                  <a:lnTo>
                    <a:pt x="682722" y="1154819"/>
                  </a:lnTo>
                  <a:lnTo>
                    <a:pt x="710366" y="1161968"/>
                  </a:lnTo>
                  <a:close/>
                  <a:moveTo>
                    <a:pt x="639630" y="1109167"/>
                  </a:moveTo>
                  <a:lnTo>
                    <a:pt x="601827" y="1101519"/>
                  </a:lnTo>
                  <a:lnTo>
                    <a:pt x="628791" y="1110795"/>
                  </a:lnTo>
                  <a:close/>
                  <a:moveTo>
                    <a:pt x="636440" y="1067014"/>
                  </a:moveTo>
                  <a:lnTo>
                    <a:pt x="608323" y="1062784"/>
                  </a:lnTo>
                  <a:lnTo>
                    <a:pt x="639630" y="1109167"/>
                  </a:lnTo>
                  <a:close/>
                  <a:moveTo>
                    <a:pt x="636440" y="1067014"/>
                  </a:moveTo>
                  <a:lnTo>
                    <a:pt x="591841" y="1031436"/>
                  </a:lnTo>
                  <a:lnTo>
                    <a:pt x="608323" y="1062784"/>
                  </a:lnTo>
                  <a:close/>
                  <a:moveTo>
                    <a:pt x="564273" y="989480"/>
                  </a:moveTo>
                  <a:lnTo>
                    <a:pt x="531200" y="1037285"/>
                  </a:lnTo>
                  <a:lnTo>
                    <a:pt x="561363" y="1029126"/>
                  </a:lnTo>
                  <a:close/>
                  <a:moveTo>
                    <a:pt x="319321" y="732484"/>
                  </a:moveTo>
                  <a:lnTo>
                    <a:pt x="314117" y="689307"/>
                  </a:lnTo>
                  <a:lnTo>
                    <a:pt x="280158" y="692487"/>
                  </a:lnTo>
                  <a:close/>
                  <a:moveTo>
                    <a:pt x="280158" y="692487"/>
                  </a:moveTo>
                  <a:lnTo>
                    <a:pt x="307465" y="652629"/>
                  </a:lnTo>
                  <a:lnTo>
                    <a:pt x="254420" y="668665"/>
                  </a:lnTo>
                  <a:close/>
                  <a:moveTo>
                    <a:pt x="307465" y="652629"/>
                  </a:moveTo>
                  <a:lnTo>
                    <a:pt x="320216" y="689307"/>
                  </a:lnTo>
                  <a:lnTo>
                    <a:pt x="343122" y="695475"/>
                  </a:lnTo>
                  <a:close/>
                  <a:moveTo>
                    <a:pt x="284500" y="615797"/>
                  </a:moveTo>
                  <a:lnTo>
                    <a:pt x="269124" y="633423"/>
                  </a:lnTo>
                  <a:lnTo>
                    <a:pt x="292565" y="619995"/>
                  </a:lnTo>
                  <a:close/>
                  <a:moveTo>
                    <a:pt x="237251" y="615797"/>
                  </a:moveTo>
                  <a:lnTo>
                    <a:pt x="259241" y="596472"/>
                  </a:lnTo>
                  <a:lnTo>
                    <a:pt x="229932" y="616738"/>
                  </a:lnTo>
                  <a:close/>
                  <a:moveTo>
                    <a:pt x="229932" y="616738"/>
                  </a:moveTo>
                  <a:lnTo>
                    <a:pt x="259241" y="596472"/>
                  </a:lnTo>
                  <a:lnTo>
                    <a:pt x="248432" y="584039"/>
                  </a:lnTo>
                  <a:close/>
                  <a:moveTo>
                    <a:pt x="229932" y="616738"/>
                  </a:moveTo>
                  <a:lnTo>
                    <a:pt x="248432" y="584039"/>
                  </a:lnTo>
                  <a:lnTo>
                    <a:pt x="209151" y="588886"/>
                  </a:lnTo>
                  <a:close/>
                  <a:moveTo>
                    <a:pt x="259241" y="596472"/>
                  </a:moveTo>
                  <a:lnTo>
                    <a:pt x="284500" y="615797"/>
                  </a:lnTo>
                  <a:lnTo>
                    <a:pt x="248432" y="584039"/>
                  </a:lnTo>
                  <a:close/>
                  <a:moveTo>
                    <a:pt x="284500" y="615797"/>
                  </a:moveTo>
                  <a:lnTo>
                    <a:pt x="292565" y="619995"/>
                  </a:lnTo>
                  <a:lnTo>
                    <a:pt x="248432" y="584039"/>
                  </a:lnTo>
                  <a:close/>
                  <a:moveTo>
                    <a:pt x="471974" y="873082"/>
                  </a:moveTo>
                  <a:lnTo>
                    <a:pt x="463830" y="836327"/>
                  </a:lnTo>
                  <a:lnTo>
                    <a:pt x="474057" y="849281"/>
                  </a:lnTo>
                  <a:close/>
                  <a:moveTo>
                    <a:pt x="761385" y="1131935"/>
                  </a:moveTo>
                  <a:lnTo>
                    <a:pt x="710366" y="1161968"/>
                  </a:lnTo>
                  <a:lnTo>
                    <a:pt x="729669" y="1137929"/>
                  </a:lnTo>
                  <a:close/>
                  <a:moveTo>
                    <a:pt x="471974" y="873082"/>
                  </a:moveTo>
                  <a:lnTo>
                    <a:pt x="500421" y="909837"/>
                  </a:lnTo>
                  <a:lnTo>
                    <a:pt x="525111" y="892653"/>
                  </a:lnTo>
                  <a:close/>
                  <a:moveTo>
                    <a:pt x="461720" y="758995"/>
                  </a:moveTo>
                  <a:lnTo>
                    <a:pt x="446053" y="755465"/>
                  </a:lnTo>
                  <a:lnTo>
                    <a:pt x="493237" y="782388"/>
                  </a:lnTo>
                  <a:close/>
                  <a:moveTo>
                    <a:pt x="314117" y="689307"/>
                  </a:moveTo>
                  <a:lnTo>
                    <a:pt x="318435" y="693211"/>
                  </a:lnTo>
                  <a:lnTo>
                    <a:pt x="318033" y="688784"/>
                  </a:lnTo>
                  <a:close/>
                  <a:moveTo>
                    <a:pt x="318033" y="688784"/>
                  </a:moveTo>
                  <a:lnTo>
                    <a:pt x="318435" y="693211"/>
                  </a:lnTo>
                  <a:lnTo>
                    <a:pt x="320216" y="689307"/>
                  </a:lnTo>
                  <a:close/>
                  <a:moveTo>
                    <a:pt x="396931" y="635368"/>
                  </a:moveTo>
                  <a:lnTo>
                    <a:pt x="395634" y="679873"/>
                  </a:lnTo>
                  <a:lnTo>
                    <a:pt x="396984" y="641537"/>
                  </a:lnTo>
                  <a:close/>
                  <a:moveTo>
                    <a:pt x="237251" y="615797"/>
                  </a:moveTo>
                  <a:lnTo>
                    <a:pt x="269124" y="633423"/>
                  </a:lnTo>
                  <a:lnTo>
                    <a:pt x="270410" y="610918"/>
                  </a:lnTo>
                  <a:close/>
                  <a:moveTo>
                    <a:pt x="259241" y="596472"/>
                  </a:moveTo>
                  <a:lnTo>
                    <a:pt x="237251" y="615797"/>
                  </a:lnTo>
                  <a:lnTo>
                    <a:pt x="270410" y="610918"/>
                  </a:lnTo>
                  <a:close/>
                  <a:moveTo>
                    <a:pt x="270410" y="610918"/>
                  </a:moveTo>
                  <a:lnTo>
                    <a:pt x="269124" y="633423"/>
                  </a:lnTo>
                  <a:lnTo>
                    <a:pt x="284500" y="615797"/>
                  </a:lnTo>
                  <a:close/>
                  <a:moveTo>
                    <a:pt x="270410" y="610918"/>
                  </a:moveTo>
                  <a:lnTo>
                    <a:pt x="284500" y="615797"/>
                  </a:lnTo>
                  <a:lnTo>
                    <a:pt x="259241" y="596472"/>
                  </a:lnTo>
                  <a:close/>
                  <a:moveTo>
                    <a:pt x="140809" y="456029"/>
                  </a:moveTo>
                  <a:lnTo>
                    <a:pt x="171387" y="458258"/>
                  </a:lnTo>
                  <a:lnTo>
                    <a:pt x="153039" y="448556"/>
                  </a:lnTo>
                  <a:close/>
                  <a:moveTo>
                    <a:pt x="767760" y="1113183"/>
                  </a:moveTo>
                  <a:lnTo>
                    <a:pt x="784514" y="1122201"/>
                  </a:lnTo>
                  <a:lnTo>
                    <a:pt x="763736" y="1107195"/>
                  </a:lnTo>
                  <a:close/>
                  <a:moveTo>
                    <a:pt x="767760" y="1113183"/>
                  </a:moveTo>
                  <a:lnTo>
                    <a:pt x="763736" y="1107195"/>
                  </a:lnTo>
                  <a:lnTo>
                    <a:pt x="764015" y="1076428"/>
                  </a:lnTo>
                  <a:close/>
                  <a:moveTo>
                    <a:pt x="747022" y="986541"/>
                  </a:moveTo>
                  <a:lnTo>
                    <a:pt x="734483" y="1031351"/>
                  </a:lnTo>
                  <a:lnTo>
                    <a:pt x="751109" y="985735"/>
                  </a:lnTo>
                  <a:close/>
                  <a:moveTo>
                    <a:pt x="633647" y="1002918"/>
                  </a:moveTo>
                  <a:lnTo>
                    <a:pt x="664488" y="1018807"/>
                  </a:lnTo>
                  <a:lnTo>
                    <a:pt x="670179" y="994838"/>
                  </a:lnTo>
                  <a:close/>
                  <a:moveTo>
                    <a:pt x="709715" y="989783"/>
                  </a:moveTo>
                  <a:lnTo>
                    <a:pt x="664488" y="1018807"/>
                  </a:lnTo>
                  <a:lnTo>
                    <a:pt x="700723" y="1029706"/>
                  </a:lnTo>
                  <a:close/>
                  <a:moveTo>
                    <a:pt x="709715" y="989783"/>
                  </a:moveTo>
                  <a:lnTo>
                    <a:pt x="670179" y="994838"/>
                  </a:lnTo>
                  <a:lnTo>
                    <a:pt x="664488" y="1018807"/>
                  </a:lnTo>
                  <a:close/>
                  <a:moveTo>
                    <a:pt x="747022" y="986541"/>
                  </a:moveTo>
                  <a:lnTo>
                    <a:pt x="709715" y="989783"/>
                  </a:lnTo>
                  <a:lnTo>
                    <a:pt x="700723" y="1029706"/>
                  </a:lnTo>
                  <a:close/>
                  <a:moveTo>
                    <a:pt x="631801" y="954202"/>
                  </a:moveTo>
                  <a:lnTo>
                    <a:pt x="667126" y="952572"/>
                  </a:lnTo>
                  <a:lnTo>
                    <a:pt x="656228" y="916685"/>
                  </a:lnTo>
                  <a:close/>
                  <a:moveTo>
                    <a:pt x="700677" y="952384"/>
                  </a:moveTo>
                  <a:lnTo>
                    <a:pt x="674320" y="930991"/>
                  </a:lnTo>
                  <a:lnTo>
                    <a:pt x="656228" y="916685"/>
                  </a:lnTo>
                  <a:close/>
                  <a:moveTo>
                    <a:pt x="667126" y="952572"/>
                  </a:moveTo>
                  <a:lnTo>
                    <a:pt x="700677" y="952384"/>
                  </a:lnTo>
                  <a:lnTo>
                    <a:pt x="656228" y="916685"/>
                  </a:lnTo>
                  <a:close/>
                  <a:moveTo>
                    <a:pt x="619618" y="919360"/>
                  </a:moveTo>
                  <a:lnTo>
                    <a:pt x="656228" y="916685"/>
                  </a:lnTo>
                  <a:lnTo>
                    <a:pt x="636894" y="915634"/>
                  </a:lnTo>
                  <a:close/>
                  <a:moveTo>
                    <a:pt x="565696" y="802383"/>
                  </a:moveTo>
                  <a:lnTo>
                    <a:pt x="552413" y="819143"/>
                  </a:lnTo>
                  <a:lnTo>
                    <a:pt x="563816" y="803396"/>
                  </a:lnTo>
                  <a:close/>
                  <a:moveTo>
                    <a:pt x="564782" y="798967"/>
                  </a:moveTo>
                  <a:lnTo>
                    <a:pt x="547470" y="765205"/>
                  </a:lnTo>
                  <a:lnTo>
                    <a:pt x="563816" y="803396"/>
                  </a:lnTo>
                  <a:close/>
                  <a:moveTo>
                    <a:pt x="563816" y="803396"/>
                  </a:moveTo>
                  <a:lnTo>
                    <a:pt x="547470" y="765205"/>
                  </a:lnTo>
                  <a:lnTo>
                    <a:pt x="505947" y="778608"/>
                  </a:lnTo>
                  <a:close/>
                  <a:moveTo>
                    <a:pt x="552413" y="819143"/>
                  </a:moveTo>
                  <a:lnTo>
                    <a:pt x="564782" y="798967"/>
                  </a:lnTo>
                  <a:lnTo>
                    <a:pt x="563816" y="803396"/>
                  </a:lnTo>
                  <a:close/>
                  <a:moveTo>
                    <a:pt x="461720" y="758995"/>
                  </a:moveTo>
                  <a:lnTo>
                    <a:pt x="505947" y="778608"/>
                  </a:lnTo>
                  <a:lnTo>
                    <a:pt x="515220" y="738237"/>
                  </a:lnTo>
                  <a:close/>
                  <a:moveTo>
                    <a:pt x="505947" y="778608"/>
                  </a:moveTo>
                  <a:lnTo>
                    <a:pt x="547470" y="765205"/>
                  </a:lnTo>
                  <a:lnTo>
                    <a:pt x="515220" y="738237"/>
                  </a:lnTo>
                  <a:close/>
                  <a:moveTo>
                    <a:pt x="269489" y="442373"/>
                  </a:moveTo>
                  <a:lnTo>
                    <a:pt x="300143" y="434846"/>
                  </a:lnTo>
                  <a:lnTo>
                    <a:pt x="293668" y="434410"/>
                  </a:lnTo>
                  <a:close/>
                  <a:moveTo>
                    <a:pt x="656651" y="797086"/>
                  </a:moveTo>
                  <a:lnTo>
                    <a:pt x="689587" y="821532"/>
                  </a:lnTo>
                  <a:lnTo>
                    <a:pt x="645964" y="790788"/>
                  </a:lnTo>
                  <a:close/>
                  <a:moveTo>
                    <a:pt x="547470" y="765205"/>
                  </a:moveTo>
                  <a:lnTo>
                    <a:pt x="564782" y="798967"/>
                  </a:lnTo>
                  <a:lnTo>
                    <a:pt x="560701" y="761182"/>
                  </a:lnTo>
                  <a:close/>
                  <a:moveTo>
                    <a:pt x="516618" y="725185"/>
                  </a:moveTo>
                  <a:lnTo>
                    <a:pt x="555277" y="676097"/>
                  </a:lnTo>
                  <a:lnTo>
                    <a:pt x="508133" y="687336"/>
                  </a:lnTo>
                  <a:close/>
                  <a:moveTo>
                    <a:pt x="478029" y="684722"/>
                  </a:moveTo>
                  <a:lnTo>
                    <a:pt x="508133" y="687336"/>
                  </a:lnTo>
                  <a:lnTo>
                    <a:pt x="499127" y="649911"/>
                  </a:lnTo>
                  <a:close/>
                  <a:moveTo>
                    <a:pt x="470620" y="645998"/>
                  </a:moveTo>
                  <a:lnTo>
                    <a:pt x="499127" y="649911"/>
                  </a:lnTo>
                  <a:lnTo>
                    <a:pt x="496099" y="607625"/>
                  </a:lnTo>
                  <a:close/>
                  <a:moveTo>
                    <a:pt x="470620" y="645998"/>
                  </a:moveTo>
                  <a:lnTo>
                    <a:pt x="496099" y="607625"/>
                  </a:lnTo>
                  <a:lnTo>
                    <a:pt x="462874" y="607548"/>
                  </a:lnTo>
                  <a:close/>
                  <a:moveTo>
                    <a:pt x="462874" y="607548"/>
                  </a:moveTo>
                  <a:lnTo>
                    <a:pt x="496099" y="607625"/>
                  </a:lnTo>
                  <a:lnTo>
                    <a:pt x="485912" y="571160"/>
                  </a:lnTo>
                  <a:close/>
                  <a:moveTo>
                    <a:pt x="293668" y="434410"/>
                  </a:moveTo>
                  <a:lnTo>
                    <a:pt x="300296" y="432977"/>
                  </a:lnTo>
                  <a:lnTo>
                    <a:pt x="269151" y="432954"/>
                  </a:lnTo>
                  <a:close/>
                  <a:moveTo>
                    <a:pt x="871669" y="1028877"/>
                  </a:moveTo>
                  <a:lnTo>
                    <a:pt x="870736" y="1074382"/>
                  </a:lnTo>
                  <a:lnTo>
                    <a:pt x="897611" y="1075116"/>
                  </a:lnTo>
                  <a:close/>
                  <a:moveTo>
                    <a:pt x="876812" y="1024878"/>
                  </a:moveTo>
                  <a:lnTo>
                    <a:pt x="871669" y="1028877"/>
                  </a:lnTo>
                  <a:lnTo>
                    <a:pt x="897611" y="1075116"/>
                  </a:lnTo>
                  <a:close/>
                  <a:moveTo>
                    <a:pt x="924105" y="1013335"/>
                  </a:moveTo>
                  <a:lnTo>
                    <a:pt x="933498" y="988040"/>
                  </a:lnTo>
                  <a:lnTo>
                    <a:pt x="911647" y="978716"/>
                  </a:lnTo>
                  <a:close/>
                  <a:moveTo>
                    <a:pt x="870285" y="985254"/>
                  </a:moveTo>
                  <a:lnTo>
                    <a:pt x="911647" y="978716"/>
                  </a:lnTo>
                  <a:lnTo>
                    <a:pt x="894644" y="947792"/>
                  </a:lnTo>
                  <a:close/>
                  <a:moveTo>
                    <a:pt x="865288" y="944570"/>
                  </a:moveTo>
                  <a:lnTo>
                    <a:pt x="894644" y="947792"/>
                  </a:lnTo>
                  <a:lnTo>
                    <a:pt x="883184" y="912362"/>
                  </a:lnTo>
                  <a:close/>
                  <a:moveTo>
                    <a:pt x="217921" y="85522"/>
                  </a:moveTo>
                  <a:lnTo>
                    <a:pt x="156568" y="76917"/>
                  </a:lnTo>
                  <a:lnTo>
                    <a:pt x="181236" y="72937"/>
                  </a:lnTo>
                  <a:close/>
                  <a:moveTo>
                    <a:pt x="713877" y="603390"/>
                  </a:moveTo>
                  <a:lnTo>
                    <a:pt x="702961" y="557034"/>
                  </a:lnTo>
                  <a:lnTo>
                    <a:pt x="707111" y="549452"/>
                  </a:lnTo>
                  <a:close/>
                  <a:moveTo>
                    <a:pt x="623386" y="529880"/>
                  </a:moveTo>
                  <a:lnTo>
                    <a:pt x="640720" y="545108"/>
                  </a:lnTo>
                  <a:lnTo>
                    <a:pt x="648185" y="520500"/>
                  </a:lnTo>
                  <a:close/>
                  <a:moveTo>
                    <a:pt x="574644" y="493125"/>
                  </a:moveTo>
                  <a:lnTo>
                    <a:pt x="577029" y="459925"/>
                  </a:lnTo>
                  <a:lnTo>
                    <a:pt x="593388" y="439187"/>
                  </a:lnTo>
                  <a:close/>
                  <a:moveTo>
                    <a:pt x="488970" y="351472"/>
                  </a:moveTo>
                  <a:lnTo>
                    <a:pt x="459752" y="366806"/>
                  </a:lnTo>
                  <a:lnTo>
                    <a:pt x="511092" y="337973"/>
                  </a:lnTo>
                  <a:close/>
                  <a:moveTo>
                    <a:pt x="747358" y="538797"/>
                  </a:moveTo>
                  <a:lnTo>
                    <a:pt x="707111" y="549452"/>
                  </a:lnTo>
                  <a:lnTo>
                    <a:pt x="765195" y="568932"/>
                  </a:lnTo>
                  <a:close/>
                  <a:moveTo>
                    <a:pt x="765195" y="568932"/>
                  </a:moveTo>
                  <a:lnTo>
                    <a:pt x="702961" y="557034"/>
                  </a:lnTo>
                  <a:lnTo>
                    <a:pt x="725778" y="546135"/>
                  </a:lnTo>
                  <a:close/>
                  <a:moveTo>
                    <a:pt x="612320" y="433075"/>
                  </a:moveTo>
                  <a:lnTo>
                    <a:pt x="646099" y="469012"/>
                  </a:lnTo>
                  <a:lnTo>
                    <a:pt x="644613" y="433910"/>
                  </a:lnTo>
                  <a:close/>
                  <a:moveTo>
                    <a:pt x="612320" y="433075"/>
                  </a:moveTo>
                  <a:lnTo>
                    <a:pt x="644613" y="433910"/>
                  </a:lnTo>
                  <a:lnTo>
                    <a:pt x="634441" y="425424"/>
                  </a:lnTo>
                  <a:close/>
                  <a:moveTo>
                    <a:pt x="469934" y="243832"/>
                  </a:moveTo>
                  <a:lnTo>
                    <a:pt x="480331" y="251332"/>
                  </a:lnTo>
                  <a:lnTo>
                    <a:pt x="512386" y="246604"/>
                  </a:lnTo>
                  <a:close/>
                  <a:moveTo>
                    <a:pt x="531158" y="248234"/>
                  </a:moveTo>
                  <a:lnTo>
                    <a:pt x="503975" y="243246"/>
                  </a:lnTo>
                  <a:lnTo>
                    <a:pt x="547642" y="253844"/>
                  </a:lnTo>
                  <a:close/>
                  <a:moveTo>
                    <a:pt x="503975" y="243246"/>
                  </a:moveTo>
                  <a:lnTo>
                    <a:pt x="512386" y="246604"/>
                  </a:lnTo>
                  <a:lnTo>
                    <a:pt x="547642" y="253844"/>
                  </a:lnTo>
                  <a:close/>
                  <a:moveTo>
                    <a:pt x="428717" y="181902"/>
                  </a:moveTo>
                  <a:lnTo>
                    <a:pt x="460211" y="206990"/>
                  </a:lnTo>
                  <a:lnTo>
                    <a:pt x="427447" y="178181"/>
                  </a:lnTo>
                  <a:close/>
                  <a:moveTo>
                    <a:pt x="418681" y="168917"/>
                  </a:moveTo>
                  <a:lnTo>
                    <a:pt x="428717" y="181902"/>
                  </a:lnTo>
                  <a:lnTo>
                    <a:pt x="427447" y="178181"/>
                  </a:lnTo>
                  <a:close/>
                  <a:moveTo>
                    <a:pt x="432805" y="139776"/>
                  </a:moveTo>
                  <a:lnTo>
                    <a:pt x="431941" y="166617"/>
                  </a:lnTo>
                  <a:lnTo>
                    <a:pt x="420651" y="152774"/>
                  </a:lnTo>
                  <a:close/>
                  <a:moveTo>
                    <a:pt x="420651" y="152774"/>
                  </a:moveTo>
                  <a:lnTo>
                    <a:pt x="431941" y="166617"/>
                  </a:lnTo>
                  <a:lnTo>
                    <a:pt x="418681" y="168917"/>
                  </a:lnTo>
                  <a:close/>
                  <a:moveTo>
                    <a:pt x="363420" y="63372"/>
                  </a:moveTo>
                  <a:lnTo>
                    <a:pt x="352792" y="54454"/>
                  </a:lnTo>
                  <a:lnTo>
                    <a:pt x="352508" y="106133"/>
                  </a:lnTo>
                  <a:close/>
                  <a:moveTo>
                    <a:pt x="352508" y="106133"/>
                  </a:moveTo>
                  <a:lnTo>
                    <a:pt x="352792" y="54454"/>
                  </a:lnTo>
                  <a:lnTo>
                    <a:pt x="308574" y="70015"/>
                  </a:lnTo>
                  <a:close/>
                  <a:moveTo>
                    <a:pt x="352508" y="106133"/>
                  </a:moveTo>
                  <a:lnTo>
                    <a:pt x="308574" y="70015"/>
                  </a:lnTo>
                  <a:lnTo>
                    <a:pt x="321853" y="103967"/>
                  </a:lnTo>
                  <a:close/>
                  <a:moveTo>
                    <a:pt x="566801" y="229267"/>
                  </a:moveTo>
                  <a:lnTo>
                    <a:pt x="547642" y="253844"/>
                  </a:lnTo>
                  <a:lnTo>
                    <a:pt x="512386" y="246604"/>
                  </a:lnTo>
                  <a:close/>
                  <a:moveTo>
                    <a:pt x="392060" y="37270"/>
                  </a:moveTo>
                  <a:lnTo>
                    <a:pt x="363420" y="63372"/>
                  </a:lnTo>
                  <a:lnTo>
                    <a:pt x="389313" y="91209"/>
                  </a:lnTo>
                  <a:close/>
                  <a:moveTo>
                    <a:pt x="556945" y="0"/>
                  </a:moveTo>
                  <a:lnTo>
                    <a:pt x="558954" y="2903"/>
                  </a:lnTo>
                  <a:lnTo>
                    <a:pt x="559285" y="1633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25" name="Input_density__124">
              <a:extLst>
                <a:ext uri="{FF2B5EF4-FFF2-40B4-BE49-F238E27FC236}">
                  <a16:creationId xmlns:a16="http://schemas.microsoft.com/office/drawing/2014/main" id="{0EA414B9-EBEF-181B-D870-8FE1663B23A7}"/>
                </a:ext>
              </a:extLst>
            </p:cNvPr>
            <p:cNvSpPr>
              <a:spLocks noGrp="1"/>
            </p:cNvSpPr>
            <p:nvPr/>
          </p:nvSpPr>
          <p:spPr>
            <a:xfrm>
              <a:off x="890677" y="1562114"/>
              <a:ext cx="926865" cy="1389519"/>
            </a:xfrm>
            <a:custGeom>
              <a:avLst/>
              <a:gdLst/>
              <a:ahLst/>
              <a:cxnLst/>
              <a:rect l="0" t="0" r="0" b="0"/>
              <a:pathLst>
                <a:path w="926865" h="1389519">
                  <a:moveTo>
                    <a:pt x="298766" y="1352764"/>
                  </a:moveTo>
                  <a:lnTo>
                    <a:pt x="315249" y="1389519"/>
                  </a:lnTo>
                  <a:lnTo>
                    <a:pt x="358327" y="1372335"/>
                  </a:lnTo>
                  <a:close/>
                  <a:moveTo>
                    <a:pt x="298766" y="1352764"/>
                  </a:moveTo>
                  <a:lnTo>
                    <a:pt x="358327" y="1372335"/>
                  </a:lnTo>
                  <a:lnTo>
                    <a:pt x="351474" y="1335580"/>
                  </a:lnTo>
                  <a:close/>
                  <a:moveTo>
                    <a:pt x="351474" y="1335580"/>
                  </a:moveTo>
                  <a:lnTo>
                    <a:pt x="364070" y="1370866"/>
                  </a:lnTo>
                  <a:lnTo>
                    <a:pt x="353028" y="1335095"/>
                  </a:lnTo>
                  <a:close/>
                  <a:moveTo>
                    <a:pt x="351474" y="1335580"/>
                  </a:moveTo>
                  <a:lnTo>
                    <a:pt x="358327" y="1372335"/>
                  </a:lnTo>
                  <a:lnTo>
                    <a:pt x="364070" y="1370866"/>
                  </a:lnTo>
                  <a:close/>
                  <a:moveTo>
                    <a:pt x="349526" y="1324718"/>
                  </a:moveTo>
                  <a:lnTo>
                    <a:pt x="351474" y="1335580"/>
                  </a:lnTo>
                  <a:lnTo>
                    <a:pt x="353028" y="1335095"/>
                  </a:lnTo>
                  <a:close/>
                  <a:moveTo>
                    <a:pt x="34160" y="749889"/>
                  </a:moveTo>
                  <a:lnTo>
                    <a:pt x="54364" y="732705"/>
                  </a:lnTo>
                  <a:lnTo>
                    <a:pt x="28489" y="713134"/>
                  </a:lnTo>
                  <a:close/>
                  <a:moveTo>
                    <a:pt x="546395" y="1230092"/>
                  </a:moveTo>
                  <a:lnTo>
                    <a:pt x="515234" y="1247275"/>
                  </a:lnTo>
                  <a:lnTo>
                    <a:pt x="561193" y="1266847"/>
                  </a:lnTo>
                  <a:close/>
                  <a:moveTo>
                    <a:pt x="546395" y="1230092"/>
                  </a:moveTo>
                  <a:lnTo>
                    <a:pt x="555574" y="1211958"/>
                  </a:lnTo>
                  <a:lnTo>
                    <a:pt x="498167" y="1210520"/>
                  </a:lnTo>
                  <a:close/>
                  <a:moveTo>
                    <a:pt x="515234" y="1247275"/>
                  </a:moveTo>
                  <a:lnTo>
                    <a:pt x="546395" y="1230092"/>
                  </a:lnTo>
                  <a:lnTo>
                    <a:pt x="498167" y="1210520"/>
                  </a:lnTo>
                  <a:close/>
                  <a:moveTo>
                    <a:pt x="546395" y="1230092"/>
                  </a:moveTo>
                  <a:lnTo>
                    <a:pt x="584880" y="1254957"/>
                  </a:lnTo>
                  <a:lnTo>
                    <a:pt x="579674" y="1214442"/>
                  </a:lnTo>
                  <a:close/>
                  <a:moveTo>
                    <a:pt x="546395" y="1230092"/>
                  </a:moveTo>
                  <a:lnTo>
                    <a:pt x="561193" y="1266847"/>
                  </a:lnTo>
                  <a:lnTo>
                    <a:pt x="584880" y="1254957"/>
                  </a:lnTo>
                  <a:close/>
                  <a:moveTo>
                    <a:pt x="555574" y="1211958"/>
                  </a:moveTo>
                  <a:lnTo>
                    <a:pt x="546395" y="1230092"/>
                  </a:lnTo>
                  <a:lnTo>
                    <a:pt x="579674" y="1214442"/>
                  </a:lnTo>
                  <a:close/>
                  <a:moveTo>
                    <a:pt x="612100" y="1202516"/>
                  </a:moveTo>
                  <a:lnTo>
                    <a:pt x="604050" y="1221713"/>
                  </a:lnTo>
                  <a:lnTo>
                    <a:pt x="585987" y="1212909"/>
                  </a:lnTo>
                  <a:close/>
                  <a:moveTo>
                    <a:pt x="579674" y="1214442"/>
                  </a:moveTo>
                  <a:lnTo>
                    <a:pt x="581137" y="1230092"/>
                  </a:lnTo>
                  <a:lnTo>
                    <a:pt x="555574" y="1211958"/>
                  </a:lnTo>
                  <a:close/>
                  <a:moveTo>
                    <a:pt x="604050" y="1221713"/>
                  </a:moveTo>
                  <a:lnTo>
                    <a:pt x="612100" y="1202516"/>
                  </a:lnTo>
                  <a:lnTo>
                    <a:pt x="598458" y="1230092"/>
                  </a:lnTo>
                  <a:close/>
                  <a:moveTo>
                    <a:pt x="598458" y="1230092"/>
                  </a:moveTo>
                  <a:lnTo>
                    <a:pt x="612100" y="1202516"/>
                  </a:lnTo>
                  <a:lnTo>
                    <a:pt x="618366" y="1176154"/>
                  </a:lnTo>
                  <a:close/>
                  <a:moveTo>
                    <a:pt x="639962" y="1237264"/>
                  </a:moveTo>
                  <a:lnTo>
                    <a:pt x="677271" y="1225396"/>
                  </a:lnTo>
                  <a:lnTo>
                    <a:pt x="654733" y="1207597"/>
                  </a:lnTo>
                  <a:close/>
                  <a:moveTo>
                    <a:pt x="639962" y="1237264"/>
                  </a:moveTo>
                  <a:lnTo>
                    <a:pt x="654733" y="1207597"/>
                  </a:lnTo>
                  <a:lnTo>
                    <a:pt x="620921" y="1207997"/>
                  </a:lnTo>
                  <a:close/>
                  <a:moveTo>
                    <a:pt x="612100" y="1202516"/>
                  </a:moveTo>
                  <a:lnTo>
                    <a:pt x="585987" y="1212909"/>
                  </a:lnTo>
                  <a:lnTo>
                    <a:pt x="620921" y="1207997"/>
                  </a:lnTo>
                  <a:close/>
                  <a:moveTo>
                    <a:pt x="620921" y="1207997"/>
                  </a:moveTo>
                  <a:lnTo>
                    <a:pt x="618366" y="1176154"/>
                  </a:lnTo>
                  <a:lnTo>
                    <a:pt x="612100" y="1202516"/>
                  </a:lnTo>
                  <a:close/>
                  <a:moveTo>
                    <a:pt x="654733" y="1207597"/>
                  </a:moveTo>
                  <a:lnTo>
                    <a:pt x="677271" y="1225396"/>
                  </a:lnTo>
                  <a:lnTo>
                    <a:pt x="705694" y="1207089"/>
                  </a:lnTo>
                  <a:close/>
                  <a:moveTo>
                    <a:pt x="562675" y="1048705"/>
                  </a:moveTo>
                  <a:lnTo>
                    <a:pt x="551672" y="1101161"/>
                  </a:lnTo>
                  <a:lnTo>
                    <a:pt x="563968" y="1050926"/>
                  </a:lnTo>
                  <a:close/>
                  <a:moveTo>
                    <a:pt x="562675" y="1048705"/>
                  </a:moveTo>
                  <a:lnTo>
                    <a:pt x="562003" y="1043581"/>
                  </a:lnTo>
                  <a:lnTo>
                    <a:pt x="525307" y="1029134"/>
                  </a:lnTo>
                  <a:close/>
                  <a:moveTo>
                    <a:pt x="528733" y="1065889"/>
                  </a:moveTo>
                  <a:lnTo>
                    <a:pt x="562675" y="1048705"/>
                  </a:lnTo>
                  <a:lnTo>
                    <a:pt x="525307" y="1029134"/>
                  </a:lnTo>
                  <a:close/>
                  <a:moveTo>
                    <a:pt x="546537" y="1017646"/>
                  </a:moveTo>
                  <a:lnTo>
                    <a:pt x="562003" y="1043581"/>
                  </a:lnTo>
                  <a:lnTo>
                    <a:pt x="563139" y="1011950"/>
                  </a:lnTo>
                  <a:close/>
                  <a:moveTo>
                    <a:pt x="288380" y="768007"/>
                  </a:moveTo>
                  <a:lnTo>
                    <a:pt x="294695" y="754666"/>
                  </a:lnTo>
                  <a:lnTo>
                    <a:pt x="281531" y="771849"/>
                  </a:lnTo>
                  <a:close/>
                  <a:moveTo>
                    <a:pt x="681216" y="1230813"/>
                  </a:moveTo>
                  <a:lnTo>
                    <a:pt x="705694" y="1207089"/>
                  </a:lnTo>
                  <a:lnTo>
                    <a:pt x="677271" y="1225396"/>
                  </a:lnTo>
                  <a:close/>
                  <a:moveTo>
                    <a:pt x="681216" y="1230813"/>
                  </a:moveTo>
                  <a:lnTo>
                    <a:pt x="729816" y="1218391"/>
                  </a:lnTo>
                  <a:lnTo>
                    <a:pt x="705694" y="1207089"/>
                  </a:lnTo>
                  <a:close/>
                  <a:moveTo>
                    <a:pt x="765563" y="1210143"/>
                  </a:moveTo>
                  <a:lnTo>
                    <a:pt x="729816" y="1218391"/>
                  </a:lnTo>
                  <a:lnTo>
                    <a:pt x="743594" y="1215297"/>
                  </a:lnTo>
                  <a:close/>
                  <a:moveTo>
                    <a:pt x="705694" y="1207089"/>
                  </a:moveTo>
                  <a:lnTo>
                    <a:pt x="729816" y="1218391"/>
                  </a:lnTo>
                  <a:lnTo>
                    <a:pt x="765563" y="1210143"/>
                  </a:lnTo>
                  <a:close/>
                  <a:moveTo>
                    <a:pt x="562675" y="1048705"/>
                  </a:moveTo>
                  <a:lnTo>
                    <a:pt x="563968" y="1050926"/>
                  </a:lnTo>
                  <a:lnTo>
                    <a:pt x="564681" y="1047643"/>
                  </a:lnTo>
                  <a:close/>
                  <a:moveTo>
                    <a:pt x="562003" y="1043581"/>
                  </a:moveTo>
                  <a:lnTo>
                    <a:pt x="562675" y="1048705"/>
                  </a:lnTo>
                  <a:lnTo>
                    <a:pt x="564681" y="1047643"/>
                  </a:lnTo>
                  <a:close/>
                  <a:moveTo>
                    <a:pt x="562003" y="1043581"/>
                  </a:moveTo>
                  <a:lnTo>
                    <a:pt x="564681" y="1047643"/>
                  </a:lnTo>
                  <a:lnTo>
                    <a:pt x="563139" y="1011950"/>
                  </a:lnTo>
                  <a:close/>
                  <a:moveTo>
                    <a:pt x="630336" y="982071"/>
                  </a:moveTo>
                  <a:lnTo>
                    <a:pt x="620373" y="984707"/>
                  </a:lnTo>
                  <a:lnTo>
                    <a:pt x="584278" y="994767"/>
                  </a:lnTo>
                  <a:close/>
                  <a:moveTo>
                    <a:pt x="620373" y="984707"/>
                  </a:moveTo>
                  <a:lnTo>
                    <a:pt x="631592" y="977584"/>
                  </a:lnTo>
                  <a:lnTo>
                    <a:pt x="656302" y="954580"/>
                  </a:lnTo>
                  <a:close/>
                  <a:moveTo>
                    <a:pt x="620373" y="984707"/>
                  </a:moveTo>
                  <a:lnTo>
                    <a:pt x="630336" y="982071"/>
                  </a:lnTo>
                  <a:lnTo>
                    <a:pt x="631592" y="977584"/>
                  </a:lnTo>
                  <a:close/>
                  <a:moveTo>
                    <a:pt x="519027" y="884502"/>
                  </a:moveTo>
                  <a:lnTo>
                    <a:pt x="552992" y="904074"/>
                  </a:lnTo>
                  <a:lnTo>
                    <a:pt x="544780" y="867319"/>
                  </a:lnTo>
                  <a:close/>
                  <a:moveTo>
                    <a:pt x="522612" y="847747"/>
                  </a:moveTo>
                  <a:lnTo>
                    <a:pt x="519027" y="884502"/>
                  </a:lnTo>
                  <a:lnTo>
                    <a:pt x="544780" y="867319"/>
                  </a:lnTo>
                  <a:close/>
                  <a:moveTo>
                    <a:pt x="522612" y="847747"/>
                  </a:moveTo>
                  <a:lnTo>
                    <a:pt x="544780" y="867319"/>
                  </a:lnTo>
                  <a:lnTo>
                    <a:pt x="548434" y="830564"/>
                  </a:lnTo>
                  <a:close/>
                  <a:moveTo>
                    <a:pt x="254013" y="499769"/>
                  </a:moveTo>
                  <a:lnTo>
                    <a:pt x="226584" y="506433"/>
                  </a:lnTo>
                  <a:lnTo>
                    <a:pt x="233582" y="545490"/>
                  </a:lnTo>
                  <a:close/>
                  <a:moveTo>
                    <a:pt x="265371" y="489566"/>
                  </a:moveTo>
                  <a:lnTo>
                    <a:pt x="226584" y="506433"/>
                  </a:lnTo>
                  <a:lnTo>
                    <a:pt x="254013" y="499769"/>
                  </a:lnTo>
                  <a:close/>
                  <a:moveTo>
                    <a:pt x="0" y="259667"/>
                  </a:moveTo>
                  <a:lnTo>
                    <a:pt x="5181" y="296422"/>
                  </a:lnTo>
                  <a:lnTo>
                    <a:pt x="22492" y="242484"/>
                  </a:lnTo>
                  <a:close/>
                  <a:moveTo>
                    <a:pt x="28031" y="225072"/>
                  </a:moveTo>
                  <a:lnTo>
                    <a:pt x="0" y="259667"/>
                  </a:lnTo>
                  <a:lnTo>
                    <a:pt x="22492" y="242484"/>
                  </a:lnTo>
                  <a:close/>
                  <a:moveTo>
                    <a:pt x="819212" y="1124604"/>
                  </a:moveTo>
                  <a:lnTo>
                    <a:pt x="818933" y="1155370"/>
                  </a:lnTo>
                  <a:lnTo>
                    <a:pt x="861976" y="1129048"/>
                  </a:lnTo>
                  <a:close/>
                  <a:moveTo>
                    <a:pt x="861976" y="1129048"/>
                  </a:moveTo>
                  <a:lnTo>
                    <a:pt x="818933" y="1155370"/>
                  </a:lnTo>
                  <a:lnTo>
                    <a:pt x="828995" y="1130312"/>
                  </a:lnTo>
                  <a:close/>
                  <a:moveTo>
                    <a:pt x="861976" y="1129048"/>
                  </a:moveTo>
                  <a:lnTo>
                    <a:pt x="848696" y="1113514"/>
                  </a:lnTo>
                  <a:lnTo>
                    <a:pt x="819212" y="1124604"/>
                  </a:lnTo>
                  <a:close/>
                  <a:moveTo>
                    <a:pt x="848696" y="1113514"/>
                  </a:moveTo>
                  <a:lnTo>
                    <a:pt x="861976" y="1129048"/>
                  </a:lnTo>
                  <a:lnTo>
                    <a:pt x="867308" y="1107420"/>
                  </a:lnTo>
                  <a:close/>
                  <a:moveTo>
                    <a:pt x="548434" y="830564"/>
                  </a:moveTo>
                  <a:lnTo>
                    <a:pt x="580082" y="856133"/>
                  </a:lnTo>
                  <a:lnTo>
                    <a:pt x="561144" y="826783"/>
                  </a:lnTo>
                  <a:close/>
                  <a:moveTo>
                    <a:pt x="548434" y="830564"/>
                  </a:moveTo>
                  <a:lnTo>
                    <a:pt x="544780" y="867319"/>
                  </a:lnTo>
                  <a:lnTo>
                    <a:pt x="580082" y="856133"/>
                  </a:lnTo>
                  <a:close/>
                  <a:moveTo>
                    <a:pt x="452181" y="689712"/>
                  </a:moveTo>
                  <a:lnTo>
                    <a:pt x="472720" y="670293"/>
                  </a:lnTo>
                  <a:lnTo>
                    <a:pt x="452128" y="683544"/>
                  </a:lnTo>
                  <a:close/>
                  <a:moveTo>
                    <a:pt x="472720" y="670293"/>
                  </a:moveTo>
                  <a:lnTo>
                    <a:pt x="475389" y="666360"/>
                  </a:lnTo>
                  <a:lnTo>
                    <a:pt x="452128" y="683544"/>
                  </a:lnTo>
                  <a:close/>
                  <a:moveTo>
                    <a:pt x="456143" y="646789"/>
                  </a:moveTo>
                  <a:lnTo>
                    <a:pt x="452128" y="683544"/>
                  </a:lnTo>
                  <a:lnTo>
                    <a:pt x="475389" y="666360"/>
                  </a:lnTo>
                  <a:close/>
                  <a:moveTo>
                    <a:pt x="456143" y="646789"/>
                  </a:moveTo>
                  <a:lnTo>
                    <a:pt x="475389" y="666360"/>
                  </a:lnTo>
                  <a:lnTo>
                    <a:pt x="481474" y="629605"/>
                  </a:lnTo>
                  <a:close/>
                  <a:moveTo>
                    <a:pt x="254013" y="499769"/>
                  </a:moveTo>
                  <a:lnTo>
                    <a:pt x="290263" y="526497"/>
                  </a:lnTo>
                  <a:lnTo>
                    <a:pt x="272473" y="496213"/>
                  </a:lnTo>
                  <a:close/>
                  <a:moveTo>
                    <a:pt x="327820" y="523053"/>
                  </a:moveTo>
                  <a:lnTo>
                    <a:pt x="319875" y="482586"/>
                  </a:lnTo>
                  <a:lnTo>
                    <a:pt x="272473" y="496213"/>
                  </a:lnTo>
                  <a:close/>
                  <a:moveTo>
                    <a:pt x="265371" y="489566"/>
                  </a:moveTo>
                  <a:lnTo>
                    <a:pt x="254013" y="499769"/>
                  </a:lnTo>
                  <a:lnTo>
                    <a:pt x="272473" y="496213"/>
                  </a:lnTo>
                  <a:close/>
                  <a:moveTo>
                    <a:pt x="265371" y="489566"/>
                  </a:moveTo>
                  <a:lnTo>
                    <a:pt x="272473" y="496213"/>
                  </a:lnTo>
                  <a:lnTo>
                    <a:pt x="272438" y="463014"/>
                  </a:lnTo>
                  <a:close/>
                  <a:moveTo>
                    <a:pt x="272438" y="463014"/>
                  </a:moveTo>
                  <a:lnTo>
                    <a:pt x="272473" y="496213"/>
                  </a:lnTo>
                  <a:lnTo>
                    <a:pt x="319875" y="482586"/>
                  </a:lnTo>
                  <a:close/>
                  <a:moveTo>
                    <a:pt x="272438" y="463014"/>
                  </a:moveTo>
                  <a:lnTo>
                    <a:pt x="319875" y="482586"/>
                  </a:lnTo>
                  <a:lnTo>
                    <a:pt x="310882" y="445830"/>
                  </a:lnTo>
                  <a:close/>
                  <a:moveTo>
                    <a:pt x="312024" y="443209"/>
                  </a:moveTo>
                  <a:lnTo>
                    <a:pt x="272438" y="463014"/>
                  </a:lnTo>
                  <a:lnTo>
                    <a:pt x="310882" y="445830"/>
                  </a:lnTo>
                  <a:close/>
                  <a:moveTo>
                    <a:pt x="861976" y="1129048"/>
                  </a:moveTo>
                  <a:lnTo>
                    <a:pt x="881283" y="1131769"/>
                  </a:lnTo>
                  <a:lnTo>
                    <a:pt x="867308" y="1107420"/>
                  </a:lnTo>
                  <a:close/>
                  <a:moveTo>
                    <a:pt x="867308" y="1107420"/>
                  </a:moveTo>
                  <a:lnTo>
                    <a:pt x="881283" y="1131769"/>
                  </a:lnTo>
                  <a:lnTo>
                    <a:pt x="908784" y="1126992"/>
                  </a:lnTo>
                  <a:close/>
                  <a:moveTo>
                    <a:pt x="867308" y="1107420"/>
                  </a:moveTo>
                  <a:lnTo>
                    <a:pt x="908784" y="1126992"/>
                  </a:lnTo>
                  <a:lnTo>
                    <a:pt x="909732" y="1090237"/>
                  </a:lnTo>
                  <a:close/>
                  <a:moveTo>
                    <a:pt x="796823" y="994356"/>
                  </a:moveTo>
                  <a:lnTo>
                    <a:pt x="800394" y="1023377"/>
                  </a:lnTo>
                  <a:lnTo>
                    <a:pt x="841676" y="979972"/>
                  </a:lnTo>
                  <a:close/>
                  <a:moveTo>
                    <a:pt x="841676" y="979972"/>
                  </a:moveTo>
                  <a:lnTo>
                    <a:pt x="800394" y="1023377"/>
                  </a:lnTo>
                  <a:lnTo>
                    <a:pt x="806305" y="1033910"/>
                  </a:lnTo>
                  <a:close/>
                  <a:moveTo>
                    <a:pt x="841676" y="979972"/>
                  </a:moveTo>
                  <a:lnTo>
                    <a:pt x="806305" y="1033910"/>
                  </a:lnTo>
                  <a:lnTo>
                    <a:pt x="847525" y="1016727"/>
                  </a:lnTo>
                  <a:close/>
                  <a:moveTo>
                    <a:pt x="784731" y="997155"/>
                  </a:moveTo>
                  <a:lnTo>
                    <a:pt x="800394" y="1023377"/>
                  </a:lnTo>
                  <a:lnTo>
                    <a:pt x="796823" y="994356"/>
                  </a:lnTo>
                  <a:close/>
                  <a:moveTo>
                    <a:pt x="319875" y="482586"/>
                  </a:moveTo>
                  <a:lnTo>
                    <a:pt x="324347" y="481129"/>
                  </a:lnTo>
                  <a:lnTo>
                    <a:pt x="310882" y="445830"/>
                  </a:lnTo>
                  <a:close/>
                  <a:moveTo>
                    <a:pt x="909732" y="1090237"/>
                  </a:moveTo>
                  <a:lnTo>
                    <a:pt x="926865" y="1077052"/>
                  </a:lnTo>
                  <a:lnTo>
                    <a:pt x="916828" y="1036298"/>
                  </a:lnTo>
                  <a:close/>
                  <a:moveTo>
                    <a:pt x="865748" y="1010156"/>
                  </a:moveTo>
                  <a:lnTo>
                    <a:pt x="863385" y="1038106"/>
                  </a:lnTo>
                  <a:lnTo>
                    <a:pt x="899393" y="999543"/>
                  </a:lnTo>
                  <a:close/>
                  <a:moveTo>
                    <a:pt x="847525" y="1016727"/>
                  </a:moveTo>
                  <a:lnTo>
                    <a:pt x="863385" y="1038106"/>
                  </a:lnTo>
                  <a:lnTo>
                    <a:pt x="865748" y="1010156"/>
                  </a:lnTo>
                  <a:close/>
                  <a:moveTo>
                    <a:pt x="841676" y="979972"/>
                  </a:moveTo>
                  <a:lnTo>
                    <a:pt x="865748" y="1010156"/>
                  </a:lnTo>
                  <a:lnTo>
                    <a:pt x="852215" y="976412"/>
                  </a:lnTo>
                  <a:close/>
                  <a:moveTo>
                    <a:pt x="841676" y="979972"/>
                  </a:moveTo>
                  <a:lnTo>
                    <a:pt x="847525" y="1016727"/>
                  </a:lnTo>
                  <a:lnTo>
                    <a:pt x="865748" y="1010156"/>
                  </a:lnTo>
                  <a:close/>
                  <a:moveTo>
                    <a:pt x="899393" y="999543"/>
                  </a:moveTo>
                  <a:lnTo>
                    <a:pt x="893619" y="962788"/>
                  </a:lnTo>
                  <a:lnTo>
                    <a:pt x="865748" y="1010156"/>
                  </a:lnTo>
                  <a:close/>
                  <a:moveTo>
                    <a:pt x="893619" y="962788"/>
                  </a:moveTo>
                  <a:lnTo>
                    <a:pt x="852215" y="976412"/>
                  </a:lnTo>
                  <a:lnTo>
                    <a:pt x="865748" y="1010156"/>
                  </a:lnTo>
                  <a:close/>
                  <a:moveTo>
                    <a:pt x="827563" y="943217"/>
                  </a:moveTo>
                  <a:lnTo>
                    <a:pt x="852215" y="976412"/>
                  </a:lnTo>
                  <a:lnTo>
                    <a:pt x="846003" y="936715"/>
                  </a:lnTo>
                  <a:close/>
                  <a:moveTo>
                    <a:pt x="827563" y="943217"/>
                  </a:moveTo>
                  <a:lnTo>
                    <a:pt x="841676" y="979972"/>
                  </a:lnTo>
                  <a:lnTo>
                    <a:pt x="852215" y="976412"/>
                  </a:lnTo>
                  <a:close/>
                  <a:moveTo>
                    <a:pt x="893619" y="962788"/>
                  </a:moveTo>
                  <a:lnTo>
                    <a:pt x="894831" y="934893"/>
                  </a:lnTo>
                  <a:lnTo>
                    <a:pt x="852215" y="976412"/>
                  </a:lnTo>
                  <a:close/>
                  <a:moveTo>
                    <a:pt x="899393" y="999543"/>
                  </a:moveTo>
                  <a:lnTo>
                    <a:pt x="925482" y="1033430"/>
                  </a:lnTo>
                  <a:lnTo>
                    <a:pt x="920485" y="992745"/>
                  </a:lnTo>
                  <a:close/>
                  <a:moveTo>
                    <a:pt x="899393" y="999543"/>
                  </a:moveTo>
                  <a:lnTo>
                    <a:pt x="916828" y="1036298"/>
                  </a:lnTo>
                  <a:lnTo>
                    <a:pt x="925482" y="1033430"/>
                  </a:lnTo>
                  <a:close/>
                  <a:moveTo>
                    <a:pt x="893619" y="962788"/>
                  </a:moveTo>
                  <a:lnTo>
                    <a:pt x="920485" y="992745"/>
                  </a:lnTo>
                  <a:lnTo>
                    <a:pt x="907644" y="958438"/>
                  </a:lnTo>
                  <a:close/>
                  <a:moveTo>
                    <a:pt x="893619" y="962788"/>
                  </a:moveTo>
                  <a:lnTo>
                    <a:pt x="899393" y="999543"/>
                  </a:lnTo>
                  <a:lnTo>
                    <a:pt x="920485" y="992745"/>
                  </a:lnTo>
                  <a:close/>
                  <a:moveTo>
                    <a:pt x="894831" y="934893"/>
                  </a:moveTo>
                  <a:lnTo>
                    <a:pt x="893619" y="962788"/>
                  </a:lnTo>
                  <a:lnTo>
                    <a:pt x="907644" y="958438"/>
                  </a:lnTo>
                  <a:close/>
                  <a:moveTo>
                    <a:pt x="657237" y="477036"/>
                  </a:moveTo>
                  <a:lnTo>
                    <a:pt x="614912" y="504545"/>
                  </a:lnTo>
                  <a:lnTo>
                    <a:pt x="648585" y="487362"/>
                  </a:lnTo>
                  <a:close/>
                  <a:moveTo>
                    <a:pt x="514949" y="414981"/>
                  </a:moveTo>
                  <a:lnTo>
                    <a:pt x="510378" y="431035"/>
                  </a:lnTo>
                  <a:lnTo>
                    <a:pt x="532208" y="420494"/>
                  </a:lnTo>
                  <a:close/>
                  <a:moveTo>
                    <a:pt x="462781" y="270861"/>
                  </a:moveTo>
                  <a:lnTo>
                    <a:pt x="423439" y="284015"/>
                  </a:lnTo>
                  <a:lnTo>
                    <a:pt x="468885" y="271124"/>
                  </a:lnTo>
                  <a:close/>
                  <a:moveTo>
                    <a:pt x="462781" y="270861"/>
                  </a:moveTo>
                  <a:lnTo>
                    <a:pt x="468885" y="271124"/>
                  </a:lnTo>
                  <a:lnTo>
                    <a:pt x="472753" y="266832"/>
                  </a:lnTo>
                  <a:close/>
                  <a:moveTo>
                    <a:pt x="360984" y="116853"/>
                  </a:moveTo>
                  <a:lnTo>
                    <a:pt x="321861" y="125174"/>
                  </a:lnTo>
                  <a:lnTo>
                    <a:pt x="358108" y="119812"/>
                  </a:lnTo>
                  <a:close/>
                  <a:moveTo>
                    <a:pt x="300999" y="113362"/>
                  </a:moveTo>
                  <a:lnTo>
                    <a:pt x="321861" y="125174"/>
                  </a:lnTo>
                  <a:lnTo>
                    <a:pt x="360984" y="116853"/>
                  </a:lnTo>
                  <a:close/>
                  <a:moveTo>
                    <a:pt x="321861" y="125174"/>
                  </a:moveTo>
                  <a:lnTo>
                    <a:pt x="336853" y="151207"/>
                  </a:lnTo>
                  <a:lnTo>
                    <a:pt x="358108" y="119812"/>
                  </a:lnTo>
                  <a:close/>
                  <a:moveTo>
                    <a:pt x="802555" y="586972"/>
                  </a:moveTo>
                  <a:lnTo>
                    <a:pt x="753146" y="586472"/>
                  </a:lnTo>
                  <a:lnTo>
                    <a:pt x="762308" y="597627"/>
                  </a:lnTo>
                  <a:close/>
                  <a:moveTo>
                    <a:pt x="733644" y="560872"/>
                  </a:moveTo>
                  <a:lnTo>
                    <a:pt x="753146" y="586472"/>
                  </a:lnTo>
                  <a:lnTo>
                    <a:pt x="753139" y="555311"/>
                  </a:lnTo>
                  <a:close/>
                  <a:moveTo>
                    <a:pt x="657237" y="477036"/>
                  </a:moveTo>
                  <a:lnTo>
                    <a:pt x="648585" y="487362"/>
                  </a:lnTo>
                  <a:lnTo>
                    <a:pt x="667517" y="481250"/>
                  </a:lnTo>
                  <a:close/>
                  <a:moveTo>
                    <a:pt x="495201" y="289251"/>
                  </a:moveTo>
                  <a:lnTo>
                    <a:pt x="472753" y="266832"/>
                  </a:lnTo>
                  <a:lnTo>
                    <a:pt x="468885" y="271124"/>
                  </a:lnTo>
                  <a:close/>
                  <a:moveTo>
                    <a:pt x="363771" y="118190"/>
                  </a:moveTo>
                  <a:lnTo>
                    <a:pt x="358108" y="119812"/>
                  </a:lnTo>
                  <a:lnTo>
                    <a:pt x="339661" y="155450"/>
                  </a:lnTo>
                  <a:close/>
                  <a:moveTo>
                    <a:pt x="360984" y="116853"/>
                  </a:moveTo>
                  <a:lnTo>
                    <a:pt x="358108" y="119812"/>
                  </a:lnTo>
                  <a:lnTo>
                    <a:pt x="363771" y="118190"/>
                  </a:lnTo>
                  <a:close/>
                  <a:moveTo>
                    <a:pt x="360984" y="116853"/>
                  </a:moveTo>
                  <a:lnTo>
                    <a:pt x="363771" y="118190"/>
                  </a:lnTo>
                  <a:lnTo>
                    <a:pt x="368304" y="83057"/>
                  </a:lnTo>
                  <a:close/>
                  <a:moveTo>
                    <a:pt x="368304" y="83057"/>
                  </a:moveTo>
                  <a:lnTo>
                    <a:pt x="363771" y="118190"/>
                  </a:lnTo>
                  <a:lnTo>
                    <a:pt x="407989" y="102629"/>
                  </a:lnTo>
                  <a:close/>
                  <a:moveTo>
                    <a:pt x="368304" y="83057"/>
                  </a:moveTo>
                  <a:lnTo>
                    <a:pt x="407989" y="102629"/>
                  </a:lnTo>
                  <a:lnTo>
                    <a:pt x="389642" y="65874"/>
                  </a:lnTo>
                  <a:close/>
                  <a:moveTo>
                    <a:pt x="400796" y="44918"/>
                  </a:moveTo>
                  <a:lnTo>
                    <a:pt x="368304" y="83057"/>
                  </a:lnTo>
                  <a:lnTo>
                    <a:pt x="389642" y="65874"/>
                  </a:lnTo>
                  <a:close/>
                  <a:moveTo>
                    <a:pt x="389642" y="65874"/>
                  </a:moveTo>
                  <a:lnTo>
                    <a:pt x="407989" y="102629"/>
                  </a:lnTo>
                  <a:lnTo>
                    <a:pt x="411841" y="48690"/>
                  </a:lnTo>
                  <a:close/>
                  <a:moveTo>
                    <a:pt x="419433" y="18393"/>
                  </a:moveTo>
                  <a:lnTo>
                    <a:pt x="389642" y="65874"/>
                  </a:lnTo>
                  <a:lnTo>
                    <a:pt x="411841" y="48690"/>
                  </a:lnTo>
                  <a:close/>
                  <a:moveTo>
                    <a:pt x="419433" y="18393"/>
                  </a:moveTo>
                  <a:lnTo>
                    <a:pt x="400796" y="44918"/>
                  </a:lnTo>
                  <a:lnTo>
                    <a:pt x="389642" y="65874"/>
                  </a:lnTo>
                  <a:close/>
                  <a:moveTo>
                    <a:pt x="671663" y="242346"/>
                  </a:moveTo>
                  <a:lnTo>
                    <a:pt x="630794" y="269220"/>
                  </a:lnTo>
                  <a:lnTo>
                    <a:pt x="664020" y="252037"/>
                  </a:lnTo>
                  <a:close/>
                  <a:moveTo>
                    <a:pt x="419433" y="18393"/>
                  </a:moveTo>
                  <a:lnTo>
                    <a:pt x="440246" y="0"/>
                  </a:lnTo>
                  <a:lnTo>
                    <a:pt x="420957" y="11935"/>
                  </a:lnTo>
                  <a:close/>
                  <a:moveTo>
                    <a:pt x="671663" y="242346"/>
                  </a:moveTo>
                  <a:lnTo>
                    <a:pt x="680305" y="247118"/>
                  </a:lnTo>
                  <a:lnTo>
                    <a:pt x="721988" y="209719"/>
                  </a:lnTo>
                  <a:close/>
                  <a:moveTo>
                    <a:pt x="768120" y="161416"/>
                  </a:moveTo>
                  <a:lnTo>
                    <a:pt x="743228" y="164557"/>
                  </a:lnTo>
                  <a:lnTo>
                    <a:pt x="730331" y="198098"/>
                  </a:lnTo>
                  <a:close/>
                  <a:moveTo>
                    <a:pt x="743228" y="164557"/>
                  </a:moveTo>
                  <a:lnTo>
                    <a:pt x="768120" y="161416"/>
                  </a:lnTo>
                  <a:lnTo>
                    <a:pt x="744726" y="16134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26" name="Input_density__125">
              <a:extLst>
                <a:ext uri="{FF2B5EF4-FFF2-40B4-BE49-F238E27FC236}">
                  <a16:creationId xmlns:a16="http://schemas.microsoft.com/office/drawing/2014/main" id="{CA146CD4-BCE2-2D38-3D52-187A4D373AE5}"/>
                </a:ext>
              </a:extLst>
            </p:cNvPr>
            <p:cNvSpPr>
              <a:spLocks noGrp="1"/>
            </p:cNvSpPr>
            <p:nvPr/>
          </p:nvSpPr>
          <p:spPr>
            <a:xfrm>
              <a:off x="966123" y="1539776"/>
              <a:ext cx="926918" cy="1332257"/>
            </a:xfrm>
            <a:custGeom>
              <a:avLst/>
              <a:gdLst/>
              <a:ahLst/>
              <a:cxnLst/>
              <a:rect l="0" t="0" r="0" b="0"/>
              <a:pathLst>
                <a:path w="926918" h="1332257">
                  <a:moveTo>
                    <a:pt x="20557" y="1137388"/>
                  </a:moveTo>
                  <a:lnTo>
                    <a:pt x="34455" y="1170228"/>
                  </a:lnTo>
                  <a:lnTo>
                    <a:pt x="57930" y="1161788"/>
                  </a:lnTo>
                  <a:close/>
                  <a:moveTo>
                    <a:pt x="20557" y="1137388"/>
                  </a:moveTo>
                  <a:lnTo>
                    <a:pt x="0" y="1154571"/>
                  </a:lnTo>
                  <a:lnTo>
                    <a:pt x="34455" y="1170228"/>
                  </a:lnTo>
                  <a:close/>
                  <a:moveTo>
                    <a:pt x="90053" y="1157316"/>
                  </a:moveTo>
                  <a:lnTo>
                    <a:pt x="107969" y="1128091"/>
                  </a:lnTo>
                  <a:lnTo>
                    <a:pt x="57930" y="1161788"/>
                  </a:lnTo>
                  <a:close/>
                  <a:moveTo>
                    <a:pt x="107969" y="1128091"/>
                  </a:moveTo>
                  <a:lnTo>
                    <a:pt x="90053" y="1157316"/>
                  </a:lnTo>
                  <a:lnTo>
                    <a:pt x="140638" y="1125659"/>
                  </a:lnTo>
                  <a:close/>
                  <a:moveTo>
                    <a:pt x="178932" y="1114974"/>
                  </a:moveTo>
                  <a:lnTo>
                    <a:pt x="140638" y="1125659"/>
                  </a:lnTo>
                  <a:lnTo>
                    <a:pt x="174836" y="1128943"/>
                  </a:lnTo>
                  <a:close/>
                  <a:moveTo>
                    <a:pt x="178932" y="1114974"/>
                  </a:moveTo>
                  <a:lnTo>
                    <a:pt x="143521" y="1116675"/>
                  </a:lnTo>
                  <a:lnTo>
                    <a:pt x="140638" y="1125659"/>
                  </a:lnTo>
                  <a:close/>
                  <a:moveTo>
                    <a:pt x="143521" y="1116675"/>
                  </a:moveTo>
                  <a:lnTo>
                    <a:pt x="178932" y="1114974"/>
                  </a:lnTo>
                  <a:lnTo>
                    <a:pt x="153956" y="1079246"/>
                  </a:lnTo>
                  <a:close/>
                  <a:moveTo>
                    <a:pt x="485746" y="1289185"/>
                  </a:moveTo>
                  <a:lnTo>
                    <a:pt x="472988" y="1303812"/>
                  </a:lnTo>
                  <a:lnTo>
                    <a:pt x="477344" y="1303382"/>
                  </a:lnTo>
                  <a:close/>
                  <a:moveTo>
                    <a:pt x="622003" y="1294806"/>
                  </a:moveTo>
                  <a:lnTo>
                    <a:pt x="632485" y="1308756"/>
                  </a:lnTo>
                  <a:lnTo>
                    <a:pt x="629473" y="1305716"/>
                  </a:lnTo>
                  <a:close/>
                  <a:moveTo>
                    <a:pt x="622003" y="1294806"/>
                  </a:moveTo>
                  <a:lnTo>
                    <a:pt x="608302" y="1271949"/>
                  </a:lnTo>
                  <a:lnTo>
                    <a:pt x="591754" y="1306289"/>
                  </a:lnTo>
                  <a:close/>
                  <a:moveTo>
                    <a:pt x="317186" y="887268"/>
                  </a:moveTo>
                  <a:lnTo>
                    <a:pt x="310706" y="906747"/>
                  </a:lnTo>
                  <a:lnTo>
                    <a:pt x="328746" y="895454"/>
                  </a:lnTo>
                  <a:close/>
                  <a:moveTo>
                    <a:pt x="328746" y="895454"/>
                  </a:moveTo>
                  <a:lnTo>
                    <a:pt x="310706" y="906747"/>
                  </a:lnTo>
                  <a:lnTo>
                    <a:pt x="311943" y="926774"/>
                  </a:lnTo>
                  <a:close/>
                  <a:moveTo>
                    <a:pt x="328746" y="895454"/>
                  </a:moveTo>
                  <a:lnTo>
                    <a:pt x="311943" y="926774"/>
                  </a:lnTo>
                  <a:lnTo>
                    <a:pt x="335565" y="934658"/>
                  </a:lnTo>
                  <a:close/>
                  <a:moveTo>
                    <a:pt x="317186" y="887268"/>
                  </a:moveTo>
                  <a:lnTo>
                    <a:pt x="328746" y="895454"/>
                  </a:lnTo>
                  <a:lnTo>
                    <a:pt x="309542" y="850513"/>
                  </a:lnTo>
                  <a:close/>
                  <a:moveTo>
                    <a:pt x="641234" y="1328328"/>
                  </a:moveTo>
                  <a:lnTo>
                    <a:pt x="629473" y="1305716"/>
                  </a:lnTo>
                  <a:lnTo>
                    <a:pt x="651867" y="1332257"/>
                  </a:lnTo>
                  <a:close/>
                  <a:moveTo>
                    <a:pt x="298185" y="763724"/>
                  </a:moveTo>
                  <a:lnTo>
                    <a:pt x="315622" y="800551"/>
                  </a:lnTo>
                  <a:lnTo>
                    <a:pt x="322873" y="765988"/>
                  </a:lnTo>
                  <a:close/>
                  <a:moveTo>
                    <a:pt x="299071" y="802997"/>
                  </a:moveTo>
                  <a:lnTo>
                    <a:pt x="315622" y="800551"/>
                  </a:lnTo>
                  <a:lnTo>
                    <a:pt x="298185" y="763724"/>
                  </a:lnTo>
                  <a:close/>
                  <a:moveTo>
                    <a:pt x="234170" y="739178"/>
                  </a:moveTo>
                  <a:lnTo>
                    <a:pt x="209682" y="687251"/>
                  </a:lnTo>
                  <a:lnTo>
                    <a:pt x="211501" y="730519"/>
                  </a:lnTo>
                  <a:close/>
                  <a:moveTo>
                    <a:pt x="118265" y="589338"/>
                  </a:moveTo>
                  <a:lnTo>
                    <a:pt x="131739" y="611348"/>
                  </a:lnTo>
                  <a:lnTo>
                    <a:pt x="157382" y="611013"/>
                  </a:lnTo>
                  <a:close/>
                  <a:moveTo>
                    <a:pt x="480172" y="980349"/>
                  </a:moveTo>
                  <a:lnTo>
                    <a:pt x="479546" y="988363"/>
                  </a:lnTo>
                  <a:lnTo>
                    <a:pt x="497619" y="1011068"/>
                  </a:lnTo>
                  <a:close/>
                  <a:moveTo>
                    <a:pt x="480172" y="980349"/>
                  </a:moveTo>
                  <a:lnTo>
                    <a:pt x="463265" y="956852"/>
                  </a:lnTo>
                  <a:lnTo>
                    <a:pt x="479546" y="988363"/>
                  </a:lnTo>
                  <a:close/>
                  <a:moveTo>
                    <a:pt x="715525" y="1231273"/>
                  </a:moveTo>
                  <a:lnTo>
                    <a:pt x="712037" y="1274389"/>
                  </a:lnTo>
                  <a:lnTo>
                    <a:pt x="728522" y="1251496"/>
                  </a:lnTo>
                  <a:close/>
                  <a:moveTo>
                    <a:pt x="715525" y="1231273"/>
                  </a:moveTo>
                  <a:lnTo>
                    <a:pt x="728522" y="1251496"/>
                  </a:lnTo>
                  <a:lnTo>
                    <a:pt x="747951" y="1227931"/>
                  </a:lnTo>
                  <a:close/>
                  <a:moveTo>
                    <a:pt x="73114" y="420528"/>
                  </a:moveTo>
                  <a:lnTo>
                    <a:pt x="122004" y="382534"/>
                  </a:lnTo>
                  <a:lnTo>
                    <a:pt x="93110" y="399080"/>
                  </a:lnTo>
                  <a:close/>
                  <a:moveTo>
                    <a:pt x="764264" y="1192714"/>
                  </a:moveTo>
                  <a:lnTo>
                    <a:pt x="772475" y="1195044"/>
                  </a:lnTo>
                  <a:lnTo>
                    <a:pt x="798346" y="1195564"/>
                  </a:lnTo>
                  <a:close/>
                  <a:moveTo>
                    <a:pt x="599432" y="950164"/>
                  </a:moveTo>
                  <a:lnTo>
                    <a:pt x="617954" y="957104"/>
                  </a:lnTo>
                  <a:lnTo>
                    <a:pt x="640454" y="978961"/>
                  </a:lnTo>
                  <a:close/>
                  <a:moveTo>
                    <a:pt x="595518" y="948256"/>
                  </a:moveTo>
                  <a:lnTo>
                    <a:pt x="617954" y="957104"/>
                  </a:lnTo>
                  <a:lnTo>
                    <a:pt x="599432" y="950164"/>
                  </a:lnTo>
                  <a:close/>
                  <a:moveTo>
                    <a:pt x="249239" y="512885"/>
                  </a:moveTo>
                  <a:lnTo>
                    <a:pt x="266871" y="550437"/>
                  </a:lnTo>
                  <a:lnTo>
                    <a:pt x="279894" y="505358"/>
                  </a:lnTo>
                  <a:close/>
                  <a:moveTo>
                    <a:pt x="102395" y="362320"/>
                  </a:moveTo>
                  <a:lnTo>
                    <a:pt x="93110" y="399080"/>
                  </a:lnTo>
                  <a:lnTo>
                    <a:pt x="137395" y="360954"/>
                  </a:lnTo>
                  <a:close/>
                  <a:moveTo>
                    <a:pt x="122004" y="382534"/>
                  </a:moveTo>
                  <a:lnTo>
                    <a:pt x="172699" y="357903"/>
                  </a:lnTo>
                  <a:lnTo>
                    <a:pt x="137395" y="360954"/>
                  </a:lnTo>
                  <a:close/>
                  <a:moveTo>
                    <a:pt x="137395" y="360954"/>
                  </a:moveTo>
                  <a:lnTo>
                    <a:pt x="172699" y="357903"/>
                  </a:lnTo>
                  <a:lnTo>
                    <a:pt x="140850" y="356788"/>
                  </a:lnTo>
                  <a:close/>
                  <a:moveTo>
                    <a:pt x="847339" y="1157957"/>
                  </a:moveTo>
                  <a:lnTo>
                    <a:pt x="867406" y="1158228"/>
                  </a:lnTo>
                  <a:lnTo>
                    <a:pt x="855005" y="1149329"/>
                  </a:lnTo>
                  <a:close/>
                  <a:moveTo>
                    <a:pt x="858658" y="1171907"/>
                  </a:moveTo>
                  <a:lnTo>
                    <a:pt x="867406" y="1158228"/>
                  </a:lnTo>
                  <a:lnTo>
                    <a:pt x="847339" y="1157957"/>
                  </a:lnTo>
                  <a:close/>
                  <a:moveTo>
                    <a:pt x="259322" y="454374"/>
                  </a:moveTo>
                  <a:lnTo>
                    <a:pt x="280046" y="503490"/>
                  </a:lnTo>
                  <a:lnTo>
                    <a:pt x="290456" y="452025"/>
                  </a:lnTo>
                  <a:close/>
                  <a:moveTo>
                    <a:pt x="282464" y="450985"/>
                  </a:moveTo>
                  <a:lnTo>
                    <a:pt x="290456" y="452025"/>
                  </a:lnTo>
                  <a:lnTo>
                    <a:pt x="291388" y="449687"/>
                  </a:lnTo>
                  <a:close/>
                  <a:moveTo>
                    <a:pt x="280046" y="503490"/>
                  </a:moveTo>
                  <a:lnTo>
                    <a:pt x="294536" y="450985"/>
                  </a:lnTo>
                  <a:lnTo>
                    <a:pt x="290456" y="452025"/>
                  </a:lnTo>
                  <a:close/>
                  <a:moveTo>
                    <a:pt x="328852" y="465183"/>
                  </a:moveTo>
                  <a:lnTo>
                    <a:pt x="294536" y="450985"/>
                  </a:lnTo>
                  <a:lnTo>
                    <a:pt x="280046" y="503490"/>
                  </a:lnTo>
                  <a:close/>
                  <a:moveTo>
                    <a:pt x="290456" y="452025"/>
                  </a:moveTo>
                  <a:lnTo>
                    <a:pt x="294536" y="450985"/>
                  </a:lnTo>
                  <a:lnTo>
                    <a:pt x="291388" y="449687"/>
                  </a:lnTo>
                  <a:close/>
                  <a:moveTo>
                    <a:pt x="172699" y="357903"/>
                  </a:moveTo>
                  <a:lnTo>
                    <a:pt x="174572" y="357818"/>
                  </a:lnTo>
                  <a:lnTo>
                    <a:pt x="140850" y="356788"/>
                  </a:lnTo>
                  <a:close/>
                  <a:moveTo>
                    <a:pt x="140850" y="356788"/>
                  </a:moveTo>
                  <a:lnTo>
                    <a:pt x="174572" y="357818"/>
                  </a:lnTo>
                  <a:lnTo>
                    <a:pt x="190608" y="322041"/>
                  </a:lnTo>
                  <a:close/>
                  <a:moveTo>
                    <a:pt x="174572" y="357818"/>
                  </a:moveTo>
                  <a:lnTo>
                    <a:pt x="174626" y="357903"/>
                  </a:lnTo>
                  <a:lnTo>
                    <a:pt x="190608" y="322041"/>
                  </a:lnTo>
                  <a:close/>
                  <a:moveTo>
                    <a:pt x="104650" y="346021"/>
                  </a:moveTo>
                  <a:lnTo>
                    <a:pt x="140850" y="356788"/>
                  </a:lnTo>
                  <a:lnTo>
                    <a:pt x="159160" y="329039"/>
                  </a:lnTo>
                  <a:close/>
                  <a:moveTo>
                    <a:pt x="328852" y="465183"/>
                  </a:moveTo>
                  <a:lnTo>
                    <a:pt x="335994" y="442091"/>
                  </a:lnTo>
                  <a:lnTo>
                    <a:pt x="294536" y="450985"/>
                  </a:lnTo>
                  <a:close/>
                  <a:moveTo>
                    <a:pt x="291388" y="449687"/>
                  </a:moveTo>
                  <a:lnTo>
                    <a:pt x="294536" y="450985"/>
                  </a:lnTo>
                  <a:lnTo>
                    <a:pt x="344307" y="426758"/>
                  </a:lnTo>
                  <a:close/>
                  <a:moveTo>
                    <a:pt x="903856" y="1083847"/>
                  </a:moveTo>
                  <a:lnTo>
                    <a:pt x="901503" y="1130508"/>
                  </a:lnTo>
                  <a:lnTo>
                    <a:pt x="926918" y="1092186"/>
                  </a:lnTo>
                  <a:close/>
                  <a:moveTo>
                    <a:pt x="903856" y="1083847"/>
                  </a:moveTo>
                  <a:lnTo>
                    <a:pt x="926918" y="1092186"/>
                  </a:lnTo>
                  <a:lnTo>
                    <a:pt x="913249" y="1058553"/>
                  </a:lnTo>
                  <a:close/>
                  <a:moveTo>
                    <a:pt x="748334" y="771043"/>
                  </a:moveTo>
                  <a:lnTo>
                    <a:pt x="745650" y="817972"/>
                  </a:lnTo>
                  <a:lnTo>
                    <a:pt x="771917" y="778958"/>
                  </a:lnTo>
                  <a:close/>
                  <a:moveTo>
                    <a:pt x="757477" y="745950"/>
                  </a:moveTo>
                  <a:lnTo>
                    <a:pt x="744571" y="734251"/>
                  </a:lnTo>
                  <a:lnTo>
                    <a:pt x="748334" y="771043"/>
                  </a:lnTo>
                  <a:close/>
                  <a:moveTo>
                    <a:pt x="757477" y="745950"/>
                  </a:moveTo>
                  <a:lnTo>
                    <a:pt x="748334" y="771043"/>
                  </a:lnTo>
                  <a:lnTo>
                    <a:pt x="771917" y="778958"/>
                  </a:lnTo>
                  <a:close/>
                  <a:moveTo>
                    <a:pt x="575493" y="572033"/>
                  </a:moveTo>
                  <a:lnTo>
                    <a:pt x="603136" y="600393"/>
                  </a:lnTo>
                  <a:lnTo>
                    <a:pt x="600652" y="569893"/>
                  </a:lnTo>
                  <a:close/>
                  <a:moveTo>
                    <a:pt x="600652" y="569893"/>
                  </a:moveTo>
                  <a:lnTo>
                    <a:pt x="603136" y="600393"/>
                  </a:lnTo>
                  <a:lnTo>
                    <a:pt x="626094" y="547762"/>
                  </a:lnTo>
                  <a:close/>
                  <a:moveTo>
                    <a:pt x="625346" y="546455"/>
                  </a:moveTo>
                  <a:lnTo>
                    <a:pt x="626094" y="547762"/>
                  </a:lnTo>
                  <a:lnTo>
                    <a:pt x="625850" y="539525"/>
                  </a:lnTo>
                  <a:close/>
                  <a:moveTo>
                    <a:pt x="625346" y="546455"/>
                  </a:moveTo>
                  <a:lnTo>
                    <a:pt x="625850" y="539525"/>
                  </a:lnTo>
                  <a:lnTo>
                    <a:pt x="634327" y="529271"/>
                  </a:lnTo>
                  <a:close/>
                  <a:moveTo>
                    <a:pt x="332258" y="176645"/>
                  </a:moveTo>
                  <a:lnTo>
                    <a:pt x="301838" y="200135"/>
                  </a:lnTo>
                  <a:lnTo>
                    <a:pt x="330351" y="182163"/>
                  </a:lnTo>
                  <a:close/>
                  <a:moveTo>
                    <a:pt x="369064" y="161721"/>
                  </a:moveTo>
                  <a:lnTo>
                    <a:pt x="368076" y="174615"/>
                  </a:lnTo>
                  <a:lnTo>
                    <a:pt x="387871" y="176435"/>
                  </a:lnTo>
                  <a:close/>
                  <a:moveTo>
                    <a:pt x="343171" y="133885"/>
                  </a:moveTo>
                  <a:lnTo>
                    <a:pt x="332258" y="176645"/>
                  </a:lnTo>
                  <a:lnTo>
                    <a:pt x="361817" y="175232"/>
                  </a:lnTo>
                  <a:close/>
                  <a:moveTo>
                    <a:pt x="368076" y="174615"/>
                  </a:moveTo>
                  <a:lnTo>
                    <a:pt x="408296" y="198476"/>
                  </a:lnTo>
                  <a:lnTo>
                    <a:pt x="387871" y="176435"/>
                  </a:lnTo>
                  <a:close/>
                  <a:moveTo>
                    <a:pt x="744988" y="639521"/>
                  </a:moveTo>
                  <a:lnTo>
                    <a:pt x="751290" y="676291"/>
                  </a:lnTo>
                  <a:lnTo>
                    <a:pt x="745047" y="639824"/>
                  </a:lnTo>
                  <a:close/>
                  <a:moveTo>
                    <a:pt x="744988" y="639521"/>
                  </a:moveTo>
                  <a:lnTo>
                    <a:pt x="745047" y="639824"/>
                  </a:lnTo>
                  <a:lnTo>
                    <a:pt x="745003" y="639536"/>
                  </a:lnTo>
                  <a:close/>
                  <a:moveTo>
                    <a:pt x="744988" y="639521"/>
                  </a:moveTo>
                  <a:lnTo>
                    <a:pt x="745003" y="639536"/>
                  </a:lnTo>
                  <a:lnTo>
                    <a:pt x="744946" y="639445"/>
                  </a:lnTo>
                  <a:close/>
                  <a:moveTo>
                    <a:pt x="470214" y="127355"/>
                  </a:moveTo>
                  <a:lnTo>
                    <a:pt x="443137" y="95932"/>
                  </a:lnTo>
                  <a:lnTo>
                    <a:pt x="454175" y="107345"/>
                  </a:lnTo>
                  <a:close/>
                  <a:moveTo>
                    <a:pt x="503013" y="69154"/>
                  </a:moveTo>
                  <a:lnTo>
                    <a:pt x="536696" y="70513"/>
                  </a:lnTo>
                  <a:lnTo>
                    <a:pt x="514936" y="64650"/>
                  </a:lnTo>
                  <a:close/>
                  <a:moveTo>
                    <a:pt x="721804" y="166152"/>
                  </a:moveTo>
                  <a:lnTo>
                    <a:pt x="747745" y="189810"/>
                  </a:lnTo>
                  <a:lnTo>
                    <a:pt x="745427" y="203253"/>
                  </a:lnTo>
                  <a:close/>
                  <a:moveTo>
                    <a:pt x="637651" y="1402"/>
                  </a:moveTo>
                  <a:lnTo>
                    <a:pt x="652972" y="39050"/>
                  </a:lnTo>
                  <a:lnTo>
                    <a:pt x="637897" y="2295"/>
                  </a:lnTo>
                  <a:close/>
                  <a:moveTo>
                    <a:pt x="637651" y="1402"/>
                  </a:moveTo>
                  <a:lnTo>
                    <a:pt x="656997" y="30421"/>
                  </a:lnTo>
                  <a:lnTo>
                    <a:pt x="652972" y="39050"/>
                  </a:lnTo>
                  <a:close/>
                  <a:moveTo>
                    <a:pt x="637651" y="1402"/>
                  </a:moveTo>
                  <a:lnTo>
                    <a:pt x="637897" y="2295"/>
                  </a:lnTo>
                  <a:lnTo>
                    <a:pt x="635939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27" name="Input_density__126">
              <a:extLst>
                <a:ext uri="{FF2B5EF4-FFF2-40B4-BE49-F238E27FC236}">
                  <a16:creationId xmlns:a16="http://schemas.microsoft.com/office/drawing/2014/main" id="{E7055D9E-C512-47E8-2AB5-8541D677E9D7}"/>
                </a:ext>
              </a:extLst>
            </p:cNvPr>
            <p:cNvSpPr>
              <a:spLocks noGrp="1"/>
            </p:cNvSpPr>
            <p:nvPr/>
          </p:nvSpPr>
          <p:spPr>
            <a:xfrm>
              <a:off x="1000578" y="1624010"/>
              <a:ext cx="893250" cy="1263234"/>
            </a:xfrm>
            <a:custGeom>
              <a:avLst/>
              <a:gdLst/>
              <a:ahLst/>
              <a:cxnLst/>
              <a:rect l="0" t="0" r="0" b="0"/>
              <a:pathLst>
                <a:path w="893250" h="1263234">
                  <a:moveTo>
                    <a:pt x="23475" y="1077555"/>
                  </a:moveTo>
                  <a:lnTo>
                    <a:pt x="0" y="1085995"/>
                  </a:lnTo>
                  <a:lnTo>
                    <a:pt x="55598" y="1073083"/>
                  </a:lnTo>
                  <a:close/>
                  <a:moveTo>
                    <a:pt x="55598" y="1073083"/>
                  </a:moveTo>
                  <a:lnTo>
                    <a:pt x="87106" y="1066308"/>
                  </a:lnTo>
                  <a:lnTo>
                    <a:pt x="106183" y="1041426"/>
                  </a:lnTo>
                  <a:close/>
                  <a:moveTo>
                    <a:pt x="106183" y="1041426"/>
                  </a:moveTo>
                  <a:lnTo>
                    <a:pt x="87106" y="1066308"/>
                  </a:lnTo>
                  <a:lnTo>
                    <a:pt x="140381" y="1044710"/>
                  </a:lnTo>
                  <a:close/>
                  <a:moveTo>
                    <a:pt x="144477" y="1030741"/>
                  </a:moveTo>
                  <a:lnTo>
                    <a:pt x="151889" y="991530"/>
                  </a:lnTo>
                  <a:lnTo>
                    <a:pt x="119501" y="995013"/>
                  </a:lnTo>
                  <a:close/>
                  <a:moveTo>
                    <a:pt x="119501" y="995013"/>
                  </a:moveTo>
                  <a:lnTo>
                    <a:pt x="151889" y="991530"/>
                  </a:lnTo>
                  <a:lnTo>
                    <a:pt x="176271" y="986483"/>
                  </a:lnTo>
                  <a:close/>
                  <a:moveTo>
                    <a:pt x="165894" y="982033"/>
                  </a:moveTo>
                  <a:lnTo>
                    <a:pt x="176271" y="986483"/>
                  </a:lnTo>
                  <a:lnTo>
                    <a:pt x="151889" y="991530"/>
                  </a:lnTo>
                  <a:close/>
                  <a:moveTo>
                    <a:pt x="44725" y="743804"/>
                  </a:moveTo>
                  <a:lnTo>
                    <a:pt x="44121" y="700176"/>
                  </a:lnTo>
                  <a:lnTo>
                    <a:pt x="26694" y="704759"/>
                  </a:lnTo>
                  <a:close/>
                  <a:moveTo>
                    <a:pt x="7309" y="728492"/>
                  </a:moveTo>
                  <a:lnTo>
                    <a:pt x="44725" y="743804"/>
                  </a:lnTo>
                  <a:lnTo>
                    <a:pt x="26694" y="704759"/>
                  </a:lnTo>
                  <a:close/>
                  <a:moveTo>
                    <a:pt x="497218" y="1246817"/>
                  </a:moveTo>
                  <a:lnTo>
                    <a:pt x="480972" y="1241706"/>
                  </a:lnTo>
                  <a:lnTo>
                    <a:pt x="442889" y="1219149"/>
                  </a:lnTo>
                  <a:close/>
                  <a:moveTo>
                    <a:pt x="513694" y="1241706"/>
                  </a:moveTo>
                  <a:lnTo>
                    <a:pt x="532064" y="1263234"/>
                  </a:lnTo>
                  <a:lnTo>
                    <a:pt x="507367" y="1256151"/>
                  </a:lnTo>
                  <a:close/>
                  <a:moveTo>
                    <a:pt x="573847" y="1187716"/>
                  </a:moveTo>
                  <a:lnTo>
                    <a:pt x="556090" y="1224523"/>
                  </a:lnTo>
                  <a:lnTo>
                    <a:pt x="557299" y="1222056"/>
                  </a:lnTo>
                  <a:close/>
                  <a:moveTo>
                    <a:pt x="301110" y="850425"/>
                  </a:moveTo>
                  <a:lnTo>
                    <a:pt x="268299" y="888992"/>
                  </a:lnTo>
                  <a:lnTo>
                    <a:pt x="297575" y="873871"/>
                  </a:lnTo>
                  <a:close/>
                  <a:moveTo>
                    <a:pt x="301110" y="850425"/>
                  </a:moveTo>
                  <a:lnTo>
                    <a:pt x="277488" y="842541"/>
                  </a:lnTo>
                  <a:lnTo>
                    <a:pt x="268299" y="888992"/>
                  </a:lnTo>
                  <a:close/>
                  <a:moveTo>
                    <a:pt x="301110" y="850425"/>
                  </a:moveTo>
                  <a:lnTo>
                    <a:pt x="297575" y="873871"/>
                  </a:lnTo>
                  <a:lnTo>
                    <a:pt x="305920" y="856973"/>
                  </a:lnTo>
                  <a:close/>
                  <a:moveTo>
                    <a:pt x="294291" y="811221"/>
                  </a:moveTo>
                  <a:lnTo>
                    <a:pt x="301110" y="850425"/>
                  </a:lnTo>
                  <a:lnTo>
                    <a:pt x="305920" y="856973"/>
                  </a:lnTo>
                  <a:close/>
                  <a:moveTo>
                    <a:pt x="65685" y="593151"/>
                  </a:moveTo>
                  <a:lnTo>
                    <a:pt x="75553" y="545750"/>
                  </a:lnTo>
                  <a:lnTo>
                    <a:pt x="71197" y="554157"/>
                  </a:lnTo>
                  <a:close/>
                  <a:moveTo>
                    <a:pt x="171164" y="678762"/>
                  </a:moveTo>
                  <a:lnTo>
                    <a:pt x="111374" y="672588"/>
                  </a:lnTo>
                  <a:lnTo>
                    <a:pt x="152625" y="666140"/>
                  </a:lnTo>
                  <a:close/>
                  <a:moveTo>
                    <a:pt x="663152" y="1244095"/>
                  </a:moveTo>
                  <a:lnTo>
                    <a:pt x="677582" y="1190156"/>
                  </a:lnTo>
                  <a:lnTo>
                    <a:pt x="685552" y="1226911"/>
                  </a:lnTo>
                  <a:close/>
                  <a:moveTo>
                    <a:pt x="677582" y="1190156"/>
                  </a:moveTo>
                  <a:lnTo>
                    <a:pt x="690539" y="1198003"/>
                  </a:lnTo>
                  <a:lnTo>
                    <a:pt x="694067" y="1167263"/>
                  </a:lnTo>
                  <a:close/>
                  <a:moveTo>
                    <a:pt x="268756" y="760145"/>
                  </a:moveTo>
                  <a:lnTo>
                    <a:pt x="282731" y="803035"/>
                  </a:lnTo>
                  <a:lnTo>
                    <a:pt x="275087" y="766280"/>
                  </a:lnTo>
                  <a:close/>
                  <a:moveTo>
                    <a:pt x="270239" y="729525"/>
                  </a:moveTo>
                  <a:lnTo>
                    <a:pt x="281167" y="716318"/>
                  </a:lnTo>
                  <a:lnTo>
                    <a:pt x="264616" y="718764"/>
                  </a:lnTo>
                  <a:close/>
                  <a:moveTo>
                    <a:pt x="71197" y="554157"/>
                  </a:moveTo>
                  <a:lnTo>
                    <a:pt x="75553" y="545750"/>
                  </a:lnTo>
                  <a:lnTo>
                    <a:pt x="71825" y="543412"/>
                  </a:lnTo>
                  <a:close/>
                  <a:moveTo>
                    <a:pt x="83810" y="505105"/>
                  </a:moveTo>
                  <a:lnTo>
                    <a:pt x="75553" y="545750"/>
                  </a:lnTo>
                  <a:lnTo>
                    <a:pt x="97284" y="527115"/>
                  </a:lnTo>
                  <a:close/>
                  <a:moveTo>
                    <a:pt x="58655" y="314847"/>
                  </a:moveTo>
                  <a:lnTo>
                    <a:pt x="5541" y="337047"/>
                  </a:lnTo>
                  <a:lnTo>
                    <a:pt x="38659" y="336295"/>
                  </a:lnTo>
                  <a:close/>
                  <a:moveTo>
                    <a:pt x="723342" y="1126588"/>
                  </a:moveTo>
                  <a:lnTo>
                    <a:pt x="713496" y="1143698"/>
                  </a:lnTo>
                  <a:lnTo>
                    <a:pt x="717565" y="1136218"/>
                  </a:lnTo>
                  <a:close/>
                  <a:moveTo>
                    <a:pt x="723342" y="1126588"/>
                  </a:moveTo>
                  <a:lnTo>
                    <a:pt x="717565" y="1136218"/>
                  </a:lnTo>
                  <a:lnTo>
                    <a:pt x="706681" y="1118215"/>
                  </a:lnTo>
                  <a:close/>
                  <a:moveTo>
                    <a:pt x="605999" y="894728"/>
                  </a:moveTo>
                  <a:lnTo>
                    <a:pt x="583499" y="872871"/>
                  </a:lnTo>
                  <a:lnTo>
                    <a:pt x="633352" y="872420"/>
                  </a:lnTo>
                  <a:close/>
                  <a:moveTo>
                    <a:pt x="528601" y="854503"/>
                  </a:moveTo>
                  <a:lnTo>
                    <a:pt x="517988" y="842178"/>
                  </a:lnTo>
                  <a:lnTo>
                    <a:pt x="561063" y="864023"/>
                  </a:lnTo>
                  <a:close/>
                  <a:moveTo>
                    <a:pt x="192049" y="511383"/>
                  </a:moveTo>
                  <a:lnTo>
                    <a:pt x="208093" y="499843"/>
                  </a:lnTo>
                  <a:lnTo>
                    <a:pt x="217919" y="461157"/>
                  </a:lnTo>
                  <a:close/>
                  <a:moveTo>
                    <a:pt x="217919" y="461157"/>
                  </a:moveTo>
                  <a:lnTo>
                    <a:pt x="208093" y="499843"/>
                  </a:lnTo>
                  <a:lnTo>
                    <a:pt x="228387" y="474628"/>
                  </a:lnTo>
                  <a:close/>
                  <a:moveTo>
                    <a:pt x="228387" y="474628"/>
                  </a:moveTo>
                  <a:lnTo>
                    <a:pt x="232416" y="466204"/>
                  </a:lnTo>
                  <a:lnTo>
                    <a:pt x="217919" y="461157"/>
                  </a:lnTo>
                  <a:close/>
                  <a:moveTo>
                    <a:pt x="40680" y="327608"/>
                  </a:moveTo>
                  <a:lnTo>
                    <a:pt x="58655" y="314847"/>
                  </a:lnTo>
                  <a:lnTo>
                    <a:pt x="67940" y="278087"/>
                  </a:lnTo>
                  <a:close/>
                  <a:moveTo>
                    <a:pt x="102940" y="276721"/>
                  </a:moveTo>
                  <a:lnTo>
                    <a:pt x="58655" y="314847"/>
                  </a:lnTo>
                  <a:lnTo>
                    <a:pt x="87549" y="298301"/>
                  </a:lnTo>
                  <a:close/>
                  <a:moveTo>
                    <a:pt x="796260" y="1107778"/>
                  </a:moveTo>
                  <a:lnTo>
                    <a:pt x="812884" y="1073724"/>
                  </a:lnTo>
                  <a:lnTo>
                    <a:pt x="763891" y="1111331"/>
                  </a:lnTo>
                  <a:close/>
                  <a:moveTo>
                    <a:pt x="796260" y="1107778"/>
                  </a:moveTo>
                  <a:lnTo>
                    <a:pt x="824203" y="1087674"/>
                  </a:lnTo>
                  <a:lnTo>
                    <a:pt x="812884" y="1073724"/>
                  </a:lnTo>
                  <a:close/>
                  <a:moveTo>
                    <a:pt x="820550" y="1065096"/>
                  </a:moveTo>
                  <a:lnTo>
                    <a:pt x="832951" y="1073995"/>
                  </a:lnTo>
                  <a:lnTo>
                    <a:pt x="842907" y="1061396"/>
                  </a:lnTo>
                  <a:close/>
                  <a:moveTo>
                    <a:pt x="625203" y="870320"/>
                  </a:moveTo>
                  <a:lnTo>
                    <a:pt x="636317" y="857019"/>
                  </a:lnTo>
                  <a:lnTo>
                    <a:pt x="648036" y="844566"/>
                  </a:lnTo>
                  <a:close/>
                  <a:moveTo>
                    <a:pt x="605999" y="894728"/>
                  </a:moveTo>
                  <a:lnTo>
                    <a:pt x="633352" y="872420"/>
                  </a:lnTo>
                  <a:lnTo>
                    <a:pt x="625203" y="870320"/>
                  </a:lnTo>
                  <a:close/>
                  <a:moveTo>
                    <a:pt x="636317" y="857019"/>
                  </a:moveTo>
                  <a:lnTo>
                    <a:pt x="638109" y="810816"/>
                  </a:lnTo>
                  <a:lnTo>
                    <a:pt x="648036" y="844566"/>
                  </a:lnTo>
                  <a:close/>
                  <a:moveTo>
                    <a:pt x="638109" y="810816"/>
                  </a:moveTo>
                  <a:lnTo>
                    <a:pt x="634882" y="807811"/>
                  </a:lnTo>
                  <a:lnTo>
                    <a:pt x="648036" y="844566"/>
                  </a:lnTo>
                  <a:close/>
                  <a:moveTo>
                    <a:pt x="224867" y="370141"/>
                  </a:moveTo>
                  <a:lnTo>
                    <a:pt x="256001" y="367792"/>
                  </a:lnTo>
                  <a:lnTo>
                    <a:pt x="248009" y="366751"/>
                  </a:lnTo>
                  <a:close/>
                  <a:moveTo>
                    <a:pt x="106395" y="272555"/>
                  </a:moveTo>
                  <a:lnTo>
                    <a:pt x="156153" y="237808"/>
                  </a:lnTo>
                  <a:lnTo>
                    <a:pt x="124705" y="244806"/>
                  </a:lnTo>
                  <a:close/>
                  <a:moveTo>
                    <a:pt x="842907" y="1061396"/>
                  </a:moveTo>
                  <a:lnTo>
                    <a:pt x="858772" y="1053002"/>
                  </a:lnTo>
                  <a:lnTo>
                    <a:pt x="856529" y="1047913"/>
                  </a:lnTo>
                  <a:close/>
                  <a:moveTo>
                    <a:pt x="873089" y="1047913"/>
                  </a:moveTo>
                  <a:lnTo>
                    <a:pt x="858772" y="1053002"/>
                  </a:lnTo>
                  <a:lnTo>
                    <a:pt x="893250" y="1028835"/>
                  </a:lnTo>
                  <a:close/>
                  <a:moveTo>
                    <a:pt x="893250" y="1028835"/>
                  </a:moveTo>
                  <a:lnTo>
                    <a:pt x="858772" y="1053002"/>
                  </a:lnTo>
                  <a:lnTo>
                    <a:pt x="842907" y="1061396"/>
                  </a:lnTo>
                  <a:close/>
                  <a:moveTo>
                    <a:pt x="634882" y="807811"/>
                  </a:moveTo>
                  <a:lnTo>
                    <a:pt x="630852" y="790628"/>
                  </a:lnTo>
                  <a:lnTo>
                    <a:pt x="648036" y="844566"/>
                  </a:lnTo>
                  <a:close/>
                  <a:moveTo>
                    <a:pt x="634882" y="807811"/>
                  </a:moveTo>
                  <a:lnTo>
                    <a:pt x="659467" y="777644"/>
                  </a:lnTo>
                  <a:lnTo>
                    <a:pt x="630852" y="790628"/>
                  </a:lnTo>
                  <a:close/>
                  <a:moveTo>
                    <a:pt x="267263" y="358635"/>
                  </a:moveTo>
                  <a:lnTo>
                    <a:pt x="248009" y="366751"/>
                  </a:lnTo>
                  <a:lnTo>
                    <a:pt x="256933" y="365454"/>
                  </a:lnTo>
                  <a:close/>
                  <a:moveTo>
                    <a:pt x="281718" y="349568"/>
                  </a:moveTo>
                  <a:lnTo>
                    <a:pt x="267263" y="358635"/>
                  </a:lnTo>
                  <a:lnTo>
                    <a:pt x="309852" y="342525"/>
                  </a:lnTo>
                  <a:close/>
                  <a:moveTo>
                    <a:pt x="309852" y="342525"/>
                  </a:moveTo>
                  <a:lnTo>
                    <a:pt x="267263" y="358635"/>
                  </a:lnTo>
                  <a:lnTo>
                    <a:pt x="256933" y="365454"/>
                  </a:lnTo>
                  <a:close/>
                  <a:moveTo>
                    <a:pt x="260081" y="366751"/>
                  </a:moveTo>
                  <a:lnTo>
                    <a:pt x="301539" y="357858"/>
                  </a:lnTo>
                  <a:lnTo>
                    <a:pt x="309852" y="342525"/>
                  </a:lnTo>
                  <a:close/>
                  <a:moveTo>
                    <a:pt x="301539" y="357858"/>
                  </a:moveTo>
                  <a:lnTo>
                    <a:pt x="294397" y="380950"/>
                  </a:lnTo>
                  <a:lnTo>
                    <a:pt x="303225" y="366751"/>
                  </a:lnTo>
                  <a:close/>
                  <a:moveTo>
                    <a:pt x="229190" y="210600"/>
                  </a:moveTo>
                  <a:lnTo>
                    <a:pt x="204121" y="203892"/>
                  </a:lnTo>
                  <a:lnTo>
                    <a:pt x="189908" y="239436"/>
                  </a:lnTo>
                  <a:close/>
                  <a:moveTo>
                    <a:pt x="204121" y="203892"/>
                  </a:moveTo>
                  <a:lnTo>
                    <a:pt x="229190" y="210600"/>
                  </a:lnTo>
                  <a:lnTo>
                    <a:pt x="204893" y="199253"/>
                  </a:lnTo>
                  <a:close/>
                  <a:moveTo>
                    <a:pt x="201980" y="202548"/>
                  </a:moveTo>
                  <a:lnTo>
                    <a:pt x="204121" y="203892"/>
                  </a:lnTo>
                  <a:lnTo>
                    <a:pt x="204893" y="199253"/>
                  </a:lnTo>
                  <a:close/>
                  <a:moveTo>
                    <a:pt x="873089" y="1047913"/>
                  </a:moveTo>
                  <a:lnTo>
                    <a:pt x="866266" y="1052524"/>
                  </a:lnTo>
                  <a:lnTo>
                    <a:pt x="858772" y="1053002"/>
                  </a:lnTo>
                  <a:close/>
                  <a:moveTo>
                    <a:pt x="892463" y="1007953"/>
                  </a:moveTo>
                  <a:lnTo>
                    <a:pt x="873089" y="1047913"/>
                  </a:lnTo>
                  <a:lnTo>
                    <a:pt x="893250" y="1028835"/>
                  </a:lnTo>
                  <a:close/>
                  <a:moveTo>
                    <a:pt x="867048" y="1046275"/>
                  </a:moveTo>
                  <a:lnTo>
                    <a:pt x="873089" y="1047913"/>
                  </a:lnTo>
                  <a:lnTo>
                    <a:pt x="892463" y="1007953"/>
                  </a:lnTo>
                  <a:close/>
                  <a:moveTo>
                    <a:pt x="329986" y="321596"/>
                  </a:moveTo>
                  <a:lnTo>
                    <a:pt x="309852" y="342525"/>
                  </a:lnTo>
                  <a:lnTo>
                    <a:pt x="363795" y="323424"/>
                  </a:lnTo>
                  <a:close/>
                  <a:moveTo>
                    <a:pt x="204893" y="199253"/>
                  </a:moveTo>
                  <a:lnTo>
                    <a:pt x="235227" y="188090"/>
                  </a:lnTo>
                  <a:lnTo>
                    <a:pt x="251879" y="154140"/>
                  </a:lnTo>
                  <a:close/>
                  <a:moveTo>
                    <a:pt x="711195" y="733738"/>
                  </a:moveTo>
                  <a:lnTo>
                    <a:pt x="709075" y="742335"/>
                  </a:lnTo>
                  <a:lnTo>
                    <a:pt x="719985" y="736690"/>
                  </a:lnTo>
                  <a:close/>
                  <a:moveTo>
                    <a:pt x="737462" y="694725"/>
                  </a:moveTo>
                  <a:lnTo>
                    <a:pt x="719985" y="736690"/>
                  </a:lnTo>
                  <a:lnTo>
                    <a:pt x="737359" y="723506"/>
                  </a:lnTo>
                  <a:close/>
                  <a:moveTo>
                    <a:pt x="711195" y="733738"/>
                  </a:moveTo>
                  <a:lnTo>
                    <a:pt x="719985" y="736690"/>
                  </a:lnTo>
                  <a:lnTo>
                    <a:pt x="737462" y="694725"/>
                  </a:lnTo>
                  <a:close/>
                  <a:moveTo>
                    <a:pt x="710423" y="645996"/>
                  </a:moveTo>
                  <a:lnTo>
                    <a:pt x="710116" y="650018"/>
                  </a:lnTo>
                  <a:lnTo>
                    <a:pt x="723022" y="661717"/>
                  </a:lnTo>
                  <a:close/>
                  <a:moveTo>
                    <a:pt x="591639" y="463529"/>
                  </a:moveTo>
                  <a:lnTo>
                    <a:pt x="590891" y="462222"/>
                  </a:lnTo>
                  <a:lnTo>
                    <a:pt x="566197" y="485660"/>
                  </a:lnTo>
                  <a:close/>
                  <a:moveTo>
                    <a:pt x="566197" y="485660"/>
                  </a:moveTo>
                  <a:lnTo>
                    <a:pt x="519940" y="479405"/>
                  </a:lnTo>
                  <a:lnTo>
                    <a:pt x="541038" y="487800"/>
                  </a:lnTo>
                  <a:close/>
                  <a:moveTo>
                    <a:pt x="259277" y="141393"/>
                  </a:moveTo>
                  <a:lnTo>
                    <a:pt x="263271" y="131426"/>
                  </a:lnTo>
                  <a:lnTo>
                    <a:pt x="251879" y="154140"/>
                  </a:lnTo>
                  <a:close/>
                  <a:moveTo>
                    <a:pt x="259277" y="141393"/>
                  </a:moveTo>
                  <a:lnTo>
                    <a:pt x="251879" y="154140"/>
                  </a:lnTo>
                  <a:lnTo>
                    <a:pt x="256226" y="148610"/>
                  </a:lnTo>
                  <a:close/>
                  <a:moveTo>
                    <a:pt x="259277" y="141393"/>
                  </a:moveTo>
                  <a:lnTo>
                    <a:pt x="256226" y="148610"/>
                  </a:lnTo>
                  <a:lnTo>
                    <a:pt x="267383" y="115902"/>
                  </a:lnTo>
                  <a:close/>
                  <a:moveTo>
                    <a:pt x="267383" y="115902"/>
                  </a:moveTo>
                  <a:lnTo>
                    <a:pt x="256226" y="148610"/>
                  </a:lnTo>
                  <a:lnTo>
                    <a:pt x="275606" y="118279"/>
                  </a:lnTo>
                  <a:close/>
                  <a:moveTo>
                    <a:pt x="267383" y="115902"/>
                  </a:moveTo>
                  <a:lnTo>
                    <a:pt x="275606" y="118279"/>
                  </a:lnTo>
                  <a:lnTo>
                    <a:pt x="295896" y="97930"/>
                  </a:lnTo>
                  <a:close/>
                  <a:moveTo>
                    <a:pt x="263271" y="131426"/>
                  </a:moveTo>
                  <a:lnTo>
                    <a:pt x="259277" y="141393"/>
                  </a:lnTo>
                  <a:lnTo>
                    <a:pt x="267383" y="115902"/>
                  </a:lnTo>
                  <a:close/>
                  <a:moveTo>
                    <a:pt x="716039" y="609241"/>
                  </a:moveTo>
                  <a:lnTo>
                    <a:pt x="710592" y="555591"/>
                  </a:lnTo>
                  <a:lnTo>
                    <a:pt x="716709" y="595014"/>
                  </a:lnTo>
                  <a:close/>
                  <a:moveTo>
                    <a:pt x="710548" y="555303"/>
                  </a:moveTo>
                  <a:lnTo>
                    <a:pt x="710592" y="555591"/>
                  </a:lnTo>
                  <a:lnTo>
                    <a:pt x="716039" y="609241"/>
                  </a:lnTo>
                  <a:close/>
                  <a:moveTo>
                    <a:pt x="720611" y="572487"/>
                  </a:moveTo>
                  <a:lnTo>
                    <a:pt x="710548" y="555303"/>
                  </a:lnTo>
                  <a:lnTo>
                    <a:pt x="716039" y="609241"/>
                  </a:lnTo>
                  <a:close/>
                  <a:moveTo>
                    <a:pt x="436116" y="195472"/>
                  </a:moveTo>
                  <a:lnTo>
                    <a:pt x="444412" y="183270"/>
                  </a:lnTo>
                  <a:lnTo>
                    <a:pt x="408301" y="172831"/>
                  </a:lnTo>
                  <a:close/>
                  <a:moveTo>
                    <a:pt x="295896" y="97930"/>
                  </a:moveTo>
                  <a:lnTo>
                    <a:pt x="307046" y="94672"/>
                  </a:lnTo>
                  <a:lnTo>
                    <a:pt x="297803" y="92412"/>
                  </a:lnTo>
                  <a:close/>
                  <a:moveTo>
                    <a:pt x="408301" y="172831"/>
                  </a:moveTo>
                  <a:lnTo>
                    <a:pt x="444412" y="183270"/>
                  </a:lnTo>
                  <a:lnTo>
                    <a:pt x="464948" y="163843"/>
                  </a:lnTo>
                  <a:close/>
                  <a:moveTo>
                    <a:pt x="416407" y="23550"/>
                  </a:moveTo>
                  <a:lnTo>
                    <a:pt x="413539" y="0"/>
                  </a:lnTo>
                  <a:lnTo>
                    <a:pt x="408682" y="11699"/>
                  </a:lnTo>
                  <a:close/>
                  <a:moveTo>
                    <a:pt x="419720" y="23111"/>
                  </a:moveTo>
                  <a:lnTo>
                    <a:pt x="408682" y="11699"/>
                  </a:lnTo>
                  <a:lnTo>
                    <a:pt x="397022" y="6366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28" name="Input_density__127">
              <a:extLst>
                <a:ext uri="{FF2B5EF4-FFF2-40B4-BE49-F238E27FC236}">
                  <a16:creationId xmlns:a16="http://schemas.microsoft.com/office/drawing/2014/main" id="{449600D5-B6A5-D1E3-11F2-61613E70D6C6}"/>
                </a:ext>
              </a:extLst>
            </p:cNvPr>
            <p:cNvSpPr>
              <a:spLocks noGrp="1"/>
            </p:cNvSpPr>
            <p:nvPr/>
          </p:nvSpPr>
          <p:spPr>
            <a:xfrm>
              <a:off x="661527" y="1624010"/>
              <a:ext cx="1076410" cy="1259926"/>
            </a:xfrm>
            <a:custGeom>
              <a:avLst/>
              <a:gdLst/>
              <a:ahLst/>
              <a:cxnLst/>
              <a:rect l="0" t="0" r="0" b="0"/>
              <a:pathLst>
                <a:path w="1076410" h="1259926">
                  <a:moveTo>
                    <a:pt x="53600" y="573785"/>
                  </a:moveTo>
                  <a:lnTo>
                    <a:pt x="18657" y="567714"/>
                  </a:lnTo>
                  <a:lnTo>
                    <a:pt x="0" y="571247"/>
                  </a:lnTo>
                  <a:close/>
                  <a:moveTo>
                    <a:pt x="504945" y="982033"/>
                  </a:moveTo>
                  <a:lnTo>
                    <a:pt x="535324" y="964850"/>
                  </a:lnTo>
                  <a:lnTo>
                    <a:pt x="515322" y="986483"/>
                  </a:lnTo>
                  <a:close/>
                  <a:moveTo>
                    <a:pt x="535324" y="964850"/>
                  </a:moveTo>
                  <a:lnTo>
                    <a:pt x="504945" y="982033"/>
                  </a:lnTo>
                  <a:lnTo>
                    <a:pt x="538384" y="948131"/>
                  </a:lnTo>
                  <a:close/>
                  <a:moveTo>
                    <a:pt x="140522" y="577728"/>
                  </a:moveTo>
                  <a:lnTo>
                    <a:pt x="149869" y="530671"/>
                  </a:lnTo>
                  <a:lnTo>
                    <a:pt x="149751" y="523790"/>
                  </a:lnTo>
                  <a:close/>
                  <a:moveTo>
                    <a:pt x="149751" y="523790"/>
                  </a:moveTo>
                  <a:lnTo>
                    <a:pt x="149869" y="530671"/>
                  </a:lnTo>
                  <a:lnTo>
                    <a:pt x="157710" y="521463"/>
                  </a:lnTo>
                  <a:close/>
                  <a:moveTo>
                    <a:pt x="178669" y="487035"/>
                  </a:moveTo>
                  <a:lnTo>
                    <a:pt x="174771" y="489045"/>
                  </a:lnTo>
                  <a:lnTo>
                    <a:pt x="157710" y="521463"/>
                  </a:lnTo>
                  <a:close/>
                  <a:moveTo>
                    <a:pt x="178669" y="487035"/>
                  </a:moveTo>
                  <a:lnTo>
                    <a:pt x="188006" y="469852"/>
                  </a:lnTo>
                  <a:lnTo>
                    <a:pt x="174771" y="489045"/>
                  </a:lnTo>
                  <a:close/>
                  <a:moveTo>
                    <a:pt x="597868" y="893728"/>
                  </a:moveTo>
                  <a:lnTo>
                    <a:pt x="582037" y="910912"/>
                  </a:lnTo>
                  <a:lnTo>
                    <a:pt x="607351" y="888992"/>
                  </a:lnTo>
                  <a:close/>
                  <a:moveTo>
                    <a:pt x="582037" y="910912"/>
                  </a:moveTo>
                  <a:lnTo>
                    <a:pt x="586286" y="906444"/>
                  </a:lnTo>
                  <a:lnTo>
                    <a:pt x="607351" y="888992"/>
                  </a:lnTo>
                  <a:close/>
                  <a:moveTo>
                    <a:pt x="586286" y="906444"/>
                  </a:moveTo>
                  <a:lnTo>
                    <a:pt x="616834" y="896082"/>
                  </a:lnTo>
                  <a:lnTo>
                    <a:pt x="636626" y="873871"/>
                  </a:lnTo>
                  <a:close/>
                  <a:moveTo>
                    <a:pt x="607351" y="888992"/>
                  </a:moveTo>
                  <a:lnTo>
                    <a:pt x="586286" y="906444"/>
                  </a:lnTo>
                  <a:lnTo>
                    <a:pt x="636626" y="873871"/>
                  </a:lnTo>
                  <a:close/>
                  <a:moveTo>
                    <a:pt x="1002203" y="1244095"/>
                  </a:moveTo>
                  <a:lnTo>
                    <a:pt x="1022043" y="1250431"/>
                  </a:lnTo>
                  <a:lnTo>
                    <a:pt x="998850" y="1259926"/>
                  </a:lnTo>
                  <a:close/>
                  <a:moveTo>
                    <a:pt x="1002203" y="1244095"/>
                  </a:moveTo>
                  <a:lnTo>
                    <a:pt x="1029590" y="1198003"/>
                  </a:lnTo>
                  <a:lnTo>
                    <a:pt x="1016633" y="1190156"/>
                  </a:lnTo>
                  <a:close/>
                  <a:moveTo>
                    <a:pt x="603667" y="718764"/>
                  </a:moveTo>
                  <a:lnTo>
                    <a:pt x="614138" y="766280"/>
                  </a:lnTo>
                  <a:lnTo>
                    <a:pt x="609290" y="729525"/>
                  </a:lnTo>
                  <a:close/>
                  <a:moveTo>
                    <a:pt x="827273" y="878933"/>
                  </a:moveTo>
                  <a:lnTo>
                    <a:pt x="838933" y="886673"/>
                  </a:lnTo>
                  <a:lnTo>
                    <a:pt x="846397" y="871239"/>
                  </a:lnTo>
                  <a:close/>
                  <a:moveTo>
                    <a:pt x="972403" y="872420"/>
                  </a:moveTo>
                  <a:lnTo>
                    <a:pt x="975368" y="857019"/>
                  </a:lnTo>
                  <a:lnTo>
                    <a:pt x="964254" y="870320"/>
                  </a:lnTo>
                  <a:close/>
                  <a:moveTo>
                    <a:pt x="648903" y="342525"/>
                  </a:moveTo>
                  <a:lnTo>
                    <a:pt x="640590" y="357858"/>
                  </a:lnTo>
                  <a:lnTo>
                    <a:pt x="680591" y="336426"/>
                  </a:lnTo>
                  <a:close/>
                  <a:moveTo>
                    <a:pt x="516590" y="221559"/>
                  </a:moveTo>
                  <a:lnTo>
                    <a:pt x="463756" y="244806"/>
                  </a:lnTo>
                  <a:lnTo>
                    <a:pt x="495204" y="237808"/>
                  </a:lnTo>
                  <a:close/>
                  <a:moveTo>
                    <a:pt x="516590" y="221559"/>
                  </a:moveTo>
                  <a:lnTo>
                    <a:pt x="543172" y="203892"/>
                  </a:lnTo>
                  <a:lnTo>
                    <a:pt x="541031" y="202548"/>
                  </a:lnTo>
                  <a:close/>
                  <a:moveTo>
                    <a:pt x="528959" y="239436"/>
                  </a:moveTo>
                  <a:lnTo>
                    <a:pt x="543172" y="203892"/>
                  </a:lnTo>
                  <a:lnTo>
                    <a:pt x="516590" y="221559"/>
                  </a:lnTo>
                  <a:close/>
                  <a:moveTo>
                    <a:pt x="495204" y="237808"/>
                  </a:moveTo>
                  <a:lnTo>
                    <a:pt x="528959" y="239436"/>
                  </a:lnTo>
                  <a:lnTo>
                    <a:pt x="516590" y="221559"/>
                  </a:lnTo>
                  <a:close/>
                  <a:moveTo>
                    <a:pt x="998518" y="777644"/>
                  </a:moveTo>
                  <a:lnTo>
                    <a:pt x="1025636" y="754456"/>
                  </a:lnTo>
                  <a:lnTo>
                    <a:pt x="1048126" y="742335"/>
                  </a:lnTo>
                  <a:close/>
                  <a:moveTo>
                    <a:pt x="1026625" y="753873"/>
                  </a:moveTo>
                  <a:lnTo>
                    <a:pt x="1048126" y="742335"/>
                  </a:lnTo>
                  <a:lnTo>
                    <a:pt x="1025636" y="754456"/>
                  </a:lnTo>
                  <a:close/>
                  <a:moveTo>
                    <a:pt x="1026625" y="753873"/>
                  </a:moveTo>
                  <a:lnTo>
                    <a:pt x="1059036" y="736690"/>
                  </a:lnTo>
                  <a:lnTo>
                    <a:pt x="1048126" y="742335"/>
                  </a:lnTo>
                  <a:close/>
                  <a:moveTo>
                    <a:pt x="1059036" y="736690"/>
                  </a:moveTo>
                  <a:lnTo>
                    <a:pt x="1026625" y="753873"/>
                  </a:lnTo>
                  <a:lnTo>
                    <a:pt x="1076410" y="723506"/>
                  </a:lnTo>
                  <a:close/>
                  <a:moveTo>
                    <a:pt x="648903" y="342525"/>
                  </a:moveTo>
                  <a:lnTo>
                    <a:pt x="680591" y="336426"/>
                  </a:lnTo>
                  <a:lnTo>
                    <a:pt x="702846" y="323424"/>
                  </a:lnTo>
                  <a:close/>
                  <a:moveTo>
                    <a:pt x="702846" y="323424"/>
                  </a:moveTo>
                  <a:lnTo>
                    <a:pt x="680591" y="336426"/>
                  </a:lnTo>
                  <a:lnTo>
                    <a:pt x="735574" y="321214"/>
                  </a:lnTo>
                  <a:close/>
                  <a:moveTo>
                    <a:pt x="1049415" y="644920"/>
                  </a:moveTo>
                  <a:lnTo>
                    <a:pt x="1049167" y="650018"/>
                  </a:lnTo>
                  <a:lnTo>
                    <a:pt x="1049474" y="645996"/>
                  </a:lnTo>
                  <a:close/>
                  <a:moveTo>
                    <a:pt x="1055760" y="595014"/>
                  </a:moveTo>
                  <a:lnTo>
                    <a:pt x="1049415" y="644920"/>
                  </a:lnTo>
                  <a:lnTo>
                    <a:pt x="1049474" y="645996"/>
                  </a:lnTo>
                  <a:close/>
                  <a:moveTo>
                    <a:pt x="825475" y="351957"/>
                  </a:moveTo>
                  <a:lnTo>
                    <a:pt x="829923" y="334773"/>
                  </a:lnTo>
                  <a:lnTo>
                    <a:pt x="827665" y="388711"/>
                  </a:lnTo>
                  <a:close/>
                  <a:moveTo>
                    <a:pt x="803999" y="163843"/>
                  </a:moveTo>
                  <a:lnTo>
                    <a:pt x="783463" y="183270"/>
                  </a:lnTo>
                  <a:lnTo>
                    <a:pt x="833197" y="148433"/>
                  </a:lnTo>
                  <a:close/>
                  <a:moveTo>
                    <a:pt x="736073" y="6366"/>
                  </a:moveTo>
                  <a:lnTo>
                    <a:pt x="747733" y="11699"/>
                  </a:lnTo>
                  <a:lnTo>
                    <a:pt x="752590" y="0"/>
                  </a:lnTo>
                  <a:close/>
                  <a:moveTo>
                    <a:pt x="902656" y="91134"/>
                  </a:moveTo>
                  <a:lnTo>
                    <a:pt x="907437" y="79710"/>
                  </a:lnTo>
                  <a:lnTo>
                    <a:pt x="911015" y="62693"/>
                  </a:lnTo>
                  <a:close/>
                  <a:moveTo>
                    <a:pt x="911015" y="62693"/>
                  </a:moveTo>
                  <a:lnTo>
                    <a:pt x="925045" y="50264"/>
                  </a:lnTo>
                  <a:lnTo>
                    <a:pt x="943654" y="2363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29" name="Input_density__128">
              <a:extLst>
                <a:ext uri="{FF2B5EF4-FFF2-40B4-BE49-F238E27FC236}">
                  <a16:creationId xmlns:a16="http://schemas.microsoft.com/office/drawing/2014/main" id="{63C6AE41-3CC9-0EEA-B4EA-A4846B91B48B}"/>
                </a:ext>
              </a:extLst>
            </p:cNvPr>
            <p:cNvSpPr>
              <a:spLocks noGrp="1"/>
            </p:cNvSpPr>
            <p:nvPr/>
          </p:nvSpPr>
          <p:spPr>
            <a:xfrm>
              <a:off x="660805" y="1491545"/>
              <a:ext cx="1209174" cy="1395698"/>
            </a:xfrm>
            <a:custGeom>
              <a:avLst/>
              <a:gdLst/>
              <a:ahLst/>
              <a:cxnLst/>
              <a:rect l="0" t="0" r="0" b="0"/>
              <a:pathLst>
                <a:path w="1209174" h="1395698">
                  <a:moveTo>
                    <a:pt x="322581" y="1182552"/>
                  </a:moveTo>
                  <a:lnTo>
                    <a:pt x="298854" y="1160829"/>
                  </a:lnTo>
                  <a:lnTo>
                    <a:pt x="325874" y="1185619"/>
                  </a:lnTo>
                  <a:close/>
                  <a:moveTo>
                    <a:pt x="295842" y="1148864"/>
                  </a:moveTo>
                  <a:lnTo>
                    <a:pt x="298854" y="1160829"/>
                  </a:lnTo>
                  <a:lnTo>
                    <a:pt x="322581" y="1182552"/>
                  </a:lnTo>
                  <a:close/>
                  <a:moveTo>
                    <a:pt x="325874" y="1185619"/>
                  </a:moveTo>
                  <a:lnTo>
                    <a:pt x="376351" y="1169660"/>
                  </a:lnTo>
                  <a:lnTo>
                    <a:pt x="322581" y="1182552"/>
                  </a:lnTo>
                  <a:close/>
                  <a:moveTo>
                    <a:pt x="322581" y="1182552"/>
                  </a:moveTo>
                  <a:lnTo>
                    <a:pt x="376351" y="1169660"/>
                  </a:lnTo>
                  <a:lnTo>
                    <a:pt x="376570" y="1163622"/>
                  </a:lnTo>
                  <a:close/>
                  <a:moveTo>
                    <a:pt x="322581" y="1182552"/>
                  </a:moveTo>
                  <a:lnTo>
                    <a:pt x="376570" y="1163622"/>
                  </a:lnTo>
                  <a:lnTo>
                    <a:pt x="340109" y="1151877"/>
                  </a:lnTo>
                  <a:close/>
                  <a:moveTo>
                    <a:pt x="376351" y="1169660"/>
                  </a:moveTo>
                  <a:lnTo>
                    <a:pt x="383848" y="1168436"/>
                  </a:lnTo>
                  <a:lnTo>
                    <a:pt x="376570" y="1163622"/>
                  </a:lnTo>
                  <a:close/>
                  <a:moveTo>
                    <a:pt x="314291" y="1131681"/>
                  </a:moveTo>
                  <a:lnTo>
                    <a:pt x="322581" y="1182552"/>
                  </a:lnTo>
                  <a:lnTo>
                    <a:pt x="340109" y="1151877"/>
                  </a:lnTo>
                  <a:close/>
                  <a:moveTo>
                    <a:pt x="314291" y="1131681"/>
                  </a:moveTo>
                  <a:lnTo>
                    <a:pt x="295842" y="1148864"/>
                  </a:lnTo>
                  <a:lnTo>
                    <a:pt x="322581" y="1182552"/>
                  </a:lnTo>
                  <a:close/>
                  <a:moveTo>
                    <a:pt x="314291" y="1131681"/>
                  </a:moveTo>
                  <a:lnTo>
                    <a:pt x="285068" y="1112109"/>
                  </a:lnTo>
                  <a:lnTo>
                    <a:pt x="295842" y="1148864"/>
                  </a:lnTo>
                  <a:close/>
                  <a:moveTo>
                    <a:pt x="383848" y="1168436"/>
                  </a:moveTo>
                  <a:lnTo>
                    <a:pt x="413286" y="1176323"/>
                  </a:lnTo>
                  <a:lnTo>
                    <a:pt x="416907" y="1163777"/>
                  </a:lnTo>
                  <a:close/>
                  <a:moveTo>
                    <a:pt x="416907" y="1163777"/>
                  </a:moveTo>
                  <a:lnTo>
                    <a:pt x="376570" y="1163622"/>
                  </a:lnTo>
                  <a:lnTo>
                    <a:pt x="383848" y="1168436"/>
                  </a:lnTo>
                  <a:close/>
                  <a:moveTo>
                    <a:pt x="377024" y="1124367"/>
                  </a:moveTo>
                  <a:lnTo>
                    <a:pt x="376570" y="1163622"/>
                  </a:lnTo>
                  <a:lnTo>
                    <a:pt x="416907" y="1163777"/>
                  </a:lnTo>
                  <a:close/>
                  <a:moveTo>
                    <a:pt x="411393" y="1123513"/>
                  </a:moveTo>
                  <a:lnTo>
                    <a:pt x="377024" y="1124367"/>
                  </a:lnTo>
                  <a:lnTo>
                    <a:pt x="416907" y="1163777"/>
                  </a:lnTo>
                  <a:close/>
                  <a:moveTo>
                    <a:pt x="377024" y="1124367"/>
                  </a:moveTo>
                  <a:lnTo>
                    <a:pt x="340109" y="1151877"/>
                  </a:lnTo>
                  <a:lnTo>
                    <a:pt x="376570" y="1163622"/>
                  </a:lnTo>
                  <a:close/>
                  <a:moveTo>
                    <a:pt x="404024" y="1077743"/>
                  </a:moveTo>
                  <a:lnTo>
                    <a:pt x="381330" y="1085212"/>
                  </a:lnTo>
                  <a:lnTo>
                    <a:pt x="410370" y="1079598"/>
                  </a:lnTo>
                  <a:close/>
                  <a:moveTo>
                    <a:pt x="410370" y="1079598"/>
                  </a:moveTo>
                  <a:lnTo>
                    <a:pt x="381330" y="1085212"/>
                  </a:lnTo>
                  <a:lnTo>
                    <a:pt x="377024" y="1124367"/>
                  </a:lnTo>
                  <a:close/>
                  <a:moveTo>
                    <a:pt x="410370" y="1079598"/>
                  </a:moveTo>
                  <a:lnTo>
                    <a:pt x="377024" y="1124367"/>
                  </a:lnTo>
                  <a:lnTo>
                    <a:pt x="411393" y="1123513"/>
                  </a:lnTo>
                  <a:close/>
                  <a:moveTo>
                    <a:pt x="35825" y="675173"/>
                  </a:moveTo>
                  <a:lnTo>
                    <a:pt x="37649" y="672278"/>
                  </a:lnTo>
                  <a:lnTo>
                    <a:pt x="0" y="656093"/>
                  </a:lnTo>
                  <a:close/>
                  <a:moveTo>
                    <a:pt x="35825" y="675173"/>
                  </a:moveTo>
                  <a:lnTo>
                    <a:pt x="38779" y="673438"/>
                  </a:lnTo>
                  <a:lnTo>
                    <a:pt x="37649" y="672278"/>
                  </a:lnTo>
                  <a:close/>
                  <a:moveTo>
                    <a:pt x="415457" y="1077743"/>
                  </a:moveTo>
                  <a:lnTo>
                    <a:pt x="437100" y="1114498"/>
                  </a:lnTo>
                  <a:lnTo>
                    <a:pt x="456068" y="1097314"/>
                  </a:lnTo>
                  <a:close/>
                  <a:moveTo>
                    <a:pt x="393494" y="1034481"/>
                  </a:moveTo>
                  <a:lnTo>
                    <a:pt x="410400" y="1069325"/>
                  </a:lnTo>
                  <a:lnTo>
                    <a:pt x="418607" y="1028154"/>
                  </a:lnTo>
                  <a:close/>
                  <a:moveTo>
                    <a:pt x="404024" y="1077743"/>
                  </a:moveTo>
                  <a:lnTo>
                    <a:pt x="410400" y="1069325"/>
                  </a:lnTo>
                  <a:lnTo>
                    <a:pt x="384765" y="1073326"/>
                  </a:lnTo>
                  <a:close/>
                  <a:moveTo>
                    <a:pt x="418607" y="1028154"/>
                  </a:moveTo>
                  <a:lnTo>
                    <a:pt x="410400" y="1069325"/>
                  </a:lnTo>
                  <a:lnTo>
                    <a:pt x="425955" y="1023804"/>
                  </a:lnTo>
                  <a:close/>
                  <a:moveTo>
                    <a:pt x="425955" y="1023804"/>
                  </a:moveTo>
                  <a:lnTo>
                    <a:pt x="415457" y="1077743"/>
                  </a:lnTo>
                  <a:lnTo>
                    <a:pt x="462788" y="1060559"/>
                  </a:lnTo>
                  <a:close/>
                  <a:moveTo>
                    <a:pt x="18421" y="600389"/>
                  </a:moveTo>
                  <a:lnTo>
                    <a:pt x="42873" y="624696"/>
                  </a:lnTo>
                  <a:lnTo>
                    <a:pt x="63073" y="619499"/>
                  </a:lnTo>
                  <a:close/>
                  <a:moveTo>
                    <a:pt x="18978" y="599928"/>
                  </a:moveTo>
                  <a:lnTo>
                    <a:pt x="18421" y="600389"/>
                  </a:lnTo>
                  <a:lnTo>
                    <a:pt x="63073" y="619499"/>
                  </a:lnTo>
                  <a:close/>
                  <a:moveTo>
                    <a:pt x="271221" y="826478"/>
                  </a:moveTo>
                  <a:lnTo>
                    <a:pt x="243043" y="838796"/>
                  </a:lnTo>
                  <a:lnTo>
                    <a:pt x="278772" y="786091"/>
                  </a:lnTo>
                  <a:close/>
                  <a:moveTo>
                    <a:pt x="136642" y="647386"/>
                  </a:moveTo>
                  <a:lnTo>
                    <a:pt x="150472" y="656254"/>
                  </a:lnTo>
                  <a:lnTo>
                    <a:pt x="142838" y="623994"/>
                  </a:lnTo>
                  <a:close/>
                  <a:moveTo>
                    <a:pt x="82354" y="574939"/>
                  </a:moveTo>
                  <a:lnTo>
                    <a:pt x="40079" y="582220"/>
                  </a:lnTo>
                  <a:lnTo>
                    <a:pt x="92250" y="611641"/>
                  </a:lnTo>
                  <a:close/>
                  <a:moveTo>
                    <a:pt x="66919" y="560929"/>
                  </a:moveTo>
                  <a:lnTo>
                    <a:pt x="40079" y="582220"/>
                  </a:lnTo>
                  <a:lnTo>
                    <a:pt x="82354" y="574939"/>
                  </a:lnTo>
                  <a:close/>
                  <a:moveTo>
                    <a:pt x="849357" y="1356987"/>
                  </a:moveTo>
                  <a:lnTo>
                    <a:pt x="820744" y="1374171"/>
                  </a:lnTo>
                  <a:lnTo>
                    <a:pt x="873525" y="1393742"/>
                  </a:lnTo>
                  <a:close/>
                  <a:moveTo>
                    <a:pt x="825957" y="1320233"/>
                  </a:moveTo>
                  <a:lnTo>
                    <a:pt x="807679" y="1365655"/>
                  </a:lnTo>
                  <a:lnTo>
                    <a:pt x="820744" y="1374171"/>
                  </a:lnTo>
                  <a:close/>
                  <a:moveTo>
                    <a:pt x="114217" y="474868"/>
                  </a:moveTo>
                  <a:lnTo>
                    <a:pt x="88620" y="438113"/>
                  </a:lnTo>
                  <a:lnTo>
                    <a:pt x="80456" y="486988"/>
                  </a:lnTo>
                  <a:close/>
                  <a:moveTo>
                    <a:pt x="88620" y="438113"/>
                  </a:moveTo>
                  <a:lnTo>
                    <a:pt x="80985" y="441811"/>
                  </a:lnTo>
                  <a:lnTo>
                    <a:pt x="80456" y="486988"/>
                  </a:lnTo>
                  <a:close/>
                  <a:moveTo>
                    <a:pt x="60847" y="418541"/>
                  </a:moveTo>
                  <a:lnTo>
                    <a:pt x="80985" y="441811"/>
                  </a:lnTo>
                  <a:lnTo>
                    <a:pt x="88620" y="438113"/>
                  </a:lnTo>
                  <a:close/>
                  <a:moveTo>
                    <a:pt x="873525" y="1393742"/>
                  </a:moveTo>
                  <a:lnTo>
                    <a:pt x="871837" y="1395698"/>
                  </a:lnTo>
                  <a:lnTo>
                    <a:pt x="874520" y="1394778"/>
                  </a:lnTo>
                  <a:close/>
                  <a:moveTo>
                    <a:pt x="873525" y="1393742"/>
                  </a:moveTo>
                  <a:lnTo>
                    <a:pt x="874520" y="1394778"/>
                  </a:lnTo>
                  <a:lnTo>
                    <a:pt x="875240" y="1392932"/>
                  </a:lnTo>
                  <a:close/>
                  <a:moveTo>
                    <a:pt x="849357" y="1356987"/>
                  </a:moveTo>
                  <a:lnTo>
                    <a:pt x="873525" y="1393742"/>
                  </a:lnTo>
                  <a:lnTo>
                    <a:pt x="875240" y="1392932"/>
                  </a:lnTo>
                  <a:close/>
                  <a:moveTo>
                    <a:pt x="878996" y="1345131"/>
                  </a:moveTo>
                  <a:lnTo>
                    <a:pt x="875240" y="1392932"/>
                  </a:lnTo>
                  <a:lnTo>
                    <a:pt x="890927" y="1393742"/>
                  </a:lnTo>
                  <a:close/>
                  <a:moveTo>
                    <a:pt x="869834" y="1307833"/>
                  </a:moveTo>
                  <a:lnTo>
                    <a:pt x="895862" y="1356987"/>
                  </a:lnTo>
                  <a:lnTo>
                    <a:pt x="913619" y="1320180"/>
                  </a:lnTo>
                  <a:close/>
                  <a:moveTo>
                    <a:pt x="405457" y="725615"/>
                  </a:moveTo>
                  <a:lnTo>
                    <a:pt x="380060" y="719174"/>
                  </a:lnTo>
                  <a:lnTo>
                    <a:pt x="422393" y="729332"/>
                  </a:lnTo>
                  <a:close/>
                  <a:moveTo>
                    <a:pt x="380060" y="719174"/>
                  </a:moveTo>
                  <a:lnTo>
                    <a:pt x="387865" y="724814"/>
                  </a:lnTo>
                  <a:lnTo>
                    <a:pt x="422393" y="729332"/>
                  </a:lnTo>
                  <a:close/>
                  <a:moveTo>
                    <a:pt x="287419" y="658643"/>
                  </a:moveTo>
                  <a:lnTo>
                    <a:pt x="324826" y="647496"/>
                  </a:lnTo>
                  <a:lnTo>
                    <a:pt x="284033" y="621888"/>
                  </a:lnTo>
                  <a:close/>
                  <a:moveTo>
                    <a:pt x="351988" y="607755"/>
                  </a:moveTo>
                  <a:lnTo>
                    <a:pt x="324826" y="647496"/>
                  </a:lnTo>
                  <a:lnTo>
                    <a:pt x="362287" y="644129"/>
                  </a:lnTo>
                  <a:close/>
                  <a:moveTo>
                    <a:pt x="946552" y="1376559"/>
                  </a:moveTo>
                  <a:lnTo>
                    <a:pt x="925596" y="1339804"/>
                  </a:lnTo>
                  <a:lnTo>
                    <a:pt x="934791" y="1353947"/>
                  </a:lnTo>
                  <a:close/>
                  <a:moveTo>
                    <a:pt x="977025" y="1359375"/>
                  </a:moveTo>
                  <a:lnTo>
                    <a:pt x="967075" y="1395466"/>
                  </a:lnTo>
                  <a:lnTo>
                    <a:pt x="986187" y="1370714"/>
                  </a:lnTo>
                  <a:close/>
                  <a:moveTo>
                    <a:pt x="977025" y="1359375"/>
                  </a:moveTo>
                  <a:lnTo>
                    <a:pt x="946552" y="1376559"/>
                  </a:lnTo>
                  <a:lnTo>
                    <a:pt x="967075" y="1395466"/>
                  </a:lnTo>
                  <a:close/>
                  <a:moveTo>
                    <a:pt x="565226" y="811231"/>
                  </a:moveTo>
                  <a:lnTo>
                    <a:pt x="571378" y="816424"/>
                  </a:lnTo>
                  <a:lnTo>
                    <a:pt x="604389" y="851228"/>
                  </a:lnTo>
                  <a:close/>
                  <a:moveTo>
                    <a:pt x="516819" y="778750"/>
                  </a:moveTo>
                  <a:lnTo>
                    <a:pt x="510936" y="811226"/>
                  </a:lnTo>
                  <a:lnTo>
                    <a:pt x="565226" y="811231"/>
                  </a:lnTo>
                  <a:close/>
                  <a:moveTo>
                    <a:pt x="510529" y="734541"/>
                  </a:moveTo>
                  <a:lnTo>
                    <a:pt x="488632" y="756202"/>
                  </a:lnTo>
                  <a:lnTo>
                    <a:pt x="515000" y="735482"/>
                  </a:lnTo>
                  <a:close/>
                  <a:moveTo>
                    <a:pt x="411598" y="675876"/>
                  </a:moveTo>
                  <a:lnTo>
                    <a:pt x="385654" y="669879"/>
                  </a:lnTo>
                  <a:lnTo>
                    <a:pt x="382441" y="704532"/>
                  </a:lnTo>
                  <a:close/>
                  <a:moveTo>
                    <a:pt x="372213" y="641459"/>
                  </a:moveTo>
                  <a:lnTo>
                    <a:pt x="423582" y="637569"/>
                  </a:lnTo>
                  <a:lnTo>
                    <a:pt x="394084" y="624276"/>
                  </a:lnTo>
                  <a:close/>
                  <a:moveTo>
                    <a:pt x="165840" y="382255"/>
                  </a:moveTo>
                  <a:lnTo>
                    <a:pt x="168758" y="384174"/>
                  </a:lnTo>
                  <a:lnTo>
                    <a:pt x="162929" y="382118"/>
                  </a:lnTo>
                  <a:close/>
                  <a:moveTo>
                    <a:pt x="1022184" y="1354733"/>
                  </a:moveTo>
                  <a:lnTo>
                    <a:pt x="985838" y="1357194"/>
                  </a:lnTo>
                  <a:lnTo>
                    <a:pt x="986187" y="1370714"/>
                  </a:lnTo>
                  <a:close/>
                  <a:moveTo>
                    <a:pt x="985838" y="1357194"/>
                  </a:moveTo>
                  <a:lnTo>
                    <a:pt x="1022184" y="1354733"/>
                  </a:lnTo>
                  <a:lnTo>
                    <a:pt x="1016882" y="1314297"/>
                  </a:lnTo>
                  <a:close/>
                  <a:moveTo>
                    <a:pt x="849341" y="1108224"/>
                  </a:moveTo>
                  <a:lnTo>
                    <a:pt x="823786" y="1094445"/>
                  </a:lnTo>
                  <a:lnTo>
                    <a:pt x="839129" y="1102091"/>
                  </a:lnTo>
                  <a:close/>
                  <a:moveTo>
                    <a:pt x="873307" y="1101620"/>
                  </a:moveTo>
                  <a:lnTo>
                    <a:pt x="838978" y="1097843"/>
                  </a:lnTo>
                  <a:lnTo>
                    <a:pt x="849341" y="1108224"/>
                  </a:lnTo>
                  <a:close/>
                  <a:moveTo>
                    <a:pt x="839129" y="1102091"/>
                  </a:moveTo>
                  <a:lnTo>
                    <a:pt x="823786" y="1094445"/>
                  </a:lnTo>
                  <a:lnTo>
                    <a:pt x="814149" y="1065336"/>
                  </a:lnTo>
                  <a:close/>
                  <a:moveTo>
                    <a:pt x="873307" y="1101620"/>
                  </a:moveTo>
                  <a:lnTo>
                    <a:pt x="849341" y="1108224"/>
                  </a:lnTo>
                  <a:lnTo>
                    <a:pt x="910959" y="1117818"/>
                  </a:lnTo>
                  <a:close/>
                  <a:moveTo>
                    <a:pt x="802936" y="1059299"/>
                  </a:moveTo>
                  <a:lnTo>
                    <a:pt x="814149" y="1065336"/>
                  </a:lnTo>
                  <a:lnTo>
                    <a:pt x="822849" y="1037541"/>
                  </a:lnTo>
                  <a:close/>
                  <a:moveTo>
                    <a:pt x="810180" y="1011397"/>
                  </a:moveTo>
                  <a:lnTo>
                    <a:pt x="802936" y="1059299"/>
                  </a:lnTo>
                  <a:lnTo>
                    <a:pt x="822849" y="1037541"/>
                  </a:lnTo>
                  <a:close/>
                  <a:moveTo>
                    <a:pt x="592424" y="833867"/>
                  </a:moveTo>
                  <a:lnTo>
                    <a:pt x="605197" y="844806"/>
                  </a:lnTo>
                  <a:lnTo>
                    <a:pt x="571378" y="816424"/>
                  </a:lnTo>
                  <a:close/>
                  <a:moveTo>
                    <a:pt x="489496" y="729129"/>
                  </a:moveTo>
                  <a:lnTo>
                    <a:pt x="488632" y="756202"/>
                  </a:lnTo>
                  <a:lnTo>
                    <a:pt x="510529" y="734541"/>
                  </a:lnTo>
                  <a:close/>
                  <a:moveTo>
                    <a:pt x="463454" y="616059"/>
                  </a:moveTo>
                  <a:lnTo>
                    <a:pt x="423582" y="637569"/>
                  </a:lnTo>
                  <a:lnTo>
                    <a:pt x="462699" y="659244"/>
                  </a:lnTo>
                  <a:close/>
                  <a:moveTo>
                    <a:pt x="463454" y="616059"/>
                  </a:moveTo>
                  <a:lnTo>
                    <a:pt x="428353" y="617507"/>
                  </a:lnTo>
                  <a:lnTo>
                    <a:pt x="423582" y="637569"/>
                  </a:lnTo>
                  <a:close/>
                  <a:moveTo>
                    <a:pt x="428353" y="617507"/>
                  </a:moveTo>
                  <a:lnTo>
                    <a:pt x="456455" y="577002"/>
                  </a:lnTo>
                  <a:lnTo>
                    <a:pt x="425877" y="574773"/>
                  </a:lnTo>
                  <a:close/>
                  <a:moveTo>
                    <a:pt x="399578" y="570338"/>
                  </a:moveTo>
                  <a:lnTo>
                    <a:pt x="425877" y="574773"/>
                  </a:lnTo>
                  <a:lnTo>
                    <a:pt x="386112" y="535266"/>
                  </a:lnTo>
                  <a:close/>
                  <a:moveTo>
                    <a:pt x="826808" y="1052345"/>
                  </a:moveTo>
                  <a:lnTo>
                    <a:pt x="823786" y="1094445"/>
                  </a:lnTo>
                  <a:lnTo>
                    <a:pt x="817328" y="1084907"/>
                  </a:lnTo>
                  <a:close/>
                  <a:moveTo>
                    <a:pt x="1063114" y="1259052"/>
                  </a:moveTo>
                  <a:lnTo>
                    <a:pt x="1021557" y="1265749"/>
                  </a:lnTo>
                  <a:lnTo>
                    <a:pt x="1020843" y="1279504"/>
                  </a:lnTo>
                  <a:close/>
                  <a:moveTo>
                    <a:pt x="955247" y="1113582"/>
                  </a:moveTo>
                  <a:lnTo>
                    <a:pt x="910959" y="1117818"/>
                  </a:lnTo>
                  <a:lnTo>
                    <a:pt x="918715" y="1121662"/>
                  </a:lnTo>
                  <a:close/>
                  <a:moveTo>
                    <a:pt x="916869" y="1072946"/>
                  </a:moveTo>
                  <a:lnTo>
                    <a:pt x="910959" y="1117818"/>
                  </a:lnTo>
                  <a:lnTo>
                    <a:pt x="955247" y="1113582"/>
                  </a:lnTo>
                  <a:close/>
                  <a:moveTo>
                    <a:pt x="878382" y="1077148"/>
                  </a:moveTo>
                  <a:lnTo>
                    <a:pt x="838978" y="1097843"/>
                  </a:lnTo>
                  <a:lnTo>
                    <a:pt x="873307" y="1101620"/>
                  </a:lnTo>
                  <a:close/>
                  <a:moveTo>
                    <a:pt x="916869" y="1072946"/>
                  </a:moveTo>
                  <a:lnTo>
                    <a:pt x="873307" y="1101620"/>
                  </a:lnTo>
                  <a:lnTo>
                    <a:pt x="910959" y="1117818"/>
                  </a:lnTo>
                  <a:close/>
                  <a:moveTo>
                    <a:pt x="916869" y="1072946"/>
                  </a:moveTo>
                  <a:lnTo>
                    <a:pt x="878382" y="1077148"/>
                  </a:lnTo>
                  <a:lnTo>
                    <a:pt x="873307" y="1101620"/>
                  </a:lnTo>
                  <a:close/>
                  <a:moveTo>
                    <a:pt x="810180" y="1011397"/>
                  </a:moveTo>
                  <a:lnTo>
                    <a:pt x="822849" y="1037541"/>
                  </a:lnTo>
                  <a:lnTo>
                    <a:pt x="821180" y="1007070"/>
                  </a:lnTo>
                  <a:close/>
                  <a:moveTo>
                    <a:pt x="810180" y="1011397"/>
                  </a:moveTo>
                  <a:lnTo>
                    <a:pt x="821180" y="1007070"/>
                  </a:lnTo>
                  <a:lnTo>
                    <a:pt x="824104" y="957459"/>
                  </a:lnTo>
                  <a:close/>
                  <a:moveTo>
                    <a:pt x="821180" y="1007070"/>
                  </a:moveTo>
                  <a:lnTo>
                    <a:pt x="822849" y="1037541"/>
                  </a:lnTo>
                  <a:lnTo>
                    <a:pt x="827994" y="1011397"/>
                  </a:lnTo>
                  <a:close/>
                  <a:moveTo>
                    <a:pt x="821180" y="1007070"/>
                  </a:moveTo>
                  <a:lnTo>
                    <a:pt x="827994" y="1011397"/>
                  </a:lnTo>
                  <a:lnTo>
                    <a:pt x="829309" y="965486"/>
                  </a:lnTo>
                  <a:close/>
                  <a:moveTo>
                    <a:pt x="520135" y="597066"/>
                  </a:moveTo>
                  <a:lnTo>
                    <a:pt x="533993" y="608808"/>
                  </a:lnTo>
                  <a:lnTo>
                    <a:pt x="531822" y="643847"/>
                  </a:lnTo>
                  <a:close/>
                  <a:moveTo>
                    <a:pt x="1111154" y="1202338"/>
                  </a:moveTo>
                  <a:lnTo>
                    <a:pt x="1069582" y="1240945"/>
                  </a:lnTo>
                  <a:lnTo>
                    <a:pt x="1103664" y="1243795"/>
                  </a:lnTo>
                  <a:close/>
                  <a:moveTo>
                    <a:pt x="1103664" y="1243795"/>
                  </a:moveTo>
                  <a:lnTo>
                    <a:pt x="1138656" y="1197561"/>
                  </a:lnTo>
                  <a:lnTo>
                    <a:pt x="1111154" y="1202338"/>
                  </a:lnTo>
                  <a:close/>
                  <a:moveTo>
                    <a:pt x="906924" y="977031"/>
                  </a:moveTo>
                  <a:lnTo>
                    <a:pt x="904750" y="998395"/>
                  </a:lnTo>
                  <a:lnTo>
                    <a:pt x="927779" y="988289"/>
                  </a:lnTo>
                  <a:close/>
                  <a:moveTo>
                    <a:pt x="906924" y="977031"/>
                  </a:moveTo>
                  <a:lnTo>
                    <a:pt x="886459" y="958375"/>
                  </a:lnTo>
                  <a:lnTo>
                    <a:pt x="868374" y="986968"/>
                  </a:lnTo>
                  <a:close/>
                  <a:moveTo>
                    <a:pt x="755688" y="764742"/>
                  </a:moveTo>
                  <a:lnTo>
                    <a:pt x="747942" y="726292"/>
                  </a:lnTo>
                  <a:lnTo>
                    <a:pt x="725666" y="762062"/>
                  </a:lnTo>
                  <a:close/>
                  <a:moveTo>
                    <a:pt x="540753" y="516399"/>
                  </a:moveTo>
                  <a:lnTo>
                    <a:pt x="554219" y="551698"/>
                  </a:lnTo>
                  <a:lnTo>
                    <a:pt x="532276" y="506179"/>
                  </a:lnTo>
                  <a:close/>
                  <a:moveTo>
                    <a:pt x="1138656" y="1197561"/>
                  </a:moveTo>
                  <a:lnTo>
                    <a:pt x="1152657" y="1206188"/>
                  </a:lnTo>
                  <a:lnTo>
                    <a:pt x="1155804" y="1193125"/>
                  </a:lnTo>
                  <a:close/>
                  <a:moveTo>
                    <a:pt x="906924" y="977031"/>
                  </a:moveTo>
                  <a:lnTo>
                    <a:pt x="927779" y="988289"/>
                  </a:lnTo>
                  <a:lnTo>
                    <a:pt x="933945" y="969570"/>
                  </a:lnTo>
                  <a:close/>
                  <a:moveTo>
                    <a:pt x="972215" y="965545"/>
                  </a:moveTo>
                  <a:lnTo>
                    <a:pt x="933945" y="969570"/>
                  </a:lnTo>
                  <a:lnTo>
                    <a:pt x="927779" y="988289"/>
                  </a:lnTo>
                  <a:close/>
                  <a:moveTo>
                    <a:pt x="972215" y="965545"/>
                  </a:moveTo>
                  <a:lnTo>
                    <a:pt x="930454" y="927661"/>
                  </a:lnTo>
                  <a:lnTo>
                    <a:pt x="933945" y="969570"/>
                  </a:lnTo>
                  <a:close/>
                  <a:moveTo>
                    <a:pt x="894457" y="929838"/>
                  </a:moveTo>
                  <a:lnTo>
                    <a:pt x="930454" y="927661"/>
                  </a:lnTo>
                  <a:lnTo>
                    <a:pt x="910232" y="922684"/>
                  </a:lnTo>
                  <a:close/>
                  <a:moveTo>
                    <a:pt x="1161880" y="1143622"/>
                  </a:moveTo>
                  <a:lnTo>
                    <a:pt x="1206821" y="1178739"/>
                  </a:lnTo>
                  <a:lnTo>
                    <a:pt x="1209174" y="1132079"/>
                  </a:lnTo>
                  <a:close/>
                  <a:moveTo>
                    <a:pt x="619562" y="480916"/>
                  </a:moveTo>
                  <a:lnTo>
                    <a:pt x="599229" y="428094"/>
                  </a:lnTo>
                  <a:lnTo>
                    <a:pt x="595076" y="428988"/>
                  </a:lnTo>
                  <a:close/>
                  <a:moveTo>
                    <a:pt x="676646" y="416849"/>
                  </a:moveTo>
                  <a:lnTo>
                    <a:pt x="635591" y="450887"/>
                  </a:lnTo>
                  <a:lnTo>
                    <a:pt x="669759" y="454060"/>
                  </a:lnTo>
                  <a:close/>
                  <a:moveTo>
                    <a:pt x="676646" y="416849"/>
                  </a:moveTo>
                  <a:lnTo>
                    <a:pt x="645753" y="414876"/>
                  </a:lnTo>
                  <a:lnTo>
                    <a:pt x="635591" y="450887"/>
                  </a:lnTo>
                  <a:close/>
                  <a:moveTo>
                    <a:pt x="705539" y="410911"/>
                  </a:moveTo>
                  <a:lnTo>
                    <a:pt x="676646" y="416849"/>
                  </a:lnTo>
                  <a:lnTo>
                    <a:pt x="669759" y="454060"/>
                  </a:lnTo>
                  <a:close/>
                  <a:moveTo>
                    <a:pt x="506660" y="205297"/>
                  </a:moveTo>
                  <a:lnTo>
                    <a:pt x="483361" y="197151"/>
                  </a:lnTo>
                  <a:lnTo>
                    <a:pt x="532988" y="220216"/>
                  </a:lnTo>
                  <a:close/>
                  <a:moveTo>
                    <a:pt x="897389" y="551819"/>
                  </a:moveTo>
                  <a:lnTo>
                    <a:pt x="915998" y="559410"/>
                  </a:lnTo>
                  <a:lnTo>
                    <a:pt x="939645" y="577502"/>
                  </a:lnTo>
                  <a:close/>
                  <a:moveTo>
                    <a:pt x="776624" y="484421"/>
                  </a:moveTo>
                  <a:lnTo>
                    <a:pt x="798592" y="494175"/>
                  </a:lnTo>
                  <a:lnTo>
                    <a:pt x="779527" y="476879"/>
                  </a:lnTo>
                  <a:close/>
                  <a:moveTo>
                    <a:pt x="798827" y="505936"/>
                  </a:moveTo>
                  <a:lnTo>
                    <a:pt x="827900" y="509388"/>
                  </a:lnTo>
                  <a:lnTo>
                    <a:pt x="776624" y="484421"/>
                  </a:lnTo>
                  <a:close/>
                  <a:moveTo>
                    <a:pt x="725073" y="359820"/>
                  </a:moveTo>
                  <a:lnTo>
                    <a:pt x="686034" y="364469"/>
                  </a:lnTo>
                  <a:lnTo>
                    <a:pt x="705539" y="410911"/>
                  </a:lnTo>
                  <a:close/>
                  <a:moveTo>
                    <a:pt x="705539" y="410911"/>
                  </a:moveTo>
                  <a:lnTo>
                    <a:pt x="686034" y="364469"/>
                  </a:lnTo>
                  <a:lnTo>
                    <a:pt x="676014" y="381241"/>
                  </a:lnTo>
                  <a:close/>
                  <a:moveTo>
                    <a:pt x="697913" y="366908"/>
                  </a:moveTo>
                  <a:lnTo>
                    <a:pt x="730276" y="363331"/>
                  </a:lnTo>
                  <a:lnTo>
                    <a:pt x="705539" y="410911"/>
                  </a:lnTo>
                  <a:close/>
                  <a:moveTo>
                    <a:pt x="686034" y="364469"/>
                  </a:moveTo>
                  <a:lnTo>
                    <a:pt x="698757" y="341693"/>
                  </a:lnTo>
                  <a:lnTo>
                    <a:pt x="670492" y="360593"/>
                  </a:lnTo>
                  <a:close/>
                  <a:moveTo>
                    <a:pt x="686034" y="364469"/>
                  </a:moveTo>
                  <a:lnTo>
                    <a:pt x="725073" y="359820"/>
                  </a:lnTo>
                  <a:lnTo>
                    <a:pt x="698757" y="341693"/>
                  </a:lnTo>
                  <a:close/>
                  <a:moveTo>
                    <a:pt x="755002" y="362576"/>
                  </a:moveTo>
                  <a:lnTo>
                    <a:pt x="725073" y="359820"/>
                  </a:lnTo>
                  <a:lnTo>
                    <a:pt x="765400" y="370076"/>
                  </a:lnTo>
                  <a:close/>
                  <a:moveTo>
                    <a:pt x="725073" y="359820"/>
                  </a:moveTo>
                  <a:lnTo>
                    <a:pt x="730276" y="363331"/>
                  </a:lnTo>
                  <a:lnTo>
                    <a:pt x="765400" y="370076"/>
                  </a:lnTo>
                  <a:close/>
                  <a:moveTo>
                    <a:pt x="569532" y="226019"/>
                  </a:moveTo>
                  <a:lnTo>
                    <a:pt x="590691" y="253564"/>
                  </a:lnTo>
                  <a:lnTo>
                    <a:pt x="606921" y="222711"/>
                  </a:lnTo>
                  <a:close/>
                  <a:moveTo>
                    <a:pt x="537841" y="224695"/>
                  </a:moveTo>
                  <a:lnTo>
                    <a:pt x="590691" y="253564"/>
                  </a:lnTo>
                  <a:lnTo>
                    <a:pt x="569532" y="226019"/>
                  </a:lnTo>
                  <a:close/>
                  <a:moveTo>
                    <a:pt x="537841" y="224695"/>
                  </a:moveTo>
                  <a:lnTo>
                    <a:pt x="566724" y="221775"/>
                  </a:lnTo>
                  <a:lnTo>
                    <a:pt x="532988" y="220216"/>
                  </a:lnTo>
                  <a:close/>
                  <a:moveTo>
                    <a:pt x="996039" y="677694"/>
                  </a:moveTo>
                  <a:lnTo>
                    <a:pt x="1027103" y="679528"/>
                  </a:lnTo>
                  <a:lnTo>
                    <a:pt x="1010846" y="664879"/>
                  </a:lnTo>
                  <a:close/>
                  <a:moveTo>
                    <a:pt x="1027103" y="679528"/>
                  </a:moveTo>
                  <a:lnTo>
                    <a:pt x="1050264" y="687676"/>
                  </a:lnTo>
                  <a:lnTo>
                    <a:pt x="1010846" y="664879"/>
                  </a:lnTo>
                  <a:close/>
                  <a:moveTo>
                    <a:pt x="697729" y="192769"/>
                  </a:moveTo>
                  <a:lnTo>
                    <a:pt x="674381" y="209952"/>
                  </a:lnTo>
                  <a:lnTo>
                    <a:pt x="697557" y="229524"/>
                  </a:lnTo>
                  <a:close/>
                  <a:moveTo>
                    <a:pt x="677128" y="156014"/>
                  </a:moveTo>
                  <a:lnTo>
                    <a:pt x="674381" y="209952"/>
                  </a:lnTo>
                  <a:lnTo>
                    <a:pt x="697729" y="192769"/>
                  </a:lnTo>
                  <a:close/>
                  <a:moveTo>
                    <a:pt x="819149" y="350253"/>
                  </a:moveTo>
                  <a:lnTo>
                    <a:pt x="793356" y="339789"/>
                  </a:lnTo>
                  <a:lnTo>
                    <a:pt x="842603" y="341734"/>
                  </a:lnTo>
                  <a:close/>
                  <a:moveTo>
                    <a:pt x="697729" y="192769"/>
                  </a:moveTo>
                  <a:lnTo>
                    <a:pt x="697174" y="171729"/>
                  </a:lnTo>
                  <a:lnTo>
                    <a:pt x="709202" y="138831"/>
                  </a:lnTo>
                  <a:close/>
                  <a:moveTo>
                    <a:pt x="697729" y="192769"/>
                  </a:moveTo>
                  <a:lnTo>
                    <a:pt x="709202" y="138831"/>
                  </a:lnTo>
                  <a:lnTo>
                    <a:pt x="677128" y="156014"/>
                  </a:lnTo>
                  <a:close/>
                  <a:moveTo>
                    <a:pt x="677128" y="156014"/>
                  </a:moveTo>
                  <a:lnTo>
                    <a:pt x="709202" y="138831"/>
                  </a:lnTo>
                  <a:lnTo>
                    <a:pt x="664264" y="144891"/>
                  </a:lnTo>
                  <a:close/>
                  <a:moveTo>
                    <a:pt x="972402" y="378932"/>
                  </a:moveTo>
                  <a:lnTo>
                    <a:pt x="943496" y="342177"/>
                  </a:lnTo>
                  <a:lnTo>
                    <a:pt x="935079" y="386935"/>
                  </a:lnTo>
                  <a:close/>
                  <a:moveTo>
                    <a:pt x="802217" y="212341"/>
                  </a:moveTo>
                  <a:lnTo>
                    <a:pt x="787686" y="201763"/>
                  </a:lnTo>
                  <a:lnTo>
                    <a:pt x="808844" y="215514"/>
                  </a:lnTo>
                  <a:close/>
                  <a:moveTo>
                    <a:pt x="808844" y="215514"/>
                  </a:moveTo>
                  <a:lnTo>
                    <a:pt x="787686" y="201763"/>
                  </a:lnTo>
                  <a:lnTo>
                    <a:pt x="801340" y="215825"/>
                  </a:lnTo>
                  <a:close/>
                  <a:moveTo>
                    <a:pt x="770130" y="171289"/>
                  </a:moveTo>
                  <a:lnTo>
                    <a:pt x="802217" y="212341"/>
                  </a:lnTo>
                  <a:lnTo>
                    <a:pt x="775532" y="175586"/>
                  </a:lnTo>
                  <a:close/>
                  <a:moveTo>
                    <a:pt x="742453" y="120234"/>
                  </a:moveTo>
                  <a:lnTo>
                    <a:pt x="740158" y="123821"/>
                  </a:lnTo>
                  <a:lnTo>
                    <a:pt x="753312" y="132464"/>
                  </a:lnTo>
                  <a:close/>
                  <a:moveTo>
                    <a:pt x="844353" y="120377"/>
                  </a:moveTo>
                  <a:lnTo>
                    <a:pt x="871761" y="133758"/>
                  </a:lnTo>
                  <a:lnTo>
                    <a:pt x="820254" y="112881"/>
                  </a:lnTo>
                  <a:close/>
                  <a:moveTo>
                    <a:pt x="916972" y="124036"/>
                  </a:moveTo>
                  <a:lnTo>
                    <a:pt x="887508" y="96424"/>
                  </a:lnTo>
                  <a:lnTo>
                    <a:pt x="871761" y="133758"/>
                  </a:lnTo>
                  <a:close/>
                  <a:moveTo>
                    <a:pt x="871761" y="133758"/>
                  </a:moveTo>
                  <a:lnTo>
                    <a:pt x="887508" y="96424"/>
                  </a:lnTo>
                  <a:lnTo>
                    <a:pt x="831653" y="108377"/>
                  </a:lnTo>
                  <a:close/>
                  <a:moveTo>
                    <a:pt x="882340" y="0"/>
                  </a:moveTo>
                  <a:lnTo>
                    <a:pt x="920759" y="33342"/>
                  </a:lnTo>
                  <a:lnTo>
                    <a:pt x="927073" y="35467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30" name="Input_density__129">
              <a:extLst>
                <a:ext uri="{FF2B5EF4-FFF2-40B4-BE49-F238E27FC236}">
                  <a16:creationId xmlns:a16="http://schemas.microsoft.com/office/drawing/2014/main" id="{7F0943AC-3A43-B58B-B631-A367BCAA4529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491545"/>
              <a:ext cx="1187842" cy="1395698"/>
            </a:xfrm>
            <a:custGeom>
              <a:avLst/>
              <a:gdLst/>
              <a:ahLst/>
              <a:cxnLst/>
              <a:rect l="0" t="0" r="0" b="0"/>
              <a:pathLst>
                <a:path w="1187842" h="1395698">
                  <a:moveTo>
                    <a:pt x="306896" y="1185619"/>
                  </a:moveTo>
                  <a:lnTo>
                    <a:pt x="344269" y="1210019"/>
                  </a:lnTo>
                  <a:lnTo>
                    <a:pt x="357373" y="1169660"/>
                  </a:lnTo>
                  <a:close/>
                  <a:moveTo>
                    <a:pt x="344269" y="1210019"/>
                  </a:moveTo>
                  <a:lnTo>
                    <a:pt x="364870" y="1168436"/>
                  </a:lnTo>
                  <a:lnTo>
                    <a:pt x="357373" y="1169660"/>
                  </a:lnTo>
                  <a:close/>
                  <a:moveTo>
                    <a:pt x="394308" y="1176323"/>
                  </a:moveTo>
                  <a:lnTo>
                    <a:pt x="364870" y="1168436"/>
                  </a:lnTo>
                  <a:lnTo>
                    <a:pt x="344269" y="1210019"/>
                  </a:lnTo>
                  <a:close/>
                  <a:moveTo>
                    <a:pt x="295312" y="1131681"/>
                  </a:moveTo>
                  <a:lnTo>
                    <a:pt x="263543" y="1102272"/>
                  </a:lnTo>
                  <a:lnTo>
                    <a:pt x="266090" y="1112109"/>
                  </a:lnTo>
                  <a:close/>
                  <a:moveTo>
                    <a:pt x="243745" y="1083329"/>
                  </a:moveTo>
                  <a:lnTo>
                    <a:pt x="266090" y="1112109"/>
                  </a:lnTo>
                  <a:lnTo>
                    <a:pt x="263543" y="1102272"/>
                  </a:lnTo>
                  <a:close/>
                  <a:moveTo>
                    <a:pt x="358045" y="1124367"/>
                  </a:moveTo>
                  <a:lnTo>
                    <a:pt x="325832" y="1123468"/>
                  </a:lnTo>
                  <a:lnTo>
                    <a:pt x="321131" y="1151877"/>
                  </a:lnTo>
                  <a:close/>
                  <a:moveTo>
                    <a:pt x="358045" y="1124367"/>
                  </a:moveTo>
                  <a:lnTo>
                    <a:pt x="362352" y="1085212"/>
                  </a:lnTo>
                  <a:lnTo>
                    <a:pt x="330441" y="1090479"/>
                  </a:lnTo>
                  <a:close/>
                  <a:moveTo>
                    <a:pt x="220353" y="928031"/>
                  </a:moveTo>
                  <a:lnTo>
                    <a:pt x="190317" y="910980"/>
                  </a:lnTo>
                  <a:lnTo>
                    <a:pt x="244429" y="930722"/>
                  </a:lnTo>
                  <a:close/>
                  <a:moveTo>
                    <a:pt x="190410" y="912286"/>
                  </a:moveTo>
                  <a:lnTo>
                    <a:pt x="216846" y="934159"/>
                  </a:lnTo>
                  <a:lnTo>
                    <a:pt x="244429" y="930722"/>
                  </a:lnTo>
                  <a:close/>
                  <a:moveTo>
                    <a:pt x="401" y="700179"/>
                  </a:moveTo>
                  <a:lnTo>
                    <a:pt x="19800" y="673438"/>
                  </a:lnTo>
                  <a:lnTo>
                    <a:pt x="16846" y="675173"/>
                  </a:lnTo>
                  <a:close/>
                  <a:moveTo>
                    <a:pt x="437089" y="1097314"/>
                  </a:moveTo>
                  <a:lnTo>
                    <a:pt x="418122" y="1114498"/>
                  </a:lnTo>
                  <a:lnTo>
                    <a:pt x="440295" y="1127477"/>
                  </a:lnTo>
                  <a:close/>
                  <a:moveTo>
                    <a:pt x="396479" y="1077743"/>
                  </a:moveTo>
                  <a:lnTo>
                    <a:pt x="437089" y="1097314"/>
                  </a:lnTo>
                  <a:lnTo>
                    <a:pt x="443810" y="1060559"/>
                  </a:lnTo>
                  <a:close/>
                  <a:moveTo>
                    <a:pt x="365786" y="1073326"/>
                  </a:moveTo>
                  <a:lnTo>
                    <a:pt x="362352" y="1085212"/>
                  </a:lnTo>
                  <a:lnTo>
                    <a:pt x="385046" y="1077743"/>
                  </a:lnTo>
                  <a:close/>
                  <a:moveTo>
                    <a:pt x="374515" y="1034481"/>
                  </a:moveTo>
                  <a:lnTo>
                    <a:pt x="399628" y="1028154"/>
                  </a:lnTo>
                  <a:lnTo>
                    <a:pt x="396583" y="1023804"/>
                  </a:lnTo>
                  <a:close/>
                  <a:moveTo>
                    <a:pt x="365786" y="1073326"/>
                  </a:moveTo>
                  <a:lnTo>
                    <a:pt x="391422" y="1069325"/>
                  </a:lnTo>
                  <a:lnTo>
                    <a:pt x="374515" y="1034481"/>
                  </a:lnTo>
                  <a:close/>
                  <a:moveTo>
                    <a:pt x="44095" y="619499"/>
                  </a:moveTo>
                  <a:lnTo>
                    <a:pt x="9915" y="591313"/>
                  </a:lnTo>
                  <a:lnTo>
                    <a:pt x="0" y="599928"/>
                  </a:lnTo>
                  <a:close/>
                  <a:moveTo>
                    <a:pt x="12363" y="552488"/>
                  </a:moveTo>
                  <a:lnTo>
                    <a:pt x="47940" y="560929"/>
                  </a:lnTo>
                  <a:lnTo>
                    <a:pt x="0" y="599928"/>
                  </a:lnTo>
                  <a:close/>
                  <a:moveTo>
                    <a:pt x="36668" y="551905"/>
                  </a:moveTo>
                  <a:lnTo>
                    <a:pt x="41132" y="535476"/>
                  </a:lnTo>
                  <a:lnTo>
                    <a:pt x="10600" y="545897"/>
                  </a:lnTo>
                  <a:close/>
                  <a:moveTo>
                    <a:pt x="406977" y="1023804"/>
                  </a:moveTo>
                  <a:lnTo>
                    <a:pt x="443810" y="1060559"/>
                  </a:lnTo>
                  <a:lnTo>
                    <a:pt x="406666" y="1022433"/>
                  </a:lnTo>
                  <a:close/>
                  <a:moveTo>
                    <a:pt x="423469" y="987049"/>
                  </a:moveTo>
                  <a:lnTo>
                    <a:pt x="406977" y="1023804"/>
                  </a:lnTo>
                  <a:lnTo>
                    <a:pt x="401093" y="982216"/>
                  </a:lnTo>
                  <a:close/>
                  <a:moveTo>
                    <a:pt x="130262" y="647933"/>
                  </a:moveTo>
                  <a:lnTo>
                    <a:pt x="131494" y="656254"/>
                  </a:lnTo>
                  <a:lnTo>
                    <a:pt x="117664" y="647386"/>
                  </a:lnTo>
                  <a:close/>
                  <a:moveTo>
                    <a:pt x="58222" y="503163"/>
                  </a:moveTo>
                  <a:lnTo>
                    <a:pt x="10600" y="545897"/>
                  </a:lnTo>
                  <a:lnTo>
                    <a:pt x="41132" y="535476"/>
                  </a:lnTo>
                  <a:close/>
                  <a:moveTo>
                    <a:pt x="854546" y="1393742"/>
                  </a:moveTo>
                  <a:lnTo>
                    <a:pt x="828161" y="1388615"/>
                  </a:lnTo>
                  <a:lnTo>
                    <a:pt x="852859" y="1395698"/>
                  </a:lnTo>
                  <a:close/>
                  <a:moveTo>
                    <a:pt x="58222" y="503163"/>
                  </a:moveTo>
                  <a:lnTo>
                    <a:pt x="61478" y="486988"/>
                  </a:lnTo>
                  <a:lnTo>
                    <a:pt x="40362" y="528806"/>
                  </a:lnTo>
                  <a:close/>
                  <a:moveTo>
                    <a:pt x="38897" y="430910"/>
                  </a:moveTo>
                  <a:lnTo>
                    <a:pt x="63048" y="438113"/>
                  </a:lnTo>
                  <a:lnTo>
                    <a:pt x="62006" y="441811"/>
                  </a:lnTo>
                  <a:close/>
                  <a:moveTo>
                    <a:pt x="871949" y="1393742"/>
                  </a:moveTo>
                  <a:lnTo>
                    <a:pt x="855541" y="1394778"/>
                  </a:lnTo>
                  <a:lnTo>
                    <a:pt x="852859" y="1395698"/>
                  </a:lnTo>
                  <a:close/>
                  <a:moveTo>
                    <a:pt x="856261" y="1392932"/>
                  </a:moveTo>
                  <a:lnTo>
                    <a:pt x="855541" y="1394778"/>
                  </a:lnTo>
                  <a:lnTo>
                    <a:pt x="871949" y="1393742"/>
                  </a:lnTo>
                  <a:close/>
                  <a:moveTo>
                    <a:pt x="860017" y="1345131"/>
                  </a:moveTo>
                  <a:lnTo>
                    <a:pt x="876884" y="1356987"/>
                  </a:lnTo>
                  <a:lnTo>
                    <a:pt x="850855" y="1307833"/>
                  </a:lnTo>
                  <a:close/>
                  <a:moveTo>
                    <a:pt x="571911" y="985582"/>
                  </a:moveTo>
                  <a:lnTo>
                    <a:pt x="598282" y="975005"/>
                  </a:lnTo>
                  <a:lnTo>
                    <a:pt x="588007" y="972254"/>
                  </a:lnTo>
                  <a:close/>
                  <a:moveTo>
                    <a:pt x="588007" y="972254"/>
                  </a:moveTo>
                  <a:lnTo>
                    <a:pt x="598282" y="975005"/>
                  </a:lnTo>
                  <a:lnTo>
                    <a:pt x="597046" y="954978"/>
                  </a:lnTo>
                  <a:close/>
                  <a:moveTo>
                    <a:pt x="361082" y="719174"/>
                  </a:moveTo>
                  <a:lnTo>
                    <a:pt x="386479" y="725615"/>
                  </a:lnTo>
                  <a:lnTo>
                    <a:pt x="363462" y="704532"/>
                  </a:lnTo>
                  <a:close/>
                  <a:moveTo>
                    <a:pt x="386479" y="725615"/>
                  </a:moveTo>
                  <a:lnTo>
                    <a:pt x="391991" y="686621"/>
                  </a:lnTo>
                  <a:lnTo>
                    <a:pt x="363462" y="704532"/>
                  </a:lnTo>
                  <a:close/>
                  <a:moveTo>
                    <a:pt x="189364" y="551912"/>
                  </a:moveTo>
                  <a:lnTo>
                    <a:pt x="193348" y="548378"/>
                  </a:lnTo>
                  <a:lnTo>
                    <a:pt x="174654" y="538648"/>
                  </a:lnTo>
                  <a:close/>
                  <a:moveTo>
                    <a:pt x="69642" y="438113"/>
                  </a:moveTo>
                  <a:lnTo>
                    <a:pt x="95238" y="474868"/>
                  </a:lnTo>
                  <a:lnTo>
                    <a:pt x="69038" y="436095"/>
                  </a:lnTo>
                  <a:close/>
                  <a:moveTo>
                    <a:pt x="967209" y="1370714"/>
                  </a:moveTo>
                  <a:lnTo>
                    <a:pt x="948097" y="1395466"/>
                  </a:lnTo>
                  <a:lnTo>
                    <a:pt x="1003786" y="1382895"/>
                  </a:lnTo>
                  <a:close/>
                  <a:moveTo>
                    <a:pt x="597749" y="930692"/>
                  </a:moveTo>
                  <a:lnTo>
                    <a:pt x="588007" y="972254"/>
                  </a:lnTo>
                  <a:lnTo>
                    <a:pt x="597046" y="954978"/>
                  </a:lnTo>
                  <a:close/>
                  <a:moveTo>
                    <a:pt x="574728" y="967066"/>
                  </a:moveTo>
                  <a:lnTo>
                    <a:pt x="588007" y="972254"/>
                  </a:lnTo>
                  <a:lnTo>
                    <a:pt x="597749" y="930692"/>
                  </a:lnTo>
                  <a:close/>
                  <a:moveTo>
                    <a:pt x="570955" y="925386"/>
                  </a:moveTo>
                  <a:lnTo>
                    <a:pt x="574728" y="967066"/>
                  </a:lnTo>
                  <a:lnTo>
                    <a:pt x="597749" y="930692"/>
                  </a:lnTo>
                  <a:close/>
                  <a:moveTo>
                    <a:pt x="597749" y="930692"/>
                  </a:moveTo>
                  <a:lnTo>
                    <a:pt x="597046" y="954978"/>
                  </a:lnTo>
                  <a:lnTo>
                    <a:pt x="603525" y="935499"/>
                  </a:lnTo>
                  <a:close/>
                  <a:moveTo>
                    <a:pt x="552400" y="816424"/>
                  </a:moveTo>
                  <a:lnTo>
                    <a:pt x="586219" y="844806"/>
                  </a:lnTo>
                  <a:lnTo>
                    <a:pt x="585411" y="851228"/>
                  </a:lnTo>
                  <a:close/>
                  <a:moveTo>
                    <a:pt x="496022" y="735482"/>
                  </a:moveTo>
                  <a:lnTo>
                    <a:pt x="469654" y="756202"/>
                  </a:lnTo>
                  <a:lnTo>
                    <a:pt x="466224" y="777366"/>
                  </a:lnTo>
                  <a:close/>
                  <a:moveTo>
                    <a:pt x="496022" y="735482"/>
                  </a:moveTo>
                  <a:lnTo>
                    <a:pt x="466224" y="777366"/>
                  </a:lnTo>
                  <a:lnTo>
                    <a:pt x="497841" y="778750"/>
                  </a:lnTo>
                  <a:close/>
                  <a:moveTo>
                    <a:pt x="392619" y="675876"/>
                  </a:moveTo>
                  <a:lnTo>
                    <a:pt x="404604" y="637569"/>
                  </a:lnTo>
                  <a:lnTo>
                    <a:pt x="366676" y="669879"/>
                  </a:lnTo>
                  <a:close/>
                  <a:moveTo>
                    <a:pt x="375106" y="624276"/>
                  </a:moveTo>
                  <a:lnTo>
                    <a:pt x="347341" y="604704"/>
                  </a:lnTo>
                  <a:lnTo>
                    <a:pt x="353235" y="641459"/>
                  </a:lnTo>
                  <a:close/>
                  <a:moveTo>
                    <a:pt x="1003206" y="1354733"/>
                  </a:moveTo>
                  <a:lnTo>
                    <a:pt x="967209" y="1370714"/>
                  </a:lnTo>
                  <a:lnTo>
                    <a:pt x="1003786" y="1382895"/>
                  </a:lnTo>
                  <a:close/>
                  <a:moveTo>
                    <a:pt x="997903" y="1314297"/>
                  </a:moveTo>
                  <a:lnTo>
                    <a:pt x="998376" y="1322621"/>
                  </a:lnTo>
                  <a:lnTo>
                    <a:pt x="1001865" y="1279504"/>
                  </a:lnTo>
                  <a:close/>
                  <a:moveTo>
                    <a:pt x="819999" y="1097843"/>
                  </a:moveTo>
                  <a:lnTo>
                    <a:pt x="804807" y="1094445"/>
                  </a:lnTo>
                  <a:lnTo>
                    <a:pt x="830363" y="1108224"/>
                  </a:lnTo>
                  <a:close/>
                  <a:moveTo>
                    <a:pt x="404604" y="637569"/>
                  </a:moveTo>
                  <a:lnTo>
                    <a:pt x="409374" y="617507"/>
                  </a:lnTo>
                  <a:lnTo>
                    <a:pt x="375106" y="624276"/>
                  </a:lnTo>
                  <a:close/>
                  <a:moveTo>
                    <a:pt x="406899" y="574773"/>
                  </a:moveTo>
                  <a:lnTo>
                    <a:pt x="380600" y="570338"/>
                  </a:lnTo>
                  <a:lnTo>
                    <a:pt x="366801" y="620807"/>
                  </a:lnTo>
                  <a:close/>
                  <a:moveTo>
                    <a:pt x="409374" y="617507"/>
                  </a:moveTo>
                  <a:lnTo>
                    <a:pt x="406899" y="574773"/>
                  </a:lnTo>
                  <a:lnTo>
                    <a:pt x="366801" y="620807"/>
                  </a:lnTo>
                  <a:close/>
                  <a:moveTo>
                    <a:pt x="469276" y="607092"/>
                  </a:moveTo>
                  <a:lnTo>
                    <a:pt x="480608" y="658519"/>
                  </a:lnTo>
                  <a:lnTo>
                    <a:pt x="482365" y="643847"/>
                  </a:lnTo>
                  <a:close/>
                  <a:moveTo>
                    <a:pt x="443721" y="659244"/>
                  </a:moveTo>
                  <a:lnTo>
                    <a:pt x="480608" y="658519"/>
                  </a:lnTo>
                  <a:lnTo>
                    <a:pt x="469276" y="607092"/>
                  </a:lnTo>
                  <a:close/>
                  <a:moveTo>
                    <a:pt x="367134" y="535266"/>
                  </a:moveTo>
                  <a:lnTo>
                    <a:pt x="406899" y="574773"/>
                  </a:lnTo>
                  <a:lnTo>
                    <a:pt x="380144" y="550766"/>
                  </a:lnTo>
                  <a:close/>
                  <a:moveTo>
                    <a:pt x="1044136" y="1259052"/>
                  </a:moveTo>
                  <a:lnTo>
                    <a:pt x="1001865" y="1279504"/>
                  </a:lnTo>
                  <a:lnTo>
                    <a:pt x="1034291" y="1276162"/>
                  </a:lnTo>
                  <a:close/>
                  <a:moveTo>
                    <a:pt x="1044136" y="1259052"/>
                  </a:moveTo>
                  <a:lnTo>
                    <a:pt x="1027475" y="1250679"/>
                  </a:lnTo>
                  <a:lnTo>
                    <a:pt x="1002579" y="1265749"/>
                  </a:lnTo>
                  <a:close/>
                  <a:moveTo>
                    <a:pt x="810330" y="965486"/>
                  </a:moveTo>
                  <a:lnTo>
                    <a:pt x="809016" y="1011397"/>
                  </a:lnTo>
                  <a:lnTo>
                    <a:pt x="828140" y="1003703"/>
                  </a:lnTo>
                  <a:close/>
                  <a:moveTo>
                    <a:pt x="810330" y="965486"/>
                  </a:moveTo>
                  <a:lnTo>
                    <a:pt x="828140" y="1003703"/>
                  </a:lnTo>
                  <a:lnTo>
                    <a:pt x="849396" y="986968"/>
                  </a:lnTo>
                  <a:close/>
                  <a:moveTo>
                    <a:pt x="715095" y="858570"/>
                  </a:moveTo>
                  <a:lnTo>
                    <a:pt x="702503" y="854958"/>
                  </a:lnTo>
                  <a:lnTo>
                    <a:pt x="727810" y="877739"/>
                  </a:lnTo>
                  <a:close/>
                  <a:moveTo>
                    <a:pt x="515015" y="608808"/>
                  </a:moveTo>
                  <a:lnTo>
                    <a:pt x="546434" y="601704"/>
                  </a:lnTo>
                  <a:lnTo>
                    <a:pt x="512844" y="643847"/>
                  </a:lnTo>
                  <a:close/>
                  <a:moveTo>
                    <a:pt x="538713" y="593622"/>
                  </a:moveTo>
                  <a:lnTo>
                    <a:pt x="501157" y="597066"/>
                  </a:lnTo>
                  <a:lnTo>
                    <a:pt x="512844" y="643847"/>
                  </a:lnTo>
                  <a:close/>
                  <a:moveTo>
                    <a:pt x="887946" y="977031"/>
                  </a:moveTo>
                  <a:lnTo>
                    <a:pt x="877946" y="994214"/>
                  </a:lnTo>
                  <a:lnTo>
                    <a:pt x="885772" y="998395"/>
                  </a:lnTo>
                  <a:close/>
                  <a:moveTo>
                    <a:pt x="877946" y="994214"/>
                  </a:moveTo>
                  <a:lnTo>
                    <a:pt x="887946" y="977031"/>
                  </a:lnTo>
                  <a:lnTo>
                    <a:pt x="849396" y="986968"/>
                  </a:lnTo>
                  <a:close/>
                  <a:moveTo>
                    <a:pt x="908801" y="988289"/>
                  </a:moveTo>
                  <a:lnTo>
                    <a:pt x="885772" y="998395"/>
                  </a:lnTo>
                  <a:lnTo>
                    <a:pt x="945998" y="1002785"/>
                  </a:lnTo>
                  <a:close/>
                  <a:moveTo>
                    <a:pt x="763706" y="832289"/>
                  </a:moveTo>
                  <a:lnTo>
                    <a:pt x="782708" y="843929"/>
                  </a:lnTo>
                  <a:lnTo>
                    <a:pt x="774223" y="806080"/>
                  </a:lnTo>
                  <a:close/>
                  <a:moveTo>
                    <a:pt x="717076" y="769768"/>
                  </a:moveTo>
                  <a:lnTo>
                    <a:pt x="737854" y="793256"/>
                  </a:lnTo>
                  <a:lnTo>
                    <a:pt x="706687" y="762062"/>
                  </a:lnTo>
                  <a:close/>
                  <a:moveTo>
                    <a:pt x="706687" y="762062"/>
                  </a:moveTo>
                  <a:lnTo>
                    <a:pt x="737854" y="793256"/>
                  </a:lnTo>
                  <a:lnTo>
                    <a:pt x="744119" y="803466"/>
                  </a:lnTo>
                  <a:close/>
                  <a:moveTo>
                    <a:pt x="706687" y="762062"/>
                  </a:moveTo>
                  <a:lnTo>
                    <a:pt x="744119" y="803466"/>
                  </a:lnTo>
                  <a:lnTo>
                    <a:pt x="736710" y="764742"/>
                  </a:lnTo>
                  <a:close/>
                  <a:moveTo>
                    <a:pt x="504415" y="504923"/>
                  </a:moveTo>
                  <a:lnTo>
                    <a:pt x="521775" y="516399"/>
                  </a:lnTo>
                  <a:lnTo>
                    <a:pt x="513298" y="506179"/>
                  </a:lnTo>
                  <a:close/>
                  <a:moveTo>
                    <a:pt x="953237" y="965545"/>
                  </a:moveTo>
                  <a:lnTo>
                    <a:pt x="908801" y="988289"/>
                  </a:lnTo>
                  <a:lnTo>
                    <a:pt x="945998" y="1002785"/>
                  </a:lnTo>
                  <a:close/>
                  <a:moveTo>
                    <a:pt x="953237" y="965545"/>
                  </a:moveTo>
                  <a:lnTo>
                    <a:pt x="948702" y="923092"/>
                  </a:lnTo>
                  <a:lnTo>
                    <a:pt x="911476" y="927661"/>
                  </a:lnTo>
                  <a:close/>
                  <a:moveTo>
                    <a:pt x="922741" y="915830"/>
                  </a:moveTo>
                  <a:lnTo>
                    <a:pt x="891254" y="922684"/>
                  </a:lnTo>
                  <a:lnTo>
                    <a:pt x="948702" y="923092"/>
                  </a:lnTo>
                  <a:close/>
                  <a:moveTo>
                    <a:pt x="948702" y="923092"/>
                  </a:moveTo>
                  <a:lnTo>
                    <a:pt x="891254" y="922684"/>
                  </a:lnTo>
                  <a:lnTo>
                    <a:pt x="911476" y="927661"/>
                  </a:lnTo>
                  <a:close/>
                  <a:moveTo>
                    <a:pt x="1142902" y="1143622"/>
                  </a:moveTo>
                  <a:lnTo>
                    <a:pt x="1177323" y="1180377"/>
                  </a:lnTo>
                  <a:lnTo>
                    <a:pt x="1187842" y="1178739"/>
                  </a:lnTo>
                  <a:close/>
                  <a:moveTo>
                    <a:pt x="616612" y="450887"/>
                  </a:moveTo>
                  <a:lnTo>
                    <a:pt x="580251" y="428094"/>
                  </a:lnTo>
                  <a:lnTo>
                    <a:pt x="600584" y="480916"/>
                  </a:lnTo>
                  <a:close/>
                  <a:moveTo>
                    <a:pt x="1007580" y="819831"/>
                  </a:moveTo>
                  <a:lnTo>
                    <a:pt x="993877" y="815216"/>
                  </a:lnTo>
                  <a:lnTo>
                    <a:pt x="1004040" y="861836"/>
                  </a:lnTo>
                  <a:close/>
                  <a:moveTo>
                    <a:pt x="1004040" y="861836"/>
                  </a:moveTo>
                  <a:lnTo>
                    <a:pt x="993877" y="815216"/>
                  </a:lnTo>
                  <a:lnTo>
                    <a:pt x="970086" y="817606"/>
                  </a:lnTo>
                  <a:close/>
                  <a:moveTo>
                    <a:pt x="1013687" y="815216"/>
                  </a:moveTo>
                  <a:lnTo>
                    <a:pt x="1007580" y="819831"/>
                  </a:lnTo>
                  <a:lnTo>
                    <a:pt x="1034673" y="819274"/>
                  </a:lnTo>
                  <a:close/>
                  <a:moveTo>
                    <a:pt x="963526" y="795644"/>
                  </a:moveTo>
                  <a:lnTo>
                    <a:pt x="970086" y="817606"/>
                  </a:lnTo>
                  <a:lnTo>
                    <a:pt x="993877" y="815216"/>
                  </a:lnTo>
                  <a:close/>
                  <a:moveTo>
                    <a:pt x="963526" y="795644"/>
                  </a:moveTo>
                  <a:lnTo>
                    <a:pt x="993877" y="815216"/>
                  </a:lnTo>
                  <a:lnTo>
                    <a:pt x="964592" y="778461"/>
                  </a:lnTo>
                  <a:close/>
                  <a:moveTo>
                    <a:pt x="657667" y="416849"/>
                  </a:moveTo>
                  <a:lnTo>
                    <a:pt x="657036" y="381241"/>
                  </a:lnTo>
                  <a:lnTo>
                    <a:pt x="629124" y="401456"/>
                  </a:lnTo>
                  <a:close/>
                  <a:moveTo>
                    <a:pt x="650780" y="454060"/>
                  </a:moveTo>
                  <a:lnTo>
                    <a:pt x="697321" y="456447"/>
                  </a:lnTo>
                  <a:lnTo>
                    <a:pt x="686560" y="410911"/>
                  </a:lnTo>
                  <a:close/>
                  <a:moveTo>
                    <a:pt x="993877" y="815216"/>
                  </a:moveTo>
                  <a:lnTo>
                    <a:pt x="1007580" y="819831"/>
                  </a:lnTo>
                  <a:lnTo>
                    <a:pt x="1008492" y="813471"/>
                  </a:lnTo>
                  <a:close/>
                  <a:moveTo>
                    <a:pt x="993877" y="815216"/>
                  </a:moveTo>
                  <a:lnTo>
                    <a:pt x="1008492" y="813471"/>
                  </a:lnTo>
                  <a:lnTo>
                    <a:pt x="964592" y="778461"/>
                  </a:lnTo>
                  <a:close/>
                  <a:moveTo>
                    <a:pt x="1008492" y="813471"/>
                  </a:moveTo>
                  <a:lnTo>
                    <a:pt x="1007580" y="819831"/>
                  </a:lnTo>
                  <a:lnTo>
                    <a:pt x="1013687" y="815216"/>
                  </a:lnTo>
                  <a:close/>
                  <a:moveTo>
                    <a:pt x="807722" y="474692"/>
                  </a:moveTo>
                  <a:lnTo>
                    <a:pt x="779613" y="494175"/>
                  </a:lnTo>
                  <a:lnTo>
                    <a:pt x="757646" y="484421"/>
                  </a:lnTo>
                  <a:close/>
                  <a:moveTo>
                    <a:pt x="808922" y="509388"/>
                  </a:moveTo>
                  <a:lnTo>
                    <a:pt x="807722" y="474692"/>
                  </a:lnTo>
                  <a:lnTo>
                    <a:pt x="757646" y="484421"/>
                  </a:lnTo>
                  <a:close/>
                  <a:moveTo>
                    <a:pt x="778925" y="444280"/>
                  </a:moveTo>
                  <a:lnTo>
                    <a:pt x="757646" y="484421"/>
                  </a:lnTo>
                  <a:lnTo>
                    <a:pt x="760548" y="476879"/>
                  </a:lnTo>
                  <a:close/>
                  <a:moveTo>
                    <a:pt x="686560" y="410911"/>
                  </a:moveTo>
                  <a:lnTo>
                    <a:pt x="690910" y="447666"/>
                  </a:lnTo>
                  <a:lnTo>
                    <a:pt x="679073" y="399447"/>
                  </a:lnTo>
                  <a:close/>
                  <a:moveTo>
                    <a:pt x="587942" y="222711"/>
                  </a:moveTo>
                  <a:lnTo>
                    <a:pt x="584065" y="263891"/>
                  </a:lnTo>
                  <a:lnTo>
                    <a:pt x="588178" y="248367"/>
                  </a:lnTo>
                  <a:close/>
                  <a:moveTo>
                    <a:pt x="571713" y="253564"/>
                  </a:moveTo>
                  <a:lnTo>
                    <a:pt x="584065" y="263891"/>
                  </a:lnTo>
                  <a:lnTo>
                    <a:pt x="587942" y="222711"/>
                  </a:lnTo>
                  <a:close/>
                  <a:moveTo>
                    <a:pt x="1008124" y="679528"/>
                  </a:moveTo>
                  <a:lnTo>
                    <a:pt x="1020885" y="713901"/>
                  </a:lnTo>
                  <a:lnTo>
                    <a:pt x="1031328" y="687753"/>
                  </a:lnTo>
                  <a:close/>
                  <a:moveTo>
                    <a:pt x="1008124" y="679528"/>
                  </a:moveTo>
                  <a:lnTo>
                    <a:pt x="1031328" y="687753"/>
                  </a:lnTo>
                  <a:lnTo>
                    <a:pt x="1031285" y="687676"/>
                  </a:lnTo>
                  <a:close/>
                  <a:moveTo>
                    <a:pt x="912092" y="569183"/>
                  </a:moveTo>
                  <a:lnTo>
                    <a:pt x="920667" y="577502"/>
                  </a:lnTo>
                  <a:lnTo>
                    <a:pt x="897020" y="559410"/>
                  </a:lnTo>
                  <a:close/>
                  <a:moveTo>
                    <a:pt x="916101" y="386935"/>
                  </a:moveTo>
                  <a:lnTo>
                    <a:pt x="960822" y="384754"/>
                  </a:lnTo>
                  <a:lnTo>
                    <a:pt x="953423" y="378932"/>
                  </a:lnTo>
                  <a:close/>
                  <a:moveTo>
                    <a:pt x="751152" y="171289"/>
                  </a:moveTo>
                  <a:lnTo>
                    <a:pt x="768708" y="201763"/>
                  </a:lnTo>
                  <a:lnTo>
                    <a:pt x="783238" y="212341"/>
                  </a:lnTo>
                  <a:close/>
                  <a:moveTo>
                    <a:pt x="768708" y="201763"/>
                  </a:moveTo>
                  <a:lnTo>
                    <a:pt x="751152" y="171289"/>
                  </a:lnTo>
                  <a:lnTo>
                    <a:pt x="769792" y="195157"/>
                  </a:lnTo>
                  <a:close/>
                  <a:moveTo>
                    <a:pt x="756554" y="175586"/>
                  </a:moveTo>
                  <a:lnTo>
                    <a:pt x="740515" y="155576"/>
                  </a:lnTo>
                  <a:lnTo>
                    <a:pt x="751152" y="171289"/>
                  </a:lnTo>
                  <a:close/>
                  <a:moveTo>
                    <a:pt x="721179" y="123821"/>
                  </a:moveTo>
                  <a:lnTo>
                    <a:pt x="751152" y="171289"/>
                  </a:lnTo>
                  <a:lnTo>
                    <a:pt x="717816" y="138831"/>
                  </a:lnTo>
                  <a:close/>
                  <a:moveTo>
                    <a:pt x="749329" y="158403"/>
                  </a:moveTo>
                  <a:lnTo>
                    <a:pt x="751152" y="171289"/>
                  </a:lnTo>
                  <a:lnTo>
                    <a:pt x="721179" y="123821"/>
                  </a:lnTo>
                  <a:close/>
                  <a:moveTo>
                    <a:pt x="801275" y="112881"/>
                  </a:moveTo>
                  <a:lnTo>
                    <a:pt x="852783" y="133758"/>
                  </a:lnTo>
                  <a:lnTo>
                    <a:pt x="812675" y="108377"/>
                  </a:lnTo>
                  <a:close/>
                  <a:moveTo>
                    <a:pt x="915898" y="52743"/>
                  </a:moveTo>
                  <a:lnTo>
                    <a:pt x="938369" y="70097"/>
                  </a:lnTo>
                  <a:lnTo>
                    <a:pt x="908095" y="35467"/>
                  </a:lnTo>
                  <a:close/>
                  <a:moveTo>
                    <a:pt x="908095" y="35467"/>
                  </a:moveTo>
                  <a:lnTo>
                    <a:pt x="938369" y="70097"/>
                  </a:lnTo>
                  <a:lnTo>
                    <a:pt x="943337" y="78652"/>
                  </a:lnTo>
                  <a:close/>
                  <a:moveTo>
                    <a:pt x="908095" y="35467"/>
                  </a:moveTo>
                  <a:lnTo>
                    <a:pt x="943337" y="78652"/>
                  </a:lnTo>
                  <a:lnTo>
                    <a:pt x="923990" y="49633"/>
                  </a:lnTo>
                  <a:close/>
                  <a:moveTo>
                    <a:pt x="863361" y="0"/>
                  </a:moveTo>
                  <a:lnTo>
                    <a:pt x="908095" y="35467"/>
                  </a:lnTo>
                  <a:lnTo>
                    <a:pt x="886007" y="8677"/>
                  </a:lnTo>
                  <a:close/>
                  <a:moveTo>
                    <a:pt x="915898" y="52743"/>
                  </a:moveTo>
                  <a:lnTo>
                    <a:pt x="908095" y="35467"/>
                  </a:lnTo>
                  <a:lnTo>
                    <a:pt x="901781" y="3334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1" name="Input_density__130">
              <a:extLst>
                <a:ext uri="{FF2B5EF4-FFF2-40B4-BE49-F238E27FC236}">
                  <a16:creationId xmlns:a16="http://schemas.microsoft.com/office/drawing/2014/main" id="{A0A51661-B5FF-94E6-68AF-5B2D9669146B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500223"/>
              <a:ext cx="1193883" cy="1387021"/>
            </a:xfrm>
            <a:custGeom>
              <a:avLst/>
              <a:gdLst/>
              <a:ahLst/>
              <a:cxnLst/>
              <a:rect l="0" t="0" r="0" b="0"/>
              <a:pathLst>
                <a:path w="1193883" h="1387021">
                  <a:moveTo>
                    <a:pt x="233660" y="1066677"/>
                  </a:moveTo>
                  <a:lnTo>
                    <a:pt x="263543" y="1093595"/>
                  </a:lnTo>
                  <a:lnTo>
                    <a:pt x="226368" y="1051982"/>
                  </a:lnTo>
                  <a:close/>
                  <a:moveTo>
                    <a:pt x="226368" y="1051982"/>
                  </a:moveTo>
                  <a:lnTo>
                    <a:pt x="223808" y="1049493"/>
                  </a:lnTo>
                  <a:lnTo>
                    <a:pt x="201223" y="1040246"/>
                  </a:lnTo>
                  <a:close/>
                  <a:moveTo>
                    <a:pt x="60493" y="695392"/>
                  </a:moveTo>
                  <a:lnTo>
                    <a:pt x="19800" y="664760"/>
                  </a:lnTo>
                  <a:lnTo>
                    <a:pt x="401" y="691501"/>
                  </a:lnTo>
                  <a:close/>
                  <a:moveTo>
                    <a:pt x="437089" y="1088637"/>
                  </a:moveTo>
                  <a:lnTo>
                    <a:pt x="440295" y="1118800"/>
                  </a:lnTo>
                  <a:lnTo>
                    <a:pt x="463254" y="1108428"/>
                  </a:lnTo>
                  <a:close/>
                  <a:moveTo>
                    <a:pt x="365786" y="1064649"/>
                  </a:moveTo>
                  <a:lnTo>
                    <a:pt x="330441" y="1081802"/>
                  </a:lnTo>
                  <a:lnTo>
                    <a:pt x="362352" y="1076535"/>
                  </a:lnTo>
                  <a:close/>
                  <a:moveTo>
                    <a:pt x="244429" y="922045"/>
                  </a:moveTo>
                  <a:lnTo>
                    <a:pt x="222027" y="925611"/>
                  </a:lnTo>
                  <a:lnTo>
                    <a:pt x="228168" y="916277"/>
                  </a:lnTo>
                  <a:close/>
                  <a:moveTo>
                    <a:pt x="220353" y="919353"/>
                  </a:moveTo>
                  <a:lnTo>
                    <a:pt x="244429" y="922045"/>
                  </a:lnTo>
                  <a:lnTo>
                    <a:pt x="228168" y="916277"/>
                  </a:lnTo>
                  <a:close/>
                  <a:moveTo>
                    <a:pt x="73661" y="701515"/>
                  </a:moveTo>
                  <a:lnTo>
                    <a:pt x="100102" y="718907"/>
                  </a:lnTo>
                  <a:lnTo>
                    <a:pt x="72304" y="693245"/>
                  </a:lnTo>
                  <a:close/>
                  <a:moveTo>
                    <a:pt x="60493" y="695392"/>
                  </a:moveTo>
                  <a:lnTo>
                    <a:pt x="73661" y="701515"/>
                  </a:lnTo>
                  <a:lnTo>
                    <a:pt x="72304" y="693245"/>
                  </a:lnTo>
                  <a:close/>
                  <a:moveTo>
                    <a:pt x="20734" y="575107"/>
                  </a:moveTo>
                  <a:lnTo>
                    <a:pt x="9915" y="582636"/>
                  </a:lnTo>
                  <a:lnTo>
                    <a:pt x="44095" y="610822"/>
                  </a:lnTo>
                  <a:close/>
                  <a:moveTo>
                    <a:pt x="36668" y="543227"/>
                  </a:moveTo>
                  <a:lnTo>
                    <a:pt x="9675" y="538084"/>
                  </a:lnTo>
                  <a:lnTo>
                    <a:pt x="0" y="591250"/>
                  </a:lnTo>
                  <a:close/>
                  <a:moveTo>
                    <a:pt x="123860" y="615317"/>
                  </a:moveTo>
                  <a:lnTo>
                    <a:pt x="131494" y="647577"/>
                  </a:lnTo>
                  <a:lnTo>
                    <a:pt x="139453" y="645250"/>
                  </a:lnTo>
                  <a:close/>
                  <a:moveTo>
                    <a:pt x="123860" y="615317"/>
                  </a:moveTo>
                  <a:lnTo>
                    <a:pt x="139453" y="645250"/>
                  </a:lnTo>
                  <a:lnTo>
                    <a:pt x="156514" y="612831"/>
                  </a:lnTo>
                  <a:close/>
                  <a:moveTo>
                    <a:pt x="21100" y="573543"/>
                  </a:moveTo>
                  <a:lnTo>
                    <a:pt x="20734" y="575107"/>
                  </a:lnTo>
                  <a:lnTo>
                    <a:pt x="73272" y="602963"/>
                  </a:lnTo>
                  <a:close/>
                  <a:moveTo>
                    <a:pt x="12363" y="543810"/>
                  </a:moveTo>
                  <a:lnTo>
                    <a:pt x="21100" y="573543"/>
                  </a:lnTo>
                  <a:lnTo>
                    <a:pt x="47940" y="552251"/>
                  </a:lnTo>
                  <a:close/>
                  <a:moveTo>
                    <a:pt x="801766" y="1365493"/>
                  </a:moveTo>
                  <a:lnTo>
                    <a:pt x="828161" y="1379937"/>
                  </a:lnTo>
                  <a:lnTo>
                    <a:pt x="854546" y="1385065"/>
                  </a:lnTo>
                  <a:close/>
                  <a:moveTo>
                    <a:pt x="871949" y="1385065"/>
                  </a:moveTo>
                  <a:lnTo>
                    <a:pt x="852859" y="1387021"/>
                  </a:lnTo>
                  <a:lnTo>
                    <a:pt x="834489" y="1365493"/>
                  </a:lnTo>
                  <a:close/>
                  <a:moveTo>
                    <a:pt x="61478" y="478310"/>
                  </a:moveTo>
                  <a:lnTo>
                    <a:pt x="62006" y="433134"/>
                  </a:lnTo>
                  <a:lnTo>
                    <a:pt x="64997" y="466190"/>
                  </a:lnTo>
                  <a:close/>
                  <a:moveTo>
                    <a:pt x="860017" y="1336454"/>
                  </a:moveTo>
                  <a:lnTo>
                    <a:pt x="871949" y="1385065"/>
                  </a:lnTo>
                  <a:lnTo>
                    <a:pt x="876884" y="1348310"/>
                  </a:lnTo>
                  <a:close/>
                  <a:moveTo>
                    <a:pt x="571911" y="976904"/>
                  </a:moveTo>
                  <a:lnTo>
                    <a:pt x="589094" y="1012779"/>
                  </a:lnTo>
                  <a:lnTo>
                    <a:pt x="598282" y="966328"/>
                  </a:lnTo>
                  <a:close/>
                  <a:moveTo>
                    <a:pt x="565321" y="1010784"/>
                  </a:moveTo>
                  <a:lnTo>
                    <a:pt x="589094" y="1012779"/>
                  </a:lnTo>
                  <a:lnTo>
                    <a:pt x="571911" y="976904"/>
                  </a:lnTo>
                  <a:close/>
                  <a:moveTo>
                    <a:pt x="265055" y="613210"/>
                  </a:moveTo>
                  <a:lnTo>
                    <a:pt x="305848" y="638819"/>
                  </a:lnTo>
                  <a:lnTo>
                    <a:pt x="278367" y="626851"/>
                  </a:lnTo>
                  <a:close/>
                  <a:moveTo>
                    <a:pt x="333010" y="599078"/>
                  </a:moveTo>
                  <a:lnTo>
                    <a:pt x="308901" y="616434"/>
                  </a:lnTo>
                  <a:lnTo>
                    <a:pt x="305848" y="638819"/>
                  </a:lnTo>
                  <a:close/>
                  <a:moveTo>
                    <a:pt x="174654" y="529971"/>
                  </a:moveTo>
                  <a:lnTo>
                    <a:pt x="193348" y="539700"/>
                  </a:lnTo>
                  <a:lnTo>
                    <a:pt x="174453" y="487486"/>
                  </a:lnTo>
                  <a:close/>
                  <a:moveTo>
                    <a:pt x="174453" y="487486"/>
                  </a:moveTo>
                  <a:lnTo>
                    <a:pt x="195327" y="537163"/>
                  </a:lnTo>
                  <a:lnTo>
                    <a:pt x="215960" y="518096"/>
                  </a:lnTo>
                  <a:close/>
                  <a:moveTo>
                    <a:pt x="927574" y="1367882"/>
                  </a:moveTo>
                  <a:lnTo>
                    <a:pt x="938206" y="1371811"/>
                  </a:lnTo>
                  <a:lnTo>
                    <a:pt x="948097" y="1386788"/>
                  </a:lnTo>
                  <a:close/>
                  <a:moveTo>
                    <a:pt x="589551" y="883932"/>
                  </a:moveTo>
                  <a:lnTo>
                    <a:pt x="570955" y="916709"/>
                  </a:lnTo>
                  <a:lnTo>
                    <a:pt x="597749" y="922015"/>
                  </a:lnTo>
                  <a:close/>
                  <a:moveTo>
                    <a:pt x="589551" y="883932"/>
                  </a:moveTo>
                  <a:lnTo>
                    <a:pt x="597749" y="922015"/>
                  </a:lnTo>
                  <a:lnTo>
                    <a:pt x="603525" y="926822"/>
                  </a:lnTo>
                  <a:close/>
                  <a:moveTo>
                    <a:pt x="497841" y="770073"/>
                  </a:moveTo>
                  <a:lnTo>
                    <a:pt x="456953" y="796246"/>
                  </a:lnTo>
                  <a:lnTo>
                    <a:pt x="491958" y="802549"/>
                  </a:lnTo>
                  <a:close/>
                  <a:moveTo>
                    <a:pt x="392619" y="667198"/>
                  </a:moveTo>
                  <a:lnTo>
                    <a:pt x="363462" y="695854"/>
                  </a:lnTo>
                  <a:lnTo>
                    <a:pt x="391991" y="677944"/>
                  </a:lnTo>
                  <a:close/>
                  <a:moveTo>
                    <a:pt x="392619" y="667198"/>
                  </a:moveTo>
                  <a:lnTo>
                    <a:pt x="396348" y="669537"/>
                  </a:lnTo>
                  <a:lnTo>
                    <a:pt x="404604" y="628892"/>
                  </a:lnTo>
                  <a:close/>
                  <a:moveTo>
                    <a:pt x="330869" y="602361"/>
                  </a:moveTo>
                  <a:lnTo>
                    <a:pt x="308901" y="616434"/>
                  </a:lnTo>
                  <a:lnTo>
                    <a:pt x="366801" y="612129"/>
                  </a:lnTo>
                  <a:close/>
                  <a:moveTo>
                    <a:pt x="1003206" y="1346056"/>
                  </a:moveTo>
                  <a:lnTo>
                    <a:pt x="1003786" y="1374217"/>
                  </a:lnTo>
                  <a:lnTo>
                    <a:pt x="1006346" y="1350698"/>
                  </a:lnTo>
                  <a:close/>
                  <a:moveTo>
                    <a:pt x="997903" y="1305620"/>
                  </a:moveTo>
                  <a:lnTo>
                    <a:pt x="1006346" y="1350698"/>
                  </a:lnTo>
                  <a:lnTo>
                    <a:pt x="998376" y="1313943"/>
                  </a:lnTo>
                  <a:close/>
                  <a:moveTo>
                    <a:pt x="997903" y="1305620"/>
                  </a:moveTo>
                  <a:lnTo>
                    <a:pt x="1003206" y="1346056"/>
                  </a:lnTo>
                  <a:lnTo>
                    <a:pt x="1006346" y="1350698"/>
                  </a:lnTo>
                  <a:close/>
                  <a:moveTo>
                    <a:pt x="820677" y="1010460"/>
                  </a:moveTo>
                  <a:lnTo>
                    <a:pt x="809016" y="1002720"/>
                  </a:lnTo>
                  <a:lnTo>
                    <a:pt x="803871" y="1028864"/>
                  </a:lnTo>
                  <a:close/>
                  <a:moveTo>
                    <a:pt x="573446" y="825190"/>
                  </a:moveTo>
                  <a:lnTo>
                    <a:pt x="589266" y="872883"/>
                  </a:lnTo>
                  <a:lnTo>
                    <a:pt x="586219" y="836128"/>
                  </a:lnTo>
                  <a:close/>
                  <a:moveTo>
                    <a:pt x="366801" y="612129"/>
                  </a:moveTo>
                  <a:lnTo>
                    <a:pt x="375106" y="615599"/>
                  </a:lnTo>
                  <a:lnTo>
                    <a:pt x="409374" y="608830"/>
                  </a:lnTo>
                  <a:close/>
                  <a:moveTo>
                    <a:pt x="380144" y="542088"/>
                  </a:moveTo>
                  <a:lnTo>
                    <a:pt x="368093" y="520751"/>
                  </a:lnTo>
                  <a:lnTo>
                    <a:pt x="367134" y="526588"/>
                  </a:lnTo>
                  <a:close/>
                  <a:moveTo>
                    <a:pt x="361815" y="524905"/>
                  </a:moveTo>
                  <a:lnTo>
                    <a:pt x="367134" y="526588"/>
                  </a:lnTo>
                  <a:lnTo>
                    <a:pt x="368093" y="520751"/>
                  </a:lnTo>
                  <a:close/>
                  <a:moveTo>
                    <a:pt x="877946" y="985537"/>
                  </a:moveTo>
                  <a:lnTo>
                    <a:pt x="849396" y="978290"/>
                  </a:lnTo>
                  <a:lnTo>
                    <a:pt x="881857" y="987810"/>
                  </a:lnTo>
                  <a:close/>
                  <a:moveTo>
                    <a:pt x="752277" y="864334"/>
                  </a:moveTo>
                  <a:lnTo>
                    <a:pt x="715095" y="849892"/>
                  </a:lnTo>
                  <a:lnTo>
                    <a:pt x="727810" y="869061"/>
                  </a:lnTo>
                  <a:close/>
                  <a:moveTo>
                    <a:pt x="357537" y="400149"/>
                  </a:moveTo>
                  <a:lnTo>
                    <a:pt x="388735" y="401874"/>
                  </a:lnTo>
                  <a:lnTo>
                    <a:pt x="360302" y="395414"/>
                  </a:lnTo>
                  <a:close/>
                  <a:moveTo>
                    <a:pt x="388735" y="401874"/>
                  </a:moveTo>
                  <a:lnTo>
                    <a:pt x="390990" y="385575"/>
                  </a:lnTo>
                  <a:lnTo>
                    <a:pt x="360302" y="395414"/>
                  </a:lnTo>
                  <a:close/>
                  <a:moveTo>
                    <a:pt x="696804" y="838517"/>
                  </a:moveTo>
                  <a:lnTo>
                    <a:pt x="702503" y="846280"/>
                  </a:lnTo>
                  <a:lnTo>
                    <a:pt x="715095" y="849892"/>
                  </a:lnTo>
                  <a:close/>
                  <a:moveTo>
                    <a:pt x="696804" y="838517"/>
                  </a:moveTo>
                  <a:lnTo>
                    <a:pt x="683611" y="816892"/>
                  </a:lnTo>
                  <a:lnTo>
                    <a:pt x="702503" y="846280"/>
                  </a:lnTo>
                  <a:close/>
                  <a:moveTo>
                    <a:pt x="696804" y="838517"/>
                  </a:moveTo>
                  <a:lnTo>
                    <a:pt x="678683" y="801762"/>
                  </a:lnTo>
                  <a:lnTo>
                    <a:pt x="683611" y="816892"/>
                  </a:lnTo>
                  <a:close/>
                  <a:moveTo>
                    <a:pt x="782708" y="835251"/>
                  </a:moveTo>
                  <a:lnTo>
                    <a:pt x="752277" y="864334"/>
                  </a:lnTo>
                  <a:lnTo>
                    <a:pt x="781310" y="848304"/>
                  </a:lnTo>
                  <a:close/>
                  <a:moveTo>
                    <a:pt x="763706" y="823611"/>
                  </a:moveTo>
                  <a:lnTo>
                    <a:pt x="774223" y="797403"/>
                  </a:lnTo>
                  <a:lnTo>
                    <a:pt x="744119" y="794789"/>
                  </a:lnTo>
                  <a:close/>
                  <a:moveTo>
                    <a:pt x="513298" y="497502"/>
                  </a:moveTo>
                  <a:lnTo>
                    <a:pt x="535240" y="543021"/>
                  </a:lnTo>
                  <a:lnTo>
                    <a:pt x="545661" y="493928"/>
                  </a:lnTo>
                  <a:close/>
                  <a:moveTo>
                    <a:pt x="1177323" y="1171700"/>
                  </a:moveTo>
                  <a:lnTo>
                    <a:pt x="1179567" y="1176789"/>
                  </a:lnTo>
                  <a:lnTo>
                    <a:pt x="1187060" y="1176311"/>
                  </a:lnTo>
                  <a:close/>
                  <a:moveTo>
                    <a:pt x="950640" y="915255"/>
                  </a:moveTo>
                  <a:lnTo>
                    <a:pt x="948702" y="914415"/>
                  </a:lnTo>
                  <a:lnTo>
                    <a:pt x="953237" y="956868"/>
                  </a:lnTo>
                  <a:close/>
                  <a:moveTo>
                    <a:pt x="953237" y="956868"/>
                  </a:moveTo>
                  <a:lnTo>
                    <a:pt x="945998" y="994107"/>
                  </a:lnTo>
                  <a:lnTo>
                    <a:pt x="968830" y="968353"/>
                  </a:lnTo>
                  <a:close/>
                  <a:moveTo>
                    <a:pt x="968830" y="968353"/>
                  </a:moveTo>
                  <a:lnTo>
                    <a:pt x="950640" y="915255"/>
                  </a:lnTo>
                  <a:lnTo>
                    <a:pt x="953237" y="956868"/>
                  </a:lnTo>
                  <a:close/>
                  <a:moveTo>
                    <a:pt x="881544" y="906071"/>
                  </a:moveTo>
                  <a:lnTo>
                    <a:pt x="897899" y="885274"/>
                  </a:lnTo>
                  <a:lnTo>
                    <a:pt x="914198" y="903585"/>
                  </a:lnTo>
                  <a:close/>
                  <a:moveTo>
                    <a:pt x="1177323" y="1171700"/>
                  </a:moveTo>
                  <a:lnTo>
                    <a:pt x="1187060" y="1176311"/>
                  </a:lnTo>
                  <a:lnTo>
                    <a:pt x="1187842" y="1170061"/>
                  </a:lnTo>
                  <a:close/>
                  <a:moveTo>
                    <a:pt x="1187842" y="1170061"/>
                  </a:moveTo>
                  <a:lnTo>
                    <a:pt x="1187060" y="1176311"/>
                  </a:lnTo>
                  <a:lnTo>
                    <a:pt x="1193883" y="1171700"/>
                  </a:lnTo>
                  <a:close/>
                  <a:moveTo>
                    <a:pt x="959271" y="897232"/>
                  </a:moveTo>
                  <a:lnTo>
                    <a:pt x="948702" y="914415"/>
                  </a:lnTo>
                  <a:lnTo>
                    <a:pt x="950640" y="915255"/>
                  </a:lnTo>
                  <a:close/>
                  <a:moveTo>
                    <a:pt x="948702" y="914415"/>
                  </a:moveTo>
                  <a:lnTo>
                    <a:pt x="959271" y="897232"/>
                  </a:lnTo>
                  <a:lnTo>
                    <a:pt x="914198" y="903585"/>
                  </a:lnTo>
                  <a:close/>
                  <a:moveTo>
                    <a:pt x="951647" y="914415"/>
                  </a:moveTo>
                  <a:lnTo>
                    <a:pt x="974053" y="906586"/>
                  </a:lnTo>
                  <a:lnTo>
                    <a:pt x="950640" y="915255"/>
                  </a:lnTo>
                  <a:close/>
                  <a:moveTo>
                    <a:pt x="951647" y="914415"/>
                  </a:moveTo>
                  <a:lnTo>
                    <a:pt x="994907" y="897232"/>
                  </a:lnTo>
                  <a:lnTo>
                    <a:pt x="974053" y="906586"/>
                  </a:lnTo>
                  <a:close/>
                  <a:moveTo>
                    <a:pt x="600584" y="472239"/>
                  </a:moveTo>
                  <a:lnTo>
                    <a:pt x="595666" y="493895"/>
                  </a:lnTo>
                  <a:lnTo>
                    <a:pt x="599868" y="475814"/>
                  </a:lnTo>
                  <a:close/>
                  <a:moveTo>
                    <a:pt x="600584" y="472239"/>
                  </a:moveTo>
                  <a:lnTo>
                    <a:pt x="602513" y="473355"/>
                  </a:lnTo>
                  <a:lnTo>
                    <a:pt x="616612" y="442209"/>
                  </a:lnTo>
                  <a:close/>
                  <a:moveTo>
                    <a:pt x="616612" y="442209"/>
                  </a:moveTo>
                  <a:lnTo>
                    <a:pt x="602513" y="473355"/>
                  </a:lnTo>
                  <a:lnTo>
                    <a:pt x="630646" y="466312"/>
                  </a:lnTo>
                  <a:close/>
                  <a:moveTo>
                    <a:pt x="616612" y="442209"/>
                  </a:moveTo>
                  <a:lnTo>
                    <a:pt x="630646" y="466312"/>
                  </a:lnTo>
                  <a:lnTo>
                    <a:pt x="650780" y="445382"/>
                  </a:lnTo>
                  <a:close/>
                  <a:moveTo>
                    <a:pt x="978652" y="891459"/>
                  </a:moveTo>
                  <a:lnTo>
                    <a:pt x="994907" y="897232"/>
                  </a:lnTo>
                  <a:lnTo>
                    <a:pt x="1004040" y="853159"/>
                  </a:lnTo>
                  <a:close/>
                  <a:moveTo>
                    <a:pt x="1034673" y="810597"/>
                  </a:moveTo>
                  <a:lnTo>
                    <a:pt x="1007580" y="811153"/>
                  </a:lnTo>
                  <a:lnTo>
                    <a:pt x="1004040" y="853159"/>
                  </a:lnTo>
                  <a:close/>
                  <a:moveTo>
                    <a:pt x="1034673" y="810597"/>
                  </a:moveTo>
                  <a:lnTo>
                    <a:pt x="1004040" y="853159"/>
                  </a:lnTo>
                  <a:lnTo>
                    <a:pt x="1031989" y="857525"/>
                  </a:lnTo>
                  <a:close/>
                  <a:moveTo>
                    <a:pt x="1013687" y="806538"/>
                  </a:moveTo>
                  <a:lnTo>
                    <a:pt x="1034673" y="810597"/>
                  </a:lnTo>
                  <a:lnTo>
                    <a:pt x="1030910" y="773805"/>
                  </a:lnTo>
                  <a:close/>
                  <a:moveTo>
                    <a:pt x="962893" y="768654"/>
                  </a:moveTo>
                  <a:lnTo>
                    <a:pt x="934392" y="748453"/>
                  </a:lnTo>
                  <a:lnTo>
                    <a:pt x="964592" y="769783"/>
                  </a:lnTo>
                  <a:close/>
                  <a:moveTo>
                    <a:pt x="686560" y="402233"/>
                  </a:moveTo>
                  <a:lnTo>
                    <a:pt x="697321" y="447769"/>
                  </a:lnTo>
                  <a:lnTo>
                    <a:pt x="690910" y="438988"/>
                  </a:lnTo>
                  <a:close/>
                  <a:moveTo>
                    <a:pt x="1008492" y="804793"/>
                  </a:moveTo>
                  <a:lnTo>
                    <a:pt x="1030910" y="773805"/>
                  </a:lnTo>
                  <a:lnTo>
                    <a:pt x="1018473" y="755674"/>
                  </a:lnTo>
                  <a:close/>
                  <a:moveTo>
                    <a:pt x="1013687" y="806538"/>
                  </a:moveTo>
                  <a:lnTo>
                    <a:pt x="1030910" y="773805"/>
                  </a:lnTo>
                  <a:lnTo>
                    <a:pt x="1008492" y="804793"/>
                  </a:lnTo>
                  <a:close/>
                  <a:moveTo>
                    <a:pt x="962893" y="768654"/>
                  </a:moveTo>
                  <a:lnTo>
                    <a:pt x="964592" y="769783"/>
                  </a:lnTo>
                  <a:lnTo>
                    <a:pt x="966031" y="767478"/>
                  </a:lnTo>
                  <a:close/>
                  <a:moveTo>
                    <a:pt x="672320" y="348295"/>
                  </a:moveTo>
                  <a:lnTo>
                    <a:pt x="657036" y="372563"/>
                  </a:lnTo>
                  <a:lnTo>
                    <a:pt x="667056" y="355792"/>
                  </a:lnTo>
                  <a:close/>
                  <a:moveTo>
                    <a:pt x="667056" y="355792"/>
                  </a:moveTo>
                  <a:lnTo>
                    <a:pt x="651514" y="351916"/>
                  </a:lnTo>
                  <a:lnTo>
                    <a:pt x="672320" y="348295"/>
                  </a:lnTo>
                  <a:close/>
                  <a:moveTo>
                    <a:pt x="1020885" y="705224"/>
                  </a:moveTo>
                  <a:lnTo>
                    <a:pt x="1021330" y="752600"/>
                  </a:lnTo>
                  <a:lnTo>
                    <a:pt x="1037630" y="715845"/>
                  </a:lnTo>
                  <a:close/>
                  <a:moveTo>
                    <a:pt x="1020885" y="705224"/>
                  </a:moveTo>
                  <a:lnTo>
                    <a:pt x="1037630" y="715845"/>
                  </a:lnTo>
                  <a:lnTo>
                    <a:pt x="1031328" y="679075"/>
                  </a:lnTo>
                  <a:close/>
                  <a:moveTo>
                    <a:pt x="912092" y="560505"/>
                  </a:moveTo>
                  <a:lnTo>
                    <a:pt x="925454" y="605580"/>
                  </a:lnTo>
                  <a:lnTo>
                    <a:pt x="920667" y="568825"/>
                  </a:lnTo>
                  <a:close/>
                  <a:moveTo>
                    <a:pt x="693537" y="288247"/>
                  </a:moveTo>
                  <a:lnTo>
                    <a:pt x="729095" y="296618"/>
                  </a:lnTo>
                  <a:lnTo>
                    <a:pt x="753207" y="290559"/>
                  </a:lnTo>
                  <a:close/>
                  <a:moveTo>
                    <a:pt x="916101" y="378258"/>
                  </a:moveTo>
                  <a:lnTo>
                    <a:pt x="915545" y="424193"/>
                  </a:lnTo>
                  <a:lnTo>
                    <a:pt x="960822" y="376077"/>
                  </a:lnTo>
                  <a:close/>
                  <a:moveTo>
                    <a:pt x="717816" y="130153"/>
                  </a:moveTo>
                  <a:lnTo>
                    <a:pt x="751152" y="162612"/>
                  </a:lnTo>
                  <a:lnTo>
                    <a:pt x="740515" y="146898"/>
                  </a:lnTo>
                  <a:close/>
                  <a:moveTo>
                    <a:pt x="734333" y="123787"/>
                  </a:moveTo>
                  <a:lnTo>
                    <a:pt x="747105" y="112970"/>
                  </a:lnTo>
                  <a:lnTo>
                    <a:pt x="723475" y="111557"/>
                  </a:lnTo>
                  <a:close/>
                  <a:moveTo>
                    <a:pt x="721179" y="115143"/>
                  </a:moveTo>
                  <a:lnTo>
                    <a:pt x="717816" y="130153"/>
                  </a:lnTo>
                  <a:lnTo>
                    <a:pt x="734333" y="123787"/>
                  </a:lnTo>
                  <a:close/>
                  <a:moveTo>
                    <a:pt x="994774" y="378439"/>
                  </a:moveTo>
                  <a:lnTo>
                    <a:pt x="981746" y="358101"/>
                  </a:lnTo>
                  <a:lnTo>
                    <a:pt x="960822" y="376077"/>
                  </a:lnTo>
                  <a:close/>
                  <a:moveTo>
                    <a:pt x="797933" y="95787"/>
                  </a:moveTo>
                  <a:lnTo>
                    <a:pt x="801275" y="104203"/>
                  </a:lnTo>
                  <a:lnTo>
                    <a:pt x="812675" y="99699"/>
                  </a:lnTo>
                  <a:close/>
                  <a:moveTo>
                    <a:pt x="908095" y="26790"/>
                  </a:moveTo>
                  <a:lnTo>
                    <a:pt x="923990" y="40956"/>
                  </a:lnTo>
                  <a:lnTo>
                    <a:pt x="886007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32" name="Input_density__131">
              <a:extLst>
                <a:ext uri="{FF2B5EF4-FFF2-40B4-BE49-F238E27FC236}">
                  <a16:creationId xmlns:a16="http://schemas.microsoft.com/office/drawing/2014/main" id="{9A0CC3E7-0011-053D-E388-F387B4B8ABBB}"/>
                </a:ext>
              </a:extLst>
            </p:cNvPr>
            <p:cNvSpPr>
              <a:spLocks noGrp="1"/>
            </p:cNvSpPr>
            <p:nvPr/>
          </p:nvSpPr>
          <p:spPr>
            <a:xfrm>
              <a:off x="679784" y="1485900"/>
              <a:ext cx="1190195" cy="1398577"/>
            </a:xfrm>
            <a:custGeom>
              <a:avLst/>
              <a:gdLst/>
              <a:ahLst/>
              <a:cxnLst/>
              <a:rect l="0" t="0" r="0" b="0"/>
              <a:pathLst>
                <a:path w="1190195" h="1398577">
                  <a:moveTo>
                    <a:pt x="418122" y="1120143"/>
                  </a:moveTo>
                  <a:lnTo>
                    <a:pt x="396479" y="1083388"/>
                  </a:lnTo>
                  <a:lnTo>
                    <a:pt x="392415" y="1129158"/>
                  </a:lnTo>
                  <a:close/>
                  <a:moveTo>
                    <a:pt x="396479" y="1083388"/>
                  </a:moveTo>
                  <a:lnTo>
                    <a:pt x="391392" y="1085243"/>
                  </a:lnTo>
                  <a:lnTo>
                    <a:pt x="392415" y="1129158"/>
                  </a:lnTo>
                  <a:close/>
                  <a:moveTo>
                    <a:pt x="244429" y="936368"/>
                  </a:moveTo>
                  <a:lnTo>
                    <a:pt x="190317" y="916625"/>
                  </a:lnTo>
                  <a:lnTo>
                    <a:pt x="190369" y="916796"/>
                  </a:lnTo>
                  <a:close/>
                  <a:moveTo>
                    <a:pt x="190369" y="916796"/>
                  </a:moveTo>
                  <a:lnTo>
                    <a:pt x="190410" y="917931"/>
                  </a:lnTo>
                  <a:lnTo>
                    <a:pt x="244429" y="936368"/>
                  </a:lnTo>
                  <a:close/>
                  <a:moveTo>
                    <a:pt x="406977" y="1029449"/>
                  </a:moveTo>
                  <a:lnTo>
                    <a:pt x="391422" y="1074970"/>
                  </a:lnTo>
                  <a:lnTo>
                    <a:pt x="396479" y="1083388"/>
                  </a:lnTo>
                  <a:close/>
                  <a:moveTo>
                    <a:pt x="222159" y="844222"/>
                  </a:moveTo>
                  <a:lnTo>
                    <a:pt x="184870" y="862858"/>
                  </a:lnTo>
                  <a:lnTo>
                    <a:pt x="219936" y="845674"/>
                  </a:lnTo>
                  <a:close/>
                  <a:moveTo>
                    <a:pt x="252243" y="832123"/>
                  </a:moveTo>
                  <a:lnTo>
                    <a:pt x="198525" y="852065"/>
                  </a:lnTo>
                  <a:lnTo>
                    <a:pt x="222159" y="844222"/>
                  </a:lnTo>
                  <a:close/>
                  <a:moveTo>
                    <a:pt x="23895" y="630341"/>
                  </a:moveTo>
                  <a:lnTo>
                    <a:pt x="18670" y="677923"/>
                  </a:lnTo>
                  <a:lnTo>
                    <a:pt x="44095" y="625145"/>
                  </a:lnTo>
                  <a:close/>
                  <a:moveTo>
                    <a:pt x="44095" y="625145"/>
                  </a:moveTo>
                  <a:lnTo>
                    <a:pt x="18670" y="677923"/>
                  </a:lnTo>
                  <a:lnTo>
                    <a:pt x="19800" y="679083"/>
                  </a:lnTo>
                  <a:close/>
                  <a:moveTo>
                    <a:pt x="47940" y="566574"/>
                  </a:moveTo>
                  <a:lnTo>
                    <a:pt x="36668" y="557550"/>
                  </a:lnTo>
                  <a:lnTo>
                    <a:pt x="0" y="605573"/>
                  </a:lnTo>
                  <a:close/>
                  <a:moveTo>
                    <a:pt x="222159" y="844222"/>
                  </a:moveTo>
                  <a:lnTo>
                    <a:pt x="224065" y="844441"/>
                  </a:lnTo>
                  <a:lnTo>
                    <a:pt x="252243" y="832123"/>
                  </a:lnTo>
                  <a:close/>
                  <a:moveTo>
                    <a:pt x="62634" y="551635"/>
                  </a:moveTo>
                  <a:lnTo>
                    <a:pt x="84503" y="571206"/>
                  </a:lnTo>
                  <a:lnTo>
                    <a:pt x="76689" y="534451"/>
                  </a:lnTo>
                  <a:close/>
                  <a:moveTo>
                    <a:pt x="62634" y="551635"/>
                  </a:moveTo>
                  <a:lnTo>
                    <a:pt x="76689" y="534451"/>
                  </a:lnTo>
                  <a:lnTo>
                    <a:pt x="41132" y="541121"/>
                  </a:lnTo>
                  <a:close/>
                  <a:moveTo>
                    <a:pt x="76689" y="534451"/>
                  </a:moveTo>
                  <a:lnTo>
                    <a:pt x="58222" y="508809"/>
                  </a:lnTo>
                  <a:lnTo>
                    <a:pt x="41132" y="541121"/>
                  </a:lnTo>
                  <a:close/>
                  <a:moveTo>
                    <a:pt x="795773" y="1331171"/>
                  </a:moveTo>
                  <a:lnTo>
                    <a:pt x="788701" y="1371301"/>
                  </a:lnTo>
                  <a:lnTo>
                    <a:pt x="806979" y="1325878"/>
                  </a:lnTo>
                  <a:close/>
                  <a:moveTo>
                    <a:pt x="806979" y="1325878"/>
                  </a:moveTo>
                  <a:lnTo>
                    <a:pt x="801766" y="1379816"/>
                  </a:lnTo>
                  <a:lnTo>
                    <a:pt x="830379" y="1362633"/>
                  </a:lnTo>
                  <a:close/>
                  <a:moveTo>
                    <a:pt x="772086" y="1343061"/>
                  </a:moveTo>
                  <a:lnTo>
                    <a:pt x="788701" y="1371301"/>
                  </a:lnTo>
                  <a:lnTo>
                    <a:pt x="795773" y="1331171"/>
                  </a:lnTo>
                  <a:close/>
                  <a:moveTo>
                    <a:pt x="263570" y="682056"/>
                  </a:moveTo>
                  <a:lnTo>
                    <a:pt x="268441" y="664288"/>
                  </a:lnTo>
                  <a:lnTo>
                    <a:pt x="243097" y="681471"/>
                  </a:lnTo>
                  <a:close/>
                  <a:moveTo>
                    <a:pt x="76689" y="534451"/>
                  </a:moveTo>
                  <a:lnTo>
                    <a:pt x="84503" y="571206"/>
                  </a:lnTo>
                  <a:lnTo>
                    <a:pt x="121215" y="554023"/>
                  </a:lnTo>
                  <a:close/>
                  <a:moveTo>
                    <a:pt x="61478" y="492633"/>
                  </a:moveTo>
                  <a:lnTo>
                    <a:pt x="58222" y="508809"/>
                  </a:lnTo>
                  <a:lnTo>
                    <a:pt x="95238" y="480513"/>
                  </a:lnTo>
                  <a:close/>
                  <a:moveTo>
                    <a:pt x="95238" y="480513"/>
                  </a:moveTo>
                  <a:lnTo>
                    <a:pt x="58222" y="508809"/>
                  </a:lnTo>
                  <a:lnTo>
                    <a:pt x="76689" y="534451"/>
                  </a:lnTo>
                  <a:close/>
                  <a:moveTo>
                    <a:pt x="95238" y="480513"/>
                  </a:moveTo>
                  <a:lnTo>
                    <a:pt x="76689" y="534451"/>
                  </a:lnTo>
                  <a:lnTo>
                    <a:pt x="99817" y="517268"/>
                  </a:lnTo>
                  <a:close/>
                  <a:moveTo>
                    <a:pt x="38897" y="436555"/>
                  </a:moveTo>
                  <a:lnTo>
                    <a:pt x="62006" y="447457"/>
                  </a:lnTo>
                  <a:lnTo>
                    <a:pt x="41869" y="424186"/>
                  </a:lnTo>
                  <a:close/>
                  <a:moveTo>
                    <a:pt x="41869" y="424186"/>
                  </a:moveTo>
                  <a:lnTo>
                    <a:pt x="69642" y="443758"/>
                  </a:lnTo>
                  <a:lnTo>
                    <a:pt x="67681" y="407003"/>
                  </a:lnTo>
                  <a:close/>
                  <a:moveTo>
                    <a:pt x="830379" y="1362633"/>
                  </a:moveTo>
                  <a:lnTo>
                    <a:pt x="856261" y="1398577"/>
                  </a:lnTo>
                  <a:lnTo>
                    <a:pt x="860017" y="1350777"/>
                  </a:lnTo>
                  <a:close/>
                  <a:moveTo>
                    <a:pt x="363462" y="710177"/>
                  </a:moveTo>
                  <a:lnTo>
                    <a:pt x="340097" y="683860"/>
                  </a:lnTo>
                  <a:lnTo>
                    <a:pt x="361082" y="724819"/>
                  </a:lnTo>
                  <a:close/>
                  <a:moveTo>
                    <a:pt x="361082" y="724819"/>
                  </a:moveTo>
                  <a:lnTo>
                    <a:pt x="340097" y="683860"/>
                  </a:lnTo>
                  <a:lnTo>
                    <a:pt x="309199" y="695164"/>
                  </a:lnTo>
                  <a:close/>
                  <a:moveTo>
                    <a:pt x="361082" y="724819"/>
                  </a:moveTo>
                  <a:lnTo>
                    <a:pt x="309199" y="695164"/>
                  </a:lnTo>
                  <a:lnTo>
                    <a:pt x="330291" y="722763"/>
                  </a:lnTo>
                  <a:close/>
                  <a:moveTo>
                    <a:pt x="278956" y="692663"/>
                  </a:moveTo>
                  <a:lnTo>
                    <a:pt x="268441" y="664288"/>
                  </a:lnTo>
                  <a:lnTo>
                    <a:pt x="263570" y="682056"/>
                  </a:lnTo>
                  <a:close/>
                  <a:moveTo>
                    <a:pt x="305848" y="653141"/>
                  </a:moveTo>
                  <a:lnTo>
                    <a:pt x="268441" y="664288"/>
                  </a:lnTo>
                  <a:lnTo>
                    <a:pt x="278956" y="692663"/>
                  </a:lnTo>
                  <a:close/>
                  <a:moveTo>
                    <a:pt x="309199" y="695164"/>
                  </a:moveTo>
                  <a:lnTo>
                    <a:pt x="305848" y="653141"/>
                  </a:lnTo>
                  <a:lnTo>
                    <a:pt x="278956" y="692663"/>
                  </a:lnTo>
                  <a:close/>
                  <a:moveTo>
                    <a:pt x="113611" y="398904"/>
                  </a:moveTo>
                  <a:lnTo>
                    <a:pt x="105989" y="394041"/>
                  </a:lnTo>
                  <a:lnTo>
                    <a:pt x="67681" y="407003"/>
                  </a:lnTo>
                  <a:close/>
                  <a:moveTo>
                    <a:pt x="86037" y="392019"/>
                  </a:moveTo>
                  <a:lnTo>
                    <a:pt x="67681" y="407003"/>
                  </a:lnTo>
                  <a:lnTo>
                    <a:pt x="105989" y="394041"/>
                  </a:lnTo>
                  <a:close/>
                  <a:moveTo>
                    <a:pt x="143950" y="387763"/>
                  </a:moveTo>
                  <a:lnTo>
                    <a:pt x="105989" y="394041"/>
                  </a:lnTo>
                  <a:lnTo>
                    <a:pt x="136849" y="389819"/>
                  </a:lnTo>
                  <a:close/>
                  <a:moveTo>
                    <a:pt x="86037" y="392019"/>
                  </a:moveTo>
                  <a:lnTo>
                    <a:pt x="105989" y="394041"/>
                  </a:lnTo>
                  <a:lnTo>
                    <a:pt x="143950" y="387763"/>
                  </a:lnTo>
                  <a:close/>
                  <a:moveTo>
                    <a:pt x="105989" y="394041"/>
                  </a:moveTo>
                  <a:lnTo>
                    <a:pt x="113611" y="398904"/>
                  </a:lnTo>
                  <a:lnTo>
                    <a:pt x="136849" y="389819"/>
                  </a:lnTo>
                  <a:close/>
                  <a:moveTo>
                    <a:pt x="906618" y="1345449"/>
                  </a:moveTo>
                  <a:lnTo>
                    <a:pt x="927574" y="1382204"/>
                  </a:lnTo>
                  <a:lnTo>
                    <a:pt x="958047" y="1365021"/>
                  </a:lnTo>
                  <a:close/>
                  <a:moveTo>
                    <a:pt x="522862" y="836206"/>
                  </a:moveTo>
                  <a:lnTo>
                    <a:pt x="499273" y="844221"/>
                  </a:lnTo>
                  <a:lnTo>
                    <a:pt x="466384" y="845831"/>
                  </a:lnTo>
                  <a:close/>
                  <a:moveTo>
                    <a:pt x="552400" y="822069"/>
                  </a:moveTo>
                  <a:lnTo>
                    <a:pt x="499273" y="844221"/>
                  </a:lnTo>
                  <a:lnTo>
                    <a:pt x="522862" y="836206"/>
                  </a:lnTo>
                  <a:close/>
                  <a:moveTo>
                    <a:pt x="546248" y="816877"/>
                  </a:moveTo>
                  <a:lnTo>
                    <a:pt x="491958" y="816872"/>
                  </a:lnTo>
                  <a:lnTo>
                    <a:pt x="505588" y="830880"/>
                  </a:lnTo>
                  <a:close/>
                  <a:moveTo>
                    <a:pt x="440028" y="714814"/>
                  </a:moveTo>
                  <a:lnTo>
                    <a:pt x="423689" y="720615"/>
                  </a:lnTo>
                  <a:lnTo>
                    <a:pt x="458470" y="720035"/>
                  </a:lnTo>
                  <a:close/>
                  <a:moveTo>
                    <a:pt x="458470" y="720035"/>
                  </a:moveTo>
                  <a:lnTo>
                    <a:pt x="491551" y="740186"/>
                  </a:lnTo>
                  <a:lnTo>
                    <a:pt x="440028" y="714814"/>
                  </a:lnTo>
                  <a:close/>
                  <a:moveTo>
                    <a:pt x="440028" y="714814"/>
                  </a:moveTo>
                  <a:lnTo>
                    <a:pt x="491551" y="740186"/>
                  </a:lnTo>
                  <a:lnTo>
                    <a:pt x="496022" y="741127"/>
                  </a:lnTo>
                  <a:close/>
                  <a:moveTo>
                    <a:pt x="340097" y="683860"/>
                  </a:moveTo>
                  <a:lnTo>
                    <a:pt x="363462" y="710177"/>
                  </a:lnTo>
                  <a:lnTo>
                    <a:pt x="366676" y="675525"/>
                  </a:lnTo>
                  <a:close/>
                  <a:moveTo>
                    <a:pt x="366676" y="675525"/>
                  </a:moveTo>
                  <a:lnTo>
                    <a:pt x="404604" y="643215"/>
                  </a:lnTo>
                  <a:lnTo>
                    <a:pt x="353235" y="647104"/>
                  </a:lnTo>
                  <a:close/>
                  <a:moveTo>
                    <a:pt x="146862" y="387900"/>
                  </a:moveTo>
                  <a:lnTo>
                    <a:pt x="136849" y="389819"/>
                  </a:lnTo>
                  <a:lnTo>
                    <a:pt x="168695" y="384071"/>
                  </a:lnTo>
                  <a:close/>
                  <a:moveTo>
                    <a:pt x="168695" y="384071"/>
                  </a:moveTo>
                  <a:lnTo>
                    <a:pt x="136849" y="389819"/>
                  </a:lnTo>
                  <a:lnTo>
                    <a:pt x="113611" y="398904"/>
                  </a:lnTo>
                  <a:close/>
                  <a:moveTo>
                    <a:pt x="143950" y="387763"/>
                  </a:moveTo>
                  <a:lnTo>
                    <a:pt x="136849" y="389819"/>
                  </a:lnTo>
                  <a:lnTo>
                    <a:pt x="146862" y="387900"/>
                  </a:lnTo>
                  <a:close/>
                  <a:moveTo>
                    <a:pt x="966859" y="1362840"/>
                  </a:moveTo>
                  <a:lnTo>
                    <a:pt x="997903" y="1319942"/>
                  </a:lnTo>
                  <a:lnTo>
                    <a:pt x="957755" y="1325494"/>
                  </a:lnTo>
                  <a:close/>
                  <a:moveTo>
                    <a:pt x="997903" y="1319942"/>
                  </a:moveTo>
                  <a:lnTo>
                    <a:pt x="1001865" y="1285149"/>
                  </a:lnTo>
                  <a:lnTo>
                    <a:pt x="957755" y="1325494"/>
                  </a:lnTo>
                  <a:close/>
                  <a:moveTo>
                    <a:pt x="795171" y="1070981"/>
                  </a:moveTo>
                  <a:lnTo>
                    <a:pt x="804807" y="1100090"/>
                  </a:lnTo>
                  <a:lnTo>
                    <a:pt x="841229" y="1058285"/>
                  </a:lnTo>
                  <a:close/>
                  <a:moveTo>
                    <a:pt x="841229" y="1058285"/>
                  </a:moveTo>
                  <a:lnTo>
                    <a:pt x="804807" y="1100090"/>
                  </a:lnTo>
                  <a:lnTo>
                    <a:pt x="807830" y="1057990"/>
                  </a:lnTo>
                  <a:close/>
                  <a:moveTo>
                    <a:pt x="738064" y="997471"/>
                  </a:moveTo>
                  <a:lnTo>
                    <a:pt x="791201" y="1017043"/>
                  </a:lnTo>
                  <a:lnTo>
                    <a:pt x="763885" y="980288"/>
                  </a:lnTo>
                  <a:close/>
                  <a:moveTo>
                    <a:pt x="458470" y="720035"/>
                  </a:moveTo>
                  <a:lnTo>
                    <a:pt x="445186" y="740186"/>
                  </a:lnTo>
                  <a:lnTo>
                    <a:pt x="470517" y="734774"/>
                  </a:lnTo>
                  <a:close/>
                  <a:moveTo>
                    <a:pt x="470517" y="734774"/>
                  </a:moveTo>
                  <a:lnTo>
                    <a:pt x="491551" y="740186"/>
                  </a:lnTo>
                  <a:lnTo>
                    <a:pt x="458470" y="720035"/>
                  </a:lnTo>
                  <a:close/>
                  <a:moveTo>
                    <a:pt x="409374" y="623153"/>
                  </a:moveTo>
                  <a:lnTo>
                    <a:pt x="444475" y="621704"/>
                  </a:lnTo>
                  <a:lnTo>
                    <a:pt x="437477" y="582647"/>
                  </a:lnTo>
                  <a:close/>
                  <a:moveTo>
                    <a:pt x="469276" y="612738"/>
                  </a:moveTo>
                  <a:lnTo>
                    <a:pt x="444475" y="621704"/>
                  </a:lnTo>
                  <a:lnTo>
                    <a:pt x="443721" y="664889"/>
                  </a:lnTo>
                  <a:close/>
                  <a:moveTo>
                    <a:pt x="221463" y="399086"/>
                  </a:moveTo>
                  <a:lnTo>
                    <a:pt x="216074" y="372636"/>
                  </a:lnTo>
                  <a:lnTo>
                    <a:pt x="203833" y="390869"/>
                  </a:lnTo>
                  <a:close/>
                  <a:moveTo>
                    <a:pt x="252597" y="356115"/>
                  </a:moveTo>
                  <a:lnTo>
                    <a:pt x="216074" y="372636"/>
                  </a:lnTo>
                  <a:lnTo>
                    <a:pt x="221463" y="399086"/>
                  </a:lnTo>
                  <a:close/>
                  <a:moveTo>
                    <a:pt x="257823" y="396614"/>
                  </a:moveTo>
                  <a:lnTo>
                    <a:pt x="252597" y="356115"/>
                  </a:lnTo>
                  <a:lnTo>
                    <a:pt x="221463" y="399086"/>
                  </a:lnTo>
                  <a:close/>
                  <a:moveTo>
                    <a:pt x="1002579" y="1271394"/>
                  </a:moveTo>
                  <a:lnTo>
                    <a:pt x="1027475" y="1256324"/>
                  </a:lnTo>
                  <a:lnTo>
                    <a:pt x="995758" y="1262318"/>
                  </a:lnTo>
                  <a:close/>
                  <a:moveTo>
                    <a:pt x="1029826" y="1231584"/>
                  </a:moveTo>
                  <a:lnTo>
                    <a:pt x="1050604" y="1246591"/>
                  </a:lnTo>
                  <a:lnTo>
                    <a:pt x="1035059" y="1220389"/>
                  </a:lnTo>
                  <a:close/>
                  <a:moveTo>
                    <a:pt x="933215" y="1076962"/>
                  </a:moveTo>
                  <a:lnTo>
                    <a:pt x="897891" y="1078592"/>
                  </a:lnTo>
                  <a:lnTo>
                    <a:pt x="936269" y="1119227"/>
                  </a:lnTo>
                  <a:close/>
                  <a:moveTo>
                    <a:pt x="833171" y="1077032"/>
                  </a:moveTo>
                  <a:lnTo>
                    <a:pt x="841229" y="1058285"/>
                  </a:lnTo>
                  <a:lnTo>
                    <a:pt x="807830" y="1057990"/>
                  </a:lnTo>
                  <a:close/>
                  <a:moveTo>
                    <a:pt x="833171" y="1077032"/>
                  </a:moveTo>
                  <a:lnTo>
                    <a:pt x="859404" y="1082793"/>
                  </a:lnTo>
                  <a:lnTo>
                    <a:pt x="841229" y="1058285"/>
                  </a:lnTo>
                  <a:close/>
                  <a:moveTo>
                    <a:pt x="897891" y="1078592"/>
                  </a:moveTo>
                  <a:lnTo>
                    <a:pt x="885708" y="1043749"/>
                  </a:lnTo>
                  <a:lnTo>
                    <a:pt x="859404" y="1082793"/>
                  </a:lnTo>
                  <a:close/>
                  <a:moveTo>
                    <a:pt x="805126" y="963104"/>
                  </a:moveTo>
                  <a:lnTo>
                    <a:pt x="802201" y="1012715"/>
                  </a:lnTo>
                  <a:lnTo>
                    <a:pt x="810330" y="971131"/>
                  </a:lnTo>
                  <a:close/>
                  <a:moveTo>
                    <a:pt x="763885" y="980288"/>
                  </a:moveTo>
                  <a:lnTo>
                    <a:pt x="791201" y="1017043"/>
                  </a:lnTo>
                  <a:lnTo>
                    <a:pt x="805126" y="963104"/>
                  </a:lnTo>
                  <a:close/>
                  <a:moveTo>
                    <a:pt x="672973" y="779329"/>
                  </a:moveTo>
                  <a:lnTo>
                    <a:pt x="662086" y="796513"/>
                  </a:lnTo>
                  <a:lnTo>
                    <a:pt x="678683" y="816084"/>
                  </a:lnTo>
                  <a:close/>
                  <a:moveTo>
                    <a:pt x="491130" y="632309"/>
                  </a:moveTo>
                  <a:lnTo>
                    <a:pt x="515015" y="614454"/>
                  </a:lnTo>
                  <a:lnTo>
                    <a:pt x="469276" y="612738"/>
                  </a:lnTo>
                  <a:close/>
                  <a:moveTo>
                    <a:pt x="482365" y="649493"/>
                  </a:moveTo>
                  <a:lnTo>
                    <a:pt x="491130" y="632309"/>
                  </a:lnTo>
                  <a:lnTo>
                    <a:pt x="469276" y="612738"/>
                  </a:lnTo>
                  <a:close/>
                  <a:moveTo>
                    <a:pt x="849396" y="992613"/>
                  </a:moveTo>
                  <a:lnTo>
                    <a:pt x="867480" y="964020"/>
                  </a:lnTo>
                  <a:lnTo>
                    <a:pt x="810330" y="971131"/>
                  </a:lnTo>
                  <a:close/>
                  <a:moveTo>
                    <a:pt x="891254" y="928329"/>
                  </a:moveTo>
                  <a:lnTo>
                    <a:pt x="831786" y="926773"/>
                  </a:lnTo>
                  <a:lnTo>
                    <a:pt x="857445" y="926499"/>
                  </a:lnTo>
                  <a:close/>
                  <a:moveTo>
                    <a:pt x="678683" y="816084"/>
                  </a:moveTo>
                  <a:lnTo>
                    <a:pt x="678870" y="807981"/>
                  </a:lnTo>
                  <a:lnTo>
                    <a:pt x="672973" y="779329"/>
                  </a:lnTo>
                  <a:close/>
                  <a:moveTo>
                    <a:pt x="672973" y="779329"/>
                  </a:moveTo>
                  <a:lnTo>
                    <a:pt x="678870" y="807981"/>
                  </a:lnTo>
                  <a:lnTo>
                    <a:pt x="717076" y="775414"/>
                  </a:lnTo>
                  <a:close/>
                  <a:moveTo>
                    <a:pt x="717076" y="775414"/>
                  </a:moveTo>
                  <a:lnTo>
                    <a:pt x="706687" y="767707"/>
                  </a:lnTo>
                  <a:lnTo>
                    <a:pt x="672973" y="779329"/>
                  </a:lnTo>
                  <a:close/>
                  <a:moveTo>
                    <a:pt x="706687" y="767707"/>
                  </a:moveTo>
                  <a:lnTo>
                    <a:pt x="728964" y="731938"/>
                  </a:lnTo>
                  <a:lnTo>
                    <a:pt x="683613" y="746507"/>
                  </a:lnTo>
                  <a:close/>
                  <a:moveTo>
                    <a:pt x="568358" y="593111"/>
                  </a:moveTo>
                  <a:lnTo>
                    <a:pt x="546434" y="607350"/>
                  </a:lnTo>
                  <a:lnTo>
                    <a:pt x="515015" y="614454"/>
                  </a:lnTo>
                  <a:close/>
                  <a:moveTo>
                    <a:pt x="344796" y="255555"/>
                  </a:moveTo>
                  <a:lnTo>
                    <a:pt x="288610" y="266269"/>
                  </a:lnTo>
                  <a:lnTo>
                    <a:pt x="314208" y="265767"/>
                  </a:lnTo>
                  <a:close/>
                  <a:moveTo>
                    <a:pt x="914967" y="975215"/>
                  </a:moveTo>
                  <a:lnTo>
                    <a:pt x="867480" y="964020"/>
                  </a:lnTo>
                  <a:lnTo>
                    <a:pt x="887946" y="982676"/>
                  </a:lnTo>
                  <a:close/>
                  <a:moveTo>
                    <a:pt x="857445" y="926499"/>
                  </a:moveTo>
                  <a:lnTo>
                    <a:pt x="875478" y="935483"/>
                  </a:lnTo>
                  <a:lnTo>
                    <a:pt x="891254" y="928329"/>
                  </a:lnTo>
                  <a:close/>
                  <a:moveTo>
                    <a:pt x="344796" y="255555"/>
                  </a:moveTo>
                  <a:lnTo>
                    <a:pt x="367873" y="245629"/>
                  </a:lnTo>
                  <a:lnTo>
                    <a:pt x="359558" y="247576"/>
                  </a:lnTo>
                  <a:close/>
                  <a:moveTo>
                    <a:pt x="391255" y="208472"/>
                  </a:moveTo>
                  <a:lnTo>
                    <a:pt x="359558" y="247576"/>
                  </a:lnTo>
                  <a:lnTo>
                    <a:pt x="373312" y="230393"/>
                  </a:lnTo>
                  <a:close/>
                  <a:moveTo>
                    <a:pt x="1190195" y="1137724"/>
                  </a:moveTo>
                  <a:lnTo>
                    <a:pt x="1142336" y="1147993"/>
                  </a:lnTo>
                  <a:lnTo>
                    <a:pt x="1142902" y="1149268"/>
                  </a:lnTo>
                  <a:close/>
                  <a:moveTo>
                    <a:pt x="1136375" y="1109644"/>
                  </a:moveTo>
                  <a:lnTo>
                    <a:pt x="1142336" y="1147993"/>
                  </a:lnTo>
                  <a:lnTo>
                    <a:pt x="1190195" y="1137724"/>
                  </a:lnTo>
                  <a:close/>
                  <a:moveTo>
                    <a:pt x="447325" y="197326"/>
                  </a:moveTo>
                  <a:lnTo>
                    <a:pt x="391255" y="208472"/>
                  </a:lnTo>
                  <a:lnTo>
                    <a:pt x="414408" y="198829"/>
                  </a:lnTo>
                  <a:close/>
                  <a:moveTo>
                    <a:pt x="777182" y="462362"/>
                  </a:moveTo>
                  <a:lnTo>
                    <a:pt x="743102" y="496709"/>
                  </a:lnTo>
                  <a:lnTo>
                    <a:pt x="757646" y="490066"/>
                  </a:lnTo>
                  <a:close/>
                  <a:moveTo>
                    <a:pt x="657667" y="422495"/>
                  </a:moveTo>
                  <a:lnTo>
                    <a:pt x="686560" y="416556"/>
                  </a:lnTo>
                  <a:lnTo>
                    <a:pt x="657036" y="386886"/>
                  </a:lnTo>
                  <a:close/>
                  <a:moveTo>
                    <a:pt x="428470" y="204904"/>
                  </a:moveTo>
                  <a:lnTo>
                    <a:pt x="447325" y="197326"/>
                  </a:lnTo>
                  <a:lnTo>
                    <a:pt x="414408" y="198829"/>
                  </a:lnTo>
                  <a:close/>
                  <a:moveTo>
                    <a:pt x="428470" y="204904"/>
                  </a:moveTo>
                  <a:lnTo>
                    <a:pt x="464382" y="202796"/>
                  </a:lnTo>
                  <a:lnTo>
                    <a:pt x="447325" y="197326"/>
                  </a:lnTo>
                  <a:close/>
                  <a:moveTo>
                    <a:pt x="464382" y="202796"/>
                  </a:moveTo>
                  <a:lnTo>
                    <a:pt x="484011" y="209911"/>
                  </a:lnTo>
                  <a:lnTo>
                    <a:pt x="447325" y="197326"/>
                  </a:lnTo>
                  <a:close/>
                  <a:moveTo>
                    <a:pt x="464382" y="202796"/>
                  </a:moveTo>
                  <a:lnTo>
                    <a:pt x="487682" y="210942"/>
                  </a:lnTo>
                  <a:lnTo>
                    <a:pt x="484011" y="209911"/>
                  </a:lnTo>
                  <a:close/>
                  <a:moveTo>
                    <a:pt x="464382" y="202796"/>
                  </a:moveTo>
                  <a:lnTo>
                    <a:pt x="476906" y="211713"/>
                  </a:lnTo>
                  <a:lnTo>
                    <a:pt x="514009" y="225862"/>
                  </a:lnTo>
                  <a:close/>
                  <a:moveTo>
                    <a:pt x="487682" y="210942"/>
                  </a:moveTo>
                  <a:lnTo>
                    <a:pt x="514009" y="225862"/>
                  </a:lnTo>
                  <a:lnTo>
                    <a:pt x="547746" y="227421"/>
                  </a:lnTo>
                  <a:close/>
                  <a:moveTo>
                    <a:pt x="897020" y="565055"/>
                  </a:moveTo>
                  <a:lnTo>
                    <a:pt x="859478" y="563576"/>
                  </a:lnTo>
                  <a:lnTo>
                    <a:pt x="843119" y="584314"/>
                  </a:lnTo>
                  <a:close/>
                  <a:moveTo>
                    <a:pt x="897020" y="565055"/>
                  </a:moveTo>
                  <a:lnTo>
                    <a:pt x="843119" y="584314"/>
                  </a:lnTo>
                  <a:lnTo>
                    <a:pt x="865169" y="570547"/>
                  </a:lnTo>
                  <a:close/>
                  <a:moveTo>
                    <a:pt x="757646" y="490066"/>
                  </a:moveTo>
                  <a:lnTo>
                    <a:pt x="753385" y="497963"/>
                  </a:lnTo>
                  <a:lnTo>
                    <a:pt x="779848" y="511581"/>
                  </a:lnTo>
                  <a:close/>
                  <a:moveTo>
                    <a:pt x="711298" y="368977"/>
                  </a:moveTo>
                  <a:lnTo>
                    <a:pt x="706094" y="365465"/>
                  </a:lnTo>
                  <a:lnTo>
                    <a:pt x="686560" y="416556"/>
                  </a:lnTo>
                  <a:close/>
                  <a:moveTo>
                    <a:pt x="736024" y="368222"/>
                  </a:moveTo>
                  <a:lnTo>
                    <a:pt x="726301" y="331379"/>
                  </a:lnTo>
                  <a:lnTo>
                    <a:pt x="706094" y="365465"/>
                  </a:lnTo>
                  <a:close/>
                  <a:moveTo>
                    <a:pt x="518862" y="230340"/>
                  </a:moveTo>
                  <a:lnTo>
                    <a:pt x="550554" y="231664"/>
                  </a:lnTo>
                  <a:lnTo>
                    <a:pt x="547746" y="227421"/>
                  </a:lnTo>
                  <a:close/>
                  <a:moveTo>
                    <a:pt x="550554" y="231664"/>
                  </a:moveTo>
                  <a:lnTo>
                    <a:pt x="569001" y="196026"/>
                  </a:lnTo>
                  <a:lnTo>
                    <a:pt x="547746" y="227421"/>
                  </a:lnTo>
                  <a:close/>
                  <a:moveTo>
                    <a:pt x="977061" y="683340"/>
                  </a:moveTo>
                  <a:lnTo>
                    <a:pt x="991868" y="670524"/>
                  </a:lnTo>
                  <a:lnTo>
                    <a:pt x="960562" y="678052"/>
                  </a:lnTo>
                  <a:close/>
                  <a:moveTo>
                    <a:pt x="877270" y="576050"/>
                  </a:moveTo>
                  <a:lnTo>
                    <a:pt x="897020" y="565055"/>
                  </a:lnTo>
                  <a:lnTo>
                    <a:pt x="865169" y="570547"/>
                  </a:lnTo>
                  <a:close/>
                  <a:moveTo>
                    <a:pt x="877270" y="576050"/>
                  </a:moveTo>
                  <a:lnTo>
                    <a:pt x="912092" y="574828"/>
                  </a:lnTo>
                  <a:lnTo>
                    <a:pt x="897020" y="565055"/>
                  </a:lnTo>
                  <a:close/>
                  <a:moveTo>
                    <a:pt x="622734" y="124904"/>
                  </a:moveTo>
                  <a:lnTo>
                    <a:pt x="633744" y="173461"/>
                  </a:lnTo>
                  <a:lnTo>
                    <a:pt x="645285" y="150536"/>
                  </a:lnTo>
                  <a:close/>
                  <a:moveTo>
                    <a:pt x="633744" y="173461"/>
                  </a:moveTo>
                  <a:lnTo>
                    <a:pt x="658150" y="161660"/>
                  </a:lnTo>
                  <a:lnTo>
                    <a:pt x="645285" y="150536"/>
                  </a:lnTo>
                  <a:close/>
                  <a:moveTo>
                    <a:pt x="857760" y="350427"/>
                  </a:moveTo>
                  <a:lnTo>
                    <a:pt x="832891" y="353656"/>
                  </a:lnTo>
                  <a:lnTo>
                    <a:pt x="800171" y="355898"/>
                  </a:lnTo>
                  <a:close/>
                  <a:moveTo>
                    <a:pt x="857760" y="350427"/>
                  </a:moveTo>
                  <a:lnTo>
                    <a:pt x="800171" y="355898"/>
                  </a:lnTo>
                  <a:lnTo>
                    <a:pt x="823625" y="347379"/>
                  </a:lnTo>
                  <a:close/>
                  <a:moveTo>
                    <a:pt x="832891" y="353656"/>
                  </a:moveTo>
                  <a:lnTo>
                    <a:pt x="857760" y="350427"/>
                  </a:lnTo>
                  <a:lnTo>
                    <a:pt x="841687" y="345434"/>
                  </a:lnTo>
                  <a:close/>
                  <a:moveTo>
                    <a:pt x="789865" y="221159"/>
                  </a:moveTo>
                  <a:lnTo>
                    <a:pt x="785770" y="220625"/>
                  </a:lnTo>
                  <a:lnTo>
                    <a:pt x="783238" y="217986"/>
                  </a:lnTo>
                  <a:close/>
                  <a:moveTo>
                    <a:pt x="690224" y="144476"/>
                  </a:moveTo>
                  <a:lnTo>
                    <a:pt x="663192" y="121279"/>
                  </a:lnTo>
                  <a:lnTo>
                    <a:pt x="645285" y="150536"/>
                  </a:lnTo>
                  <a:close/>
                  <a:moveTo>
                    <a:pt x="924518" y="347823"/>
                  </a:moveTo>
                  <a:lnTo>
                    <a:pt x="912622" y="350662"/>
                  </a:lnTo>
                  <a:lnTo>
                    <a:pt x="916101" y="392581"/>
                  </a:lnTo>
                  <a:close/>
                  <a:moveTo>
                    <a:pt x="789865" y="221159"/>
                  </a:moveTo>
                  <a:lnTo>
                    <a:pt x="782361" y="221470"/>
                  </a:lnTo>
                  <a:lnTo>
                    <a:pt x="810803" y="203233"/>
                  </a:lnTo>
                  <a:close/>
                  <a:moveTo>
                    <a:pt x="789865" y="221159"/>
                  </a:moveTo>
                  <a:lnTo>
                    <a:pt x="810803" y="203233"/>
                  </a:lnTo>
                  <a:lnTo>
                    <a:pt x="792486" y="217986"/>
                  </a:lnTo>
                  <a:close/>
                  <a:moveTo>
                    <a:pt x="810803" y="203233"/>
                  </a:moveTo>
                  <a:lnTo>
                    <a:pt x="812993" y="200802"/>
                  </a:lnTo>
                  <a:lnTo>
                    <a:pt x="792486" y="217986"/>
                  </a:lnTo>
                  <a:close/>
                  <a:moveTo>
                    <a:pt x="663192" y="121279"/>
                  </a:moveTo>
                  <a:lnTo>
                    <a:pt x="690224" y="144476"/>
                  </a:lnTo>
                  <a:lnTo>
                    <a:pt x="694101" y="90538"/>
                  </a:lnTo>
                  <a:close/>
                  <a:moveTo>
                    <a:pt x="957320" y="281099"/>
                  </a:moveTo>
                  <a:lnTo>
                    <a:pt x="966148" y="257129"/>
                  </a:lnTo>
                  <a:lnTo>
                    <a:pt x="941224" y="274313"/>
                  </a:lnTo>
                  <a:close/>
                  <a:moveTo>
                    <a:pt x="852783" y="139404"/>
                  </a:moveTo>
                  <a:lnTo>
                    <a:pt x="825375" y="126022"/>
                  </a:lnTo>
                  <a:lnTo>
                    <a:pt x="859362" y="146864"/>
                  </a:lnTo>
                  <a:close/>
                  <a:moveTo>
                    <a:pt x="733863" y="12001"/>
                  </a:moveTo>
                  <a:lnTo>
                    <a:pt x="717901" y="17027"/>
                  </a:lnTo>
                  <a:lnTo>
                    <a:pt x="751704" y="10637"/>
                  </a:lnTo>
                  <a:close/>
                  <a:moveTo>
                    <a:pt x="733863" y="12001"/>
                  </a:moveTo>
                  <a:lnTo>
                    <a:pt x="751704" y="10637"/>
                  </a:lnTo>
                  <a:lnTo>
                    <a:pt x="782335" y="589"/>
                  </a:lnTo>
                  <a:close/>
                  <a:moveTo>
                    <a:pt x="782335" y="589"/>
                  </a:moveTo>
                  <a:lnTo>
                    <a:pt x="751704" y="10637"/>
                  </a:lnTo>
                  <a:lnTo>
                    <a:pt x="809263" y="5059"/>
                  </a:lnTo>
                  <a:close/>
                  <a:moveTo>
                    <a:pt x="841229" y="0"/>
                  </a:moveTo>
                  <a:lnTo>
                    <a:pt x="782335" y="589"/>
                  </a:lnTo>
                  <a:lnTo>
                    <a:pt x="809263" y="5059"/>
                  </a:lnTo>
                  <a:close/>
                  <a:moveTo>
                    <a:pt x="823041" y="11336"/>
                  </a:moveTo>
                  <a:lnTo>
                    <a:pt x="841229" y="0"/>
                  </a:lnTo>
                  <a:lnTo>
                    <a:pt x="809263" y="5059"/>
                  </a:lnTo>
                  <a:close/>
                  <a:moveTo>
                    <a:pt x="823041" y="11336"/>
                  </a:moveTo>
                  <a:lnTo>
                    <a:pt x="863361" y="5645"/>
                  </a:lnTo>
                  <a:lnTo>
                    <a:pt x="841229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33" name="Input_density__132">
              <a:extLst>
                <a:ext uri="{FF2B5EF4-FFF2-40B4-BE49-F238E27FC236}">
                  <a16:creationId xmlns:a16="http://schemas.microsoft.com/office/drawing/2014/main" id="{6F4912CF-06EE-180E-34D6-F12F188676C4}"/>
                </a:ext>
              </a:extLst>
            </p:cNvPr>
            <p:cNvSpPr>
              <a:spLocks noGrp="1"/>
            </p:cNvSpPr>
            <p:nvPr/>
          </p:nvSpPr>
          <p:spPr>
            <a:xfrm>
              <a:off x="666662" y="1588968"/>
              <a:ext cx="1050752" cy="1298043"/>
            </a:xfrm>
            <a:custGeom>
              <a:avLst/>
              <a:gdLst/>
              <a:ahLst/>
              <a:cxnLst/>
              <a:rect l="0" t="0" r="0" b="0"/>
              <a:pathLst>
                <a:path w="1050752" h="1298043">
                  <a:moveTo>
                    <a:pt x="29968" y="577750"/>
                  </a:moveTo>
                  <a:lnTo>
                    <a:pt x="0" y="629953"/>
                  </a:lnTo>
                  <a:lnTo>
                    <a:pt x="13522" y="602756"/>
                  </a:lnTo>
                  <a:close/>
                  <a:moveTo>
                    <a:pt x="48466" y="608826"/>
                  </a:moveTo>
                  <a:lnTo>
                    <a:pt x="73615" y="606646"/>
                  </a:lnTo>
                  <a:lnTo>
                    <a:pt x="13522" y="602756"/>
                  </a:lnTo>
                  <a:close/>
                  <a:moveTo>
                    <a:pt x="80342" y="603432"/>
                  </a:moveTo>
                  <a:lnTo>
                    <a:pt x="86783" y="612770"/>
                  </a:lnTo>
                  <a:lnTo>
                    <a:pt x="73615" y="606646"/>
                  </a:lnTo>
                  <a:close/>
                  <a:moveTo>
                    <a:pt x="476375" y="1019682"/>
                  </a:moveTo>
                  <a:lnTo>
                    <a:pt x="453417" y="1030054"/>
                  </a:lnTo>
                  <a:lnTo>
                    <a:pt x="510187" y="1021524"/>
                  </a:lnTo>
                  <a:close/>
                  <a:moveTo>
                    <a:pt x="22797" y="449338"/>
                  </a:moveTo>
                  <a:lnTo>
                    <a:pt x="49790" y="454482"/>
                  </a:lnTo>
                  <a:lnTo>
                    <a:pt x="23722" y="448474"/>
                  </a:lnTo>
                  <a:close/>
                  <a:moveTo>
                    <a:pt x="476375" y="1019682"/>
                  </a:moveTo>
                  <a:lnTo>
                    <a:pt x="510187" y="1021524"/>
                  </a:lnTo>
                  <a:lnTo>
                    <a:pt x="527956" y="991749"/>
                  </a:lnTo>
                  <a:close/>
                  <a:moveTo>
                    <a:pt x="53484" y="431383"/>
                  </a:moveTo>
                  <a:lnTo>
                    <a:pt x="24098" y="448281"/>
                  </a:lnTo>
                  <a:lnTo>
                    <a:pt x="71344" y="405741"/>
                  </a:lnTo>
                  <a:close/>
                  <a:moveTo>
                    <a:pt x="71344" y="405741"/>
                  </a:moveTo>
                  <a:lnTo>
                    <a:pt x="24098" y="448281"/>
                  </a:lnTo>
                  <a:lnTo>
                    <a:pt x="23722" y="448474"/>
                  </a:lnTo>
                  <a:close/>
                  <a:moveTo>
                    <a:pt x="536113" y="974111"/>
                  </a:moveTo>
                  <a:lnTo>
                    <a:pt x="527956" y="991749"/>
                  </a:lnTo>
                  <a:lnTo>
                    <a:pt x="539202" y="982708"/>
                  </a:lnTo>
                  <a:close/>
                  <a:moveTo>
                    <a:pt x="544318" y="956717"/>
                  </a:moveTo>
                  <a:lnTo>
                    <a:pt x="555299" y="969404"/>
                  </a:lnTo>
                  <a:lnTo>
                    <a:pt x="573045" y="939545"/>
                  </a:lnTo>
                  <a:close/>
                  <a:moveTo>
                    <a:pt x="578443" y="922038"/>
                  </a:moveTo>
                  <a:lnTo>
                    <a:pt x="573045" y="939545"/>
                  </a:lnTo>
                  <a:lnTo>
                    <a:pt x="592733" y="928770"/>
                  </a:lnTo>
                  <a:close/>
                  <a:moveTo>
                    <a:pt x="592733" y="928770"/>
                  </a:moveTo>
                  <a:lnTo>
                    <a:pt x="602216" y="924033"/>
                  </a:lnTo>
                  <a:lnTo>
                    <a:pt x="578443" y="922038"/>
                  </a:lnTo>
                  <a:close/>
                  <a:moveTo>
                    <a:pt x="291489" y="538106"/>
                  </a:moveTo>
                  <a:lnTo>
                    <a:pt x="318970" y="550073"/>
                  </a:lnTo>
                  <a:lnTo>
                    <a:pt x="322023" y="527689"/>
                  </a:lnTo>
                  <a:close/>
                  <a:moveTo>
                    <a:pt x="505080" y="713804"/>
                  </a:moveTo>
                  <a:lnTo>
                    <a:pt x="470074" y="707500"/>
                  </a:lnTo>
                  <a:lnTo>
                    <a:pt x="445290" y="707630"/>
                  </a:lnTo>
                  <a:close/>
                  <a:moveTo>
                    <a:pt x="961219" y="1298043"/>
                  </a:moveTo>
                  <a:lnTo>
                    <a:pt x="993715" y="1294967"/>
                  </a:lnTo>
                  <a:lnTo>
                    <a:pt x="1016908" y="1285472"/>
                  </a:lnTo>
                  <a:close/>
                  <a:moveTo>
                    <a:pt x="997069" y="1279136"/>
                  </a:moveTo>
                  <a:lnTo>
                    <a:pt x="1019468" y="1261953"/>
                  </a:lnTo>
                  <a:lnTo>
                    <a:pt x="1016908" y="1285472"/>
                  </a:lnTo>
                  <a:close/>
                  <a:moveTo>
                    <a:pt x="602388" y="784138"/>
                  </a:moveTo>
                  <a:lnTo>
                    <a:pt x="589016" y="806842"/>
                  </a:lnTo>
                  <a:lnTo>
                    <a:pt x="602672" y="795187"/>
                  </a:lnTo>
                  <a:close/>
                  <a:moveTo>
                    <a:pt x="602672" y="795187"/>
                  </a:moveTo>
                  <a:lnTo>
                    <a:pt x="589016" y="806842"/>
                  </a:lnTo>
                  <a:lnTo>
                    <a:pt x="584077" y="827963"/>
                  </a:lnTo>
                  <a:close/>
                  <a:moveTo>
                    <a:pt x="602672" y="795187"/>
                  </a:moveTo>
                  <a:lnTo>
                    <a:pt x="598533" y="753805"/>
                  </a:lnTo>
                  <a:lnTo>
                    <a:pt x="602388" y="784138"/>
                  </a:lnTo>
                  <a:close/>
                  <a:moveTo>
                    <a:pt x="598533" y="753805"/>
                  </a:moveTo>
                  <a:lnTo>
                    <a:pt x="599341" y="747383"/>
                  </a:lnTo>
                  <a:lnTo>
                    <a:pt x="602388" y="784138"/>
                  </a:lnTo>
                  <a:close/>
                  <a:moveTo>
                    <a:pt x="510962" y="681328"/>
                  </a:moveTo>
                  <a:lnTo>
                    <a:pt x="479346" y="679943"/>
                  </a:lnTo>
                  <a:lnTo>
                    <a:pt x="470074" y="707500"/>
                  </a:lnTo>
                  <a:close/>
                  <a:moveTo>
                    <a:pt x="379923" y="523384"/>
                  </a:moveTo>
                  <a:lnTo>
                    <a:pt x="352281" y="505333"/>
                  </a:lnTo>
                  <a:lnTo>
                    <a:pt x="388228" y="526853"/>
                  </a:lnTo>
                  <a:close/>
                  <a:moveTo>
                    <a:pt x="399748" y="405092"/>
                  </a:moveTo>
                  <a:lnTo>
                    <a:pt x="395710" y="399405"/>
                  </a:lnTo>
                  <a:lnTo>
                    <a:pt x="433043" y="422016"/>
                  </a:lnTo>
                  <a:close/>
                  <a:moveTo>
                    <a:pt x="381215" y="432005"/>
                  </a:moveTo>
                  <a:lnTo>
                    <a:pt x="395710" y="399405"/>
                  </a:lnTo>
                  <a:lnTo>
                    <a:pt x="399748" y="405092"/>
                  </a:lnTo>
                  <a:close/>
                  <a:moveTo>
                    <a:pt x="401857" y="313128"/>
                  </a:moveTo>
                  <a:lnTo>
                    <a:pt x="370659" y="311404"/>
                  </a:lnTo>
                  <a:lnTo>
                    <a:pt x="374596" y="362650"/>
                  </a:lnTo>
                  <a:close/>
                  <a:moveTo>
                    <a:pt x="367216" y="308711"/>
                  </a:moveTo>
                  <a:lnTo>
                    <a:pt x="370659" y="311404"/>
                  </a:lnTo>
                  <a:lnTo>
                    <a:pt x="373424" y="306669"/>
                  </a:lnTo>
                  <a:close/>
                  <a:moveTo>
                    <a:pt x="374470" y="310579"/>
                  </a:moveTo>
                  <a:lnTo>
                    <a:pt x="370659" y="311404"/>
                  </a:lnTo>
                  <a:lnTo>
                    <a:pt x="367216" y="308711"/>
                  </a:lnTo>
                  <a:close/>
                  <a:moveTo>
                    <a:pt x="795830" y="746506"/>
                  </a:moveTo>
                  <a:lnTo>
                    <a:pt x="776828" y="734866"/>
                  </a:lnTo>
                  <a:lnTo>
                    <a:pt x="765399" y="775589"/>
                  </a:lnTo>
                  <a:close/>
                  <a:moveTo>
                    <a:pt x="373424" y="306669"/>
                  </a:moveTo>
                  <a:lnTo>
                    <a:pt x="404112" y="296829"/>
                  </a:lnTo>
                  <a:lnTo>
                    <a:pt x="426023" y="282542"/>
                  </a:lnTo>
                  <a:close/>
                  <a:moveTo>
                    <a:pt x="426023" y="282542"/>
                  </a:moveTo>
                  <a:lnTo>
                    <a:pt x="404112" y="296829"/>
                  </a:lnTo>
                  <a:lnTo>
                    <a:pt x="458622" y="279847"/>
                  </a:lnTo>
                  <a:close/>
                  <a:moveTo>
                    <a:pt x="526420" y="408756"/>
                  </a:moveTo>
                  <a:lnTo>
                    <a:pt x="485732" y="406269"/>
                  </a:lnTo>
                  <a:lnTo>
                    <a:pt x="517537" y="407500"/>
                  </a:lnTo>
                  <a:close/>
                  <a:moveTo>
                    <a:pt x="964769" y="825670"/>
                  </a:moveTo>
                  <a:lnTo>
                    <a:pt x="963762" y="826510"/>
                  </a:lnTo>
                  <a:lnTo>
                    <a:pt x="981952" y="879608"/>
                  </a:lnTo>
                  <a:close/>
                  <a:moveTo>
                    <a:pt x="961824" y="825670"/>
                  </a:moveTo>
                  <a:lnTo>
                    <a:pt x="927320" y="814839"/>
                  </a:lnTo>
                  <a:lnTo>
                    <a:pt x="911021" y="796529"/>
                  </a:lnTo>
                  <a:close/>
                  <a:moveTo>
                    <a:pt x="558783" y="405183"/>
                  </a:moveTo>
                  <a:lnTo>
                    <a:pt x="584350" y="425018"/>
                  </a:lnTo>
                  <a:lnTo>
                    <a:pt x="526420" y="408756"/>
                  </a:lnTo>
                  <a:close/>
                  <a:moveTo>
                    <a:pt x="612990" y="387069"/>
                  </a:moveTo>
                  <a:lnTo>
                    <a:pt x="581925" y="401793"/>
                  </a:lnTo>
                  <a:lnTo>
                    <a:pt x="601179" y="393677"/>
                  </a:lnTo>
                  <a:close/>
                  <a:moveTo>
                    <a:pt x="1008029" y="808486"/>
                  </a:moveTo>
                  <a:lnTo>
                    <a:pt x="964769" y="825670"/>
                  </a:lnTo>
                  <a:lnTo>
                    <a:pt x="1015582" y="799475"/>
                  </a:lnTo>
                  <a:close/>
                  <a:moveTo>
                    <a:pt x="1017162" y="764414"/>
                  </a:moveTo>
                  <a:lnTo>
                    <a:pt x="1008029" y="808486"/>
                  </a:lnTo>
                  <a:lnTo>
                    <a:pt x="1015582" y="799475"/>
                  </a:lnTo>
                  <a:close/>
                  <a:moveTo>
                    <a:pt x="1045111" y="768780"/>
                  </a:moveTo>
                  <a:lnTo>
                    <a:pt x="1015582" y="799475"/>
                  </a:lnTo>
                  <a:lnTo>
                    <a:pt x="1042991" y="777376"/>
                  </a:lnTo>
                  <a:close/>
                  <a:moveTo>
                    <a:pt x="1045111" y="768780"/>
                  </a:moveTo>
                  <a:lnTo>
                    <a:pt x="1017162" y="764414"/>
                  </a:lnTo>
                  <a:lnTo>
                    <a:pt x="1015582" y="799475"/>
                  </a:lnTo>
                  <a:close/>
                  <a:moveTo>
                    <a:pt x="697711" y="358465"/>
                  </a:moveTo>
                  <a:lnTo>
                    <a:pt x="710443" y="359024"/>
                  </a:lnTo>
                  <a:lnTo>
                    <a:pt x="663902" y="356637"/>
                  </a:lnTo>
                  <a:close/>
                  <a:moveTo>
                    <a:pt x="1031595" y="666928"/>
                  </a:moveTo>
                  <a:lnTo>
                    <a:pt x="1044280" y="679961"/>
                  </a:lnTo>
                  <a:lnTo>
                    <a:pt x="1034452" y="663854"/>
                  </a:lnTo>
                  <a:close/>
                  <a:moveTo>
                    <a:pt x="1031595" y="666928"/>
                  </a:moveTo>
                  <a:lnTo>
                    <a:pt x="1044032" y="685059"/>
                  </a:lnTo>
                  <a:lnTo>
                    <a:pt x="1044280" y="679961"/>
                  </a:lnTo>
                  <a:close/>
                  <a:moveTo>
                    <a:pt x="1044280" y="679961"/>
                  </a:moveTo>
                  <a:lnTo>
                    <a:pt x="1050626" y="630056"/>
                  </a:lnTo>
                  <a:lnTo>
                    <a:pt x="1034452" y="663854"/>
                  </a:lnTo>
                  <a:close/>
                  <a:moveTo>
                    <a:pt x="1050626" y="630056"/>
                  </a:moveTo>
                  <a:lnTo>
                    <a:pt x="1050752" y="627099"/>
                  </a:lnTo>
                  <a:lnTo>
                    <a:pt x="1034452" y="663854"/>
                  </a:lnTo>
                  <a:close/>
                  <a:moveTo>
                    <a:pt x="1050752" y="627099"/>
                  </a:moveTo>
                  <a:lnTo>
                    <a:pt x="1050626" y="630056"/>
                  </a:lnTo>
                  <a:lnTo>
                    <a:pt x="1044509" y="590633"/>
                  </a:lnTo>
                  <a:close/>
                  <a:moveTo>
                    <a:pt x="933789" y="480080"/>
                  </a:moveTo>
                  <a:lnTo>
                    <a:pt x="938576" y="516834"/>
                  </a:lnTo>
                  <a:lnTo>
                    <a:pt x="924808" y="497263"/>
                  </a:lnTo>
                  <a:close/>
                  <a:moveTo>
                    <a:pt x="822531" y="423753"/>
                  </a:moveTo>
                  <a:lnTo>
                    <a:pt x="820844" y="377269"/>
                  </a:lnTo>
                  <a:lnTo>
                    <a:pt x="822044" y="411965"/>
                  </a:lnTo>
                  <a:close/>
                  <a:moveTo>
                    <a:pt x="925214" y="471760"/>
                  </a:moveTo>
                  <a:lnTo>
                    <a:pt x="935899" y="507821"/>
                  </a:lnTo>
                  <a:lnTo>
                    <a:pt x="938576" y="516834"/>
                  </a:lnTo>
                  <a:close/>
                  <a:moveTo>
                    <a:pt x="766328" y="201814"/>
                  </a:moveTo>
                  <a:lnTo>
                    <a:pt x="742217" y="207873"/>
                  </a:lnTo>
                  <a:lnTo>
                    <a:pt x="798865" y="198884"/>
                  </a:lnTo>
                  <a:close/>
                  <a:moveTo>
                    <a:pt x="928686" y="334696"/>
                  </a:moveTo>
                  <a:lnTo>
                    <a:pt x="928667" y="335448"/>
                  </a:lnTo>
                  <a:lnTo>
                    <a:pt x="929223" y="289512"/>
                  </a:lnTo>
                  <a:close/>
                  <a:moveTo>
                    <a:pt x="770435" y="24750"/>
                  </a:moveTo>
                  <a:lnTo>
                    <a:pt x="769250" y="25073"/>
                  </a:lnTo>
                  <a:lnTo>
                    <a:pt x="772418" y="24225"/>
                  </a:lnTo>
                  <a:close/>
                  <a:moveTo>
                    <a:pt x="769250" y="25073"/>
                  </a:moveTo>
                  <a:lnTo>
                    <a:pt x="770435" y="24750"/>
                  </a:lnTo>
                  <a:lnTo>
                    <a:pt x="760227" y="24225"/>
                  </a:lnTo>
                  <a:close/>
                  <a:moveTo>
                    <a:pt x="760227" y="24225"/>
                  </a:moveTo>
                  <a:lnTo>
                    <a:pt x="770435" y="24750"/>
                  </a:lnTo>
                  <a:lnTo>
                    <a:pt x="771291" y="23414"/>
                  </a:lnTo>
                  <a:close/>
                  <a:moveTo>
                    <a:pt x="789547" y="0"/>
                  </a:moveTo>
                  <a:lnTo>
                    <a:pt x="760227" y="24225"/>
                  </a:lnTo>
                  <a:lnTo>
                    <a:pt x="771291" y="23414"/>
                  </a:lnTo>
                  <a:close/>
                  <a:moveTo>
                    <a:pt x="770435" y="24750"/>
                  </a:moveTo>
                  <a:lnTo>
                    <a:pt x="772418" y="24225"/>
                  </a:lnTo>
                  <a:lnTo>
                    <a:pt x="771291" y="23414"/>
                  </a:lnTo>
                  <a:close/>
                  <a:moveTo>
                    <a:pt x="814397" y="15458"/>
                  </a:moveTo>
                  <a:lnTo>
                    <a:pt x="811055" y="7041"/>
                  </a:lnTo>
                  <a:lnTo>
                    <a:pt x="802474" y="19963"/>
                  </a:lnTo>
                  <a:close/>
                  <a:moveTo>
                    <a:pt x="802474" y="19963"/>
                  </a:moveTo>
                  <a:lnTo>
                    <a:pt x="811055" y="7041"/>
                  </a:lnTo>
                  <a:lnTo>
                    <a:pt x="789547" y="0"/>
                  </a:lnTo>
                  <a:close/>
                  <a:moveTo>
                    <a:pt x="771291" y="23414"/>
                  </a:moveTo>
                  <a:lnTo>
                    <a:pt x="772418" y="24225"/>
                  </a:lnTo>
                  <a:lnTo>
                    <a:pt x="802474" y="19963"/>
                  </a:lnTo>
                  <a:close/>
                  <a:moveTo>
                    <a:pt x="789547" y="0"/>
                  </a:moveTo>
                  <a:lnTo>
                    <a:pt x="771291" y="23414"/>
                  </a:lnTo>
                  <a:lnTo>
                    <a:pt x="802474" y="19963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34" name="Input_density__133">
              <a:extLst>
                <a:ext uri="{FF2B5EF4-FFF2-40B4-BE49-F238E27FC236}">
                  <a16:creationId xmlns:a16="http://schemas.microsoft.com/office/drawing/2014/main" id="{BBB1D64B-4B36-857A-82EF-F25FF5C0569A}"/>
                </a:ext>
              </a:extLst>
            </p:cNvPr>
            <p:cNvSpPr>
              <a:spLocks noGrp="1"/>
            </p:cNvSpPr>
            <p:nvPr/>
          </p:nvSpPr>
          <p:spPr>
            <a:xfrm>
              <a:off x="753445" y="1608931"/>
              <a:ext cx="956208" cy="1001562"/>
            </a:xfrm>
            <a:custGeom>
              <a:avLst/>
              <a:gdLst/>
              <a:ahLst/>
              <a:cxnLst/>
              <a:rect l="0" t="0" r="0" b="0"/>
              <a:pathLst>
                <a:path w="956208" h="1001562">
                  <a:moveTo>
                    <a:pt x="0" y="592807"/>
                  </a:moveTo>
                  <a:lnTo>
                    <a:pt x="13795" y="599306"/>
                  </a:lnTo>
                  <a:lnTo>
                    <a:pt x="26440" y="610199"/>
                  </a:lnTo>
                  <a:close/>
                  <a:moveTo>
                    <a:pt x="443406" y="979929"/>
                  </a:moveTo>
                  <a:lnTo>
                    <a:pt x="441173" y="971786"/>
                  </a:lnTo>
                  <a:lnTo>
                    <a:pt x="423404" y="1001562"/>
                  </a:lnTo>
                  <a:close/>
                  <a:moveTo>
                    <a:pt x="443406" y="979929"/>
                  </a:moveTo>
                  <a:lnTo>
                    <a:pt x="452419" y="962745"/>
                  </a:lnTo>
                  <a:lnTo>
                    <a:pt x="441173" y="971786"/>
                  </a:lnTo>
                  <a:close/>
                  <a:moveTo>
                    <a:pt x="452419" y="962745"/>
                  </a:moveTo>
                  <a:lnTo>
                    <a:pt x="443406" y="979929"/>
                  </a:lnTo>
                  <a:lnTo>
                    <a:pt x="468516" y="949442"/>
                  </a:lnTo>
                  <a:close/>
                  <a:moveTo>
                    <a:pt x="457535" y="936755"/>
                  </a:moveTo>
                  <a:lnTo>
                    <a:pt x="452419" y="962745"/>
                  </a:lnTo>
                  <a:lnTo>
                    <a:pt x="468516" y="949442"/>
                  </a:lnTo>
                  <a:close/>
                  <a:moveTo>
                    <a:pt x="490119" y="925990"/>
                  </a:moveTo>
                  <a:lnTo>
                    <a:pt x="486262" y="919583"/>
                  </a:lnTo>
                  <a:lnTo>
                    <a:pt x="468516" y="949442"/>
                  </a:lnTo>
                  <a:close/>
                  <a:moveTo>
                    <a:pt x="490119" y="925990"/>
                  </a:moveTo>
                  <a:lnTo>
                    <a:pt x="505950" y="908807"/>
                  </a:lnTo>
                  <a:lnTo>
                    <a:pt x="486262" y="919583"/>
                  </a:lnTo>
                  <a:close/>
                  <a:moveTo>
                    <a:pt x="100792" y="378778"/>
                  </a:moveTo>
                  <a:lnTo>
                    <a:pt x="119687" y="430992"/>
                  </a:lnTo>
                  <a:lnTo>
                    <a:pt x="121666" y="428455"/>
                  </a:lnTo>
                  <a:close/>
                  <a:moveTo>
                    <a:pt x="383291" y="687538"/>
                  </a:moveTo>
                  <a:lnTo>
                    <a:pt x="392562" y="659981"/>
                  </a:lnTo>
                  <a:lnTo>
                    <a:pt x="359899" y="707849"/>
                  </a:lnTo>
                  <a:close/>
                  <a:moveTo>
                    <a:pt x="235239" y="507726"/>
                  </a:moveTo>
                  <a:lnTo>
                    <a:pt x="255253" y="487319"/>
                  </a:lnTo>
                  <a:lnTo>
                    <a:pt x="293140" y="503421"/>
                  </a:lnTo>
                  <a:close/>
                  <a:moveTo>
                    <a:pt x="346260" y="402053"/>
                  </a:moveTo>
                  <a:lnTo>
                    <a:pt x="379009" y="382905"/>
                  </a:lnTo>
                  <a:lnTo>
                    <a:pt x="353709" y="399014"/>
                  </a:lnTo>
                  <a:close/>
                  <a:moveTo>
                    <a:pt x="356501" y="393727"/>
                  </a:moveTo>
                  <a:lnTo>
                    <a:pt x="353709" y="399014"/>
                  </a:lnTo>
                  <a:lnTo>
                    <a:pt x="379009" y="382905"/>
                  </a:lnTo>
                  <a:close/>
                  <a:moveTo>
                    <a:pt x="526207" y="367106"/>
                  </a:moveTo>
                  <a:lnTo>
                    <a:pt x="472000" y="385220"/>
                  </a:lnTo>
                  <a:lnTo>
                    <a:pt x="495142" y="381830"/>
                  </a:lnTo>
                  <a:close/>
                  <a:moveTo>
                    <a:pt x="514396" y="373714"/>
                  </a:moveTo>
                  <a:lnTo>
                    <a:pt x="528851" y="364647"/>
                  </a:lnTo>
                  <a:lnTo>
                    <a:pt x="526207" y="367106"/>
                  </a:lnTo>
                  <a:close/>
                  <a:moveTo>
                    <a:pt x="877985" y="805707"/>
                  </a:moveTo>
                  <a:lnTo>
                    <a:pt x="906600" y="792723"/>
                  </a:lnTo>
                  <a:lnTo>
                    <a:pt x="928799" y="779512"/>
                  </a:lnTo>
                  <a:close/>
                  <a:moveTo>
                    <a:pt x="928799" y="779512"/>
                  </a:moveTo>
                  <a:lnTo>
                    <a:pt x="906600" y="792723"/>
                  </a:lnTo>
                  <a:lnTo>
                    <a:pt x="956208" y="757414"/>
                  </a:lnTo>
                  <a:close/>
                  <a:moveTo>
                    <a:pt x="526922" y="363531"/>
                  </a:moveTo>
                  <a:lnTo>
                    <a:pt x="526207" y="367106"/>
                  </a:lnTo>
                  <a:lnTo>
                    <a:pt x="528851" y="364647"/>
                  </a:lnTo>
                  <a:close/>
                  <a:moveTo>
                    <a:pt x="735260" y="392003"/>
                  </a:moveTo>
                  <a:lnTo>
                    <a:pt x="727613" y="429407"/>
                  </a:lnTo>
                  <a:lnTo>
                    <a:pt x="735747" y="403790"/>
                  </a:lnTo>
                  <a:close/>
                  <a:moveTo>
                    <a:pt x="738005" y="349852"/>
                  </a:moveTo>
                  <a:lnTo>
                    <a:pt x="734061" y="357306"/>
                  </a:lnTo>
                  <a:lnTo>
                    <a:pt x="735747" y="403790"/>
                  </a:lnTo>
                  <a:close/>
                  <a:moveTo>
                    <a:pt x="788069" y="338450"/>
                  </a:moveTo>
                  <a:lnTo>
                    <a:pt x="738005" y="349852"/>
                  </a:lnTo>
                  <a:lnTo>
                    <a:pt x="781255" y="336951"/>
                  </a:lnTo>
                  <a:close/>
                  <a:moveTo>
                    <a:pt x="734061" y="357306"/>
                  </a:moveTo>
                  <a:lnTo>
                    <a:pt x="738005" y="349852"/>
                  </a:lnTo>
                  <a:lnTo>
                    <a:pt x="788069" y="338450"/>
                  </a:lnTo>
                  <a:close/>
                  <a:moveTo>
                    <a:pt x="781255" y="336951"/>
                  </a:moveTo>
                  <a:lnTo>
                    <a:pt x="738005" y="349852"/>
                  </a:lnTo>
                  <a:lnTo>
                    <a:pt x="763010" y="340966"/>
                  </a:lnTo>
                  <a:close/>
                  <a:moveTo>
                    <a:pt x="887161" y="267369"/>
                  </a:moveTo>
                  <a:lnTo>
                    <a:pt x="841884" y="315485"/>
                  </a:lnTo>
                  <a:lnTo>
                    <a:pt x="867111" y="288613"/>
                  </a:lnTo>
                  <a:close/>
                  <a:moveTo>
                    <a:pt x="887161" y="267369"/>
                  </a:moveTo>
                  <a:lnTo>
                    <a:pt x="867111" y="288613"/>
                  </a:lnTo>
                  <a:lnTo>
                    <a:pt x="921112" y="269731"/>
                  </a:lnTo>
                  <a:close/>
                  <a:moveTo>
                    <a:pt x="682467" y="5111"/>
                  </a:moveTo>
                  <a:lnTo>
                    <a:pt x="673444" y="4262"/>
                  </a:lnTo>
                  <a:lnTo>
                    <a:pt x="660672" y="15079"/>
                  </a:lnTo>
                  <a:close/>
                  <a:moveTo>
                    <a:pt x="685635" y="4262"/>
                  </a:moveTo>
                  <a:lnTo>
                    <a:pt x="660672" y="15079"/>
                  </a:lnTo>
                  <a:lnTo>
                    <a:pt x="715691" y="0"/>
                  </a:lnTo>
                  <a:close/>
                  <a:moveTo>
                    <a:pt x="682467" y="5111"/>
                  </a:moveTo>
                  <a:lnTo>
                    <a:pt x="660672" y="15079"/>
                  </a:lnTo>
                  <a:lnTo>
                    <a:pt x="685635" y="4262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35" name="Input_density__134">
              <a:extLst>
                <a:ext uri="{FF2B5EF4-FFF2-40B4-BE49-F238E27FC236}">
                  <a16:creationId xmlns:a16="http://schemas.microsoft.com/office/drawing/2014/main" id="{A30615AF-2028-4E7E-91FA-CD2C2AF3FC57}"/>
                </a:ext>
              </a:extLst>
            </p:cNvPr>
            <p:cNvSpPr>
              <a:spLocks noGrp="1"/>
            </p:cNvSpPr>
            <p:nvPr/>
          </p:nvSpPr>
          <p:spPr>
            <a:xfrm>
              <a:off x="727724" y="1490959"/>
              <a:ext cx="1094961" cy="1359961"/>
            </a:xfrm>
            <a:custGeom>
              <a:avLst/>
              <a:gdLst/>
              <a:ahLst/>
              <a:cxnLst/>
              <a:rect l="0" t="0" r="0" b="0"/>
              <a:pathLst>
                <a:path w="1094961" h="1359961">
                  <a:moveTo>
                    <a:pt x="36563" y="566147"/>
                  </a:moveTo>
                  <a:lnTo>
                    <a:pt x="15436" y="575525"/>
                  </a:lnTo>
                  <a:lnTo>
                    <a:pt x="25332" y="612226"/>
                  </a:lnTo>
                  <a:close/>
                  <a:moveTo>
                    <a:pt x="0" y="561515"/>
                  </a:moveTo>
                  <a:lnTo>
                    <a:pt x="15436" y="575525"/>
                  </a:lnTo>
                  <a:lnTo>
                    <a:pt x="14694" y="546575"/>
                  </a:lnTo>
                  <a:close/>
                  <a:moveTo>
                    <a:pt x="14694" y="546575"/>
                  </a:moveTo>
                  <a:lnTo>
                    <a:pt x="15436" y="575525"/>
                  </a:lnTo>
                  <a:lnTo>
                    <a:pt x="36563" y="566147"/>
                  </a:lnTo>
                  <a:close/>
                  <a:moveTo>
                    <a:pt x="759039" y="1320818"/>
                  </a:moveTo>
                  <a:lnTo>
                    <a:pt x="812077" y="1345717"/>
                  </a:lnTo>
                  <a:lnTo>
                    <a:pt x="802915" y="1308419"/>
                  </a:lnTo>
                  <a:close/>
                  <a:moveTo>
                    <a:pt x="759039" y="1320818"/>
                  </a:moveTo>
                  <a:lnTo>
                    <a:pt x="782438" y="1357573"/>
                  </a:lnTo>
                  <a:lnTo>
                    <a:pt x="812077" y="1345717"/>
                  </a:lnTo>
                  <a:close/>
                  <a:moveTo>
                    <a:pt x="802915" y="1308419"/>
                  </a:moveTo>
                  <a:lnTo>
                    <a:pt x="846701" y="1320766"/>
                  </a:lnTo>
                  <a:lnTo>
                    <a:pt x="833824" y="1303635"/>
                  </a:lnTo>
                  <a:close/>
                  <a:moveTo>
                    <a:pt x="748940" y="1284063"/>
                  </a:moveTo>
                  <a:lnTo>
                    <a:pt x="802915" y="1308419"/>
                  </a:lnTo>
                  <a:lnTo>
                    <a:pt x="783874" y="1279151"/>
                  </a:lnTo>
                  <a:close/>
                  <a:moveTo>
                    <a:pt x="748940" y="1284063"/>
                  </a:moveTo>
                  <a:lnTo>
                    <a:pt x="759039" y="1320818"/>
                  </a:lnTo>
                  <a:lnTo>
                    <a:pt x="802915" y="1308419"/>
                  </a:lnTo>
                  <a:close/>
                  <a:moveTo>
                    <a:pt x="833824" y="1303635"/>
                  </a:moveTo>
                  <a:lnTo>
                    <a:pt x="840224" y="1296551"/>
                  </a:lnTo>
                  <a:lnTo>
                    <a:pt x="802915" y="1308419"/>
                  </a:lnTo>
                  <a:close/>
                  <a:moveTo>
                    <a:pt x="292157" y="678800"/>
                  </a:moveTo>
                  <a:lnTo>
                    <a:pt x="301022" y="650902"/>
                  </a:lnTo>
                  <a:lnTo>
                    <a:pt x="261259" y="690105"/>
                  </a:lnTo>
                  <a:close/>
                  <a:moveTo>
                    <a:pt x="261259" y="690105"/>
                  </a:moveTo>
                  <a:lnTo>
                    <a:pt x="301022" y="650902"/>
                  </a:lnTo>
                  <a:lnTo>
                    <a:pt x="295369" y="644715"/>
                  </a:lnTo>
                  <a:close/>
                  <a:moveTo>
                    <a:pt x="261259" y="690105"/>
                  </a:moveTo>
                  <a:lnTo>
                    <a:pt x="295369" y="644715"/>
                  </a:lnTo>
                  <a:lnTo>
                    <a:pt x="257908" y="648082"/>
                  </a:lnTo>
                  <a:close/>
                  <a:moveTo>
                    <a:pt x="295369" y="644715"/>
                  </a:moveTo>
                  <a:lnTo>
                    <a:pt x="301022" y="650902"/>
                  </a:lnTo>
                  <a:lnTo>
                    <a:pt x="305295" y="642045"/>
                  </a:lnTo>
                  <a:close/>
                  <a:moveTo>
                    <a:pt x="858678" y="1340390"/>
                  </a:moveTo>
                  <a:lnTo>
                    <a:pt x="910107" y="1359961"/>
                  </a:lnTo>
                  <a:lnTo>
                    <a:pt x="900855" y="1323207"/>
                  </a:lnTo>
                  <a:close/>
                  <a:moveTo>
                    <a:pt x="900855" y="1323207"/>
                  </a:moveTo>
                  <a:lnTo>
                    <a:pt x="899595" y="1297742"/>
                  </a:lnTo>
                  <a:lnTo>
                    <a:pt x="858678" y="1340390"/>
                  </a:lnTo>
                  <a:close/>
                  <a:moveTo>
                    <a:pt x="858678" y="1340390"/>
                  </a:moveTo>
                  <a:lnTo>
                    <a:pt x="899595" y="1297742"/>
                  </a:lnTo>
                  <a:lnTo>
                    <a:pt x="844169" y="1301968"/>
                  </a:lnTo>
                  <a:close/>
                  <a:moveTo>
                    <a:pt x="844169" y="1301968"/>
                  </a:moveTo>
                  <a:lnTo>
                    <a:pt x="899595" y="1297742"/>
                  </a:lnTo>
                  <a:lnTo>
                    <a:pt x="892769" y="1289545"/>
                  </a:lnTo>
                  <a:close/>
                  <a:moveTo>
                    <a:pt x="858678" y="1340390"/>
                  </a:moveTo>
                  <a:lnTo>
                    <a:pt x="844169" y="1301968"/>
                  </a:lnTo>
                  <a:lnTo>
                    <a:pt x="846701" y="1320766"/>
                  </a:lnTo>
                  <a:close/>
                  <a:moveTo>
                    <a:pt x="833824" y="1303635"/>
                  </a:moveTo>
                  <a:lnTo>
                    <a:pt x="846701" y="1320766"/>
                  </a:lnTo>
                  <a:lnTo>
                    <a:pt x="844169" y="1301968"/>
                  </a:lnTo>
                  <a:close/>
                  <a:moveTo>
                    <a:pt x="840224" y="1296551"/>
                  </a:moveTo>
                  <a:lnTo>
                    <a:pt x="833824" y="1303635"/>
                  </a:lnTo>
                  <a:lnTo>
                    <a:pt x="844169" y="1301968"/>
                  </a:lnTo>
                  <a:close/>
                  <a:moveTo>
                    <a:pt x="892769" y="1289545"/>
                  </a:moveTo>
                  <a:lnTo>
                    <a:pt x="899595" y="1297742"/>
                  </a:lnTo>
                  <a:lnTo>
                    <a:pt x="906547" y="1286451"/>
                  </a:lnTo>
                  <a:close/>
                  <a:moveTo>
                    <a:pt x="498308" y="811817"/>
                  </a:moveTo>
                  <a:lnTo>
                    <a:pt x="457648" y="825820"/>
                  </a:lnTo>
                  <a:lnTo>
                    <a:pt x="504460" y="817010"/>
                  </a:lnTo>
                  <a:close/>
                  <a:moveTo>
                    <a:pt x="504460" y="817010"/>
                  </a:moveTo>
                  <a:lnTo>
                    <a:pt x="457648" y="825820"/>
                  </a:lnTo>
                  <a:lnTo>
                    <a:pt x="451333" y="839161"/>
                  </a:lnTo>
                  <a:close/>
                  <a:moveTo>
                    <a:pt x="375749" y="715555"/>
                  </a:moveTo>
                  <a:lnTo>
                    <a:pt x="355475" y="729918"/>
                  </a:lnTo>
                  <a:lnTo>
                    <a:pt x="410530" y="714975"/>
                  </a:lnTo>
                  <a:close/>
                  <a:moveTo>
                    <a:pt x="410530" y="714975"/>
                  </a:moveTo>
                  <a:lnTo>
                    <a:pt x="355475" y="729918"/>
                  </a:lnTo>
                  <a:lnTo>
                    <a:pt x="397246" y="735127"/>
                  </a:lnTo>
                  <a:close/>
                  <a:moveTo>
                    <a:pt x="397246" y="735127"/>
                  </a:moveTo>
                  <a:lnTo>
                    <a:pt x="355475" y="729918"/>
                  </a:lnTo>
                  <a:lnTo>
                    <a:pt x="375968" y="740518"/>
                  </a:lnTo>
                  <a:close/>
                  <a:moveTo>
                    <a:pt x="301022" y="650902"/>
                  </a:moveTo>
                  <a:lnTo>
                    <a:pt x="292157" y="678800"/>
                  </a:lnTo>
                  <a:lnTo>
                    <a:pt x="318735" y="670465"/>
                  </a:lnTo>
                  <a:close/>
                  <a:moveTo>
                    <a:pt x="305295" y="642045"/>
                  </a:moveTo>
                  <a:lnTo>
                    <a:pt x="301022" y="650902"/>
                  </a:lnTo>
                  <a:lnTo>
                    <a:pt x="318735" y="670465"/>
                  </a:lnTo>
                  <a:close/>
                  <a:moveTo>
                    <a:pt x="900855" y="1323207"/>
                  </a:moveTo>
                  <a:lnTo>
                    <a:pt x="918919" y="1357780"/>
                  </a:lnTo>
                  <a:lnTo>
                    <a:pt x="909815" y="1320434"/>
                  </a:lnTo>
                  <a:close/>
                  <a:moveTo>
                    <a:pt x="900855" y="1323207"/>
                  </a:moveTo>
                  <a:lnTo>
                    <a:pt x="910107" y="1359961"/>
                  </a:lnTo>
                  <a:lnTo>
                    <a:pt x="918919" y="1357780"/>
                  </a:lnTo>
                  <a:close/>
                  <a:moveTo>
                    <a:pt x="899595" y="1297742"/>
                  </a:moveTo>
                  <a:lnTo>
                    <a:pt x="900855" y="1323207"/>
                  </a:lnTo>
                  <a:lnTo>
                    <a:pt x="909815" y="1320434"/>
                  </a:lnTo>
                  <a:close/>
                  <a:moveTo>
                    <a:pt x="909815" y="1320434"/>
                  </a:moveTo>
                  <a:lnTo>
                    <a:pt x="953925" y="1280090"/>
                  </a:lnTo>
                  <a:lnTo>
                    <a:pt x="906547" y="1286451"/>
                  </a:lnTo>
                  <a:close/>
                  <a:moveTo>
                    <a:pt x="906547" y="1286451"/>
                  </a:moveTo>
                  <a:lnTo>
                    <a:pt x="953925" y="1280090"/>
                  </a:lnTo>
                  <a:lnTo>
                    <a:pt x="940390" y="1269268"/>
                  </a:lnTo>
                  <a:close/>
                  <a:moveTo>
                    <a:pt x="906547" y="1286451"/>
                  </a:moveTo>
                  <a:lnTo>
                    <a:pt x="899595" y="1297742"/>
                  </a:lnTo>
                  <a:lnTo>
                    <a:pt x="909815" y="1320434"/>
                  </a:lnTo>
                  <a:close/>
                  <a:moveTo>
                    <a:pt x="947818" y="1257259"/>
                  </a:moveTo>
                  <a:lnTo>
                    <a:pt x="906547" y="1286451"/>
                  </a:lnTo>
                  <a:lnTo>
                    <a:pt x="940390" y="1269268"/>
                  </a:lnTo>
                  <a:close/>
                  <a:moveTo>
                    <a:pt x="947818" y="1257259"/>
                  </a:moveTo>
                  <a:lnTo>
                    <a:pt x="928516" y="1281297"/>
                  </a:lnTo>
                  <a:lnTo>
                    <a:pt x="906547" y="1286451"/>
                  </a:lnTo>
                  <a:close/>
                  <a:moveTo>
                    <a:pt x="421336" y="607678"/>
                  </a:moveTo>
                  <a:lnTo>
                    <a:pt x="416966" y="570923"/>
                  </a:lnTo>
                  <a:lnTo>
                    <a:pt x="396535" y="616645"/>
                  </a:lnTo>
                  <a:close/>
                  <a:moveTo>
                    <a:pt x="209882" y="391555"/>
                  </a:moveTo>
                  <a:lnTo>
                    <a:pt x="173522" y="394027"/>
                  </a:lnTo>
                  <a:lnTo>
                    <a:pt x="216972" y="393391"/>
                  </a:lnTo>
                  <a:close/>
                  <a:moveTo>
                    <a:pt x="221063" y="387148"/>
                  </a:moveTo>
                  <a:lnTo>
                    <a:pt x="205757" y="350393"/>
                  </a:lnTo>
                  <a:lnTo>
                    <a:pt x="209882" y="391555"/>
                  </a:lnTo>
                  <a:close/>
                  <a:moveTo>
                    <a:pt x="205757" y="350393"/>
                  </a:moveTo>
                  <a:lnTo>
                    <a:pt x="204657" y="351056"/>
                  </a:lnTo>
                  <a:lnTo>
                    <a:pt x="209882" y="391555"/>
                  </a:lnTo>
                  <a:close/>
                  <a:moveTo>
                    <a:pt x="209882" y="391555"/>
                  </a:moveTo>
                  <a:lnTo>
                    <a:pt x="216972" y="393391"/>
                  </a:lnTo>
                  <a:lnTo>
                    <a:pt x="221063" y="387148"/>
                  </a:lnTo>
                  <a:close/>
                  <a:moveTo>
                    <a:pt x="185445" y="313638"/>
                  </a:moveTo>
                  <a:lnTo>
                    <a:pt x="204657" y="351056"/>
                  </a:lnTo>
                  <a:lnTo>
                    <a:pt x="205100" y="349004"/>
                  </a:lnTo>
                  <a:close/>
                  <a:moveTo>
                    <a:pt x="168134" y="367577"/>
                  </a:moveTo>
                  <a:lnTo>
                    <a:pt x="204657" y="351056"/>
                  </a:lnTo>
                  <a:lnTo>
                    <a:pt x="185445" y="313638"/>
                  </a:lnTo>
                  <a:close/>
                  <a:moveTo>
                    <a:pt x="204657" y="351056"/>
                  </a:moveTo>
                  <a:lnTo>
                    <a:pt x="205757" y="350393"/>
                  </a:lnTo>
                  <a:lnTo>
                    <a:pt x="205100" y="349004"/>
                  </a:lnTo>
                  <a:close/>
                  <a:moveTo>
                    <a:pt x="940390" y="1269268"/>
                  </a:moveTo>
                  <a:lnTo>
                    <a:pt x="953925" y="1280090"/>
                  </a:lnTo>
                  <a:lnTo>
                    <a:pt x="954639" y="1266335"/>
                  </a:lnTo>
                  <a:close/>
                  <a:moveTo>
                    <a:pt x="947818" y="1257259"/>
                  </a:moveTo>
                  <a:lnTo>
                    <a:pt x="940390" y="1269268"/>
                  </a:lnTo>
                  <a:lnTo>
                    <a:pt x="954639" y="1266335"/>
                  </a:lnTo>
                  <a:close/>
                  <a:moveTo>
                    <a:pt x="811464" y="1077733"/>
                  </a:moveTo>
                  <a:lnTo>
                    <a:pt x="794545" y="1048738"/>
                  </a:lnTo>
                  <a:lnTo>
                    <a:pt x="793288" y="1053226"/>
                  </a:lnTo>
                  <a:close/>
                  <a:moveTo>
                    <a:pt x="837768" y="1038690"/>
                  </a:moveTo>
                  <a:lnTo>
                    <a:pt x="794545" y="1048738"/>
                  </a:lnTo>
                  <a:lnTo>
                    <a:pt x="811464" y="1077733"/>
                  </a:lnTo>
                  <a:close/>
                  <a:moveTo>
                    <a:pt x="707733" y="938473"/>
                  </a:moveTo>
                  <a:lnTo>
                    <a:pt x="758348" y="950957"/>
                  </a:lnTo>
                  <a:lnTo>
                    <a:pt x="743035" y="927288"/>
                  </a:lnTo>
                  <a:close/>
                  <a:moveTo>
                    <a:pt x="757186" y="958045"/>
                  </a:moveTo>
                  <a:lnTo>
                    <a:pt x="758348" y="950957"/>
                  </a:lnTo>
                  <a:lnTo>
                    <a:pt x="707733" y="938473"/>
                  </a:lnTo>
                  <a:close/>
                  <a:moveTo>
                    <a:pt x="715945" y="975228"/>
                  </a:moveTo>
                  <a:lnTo>
                    <a:pt x="757186" y="958045"/>
                  </a:lnTo>
                  <a:lnTo>
                    <a:pt x="707733" y="938473"/>
                  </a:lnTo>
                  <a:close/>
                  <a:moveTo>
                    <a:pt x="743035" y="927288"/>
                  </a:moveTo>
                  <a:lnTo>
                    <a:pt x="758348" y="950957"/>
                  </a:lnTo>
                  <a:lnTo>
                    <a:pt x="783846" y="921713"/>
                  </a:lnTo>
                  <a:close/>
                  <a:moveTo>
                    <a:pt x="421336" y="607678"/>
                  </a:moveTo>
                  <a:lnTo>
                    <a:pt x="467075" y="609394"/>
                  </a:lnTo>
                  <a:lnTo>
                    <a:pt x="453216" y="597652"/>
                  </a:lnTo>
                  <a:close/>
                  <a:moveTo>
                    <a:pt x="416966" y="570923"/>
                  </a:moveTo>
                  <a:lnTo>
                    <a:pt x="421336" y="607678"/>
                  </a:lnTo>
                  <a:lnTo>
                    <a:pt x="453216" y="597652"/>
                  </a:lnTo>
                  <a:close/>
                  <a:moveTo>
                    <a:pt x="490773" y="594207"/>
                  </a:moveTo>
                  <a:lnTo>
                    <a:pt x="435426" y="567368"/>
                  </a:lnTo>
                  <a:lnTo>
                    <a:pt x="453216" y="597652"/>
                  </a:lnTo>
                  <a:close/>
                  <a:moveTo>
                    <a:pt x="205757" y="350393"/>
                  </a:moveTo>
                  <a:lnTo>
                    <a:pt x="221063" y="387148"/>
                  </a:lnTo>
                  <a:lnTo>
                    <a:pt x="253041" y="369965"/>
                  </a:lnTo>
                  <a:close/>
                  <a:moveTo>
                    <a:pt x="205757" y="350393"/>
                  </a:moveTo>
                  <a:lnTo>
                    <a:pt x="253041" y="369965"/>
                  </a:lnTo>
                  <a:lnTo>
                    <a:pt x="229620" y="333210"/>
                  </a:lnTo>
                  <a:close/>
                  <a:moveTo>
                    <a:pt x="211158" y="301024"/>
                  </a:moveTo>
                  <a:lnTo>
                    <a:pt x="205100" y="349004"/>
                  </a:lnTo>
                  <a:lnTo>
                    <a:pt x="219625" y="296455"/>
                  </a:lnTo>
                  <a:close/>
                  <a:moveTo>
                    <a:pt x="219625" y="296455"/>
                  </a:moveTo>
                  <a:lnTo>
                    <a:pt x="205100" y="349004"/>
                  </a:lnTo>
                  <a:lnTo>
                    <a:pt x="205757" y="350393"/>
                  </a:lnTo>
                  <a:close/>
                  <a:moveTo>
                    <a:pt x="219625" y="296455"/>
                  </a:moveTo>
                  <a:lnTo>
                    <a:pt x="205757" y="350393"/>
                  </a:lnTo>
                  <a:lnTo>
                    <a:pt x="229620" y="333210"/>
                  </a:lnTo>
                  <a:close/>
                  <a:moveTo>
                    <a:pt x="185445" y="313638"/>
                  </a:moveTo>
                  <a:lnTo>
                    <a:pt x="205100" y="349004"/>
                  </a:lnTo>
                  <a:lnTo>
                    <a:pt x="211158" y="301024"/>
                  </a:lnTo>
                  <a:close/>
                  <a:moveTo>
                    <a:pt x="190984" y="296226"/>
                  </a:moveTo>
                  <a:lnTo>
                    <a:pt x="185445" y="313638"/>
                  </a:lnTo>
                  <a:lnTo>
                    <a:pt x="211158" y="301024"/>
                  </a:lnTo>
                  <a:close/>
                  <a:moveTo>
                    <a:pt x="240670" y="261210"/>
                  </a:moveTo>
                  <a:lnTo>
                    <a:pt x="190984" y="296226"/>
                  </a:lnTo>
                  <a:lnTo>
                    <a:pt x="219625" y="296455"/>
                  </a:lnTo>
                  <a:close/>
                  <a:moveTo>
                    <a:pt x="219625" y="296455"/>
                  </a:moveTo>
                  <a:lnTo>
                    <a:pt x="190984" y="296226"/>
                  </a:lnTo>
                  <a:lnTo>
                    <a:pt x="211158" y="301024"/>
                  </a:lnTo>
                  <a:close/>
                  <a:moveTo>
                    <a:pt x="991948" y="1201467"/>
                  </a:moveTo>
                  <a:lnTo>
                    <a:pt x="981886" y="1226524"/>
                  </a:lnTo>
                  <a:lnTo>
                    <a:pt x="987119" y="1215330"/>
                  </a:lnTo>
                  <a:close/>
                  <a:moveTo>
                    <a:pt x="987119" y="1215330"/>
                  </a:moveTo>
                  <a:lnTo>
                    <a:pt x="1002663" y="1241531"/>
                  </a:lnTo>
                  <a:lnTo>
                    <a:pt x="1002803" y="1209520"/>
                  </a:lnTo>
                  <a:close/>
                  <a:moveTo>
                    <a:pt x="991948" y="1201467"/>
                  </a:moveTo>
                  <a:lnTo>
                    <a:pt x="987119" y="1215330"/>
                  </a:lnTo>
                  <a:lnTo>
                    <a:pt x="1002803" y="1209520"/>
                  </a:lnTo>
                  <a:close/>
                  <a:moveTo>
                    <a:pt x="1044236" y="1202923"/>
                  </a:moveTo>
                  <a:lnTo>
                    <a:pt x="1002803" y="1209520"/>
                  </a:lnTo>
                  <a:lnTo>
                    <a:pt x="1002663" y="1241531"/>
                  </a:lnTo>
                  <a:close/>
                  <a:moveTo>
                    <a:pt x="1002803" y="1209520"/>
                  </a:moveTo>
                  <a:lnTo>
                    <a:pt x="1024929" y="1200203"/>
                  </a:lnTo>
                  <a:lnTo>
                    <a:pt x="991948" y="1201467"/>
                  </a:lnTo>
                  <a:close/>
                  <a:moveTo>
                    <a:pt x="1002803" y="1209520"/>
                  </a:moveTo>
                  <a:lnTo>
                    <a:pt x="1044236" y="1202923"/>
                  </a:lnTo>
                  <a:lnTo>
                    <a:pt x="1024929" y="1200203"/>
                  </a:lnTo>
                  <a:close/>
                  <a:moveTo>
                    <a:pt x="757186" y="958045"/>
                  </a:moveTo>
                  <a:lnTo>
                    <a:pt x="762390" y="966072"/>
                  </a:lnTo>
                  <a:lnTo>
                    <a:pt x="762943" y="955850"/>
                  </a:lnTo>
                  <a:close/>
                  <a:moveTo>
                    <a:pt x="758348" y="950957"/>
                  </a:moveTo>
                  <a:lnTo>
                    <a:pt x="757186" y="958045"/>
                  </a:lnTo>
                  <a:lnTo>
                    <a:pt x="762943" y="955850"/>
                  </a:lnTo>
                  <a:close/>
                  <a:moveTo>
                    <a:pt x="762390" y="966072"/>
                  </a:moveTo>
                  <a:lnTo>
                    <a:pt x="802724" y="940862"/>
                  </a:lnTo>
                  <a:lnTo>
                    <a:pt x="762943" y="955850"/>
                  </a:lnTo>
                  <a:close/>
                  <a:moveTo>
                    <a:pt x="819540" y="958961"/>
                  </a:moveTo>
                  <a:lnTo>
                    <a:pt x="802724" y="940862"/>
                  </a:lnTo>
                  <a:lnTo>
                    <a:pt x="762390" y="966072"/>
                  </a:lnTo>
                  <a:close/>
                  <a:moveTo>
                    <a:pt x="809505" y="921439"/>
                  </a:moveTo>
                  <a:lnTo>
                    <a:pt x="762943" y="955850"/>
                  </a:lnTo>
                  <a:lnTo>
                    <a:pt x="802724" y="940862"/>
                  </a:lnTo>
                  <a:close/>
                  <a:moveTo>
                    <a:pt x="758348" y="950957"/>
                  </a:moveTo>
                  <a:lnTo>
                    <a:pt x="762943" y="955850"/>
                  </a:lnTo>
                  <a:lnTo>
                    <a:pt x="809505" y="921439"/>
                  </a:lnTo>
                  <a:close/>
                  <a:moveTo>
                    <a:pt x="783846" y="921713"/>
                  </a:moveTo>
                  <a:lnTo>
                    <a:pt x="758348" y="950957"/>
                  </a:lnTo>
                  <a:lnTo>
                    <a:pt x="809505" y="921439"/>
                  </a:lnTo>
                  <a:close/>
                  <a:moveTo>
                    <a:pt x="625033" y="774270"/>
                  </a:moveTo>
                  <a:lnTo>
                    <a:pt x="658747" y="762647"/>
                  </a:lnTo>
                  <a:lnTo>
                    <a:pt x="635672" y="741447"/>
                  </a:lnTo>
                  <a:close/>
                  <a:moveTo>
                    <a:pt x="266268" y="260707"/>
                  </a:moveTo>
                  <a:lnTo>
                    <a:pt x="219625" y="296455"/>
                  </a:lnTo>
                  <a:lnTo>
                    <a:pt x="255334" y="279272"/>
                  </a:lnTo>
                  <a:close/>
                  <a:moveTo>
                    <a:pt x="266268" y="260707"/>
                  </a:moveTo>
                  <a:lnTo>
                    <a:pt x="240670" y="261210"/>
                  </a:lnTo>
                  <a:lnTo>
                    <a:pt x="219625" y="296455"/>
                  </a:lnTo>
                  <a:close/>
                  <a:moveTo>
                    <a:pt x="1079781" y="1107453"/>
                  </a:moveTo>
                  <a:lnTo>
                    <a:pt x="1089818" y="1148207"/>
                  </a:lnTo>
                  <a:lnTo>
                    <a:pt x="1094396" y="1142934"/>
                  </a:lnTo>
                  <a:close/>
                  <a:moveTo>
                    <a:pt x="1089818" y="1148207"/>
                  </a:moveTo>
                  <a:lnTo>
                    <a:pt x="1094961" y="1144208"/>
                  </a:lnTo>
                  <a:lnTo>
                    <a:pt x="1094396" y="1142934"/>
                  </a:lnTo>
                  <a:close/>
                  <a:moveTo>
                    <a:pt x="296856" y="250496"/>
                  </a:moveTo>
                  <a:lnTo>
                    <a:pt x="266268" y="260707"/>
                  </a:lnTo>
                  <a:lnTo>
                    <a:pt x="319933" y="240569"/>
                  </a:lnTo>
                  <a:close/>
                  <a:moveTo>
                    <a:pt x="319933" y="240569"/>
                  </a:moveTo>
                  <a:lnTo>
                    <a:pt x="325371" y="225334"/>
                  </a:lnTo>
                  <a:lnTo>
                    <a:pt x="311617" y="242517"/>
                  </a:lnTo>
                  <a:close/>
                  <a:moveTo>
                    <a:pt x="1079781" y="1107453"/>
                  </a:moveTo>
                  <a:lnTo>
                    <a:pt x="1094396" y="1142934"/>
                  </a:lnTo>
                  <a:lnTo>
                    <a:pt x="1088435" y="1104584"/>
                  </a:lnTo>
                  <a:close/>
                  <a:moveTo>
                    <a:pt x="366468" y="193770"/>
                  </a:moveTo>
                  <a:lnTo>
                    <a:pt x="325371" y="225334"/>
                  </a:lnTo>
                  <a:lnTo>
                    <a:pt x="355395" y="208150"/>
                  </a:lnTo>
                  <a:close/>
                  <a:moveTo>
                    <a:pt x="366468" y="193770"/>
                  </a:moveTo>
                  <a:lnTo>
                    <a:pt x="343315" y="203413"/>
                  </a:lnTo>
                  <a:lnTo>
                    <a:pt x="325371" y="225334"/>
                  </a:lnTo>
                  <a:close/>
                  <a:moveTo>
                    <a:pt x="695161" y="491649"/>
                  </a:moveTo>
                  <a:lnTo>
                    <a:pt x="673330" y="502190"/>
                  </a:lnTo>
                  <a:lnTo>
                    <a:pt x="705444" y="492904"/>
                  </a:lnTo>
                  <a:close/>
                  <a:moveTo>
                    <a:pt x="705444" y="492904"/>
                  </a:moveTo>
                  <a:lnTo>
                    <a:pt x="673330" y="502190"/>
                  </a:lnTo>
                  <a:lnTo>
                    <a:pt x="656157" y="529411"/>
                  </a:lnTo>
                  <a:close/>
                  <a:moveTo>
                    <a:pt x="705444" y="492904"/>
                  </a:moveTo>
                  <a:lnTo>
                    <a:pt x="656157" y="529411"/>
                  </a:lnTo>
                  <a:lnTo>
                    <a:pt x="676703" y="510023"/>
                  </a:lnTo>
                  <a:close/>
                  <a:moveTo>
                    <a:pt x="695161" y="491649"/>
                  </a:moveTo>
                  <a:lnTo>
                    <a:pt x="705444" y="492904"/>
                  </a:lnTo>
                  <a:lnTo>
                    <a:pt x="709706" y="485007"/>
                  </a:lnTo>
                  <a:close/>
                  <a:moveTo>
                    <a:pt x="809819" y="345368"/>
                  </a:moveTo>
                  <a:lnTo>
                    <a:pt x="826973" y="323191"/>
                  </a:lnTo>
                  <a:lnTo>
                    <a:pt x="793747" y="340375"/>
                  </a:lnTo>
                  <a:close/>
                  <a:moveTo>
                    <a:pt x="605379" y="102661"/>
                  </a:moveTo>
                  <a:lnTo>
                    <a:pt x="597345" y="145476"/>
                  </a:lnTo>
                  <a:lnTo>
                    <a:pt x="615252" y="116220"/>
                  </a:lnTo>
                  <a:close/>
                  <a:moveTo>
                    <a:pt x="605379" y="102661"/>
                  </a:moveTo>
                  <a:lnTo>
                    <a:pt x="574794" y="119845"/>
                  </a:lnTo>
                  <a:lnTo>
                    <a:pt x="597345" y="145476"/>
                  </a:lnTo>
                  <a:close/>
                  <a:moveTo>
                    <a:pt x="603199" y="71155"/>
                  </a:moveTo>
                  <a:lnTo>
                    <a:pt x="574794" y="119845"/>
                  </a:lnTo>
                  <a:lnTo>
                    <a:pt x="605379" y="102661"/>
                  </a:lnTo>
                  <a:close/>
                  <a:moveTo>
                    <a:pt x="603199" y="71155"/>
                  </a:moveTo>
                  <a:lnTo>
                    <a:pt x="582386" y="89547"/>
                  </a:lnTo>
                  <a:lnTo>
                    <a:pt x="574794" y="119845"/>
                  </a:lnTo>
                  <a:close/>
                  <a:moveTo>
                    <a:pt x="603199" y="71155"/>
                  </a:moveTo>
                  <a:lnTo>
                    <a:pt x="602503" y="65907"/>
                  </a:lnTo>
                  <a:lnTo>
                    <a:pt x="583910" y="83090"/>
                  </a:lnTo>
                  <a:close/>
                  <a:moveTo>
                    <a:pt x="819822" y="354985"/>
                  </a:moveTo>
                  <a:lnTo>
                    <a:pt x="826973" y="323191"/>
                  </a:lnTo>
                  <a:lnTo>
                    <a:pt x="809819" y="345368"/>
                  </a:lnTo>
                  <a:close/>
                  <a:moveTo>
                    <a:pt x="843258" y="318273"/>
                  </a:moveTo>
                  <a:lnTo>
                    <a:pt x="826973" y="323191"/>
                  </a:lnTo>
                  <a:lnTo>
                    <a:pt x="819822" y="354985"/>
                  </a:lnTo>
                  <a:close/>
                  <a:moveTo>
                    <a:pt x="864681" y="345603"/>
                  </a:moveTo>
                  <a:lnTo>
                    <a:pt x="843258" y="318273"/>
                  </a:lnTo>
                  <a:lnTo>
                    <a:pt x="819822" y="354985"/>
                  </a:lnTo>
                  <a:close/>
                  <a:moveTo>
                    <a:pt x="876578" y="342763"/>
                  </a:moveTo>
                  <a:lnTo>
                    <a:pt x="874623" y="306008"/>
                  </a:lnTo>
                  <a:lnTo>
                    <a:pt x="864681" y="345603"/>
                  </a:lnTo>
                  <a:close/>
                  <a:moveTo>
                    <a:pt x="874623" y="306008"/>
                  </a:moveTo>
                  <a:lnTo>
                    <a:pt x="843258" y="318273"/>
                  </a:lnTo>
                  <a:lnTo>
                    <a:pt x="864681" y="345603"/>
                  </a:lnTo>
                  <a:close/>
                  <a:moveTo>
                    <a:pt x="834616" y="313501"/>
                  </a:moveTo>
                  <a:lnTo>
                    <a:pt x="826973" y="323191"/>
                  </a:lnTo>
                  <a:lnTo>
                    <a:pt x="843258" y="318273"/>
                  </a:lnTo>
                  <a:close/>
                  <a:moveTo>
                    <a:pt x="884941" y="280874"/>
                  </a:moveTo>
                  <a:lnTo>
                    <a:pt x="843258" y="318273"/>
                  </a:lnTo>
                  <a:lnTo>
                    <a:pt x="874623" y="306008"/>
                  </a:lnTo>
                  <a:close/>
                  <a:moveTo>
                    <a:pt x="753132" y="176172"/>
                  </a:moveTo>
                  <a:lnTo>
                    <a:pt x="765053" y="195743"/>
                  </a:lnTo>
                  <a:lnTo>
                    <a:pt x="774618" y="158988"/>
                  </a:lnTo>
                  <a:close/>
                  <a:moveTo>
                    <a:pt x="605379" y="102661"/>
                  </a:moveTo>
                  <a:lnTo>
                    <a:pt x="615252" y="116220"/>
                  </a:lnTo>
                  <a:lnTo>
                    <a:pt x="617667" y="97750"/>
                  </a:lnTo>
                  <a:close/>
                  <a:moveTo>
                    <a:pt x="603199" y="71155"/>
                  </a:moveTo>
                  <a:lnTo>
                    <a:pt x="605379" y="102661"/>
                  </a:lnTo>
                  <a:lnTo>
                    <a:pt x="617667" y="97750"/>
                  </a:lnTo>
                  <a:close/>
                  <a:moveTo>
                    <a:pt x="603199" y="71155"/>
                  </a:moveTo>
                  <a:lnTo>
                    <a:pt x="617667" y="97750"/>
                  </a:lnTo>
                  <a:lnTo>
                    <a:pt x="602503" y="65907"/>
                  </a:lnTo>
                  <a:close/>
                  <a:moveTo>
                    <a:pt x="602503" y="65907"/>
                  </a:moveTo>
                  <a:lnTo>
                    <a:pt x="617667" y="97750"/>
                  </a:lnTo>
                  <a:lnTo>
                    <a:pt x="646161" y="85478"/>
                  </a:lnTo>
                  <a:close/>
                  <a:moveTo>
                    <a:pt x="602503" y="65907"/>
                  </a:moveTo>
                  <a:lnTo>
                    <a:pt x="646161" y="85478"/>
                  </a:lnTo>
                  <a:lnTo>
                    <a:pt x="637080" y="48723"/>
                  </a:lnTo>
                  <a:close/>
                  <a:moveTo>
                    <a:pt x="649757" y="24443"/>
                  </a:moveTo>
                  <a:lnTo>
                    <a:pt x="602503" y="65907"/>
                  </a:lnTo>
                  <a:lnTo>
                    <a:pt x="637080" y="48723"/>
                  </a:lnTo>
                  <a:close/>
                  <a:moveTo>
                    <a:pt x="649757" y="24443"/>
                  </a:moveTo>
                  <a:lnTo>
                    <a:pt x="625924" y="31542"/>
                  </a:lnTo>
                  <a:lnTo>
                    <a:pt x="602503" y="65907"/>
                  </a:lnTo>
                  <a:close/>
                  <a:moveTo>
                    <a:pt x="874623" y="306008"/>
                  </a:moveTo>
                  <a:lnTo>
                    <a:pt x="876578" y="342763"/>
                  </a:lnTo>
                  <a:lnTo>
                    <a:pt x="908999" y="325580"/>
                  </a:lnTo>
                  <a:close/>
                  <a:moveTo>
                    <a:pt x="874623" y="306008"/>
                  </a:moveTo>
                  <a:lnTo>
                    <a:pt x="908999" y="325580"/>
                  </a:lnTo>
                  <a:lnTo>
                    <a:pt x="906512" y="288825"/>
                  </a:lnTo>
                  <a:close/>
                  <a:moveTo>
                    <a:pt x="909380" y="276040"/>
                  </a:moveTo>
                  <a:lnTo>
                    <a:pt x="874623" y="306008"/>
                  </a:lnTo>
                  <a:lnTo>
                    <a:pt x="906512" y="288825"/>
                  </a:lnTo>
                  <a:close/>
                  <a:moveTo>
                    <a:pt x="909380" y="276040"/>
                  </a:moveTo>
                  <a:lnTo>
                    <a:pt x="884941" y="280874"/>
                  </a:lnTo>
                  <a:lnTo>
                    <a:pt x="874623" y="306008"/>
                  </a:lnTo>
                  <a:close/>
                  <a:moveTo>
                    <a:pt x="884941" y="280874"/>
                  </a:moveTo>
                  <a:lnTo>
                    <a:pt x="909380" y="276040"/>
                  </a:lnTo>
                  <a:lnTo>
                    <a:pt x="893284" y="269253"/>
                  </a:lnTo>
                  <a:close/>
                  <a:moveTo>
                    <a:pt x="774618" y="158988"/>
                  </a:moveTo>
                  <a:lnTo>
                    <a:pt x="808532" y="148137"/>
                  </a:lnTo>
                  <a:lnTo>
                    <a:pt x="802247" y="145537"/>
                  </a:lnTo>
                  <a:close/>
                  <a:moveTo>
                    <a:pt x="797441" y="178560"/>
                  </a:moveTo>
                  <a:lnTo>
                    <a:pt x="808532" y="148137"/>
                  </a:lnTo>
                  <a:lnTo>
                    <a:pt x="774618" y="158988"/>
                  </a:lnTo>
                  <a:close/>
                  <a:moveTo>
                    <a:pt x="765053" y="195743"/>
                  </a:moveTo>
                  <a:lnTo>
                    <a:pt x="797441" y="178560"/>
                  </a:lnTo>
                  <a:lnTo>
                    <a:pt x="774618" y="158988"/>
                  </a:lnTo>
                  <a:close/>
                  <a:moveTo>
                    <a:pt x="802247" y="145537"/>
                  </a:moveTo>
                  <a:lnTo>
                    <a:pt x="776658" y="125175"/>
                  </a:lnTo>
                  <a:lnTo>
                    <a:pt x="774618" y="158988"/>
                  </a:lnTo>
                  <a:close/>
                  <a:moveTo>
                    <a:pt x="776658" y="125175"/>
                  </a:moveTo>
                  <a:lnTo>
                    <a:pt x="802247" y="145537"/>
                  </a:lnTo>
                  <a:lnTo>
                    <a:pt x="811422" y="141805"/>
                  </a:lnTo>
                  <a:close/>
                  <a:moveTo>
                    <a:pt x="802247" y="145537"/>
                  </a:moveTo>
                  <a:lnTo>
                    <a:pt x="808532" y="148137"/>
                  </a:lnTo>
                  <a:lnTo>
                    <a:pt x="811422" y="141805"/>
                  </a:lnTo>
                  <a:close/>
                  <a:moveTo>
                    <a:pt x="649757" y="24443"/>
                  </a:moveTo>
                  <a:lnTo>
                    <a:pt x="637080" y="48723"/>
                  </a:lnTo>
                  <a:lnTo>
                    <a:pt x="669404" y="38030"/>
                  </a:lnTo>
                  <a:close/>
                  <a:moveTo>
                    <a:pt x="669960" y="11968"/>
                  </a:moveTo>
                  <a:lnTo>
                    <a:pt x="649757" y="24443"/>
                  </a:lnTo>
                  <a:lnTo>
                    <a:pt x="703763" y="5578"/>
                  </a:lnTo>
                  <a:close/>
                  <a:moveTo>
                    <a:pt x="703763" y="5578"/>
                  </a:moveTo>
                  <a:lnTo>
                    <a:pt x="649757" y="24443"/>
                  </a:lnTo>
                  <a:lnTo>
                    <a:pt x="688326" y="31540"/>
                  </a:lnTo>
                  <a:close/>
                  <a:moveTo>
                    <a:pt x="688326" y="31540"/>
                  </a:moveTo>
                  <a:lnTo>
                    <a:pt x="649757" y="24443"/>
                  </a:lnTo>
                  <a:lnTo>
                    <a:pt x="669404" y="38030"/>
                  </a:lnTo>
                  <a:close/>
                  <a:moveTo>
                    <a:pt x="808532" y="148137"/>
                  </a:moveTo>
                  <a:lnTo>
                    <a:pt x="835065" y="151133"/>
                  </a:lnTo>
                  <a:lnTo>
                    <a:pt x="811422" y="141805"/>
                  </a:lnTo>
                  <a:close/>
                  <a:moveTo>
                    <a:pt x="811422" y="141805"/>
                  </a:moveTo>
                  <a:lnTo>
                    <a:pt x="850053" y="124621"/>
                  </a:lnTo>
                  <a:lnTo>
                    <a:pt x="804843" y="134344"/>
                  </a:lnTo>
                  <a:close/>
                  <a:moveTo>
                    <a:pt x="703763" y="5578"/>
                  </a:moveTo>
                  <a:lnTo>
                    <a:pt x="688326" y="31540"/>
                  </a:lnTo>
                  <a:lnTo>
                    <a:pt x="726869" y="18401"/>
                  </a:lnTo>
                  <a:close/>
                  <a:moveTo>
                    <a:pt x="703763" y="5578"/>
                  </a:moveTo>
                  <a:lnTo>
                    <a:pt x="726869" y="18401"/>
                  </a:lnTo>
                  <a:lnTo>
                    <a:pt x="761323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36" name="Input_density__135">
              <a:extLst>
                <a:ext uri="{FF2B5EF4-FFF2-40B4-BE49-F238E27FC236}">
                  <a16:creationId xmlns:a16="http://schemas.microsoft.com/office/drawing/2014/main" id="{97E6B6C3-A5B2-BE7F-9E61-17A67E7EE4FC}"/>
                </a:ext>
              </a:extLst>
            </p:cNvPr>
            <p:cNvSpPr>
              <a:spLocks noGrp="1"/>
            </p:cNvSpPr>
            <p:nvPr/>
          </p:nvSpPr>
          <p:spPr>
            <a:xfrm>
              <a:off x="651365" y="1542071"/>
              <a:ext cx="1049303" cy="1081155"/>
            </a:xfrm>
            <a:custGeom>
              <a:avLst/>
              <a:gdLst/>
              <a:ahLst/>
              <a:cxnLst/>
              <a:rect l="0" t="0" r="0" b="0"/>
              <a:pathLst>
                <a:path w="1049303" h="1081155">
                  <a:moveTo>
                    <a:pt x="306010" y="1063142"/>
                  </a:moveTo>
                  <a:lnTo>
                    <a:pt x="291961" y="1051746"/>
                  </a:lnTo>
                  <a:lnTo>
                    <a:pt x="323731" y="1081155"/>
                  </a:lnTo>
                  <a:close/>
                  <a:moveTo>
                    <a:pt x="254786" y="1010134"/>
                  </a:moveTo>
                  <a:lnTo>
                    <a:pt x="289691" y="1044400"/>
                  </a:lnTo>
                  <a:lnTo>
                    <a:pt x="258764" y="1011076"/>
                  </a:lnTo>
                  <a:close/>
                  <a:moveTo>
                    <a:pt x="254786" y="1010134"/>
                  </a:moveTo>
                  <a:lnTo>
                    <a:pt x="291961" y="1051746"/>
                  </a:lnTo>
                  <a:lnTo>
                    <a:pt x="289691" y="1044400"/>
                  </a:lnTo>
                  <a:close/>
                  <a:moveTo>
                    <a:pt x="289691" y="1044400"/>
                  </a:moveTo>
                  <a:lnTo>
                    <a:pt x="291961" y="1051746"/>
                  </a:lnTo>
                  <a:lnTo>
                    <a:pt x="306010" y="1063142"/>
                  </a:lnTo>
                  <a:close/>
                  <a:moveTo>
                    <a:pt x="252226" y="1007645"/>
                  </a:moveTo>
                  <a:lnTo>
                    <a:pt x="254786" y="1010134"/>
                  </a:lnTo>
                  <a:lnTo>
                    <a:pt x="258764" y="1011076"/>
                  </a:lnTo>
                  <a:close/>
                  <a:moveTo>
                    <a:pt x="306010" y="1063142"/>
                  </a:moveTo>
                  <a:lnTo>
                    <a:pt x="354250" y="1072942"/>
                  </a:lnTo>
                  <a:lnTo>
                    <a:pt x="358859" y="1039953"/>
                  </a:lnTo>
                  <a:close/>
                  <a:moveTo>
                    <a:pt x="354250" y="1072942"/>
                  </a:moveTo>
                  <a:lnTo>
                    <a:pt x="386464" y="1073841"/>
                  </a:lnTo>
                  <a:lnTo>
                    <a:pt x="358859" y="1039953"/>
                  </a:lnTo>
                  <a:close/>
                  <a:moveTo>
                    <a:pt x="297682" y="1027217"/>
                  </a:moveTo>
                  <a:lnTo>
                    <a:pt x="306010" y="1063142"/>
                  </a:lnTo>
                  <a:lnTo>
                    <a:pt x="328406" y="1050668"/>
                  </a:lnTo>
                  <a:close/>
                  <a:moveTo>
                    <a:pt x="297682" y="1027217"/>
                  </a:moveTo>
                  <a:lnTo>
                    <a:pt x="289691" y="1044400"/>
                  </a:lnTo>
                  <a:lnTo>
                    <a:pt x="306010" y="1063142"/>
                  </a:lnTo>
                  <a:close/>
                  <a:moveTo>
                    <a:pt x="266321" y="1000756"/>
                  </a:moveTo>
                  <a:lnTo>
                    <a:pt x="258764" y="1011076"/>
                  </a:lnTo>
                  <a:lnTo>
                    <a:pt x="284031" y="990462"/>
                  </a:lnTo>
                  <a:close/>
                  <a:moveTo>
                    <a:pt x="284031" y="990462"/>
                  </a:moveTo>
                  <a:lnTo>
                    <a:pt x="258764" y="1011076"/>
                  </a:lnTo>
                  <a:lnTo>
                    <a:pt x="289691" y="1044400"/>
                  </a:lnTo>
                  <a:close/>
                  <a:moveTo>
                    <a:pt x="284031" y="990462"/>
                  </a:moveTo>
                  <a:lnTo>
                    <a:pt x="289691" y="1044400"/>
                  </a:lnTo>
                  <a:lnTo>
                    <a:pt x="297682" y="1027217"/>
                  </a:lnTo>
                  <a:close/>
                  <a:moveTo>
                    <a:pt x="252226" y="1007645"/>
                  </a:moveTo>
                  <a:lnTo>
                    <a:pt x="258764" y="1011076"/>
                  </a:lnTo>
                  <a:lnTo>
                    <a:pt x="266321" y="1000756"/>
                  </a:lnTo>
                  <a:close/>
                  <a:moveTo>
                    <a:pt x="221575" y="996607"/>
                  </a:moveTo>
                  <a:lnTo>
                    <a:pt x="266321" y="1000756"/>
                  </a:lnTo>
                  <a:lnTo>
                    <a:pt x="277329" y="984276"/>
                  </a:lnTo>
                  <a:close/>
                  <a:moveTo>
                    <a:pt x="0" y="634358"/>
                  </a:moveTo>
                  <a:lnTo>
                    <a:pt x="14224" y="667541"/>
                  </a:lnTo>
                  <a:lnTo>
                    <a:pt x="45265" y="624647"/>
                  </a:lnTo>
                  <a:close/>
                  <a:moveTo>
                    <a:pt x="0" y="634358"/>
                  </a:moveTo>
                  <a:lnTo>
                    <a:pt x="45265" y="624647"/>
                  </a:lnTo>
                  <a:lnTo>
                    <a:pt x="9440" y="605567"/>
                  </a:lnTo>
                  <a:close/>
                  <a:moveTo>
                    <a:pt x="47089" y="621752"/>
                  </a:moveTo>
                  <a:lnTo>
                    <a:pt x="52313" y="574170"/>
                  </a:lnTo>
                  <a:lnTo>
                    <a:pt x="25892" y="570872"/>
                  </a:lnTo>
                  <a:close/>
                  <a:moveTo>
                    <a:pt x="304051" y="862928"/>
                  </a:moveTo>
                  <a:lnTo>
                    <a:pt x="277064" y="813033"/>
                  </a:lnTo>
                  <a:lnTo>
                    <a:pt x="276703" y="858074"/>
                  </a:lnTo>
                  <a:close/>
                  <a:moveTo>
                    <a:pt x="306183" y="809075"/>
                  </a:moveTo>
                  <a:lnTo>
                    <a:pt x="318188" y="820051"/>
                  </a:lnTo>
                  <a:lnTo>
                    <a:pt x="291770" y="801078"/>
                  </a:lnTo>
                  <a:close/>
                  <a:moveTo>
                    <a:pt x="284660" y="672617"/>
                  </a:moveTo>
                  <a:lnTo>
                    <a:pt x="307374" y="636492"/>
                  </a:lnTo>
                  <a:lnTo>
                    <a:pt x="279220" y="632292"/>
                  </a:lnTo>
                  <a:close/>
                  <a:moveTo>
                    <a:pt x="307374" y="636492"/>
                  </a:moveTo>
                  <a:lnTo>
                    <a:pt x="291988" y="625885"/>
                  </a:lnTo>
                  <a:lnTo>
                    <a:pt x="279220" y="632292"/>
                  </a:lnTo>
                  <a:close/>
                  <a:moveTo>
                    <a:pt x="174926" y="483917"/>
                  </a:moveTo>
                  <a:lnTo>
                    <a:pt x="149633" y="497852"/>
                  </a:lnTo>
                  <a:lnTo>
                    <a:pt x="188737" y="517436"/>
                  </a:lnTo>
                  <a:close/>
                  <a:moveTo>
                    <a:pt x="188737" y="517436"/>
                  </a:moveTo>
                  <a:lnTo>
                    <a:pt x="217782" y="501386"/>
                  </a:lnTo>
                  <a:lnTo>
                    <a:pt x="203072" y="488122"/>
                  </a:lnTo>
                  <a:close/>
                  <a:moveTo>
                    <a:pt x="202871" y="445637"/>
                  </a:moveTo>
                  <a:lnTo>
                    <a:pt x="192735" y="443913"/>
                  </a:lnTo>
                  <a:lnTo>
                    <a:pt x="203072" y="488122"/>
                  </a:lnTo>
                  <a:close/>
                  <a:moveTo>
                    <a:pt x="203072" y="488122"/>
                  </a:moveTo>
                  <a:lnTo>
                    <a:pt x="167324" y="445350"/>
                  </a:lnTo>
                  <a:lnTo>
                    <a:pt x="174926" y="483917"/>
                  </a:lnTo>
                  <a:close/>
                  <a:moveTo>
                    <a:pt x="128972" y="418491"/>
                  </a:moveTo>
                  <a:lnTo>
                    <a:pt x="167324" y="445350"/>
                  </a:lnTo>
                  <a:lnTo>
                    <a:pt x="167932" y="439580"/>
                  </a:lnTo>
                  <a:close/>
                  <a:moveTo>
                    <a:pt x="123657" y="424342"/>
                  </a:moveTo>
                  <a:lnTo>
                    <a:pt x="167324" y="445350"/>
                  </a:lnTo>
                  <a:lnTo>
                    <a:pt x="128972" y="418491"/>
                  </a:lnTo>
                  <a:close/>
                  <a:moveTo>
                    <a:pt x="599374" y="874860"/>
                  </a:moveTo>
                  <a:lnTo>
                    <a:pt x="571913" y="914844"/>
                  </a:lnTo>
                  <a:lnTo>
                    <a:pt x="603147" y="916540"/>
                  </a:lnTo>
                  <a:close/>
                  <a:moveTo>
                    <a:pt x="603147" y="916540"/>
                  </a:moveTo>
                  <a:lnTo>
                    <a:pt x="600329" y="935056"/>
                  </a:lnTo>
                  <a:lnTo>
                    <a:pt x="616426" y="921728"/>
                  </a:lnTo>
                  <a:close/>
                  <a:moveTo>
                    <a:pt x="498072" y="705676"/>
                  </a:moveTo>
                  <a:lnTo>
                    <a:pt x="473604" y="684015"/>
                  </a:lnTo>
                  <a:lnTo>
                    <a:pt x="494642" y="726840"/>
                  </a:lnTo>
                  <a:close/>
                  <a:moveTo>
                    <a:pt x="467940" y="717596"/>
                  </a:moveTo>
                  <a:lnTo>
                    <a:pt x="471994" y="720770"/>
                  </a:lnTo>
                  <a:lnTo>
                    <a:pt x="494642" y="726840"/>
                  </a:lnTo>
                  <a:close/>
                  <a:moveTo>
                    <a:pt x="452327" y="689407"/>
                  </a:moveTo>
                  <a:lnTo>
                    <a:pt x="467940" y="717596"/>
                  </a:lnTo>
                  <a:lnTo>
                    <a:pt x="494642" y="726840"/>
                  </a:lnTo>
                  <a:close/>
                  <a:moveTo>
                    <a:pt x="579989" y="818784"/>
                  </a:moveTo>
                  <a:lnTo>
                    <a:pt x="607621" y="823408"/>
                  </a:lnTo>
                  <a:lnTo>
                    <a:pt x="601864" y="783341"/>
                  </a:lnTo>
                  <a:close/>
                  <a:moveTo>
                    <a:pt x="579989" y="818784"/>
                  </a:moveTo>
                  <a:lnTo>
                    <a:pt x="601864" y="783341"/>
                  </a:lnTo>
                  <a:lnTo>
                    <a:pt x="569565" y="782511"/>
                  </a:lnTo>
                  <a:close/>
                  <a:moveTo>
                    <a:pt x="427211" y="682737"/>
                  </a:moveTo>
                  <a:lnTo>
                    <a:pt x="467940" y="717596"/>
                  </a:lnTo>
                  <a:lnTo>
                    <a:pt x="427308" y="684015"/>
                  </a:lnTo>
                  <a:close/>
                  <a:moveTo>
                    <a:pt x="470331" y="719516"/>
                  </a:moveTo>
                  <a:lnTo>
                    <a:pt x="467940" y="717596"/>
                  </a:lnTo>
                  <a:lnTo>
                    <a:pt x="427211" y="682737"/>
                  </a:lnTo>
                  <a:close/>
                  <a:moveTo>
                    <a:pt x="470331" y="719516"/>
                  </a:moveTo>
                  <a:lnTo>
                    <a:pt x="471994" y="720770"/>
                  </a:lnTo>
                  <a:lnTo>
                    <a:pt x="467940" y="717596"/>
                  </a:lnTo>
                  <a:close/>
                  <a:moveTo>
                    <a:pt x="359287" y="560512"/>
                  </a:moveTo>
                  <a:lnTo>
                    <a:pt x="404554" y="566916"/>
                  </a:lnTo>
                  <a:lnTo>
                    <a:pt x="405670" y="519812"/>
                  </a:lnTo>
                  <a:close/>
                  <a:moveTo>
                    <a:pt x="826768" y="1034381"/>
                  </a:moveTo>
                  <a:lnTo>
                    <a:pt x="833226" y="1043919"/>
                  </a:lnTo>
                  <a:lnTo>
                    <a:pt x="848418" y="1047317"/>
                  </a:lnTo>
                  <a:close/>
                  <a:moveTo>
                    <a:pt x="826768" y="1034381"/>
                  </a:moveTo>
                  <a:lnTo>
                    <a:pt x="848418" y="1047317"/>
                  </a:lnTo>
                  <a:lnTo>
                    <a:pt x="861589" y="1020861"/>
                  </a:lnTo>
                  <a:close/>
                  <a:moveTo>
                    <a:pt x="432468" y="517133"/>
                  </a:moveTo>
                  <a:lnTo>
                    <a:pt x="408243" y="519169"/>
                  </a:lnTo>
                  <a:lnTo>
                    <a:pt x="405670" y="519812"/>
                  </a:lnTo>
                  <a:close/>
                  <a:moveTo>
                    <a:pt x="409018" y="519812"/>
                  </a:moveTo>
                  <a:lnTo>
                    <a:pt x="408243" y="519169"/>
                  </a:lnTo>
                  <a:lnTo>
                    <a:pt x="455678" y="539383"/>
                  </a:lnTo>
                  <a:close/>
                  <a:moveTo>
                    <a:pt x="374602" y="429937"/>
                  </a:moveTo>
                  <a:lnTo>
                    <a:pt x="390234" y="483057"/>
                  </a:lnTo>
                  <a:lnTo>
                    <a:pt x="415045" y="451989"/>
                  </a:lnTo>
                  <a:close/>
                  <a:moveTo>
                    <a:pt x="725222" y="796668"/>
                  </a:moveTo>
                  <a:lnTo>
                    <a:pt x="716520" y="789052"/>
                  </a:lnTo>
                  <a:lnTo>
                    <a:pt x="707288" y="751810"/>
                  </a:lnTo>
                  <a:close/>
                  <a:moveTo>
                    <a:pt x="361269" y="306534"/>
                  </a:moveTo>
                  <a:lnTo>
                    <a:pt x="382512" y="355608"/>
                  </a:lnTo>
                  <a:lnTo>
                    <a:pt x="410352" y="338235"/>
                  </a:lnTo>
                  <a:close/>
                  <a:moveTo>
                    <a:pt x="715230" y="779485"/>
                  </a:moveTo>
                  <a:lnTo>
                    <a:pt x="707288" y="751810"/>
                  </a:lnTo>
                  <a:lnTo>
                    <a:pt x="716520" y="789052"/>
                  </a:lnTo>
                  <a:close/>
                  <a:moveTo>
                    <a:pt x="745495" y="719243"/>
                  </a:moveTo>
                  <a:lnTo>
                    <a:pt x="757882" y="725547"/>
                  </a:lnTo>
                  <a:lnTo>
                    <a:pt x="768550" y="729094"/>
                  </a:lnTo>
                  <a:close/>
                  <a:moveTo>
                    <a:pt x="552929" y="438060"/>
                  </a:moveTo>
                  <a:lnTo>
                    <a:pt x="559354" y="425389"/>
                  </a:lnTo>
                  <a:lnTo>
                    <a:pt x="524953" y="421348"/>
                  </a:lnTo>
                  <a:close/>
                  <a:moveTo>
                    <a:pt x="552929" y="438060"/>
                  </a:moveTo>
                  <a:lnTo>
                    <a:pt x="567394" y="431507"/>
                  </a:lnTo>
                  <a:lnTo>
                    <a:pt x="559354" y="425389"/>
                  </a:lnTo>
                  <a:close/>
                  <a:moveTo>
                    <a:pt x="438600" y="347641"/>
                  </a:moveTo>
                  <a:lnTo>
                    <a:pt x="458469" y="326436"/>
                  </a:lnTo>
                  <a:lnTo>
                    <a:pt x="446859" y="350153"/>
                  </a:lnTo>
                  <a:close/>
                  <a:moveTo>
                    <a:pt x="987690" y="855383"/>
                  </a:moveTo>
                  <a:lnTo>
                    <a:pt x="962174" y="838650"/>
                  </a:lnTo>
                  <a:lnTo>
                    <a:pt x="942617" y="861736"/>
                  </a:lnTo>
                  <a:close/>
                  <a:moveTo>
                    <a:pt x="909962" y="864223"/>
                  </a:moveTo>
                  <a:lnTo>
                    <a:pt x="882215" y="825104"/>
                  </a:lnTo>
                  <a:lnTo>
                    <a:pt x="872872" y="835812"/>
                  </a:lnTo>
                  <a:close/>
                  <a:moveTo>
                    <a:pt x="909962" y="864223"/>
                  </a:moveTo>
                  <a:lnTo>
                    <a:pt x="942617" y="861736"/>
                  </a:lnTo>
                  <a:lnTo>
                    <a:pt x="962174" y="838650"/>
                  </a:lnTo>
                  <a:close/>
                  <a:moveTo>
                    <a:pt x="928042" y="835613"/>
                  </a:moveTo>
                  <a:lnTo>
                    <a:pt x="909962" y="864223"/>
                  </a:lnTo>
                  <a:lnTo>
                    <a:pt x="962174" y="838650"/>
                  </a:lnTo>
                  <a:close/>
                  <a:moveTo>
                    <a:pt x="567394" y="431507"/>
                  </a:moveTo>
                  <a:lnTo>
                    <a:pt x="596940" y="468262"/>
                  </a:lnTo>
                  <a:lnTo>
                    <a:pt x="624085" y="452047"/>
                  </a:lnTo>
                  <a:close/>
                  <a:moveTo>
                    <a:pt x="607930" y="420433"/>
                  </a:moveTo>
                  <a:lnTo>
                    <a:pt x="624085" y="452047"/>
                  </a:lnTo>
                  <a:lnTo>
                    <a:pt x="629002" y="430391"/>
                  </a:lnTo>
                  <a:close/>
                  <a:moveTo>
                    <a:pt x="629002" y="430391"/>
                  </a:moveTo>
                  <a:lnTo>
                    <a:pt x="604516" y="378462"/>
                  </a:lnTo>
                  <a:lnTo>
                    <a:pt x="607930" y="420433"/>
                  </a:lnTo>
                  <a:close/>
                  <a:moveTo>
                    <a:pt x="569697" y="379681"/>
                  </a:moveTo>
                  <a:lnTo>
                    <a:pt x="524953" y="421348"/>
                  </a:lnTo>
                  <a:lnTo>
                    <a:pt x="559354" y="425389"/>
                  </a:lnTo>
                  <a:close/>
                  <a:moveTo>
                    <a:pt x="549041" y="340813"/>
                  </a:moveTo>
                  <a:lnTo>
                    <a:pt x="541612" y="359058"/>
                  </a:lnTo>
                  <a:lnTo>
                    <a:pt x="540059" y="357997"/>
                  </a:lnTo>
                  <a:close/>
                  <a:moveTo>
                    <a:pt x="535492" y="380400"/>
                  </a:moveTo>
                  <a:lnTo>
                    <a:pt x="541612" y="359058"/>
                  </a:lnTo>
                  <a:lnTo>
                    <a:pt x="549041" y="340813"/>
                  </a:lnTo>
                  <a:close/>
                  <a:moveTo>
                    <a:pt x="569697" y="379681"/>
                  </a:moveTo>
                  <a:lnTo>
                    <a:pt x="541612" y="359058"/>
                  </a:lnTo>
                  <a:lnTo>
                    <a:pt x="535492" y="380400"/>
                  </a:lnTo>
                  <a:close/>
                  <a:moveTo>
                    <a:pt x="544998" y="357997"/>
                  </a:moveTo>
                  <a:lnTo>
                    <a:pt x="603344" y="369079"/>
                  </a:lnTo>
                  <a:lnTo>
                    <a:pt x="571118" y="340813"/>
                  </a:lnTo>
                  <a:close/>
                  <a:moveTo>
                    <a:pt x="544998" y="357997"/>
                  </a:moveTo>
                  <a:lnTo>
                    <a:pt x="541612" y="359058"/>
                  </a:lnTo>
                  <a:lnTo>
                    <a:pt x="569697" y="379681"/>
                  </a:lnTo>
                  <a:close/>
                  <a:moveTo>
                    <a:pt x="1007070" y="849611"/>
                  </a:moveTo>
                  <a:lnTo>
                    <a:pt x="962174" y="838650"/>
                  </a:lnTo>
                  <a:lnTo>
                    <a:pt x="987690" y="855383"/>
                  </a:lnTo>
                  <a:close/>
                  <a:moveTo>
                    <a:pt x="969643" y="808202"/>
                  </a:moveTo>
                  <a:lnTo>
                    <a:pt x="962174" y="838650"/>
                  </a:lnTo>
                  <a:lnTo>
                    <a:pt x="1007070" y="849611"/>
                  </a:lnTo>
                  <a:close/>
                  <a:moveTo>
                    <a:pt x="1006487" y="805337"/>
                  </a:moveTo>
                  <a:lnTo>
                    <a:pt x="969643" y="808202"/>
                  </a:lnTo>
                  <a:lnTo>
                    <a:pt x="1007070" y="849611"/>
                  </a:lnTo>
                  <a:close/>
                  <a:moveTo>
                    <a:pt x="1006487" y="805337"/>
                  </a:moveTo>
                  <a:lnTo>
                    <a:pt x="1007070" y="849611"/>
                  </a:lnTo>
                  <a:lnTo>
                    <a:pt x="1032459" y="811311"/>
                  </a:lnTo>
                  <a:close/>
                  <a:moveTo>
                    <a:pt x="969643" y="808202"/>
                  </a:moveTo>
                  <a:lnTo>
                    <a:pt x="928042" y="835613"/>
                  </a:lnTo>
                  <a:lnTo>
                    <a:pt x="962174" y="838650"/>
                  </a:lnTo>
                  <a:close/>
                  <a:moveTo>
                    <a:pt x="966278" y="766191"/>
                  </a:moveTo>
                  <a:lnTo>
                    <a:pt x="937630" y="746885"/>
                  </a:lnTo>
                  <a:lnTo>
                    <a:pt x="920999" y="731167"/>
                  </a:lnTo>
                  <a:close/>
                  <a:moveTo>
                    <a:pt x="889827" y="729421"/>
                  </a:moveTo>
                  <a:lnTo>
                    <a:pt x="920999" y="731167"/>
                  </a:lnTo>
                  <a:lnTo>
                    <a:pt x="898860" y="726505"/>
                  </a:lnTo>
                  <a:close/>
                  <a:moveTo>
                    <a:pt x="608669" y="377568"/>
                  </a:moveTo>
                  <a:lnTo>
                    <a:pt x="655193" y="364351"/>
                  </a:lnTo>
                  <a:lnTo>
                    <a:pt x="657542" y="350931"/>
                  </a:lnTo>
                  <a:close/>
                  <a:moveTo>
                    <a:pt x="526822" y="297955"/>
                  </a:moveTo>
                  <a:lnTo>
                    <a:pt x="537011" y="334419"/>
                  </a:lnTo>
                  <a:lnTo>
                    <a:pt x="559500" y="329731"/>
                  </a:lnTo>
                  <a:close/>
                  <a:moveTo>
                    <a:pt x="571118" y="340813"/>
                  </a:moveTo>
                  <a:lnTo>
                    <a:pt x="603344" y="369079"/>
                  </a:lnTo>
                  <a:lnTo>
                    <a:pt x="566594" y="337456"/>
                  </a:lnTo>
                  <a:close/>
                  <a:moveTo>
                    <a:pt x="862333" y="528038"/>
                  </a:moveTo>
                  <a:lnTo>
                    <a:pt x="835487" y="517933"/>
                  </a:lnTo>
                  <a:lnTo>
                    <a:pt x="812627" y="496612"/>
                  </a:lnTo>
                  <a:close/>
                  <a:moveTo>
                    <a:pt x="808267" y="455410"/>
                  </a:moveTo>
                  <a:lnTo>
                    <a:pt x="812627" y="496612"/>
                  </a:lnTo>
                  <a:lnTo>
                    <a:pt x="837340" y="458862"/>
                  </a:lnTo>
                  <a:close/>
                  <a:moveTo>
                    <a:pt x="1018300" y="706240"/>
                  </a:moveTo>
                  <a:lnTo>
                    <a:pt x="1049303" y="663376"/>
                  </a:lnTo>
                  <a:lnTo>
                    <a:pt x="1020307" y="659861"/>
                  </a:lnTo>
                  <a:close/>
                  <a:moveTo>
                    <a:pt x="1020307" y="659861"/>
                  </a:moveTo>
                  <a:lnTo>
                    <a:pt x="1049303" y="663376"/>
                  </a:lnTo>
                  <a:lnTo>
                    <a:pt x="1036543" y="629002"/>
                  </a:lnTo>
                  <a:close/>
                  <a:moveTo>
                    <a:pt x="926496" y="547710"/>
                  </a:moveTo>
                  <a:lnTo>
                    <a:pt x="951195" y="554718"/>
                  </a:lnTo>
                  <a:lnTo>
                    <a:pt x="940511" y="518657"/>
                  </a:lnTo>
                  <a:close/>
                  <a:moveTo>
                    <a:pt x="887158" y="382345"/>
                  </a:moveTo>
                  <a:lnTo>
                    <a:pt x="865879" y="390914"/>
                  </a:lnTo>
                  <a:lnTo>
                    <a:pt x="859487" y="415248"/>
                  </a:lnTo>
                  <a:close/>
                  <a:moveTo>
                    <a:pt x="911309" y="336320"/>
                  </a:moveTo>
                  <a:lnTo>
                    <a:pt x="943983" y="381593"/>
                  </a:lnTo>
                  <a:lnTo>
                    <a:pt x="944519" y="336410"/>
                  </a:lnTo>
                  <a:close/>
                  <a:moveTo>
                    <a:pt x="810780" y="165299"/>
                  </a:moveTo>
                  <a:lnTo>
                    <a:pt x="797126" y="151237"/>
                  </a:lnTo>
                  <a:lnTo>
                    <a:pt x="798210" y="144631"/>
                  </a:lnTo>
                  <a:close/>
                  <a:moveTo>
                    <a:pt x="1006855" y="311223"/>
                  </a:moveTo>
                  <a:lnTo>
                    <a:pt x="989241" y="334229"/>
                  </a:lnTo>
                  <a:lnTo>
                    <a:pt x="1010165" y="316253"/>
                  </a:lnTo>
                  <a:close/>
                  <a:moveTo>
                    <a:pt x="1006855" y="311223"/>
                  </a:moveTo>
                  <a:lnTo>
                    <a:pt x="981842" y="328406"/>
                  </a:lnTo>
                  <a:lnTo>
                    <a:pt x="989241" y="334229"/>
                  </a:lnTo>
                  <a:close/>
                  <a:moveTo>
                    <a:pt x="772525" y="17183"/>
                  </a:moveTo>
                  <a:lnTo>
                    <a:pt x="775523" y="71122"/>
                  </a:lnTo>
                  <a:lnTo>
                    <a:pt x="804844" y="46897"/>
                  </a:lnTo>
                  <a:close/>
                  <a:moveTo>
                    <a:pt x="1006855" y="311223"/>
                  </a:moveTo>
                  <a:lnTo>
                    <a:pt x="1010165" y="316253"/>
                  </a:lnTo>
                  <a:lnTo>
                    <a:pt x="1004905" y="294040"/>
                  </a:lnTo>
                  <a:close/>
                  <a:moveTo>
                    <a:pt x="952999" y="195274"/>
                  </a:moveTo>
                  <a:lnTo>
                    <a:pt x="985739" y="224928"/>
                  </a:lnTo>
                  <a:lnTo>
                    <a:pt x="1005510" y="220530"/>
                  </a:lnTo>
                  <a:close/>
                  <a:moveTo>
                    <a:pt x="812497" y="0"/>
                  </a:moveTo>
                  <a:lnTo>
                    <a:pt x="804844" y="46897"/>
                  </a:lnTo>
                  <a:lnTo>
                    <a:pt x="774078" y="53393"/>
                  </a:lnTo>
                  <a:close/>
                  <a:moveTo>
                    <a:pt x="896948" y="45898"/>
                  </a:moveTo>
                  <a:lnTo>
                    <a:pt x="926412" y="73510"/>
                  </a:lnTo>
                  <a:lnTo>
                    <a:pt x="915560" y="6438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37" name="Input_density__136">
              <a:extLst>
                <a:ext uri="{FF2B5EF4-FFF2-40B4-BE49-F238E27FC236}">
                  <a16:creationId xmlns:a16="http://schemas.microsoft.com/office/drawing/2014/main" id="{BAF31D86-EDDD-1C19-2E9C-F22D7E63D189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569731"/>
              <a:ext cx="995674" cy="1038920"/>
            </a:xfrm>
            <a:custGeom>
              <a:avLst/>
              <a:gdLst/>
              <a:ahLst/>
              <a:cxnLst/>
              <a:rect l="0" t="0" r="0" b="0"/>
              <a:pathLst>
                <a:path w="995674" h="1038920">
                  <a:moveTo>
                    <a:pt x="225937" y="968947"/>
                  </a:moveTo>
                  <a:lnTo>
                    <a:pt x="190997" y="962887"/>
                  </a:lnTo>
                  <a:lnTo>
                    <a:pt x="198505" y="962591"/>
                  </a:lnTo>
                  <a:close/>
                  <a:moveTo>
                    <a:pt x="398567" y="995141"/>
                  </a:moveTo>
                  <a:lnTo>
                    <a:pt x="377015" y="985573"/>
                  </a:lnTo>
                  <a:lnTo>
                    <a:pt x="363221" y="1012293"/>
                  </a:lnTo>
                  <a:close/>
                  <a:moveTo>
                    <a:pt x="398567" y="995141"/>
                  </a:moveTo>
                  <a:lnTo>
                    <a:pt x="407296" y="956295"/>
                  </a:lnTo>
                  <a:lnTo>
                    <a:pt x="378253" y="972286"/>
                  </a:lnTo>
                  <a:close/>
                  <a:moveTo>
                    <a:pt x="378253" y="972286"/>
                  </a:moveTo>
                  <a:lnTo>
                    <a:pt x="357325" y="945619"/>
                  </a:lnTo>
                  <a:lnTo>
                    <a:pt x="377015" y="985573"/>
                  </a:lnTo>
                  <a:close/>
                  <a:moveTo>
                    <a:pt x="0" y="595252"/>
                  </a:moveTo>
                  <a:lnTo>
                    <a:pt x="13802" y="577907"/>
                  </a:lnTo>
                  <a:lnTo>
                    <a:pt x="30254" y="543212"/>
                  </a:lnTo>
                  <a:close/>
                  <a:moveTo>
                    <a:pt x="518511" y="1026748"/>
                  </a:moveTo>
                  <a:lnTo>
                    <a:pt x="488125" y="1037718"/>
                  </a:lnTo>
                  <a:lnTo>
                    <a:pt x="496034" y="1038920"/>
                  </a:lnTo>
                  <a:close/>
                  <a:moveTo>
                    <a:pt x="518511" y="1026748"/>
                  </a:moveTo>
                  <a:lnTo>
                    <a:pt x="496034" y="1038920"/>
                  </a:lnTo>
                  <a:lnTo>
                    <a:pt x="547614" y="1010986"/>
                  </a:lnTo>
                  <a:close/>
                  <a:moveTo>
                    <a:pt x="357325" y="945619"/>
                  </a:moveTo>
                  <a:lnTo>
                    <a:pt x="378253" y="972286"/>
                  </a:lnTo>
                  <a:lnTo>
                    <a:pt x="384419" y="979554"/>
                  </a:lnTo>
                  <a:close/>
                  <a:moveTo>
                    <a:pt x="535367" y="993564"/>
                  </a:moveTo>
                  <a:lnTo>
                    <a:pt x="555771" y="993348"/>
                  </a:lnTo>
                  <a:lnTo>
                    <a:pt x="548486" y="984762"/>
                  </a:lnTo>
                  <a:close/>
                  <a:moveTo>
                    <a:pt x="547614" y="1010986"/>
                  </a:moveTo>
                  <a:lnTo>
                    <a:pt x="555771" y="993348"/>
                  </a:lnTo>
                  <a:lnTo>
                    <a:pt x="535367" y="993564"/>
                  </a:lnTo>
                  <a:close/>
                  <a:moveTo>
                    <a:pt x="518511" y="1026748"/>
                  </a:moveTo>
                  <a:lnTo>
                    <a:pt x="547614" y="1010986"/>
                  </a:lnTo>
                  <a:lnTo>
                    <a:pt x="535367" y="993564"/>
                  </a:lnTo>
                  <a:close/>
                  <a:moveTo>
                    <a:pt x="555771" y="993348"/>
                  </a:moveTo>
                  <a:lnTo>
                    <a:pt x="558860" y="1001945"/>
                  </a:lnTo>
                  <a:lnTo>
                    <a:pt x="563977" y="975955"/>
                  </a:lnTo>
                  <a:close/>
                  <a:moveTo>
                    <a:pt x="548486" y="984762"/>
                  </a:moveTo>
                  <a:lnTo>
                    <a:pt x="555771" y="993348"/>
                  </a:lnTo>
                  <a:lnTo>
                    <a:pt x="563977" y="975955"/>
                  </a:lnTo>
                  <a:close/>
                  <a:moveTo>
                    <a:pt x="548486" y="984762"/>
                  </a:moveTo>
                  <a:lnTo>
                    <a:pt x="563977" y="975955"/>
                  </a:lnTo>
                  <a:lnTo>
                    <a:pt x="538543" y="980266"/>
                  </a:lnTo>
                  <a:close/>
                  <a:moveTo>
                    <a:pt x="598101" y="941276"/>
                  </a:moveTo>
                  <a:lnTo>
                    <a:pt x="563977" y="975955"/>
                  </a:lnTo>
                  <a:lnTo>
                    <a:pt x="592703" y="958782"/>
                  </a:lnTo>
                  <a:close/>
                  <a:moveTo>
                    <a:pt x="598101" y="941276"/>
                  </a:moveTo>
                  <a:lnTo>
                    <a:pt x="575045" y="932932"/>
                  </a:lnTo>
                  <a:lnTo>
                    <a:pt x="563977" y="975955"/>
                  </a:lnTo>
                  <a:close/>
                  <a:moveTo>
                    <a:pt x="283582" y="604632"/>
                  </a:moveTo>
                  <a:lnTo>
                    <a:pt x="296350" y="598225"/>
                  </a:lnTo>
                  <a:lnTo>
                    <a:pt x="310118" y="563274"/>
                  </a:lnTo>
                  <a:close/>
                  <a:moveTo>
                    <a:pt x="121381" y="386752"/>
                  </a:moveTo>
                  <a:lnTo>
                    <a:pt x="128019" y="396682"/>
                  </a:lnTo>
                  <a:lnTo>
                    <a:pt x="133334" y="390831"/>
                  </a:lnTo>
                  <a:close/>
                  <a:moveTo>
                    <a:pt x="128019" y="396682"/>
                  </a:moveTo>
                  <a:lnTo>
                    <a:pt x="121381" y="386752"/>
                  </a:lnTo>
                  <a:lnTo>
                    <a:pt x="101818" y="357909"/>
                  </a:lnTo>
                  <a:close/>
                  <a:moveTo>
                    <a:pt x="466340" y="747049"/>
                  </a:moveTo>
                  <a:lnTo>
                    <a:pt x="499004" y="699181"/>
                  </a:lnTo>
                  <a:lnTo>
                    <a:pt x="476356" y="693110"/>
                  </a:lnTo>
                  <a:close/>
                  <a:moveTo>
                    <a:pt x="311148" y="557343"/>
                  </a:moveTo>
                  <a:lnTo>
                    <a:pt x="341681" y="546926"/>
                  </a:lnTo>
                  <a:lnTo>
                    <a:pt x="363649" y="532853"/>
                  </a:lnTo>
                  <a:close/>
                  <a:moveTo>
                    <a:pt x="329530" y="529862"/>
                  </a:moveTo>
                  <a:lnTo>
                    <a:pt x="311148" y="557343"/>
                  </a:lnTo>
                  <a:lnTo>
                    <a:pt x="363649" y="532853"/>
                  </a:lnTo>
                  <a:close/>
                  <a:moveTo>
                    <a:pt x="611984" y="795748"/>
                  </a:moveTo>
                  <a:lnTo>
                    <a:pt x="608674" y="826079"/>
                  </a:lnTo>
                  <a:lnTo>
                    <a:pt x="622047" y="803375"/>
                  </a:lnTo>
                  <a:close/>
                  <a:moveTo>
                    <a:pt x="399582" y="542621"/>
                  </a:moveTo>
                  <a:lnTo>
                    <a:pt x="428930" y="528907"/>
                  </a:lnTo>
                  <a:lnTo>
                    <a:pt x="408916" y="539256"/>
                  </a:lnTo>
                  <a:close/>
                  <a:moveTo>
                    <a:pt x="374028" y="475451"/>
                  </a:moveTo>
                  <a:lnTo>
                    <a:pt x="394596" y="455397"/>
                  </a:lnTo>
                  <a:lnTo>
                    <a:pt x="377924" y="447869"/>
                  </a:lnTo>
                  <a:close/>
                  <a:moveTo>
                    <a:pt x="452701" y="441253"/>
                  </a:moveTo>
                  <a:lnTo>
                    <a:pt x="457157" y="440895"/>
                  </a:lnTo>
                  <a:lnTo>
                    <a:pt x="453111" y="438214"/>
                  </a:lnTo>
                  <a:close/>
                  <a:moveTo>
                    <a:pt x="460150" y="438214"/>
                  </a:moveTo>
                  <a:lnTo>
                    <a:pt x="457157" y="440895"/>
                  </a:lnTo>
                  <a:lnTo>
                    <a:pt x="452701" y="441253"/>
                  </a:lnTo>
                  <a:close/>
                  <a:moveTo>
                    <a:pt x="747876" y="780384"/>
                  </a:moveTo>
                  <a:lnTo>
                    <a:pt x="785058" y="794826"/>
                  </a:lnTo>
                  <a:lnTo>
                    <a:pt x="773726" y="780827"/>
                  </a:lnTo>
                  <a:close/>
                  <a:moveTo>
                    <a:pt x="453111" y="438214"/>
                  </a:moveTo>
                  <a:lnTo>
                    <a:pt x="457157" y="440895"/>
                  </a:lnTo>
                  <a:lnTo>
                    <a:pt x="462942" y="432927"/>
                  </a:lnTo>
                  <a:close/>
                  <a:moveTo>
                    <a:pt x="462942" y="432927"/>
                  </a:moveTo>
                  <a:lnTo>
                    <a:pt x="457157" y="440895"/>
                  </a:lnTo>
                  <a:lnTo>
                    <a:pt x="460150" y="438214"/>
                  </a:lnTo>
                  <a:close/>
                  <a:moveTo>
                    <a:pt x="492392" y="421030"/>
                  </a:moveTo>
                  <a:lnTo>
                    <a:pt x="505391" y="425506"/>
                  </a:lnTo>
                  <a:lnTo>
                    <a:pt x="512334" y="426406"/>
                  </a:lnTo>
                  <a:close/>
                  <a:moveTo>
                    <a:pt x="485451" y="422105"/>
                  </a:moveTo>
                  <a:lnTo>
                    <a:pt x="492392" y="421030"/>
                  </a:lnTo>
                  <a:lnTo>
                    <a:pt x="476546" y="417178"/>
                  </a:lnTo>
                  <a:close/>
                  <a:moveTo>
                    <a:pt x="476546" y="417178"/>
                  </a:moveTo>
                  <a:lnTo>
                    <a:pt x="462942" y="432927"/>
                  </a:lnTo>
                  <a:lnTo>
                    <a:pt x="485451" y="422105"/>
                  </a:lnTo>
                  <a:close/>
                  <a:moveTo>
                    <a:pt x="546078" y="427993"/>
                  </a:moveTo>
                  <a:lnTo>
                    <a:pt x="512334" y="426406"/>
                  </a:lnTo>
                  <a:lnTo>
                    <a:pt x="505391" y="425506"/>
                  </a:lnTo>
                  <a:close/>
                  <a:moveTo>
                    <a:pt x="492392" y="421030"/>
                  </a:moveTo>
                  <a:lnTo>
                    <a:pt x="512334" y="426406"/>
                  </a:lnTo>
                  <a:lnTo>
                    <a:pt x="519708" y="413866"/>
                  </a:lnTo>
                  <a:close/>
                  <a:moveTo>
                    <a:pt x="557291" y="410400"/>
                  </a:moveTo>
                  <a:lnTo>
                    <a:pt x="512334" y="426406"/>
                  </a:lnTo>
                  <a:lnTo>
                    <a:pt x="546078" y="427993"/>
                  </a:lnTo>
                  <a:close/>
                  <a:moveTo>
                    <a:pt x="872686" y="805458"/>
                  </a:moveTo>
                  <a:lnTo>
                    <a:pt x="837010" y="796652"/>
                  </a:lnTo>
                  <a:lnTo>
                    <a:pt x="809304" y="788431"/>
                  </a:lnTo>
                  <a:close/>
                  <a:moveTo>
                    <a:pt x="570956" y="309797"/>
                  </a:moveTo>
                  <a:lnTo>
                    <a:pt x="624090" y="338435"/>
                  </a:lnTo>
                  <a:lnTo>
                    <a:pt x="583017" y="344738"/>
                  </a:lnTo>
                  <a:close/>
                  <a:moveTo>
                    <a:pt x="961941" y="697602"/>
                  </a:moveTo>
                  <a:lnTo>
                    <a:pt x="965317" y="698112"/>
                  </a:lnTo>
                  <a:lnTo>
                    <a:pt x="946660" y="686191"/>
                  </a:lnTo>
                  <a:close/>
                  <a:moveTo>
                    <a:pt x="961941" y="697602"/>
                  </a:moveTo>
                  <a:lnTo>
                    <a:pt x="995674" y="699146"/>
                  </a:lnTo>
                  <a:lnTo>
                    <a:pt x="965317" y="698112"/>
                  </a:lnTo>
                  <a:close/>
                  <a:moveTo>
                    <a:pt x="883086" y="555721"/>
                  </a:moveTo>
                  <a:lnTo>
                    <a:pt x="877355" y="590010"/>
                  </a:lnTo>
                  <a:lnTo>
                    <a:pt x="895117" y="572335"/>
                  </a:lnTo>
                  <a:close/>
                  <a:moveTo>
                    <a:pt x="816989" y="468952"/>
                  </a:moveTo>
                  <a:lnTo>
                    <a:pt x="829245" y="479745"/>
                  </a:lnTo>
                  <a:lnTo>
                    <a:pt x="841702" y="431202"/>
                  </a:lnTo>
                  <a:close/>
                  <a:moveTo>
                    <a:pt x="756793" y="401308"/>
                  </a:moveTo>
                  <a:lnTo>
                    <a:pt x="793329" y="398694"/>
                  </a:lnTo>
                  <a:lnTo>
                    <a:pt x="777800" y="411227"/>
                  </a:lnTo>
                  <a:close/>
                  <a:moveTo>
                    <a:pt x="777800" y="411227"/>
                  </a:moveTo>
                  <a:lnTo>
                    <a:pt x="812394" y="415989"/>
                  </a:lnTo>
                  <a:lnTo>
                    <a:pt x="827637" y="376774"/>
                  </a:lnTo>
                  <a:close/>
                  <a:moveTo>
                    <a:pt x="812394" y="415989"/>
                  </a:moveTo>
                  <a:lnTo>
                    <a:pt x="840502" y="396506"/>
                  </a:lnTo>
                  <a:lnTo>
                    <a:pt x="863849" y="387588"/>
                  </a:lnTo>
                  <a:close/>
                  <a:moveTo>
                    <a:pt x="827637" y="376774"/>
                  </a:moveTo>
                  <a:lnTo>
                    <a:pt x="812394" y="415989"/>
                  </a:lnTo>
                  <a:lnTo>
                    <a:pt x="863849" y="387588"/>
                  </a:lnTo>
                  <a:close/>
                  <a:moveTo>
                    <a:pt x="863849" y="387588"/>
                  </a:moveTo>
                  <a:lnTo>
                    <a:pt x="870241" y="363254"/>
                  </a:lnTo>
                  <a:lnTo>
                    <a:pt x="827637" y="376774"/>
                  </a:lnTo>
                  <a:close/>
                  <a:moveTo>
                    <a:pt x="863401" y="1080"/>
                  </a:moveTo>
                  <a:lnTo>
                    <a:pt x="819788" y="19206"/>
                  </a:lnTo>
                  <a:lnTo>
                    <a:pt x="809206" y="19237"/>
                  </a:lnTo>
                  <a:close/>
                  <a:moveTo>
                    <a:pt x="884302" y="9095"/>
                  </a:moveTo>
                  <a:lnTo>
                    <a:pt x="901310" y="18238"/>
                  </a:lnTo>
                  <a:lnTo>
                    <a:pt x="876732" y="0"/>
                  </a:lnTo>
                  <a:close/>
                  <a:moveTo>
                    <a:pt x="863401" y="1080"/>
                  </a:moveTo>
                  <a:lnTo>
                    <a:pt x="884302" y="9095"/>
                  </a:lnTo>
                  <a:lnTo>
                    <a:pt x="876732" y="0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38" name="Input_density__137">
              <a:extLst>
                <a:ext uri="{FF2B5EF4-FFF2-40B4-BE49-F238E27FC236}">
                  <a16:creationId xmlns:a16="http://schemas.microsoft.com/office/drawing/2014/main" id="{EE556B10-35F4-09BD-6AFA-6F8AAFAB391D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570810"/>
              <a:ext cx="1054111" cy="1037840"/>
            </a:xfrm>
            <a:custGeom>
              <a:avLst/>
              <a:gdLst/>
              <a:ahLst/>
              <a:cxnLst/>
              <a:rect l="0" t="0" r="0" b="0"/>
              <a:pathLst>
                <a:path w="1054111" h="1037840">
                  <a:moveTo>
                    <a:pt x="234003" y="969659"/>
                  </a:moveTo>
                  <a:lnTo>
                    <a:pt x="256588" y="978906"/>
                  </a:lnTo>
                  <a:lnTo>
                    <a:pt x="225937" y="967868"/>
                  </a:lnTo>
                  <a:close/>
                  <a:moveTo>
                    <a:pt x="310372" y="1034403"/>
                  </a:moveTo>
                  <a:lnTo>
                    <a:pt x="363221" y="1011214"/>
                  </a:lnTo>
                  <a:lnTo>
                    <a:pt x="332768" y="1021929"/>
                  </a:lnTo>
                  <a:close/>
                  <a:moveTo>
                    <a:pt x="256588" y="978906"/>
                  </a:moveTo>
                  <a:lnTo>
                    <a:pt x="270683" y="972016"/>
                  </a:lnTo>
                  <a:lnTo>
                    <a:pt x="225937" y="967868"/>
                  </a:lnTo>
                  <a:close/>
                  <a:moveTo>
                    <a:pt x="18586" y="638802"/>
                  </a:moveTo>
                  <a:lnTo>
                    <a:pt x="19659" y="648111"/>
                  </a:lnTo>
                  <a:lnTo>
                    <a:pt x="49627" y="595908"/>
                  </a:lnTo>
                  <a:close/>
                  <a:moveTo>
                    <a:pt x="18586" y="638802"/>
                  </a:moveTo>
                  <a:lnTo>
                    <a:pt x="4362" y="605619"/>
                  </a:lnTo>
                  <a:lnTo>
                    <a:pt x="13289" y="630927"/>
                  </a:lnTo>
                  <a:close/>
                  <a:moveTo>
                    <a:pt x="4362" y="605619"/>
                  </a:moveTo>
                  <a:lnTo>
                    <a:pt x="0" y="594173"/>
                  </a:lnTo>
                  <a:lnTo>
                    <a:pt x="13289" y="630927"/>
                  </a:lnTo>
                  <a:close/>
                  <a:moveTo>
                    <a:pt x="0" y="594173"/>
                  </a:moveTo>
                  <a:lnTo>
                    <a:pt x="4362" y="605619"/>
                  </a:lnTo>
                  <a:lnTo>
                    <a:pt x="13802" y="576828"/>
                  </a:lnTo>
                  <a:close/>
                  <a:moveTo>
                    <a:pt x="30254" y="542132"/>
                  </a:moveTo>
                  <a:lnTo>
                    <a:pt x="56675" y="545430"/>
                  </a:lnTo>
                  <a:lnTo>
                    <a:pt x="34066" y="540234"/>
                  </a:lnTo>
                  <a:close/>
                  <a:moveTo>
                    <a:pt x="13802" y="576828"/>
                  </a:moveTo>
                  <a:lnTo>
                    <a:pt x="51451" y="593013"/>
                  </a:lnTo>
                  <a:lnTo>
                    <a:pt x="30254" y="542132"/>
                  </a:lnTo>
                  <a:close/>
                  <a:moveTo>
                    <a:pt x="34066" y="540234"/>
                  </a:moveTo>
                  <a:lnTo>
                    <a:pt x="56675" y="545430"/>
                  </a:lnTo>
                  <a:lnTo>
                    <a:pt x="31644" y="520662"/>
                  </a:lnTo>
                  <a:close/>
                  <a:moveTo>
                    <a:pt x="496034" y="1037840"/>
                  </a:moveTo>
                  <a:lnTo>
                    <a:pt x="462141" y="1014211"/>
                  </a:lnTo>
                  <a:lnTo>
                    <a:pt x="469870" y="1018049"/>
                  </a:lnTo>
                  <a:close/>
                  <a:moveTo>
                    <a:pt x="488125" y="1036638"/>
                  </a:moveTo>
                  <a:lnTo>
                    <a:pt x="462141" y="1014211"/>
                  </a:lnTo>
                  <a:lnTo>
                    <a:pt x="496034" y="1037840"/>
                  </a:lnTo>
                  <a:close/>
                  <a:moveTo>
                    <a:pt x="407296" y="955216"/>
                  </a:moveTo>
                  <a:lnTo>
                    <a:pt x="429364" y="944539"/>
                  </a:lnTo>
                  <a:lnTo>
                    <a:pt x="430186" y="968355"/>
                  </a:lnTo>
                  <a:close/>
                  <a:moveTo>
                    <a:pt x="295017" y="862739"/>
                  </a:moveTo>
                  <a:lnTo>
                    <a:pt x="308413" y="834189"/>
                  </a:lnTo>
                  <a:lnTo>
                    <a:pt x="281065" y="829335"/>
                  </a:lnTo>
                  <a:close/>
                  <a:moveTo>
                    <a:pt x="488125" y="1036638"/>
                  </a:moveTo>
                  <a:lnTo>
                    <a:pt x="436417" y="1008036"/>
                  </a:lnTo>
                  <a:lnTo>
                    <a:pt x="462141" y="1014211"/>
                  </a:lnTo>
                  <a:close/>
                  <a:moveTo>
                    <a:pt x="315625" y="726397"/>
                  </a:moveTo>
                  <a:lnTo>
                    <a:pt x="284625" y="692200"/>
                  </a:lnTo>
                  <a:lnTo>
                    <a:pt x="292574" y="706826"/>
                  </a:lnTo>
                  <a:close/>
                  <a:moveTo>
                    <a:pt x="549191" y="947962"/>
                  </a:moveTo>
                  <a:lnTo>
                    <a:pt x="563977" y="974875"/>
                  </a:lnTo>
                  <a:lnTo>
                    <a:pt x="575045" y="931852"/>
                  </a:lnTo>
                  <a:close/>
                  <a:moveTo>
                    <a:pt x="575045" y="931852"/>
                  </a:moveTo>
                  <a:lnTo>
                    <a:pt x="598101" y="940196"/>
                  </a:lnTo>
                  <a:lnTo>
                    <a:pt x="575193" y="920604"/>
                  </a:lnTo>
                  <a:close/>
                  <a:moveTo>
                    <a:pt x="598101" y="940196"/>
                  </a:moveTo>
                  <a:lnTo>
                    <a:pt x="604691" y="906316"/>
                  </a:lnTo>
                  <a:lnTo>
                    <a:pt x="575193" y="920604"/>
                  </a:lnTo>
                  <a:close/>
                  <a:moveTo>
                    <a:pt x="572447" y="929744"/>
                  </a:moveTo>
                  <a:lnTo>
                    <a:pt x="575045" y="931852"/>
                  </a:lnTo>
                  <a:lnTo>
                    <a:pt x="575193" y="920604"/>
                  </a:lnTo>
                  <a:close/>
                  <a:moveTo>
                    <a:pt x="576275" y="886104"/>
                  </a:moveTo>
                  <a:lnTo>
                    <a:pt x="572447" y="929744"/>
                  </a:lnTo>
                  <a:lnTo>
                    <a:pt x="575193" y="920604"/>
                  </a:lnTo>
                  <a:close/>
                  <a:moveTo>
                    <a:pt x="607509" y="887801"/>
                  </a:moveTo>
                  <a:lnTo>
                    <a:pt x="575193" y="920604"/>
                  </a:lnTo>
                  <a:lnTo>
                    <a:pt x="604691" y="906316"/>
                  </a:lnTo>
                  <a:close/>
                  <a:moveTo>
                    <a:pt x="607509" y="887801"/>
                  </a:moveTo>
                  <a:lnTo>
                    <a:pt x="576275" y="886104"/>
                  </a:lnTo>
                  <a:lnTo>
                    <a:pt x="575193" y="920604"/>
                  </a:lnTo>
                  <a:close/>
                  <a:moveTo>
                    <a:pt x="586407" y="839050"/>
                  </a:moveTo>
                  <a:lnTo>
                    <a:pt x="580430" y="843973"/>
                  </a:lnTo>
                  <a:lnTo>
                    <a:pt x="603736" y="846121"/>
                  </a:lnTo>
                  <a:close/>
                  <a:moveTo>
                    <a:pt x="603736" y="846121"/>
                  </a:moveTo>
                  <a:lnTo>
                    <a:pt x="580430" y="843973"/>
                  </a:lnTo>
                  <a:lnTo>
                    <a:pt x="576275" y="886104"/>
                  </a:lnTo>
                  <a:close/>
                  <a:moveTo>
                    <a:pt x="586407" y="839050"/>
                  </a:moveTo>
                  <a:lnTo>
                    <a:pt x="603736" y="846121"/>
                  </a:lnTo>
                  <a:lnTo>
                    <a:pt x="608674" y="825000"/>
                  </a:lnTo>
                  <a:close/>
                  <a:moveTo>
                    <a:pt x="177871" y="411582"/>
                  </a:moveTo>
                  <a:lnTo>
                    <a:pt x="207234" y="416898"/>
                  </a:lnTo>
                  <a:lnTo>
                    <a:pt x="237169" y="435209"/>
                  </a:lnTo>
                  <a:close/>
                  <a:moveTo>
                    <a:pt x="581051" y="837475"/>
                  </a:moveTo>
                  <a:lnTo>
                    <a:pt x="580430" y="843973"/>
                  </a:lnTo>
                  <a:lnTo>
                    <a:pt x="586407" y="839050"/>
                  </a:lnTo>
                  <a:close/>
                  <a:moveTo>
                    <a:pt x="611984" y="794668"/>
                  </a:moveTo>
                  <a:lnTo>
                    <a:pt x="586407" y="839050"/>
                  </a:lnTo>
                  <a:lnTo>
                    <a:pt x="608674" y="825000"/>
                  </a:lnTo>
                  <a:close/>
                  <a:moveTo>
                    <a:pt x="581051" y="837475"/>
                  </a:moveTo>
                  <a:lnTo>
                    <a:pt x="586407" y="839050"/>
                  </a:lnTo>
                  <a:lnTo>
                    <a:pt x="611984" y="794668"/>
                  </a:lnTo>
                  <a:close/>
                  <a:moveTo>
                    <a:pt x="584351" y="790045"/>
                  </a:moveTo>
                  <a:lnTo>
                    <a:pt x="581051" y="837475"/>
                  </a:lnTo>
                  <a:lnTo>
                    <a:pt x="611984" y="794668"/>
                  </a:lnTo>
                  <a:close/>
                  <a:moveTo>
                    <a:pt x="606226" y="754602"/>
                  </a:moveTo>
                  <a:lnTo>
                    <a:pt x="611984" y="794668"/>
                  </a:lnTo>
                  <a:lnTo>
                    <a:pt x="622047" y="802295"/>
                  </a:lnTo>
                  <a:close/>
                  <a:moveTo>
                    <a:pt x="413380" y="491072"/>
                  </a:moveTo>
                  <a:lnTo>
                    <a:pt x="428930" y="527827"/>
                  </a:lnTo>
                  <a:lnTo>
                    <a:pt x="399582" y="541542"/>
                  </a:lnTo>
                  <a:close/>
                  <a:moveTo>
                    <a:pt x="366975" y="500438"/>
                  </a:moveTo>
                  <a:lnTo>
                    <a:pt x="329530" y="528782"/>
                  </a:lnTo>
                  <a:lnTo>
                    <a:pt x="363649" y="531773"/>
                  </a:lnTo>
                  <a:close/>
                  <a:moveTo>
                    <a:pt x="340641" y="494759"/>
                  </a:moveTo>
                  <a:lnTo>
                    <a:pt x="329530" y="528782"/>
                  </a:lnTo>
                  <a:lnTo>
                    <a:pt x="366975" y="500438"/>
                  </a:lnTo>
                  <a:close/>
                  <a:moveTo>
                    <a:pt x="366975" y="500438"/>
                  </a:moveTo>
                  <a:lnTo>
                    <a:pt x="374028" y="474371"/>
                  </a:lnTo>
                  <a:lnTo>
                    <a:pt x="344252" y="487620"/>
                  </a:lnTo>
                  <a:close/>
                  <a:moveTo>
                    <a:pt x="410033" y="491072"/>
                  </a:moveTo>
                  <a:lnTo>
                    <a:pt x="408916" y="538176"/>
                  </a:lnTo>
                  <a:lnTo>
                    <a:pt x="412582" y="527827"/>
                  </a:lnTo>
                  <a:close/>
                  <a:moveTo>
                    <a:pt x="399582" y="541542"/>
                  </a:moveTo>
                  <a:lnTo>
                    <a:pt x="408916" y="538176"/>
                  </a:lnTo>
                  <a:lnTo>
                    <a:pt x="363649" y="531773"/>
                  </a:lnTo>
                  <a:close/>
                  <a:moveTo>
                    <a:pt x="394596" y="454317"/>
                  </a:moveTo>
                  <a:lnTo>
                    <a:pt x="374028" y="474371"/>
                  </a:lnTo>
                  <a:lnTo>
                    <a:pt x="399914" y="456000"/>
                  </a:lnTo>
                  <a:close/>
                  <a:moveTo>
                    <a:pt x="399914" y="456000"/>
                  </a:moveTo>
                  <a:lnTo>
                    <a:pt x="374028" y="474371"/>
                  </a:lnTo>
                  <a:lnTo>
                    <a:pt x="366975" y="500438"/>
                  </a:lnTo>
                  <a:close/>
                  <a:moveTo>
                    <a:pt x="377924" y="446789"/>
                  </a:moveTo>
                  <a:lnTo>
                    <a:pt x="394596" y="454317"/>
                  </a:lnTo>
                  <a:lnTo>
                    <a:pt x="378964" y="401197"/>
                  </a:lnTo>
                  <a:close/>
                  <a:moveTo>
                    <a:pt x="419407" y="423249"/>
                  </a:moveTo>
                  <a:lnTo>
                    <a:pt x="394596" y="454317"/>
                  </a:lnTo>
                  <a:lnTo>
                    <a:pt x="400873" y="450163"/>
                  </a:lnTo>
                  <a:close/>
                  <a:moveTo>
                    <a:pt x="453111" y="437134"/>
                  </a:moveTo>
                  <a:lnTo>
                    <a:pt x="419407" y="423249"/>
                  </a:lnTo>
                  <a:lnTo>
                    <a:pt x="452701" y="440174"/>
                  </a:lnTo>
                  <a:close/>
                  <a:moveTo>
                    <a:pt x="747876" y="779305"/>
                  </a:moveTo>
                  <a:lnTo>
                    <a:pt x="720882" y="760312"/>
                  </a:lnTo>
                  <a:lnTo>
                    <a:pt x="729584" y="767929"/>
                  </a:lnTo>
                  <a:close/>
                  <a:moveTo>
                    <a:pt x="736944" y="766800"/>
                  </a:moveTo>
                  <a:lnTo>
                    <a:pt x="720882" y="760312"/>
                  </a:lnTo>
                  <a:lnTo>
                    <a:pt x="747876" y="779305"/>
                  </a:lnTo>
                  <a:close/>
                  <a:moveTo>
                    <a:pt x="773726" y="779747"/>
                  </a:moveTo>
                  <a:lnTo>
                    <a:pt x="736944" y="766800"/>
                  </a:lnTo>
                  <a:lnTo>
                    <a:pt x="747876" y="779305"/>
                  </a:lnTo>
                  <a:close/>
                  <a:moveTo>
                    <a:pt x="453111" y="437134"/>
                  </a:moveTo>
                  <a:lnTo>
                    <a:pt x="462942" y="431848"/>
                  </a:lnTo>
                  <a:lnTo>
                    <a:pt x="419407" y="423249"/>
                  </a:lnTo>
                  <a:close/>
                  <a:moveTo>
                    <a:pt x="419407" y="423249"/>
                  </a:moveTo>
                  <a:lnTo>
                    <a:pt x="462942" y="431848"/>
                  </a:lnTo>
                  <a:lnTo>
                    <a:pt x="476546" y="416098"/>
                  </a:lnTo>
                  <a:close/>
                  <a:moveTo>
                    <a:pt x="419407" y="423249"/>
                  </a:moveTo>
                  <a:lnTo>
                    <a:pt x="476546" y="416098"/>
                  </a:lnTo>
                  <a:lnTo>
                    <a:pt x="442799" y="414500"/>
                  </a:lnTo>
                  <a:close/>
                  <a:moveTo>
                    <a:pt x="891688" y="819298"/>
                  </a:moveTo>
                  <a:lnTo>
                    <a:pt x="914324" y="835483"/>
                  </a:lnTo>
                  <a:lnTo>
                    <a:pt x="877235" y="807072"/>
                  </a:lnTo>
                  <a:close/>
                  <a:moveTo>
                    <a:pt x="492392" y="419951"/>
                  </a:moveTo>
                  <a:lnTo>
                    <a:pt x="519708" y="412786"/>
                  </a:lnTo>
                  <a:lnTo>
                    <a:pt x="476546" y="416098"/>
                  </a:lnTo>
                  <a:close/>
                  <a:moveTo>
                    <a:pt x="476546" y="416098"/>
                  </a:moveTo>
                  <a:lnTo>
                    <a:pt x="519708" y="412786"/>
                  </a:lnTo>
                  <a:lnTo>
                    <a:pt x="529315" y="392609"/>
                  </a:lnTo>
                  <a:close/>
                  <a:moveTo>
                    <a:pt x="557291" y="409321"/>
                  </a:moveTo>
                  <a:lnTo>
                    <a:pt x="519708" y="412786"/>
                  </a:lnTo>
                  <a:lnTo>
                    <a:pt x="512334" y="425326"/>
                  </a:lnTo>
                  <a:close/>
                  <a:moveTo>
                    <a:pt x="519708" y="412786"/>
                  </a:moveTo>
                  <a:lnTo>
                    <a:pt x="557291" y="409321"/>
                  </a:lnTo>
                  <a:lnTo>
                    <a:pt x="529315" y="392609"/>
                  </a:lnTo>
                  <a:close/>
                  <a:moveTo>
                    <a:pt x="571756" y="402767"/>
                  </a:moveTo>
                  <a:lnTo>
                    <a:pt x="604008" y="443176"/>
                  </a:lnTo>
                  <a:lnTo>
                    <a:pt x="601302" y="439522"/>
                  </a:lnTo>
                  <a:close/>
                  <a:moveTo>
                    <a:pt x="546078" y="426914"/>
                  </a:moveTo>
                  <a:lnTo>
                    <a:pt x="604008" y="443176"/>
                  </a:lnTo>
                  <a:lnTo>
                    <a:pt x="571756" y="402767"/>
                  </a:lnTo>
                  <a:close/>
                  <a:moveTo>
                    <a:pt x="571756" y="402767"/>
                  </a:moveTo>
                  <a:lnTo>
                    <a:pt x="557291" y="409321"/>
                  </a:lnTo>
                  <a:lnTo>
                    <a:pt x="546078" y="426914"/>
                  </a:lnTo>
                  <a:close/>
                  <a:moveTo>
                    <a:pt x="462831" y="297697"/>
                  </a:moveTo>
                  <a:lnTo>
                    <a:pt x="460543" y="292502"/>
                  </a:lnTo>
                  <a:lnTo>
                    <a:pt x="445681" y="300699"/>
                  </a:lnTo>
                  <a:close/>
                  <a:moveTo>
                    <a:pt x="445681" y="300699"/>
                  </a:moveTo>
                  <a:lnTo>
                    <a:pt x="460543" y="292502"/>
                  </a:lnTo>
                  <a:lnTo>
                    <a:pt x="432466" y="279660"/>
                  </a:lnTo>
                  <a:close/>
                  <a:moveTo>
                    <a:pt x="445681" y="300699"/>
                  </a:moveTo>
                  <a:lnTo>
                    <a:pt x="432466" y="279660"/>
                  </a:lnTo>
                  <a:lnTo>
                    <a:pt x="414714" y="309495"/>
                  </a:lnTo>
                  <a:close/>
                  <a:moveTo>
                    <a:pt x="992052" y="826644"/>
                  </a:moveTo>
                  <a:lnTo>
                    <a:pt x="983420" y="844667"/>
                  </a:lnTo>
                  <a:lnTo>
                    <a:pt x="1006833" y="835998"/>
                  </a:lnTo>
                  <a:close/>
                  <a:moveTo>
                    <a:pt x="872686" y="804379"/>
                  </a:moveTo>
                  <a:lnTo>
                    <a:pt x="877235" y="807072"/>
                  </a:lnTo>
                  <a:lnTo>
                    <a:pt x="886577" y="796364"/>
                  </a:lnTo>
                  <a:close/>
                  <a:moveTo>
                    <a:pt x="992052" y="826644"/>
                  </a:moveTo>
                  <a:lnTo>
                    <a:pt x="1006833" y="835998"/>
                  </a:lnTo>
                  <a:lnTo>
                    <a:pt x="1011432" y="820871"/>
                  </a:lnTo>
                  <a:close/>
                  <a:moveTo>
                    <a:pt x="1011432" y="820871"/>
                  </a:moveTo>
                  <a:lnTo>
                    <a:pt x="1006833" y="835998"/>
                  </a:lnTo>
                  <a:lnTo>
                    <a:pt x="1027688" y="826644"/>
                  </a:lnTo>
                  <a:close/>
                  <a:moveTo>
                    <a:pt x="789349" y="521164"/>
                  </a:moveTo>
                  <a:lnTo>
                    <a:pt x="808267" y="515421"/>
                  </a:lnTo>
                  <a:lnTo>
                    <a:pt x="778247" y="508027"/>
                  </a:lnTo>
                  <a:close/>
                  <a:moveTo>
                    <a:pt x="661904" y="322191"/>
                  </a:moveTo>
                  <a:lnTo>
                    <a:pt x="624090" y="337355"/>
                  </a:lnTo>
                  <a:lnTo>
                    <a:pt x="607706" y="340340"/>
                  </a:lnTo>
                  <a:close/>
                  <a:moveTo>
                    <a:pt x="659555" y="335611"/>
                  </a:moveTo>
                  <a:lnTo>
                    <a:pt x="690448" y="337584"/>
                  </a:lnTo>
                  <a:lnTo>
                    <a:pt x="661904" y="322191"/>
                  </a:lnTo>
                  <a:close/>
                  <a:moveTo>
                    <a:pt x="563862" y="300991"/>
                  </a:moveTo>
                  <a:lnTo>
                    <a:pt x="541373" y="305679"/>
                  </a:lnTo>
                  <a:lnTo>
                    <a:pt x="553403" y="312074"/>
                  </a:lnTo>
                  <a:close/>
                  <a:moveTo>
                    <a:pt x="563862" y="300991"/>
                  </a:moveTo>
                  <a:lnTo>
                    <a:pt x="570956" y="308717"/>
                  </a:lnTo>
                  <a:lnTo>
                    <a:pt x="567231" y="294890"/>
                  </a:lnTo>
                  <a:close/>
                  <a:moveTo>
                    <a:pt x="570956" y="308717"/>
                  </a:moveTo>
                  <a:lnTo>
                    <a:pt x="607706" y="340340"/>
                  </a:lnTo>
                  <a:lnTo>
                    <a:pt x="624090" y="337355"/>
                  </a:lnTo>
                  <a:close/>
                  <a:moveTo>
                    <a:pt x="1019730" y="691800"/>
                  </a:moveTo>
                  <a:lnTo>
                    <a:pt x="1041272" y="734205"/>
                  </a:lnTo>
                  <a:lnTo>
                    <a:pt x="1051254" y="685086"/>
                  </a:lnTo>
                  <a:close/>
                  <a:moveTo>
                    <a:pt x="997373" y="699195"/>
                  </a:moveTo>
                  <a:lnTo>
                    <a:pt x="1041272" y="734205"/>
                  </a:lnTo>
                  <a:lnTo>
                    <a:pt x="1019730" y="691800"/>
                  </a:lnTo>
                  <a:close/>
                  <a:moveTo>
                    <a:pt x="998811" y="696891"/>
                  </a:moveTo>
                  <a:lnTo>
                    <a:pt x="997373" y="699195"/>
                  </a:lnTo>
                  <a:lnTo>
                    <a:pt x="1019730" y="691800"/>
                  </a:lnTo>
                  <a:close/>
                  <a:moveTo>
                    <a:pt x="995674" y="698066"/>
                  </a:moveTo>
                  <a:lnTo>
                    <a:pt x="998811" y="696891"/>
                  </a:lnTo>
                  <a:lnTo>
                    <a:pt x="965317" y="697032"/>
                  </a:lnTo>
                  <a:close/>
                  <a:moveTo>
                    <a:pt x="873958" y="582887"/>
                  </a:moveTo>
                  <a:lnTo>
                    <a:pt x="877355" y="588930"/>
                  </a:lnTo>
                  <a:lnTo>
                    <a:pt x="883086" y="554642"/>
                  </a:lnTo>
                  <a:close/>
                  <a:moveTo>
                    <a:pt x="883086" y="554642"/>
                  </a:moveTo>
                  <a:lnTo>
                    <a:pt x="895117" y="571255"/>
                  </a:lnTo>
                  <a:lnTo>
                    <a:pt x="917730" y="559592"/>
                  </a:lnTo>
                  <a:close/>
                  <a:moveTo>
                    <a:pt x="777800" y="410147"/>
                  </a:moveTo>
                  <a:lnTo>
                    <a:pt x="793329" y="397614"/>
                  </a:lnTo>
                  <a:lnTo>
                    <a:pt x="812394" y="414909"/>
                  </a:lnTo>
                  <a:close/>
                  <a:moveTo>
                    <a:pt x="661904" y="322191"/>
                  </a:moveTo>
                  <a:lnTo>
                    <a:pt x="689816" y="301975"/>
                  </a:lnTo>
                  <a:lnTo>
                    <a:pt x="705101" y="277707"/>
                  </a:lnTo>
                  <a:close/>
                  <a:moveTo>
                    <a:pt x="1019730" y="691800"/>
                  </a:moveTo>
                  <a:lnTo>
                    <a:pt x="965317" y="697032"/>
                  </a:lnTo>
                  <a:lnTo>
                    <a:pt x="998811" y="696891"/>
                  </a:lnTo>
                  <a:close/>
                  <a:moveTo>
                    <a:pt x="1019730" y="691800"/>
                  </a:moveTo>
                  <a:lnTo>
                    <a:pt x="986440" y="691912"/>
                  </a:lnTo>
                  <a:lnTo>
                    <a:pt x="965317" y="697032"/>
                  </a:lnTo>
                  <a:close/>
                  <a:moveTo>
                    <a:pt x="1022662" y="677500"/>
                  </a:moveTo>
                  <a:lnTo>
                    <a:pt x="986440" y="691912"/>
                  </a:lnTo>
                  <a:lnTo>
                    <a:pt x="1019730" y="691800"/>
                  </a:lnTo>
                  <a:close/>
                  <a:moveTo>
                    <a:pt x="1051822" y="680881"/>
                  </a:moveTo>
                  <a:lnTo>
                    <a:pt x="1019730" y="691800"/>
                  </a:lnTo>
                  <a:lnTo>
                    <a:pt x="1051254" y="685086"/>
                  </a:lnTo>
                  <a:close/>
                  <a:moveTo>
                    <a:pt x="1051822" y="680881"/>
                  </a:moveTo>
                  <a:lnTo>
                    <a:pt x="1022662" y="677500"/>
                  </a:lnTo>
                  <a:lnTo>
                    <a:pt x="1019730" y="691800"/>
                  </a:lnTo>
                  <a:close/>
                  <a:moveTo>
                    <a:pt x="1022662" y="677500"/>
                  </a:moveTo>
                  <a:lnTo>
                    <a:pt x="1051822" y="680881"/>
                  </a:lnTo>
                  <a:lnTo>
                    <a:pt x="1053665" y="634636"/>
                  </a:lnTo>
                  <a:close/>
                  <a:moveTo>
                    <a:pt x="1051822" y="680881"/>
                  </a:moveTo>
                  <a:lnTo>
                    <a:pt x="1051254" y="685086"/>
                  </a:lnTo>
                  <a:lnTo>
                    <a:pt x="1054111" y="682012"/>
                  </a:lnTo>
                  <a:close/>
                  <a:moveTo>
                    <a:pt x="1053665" y="634636"/>
                  </a:moveTo>
                  <a:lnTo>
                    <a:pt x="1051822" y="680881"/>
                  </a:lnTo>
                  <a:lnTo>
                    <a:pt x="1054111" y="682012"/>
                  </a:lnTo>
                  <a:close/>
                  <a:moveTo>
                    <a:pt x="955557" y="525978"/>
                  </a:moveTo>
                  <a:lnTo>
                    <a:pt x="930858" y="518970"/>
                  </a:lnTo>
                  <a:lnTo>
                    <a:pt x="917730" y="559592"/>
                  </a:lnTo>
                  <a:close/>
                  <a:moveTo>
                    <a:pt x="837062" y="362060"/>
                  </a:moveTo>
                  <a:lnTo>
                    <a:pt x="870241" y="362175"/>
                  </a:lnTo>
                  <a:lnTo>
                    <a:pt x="868818" y="318584"/>
                  </a:lnTo>
                  <a:close/>
                  <a:moveTo>
                    <a:pt x="863849" y="386508"/>
                  </a:moveTo>
                  <a:lnTo>
                    <a:pt x="894511" y="376570"/>
                  </a:lnTo>
                  <a:lnTo>
                    <a:pt x="891520" y="353606"/>
                  </a:lnTo>
                  <a:close/>
                  <a:moveTo>
                    <a:pt x="807362" y="98709"/>
                  </a:moveTo>
                  <a:lnTo>
                    <a:pt x="815142" y="136560"/>
                  </a:lnTo>
                  <a:lnTo>
                    <a:pt x="802572" y="115892"/>
                  </a:lnTo>
                  <a:close/>
                  <a:moveTo>
                    <a:pt x="852508" y="18614"/>
                  </a:moveTo>
                  <a:lnTo>
                    <a:pt x="830713" y="25199"/>
                  </a:lnTo>
                  <a:lnTo>
                    <a:pt x="845455" y="29112"/>
                  </a:lnTo>
                  <a:close/>
                  <a:moveTo>
                    <a:pt x="830713" y="25199"/>
                  </a:moveTo>
                  <a:lnTo>
                    <a:pt x="852508" y="18614"/>
                  </a:lnTo>
                  <a:lnTo>
                    <a:pt x="863401" y="0"/>
                  </a:lnTo>
                  <a:close/>
                  <a:moveTo>
                    <a:pt x="809206" y="18158"/>
                  </a:moveTo>
                  <a:lnTo>
                    <a:pt x="830713" y="25199"/>
                  </a:lnTo>
                  <a:lnTo>
                    <a:pt x="863401" y="0"/>
                  </a:lnTo>
                  <a:close/>
                  <a:moveTo>
                    <a:pt x="845455" y="29112"/>
                  </a:moveTo>
                  <a:lnTo>
                    <a:pt x="884302" y="8016"/>
                  </a:lnTo>
                  <a:lnTo>
                    <a:pt x="852508" y="18614"/>
                  </a:lnTo>
                  <a:close/>
                  <a:moveTo>
                    <a:pt x="901310" y="17158"/>
                  </a:moveTo>
                  <a:lnTo>
                    <a:pt x="884302" y="8016"/>
                  </a:lnTo>
                  <a:lnTo>
                    <a:pt x="845455" y="29112"/>
                  </a:lnTo>
                  <a:close/>
                  <a:moveTo>
                    <a:pt x="852508" y="18614"/>
                  </a:moveTo>
                  <a:lnTo>
                    <a:pt x="884302" y="8016"/>
                  </a:lnTo>
                  <a:lnTo>
                    <a:pt x="863401" y="0"/>
                  </a:lnTo>
                  <a:close/>
                  <a:moveTo>
                    <a:pt x="1019121" y="9172"/>
                  </a:moveTo>
                  <a:lnTo>
                    <a:pt x="1035318" y="40751"/>
                  </a:lnTo>
                  <a:lnTo>
                    <a:pt x="1044476" y="47159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39" name="Input_density__138">
              <a:extLst>
                <a:ext uri="{FF2B5EF4-FFF2-40B4-BE49-F238E27FC236}">
                  <a16:creationId xmlns:a16="http://schemas.microsoft.com/office/drawing/2014/main" id="{6B38166F-1A44-F20C-BD9F-15141445FB7F}"/>
                </a:ext>
              </a:extLst>
            </p:cNvPr>
            <p:cNvSpPr>
              <a:spLocks noGrp="1"/>
            </p:cNvSpPr>
            <p:nvPr/>
          </p:nvSpPr>
          <p:spPr>
            <a:xfrm>
              <a:off x="699584" y="1491545"/>
              <a:ext cx="988324" cy="1151877"/>
            </a:xfrm>
            <a:custGeom>
              <a:avLst/>
              <a:gdLst/>
              <a:ahLst/>
              <a:cxnLst/>
              <a:rect l="0" t="0" r="0" b="0"/>
              <a:pathLst>
                <a:path w="988324" h="1151877">
                  <a:moveTo>
                    <a:pt x="275512" y="1131681"/>
                  </a:moveTo>
                  <a:lnTo>
                    <a:pt x="301330" y="1151877"/>
                  </a:lnTo>
                  <a:lnTo>
                    <a:pt x="306031" y="1123468"/>
                  </a:lnTo>
                  <a:close/>
                  <a:moveTo>
                    <a:pt x="275512" y="1131681"/>
                  </a:moveTo>
                  <a:lnTo>
                    <a:pt x="306031" y="1123468"/>
                  </a:lnTo>
                  <a:lnTo>
                    <a:pt x="257791" y="1113668"/>
                  </a:lnTo>
                  <a:close/>
                  <a:moveTo>
                    <a:pt x="218102" y="1051282"/>
                  </a:moveTo>
                  <a:lnTo>
                    <a:pt x="235813" y="1040987"/>
                  </a:lnTo>
                  <a:lnTo>
                    <a:pt x="229110" y="1034802"/>
                  </a:lnTo>
                  <a:close/>
                  <a:moveTo>
                    <a:pt x="324435" y="1063759"/>
                  </a:moveTo>
                  <a:lnTo>
                    <a:pt x="304744" y="1023804"/>
                  </a:lnTo>
                  <a:lnTo>
                    <a:pt x="278666" y="1029133"/>
                  </a:lnTo>
                  <a:close/>
                  <a:moveTo>
                    <a:pt x="272919" y="989058"/>
                  </a:moveTo>
                  <a:lnTo>
                    <a:pt x="272737" y="977132"/>
                  </a:lnTo>
                  <a:lnTo>
                    <a:pt x="237428" y="969695"/>
                  </a:lnTo>
                  <a:close/>
                  <a:moveTo>
                    <a:pt x="56482" y="693009"/>
                  </a:moveTo>
                  <a:lnTo>
                    <a:pt x="40693" y="704069"/>
                  </a:lnTo>
                  <a:lnTo>
                    <a:pt x="52503" y="701922"/>
                  </a:lnTo>
                  <a:close/>
                  <a:moveTo>
                    <a:pt x="0" y="673438"/>
                  </a:moveTo>
                  <a:lnTo>
                    <a:pt x="40693" y="704069"/>
                  </a:lnTo>
                  <a:lnTo>
                    <a:pt x="56482" y="693009"/>
                  </a:lnTo>
                  <a:close/>
                  <a:moveTo>
                    <a:pt x="52503" y="701922"/>
                  </a:moveTo>
                  <a:lnTo>
                    <a:pt x="35461" y="712878"/>
                  </a:lnTo>
                  <a:lnTo>
                    <a:pt x="56482" y="693009"/>
                  </a:lnTo>
                  <a:close/>
                  <a:moveTo>
                    <a:pt x="242436" y="942005"/>
                  </a:moveTo>
                  <a:lnTo>
                    <a:pt x="282809" y="918581"/>
                  </a:lnTo>
                  <a:lnTo>
                    <a:pt x="255833" y="913454"/>
                  </a:lnTo>
                  <a:close/>
                  <a:moveTo>
                    <a:pt x="269970" y="870576"/>
                  </a:moveTo>
                  <a:lnTo>
                    <a:pt x="257964" y="859601"/>
                  </a:lnTo>
                  <a:lnTo>
                    <a:pt x="255833" y="913454"/>
                  </a:lnTo>
                  <a:close/>
                  <a:moveTo>
                    <a:pt x="255833" y="913454"/>
                  </a:moveTo>
                  <a:lnTo>
                    <a:pt x="292119" y="896356"/>
                  </a:lnTo>
                  <a:lnTo>
                    <a:pt x="269970" y="870576"/>
                  </a:lnTo>
                  <a:close/>
                  <a:moveTo>
                    <a:pt x="255833" y="913454"/>
                  </a:moveTo>
                  <a:lnTo>
                    <a:pt x="282809" y="918581"/>
                  </a:lnTo>
                  <a:lnTo>
                    <a:pt x="292119" y="896356"/>
                  </a:lnTo>
                  <a:close/>
                  <a:moveTo>
                    <a:pt x="257964" y="859601"/>
                  </a:moveTo>
                  <a:lnTo>
                    <a:pt x="238946" y="822846"/>
                  </a:lnTo>
                  <a:lnTo>
                    <a:pt x="228846" y="863559"/>
                  </a:lnTo>
                  <a:close/>
                  <a:moveTo>
                    <a:pt x="53472" y="611641"/>
                  </a:moveTo>
                  <a:lnTo>
                    <a:pt x="934" y="583785"/>
                  </a:lnTo>
                  <a:lnTo>
                    <a:pt x="24294" y="619499"/>
                  </a:lnTo>
                  <a:close/>
                  <a:moveTo>
                    <a:pt x="257964" y="859601"/>
                  </a:moveTo>
                  <a:lnTo>
                    <a:pt x="263045" y="805663"/>
                  </a:lnTo>
                  <a:lnTo>
                    <a:pt x="238946" y="822846"/>
                  </a:lnTo>
                  <a:close/>
                  <a:moveTo>
                    <a:pt x="263045" y="805663"/>
                  </a:moveTo>
                  <a:lnTo>
                    <a:pt x="239993" y="786091"/>
                  </a:lnTo>
                  <a:lnTo>
                    <a:pt x="238946" y="822846"/>
                  </a:lnTo>
                  <a:close/>
                  <a:moveTo>
                    <a:pt x="79066" y="590833"/>
                  </a:moveTo>
                  <a:lnTo>
                    <a:pt x="83149" y="574181"/>
                  </a:lnTo>
                  <a:lnTo>
                    <a:pt x="84908" y="602316"/>
                  </a:lnTo>
                  <a:close/>
                  <a:moveTo>
                    <a:pt x="104059" y="623994"/>
                  </a:moveTo>
                  <a:lnTo>
                    <a:pt x="136714" y="621509"/>
                  </a:lnTo>
                  <a:lnTo>
                    <a:pt x="120489" y="628992"/>
                  </a:lnTo>
                  <a:close/>
                  <a:moveTo>
                    <a:pt x="341282" y="719174"/>
                  </a:moveTo>
                  <a:lnTo>
                    <a:pt x="310491" y="717118"/>
                  </a:lnTo>
                  <a:lnTo>
                    <a:pt x="349087" y="724814"/>
                  </a:lnTo>
                  <a:close/>
                  <a:moveTo>
                    <a:pt x="80017" y="511623"/>
                  </a:moveTo>
                  <a:lnTo>
                    <a:pt x="126707" y="534443"/>
                  </a:lnTo>
                  <a:lnTo>
                    <a:pt x="119105" y="495876"/>
                  </a:lnTo>
                  <a:close/>
                  <a:moveTo>
                    <a:pt x="80017" y="511623"/>
                  </a:moveTo>
                  <a:lnTo>
                    <a:pt x="101415" y="548378"/>
                  </a:lnTo>
                  <a:lnTo>
                    <a:pt x="126707" y="534443"/>
                  </a:lnTo>
                  <a:close/>
                  <a:moveTo>
                    <a:pt x="154854" y="538648"/>
                  </a:moveTo>
                  <a:lnTo>
                    <a:pt x="144516" y="494439"/>
                  </a:lnTo>
                  <a:lnTo>
                    <a:pt x="119105" y="495876"/>
                  </a:lnTo>
                  <a:close/>
                  <a:moveTo>
                    <a:pt x="119105" y="495876"/>
                  </a:moveTo>
                  <a:lnTo>
                    <a:pt x="144516" y="494439"/>
                  </a:lnTo>
                  <a:lnTo>
                    <a:pt x="119713" y="490106"/>
                  </a:lnTo>
                  <a:close/>
                  <a:moveTo>
                    <a:pt x="446423" y="777366"/>
                  </a:moveTo>
                  <a:lnTo>
                    <a:pt x="425386" y="734541"/>
                  </a:lnTo>
                  <a:lnTo>
                    <a:pt x="404108" y="739933"/>
                  </a:lnTo>
                  <a:close/>
                  <a:moveTo>
                    <a:pt x="377185" y="733659"/>
                  </a:moveTo>
                  <a:lnTo>
                    <a:pt x="349087" y="724814"/>
                  </a:lnTo>
                  <a:lnTo>
                    <a:pt x="315427" y="723542"/>
                  </a:lnTo>
                  <a:close/>
                  <a:moveTo>
                    <a:pt x="377185" y="733659"/>
                  </a:moveTo>
                  <a:lnTo>
                    <a:pt x="315427" y="723542"/>
                  </a:lnTo>
                  <a:lnTo>
                    <a:pt x="339198" y="716208"/>
                  </a:lnTo>
                  <a:close/>
                  <a:moveTo>
                    <a:pt x="377185" y="733659"/>
                  </a:moveTo>
                  <a:lnTo>
                    <a:pt x="379090" y="734541"/>
                  </a:lnTo>
                  <a:lnTo>
                    <a:pt x="383615" y="729332"/>
                  </a:lnTo>
                  <a:close/>
                  <a:moveTo>
                    <a:pt x="349087" y="724814"/>
                  </a:moveTo>
                  <a:lnTo>
                    <a:pt x="377185" y="733659"/>
                  </a:lnTo>
                  <a:lnTo>
                    <a:pt x="383615" y="729332"/>
                  </a:lnTo>
                  <a:close/>
                  <a:moveTo>
                    <a:pt x="419722" y="768121"/>
                  </a:moveTo>
                  <a:lnTo>
                    <a:pt x="404108" y="739933"/>
                  </a:lnTo>
                  <a:lnTo>
                    <a:pt x="379090" y="734541"/>
                  </a:lnTo>
                  <a:close/>
                  <a:moveTo>
                    <a:pt x="144516" y="494439"/>
                  </a:moveTo>
                  <a:lnTo>
                    <a:pt x="154653" y="496163"/>
                  </a:lnTo>
                  <a:lnTo>
                    <a:pt x="125291" y="490847"/>
                  </a:lnTo>
                  <a:close/>
                  <a:moveTo>
                    <a:pt x="119713" y="490106"/>
                  </a:moveTo>
                  <a:lnTo>
                    <a:pt x="144516" y="494439"/>
                  </a:lnTo>
                  <a:lnTo>
                    <a:pt x="125291" y="490847"/>
                  </a:lnTo>
                  <a:close/>
                  <a:moveTo>
                    <a:pt x="148895" y="378426"/>
                  </a:moveTo>
                  <a:lnTo>
                    <a:pt x="93810" y="393259"/>
                  </a:lnTo>
                  <a:lnTo>
                    <a:pt x="117034" y="383880"/>
                  </a:lnTo>
                  <a:close/>
                  <a:moveTo>
                    <a:pt x="521347" y="833037"/>
                  </a:moveTo>
                  <a:lnTo>
                    <a:pt x="532600" y="816424"/>
                  </a:lnTo>
                  <a:lnTo>
                    <a:pt x="503061" y="830561"/>
                  </a:lnTo>
                  <a:close/>
                  <a:moveTo>
                    <a:pt x="521347" y="833037"/>
                  </a:moveTo>
                  <a:lnTo>
                    <a:pt x="553645" y="833867"/>
                  </a:lnTo>
                  <a:lnTo>
                    <a:pt x="532600" y="816424"/>
                  </a:lnTo>
                  <a:close/>
                  <a:moveTo>
                    <a:pt x="357452" y="570338"/>
                  </a:moveTo>
                  <a:lnTo>
                    <a:pt x="314395" y="579703"/>
                  </a:lnTo>
                  <a:lnTo>
                    <a:pt x="311069" y="611038"/>
                  </a:lnTo>
                  <a:close/>
                  <a:moveTo>
                    <a:pt x="357452" y="570338"/>
                  </a:moveTo>
                  <a:lnTo>
                    <a:pt x="357841" y="565126"/>
                  </a:lnTo>
                  <a:lnTo>
                    <a:pt x="347333" y="535266"/>
                  </a:lnTo>
                  <a:close/>
                  <a:moveTo>
                    <a:pt x="314395" y="579703"/>
                  </a:moveTo>
                  <a:lnTo>
                    <a:pt x="357452" y="570338"/>
                  </a:lnTo>
                  <a:lnTo>
                    <a:pt x="347333" y="535266"/>
                  </a:lnTo>
                  <a:close/>
                  <a:moveTo>
                    <a:pt x="357841" y="565126"/>
                  </a:moveTo>
                  <a:lnTo>
                    <a:pt x="360799" y="570338"/>
                  </a:lnTo>
                  <a:lnTo>
                    <a:pt x="347333" y="535266"/>
                  </a:lnTo>
                  <a:close/>
                  <a:moveTo>
                    <a:pt x="148895" y="378426"/>
                  </a:moveTo>
                  <a:lnTo>
                    <a:pt x="117034" y="383880"/>
                  </a:lnTo>
                  <a:lnTo>
                    <a:pt x="175617" y="382126"/>
                  </a:lnTo>
                  <a:close/>
                  <a:moveTo>
                    <a:pt x="184033" y="385224"/>
                  </a:moveTo>
                  <a:lnTo>
                    <a:pt x="186259" y="386563"/>
                  </a:lnTo>
                  <a:lnTo>
                    <a:pt x="201662" y="393441"/>
                  </a:lnTo>
                  <a:close/>
                  <a:moveTo>
                    <a:pt x="212758" y="396417"/>
                  </a:moveTo>
                  <a:lnTo>
                    <a:pt x="201662" y="393441"/>
                  </a:lnTo>
                  <a:lnTo>
                    <a:pt x="186259" y="386563"/>
                  </a:lnTo>
                  <a:close/>
                  <a:moveTo>
                    <a:pt x="839604" y="1077148"/>
                  </a:moveTo>
                  <a:lnTo>
                    <a:pt x="813370" y="1071386"/>
                  </a:lnTo>
                  <a:lnTo>
                    <a:pt x="800199" y="1097843"/>
                  </a:lnTo>
                  <a:close/>
                  <a:moveTo>
                    <a:pt x="326383" y="480463"/>
                  </a:moveTo>
                  <a:lnTo>
                    <a:pt x="366826" y="502514"/>
                  </a:lnTo>
                  <a:lnTo>
                    <a:pt x="329079" y="479644"/>
                  </a:lnTo>
                  <a:close/>
                  <a:moveTo>
                    <a:pt x="263531" y="461671"/>
                  </a:moveTo>
                  <a:lnTo>
                    <a:pt x="286002" y="449479"/>
                  </a:lnTo>
                  <a:lnTo>
                    <a:pt x="326383" y="480463"/>
                  </a:lnTo>
                  <a:close/>
                  <a:moveTo>
                    <a:pt x="265824" y="460072"/>
                  </a:moveTo>
                  <a:lnTo>
                    <a:pt x="263531" y="461671"/>
                  </a:lnTo>
                  <a:lnTo>
                    <a:pt x="326383" y="480463"/>
                  </a:lnTo>
                  <a:close/>
                  <a:moveTo>
                    <a:pt x="277241" y="442889"/>
                  </a:moveTo>
                  <a:lnTo>
                    <a:pt x="262245" y="456862"/>
                  </a:lnTo>
                  <a:lnTo>
                    <a:pt x="235686" y="410527"/>
                  </a:lnTo>
                  <a:close/>
                  <a:moveTo>
                    <a:pt x="284312" y="406134"/>
                  </a:moveTo>
                  <a:lnTo>
                    <a:pt x="262245" y="456862"/>
                  </a:lnTo>
                  <a:lnTo>
                    <a:pt x="265824" y="460072"/>
                  </a:lnTo>
                  <a:close/>
                  <a:moveTo>
                    <a:pt x="658883" y="810439"/>
                  </a:moveTo>
                  <a:lnTo>
                    <a:pt x="677003" y="847194"/>
                  </a:lnTo>
                  <a:lnTo>
                    <a:pt x="659070" y="802336"/>
                  </a:lnTo>
                  <a:close/>
                  <a:moveTo>
                    <a:pt x="697276" y="769768"/>
                  </a:moveTo>
                  <a:lnTo>
                    <a:pt x="659070" y="802336"/>
                  </a:lnTo>
                  <a:lnTo>
                    <a:pt x="665756" y="776498"/>
                  </a:lnTo>
                  <a:close/>
                  <a:moveTo>
                    <a:pt x="362209" y="389042"/>
                  </a:moveTo>
                  <a:lnTo>
                    <a:pt x="334294" y="406134"/>
                  </a:lnTo>
                  <a:lnTo>
                    <a:pt x="329466" y="433209"/>
                  </a:lnTo>
                  <a:close/>
                  <a:moveTo>
                    <a:pt x="329466" y="433209"/>
                  </a:moveTo>
                  <a:lnTo>
                    <a:pt x="334294" y="406134"/>
                  </a:lnTo>
                  <a:lnTo>
                    <a:pt x="319319" y="396712"/>
                  </a:lnTo>
                  <a:close/>
                  <a:moveTo>
                    <a:pt x="319319" y="396712"/>
                  </a:moveTo>
                  <a:lnTo>
                    <a:pt x="334294" y="406134"/>
                  </a:lnTo>
                  <a:lnTo>
                    <a:pt x="313051" y="357060"/>
                  </a:lnTo>
                  <a:close/>
                  <a:moveTo>
                    <a:pt x="313051" y="357060"/>
                  </a:moveTo>
                  <a:lnTo>
                    <a:pt x="362134" y="388761"/>
                  </a:lnTo>
                  <a:lnTo>
                    <a:pt x="326342" y="352196"/>
                  </a:lnTo>
                  <a:close/>
                  <a:moveTo>
                    <a:pt x="313051" y="357060"/>
                  </a:moveTo>
                  <a:lnTo>
                    <a:pt x="326342" y="352196"/>
                  </a:lnTo>
                  <a:lnTo>
                    <a:pt x="317706" y="347229"/>
                  </a:lnTo>
                  <a:close/>
                  <a:moveTo>
                    <a:pt x="667012" y="830011"/>
                  </a:moveTo>
                  <a:lnTo>
                    <a:pt x="662438" y="793256"/>
                  </a:lnTo>
                  <a:lnTo>
                    <a:pt x="659070" y="802336"/>
                  </a:lnTo>
                  <a:close/>
                  <a:moveTo>
                    <a:pt x="891676" y="927661"/>
                  </a:moveTo>
                  <a:lnTo>
                    <a:pt x="855678" y="929838"/>
                  </a:lnTo>
                  <a:lnTo>
                    <a:pt x="895166" y="969570"/>
                  </a:lnTo>
                  <a:close/>
                  <a:moveTo>
                    <a:pt x="686619" y="758293"/>
                  </a:moveTo>
                  <a:lnTo>
                    <a:pt x="709663" y="776072"/>
                  </a:lnTo>
                  <a:lnTo>
                    <a:pt x="697276" y="769768"/>
                  </a:lnTo>
                  <a:close/>
                  <a:moveTo>
                    <a:pt x="665756" y="776498"/>
                  </a:moveTo>
                  <a:lnTo>
                    <a:pt x="686619" y="758293"/>
                  </a:lnTo>
                  <a:lnTo>
                    <a:pt x="697276" y="769768"/>
                  </a:lnTo>
                  <a:close/>
                  <a:moveTo>
                    <a:pt x="548558" y="587466"/>
                  </a:moveTo>
                  <a:lnTo>
                    <a:pt x="541895" y="592596"/>
                  </a:lnTo>
                  <a:lnTo>
                    <a:pt x="564806" y="555543"/>
                  </a:lnTo>
                  <a:close/>
                  <a:moveTo>
                    <a:pt x="407962" y="371767"/>
                  </a:moveTo>
                  <a:lnTo>
                    <a:pt x="410251" y="376962"/>
                  </a:lnTo>
                  <a:lnTo>
                    <a:pt x="390382" y="398167"/>
                  </a:lnTo>
                  <a:close/>
                  <a:moveTo>
                    <a:pt x="346567" y="335013"/>
                  </a:moveTo>
                  <a:lnTo>
                    <a:pt x="362134" y="388761"/>
                  </a:lnTo>
                  <a:lnTo>
                    <a:pt x="379886" y="358925"/>
                  </a:lnTo>
                  <a:close/>
                  <a:moveTo>
                    <a:pt x="346567" y="335013"/>
                  </a:moveTo>
                  <a:lnTo>
                    <a:pt x="326342" y="352196"/>
                  </a:lnTo>
                  <a:lnTo>
                    <a:pt x="362134" y="388761"/>
                  </a:lnTo>
                  <a:close/>
                  <a:moveTo>
                    <a:pt x="326342" y="352196"/>
                  </a:moveTo>
                  <a:lnTo>
                    <a:pt x="346567" y="335013"/>
                  </a:lnTo>
                  <a:lnTo>
                    <a:pt x="317706" y="347229"/>
                  </a:lnTo>
                  <a:close/>
                  <a:moveTo>
                    <a:pt x="657609" y="702562"/>
                  </a:moveTo>
                  <a:lnTo>
                    <a:pt x="654685" y="716406"/>
                  </a:lnTo>
                  <a:lnTo>
                    <a:pt x="679510" y="731711"/>
                  </a:lnTo>
                  <a:close/>
                  <a:moveTo>
                    <a:pt x="519175" y="482032"/>
                  </a:moveTo>
                  <a:lnTo>
                    <a:pt x="575866" y="502572"/>
                  </a:lnTo>
                  <a:lnTo>
                    <a:pt x="559712" y="470959"/>
                  </a:lnTo>
                  <a:close/>
                  <a:moveTo>
                    <a:pt x="559712" y="470959"/>
                  </a:moveTo>
                  <a:lnTo>
                    <a:pt x="511135" y="475915"/>
                  </a:lnTo>
                  <a:lnTo>
                    <a:pt x="519175" y="482032"/>
                  </a:lnTo>
                  <a:close/>
                  <a:moveTo>
                    <a:pt x="521479" y="430206"/>
                  </a:moveTo>
                  <a:lnTo>
                    <a:pt x="511135" y="475915"/>
                  </a:lnTo>
                  <a:lnTo>
                    <a:pt x="559712" y="470959"/>
                  </a:lnTo>
                  <a:close/>
                  <a:moveTo>
                    <a:pt x="556297" y="428988"/>
                  </a:moveTo>
                  <a:lnTo>
                    <a:pt x="521479" y="430206"/>
                  </a:lnTo>
                  <a:lnTo>
                    <a:pt x="559712" y="470959"/>
                  </a:lnTo>
                  <a:close/>
                  <a:moveTo>
                    <a:pt x="521479" y="430206"/>
                  </a:moveTo>
                  <a:lnTo>
                    <a:pt x="555126" y="419605"/>
                  </a:lnTo>
                  <a:lnTo>
                    <a:pt x="496780" y="408522"/>
                  </a:lnTo>
                  <a:close/>
                  <a:moveTo>
                    <a:pt x="407962" y="371767"/>
                  </a:moveTo>
                  <a:lnTo>
                    <a:pt x="428708" y="361956"/>
                  </a:lnTo>
                  <a:lnTo>
                    <a:pt x="379886" y="358925"/>
                  </a:lnTo>
                  <a:close/>
                  <a:moveTo>
                    <a:pt x="921425" y="858728"/>
                  </a:moveTo>
                  <a:lnTo>
                    <a:pt x="958268" y="855863"/>
                  </a:lnTo>
                  <a:lnTo>
                    <a:pt x="950286" y="817606"/>
                  </a:lnTo>
                  <a:close/>
                  <a:moveTo>
                    <a:pt x="921425" y="858728"/>
                  </a:moveTo>
                  <a:lnTo>
                    <a:pt x="950286" y="817606"/>
                  </a:lnTo>
                  <a:lnTo>
                    <a:pt x="918059" y="816717"/>
                  </a:lnTo>
                  <a:close/>
                  <a:moveTo>
                    <a:pt x="984240" y="861836"/>
                  </a:moveTo>
                  <a:lnTo>
                    <a:pt x="950286" y="817606"/>
                  </a:lnTo>
                  <a:lnTo>
                    <a:pt x="958268" y="855863"/>
                  </a:lnTo>
                  <a:close/>
                  <a:moveTo>
                    <a:pt x="882004" y="818941"/>
                  </a:moveTo>
                  <a:lnTo>
                    <a:pt x="918059" y="816717"/>
                  </a:lnTo>
                  <a:lnTo>
                    <a:pt x="872780" y="781693"/>
                  </a:lnTo>
                  <a:close/>
                  <a:moveTo>
                    <a:pt x="918059" y="816717"/>
                  </a:moveTo>
                  <a:lnTo>
                    <a:pt x="950286" y="817606"/>
                  </a:lnTo>
                  <a:lnTo>
                    <a:pt x="925060" y="806117"/>
                  </a:lnTo>
                  <a:close/>
                  <a:moveTo>
                    <a:pt x="735274" y="623214"/>
                  </a:moveTo>
                  <a:lnTo>
                    <a:pt x="741250" y="617189"/>
                  </a:lnTo>
                  <a:lnTo>
                    <a:pt x="712273" y="633424"/>
                  </a:lnTo>
                  <a:close/>
                  <a:moveTo>
                    <a:pt x="757353" y="597621"/>
                  </a:moveTo>
                  <a:lnTo>
                    <a:pt x="755686" y="594686"/>
                  </a:lnTo>
                  <a:lnTo>
                    <a:pt x="736768" y="600430"/>
                  </a:lnTo>
                  <a:close/>
                  <a:moveTo>
                    <a:pt x="606974" y="414876"/>
                  </a:moveTo>
                  <a:lnTo>
                    <a:pt x="560451" y="428094"/>
                  </a:lnTo>
                  <a:lnTo>
                    <a:pt x="596812" y="450887"/>
                  </a:lnTo>
                  <a:close/>
                  <a:moveTo>
                    <a:pt x="555126" y="419605"/>
                  </a:moveTo>
                  <a:lnTo>
                    <a:pt x="560451" y="428094"/>
                  </a:lnTo>
                  <a:lnTo>
                    <a:pt x="609324" y="401456"/>
                  </a:lnTo>
                  <a:close/>
                  <a:moveTo>
                    <a:pt x="501924" y="337401"/>
                  </a:moveTo>
                  <a:lnTo>
                    <a:pt x="478604" y="348480"/>
                  </a:lnTo>
                  <a:lnTo>
                    <a:pt x="511282" y="380257"/>
                  </a:lnTo>
                  <a:close/>
                  <a:moveTo>
                    <a:pt x="762788" y="593203"/>
                  </a:moveTo>
                  <a:lnTo>
                    <a:pt x="725667" y="587292"/>
                  </a:lnTo>
                  <a:lnTo>
                    <a:pt x="755686" y="594686"/>
                  </a:lnTo>
                  <a:close/>
                  <a:moveTo>
                    <a:pt x="732924" y="545647"/>
                  </a:moveTo>
                  <a:lnTo>
                    <a:pt x="725667" y="587292"/>
                  </a:lnTo>
                  <a:lnTo>
                    <a:pt x="762788" y="593203"/>
                  </a:lnTo>
                  <a:close/>
                  <a:moveTo>
                    <a:pt x="764409" y="547138"/>
                  </a:moveTo>
                  <a:lnTo>
                    <a:pt x="732924" y="545647"/>
                  </a:lnTo>
                  <a:lnTo>
                    <a:pt x="762788" y="593203"/>
                  </a:lnTo>
                  <a:close/>
                  <a:moveTo>
                    <a:pt x="787269" y="568458"/>
                  </a:moveTo>
                  <a:lnTo>
                    <a:pt x="814114" y="578564"/>
                  </a:lnTo>
                  <a:lnTo>
                    <a:pt x="845369" y="564902"/>
                  </a:lnTo>
                  <a:close/>
                  <a:moveTo>
                    <a:pt x="732924" y="545647"/>
                  </a:moveTo>
                  <a:lnTo>
                    <a:pt x="764409" y="547138"/>
                  </a:lnTo>
                  <a:lnTo>
                    <a:pt x="760048" y="505936"/>
                  </a:lnTo>
                  <a:close/>
                  <a:moveTo>
                    <a:pt x="666760" y="410911"/>
                  </a:moveTo>
                  <a:lnTo>
                    <a:pt x="659273" y="399447"/>
                  </a:lnTo>
                  <a:lnTo>
                    <a:pt x="659135" y="366908"/>
                  </a:lnTo>
                  <a:close/>
                  <a:moveTo>
                    <a:pt x="525649" y="241558"/>
                  </a:moveTo>
                  <a:lnTo>
                    <a:pt x="535812" y="246707"/>
                  </a:lnTo>
                  <a:lnTo>
                    <a:pt x="499062" y="224695"/>
                  </a:lnTo>
                  <a:close/>
                  <a:moveTo>
                    <a:pt x="499062" y="224695"/>
                  </a:moveTo>
                  <a:lnTo>
                    <a:pt x="535812" y="246707"/>
                  </a:lnTo>
                  <a:lnTo>
                    <a:pt x="551913" y="253564"/>
                  </a:lnTo>
                  <a:close/>
                  <a:moveTo>
                    <a:pt x="972088" y="710387"/>
                  </a:moveTo>
                  <a:lnTo>
                    <a:pt x="988324" y="679528"/>
                  </a:lnTo>
                  <a:lnTo>
                    <a:pt x="957261" y="677694"/>
                  </a:lnTo>
                  <a:close/>
                  <a:moveTo>
                    <a:pt x="927662" y="674669"/>
                  </a:moveTo>
                  <a:lnTo>
                    <a:pt x="972088" y="710387"/>
                  </a:lnTo>
                  <a:lnTo>
                    <a:pt x="957261" y="677694"/>
                  </a:lnTo>
                  <a:close/>
                  <a:moveTo>
                    <a:pt x="927662" y="674669"/>
                  </a:moveTo>
                  <a:lnTo>
                    <a:pt x="957261" y="677694"/>
                  </a:lnTo>
                  <a:lnTo>
                    <a:pt x="940762" y="672406"/>
                  </a:lnTo>
                  <a:close/>
                  <a:moveTo>
                    <a:pt x="878277" y="598235"/>
                  </a:moveTo>
                  <a:lnTo>
                    <a:pt x="830506" y="633907"/>
                  </a:lnTo>
                  <a:lnTo>
                    <a:pt x="865149" y="638857"/>
                  </a:lnTo>
                  <a:close/>
                  <a:moveTo>
                    <a:pt x="535812" y="246707"/>
                  </a:moveTo>
                  <a:lnTo>
                    <a:pt x="532713" y="242084"/>
                  </a:lnTo>
                  <a:lnTo>
                    <a:pt x="562815" y="255937"/>
                  </a:lnTo>
                  <a:close/>
                  <a:moveTo>
                    <a:pt x="838940" y="432871"/>
                  </a:moveTo>
                  <a:lnTo>
                    <a:pt x="825451" y="396116"/>
                  </a:lnTo>
                  <a:lnTo>
                    <a:pt x="817660" y="441440"/>
                  </a:lnTo>
                  <a:close/>
                  <a:moveTo>
                    <a:pt x="825451" y="396116"/>
                  </a:moveTo>
                  <a:lnTo>
                    <a:pt x="816237" y="397849"/>
                  </a:lnTo>
                  <a:lnTo>
                    <a:pt x="817660" y="441440"/>
                  </a:lnTo>
                  <a:close/>
                  <a:moveTo>
                    <a:pt x="715278" y="336256"/>
                  </a:moveTo>
                  <a:lnTo>
                    <a:pt x="744174" y="359361"/>
                  </a:lnTo>
                  <a:lnTo>
                    <a:pt x="769466" y="364038"/>
                  </a:lnTo>
                  <a:close/>
                  <a:moveTo>
                    <a:pt x="715278" y="336256"/>
                  </a:moveTo>
                  <a:lnTo>
                    <a:pt x="769466" y="364038"/>
                  </a:lnTo>
                  <a:lnTo>
                    <a:pt x="753768" y="332053"/>
                  </a:lnTo>
                  <a:close/>
                  <a:moveTo>
                    <a:pt x="657698" y="176992"/>
                  </a:moveTo>
                  <a:lnTo>
                    <a:pt x="658396" y="171729"/>
                  </a:lnTo>
                  <a:lnTo>
                    <a:pt x="658950" y="192769"/>
                  </a:lnTo>
                  <a:close/>
                  <a:moveTo>
                    <a:pt x="838940" y="432871"/>
                  </a:moveTo>
                  <a:lnTo>
                    <a:pt x="836648" y="426003"/>
                  </a:lnTo>
                  <a:lnTo>
                    <a:pt x="825451" y="396116"/>
                  </a:lnTo>
                  <a:close/>
                  <a:moveTo>
                    <a:pt x="701379" y="123821"/>
                  </a:moveTo>
                  <a:lnTo>
                    <a:pt x="704411" y="122987"/>
                  </a:lnTo>
                  <a:lnTo>
                    <a:pt x="729529" y="158403"/>
                  </a:lnTo>
                  <a:close/>
                  <a:moveTo>
                    <a:pt x="904718" y="342177"/>
                  </a:moveTo>
                  <a:lnTo>
                    <a:pt x="933623" y="378932"/>
                  </a:lnTo>
                  <a:lnTo>
                    <a:pt x="958637" y="361749"/>
                  </a:lnTo>
                  <a:close/>
                  <a:moveTo>
                    <a:pt x="937139" y="324994"/>
                  </a:moveTo>
                  <a:lnTo>
                    <a:pt x="958637" y="361749"/>
                  </a:lnTo>
                  <a:lnTo>
                    <a:pt x="956687" y="344566"/>
                  </a:lnTo>
                  <a:close/>
                  <a:moveTo>
                    <a:pt x="934652" y="288239"/>
                  </a:moveTo>
                  <a:lnTo>
                    <a:pt x="958616" y="307811"/>
                  </a:lnTo>
                  <a:lnTo>
                    <a:pt x="957292" y="271055"/>
                  </a:lnTo>
                  <a:close/>
                  <a:moveTo>
                    <a:pt x="878193" y="124036"/>
                  </a:moveTo>
                  <a:lnTo>
                    <a:pt x="863205" y="150547"/>
                  </a:lnTo>
                  <a:lnTo>
                    <a:pt x="867342" y="114908"/>
                  </a:lnTo>
                  <a:close/>
                  <a:moveTo>
                    <a:pt x="850756" y="7795"/>
                  </a:moveTo>
                  <a:lnTo>
                    <a:pt x="881981" y="33342"/>
                  </a:lnTo>
                  <a:lnTo>
                    <a:pt x="843561" y="0"/>
                  </a:lnTo>
                  <a:close/>
                  <a:moveTo>
                    <a:pt x="910041" y="52914"/>
                  </a:moveTo>
                  <a:lnTo>
                    <a:pt x="915282" y="58274"/>
                  </a:lnTo>
                  <a:lnTo>
                    <a:pt x="866681" y="25951"/>
                  </a:lnTo>
                  <a:close/>
                  <a:moveTo>
                    <a:pt x="866681" y="25951"/>
                  </a:moveTo>
                  <a:lnTo>
                    <a:pt x="915282" y="58274"/>
                  </a:lnTo>
                  <a:lnTo>
                    <a:pt x="881981" y="33342"/>
                  </a:lnTo>
                  <a:close/>
                  <a:moveTo>
                    <a:pt x="881981" y="33342"/>
                  </a:moveTo>
                  <a:lnTo>
                    <a:pt x="915282" y="58274"/>
                  </a:lnTo>
                  <a:lnTo>
                    <a:pt x="896098" y="52743"/>
                  </a:lnTo>
                  <a:close/>
                  <a:moveTo>
                    <a:pt x="866681" y="25951"/>
                  </a:moveTo>
                  <a:lnTo>
                    <a:pt x="881981" y="33342"/>
                  </a:lnTo>
                  <a:lnTo>
                    <a:pt x="850756" y="7795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0" name="Input_density__139">
              <a:extLst>
                <a:ext uri="{FF2B5EF4-FFF2-40B4-BE49-F238E27FC236}">
                  <a16:creationId xmlns:a16="http://schemas.microsoft.com/office/drawing/2014/main" id="{CFB4E4DA-64E9-2491-6D30-ACCC63010744}"/>
                </a:ext>
              </a:extLst>
            </p:cNvPr>
            <p:cNvSpPr>
              <a:spLocks noGrp="1"/>
            </p:cNvSpPr>
            <p:nvPr/>
          </p:nvSpPr>
          <p:spPr>
            <a:xfrm>
              <a:off x="681070" y="1570810"/>
              <a:ext cx="1067378" cy="994061"/>
            </a:xfrm>
            <a:custGeom>
              <a:avLst/>
              <a:gdLst/>
              <a:ahLst/>
              <a:cxnLst/>
              <a:rect l="0" t="0" r="0" b="0"/>
              <a:pathLst>
                <a:path w="1067378" h="994061">
                  <a:moveTo>
                    <a:pt x="342949" y="984494"/>
                  </a:moveTo>
                  <a:lnTo>
                    <a:pt x="364500" y="994061"/>
                  </a:lnTo>
                  <a:lnTo>
                    <a:pt x="344187" y="971206"/>
                  </a:lnTo>
                  <a:close/>
                  <a:moveTo>
                    <a:pt x="344187" y="971206"/>
                  </a:moveTo>
                  <a:lnTo>
                    <a:pt x="373229" y="955216"/>
                  </a:lnTo>
                  <a:lnTo>
                    <a:pt x="350352" y="978475"/>
                  </a:lnTo>
                  <a:close/>
                  <a:moveTo>
                    <a:pt x="0" y="540234"/>
                  </a:moveTo>
                  <a:lnTo>
                    <a:pt x="19814" y="502955"/>
                  </a:lnTo>
                  <a:lnTo>
                    <a:pt x="26242" y="486296"/>
                  </a:lnTo>
                  <a:close/>
                  <a:moveTo>
                    <a:pt x="39076" y="449541"/>
                  </a:moveTo>
                  <a:lnTo>
                    <a:pt x="60192" y="407723"/>
                  </a:lnTo>
                  <a:lnTo>
                    <a:pt x="63711" y="395602"/>
                  </a:lnTo>
                  <a:close/>
                  <a:moveTo>
                    <a:pt x="265500" y="541330"/>
                  </a:moveTo>
                  <a:lnTo>
                    <a:pt x="276052" y="562194"/>
                  </a:lnTo>
                  <a:lnTo>
                    <a:pt x="277082" y="556263"/>
                  </a:lnTo>
                  <a:close/>
                  <a:moveTo>
                    <a:pt x="265500" y="541330"/>
                  </a:moveTo>
                  <a:lnTo>
                    <a:pt x="277082" y="556263"/>
                  </a:lnTo>
                  <a:lnTo>
                    <a:pt x="295463" y="528782"/>
                  </a:lnTo>
                  <a:close/>
                  <a:moveTo>
                    <a:pt x="471324" y="424426"/>
                  </a:moveTo>
                  <a:lnTo>
                    <a:pt x="458326" y="419951"/>
                  </a:lnTo>
                  <a:lnTo>
                    <a:pt x="451385" y="421025"/>
                  </a:lnTo>
                  <a:close/>
                  <a:moveTo>
                    <a:pt x="836361" y="603518"/>
                  </a:moveTo>
                  <a:lnTo>
                    <a:pt x="843289" y="588930"/>
                  </a:lnTo>
                  <a:lnTo>
                    <a:pt x="839892" y="582887"/>
                  </a:lnTo>
                  <a:close/>
                  <a:moveTo>
                    <a:pt x="712497" y="417932"/>
                  </a:moveTo>
                  <a:lnTo>
                    <a:pt x="722727" y="400229"/>
                  </a:lnTo>
                  <a:lnTo>
                    <a:pt x="743734" y="410147"/>
                  </a:lnTo>
                  <a:close/>
                  <a:moveTo>
                    <a:pt x="921491" y="525978"/>
                  </a:moveTo>
                  <a:lnTo>
                    <a:pt x="883664" y="559592"/>
                  </a:lnTo>
                  <a:lnTo>
                    <a:pt x="915305" y="553316"/>
                  </a:lnTo>
                  <a:close/>
                  <a:moveTo>
                    <a:pt x="829783" y="386508"/>
                  </a:moveTo>
                  <a:lnTo>
                    <a:pt x="806436" y="395426"/>
                  </a:lnTo>
                  <a:lnTo>
                    <a:pt x="860444" y="376570"/>
                  </a:lnTo>
                  <a:close/>
                  <a:moveTo>
                    <a:pt x="1040251" y="319239"/>
                  </a:moveTo>
                  <a:lnTo>
                    <a:pt x="1061413" y="302055"/>
                  </a:lnTo>
                  <a:lnTo>
                    <a:pt x="1047591" y="317720"/>
                  </a:lnTo>
                  <a:close/>
                  <a:moveTo>
                    <a:pt x="816818" y="8016"/>
                  </a:moveTo>
                  <a:lnTo>
                    <a:pt x="785722" y="18126"/>
                  </a:lnTo>
                  <a:lnTo>
                    <a:pt x="829335" y="0"/>
                  </a:lnTo>
                  <a:close/>
                  <a:moveTo>
                    <a:pt x="1061413" y="302055"/>
                  </a:moveTo>
                  <a:lnTo>
                    <a:pt x="1067378" y="267123"/>
                  </a:lnTo>
                  <a:lnTo>
                    <a:pt x="1060019" y="2885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41" name="Input_density__140">
              <a:extLst>
                <a:ext uri="{FF2B5EF4-FFF2-40B4-BE49-F238E27FC236}">
                  <a16:creationId xmlns:a16="http://schemas.microsoft.com/office/drawing/2014/main" id="{DFE91FEE-9DC2-3C6D-A6CC-4D133D9F0777}"/>
                </a:ext>
              </a:extLst>
            </p:cNvPr>
            <p:cNvSpPr>
              <a:spLocks noGrp="1"/>
            </p:cNvSpPr>
            <p:nvPr/>
          </p:nvSpPr>
          <p:spPr>
            <a:xfrm>
              <a:off x="723878" y="1490959"/>
              <a:ext cx="868527" cy="1029718"/>
            </a:xfrm>
            <a:custGeom>
              <a:avLst/>
              <a:gdLst/>
              <a:ahLst/>
              <a:cxnLst/>
              <a:rect l="0" t="0" r="0" b="0"/>
              <a:pathLst>
                <a:path w="868527" h="1029718">
                  <a:moveTo>
                    <a:pt x="280450" y="1024390"/>
                  </a:moveTo>
                  <a:lnTo>
                    <a:pt x="256568" y="987635"/>
                  </a:lnTo>
                  <a:lnTo>
                    <a:pt x="254372" y="1029718"/>
                  </a:lnTo>
                  <a:close/>
                  <a:moveTo>
                    <a:pt x="0" y="620085"/>
                  </a:moveTo>
                  <a:lnTo>
                    <a:pt x="30379" y="655997"/>
                  </a:lnTo>
                  <a:lnTo>
                    <a:pt x="29177" y="612226"/>
                  </a:lnTo>
                  <a:close/>
                  <a:moveTo>
                    <a:pt x="0" y="620085"/>
                  </a:moveTo>
                  <a:lnTo>
                    <a:pt x="27137" y="656840"/>
                  </a:lnTo>
                  <a:lnTo>
                    <a:pt x="30379" y="655997"/>
                  </a:lnTo>
                  <a:close/>
                  <a:moveTo>
                    <a:pt x="60614" y="602902"/>
                  </a:moveTo>
                  <a:lnTo>
                    <a:pt x="40408" y="566147"/>
                  </a:lnTo>
                  <a:lnTo>
                    <a:pt x="29177" y="612226"/>
                  </a:lnTo>
                  <a:close/>
                  <a:moveTo>
                    <a:pt x="60614" y="602902"/>
                  </a:moveTo>
                  <a:lnTo>
                    <a:pt x="77120" y="548964"/>
                  </a:lnTo>
                  <a:lnTo>
                    <a:pt x="40408" y="566147"/>
                  </a:lnTo>
                  <a:close/>
                  <a:moveTo>
                    <a:pt x="273107" y="752310"/>
                  </a:moveTo>
                  <a:lnTo>
                    <a:pt x="291133" y="724127"/>
                  </a:lnTo>
                  <a:lnTo>
                    <a:pt x="258440" y="757928"/>
                  </a:lnTo>
                  <a:close/>
                  <a:moveTo>
                    <a:pt x="211392" y="411113"/>
                  </a:moveTo>
                  <a:lnTo>
                    <a:pt x="246164" y="409932"/>
                  </a:lnTo>
                  <a:lnTo>
                    <a:pt x="220817" y="393391"/>
                  </a:lnTo>
                  <a:close/>
                  <a:moveTo>
                    <a:pt x="220817" y="393391"/>
                  </a:moveTo>
                  <a:lnTo>
                    <a:pt x="246164" y="409932"/>
                  </a:lnTo>
                  <a:lnTo>
                    <a:pt x="224909" y="387148"/>
                  </a:lnTo>
                  <a:close/>
                  <a:moveTo>
                    <a:pt x="224909" y="387148"/>
                  </a:moveTo>
                  <a:lnTo>
                    <a:pt x="246164" y="409932"/>
                  </a:lnTo>
                  <a:lnTo>
                    <a:pt x="260017" y="406720"/>
                  </a:lnTo>
                  <a:close/>
                  <a:moveTo>
                    <a:pt x="224909" y="387148"/>
                  </a:moveTo>
                  <a:lnTo>
                    <a:pt x="260017" y="406720"/>
                  </a:lnTo>
                  <a:lnTo>
                    <a:pt x="256886" y="369965"/>
                  </a:lnTo>
                  <a:close/>
                  <a:moveTo>
                    <a:pt x="271257" y="443475"/>
                  </a:moveTo>
                  <a:lnTo>
                    <a:pt x="300692" y="471243"/>
                  </a:lnTo>
                  <a:lnTo>
                    <a:pt x="305172" y="433795"/>
                  </a:lnTo>
                  <a:close/>
                  <a:moveTo>
                    <a:pt x="260017" y="406720"/>
                  </a:moveTo>
                  <a:lnTo>
                    <a:pt x="305172" y="433795"/>
                  </a:lnTo>
                  <a:lnTo>
                    <a:pt x="295024" y="397297"/>
                  </a:lnTo>
                  <a:close/>
                  <a:moveTo>
                    <a:pt x="260017" y="406720"/>
                  </a:moveTo>
                  <a:lnTo>
                    <a:pt x="271257" y="443475"/>
                  </a:lnTo>
                  <a:lnTo>
                    <a:pt x="305172" y="433795"/>
                  </a:lnTo>
                  <a:close/>
                  <a:moveTo>
                    <a:pt x="305172" y="433795"/>
                  </a:moveTo>
                  <a:lnTo>
                    <a:pt x="319034" y="426292"/>
                  </a:lnTo>
                  <a:lnTo>
                    <a:pt x="337914" y="389628"/>
                  </a:lnTo>
                  <a:close/>
                  <a:moveTo>
                    <a:pt x="256886" y="369965"/>
                  </a:moveTo>
                  <a:lnTo>
                    <a:pt x="260017" y="406720"/>
                  </a:lnTo>
                  <a:lnTo>
                    <a:pt x="295024" y="397297"/>
                  </a:lnTo>
                  <a:close/>
                  <a:moveTo>
                    <a:pt x="233465" y="333210"/>
                  </a:moveTo>
                  <a:lnTo>
                    <a:pt x="256886" y="369965"/>
                  </a:lnTo>
                  <a:lnTo>
                    <a:pt x="262972" y="316027"/>
                  </a:lnTo>
                  <a:close/>
                  <a:moveTo>
                    <a:pt x="223470" y="296455"/>
                  </a:moveTo>
                  <a:lnTo>
                    <a:pt x="233465" y="333210"/>
                  </a:lnTo>
                  <a:lnTo>
                    <a:pt x="262972" y="316027"/>
                  </a:lnTo>
                  <a:close/>
                  <a:moveTo>
                    <a:pt x="223470" y="296455"/>
                  </a:moveTo>
                  <a:lnTo>
                    <a:pt x="262972" y="316027"/>
                  </a:lnTo>
                  <a:lnTo>
                    <a:pt x="259180" y="279272"/>
                  </a:lnTo>
                  <a:close/>
                  <a:moveTo>
                    <a:pt x="806569" y="940862"/>
                  </a:moveTo>
                  <a:lnTo>
                    <a:pt x="831384" y="930424"/>
                  </a:lnTo>
                  <a:lnTo>
                    <a:pt x="813350" y="921439"/>
                  </a:lnTo>
                  <a:close/>
                  <a:moveTo>
                    <a:pt x="297549" y="298843"/>
                  </a:moveTo>
                  <a:lnTo>
                    <a:pt x="262972" y="316027"/>
                  </a:lnTo>
                  <a:lnTo>
                    <a:pt x="293411" y="347814"/>
                  </a:lnTo>
                  <a:close/>
                  <a:moveTo>
                    <a:pt x="259180" y="279272"/>
                  </a:moveTo>
                  <a:lnTo>
                    <a:pt x="299396" y="273984"/>
                  </a:lnTo>
                  <a:lnTo>
                    <a:pt x="291903" y="265593"/>
                  </a:lnTo>
                  <a:close/>
                  <a:moveTo>
                    <a:pt x="297549" y="298843"/>
                  </a:moveTo>
                  <a:lnTo>
                    <a:pt x="299396" y="273984"/>
                  </a:lnTo>
                  <a:lnTo>
                    <a:pt x="259180" y="279272"/>
                  </a:lnTo>
                  <a:close/>
                  <a:moveTo>
                    <a:pt x="262972" y="316027"/>
                  </a:moveTo>
                  <a:lnTo>
                    <a:pt x="297549" y="298843"/>
                  </a:lnTo>
                  <a:lnTo>
                    <a:pt x="259180" y="279272"/>
                  </a:lnTo>
                  <a:close/>
                  <a:moveTo>
                    <a:pt x="270113" y="260707"/>
                  </a:moveTo>
                  <a:lnTo>
                    <a:pt x="259180" y="279272"/>
                  </a:lnTo>
                  <a:lnTo>
                    <a:pt x="291903" y="265593"/>
                  </a:lnTo>
                  <a:close/>
                  <a:moveTo>
                    <a:pt x="323779" y="240569"/>
                  </a:moveTo>
                  <a:lnTo>
                    <a:pt x="291903" y="265593"/>
                  </a:lnTo>
                  <a:lnTo>
                    <a:pt x="306569" y="262088"/>
                  </a:lnTo>
                  <a:close/>
                  <a:moveTo>
                    <a:pt x="270113" y="260707"/>
                  </a:moveTo>
                  <a:lnTo>
                    <a:pt x="291903" y="265593"/>
                  </a:lnTo>
                  <a:lnTo>
                    <a:pt x="323779" y="240569"/>
                  </a:lnTo>
                  <a:close/>
                  <a:moveTo>
                    <a:pt x="291903" y="265593"/>
                  </a:moveTo>
                  <a:lnTo>
                    <a:pt x="299396" y="273984"/>
                  </a:lnTo>
                  <a:lnTo>
                    <a:pt x="306569" y="262088"/>
                  </a:lnTo>
                  <a:close/>
                  <a:moveTo>
                    <a:pt x="349272" y="246042"/>
                  </a:moveTo>
                  <a:lnTo>
                    <a:pt x="306569" y="262088"/>
                  </a:lnTo>
                  <a:lnTo>
                    <a:pt x="350984" y="246077"/>
                  </a:lnTo>
                  <a:close/>
                  <a:moveTo>
                    <a:pt x="306569" y="262088"/>
                  </a:moveTo>
                  <a:lnTo>
                    <a:pt x="299396" y="273984"/>
                  </a:lnTo>
                  <a:lnTo>
                    <a:pt x="350984" y="246077"/>
                  </a:lnTo>
                  <a:close/>
                  <a:moveTo>
                    <a:pt x="323779" y="240569"/>
                  </a:moveTo>
                  <a:lnTo>
                    <a:pt x="306569" y="262088"/>
                  </a:lnTo>
                  <a:lnTo>
                    <a:pt x="349272" y="246042"/>
                  </a:lnTo>
                  <a:close/>
                  <a:moveTo>
                    <a:pt x="323779" y="240569"/>
                  </a:moveTo>
                  <a:lnTo>
                    <a:pt x="349272" y="246042"/>
                  </a:lnTo>
                  <a:lnTo>
                    <a:pt x="329217" y="225334"/>
                  </a:lnTo>
                  <a:close/>
                  <a:moveTo>
                    <a:pt x="329217" y="225334"/>
                  </a:moveTo>
                  <a:lnTo>
                    <a:pt x="349272" y="246042"/>
                  </a:lnTo>
                  <a:lnTo>
                    <a:pt x="351490" y="244905"/>
                  </a:lnTo>
                  <a:close/>
                  <a:moveTo>
                    <a:pt x="329217" y="225334"/>
                  </a:moveTo>
                  <a:lnTo>
                    <a:pt x="351490" y="244905"/>
                  </a:lnTo>
                  <a:lnTo>
                    <a:pt x="359241" y="208150"/>
                  </a:lnTo>
                  <a:close/>
                  <a:moveTo>
                    <a:pt x="349272" y="246042"/>
                  </a:moveTo>
                  <a:lnTo>
                    <a:pt x="350984" y="246077"/>
                  </a:lnTo>
                  <a:lnTo>
                    <a:pt x="351490" y="244905"/>
                  </a:lnTo>
                  <a:close/>
                  <a:moveTo>
                    <a:pt x="731392" y="595272"/>
                  </a:moveTo>
                  <a:lnTo>
                    <a:pt x="733059" y="598207"/>
                  </a:lnTo>
                  <a:lnTo>
                    <a:pt x="710980" y="623799"/>
                  </a:lnTo>
                  <a:close/>
                  <a:moveTo>
                    <a:pt x="359241" y="208150"/>
                  </a:moveTo>
                  <a:lnTo>
                    <a:pt x="404885" y="226821"/>
                  </a:lnTo>
                  <a:lnTo>
                    <a:pt x="384375" y="199845"/>
                  </a:lnTo>
                  <a:close/>
                  <a:moveTo>
                    <a:pt x="404544" y="227722"/>
                  </a:moveTo>
                  <a:lnTo>
                    <a:pt x="404885" y="226821"/>
                  </a:lnTo>
                  <a:lnTo>
                    <a:pt x="359241" y="208150"/>
                  </a:lnTo>
                  <a:close/>
                  <a:moveTo>
                    <a:pt x="351490" y="244905"/>
                  </a:moveTo>
                  <a:lnTo>
                    <a:pt x="404544" y="227722"/>
                  </a:lnTo>
                  <a:lnTo>
                    <a:pt x="359241" y="208150"/>
                  </a:lnTo>
                  <a:close/>
                  <a:moveTo>
                    <a:pt x="370313" y="193770"/>
                  </a:moveTo>
                  <a:lnTo>
                    <a:pt x="359241" y="208150"/>
                  </a:lnTo>
                  <a:lnTo>
                    <a:pt x="384375" y="199845"/>
                  </a:lnTo>
                  <a:close/>
                  <a:moveTo>
                    <a:pt x="384375" y="199845"/>
                  </a:moveTo>
                  <a:lnTo>
                    <a:pt x="404885" y="226821"/>
                  </a:lnTo>
                  <a:lnTo>
                    <a:pt x="432811" y="206654"/>
                  </a:lnTo>
                  <a:close/>
                  <a:moveTo>
                    <a:pt x="738494" y="593788"/>
                  </a:moveTo>
                  <a:lnTo>
                    <a:pt x="731392" y="595272"/>
                  </a:lnTo>
                  <a:lnTo>
                    <a:pt x="715478" y="630159"/>
                  </a:lnTo>
                  <a:close/>
                  <a:moveTo>
                    <a:pt x="761505" y="619828"/>
                  </a:moveTo>
                  <a:lnTo>
                    <a:pt x="791768" y="580492"/>
                  </a:lnTo>
                  <a:lnTo>
                    <a:pt x="789820" y="579150"/>
                  </a:lnTo>
                  <a:close/>
                  <a:moveTo>
                    <a:pt x="761505" y="619828"/>
                  </a:moveTo>
                  <a:lnTo>
                    <a:pt x="789820" y="579150"/>
                  </a:lnTo>
                  <a:lnTo>
                    <a:pt x="738494" y="593788"/>
                  </a:lnTo>
                  <a:close/>
                  <a:moveTo>
                    <a:pt x="821075" y="565488"/>
                  </a:moveTo>
                  <a:lnTo>
                    <a:pt x="789820" y="579150"/>
                  </a:lnTo>
                  <a:lnTo>
                    <a:pt x="795330" y="578088"/>
                  </a:lnTo>
                  <a:close/>
                  <a:moveTo>
                    <a:pt x="789820" y="579150"/>
                  </a:moveTo>
                  <a:lnTo>
                    <a:pt x="791768" y="580492"/>
                  </a:lnTo>
                  <a:lnTo>
                    <a:pt x="795330" y="578088"/>
                  </a:lnTo>
                  <a:close/>
                  <a:moveTo>
                    <a:pt x="680549" y="510023"/>
                  </a:moveTo>
                  <a:lnTo>
                    <a:pt x="688400" y="517931"/>
                  </a:lnTo>
                  <a:lnTo>
                    <a:pt x="709290" y="492904"/>
                  </a:lnTo>
                  <a:close/>
                  <a:moveTo>
                    <a:pt x="405402" y="227498"/>
                  </a:moveTo>
                  <a:lnTo>
                    <a:pt x="432811" y="206654"/>
                  </a:lnTo>
                  <a:lnTo>
                    <a:pt x="404885" y="226821"/>
                  </a:lnTo>
                  <a:close/>
                  <a:moveTo>
                    <a:pt x="812999" y="605052"/>
                  </a:moveTo>
                  <a:lnTo>
                    <a:pt x="795330" y="578088"/>
                  </a:lnTo>
                  <a:lnTo>
                    <a:pt x="791768" y="580492"/>
                  </a:lnTo>
                  <a:close/>
                  <a:moveTo>
                    <a:pt x="833176" y="570990"/>
                  </a:moveTo>
                  <a:lnTo>
                    <a:pt x="795330" y="578088"/>
                  </a:lnTo>
                  <a:lnTo>
                    <a:pt x="812999" y="605052"/>
                  </a:lnTo>
                  <a:close/>
                  <a:moveTo>
                    <a:pt x="821075" y="565488"/>
                  </a:moveTo>
                  <a:lnTo>
                    <a:pt x="795330" y="578088"/>
                  </a:lnTo>
                  <a:lnTo>
                    <a:pt x="833176" y="570990"/>
                  </a:lnTo>
                  <a:close/>
                  <a:moveTo>
                    <a:pt x="745172" y="364624"/>
                  </a:moveTo>
                  <a:lnTo>
                    <a:pt x="772754" y="359947"/>
                  </a:lnTo>
                  <a:lnTo>
                    <a:pt x="779530" y="342320"/>
                  </a:lnTo>
                  <a:close/>
                  <a:moveTo>
                    <a:pt x="823667" y="354985"/>
                  </a:moveTo>
                  <a:lnTo>
                    <a:pt x="790347" y="354986"/>
                  </a:lnTo>
                  <a:lnTo>
                    <a:pt x="838796" y="387432"/>
                  </a:lnTo>
                  <a:close/>
                  <a:moveTo>
                    <a:pt x="838796" y="387432"/>
                  </a:moveTo>
                  <a:lnTo>
                    <a:pt x="868527" y="345603"/>
                  </a:lnTo>
                  <a:lnTo>
                    <a:pt x="823667" y="354985"/>
                  </a:lnTo>
                  <a:close/>
                  <a:moveTo>
                    <a:pt x="772754" y="359947"/>
                  </a:moveTo>
                  <a:lnTo>
                    <a:pt x="790347" y="354986"/>
                  </a:lnTo>
                  <a:lnTo>
                    <a:pt x="779530" y="342320"/>
                  </a:lnTo>
                  <a:close/>
                  <a:moveTo>
                    <a:pt x="813665" y="345368"/>
                  </a:moveTo>
                  <a:lnTo>
                    <a:pt x="790347" y="354986"/>
                  </a:lnTo>
                  <a:lnTo>
                    <a:pt x="823667" y="354985"/>
                  </a:lnTo>
                  <a:close/>
                  <a:moveTo>
                    <a:pt x="779530" y="342320"/>
                  </a:moveTo>
                  <a:lnTo>
                    <a:pt x="790347" y="354986"/>
                  </a:lnTo>
                  <a:lnTo>
                    <a:pt x="813665" y="345368"/>
                  </a:lnTo>
                  <a:close/>
                  <a:moveTo>
                    <a:pt x="621512" y="97750"/>
                  </a:moveTo>
                  <a:lnTo>
                    <a:pt x="619098" y="116220"/>
                  </a:lnTo>
                  <a:lnTo>
                    <a:pt x="650006" y="85478"/>
                  </a:lnTo>
                  <a:close/>
                  <a:moveTo>
                    <a:pt x="766709" y="198173"/>
                  </a:moveTo>
                  <a:lnTo>
                    <a:pt x="793602" y="202514"/>
                  </a:lnTo>
                  <a:lnTo>
                    <a:pt x="768898" y="195743"/>
                  </a:lnTo>
                  <a:close/>
                  <a:moveTo>
                    <a:pt x="793602" y="202514"/>
                  </a:moveTo>
                  <a:lnTo>
                    <a:pt x="801286" y="178560"/>
                  </a:lnTo>
                  <a:lnTo>
                    <a:pt x="768898" y="195743"/>
                  </a:lnTo>
                  <a:close/>
                  <a:moveTo>
                    <a:pt x="683633" y="74336"/>
                  </a:moveTo>
                  <a:lnTo>
                    <a:pt x="679380" y="120820"/>
                  </a:lnTo>
                  <a:lnTo>
                    <a:pt x="700012" y="68295"/>
                  </a:lnTo>
                  <a:close/>
                  <a:moveTo>
                    <a:pt x="650006" y="85478"/>
                  </a:moveTo>
                  <a:lnTo>
                    <a:pt x="679380" y="120820"/>
                  </a:lnTo>
                  <a:lnTo>
                    <a:pt x="683633" y="74336"/>
                  </a:lnTo>
                  <a:close/>
                  <a:moveTo>
                    <a:pt x="640925" y="48723"/>
                  </a:moveTo>
                  <a:lnTo>
                    <a:pt x="683633" y="74336"/>
                  </a:lnTo>
                  <a:lnTo>
                    <a:pt x="673249" y="38030"/>
                  </a:lnTo>
                  <a:close/>
                  <a:moveTo>
                    <a:pt x="640925" y="48723"/>
                  </a:moveTo>
                  <a:lnTo>
                    <a:pt x="650006" y="85478"/>
                  </a:lnTo>
                  <a:lnTo>
                    <a:pt x="683633" y="74336"/>
                  </a:lnTo>
                  <a:close/>
                  <a:moveTo>
                    <a:pt x="700012" y="68295"/>
                  </a:moveTo>
                  <a:lnTo>
                    <a:pt x="692171" y="31540"/>
                  </a:lnTo>
                  <a:lnTo>
                    <a:pt x="683633" y="74336"/>
                  </a:lnTo>
                  <a:close/>
                  <a:moveTo>
                    <a:pt x="692171" y="31540"/>
                  </a:moveTo>
                  <a:lnTo>
                    <a:pt x="673249" y="38030"/>
                  </a:lnTo>
                  <a:lnTo>
                    <a:pt x="683633" y="74336"/>
                  </a:lnTo>
                  <a:close/>
                  <a:moveTo>
                    <a:pt x="793602" y="202514"/>
                  </a:moveTo>
                  <a:lnTo>
                    <a:pt x="809601" y="205091"/>
                  </a:lnTo>
                  <a:lnTo>
                    <a:pt x="801286" y="178560"/>
                  </a:lnTo>
                  <a:close/>
                  <a:moveTo>
                    <a:pt x="801286" y="178560"/>
                  </a:moveTo>
                  <a:lnTo>
                    <a:pt x="828133" y="198131"/>
                  </a:lnTo>
                  <a:lnTo>
                    <a:pt x="833390" y="161376"/>
                  </a:lnTo>
                  <a:close/>
                  <a:moveTo>
                    <a:pt x="838911" y="151133"/>
                  </a:moveTo>
                  <a:lnTo>
                    <a:pt x="801286" y="178560"/>
                  </a:lnTo>
                  <a:lnTo>
                    <a:pt x="833390" y="161376"/>
                  </a:lnTo>
                  <a:close/>
                  <a:moveTo>
                    <a:pt x="838911" y="151133"/>
                  </a:moveTo>
                  <a:lnTo>
                    <a:pt x="812377" y="148137"/>
                  </a:lnTo>
                  <a:lnTo>
                    <a:pt x="801286" y="178560"/>
                  </a:lnTo>
                  <a:close/>
                  <a:moveTo>
                    <a:pt x="838911" y="151133"/>
                  </a:moveTo>
                  <a:lnTo>
                    <a:pt x="853899" y="124621"/>
                  </a:lnTo>
                  <a:lnTo>
                    <a:pt x="815267" y="141805"/>
                  </a:lnTo>
                  <a:close/>
                  <a:moveTo>
                    <a:pt x="692171" y="31540"/>
                  </a:moveTo>
                  <a:lnTo>
                    <a:pt x="743331" y="42928"/>
                  </a:lnTo>
                  <a:lnTo>
                    <a:pt x="730715" y="18401"/>
                  </a:lnTo>
                  <a:close/>
                  <a:moveTo>
                    <a:pt x="739984" y="51112"/>
                  </a:moveTo>
                  <a:lnTo>
                    <a:pt x="743331" y="42928"/>
                  </a:lnTo>
                  <a:lnTo>
                    <a:pt x="692171" y="31540"/>
                  </a:lnTo>
                  <a:close/>
                  <a:moveTo>
                    <a:pt x="700012" y="68295"/>
                  </a:moveTo>
                  <a:lnTo>
                    <a:pt x="739984" y="51112"/>
                  </a:lnTo>
                  <a:lnTo>
                    <a:pt x="692171" y="31540"/>
                  </a:lnTo>
                  <a:close/>
                  <a:moveTo>
                    <a:pt x="765169" y="0"/>
                  </a:moveTo>
                  <a:lnTo>
                    <a:pt x="730715" y="18401"/>
                  </a:lnTo>
                  <a:lnTo>
                    <a:pt x="747725" y="14357"/>
                  </a:lnTo>
                  <a:close/>
                  <a:moveTo>
                    <a:pt x="730715" y="18401"/>
                  </a:moveTo>
                  <a:lnTo>
                    <a:pt x="743331" y="42928"/>
                  </a:lnTo>
                  <a:lnTo>
                    <a:pt x="747725" y="14357"/>
                  </a:lnTo>
                  <a:close/>
                  <a:moveTo>
                    <a:pt x="743331" y="42928"/>
                  </a:moveTo>
                  <a:lnTo>
                    <a:pt x="739984" y="51112"/>
                  </a:lnTo>
                  <a:lnTo>
                    <a:pt x="754062" y="44166"/>
                  </a:lnTo>
                  <a:close/>
                  <a:moveTo>
                    <a:pt x="778947" y="6277"/>
                  </a:moveTo>
                  <a:lnTo>
                    <a:pt x="747725" y="14357"/>
                  </a:lnTo>
                  <a:lnTo>
                    <a:pt x="798426" y="28135"/>
                  </a:lnTo>
                  <a:close/>
                  <a:moveTo>
                    <a:pt x="747725" y="14357"/>
                  </a:moveTo>
                  <a:lnTo>
                    <a:pt x="743331" y="42928"/>
                  </a:lnTo>
                  <a:lnTo>
                    <a:pt x="798426" y="28135"/>
                  </a:lnTo>
                  <a:close/>
                  <a:moveTo>
                    <a:pt x="798426" y="28135"/>
                  </a:moveTo>
                  <a:lnTo>
                    <a:pt x="743331" y="42928"/>
                  </a:lnTo>
                  <a:lnTo>
                    <a:pt x="784351" y="33928"/>
                  </a:lnTo>
                  <a:close/>
                  <a:moveTo>
                    <a:pt x="765169" y="0"/>
                  </a:moveTo>
                  <a:lnTo>
                    <a:pt x="747725" y="14357"/>
                  </a:lnTo>
                  <a:lnTo>
                    <a:pt x="778947" y="6277"/>
                  </a:lnTo>
                  <a:close/>
                  <a:moveTo>
                    <a:pt x="778947" y="6277"/>
                  </a:moveTo>
                  <a:lnTo>
                    <a:pt x="798426" y="28135"/>
                  </a:lnTo>
                  <a:lnTo>
                    <a:pt x="826462" y="838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42" name="Input_density__141">
              <a:extLst>
                <a:ext uri="{FF2B5EF4-FFF2-40B4-BE49-F238E27FC236}">
                  <a16:creationId xmlns:a16="http://schemas.microsoft.com/office/drawing/2014/main" id="{FDA410FE-1321-57BF-E526-5E730C7E4E70}"/>
                </a:ext>
              </a:extLst>
            </p:cNvPr>
            <p:cNvSpPr>
              <a:spLocks noGrp="1"/>
            </p:cNvSpPr>
            <p:nvPr/>
          </p:nvSpPr>
          <p:spPr>
            <a:xfrm>
              <a:off x="615759" y="1491545"/>
              <a:ext cx="1042462" cy="1370714"/>
            </a:xfrm>
            <a:custGeom>
              <a:avLst/>
              <a:gdLst/>
              <a:ahLst/>
              <a:cxnLst/>
              <a:rect l="0" t="0" r="0" b="0"/>
              <a:pathLst>
                <a:path w="1042462" h="1370714">
                  <a:moveTo>
                    <a:pt x="364688" y="987049"/>
                  </a:moveTo>
                  <a:lnTo>
                    <a:pt x="356745" y="989058"/>
                  </a:lnTo>
                  <a:lnTo>
                    <a:pt x="362491" y="1029133"/>
                  </a:lnTo>
                  <a:close/>
                  <a:moveTo>
                    <a:pt x="356745" y="989058"/>
                  </a:moveTo>
                  <a:lnTo>
                    <a:pt x="364688" y="987049"/>
                  </a:lnTo>
                  <a:lnTo>
                    <a:pt x="356562" y="977132"/>
                  </a:lnTo>
                  <a:close/>
                  <a:moveTo>
                    <a:pt x="135257" y="656254"/>
                  </a:moveTo>
                  <a:lnTo>
                    <a:pt x="83825" y="673438"/>
                  </a:lnTo>
                  <a:lnTo>
                    <a:pt x="140307" y="693009"/>
                  </a:lnTo>
                  <a:close/>
                  <a:moveTo>
                    <a:pt x="108120" y="619499"/>
                  </a:moveTo>
                  <a:lnTo>
                    <a:pt x="83825" y="673438"/>
                  </a:lnTo>
                  <a:lnTo>
                    <a:pt x="135257" y="656254"/>
                  </a:lnTo>
                  <a:close/>
                  <a:moveTo>
                    <a:pt x="339658" y="913454"/>
                  </a:moveTo>
                  <a:lnTo>
                    <a:pt x="341789" y="859601"/>
                  </a:lnTo>
                  <a:lnTo>
                    <a:pt x="312671" y="863559"/>
                  </a:lnTo>
                  <a:close/>
                  <a:moveTo>
                    <a:pt x="288090" y="838796"/>
                  </a:moveTo>
                  <a:lnTo>
                    <a:pt x="283961" y="840029"/>
                  </a:lnTo>
                  <a:lnTo>
                    <a:pt x="312671" y="863559"/>
                  </a:lnTo>
                  <a:close/>
                  <a:moveTo>
                    <a:pt x="322771" y="822846"/>
                  </a:moveTo>
                  <a:lnTo>
                    <a:pt x="288090" y="838796"/>
                  </a:lnTo>
                  <a:lnTo>
                    <a:pt x="312671" y="863559"/>
                  </a:lnTo>
                  <a:close/>
                  <a:moveTo>
                    <a:pt x="286184" y="838576"/>
                  </a:moveTo>
                  <a:lnTo>
                    <a:pt x="283961" y="840029"/>
                  </a:lnTo>
                  <a:lnTo>
                    <a:pt x="288090" y="838796"/>
                  </a:lnTo>
                  <a:close/>
                  <a:moveTo>
                    <a:pt x="323819" y="786091"/>
                  </a:moveTo>
                  <a:lnTo>
                    <a:pt x="288090" y="838796"/>
                  </a:lnTo>
                  <a:lnTo>
                    <a:pt x="322771" y="822846"/>
                  </a:lnTo>
                  <a:close/>
                  <a:moveTo>
                    <a:pt x="135257" y="656254"/>
                  </a:moveTo>
                  <a:lnTo>
                    <a:pt x="165950" y="666561"/>
                  </a:lnTo>
                  <a:lnTo>
                    <a:pt x="138499" y="655411"/>
                  </a:lnTo>
                  <a:close/>
                  <a:moveTo>
                    <a:pt x="160517" y="675826"/>
                  </a:moveTo>
                  <a:lnTo>
                    <a:pt x="165950" y="666561"/>
                  </a:lnTo>
                  <a:lnTo>
                    <a:pt x="135257" y="656254"/>
                  </a:lnTo>
                  <a:close/>
                  <a:moveTo>
                    <a:pt x="140307" y="693009"/>
                  </a:moveTo>
                  <a:lnTo>
                    <a:pt x="160517" y="675826"/>
                  </a:lnTo>
                  <a:lnTo>
                    <a:pt x="135257" y="656254"/>
                  </a:lnTo>
                  <a:close/>
                  <a:moveTo>
                    <a:pt x="187885" y="623994"/>
                  </a:moveTo>
                  <a:lnTo>
                    <a:pt x="168733" y="602316"/>
                  </a:lnTo>
                  <a:lnTo>
                    <a:pt x="181689" y="647386"/>
                  </a:lnTo>
                  <a:close/>
                  <a:moveTo>
                    <a:pt x="181689" y="647386"/>
                  </a:moveTo>
                  <a:lnTo>
                    <a:pt x="168733" y="602316"/>
                  </a:lnTo>
                  <a:lnTo>
                    <a:pt x="137297" y="611641"/>
                  </a:lnTo>
                  <a:close/>
                  <a:moveTo>
                    <a:pt x="181689" y="647386"/>
                  </a:moveTo>
                  <a:lnTo>
                    <a:pt x="137297" y="611641"/>
                  </a:lnTo>
                  <a:lnTo>
                    <a:pt x="138499" y="655411"/>
                  </a:lnTo>
                  <a:close/>
                  <a:moveTo>
                    <a:pt x="181689" y="647386"/>
                  </a:moveTo>
                  <a:lnTo>
                    <a:pt x="138499" y="655411"/>
                  </a:lnTo>
                  <a:lnTo>
                    <a:pt x="194287" y="647933"/>
                  </a:lnTo>
                  <a:close/>
                  <a:moveTo>
                    <a:pt x="138499" y="655411"/>
                  </a:moveTo>
                  <a:lnTo>
                    <a:pt x="165950" y="666561"/>
                  </a:lnTo>
                  <a:lnTo>
                    <a:pt x="194287" y="647933"/>
                  </a:lnTo>
                  <a:close/>
                  <a:moveTo>
                    <a:pt x="395" y="509234"/>
                  </a:moveTo>
                  <a:lnTo>
                    <a:pt x="0" y="516039"/>
                  </a:lnTo>
                  <a:lnTo>
                    <a:pt x="4070" y="504446"/>
                  </a:lnTo>
                  <a:close/>
                  <a:moveTo>
                    <a:pt x="184645" y="640252"/>
                  </a:moveTo>
                  <a:lnTo>
                    <a:pt x="204314" y="628992"/>
                  </a:lnTo>
                  <a:lnTo>
                    <a:pt x="194287" y="647933"/>
                  </a:lnTo>
                  <a:close/>
                  <a:moveTo>
                    <a:pt x="162891" y="590833"/>
                  </a:moveTo>
                  <a:lnTo>
                    <a:pt x="204314" y="628992"/>
                  </a:lnTo>
                  <a:lnTo>
                    <a:pt x="206123" y="621888"/>
                  </a:lnTo>
                  <a:close/>
                  <a:moveTo>
                    <a:pt x="168733" y="602316"/>
                  </a:moveTo>
                  <a:lnTo>
                    <a:pt x="204314" y="628992"/>
                  </a:lnTo>
                  <a:lnTo>
                    <a:pt x="162891" y="590833"/>
                  </a:lnTo>
                  <a:close/>
                  <a:moveTo>
                    <a:pt x="187885" y="623994"/>
                  </a:moveTo>
                  <a:lnTo>
                    <a:pt x="204314" y="628992"/>
                  </a:lnTo>
                  <a:lnTo>
                    <a:pt x="168733" y="602316"/>
                  </a:lnTo>
                  <a:close/>
                  <a:moveTo>
                    <a:pt x="168733" y="602316"/>
                  </a:moveTo>
                  <a:lnTo>
                    <a:pt x="166974" y="574181"/>
                  </a:lnTo>
                  <a:lnTo>
                    <a:pt x="185240" y="548378"/>
                  </a:lnTo>
                  <a:close/>
                  <a:moveTo>
                    <a:pt x="140714" y="528806"/>
                  </a:moveTo>
                  <a:lnTo>
                    <a:pt x="185240" y="548378"/>
                  </a:lnTo>
                  <a:lnTo>
                    <a:pt x="163842" y="511623"/>
                  </a:lnTo>
                  <a:close/>
                  <a:moveTo>
                    <a:pt x="366560" y="757343"/>
                  </a:moveTo>
                  <a:lnTo>
                    <a:pt x="399252" y="723542"/>
                  </a:lnTo>
                  <a:lnTo>
                    <a:pt x="394316" y="717118"/>
                  </a:lnTo>
                  <a:close/>
                  <a:moveTo>
                    <a:pt x="366560" y="757343"/>
                  </a:moveTo>
                  <a:lnTo>
                    <a:pt x="394316" y="717118"/>
                  </a:lnTo>
                  <a:lnTo>
                    <a:pt x="361465" y="716737"/>
                  </a:lnTo>
                  <a:close/>
                  <a:moveTo>
                    <a:pt x="320266" y="723143"/>
                  </a:moveTo>
                  <a:lnTo>
                    <a:pt x="361465" y="716737"/>
                  </a:lnTo>
                  <a:lnTo>
                    <a:pt x="342981" y="687018"/>
                  </a:lnTo>
                  <a:close/>
                  <a:moveTo>
                    <a:pt x="361465" y="716737"/>
                  </a:moveTo>
                  <a:lnTo>
                    <a:pt x="394316" y="717118"/>
                  </a:lnTo>
                  <a:lnTo>
                    <a:pt x="373224" y="689519"/>
                  </a:lnTo>
                  <a:close/>
                  <a:moveTo>
                    <a:pt x="361465" y="716737"/>
                  </a:moveTo>
                  <a:lnTo>
                    <a:pt x="373224" y="689519"/>
                  </a:lnTo>
                  <a:lnTo>
                    <a:pt x="342981" y="687018"/>
                  </a:lnTo>
                  <a:close/>
                  <a:moveTo>
                    <a:pt x="394316" y="717118"/>
                  </a:moveTo>
                  <a:lnTo>
                    <a:pt x="399252" y="723542"/>
                  </a:lnTo>
                  <a:lnTo>
                    <a:pt x="432912" y="724814"/>
                  </a:lnTo>
                  <a:close/>
                  <a:moveTo>
                    <a:pt x="163842" y="511623"/>
                  </a:moveTo>
                  <a:lnTo>
                    <a:pt x="202930" y="495876"/>
                  </a:lnTo>
                  <a:lnTo>
                    <a:pt x="159263" y="474868"/>
                  </a:lnTo>
                  <a:close/>
                  <a:moveTo>
                    <a:pt x="467440" y="729332"/>
                  </a:moveTo>
                  <a:lnTo>
                    <a:pt x="462915" y="734541"/>
                  </a:lnTo>
                  <a:lnTo>
                    <a:pt x="487933" y="739933"/>
                  </a:lnTo>
                  <a:close/>
                  <a:moveTo>
                    <a:pt x="1022072" y="1359375"/>
                  </a:moveTo>
                  <a:lnTo>
                    <a:pt x="1031234" y="1370714"/>
                  </a:lnTo>
                  <a:lnTo>
                    <a:pt x="1030884" y="1357194"/>
                  </a:lnTo>
                  <a:close/>
                  <a:moveTo>
                    <a:pt x="509211" y="734541"/>
                  </a:moveTo>
                  <a:lnTo>
                    <a:pt x="533679" y="756202"/>
                  </a:lnTo>
                  <a:lnTo>
                    <a:pt x="534542" y="729129"/>
                  </a:lnTo>
                  <a:close/>
                  <a:moveTo>
                    <a:pt x="200859" y="383880"/>
                  </a:moveTo>
                  <a:lnTo>
                    <a:pt x="223110" y="389976"/>
                  </a:lnTo>
                  <a:lnTo>
                    <a:pt x="259442" y="382126"/>
                  </a:lnTo>
                  <a:close/>
                  <a:moveTo>
                    <a:pt x="259442" y="382126"/>
                  </a:moveTo>
                  <a:lnTo>
                    <a:pt x="270084" y="386563"/>
                  </a:lnTo>
                  <a:lnTo>
                    <a:pt x="267858" y="385224"/>
                  </a:lnTo>
                  <a:close/>
                  <a:moveTo>
                    <a:pt x="232720" y="378426"/>
                  </a:moveTo>
                  <a:lnTo>
                    <a:pt x="259442" y="382126"/>
                  </a:lnTo>
                  <a:lnTo>
                    <a:pt x="267858" y="385224"/>
                  </a:lnTo>
                  <a:close/>
                  <a:moveTo>
                    <a:pt x="285488" y="393441"/>
                  </a:moveTo>
                  <a:lnTo>
                    <a:pt x="296583" y="396417"/>
                  </a:lnTo>
                  <a:lnTo>
                    <a:pt x="328937" y="392805"/>
                  </a:lnTo>
                  <a:close/>
                  <a:moveTo>
                    <a:pt x="871855" y="1052345"/>
                  </a:moveTo>
                  <a:lnTo>
                    <a:pt x="862375" y="1084907"/>
                  </a:lnTo>
                  <a:lnTo>
                    <a:pt x="897196" y="1071386"/>
                  </a:lnTo>
                  <a:close/>
                  <a:moveTo>
                    <a:pt x="443850" y="569695"/>
                  </a:moveTo>
                  <a:lnTo>
                    <a:pt x="441666" y="565126"/>
                  </a:lnTo>
                  <a:lnTo>
                    <a:pt x="441277" y="570338"/>
                  </a:lnTo>
                  <a:close/>
                  <a:moveTo>
                    <a:pt x="443850" y="569695"/>
                  </a:moveTo>
                  <a:lnTo>
                    <a:pt x="444624" y="570338"/>
                  </a:lnTo>
                  <a:lnTo>
                    <a:pt x="441666" y="565126"/>
                  </a:lnTo>
                  <a:close/>
                  <a:moveTo>
                    <a:pt x="410208" y="480463"/>
                  </a:moveTo>
                  <a:lnTo>
                    <a:pt x="408811" y="470657"/>
                  </a:lnTo>
                  <a:lnTo>
                    <a:pt x="379376" y="442889"/>
                  </a:lnTo>
                  <a:close/>
                  <a:moveTo>
                    <a:pt x="379376" y="442889"/>
                  </a:moveTo>
                  <a:lnTo>
                    <a:pt x="349649" y="460072"/>
                  </a:lnTo>
                  <a:lnTo>
                    <a:pt x="410208" y="480463"/>
                  </a:lnTo>
                  <a:close/>
                  <a:moveTo>
                    <a:pt x="410208" y="480463"/>
                  </a:moveTo>
                  <a:lnTo>
                    <a:pt x="412904" y="479644"/>
                  </a:lnTo>
                  <a:lnTo>
                    <a:pt x="408811" y="470657"/>
                  </a:lnTo>
                  <a:close/>
                  <a:moveTo>
                    <a:pt x="319511" y="410527"/>
                  </a:moveTo>
                  <a:lnTo>
                    <a:pt x="346070" y="456862"/>
                  </a:lnTo>
                  <a:lnTo>
                    <a:pt x="354283" y="409346"/>
                  </a:lnTo>
                  <a:close/>
                  <a:moveTo>
                    <a:pt x="354283" y="409346"/>
                  </a:moveTo>
                  <a:lnTo>
                    <a:pt x="346070" y="456862"/>
                  </a:lnTo>
                  <a:lnTo>
                    <a:pt x="368137" y="406134"/>
                  </a:lnTo>
                  <a:close/>
                  <a:moveTo>
                    <a:pt x="368137" y="406134"/>
                  </a:moveTo>
                  <a:lnTo>
                    <a:pt x="349649" y="460072"/>
                  </a:lnTo>
                  <a:lnTo>
                    <a:pt x="379376" y="442889"/>
                  </a:lnTo>
                  <a:close/>
                  <a:moveTo>
                    <a:pt x="263110" y="384545"/>
                  </a:moveTo>
                  <a:lnTo>
                    <a:pt x="296583" y="396417"/>
                  </a:lnTo>
                  <a:lnTo>
                    <a:pt x="270084" y="386563"/>
                  </a:lnTo>
                  <a:close/>
                  <a:moveTo>
                    <a:pt x="319511" y="410527"/>
                  </a:moveTo>
                  <a:lnTo>
                    <a:pt x="296583" y="396417"/>
                  </a:lnTo>
                  <a:lnTo>
                    <a:pt x="263110" y="384545"/>
                  </a:lnTo>
                  <a:close/>
                  <a:moveTo>
                    <a:pt x="319511" y="410527"/>
                  </a:moveTo>
                  <a:lnTo>
                    <a:pt x="328937" y="392805"/>
                  </a:lnTo>
                  <a:lnTo>
                    <a:pt x="296583" y="396417"/>
                  </a:lnTo>
                  <a:close/>
                  <a:moveTo>
                    <a:pt x="259442" y="382126"/>
                  </a:moveTo>
                  <a:lnTo>
                    <a:pt x="247250" y="386563"/>
                  </a:lnTo>
                  <a:lnTo>
                    <a:pt x="263110" y="384545"/>
                  </a:lnTo>
                  <a:close/>
                  <a:moveTo>
                    <a:pt x="263110" y="384545"/>
                  </a:moveTo>
                  <a:lnTo>
                    <a:pt x="270084" y="386563"/>
                  </a:lnTo>
                  <a:lnTo>
                    <a:pt x="259442" y="382126"/>
                  </a:lnTo>
                  <a:close/>
                  <a:moveTo>
                    <a:pt x="598661" y="585960"/>
                  </a:moveTo>
                  <a:lnTo>
                    <a:pt x="555155" y="626664"/>
                  </a:lnTo>
                  <a:lnTo>
                    <a:pt x="578585" y="609481"/>
                  </a:lnTo>
                  <a:close/>
                  <a:moveTo>
                    <a:pt x="598661" y="585960"/>
                  </a:moveTo>
                  <a:lnTo>
                    <a:pt x="579040" y="608808"/>
                  </a:lnTo>
                  <a:lnTo>
                    <a:pt x="555155" y="626664"/>
                  </a:lnTo>
                  <a:close/>
                  <a:moveTo>
                    <a:pt x="365006" y="369379"/>
                  </a:moveTo>
                  <a:lnTo>
                    <a:pt x="403144" y="396712"/>
                  </a:lnTo>
                  <a:lnTo>
                    <a:pt x="396876" y="357060"/>
                  </a:lnTo>
                  <a:close/>
                  <a:moveTo>
                    <a:pt x="371091" y="315441"/>
                  </a:moveTo>
                  <a:lnTo>
                    <a:pt x="396876" y="357060"/>
                  </a:lnTo>
                  <a:lnTo>
                    <a:pt x="401531" y="347229"/>
                  </a:lnTo>
                  <a:close/>
                  <a:moveTo>
                    <a:pt x="365006" y="369379"/>
                  </a:moveTo>
                  <a:lnTo>
                    <a:pt x="396876" y="357060"/>
                  </a:lnTo>
                  <a:lnTo>
                    <a:pt x="371091" y="315441"/>
                  </a:lnTo>
                  <a:close/>
                  <a:moveTo>
                    <a:pt x="749581" y="776498"/>
                  </a:moveTo>
                  <a:lnTo>
                    <a:pt x="742895" y="802336"/>
                  </a:lnTo>
                  <a:lnTo>
                    <a:pt x="746264" y="793256"/>
                  </a:lnTo>
                  <a:close/>
                  <a:moveTo>
                    <a:pt x="939503" y="929838"/>
                  </a:moveTo>
                  <a:lnTo>
                    <a:pt x="931505" y="958375"/>
                  </a:lnTo>
                  <a:lnTo>
                    <a:pt x="978992" y="969570"/>
                  </a:lnTo>
                  <a:close/>
                  <a:moveTo>
                    <a:pt x="914689" y="940276"/>
                  </a:moveTo>
                  <a:lnTo>
                    <a:pt x="931505" y="958375"/>
                  </a:lnTo>
                  <a:lnTo>
                    <a:pt x="939503" y="929838"/>
                  </a:lnTo>
                  <a:close/>
                  <a:moveTo>
                    <a:pt x="770444" y="758293"/>
                  </a:moveTo>
                  <a:lnTo>
                    <a:pt x="749581" y="776498"/>
                  </a:lnTo>
                  <a:lnTo>
                    <a:pt x="746264" y="793256"/>
                  </a:lnTo>
                  <a:close/>
                  <a:moveTo>
                    <a:pt x="598661" y="585960"/>
                  </a:moveTo>
                  <a:lnTo>
                    <a:pt x="625721" y="592596"/>
                  </a:lnTo>
                  <a:lnTo>
                    <a:pt x="632383" y="587466"/>
                  </a:lnTo>
                  <a:close/>
                  <a:moveTo>
                    <a:pt x="640122" y="428988"/>
                  </a:moveTo>
                  <a:lnTo>
                    <a:pt x="638951" y="419605"/>
                  </a:lnTo>
                  <a:lnTo>
                    <a:pt x="605304" y="430206"/>
                  </a:lnTo>
                  <a:close/>
                  <a:moveTo>
                    <a:pt x="640122" y="428988"/>
                  </a:moveTo>
                  <a:lnTo>
                    <a:pt x="644276" y="428094"/>
                  </a:lnTo>
                  <a:lnTo>
                    <a:pt x="638951" y="419605"/>
                  </a:lnTo>
                  <a:close/>
                  <a:moveTo>
                    <a:pt x="819100" y="623214"/>
                  </a:moveTo>
                  <a:lnTo>
                    <a:pt x="841178" y="597621"/>
                  </a:lnTo>
                  <a:lnTo>
                    <a:pt x="825076" y="617189"/>
                  </a:lnTo>
                  <a:close/>
                  <a:moveTo>
                    <a:pt x="528407" y="197151"/>
                  </a:moveTo>
                  <a:lnTo>
                    <a:pt x="492495" y="199259"/>
                  </a:lnTo>
                  <a:lnTo>
                    <a:pt x="540931" y="206068"/>
                  </a:lnTo>
                  <a:close/>
                  <a:moveTo>
                    <a:pt x="846613" y="593203"/>
                  </a:moveTo>
                  <a:lnTo>
                    <a:pt x="897939" y="578564"/>
                  </a:lnTo>
                  <a:lnTo>
                    <a:pt x="848234" y="547138"/>
                  </a:lnTo>
                  <a:close/>
                  <a:moveTo>
                    <a:pt x="816749" y="545647"/>
                  </a:moveTo>
                  <a:lnTo>
                    <a:pt x="843873" y="505936"/>
                  </a:lnTo>
                  <a:lnTo>
                    <a:pt x="796520" y="517345"/>
                  </a:lnTo>
                  <a:close/>
                  <a:moveTo>
                    <a:pt x="759283" y="520530"/>
                  </a:moveTo>
                  <a:lnTo>
                    <a:pt x="796520" y="517345"/>
                  </a:lnTo>
                  <a:lnTo>
                    <a:pt x="788669" y="509437"/>
                  </a:lnTo>
                  <a:close/>
                  <a:moveTo>
                    <a:pt x="796520" y="517345"/>
                  </a:moveTo>
                  <a:lnTo>
                    <a:pt x="843873" y="505936"/>
                  </a:lnTo>
                  <a:lnTo>
                    <a:pt x="817410" y="492318"/>
                  </a:lnTo>
                  <a:close/>
                  <a:moveTo>
                    <a:pt x="573380" y="250083"/>
                  </a:moveTo>
                  <a:lnTo>
                    <a:pt x="609475" y="241558"/>
                  </a:lnTo>
                  <a:lnTo>
                    <a:pt x="582887" y="224695"/>
                  </a:lnTo>
                  <a:close/>
                  <a:moveTo>
                    <a:pt x="573380" y="250083"/>
                  </a:moveTo>
                  <a:lnTo>
                    <a:pt x="582887" y="224695"/>
                  </a:lnTo>
                  <a:lnTo>
                    <a:pt x="555616" y="219778"/>
                  </a:lnTo>
                  <a:close/>
                  <a:moveTo>
                    <a:pt x="513521" y="226912"/>
                  </a:moveTo>
                  <a:lnTo>
                    <a:pt x="555616" y="219778"/>
                  </a:lnTo>
                  <a:lnTo>
                    <a:pt x="540931" y="206068"/>
                  </a:lnTo>
                  <a:close/>
                  <a:moveTo>
                    <a:pt x="555616" y="219778"/>
                  </a:moveTo>
                  <a:lnTo>
                    <a:pt x="578034" y="220216"/>
                  </a:lnTo>
                  <a:lnTo>
                    <a:pt x="540931" y="206068"/>
                  </a:lnTo>
                  <a:close/>
                  <a:moveTo>
                    <a:pt x="555616" y="219778"/>
                  </a:moveTo>
                  <a:lnTo>
                    <a:pt x="582887" y="224695"/>
                  </a:lnTo>
                  <a:lnTo>
                    <a:pt x="578034" y="220216"/>
                  </a:lnTo>
                  <a:close/>
                  <a:moveTo>
                    <a:pt x="962102" y="598235"/>
                  </a:moveTo>
                  <a:lnTo>
                    <a:pt x="941295" y="570404"/>
                  </a:lnTo>
                  <a:lnTo>
                    <a:pt x="921119" y="604466"/>
                  </a:lnTo>
                  <a:close/>
                  <a:moveTo>
                    <a:pt x="962102" y="598235"/>
                  </a:moveTo>
                  <a:lnTo>
                    <a:pt x="976117" y="569183"/>
                  </a:lnTo>
                  <a:lnTo>
                    <a:pt x="941295" y="570404"/>
                  </a:lnTo>
                  <a:close/>
                  <a:moveTo>
                    <a:pt x="616539" y="242084"/>
                  </a:moveTo>
                  <a:lnTo>
                    <a:pt x="619637" y="246707"/>
                  </a:lnTo>
                  <a:lnTo>
                    <a:pt x="609475" y="241558"/>
                  </a:lnTo>
                  <a:close/>
                  <a:moveTo>
                    <a:pt x="897664" y="379174"/>
                  </a:moveTo>
                  <a:lnTo>
                    <a:pt x="880873" y="359361"/>
                  </a:lnTo>
                  <a:lnTo>
                    <a:pt x="900063" y="397849"/>
                  </a:lnTo>
                  <a:close/>
                  <a:moveTo>
                    <a:pt x="900063" y="397849"/>
                  </a:moveTo>
                  <a:lnTo>
                    <a:pt x="880873" y="359361"/>
                  </a:lnTo>
                  <a:lnTo>
                    <a:pt x="853291" y="364038"/>
                  </a:lnTo>
                  <a:close/>
                  <a:moveTo>
                    <a:pt x="900063" y="397849"/>
                  </a:moveTo>
                  <a:lnTo>
                    <a:pt x="853291" y="364038"/>
                  </a:lnTo>
                  <a:lnTo>
                    <a:pt x="868271" y="396607"/>
                  </a:lnTo>
                  <a:close/>
                  <a:moveTo>
                    <a:pt x="900063" y="397849"/>
                  </a:moveTo>
                  <a:lnTo>
                    <a:pt x="909277" y="396116"/>
                  </a:lnTo>
                  <a:lnTo>
                    <a:pt x="897664" y="379174"/>
                  </a:lnTo>
                  <a:close/>
                  <a:moveTo>
                    <a:pt x="887650" y="341734"/>
                  </a:moveTo>
                  <a:lnTo>
                    <a:pt x="838402" y="339789"/>
                  </a:lnTo>
                  <a:lnTo>
                    <a:pt x="853291" y="364038"/>
                  </a:lnTo>
                  <a:close/>
                  <a:moveTo>
                    <a:pt x="963178" y="403338"/>
                  </a:moveTo>
                  <a:lnTo>
                    <a:pt x="946916" y="386846"/>
                  </a:lnTo>
                  <a:lnTo>
                    <a:pt x="909277" y="396116"/>
                  </a:lnTo>
                  <a:close/>
                  <a:moveTo>
                    <a:pt x="946916" y="386846"/>
                  </a:moveTo>
                  <a:lnTo>
                    <a:pt x="897664" y="379174"/>
                  </a:lnTo>
                  <a:lnTo>
                    <a:pt x="909277" y="396116"/>
                  </a:lnTo>
                  <a:close/>
                  <a:moveTo>
                    <a:pt x="898466" y="354400"/>
                  </a:moveTo>
                  <a:lnTo>
                    <a:pt x="897664" y="379174"/>
                  </a:lnTo>
                  <a:lnTo>
                    <a:pt x="946916" y="386846"/>
                  </a:lnTo>
                  <a:close/>
                  <a:moveTo>
                    <a:pt x="946916" y="386846"/>
                  </a:moveTo>
                  <a:lnTo>
                    <a:pt x="980126" y="386935"/>
                  </a:lnTo>
                  <a:lnTo>
                    <a:pt x="976646" y="345017"/>
                  </a:lnTo>
                  <a:close/>
                  <a:moveTo>
                    <a:pt x="880873" y="359361"/>
                  </a:moveTo>
                  <a:lnTo>
                    <a:pt x="897664" y="379174"/>
                  </a:lnTo>
                  <a:lnTo>
                    <a:pt x="898466" y="354400"/>
                  </a:lnTo>
                  <a:close/>
                  <a:moveTo>
                    <a:pt x="785204" y="123821"/>
                  </a:moveTo>
                  <a:lnTo>
                    <a:pt x="754249" y="138831"/>
                  </a:lnTo>
                  <a:lnTo>
                    <a:pt x="788236" y="122987"/>
                  </a:lnTo>
                  <a:close/>
                  <a:moveTo>
                    <a:pt x="788236" y="122987"/>
                  </a:moveTo>
                  <a:lnTo>
                    <a:pt x="754249" y="138831"/>
                  </a:lnTo>
                  <a:lnTo>
                    <a:pt x="742221" y="171729"/>
                  </a:lnTo>
                  <a:close/>
                  <a:moveTo>
                    <a:pt x="788236" y="122987"/>
                  </a:moveTo>
                  <a:lnTo>
                    <a:pt x="742221" y="171729"/>
                  </a:lnTo>
                  <a:lnTo>
                    <a:pt x="759152" y="138823"/>
                  </a:lnTo>
                  <a:close/>
                  <a:moveTo>
                    <a:pt x="758126" y="84892"/>
                  </a:moveTo>
                  <a:lnTo>
                    <a:pt x="754249" y="138831"/>
                  </a:lnTo>
                  <a:lnTo>
                    <a:pt x="787500" y="120234"/>
                  </a:lnTo>
                  <a:close/>
                  <a:moveTo>
                    <a:pt x="787500" y="120234"/>
                  </a:moveTo>
                  <a:lnTo>
                    <a:pt x="754249" y="138831"/>
                  </a:lnTo>
                  <a:lnTo>
                    <a:pt x="785204" y="123821"/>
                  </a:lnTo>
                  <a:close/>
                  <a:moveTo>
                    <a:pt x="988543" y="342177"/>
                  </a:moveTo>
                  <a:lnTo>
                    <a:pt x="1042462" y="361749"/>
                  </a:lnTo>
                  <a:lnTo>
                    <a:pt x="1020964" y="324994"/>
                  </a:lnTo>
                  <a:close/>
                  <a:moveTo>
                    <a:pt x="846386" y="215825"/>
                  </a:moveTo>
                  <a:lnTo>
                    <a:pt x="865668" y="219735"/>
                  </a:lnTo>
                  <a:lnTo>
                    <a:pt x="901721" y="201928"/>
                  </a:lnTo>
                  <a:close/>
                  <a:moveTo>
                    <a:pt x="874828" y="197587"/>
                  </a:moveTo>
                  <a:lnTo>
                    <a:pt x="846386" y="215825"/>
                  </a:lnTo>
                  <a:lnTo>
                    <a:pt x="901721" y="201928"/>
                  </a:lnTo>
                  <a:close/>
                  <a:moveTo>
                    <a:pt x="787500" y="120234"/>
                  </a:moveTo>
                  <a:lnTo>
                    <a:pt x="811130" y="121647"/>
                  </a:lnTo>
                  <a:lnTo>
                    <a:pt x="808132" y="67709"/>
                  </a:lnTo>
                  <a:close/>
                  <a:moveTo>
                    <a:pt x="1018477" y="288239"/>
                  </a:moveTo>
                  <a:lnTo>
                    <a:pt x="1020964" y="324994"/>
                  </a:lnTo>
                  <a:lnTo>
                    <a:pt x="1042441" y="307811"/>
                  </a:lnTo>
                  <a:close/>
                  <a:moveTo>
                    <a:pt x="1041117" y="271055"/>
                  </a:moveTo>
                  <a:lnTo>
                    <a:pt x="1021345" y="275454"/>
                  </a:lnTo>
                  <a:lnTo>
                    <a:pt x="1018477" y="288239"/>
                  </a:lnTo>
                  <a:close/>
                  <a:moveTo>
                    <a:pt x="808132" y="67709"/>
                  </a:moveTo>
                  <a:lnTo>
                    <a:pt x="840450" y="97423"/>
                  </a:lnTo>
                  <a:lnTo>
                    <a:pt x="848104" y="50526"/>
                  </a:lnTo>
                  <a:close/>
                  <a:moveTo>
                    <a:pt x="947030" y="150547"/>
                  </a:moveTo>
                  <a:lnTo>
                    <a:pt x="941510" y="160790"/>
                  </a:lnTo>
                  <a:lnTo>
                    <a:pt x="951167" y="114908"/>
                  </a:lnTo>
                  <a:close/>
                  <a:moveTo>
                    <a:pt x="927386" y="0"/>
                  </a:moveTo>
                  <a:lnTo>
                    <a:pt x="887066" y="5691"/>
                  </a:lnTo>
                  <a:lnTo>
                    <a:pt x="934581" y="7795"/>
                  </a:lnTo>
                  <a:close/>
                  <a:moveTo>
                    <a:pt x="911493" y="30579"/>
                  </a:moveTo>
                  <a:lnTo>
                    <a:pt x="934581" y="7795"/>
                  </a:lnTo>
                  <a:lnTo>
                    <a:pt x="906545" y="27549"/>
                  </a:lnTo>
                  <a:close/>
                  <a:moveTo>
                    <a:pt x="911493" y="30579"/>
                  </a:moveTo>
                  <a:lnTo>
                    <a:pt x="950506" y="25951"/>
                  </a:lnTo>
                  <a:lnTo>
                    <a:pt x="934581" y="779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43" name="Input_density__142">
              <a:extLst>
                <a:ext uri="{FF2B5EF4-FFF2-40B4-BE49-F238E27FC236}">
                  <a16:creationId xmlns:a16="http://schemas.microsoft.com/office/drawing/2014/main" id="{9C2A1CAA-8BD5-5338-0BBF-129A0154E284}"/>
                </a:ext>
              </a:extLst>
            </p:cNvPr>
            <p:cNvSpPr>
              <a:spLocks noGrp="1"/>
            </p:cNvSpPr>
            <p:nvPr/>
          </p:nvSpPr>
          <p:spPr>
            <a:xfrm>
              <a:off x="516200" y="1669519"/>
              <a:ext cx="1155472" cy="937929"/>
            </a:xfrm>
            <a:custGeom>
              <a:avLst/>
              <a:gdLst/>
              <a:ahLst/>
              <a:cxnLst/>
              <a:rect l="0" t="0" r="0" b="0"/>
              <a:pathLst>
                <a:path w="1155472" h="937929">
                  <a:moveTo>
                    <a:pt x="37176" y="546394"/>
                  </a:moveTo>
                  <a:lnTo>
                    <a:pt x="0" y="531974"/>
                  </a:lnTo>
                  <a:lnTo>
                    <a:pt x="8776" y="536418"/>
                  </a:lnTo>
                  <a:close/>
                  <a:moveTo>
                    <a:pt x="277176" y="843442"/>
                  </a:moveTo>
                  <a:lnTo>
                    <a:pt x="278699" y="847120"/>
                  </a:lnTo>
                  <a:lnTo>
                    <a:pt x="285161" y="850684"/>
                  </a:lnTo>
                  <a:close/>
                  <a:moveTo>
                    <a:pt x="321801" y="863099"/>
                  </a:moveTo>
                  <a:lnTo>
                    <a:pt x="278699" y="847120"/>
                  </a:lnTo>
                  <a:lnTo>
                    <a:pt x="299077" y="857642"/>
                  </a:lnTo>
                  <a:close/>
                  <a:moveTo>
                    <a:pt x="321801" y="863099"/>
                  </a:moveTo>
                  <a:lnTo>
                    <a:pt x="285161" y="850684"/>
                  </a:lnTo>
                  <a:lnTo>
                    <a:pt x="278699" y="847120"/>
                  </a:lnTo>
                  <a:close/>
                  <a:moveTo>
                    <a:pt x="80030" y="586157"/>
                  </a:moveTo>
                  <a:lnTo>
                    <a:pt x="80509" y="586662"/>
                  </a:lnTo>
                  <a:lnTo>
                    <a:pt x="81547" y="587713"/>
                  </a:lnTo>
                  <a:close/>
                  <a:moveTo>
                    <a:pt x="80030" y="586157"/>
                  </a:moveTo>
                  <a:lnTo>
                    <a:pt x="40793" y="549402"/>
                  </a:lnTo>
                  <a:lnTo>
                    <a:pt x="57895" y="560300"/>
                  </a:lnTo>
                  <a:close/>
                  <a:moveTo>
                    <a:pt x="356741" y="869159"/>
                  </a:moveTo>
                  <a:lnTo>
                    <a:pt x="412494" y="856828"/>
                  </a:lnTo>
                  <a:lnTo>
                    <a:pt x="376602" y="847206"/>
                  </a:lnTo>
                  <a:close/>
                  <a:moveTo>
                    <a:pt x="285161" y="850684"/>
                  </a:moveTo>
                  <a:lnTo>
                    <a:pt x="321801" y="863099"/>
                  </a:lnTo>
                  <a:lnTo>
                    <a:pt x="345078" y="853922"/>
                  </a:lnTo>
                  <a:close/>
                  <a:moveTo>
                    <a:pt x="40793" y="549402"/>
                  </a:moveTo>
                  <a:lnTo>
                    <a:pt x="80030" y="586157"/>
                  </a:lnTo>
                  <a:lnTo>
                    <a:pt x="41487" y="546552"/>
                  </a:lnTo>
                  <a:close/>
                  <a:moveTo>
                    <a:pt x="37176" y="546394"/>
                  </a:moveTo>
                  <a:lnTo>
                    <a:pt x="40793" y="549402"/>
                  </a:lnTo>
                  <a:lnTo>
                    <a:pt x="41487" y="546552"/>
                  </a:lnTo>
                  <a:close/>
                  <a:moveTo>
                    <a:pt x="484792" y="906350"/>
                  </a:moveTo>
                  <a:lnTo>
                    <a:pt x="447586" y="891819"/>
                  </a:lnTo>
                  <a:lnTo>
                    <a:pt x="463572" y="923220"/>
                  </a:lnTo>
                  <a:close/>
                  <a:moveTo>
                    <a:pt x="463572" y="923220"/>
                  </a:moveTo>
                  <a:lnTo>
                    <a:pt x="494025" y="912505"/>
                  </a:lnTo>
                  <a:lnTo>
                    <a:pt x="484792" y="906350"/>
                  </a:lnTo>
                  <a:close/>
                  <a:moveTo>
                    <a:pt x="412494" y="856828"/>
                  </a:moveTo>
                  <a:lnTo>
                    <a:pt x="420013" y="813499"/>
                  </a:lnTo>
                  <a:lnTo>
                    <a:pt x="420221" y="809075"/>
                  </a:lnTo>
                  <a:close/>
                  <a:moveTo>
                    <a:pt x="399547" y="836786"/>
                  </a:moveTo>
                  <a:lnTo>
                    <a:pt x="412494" y="856828"/>
                  </a:lnTo>
                  <a:lnTo>
                    <a:pt x="420221" y="809075"/>
                  </a:lnTo>
                  <a:close/>
                  <a:moveTo>
                    <a:pt x="376602" y="847206"/>
                  </a:moveTo>
                  <a:lnTo>
                    <a:pt x="412494" y="856828"/>
                  </a:lnTo>
                  <a:lnTo>
                    <a:pt x="399547" y="836786"/>
                  </a:lnTo>
                  <a:close/>
                  <a:moveTo>
                    <a:pt x="144093" y="532219"/>
                  </a:moveTo>
                  <a:lnTo>
                    <a:pt x="135995" y="523895"/>
                  </a:lnTo>
                  <a:lnTo>
                    <a:pt x="162128" y="543630"/>
                  </a:lnTo>
                  <a:close/>
                  <a:moveTo>
                    <a:pt x="144093" y="532219"/>
                  </a:moveTo>
                  <a:lnTo>
                    <a:pt x="137438" y="479687"/>
                  </a:lnTo>
                  <a:lnTo>
                    <a:pt x="135995" y="523895"/>
                  </a:lnTo>
                  <a:close/>
                  <a:moveTo>
                    <a:pt x="479277" y="837154"/>
                  </a:moveTo>
                  <a:lnTo>
                    <a:pt x="488129" y="845830"/>
                  </a:lnTo>
                  <a:lnTo>
                    <a:pt x="515223" y="879766"/>
                  </a:lnTo>
                  <a:close/>
                  <a:moveTo>
                    <a:pt x="420221" y="809075"/>
                  </a:moveTo>
                  <a:lnTo>
                    <a:pt x="425821" y="764031"/>
                  </a:lnTo>
                  <a:lnTo>
                    <a:pt x="417088" y="755137"/>
                  </a:lnTo>
                  <a:close/>
                  <a:moveTo>
                    <a:pt x="425821" y="764031"/>
                  </a:moveTo>
                  <a:lnTo>
                    <a:pt x="411869" y="730626"/>
                  </a:lnTo>
                  <a:lnTo>
                    <a:pt x="417088" y="755137"/>
                  </a:lnTo>
                  <a:close/>
                  <a:moveTo>
                    <a:pt x="567221" y="909328"/>
                  </a:moveTo>
                  <a:lnTo>
                    <a:pt x="562772" y="902157"/>
                  </a:lnTo>
                  <a:lnTo>
                    <a:pt x="515223" y="879766"/>
                  </a:lnTo>
                  <a:close/>
                  <a:moveTo>
                    <a:pt x="562772" y="902157"/>
                  </a:moveTo>
                  <a:lnTo>
                    <a:pt x="589585" y="884974"/>
                  </a:lnTo>
                  <a:lnTo>
                    <a:pt x="536730" y="879754"/>
                  </a:lnTo>
                  <a:close/>
                  <a:moveTo>
                    <a:pt x="634500" y="899941"/>
                  </a:moveTo>
                  <a:lnTo>
                    <a:pt x="618929" y="937929"/>
                  </a:lnTo>
                  <a:lnTo>
                    <a:pt x="666171" y="893776"/>
                  </a:lnTo>
                  <a:close/>
                  <a:moveTo>
                    <a:pt x="441349" y="681627"/>
                  </a:moveTo>
                  <a:lnTo>
                    <a:pt x="432081" y="641436"/>
                  </a:lnTo>
                  <a:lnTo>
                    <a:pt x="446429" y="627689"/>
                  </a:lnTo>
                  <a:close/>
                  <a:moveTo>
                    <a:pt x="669347" y="880478"/>
                  </a:moveTo>
                  <a:lnTo>
                    <a:pt x="634500" y="899941"/>
                  </a:lnTo>
                  <a:lnTo>
                    <a:pt x="666171" y="893776"/>
                  </a:lnTo>
                  <a:close/>
                  <a:moveTo>
                    <a:pt x="669347" y="880478"/>
                  </a:moveTo>
                  <a:lnTo>
                    <a:pt x="639478" y="877673"/>
                  </a:lnTo>
                  <a:lnTo>
                    <a:pt x="634500" y="899941"/>
                  </a:lnTo>
                  <a:close/>
                  <a:moveTo>
                    <a:pt x="669347" y="880478"/>
                  </a:moveTo>
                  <a:lnTo>
                    <a:pt x="666171" y="893776"/>
                  </a:lnTo>
                  <a:lnTo>
                    <a:pt x="679290" y="884974"/>
                  </a:lnTo>
                  <a:close/>
                  <a:moveTo>
                    <a:pt x="679995" y="849253"/>
                  </a:moveTo>
                  <a:lnTo>
                    <a:pt x="705849" y="833143"/>
                  </a:lnTo>
                  <a:lnTo>
                    <a:pt x="703251" y="831035"/>
                  </a:lnTo>
                  <a:close/>
                  <a:moveTo>
                    <a:pt x="669347" y="880478"/>
                  </a:moveTo>
                  <a:lnTo>
                    <a:pt x="694781" y="876166"/>
                  </a:lnTo>
                  <a:lnTo>
                    <a:pt x="679995" y="849253"/>
                  </a:lnTo>
                  <a:close/>
                  <a:moveTo>
                    <a:pt x="421105" y="588876"/>
                  </a:moveTo>
                  <a:lnTo>
                    <a:pt x="421534" y="602001"/>
                  </a:lnTo>
                  <a:lnTo>
                    <a:pt x="474180" y="617562"/>
                  </a:lnTo>
                  <a:close/>
                  <a:moveTo>
                    <a:pt x="323903" y="389987"/>
                  </a:moveTo>
                  <a:lnTo>
                    <a:pt x="323906" y="389975"/>
                  </a:lnTo>
                  <a:lnTo>
                    <a:pt x="294105" y="403084"/>
                  </a:lnTo>
                  <a:close/>
                  <a:moveTo>
                    <a:pt x="423400" y="446302"/>
                  </a:moveTo>
                  <a:lnTo>
                    <a:pt x="428896" y="448300"/>
                  </a:lnTo>
                  <a:lnTo>
                    <a:pt x="430370" y="442621"/>
                  </a:lnTo>
                  <a:close/>
                  <a:moveTo>
                    <a:pt x="315085" y="352409"/>
                  </a:moveTo>
                  <a:lnTo>
                    <a:pt x="317706" y="372792"/>
                  </a:lnTo>
                  <a:lnTo>
                    <a:pt x="302284" y="336037"/>
                  </a:lnTo>
                  <a:close/>
                  <a:moveTo>
                    <a:pt x="640667" y="697717"/>
                  </a:moveTo>
                  <a:lnTo>
                    <a:pt x="630550" y="692755"/>
                  </a:lnTo>
                  <a:lnTo>
                    <a:pt x="610867" y="666832"/>
                  </a:lnTo>
                  <a:close/>
                  <a:moveTo>
                    <a:pt x="683382" y="690079"/>
                  </a:moveTo>
                  <a:lnTo>
                    <a:pt x="685920" y="678988"/>
                  </a:lnTo>
                  <a:lnTo>
                    <a:pt x="637453" y="666832"/>
                  </a:lnTo>
                  <a:close/>
                  <a:moveTo>
                    <a:pt x="704731" y="655063"/>
                  </a:moveTo>
                  <a:lnTo>
                    <a:pt x="685920" y="678988"/>
                  </a:lnTo>
                  <a:lnTo>
                    <a:pt x="683382" y="690079"/>
                  </a:lnTo>
                  <a:close/>
                  <a:moveTo>
                    <a:pt x="704731" y="655063"/>
                  </a:moveTo>
                  <a:lnTo>
                    <a:pt x="683382" y="690079"/>
                  </a:lnTo>
                  <a:lnTo>
                    <a:pt x="715155" y="691336"/>
                  </a:lnTo>
                  <a:close/>
                  <a:moveTo>
                    <a:pt x="555554" y="578495"/>
                  </a:moveTo>
                  <a:lnTo>
                    <a:pt x="582724" y="583494"/>
                  </a:lnTo>
                  <a:lnTo>
                    <a:pt x="562377" y="555289"/>
                  </a:lnTo>
                  <a:close/>
                  <a:moveTo>
                    <a:pt x="582724" y="583494"/>
                  </a:moveTo>
                  <a:lnTo>
                    <a:pt x="605497" y="592068"/>
                  </a:lnTo>
                  <a:lnTo>
                    <a:pt x="562377" y="555289"/>
                  </a:lnTo>
                  <a:close/>
                  <a:moveTo>
                    <a:pt x="430370" y="442621"/>
                  </a:moveTo>
                  <a:lnTo>
                    <a:pt x="441493" y="393313"/>
                  </a:lnTo>
                  <a:lnTo>
                    <a:pt x="423400" y="446302"/>
                  </a:lnTo>
                  <a:close/>
                  <a:moveTo>
                    <a:pt x="430370" y="442621"/>
                  </a:moveTo>
                  <a:lnTo>
                    <a:pt x="471445" y="396050"/>
                  </a:lnTo>
                  <a:lnTo>
                    <a:pt x="441493" y="393313"/>
                  </a:lnTo>
                  <a:close/>
                  <a:moveTo>
                    <a:pt x="471445" y="396050"/>
                  </a:moveTo>
                  <a:lnTo>
                    <a:pt x="475056" y="388911"/>
                  </a:lnTo>
                  <a:lnTo>
                    <a:pt x="441484" y="387966"/>
                  </a:lnTo>
                  <a:close/>
                  <a:moveTo>
                    <a:pt x="471445" y="396050"/>
                  </a:moveTo>
                  <a:lnTo>
                    <a:pt x="497779" y="401729"/>
                  </a:lnTo>
                  <a:lnTo>
                    <a:pt x="475056" y="388911"/>
                  </a:lnTo>
                  <a:close/>
                  <a:moveTo>
                    <a:pt x="508728" y="348081"/>
                  </a:moveTo>
                  <a:lnTo>
                    <a:pt x="509768" y="302489"/>
                  </a:lnTo>
                  <a:lnTo>
                    <a:pt x="508185" y="338425"/>
                  </a:lnTo>
                  <a:close/>
                  <a:moveTo>
                    <a:pt x="508185" y="338425"/>
                  </a:moveTo>
                  <a:lnTo>
                    <a:pt x="506745" y="301670"/>
                  </a:lnTo>
                  <a:lnTo>
                    <a:pt x="526241" y="321242"/>
                  </a:lnTo>
                  <a:close/>
                  <a:moveTo>
                    <a:pt x="867748" y="668091"/>
                  </a:moveTo>
                  <a:lnTo>
                    <a:pt x="904530" y="681038"/>
                  </a:lnTo>
                  <a:lnTo>
                    <a:pt x="892781" y="672941"/>
                  </a:lnTo>
                  <a:close/>
                  <a:moveTo>
                    <a:pt x="695884" y="523827"/>
                  </a:moveTo>
                  <a:lnTo>
                    <a:pt x="725020" y="508184"/>
                  </a:lnTo>
                  <a:lnTo>
                    <a:pt x="744888" y="487833"/>
                  </a:lnTo>
                  <a:close/>
                  <a:moveTo>
                    <a:pt x="932495" y="689386"/>
                  </a:moveTo>
                  <a:lnTo>
                    <a:pt x="892781" y="672941"/>
                  </a:lnTo>
                  <a:lnTo>
                    <a:pt x="910360" y="685738"/>
                  </a:lnTo>
                  <a:close/>
                  <a:moveTo>
                    <a:pt x="932495" y="689386"/>
                  </a:moveTo>
                  <a:lnTo>
                    <a:pt x="967814" y="696863"/>
                  </a:lnTo>
                  <a:lnTo>
                    <a:pt x="989163" y="680473"/>
                  </a:lnTo>
                  <a:close/>
                  <a:moveTo>
                    <a:pt x="1003490" y="705670"/>
                  </a:moveTo>
                  <a:lnTo>
                    <a:pt x="989163" y="680473"/>
                  </a:lnTo>
                  <a:lnTo>
                    <a:pt x="967814" y="696863"/>
                  </a:lnTo>
                  <a:close/>
                  <a:moveTo>
                    <a:pt x="880335" y="548819"/>
                  </a:moveTo>
                  <a:lnTo>
                    <a:pt x="924495" y="563269"/>
                  </a:lnTo>
                  <a:lnTo>
                    <a:pt x="893048" y="598098"/>
                  </a:lnTo>
                  <a:close/>
                  <a:moveTo>
                    <a:pt x="852369" y="507405"/>
                  </a:moveTo>
                  <a:lnTo>
                    <a:pt x="834230" y="474934"/>
                  </a:lnTo>
                  <a:lnTo>
                    <a:pt x="832124" y="471430"/>
                  </a:lnTo>
                  <a:close/>
                  <a:moveTo>
                    <a:pt x="862894" y="553737"/>
                  </a:moveTo>
                  <a:lnTo>
                    <a:pt x="895784" y="552128"/>
                  </a:lnTo>
                  <a:lnTo>
                    <a:pt x="880335" y="548819"/>
                  </a:lnTo>
                  <a:close/>
                  <a:moveTo>
                    <a:pt x="712196" y="232937"/>
                  </a:moveTo>
                  <a:lnTo>
                    <a:pt x="701760" y="210008"/>
                  </a:lnTo>
                  <a:lnTo>
                    <a:pt x="713821" y="244950"/>
                  </a:lnTo>
                  <a:close/>
                  <a:moveTo>
                    <a:pt x="991517" y="593068"/>
                  </a:moveTo>
                  <a:lnTo>
                    <a:pt x="1022810" y="585489"/>
                  </a:lnTo>
                  <a:lnTo>
                    <a:pt x="1046084" y="576299"/>
                  </a:lnTo>
                  <a:close/>
                  <a:moveTo>
                    <a:pt x="1077464" y="586403"/>
                  </a:moveTo>
                  <a:lnTo>
                    <a:pt x="1078319" y="583303"/>
                  </a:lnTo>
                  <a:lnTo>
                    <a:pt x="1057573" y="590887"/>
                  </a:lnTo>
                  <a:close/>
                  <a:moveTo>
                    <a:pt x="975227" y="481102"/>
                  </a:moveTo>
                  <a:lnTo>
                    <a:pt x="990731" y="493921"/>
                  </a:lnTo>
                  <a:lnTo>
                    <a:pt x="982428" y="526977"/>
                  </a:lnTo>
                  <a:close/>
                  <a:moveTo>
                    <a:pt x="1078319" y="583303"/>
                  </a:moveTo>
                  <a:lnTo>
                    <a:pt x="1077464" y="586403"/>
                  </a:lnTo>
                  <a:lnTo>
                    <a:pt x="1081485" y="584080"/>
                  </a:lnTo>
                  <a:close/>
                  <a:moveTo>
                    <a:pt x="1117244" y="593203"/>
                  </a:moveTo>
                  <a:lnTo>
                    <a:pt x="1077464" y="586403"/>
                  </a:lnTo>
                  <a:lnTo>
                    <a:pt x="1096121" y="598323"/>
                  </a:lnTo>
                  <a:close/>
                  <a:moveTo>
                    <a:pt x="1117244" y="593203"/>
                  </a:moveTo>
                  <a:lnTo>
                    <a:pt x="1081485" y="584080"/>
                  </a:lnTo>
                  <a:lnTo>
                    <a:pt x="1077464" y="586403"/>
                  </a:lnTo>
                  <a:close/>
                  <a:moveTo>
                    <a:pt x="1078319" y="583303"/>
                  </a:moveTo>
                  <a:lnTo>
                    <a:pt x="1081485" y="584080"/>
                  </a:lnTo>
                  <a:lnTo>
                    <a:pt x="1082760" y="582097"/>
                  </a:lnTo>
                  <a:close/>
                  <a:moveTo>
                    <a:pt x="1123250" y="576268"/>
                  </a:moveTo>
                  <a:lnTo>
                    <a:pt x="1081485" y="584080"/>
                  </a:lnTo>
                  <a:lnTo>
                    <a:pt x="1117244" y="593203"/>
                  </a:lnTo>
                  <a:close/>
                  <a:moveTo>
                    <a:pt x="1123250" y="576268"/>
                  </a:moveTo>
                  <a:lnTo>
                    <a:pt x="1082760" y="582097"/>
                  </a:lnTo>
                  <a:lnTo>
                    <a:pt x="1081485" y="584080"/>
                  </a:lnTo>
                  <a:close/>
                  <a:moveTo>
                    <a:pt x="1082760" y="582097"/>
                  </a:moveTo>
                  <a:lnTo>
                    <a:pt x="1123250" y="576268"/>
                  </a:lnTo>
                  <a:lnTo>
                    <a:pt x="1099426" y="554951"/>
                  </a:lnTo>
                  <a:close/>
                  <a:moveTo>
                    <a:pt x="1123250" y="576268"/>
                  </a:moveTo>
                  <a:lnTo>
                    <a:pt x="1128507" y="539104"/>
                  </a:lnTo>
                  <a:lnTo>
                    <a:pt x="1099426" y="554951"/>
                  </a:lnTo>
                  <a:close/>
                  <a:moveTo>
                    <a:pt x="1153466" y="578791"/>
                  </a:moveTo>
                  <a:lnTo>
                    <a:pt x="1123250" y="576268"/>
                  </a:lnTo>
                  <a:lnTo>
                    <a:pt x="1117244" y="593203"/>
                  </a:lnTo>
                  <a:close/>
                  <a:moveTo>
                    <a:pt x="1155472" y="532413"/>
                  </a:moveTo>
                  <a:lnTo>
                    <a:pt x="1123250" y="576268"/>
                  </a:lnTo>
                  <a:lnTo>
                    <a:pt x="1153466" y="578791"/>
                  </a:lnTo>
                  <a:close/>
                  <a:moveTo>
                    <a:pt x="938955" y="232499"/>
                  </a:moveTo>
                  <a:lnTo>
                    <a:pt x="969080" y="254897"/>
                  </a:lnTo>
                  <a:lnTo>
                    <a:pt x="933550" y="219414"/>
                  </a:lnTo>
                  <a:close/>
                  <a:moveTo>
                    <a:pt x="927558" y="181387"/>
                  </a:moveTo>
                  <a:lnTo>
                    <a:pt x="927565" y="189913"/>
                  </a:lnTo>
                  <a:lnTo>
                    <a:pt x="952851" y="186064"/>
                  </a:lnTo>
                  <a:close/>
                  <a:moveTo>
                    <a:pt x="933158" y="18408"/>
                  </a:moveTo>
                  <a:lnTo>
                    <a:pt x="928825" y="44267"/>
                  </a:lnTo>
                  <a:lnTo>
                    <a:pt x="938166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44" name="Input_density__143">
              <a:extLst>
                <a:ext uri="{FF2B5EF4-FFF2-40B4-BE49-F238E27FC236}">
                  <a16:creationId xmlns:a16="http://schemas.microsoft.com/office/drawing/2014/main" id="{E8A73514-8CFD-D596-59C0-C0C218512ADD}"/>
                </a:ext>
              </a:extLst>
            </p:cNvPr>
            <p:cNvSpPr>
              <a:spLocks noGrp="1"/>
            </p:cNvSpPr>
            <p:nvPr/>
          </p:nvSpPr>
          <p:spPr>
            <a:xfrm>
              <a:off x="553376" y="1669519"/>
              <a:ext cx="1055569" cy="937929"/>
            </a:xfrm>
            <a:custGeom>
              <a:avLst/>
              <a:gdLst/>
              <a:ahLst/>
              <a:cxnLst/>
              <a:rect l="0" t="0" r="0" b="0"/>
              <a:pathLst>
                <a:path w="1055569" h="937929">
                  <a:moveTo>
                    <a:pt x="3223" y="530076"/>
                  </a:moveTo>
                  <a:lnTo>
                    <a:pt x="3617" y="549402"/>
                  </a:lnTo>
                  <a:lnTo>
                    <a:pt x="0" y="546394"/>
                  </a:lnTo>
                  <a:close/>
                  <a:moveTo>
                    <a:pt x="83300" y="608686"/>
                  </a:moveTo>
                  <a:lnTo>
                    <a:pt x="44371" y="587713"/>
                  </a:lnTo>
                  <a:lnTo>
                    <a:pt x="43333" y="586662"/>
                  </a:lnTo>
                  <a:close/>
                  <a:moveTo>
                    <a:pt x="284625" y="863099"/>
                  </a:moveTo>
                  <a:lnTo>
                    <a:pt x="319565" y="869159"/>
                  </a:lnTo>
                  <a:lnTo>
                    <a:pt x="339425" y="847206"/>
                  </a:lnTo>
                  <a:close/>
                  <a:moveTo>
                    <a:pt x="307902" y="853922"/>
                  </a:moveTo>
                  <a:lnTo>
                    <a:pt x="284625" y="863099"/>
                  </a:lnTo>
                  <a:lnTo>
                    <a:pt x="339425" y="847206"/>
                  </a:lnTo>
                  <a:close/>
                  <a:moveTo>
                    <a:pt x="456849" y="912505"/>
                  </a:moveTo>
                  <a:lnTo>
                    <a:pt x="470643" y="885785"/>
                  </a:lnTo>
                  <a:lnTo>
                    <a:pt x="447615" y="906350"/>
                  </a:lnTo>
                  <a:close/>
                  <a:moveTo>
                    <a:pt x="307902" y="853922"/>
                  </a:moveTo>
                  <a:lnTo>
                    <a:pt x="339425" y="847206"/>
                  </a:lnTo>
                  <a:lnTo>
                    <a:pt x="362371" y="836786"/>
                  </a:lnTo>
                  <a:close/>
                  <a:moveTo>
                    <a:pt x="383045" y="809075"/>
                  </a:moveTo>
                  <a:lnTo>
                    <a:pt x="382837" y="813499"/>
                  </a:lnTo>
                  <a:lnTo>
                    <a:pt x="383637" y="791721"/>
                  </a:lnTo>
                  <a:close/>
                  <a:moveTo>
                    <a:pt x="100487" y="478280"/>
                  </a:moveTo>
                  <a:lnTo>
                    <a:pt x="100262" y="479687"/>
                  </a:lnTo>
                  <a:lnTo>
                    <a:pt x="106917" y="532219"/>
                  </a:lnTo>
                  <a:close/>
                  <a:moveTo>
                    <a:pt x="93628" y="495464"/>
                  </a:moveTo>
                  <a:lnTo>
                    <a:pt x="100487" y="478280"/>
                  </a:lnTo>
                  <a:lnTo>
                    <a:pt x="106917" y="532219"/>
                  </a:lnTo>
                  <a:close/>
                  <a:moveTo>
                    <a:pt x="383637" y="791721"/>
                  </a:moveTo>
                  <a:lnTo>
                    <a:pt x="388645" y="764031"/>
                  </a:lnTo>
                  <a:lnTo>
                    <a:pt x="383045" y="809075"/>
                  </a:lnTo>
                  <a:close/>
                  <a:moveTo>
                    <a:pt x="374693" y="730626"/>
                  </a:moveTo>
                  <a:lnTo>
                    <a:pt x="369714" y="718382"/>
                  </a:lnTo>
                  <a:lnTo>
                    <a:pt x="379912" y="755137"/>
                  </a:lnTo>
                  <a:close/>
                  <a:moveTo>
                    <a:pt x="374693" y="730626"/>
                  </a:moveTo>
                  <a:lnTo>
                    <a:pt x="375054" y="685585"/>
                  </a:lnTo>
                  <a:lnTo>
                    <a:pt x="369714" y="718382"/>
                  </a:lnTo>
                  <a:close/>
                  <a:moveTo>
                    <a:pt x="478047" y="879766"/>
                  </a:moveTo>
                  <a:lnTo>
                    <a:pt x="525595" y="902157"/>
                  </a:lnTo>
                  <a:lnTo>
                    <a:pt x="499554" y="879754"/>
                  </a:lnTo>
                  <a:close/>
                  <a:moveTo>
                    <a:pt x="581753" y="937929"/>
                  </a:moveTo>
                  <a:lnTo>
                    <a:pt x="612139" y="926960"/>
                  </a:lnTo>
                  <a:lnTo>
                    <a:pt x="628995" y="893776"/>
                  </a:lnTo>
                  <a:close/>
                  <a:moveTo>
                    <a:pt x="383929" y="588876"/>
                  </a:moveTo>
                  <a:lnTo>
                    <a:pt x="382650" y="545169"/>
                  </a:lnTo>
                  <a:lnTo>
                    <a:pt x="380389" y="573750"/>
                  </a:lnTo>
                  <a:close/>
                  <a:moveTo>
                    <a:pt x="382650" y="545169"/>
                  </a:moveTo>
                  <a:lnTo>
                    <a:pt x="377210" y="504844"/>
                  </a:lnTo>
                  <a:lnTo>
                    <a:pt x="369002" y="536995"/>
                  </a:lnTo>
                  <a:close/>
                  <a:moveTo>
                    <a:pt x="256928" y="403084"/>
                  </a:moveTo>
                  <a:lnTo>
                    <a:pt x="233689" y="389975"/>
                  </a:lnTo>
                  <a:lnTo>
                    <a:pt x="235083" y="417616"/>
                  </a:lnTo>
                  <a:close/>
                  <a:moveTo>
                    <a:pt x="377668" y="500240"/>
                  </a:moveTo>
                  <a:lnTo>
                    <a:pt x="391720" y="448300"/>
                  </a:lnTo>
                  <a:lnTo>
                    <a:pt x="386224" y="446302"/>
                  </a:lnTo>
                  <a:close/>
                  <a:moveTo>
                    <a:pt x="386224" y="446302"/>
                  </a:moveTo>
                  <a:lnTo>
                    <a:pt x="396853" y="456302"/>
                  </a:lnTo>
                  <a:lnTo>
                    <a:pt x="377668" y="500240"/>
                  </a:lnTo>
                  <a:close/>
                  <a:moveTo>
                    <a:pt x="391720" y="448300"/>
                  </a:moveTo>
                  <a:lnTo>
                    <a:pt x="403746" y="463485"/>
                  </a:lnTo>
                  <a:lnTo>
                    <a:pt x="393194" y="442621"/>
                  </a:lnTo>
                  <a:close/>
                  <a:moveTo>
                    <a:pt x="226962" y="291043"/>
                  </a:moveTo>
                  <a:lnTo>
                    <a:pt x="265922" y="312132"/>
                  </a:lnTo>
                  <a:lnTo>
                    <a:pt x="251094" y="302373"/>
                  </a:lnTo>
                  <a:close/>
                  <a:moveTo>
                    <a:pt x="669072" y="649648"/>
                  </a:moveTo>
                  <a:lnTo>
                    <a:pt x="648743" y="678988"/>
                  </a:lnTo>
                  <a:lnTo>
                    <a:pt x="667555" y="655063"/>
                  </a:lnTo>
                  <a:close/>
                  <a:moveTo>
                    <a:pt x="423157" y="430073"/>
                  </a:moveTo>
                  <a:lnTo>
                    <a:pt x="434269" y="396050"/>
                  </a:lnTo>
                  <a:lnTo>
                    <a:pt x="393194" y="442621"/>
                  </a:lnTo>
                  <a:close/>
                  <a:moveTo>
                    <a:pt x="404316" y="393313"/>
                  </a:moveTo>
                  <a:lnTo>
                    <a:pt x="434269" y="396050"/>
                  </a:lnTo>
                  <a:lnTo>
                    <a:pt x="404308" y="387966"/>
                  </a:lnTo>
                  <a:close/>
                  <a:moveTo>
                    <a:pt x="456849" y="363625"/>
                  </a:moveTo>
                  <a:lnTo>
                    <a:pt x="404308" y="387966"/>
                  </a:lnTo>
                  <a:lnTo>
                    <a:pt x="437880" y="388911"/>
                  </a:lnTo>
                  <a:close/>
                  <a:moveTo>
                    <a:pt x="437880" y="388911"/>
                  </a:moveTo>
                  <a:lnTo>
                    <a:pt x="467656" y="375662"/>
                  </a:lnTo>
                  <a:lnTo>
                    <a:pt x="456849" y="363625"/>
                  </a:lnTo>
                  <a:close/>
                  <a:moveTo>
                    <a:pt x="867354" y="681038"/>
                  </a:moveTo>
                  <a:lnTo>
                    <a:pt x="873184" y="685738"/>
                  </a:lnTo>
                  <a:lnTo>
                    <a:pt x="855605" y="672941"/>
                  </a:lnTo>
                  <a:close/>
                  <a:moveTo>
                    <a:pt x="570174" y="317390"/>
                  </a:moveTo>
                  <a:lnTo>
                    <a:pt x="622943" y="293900"/>
                  </a:lnTo>
                  <a:lnTo>
                    <a:pt x="590607" y="297579"/>
                  </a:lnTo>
                  <a:close/>
                  <a:moveTo>
                    <a:pt x="930638" y="696863"/>
                  </a:moveTo>
                  <a:lnTo>
                    <a:pt x="895319" y="689386"/>
                  </a:lnTo>
                  <a:lnTo>
                    <a:pt x="873184" y="685738"/>
                  </a:lnTo>
                  <a:close/>
                  <a:moveTo>
                    <a:pt x="870668" y="553542"/>
                  </a:moveTo>
                  <a:lnTo>
                    <a:pt x="887319" y="563269"/>
                  </a:lnTo>
                  <a:lnTo>
                    <a:pt x="843159" y="548819"/>
                  </a:lnTo>
                  <a:close/>
                  <a:moveTo>
                    <a:pt x="858607" y="552128"/>
                  </a:moveTo>
                  <a:lnTo>
                    <a:pt x="870668" y="553542"/>
                  </a:lnTo>
                  <a:lnTo>
                    <a:pt x="843159" y="548819"/>
                  </a:lnTo>
                  <a:close/>
                  <a:moveTo>
                    <a:pt x="590607" y="297579"/>
                  </a:moveTo>
                  <a:lnTo>
                    <a:pt x="622943" y="293900"/>
                  </a:lnTo>
                  <a:lnTo>
                    <a:pt x="629075" y="250120"/>
                  </a:lnTo>
                  <a:close/>
                  <a:moveTo>
                    <a:pt x="799994" y="467329"/>
                  </a:moveTo>
                  <a:lnTo>
                    <a:pt x="797054" y="474934"/>
                  </a:lnTo>
                  <a:lnTo>
                    <a:pt x="849793" y="453467"/>
                  </a:lnTo>
                  <a:close/>
                  <a:moveTo>
                    <a:pt x="1020397" y="590887"/>
                  </a:moveTo>
                  <a:lnTo>
                    <a:pt x="1041143" y="583303"/>
                  </a:lnTo>
                  <a:lnTo>
                    <a:pt x="1008908" y="576299"/>
                  </a:lnTo>
                  <a:close/>
                  <a:moveTo>
                    <a:pt x="1020397" y="590887"/>
                  </a:moveTo>
                  <a:lnTo>
                    <a:pt x="1008908" y="576299"/>
                  </a:lnTo>
                  <a:lnTo>
                    <a:pt x="985634" y="585489"/>
                  </a:lnTo>
                  <a:close/>
                  <a:moveTo>
                    <a:pt x="1020397" y="590887"/>
                  </a:moveTo>
                  <a:lnTo>
                    <a:pt x="1055569" y="597814"/>
                  </a:lnTo>
                  <a:lnTo>
                    <a:pt x="1040288" y="586403"/>
                  </a:lnTo>
                  <a:close/>
                  <a:moveTo>
                    <a:pt x="967586" y="484179"/>
                  </a:moveTo>
                  <a:lnTo>
                    <a:pt x="938051" y="481102"/>
                  </a:lnTo>
                  <a:lnTo>
                    <a:pt x="945251" y="526977"/>
                  </a:lnTo>
                  <a:close/>
                  <a:moveTo>
                    <a:pt x="867038" y="416712"/>
                  </a:moveTo>
                  <a:lnTo>
                    <a:pt x="871875" y="409318"/>
                  </a:lnTo>
                  <a:lnTo>
                    <a:pt x="861917" y="399528"/>
                  </a:lnTo>
                  <a:close/>
                  <a:moveTo>
                    <a:pt x="821666" y="342556"/>
                  </a:moveTo>
                  <a:lnTo>
                    <a:pt x="829710" y="326018"/>
                  </a:lnTo>
                  <a:lnTo>
                    <a:pt x="814866" y="349115"/>
                  </a:lnTo>
                  <a:close/>
                  <a:moveTo>
                    <a:pt x="857774" y="288756"/>
                  </a:moveTo>
                  <a:lnTo>
                    <a:pt x="840191" y="319223"/>
                  </a:lnTo>
                  <a:lnTo>
                    <a:pt x="893511" y="297794"/>
                  </a:lnTo>
                  <a:close/>
                  <a:moveTo>
                    <a:pt x="893511" y="297794"/>
                  </a:moveTo>
                  <a:lnTo>
                    <a:pt x="871428" y="311438"/>
                  </a:lnTo>
                  <a:lnTo>
                    <a:pt x="921265" y="276985"/>
                  </a:lnTo>
                  <a:close/>
                  <a:moveTo>
                    <a:pt x="921265" y="276985"/>
                  </a:moveTo>
                  <a:lnTo>
                    <a:pt x="963869" y="263466"/>
                  </a:lnTo>
                  <a:lnTo>
                    <a:pt x="930690" y="263351"/>
                  </a:lnTo>
                  <a:close/>
                  <a:moveTo>
                    <a:pt x="934418" y="126079"/>
                  </a:moveTo>
                  <a:lnTo>
                    <a:pt x="930537" y="127448"/>
                  </a:lnTo>
                  <a:lnTo>
                    <a:pt x="932593" y="126921"/>
                  </a:lnTo>
                  <a:close/>
                  <a:moveTo>
                    <a:pt x="970605" y="144468"/>
                  </a:moveTo>
                  <a:lnTo>
                    <a:pt x="934418" y="126079"/>
                  </a:lnTo>
                  <a:lnTo>
                    <a:pt x="933699" y="127448"/>
                  </a:lnTo>
                  <a:close/>
                  <a:moveTo>
                    <a:pt x="932593" y="126921"/>
                  </a:moveTo>
                  <a:lnTo>
                    <a:pt x="933699" y="127448"/>
                  </a:lnTo>
                  <a:lnTo>
                    <a:pt x="934418" y="126079"/>
                  </a:lnTo>
                  <a:close/>
                  <a:moveTo>
                    <a:pt x="900990" y="0"/>
                  </a:moveTo>
                  <a:lnTo>
                    <a:pt x="916941" y="564"/>
                  </a:lnTo>
                  <a:lnTo>
                    <a:pt x="895982" y="18408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45" name="Input_density__144">
              <a:extLst>
                <a:ext uri="{FF2B5EF4-FFF2-40B4-BE49-F238E27FC236}">
                  <a16:creationId xmlns:a16="http://schemas.microsoft.com/office/drawing/2014/main" id="{B6006CBB-56D6-5335-C66C-C2AB6A56E10C}"/>
                </a:ext>
              </a:extLst>
            </p:cNvPr>
            <p:cNvSpPr>
              <a:spLocks noGrp="1"/>
            </p:cNvSpPr>
            <p:nvPr/>
          </p:nvSpPr>
          <p:spPr>
            <a:xfrm>
              <a:off x="652195" y="1546804"/>
              <a:ext cx="1117869" cy="1060645"/>
            </a:xfrm>
            <a:custGeom>
              <a:avLst/>
              <a:gdLst/>
              <a:ahLst/>
              <a:cxnLst/>
              <a:rect l="0" t="0" r="0" b="0"/>
              <a:pathLst>
                <a:path w="1117869" h="1060645">
                  <a:moveTo>
                    <a:pt x="141180" y="966157"/>
                  </a:moveTo>
                  <a:lnTo>
                    <a:pt x="124974" y="939503"/>
                  </a:lnTo>
                  <a:lnTo>
                    <a:pt x="142704" y="969836"/>
                  </a:lnTo>
                  <a:close/>
                  <a:moveTo>
                    <a:pt x="327576" y="1045935"/>
                  </a:moveTo>
                  <a:lnTo>
                    <a:pt x="297946" y="1014386"/>
                  </a:lnTo>
                  <a:lnTo>
                    <a:pt x="296852" y="1022484"/>
                  </a:lnTo>
                  <a:close/>
                  <a:moveTo>
                    <a:pt x="311590" y="1014535"/>
                  </a:moveTo>
                  <a:lnTo>
                    <a:pt x="297946" y="1014386"/>
                  </a:lnTo>
                  <a:lnTo>
                    <a:pt x="327576" y="1045935"/>
                  </a:lnTo>
                  <a:close/>
                  <a:moveTo>
                    <a:pt x="326055" y="973874"/>
                  </a:moveTo>
                  <a:lnTo>
                    <a:pt x="334810" y="976771"/>
                  </a:lnTo>
                  <a:lnTo>
                    <a:pt x="371824" y="1008500"/>
                  </a:lnTo>
                  <a:close/>
                  <a:moveTo>
                    <a:pt x="284018" y="936215"/>
                  </a:moveTo>
                  <a:lnTo>
                    <a:pt x="320309" y="933799"/>
                  </a:lnTo>
                  <a:lnTo>
                    <a:pt x="284818" y="914436"/>
                  </a:lnTo>
                  <a:close/>
                  <a:moveTo>
                    <a:pt x="26132" y="666345"/>
                  </a:moveTo>
                  <a:lnTo>
                    <a:pt x="0" y="646610"/>
                  </a:lnTo>
                  <a:lnTo>
                    <a:pt x="14571" y="651487"/>
                  </a:lnTo>
                  <a:close/>
                  <a:moveTo>
                    <a:pt x="284818" y="914436"/>
                  </a:moveTo>
                  <a:lnTo>
                    <a:pt x="340120" y="917693"/>
                  </a:lnTo>
                  <a:lnTo>
                    <a:pt x="317710" y="877852"/>
                  </a:lnTo>
                  <a:close/>
                  <a:moveTo>
                    <a:pt x="320126" y="921873"/>
                  </a:moveTo>
                  <a:lnTo>
                    <a:pt x="340120" y="917693"/>
                  </a:lnTo>
                  <a:lnTo>
                    <a:pt x="284818" y="914436"/>
                  </a:lnTo>
                  <a:close/>
                  <a:moveTo>
                    <a:pt x="317710" y="877852"/>
                  </a:moveTo>
                  <a:lnTo>
                    <a:pt x="289825" y="886746"/>
                  </a:lnTo>
                  <a:lnTo>
                    <a:pt x="284818" y="914436"/>
                  </a:lnTo>
                  <a:close/>
                  <a:moveTo>
                    <a:pt x="426776" y="1024872"/>
                  </a:moveTo>
                  <a:lnTo>
                    <a:pt x="431226" y="1032043"/>
                  </a:lnTo>
                  <a:lnTo>
                    <a:pt x="443851" y="1039096"/>
                  </a:lnTo>
                  <a:close/>
                  <a:moveTo>
                    <a:pt x="482934" y="1060645"/>
                  </a:moveTo>
                  <a:lnTo>
                    <a:pt x="443851" y="1039096"/>
                  </a:lnTo>
                  <a:lnTo>
                    <a:pt x="431226" y="1032043"/>
                  </a:lnTo>
                  <a:close/>
                  <a:moveTo>
                    <a:pt x="453590" y="1007689"/>
                  </a:moveTo>
                  <a:lnTo>
                    <a:pt x="426776" y="1024872"/>
                  </a:lnTo>
                  <a:lnTo>
                    <a:pt x="443851" y="1039096"/>
                  </a:lnTo>
                  <a:close/>
                  <a:moveTo>
                    <a:pt x="443851" y="1039096"/>
                  </a:moveTo>
                  <a:lnTo>
                    <a:pt x="482934" y="1060645"/>
                  </a:lnTo>
                  <a:lnTo>
                    <a:pt x="498505" y="1022656"/>
                  </a:lnTo>
                  <a:close/>
                  <a:moveTo>
                    <a:pt x="462469" y="1012498"/>
                  </a:moveTo>
                  <a:lnTo>
                    <a:pt x="443851" y="1039096"/>
                  </a:lnTo>
                  <a:lnTo>
                    <a:pt x="498505" y="1022656"/>
                  </a:lnTo>
                  <a:close/>
                  <a:moveTo>
                    <a:pt x="503482" y="1000388"/>
                  </a:moveTo>
                  <a:lnTo>
                    <a:pt x="533352" y="1003193"/>
                  </a:lnTo>
                  <a:lnTo>
                    <a:pt x="508666" y="964437"/>
                  </a:lnTo>
                  <a:close/>
                  <a:moveTo>
                    <a:pt x="533352" y="1003193"/>
                  </a:moveTo>
                  <a:lnTo>
                    <a:pt x="544000" y="971969"/>
                  </a:lnTo>
                  <a:lnTo>
                    <a:pt x="508666" y="964437"/>
                  </a:lnTo>
                  <a:close/>
                  <a:moveTo>
                    <a:pt x="450706" y="881965"/>
                  </a:moveTo>
                  <a:lnTo>
                    <a:pt x="467757" y="880241"/>
                  </a:lnTo>
                  <a:lnTo>
                    <a:pt x="451832" y="876519"/>
                  </a:lnTo>
                  <a:close/>
                  <a:moveTo>
                    <a:pt x="445343" y="880241"/>
                  </a:moveTo>
                  <a:lnTo>
                    <a:pt x="450706" y="881965"/>
                  </a:lnTo>
                  <a:lnTo>
                    <a:pt x="451832" y="876519"/>
                  </a:lnTo>
                  <a:close/>
                  <a:moveTo>
                    <a:pt x="338185" y="740278"/>
                  </a:moveTo>
                  <a:lnTo>
                    <a:pt x="285539" y="724716"/>
                  </a:lnTo>
                  <a:lnTo>
                    <a:pt x="310434" y="750404"/>
                  </a:lnTo>
                  <a:close/>
                  <a:moveTo>
                    <a:pt x="285110" y="711591"/>
                  </a:moveTo>
                  <a:lnTo>
                    <a:pt x="330124" y="702084"/>
                  </a:lnTo>
                  <a:lnTo>
                    <a:pt x="325029" y="661479"/>
                  </a:lnTo>
                  <a:close/>
                  <a:moveTo>
                    <a:pt x="285110" y="711591"/>
                  </a:moveTo>
                  <a:lnTo>
                    <a:pt x="325029" y="661479"/>
                  </a:lnTo>
                  <a:lnTo>
                    <a:pt x="283831" y="667884"/>
                  </a:lnTo>
                  <a:close/>
                  <a:moveTo>
                    <a:pt x="136264" y="540332"/>
                  </a:moveTo>
                  <a:lnTo>
                    <a:pt x="169687" y="566629"/>
                  </a:lnTo>
                  <a:lnTo>
                    <a:pt x="158109" y="525799"/>
                  </a:lnTo>
                  <a:close/>
                  <a:moveTo>
                    <a:pt x="158109" y="525799"/>
                  </a:moveTo>
                  <a:lnTo>
                    <a:pt x="169687" y="566629"/>
                  </a:lnTo>
                  <a:lnTo>
                    <a:pt x="187908" y="512703"/>
                  </a:lnTo>
                  <a:close/>
                  <a:moveTo>
                    <a:pt x="187908" y="512703"/>
                  </a:moveTo>
                  <a:lnTo>
                    <a:pt x="148804" y="493119"/>
                  </a:lnTo>
                  <a:lnTo>
                    <a:pt x="150561" y="497575"/>
                  </a:lnTo>
                  <a:close/>
                  <a:moveTo>
                    <a:pt x="549042" y="945690"/>
                  </a:moveTo>
                  <a:lnTo>
                    <a:pt x="544000" y="971969"/>
                  </a:lnTo>
                  <a:lnTo>
                    <a:pt x="567256" y="953751"/>
                  </a:lnTo>
                  <a:close/>
                  <a:moveTo>
                    <a:pt x="549042" y="945690"/>
                  </a:moveTo>
                  <a:lnTo>
                    <a:pt x="567256" y="953751"/>
                  </a:lnTo>
                  <a:lnTo>
                    <a:pt x="571084" y="910111"/>
                  </a:lnTo>
                  <a:close/>
                  <a:moveTo>
                    <a:pt x="543146" y="905736"/>
                  </a:moveTo>
                  <a:lnTo>
                    <a:pt x="549042" y="945690"/>
                  </a:lnTo>
                  <a:lnTo>
                    <a:pt x="571084" y="910111"/>
                  </a:lnTo>
                  <a:close/>
                  <a:moveTo>
                    <a:pt x="543146" y="905736"/>
                  </a:moveTo>
                  <a:lnTo>
                    <a:pt x="571084" y="910111"/>
                  </a:lnTo>
                  <a:lnTo>
                    <a:pt x="543568" y="874145"/>
                  </a:lnTo>
                  <a:close/>
                  <a:moveTo>
                    <a:pt x="571084" y="910111"/>
                  </a:moveTo>
                  <a:lnTo>
                    <a:pt x="575238" y="867980"/>
                  </a:lnTo>
                  <a:lnTo>
                    <a:pt x="543568" y="874145"/>
                  </a:lnTo>
                  <a:close/>
                  <a:moveTo>
                    <a:pt x="494555" y="815471"/>
                  </a:moveTo>
                  <a:lnTo>
                    <a:pt x="473548" y="800989"/>
                  </a:lnTo>
                  <a:lnTo>
                    <a:pt x="474872" y="789547"/>
                  </a:lnTo>
                  <a:close/>
                  <a:moveTo>
                    <a:pt x="235781" y="532262"/>
                  </a:moveTo>
                  <a:lnTo>
                    <a:pt x="187927" y="512687"/>
                  </a:lnTo>
                  <a:lnTo>
                    <a:pt x="187930" y="512691"/>
                  </a:lnTo>
                  <a:close/>
                  <a:moveTo>
                    <a:pt x="158109" y="525799"/>
                  </a:moveTo>
                  <a:lnTo>
                    <a:pt x="187911" y="512691"/>
                  </a:lnTo>
                  <a:lnTo>
                    <a:pt x="170070" y="500117"/>
                  </a:lnTo>
                  <a:close/>
                  <a:moveTo>
                    <a:pt x="170070" y="500117"/>
                  </a:moveTo>
                  <a:lnTo>
                    <a:pt x="187911" y="512691"/>
                  </a:lnTo>
                  <a:lnTo>
                    <a:pt x="150561" y="497575"/>
                  </a:lnTo>
                  <a:close/>
                  <a:moveTo>
                    <a:pt x="167103" y="434848"/>
                  </a:moveTo>
                  <a:lnTo>
                    <a:pt x="172680" y="435589"/>
                  </a:lnTo>
                  <a:lnTo>
                    <a:pt x="152275" y="425089"/>
                  </a:lnTo>
                  <a:close/>
                  <a:moveTo>
                    <a:pt x="547387" y="812794"/>
                  </a:moveTo>
                  <a:lnTo>
                    <a:pt x="504672" y="820433"/>
                  </a:lnTo>
                  <a:lnTo>
                    <a:pt x="545106" y="859396"/>
                  </a:lnTo>
                  <a:close/>
                  <a:moveTo>
                    <a:pt x="575860" y="861482"/>
                  </a:moveTo>
                  <a:lnTo>
                    <a:pt x="543568" y="874145"/>
                  </a:lnTo>
                  <a:lnTo>
                    <a:pt x="575238" y="867980"/>
                  </a:lnTo>
                  <a:close/>
                  <a:moveTo>
                    <a:pt x="575860" y="861482"/>
                  </a:moveTo>
                  <a:lnTo>
                    <a:pt x="545106" y="859396"/>
                  </a:lnTo>
                  <a:lnTo>
                    <a:pt x="543568" y="874145"/>
                  </a:lnTo>
                  <a:close/>
                  <a:moveTo>
                    <a:pt x="545106" y="859396"/>
                  </a:moveTo>
                  <a:lnTo>
                    <a:pt x="575860" y="861482"/>
                  </a:lnTo>
                  <a:lnTo>
                    <a:pt x="579160" y="814052"/>
                  </a:lnTo>
                  <a:close/>
                  <a:moveTo>
                    <a:pt x="545106" y="859396"/>
                  </a:moveTo>
                  <a:lnTo>
                    <a:pt x="579160" y="814052"/>
                  </a:lnTo>
                  <a:lnTo>
                    <a:pt x="547387" y="812794"/>
                  </a:lnTo>
                  <a:close/>
                  <a:moveTo>
                    <a:pt x="504672" y="820433"/>
                  </a:moveTo>
                  <a:lnTo>
                    <a:pt x="547387" y="812794"/>
                  </a:lnTo>
                  <a:lnTo>
                    <a:pt x="501458" y="789547"/>
                  </a:lnTo>
                  <a:close/>
                  <a:moveTo>
                    <a:pt x="489837" y="742999"/>
                  </a:moveTo>
                  <a:lnTo>
                    <a:pt x="475207" y="772552"/>
                  </a:lnTo>
                  <a:lnTo>
                    <a:pt x="483663" y="774749"/>
                  </a:lnTo>
                  <a:close/>
                  <a:moveTo>
                    <a:pt x="452853" y="745978"/>
                  </a:moveTo>
                  <a:lnTo>
                    <a:pt x="469502" y="714784"/>
                  </a:lnTo>
                  <a:lnTo>
                    <a:pt x="446729" y="706209"/>
                  </a:lnTo>
                  <a:close/>
                  <a:moveTo>
                    <a:pt x="489837" y="742999"/>
                  </a:moveTo>
                  <a:lnTo>
                    <a:pt x="493316" y="752792"/>
                  </a:lnTo>
                  <a:lnTo>
                    <a:pt x="469502" y="714784"/>
                  </a:lnTo>
                  <a:close/>
                  <a:moveTo>
                    <a:pt x="419559" y="701210"/>
                  </a:moveTo>
                  <a:lnTo>
                    <a:pt x="426382" y="678005"/>
                  </a:lnTo>
                  <a:lnTo>
                    <a:pt x="406529" y="667056"/>
                  </a:lnTo>
                  <a:close/>
                  <a:moveTo>
                    <a:pt x="373773" y="425204"/>
                  </a:moveTo>
                  <a:lnTo>
                    <a:pt x="370750" y="424386"/>
                  </a:lnTo>
                  <a:lnTo>
                    <a:pt x="372190" y="461141"/>
                  </a:lnTo>
                  <a:close/>
                  <a:moveTo>
                    <a:pt x="370750" y="424386"/>
                  </a:moveTo>
                  <a:lnTo>
                    <a:pt x="361706" y="407926"/>
                  </a:lnTo>
                  <a:lnTo>
                    <a:pt x="390246" y="443957"/>
                  </a:lnTo>
                  <a:close/>
                  <a:moveTo>
                    <a:pt x="397088" y="407202"/>
                  </a:moveTo>
                  <a:lnTo>
                    <a:pt x="414216" y="447256"/>
                  </a:lnTo>
                  <a:lnTo>
                    <a:pt x="437608" y="438507"/>
                  </a:lnTo>
                  <a:close/>
                  <a:moveTo>
                    <a:pt x="714401" y="774752"/>
                  </a:moveTo>
                  <a:lnTo>
                    <a:pt x="715691" y="784319"/>
                  </a:lnTo>
                  <a:lnTo>
                    <a:pt x="731752" y="790806"/>
                  </a:lnTo>
                  <a:close/>
                  <a:moveTo>
                    <a:pt x="756850" y="794324"/>
                  </a:moveTo>
                  <a:lnTo>
                    <a:pt x="731752" y="790806"/>
                  </a:lnTo>
                  <a:lnTo>
                    <a:pt x="756786" y="795656"/>
                  </a:lnTo>
                  <a:close/>
                  <a:moveTo>
                    <a:pt x="714401" y="774752"/>
                  </a:moveTo>
                  <a:lnTo>
                    <a:pt x="731752" y="790806"/>
                  </a:lnTo>
                  <a:lnTo>
                    <a:pt x="756850" y="794324"/>
                  </a:lnTo>
                  <a:close/>
                  <a:moveTo>
                    <a:pt x="889841" y="815728"/>
                  </a:moveTo>
                  <a:lnTo>
                    <a:pt x="881386" y="820371"/>
                  </a:lnTo>
                  <a:lnTo>
                    <a:pt x="909133" y="859490"/>
                  </a:lnTo>
                  <a:close/>
                  <a:moveTo>
                    <a:pt x="927213" y="830880"/>
                  </a:moveTo>
                  <a:lnTo>
                    <a:pt x="889841" y="815728"/>
                  </a:lnTo>
                  <a:lnTo>
                    <a:pt x="909133" y="859490"/>
                  </a:lnTo>
                  <a:close/>
                  <a:moveTo>
                    <a:pt x="881386" y="820371"/>
                  </a:moveTo>
                  <a:lnTo>
                    <a:pt x="885628" y="813895"/>
                  </a:lnTo>
                  <a:lnTo>
                    <a:pt x="867494" y="828385"/>
                  </a:lnTo>
                  <a:close/>
                  <a:moveTo>
                    <a:pt x="867494" y="828385"/>
                  </a:moveTo>
                  <a:lnTo>
                    <a:pt x="885628" y="813895"/>
                  </a:lnTo>
                  <a:lnTo>
                    <a:pt x="853167" y="803188"/>
                  </a:lnTo>
                  <a:close/>
                  <a:moveTo>
                    <a:pt x="696129" y="594146"/>
                  </a:moveTo>
                  <a:lnTo>
                    <a:pt x="714318" y="629413"/>
                  </a:lnTo>
                  <a:lnTo>
                    <a:pt x="716374" y="630120"/>
                  </a:lnTo>
                  <a:close/>
                  <a:moveTo>
                    <a:pt x="530256" y="372836"/>
                  </a:moveTo>
                  <a:lnTo>
                    <a:pt x="524124" y="416615"/>
                  </a:lnTo>
                  <a:lnTo>
                    <a:pt x="534663" y="375668"/>
                  </a:lnTo>
                  <a:close/>
                  <a:moveTo>
                    <a:pt x="534663" y="375668"/>
                  </a:moveTo>
                  <a:lnTo>
                    <a:pt x="524124" y="416615"/>
                  </a:lnTo>
                  <a:lnTo>
                    <a:pt x="568868" y="374948"/>
                  </a:lnTo>
                  <a:close/>
                  <a:moveTo>
                    <a:pt x="533237" y="354481"/>
                  </a:moveTo>
                  <a:lnTo>
                    <a:pt x="534663" y="375668"/>
                  </a:lnTo>
                  <a:lnTo>
                    <a:pt x="548212" y="336081"/>
                  </a:lnTo>
                  <a:close/>
                  <a:moveTo>
                    <a:pt x="530256" y="372836"/>
                  </a:moveTo>
                  <a:lnTo>
                    <a:pt x="534663" y="375668"/>
                  </a:lnTo>
                  <a:lnTo>
                    <a:pt x="533237" y="354481"/>
                  </a:lnTo>
                  <a:close/>
                  <a:moveTo>
                    <a:pt x="885628" y="813895"/>
                  </a:moveTo>
                  <a:lnTo>
                    <a:pt x="881386" y="820371"/>
                  </a:lnTo>
                  <a:lnTo>
                    <a:pt x="889841" y="815728"/>
                  </a:lnTo>
                  <a:close/>
                  <a:moveTo>
                    <a:pt x="885628" y="813895"/>
                  </a:moveTo>
                  <a:lnTo>
                    <a:pt x="889841" y="815728"/>
                  </a:lnTo>
                  <a:lnTo>
                    <a:pt x="890823" y="812698"/>
                  </a:lnTo>
                  <a:close/>
                  <a:moveTo>
                    <a:pt x="890823" y="812698"/>
                  </a:moveTo>
                  <a:lnTo>
                    <a:pt x="853167" y="803188"/>
                  </a:lnTo>
                  <a:lnTo>
                    <a:pt x="885628" y="813895"/>
                  </a:lnTo>
                  <a:close/>
                  <a:moveTo>
                    <a:pt x="935049" y="803832"/>
                  </a:moveTo>
                  <a:lnTo>
                    <a:pt x="889841" y="815728"/>
                  </a:lnTo>
                  <a:lnTo>
                    <a:pt x="927213" y="830880"/>
                  </a:lnTo>
                  <a:close/>
                  <a:moveTo>
                    <a:pt x="935049" y="803832"/>
                  </a:moveTo>
                  <a:lnTo>
                    <a:pt x="890823" y="812698"/>
                  </a:lnTo>
                  <a:lnTo>
                    <a:pt x="889841" y="815728"/>
                  </a:lnTo>
                  <a:close/>
                  <a:moveTo>
                    <a:pt x="797215" y="718569"/>
                  </a:moveTo>
                  <a:lnTo>
                    <a:pt x="814706" y="730910"/>
                  </a:lnTo>
                  <a:lnTo>
                    <a:pt x="830055" y="716775"/>
                  </a:lnTo>
                  <a:close/>
                  <a:moveTo>
                    <a:pt x="750974" y="576182"/>
                  </a:moveTo>
                  <a:lnTo>
                    <a:pt x="698235" y="597650"/>
                  </a:lnTo>
                  <a:lnTo>
                    <a:pt x="716374" y="630120"/>
                  </a:lnTo>
                  <a:close/>
                  <a:moveTo>
                    <a:pt x="782664" y="567955"/>
                  </a:moveTo>
                  <a:lnTo>
                    <a:pt x="759663" y="578165"/>
                  </a:lnTo>
                  <a:lnTo>
                    <a:pt x="768219" y="539427"/>
                  </a:lnTo>
                  <a:close/>
                  <a:moveTo>
                    <a:pt x="562040" y="318897"/>
                  </a:moveTo>
                  <a:lnTo>
                    <a:pt x="565764" y="332724"/>
                  </a:lnTo>
                  <a:lnTo>
                    <a:pt x="576201" y="355652"/>
                  </a:lnTo>
                  <a:close/>
                  <a:moveTo>
                    <a:pt x="548212" y="336081"/>
                  </a:moveTo>
                  <a:lnTo>
                    <a:pt x="536182" y="329686"/>
                  </a:lnTo>
                  <a:lnTo>
                    <a:pt x="533237" y="354481"/>
                  </a:lnTo>
                  <a:close/>
                  <a:moveTo>
                    <a:pt x="763098" y="522244"/>
                  </a:moveTo>
                  <a:lnTo>
                    <a:pt x="782664" y="567955"/>
                  </a:lnTo>
                  <a:lnTo>
                    <a:pt x="768219" y="539427"/>
                  </a:lnTo>
                  <a:close/>
                  <a:moveTo>
                    <a:pt x="746545" y="490752"/>
                  </a:moveTo>
                  <a:lnTo>
                    <a:pt x="773056" y="532033"/>
                  </a:lnTo>
                  <a:lnTo>
                    <a:pt x="780313" y="490388"/>
                  </a:lnTo>
                  <a:close/>
                  <a:moveTo>
                    <a:pt x="763098" y="522244"/>
                  </a:moveTo>
                  <a:lnTo>
                    <a:pt x="773056" y="532033"/>
                  </a:lnTo>
                  <a:lnTo>
                    <a:pt x="746545" y="490752"/>
                  </a:lnTo>
                  <a:close/>
                  <a:moveTo>
                    <a:pt x="716047" y="471831"/>
                  </a:moveTo>
                  <a:lnTo>
                    <a:pt x="705515" y="502672"/>
                  </a:lnTo>
                  <a:lnTo>
                    <a:pt x="722847" y="465271"/>
                  </a:lnTo>
                  <a:close/>
                  <a:moveTo>
                    <a:pt x="1002718" y="652081"/>
                  </a:moveTo>
                  <a:lnTo>
                    <a:pt x="992511" y="661819"/>
                  </a:lnTo>
                  <a:lnTo>
                    <a:pt x="1019477" y="655128"/>
                  </a:lnTo>
                  <a:close/>
                  <a:moveTo>
                    <a:pt x="1019477" y="655128"/>
                  </a:moveTo>
                  <a:lnTo>
                    <a:pt x="992511" y="661819"/>
                  </a:lnTo>
                  <a:lnTo>
                    <a:pt x="987254" y="698984"/>
                  </a:lnTo>
                  <a:close/>
                  <a:moveTo>
                    <a:pt x="993173" y="649425"/>
                  </a:moveTo>
                  <a:lnTo>
                    <a:pt x="963430" y="677666"/>
                  </a:lnTo>
                  <a:lnTo>
                    <a:pt x="992511" y="661819"/>
                  </a:lnTo>
                  <a:close/>
                  <a:moveTo>
                    <a:pt x="949746" y="612895"/>
                  </a:moveTo>
                  <a:lnTo>
                    <a:pt x="984393" y="631466"/>
                  </a:lnTo>
                  <a:lnTo>
                    <a:pt x="962009" y="615325"/>
                  </a:lnTo>
                  <a:close/>
                  <a:moveTo>
                    <a:pt x="993173" y="649425"/>
                  </a:moveTo>
                  <a:lnTo>
                    <a:pt x="984393" y="631466"/>
                  </a:lnTo>
                  <a:lnTo>
                    <a:pt x="949746" y="612895"/>
                  </a:lnTo>
                  <a:close/>
                  <a:moveTo>
                    <a:pt x="993173" y="649425"/>
                  </a:moveTo>
                  <a:lnTo>
                    <a:pt x="992511" y="661819"/>
                  </a:lnTo>
                  <a:lnTo>
                    <a:pt x="1002718" y="652081"/>
                  </a:lnTo>
                  <a:close/>
                  <a:moveTo>
                    <a:pt x="993173" y="649425"/>
                  </a:moveTo>
                  <a:lnTo>
                    <a:pt x="1002718" y="652081"/>
                  </a:lnTo>
                  <a:lnTo>
                    <a:pt x="984393" y="631466"/>
                  </a:lnTo>
                  <a:close/>
                  <a:moveTo>
                    <a:pt x="949746" y="612895"/>
                  </a:moveTo>
                  <a:lnTo>
                    <a:pt x="962009" y="615325"/>
                  </a:lnTo>
                  <a:lnTo>
                    <a:pt x="944262" y="605997"/>
                  </a:lnTo>
                  <a:close/>
                  <a:moveTo>
                    <a:pt x="831871" y="386067"/>
                  </a:moveTo>
                  <a:lnTo>
                    <a:pt x="863627" y="342590"/>
                  </a:lnTo>
                  <a:lnTo>
                    <a:pt x="831835" y="341349"/>
                  </a:lnTo>
                  <a:close/>
                  <a:moveTo>
                    <a:pt x="797554" y="342130"/>
                  </a:moveTo>
                  <a:lnTo>
                    <a:pt x="831871" y="386067"/>
                  </a:lnTo>
                  <a:lnTo>
                    <a:pt x="831835" y="341349"/>
                  </a:lnTo>
                  <a:close/>
                  <a:moveTo>
                    <a:pt x="816856" y="308779"/>
                  </a:moveTo>
                  <a:lnTo>
                    <a:pt x="791570" y="312629"/>
                  </a:lnTo>
                  <a:lnTo>
                    <a:pt x="797554" y="342130"/>
                  </a:lnTo>
                  <a:close/>
                  <a:moveTo>
                    <a:pt x="780792" y="340857"/>
                  </a:moveTo>
                  <a:lnTo>
                    <a:pt x="797554" y="342130"/>
                  </a:lnTo>
                  <a:lnTo>
                    <a:pt x="791570" y="312629"/>
                  </a:lnTo>
                  <a:close/>
                  <a:moveTo>
                    <a:pt x="688168" y="175180"/>
                  </a:moveTo>
                  <a:lnTo>
                    <a:pt x="709007" y="156883"/>
                  </a:lnTo>
                  <a:lnTo>
                    <a:pt x="747262" y="176940"/>
                  </a:lnTo>
                  <a:close/>
                  <a:moveTo>
                    <a:pt x="792829" y="166983"/>
                  </a:moveTo>
                  <a:lnTo>
                    <a:pt x="809950" y="160566"/>
                  </a:lnTo>
                  <a:lnTo>
                    <a:pt x="802171" y="122715"/>
                  </a:lnTo>
                  <a:close/>
                  <a:moveTo>
                    <a:pt x="902657" y="93981"/>
                  </a:moveTo>
                  <a:lnTo>
                    <a:pt x="898925" y="90158"/>
                  </a:lnTo>
                  <a:lnTo>
                    <a:pt x="943615" y="125104"/>
                  </a:lnTo>
                  <a:close/>
                  <a:moveTo>
                    <a:pt x="914731" y="59650"/>
                  </a:moveTo>
                  <a:lnTo>
                    <a:pt x="905074" y="105532"/>
                  </a:lnTo>
                  <a:lnTo>
                    <a:pt x="898925" y="90158"/>
                  </a:lnTo>
                  <a:close/>
                  <a:moveTo>
                    <a:pt x="1117869" y="164247"/>
                  </a:moveTo>
                  <a:lnTo>
                    <a:pt x="1091301" y="131607"/>
                  </a:lnTo>
                  <a:lnTo>
                    <a:pt x="1099330" y="138585"/>
                  </a:lnTo>
                  <a:close/>
                  <a:moveTo>
                    <a:pt x="1057633" y="131891"/>
                  </a:moveTo>
                  <a:lnTo>
                    <a:pt x="1091301" y="131607"/>
                  </a:lnTo>
                  <a:lnTo>
                    <a:pt x="1067697" y="106049"/>
                  </a:lnTo>
                  <a:close/>
                  <a:moveTo>
                    <a:pt x="1057633" y="131891"/>
                  </a:moveTo>
                  <a:lnTo>
                    <a:pt x="1067697" y="106049"/>
                  </a:lnTo>
                  <a:lnTo>
                    <a:pt x="1046087" y="96530"/>
                  </a:lnTo>
                  <a:close/>
                  <a:moveTo>
                    <a:pt x="1018129" y="92171"/>
                  </a:moveTo>
                  <a:lnTo>
                    <a:pt x="1046087" y="96530"/>
                  </a:lnTo>
                  <a:lnTo>
                    <a:pt x="1030127" y="64758"/>
                  </a:lnTo>
                  <a:close/>
                  <a:moveTo>
                    <a:pt x="1046087" y="96530"/>
                  </a:moveTo>
                  <a:lnTo>
                    <a:pt x="1067697" y="106049"/>
                  </a:lnTo>
                  <a:lnTo>
                    <a:pt x="1030127" y="64758"/>
                  </a:lnTo>
                  <a:close/>
                  <a:moveTo>
                    <a:pt x="1007285" y="56240"/>
                  </a:moveTo>
                  <a:lnTo>
                    <a:pt x="1030127" y="64758"/>
                  </a:lnTo>
                  <a:lnTo>
                    <a:pt x="1013930" y="33179"/>
                  </a:lnTo>
                  <a:close/>
                  <a:moveTo>
                    <a:pt x="1007285" y="56240"/>
                  </a:moveTo>
                  <a:lnTo>
                    <a:pt x="1013930" y="33179"/>
                  </a:lnTo>
                  <a:lnTo>
                    <a:pt x="995114" y="21387"/>
                  </a:lnTo>
                  <a:close/>
                  <a:moveTo>
                    <a:pt x="995114" y="21387"/>
                  </a:moveTo>
                  <a:lnTo>
                    <a:pt x="1011461" y="30843"/>
                  </a:lnTo>
                  <a:lnTo>
                    <a:pt x="969892" y="0"/>
                  </a:lnTo>
                  <a:close/>
                  <a:moveTo>
                    <a:pt x="995114" y="21387"/>
                  </a:moveTo>
                  <a:lnTo>
                    <a:pt x="1013930" y="33179"/>
                  </a:lnTo>
                  <a:lnTo>
                    <a:pt x="1011461" y="30843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46" name="Input_density__145">
              <a:extLst>
                <a:ext uri="{FF2B5EF4-FFF2-40B4-BE49-F238E27FC236}">
                  <a16:creationId xmlns:a16="http://schemas.microsoft.com/office/drawing/2014/main" id="{B94F7833-9143-A749-D947-5EF1A45CF20D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17496"/>
              <a:ext cx="1255047" cy="1051792"/>
            </a:xfrm>
            <a:custGeom>
              <a:avLst/>
              <a:gdLst/>
              <a:ahLst/>
              <a:cxnLst/>
              <a:rect l="0" t="0" r="0" b="0"/>
              <a:pathLst>
                <a:path w="1255047" h="1051792">
                  <a:moveTo>
                    <a:pt x="296898" y="995465"/>
                  </a:moveTo>
                  <a:lnTo>
                    <a:pt x="278022" y="958710"/>
                  </a:lnTo>
                  <a:lnTo>
                    <a:pt x="280691" y="968811"/>
                  </a:lnTo>
                  <a:close/>
                  <a:moveTo>
                    <a:pt x="284747" y="927422"/>
                  </a:moveTo>
                  <a:lnTo>
                    <a:pt x="280691" y="968811"/>
                  </a:lnTo>
                  <a:lnTo>
                    <a:pt x="278022" y="958710"/>
                  </a:lnTo>
                  <a:close/>
                  <a:moveTo>
                    <a:pt x="1524" y="664671"/>
                  </a:moveTo>
                  <a:lnTo>
                    <a:pt x="1113" y="630850"/>
                  </a:lnTo>
                  <a:lnTo>
                    <a:pt x="5475" y="672051"/>
                  </a:lnTo>
                  <a:close/>
                  <a:moveTo>
                    <a:pt x="1524" y="664671"/>
                  </a:moveTo>
                  <a:lnTo>
                    <a:pt x="0" y="627915"/>
                  </a:lnTo>
                  <a:lnTo>
                    <a:pt x="1113" y="630850"/>
                  </a:lnTo>
                  <a:close/>
                  <a:moveTo>
                    <a:pt x="2336" y="618991"/>
                  </a:moveTo>
                  <a:lnTo>
                    <a:pt x="1113" y="630850"/>
                  </a:lnTo>
                  <a:lnTo>
                    <a:pt x="0" y="627915"/>
                  </a:lnTo>
                  <a:close/>
                  <a:moveTo>
                    <a:pt x="452570" y="1051792"/>
                  </a:moveTo>
                  <a:lnTo>
                    <a:pt x="453663" y="1043693"/>
                  </a:lnTo>
                  <a:lnTo>
                    <a:pt x="490527" y="1006079"/>
                  </a:lnTo>
                  <a:close/>
                  <a:moveTo>
                    <a:pt x="438919" y="1015037"/>
                  </a:moveTo>
                  <a:lnTo>
                    <a:pt x="452570" y="1051792"/>
                  </a:lnTo>
                  <a:lnTo>
                    <a:pt x="490527" y="1006079"/>
                  </a:lnTo>
                  <a:close/>
                  <a:moveTo>
                    <a:pt x="438919" y="1015037"/>
                  </a:moveTo>
                  <a:lnTo>
                    <a:pt x="481773" y="1003182"/>
                  </a:lnTo>
                  <a:lnTo>
                    <a:pt x="439735" y="965523"/>
                  </a:lnTo>
                  <a:close/>
                  <a:moveTo>
                    <a:pt x="438919" y="1015037"/>
                  </a:moveTo>
                  <a:lnTo>
                    <a:pt x="439735" y="965523"/>
                  </a:lnTo>
                  <a:lnTo>
                    <a:pt x="432217" y="1008851"/>
                  </a:lnTo>
                  <a:close/>
                  <a:moveTo>
                    <a:pt x="457976" y="1034609"/>
                  </a:moveTo>
                  <a:lnTo>
                    <a:pt x="454006" y="998668"/>
                  </a:lnTo>
                  <a:lnTo>
                    <a:pt x="453663" y="1043693"/>
                  </a:lnTo>
                  <a:close/>
                  <a:moveTo>
                    <a:pt x="507851" y="997854"/>
                  </a:moveTo>
                  <a:lnTo>
                    <a:pt x="498999" y="989177"/>
                  </a:lnTo>
                  <a:lnTo>
                    <a:pt x="495838" y="947001"/>
                  </a:lnTo>
                  <a:close/>
                  <a:moveTo>
                    <a:pt x="473427" y="907160"/>
                  </a:moveTo>
                  <a:lnTo>
                    <a:pt x="495838" y="947001"/>
                  </a:lnTo>
                  <a:lnTo>
                    <a:pt x="494202" y="943915"/>
                  </a:lnTo>
                  <a:close/>
                  <a:moveTo>
                    <a:pt x="473427" y="907160"/>
                  </a:moveTo>
                  <a:lnTo>
                    <a:pt x="485916" y="892630"/>
                  </a:lnTo>
                  <a:lnTo>
                    <a:pt x="445543" y="916054"/>
                  </a:lnTo>
                  <a:close/>
                  <a:moveTo>
                    <a:pt x="494202" y="943915"/>
                  </a:moveTo>
                  <a:lnTo>
                    <a:pt x="483497" y="889977"/>
                  </a:lnTo>
                  <a:lnTo>
                    <a:pt x="473427" y="907160"/>
                  </a:lnTo>
                  <a:close/>
                  <a:moveTo>
                    <a:pt x="282173" y="564883"/>
                  </a:moveTo>
                  <a:lnTo>
                    <a:pt x="325404" y="595937"/>
                  </a:lnTo>
                  <a:lnTo>
                    <a:pt x="291982" y="569640"/>
                  </a:lnTo>
                  <a:close/>
                  <a:moveTo>
                    <a:pt x="623474" y="909549"/>
                  </a:moveTo>
                  <a:lnTo>
                    <a:pt x="606423" y="911273"/>
                  </a:lnTo>
                  <a:lnTo>
                    <a:pt x="613276" y="950449"/>
                  </a:lnTo>
                  <a:close/>
                  <a:moveTo>
                    <a:pt x="485841" y="731392"/>
                  </a:moveTo>
                  <a:lnTo>
                    <a:pt x="440828" y="740899"/>
                  </a:lnTo>
                  <a:lnTo>
                    <a:pt x="493902" y="769585"/>
                  </a:lnTo>
                  <a:close/>
                  <a:moveTo>
                    <a:pt x="343625" y="542011"/>
                  </a:moveTo>
                  <a:lnTo>
                    <a:pt x="325404" y="595937"/>
                  </a:lnTo>
                  <a:lnTo>
                    <a:pt x="351517" y="580342"/>
                  </a:lnTo>
                  <a:close/>
                  <a:moveTo>
                    <a:pt x="306278" y="526883"/>
                  </a:moveTo>
                  <a:lnTo>
                    <a:pt x="304522" y="522427"/>
                  </a:lnTo>
                  <a:lnTo>
                    <a:pt x="286256" y="548231"/>
                  </a:lnTo>
                  <a:close/>
                  <a:moveTo>
                    <a:pt x="704760" y="974998"/>
                  </a:moveTo>
                  <a:lnTo>
                    <a:pt x="664383" y="993745"/>
                  </a:lnTo>
                  <a:lnTo>
                    <a:pt x="699717" y="1001277"/>
                  </a:lnTo>
                  <a:close/>
                  <a:moveTo>
                    <a:pt x="666073" y="979362"/>
                  </a:moveTo>
                  <a:lnTo>
                    <a:pt x="704760" y="974998"/>
                  </a:lnTo>
                  <a:lnTo>
                    <a:pt x="698864" y="935044"/>
                  </a:lnTo>
                  <a:close/>
                  <a:moveTo>
                    <a:pt x="699285" y="903453"/>
                  </a:moveTo>
                  <a:lnTo>
                    <a:pt x="679047" y="892365"/>
                  </a:lnTo>
                  <a:lnTo>
                    <a:pt x="698864" y="935044"/>
                  </a:lnTo>
                  <a:close/>
                  <a:moveTo>
                    <a:pt x="698864" y="935044"/>
                  </a:moveTo>
                  <a:lnTo>
                    <a:pt x="679047" y="892365"/>
                  </a:lnTo>
                  <a:lnTo>
                    <a:pt x="651142" y="902006"/>
                  </a:lnTo>
                  <a:close/>
                  <a:moveTo>
                    <a:pt x="623474" y="909549"/>
                  </a:moveTo>
                  <a:lnTo>
                    <a:pt x="651142" y="902006"/>
                  </a:lnTo>
                  <a:lnTo>
                    <a:pt x="607549" y="905827"/>
                  </a:lnTo>
                  <a:close/>
                  <a:moveTo>
                    <a:pt x="607549" y="905827"/>
                  </a:moveTo>
                  <a:lnTo>
                    <a:pt x="651142" y="902006"/>
                  </a:lnTo>
                  <a:lnTo>
                    <a:pt x="656179" y="866863"/>
                  </a:lnTo>
                  <a:close/>
                  <a:moveTo>
                    <a:pt x="369703" y="543233"/>
                  </a:moveTo>
                  <a:lnTo>
                    <a:pt x="343645" y="541995"/>
                  </a:lnTo>
                  <a:lnTo>
                    <a:pt x="391499" y="561570"/>
                  </a:lnTo>
                  <a:close/>
                  <a:moveTo>
                    <a:pt x="679047" y="892365"/>
                  </a:moveTo>
                  <a:lnTo>
                    <a:pt x="699285" y="903453"/>
                  </a:lnTo>
                  <a:lnTo>
                    <a:pt x="700823" y="888704"/>
                  </a:lnTo>
                  <a:close/>
                  <a:moveTo>
                    <a:pt x="700823" y="888704"/>
                  </a:moveTo>
                  <a:lnTo>
                    <a:pt x="656179" y="866863"/>
                  </a:lnTo>
                  <a:lnTo>
                    <a:pt x="679047" y="892365"/>
                  </a:lnTo>
                  <a:close/>
                  <a:moveTo>
                    <a:pt x="660389" y="849740"/>
                  </a:moveTo>
                  <a:lnTo>
                    <a:pt x="656179" y="866863"/>
                  </a:lnTo>
                  <a:lnTo>
                    <a:pt x="700823" y="888704"/>
                  </a:lnTo>
                  <a:close/>
                  <a:moveTo>
                    <a:pt x="657175" y="818855"/>
                  </a:moveTo>
                  <a:lnTo>
                    <a:pt x="650272" y="844779"/>
                  </a:lnTo>
                  <a:lnTo>
                    <a:pt x="660389" y="849740"/>
                  </a:lnTo>
                  <a:close/>
                  <a:moveTo>
                    <a:pt x="608570" y="775286"/>
                  </a:moveTo>
                  <a:lnTo>
                    <a:pt x="645555" y="772307"/>
                  </a:lnTo>
                  <a:lnTo>
                    <a:pt x="625220" y="744092"/>
                  </a:lnTo>
                  <a:close/>
                  <a:moveTo>
                    <a:pt x="310671" y="362726"/>
                  </a:moveTo>
                  <a:lnTo>
                    <a:pt x="283421" y="345216"/>
                  </a:lnTo>
                  <a:lnTo>
                    <a:pt x="255941" y="335385"/>
                  </a:lnTo>
                  <a:close/>
                  <a:moveTo>
                    <a:pt x="310671" y="362726"/>
                  </a:moveTo>
                  <a:lnTo>
                    <a:pt x="320141" y="357930"/>
                  </a:lnTo>
                  <a:lnTo>
                    <a:pt x="283421" y="345216"/>
                  </a:lnTo>
                  <a:close/>
                  <a:moveTo>
                    <a:pt x="255941" y="335385"/>
                  </a:moveTo>
                  <a:lnTo>
                    <a:pt x="272035" y="341040"/>
                  </a:lnTo>
                  <a:lnTo>
                    <a:pt x="245731" y="328877"/>
                  </a:lnTo>
                  <a:close/>
                  <a:moveTo>
                    <a:pt x="529490" y="454512"/>
                  </a:moveTo>
                  <a:lnTo>
                    <a:pt x="489109" y="423529"/>
                  </a:lnTo>
                  <a:lnTo>
                    <a:pt x="526467" y="453694"/>
                  </a:lnTo>
                  <a:close/>
                  <a:moveTo>
                    <a:pt x="438793" y="384576"/>
                  </a:moveTo>
                  <a:lnTo>
                    <a:pt x="447407" y="392188"/>
                  </a:lnTo>
                  <a:lnTo>
                    <a:pt x="480348" y="416939"/>
                  </a:lnTo>
                  <a:close/>
                  <a:moveTo>
                    <a:pt x="517424" y="437233"/>
                  </a:moveTo>
                  <a:lnTo>
                    <a:pt x="526467" y="453694"/>
                  </a:lnTo>
                  <a:lnTo>
                    <a:pt x="489109" y="423529"/>
                  </a:lnTo>
                  <a:close/>
                  <a:moveTo>
                    <a:pt x="469475" y="404380"/>
                  </a:moveTo>
                  <a:lnTo>
                    <a:pt x="517424" y="437233"/>
                  </a:lnTo>
                  <a:lnTo>
                    <a:pt x="480348" y="416939"/>
                  </a:lnTo>
                  <a:close/>
                  <a:moveTo>
                    <a:pt x="480348" y="416939"/>
                  </a:moveTo>
                  <a:lnTo>
                    <a:pt x="517424" y="437233"/>
                  </a:lnTo>
                  <a:lnTo>
                    <a:pt x="489109" y="423529"/>
                  </a:lnTo>
                  <a:close/>
                  <a:moveTo>
                    <a:pt x="552805" y="436510"/>
                  </a:moveTo>
                  <a:lnTo>
                    <a:pt x="532186" y="453694"/>
                  </a:lnTo>
                  <a:lnTo>
                    <a:pt x="569933" y="476564"/>
                  </a:lnTo>
                  <a:close/>
                  <a:moveTo>
                    <a:pt x="469475" y="404380"/>
                  </a:moveTo>
                  <a:lnTo>
                    <a:pt x="480348" y="416939"/>
                  </a:lnTo>
                  <a:lnTo>
                    <a:pt x="447407" y="392188"/>
                  </a:lnTo>
                  <a:close/>
                  <a:moveTo>
                    <a:pt x="881777" y="786877"/>
                  </a:moveTo>
                  <a:lnTo>
                    <a:pt x="870119" y="804060"/>
                  </a:lnTo>
                  <a:lnTo>
                    <a:pt x="912568" y="823632"/>
                  </a:lnTo>
                  <a:close/>
                  <a:moveTo>
                    <a:pt x="865545" y="767305"/>
                  </a:moveTo>
                  <a:lnTo>
                    <a:pt x="870119" y="804060"/>
                  </a:lnTo>
                  <a:lnTo>
                    <a:pt x="881777" y="786877"/>
                  </a:lnTo>
                  <a:close/>
                  <a:moveTo>
                    <a:pt x="552805" y="436510"/>
                  </a:moveTo>
                  <a:lnTo>
                    <a:pt x="593325" y="467815"/>
                  </a:lnTo>
                  <a:lnTo>
                    <a:pt x="576420" y="419327"/>
                  </a:lnTo>
                  <a:close/>
                  <a:moveTo>
                    <a:pt x="903380" y="696183"/>
                  </a:moveTo>
                  <a:lnTo>
                    <a:pt x="882617" y="705761"/>
                  </a:lnTo>
                  <a:lnTo>
                    <a:pt x="900057" y="700842"/>
                  </a:lnTo>
                  <a:close/>
                  <a:moveTo>
                    <a:pt x="860716" y="676612"/>
                  </a:moveTo>
                  <a:lnTo>
                    <a:pt x="882617" y="705761"/>
                  </a:lnTo>
                  <a:lnTo>
                    <a:pt x="903380" y="696183"/>
                  </a:lnTo>
                  <a:close/>
                  <a:moveTo>
                    <a:pt x="872092" y="659428"/>
                  </a:moveTo>
                  <a:lnTo>
                    <a:pt x="860716" y="676612"/>
                  </a:lnTo>
                  <a:lnTo>
                    <a:pt x="903380" y="696183"/>
                  </a:lnTo>
                  <a:close/>
                  <a:moveTo>
                    <a:pt x="872092" y="659428"/>
                  </a:moveTo>
                  <a:lnTo>
                    <a:pt x="870035" y="658720"/>
                  </a:lnTo>
                  <a:lnTo>
                    <a:pt x="860716" y="676612"/>
                  </a:lnTo>
                  <a:close/>
                  <a:moveTo>
                    <a:pt x="767913" y="529592"/>
                  </a:moveTo>
                  <a:lnTo>
                    <a:pt x="791339" y="549163"/>
                  </a:lnTo>
                  <a:lnTo>
                    <a:pt x="764537" y="512408"/>
                  </a:lnTo>
                  <a:close/>
                  <a:moveTo>
                    <a:pt x="595874" y="291879"/>
                  </a:moveTo>
                  <a:lnTo>
                    <a:pt x="582993" y="332975"/>
                  </a:lnTo>
                  <a:lnTo>
                    <a:pt x="598308" y="294030"/>
                  </a:lnTo>
                  <a:close/>
                  <a:moveTo>
                    <a:pt x="595874" y="291879"/>
                  </a:moveTo>
                  <a:lnTo>
                    <a:pt x="549674" y="309062"/>
                  </a:lnTo>
                  <a:lnTo>
                    <a:pt x="582993" y="332975"/>
                  </a:lnTo>
                  <a:close/>
                  <a:moveTo>
                    <a:pt x="1051586" y="793157"/>
                  </a:moveTo>
                  <a:lnTo>
                    <a:pt x="1017709" y="793611"/>
                  </a:lnTo>
                  <a:lnTo>
                    <a:pt x="1046541" y="842006"/>
                  </a:lnTo>
                  <a:close/>
                  <a:moveTo>
                    <a:pt x="1046541" y="842006"/>
                  </a:moveTo>
                  <a:lnTo>
                    <a:pt x="1090767" y="833140"/>
                  </a:lnTo>
                  <a:lnTo>
                    <a:pt x="1085111" y="792991"/>
                  </a:lnTo>
                  <a:close/>
                  <a:moveTo>
                    <a:pt x="1046541" y="842006"/>
                  </a:moveTo>
                  <a:lnTo>
                    <a:pt x="1085111" y="792991"/>
                  </a:lnTo>
                  <a:lnTo>
                    <a:pt x="1051586" y="793157"/>
                  </a:lnTo>
                  <a:close/>
                  <a:moveTo>
                    <a:pt x="1124532" y="832777"/>
                  </a:moveTo>
                  <a:lnTo>
                    <a:pt x="1090767" y="833140"/>
                  </a:lnTo>
                  <a:lnTo>
                    <a:pt x="1082931" y="860188"/>
                  </a:lnTo>
                  <a:close/>
                  <a:moveTo>
                    <a:pt x="1090767" y="833140"/>
                  </a:moveTo>
                  <a:lnTo>
                    <a:pt x="1124532" y="832777"/>
                  </a:lnTo>
                  <a:lnTo>
                    <a:pt x="1121166" y="790766"/>
                  </a:lnTo>
                  <a:close/>
                  <a:moveTo>
                    <a:pt x="1090767" y="833140"/>
                  </a:moveTo>
                  <a:lnTo>
                    <a:pt x="1121166" y="790766"/>
                  </a:lnTo>
                  <a:lnTo>
                    <a:pt x="1085111" y="792991"/>
                  </a:lnTo>
                  <a:close/>
                  <a:moveTo>
                    <a:pt x="1017709" y="793611"/>
                  </a:moveTo>
                  <a:lnTo>
                    <a:pt x="1051586" y="793157"/>
                  </a:lnTo>
                  <a:lnTo>
                    <a:pt x="1044715" y="753996"/>
                  </a:lnTo>
                  <a:close/>
                  <a:moveTo>
                    <a:pt x="1051586" y="793157"/>
                  </a:moveTo>
                  <a:lnTo>
                    <a:pt x="1085111" y="792991"/>
                  </a:lnTo>
                  <a:lnTo>
                    <a:pt x="1075887" y="755742"/>
                  </a:lnTo>
                  <a:close/>
                  <a:moveTo>
                    <a:pt x="1051586" y="793157"/>
                  </a:moveTo>
                  <a:lnTo>
                    <a:pt x="1075887" y="755742"/>
                  </a:lnTo>
                  <a:lnTo>
                    <a:pt x="1044715" y="753996"/>
                  </a:lnTo>
                  <a:close/>
                  <a:moveTo>
                    <a:pt x="970423" y="760218"/>
                  </a:moveTo>
                  <a:lnTo>
                    <a:pt x="1011103" y="754234"/>
                  </a:lnTo>
                  <a:lnTo>
                    <a:pt x="985773" y="746083"/>
                  </a:lnTo>
                  <a:close/>
                  <a:moveTo>
                    <a:pt x="1011103" y="754234"/>
                  </a:moveTo>
                  <a:lnTo>
                    <a:pt x="1044715" y="753996"/>
                  </a:lnTo>
                  <a:lnTo>
                    <a:pt x="1021537" y="755226"/>
                  </a:lnTo>
                  <a:close/>
                  <a:moveTo>
                    <a:pt x="781477" y="495225"/>
                  </a:moveTo>
                  <a:lnTo>
                    <a:pt x="780285" y="476103"/>
                  </a:lnTo>
                  <a:lnTo>
                    <a:pt x="764537" y="512408"/>
                  </a:lnTo>
                  <a:close/>
                  <a:moveTo>
                    <a:pt x="686171" y="384960"/>
                  </a:moveTo>
                  <a:lnTo>
                    <a:pt x="688955" y="383789"/>
                  </a:lnTo>
                  <a:lnTo>
                    <a:pt x="651508" y="364743"/>
                  </a:lnTo>
                  <a:close/>
                  <a:moveTo>
                    <a:pt x="685974" y="402144"/>
                  </a:moveTo>
                  <a:lnTo>
                    <a:pt x="688955" y="383789"/>
                  </a:lnTo>
                  <a:lnTo>
                    <a:pt x="686171" y="384960"/>
                  </a:lnTo>
                  <a:close/>
                  <a:moveTo>
                    <a:pt x="717757" y="348205"/>
                  </a:moveTo>
                  <a:lnTo>
                    <a:pt x="705031" y="311450"/>
                  </a:lnTo>
                  <a:lnTo>
                    <a:pt x="714389" y="354306"/>
                  </a:lnTo>
                  <a:close/>
                  <a:moveTo>
                    <a:pt x="1033612" y="607956"/>
                  </a:moveTo>
                  <a:lnTo>
                    <a:pt x="1008478" y="588307"/>
                  </a:lnTo>
                  <a:lnTo>
                    <a:pt x="1024485" y="636202"/>
                  </a:lnTo>
                  <a:close/>
                  <a:moveTo>
                    <a:pt x="1024485" y="636202"/>
                  </a:moveTo>
                  <a:lnTo>
                    <a:pt x="1008478" y="588307"/>
                  </a:lnTo>
                  <a:lnTo>
                    <a:pt x="988906" y="593291"/>
                  </a:lnTo>
                  <a:close/>
                  <a:moveTo>
                    <a:pt x="1024485" y="636202"/>
                  </a:moveTo>
                  <a:lnTo>
                    <a:pt x="988906" y="593291"/>
                  </a:lnTo>
                  <a:lnTo>
                    <a:pt x="994949" y="633125"/>
                  </a:lnTo>
                  <a:close/>
                  <a:moveTo>
                    <a:pt x="907472" y="605319"/>
                  </a:moveTo>
                  <a:lnTo>
                    <a:pt x="938381" y="597263"/>
                  </a:lnTo>
                  <a:lnTo>
                    <a:pt x="918815" y="551552"/>
                  </a:lnTo>
                  <a:close/>
                  <a:moveTo>
                    <a:pt x="851326" y="520931"/>
                  </a:moveTo>
                  <a:lnTo>
                    <a:pt x="861233" y="531980"/>
                  </a:lnTo>
                  <a:lnTo>
                    <a:pt x="871765" y="501139"/>
                  </a:lnTo>
                  <a:close/>
                  <a:moveTo>
                    <a:pt x="1140110" y="660774"/>
                  </a:moveTo>
                  <a:lnTo>
                    <a:pt x="1158436" y="681388"/>
                  </a:lnTo>
                  <a:lnTo>
                    <a:pt x="1130768" y="648719"/>
                  </a:lnTo>
                  <a:close/>
                  <a:moveTo>
                    <a:pt x="1130768" y="648719"/>
                  </a:moveTo>
                  <a:lnTo>
                    <a:pt x="1158436" y="681388"/>
                  </a:lnTo>
                  <a:lnTo>
                    <a:pt x="1175195" y="684436"/>
                  </a:lnTo>
                  <a:close/>
                  <a:moveTo>
                    <a:pt x="1140110" y="660774"/>
                  </a:moveTo>
                  <a:lnTo>
                    <a:pt x="1130768" y="648719"/>
                  </a:lnTo>
                  <a:lnTo>
                    <a:pt x="1117727" y="644633"/>
                  </a:lnTo>
                  <a:close/>
                  <a:moveTo>
                    <a:pt x="718439" y="220757"/>
                  </a:moveTo>
                  <a:lnTo>
                    <a:pt x="754598" y="216016"/>
                  </a:lnTo>
                  <a:lnTo>
                    <a:pt x="735820" y="216133"/>
                  </a:lnTo>
                  <a:close/>
                  <a:moveTo>
                    <a:pt x="1028558" y="370165"/>
                  </a:moveTo>
                  <a:lnTo>
                    <a:pt x="1039754" y="400053"/>
                  </a:lnTo>
                  <a:lnTo>
                    <a:pt x="1082460" y="377388"/>
                  </a:lnTo>
                  <a:close/>
                  <a:moveTo>
                    <a:pt x="902980" y="206248"/>
                  </a:moveTo>
                  <a:lnTo>
                    <a:pt x="903073" y="204996"/>
                  </a:lnTo>
                  <a:lnTo>
                    <a:pt x="863926" y="169207"/>
                  </a:lnTo>
                  <a:close/>
                  <a:moveTo>
                    <a:pt x="863926" y="169207"/>
                  </a:moveTo>
                  <a:lnTo>
                    <a:pt x="840258" y="186390"/>
                  </a:lnTo>
                  <a:lnTo>
                    <a:pt x="902980" y="206248"/>
                  </a:lnTo>
                  <a:close/>
                  <a:moveTo>
                    <a:pt x="903073" y="204996"/>
                  </a:moveTo>
                  <a:lnTo>
                    <a:pt x="948547" y="196290"/>
                  </a:lnTo>
                  <a:lnTo>
                    <a:pt x="952880" y="170432"/>
                  </a:lnTo>
                  <a:close/>
                  <a:moveTo>
                    <a:pt x="1140246" y="299043"/>
                  </a:moveTo>
                  <a:lnTo>
                    <a:pt x="1159794" y="318615"/>
                  </a:lnTo>
                  <a:lnTo>
                    <a:pt x="1161722" y="281860"/>
                  </a:lnTo>
                  <a:close/>
                  <a:moveTo>
                    <a:pt x="1099333" y="154412"/>
                  </a:moveTo>
                  <a:lnTo>
                    <a:pt x="1054642" y="119466"/>
                  </a:lnTo>
                  <a:lnTo>
                    <a:pt x="1060791" y="134840"/>
                  </a:lnTo>
                  <a:close/>
                  <a:moveTo>
                    <a:pt x="1090001" y="20750"/>
                  </a:moveTo>
                  <a:lnTo>
                    <a:pt x="1113148" y="26963"/>
                  </a:lnTo>
                  <a:lnTo>
                    <a:pt x="1069788" y="0"/>
                  </a:lnTo>
                  <a:close/>
                  <a:moveTo>
                    <a:pt x="1247018" y="160915"/>
                  </a:moveTo>
                  <a:lnTo>
                    <a:pt x="1213350" y="161199"/>
                  </a:lnTo>
                  <a:lnTo>
                    <a:pt x="1255047" y="167893"/>
                  </a:lnTo>
                  <a:close/>
                  <a:moveTo>
                    <a:pt x="1094669" y="24519"/>
                  </a:moveTo>
                  <a:lnTo>
                    <a:pt x="1125610" y="29308"/>
                  </a:lnTo>
                  <a:lnTo>
                    <a:pt x="1113148" y="26963"/>
                  </a:lnTo>
                  <a:close/>
                  <a:moveTo>
                    <a:pt x="1150832" y="50695"/>
                  </a:moveTo>
                  <a:lnTo>
                    <a:pt x="1125610" y="29308"/>
                  </a:lnTo>
                  <a:lnTo>
                    <a:pt x="1094669" y="24519"/>
                  </a:lnTo>
                  <a:close/>
                  <a:moveTo>
                    <a:pt x="1116945" y="51157"/>
                  </a:moveTo>
                  <a:lnTo>
                    <a:pt x="1150832" y="50695"/>
                  </a:lnTo>
                  <a:lnTo>
                    <a:pt x="1094669" y="24519"/>
                  </a:lnTo>
                  <a:close/>
                  <a:moveTo>
                    <a:pt x="1063262" y="22965"/>
                  </a:moveTo>
                  <a:lnTo>
                    <a:pt x="1090001" y="20750"/>
                  </a:lnTo>
                  <a:lnTo>
                    <a:pt x="1055525" y="16425"/>
                  </a:lnTo>
                  <a:close/>
                  <a:moveTo>
                    <a:pt x="1063262" y="22965"/>
                  </a:moveTo>
                  <a:lnTo>
                    <a:pt x="1094669" y="24519"/>
                  </a:lnTo>
                  <a:lnTo>
                    <a:pt x="1090001" y="20750"/>
                  </a:lnTo>
                  <a:close/>
                  <a:moveTo>
                    <a:pt x="1094669" y="24519"/>
                  </a:moveTo>
                  <a:lnTo>
                    <a:pt x="1113148" y="26963"/>
                  </a:lnTo>
                  <a:lnTo>
                    <a:pt x="1090001" y="2075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47" name="Input_density__146">
              <a:extLst>
                <a:ext uri="{FF2B5EF4-FFF2-40B4-BE49-F238E27FC236}">
                  <a16:creationId xmlns:a16="http://schemas.microsoft.com/office/drawing/2014/main" id="{80F0E88F-FBFE-7979-229D-63FB22E49A0F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17496"/>
              <a:ext cx="1090001" cy="1015037"/>
            </a:xfrm>
            <a:custGeom>
              <a:avLst/>
              <a:gdLst/>
              <a:ahLst/>
              <a:cxnLst/>
              <a:rect l="0" t="0" r="0" b="0"/>
              <a:pathLst>
                <a:path w="1090001" h="1015037">
                  <a:moveTo>
                    <a:pt x="278022" y="958710"/>
                  </a:moveTo>
                  <a:lnTo>
                    <a:pt x="296764" y="910997"/>
                  </a:lnTo>
                  <a:lnTo>
                    <a:pt x="284747" y="927422"/>
                  </a:lnTo>
                  <a:close/>
                  <a:moveTo>
                    <a:pt x="302389" y="904772"/>
                  </a:moveTo>
                  <a:lnTo>
                    <a:pt x="296764" y="910997"/>
                  </a:lnTo>
                  <a:lnTo>
                    <a:pt x="278022" y="958710"/>
                  </a:lnTo>
                  <a:close/>
                  <a:moveTo>
                    <a:pt x="303518" y="901396"/>
                  </a:moveTo>
                  <a:lnTo>
                    <a:pt x="294597" y="921955"/>
                  </a:lnTo>
                  <a:lnTo>
                    <a:pt x="296764" y="910997"/>
                  </a:lnTo>
                  <a:close/>
                  <a:moveTo>
                    <a:pt x="20680" y="591370"/>
                  </a:moveTo>
                  <a:lnTo>
                    <a:pt x="2336" y="618991"/>
                  </a:lnTo>
                  <a:lnTo>
                    <a:pt x="0" y="627915"/>
                  </a:lnTo>
                  <a:close/>
                  <a:moveTo>
                    <a:pt x="2336" y="618991"/>
                  </a:moveTo>
                  <a:lnTo>
                    <a:pt x="20680" y="591370"/>
                  </a:lnTo>
                  <a:lnTo>
                    <a:pt x="17852" y="591160"/>
                  </a:lnTo>
                  <a:close/>
                  <a:moveTo>
                    <a:pt x="20680" y="591370"/>
                  </a:moveTo>
                  <a:lnTo>
                    <a:pt x="47475" y="573977"/>
                  </a:lnTo>
                  <a:lnTo>
                    <a:pt x="17852" y="591160"/>
                  </a:lnTo>
                  <a:close/>
                  <a:moveTo>
                    <a:pt x="49009" y="572713"/>
                  </a:moveTo>
                  <a:lnTo>
                    <a:pt x="17852" y="591160"/>
                  </a:lnTo>
                  <a:lnTo>
                    <a:pt x="47475" y="573977"/>
                  </a:lnTo>
                  <a:close/>
                  <a:moveTo>
                    <a:pt x="49009" y="572713"/>
                  </a:moveTo>
                  <a:lnTo>
                    <a:pt x="26113" y="583317"/>
                  </a:lnTo>
                  <a:lnTo>
                    <a:pt x="17852" y="591160"/>
                  </a:lnTo>
                  <a:close/>
                  <a:moveTo>
                    <a:pt x="490527" y="1006079"/>
                  </a:moveTo>
                  <a:lnTo>
                    <a:pt x="481773" y="1003182"/>
                  </a:lnTo>
                  <a:lnTo>
                    <a:pt x="438919" y="1015037"/>
                  </a:lnTo>
                  <a:close/>
                  <a:moveTo>
                    <a:pt x="439735" y="965523"/>
                  </a:moveTo>
                  <a:lnTo>
                    <a:pt x="481773" y="1003182"/>
                  </a:lnTo>
                  <a:lnTo>
                    <a:pt x="476026" y="963107"/>
                  </a:lnTo>
                  <a:close/>
                  <a:moveTo>
                    <a:pt x="303518" y="901396"/>
                  </a:moveTo>
                  <a:lnTo>
                    <a:pt x="311006" y="899418"/>
                  </a:lnTo>
                  <a:lnTo>
                    <a:pt x="328182" y="869037"/>
                  </a:lnTo>
                  <a:close/>
                  <a:moveTo>
                    <a:pt x="49009" y="572713"/>
                  </a:moveTo>
                  <a:lnTo>
                    <a:pt x="47475" y="573977"/>
                  </a:lnTo>
                  <a:lnTo>
                    <a:pt x="67386" y="559312"/>
                  </a:lnTo>
                  <a:close/>
                  <a:moveTo>
                    <a:pt x="49009" y="572713"/>
                  </a:moveTo>
                  <a:lnTo>
                    <a:pt x="67386" y="559312"/>
                  </a:lnTo>
                  <a:lnTo>
                    <a:pt x="96669" y="530121"/>
                  </a:lnTo>
                  <a:close/>
                  <a:moveTo>
                    <a:pt x="73119" y="538279"/>
                  </a:moveTo>
                  <a:lnTo>
                    <a:pt x="49009" y="572713"/>
                  </a:lnTo>
                  <a:lnTo>
                    <a:pt x="96669" y="530121"/>
                  </a:lnTo>
                  <a:close/>
                  <a:moveTo>
                    <a:pt x="96669" y="530121"/>
                  </a:moveTo>
                  <a:lnTo>
                    <a:pt x="104881" y="520039"/>
                  </a:lnTo>
                  <a:lnTo>
                    <a:pt x="75033" y="537222"/>
                  </a:lnTo>
                  <a:close/>
                  <a:moveTo>
                    <a:pt x="483970" y="961099"/>
                  </a:moveTo>
                  <a:lnTo>
                    <a:pt x="507851" y="997854"/>
                  </a:lnTo>
                  <a:lnTo>
                    <a:pt x="495838" y="947001"/>
                  </a:lnTo>
                  <a:close/>
                  <a:moveTo>
                    <a:pt x="475844" y="951181"/>
                  </a:moveTo>
                  <a:lnTo>
                    <a:pt x="483970" y="961099"/>
                  </a:lnTo>
                  <a:lnTo>
                    <a:pt x="495838" y="947001"/>
                  </a:lnTo>
                  <a:close/>
                  <a:moveTo>
                    <a:pt x="259335" y="668364"/>
                  </a:moveTo>
                  <a:lnTo>
                    <a:pt x="279799" y="649875"/>
                  </a:lnTo>
                  <a:lnTo>
                    <a:pt x="259588" y="667059"/>
                  </a:lnTo>
                  <a:close/>
                  <a:moveTo>
                    <a:pt x="483497" y="889977"/>
                  </a:moveTo>
                  <a:lnTo>
                    <a:pt x="485916" y="892630"/>
                  </a:lnTo>
                  <a:lnTo>
                    <a:pt x="473427" y="907160"/>
                  </a:lnTo>
                  <a:close/>
                  <a:moveTo>
                    <a:pt x="303927" y="614301"/>
                  </a:moveTo>
                  <a:lnTo>
                    <a:pt x="279799" y="649875"/>
                  </a:lnTo>
                  <a:lnTo>
                    <a:pt x="286031" y="632692"/>
                  </a:lnTo>
                  <a:close/>
                  <a:moveTo>
                    <a:pt x="303927" y="614301"/>
                  </a:moveTo>
                  <a:lnTo>
                    <a:pt x="285232" y="640610"/>
                  </a:lnTo>
                  <a:lnTo>
                    <a:pt x="279799" y="649875"/>
                  </a:lnTo>
                  <a:close/>
                  <a:moveTo>
                    <a:pt x="325404" y="595937"/>
                  </a:moveTo>
                  <a:lnTo>
                    <a:pt x="323596" y="603042"/>
                  </a:lnTo>
                  <a:lnTo>
                    <a:pt x="303927" y="614301"/>
                  </a:lnTo>
                  <a:close/>
                  <a:moveTo>
                    <a:pt x="303927" y="614301"/>
                  </a:moveTo>
                  <a:lnTo>
                    <a:pt x="313569" y="621982"/>
                  </a:lnTo>
                  <a:lnTo>
                    <a:pt x="285232" y="640610"/>
                  </a:lnTo>
                  <a:close/>
                  <a:moveTo>
                    <a:pt x="632115" y="946303"/>
                  </a:moveTo>
                  <a:lnTo>
                    <a:pt x="623474" y="909549"/>
                  </a:lnTo>
                  <a:lnTo>
                    <a:pt x="613276" y="950449"/>
                  </a:lnTo>
                  <a:close/>
                  <a:moveTo>
                    <a:pt x="493902" y="769585"/>
                  </a:moveTo>
                  <a:lnTo>
                    <a:pt x="466152" y="779712"/>
                  </a:lnTo>
                  <a:lnTo>
                    <a:pt x="503688" y="766660"/>
                  </a:lnTo>
                  <a:close/>
                  <a:moveTo>
                    <a:pt x="353890" y="578754"/>
                  </a:moveTo>
                  <a:lnTo>
                    <a:pt x="343648" y="541999"/>
                  </a:lnTo>
                  <a:lnTo>
                    <a:pt x="351517" y="580342"/>
                  </a:lnTo>
                  <a:close/>
                  <a:moveTo>
                    <a:pt x="666073" y="979362"/>
                  </a:moveTo>
                  <a:lnTo>
                    <a:pt x="698864" y="935044"/>
                  </a:lnTo>
                  <a:lnTo>
                    <a:pt x="659086" y="940294"/>
                  </a:lnTo>
                  <a:close/>
                  <a:moveTo>
                    <a:pt x="623474" y="909549"/>
                  </a:moveTo>
                  <a:lnTo>
                    <a:pt x="659086" y="940294"/>
                  </a:lnTo>
                  <a:lnTo>
                    <a:pt x="651142" y="902006"/>
                  </a:lnTo>
                  <a:close/>
                  <a:moveTo>
                    <a:pt x="623474" y="909549"/>
                  </a:moveTo>
                  <a:lnTo>
                    <a:pt x="632115" y="946303"/>
                  </a:lnTo>
                  <a:lnTo>
                    <a:pt x="659086" y="940294"/>
                  </a:lnTo>
                  <a:close/>
                  <a:moveTo>
                    <a:pt x="698864" y="935044"/>
                  </a:moveTo>
                  <a:lnTo>
                    <a:pt x="651142" y="902006"/>
                  </a:lnTo>
                  <a:lnTo>
                    <a:pt x="659086" y="940294"/>
                  </a:lnTo>
                  <a:close/>
                  <a:moveTo>
                    <a:pt x="651142" y="902006"/>
                  </a:moveTo>
                  <a:lnTo>
                    <a:pt x="679047" y="892365"/>
                  </a:lnTo>
                  <a:lnTo>
                    <a:pt x="656179" y="866863"/>
                  </a:lnTo>
                  <a:close/>
                  <a:moveTo>
                    <a:pt x="629266" y="830297"/>
                  </a:moveTo>
                  <a:lnTo>
                    <a:pt x="650272" y="844779"/>
                  </a:lnTo>
                  <a:lnTo>
                    <a:pt x="657175" y="818855"/>
                  </a:lnTo>
                  <a:close/>
                  <a:moveTo>
                    <a:pt x="542305" y="690258"/>
                  </a:moveTo>
                  <a:lnTo>
                    <a:pt x="500508" y="725774"/>
                  </a:lnTo>
                  <a:lnTo>
                    <a:pt x="515321" y="708590"/>
                  </a:lnTo>
                  <a:close/>
                  <a:moveTo>
                    <a:pt x="542305" y="690258"/>
                  </a:moveTo>
                  <a:lnTo>
                    <a:pt x="518534" y="697591"/>
                  </a:lnTo>
                  <a:lnTo>
                    <a:pt x="500508" y="725774"/>
                  </a:lnTo>
                  <a:close/>
                  <a:moveTo>
                    <a:pt x="391499" y="561570"/>
                  </a:moveTo>
                  <a:lnTo>
                    <a:pt x="343648" y="541999"/>
                  </a:lnTo>
                  <a:lnTo>
                    <a:pt x="353890" y="578754"/>
                  </a:lnTo>
                  <a:close/>
                  <a:moveTo>
                    <a:pt x="245731" y="328877"/>
                  </a:moveTo>
                  <a:lnTo>
                    <a:pt x="192640" y="351162"/>
                  </a:lnTo>
                  <a:lnTo>
                    <a:pt x="215374" y="339952"/>
                  </a:lnTo>
                  <a:close/>
                  <a:moveTo>
                    <a:pt x="310671" y="362726"/>
                  </a:moveTo>
                  <a:lnTo>
                    <a:pt x="342392" y="364026"/>
                  </a:lnTo>
                  <a:lnTo>
                    <a:pt x="320141" y="357930"/>
                  </a:lnTo>
                  <a:close/>
                  <a:moveTo>
                    <a:pt x="342392" y="364026"/>
                  </a:moveTo>
                  <a:lnTo>
                    <a:pt x="310671" y="362726"/>
                  </a:lnTo>
                  <a:lnTo>
                    <a:pt x="351381" y="378524"/>
                  </a:lnTo>
                  <a:close/>
                  <a:moveTo>
                    <a:pt x="310671" y="362726"/>
                  </a:moveTo>
                  <a:lnTo>
                    <a:pt x="318128" y="378773"/>
                  </a:lnTo>
                  <a:lnTo>
                    <a:pt x="351381" y="378524"/>
                  </a:lnTo>
                  <a:close/>
                  <a:moveTo>
                    <a:pt x="378723" y="356175"/>
                  </a:moveTo>
                  <a:lnTo>
                    <a:pt x="342392" y="364026"/>
                  </a:lnTo>
                  <a:lnTo>
                    <a:pt x="366531" y="360612"/>
                  </a:lnTo>
                  <a:close/>
                  <a:moveTo>
                    <a:pt x="342392" y="364026"/>
                  </a:moveTo>
                  <a:lnTo>
                    <a:pt x="351381" y="378524"/>
                  </a:lnTo>
                  <a:lnTo>
                    <a:pt x="366531" y="360612"/>
                  </a:lnTo>
                  <a:close/>
                  <a:moveTo>
                    <a:pt x="216402" y="340440"/>
                  </a:moveTo>
                  <a:lnTo>
                    <a:pt x="245731" y="328877"/>
                  </a:lnTo>
                  <a:lnTo>
                    <a:pt x="215374" y="339952"/>
                  </a:lnTo>
                  <a:close/>
                  <a:moveTo>
                    <a:pt x="216402" y="340440"/>
                  </a:moveTo>
                  <a:lnTo>
                    <a:pt x="255941" y="335385"/>
                  </a:lnTo>
                  <a:lnTo>
                    <a:pt x="245731" y="328877"/>
                  </a:lnTo>
                  <a:close/>
                  <a:moveTo>
                    <a:pt x="702366" y="722555"/>
                  </a:moveTo>
                  <a:lnTo>
                    <a:pt x="665248" y="764917"/>
                  </a:lnTo>
                  <a:lnTo>
                    <a:pt x="684101" y="747734"/>
                  </a:lnTo>
                  <a:close/>
                  <a:moveTo>
                    <a:pt x="382391" y="358595"/>
                  </a:moveTo>
                  <a:lnTo>
                    <a:pt x="366531" y="360612"/>
                  </a:lnTo>
                  <a:lnTo>
                    <a:pt x="363718" y="391435"/>
                  </a:lnTo>
                  <a:close/>
                  <a:moveTo>
                    <a:pt x="406702" y="383578"/>
                  </a:moveTo>
                  <a:lnTo>
                    <a:pt x="382391" y="358595"/>
                  </a:lnTo>
                  <a:lnTo>
                    <a:pt x="363718" y="391435"/>
                  </a:lnTo>
                  <a:close/>
                  <a:moveTo>
                    <a:pt x="406702" y="383578"/>
                  </a:moveTo>
                  <a:lnTo>
                    <a:pt x="363718" y="391435"/>
                  </a:lnTo>
                  <a:lnTo>
                    <a:pt x="413264" y="389111"/>
                  </a:lnTo>
                  <a:close/>
                  <a:moveTo>
                    <a:pt x="406702" y="383578"/>
                  </a:moveTo>
                  <a:lnTo>
                    <a:pt x="438793" y="384576"/>
                  </a:lnTo>
                  <a:lnTo>
                    <a:pt x="382391" y="358595"/>
                  </a:lnTo>
                  <a:close/>
                  <a:moveTo>
                    <a:pt x="438793" y="384576"/>
                  </a:moveTo>
                  <a:lnTo>
                    <a:pt x="406702" y="383578"/>
                  </a:lnTo>
                  <a:lnTo>
                    <a:pt x="447407" y="392188"/>
                  </a:lnTo>
                  <a:close/>
                  <a:moveTo>
                    <a:pt x="406702" y="383578"/>
                  </a:moveTo>
                  <a:lnTo>
                    <a:pt x="413264" y="389111"/>
                  </a:lnTo>
                  <a:lnTo>
                    <a:pt x="447407" y="392188"/>
                  </a:lnTo>
                  <a:close/>
                  <a:moveTo>
                    <a:pt x="692113" y="588014"/>
                  </a:moveTo>
                  <a:lnTo>
                    <a:pt x="697866" y="583530"/>
                  </a:lnTo>
                  <a:lnTo>
                    <a:pt x="674437" y="600714"/>
                  </a:lnTo>
                  <a:close/>
                  <a:moveTo>
                    <a:pt x="546436" y="399755"/>
                  </a:moveTo>
                  <a:lnTo>
                    <a:pt x="528093" y="444707"/>
                  </a:lnTo>
                  <a:lnTo>
                    <a:pt x="532186" y="453694"/>
                  </a:lnTo>
                  <a:close/>
                  <a:moveTo>
                    <a:pt x="865545" y="767305"/>
                  </a:moveTo>
                  <a:lnTo>
                    <a:pt x="881777" y="786877"/>
                  </a:lnTo>
                  <a:lnTo>
                    <a:pt x="888944" y="750122"/>
                  </a:lnTo>
                  <a:close/>
                  <a:moveTo>
                    <a:pt x="889726" y="732342"/>
                  </a:moveTo>
                  <a:lnTo>
                    <a:pt x="865545" y="767305"/>
                  </a:lnTo>
                  <a:lnTo>
                    <a:pt x="888944" y="750122"/>
                  </a:lnTo>
                  <a:close/>
                  <a:moveTo>
                    <a:pt x="672398" y="616242"/>
                  </a:moveTo>
                  <a:lnTo>
                    <a:pt x="692113" y="588014"/>
                  </a:lnTo>
                  <a:lnTo>
                    <a:pt x="660695" y="595122"/>
                  </a:lnTo>
                  <a:close/>
                  <a:moveTo>
                    <a:pt x="767913" y="529592"/>
                  </a:moveTo>
                  <a:lnTo>
                    <a:pt x="745002" y="566646"/>
                  </a:lnTo>
                  <a:lnTo>
                    <a:pt x="746079" y="566347"/>
                  </a:lnTo>
                  <a:close/>
                  <a:moveTo>
                    <a:pt x="549674" y="309062"/>
                  </a:moveTo>
                  <a:lnTo>
                    <a:pt x="539417" y="294628"/>
                  </a:lnTo>
                  <a:lnTo>
                    <a:pt x="520813" y="321278"/>
                  </a:lnTo>
                  <a:close/>
                  <a:moveTo>
                    <a:pt x="524951" y="272307"/>
                  </a:moveTo>
                  <a:lnTo>
                    <a:pt x="520813" y="321278"/>
                  </a:lnTo>
                  <a:lnTo>
                    <a:pt x="539417" y="294628"/>
                  </a:lnTo>
                  <a:close/>
                  <a:moveTo>
                    <a:pt x="888944" y="750122"/>
                  </a:moveTo>
                  <a:lnTo>
                    <a:pt x="900057" y="700842"/>
                  </a:lnTo>
                  <a:lnTo>
                    <a:pt x="889726" y="732342"/>
                  </a:lnTo>
                  <a:close/>
                  <a:moveTo>
                    <a:pt x="903380" y="696183"/>
                  </a:moveTo>
                  <a:lnTo>
                    <a:pt x="900057" y="700842"/>
                  </a:lnTo>
                  <a:lnTo>
                    <a:pt x="888944" y="750122"/>
                  </a:lnTo>
                  <a:close/>
                  <a:moveTo>
                    <a:pt x="908805" y="732938"/>
                  </a:moveTo>
                  <a:lnTo>
                    <a:pt x="903380" y="696183"/>
                  </a:lnTo>
                  <a:lnTo>
                    <a:pt x="888944" y="750122"/>
                  </a:lnTo>
                  <a:close/>
                  <a:moveTo>
                    <a:pt x="889726" y="732342"/>
                  </a:moveTo>
                  <a:lnTo>
                    <a:pt x="900057" y="700842"/>
                  </a:lnTo>
                  <a:lnTo>
                    <a:pt x="912770" y="750122"/>
                  </a:lnTo>
                  <a:close/>
                  <a:moveTo>
                    <a:pt x="767913" y="529592"/>
                  </a:moveTo>
                  <a:lnTo>
                    <a:pt x="746079" y="566347"/>
                  </a:lnTo>
                  <a:lnTo>
                    <a:pt x="791339" y="549163"/>
                  </a:lnTo>
                  <a:close/>
                  <a:moveTo>
                    <a:pt x="631815" y="336006"/>
                  </a:moveTo>
                  <a:lnTo>
                    <a:pt x="611069" y="345817"/>
                  </a:lnTo>
                  <a:lnTo>
                    <a:pt x="649208" y="359757"/>
                  </a:lnTo>
                  <a:close/>
                  <a:moveTo>
                    <a:pt x="611069" y="345817"/>
                  </a:moveTo>
                  <a:lnTo>
                    <a:pt x="593488" y="372216"/>
                  </a:lnTo>
                  <a:lnTo>
                    <a:pt x="649208" y="359757"/>
                  </a:lnTo>
                  <a:close/>
                  <a:moveTo>
                    <a:pt x="582993" y="332975"/>
                  </a:moveTo>
                  <a:lnTo>
                    <a:pt x="631815" y="336006"/>
                  </a:lnTo>
                  <a:lnTo>
                    <a:pt x="638520" y="319796"/>
                  </a:lnTo>
                  <a:close/>
                  <a:moveTo>
                    <a:pt x="582993" y="332975"/>
                  </a:moveTo>
                  <a:lnTo>
                    <a:pt x="638520" y="319796"/>
                  </a:lnTo>
                  <a:lnTo>
                    <a:pt x="598308" y="294030"/>
                  </a:lnTo>
                  <a:close/>
                  <a:moveTo>
                    <a:pt x="631815" y="336006"/>
                  </a:moveTo>
                  <a:lnTo>
                    <a:pt x="653286" y="328634"/>
                  </a:lnTo>
                  <a:lnTo>
                    <a:pt x="638520" y="319796"/>
                  </a:lnTo>
                  <a:close/>
                  <a:moveTo>
                    <a:pt x="631815" y="336006"/>
                  </a:moveTo>
                  <a:lnTo>
                    <a:pt x="649208" y="359757"/>
                  </a:lnTo>
                  <a:lnTo>
                    <a:pt x="653286" y="328634"/>
                  </a:lnTo>
                  <a:close/>
                  <a:moveTo>
                    <a:pt x="566959" y="255123"/>
                  </a:moveTo>
                  <a:lnTo>
                    <a:pt x="549674" y="309062"/>
                  </a:lnTo>
                  <a:lnTo>
                    <a:pt x="595874" y="291879"/>
                  </a:lnTo>
                  <a:close/>
                  <a:moveTo>
                    <a:pt x="812595" y="538782"/>
                  </a:moveTo>
                  <a:lnTo>
                    <a:pt x="838478" y="544828"/>
                  </a:lnTo>
                  <a:lnTo>
                    <a:pt x="819888" y="527966"/>
                  </a:lnTo>
                  <a:close/>
                  <a:moveTo>
                    <a:pt x="651508" y="364743"/>
                  </a:moveTo>
                  <a:lnTo>
                    <a:pt x="688955" y="383789"/>
                  </a:lnTo>
                  <a:lnTo>
                    <a:pt x="691899" y="358994"/>
                  </a:lnTo>
                  <a:close/>
                  <a:moveTo>
                    <a:pt x="681711" y="322530"/>
                  </a:moveTo>
                  <a:lnTo>
                    <a:pt x="653286" y="328634"/>
                  </a:lnTo>
                  <a:lnTo>
                    <a:pt x="651508" y="364743"/>
                  </a:lnTo>
                  <a:close/>
                  <a:moveTo>
                    <a:pt x="691899" y="358994"/>
                  </a:moveTo>
                  <a:lnTo>
                    <a:pt x="681711" y="322530"/>
                  </a:lnTo>
                  <a:lnTo>
                    <a:pt x="651508" y="364743"/>
                  </a:lnTo>
                  <a:close/>
                  <a:moveTo>
                    <a:pt x="641711" y="283214"/>
                  </a:moveTo>
                  <a:lnTo>
                    <a:pt x="638520" y="319796"/>
                  </a:lnTo>
                  <a:lnTo>
                    <a:pt x="675619" y="274695"/>
                  </a:lnTo>
                  <a:close/>
                  <a:moveTo>
                    <a:pt x="638520" y="319796"/>
                  </a:moveTo>
                  <a:lnTo>
                    <a:pt x="653286" y="328634"/>
                  </a:lnTo>
                  <a:lnTo>
                    <a:pt x="675619" y="274695"/>
                  </a:lnTo>
                  <a:close/>
                  <a:moveTo>
                    <a:pt x="675619" y="274695"/>
                  </a:moveTo>
                  <a:lnTo>
                    <a:pt x="653286" y="328634"/>
                  </a:lnTo>
                  <a:lnTo>
                    <a:pt x="688456" y="285714"/>
                  </a:lnTo>
                  <a:close/>
                  <a:moveTo>
                    <a:pt x="688456" y="285714"/>
                  </a:moveTo>
                  <a:lnTo>
                    <a:pt x="653286" y="328634"/>
                  </a:lnTo>
                  <a:lnTo>
                    <a:pt x="681711" y="322530"/>
                  </a:lnTo>
                  <a:close/>
                  <a:moveTo>
                    <a:pt x="681711" y="322530"/>
                  </a:moveTo>
                  <a:lnTo>
                    <a:pt x="705031" y="311450"/>
                  </a:lnTo>
                  <a:lnTo>
                    <a:pt x="688456" y="285714"/>
                  </a:lnTo>
                  <a:close/>
                  <a:moveTo>
                    <a:pt x="595874" y="291879"/>
                  </a:moveTo>
                  <a:lnTo>
                    <a:pt x="598308" y="294030"/>
                  </a:lnTo>
                  <a:lnTo>
                    <a:pt x="598725" y="291072"/>
                  </a:lnTo>
                  <a:close/>
                  <a:moveTo>
                    <a:pt x="566959" y="255123"/>
                  </a:moveTo>
                  <a:lnTo>
                    <a:pt x="595874" y="291879"/>
                  </a:lnTo>
                  <a:lnTo>
                    <a:pt x="598725" y="291072"/>
                  </a:lnTo>
                  <a:close/>
                  <a:moveTo>
                    <a:pt x="641711" y="283214"/>
                  </a:moveTo>
                  <a:lnTo>
                    <a:pt x="598308" y="294030"/>
                  </a:lnTo>
                  <a:lnTo>
                    <a:pt x="638520" y="319796"/>
                  </a:lnTo>
                  <a:close/>
                  <a:moveTo>
                    <a:pt x="641711" y="283214"/>
                  </a:moveTo>
                  <a:lnTo>
                    <a:pt x="598725" y="291072"/>
                  </a:lnTo>
                  <a:lnTo>
                    <a:pt x="598308" y="294030"/>
                  </a:lnTo>
                  <a:close/>
                  <a:moveTo>
                    <a:pt x="644434" y="245702"/>
                  </a:moveTo>
                  <a:lnTo>
                    <a:pt x="636845" y="237940"/>
                  </a:lnTo>
                  <a:lnTo>
                    <a:pt x="641711" y="283214"/>
                  </a:lnTo>
                  <a:close/>
                  <a:moveTo>
                    <a:pt x="641711" y="283214"/>
                  </a:moveTo>
                  <a:lnTo>
                    <a:pt x="636845" y="237940"/>
                  </a:lnTo>
                  <a:lnTo>
                    <a:pt x="600258" y="245078"/>
                  </a:lnTo>
                  <a:close/>
                  <a:moveTo>
                    <a:pt x="641711" y="283214"/>
                  </a:moveTo>
                  <a:lnTo>
                    <a:pt x="600258" y="245078"/>
                  </a:lnTo>
                  <a:lnTo>
                    <a:pt x="598725" y="291072"/>
                  </a:lnTo>
                  <a:close/>
                  <a:moveTo>
                    <a:pt x="641711" y="283214"/>
                  </a:moveTo>
                  <a:lnTo>
                    <a:pt x="675619" y="274695"/>
                  </a:lnTo>
                  <a:lnTo>
                    <a:pt x="644434" y="245702"/>
                  </a:lnTo>
                  <a:close/>
                  <a:moveTo>
                    <a:pt x="994949" y="633125"/>
                  </a:moveTo>
                  <a:lnTo>
                    <a:pt x="956945" y="642245"/>
                  </a:lnTo>
                  <a:lnTo>
                    <a:pt x="1010454" y="645944"/>
                  </a:lnTo>
                  <a:close/>
                  <a:moveTo>
                    <a:pt x="1010454" y="645944"/>
                  </a:moveTo>
                  <a:lnTo>
                    <a:pt x="956945" y="642245"/>
                  </a:lnTo>
                  <a:lnTo>
                    <a:pt x="955207" y="660174"/>
                  </a:lnTo>
                  <a:close/>
                  <a:moveTo>
                    <a:pt x="907472" y="605319"/>
                  </a:moveTo>
                  <a:lnTo>
                    <a:pt x="920702" y="639311"/>
                  </a:lnTo>
                  <a:lnTo>
                    <a:pt x="942879" y="603622"/>
                  </a:lnTo>
                  <a:close/>
                  <a:moveTo>
                    <a:pt x="994949" y="633125"/>
                  </a:moveTo>
                  <a:lnTo>
                    <a:pt x="944458" y="619984"/>
                  </a:lnTo>
                  <a:lnTo>
                    <a:pt x="956945" y="642245"/>
                  </a:lnTo>
                  <a:close/>
                  <a:moveTo>
                    <a:pt x="942879" y="603622"/>
                  </a:moveTo>
                  <a:lnTo>
                    <a:pt x="938381" y="597263"/>
                  </a:lnTo>
                  <a:lnTo>
                    <a:pt x="907472" y="605319"/>
                  </a:lnTo>
                  <a:close/>
                  <a:moveTo>
                    <a:pt x="902263" y="520060"/>
                  </a:moveTo>
                  <a:lnTo>
                    <a:pt x="861233" y="531980"/>
                  </a:lnTo>
                  <a:lnTo>
                    <a:pt x="918435" y="551056"/>
                  </a:lnTo>
                  <a:close/>
                  <a:moveTo>
                    <a:pt x="878565" y="494579"/>
                  </a:moveTo>
                  <a:lnTo>
                    <a:pt x="861233" y="531980"/>
                  </a:lnTo>
                  <a:lnTo>
                    <a:pt x="902263" y="520060"/>
                  </a:lnTo>
                  <a:close/>
                  <a:moveTo>
                    <a:pt x="902263" y="520060"/>
                  </a:moveTo>
                  <a:lnTo>
                    <a:pt x="936030" y="519696"/>
                  </a:lnTo>
                  <a:lnTo>
                    <a:pt x="915802" y="491395"/>
                  </a:lnTo>
                  <a:close/>
                  <a:moveTo>
                    <a:pt x="902263" y="520060"/>
                  </a:moveTo>
                  <a:lnTo>
                    <a:pt x="915802" y="491395"/>
                  </a:lnTo>
                  <a:lnTo>
                    <a:pt x="878565" y="494579"/>
                  </a:lnTo>
                  <a:close/>
                  <a:moveTo>
                    <a:pt x="705031" y="311450"/>
                  </a:moveTo>
                  <a:lnTo>
                    <a:pt x="717757" y="348205"/>
                  </a:lnTo>
                  <a:lnTo>
                    <a:pt x="734701" y="331022"/>
                  </a:lnTo>
                  <a:close/>
                  <a:moveTo>
                    <a:pt x="675619" y="274695"/>
                  </a:moveTo>
                  <a:lnTo>
                    <a:pt x="688456" y="285714"/>
                  </a:lnTo>
                  <a:lnTo>
                    <a:pt x="695563" y="266521"/>
                  </a:lnTo>
                  <a:close/>
                  <a:moveTo>
                    <a:pt x="695563" y="266521"/>
                  </a:moveTo>
                  <a:lnTo>
                    <a:pt x="644434" y="245702"/>
                  </a:lnTo>
                  <a:lnTo>
                    <a:pt x="675619" y="274695"/>
                  </a:lnTo>
                  <a:close/>
                  <a:moveTo>
                    <a:pt x="718439" y="220757"/>
                  </a:moveTo>
                  <a:lnTo>
                    <a:pt x="728756" y="215608"/>
                  </a:lnTo>
                  <a:lnTo>
                    <a:pt x="692661" y="224133"/>
                  </a:lnTo>
                  <a:close/>
                  <a:moveTo>
                    <a:pt x="1081384" y="572285"/>
                  </a:moveTo>
                  <a:lnTo>
                    <a:pt x="1040401" y="578516"/>
                  </a:lnTo>
                  <a:lnTo>
                    <a:pt x="1033612" y="607956"/>
                  </a:lnTo>
                  <a:close/>
                  <a:moveTo>
                    <a:pt x="741340" y="240329"/>
                  </a:moveTo>
                  <a:lnTo>
                    <a:pt x="754598" y="216016"/>
                  </a:lnTo>
                  <a:lnTo>
                    <a:pt x="718439" y="220757"/>
                  </a:lnTo>
                  <a:close/>
                  <a:moveTo>
                    <a:pt x="728756" y="215608"/>
                  </a:moveTo>
                  <a:lnTo>
                    <a:pt x="718439" y="220757"/>
                  </a:lnTo>
                  <a:lnTo>
                    <a:pt x="735820" y="216133"/>
                  </a:lnTo>
                  <a:close/>
                  <a:moveTo>
                    <a:pt x="972573" y="338087"/>
                  </a:moveTo>
                  <a:lnTo>
                    <a:pt x="953272" y="371438"/>
                  </a:lnTo>
                  <a:lnTo>
                    <a:pt x="987552" y="370656"/>
                  </a:lnTo>
                  <a:close/>
                  <a:moveTo>
                    <a:pt x="840258" y="186390"/>
                  </a:moveTo>
                  <a:lnTo>
                    <a:pt x="843886" y="204488"/>
                  </a:lnTo>
                  <a:lnTo>
                    <a:pt x="902980" y="206248"/>
                  </a:lnTo>
                  <a:close/>
                  <a:moveTo>
                    <a:pt x="902980" y="206248"/>
                  </a:moveTo>
                  <a:lnTo>
                    <a:pt x="904335" y="205962"/>
                  </a:lnTo>
                  <a:lnTo>
                    <a:pt x="903073" y="204996"/>
                  </a:lnTo>
                  <a:close/>
                  <a:moveTo>
                    <a:pt x="902980" y="206248"/>
                  </a:moveTo>
                  <a:lnTo>
                    <a:pt x="906400" y="217436"/>
                  </a:lnTo>
                  <a:lnTo>
                    <a:pt x="904335" y="205962"/>
                  </a:lnTo>
                  <a:close/>
                  <a:moveTo>
                    <a:pt x="906400" y="217436"/>
                  </a:moveTo>
                  <a:lnTo>
                    <a:pt x="902980" y="206248"/>
                  </a:lnTo>
                  <a:lnTo>
                    <a:pt x="898178" y="205962"/>
                  </a:lnTo>
                  <a:close/>
                  <a:moveTo>
                    <a:pt x="948547" y="196290"/>
                  </a:moveTo>
                  <a:lnTo>
                    <a:pt x="904335" y="205962"/>
                  </a:lnTo>
                  <a:lnTo>
                    <a:pt x="964908" y="215401"/>
                  </a:lnTo>
                  <a:close/>
                  <a:moveTo>
                    <a:pt x="904335" y="205962"/>
                  </a:moveTo>
                  <a:lnTo>
                    <a:pt x="948547" y="196290"/>
                  </a:lnTo>
                  <a:lnTo>
                    <a:pt x="903073" y="204996"/>
                  </a:lnTo>
                  <a:close/>
                  <a:moveTo>
                    <a:pt x="984950" y="193784"/>
                  </a:moveTo>
                  <a:lnTo>
                    <a:pt x="965668" y="189874"/>
                  </a:lnTo>
                  <a:lnTo>
                    <a:pt x="948547" y="196290"/>
                  </a:lnTo>
                  <a:close/>
                  <a:moveTo>
                    <a:pt x="984950" y="193784"/>
                  </a:moveTo>
                  <a:lnTo>
                    <a:pt x="948547" y="196290"/>
                  </a:lnTo>
                  <a:lnTo>
                    <a:pt x="992326" y="193337"/>
                  </a:lnTo>
                  <a:close/>
                  <a:moveTo>
                    <a:pt x="948547" y="196290"/>
                  </a:moveTo>
                  <a:lnTo>
                    <a:pt x="964908" y="215401"/>
                  </a:lnTo>
                  <a:lnTo>
                    <a:pt x="992326" y="193337"/>
                  </a:lnTo>
                  <a:close/>
                  <a:moveTo>
                    <a:pt x="984950" y="193784"/>
                  </a:moveTo>
                  <a:lnTo>
                    <a:pt x="992326" y="193337"/>
                  </a:lnTo>
                  <a:lnTo>
                    <a:pt x="999176" y="188779"/>
                  </a:lnTo>
                  <a:close/>
                  <a:moveTo>
                    <a:pt x="869470" y="107728"/>
                  </a:moveTo>
                  <a:lnTo>
                    <a:pt x="878434" y="112873"/>
                  </a:lnTo>
                  <a:lnTo>
                    <a:pt x="866160" y="119599"/>
                  </a:lnTo>
                  <a:close/>
                  <a:moveTo>
                    <a:pt x="995015" y="10974"/>
                  </a:moveTo>
                  <a:lnTo>
                    <a:pt x="967385" y="24575"/>
                  </a:lnTo>
                  <a:lnTo>
                    <a:pt x="942767" y="36414"/>
                  </a:lnTo>
                  <a:close/>
                  <a:moveTo>
                    <a:pt x="1011753" y="7392"/>
                  </a:moveTo>
                  <a:lnTo>
                    <a:pt x="981464" y="17630"/>
                  </a:lnTo>
                  <a:lnTo>
                    <a:pt x="995015" y="10974"/>
                  </a:lnTo>
                  <a:close/>
                  <a:moveTo>
                    <a:pt x="1030775" y="4629"/>
                  </a:moveTo>
                  <a:lnTo>
                    <a:pt x="1011753" y="7392"/>
                  </a:lnTo>
                  <a:lnTo>
                    <a:pt x="1055525" y="16425"/>
                  </a:lnTo>
                  <a:close/>
                  <a:moveTo>
                    <a:pt x="1055525" y="16425"/>
                  </a:moveTo>
                  <a:lnTo>
                    <a:pt x="1011753" y="7392"/>
                  </a:lnTo>
                  <a:lnTo>
                    <a:pt x="995015" y="10974"/>
                  </a:lnTo>
                  <a:close/>
                  <a:moveTo>
                    <a:pt x="1069788" y="0"/>
                  </a:moveTo>
                  <a:lnTo>
                    <a:pt x="1030775" y="4629"/>
                  </a:lnTo>
                  <a:lnTo>
                    <a:pt x="1090001" y="20750"/>
                  </a:lnTo>
                  <a:close/>
                  <a:moveTo>
                    <a:pt x="1030775" y="4629"/>
                  </a:moveTo>
                  <a:lnTo>
                    <a:pt x="1055525" y="16425"/>
                  </a:lnTo>
                  <a:lnTo>
                    <a:pt x="1090001" y="2075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48" name="Input_density__147">
              <a:extLst>
                <a:ext uri="{FF2B5EF4-FFF2-40B4-BE49-F238E27FC236}">
                  <a16:creationId xmlns:a16="http://schemas.microsoft.com/office/drawing/2014/main" id="{23ECD63B-7668-C7B5-B570-DDBD9F5BB90B}"/>
                </a:ext>
              </a:extLst>
            </p:cNvPr>
            <p:cNvSpPr>
              <a:spLocks noGrp="1"/>
            </p:cNvSpPr>
            <p:nvPr/>
          </p:nvSpPr>
          <p:spPr>
            <a:xfrm>
              <a:off x="755812" y="1519094"/>
              <a:ext cx="839998" cy="957112"/>
            </a:xfrm>
            <a:custGeom>
              <a:avLst/>
              <a:gdLst/>
              <a:ahLst/>
              <a:cxnLst/>
              <a:rect l="0" t="0" r="0" b="0"/>
              <a:pathLst>
                <a:path w="839998" h="957112">
                  <a:moveTo>
                    <a:pt x="41559" y="939928"/>
                  </a:moveTo>
                  <a:lnTo>
                    <a:pt x="43054" y="903173"/>
                  </a:lnTo>
                  <a:lnTo>
                    <a:pt x="18686" y="957112"/>
                  </a:lnTo>
                  <a:close/>
                  <a:moveTo>
                    <a:pt x="44183" y="899797"/>
                  </a:moveTo>
                  <a:lnTo>
                    <a:pt x="37429" y="909398"/>
                  </a:lnTo>
                  <a:lnTo>
                    <a:pt x="43054" y="903173"/>
                  </a:lnTo>
                  <a:close/>
                  <a:moveTo>
                    <a:pt x="44183" y="899797"/>
                  </a:moveTo>
                  <a:lnTo>
                    <a:pt x="43054" y="903173"/>
                  </a:lnTo>
                  <a:lnTo>
                    <a:pt x="51671" y="897819"/>
                  </a:lnTo>
                  <a:close/>
                  <a:moveTo>
                    <a:pt x="0" y="666765"/>
                  </a:moveTo>
                  <a:lnTo>
                    <a:pt x="20786" y="672105"/>
                  </a:lnTo>
                  <a:lnTo>
                    <a:pt x="20463" y="648277"/>
                  </a:lnTo>
                  <a:close/>
                  <a:moveTo>
                    <a:pt x="249375" y="760930"/>
                  </a:moveTo>
                  <a:lnTo>
                    <a:pt x="241173" y="724175"/>
                  </a:lnTo>
                  <a:lnTo>
                    <a:pt x="234567" y="767987"/>
                  </a:lnTo>
                  <a:close/>
                  <a:moveTo>
                    <a:pt x="241173" y="724175"/>
                  </a:moveTo>
                  <a:lnTo>
                    <a:pt x="226506" y="729793"/>
                  </a:lnTo>
                  <a:lnTo>
                    <a:pt x="234567" y="767987"/>
                  </a:lnTo>
                  <a:close/>
                  <a:moveTo>
                    <a:pt x="234567" y="767987"/>
                  </a:moveTo>
                  <a:lnTo>
                    <a:pt x="244352" y="765061"/>
                  </a:lnTo>
                  <a:lnTo>
                    <a:pt x="249375" y="760930"/>
                  </a:lnTo>
                  <a:close/>
                  <a:moveTo>
                    <a:pt x="92182" y="578744"/>
                  </a:moveTo>
                  <a:lnTo>
                    <a:pt x="66069" y="594339"/>
                  </a:lnTo>
                  <a:lnTo>
                    <a:pt x="94286" y="577716"/>
                  </a:lnTo>
                  <a:close/>
                  <a:moveTo>
                    <a:pt x="66069" y="594339"/>
                  </a:moveTo>
                  <a:lnTo>
                    <a:pt x="44592" y="612703"/>
                  </a:lnTo>
                  <a:lnTo>
                    <a:pt x="94286" y="577716"/>
                  </a:lnTo>
                  <a:close/>
                  <a:moveTo>
                    <a:pt x="92182" y="578744"/>
                  </a:moveTo>
                  <a:lnTo>
                    <a:pt x="94286" y="577716"/>
                  </a:lnTo>
                  <a:lnTo>
                    <a:pt x="94554" y="577155"/>
                  </a:lnTo>
                  <a:close/>
                  <a:moveTo>
                    <a:pt x="244352" y="765061"/>
                  </a:moveTo>
                  <a:lnTo>
                    <a:pt x="266584" y="751973"/>
                  </a:lnTo>
                  <a:lnTo>
                    <a:pt x="249375" y="760930"/>
                  </a:lnTo>
                  <a:close/>
                  <a:moveTo>
                    <a:pt x="241173" y="724175"/>
                  </a:moveTo>
                  <a:lnTo>
                    <a:pt x="249375" y="760930"/>
                  </a:lnTo>
                  <a:lnTo>
                    <a:pt x="267011" y="743746"/>
                  </a:lnTo>
                  <a:close/>
                  <a:moveTo>
                    <a:pt x="241173" y="724175"/>
                  </a:moveTo>
                  <a:lnTo>
                    <a:pt x="267011" y="743746"/>
                  </a:lnTo>
                  <a:lnTo>
                    <a:pt x="255986" y="706992"/>
                  </a:lnTo>
                  <a:close/>
                  <a:moveTo>
                    <a:pt x="104383" y="389836"/>
                  </a:moveTo>
                  <a:lnTo>
                    <a:pt x="107196" y="359013"/>
                  </a:lnTo>
                  <a:lnTo>
                    <a:pt x="92046" y="376926"/>
                  </a:lnTo>
                  <a:close/>
                  <a:moveTo>
                    <a:pt x="273238" y="405660"/>
                  </a:moveTo>
                  <a:lnTo>
                    <a:pt x="268758" y="443108"/>
                  </a:lnTo>
                  <a:lnTo>
                    <a:pt x="287100" y="398157"/>
                  </a:lnTo>
                  <a:close/>
                  <a:moveTo>
                    <a:pt x="287100" y="398157"/>
                  </a:moveTo>
                  <a:lnTo>
                    <a:pt x="272851" y="452095"/>
                  </a:lnTo>
                  <a:lnTo>
                    <a:pt x="293470" y="434912"/>
                  </a:lnTo>
                  <a:close/>
                  <a:moveTo>
                    <a:pt x="510332" y="601503"/>
                  </a:moveTo>
                  <a:lnTo>
                    <a:pt x="492430" y="604296"/>
                  </a:lnTo>
                  <a:lnTo>
                    <a:pt x="505354" y="636980"/>
                  </a:lnTo>
                  <a:close/>
                  <a:moveTo>
                    <a:pt x="454926" y="607697"/>
                  </a:moveTo>
                  <a:lnTo>
                    <a:pt x="438531" y="581931"/>
                  </a:lnTo>
                  <a:lnTo>
                    <a:pt x="432778" y="586416"/>
                  </a:lnTo>
                  <a:close/>
                  <a:moveTo>
                    <a:pt x="485667" y="565047"/>
                  </a:moveTo>
                  <a:lnTo>
                    <a:pt x="438531" y="581931"/>
                  </a:lnTo>
                  <a:lnTo>
                    <a:pt x="454926" y="607697"/>
                  </a:lnTo>
                  <a:close/>
                  <a:moveTo>
                    <a:pt x="492430" y="604296"/>
                  </a:moveTo>
                  <a:lnTo>
                    <a:pt x="485667" y="565047"/>
                  </a:lnTo>
                  <a:lnTo>
                    <a:pt x="454926" y="607697"/>
                  </a:lnTo>
                  <a:close/>
                  <a:moveTo>
                    <a:pt x="510332" y="601503"/>
                  </a:moveTo>
                  <a:lnTo>
                    <a:pt x="486744" y="564748"/>
                  </a:lnTo>
                  <a:lnTo>
                    <a:pt x="492430" y="604296"/>
                  </a:lnTo>
                  <a:close/>
                  <a:moveTo>
                    <a:pt x="486744" y="564748"/>
                  </a:moveTo>
                  <a:lnTo>
                    <a:pt x="485667" y="565047"/>
                  </a:lnTo>
                  <a:lnTo>
                    <a:pt x="492430" y="604296"/>
                  </a:lnTo>
                  <a:close/>
                  <a:moveTo>
                    <a:pt x="458608" y="558410"/>
                  </a:moveTo>
                  <a:lnTo>
                    <a:pt x="438531" y="581931"/>
                  </a:lnTo>
                  <a:lnTo>
                    <a:pt x="485667" y="565047"/>
                  </a:lnTo>
                  <a:close/>
                  <a:moveTo>
                    <a:pt x="287100" y="398157"/>
                  </a:moveTo>
                  <a:lnTo>
                    <a:pt x="293470" y="434912"/>
                  </a:lnTo>
                  <a:lnTo>
                    <a:pt x="317084" y="417728"/>
                  </a:lnTo>
                  <a:close/>
                  <a:moveTo>
                    <a:pt x="287100" y="398157"/>
                  </a:moveTo>
                  <a:lnTo>
                    <a:pt x="317084" y="417728"/>
                  </a:lnTo>
                  <a:lnTo>
                    <a:pt x="328028" y="380973"/>
                  </a:lnTo>
                  <a:close/>
                  <a:moveTo>
                    <a:pt x="334153" y="370618"/>
                  </a:moveTo>
                  <a:lnTo>
                    <a:pt x="287100" y="398157"/>
                  </a:lnTo>
                  <a:lnTo>
                    <a:pt x="328028" y="380973"/>
                  </a:lnTo>
                  <a:close/>
                  <a:moveTo>
                    <a:pt x="334153" y="370618"/>
                  </a:moveTo>
                  <a:lnTo>
                    <a:pt x="305981" y="361493"/>
                  </a:lnTo>
                  <a:lnTo>
                    <a:pt x="287100" y="398157"/>
                  </a:lnTo>
                  <a:close/>
                  <a:moveTo>
                    <a:pt x="486744" y="564748"/>
                  </a:moveTo>
                  <a:lnTo>
                    <a:pt x="510332" y="601503"/>
                  </a:lnTo>
                  <a:lnTo>
                    <a:pt x="541427" y="584320"/>
                  </a:lnTo>
                  <a:close/>
                  <a:moveTo>
                    <a:pt x="486744" y="564748"/>
                  </a:moveTo>
                  <a:lnTo>
                    <a:pt x="541427" y="584320"/>
                  </a:lnTo>
                  <a:lnTo>
                    <a:pt x="532004" y="547565"/>
                  </a:lnTo>
                  <a:close/>
                  <a:moveTo>
                    <a:pt x="328028" y="380973"/>
                  </a:moveTo>
                  <a:lnTo>
                    <a:pt x="362220" y="379345"/>
                  </a:lnTo>
                  <a:lnTo>
                    <a:pt x="345050" y="374366"/>
                  </a:lnTo>
                  <a:close/>
                  <a:moveTo>
                    <a:pt x="334153" y="370618"/>
                  </a:moveTo>
                  <a:lnTo>
                    <a:pt x="328028" y="380973"/>
                  </a:lnTo>
                  <a:lnTo>
                    <a:pt x="345050" y="374366"/>
                  </a:lnTo>
                  <a:close/>
                  <a:moveTo>
                    <a:pt x="389873" y="358159"/>
                  </a:moveTo>
                  <a:lnTo>
                    <a:pt x="334153" y="370618"/>
                  </a:lnTo>
                  <a:lnTo>
                    <a:pt x="389018" y="363790"/>
                  </a:lnTo>
                  <a:close/>
                  <a:moveTo>
                    <a:pt x="389018" y="363790"/>
                  </a:moveTo>
                  <a:lnTo>
                    <a:pt x="334153" y="370618"/>
                  </a:lnTo>
                  <a:lnTo>
                    <a:pt x="345050" y="374366"/>
                  </a:lnTo>
                  <a:close/>
                  <a:moveTo>
                    <a:pt x="345050" y="374366"/>
                  </a:moveTo>
                  <a:lnTo>
                    <a:pt x="362220" y="379345"/>
                  </a:lnTo>
                  <a:lnTo>
                    <a:pt x="389018" y="363790"/>
                  </a:lnTo>
                  <a:close/>
                  <a:moveTo>
                    <a:pt x="283111" y="263391"/>
                  </a:moveTo>
                  <a:lnTo>
                    <a:pt x="280081" y="293029"/>
                  </a:lnTo>
                  <a:lnTo>
                    <a:pt x="307624" y="253525"/>
                  </a:lnTo>
                  <a:close/>
                  <a:moveTo>
                    <a:pt x="307624" y="253525"/>
                  </a:moveTo>
                  <a:lnTo>
                    <a:pt x="280081" y="293029"/>
                  </a:lnTo>
                  <a:lnTo>
                    <a:pt x="290339" y="307463"/>
                  </a:lnTo>
                  <a:close/>
                  <a:moveTo>
                    <a:pt x="265615" y="270708"/>
                  </a:moveTo>
                  <a:lnTo>
                    <a:pt x="280081" y="293029"/>
                  </a:lnTo>
                  <a:lnTo>
                    <a:pt x="283111" y="263391"/>
                  </a:lnTo>
                  <a:close/>
                  <a:moveTo>
                    <a:pt x="267462" y="245848"/>
                  </a:moveTo>
                  <a:lnTo>
                    <a:pt x="265615" y="270708"/>
                  </a:lnTo>
                  <a:lnTo>
                    <a:pt x="283111" y="263391"/>
                  </a:lnTo>
                  <a:close/>
                  <a:moveTo>
                    <a:pt x="319050" y="217942"/>
                  </a:moveTo>
                  <a:lnTo>
                    <a:pt x="267462" y="245848"/>
                  </a:lnTo>
                  <a:lnTo>
                    <a:pt x="307624" y="253525"/>
                  </a:lnTo>
                  <a:close/>
                  <a:moveTo>
                    <a:pt x="307624" y="253525"/>
                  </a:moveTo>
                  <a:lnTo>
                    <a:pt x="267462" y="245848"/>
                  </a:lnTo>
                  <a:lnTo>
                    <a:pt x="283111" y="263391"/>
                  </a:lnTo>
                  <a:close/>
                  <a:moveTo>
                    <a:pt x="685493" y="677402"/>
                  </a:moveTo>
                  <a:lnTo>
                    <a:pt x="695872" y="658575"/>
                  </a:lnTo>
                  <a:lnTo>
                    <a:pt x="688259" y="642938"/>
                  </a:lnTo>
                  <a:close/>
                  <a:moveTo>
                    <a:pt x="688259" y="642938"/>
                  </a:moveTo>
                  <a:lnTo>
                    <a:pt x="697610" y="640646"/>
                  </a:lnTo>
                  <a:lnTo>
                    <a:pt x="685123" y="618386"/>
                  </a:lnTo>
                  <a:close/>
                  <a:moveTo>
                    <a:pt x="673717" y="640646"/>
                  </a:moveTo>
                  <a:lnTo>
                    <a:pt x="688259" y="642938"/>
                  </a:lnTo>
                  <a:lnTo>
                    <a:pt x="685123" y="618386"/>
                  </a:lnTo>
                  <a:close/>
                  <a:moveTo>
                    <a:pt x="688259" y="642938"/>
                  </a:moveTo>
                  <a:lnTo>
                    <a:pt x="695872" y="658575"/>
                  </a:lnTo>
                  <a:lnTo>
                    <a:pt x="697610" y="640646"/>
                  </a:lnTo>
                  <a:close/>
                  <a:moveTo>
                    <a:pt x="579143" y="543230"/>
                  </a:moveTo>
                  <a:lnTo>
                    <a:pt x="591991" y="519333"/>
                  </a:lnTo>
                  <a:lnTo>
                    <a:pt x="560553" y="526367"/>
                  </a:lnTo>
                  <a:close/>
                  <a:moveTo>
                    <a:pt x="579143" y="543230"/>
                  </a:moveTo>
                  <a:lnTo>
                    <a:pt x="553260" y="537183"/>
                  </a:lnTo>
                  <a:lnTo>
                    <a:pt x="596830" y="537423"/>
                  </a:lnTo>
                  <a:close/>
                  <a:moveTo>
                    <a:pt x="591991" y="519333"/>
                  </a:moveTo>
                  <a:lnTo>
                    <a:pt x="579143" y="543230"/>
                  </a:lnTo>
                  <a:lnTo>
                    <a:pt x="601898" y="530382"/>
                  </a:lnTo>
                  <a:close/>
                  <a:moveTo>
                    <a:pt x="579143" y="543230"/>
                  </a:moveTo>
                  <a:lnTo>
                    <a:pt x="596830" y="537423"/>
                  </a:lnTo>
                  <a:lnTo>
                    <a:pt x="601898" y="530382"/>
                  </a:lnTo>
                  <a:close/>
                  <a:moveTo>
                    <a:pt x="389873" y="358159"/>
                  </a:moveTo>
                  <a:lnTo>
                    <a:pt x="389018" y="363790"/>
                  </a:lnTo>
                  <a:lnTo>
                    <a:pt x="392172" y="363144"/>
                  </a:lnTo>
                  <a:close/>
                  <a:moveTo>
                    <a:pt x="392172" y="363144"/>
                  </a:moveTo>
                  <a:lnTo>
                    <a:pt x="393951" y="327035"/>
                  </a:lnTo>
                  <a:lnTo>
                    <a:pt x="389873" y="358159"/>
                  </a:lnTo>
                  <a:close/>
                  <a:moveTo>
                    <a:pt x="307624" y="253525"/>
                  </a:moveTo>
                  <a:lnTo>
                    <a:pt x="339390" y="289473"/>
                  </a:lnTo>
                  <a:lnTo>
                    <a:pt x="340923" y="243480"/>
                  </a:lnTo>
                  <a:close/>
                  <a:moveTo>
                    <a:pt x="319050" y="217942"/>
                  </a:moveTo>
                  <a:lnTo>
                    <a:pt x="307624" y="253525"/>
                  </a:lnTo>
                  <a:lnTo>
                    <a:pt x="340923" y="243480"/>
                  </a:lnTo>
                  <a:close/>
                  <a:moveTo>
                    <a:pt x="319050" y="217942"/>
                  </a:moveTo>
                  <a:lnTo>
                    <a:pt x="340923" y="243480"/>
                  </a:lnTo>
                  <a:lnTo>
                    <a:pt x="319556" y="216770"/>
                  </a:lnTo>
                  <a:close/>
                  <a:moveTo>
                    <a:pt x="319556" y="216770"/>
                  </a:moveTo>
                  <a:lnTo>
                    <a:pt x="340923" y="243480"/>
                  </a:lnTo>
                  <a:lnTo>
                    <a:pt x="377510" y="236341"/>
                  </a:lnTo>
                  <a:close/>
                  <a:moveTo>
                    <a:pt x="319556" y="216770"/>
                  </a:moveTo>
                  <a:lnTo>
                    <a:pt x="377510" y="236341"/>
                  </a:lnTo>
                  <a:lnTo>
                    <a:pt x="372611" y="199587"/>
                  </a:lnTo>
                  <a:close/>
                  <a:moveTo>
                    <a:pt x="683544" y="602024"/>
                  </a:moveTo>
                  <a:lnTo>
                    <a:pt x="673717" y="640646"/>
                  </a:lnTo>
                  <a:lnTo>
                    <a:pt x="685123" y="618386"/>
                  </a:lnTo>
                  <a:close/>
                  <a:moveTo>
                    <a:pt x="661367" y="637712"/>
                  </a:moveTo>
                  <a:lnTo>
                    <a:pt x="673717" y="640646"/>
                  </a:lnTo>
                  <a:lnTo>
                    <a:pt x="683544" y="602024"/>
                  </a:lnTo>
                  <a:close/>
                  <a:moveTo>
                    <a:pt x="683544" y="602024"/>
                  </a:moveTo>
                  <a:lnTo>
                    <a:pt x="685123" y="618386"/>
                  </a:lnTo>
                  <a:lnTo>
                    <a:pt x="735614" y="631527"/>
                  </a:lnTo>
                  <a:close/>
                  <a:moveTo>
                    <a:pt x="729571" y="591693"/>
                  </a:moveTo>
                  <a:lnTo>
                    <a:pt x="683544" y="602024"/>
                  </a:lnTo>
                  <a:lnTo>
                    <a:pt x="735614" y="631527"/>
                  </a:lnTo>
                  <a:close/>
                  <a:moveTo>
                    <a:pt x="683544" y="602024"/>
                  </a:moveTo>
                  <a:lnTo>
                    <a:pt x="699458" y="567137"/>
                  </a:lnTo>
                  <a:lnTo>
                    <a:pt x="679046" y="595664"/>
                  </a:lnTo>
                  <a:close/>
                  <a:moveTo>
                    <a:pt x="729571" y="591693"/>
                  </a:moveTo>
                  <a:lnTo>
                    <a:pt x="706560" y="565653"/>
                  </a:lnTo>
                  <a:lnTo>
                    <a:pt x="683544" y="602024"/>
                  </a:lnTo>
                  <a:close/>
                  <a:moveTo>
                    <a:pt x="749143" y="586708"/>
                  </a:moveTo>
                  <a:lnTo>
                    <a:pt x="759834" y="552357"/>
                  </a:lnTo>
                  <a:lnTo>
                    <a:pt x="729571" y="591693"/>
                  </a:lnTo>
                  <a:close/>
                  <a:moveTo>
                    <a:pt x="445695" y="309852"/>
                  </a:moveTo>
                  <a:lnTo>
                    <a:pt x="475366" y="329423"/>
                  </a:lnTo>
                  <a:lnTo>
                    <a:pt x="469803" y="292668"/>
                  </a:lnTo>
                  <a:close/>
                  <a:moveTo>
                    <a:pt x="436228" y="264922"/>
                  </a:moveTo>
                  <a:lnTo>
                    <a:pt x="429120" y="284116"/>
                  </a:lnTo>
                  <a:lnTo>
                    <a:pt x="453357" y="255913"/>
                  </a:lnTo>
                  <a:close/>
                  <a:moveTo>
                    <a:pt x="453357" y="255913"/>
                  </a:moveTo>
                  <a:lnTo>
                    <a:pt x="429120" y="284116"/>
                  </a:lnTo>
                  <a:lnTo>
                    <a:pt x="445695" y="309852"/>
                  </a:lnTo>
                  <a:close/>
                  <a:moveTo>
                    <a:pt x="453357" y="255913"/>
                  </a:moveTo>
                  <a:lnTo>
                    <a:pt x="445695" y="309852"/>
                  </a:lnTo>
                  <a:lnTo>
                    <a:pt x="469803" y="292668"/>
                  </a:lnTo>
                  <a:close/>
                  <a:moveTo>
                    <a:pt x="385973" y="233943"/>
                  </a:moveTo>
                  <a:lnTo>
                    <a:pt x="385099" y="244103"/>
                  </a:lnTo>
                  <a:lnTo>
                    <a:pt x="436228" y="264922"/>
                  </a:lnTo>
                  <a:close/>
                  <a:moveTo>
                    <a:pt x="433326" y="222534"/>
                  </a:moveTo>
                  <a:lnTo>
                    <a:pt x="385973" y="233943"/>
                  </a:lnTo>
                  <a:lnTo>
                    <a:pt x="436228" y="264922"/>
                  </a:lnTo>
                  <a:close/>
                  <a:moveTo>
                    <a:pt x="453357" y="255913"/>
                  </a:moveTo>
                  <a:lnTo>
                    <a:pt x="459104" y="219158"/>
                  </a:lnTo>
                  <a:lnTo>
                    <a:pt x="436228" y="264922"/>
                  </a:lnTo>
                  <a:close/>
                  <a:moveTo>
                    <a:pt x="459104" y="219158"/>
                  </a:moveTo>
                  <a:lnTo>
                    <a:pt x="433326" y="222534"/>
                  </a:lnTo>
                  <a:lnTo>
                    <a:pt x="436228" y="264922"/>
                  </a:lnTo>
                  <a:close/>
                  <a:moveTo>
                    <a:pt x="377510" y="236341"/>
                  </a:moveTo>
                  <a:lnTo>
                    <a:pt x="385099" y="244103"/>
                  </a:lnTo>
                  <a:lnTo>
                    <a:pt x="385973" y="233943"/>
                  </a:lnTo>
                  <a:close/>
                  <a:moveTo>
                    <a:pt x="372611" y="199587"/>
                  </a:moveTo>
                  <a:lnTo>
                    <a:pt x="385973" y="233943"/>
                  </a:lnTo>
                  <a:lnTo>
                    <a:pt x="373468" y="199363"/>
                  </a:lnTo>
                  <a:close/>
                  <a:moveTo>
                    <a:pt x="372611" y="199587"/>
                  </a:moveTo>
                  <a:lnTo>
                    <a:pt x="377510" y="236341"/>
                  </a:lnTo>
                  <a:lnTo>
                    <a:pt x="385973" y="233943"/>
                  </a:lnTo>
                  <a:close/>
                  <a:moveTo>
                    <a:pt x="385973" y="233943"/>
                  </a:moveTo>
                  <a:lnTo>
                    <a:pt x="433326" y="222534"/>
                  </a:lnTo>
                  <a:lnTo>
                    <a:pt x="415563" y="192229"/>
                  </a:lnTo>
                  <a:close/>
                  <a:moveTo>
                    <a:pt x="385973" y="233943"/>
                  </a:moveTo>
                  <a:lnTo>
                    <a:pt x="415563" y="192229"/>
                  </a:lnTo>
                  <a:lnTo>
                    <a:pt x="373468" y="199363"/>
                  </a:lnTo>
                  <a:close/>
                  <a:moveTo>
                    <a:pt x="372951" y="198686"/>
                  </a:moveTo>
                  <a:lnTo>
                    <a:pt x="372611" y="199587"/>
                  </a:lnTo>
                  <a:lnTo>
                    <a:pt x="373468" y="199363"/>
                  </a:lnTo>
                  <a:close/>
                  <a:moveTo>
                    <a:pt x="749143" y="586708"/>
                  </a:moveTo>
                  <a:lnTo>
                    <a:pt x="774277" y="606358"/>
                  </a:lnTo>
                  <a:lnTo>
                    <a:pt x="781066" y="576917"/>
                  </a:lnTo>
                  <a:close/>
                  <a:moveTo>
                    <a:pt x="759834" y="552357"/>
                  </a:moveTo>
                  <a:lnTo>
                    <a:pt x="749143" y="586708"/>
                  </a:lnTo>
                  <a:lnTo>
                    <a:pt x="781066" y="576917"/>
                  </a:lnTo>
                  <a:close/>
                  <a:moveTo>
                    <a:pt x="453357" y="255913"/>
                  </a:moveTo>
                  <a:lnTo>
                    <a:pt x="482005" y="238730"/>
                  </a:lnTo>
                  <a:lnTo>
                    <a:pt x="459104" y="219158"/>
                  </a:lnTo>
                  <a:close/>
                  <a:moveTo>
                    <a:pt x="761668" y="174379"/>
                  </a:moveTo>
                  <a:lnTo>
                    <a:pt x="725615" y="192186"/>
                  </a:lnTo>
                  <a:lnTo>
                    <a:pt x="739841" y="187180"/>
                  </a:lnTo>
                  <a:close/>
                  <a:moveTo>
                    <a:pt x="777667" y="176956"/>
                  </a:moveTo>
                  <a:lnTo>
                    <a:pt x="739841" y="187180"/>
                  </a:lnTo>
                  <a:lnTo>
                    <a:pt x="788628" y="178972"/>
                  </a:lnTo>
                  <a:close/>
                  <a:moveTo>
                    <a:pt x="788628" y="178972"/>
                  </a:moveTo>
                  <a:lnTo>
                    <a:pt x="739841" y="187180"/>
                  </a:lnTo>
                  <a:lnTo>
                    <a:pt x="732991" y="191738"/>
                  </a:lnTo>
                  <a:close/>
                  <a:moveTo>
                    <a:pt x="788628" y="178972"/>
                  </a:moveTo>
                  <a:lnTo>
                    <a:pt x="732991" y="191738"/>
                  </a:lnTo>
                  <a:lnTo>
                    <a:pt x="761904" y="203633"/>
                  </a:lnTo>
                  <a:close/>
                  <a:moveTo>
                    <a:pt x="761668" y="174379"/>
                  </a:moveTo>
                  <a:lnTo>
                    <a:pt x="739841" y="187180"/>
                  </a:lnTo>
                  <a:lnTo>
                    <a:pt x="777667" y="176956"/>
                  </a:lnTo>
                  <a:close/>
                  <a:moveTo>
                    <a:pt x="769352" y="150425"/>
                  </a:moveTo>
                  <a:lnTo>
                    <a:pt x="777667" y="176956"/>
                  </a:lnTo>
                  <a:lnTo>
                    <a:pt x="796199" y="169996"/>
                  </a:lnTo>
                  <a:close/>
                  <a:moveTo>
                    <a:pt x="777667" y="176956"/>
                  </a:moveTo>
                  <a:lnTo>
                    <a:pt x="788628" y="178972"/>
                  </a:lnTo>
                  <a:lnTo>
                    <a:pt x="796199" y="169996"/>
                  </a:lnTo>
                  <a:close/>
                  <a:moveTo>
                    <a:pt x="788628" y="178972"/>
                  </a:moveTo>
                  <a:lnTo>
                    <a:pt x="815219" y="182184"/>
                  </a:lnTo>
                  <a:lnTo>
                    <a:pt x="796199" y="169996"/>
                  </a:lnTo>
                  <a:close/>
                  <a:moveTo>
                    <a:pt x="815219" y="182184"/>
                  </a:moveTo>
                  <a:lnTo>
                    <a:pt x="839998" y="152813"/>
                  </a:lnTo>
                  <a:lnTo>
                    <a:pt x="796199" y="169996"/>
                  </a:lnTo>
                  <a:close/>
                  <a:moveTo>
                    <a:pt x="839998" y="152813"/>
                  </a:moveTo>
                  <a:lnTo>
                    <a:pt x="801456" y="133241"/>
                  </a:lnTo>
                  <a:lnTo>
                    <a:pt x="796199" y="169996"/>
                  </a:lnTo>
                  <a:close/>
                  <a:moveTo>
                    <a:pt x="722128" y="16031"/>
                  </a:moveTo>
                  <a:lnTo>
                    <a:pt x="708050" y="22977"/>
                  </a:lnTo>
                  <a:lnTo>
                    <a:pt x="735680" y="9375"/>
                  </a:lnTo>
                  <a:close/>
                  <a:moveTo>
                    <a:pt x="752418" y="5793"/>
                  </a:moveTo>
                  <a:lnTo>
                    <a:pt x="711397" y="14793"/>
                  </a:lnTo>
                  <a:lnTo>
                    <a:pt x="722128" y="16031"/>
                  </a:lnTo>
                  <a:close/>
                  <a:moveTo>
                    <a:pt x="766492" y="0"/>
                  </a:moveTo>
                  <a:lnTo>
                    <a:pt x="752418" y="5793"/>
                  </a:lnTo>
                  <a:lnTo>
                    <a:pt x="771440" y="303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49" name="Input_density__148">
              <a:extLst>
                <a:ext uri="{FF2B5EF4-FFF2-40B4-BE49-F238E27FC236}">
                  <a16:creationId xmlns:a16="http://schemas.microsoft.com/office/drawing/2014/main" id="{9AF094EA-B27A-5A82-9461-EBCE48501E70}"/>
                </a:ext>
              </a:extLst>
            </p:cNvPr>
            <p:cNvSpPr>
              <a:spLocks noGrp="1"/>
            </p:cNvSpPr>
            <p:nvPr/>
          </p:nvSpPr>
          <p:spPr>
            <a:xfrm>
              <a:off x="647003" y="1792041"/>
              <a:ext cx="1115623" cy="783828"/>
            </a:xfrm>
            <a:custGeom>
              <a:avLst/>
              <a:gdLst/>
              <a:ahLst/>
              <a:cxnLst/>
              <a:rect l="0" t="0" r="0" b="0"/>
              <a:pathLst>
                <a:path w="1115623" h="783828">
                  <a:moveTo>
                    <a:pt x="353988" y="783828"/>
                  </a:moveTo>
                  <a:lnTo>
                    <a:pt x="377015" y="763263"/>
                  </a:lnTo>
                  <a:lnTo>
                    <a:pt x="378567" y="760063"/>
                  </a:lnTo>
                  <a:close/>
                  <a:moveTo>
                    <a:pt x="6859" y="355758"/>
                  </a:moveTo>
                  <a:lnTo>
                    <a:pt x="0" y="372942"/>
                  </a:lnTo>
                  <a:lnTo>
                    <a:pt x="30254" y="320902"/>
                  </a:lnTo>
                  <a:close/>
                  <a:moveTo>
                    <a:pt x="353988" y="783828"/>
                  </a:moveTo>
                  <a:lnTo>
                    <a:pt x="378567" y="760063"/>
                  </a:lnTo>
                  <a:lnTo>
                    <a:pt x="405926" y="757232"/>
                  </a:lnTo>
                  <a:close/>
                  <a:moveTo>
                    <a:pt x="9894" y="352802"/>
                  </a:moveTo>
                  <a:lnTo>
                    <a:pt x="6634" y="357165"/>
                  </a:lnTo>
                  <a:lnTo>
                    <a:pt x="6859" y="355758"/>
                  </a:lnTo>
                  <a:close/>
                  <a:moveTo>
                    <a:pt x="284040" y="377718"/>
                  </a:moveTo>
                  <a:lnTo>
                    <a:pt x="283582" y="382322"/>
                  </a:lnTo>
                  <a:lnTo>
                    <a:pt x="288570" y="375194"/>
                  </a:lnTo>
                  <a:close/>
                  <a:moveTo>
                    <a:pt x="288570" y="375194"/>
                  </a:moveTo>
                  <a:lnTo>
                    <a:pt x="298092" y="325778"/>
                  </a:lnTo>
                  <a:lnTo>
                    <a:pt x="284040" y="377718"/>
                  </a:lnTo>
                  <a:close/>
                  <a:moveTo>
                    <a:pt x="303225" y="333780"/>
                  </a:moveTo>
                  <a:lnTo>
                    <a:pt x="292904" y="374743"/>
                  </a:lnTo>
                  <a:lnTo>
                    <a:pt x="284040" y="377718"/>
                  </a:lnTo>
                  <a:close/>
                  <a:moveTo>
                    <a:pt x="298092" y="325778"/>
                  </a:moveTo>
                  <a:lnTo>
                    <a:pt x="288570" y="375194"/>
                  </a:lnTo>
                  <a:lnTo>
                    <a:pt x="310118" y="340963"/>
                  </a:lnTo>
                  <a:close/>
                  <a:moveTo>
                    <a:pt x="575445" y="527126"/>
                  </a:moveTo>
                  <a:lnTo>
                    <a:pt x="564648" y="557744"/>
                  </a:lnTo>
                  <a:lnTo>
                    <a:pt x="555116" y="556466"/>
                  </a:lnTo>
                  <a:close/>
                  <a:moveTo>
                    <a:pt x="374028" y="253140"/>
                  </a:moveTo>
                  <a:lnTo>
                    <a:pt x="377924" y="225559"/>
                  </a:lnTo>
                  <a:lnTo>
                    <a:pt x="363221" y="241103"/>
                  </a:lnTo>
                  <a:close/>
                  <a:moveTo>
                    <a:pt x="746563" y="196701"/>
                  </a:moveTo>
                  <a:lnTo>
                    <a:pt x="777800" y="188916"/>
                  </a:lnTo>
                  <a:lnTo>
                    <a:pt x="799883" y="175272"/>
                  </a:lnTo>
                  <a:close/>
                  <a:moveTo>
                    <a:pt x="836909" y="4926"/>
                  </a:moveTo>
                  <a:lnTo>
                    <a:pt x="793446" y="14959"/>
                  </a:lnTo>
                  <a:lnTo>
                    <a:pt x="838965" y="4399"/>
                  </a:lnTo>
                  <a:close/>
                  <a:moveTo>
                    <a:pt x="838965" y="4399"/>
                  </a:moveTo>
                  <a:lnTo>
                    <a:pt x="793446" y="14959"/>
                  </a:lnTo>
                  <a:lnTo>
                    <a:pt x="783349" y="17245"/>
                  </a:lnTo>
                  <a:close/>
                  <a:moveTo>
                    <a:pt x="836909" y="4926"/>
                  </a:moveTo>
                  <a:lnTo>
                    <a:pt x="840790" y="3557"/>
                  </a:lnTo>
                  <a:lnTo>
                    <a:pt x="863520" y="0"/>
                  </a:lnTo>
                  <a:close/>
                  <a:moveTo>
                    <a:pt x="863520" y="0"/>
                  </a:moveTo>
                  <a:lnTo>
                    <a:pt x="840790" y="3557"/>
                  </a:lnTo>
                  <a:lnTo>
                    <a:pt x="876978" y="21946"/>
                  </a:lnTo>
                  <a:close/>
                  <a:moveTo>
                    <a:pt x="1069813" y="80571"/>
                  </a:moveTo>
                  <a:lnTo>
                    <a:pt x="1081657" y="96489"/>
                  </a:lnTo>
                  <a:lnTo>
                    <a:pt x="1094085" y="67315"/>
                  </a:lnTo>
                  <a:close/>
                  <a:moveTo>
                    <a:pt x="1057666" y="114582"/>
                  </a:moveTo>
                  <a:lnTo>
                    <a:pt x="1081657" y="96489"/>
                  </a:lnTo>
                  <a:lnTo>
                    <a:pt x="1069813" y="80571"/>
                  </a:lnTo>
                  <a:close/>
                  <a:moveTo>
                    <a:pt x="1094085" y="67315"/>
                  </a:moveTo>
                  <a:lnTo>
                    <a:pt x="1081657" y="96489"/>
                  </a:lnTo>
                  <a:lnTo>
                    <a:pt x="1095480" y="80825"/>
                  </a:lnTo>
                  <a:close/>
                  <a:moveTo>
                    <a:pt x="1094085" y="67315"/>
                  </a:moveTo>
                  <a:lnTo>
                    <a:pt x="1101444" y="45892"/>
                  </a:lnTo>
                  <a:lnTo>
                    <a:pt x="1096711" y="56563"/>
                  </a:lnTo>
                  <a:close/>
                  <a:moveTo>
                    <a:pt x="1089492" y="63641"/>
                  </a:moveTo>
                  <a:lnTo>
                    <a:pt x="1094085" y="67315"/>
                  </a:lnTo>
                  <a:lnTo>
                    <a:pt x="1096711" y="56563"/>
                  </a:lnTo>
                  <a:close/>
                  <a:moveTo>
                    <a:pt x="1108140" y="26886"/>
                  </a:moveTo>
                  <a:lnTo>
                    <a:pt x="1115623" y="31064"/>
                  </a:lnTo>
                  <a:lnTo>
                    <a:pt x="1096711" y="56563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50" name="Input_density__149">
              <a:extLst>
                <a:ext uri="{FF2B5EF4-FFF2-40B4-BE49-F238E27FC236}">
                  <a16:creationId xmlns:a16="http://schemas.microsoft.com/office/drawing/2014/main" id="{6F81130F-EFCB-9258-9F77-C0C92CB7C48A}"/>
                </a:ext>
              </a:extLst>
            </p:cNvPr>
            <p:cNvSpPr>
              <a:spLocks noGrp="1"/>
            </p:cNvSpPr>
            <p:nvPr/>
          </p:nvSpPr>
          <p:spPr>
            <a:xfrm>
              <a:off x="1226387" y="2174536"/>
              <a:ext cx="17542" cy="17183"/>
            </a:xfrm>
            <a:custGeom>
              <a:avLst/>
              <a:gdLst/>
              <a:ahLst/>
              <a:cxnLst/>
              <a:rect l="0" t="0" r="0" b="0"/>
              <a:pathLst>
                <a:path w="17542" h="17183">
                  <a:moveTo>
                    <a:pt x="0" y="17183"/>
                  </a:moveTo>
                  <a:lnTo>
                    <a:pt x="17542" y="0"/>
                  </a:lnTo>
                  <a:lnTo>
                    <a:pt x="14832" y="3167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51" name="Input_density__150">
              <a:extLst>
                <a:ext uri="{FF2B5EF4-FFF2-40B4-BE49-F238E27FC236}">
                  <a16:creationId xmlns:a16="http://schemas.microsoft.com/office/drawing/2014/main" id="{A55BA6A2-DF53-7DD5-A214-F27836310EDF}"/>
                </a:ext>
              </a:extLst>
            </p:cNvPr>
            <p:cNvSpPr>
              <a:spLocks noGrp="1"/>
            </p:cNvSpPr>
            <p:nvPr/>
          </p:nvSpPr>
          <p:spPr>
            <a:xfrm>
              <a:off x="498001" y="1603044"/>
              <a:ext cx="1287253" cy="982856"/>
            </a:xfrm>
            <a:custGeom>
              <a:avLst/>
              <a:gdLst/>
              <a:ahLst/>
              <a:cxnLst/>
              <a:rect l="0" t="0" r="0" b="0"/>
              <a:pathLst>
                <a:path w="1287253" h="982856">
                  <a:moveTo>
                    <a:pt x="0" y="579122"/>
                  </a:moveTo>
                  <a:lnTo>
                    <a:pt x="3951" y="586502"/>
                  </a:lnTo>
                  <a:lnTo>
                    <a:pt x="18199" y="598449"/>
                  </a:lnTo>
                  <a:close/>
                  <a:moveTo>
                    <a:pt x="311305" y="892734"/>
                  </a:moveTo>
                  <a:lnTo>
                    <a:pt x="295374" y="909917"/>
                  </a:lnTo>
                  <a:lnTo>
                    <a:pt x="303359" y="917159"/>
                  </a:lnTo>
                  <a:close/>
                  <a:moveTo>
                    <a:pt x="0" y="579122"/>
                  </a:moveTo>
                  <a:lnTo>
                    <a:pt x="18199" y="598449"/>
                  </a:lnTo>
                  <a:lnTo>
                    <a:pt x="29890" y="598694"/>
                  </a:lnTo>
                  <a:close/>
                  <a:moveTo>
                    <a:pt x="4954" y="561939"/>
                  </a:moveTo>
                  <a:lnTo>
                    <a:pt x="0" y="579122"/>
                  </a:lnTo>
                  <a:lnTo>
                    <a:pt x="29890" y="598694"/>
                  </a:lnTo>
                  <a:close/>
                  <a:moveTo>
                    <a:pt x="465784" y="958294"/>
                  </a:moveTo>
                  <a:lnTo>
                    <a:pt x="502990" y="972825"/>
                  </a:lnTo>
                  <a:lnTo>
                    <a:pt x="522014" y="947744"/>
                  </a:lnTo>
                  <a:close/>
                  <a:moveTo>
                    <a:pt x="335721" y="784857"/>
                  </a:moveTo>
                  <a:lnTo>
                    <a:pt x="317050" y="762971"/>
                  </a:lnTo>
                  <a:lnTo>
                    <a:pt x="334971" y="793149"/>
                  </a:lnTo>
                  <a:close/>
                  <a:moveTo>
                    <a:pt x="607784" y="951449"/>
                  </a:moveTo>
                  <a:lnTo>
                    <a:pt x="598044" y="982856"/>
                  </a:lnTo>
                  <a:lnTo>
                    <a:pt x="616662" y="956258"/>
                  </a:lnTo>
                  <a:close/>
                  <a:moveTo>
                    <a:pt x="522014" y="947744"/>
                  </a:moveTo>
                  <a:lnTo>
                    <a:pt x="541856" y="925721"/>
                  </a:lnTo>
                  <a:lnTo>
                    <a:pt x="485608" y="936205"/>
                  </a:lnTo>
                  <a:close/>
                  <a:moveTo>
                    <a:pt x="541856" y="925721"/>
                  </a:moveTo>
                  <a:lnTo>
                    <a:pt x="522014" y="947744"/>
                  </a:lnTo>
                  <a:lnTo>
                    <a:pt x="578014" y="936332"/>
                  </a:lnTo>
                  <a:close/>
                  <a:moveTo>
                    <a:pt x="438935" y="852298"/>
                  </a:moveTo>
                  <a:lnTo>
                    <a:pt x="435768" y="874437"/>
                  </a:lnTo>
                  <a:lnTo>
                    <a:pt x="454352" y="858367"/>
                  </a:lnTo>
                  <a:close/>
                  <a:moveTo>
                    <a:pt x="425637" y="818362"/>
                  </a:moveTo>
                  <a:lnTo>
                    <a:pt x="454352" y="858367"/>
                  </a:lnTo>
                  <a:lnTo>
                    <a:pt x="435287" y="821612"/>
                  </a:lnTo>
                  <a:close/>
                  <a:moveTo>
                    <a:pt x="438935" y="852298"/>
                  </a:moveTo>
                  <a:lnTo>
                    <a:pt x="454352" y="858367"/>
                  </a:lnTo>
                  <a:lnTo>
                    <a:pt x="425637" y="818362"/>
                  </a:lnTo>
                  <a:close/>
                  <a:moveTo>
                    <a:pt x="425088" y="784857"/>
                  </a:moveTo>
                  <a:lnTo>
                    <a:pt x="425637" y="818362"/>
                  </a:lnTo>
                  <a:lnTo>
                    <a:pt x="435287" y="821612"/>
                  </a:lnTo>
                  <a:close/>
                  <a:moveTo>
                    <a:pt x="473475" y="794632"/>
                  </a:moveTo>
                  <a:lnTo>
                    <a:pt x="425637" y="818362"/>
                  </a:lnTo>
                  <a:lnTo>
                    <a:pt x="425088" y="784857"/>
                  </a:lnTo>
                  <a:close/>
                  <a:moveTo>
                    <a:pt x="437979" y="786495"/>
                  </a:moveTo>
                  <a:lnTo>
                    <a:pt x="425637" y="818362"/>
                  </a:lnTo>
                  <a:lnTo>
                    <a:pt x="473475" y="794632"/>
                  </a:lnTo>
                  <a:close/>
                  <a:moveTo>
                    <a:pt x="351265" y="711347"/>
                  </a:moveTo>
                  <a:lnTo>
                    <a:pt x="337989" y="657409"/>
                  </a:lnTo>
                  <a:lnTo>
                    <a:pt x="325492" y="674592"/>
                  </a:lnTo>
                  <a:close/>
                  <a:moveTo>
                    <a:pt x="281464" y="671248"/>
                  </a:moveTo>
                  <a:lnTo>
                    <a:pt x="315505" y="673945"/>
                  </a:lnTo>
                  <a:lnTo>
                    <a:pt x="335496" y="652482"/>
                  </a:lnTo>
                  <a:close/>
                  <a:moveTo>
                    <a:pt x="607784" y="951449"/>
                  </a:moveTo>
                  <a:lnTo>
                    <a:pt x="616662" y="956258"/>
                  </a:lnTo>
                  <a:lnTo>
                    <a:pt x="618138" y="949204"/>
                  </a:lnTo>
                  <a:close/>
                  <a:moveTo>
                    <a:pt x="618138" y="949204"/>
                  </a:moveTo>
                  <a:lnTo>
                    <a:pt x="578014" y="936332"/>
                  </a:lnTo>
                  <a:lnTo>
                    <a:pt x="607784" y="951449"/>
                  </a:lnTo>
                  <a:close/>
                  <a:moveTo>
                    <a:pt x="657676" y="944148"/>
                  </a:moveTo>
                  <a:lnTo>
                    <a:pt x="616662" y="956258"/>
                  </a:lnTo>
                  <a:lnTo>
                    <a:pt x="652699" y="966416"/>
                  </a:lnTo>
                  <a:close/>
                  <a:moveTo>
                    <a:pt x="657676" y="944148"/>
                  </a:moveTo>
                  <a:lnTo>
                    <a:pt x="618138" y="949204"/>
                  </a:lnTo>
                  <a:lnTo>
                    <a:pt x="616662" y="956258"/>
                  </a:lnTo>
                  <a:close/>
                  <a:moveTo>
                    <a:pt x="578342" y="864974"/>
                  </a:moveTo>
                  <a:lnTo>
                    <a:pt x="579365" y="845178"/>
                  </a:lnTo>
                  <a:lnTo>
                    <a:pt x="549891" y="859555"/>
                  </a:lnTo>
                  <a:close/>
                  <a:moveTo>
                    <a:pt x="599537" y="824000"/>
                  </a:moveTo>
                  <a:lnTo>
                    <a:pt x="579365" y="845178"/>
                  </a:lnTo>
                  <a:lnTo>
                    <a:pt x="604900" y="825725"/>
                  </a:lnTo>
                  <a:close/>
                  <a:moveTo>
                    <a:pt x="604900" y="825725"/>
                  </a:moveTo>
                  <a:lnTo>
                    <a:pt x="579365" y="845178"/>
                  </a:lnTo>
                  <a:lnTo>
                    <a:pt x="578342" y="864974"/>
                  </a:lnTo>
                  <a:close/>
                  <a:moveTo>
                    <a:pt x="473960" y="700237"/>
                  </a:moveTo>
                  <a:lnTo>
                    <a:pt x="450280" y="707911"/>
                  </a:lnTo>
                  <a:lnTo>
                    <a:pt x="444643" y="676980"/>
                  </a:lnTo>
                  <a:close/>
                  <a:moveTo>
                    <a:pt x="591422" y="794049"/>
                  </a:moveTo>
                  <a:lnTo>
                    <a:pt x="599537" y="824000"/>
                  </a:lnTo>
                  <a:lnTo>
                    <a:pt x="606025" y="820279"/>
                  </a:lnTo>
                  <a:close/>
                  <a:moveTo>
                    <a:pt x="591422" y="794049"/>
                  </a:moveTo>
                  <a:lnTo>
                    <a:pt x="606025" y="820279"/>
                  </a:lnTo>
                  <a:lnTo>
                    <a:pt x="624543" y="793304"/>
                  </a:lnTo>
                  <a:close/>
                  <a:moveTo>
                    <a:pt x="606025" y="820279"/>
                  </a:moveTo>
                  <a:lnTo>
                    <a:pt x="654656" y="781315"/>
                  </a:lnTo>
                  <a:lnTo>
                    <a:pt x="624543" y="793304"/>
                  </a:lnTo>
                  <a:close/>
                  <a:moveTo>
                    <a:pt x="335905" y="439267"/>
                  </a:moveTo>
                  <a:lnTo>
                    <a:pt x="342121" y="456447"/>
                  </a:lnTo>
                  <a:lnTo>
                    <a:pt x="368179" y="457685"/>
                  </a:lnTo>
                  <a:close/>
                  <a:moveTo>
                    <a:pt x="629401" y="716311"/>
                  </a:moveTo>
                  <a:lnTo>
                    <a:pt x="658866" y="764192"/>
                  </a:lnTo>
                  <a:lnTo>
                    <a:pt x="629066" y="733307"/>
                  </a:lnTo>
                  <a:close/>
                  <a:moveTo>
                    <a:pt x="635790" y="755864"/>
                  </a:moveTo>
                  <a:lnTo>
                    <a:pt x="658866" y="764192"/>
                  </a:lnTo>
                  <a:lnTo>
                    <a:pt x="629401" y="716311"/>
                  </a:lnTo>
                  <a:close/>
                  <a:moveTo>
                    <a:pt x="579459" y="685078"/>
                  </a:moveTo>
                  <a:lnTo>
                    <a:pt x="607046" y="689738"/>
                  </a:lnTo>
                  <a:lnTo>
                    <a:pt x="600923" y="649969"/>
                  </a:lnTo>
                  <a:close/>
                  <a:moveTo>
                    <a:pt x="579459" y="685078"/>
                  </a:moveTo>
                  <a:lnTo>
                    <a:pt x="600923" y="649969"/>
                  </a:lnTo>
                  <a:lnTo>
                    <a:pt x="573752" y="644970"/>
                  </a:lnTo>
                  <a:close/>
                  <a:moveTo>
                    <a:pt x="368179" y="457685"/>
                  </a:moveTo>
                  <a:lnTo>
                    <a:pt x="389975" y="476022"/>
                  </a:lnTo>
                  <a:lnTo>
                    <a:pt x="390433" y="461918"/>
                  </a:lnTo>
                  <a:close/>
                  <a:moveTo>
                    <a:pt x="349102" y="422084"/>
                  </a:moveTo>
                  <a:lnTo>
                    <a:pt x="320433" y="439267"/>
                  </a:lnTo>
                  <a:lnTo>
                    <a:pt x="319433" y="402512"/>
                  </a:lnTo>
                  <a:close/>
                  <a:moveTo>
                    <a:pt x="451447" y="495594"/>
                  </a:moveTo>
                  <a:lnTo>
                    <a:pt x="447365" y="458839"/>
                  </a:lnTo>
                  <a:lnTo>
                    <a:pt x="457691" y="475362"/>
                  </a:lnTo>
                  <a:close/>
                  <a:moveTo>
                    <a:pt x="477465" y="328509"/>
                  </a:moveTo>
                  <a:lnTo>
                    <a:pt x="467951" y="318831"/>
                  </a:lnTo>
                  <a:lnTo>
                    <a:pt x="454688" y="314207"/>
                  </a:lnTo>
                  <a:close/>
                  <a:moveTo>
                    <a:pt x="454688" y="314207"/>
                  </a:moveTo>
                  <a:lnTo>
                    <a:pt x="490605" y="345161"/>
                  </a:lnTo>
                  <a:lnTo>
                    <a:pt x="477465" y="328509"/>
                  </a:lnTo>
                  <a:close/>
                  <a:moveTo>
                    <a:pt x="911044" y="738083"/>
                  </a:moveTo>
                  <a:lnTo>
                    <a:pt x="910980" y="739416"/>
                  </a:lnTo>
                  <a:lnTo>
                    <a:pt x="913057" y="739721"/>
                  </a:lnTo>
                  <a:close/>
                  <a:moveTo>
                    <a:pt x="950694" y="755861"/>
                  </a:moveTo>
                  <a:lnTo>
                    <a:pt x="913057" y="739721"/>
                  </a:lnTo>
                  <a:lnTo>
                    <a:pt x="910980" y="739416"/>
                  </a:lnTo>
                  <a:close/>
                  <a:moveTo>
                    <a:pt x="932456" y="720900"/>
                  </a:moveTo>
                  <a:lnTo>
                    <a:pt x="911044" y="738083"/>
                  </a:lnTo>
                  <a:lnTo>
                    <a:pt x="913057" y="739721"/>
                  </a:lnTo>
                  <a:close/>
                  <a:moveTo>
                    <a:pt x="913057" y="739721"/>
                  </a:moveTo>
                  <a:lnTo>
                    <a:pt x="950694" y="755861"/>
                  </a:lnTo>
                  <a:lnTo>
                    <a:pt x="969349" y="729405"/>
                  </a:lnTo>
                  <a:close/>
                  <a:moveTo>
                    <a:pt x="969349" y="729405"/>
                  </a:moveTo>
                  <a:lnTo>
                    <a:pt x="950694" y="755861"/>
                  </a:lnTo>
                  <a:lnTo>
                    <a:pt x="1007361" y="746948"/>
                  </a:lnTo>
                  <a:close/>
                  <a:moveTo>
                    <a:pt x="962655" y="634999"/>
                  </a:moveTo>
                  <a:lnTo>
                    <a:pt x="970964" y="639234"/>
                  </a:lnTo>
                  <a:lnTo>
                    <a:pt x="954123" y="630207"/>
                  </a:lnTo>
                  <a:close/>
                  <a:moveTo>
                    <a:pt x="909843" y="606099"/>
                  </a:moveTo>
                  <a:lnTo>
                    <a:pt x="925701" y="637954"/>
                  </a:lnTo>
                  <a:lnTo>
                    <a:pt x="942694" y="629744"/>
                  </a:lnTo>
                  <a:close/>
                  <a:moveTo>
                    <a:pt x="942694" y="629744"/>
                  </a:moveTo>
                  <a:lnTo>
                    <a:pt x="925701" y="637954"/>
                  </a:lnTo>
                  <a:lnTo>
                    <a:pt x="926807" y="647390"/>
                  </a:lnTo>
                  <a:close/>
                  <a:moveTo>
                    <a:pt x="943305" y="593452"/>
                  </a:moveTo>
                  <a:lnTo>
                    <a:pt x="909843" y="606099"/>
                  </a:lnTo>
                  <a:lnTo>
                    <a:pt x="942694" y="629744"/>
                  </a:lnTo>
                  <a:close/>
                  <a:moveTo>
                    <a:pt x="954123" y="630207"/>
                  </a:moveTo>
                  <a:lnTo>
                    <a:pt x="943305" y="593452"/>
                  </a:lnTo>
                  <a:lnTo>
                    <a:pt x="942694" y="629744"/>
                  </a:lnTo>
                  <a:close/>
                  <a:moveTo>
                    <a:pt x="970964" y="639234"/>
                  </a:moveTo>
                  <a:lnTo>
                    <a:pt x="1009716" y="659543"/>
                  </a:lnTo>
                  <a:lnTo>
                    <a:pt x="1030590" y="641380"/>
                  </a:lnTo>
                  <a:close/>
                  <a:moveTo>
                    <a:pt x="991749" y="620737"/>
                  </a:moveTo>
                  <a:lnTo>
                    <a:pt x="970964" y="639234"/>
                  </a:lnTo>
                  <a:lnTo>
                    <a:pt x="1030590" y="641380"/>
                  </a:lnTo>
                  <a:close/>
                  <a:moveTo>
                    <a:pt x="905168" y="519942"/>
                  </a:moveTo>
                  <a:lnTo>
                    <a:pt x="905949" y="519771"/>
                  </a:lnTo>
                  <a:lnTo>
                    <a:pt x="870737" y="513652"/>
                  </a:lnTo>
                  <a:close/>
                  <a:moveTo>
                    <a:pt x="870737" y="513652"/>
                  </a:moveTo>
                  <a:lnTo>
                    <a:pt x="905949" y="519771"/>
                  </a:lnTo>
                  <a:lnTo>
                    <a:pt x="917191" y="466553"/>
                  </a:lnTo>
                  <a:close/>
                  <a:moveTo>
                    <a:pt x="870737" y="513652"/>
                  </a:moveTo>
                  <a:lnTo>
                    <a:pt x="917191" y="466553"/>
                  </a:lnTo>
                  <a:lnTo>
                    <a:pt x="887864" y="481481"/>
                  </a:lnTo>
                  <a:close/>
                  <a:moveTo>
                    <a:pt x="917191" y="466553"/>
                  </a:moveTo>
                  <a:lnTo>
                    <a:pt x="905949" y="519771"/>
                  </a:lnTo>
                  <a:lnTo>
                    <a:pt x="917292" y="466004"/>
                  </a:lnTo>
                  <a:close/>
                  <a:moveTo>
                    <a:pt x="846505" y="451423"/>
                  </a:moveTo>
                  <a:lnTo>
                    <a:pt x="825169" y="441773"/>
                  </a:lnTo>
                  <a:lnTo>
                    <a:pt x="861922" y="429248"/>
                  </a:lnTo>
                  <a:close/>
                  <a:moveTo>
                    <a:pt x="779954" y="409677"/>
                  </a:moveTo>
                  <a:lnTo>
                    <a:pt x="825169" y="441773"/>
                  </a:lnTo>
                  <a:lnTo>
                    <a:pt x="786211" y="401610"/>
                  </a:lnTo>
                  <a:close/>
                  <a:moveTo>
                    <a:pt x="870241" y="415591"/>
                  </a:moveTo>
                  <a:lnTo>
                    <a:pt x="825169" y="441773"/>
                  </a:lnTo>
                  <a:lnTo>
                    <a:pt x="818364" y="442417"/>
                  </a:lnTo>
                  <a:close/>
                  <a:moveTo>
                    <a:pt x="917194" y="465881"/>
                  </a:moveTo>
                  <a:lnTo>
                    <a:pt x="917191" y="466553"/>
                  </a:lnTo>
                  <a:lnTo>
                    <a:pt x="917292" y="466004"/>
                  </a:lnTo>
                  <a:close/>
                  <a:moveTo>
                    <a:pt x="917194" y="465881"/>
                  </a:moveTo>
                  <a:lnTo>
                    <a:pt x="917292" y="466004"/>
                  </a:lnTo>
                  <a:lnTo>
                    <a:pt x="916911" y="465507"/>
                  </a:lnTo>
                  <a:close/>
                  <a:moveTo>
                    <a:pt x="1092186" y="583869"/>
                  </a:moveTo>
                  <a:lnTo>
                    <a:pt x="1122320" y="586459"/>
                  </a:lnTo>
                  <a:lnTo>
                    <a:pt x="1103939" y="556655"/>
                  </a:lnTo>
                  <a:close/>
                  <a:moveTo>
                    <a:pt x="1092186" y="583869"/>
                  </a:moveTo>
                  <a:lnTo>
                    <a:pt x="1103939" y="556655"/>
                  </a:lnTo>
                  <a:lnTo>
                    <a:pt x="1084285" y="545546"/>
                  </a:lnTo>
                  <a:close/>
                  <a:moveTo>
                    <a:pt x="1147366" y="593185"/>
                  </a:moveTo>
                  <a:lnTo>
                    <a:pt x="1122320" y="586459"/>
                  </a:lnTo>
                  <a:lnTo>
                    <a:pt x="1117624" y="621426"/>
                  </a:lnTo>
                  <a:close/>
                  <a:moveTo>
                    <a:pt x="1122320" y="586459"/>
                  </a:moveTo>
                  <a:lnTo>
                    <a:pt x="1147366" y="593185"/>
                  </a:lnTo>
                  <a:lnTo>
                    <a:pt x="1103939" y="556655"/>
                  </a:lnTo>
                  <a:close/>
                  <a:moveTo>
                    <a:pt x="1084285" y="545546"/>
                  </a:moveTo>
                  <a:lnTo>
                    <a:pt x="1103939" y="556655"/>
                  </a:lnTo>
                  <a:lnTo>
                    <a:pt x="1098456" y="549757"/>
                  </a:lnTo>
                  <a:close/>
                  <a:moveTo>
                    <a:pt x="912125" y="284617"/>
                  </a:moveTo>
                  <a:lnTo>
                    <a:pt x="882156" y="288291"/>
                  </a:lnTo>
                  <a:lnTo>
                    <a:pt x="895865" y="321892"/>
                  </a:lnTo>
                  <a:close/>
                  <a:moveTo>
                    <a:pt x="882156" y="288291"/>
                  </a:moveTo>
                  <a:lnTo>
                    <a:pt x="912125" y="284617"/>
                  </a:lnTo>
                  <a:lnTo>
                    <a:pt x="884053" y="274816"/>
                  </a:lnTo>
                  <a:close/>
                  <a:moveTo>
                    <a:pt x="1000143" y="267433"/>
                  </a:moveTo>
                  <a:lnTo>
                    <a:pt x="957154" y="298974"/>
                  </a:lnTo>
                  <a:lnTo>
                    <a:pt x="958451" y="280440"/>
                  </a:lnTo>
                  <a:close/>
                  <a:moveTo>
                    <a:pt x="928839" y="277426"/>
                  </a:moveTo>
                  <a:lnTo>
                    <a:pt x="934985" y="284617"/>
                  </a:lnTo>
                  <a:lnTo>
                    <a:pt x="945764" y="256388"/>
                  </a:lnTo>
                  <a:close/>
                  <a:moveTo>
                    <a:pt x="901456" y="120699"/>
                  </a:moveTo>
                  <a:lnTo>
                    <a:pt x="863201" y="100642"/>
                  </a:lnTo>
                  <a:lnTo>
                    <a:pt x="896654" y="120414"/>
                  </a:lnTo>
                  <a:close/>
                  <a:moveTo>
                    <a:pt x="904877" y="131888"/>
                  </a:moveTo>
                  <a:lnTo>
                    <a:pt x="896654" y="120414"/>
                  </a:lnTo>
                  <a:lnTo>
                    <a:pt x="901659" y="103230"/>
                  </a:lnTo>
                  <a:close/>
                  <a:moveTo>
                    <a:pt x="901550" y="119448"/>
                  </a:moveTo>
                  <a:lnTo>
                    <a:pt x="951357" y="84884"/>
                  </a:lnTo>
                  <a:lnTo>
                    <a:pt x="916524" y="79228"/>
                  </a:lnTo>
                  <a:close/>
                  <a:moveTo>
                    <a:pt x="1172323" y="35931"/>
                  </a:moveTo>
                  <a:lnTo>
                    <a:pt x="1184321" y="8518"/>
                  </a:lnTo>
                  <a:lnTo>
                    <a:pt x="1161478" y="0"/>
                  </a:lnTo>
                  <a:close/>
                  <a:moveTo>
                    <a:pt x="1266945" y="102675"/>
                  </a:moveTo>
                  <a:lnTo>
                    <a:pt x="1279884" y="136903"/>
                  </a:lnTo>
                  <a:lnTo>
                    <a:pt x="1287253" y="144762"/>
                  </a:lnTo>
                  <a:close/>
                  <a:moveTo>
                    <a:pt x="1266945" y="102675"/>
                  </a:moveTo>
                  <a:lnTo>
                    <a:pt x="1272063" y="108007"/>
                  </a:lnTo>
                  <a:lnTo>
                    <a:pt x="1253523" y="82344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52" name="Input_density__151">
              <a:extLst>
                <a:ext uri="{FF2B5EF4-FFF2-40B4-BE49-F238E27FC236}">
                  <a16:creationId xmlns:a16="http://schemas.microsoft.com/office/drawing/2014/main" id="{FD9896D3-22A7-DE17-A440-A8D9970A044C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68191"/>
              <a:ext cx="1268468" cy="993147"/>
            </a:xfrm>
            <a:custGeom>
              <a:avLst/>
              <a:gdLst/>
              <a:ahLst/>
              <a:cxnLst/>
              <a:rect l="0" t="0" r="0" b="0"/>
              <a:pathLst>
                <a:path w="1268468" h="993147">
                  <a:moveTo>
                    <a:pt x="312828" y="927587"/>
                  </a:moveTo>
                  <a:lnTo>
                    <a:pt x="304883" y="952013"/>
                  </a:lnTo>
                  <a:lnTo>
                    <a:pt x="327886" y="941808"/>
                  </a:lnTo>
                  <a:close/>
                  <a:moveTo>
                    <a:pt x="278022" y="908015"/>
                  </a:moveTo>
                  <a:lnTo>
                    <a:pt x="296898" y="944770"/>
                  </a:lnTo>
                  <a:lnTo>
                    <a:pt x="312828" y="927587"/>
                  </a:lnTo>
                  <a:close/>
                  <a:moveTo>
                    <a:pt x="0" y="577220"/>
                  </a:moveTo>
                  <a:lnTo>
                    <a:pt x="1524" y="613976"/>
                  </a:lnTo>
                  <a:lnTo>
                    <a:pt x="6478" y="596792"/>
                  </a:lnTo>
                  <a:close/>
                  <a:moveTo>
                    <a:pt x="386907" y="941695"/>
                  </a:moveTo>
                  <a:lnTo>
                    <a:pt x="348276" y="910404"/>
                  </a:lnTo>
                  <a:lnTo>
                    <a:pt x="327886" y="941808"/>
                  </a:lnTo>
                  <a:close/>
                  <a:moveTo>
                    <a:pt x="457976" y="983914"/>
                  </a:moveTo>
                  <a:lnTo>
                    <a:pt x="453663" y="992999"/>
                  </a:lnTo>
                  <a:lnTo>
                    <a:pt x="467308" y="993147"/>
                  </a:lnTo>
                  <a:close/>
                  <a:moveTo>
                    <a:pt x="481780" y="966730"/>
                  </a:moveTo>
                  <a:lnTo>
                    <a:pt x="467308" y="993147"/>
                  </a:lnTo>
                  <a:lnTo>
                    <a:pt x="487132" y="971058"/>
                  </a:lnTo>
                  <a:close/>
                  <a:moveTo>
                    <a:pt x="481780" y="966730"/>
                  </a:moveTo>
                  <a:lnTo>
                    <a:pt x="457976" y="983914"/>
                  </a:lnTo>
                  <a:lnTo>
                    <a:pt x="467308" y="993147"/>
                  </a:lnTo>
                  <a:close/>
                  <a:moveTo>
                    <a:pt x="454464" y="947159"/>
                  </a:moveTo>
                  <a:lnTo>
                    <a:pt x="457976" y="983914"/>
                  </a:lnTo>
                  <a:lnTo>
                    <a:pt x="481780" y="966730"/>
                  </a:lnTo>
                  <a:close/>
                  <a:moveTo>
                    <a:pt x="454464" y="947159"/>
                  </a:moveTo>
                  <a:lnTo>
                    <a:pt x="481780" y="966730"/>
                  </a:lnTo>
                  <a:lnTo>
                    <a:pt x="465225" y="929975"/>
                  </a:lnTo>
                  <a:close/>
                  <a:moveTo>
                    <a:pt x="487132" y="971058"/>
                  </a:moveTo>
                  <a:lnTo>
                    <a:pt x="467308" y="993147"/>
                  </a:lnTo>
                  <a:lnTo>
                    <a:pt x="523538" y="982597"/>
                  </a:lnTo>
                  <a:close/>
                  <a:moveTo>
                    <a:pt x="321857" y="800139"/>
                  </a:moveTo>
                  <a:lnTo>
                    <a:pt x="329245" y="836894"/>
                  </a:lnTo>
                  <a:lnTo>
                    <a:pt x="318573" y="797824"/>
                  </a:lnTo>
                  <a:close/>
                  <a:moveTo>
                    <a:pt x="329245" y="836894"/>
                  </a:moveTo>
                  <a:lnTo>
                    <a:pt x="336494" y="828002"/>
                  </a:lnTo>
                  <a:lnTo>
                    <a:pt x="318573" y="797824"/>
                  </a:lnTo>
                  <a:close/>
                  <a:moveTo>
                    <a:pt x="191745" y="640680"/>
                  </a:moveTo>
                  <a:lnTo>
                    <a:pt x="170289" y="630100"/>
                  </a:lnTo>
                  <a:lnTo>
                    <a:pt x="157205" y="641672"/>
                  </a:lnTo>
                  <a:close/>
                  <a:moveTo>
                    <a:pt x="191745" y="640680"/>
                  </a:moveTo>
                  <a:lnTo>
                    <a:pt x="205568" y="637427"/>
                  </a:lnTo>
                  <a:lnTo>
                    <a:pt x="170289" y="630100"/>
                  </a:lnTo>
                  <a:close/>
                  <a:moveTo>
                    <a:pt x="481780" y="966730"/>
                  </a:moveTo>
                  <a:lnTo>
                    <a:pt x="487132" y="971058"/>
                  </a:lnTo>
                  <a:lnTo>
                    <a:pt x="491666" y="962103"/>
                  </a:lnTo>
                  <a:close/>
                  <a:moveTo>
                    <a:pt x="470452" y="908692"/>
                  </a:moveTo>
                  <a:lnTo>
                    <a:pt x="465225" y="929975"/>
                  </a:lnTo>
                  <a:lnTo>
                    <a:pt x="473708" y="876037"/>
                  </a:lnTo>
                  <a:close/>
                  <a:moveTo>
                    <a:pt x="471849" y="888719"/>
                  </a:moveTo>
                  <a:lnTo>
                    <a:pt x="473708" y="876037"/>
                  </a:lnTo>
                  <a:lnTo>
                    <a:pt x="479613" y="846740"/>
                  </a:lnTo>
                  <a:close/>
                  <a:moveTo>
                    <a:pt x="494202" y="893220"/>
                  </a:moveTo>
                  <a:lnTo>
                    <a:pt x="479613" y="846740"/>
                  </a:lnTo>
                  <a:lnTo>
                    <a:pt x="483497" y="839282"/>
                  </a:lnTo>
                  <a:close/>
                  <a:moveTo>
                    <a:pt x="341944" y="734077"/>
                  </a:moveTo>
                  <a:lnTo>
                    <a:pt x="340453" y="700171"/>
                  </a:lnTo>
                  <a:lnTo>
                    <a:pt x="352789" y="746200"/>
                  </a:lnTo>
                  <a:close/>
                  <a:moveTo>
                    <a:pt x="339513" y="692262"/>
                  </a:moveTo>
                  <a:lnTo>
                    <a:pt x="337020" y="687336"/>
                  </a:lnTo>
                  <a:lnTo>
                    <a:pt x="317028" y="708798"/>
                  </a:lnTo>
                  <a:close/>
                  <a:moveTo>
                    <a:pt x="297376" y="663688"/>
                  </a:moveTo>
                  <a:lnTo>
                    <a:pt x="282988" y="706102"/>
                  </a:lnTo>
                  <a:lnTo>
                    <a:pt x="337020" y="687336"/>
                  </a:lnTo>
                  <a:close/>
                  <a:moveTo>
                    <a:pt x="583098" y="941947"/>
                  </a:moveTo>
                  <a:lnTo>
                    <a:pt x="579537" y="971186"/>
                  </a:lnTo>
                  <a:lnTo>
                    <a:pt x="619661" y="984057"/>
                  </a:lnTo>
                  <a:close/>
                  <a:moveTo>
                    <a:pt x="623154" y="936470"/>
                  </a:moveTo>
                  <a:lnTo>
                    <a:pt x="583098" y="941947"/>
                  </a:lnTo>
                  <a:lnTo>
                    <a:pt x="619661" y="984057"/>
                  </a:lnTo>
                  <a:close/>
                  <a:moveTo>
                    <a:pt x="664383" y="943050"/>
                  </a:moveTo>
                  <a:lnTo>
                    <a:pt x="647914" y="932364"/>
                  </a:lnTo>
                  <a:lnTo>
                    <a:pt x="659200" y="979001"/>
                  </a:lnTo>
                  <a:close/>
                  <a:moveTo>
                    <a:pt x="659200" y="979001"/>
                  </a:moveTo>
                  <a:lnTo>
                    <a:pt x="647914" y="932364"/>
                  </a:lnTo>
                  <a:lnTo>
                    <a:pt x="623154" y="936470"/>
                  </a:lnTo>
                  <a:close/>
                  <a:moveTo>
                    <a:pt x="659200" y="979001"/>
                  </a:moveTo>
                  <a:lnTo>
                    <a:pt x="623154" y="936470"/>
                  </a:lnTo>
                  <a:lnTo>
                    <a:pt x="619661" y="984057"/>
                  </a:lnTo>
                  <a:close/>
                  <a:moveTo>
                    <a:pt x="583098" y="941947"/>
                  </a:moveTo>
                  <a:lnTo>
                    <a:pt x="543379" y="960574"/>
                  </a:lnTo>
                  <a:lnTo>
                    <a:pt x="579537" y="971186"/>
                  </a:lnTo>
                  <a:close/>
                  <a:moveTo>
                    <a:pt x="545418" y="945492"/>
                  </a:moveTo>
                  <a:lnTo>
                    <a:pt x="583098" y="941947"/>
                  </a:lnTo>
                  <a:lnTo>
                    <a:pt x="579866" y="899828"/>
                  </a:lnTo>
                  <a:close/>
                  <a:moveTo>
                    <a:pt x="583098" y="941947"/>
                  </a:moveTo>
                  <a:lnTo>
                    <a:pt x="613276" y="899754"/>
                  </a:lnTo>
                  <a:lnTo>
                    <a:pt x="579866" y="899828"/>
                  </a:lnTo>
                  <a:close/>
                  <a:moveTo>
                    <a:pt x="606423" y="860578"/>
                  </a:moveTo>
                  <a:lnTo>
                    <a:pt x="579866" y="899828"/>
                  </a:lnTo>
                  <a:lnTo>
                    <a:pt x="613276" y="899754"/>
                  </a:lnTo>
                  <a:close/>
                  <a:moveTo>
                    <a:pt x="483497" y="839282"/>
                  </a:moveTo>
                  <a:lnTo>
                    <a:pt x="479613" y="846740"/>
                  </a:lnTo>
                  <a:lnTo>
                    <a:pt x="482351" y="835435"/>
                  </a:lnTo>
                  <a:close/>
                  <a:moveTo>
                    <a:pt x="474998" y="829485"/>
                  </a:moveTo>
                  <a:lnTo>
                    <a:pt x="483497" y="839282"/>
                  </a:lnTo>
                  <a:lnTo>
                    <a:pt x="482351" y="835435"/>
                  </a:lnTo>
                  <a:close/>
                  <a:moveTo>
                    <a:pt x="704760" y="924303"/>
                  </a:moveTo>
                  <a:lnTo>
                    <a:pt x="666073" y="928667"/>
                  </a:lnTo>
                  <a:lnTo>
                    <a:pt x="664383" y="943050"/>
                  </a:lnTo>
                  <a:close/>
                  <a:moveTo>
                    <a:pt x="442073" y="706850"/>
                  </a:moveTo>
                  <a:lnTo>
                    <a:pt x="475483" y="735090"/>
                  </a:lnTo>
                  <a:lnTo>
                    <a:pt x="446167" y="711834"/>
                  </a:lnTo>
                  <a:close/>
                  <a:moveTo>
                    <a:pt x="660389" y="799046"/>
                  </a:moveTo>
                  <a:lnTo>
                    <a:pt x="626066" y="828158"/>
                  </a:lnTo>
                  <a:lnTo>
                    <a:pt x="656179" y="816168"/>
                  </a:lnTo>
                  <a:close/>
                  <a:moveTo>
                    <a:pt x="596818" y="751804"/>
                  </a:moveTo>
                  <a:lnTo>
                    <a:pt x="608570" y="724591"/>
                  </a:lnTo>
                  <a:lnTo>
                    <a:pt x="580983" y="719931"/>
                  </a:lnTo>
                  <a:close/>
                  <a:moveTo>
                    <a:pt x="649809" y="762900"/>
                  </a:moveTo>
                  <a:lnTo>
                    <a:pt x="631415" y="750977"/>
                  </a:lnTo>
                  <a:lnTo>
                    <a:pt x="657894" y="726373"/>
                  </a:lnTo>
                  <a:close/>
                  <a:moveTo>
                    <a:pt x="580983" y="719931"/>
                  </a:moveTo>
                  <a:lnTo>
                    <a:pt x="575276" y="679823"/>
                  </a:lnTo>
                  <a:lnTo>
                    <a:pt x="542222" y="724355"/>
                  </a:lnTo>
                  <a:close/>
                  <a:moveTo>
                    <a:pt x="562246" y="645669"/>
                  </a:moveTo>
                  <a:lnTo>
                    <a:pt x="515321" y="657895"/>
                  </a:lnTo>
                  <a:lnTo>
                    <a:pt x="575276" y="679823"/>
                  </a:lnTo>
                  <a:close/>
                  <a:moveTo>
                    <a:pt x="426377" y="530447"/>
                  </a:moveTo>
                  <a:lnTo>
                    <a:pt x="391957" y="496771"/>
                  </a:lnTo>
                  <a:lnTo>
                    <a:pt x="391499" y="510875"/>
                  </a:lnTo>
                  <a:close/>
                  <a:moveTo>
                    <a:pt x="337428" y="474120"/>
                  </a:moveTo>
                  <a:lnTo>
                    <a:pt x="369703" y="492539"/>
                  </a:lnTo>
                  <a:lnTo>
                    <a:pt x="354058" y="456937"/>
                  </a:lnTo>
                  <a:close/>
                  <a:moveTo>
                    <a:pt x="322006" y="437365"/>
                  </a:moveTo>
                  <a:lnTo>
                    <a:pt x="337428" y="474120"/>
                  </a:lnTo>
                  <a:lnTo>
                    <a:pt x="354058" y="456937"/>
                  </a:lnTo>
                  <a:close/>
                  <a:moveTo>
                    <a:pt x="322006" y="437365"/>
                  </a:moveTo>
                  <a:lnTo>
                    <a:pt x="354058" y="456937"/>
                  </a:lnTo>
                  <a:lnTo>
                    <a:pt x="348553" y="420182"/>
                  </a:lnTo>
                  <a:close/>
                  <a:moveTo>
                    <a:pt x="322006" y="437365"/>
                  </a:moveTo>
                  <a:lnTo>
                    <a:pt x="348553" y="420182"/>
                  </a:lnTo>
                  <a:lnTo>
                    <a:pt x="320842" y="434433"/>
                  </a:lnTo>
                  <a:close/>
                  <a:moveTo>
                    <a:pt x="631415" y="750977"/>
                  </a:moveTo>
                  <a:lnTo>
                    <a:pt x="671728" y="778096"/>
                  </a:lnTo>
                  <a:lnTo>
                    <a:pt x="631401" y="750777"/>
                  </a:lnTo>
                  <a:close/>
                  <a:moveTo>
                    <a:pt x="473985" y="537073"/>
                  </a:moveTo>
                  <a:lnTo>
                    <a:pt x="452971" y="530447"/>
                  </a:lnTo>
                  <a:lnTo>
                    <a:pt x="455575" y="516885"/>
                  </a:lnTo>
                  <a:close/>
                  <a:moveTo>
                    <a:pt x="318128" y="328078"/>
                  </a:moveTo>
                  <a:lnTo>
                    <a:pt x="330047" y="329489"/>
                  </a:lnTo>
                  <a:lnTo>
                    <a:pt x="333567" y="338164"/>
                  </a:lnTo>
                  <a:close/>
                  <a:moveTo>
                    <a:pt x="282507" y="319472"/>
                  </a:moveTo>
                  <a:lnTo>
                    <a:pt x="308392" y="320043"/>
                  </a:lnTo>
                  <a:lnTo>
                    <a:pt x="318128" y="328078"/>
                  </a:lnTo>
                  <a:close/>
                  <a:moveTo>
                    <a:pt x="478988" y="363362"/>
                  </a:moveTo>
                  <a:lnTo>
                    <a:pt x="515492" y="385815"/>
                  </a:lnTo>
                  <a:lnTo>
                    <a:pt x="469475" y="353685"/>
                  </a:lnTo>
                  <a:close/>
                  <a:moveTo>
                    <a:pt x="515492" y="385815"/>
                  </a:moveTo>
                  <a:lnTo>
                    <a:pt x="517424" y="386538"/>
                  </a:lnTo>
                  <a:lnTo>
                    <a:pt x="469475" y="353685"/>
                  </a:lnTo>
                  <a:close/>
                  <a:moveTo>
                    <a:pt x="518784" y="387574"/>
                  </a:moveTo>
                  <a:lnTo>
                    <a:pt x="517424" y="386538"/>
                  </a:lnTo>
                  <a:lnTo>
                    <a:pt x="515492" y="385815"/>
                  </a:lnTo>
                  <a:close/>
                  <a:moveTo>
                    <a:pt x="440270" y="343177"/>
                  </a:moveTo>
                  <a:lnTo>
                    <a:pt x="413264" y="338416"/>
                  </a:lnTo>
                  <a:lnTo>
                    <a:pt x="381530" y="344343"/>
                  </a:lnTo>
                  <a:close/>
                  <a:moveTo>
                    <a:pt x="447407" y="341493"/>
                  </a:moveTo>
                  <a:lnTo>
                    <a:pt x="456212" y="349060"/>
                  </a:lnTo>
                  <a:lnTo>
                    <a:pt x="469475" y="353685"/>
                  </a:lnTo>
                  <a:close/>
                  <a:moveTo>
                    <a:pt x="440270" y="343177"/>
                  </a:moveTo>
                  <a:lnTo>
                    <a:pt x="456212" y="349060"/>
                  </a:lnTo>
                  <a:lnTo>
                    <a:pt x="447407" y="341493"/>
                  </a:lnTo>
                  <a:close/>
                  <a:moveTo>
                    <a:pt x="413264" y="338416"/>
                  </a:moveTo>
                  <a:lnTo>
                    <a:pt x="440270" y="343177"/>
                  </a:lnTo>
                  <a:lnTo>
                    <a:pt x="447407" y="341493"/>
                  </a:lnTo>
                  <a:close/>
                  <a:moveTo>
                    <a:pt x="687447" y="598060"/>
                  </a:moveTo>
                  <a:lnTo>
                    <a:pt x="718892" y="599584"/>
                  </a:lnTo>
                  <a:lnTo>
                    <a:pt x="714262" y="558601"/>
                  </a:lnTo>
                  <a:close/>
                  <a:moveTo>
                    <a:pt x="764611" y="589162"/>
                  </a:moveTo>
                  <a:lnTo>
                    <a:pt x="764689" y="587884"/>
                  </a:lnTo>
                  <a:lnTo>
                    <a:pt x="718892" y="599584"/>
                  </a:lnTo>
                  <a:close/>
                  <a:moveTo>
                    <a:pt x="718892" y="599584"/>
                  </a:moveTo>
                  <a:lnTo>
                    <a:pt x="764689" y="587884"/>
                  </a:lnTo>
                  <a:lnTo>
                    <a:pt x="751765" y="555199"/>
                  </a:lnTo>
                  <a:close/>
                  <a:moveTo>
                    <a:pt x="672398" y="565548"/>
                  </a:moveTo>
                  <a:lnTo>
                    <a:pt x="660695" y="544427"/>
                  </a:lnTo>
                  <a:lnTo>
                    <a:pt x="645291" y="515749"/>
                  </a:lnTo>
                  <a:close/>
                  <a:moveTo>
                    <a:pt x="492129" y="380015"/>
                  </a:moveTo>
                  <a:lnTo>
                    <a:pt x="543345" y="410212"/>
                  </a:lnTo>
                  <a:lnTo>
                    <a:pt x="515492" y="385815"/>
                  </a:lnTo>
                  <a:close/>
                  <a:moveTo>
                    <a:pt x="515492" y="385815"/>
                  </a:moveTo>
                  <a:lnTo>
                    <a:pt x="543345" y="410212"/>
                  </a:lnTo>
                  <a:lnTo>
                    <a:pt x="518784" y="387574"/>
                  </a:lnTo>
                  <a:close/>
                  <a:moveTo>
                    <a:pt x="492129" y="380015"/>
                  </a:moveTo>
                  <a:lnTo>
                    <a:pt x="515492" y="385815"/>
                  </a:lnTo>
                  <a:lnTo>
                    <a:pt x="478988" y="363362"/>
                  </a:lnTo>
                  <a:close/>
                  <a:moveTo>
                    <a:pt x="576420" y="368632"/>
                  </a:moveTo>
                  <a:lnTo>
                    <a:pt x="573448" y="412827"/>
                  </a:lnTo>
                  <a:lnTo>
                    <a:pt x="575453" y="378668"/>
                  </a:lnTo>
                  <a:close/>
                  <a:moveTo>
                    <a:pt x="933980" y="755753"/>
                  </a:moveTo>
                  <a:lnTo>
                    <a:pt x="914581" y="774574"/>
                  </a:lnTo>
                  <a:lnTo>
                    <a:pt x="935624" y="757043"/>
                  </a:lnTo>
                  <a:close/>
                  <a:moveTo>
                    <a:pt x="881777" y="736182"/>
                  </a:moveTo>
                  <a:lnTo>
                    <a:pt x="912568" y="772937"/>
                  </a:lnTo>
                  <a:lnTo>
                    <a:pt x="933980" y="755753"/>
                  </a:lnTo>
                  <a:close/>
                  <a:moveTo>
                    <a:pt x="935624" y="757043"/>
                  </a:moveTo>
                  <a:lnTo>
                    <a:pt x="914581" y="774574"/>
                  </a:lnTo>
                  <a:lnTo>
                    <a:pt x="970873" y="764258"/>
                  </a:lnTo>
                  <a:close/>
                  <a:moveTo>
                    <a:pt x="783392" y="561602"/>
                  </a:moveTo>
                  <a:lnTo>
                    <a:pt x="800762" y="535224"/>
                  </a:lnTo>
                  <a:lnTo>
                    <a:pt x="769667" y="552407"/>
                  </a:lnTo>
                  <a:close/>
                  <a:moveTo>
                    <a:pt x="1017709" y="742916"/>
                  </a:moveTo>
                  <a:lnTo>
                    <a:pt x="1008885" y="781801"/>
                  </a:lnTo>
                  <a:lnTo>
                    <a:pt x="1046541" y="791311"/>
                  </a:lnTo>
                  <a:close/>
                  <a:moveTo>
                    <a:pt x="933980" y="755753"/>
                  </a:moveTo>
                  <a:lnTo>
                    <a:pt x="935624" y="757043"/>
                  </a:lnTo>
                  <a:lnTo>
                    <a:pt x="936218" y="754990"/>
                  </a:lnTo>
                  <a:close/>
                  <a:moveTo>
                    <a:pt x="974153" y="751238"/>
                  </a:moveTo>
                  <a:lnTo>
                    <a:pt x="935624" y="757043"/>
                  </a:lnTo>
                  <a:lnTo>
                    <a:pt x="970873" y="764258"/>
                  </a:lnTo>
                  <a:close/>
                  <a:moveTo>
                    <a:pt x="974153" y="751238"/>
                  </a:moveTo>
                  <a:lnTo>
                    <a:pt x="936218" y="754990"/>
                  </a:lnTo>
                  <a:lnTo>
                    <a:pt x="935624" y="757043"/>
                  </a:lnTo>
                  <a:close/>
                  <a:moveTo>
                    <a:pt x="936218" y="754990"/>
                  </a:moveTo>
                  <a:lnTo>
                    <a:pt x="974153" y="751238"/>
                  </a:lnTo>
                  <a:lnTo>
                    <a:pt x="970423" y="709523"/>
                  </a:lnTo>
                  <a:close/>
                  <a:moveTo>
                    <a:pt x="1017709" y="742916"/>
                  </a:moveTo>
                  <a:lnTo>
                    <a:pt x="970873" y="764258"/>
                  </a:lnTo>
                  <a:lnTo>
                    <a:pt x="1008885" y="781801"/>
                  </a:lnTo>
                  <a:close/>
                  <a:moveTo>
                    <a:pt x="1017709" y="742916"/>
                  </a:moveTo>
                  <a:lnTo>
                    <a:pt x="974153" y="751238"/>
                  </a:lnTo>
                  <a:lnTo>
                    <a:pt x="970873" y="764258"/>
                  </a:lnTo>
                  <a:close/>
                  <a:moveTo>
                    <a:pt x="974153" y="751238"/>
                  </a:moveTo>
                  <a:lnTo>
                    <a:pt x="1017709" y="742916"/>
                  </a:lnTo>
                  <a:lnTo>
                    <a:pt x="1011103" y="703539"/>
                  </a:lnTo>
                  <a:close/>
                  <a:moveTo>
                    <a:pt x="1017709" y="742916"/>
                  </a:moveTo>
                  <a:lnTo>
                    <a:pt x="1044715" y="703301"/>
                  </a:lnTo>
                  <a:lnTo>
                    <a:pt x="1011103" y="703539"/>
                  </a:lnTo>
                  <a:close/>
                  <a:moveTo>
                    <a:pt x="970423" y="709523"/>
                  </a:moveTo>
                  <a:lnTo>
                    <a:pt x="952933" y="697182"/>
                  </a:lnTo>
                  <a:lnTo>
                    <a:pt x="928331" y="682243"/>
                  </a:lnTo>
                  <a:close/>
                  <a:moveTo>
                    <a:pt x="906692" y="554795"/>
                  </a:moveTo>
                  <a:lnTo>
                    <a:pt x="872092" y="608733"/>
                  </a:lnTo>
                  <a:lnTo>
                    <a:pt x="910110" y="591550"/>
                  </a:lnTo>
                  <a:close/>
                  <a:moveTo>
                    <a:pt x="804791" y="518040"/>
                  </a:moveTo>
                  <a:lnTo>
                    <a:pt x="822602" y="487419"/>
                  </a:lnTo>
                  <a:lnTo>
                    <a:pt x="791339" y="498468"/>
                  </a:lnTo>
                  <a:close/>
                  <a:moveTo>
                    <a:pt x="781477" y="444530"/>
                  </a:moveTo>
                  <a:lnTo>
                    <a:pt x="812595" y="488087"/>
                  </a:lnTo>
                  <a:lnTo>
                    <a:pt x="819888" y="477271"/>
                  </a:lnTo>
                  <a:close/>
                  <a:moveTo>
                    <a:pt x="791339" y="498468"/>
                  </a:moveTo>
                  <a:lnTo>
                    <a:pt x="812595" y="488087"/>
                  </a:lnTo>
                  <a:lnTo>
                    <a:pt x="781477" y="444530"/>
                  </a:lnTo>
                  <a:close/>
                  <a:moveTo>
                    <a:pt x="764537" y="461714"/>
                  </a:moveTo>
                  <a:lnTo>
                    <a:pt x="791339" y="498468"/>
                  </a:lnTo>
                  <a:lnTo>
                    <a:pt x="781477" y="444530"/>
                  </a:lnTo>
                  <a:close/>
                  <a:moveTo>
                    <a:pt x="982370" y="647877"/>
                  </a:moveTo>
                  <a:lnTo>
                    <a:pt x="955647" y="665060"/>
                  </a:lnTo>
                  <a:lnTo>
                    <a:pt x="972488" y="674087"/>
                  </a:lnTo>
                  <a:close/>
                  <a:moveTo>
                    <a:pt x="906692" y="554795"/>
                  </a:moveTo>
                  <a:lnTo>
                    <a:pt x="920702" y="588616"/>
                  </a:lnTo>
                  <a:lnTo>
                    <a:pt x="907472" y="554624"/>
                  </a:lnTo>
                  <a:close/>
                  <a:moveTo>
                    <a:pt x="906692" y="554795"/>
                  </a:moveTo>
                  <a:lnTo>
                    <a:pt x="910110" y="591550"/>
                  </a:lnTo>
                  <a:lnTo>
                    <a:pt x="920702" y="588616"/>
                  </a:lnTo>
                  <a:close/>
                  <a:moveTo>
                    <a:pt x="902263" y="469365"/>
                  </a:moveTo>
                  <a:lnTo>
                    <a:pt x="918435" y="500361"/>
                  </a:lnTo>
                  <a:lnTo>
                    <a:pt x="918815" y="500857"/>
                  </a:lnTo>
                  <a:close/>
                  <a:moveTo>
                    <a:pt x="819888" y="477271"/>
                  </a:moveTo>
                  <a:lnTo>
                    <a:pt x="826693" y="476626"/>
                  </a:lnTo>
                  <a:lnTo>
                    <a:pt x="781477" y="444530"/>
                  </a:lnTo>
                  <a:close/>
                  <a:moveTo>
                    <a:pt x="871765" y="450444"/>
                  </a:moveTo>
                  <a:lnTo>
                    <a:pt x="819888" y="477271"/>
                  </a:lnTo>
                  <a:lnTo>
                    <a:pt x="851326" y="470236"/>
                  </a:lnTo>
                  <a:close/>
                  <a:moveTo>
                    <a:pt x="683237" y="333000"/>
                  </a:moveTo>
                  <a:lnTo>
                    <a:pt x="720533" y="354951"/>
                  </a:lnTo>
                  <a:lnTo>
                    <a:pt x="686171" y="334265"/>
                  </a:lnTo>
                  <a:close/>
                  <a:moveTo>
                    <a:pt x="743576" y="317082"/>
                  </a:moveTo>
                  <a:lnTo>
                    <a:pt x="731919" y="334265"/>
                  </a:lnTo>
                  <a:lnTo>
                    <a:pt x="747978" y="353837"/>
                  </a:lnTo>
                  <a:close/>
                  <a:moveTo>
                    <a:pt x="717757" y="297510"/>
                  </a:moveTo>
                  <a:lnTo>
                    <a:pt x="731919" y="334265"/>
                  </a:lnTo>
                  <a:lnTo>
                    <a:pt x="743576" y="317082"/>
                  </a:lnTo>
                  <a:close/>
                  <a:moveTo>
                    <a:pt x="918718" y="500735"/>
                  </a:moveTo>
                  <a:lnTo>
                    <a:pt x="889388" y="516334"/>
                  </a:lnTo>
                  <a:lnTo>
                    <a:pt x="918715" y="501407"/>
                  </a:lnTo>
                  <a:close/>
                  <a:moveTo>
                    <a:pt x="918718" y="500735"/>
                  </a:moveTo>
                  <a:lnTo>
                    <a:pt x="888731" y="498025"/>
                  </a:lnTo>
                  <a:lnTo>
                    <a:pt x="889388" y="516334"/>
                  </a:lnTo>
                  <a:close/>
                  <a:moveTo>
                    <a:pt x="888731" y="498025"/>
                  </a:moveTo>
                  <a:lnTo>
                    <a:pt x="918435" y="500361"/>
                  </a:lnTo>
                  <a:lnTo>
                    <a:pt x="882394" y="490185"/>
                  </a:lnTo>
                  <a:close/>
                  <a:moveTo>
                    <a:pt x="888731" y="498025"/>
                  </a:moveTo>
                  <a:lnTo>
                    <a:pt x="918718" y="500735"/>
                  </a:lnTo>
                  <a:lnTo>
                    <a:pt x="918435" y="500361"/>
                  </a:lnTo>
                  <a:close/>
                  <a:moveTo>
                    <a:pt x="1054736" y="578572"/>
                  </a:moveTo>
                  <a:lnTo>
                    <a:pt x="1085809" y="580399"/>
                  </a:lnTo>
                  <a:lnTo>
                    <a:pt x="1064015" y="574722"/>
                  </a:lnTo>
                  <a:close/>
                  <a:moveTo>
                    <a:pt x="1085809" y="580399"/>
                  </a:moveTo>
                  <a:lnTo>
                    <a:pt x="1099979" y="584610"/>
                  </a:lnTo>
                  <a:lnTo>
                    <a:pt x="1064015" y="574722"/>
                  </a:lnTo>
                  <a:close/>
                  <a:moveTo>
                    <a:pt x="958677" y="333827"/>
                  </a:moveTo>
                  <a:lnTo>
                    <a:pt x="953272" y="320743"/>
                  </a:lnTo>
                  <a:lnTo>
                    <a:pt x="936509" y="319470"/>
                  </a:lnTo>
                  <a:close/>
                  <a:moveTo>
                    <a:pt x="913648" y="319470"/>
                  </a:moveTo>
                  <a:lnTo>
                    <a:pt x="930363" y="312279"/>
                  </a:lnTo>
                  <a:lnTo>
                    <a:pt x="885577" y="309669"/>
                  </a:lnTo>
                  <a:close/>
                  <a:moveTo>
                    <a:pt x="959975" y="315294"/>
                  </a:moveTo>
                  <a:lnTo>
                    <a:pt x="951563" y="302287"/>
                  </a:lnTo>
                  <a:lnTo>
                    <a:pt x="947287" y="291242"/>
                  </a:lnTo>
                  <a:close/>
                  <a:moveTo>
                    <a:pt x="947287" y="291242"/>
                  </a:moveTo>
                  <a:lnTo>
                    <a:pt x="951563" y="302287"/>
                  </a:lnTo>
                  <a:lnTo>
                    <a:pt x="940445" y="294026"/>
                  </a:lnTo>
                  <a:close/>
                  <a:moveTo>
                    <a:pt x="940445" y="294026"/>
                  </a:moveTo>
                  <a:lnTo>
                    <a:pt x="930363" y="312279"/>
                  </a:lnTo>
                  <a:lnTo>
                    <a:pt x="947287" y="291242"/>
                  </a:lnTo>
                  <a:close/>
                  <a:moveTo>
                    <a:pt x="964908" y="164706"/>
                  </a:moveTo>
                  <a:lnTo>
                    <a:pt x="906400" y="166741"/>
                  </a:lnTo>
                  <a:lnTo>
                    <a:pt x="929393" y="156497"/>
                  </a:lnTo>
                  <a:close/>
                  <a:moveTo>
                    <a:pt x="1191179" y="146187"/>
                  </a:moveTo>
                  <a:lnTo>
                    <a:pt x="1213350" y="110504"/>
                  </a:lnTo>
                  <a:lnTo>
                    <a:pt x="1183320" y="107829"/>
                  </a:lnTo>
                  <a:close/>
                  <a:moveTo>
                    <a:pt x="1183320" y="107829"/>
                  </a:moveTo>
                  <a:lnTo>
                    <a:pt x="1213350" y="110504"/>
                  </a:lnTo>
                  <a:lnTo>
                    <a:pt x="1201805" y="75143"/>
                  </a:lnTo>
                  <a:close/>
                  <a:moveTo>
                    <a:pt x="1183320" y="107829"/>
                  </a:moveTo>
                  <a:lnTo>
                    <a:pt x="1201805" y="75143"/>
                  </a:lnTo>
                  <a:lnTo>
                    <a:pt x="1173846" y="70784"/>
                  </a:lnTo>
                  <a:close/>
                  <a:moveTo>
                    <a:pt x="1183320" y="107829"/>
                  </a:moveTo>
                  <a:lnTo>
                    <a:pt x="1173846" y="70784"/>
                  </a:lnTo>
                  <a:lnTo>
                    <a:pt x="1174060" y="106105"/>
                  </a:lnTo>
                  <a:close/>
                  <a:moveTo>
                    <a:pt x="1173846" y="70784"/>
                  </a:moveTo>
                  <a:lnTo>
                    <a:pt x="1167201" y="69350"/>
                  </a:lnTo>
                  <a:lnTo>
                    <a:pt x="1174060" y="106105"/>
                  </a:lnTo>
                  <a:close/>
                  <a:moveTo>
                    <a:pt x="1213350" y="110504"/>
                  </a:moveTo>
                  <a:lnTo>
                    <a:pt x="1224161" y="126296"/>
                  </a:lnTo>
                  <a:lnTo>
                    <a:pt x="1255047" y="117198"/>
                  </a:lnTo>
                  <a:close/>
                  <a:moveTo>
                    <a:pt x="1136023" y="45916"/>
                  </a:moveTo>
                  <a:lnTo>
                    <a:pt x="1167201" y="69350"/>
                  </a:lnTo>
                  <a:lnTo>
                    <a:pt x="1128785" y="35583"/>
                  </a:lnTo>
                  <a:close/>
                  <a:moveTo>
                    <a:pt x="1128785" y="35583"/>
                  </a:moveTo>
                  <a:lnTo>
                    <a:pt x="1167201" y="69350"/>
                  </a:lnTo>
                  <a:lnTo>
                    <a:pt x="1173846" y="70784"/>
                  </a:lnTo>
                  <a:close/>
                  <a:moveTo>
                    <a:pt x="1128785" y="35583"/>
                  </a:moveTo>
                  <a:lnTo>
                    <a:pt x="1173846" y="70784"/>
                  </a:lnTo>
                  <a:lnTo>
                    <a:pt x="1163002" y="34853"/>
                  </a:lnTo>
                  <a:close/>
                  <a:moveTo>
                    <a:pt x="1128785" y="35583"/>
                  </a:moveTo>
                  <a:lnTo>
                    <a:pt x="1163002" y="34853"/>
                  </a:lnTo>
                  <a:lnTo>
                    <a:pt x="1150832" y="0"/>
                  </a:lnTo>
                  <a:close/>
                  <a:moveTo>
                    <a:pt x="1233681" y="138722"/>
                  </a:moveTo>
                  <a:lnTo>
                    <a:pt x="1268468" y="137528"/>
                  </a:lnTo>
                  <a:lnTo>
                    <a:pt x="1255047" y="11719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53" name="Input_density__152">
              <a:extLst>
                <a:ext uri="{FF2B5EF4-FFF2-40B4-BE49-F238E27FC236}">
                  <a16:creationId xmlns:a16="http://schemas.microsoft.com/office/drawing/2014/main" id="{434621C9-A1E0-C5F1-4704-2C6897C02248}"/>
                </a:ext>
              </a:extLst>
            </p:cNvPr>
            <p:cNvSpPr>
              <a:spLocks noGrp="1"/>
            </p:cNvSpPr>
            <p:nvPr/>
          </p:nvSpPr>
          <p:spPr>
            <a:xfrm>
              <a:off x="496477" y="1528465"/>
              <a:ext cx="1255047" cy="982776"/>
            </a:xfrm>
            <a:custGeom>
              <a:avLst/>
              <a:gdLst/>
              <a:ahLst/>
              <a:cxnLst/>
              <a:rect l="0" t="0" r="0" b="0"/>
              <a:pathLst>
                <a:path w="1255047" h="982776">
                  <a:moveTo>
                    <a:pt x="278022" y="947742"/>
                  </a:moveTo>
                  <a:lnTo>
                    <a:pt x="312828" y="967313"/>
                  </a:lnTo>
                  <a:lnTo>
                    <a:pt x="300895" y="930558"/>
                  </a:lnTo>
                  <a:close/>
                  <a:moveTo>
                    <a:pt x="0" y="616947"/>
                  </a:moveTo>
                  <a:lnTo>
                    <a:pt x="6478" y="636519"/>
                  </a:lnTo>
                  <a:lnTo>
                    <a:pt x="8435" y="599763"/>
                  </a:lnTo>
                  <a:close/>
                  <a:moveTo>
                    <a:pt x="20680" y="580402"/>
                  </a:moveTo>
                  <a:lnTo>
                    <a:pt x="0" y="616947"/>
                  </a:lnTo>
                  <a:lnTo>
                    <a:pt x="8435" y="599763"/>
                  </a:lnTo>
                  <a:close/>
                  <a:moveTo>
                    <a:pt x="312828" y="967313"/>
                  </a:moveTo>
                  <a:lnTo>
                    <a:pt x="327886" y="981535"/>
                  </a:lnTo>
                  <a:lnTo>
                    <a:pt x="340179" y="954227"/>
                  </a:lnTo>
                  <a:close/>
                  <a:moveTo>
                    <a:pt x="327886" y="981535"/>
                  </a:moveTo>
                  <a:lnTo>
                    <a:pt x="348276" y="950130"/>
                  </a:lnTo>
                  <a:lnTo>
                    <a:pt x="340179" y="954227"/>
                  </a:lnTo>
                  <a:close/>
                  <a:moveTo>
                    <a:pt x="321857" y="839865"/>
                  </a:moveTo>
                  <a:lnTo>
                    <a:pt x="311006" y="888449"/>
                  </a:lnTo>
                  <a:lnTo>
                    <a:pt x="329245" y="876620"/>
                  </a:lnTo>
                  <a:close/>
                  <a:moveTo>
                    <a:pt x="40990" y="560128"/>
                  </a:moveTo>
                  <a:lnTo>
                    <a:pt x="20680" y="580402"/>
                  </a:lnTo>
                  <a:lnTo>
                    <a:pt x="8435" y="599763"/>
                  </a:lnTo>
                  <a:close/>
                  <a:moveTo>
                    <a:pt x="70542" y="546043"/>
                  </a:moveTo>
                  <a:lnTo>
                    <a:pt x="47475" y="563008"/>
                  </a:lnTo>
                  <a:lnTo>
                    <a:pt x="20680" y="580402"/>
                  </a:lnTo>
                  <a:close/>
                  <a:moveTo>
                    <a:pt x="388897" y="896191"/>
                  </a:moveTo>
                  <a:lnTo>
                    <a:pt x="336494" y="867728"/>
                  </a:lnTo>
                  <a:lnTo>
                    <a:pt x="329245" y="876620"/>
                  </a:lnTo>
                  <a:close/>
                  <a:moveTo>
                    <a:pt x="191745" y="680407"/>
                  </a:moveTo>
                  <a:lnTo>
                    <a:pt x="225047" y="680421"/>
                  </a:lnTo>
                  <a:lnTo>
                    <a:pt x="205568" y="677153"/>
                  </a:lnTo>
                  <a:close/>
                  <a:moveTo>
                    <a:pt x="205568" y="677153"/>
                  </a:moveTo>
                  <a:lnTo>
                    <a:pt x="225047" y="680421"/>
                  </a:lnTo>
                  <a:lnTo>
                    <a:pt x="259335" y="657395"/>
                  </a:lnTo>
                  <a:close/>
                  <a:moveTo>
                    <a:pt x="352789" y="785926"/>
                  </a:moveTo>
                  <a:lnTo>
                    <a:pt x="340453" y="739897"/>
                  </a:lnTo>
                  <a:lnTo>
                    <a:pt x="339513" y="731988"/>
                  </a:lnTo>
                  <a:close/>
                  <a:moveTo>
                    <a:pt x="583098" y="981673"/>
                  </a:moveTo>
                  <a:lnTo>
                    <a:pt x="623154" y="976197"/>
                  </a:lnTo>
                  <a:lnTo>
                    <a:pt x="613276" y="939480"/>
                  </a:lnTo>
                  <a:close/>
                  <a:moveTo>
                    <a:pt x="647914" y="972090"/>
                  </a:moveTo>
                  <a:lnTo>
                    <a:pt x="632115" y="935335"/>
                  </a:lnTo>
                  <a:lnTo>
                    <a:pt x="623154" y="976197"/>
                  </a:lnTo>
                  <a:close/>
                  <a:moveTo>
                    <a:pt x="473708" y="915763"/>
                  </a:moveTo>
                  <a:lnTo>
                    <a:pt x="482351" y="875161"/>
                  </a:lnTo>
                  <a:lnTo>
                    <a:pt x="479613" y="886467"/>
                  </a:lnTo>
                  <a:close/>
                  <a:moveTo>
                    <a:pt x="482351" y="875161"/>
                  </a:moveTo>
                  <a:lnTo>
                    <a:pt x="484183" y="861825"/>
                  </a:lnTo>
                  <a:lnTo>
                    <a:pt x="474998" y="869211"/>
                  </a:lnTo>
                  <a:close/>
                  <a:moveTo>
                    <a:pt x="334453" y="690400"/>
                  </a:moveTo>
                  <a:lnTo>
                    <a:pt x="297376" y="703415"/>
                  </a:lnTo>
                  <a:lnTo>
                    <a:pt x="337020" y="727062"/>
                  </a:lnTo>
                  <a:close/>
                  <a:moveTo>
                    <a:pt x="334453" y="690400"/>
                  </a:moveTo>
                  <a:lnTo>
                    <a:pt x="332365" y="647349"/>
                  </a:lnTo>
                  <a:lnTo>
                    <a:pt x="300942" y="690555"/>
                  </a:lnTo>
                  <a:close/>
                  <a:moveTo>
                    <a:pt x="370246" y="678050"/>
                  </a:moveTo>
                  <a:lnTo>
                    <a:pt x="358046" y="641295"/>
                  </a:lnTo>
                  <a:lnTo>
                    <a:pt x="334453" y="690400"/>
                  </a:lnTo>
                  <a:close/>
                  <a:moveTo>
                    <a:pt x="358046" y="641295"/>
                  </a:moveTo>
                  <a:lnTo>
                    <a:pt x="332365" y="647349"/>
                  </a:lnTo>
                  <a:lnTo>
                    <a:pt x="334453" y="690400"/>
                  </a:lnTo>
                  <a:close/>
                  <a:moveTo>
                    <a:pt x="647914" y="972090"/>
                  </a:moveTo>
                  <a:lnTo>
                    <a:pt x="664383" y="982776"/>
                  </a:lnTo>
                  <a:lnTo>
                    <a:pt x="666073" y="968393"/>
                  </a:lnTo>
                  <a:close/>
                  <a:moveTo>
                    <a:pt x="632115" y="935335"/>
                  </a:moveTo>
                  <a:lnTo>
                    <a:pt x="666073" y="968393"/>
                  </a:lnTo>
                  <a:lnTo>
                    <a:pt x="659086" y="929326"/>
                  </a:lnTo>
                  <a:close/>
                  <a:moveTo>
                    <a:pt x="632115" y="935335"/>
                  </a:moveTo>
                  <a:lnTo>
                    <a:pt x="647914" y="972090"/>
                  </a:lnTo>
                  <a:lnTo>
                    <a:pt x="666073" y="968393"/>
                  </a:lnTo>
                  <a:close/>
                  <a:moveTo>
                    <a:pt x="488080" y="781009"/>
                  </a:moveTo>
                  <a:lnTo>
                    <a:pt x="475483" y="774817"/>
                  </a:lnTo>
                  <a:lnTo>
                    <a:pt x="442073" y="746576"/>
                  </a:lnTo>
                  <a:close/>
                  <a:moveTo>
                    <a:pt x="332562" y="604540"/>
                  </a:moveTo>
                  <a:lnTo>
                    <a:pt x="384499" y="632054"/>
                  </a:lnTo>
                  <a:lnTo>
                    <a:pt x="351672" y="589426"/>
                  </a:lnTo>
                  <a:close/>
                  <a:moveTo>
                    <a:pt x="353621" y="568346"/>
                  </a:moveTo>
                  <a:lnTo>
                    <a:pt x="332562" y="604540"/>
                  </a:lnTo>
                  <a:lnTo>
                    <a:pt x="349838" y="582572"/>
                  </a:lnTo>
                  <a:close/>
                  <a:moveTo>
                    <a:pt x="379756" y="569850"/>
                  </a:moveTo>
                  <a:lnTo>
                    <a:pt x="353621" y="568346"/>
                  </a:lnTo>
                  <a:lnTo>
                    <a:pt x="349838" y="582572"/>
                  </a:lnTo>
                  <a:close/>
                  <a:moveTo>
                    <a:pt x="171125" y="339194"/>
                  </a:moveTo>
                  <a:lnTo>
                    <a:pt x="151276" y="347255"/>
                  </a:lnTo>
                  <a:lnTo>
                    <a:pt x="184192" y="336975"/>
                  </a:lnTo>
                  <a:close/>
                  <a:moveTo>
                    <a:pt x="184192" y="336975"/>
                  </a:moveTo>
                  <a:lnTo>
                    <a:pt x="151276" y="347255"/>
                  </a:lnTo>
                  <a:lnTo>
                    <a:pt x="131328" y="360112"/>
                  </a:lnTo>
                  <a:close/>
                  <a:moveTo>
                    <a:pt x="184192" y="336975"/>
                  </a:moveTo>
                  <a:lnTo>
                    <a:pt x="131328" y="360112"/>
                  </a:lnTo>
                  <a:lnTo>
                    <a:pt x="154302" y="349799"/>
                  </a:lnTo>
                  <a:close/>
                  <a:moveTo>
                    <a:pt x="215374" y="328984"/>
                  </a:moveTo>
                  <a:lnTo>
                    <a:pt x="171125" y="339194"/>
                  </a:lnTo>
                  <a:lnTo>
                    <a:pt x="212049" y="330072"/>
                  </a:lnTo>
                  <a:close/>
                  <a:moveTo>
                    <a:pt x="159701" y="341616"/>
                  </a:moveTo>
                  <a:lnTo>
                    <a:pt x="171125" y="339194"/>
                  </a:lnTo>
                  <a:lnTo>
                    <a:pt x="215374" y="328984"/>
                  </a:lnTo>
                  <a:close/>
                  <a:moveTo>
                    <a:pt x="171125" y="339194"/>
                  </a:moveTo>
                  <a:lnTo>
                    <a:pt x="184192" y="336975"/>
                  </a:lnTo>
                  <a:lnTo>
                    <a:pt x="212049" y="330072"/>
                  </a:lnTo>
                  <a:close/>
                  <a:moveTo>
                    <a:pt x="596818" y="791530"/>
                  </a:moveTo>
                  <a:lnTo>
                    <a:pt x="630925" y="790891"/>
                  </a:lnTo>
                  <a:lnTo>
                    <a:pt x="608570" y="764318"/>
                  </a:lnTo>
                  <a:close/>
                  <a:moveTo>
                    <a:pt x="608570" y="764318"/>
                  </a:moveTo>
                  <a:lnTo>
                    <a:pt x="630925" y="790891"/>
                  </a:lnTo>
                  <a:lnTo>
                    <a:pt x="645555" y="761338"/>
                  </a:lnTo>
                  <a:close/>
                  <a:moveTo>
                    <a:pt x="575276" y="719549"/>
                  </a:moveTo>
                  <a:lnTo>
                    <a:pt x="526346" y="734376"/>
                  </a:lnTo>
                  <a:lnTo>
                    <a:pt x="542222" y="764081"/>
                  </a:lnTo>
                  <a:close/>
                  <a:moveTo>
                    <a:pt x="575276" y="719549"/>
                  </a:moveTo>
                  <a:lnTo>
                    <a:pt x="515321" y="697622"/>
                  </a:lnTo>
                  <a:lnTo>
                    <a:pt x="526346" y="734376"/>
                  </a:lnTo>
                  <a:close/>
                  <a:moveTo>
                    <a:pt x="210932" y="351579"/>
                  </a:moveTo>
                  <a:lnTo>
                    <a:pt x="212049" y="330072"/>
                  </a:lnTo>
                  <a:lnTo>
                    <a:pt x="184192" y="336975"/>
                  </a:lnTo>
                  <a:close/>
                  <a:moveTo>
                    <a:pt x="216402" y="329472"/>
                  </a:moveTo>
                  <a:lnTo>
                    <a:pt x="212049" y="330072"/>
                  </a:lnTo>
                  <a:lnTo>
                    <a:pt x="210932" y="351579"/>
                  </a:lnTo>
                  <a:close/>
                  <a:moveTo>
                    <a:pt x="238085" y="356592"/>
                  </a:moveTo>
                  <a:lnTo>
                    <a:pt x="216402" y="329472"/>
                  </a:lnTo>
                  <a:lnTo>
                    <a:pt x="210932" y="351579"/>
                  </a:lnTo>
                  <a:close/>
                  <a:moveTo>
                    <a:pt x="238085" y="356592"/>
                  </a:moveTo>
                  <a:lnTo>
                    <a:pt x="276049" y="352816"/>
                  </a:lnTo>
                  <a:lnTo>
                    <a:pt x="255941" y="324416"/>
                  </a:lnTo>
                  <a:close/>
                  <a:moveTo>
                    <a:pt x="238085" y="356592"/>
                  </a:moveTo>
                  <a:lnTo>
                    <a:pt x="255941" y="324416"/>
                  </a:lnTo>
                  <a:lnTo>
                    <a:pt x="216402" y="329472"/>
                  </a:lnTo>
                  <a:close/>
                  <a:moveTo>
                    <a:pt x="276049" y="352816"/>
                  </a:moveTo>
                  <a:lnTo>
                    <a:pt x="238085" y="356592"/>
                  </a:lnTo>
                  <a:lnTo>
                    <a:pt x="282507" y="359198"/>
                  </a:lnTo>
                  <a:close/>
                  <a:moveTo>
                    <a:pt x="238085" y="356592"/>
                  </a:moveTo>
                  <a:lnTo>
                    <a:pt x="250842" y="365384"/>
                  </a:lnTo>
                  <a:lnTo>
                    <a:pt x="282507" y="359198"/>
                  </a:lnTo>
                  <a:close/>
                  <a:moveTo>
                    <a:pt x="276049" y="352816"/>
                  </a:moveTo>
                  <a:lnTo>
                    <a:pt x="310671" y="351757"/>
                  </a:lnTo>
                  <a:lnTo>
                    <a:pt x="255941" y="324416"/>
                  </a:lnTo>
                  <a:close/>
                  <a:moveTo>
                    <a:pt x="310671" y="351757"/>
                  </a:moveTo>
                  <a:lnTo>
                    <a:pt x="276049" y="352816"/>
                  </a:lnTo>
                  <a:lnTo>
                    <a:pt x="318128" y="367805"/>
                  </a:lnTo>
                  <a:close/>
                  <a:moveTo>
                    <a:pt x="276049" y="352816"/>
                  </a:moveTo>
                  <a:lnTo>
                    <a:pt x="282507" y="359198"/>
                  </a:lnTo>
                  <a:lnTo>
                    <a:pt x="318128" y="367805"/>
                  </a:lnTo>
                  <a:close/>
                  <a:moveTo>
                    <a:pt x="333567" y="377890"/>
                  </a:moveTo>
                  <a:lnTo>
                    <a:pt x="351381" y="367556"/>
                  </a:lnTo>
                  <a:lnTo>
                    <a:pt x="318128" y="367805"/>
                  </a:lnTo>
                  <a:close/>
                  <a:moveTo>
                    <a:pt x="333567" y="377890"/>
                  </a:moveTo>
                  <a:lnTo>
                    <a:pt x="363718" y="380466"/>
                  </a:lnTo>
                  <a:lnTo>
                    <a:pt x="351381" y="367556"/>
                  </a:lnTo>
                  <a:close/>
                  <a:moveTo>
                    <a:pt x="363718" y="380466"/>
                  </a:moveTo>
                  <a:lnTo>
                    <a:pt x="333567" y="377890"/>
                  </a:lnTo>
                  <a:lnTo>
                    <a:pt x="381530" y="384070"/>
                  </a:lnTo>
                  <a:close/>
                  <a:moveTo>
                    <a:pt x="363718" y="380466"/>
                  </a:moveTo>
                  <a:lnTo>
                    <a:pt x="381530" y="384070"/>
                  </a:lnTo>
                  <a:lnTo>
                    <a:pt x="413264" y="378142"/>
                  </a:lnTo>
                  <a:close/>
                  <a:moveTo>
                    <a:pt x="716298" y="719581"/>
                  </a:moveTo>
                  <a:lnTo>
                    <a:pt x="724793" y="699229"/>
                  </a:lnTo>
                  <a:lnTo>
                    <a:pt x="684101" y="736765"/>
                  </a:lnTo>
                  <a:close/>
                  <a:moveTo>
                    <a:pt x="724793" y="699229"/>
                  </a:moveTo>
                  <a:lnTo>
                    <a:pt x="716298" y="719581"/>
                  </a:lnTo>
                  <a:lnTo>
                    <a:pt x="739420" y="665643"/>
                  </a:lnTo>
                  <a:close/>
                  <a:moveTo>
                    <a:pt x="687447" y="637786"/>
                  </a:moveTo>
                  <a:lnTo>
                    <a:pt x="714262" y="598327"/>
                  </a:lnTo>
                  <a:lnTo>
                    <a:pt x="672398" y="605274"/>
                  </a:lnTo>
                  <a:close/>
                  <a:moveTo>
                    <a:pt x="718892" y="639310"/>
                  </a:moveTo>
                  <a:lnTo>
                    <a:pt x="751765" y="594926"/>
                  </a:lnTo>
                  <a:lnTo>
                    <a:pt x="714262" y="598327"/>
                  </a:lnTo>
                  <a:close/>
                  <a:moveTo>
                    <a:pt x="639636" y="604820"/>
                  </a:moveTo>
                  <a:lnTo>
                    <a:pt x="672398" y="605274"/>
                  </a:lnTo>
                  <a:lnTo>
                    <a:pt x="645291" y="555476"/>
                  </a:lnTo>
                  <a:close/>
                  <a:moveTo>
                    <a:pt x="881777" y="775908"/>
                  </a:moveTo>
                  <a:lnTo>
                    <a:pt x="933980" y="795480"/>
                  </a:lnTo>
                  <a:lnTo>
                    <a:pt x="909244" y="758725"/>
                  </a:lnTo>
                  <a:close/>
                  <a:moveTo>
                    <a:pt x="888944" y="739153"/>
                  </a:moveTo>
                  <a:lnTo>
                    <a:pt x="881777" y="775908"/>
                  </a:lnTo>
                  <a:lnTo>
                    <a:pt x="909244" y="758725"/>
                  </a:lnTo>
                  <a:close/>
                  <a:moveTo>
                    <a:pt x="764689" y="627610"/>
                  </a:moveTo>
                  <a:lnTo>
                    <a:pt x="783392" y="601328"/>
                  </a:lnTo>
                  <a:lnTo>
                    <a:pt x="769667" y="592133"/>
                  </a:lnTo>
                  <a:close/>
                  <a:moveTo>
                    <a:pt x="909244" y="758725"/>
                  </a:moveTo>
                  <a:lnTo>
                    <a:pt x="936218" y="794716"/>
                  </a:lnTo>
                  <a:lnTo>
                    <a:pt x="937407" y="749002"/>
                  </a:lnTo>
                  <a:close/>
                  <a:moveTo>
                    <a:pt x="909244" y="758725"/>
                  </a:moveTo>
                  <a:lnTo>
                    <a:pt x="933980" y="795480"/>
                  </a:lnTo>
                  <a:lnTo>
                    <a:pt x="936218" y="794716"/>
                  </a:lnTo>
                  <a:close/>
                  <a:moveTo>
                    <a:pt x="936218" y="794716"/>
                  </a:moveTo>
                  <a:lnTo>
                    <a:pt x="970423" y="749249"/>
                  </a:lnTo>
                  <a:lnTo>
                    <a:pt x="937407" y="749002"/>
                  </a:lnTo>
                  <a:close/>
                  <a:moveTo>
                    <a:pt x="974153" y="790964"/>
                  </a:moveTo>
                  <a:lnTo>
                    <a:pt x="1011103" y="743265"/>
                  </a:lnTo>
                  <a:lnTo>
                    <a:pt x="970423" y="749249"/>
                  </a:lnTo>
                  <a:close/>
                  <a:moveTo>
                    <a:pt x="927224" y="712534"/>
                  </a:moveTo>
                  <a:lnTo>
                    <a:pt x="970423" y="749249"/>
                  </a:lnTo>
                  <a:lnTo>
                    <a:pt x="928331" y="721970"/>
                  </a:lnTo>
                  <a:close/>
                  <a:moveTo>
                    <a:pt x="903380" y="685215"/>
                  </a:moveTo>
                  <a:lnTo>
                    <a:pt x="927224" y="712534"/>
                  </a:lnTo>
                  <a:lnTo>
                    <a:pt x="911367" y="680678"/>
                  </a:lnTo>
                  <a:close/>
                  <a:moveTo>
                    <a:pt x="910110" y="631276"/>
                  </a:moveTo>
                  <a:lnTo>
                    <a:pt x="911367" y="680678"/>
                  </a:lnTo>
                  <a:lnTo>
                    <a:pt x="921318" y="647073"/>
                  </a:lnTo>
                  <a:close/>
                  <a:moveTo>
                    <a:pt x="903380" y="685215"/>
                  </a:moveTo>
                  <a:lnTo>
                    <a:pt x="911367" y="680678"/>
                  </a:lnTo>
                  <a:lnTo>
                    <a:pt x="910110" y="631276"/>
                  </a:lnTo>
                  <a:close/>
                  <a:moveTo>
                    <a:pt x="872092" y="648460"/>
                  </a:moveTo>
                  <a:lnTo>
                    <a:pt x="903380" y="685215"/>
                  </a:lnTo>
                  <a:lnTo>
                    <a:pt x="910110" y="631276"/>
                  </a:lnTo>
                  <a:close/>
                  <a:moveTo>
                    <a:pt x="933053" y="631276"/>
                  </a:moveTo>
                  <a:lnTo>
                    <a:pt x="921318" y="647073"/>
                  </a:lnTo>
                  <a:lnTo>
                    <a:pt x="947594" y="633567"/>
                  </a:lnTo>
                  <a:close/>
                  <a:moveTo>
                    <a:pt x="947594" y="633567"/>
                  </a:moveTo>
                  <a:lnTo>
                    <a:pt x="921318" y="647073"/>
                  </a:lnTo>
                  <a:lnTo>
                    <a:pt x="911367" y="680678"/>
                  </a:lnTo>
                  <a:close/>
                  <a:moveTo>
                    <a:pt x="791339" y="538195"/>
                  </a:moveTo>
                  <a:lnTo>
                    <a:pt x="822602" y="527145"/>
                  </a:lnTo>
                  <a:lnTo>
                    <a:pt x="812595" y="527813"/>
                  </a:lnTo>
                  <a:close/>
                  <a:moveTo>
                    <a:pt x="800762" y="574950"/>
                  </a:moveTo>
                  <a:lnTo>
                    <a:pt x="804791" y="557767"/>
                  </a:lnTo>
                  <a:lnTo>
                    <a:pt x="791339" y="538195"/>
                  </a:lnTo>
                  <a:close/>
                  <a:moveTo>
                    <a:pt x="812595" y="527813"/>
                  </a:moveTo>
                  <a:lnTo>
                    <a:pt x="822602" y="527145"/>
                  </a:lnTo>
                  <a:lnTo>
                    <a:pt x="856165" y="528053"/>
                  </a:lnTo>
                  <a:close/>
                  <a:moveTo>
                    <a:pt x="651508" y="353774"/>
                  </a:moveTo>
                  <a:lnTo>
                    <a:pt x="648353" y="354420"/>
                  </a:lnTo>
                  <a:lnTo>
                    <a:pt x="680748" y="370506"/>
                  </a:lnTo>
                  <a:close/>
                  <a:moveTo>
                    <a:pt x="680748" y="370506"/>
                  </a:moveTo>
                  <a:lnTo>
                    <a:pt x="621555" y="369975"/>
                  </a:lnTo>
                  <a:lnTo>
                    <a:pt x="673392" y="373991"/>
                  </a:lnTo>
                  <a:close/>
                  <a:moveTo>
                    <a:pt x="651508" y="353774"/>
                  </a:moveTo>
                  <a:lnTo>
                    <a:pt x="680748" y="370506"/>
                  </a:lnTo>
                  <a:lnTo>
                    <a:pt x="686171" y="373991"/>
                  </a:lnTo>
                  <a:close/>
                  <a:moveTo>
                    <a:pt x="944828" y="668032"/>
                  </a:moveTo>
                  <a:lnTo>
                    <a:pt x="955647" y="704786"/>
                  </a:lnTo>
                  <a:lnTo>
                    <a:pt x="982370" y="687603"/>
                  </a:lnTo>
                  <a:close/>
                  <a:moveTo>
                    <a:pt x="944828" y="668032"/>
                  </a:moveTo>
                  <a:lnTo>
                    <a:pt x="982370" y="687603"/>
                  </a:lnTo>
                  <a:lnTo>
                    <a:pt x="969455" y="650848"/>
                  </a:lnTo>
                  <a:close/>
                  <a:moveTo>
                    <a:pt x="921318" y="647073"/>
                  </a:moveTo>
                  <a:lnTo>
                    <a:pt x="933053" y="631276"/>
                  </a:lnTo>
                  <a:lnTo>
                    <a:pt x="920702" y="628342"/>
                  </a:lnTo>
                  <a:close/>
                  <a:moveTo>
                    <a:pt x="1010454" y="634976"/>
                  </a:moveTo>
                  <a:lnTo>
                    <a:pt x="955207" y="649205"/>
                  </a:lnTo>
                  <a:lnTo>
                    <a:pt x="976758" y="633571"/>
                  </a:lnTo>
                  <a:close/>
                  <a:moveTo>
                    <a:pt x="910110" y="631276"/>
                  </a:moveTo>
                  <a:lnTo>
                    <a:pt x="921318" y="647073"/>
                  </a:lnTo>
                  <a:lnTo>
                    <a:pt x="920702" y="628342"/>
                  </a:lnTo>
                  <a:close/>
                  <a:moveTo>
                    <a:pt x="822602" y="527145"/>
                  </a:moveTo>
                  <a:lnTo>
                    <a:pt x="846402" y="545076"/>
                  </a:lnTo>
                  <a:lnTo>
                    <a:pt x="876629" y="540583"/>
                  </a:lnTo>
                  <a:close/>
                  <a:moveTo>
                    <a:pt x="882394" y="529911"/>
                  </a:moveTo>
                  <a:lnTo>
                    <a:pt x="822602" y="527145"/>
                  </a:lnTo>
                  <a:lnTo>
                    <a:pt x="876629" y="540583"/>
                  </a:lnTo>
                  <a:close/>
                  <a:moveTo>
                    <a:pt x="856165" y="528053"/>
                  </a:moveTo>
                  <a:lnTo>
                    <a:pt x="822602" y="527145"/>
                  </a:lnTo>
                  <a:lnTo>
                    <a:pt x="882394" y="529911"/>
                  </a:lnTo>
                  <a:close/>
                  <a:moveTo>
                    <a:pt x="918435" y="540087"/>
                  </a:moveTo>
                  <a:lnTo>
                    <a:pt x="861233" y="521011"/>
                  </a:lnTo>
                  <a:lnTo>
                    <a:pt x="856165" y="528053"/>
                  </a:lnTo>
                  <a:close/>
                  <a:moveTo>
                    <a:pt x="918435" y="540087"/>
                  </a:moveTo>
                  <a:lnTo>
                    <a:pt x="856165" y="528053"/>
                  </a:lnTo>
                  <a:lnTo>
                    <a:pt x="882394" y="529911"/>
                  </a:lnTo>
                  <a:close/>
                  <a:moveTo>
                    <a:pt x="680748" y="370506"/>
                  </a:moveTo>
                  <a:lnTo>
                    <a:pt x="673392" y="373991"/>
                  </a:lnTo>
                  <a:lnTo>
                    <a:pt x="683237" y="372726"/>
                  </a:lnTo>
                  <a:close/>
                  <a:moveTo>
                    <a:pt x="683237" y="372726"/>
                  </a:moveTo>
                  <a:lnTo>
                    <a:pt x="686171" y="373991"/>
                  </a:lnTo>
                  <a:lnTo>
                    <a:pt x="680748" y="370506"/>
                  </a:lnTo>
                  <a:close/>
                  <a:moveTo>
                    <a:pt x="717757" y="337236"/>
                  </a:moveTo>
                  <a:lnTo>
                    <a:pt x="743576" y="356808"/>
                  </a:lnTo>
                  <a:lnTo>
                    <a:pt x="734701" y="320053"/>
                  </a:lnTo>
                  <a:close/>
                  <a:moveTo>
                    <a:pt x="1031253" y="616535"/>
                  </a:moveTo>
                  <a:lnTo>
                    <a:pt x="976758" y="633571"/>
                  </a:lnTo>
                  <a:lnTo>
                    <a:pt x="997051" y="613233"/>
                  </a:lnTo>
                  <a:close/>
                  <a:moveTo>
                    <a:pt x="1054736" y="618298"/>
                  </a:moveTo>
                  <a:lnTo>
                    <a:pt x="1064015" y="614448"/>
                  </a:lnTo>
                  <a:lnTo>
                    <a:pt x="1031253" y="616535"/>
                  </a:lnTo>
                  <a:close/>
                  <a:moveTo>
                    <a:pt x="741340" y="229360"/>
                  </a:moveTo>
                  <a:lnTo>
                    <a:pt x="750016" y="266115"/>
                  </a:lnTo>
                  <a:lnTo>
                    <a:pt x="768117" y="248931"/>
                  </a:lnTo>
                  <a:close/>
                  <a:moveTo>
                    <a:pt x="749304" y="175421"/>
                  </a:moveTo>
                  <a:lnTo>
                    <a:pt x="755725" y="188982"/>
                  </a:lnTo>
                  <a:lnTo>
                    <a:pt x="741340" y="229360"/>
                  </a:lnTo>
                  <a:close/>
                  <a:moveTo>
                    <a:pt x="943820" y="346372"/>
                  </a:moveTo>
                  <a:lnTo>
                    <a:pt x="930363" y="352005"/>
                  </a:lnTo>
                  <a:lnTo>
                    <a:pt x="913648" y="359196"/>
                  </a:lnTo>
                  <a:close/>
                  <a:moveTo>
                    <a:pt x="936509" y="359196"/>
                  </a:moveTo>
                  <a:lnTo>
                    <a:pt x="930363" y="352005"/>
                  </a:lnTo>
                  <a:lnTo>
                    <a:pt x="958677" y="373553"/>
                  </a:lnTo>
                  <a:close/>
                  <a:moveTo>
                    <a:pt x="958677" y="373553"/>
                  </a:moveTo>
                  <a:lnTo>
                    <a:pt x="930363" y="352005"/>
                  </a:lnTo>
                  <a:lnTo>
                    <a:pt x="943820" y="346372"/>
                  </a:lnTo>
                  <a:close/>
                  <a:moveTo>
                    <a:pt x="951563" y="342013"/>
                  </a:moveTo>
                  <a:lnTo>
                    <a:pt x="959975" y="355020"/>
                  </a:lnTo>
                  <a:lnTo>
                    <a:pt x="958677" y="373553"/>
                  </a:lnTo>
                  <a:close/>
                  <a:moveTo>
                    <a:pt x="943820" y="346372"/>
                  </a:moveTo>
                  <a:lnTo>
                    <a:pt x="951563" y="342013"/>
                  </a:lnTo>
                  <a:lnTo>
                    <a:pt x="958677" y="373553"/>
                  </a:lnTo>
                  <a:close/>
                  <a:moveTo>
                    <a:pt x="885577" y="349395"/>
                  </a:moveTo>
                  <a:lnTo>
                    <a:pt x="930363" y="352005"/>
                  </a:lnTo>
                  <a:lnTo>
                    <a:pt x="940445" y="333753"/>
                  </a:lnTo>
                  <a:close/>
                  <a:moveTo>
                    <a:pt x="788358" y="138854"/>
                  </a:moveTo>
                  <a:lnTo>
                    <a:pt x="766057" y="151685"/>
                  </a:lnTo>
                  <a:lnTo>
                    <a:pt x="749304" y="175421"/>
                  </a:lnTo>
                  <a:close/>
                  <a:moveTo>
                    <a:pt x="964908" y="204432"/>
                  </a:moveTo>
                  <a:lnTo>
                    <a:pt x="904335" y="194993"/>
                  </a:lnTo>
                  <a:lnTo>
                    <a:pt x="906400" y="206467"/>
                  </a:lnTo>
                  <a:close/>
                  <a:moveTo>
                    <a:pt x="820110" y="132994"/>
                  </a:moveTo>
                  <a:lnTo>
                    <a:pt x="788358" y="138854"/>
                  </a:lnTo>
                  <a:lnTo>
                    <a:pt x="842939" y="122141"/>
                  </a:lnTo>
                  <a:close/>
                  <a:moveTo>
                    <a:pt x="842939" y="122141"/>
                  </a:moveTo>
                  <a:lnTo>
                    <a:pt x="864674" y="104300"/>
                  </a:lnTo>
                  <a:lnTo>
                    <a:pt x="866160" y="108630"/>
                  </a:lnTo>
                  <a:close/>
                  <a:moveTo>
                    <a:pt x="869470" y="96760"/>
                  </a:moveTo>
                  <a:lnTo>
                    <a:pt x="866160" y="108630"/>
                  </a:lnTo>
                  <a:lnTo>
                    <a:pt x="864674" y="104300"/>
                  </a:lnTo>
                  <a:close/>
                  <a:moveTo>
                    <a:pt x="1021239" y="194263"/>
                  </a:moveTo>
                  <a:lnTo>
                    <a:pt x="992326" y="182368"/>
                  </a:lnTo>
                  <a:lnTo>
                    <a:pt x="964908" y="204432"/>
                  </a:lnTo>
                  <a:close/>
                  <a:moveTo>
                    <a:pt x="869470" y="96760"/>
                  </a:moveTo>
                  <a:lnTo>
                    <a:pt x="888210" y="90704"/>
                  </a:lnTo>
                  <a:lnTo>
                    <a:pt x="885842" y="67545"/>
                  </a:lnTo>
                  <a:close/>
                  <a:moveTo>
                    <a:pt x="885842" y="67545"/>
                  </a:moveTo>
                  <a:lnTo>
                    <a:pt x="888210" y="90704"/>
                  </a:lnTo>
                  <a:lnTo>
                    <a:pt x="893379" y="87116"/>
                  </a:lnTo>
                  <a:close/>
                  <a:moveTo>
                    <a:pt x="885842" y="67545"/>
                  </a:moveTo>
                  <a:lnTo>
                    <a:pt x="893379" y="87116"/>
                  </a:lnTo>
                  <a:lnTo>
                    <a:pt x="891164" y="50362"/>
                  </a:lnTo>
                  <a:close/>
                  <a:moveTo>
                    <a:pt x="1074555" y="172814"/>
                  </a:moveTo>
                  <a:lnTo>
                    <a:pt x="1047963" y="169602"/>
                  </a:lnTo>
                  <a:lnTo>
                    <a:pt x="1021239" y="194263"/>
                  </a:lnTo>
                  <a:close/>
                  <a:moveTo>
                    <a:pt x="962274" y="2169"/>
                  </a:moveTo>
                  <a:lnTo>
                    <a:pt x="908981" y="23700"/>
                  </a:lnTo>
                  <a:lnTo>
                    <a:pt x="933561" y="19393"/>
                  </a:lnTo>
                  <a:close/>
                  <a:moveTo>
                    <a:pt x="1020746" y="0"/>
                  </a:moveTo>
                  <a:lnTo>
                    <a:pt x="995015" y="5"/>
                  </a:lnTo>
                  <a:lnTo>
                    <a:pt x="962274" y="2169"/>
                  </a:lnTo>
                  <a:close/>
                  <a:moveTo>
                    <a:pt x="1020746" y="0"/>
                  </a:moveTo>
                  <a:lnTo>
                    <a:pt x="962274" y="2169"/>
                  </a:lnTo>
                  <a:lnTo>
                    <a:pt x="990573" y="11764"/>
                  </a:lnTo>
                  <a:close/>
                  <a:moveTo>
                    <a:pt x="1055525" y="5456"/>
                  </a:moveTo>
                  <a:lnTo>
                    <a:pt x="995015" y="5"/>
                  </a:lnTo>
                  <a:lnTo>
                    <a:pt x="1020746" y="0"/>
                  </a:lnTo>
                  <a:close/>
                  <a:moveTo>
                    <a:pt x="1213024" y="182586"/>
                  </a:moveTo>
                  <a:lnTo>
                    <a:pt x="1224161" y="166022"/>
                  </a:lnTo>
                  <a:lnTo>
                    <a:pt x="1191179" y="185913"/>
                  </a:lnTo>
                  <a:close/>
                  <a:moveTo>
                    <a:pt x="1191179" y="185913"/>
                  </a:moveTo>
                  <a:lnTo>
                    <a:pt x="1224161" y="166022"/>
                  </a:lnTo>
                  <a:lnTo>
                    <a:pt x="1213350" y="150230"/>
                  </a:lnTo>
                  <a:close/>
                  <a:moveTo>
                    <a:pt x="1090321" y="79491"/>
                  </a:moveTo>
                  <a:lnTo>
                    <a:pt x="1128785" y="75309"/>
                  </a:lnTo>
                  <a:lnTo>
                    <a:pt x="1116945" y="40188"/>
                  </a:lnTo>
                  <a:close/>
                  <a:moveTo>
                    <a:pt x="1090321" y="79491"/>
                  </a:moveTo>
                  <a:lnTo>
                    <a:pt x="1116945" y="40188"/>
                  </a:lnTo>
                  <a:lnTo>
                    <a:pt x="1082799" y="40860"/>
                  </a:lnTo>
                  <a:close/>
                  <a:moveTo>
                    <a:pt x="1128785" y="75309"/>
                  </a:moveTo>
                  <a:lnTo>
                    <a:pt x="1150832" y="39726"/>
                  </a:lnTo>
                  <a:lnTo>
                    <a:pt x="1116945" y="40188"/>
                  </a:lnTo>
                  <a:close/>
                  <a:moveTo>
                    <a:pt x="1047774" y="42246"/>
                  </a:moveTo>
                  <a:lnTo>
                    <a:pt x="1082799" y="40860"/>
                  </a:lnTo>
                  <a:lnTo>
                    <a:pt x="1063262" y="11996"/>
                  </a:lnTo>
                  <a:close/>
                  <a:moveTo>
                    <a:pt x="1047774" y="42246"/>
                  </a:moveTo>
                  <a:lnTo>
                    <a:pt x="1063262" y="11996"/>
                  </a:lnTo>
                  <a:lnTo>
                    <a:pt x="1032924" y="9572"/>
                  </a:lnTo>
                  <a:close/>
                  <a:moveTo>
                    <a:pt x="1082799" y="40860"/>
                  </a:moveTo>
                  <a:lnTo>
                    <a:pt x="1116945" y="40188"/>
                  </a:lnTo>
                  <a:lnTo>
                    <a:pt x="1094669" y="13550"/>
                  </a:lnTo>
                  <a:close/>
                  <a:moveTo>
                    <a:pt x="1082799" y="40860"/>
                  </a:moveTo>
                  <a:lnTo>
                    <a:pt x="1094669" y="13550"/>
                  </a:lnTo>
                  <a:lnTo>
                    <a:pt x="1063262" y="11996"/>
                  </a:lnTo>
                  <a:close/>
                  <a:moveTo>
                    <a:pt x="993409" y="14609"/>
                  </a:moveTo>
                  <a:lnTo>
                    <a:pt x="1032924" y="9572"/>
                  </a:lnTo>
                  <a:lnTo>
                    <a:pt x="1020746" y="0"/>
                  </a:lnTo>
                  <a:close/>
                  <a:moveTo>
                    <a:pt x="1032924" y="9572"/>
                  </a:moveTo>
                  <a:lnTo>
                    <a:pt x="1055525" y="5456"/>
                  </a:lnTo>
                  <a:lnTo>
                    <a:pt x="1020746" y="0"/>
                  </a:lnTo>
                  <a:close/>
                  <a:moveTo>
                    <a:pt x="1032924" y="9572"/>
                  </a:moveTo>
                  <a:lnTo>
                    <a:pt x="1063262" y="11996"/>
                  </a:lnTo>
                  <a:lnTo>
                    <a:pt x="1055525" y="5456"/>
                  </a:lnTo>
                  <a:close/>
                  <a:moveTo>
                    <a:pt x="1233681" y="178448"/>
                  </a:moveTo>
                  <a:lnTo>
                    <a:pt x="1255047" y="156924"/>
                  </a:lnTo>
                  <a:lnTo>
                    <a:pt x="1224161" y="16602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54" name="Input_density__153">
              <a:extLst>
                <a:ext uri="{FF2B5EF4-FFF2-40B4-BE49-F238E27FC236}">
                  <a16:creationId xmlns:a16="http://schemas.microsoft.com/office/drawing/2014/main" id="{94124775-EA19-7260-4ADF-AEA32B3EBD2D}"/>
                </a:ext>
              </a:extLst>
            </p:cNvPr>
            <p:cNvSpPr>
              <a:spLocks noGrp="1"/>
            </p:cNvSpPr>
            <p:nvPr/>
          </p:nvSpPr>
          <p:spPr>
            <a:xfrm>
              <a:off x="516200" y="1621843"/>
              <a:ext cx="1269166" cy="932649"/>
            </a:xfrm>
            <a:custGeom>
              <a:avLst/>
              <a:gdLst/>
              <a:ahLst/>
              <a:cxnLst/>
              <a:rect l="0" t="0" r="0" b="0"/>
              <a:pathLst>
                <a:path w="1269166" h="932649">
                  <a:moveTo>
                    <a:pt x="308163" y="888156"/>
                  </a:moveTo>
                  <a:lnTo>
                    <a:pt x="285161" y="898360"/>
                  </a:lnTo>
                  <a:lnTo>
                    <a:pt x="345078" y="901598"/>
                  </a:lnTo>
                  <a:close/>
                  <a:moveTo>
                    <a:pt x="61591" y="622630"/>
                  </a:moveTo>
                  <a:lnTo>
                    <a:pt x="86449" y="653405"/>
                  </a:lnTo>
                  <a:lnTo>
                    <a:pt x="76358" y="644354"/>
                  </a:lnTo>
                  <a:close/>
                  <a:moveTo>
                    <a:pt x="80030" y="633833"/>
                  </a:moveTo>
                  <a:lnTo>
                    <a:pt x="61591" y="622630"/>
                  </a:lnTo>
                  <a:lnTo>
                    <a:pt x="41487" y="594228"/>
                  </a:lnTo>
                  <a:close/>
                  <a:moveTo>
                    <a:pt x="11691" y="579895"/>
                  </a:moveTo>
                  <a:lnTo>
                    <a:pt x="0" y="579650"/>
                  </a:lnTo>
                  <a:lnTo>
                    <a:pt x="17615" y="586547"/>
                  </a:lnTo>
                  <a:close/>
                  <a:moveTo>
                    <a:pt x="0" y="579650"/>
                  </a:moveTo>
                  <a:lnTo>
                    <a:pt x="37176" y="594070"/>
                  </a:lnTo>
                  <a:lnTo>
                    <a:pt x="17615" y="586547"/>
                  </a:lnTo>
                  <a:close/>
                  <a:moveTo>
                    <a:pt x="37176" y="594070"/>
                  </a:moveTo>
                  <a:lnTo>
                    <a:pt x="41487" y="594228"/>
                  </a:lnTo>
                  <a:lnTo>
                    <a:pt x="17615" y="586547"/>
                  </a:lnTo>
                  <a:close/>
                  <a:moveTo>
                    <a:pt x="52280" y="616650"/>
                  </a:moveTo>
                  <a:lnTo>
                    <a:pt x="61591" y="622630"/>
                  </a:lnTo>
                  <a:lnTo>
                    <a:pt x="76358" y="644354"/>
                  </a:lnTo>
                  <a:close/>
                  <a:moveTo>
                    <a:pt x="61591" y="622630"/>
                  </a:moveTo>
                  <a:lnTo>
                    <a:pt x="52280" y="616650"/>
                  </a:lnTo>
                  <a:lnTo>
                    <a:pt x="17615" y="586547"/>
                  </a:lnTo>
                  <a:close/>
                  <a:moveTo>
                    <a:pt x="41487" y="594228"/>
                  </a:moveTo>
                  <a:lnTo>
                    <a:pt x="61591" y="622630"/>
                  </a:lnTo>
                  <a:lnTo>
                    <a:pt x="17615" y="586547"/>
                  </a:lnTo>
                  <a:close/>
                  <a:moveTo>
                    <a:pt x="345078" y="901598"/>
                  </a:moveTo>
                  <a:lnTo>
                    <a:pt x="367185" y="888042"/>
                  </a:lnTo>
                  <a:lnTo>
                    <a:pt x="308163" y="888156"/>
                  </a:lnTo>
                  <a:close/>
                  <a:moveTo>
                    <a:pt x="150566" y="576448"/>
                  </a:moveTo>
                  <a:lnTo>
                    <a:pt x="135995" y="571570"/>
                  </a:lnTo>
                  <a:lnTo>
                    <a:pt x="124902" y="562711"/>
                  </a:lnTo>
                  <a:close/>
                  <a:moveTo>
                    <a:pt x="367185" y="888042"/>
                  </a:moveTo>
                  <a:lnTo>
                    <a:pt x="399547" y="884462"/>
                  </a:lnTo>
                  <a:lnTo>
                    <a:pt x="417569" y="855638"/>
                  </a:lnTo>
                  <a:close/>
                  <a:moveTo>
                    <a:pt x="589585" y="932649"/>
                  </a:moveTo>
                  <a:lnTo>
                    <a:pt x="559815" y="917533"/>
                  </a:lnTo>
                  <a:lnTo>
                    <a:pt x="536730" y="927430"/>
                  </a:lnTo>
                  <a:close/>
                  <a:moveTo>
                    <a:pt x="503815" y="928944"/>
                  </a:moveTo>
                  <a:lnTo>
                    <a:pt x="536730" y="927430"/>
                  </a:lnTo>
                  <a:lnTo>
                    <a:pt x="559815" y="917533"/>
                  </a:lnTo>
                  <a:close/>
                  <a:moveTo>
                    <a:pt x="307293" y="655793"/>
                  </a:moveTo>
                  <a:lnTo>
                    <a:pt x="319790" y="638610"/>
                  </a:lnTo>
                  <a:lnTo>
                    <a:pt x="297306" y="655146"/>
                  </a:lnTo>
                  <a:close/>
                  <a:moveTo>
                    <a:pt x="567334" y="795582"/>
                  </a:moveTo>
                  <a:lnTo>
                    <a:pt x="561167" y="826379"/>
                  </a:lnTo>
                  <a:lnTo>
                    <a:pt x="581338" y="805201"/>
                  </a:lnTo>
                  <a:close/>
                  <a:moveTo>
                    <a:pt x="567334" y="795582"/>
                  </a:moveTo>
                  <a:lnTo>
                    <a:pt x="581338" y="805201"/>
                  </a:lnTo>
                  <a:lnTo>
                    <a:pt x="573224" y="775249"/>
                  </a:lnTo>
                  <a:close/>
                  <a:moveTo>
                    <a:pt x="417565" y="621426"/>
                  </a:moveTo>
                  <a:lnTo>
                    <a:pt x="422351" y="653198"/>
                  </a:lnTo>
                  <a:lnTo>
                    <a:pt x="426444" y="658181"/>
                  </a:lnTo>
                  <a:close/>
                  <a:moveTo>
                    <a:pt x="270865" y="437651"/>
                  </a:moveTo>
                  <a:lnTo>
                    <a:pt x="294105" y="450760"/>
                  </a:lnTo>
                  <a:lnTo>
                    <a:pt x="306065" y="425077"/>
                  </a:lnTo>
                  <a:close/>
                  <a:moveTo>
                    <a:pt x="306065" y="425077"/>
                  </a:moveTo>
                  <a:lnTo>
                    <a:pt x="286556" y="422536"/>
                  </a:lnTo>
                  <a:lnTo>
                    <a:pt x="270865" y="437651"/>
                  </a:lnTo>
                  <a:close/>
                  <a:moveTo>
                    <a:pt x="302234" y="420468"/>
                  </a:moveTo>
                  <a:lnTo>
                    <a:pt x="266487" y="400896"/>
                  </a:lnTo>
                  <a:lnTo>
                    <a:pt x="301234" y="383713"/>
                  </a:lnTo>
                  <a:close/>
                  <a:moveTo>
                    <a:pt x="288271" y="350049"/>
                  </a:moveTo>
                  <a:lnTo>
                    <a:pt x="302284" y="383713"/>
                  </a:lnTo>
                  <a:lnTo>
                    <a:pt x="301120" y="380780"/>
                  </a:lnTo>
                  <a:close/>
                  <a:moveTo>
                    <a:pt x="617592" y="737065"/>
                  </a:moveTo>
                  <a:lnTo>
                    <a:pt x="573224" y="775249"/>
                  </a:lnTo>
                  <a:lnTo>
                    <a:pt x="606344" y="774505"/>
                  </a:lnTo>
                  <a:close/>
                  <a:moveTo>
                    <a:pt x="640667" y="745393"/>
                  </a:moveTo>
                  <a:lnTo>
                    <a:pt x="617592" y="737065"/>
                  </a:lnTo>
                  <a:lnTo>
                    <a:pt x="606344" y="774505"/>
                  </a:lnTo>
                  <a:close/>
                  <a:moveTo>
                    <a:pt x="434029" y="503978"/>
                  </a:moveTo>
                  <a:lnTo>
                    <a:pt x="423400" y="493978"/>
                  </a:lnTo>
                  <a:lnTo>
                    <a:pt x="433248" y="476794"/>
                  </a:lnTo>
                  <a:close/>
                  <a:moveTo>
                    <a:pt x="423400" y="493978"/>
                  </a:moveTo>
                  <a:lnTo>
                    <a:pt x="429167" y="440040"/>
                  </a:lnTo>
                  <a:lnTo>
                    <a:pt x="433248" y="476794"/>
                  </a:lnTo>
                  <a:close/>
                  <a:moveTo>
                    <a:pt x="303200" y="366530"/>
                  </a:moveTo>
                  <a:lnTo>
                    <a:pt x="301234" y="383713"/>
                  </a:lnTo>
                  <a:lnTo>
                    <a:pt x="318011" y="347727"/>
                  </a:lnTo>
                  <a:close/>
                  <a:moveTo>
                    <a:pt x="301234" y="383713"/>
                  </a:moveTo>
                  <a:lnTo>
                    <a:pt x="301120" y="380780"/>
                  </a:lnTo>
                  <a:lnTo>
                    <a:pt x="318011" y="347727"/>
                  </a:lnTo>
                  <a:close/>
                  <a:moveTo>
                    <a:pt x="328830" y="366530"/>
                  </a:moveTo>
                  <a:lnTo>
                    <a:pt x="318011" y="347727"/>
                  </a:lnTo>
                  <a:lnTo>
                    <a:pt x="301120" y="380780"/>
                  </a:lnTo>
                  <a:close/>
                  <a:moveTo>
                    <a:pt x="611679" y="697124"/>
                  </a:moveTo>
                  <a:lnTo>
                    <a:pt x="658113" y="731210"/>
                  </a:lnTo>
                  <a:lnTo>
                    <a:pt x="624012" y="731845"/>
                  </a:lnTo>
                  <a:close/>
                  <a:moveTo>
                    <a:pt x="444225" y="438767"/>
                  </a:moveTo>
                  <a:lnTo>
                    <a:pt x="463728" y="467659"/>
                  </a:lnTo>
                  <a:lnTo>
                    <a:pt x="439492" y="456563"/>
                  </a:lnTo>
                  <a:close/>
                  <a:moveTo>
                    <a:pt x="667725" y="544407"/>
                  </a:moveTo>
                  <a:lnTo>
                    <a:pt x="668468" y="588550"/>
                  </a:lnTo>
                  <a:lnTo>
                    <a:pt x="699170" y="545932"/>
                  </a:lnTo>
                  <a:close/>
                  <a:moveTo>
                    <a:pt x="744888" y="535509"/>
                  </a:moveTo>
                  <a:lnTo>
                    <a:pt x="699170" y="545932"/>
                  </a:lnTo>
                  <a:lnTo>
                    <a:pt x="695884" y="571503"/>
                  </a:lnTo>
                  <a:close/>
                  <a:moveTo>
                    <a:pt x="625568" y="462097"/>
                  </a:moveTo>
                  <a:lnTo>
                    <a:pt x="640973" y="490774"/>
                  </a:lnTo>
                  <a:lnTo>
                    <a:pt x="629879" y="479183"/>
                  </a:lnTo>
                  <a:close/>
                  <a:moveTo>
                    <a:pt x="625568" y="462097"/>
                  </a:moveTo>
                  <a:lnTo>
                    <a:pt x="629879" y="479183"/>
                  </a:lnTo>
                  <a:lnTo>
                    <a:pt x="625663" y="461903"/>
                  </a:lnTo>
                  <a:close/>
                  <a:moveTo>
                    <a:pt x="952766" y="620435"/>
                  </a:moveTo>
                  <a:lnTo>
                    <a:pt x="974329" y="619002"/>
                  </a:lnTo>
                  <a:lnTo>
                    <a:pt x="991517" y="640744"/>
                  </a:lnTo>
                  <a:close/>
                  <a:moveTo>
                    <a:pt x="837170" y="515005"/>
                  </a:moveTo>
                  <a:lnTo>
                    <a:pt x="886969" y="501143"/>
                  </a:lnTo>
                  <a:lnTo>
                    <a:pt x="852538" y="494853"/>
                  </a:lnTo>
                  <a:close/>
                  <a:moveTo>
                    <a:pt x="1012391" y="622581"/>
                  </a:moveTo>
                  <a:lnTo>
                    <a:pt x="991517" y="640744"/>
                  </a:lnTo>
                  <a:lnTo>
                    <a:pt x="1046084" y="623975"/>
                  </a:lnTo>
                  <a:close/>
                  <a:moveTo>
                    <a:pt x="869665" y="462682"/>
                  </a:moveTo>
                  <a:lnTo>
                    <a:pt x="827308" y="501143"/>
                  </a:lnTo>
                  <a:lnTo>
                    <a:pt x="852538" y="494853"/>
                  </a:lnTo>
                  <a:close/>
                  <a:moveTo>
                    <a:pt x="754180" y="376261"/>
                  </a:moveTo>
                  <a:lnTo>
                    <a:pt x="761755" y="390878"/>
                  </a:lnTo>
                  <a:lnTo>
                    <a:pt x="768012" y="382810"/>
                  </a:lnTo>
                  <a:close/>
                  <a:moveTo>
                    <a:pt x="843724" y="410449"/>
                  </a:moveTo>
                  <a:lnTo>
                    <a:pt x="806970" y="422973"/>
                  </a:lnTo>
                  <a:lnTo>
                    <a:pt x="852042" y="396791"/>
                  </a:lnTo>
                  <a:close/>
                  <a:moveTo>
                    <a:pt x="1078319" y="630979"/>
                  </a:moveTo>
                  <a:lnTo>
                    <a:pt x="1082760" y="629773"/>
                  </a:lnTo>
                  <a:lnTo>
                    <a:pt x="1046084" y="623975"/>
                  </a:lnTo>
                  <a:close/>
                  <a:moveTo>
                    <a:pt x="1046084" y="623975"/>
                  </a:moveTo>
                  <a:lnTo>
                    <a:pt x="1082760" y="629773"/>
                  </a:lnTo>
                  <a:lnTo>
                    <a:pt x="1099426" y="602627"/>
                  </a:lnTo>
                  <a:close/>
                  <a:moveTo>
                    <a:pt x="1046084" y="623975"/>
                  </a:moveTo>
                  <a:lnTo>
                    <a:pt x="1099426" y="602627"/>
                  </a:lnTo>
                  <a:lnTo>
                    <a:pt x="1068366" y="611078"/>
                  </a:lnTo>
                  <a:close/>
                  <a:moveTo>
                    <a:pt x="1012391" y="622581"/>
                  </a:moveTo>
                  <a:lnTo>
                    <a:pt x="1046084" y="623975"/>
                  </a:lnTo>
                  <a:lnTo>
                    <a:pt x="1068366" y="611078"/>
                  </a:lnTo>
                  <a:close/>
                  <a:moveTo>
                    <a:pt x="1104122" y="567660"/>
                  </a:moveTo>
                  <a:lnTo>
                    <a:pt x="1068366" y="611078"/>
                  </a:lnTo>
                  <a:lnTo>
                    <a:pt x="1099426" y="602627"/>
                  </a:lnTo>
                  <a:close/>
                  <a:moveTo>
                    <a:pt x="962461" y="198839"/>
                  </a:moveTo>
                  <a:lnTo>
                    <a:pt x="967207" y="239727"/>
                  </a:lnTo>
                  <a:lnTo>
                    <a:pt x="981944" y="248634"/>
                  </a:lnTo>
                  <a:close/>
                  <a:moveTo>
                    <a:pt x="883351" y="100649"/>
                  </a:moveTo>
                  <a:lnTo>
                    <a:pt x="898326" y="60429"/>
                  </a:lnTo>
                  <a:lnTo>
                    <a:pt x="851003" y="56287"/>
                  </a:lnTo>
                  <a:close/>
                  <a:moveTo>
                    <a:pt x="1025291" y="13309"/>
                  </a:moveTo>
                  <a:lnTo>
                    <a:pt x="1038652" y="18942"/>
                  </a:lnTo>
                  <a:lnTo>
                    <a:pt x="1020197" y="0"/>
                  </a:lnTo>
                  <a:close/>
                  <a:moveTo>
                    <a:pt x="1261685" y="118104"/>
                  </a:moveTo>
                  <a:lnTo>
                    <a:pt x="1269166" y="162717"/>
                  </a:lnTo>
                  <a:lnTo>
                    <a:pt x="1269054" y="125963"/>
                  </a:lnTo>
                  <a:close/>
                  <a:moveTo>
                    <a:pt x="1261685" y="118104"/>
                  </a:moveTo>
                  <a:lnTo>
                    <a:pt x="1266302" y="159098"/>
                  </a:lnTo>
                  <a:lnTo>
                    <a:pt x="1269166" y="162717"/>
                  </a:lnTo>
                  <a:close/>
                  <a:moveTo>
                    <a:pt x="1248746" y="83876"/>
                  </a:moveTo>
                  <a:lnTo>
                    <a:pt x="1269054" y="125963"/>
                  </a:lnTo>
                  <a:lnTo>
                    <a:pt x="1253864" y="89208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55" name="Input_density__154">
              <a:extLst>
                <a:ext uri="{FF2B5EF4-FFF2-40B4-BE49-F238E27FC236}">
                  <a16:creationId xmlns:a16="http://schemas.microsoft.com/office/drawing/2014/main" id="{2E96E7C3-716E-ACF1-05CD-D8653B3122A3}"/>
                </a:ext>
              </a:extLst>
            </p:cNvPr>
            <p:cNvSpPr>
              <a:spLocks noGrp="1"/>
            </p:cNvSpPr>
            <p:nvPr/>
          </p:nvSpPr>
          <p:spPr>
            <a:xfrm>
              <a:off x="688222" y="1528465"/>
              <a:ext cx="1041936" cy="976197"/>
            </a:xfrm>
            <a:custGeom>
              <a:avLst/>
              <a:gdLst/>
              <a:ahLst/>
              <a:cxnLst/>
              <a:rect l="0" t="0" r="0" b="0"/>
              <a:pathLst>
                <a:path w="1041936" h="976197">
                  <a:moveTo>
                    <a:pt x="109150" y="930558"/>
                  </a:moveTo>
                  <a:lnTo>
                    <a:pt x="148434" y="954227"/>
                  </a:lnTo>
                  <a:lnTo>
                    <a:pt x="138407" y="917632"/>
                  </a:lnTo>
                  <a:close/>
                  <a:moveTo>
                    <a:pt x="109150" y="930558"/>
                  </a:moveTo>
                  <a:lnTo>
                    <a:pt x="121083" y="967313"/>
                  </a:lnTo>
                  <a:lnTo>
                    <a:pt x="148434" y="954227"/>
                  </a:lnTo>
                  <a:close/>
                  <a:moveTo>
                    <a:pt x="156531" y="950130"/>
                  </a:moveTo>
                  <a:lnTo>
                    <a:pt x="147782" y="913375"/>
                  </a:lnTo>
                  <a:lnTo>
                    <a:pt x="148434" y="954227"/>
                  </a:lnTo>
                  <a:close/>
                  <a:moveTo>
                    <a:pt x="147782" y="913375"/>
                  </a:moveTo>
                  <a:lnTo>
                    <a:pt x="138407" y="917632"/>
                  </a:lnTo>
                  <a:lnTo>
                    <a:pt x="148434" y="954227"/>
                  </a:lnTo>
                  <a:close/>
                  <a:moveTo>
                    <a:pt x="110645" y="893803"/>
                  </a:moveTo>
                  <a:lnTo>
                    <a:pt x="138407" y="917632"/>
                  </a:lnTo>
                  <a:lnTo>
                    <a:pt x="119262" y="888449"/>
                  </a:lnTo>
                  <a:close/>
                  <a:moveTo>
                    <a:pt x="110645" y="893803"/>
                  </a:moveTo>
                  <a:lnTo>
                    <a:pt x="109150" y="930558"/>
                  </a:lnTo>
                  <a:lnTo>
                    <a:pt x="138407" y="917632"/>
                  </a:lnTo>
                  <a:close/>
                  <a:moveTo>
                    <a:pt x="147782" y="913375"/>
                  </a:moveTo>
                  <a:lnTo>
                    <a:pt x="137501" y="876620"/>
                  </a:lnTo>
                  <a:lnTo>
                    <a:pt x="138407" y="917632"/>
                  </a:lnTo>
                  <a:close/>
                  <a:moveTo>
                    <a:pt x="137501" y="876620"/>
                  </a:moveTo>
                  <a:lnTo>
                    <a:pt x="119262" y="888449"/>
                  </a:lnTo>
                  <a:lnTo>
                    <a:pt x="138407" y="917632"/>
                  </a:lnTo>
                  <a:close/>
                  <a:moveTo>
                    <a:pt x="197152" y="896191"/>
                  </a:moveTo>
                  <a:lnTo>
                    <a:pt x="137501" y="876620"/>
                  </a:lnTo>
                  <a:lnTo>
                    <a:pt x="147782" y="913375"/>
                  </a:lnTo>
                  <a:close/>
                  <a:moveTo>
                    <a:pt x="33302" y="680421"/>
                  </a:moveTo>
                  <a:lnTo>
                    <a:pt x="0" y="680407"/>
                  </a:lnTo>
                  <a:lnTo>
                    <a:pt x="41228" y="683406"/>
                  </a:lnTo>
                  <a:close/>
                  <a:moveTo>
                    <a:pt x="67590" y="657395"/>
                  </a:moveTo>
                  <a:lnTo>
                    <a:pt x="33302" y="680421"/>
                  </a:lnTo>
                  <a:lnTo>
                    <a:pt x="44646" y="675661"/>
                  </a:lnTo>
                  <a:close/>
                  <a:moveTo>
                    <a:pt x="33302" y="680421"/>
                  </a:moveTo>
                  <a:lnTo>
                    <a:pt x="41228" y="683406"/>
                  </a:lnTo>
                  <a:lnTo>
                    <a:pt x="44646" y="675661"/>
                  </a:lnTo>
                  <a:close/>
                  <a:moveTo>
                    <a:pt x="88376" y="662735"/>
                  </a:moveTo>
                  <a:lnTo>
                    <a:pt x="44646" y="675661"/>
                  </a:lnTo>
                  <a:lnTo>
                    <a:pt x="98722" y="677582"/>
                  </a:lnTo>
                  <a:close/>
                  <a:moveTo>
                    <a:pt x="44646" y="675661"/>
                  </a:moveTo>
                  <a:lnTo>
                    <a:pt x="41228" y="683406"/>
                  </a:lnTo>
                  <a:lnTo>
                    <a:pt x="98722" y="677582"/>
                  </a:lnTo>
                  <a:close/>
                  <a:moveTo>
                    <a:pt x="67590" y="657395"/>
                  </a:moveTo>
                  <a:lnTo>
                    <a:pt x="44646" y="675661"/>
                  </a:lnTo>
                  <a:lnTo>
                    <a:pt x="88376" y="662735"/>
                  </a:lnTo>
                  <a:close/>
                  <a:moveTo>
                    <a:pt x="88054" y="638907"/>
                  </a:moveTo>
                  <a:lnTo>
                    <a:pt x="88376" y="662735"/>
                  </a:lnTo>
                  <a:lnTo>
                    <a:pt x="100523" y="658478"/>
                  </a:lnTo>
                  <a:close/>
                  <a:moveTo>
                    <a:pt x="88054" y="638907"/>
                  </a:moveTo>
                  <a:lnTo>
                    <a:pt x="100523" y="658478"/>
                  </a:lnTo>
                  <a:lnTo>
                    <a:pt x="94286" y="621723"/>
                  </a:lnTo>
                  <a:close/>
                  <a:moveTo>
                    <a:pt x="88376" y="662735"/>
                  </a:moveTo>
                  <a:lnTo>
                    <a:pt x="98722" y="677582"/>
                  </a:lnTo>
                  <a:lnTo>
                    <a:pt x="100523" y="658478"/>
                  </a:lnTo>
                  <a:close/>
                  <a:moveTo>
                    <a:pt x="440370" y="935335"/>
                  </a:moveTo>
                  <a:lnTo>
                    <a:pt x="421531" y="939480"/>
                  </a:lnTo>
                  <a:lnTo>
                    <a:pt x="431409" y="976197"/>
                  </a:lnTo>
                  <a:close/>
                  <a:moveTo>
                    <a:pt x="142708" y="690400"/>
                  </a:moveTo>
                  <a:lnTo>
                    <a:pt x="145275" y="727062"/>
                  </a:lnTo>
                  <a:lnTo>
                    <a:pt x="178501" y="678050"/>
                  </a:lnTo>
                  <a:close/>
                  <a:moveTo>
                    <a:pt x="178501" y="678050"/>
                  </a:moveTo>
                  <a:lnTo>
                    <a:pt x="145275" y="727062"/>
                  </a:lnTo>
                  <a:lnTo>
                    <a:pt x="147768" y="731988"/>
                  </a:lnTo>
                  <a:close/>
                  <a:moveTo>
                    <a:pt x="140620" y="647349"/>
                  </a:moveTo>
                  <a:lnTo>
                    <a:pt x="100523" y="658478"/>
                  </a:lnTo>
                  <a:lnTo>
                    <a:pt x="109197" y="690555"/>
                  </a:lnTo>
                  <a:close/>
                  <a:moveTo>
                    <a:pt x="94286" y="621723"/>
                  </a:moveTo>
                  <a:lnTo>
                    <a:pt x="140620" y="647349"/>
                  </a:lnTo>
                  <a:lnTo>
                    <a:pt x="135567" y="606711"/>
                  </a:lnTo>
                  <a:close/>
                  <a:moveTo>
                    <a:pt x="94286" y="621723"/>
                  </a:moveTo>
                  <a:lnTo>
                    <a:pt x="100523" y="658478"/>
                  </a:lnTo>
                  <a:lnTo>
                    <a:pt x="140620" y="647349"/>
                  </a:lnTo>
                  <a:close/>
                  <a:moveTo>
                    <a:pt x="166301" y="641295"/>
                  </a:moveTo>
                  <a:lnTo>
                    <a:pt x="140817" y="604540"/>
                  </a:lnTo>
                  <a:lnTo>
                    <a:pt x="140620" y="647349"/>
                  </a:lnTo>
                  <a:close/>
                  <a:moveTo>
                    <a:pt x="140817" y="604540"/>
                  </a:moveTo>
                  <a:lnTo>
                    <a:pt x="135567" y="606711"/>
                  </a:lnTo>
                  <a:lnTo>
                    <a:pt x="140620" y="647349"/>
                  </a:lnTo>
                  <a:close/>
                  <a:moveTo>
                    <a:pt x="112182" y="603333"/>
                  </a:moveTo>
                  <a:lnTo>
                    <a:pt x="94286" y="621723"/>
                  </a:lnTo>
                  <a:lnTo>
                    <a:pt x="135567" y="606711"/>
                  </a:lnTo>
                  <a:close/>
                  <a:moveTo>
                    <a:pt x="161876" y="568346"/>
                  </a:moveTo>
                  <a:lnTo>
                    <a:pt x="112182" y="603333"/>
                  </a:lnTo>
                  <a:lnTo>
                    <a:pt x="140817" y="604540"/>
                  </a:lnTo>
                  <a:close/>
                  <a:moveTo>
                    <a:pt x="140817" y="604540"/>
                  </a:moveTo>
                  <a:lnTo>
                    <a:pt x="112182" y="603333"/>
                  </a:lnTo>
                  <a:lnTo>
                    <a:pt x="135567" y="606711"/>
                  </a:lnTo>
                  <a:close/>
                  <a:moveTo>
                    <a:pt x="334175" y="742603"/>
                  </a:moveTo>
                  <a:lnTo>
                    <a:pt x="296336" y="781009"/>
                  </a:lnTo>
                  <a:lnTo>
                    <a:pt x="322623" y="771131"/>
                  </a:lnTo>
                  <a:close/>
                  <a:moveTo>
                    <a:pt x="283739" y="774817"/>
                  </a:moveTo>
                  <a:lnTo>
                    <a:pt x="296336" y="781009"/>
                  </a:lnTo>
                  <a:lnTo>
                    <a:pt x="334175" y="742603"/>
                  </a:lnTo>
                  <a:close/>
                  <a:moveTo>
                    <a:pt x="311943" y="755691"/>
                  </a:moveTo>
                  <a:lnTo>
                    <a:pt x="283739" y="774817"/>
                  </a:lnTo>
                  <a:lnTo>
                    <a:pt x="334175" y="742603"/>
                  </a:lnTo>
                  <a:close/>
                  <a:moveTo>
                    <a:pt x="334175" y="742603"/>
                  </a:moveTo>
                  <a:lnTo>
                    <a:pt x="334601" y="734376"/>
                  </a:lnTo>
                  <a:lnTo>
                    <a:pt x="316966" y="751560"/>
                  </a:lnTo>
                  <a:close/>
                  <a:moveTo>
                    <a:pt x="166301" y="641295"/>
                  </a:moveTo>
                  <a:lnTo>
                    <a:pt x="206102" y="637491"/>
                  </a:lnTo>
                  <a:lnTo>
                    <a:pt x="192754" y="632054"/>
                  </a:lnTo>
                  <a:close/>
                  <a:moveTo>
                    <a:pt x="166301" y="641295"/>
                  </a:moveTo>
                  <a:lnTo>
                    <a:pt x="192754" y="632054"/>
                  </a:lnTo>
                  <a:lnTo>
                    <a:pt x="140817" y="604540"/>
                  </a:lnTo>
                  <a:close/>
                  <a:moveTo>
                    <a:pt x="192754" y="632054"/>
                  </a:moveTo>
                  <a:lnTo>
                    <a:pt x="233416" y="624111"/>
                  </a:lnTo>
                  <a:lnTo>
                    <a:pt x="197144" y="603997"/>
                  </a:lnTo>
                  <a:close/>
                  <a:moveTo>
                    <a:pt x="192754" y="632054"/>
                  </a:moveTo>
                  <a:lnTo>
                    <a:pt x="206102" y="637491"/>
                  </a:lnTo>
                  <a:lnTo>
                    <a:pt x="233416" y="624111"/>
                  </a:lnTo>
                  <a:close/>
                  <a:moveTo>
                    <a:pt x="161876" y="568346"/>
                  </a:moveTo>
                  <a:lnTo>
                    <a:pt x="188011" y="569850"/>
                  </a:lnTo>
                  <a:lnTo>
                    <a:pt x="162145" y="567785"/>
                  </a:lnTo>
                  <a:close/>
                  <a:moveTo>
                    <a:pt x="188011" y="569850"/>
                  </a:moveTo>
                  <a:lnTo>
                    <a:pt x="199754" y="550602"/>
                  </a:lnTo>
                  <a:lnTo>
                    <a:pt x="162145" y="567785"/>
                  </a:lnTo>
                  <a:close/>
                  <a:moveTo>
                    <a:pt x="334175" y="742603"/>
                  </a:moveTo>
                  <a:lnTo>
                    <a:pt x="322623" y="771131"/>
                  </a:lnTo>
                  <a:lnTo>
                    <a:pt x="350477" y="764081"/>
                  </a:lnTo>
                  <a:close/>
                  <a:moveTo>
                    <a:pt x="350477" y="764081"/>
                  </a:moveTo>
                  <a:lnTo>
                    <a:pt x="334601" y="734376"/>
                  </a:lnTo>
                  <a:lnTo>
                    <a:pt x="334175" y="742603"/>
                  </a:lnTo>
                  <a:close/>
                  <a:moveTo>
                    <a:pt x="234632" y="570173"/>
                  </a:moveTo>
                  <a:lnTo>
                    <a:pt x="197144" y="603997"/>
                  </a:lnTo>
                  <a:lnTo>
                    <a:pt x="233416" y="624111"/>
                  </a:lnTo>
                  <a:close/>
                  <a:moveTo>
                    <a:pt x="188011" y="569850"/>
                  </a:moveTo>
                  <a:lnTo>
                    <a:pt x="202667" y="579247"/>
                  </a:lnTo>
                  <a:lnTo>
                    <a:pt x="234632" y="570173"/>
                  </a:lnTo>
                  <a:close/>
                  <a:moveTo>
                    <a:pt x="199754" y="550602"/>
                  </a:moveTo>
                  <a:lnTo>
                    <a:pt x="188011" y="569850"/>
                  </a:lnTo>
                  <a:lnTo>
                    <a:pt x="234632" y="570173"/>
                  </a:lnTo>
                  <a:close/>
                  <a:moveTo>
                    <a:pt x="23629" y="328984"/>
                  </a:moveTo>
                  <a:lnTo>
                    <a:pt x="20305" y="330072"/>
                  </a:lnTo>
                  <a:lnTo>
                    <a:pt x="24658" y="329472"/>
                  </a:lnTo>
                  <a:close/>
                  <a:moveTo>
                    <a:pt x="457610" y="762541"/>
                  </a:moveTo>
                  <a:lnTo>
                    <a:pt x="439671" y="790703"/>
                  </a:lnTo>
                  <a:lnTo>
                    <a:pt x="439657" y="790503"/>
                  </a:lnTo>
                  <a:close/>
                  <a:moveTo>
                    <a:pt x="466150" y="766099"/>
                  </a:moveTo>
                  <a:lnTo>
                    <a:pt x="439671" y="790703"/>
                  </a:lnTo>
                  <a:lnTo>
                    <a:pt x="457610" y="762541"/>
                  </a:lnTo>
                  <a:close/>
                  <a:moveTo>
                    <a:pt x="485756" y="743196"/>
                  </a:moveTo>
                  <a:lnTo>
                    <a:pt x="466150" y="766099"/>
                  </a:lnTo>
                  <a:lnTo>
                    <a:pt x="457610" y="762541"/>
                  </a:lnTo>
                  <a:close/>
                  <a:moveTo>
                    <a:pt x="466150" y="766099"/>
                  </a:moveTo>
                  <a:lnTo>
                    <a:pt x="485756" y="743196"/>
                  </a:lnTo>
                  <a:lnTo>
                    <a:pt x="473503" y="753948"/>
                  </a:lnTo>
                  <a:close/>
                  <a:moveTo>
                    <a:pt x="485756" y="743196"/>
                  </a:moveTo>
                  <a:lnTo>
                    <a:pt x="492356" y="736765"/>
                  </a:lnTo>
                  <a:lnTo>
                    <a:pt x="473503" y="753948"/>
                  </a:lnTo>
                  <a:close/>
                  <a:moveTo>
                    <a:pt x="485756" y="743196"/>
                  </a:moveTo>
                  <a:lnTo>
                    <a:pt x="512677" y="747642"/>
                  </a:lnTo>
                  <a:lnTo>
                    <a:pt x="492356" y="736765"/>
                  </a:lnTo>
                  <a:close/>
                  <a:moveTo>
                    <a:pt x="512677" y="747642"/>
                  </a:moveTo>
                  <a:lnTo>
                    <a:pt x="524554" y="719581"/>
                  </a:lnTo>
                  <a:lnTo>
                    <a:pt x="492356" y="736765"/>
                  </a:lnTo>
                  <a:close/>
                  <a:moveTo>
                    <a:pt x="480653" y="605274"/>
                  </a:moveTo>
                  <a:lnTo>
                    <a:pt x="522517" y="598327"/>
                  </a:lnTo>
                  <a:lnTo>
                    <a:pt x="500369" y="577046"/>
                  </a:lnTo>
                  <a:close/>
                  <a:moveTo>
                    <a:pt x="697199" y="739153"/>
                  </a:moveTo>
                  <a:lnTo>
                    <a:pt x="717500" y="758725"/>
                  </a:lnTo>
                  <a:lnTo>
                    <a:pt x="717060" y="721970"/>
                  </a:lnTo>
                  <a:close/>
                  <a:moveTo>
                    <a:pt x="383708" y="418394"/>
                  </a:moveTo>
                  <a:lnTo>
                    <a:pt x="409203" y="417506"/>
                  </a:lnTo>
                  <a:lnTo>
                    <a:pt x="384675" y="408358"/>
                  </a:lnTo>
                  <a:close/>
                  <a:moveTo>
                    <a:pt x="409203" y="417506"/>
                  </a:moveTo>
                  <a:lnTo>
                    <a:pt x="419385" y="391175"/>
                  </a:lnTo>
                  <a:lnTo>
                    <a:pt x="384675" y="408358"/>
                  </a:lnTo>
                  <a:close/>
                  <a:moveTo>
                    <a:pt x="419385" y="391175"/>
                  </a:moveTo>
                  <a:lnTo>
                    <a:pt x="429810" y="369975"/>
                  </a:lnTo>
                  <a:lnTo>
                    <a:pt x="395618" y="371603"/>
                  </a:lnTo>
                  <a:close/>
                  <a:moveTo>
                    <a:pt x="384675" y="408358"/>
                  </a:moveTo>
                  <a:lnTo>
                    <a:pt x="419385" y="391175"/>
                  </a:lnTo>
                  <a:lnTo>
                    <a:pt x="395618" y="371603"/>
                  </a:lnTo>
                  <a:close/>
                  <a:moveTo>
                    <a:pt x="717060" y="721970"/>
                  </a:moveTo>
                  <a:lnTo>
                    <a:pt x="745663" y="749002"/>
                  </a:lnTo>
                  <a:lnTo>
                    <a:pt x="735480" y="712534"/>
                  </a:lnTo>
                  <a:close/>
                  <a:moveTo>
                    <a:pt x="717060" y="721970"/>
                  </a:moveTo>
                  <a:lnTo>
                    <a:pt x="717500" y="758725"/>
                  </a:lnTo>
                  <a:lnTo>
                    <a:pt x="745663" y="749002"/>
                  </a:lnTo>
                  <a:close/>
                  <a:moveTo>
                    <a:pt x="745663" y="749002"/>
                  </a:moveTo>
                  <a:lnTo>
                    <a:pt x="778678" y="749249"/>
                  </a:lnTo>
                  <a:lnTo>
                    <a:pt x="735480" y="712534"/>
                  </a:lnTo>
                  <a:close/>
                  <a:moveTo>
                    <a:pt x="711635" y="685215"/>
                  </a:moveTo>
                  <a:lnTo>
                    <a:pt x="717060" y="721970"/>
                  </a:lnTo>
                  <a:lnTo>
                    <a:pt x="735480" y="712534"/>
                  </a:lnTo>
                  <a:close/>
                  <a:moveTo>
                    <a:pt x="719622" y="680678"/>
                  </a:moveTo>
                  <a:lnTo>
                    <a:pt x="753083" y="668032"/>
                  </a:lnTo>
                  <a:lnTo>
                    <a:pt x="755849" y="633567"/>
                  </a:lnTo>
                  <a:close/>
                  <a:moveTo>
                    <a:pt x="429810" y="369975"/>
                  </a:moveTo>
                  <a:lnTo>
                    <a:pt x="419385" y="391175"/>
                  </a:lnTo>
                  <a:lnTo>
                    <a:pt x="450020" y="379354"/>
                  </a:lnTo>
                  <a:close/>
                  <a:moveTo>
                    <a:pt x="456609" y="354420"/>
                  </a:moveTo>
                  <a:lnTo>
                    <a:pt x="429810" y="369975"/>
                  </a:lnTo>
                  <a:lnTo>
                    <a:pt x="489003" y="370506"/>
                  </a:lnTo>
                  <a:close/>
                  <a:moveTo>
                    <a:pt x="481647" y="373991"/>
                  </a:moveTo>
                  <a:lnTo>
                    <a:pt x="429810" y="369975"/>
                  </a:lnTo>
                  <a:lnTo>
                    <a:pt x="450020" y="379354"/>
                  </a:lnTo>
                  <a:close/>
                  <a:moveTo>
                    <a:pt x="785013" y="633571"/>
                  </a:moveTo>
                  <a:lnTo>
                    <a:pt x="753083" y="668032"/>
                  </a:lnTo>
                  <a:lnTo>
                    <a:pt x="777710" y="650848"/>
                  </a:lnTo>
                  <a:close/>
                  <a:moveTo>
                    <a:pt x="763463" y="649205"/>
                  </a:moveTo>
                  <a:lnTo>
                    <a:pt x="753083" y="668032"/>
                  </a:lnTo>
                  <a:lnTo>
                    <a:pt x="785013" y="633571"/>
                  </a:lnTo>
                  <a:close/>
                  <a:moveTo>
                    <a:pt x="542956" y="320053"/>
                  </a:moveTo>
                  <a:lnTo>
                    <a:pt x="551831" y="356808"/>
                  </a:lnTo>
                  <a:lnTo>
                    <a:pt x="575193" y="339625"/>
                  </a:lnTo>
                  <a:close/>
                  <a:moveTo>
                    <a:pt x="537393" y="283298"/>
                  </a:moveTo>
                  <a:lnTo>
                    <a:pt x="542956" y="320053"/>
                  </a:lnTo>
                  <a:lnTo>
                    <a:pt x="566140" y="302870"/>
                  </a:lnTo>
                  <a:close/>
                  <a:moveTo>
                    <a:pt x="537393" y="283298"/>
                  </a:moveTo>
                  <a:lnTo>
                    <a:pt x="566140" y="302870"/>
                  </a:lnTo>
                  <a:lnTo>
                    <a:pt x="558272" y="266115"/>
                  </a:lnTo>
                  <a:close/>
                  <a:moveTo>
                    <a:pt x="520948" y="246543"/>
                  </a:moveTo>
                  <a:lnTo>
                    <a:pt x="537393" y="283298"/>
                  </a:lnTo>
                  <a:lnTo>
                    <a:pt x="558272" y="266115"/>
                  </a:lnTo>
                  <a:close/>
                  <a:moveTo>
                    <a:pt x="520948" y="246543"/>
                  </a:moveTo>
                  <a:lnTo>
                    <a:pt x="558272" y="266115"/>
                  </a:lnTo>
                  <a:lnTo>
                    <a:pt x="549595" y="229360"/>
                  </a:lnTo>
                  <a:close/>
                  <a:moveTo>
                    <a:pt x="560699" y="212177"/>
                  </a:moveTo>
                  <a:lnTo>
                    <a:pt x="557559" y="175421"/>
                  </a:lnTo>
                  <a:lnTo>
                    <a:pt x="549595" y="229360"/>
                  </a:lnTo>
                  <a:close/>
                  <a:moveTo>
                    <a:pt x="696465" y="90704"/>
                  </a:moveTo>
                  <a:lnTo>
                    <a:pt x="672929" y="104300"/>
                  </a:lnTo>
                  <a:lnTo>
                    <a:pt x="704345" y="100077"/>
                  </a:lnTo>
                  <a:close/>
                  <a:moveTo>
                    <a:pt x="677726" y="96760"/>
                  </a:moveTo>
                  <a:lnTo>
                    <a:pt x="672929" y="104300"/>
                  </a:lnTo>
                  <a:lnTo>
                    <a:pt x="696465" y="90704"/>
                  </a:lnTo>
                  <a:close/>
                  <a:moveTo>
                    <a:pt x="741817" y="19393"/>
                  </a:moveTo>
                  <a:lnTo>
                    <a:pt x="699420" y="50362"/>
                  </a:lnTo>
                  <a:lnTo>
                    <a:pt x="733520" y="33178"/>
                  </a:lnTo>
                  <a:close/>
                  <a:moveTo>
                    <a:pt x="741817" y="19393"/>
                  </a:moveTo>
                  <a:lnTo>
                    <a:pt x="717236" y="23700"/>
                  </a:lnTo>
                  <a:lnTo>
                    <a:pt x="699420" y="50362"/>
                  </a:lnTo>
                  <a:close/>
                  <a:moveTo>
                    <a:pt x="770530" y="2169"/>
                  </a:moveTo>
                  <a:lnTo>
                    <a:pt x="741817" y="19393"/>
                  </a:lnTo>
                  <a:lnTo>
                    <a:pt x="798828" y="11764"/>
                  </a:lnTo>
                  <a:close/>
                  <a:moveTo>
                    <a:pt x="801664" y="14609"/>
                  </a:moveTo>
                  <a:lnTo>
                    <a:pt x="829001" y="0"/>
                  </a:lnTo>
                  <a:lnTo>
                    <a:pt x="798828" y="11764"/>
                  </a:lnTo>
                  <a:close/>
                  <a:moveTo>
                    <a:pt x="1032416" y="166022"/>
                  </a:moveTo>
                  <a:lnTo>
                    <a:pt x="1021279" y="182586"/>
                  </a:lnTo>
                  <a:lnTo>
                    <a:pt x="1041936" y="17844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56" name="Input_density__155">
              <a:extLst>
                <a:ext uri="{FF2B5EF4-FFF2-40B4-BE49-F238E27FC236}">
                  <a16:creationId xmlns:a16="http://schemas.microsoft.com/office/drawing/2014/main" id="{40B3A667-7BDD-491E-2268-7A45E9EC3648}"/>
                </a:ext>
              </a:extLst>
            </p:cNvPr>
            <p:cNvSpPr>
              <a:spLocks noGrp="1"/>
            </p:cNvSpPr>
            <p:nvPr/>
          </p:nvSpPr>
          <p:spPr>
            <a:xfrm>
              <a:off x="641101" y="1621843"/>
              <a:ext cx="1144264" cy="954026"/>
            </a:xfrm>
            <a:custGeom>
              <a:avLst/>
              <a:gdLst/>
              <a:ahLst/>
              <a:cxnLst/>
              <a:rect l="0" t="0" r="0" b="0"/>
              <a:pathLst>
                <a:path w="1144264" h="954026">
                  <a:moveTo>
                    <a:pt x="242283" y="888042"/>
                  </a:moveTo>
                  <a:lnTo>
                    <a:pt x="220176" y="901598"/>
                  </a:lnTo>
                  <a:lnTo>
                    <a:pt x="274645" y="884462"/>
                  </a:lnTo>
                  <a:close/>
                  <a:moveTo>
                    <a:pt x="0" y="562711"/>
                  </a:moveTo>
                  <a:lnTo>
                    <a:pt x="11093" y="571570"/>
                  </a:lnTo>
                  <a:lnTo>
                    <a:pt x="12536" y="527363"/>
                  </a:lnTo>
                  <a:close/>
                  <a:moveTo>
                    <a:pt x="378913" y="928944"/>
                  </a:moveTo>
                  <a:lnTo>
                    <a:pt x="359890" y="954026"/>
                  </a:lnTo>
                  <a:lnTo>
                    <a:pt x="411828" y="927430"/>
                  </a:lnTo>
                  <a:close/>
                  <a:moveTo>
                    <a:pt x="292667" y="855638"/>
                  </a:moveTo>
                  <a:lnTo>
                    <a:pt x="274645" y="884462"/>
                  </a:lnTo>
                  <a:lnTo>
                    <a:pt x="311251" y="839568"/>
                  </a:lnTo>
                  <a:close/>
                  <a:moveTo>
                    <a:pt x="295319" y="856751"/>
                  </a:moveTo>
                  <a:lnTo>
                    <a:pt x="292186" y="802813"/>
                  </a:lnTo>
                  <a:lnTo>
                    <a:pt x="311251" y="839568"/>
                  </a:lnTo>
                  <a:close/>
                  <a:moveTo>
                    <a:pt x="112821" y="672976"/>
                  </a:moveTo>
                  <a:lnTo>
                    <a:pt x="122485" y="655793"/>
                  </a:lnTo>
                  <a:lnTo>
                    <a:pt x="108445" y="665165"/>
                  </a:lnTo>
                  <a:close/>
                  <a:moveTo>
                    <a:pt x="122485" y="655793"/>
                  </a:moveTo>
                  <a:lnTo>
                    <a:pt x="112821" y="672976"/>
                  </a:lnTo>
                  <a:lnTo>
                    <a:pt x="138363" y="652449"/>
                  </a:lnTo>
                  <a:close/>
                  <a:moveTo>
                    <a:pt x="138363" y="652449"/>
                  </a:moveTo>
                  <a:lnTo>
                    <a:pt x="116850" y="668221"/>
                  </a:lnTo>
                  <a:lnTo>
                    <a:pt x="172404" y="655146"/>
                  </a:lnTo>
                  <a:close/>
                  <a:moveTo>
                    <a:pt x="298498" y="493978"/>
                  </a:moveTo>
                  <a:lnTo>
                    <a:pt x="316591" y="440989"/>
                  </a:lnTo>
                  <a:lnTo>
                    <a:pt x="304265" y="440040"/>
                  </a:lnTo>
                  <a:close/>
                  <a:moveTo>
                    <a:pt x="304265" y="440040"/>
                  </a:moveTo>
                  <a:lnTo>
                    <a:pt x="316591" y="440989"/>
                  </a:lnTo>
                  <a:lnTo>
                    <a:pt x="316582" y="435642"/>
                  </a:lnTo>
                  <a:close/>
                  <a:moveTo>
                    <a:pt x="304265" y="440040"/>
                  </a:moveTo>
                  <a:lnTo>
                    <a:pt x="319324" y="438767"/>
                  </a:lnTo>
                  <a:lnTo>
                    <a:pt x="314590" y="456563"/>
                  </a:lnTo>
                  <a:close/>
                  <a:moveTo>
                    <a:pt x="319324" y="438767"/>
                  </a:moveTo>
                  <a:lnTo>
                    <a:pt x="304265" y="440040"/>
                  </a:lnTo>
                  <a:lnTo>
                    <a:pt x="316582" y="435642"/>
                  </a:lnTo>
                  <a:close/>
                  <a:moveTo>
                    <a:pt x="545651" y="589448"/>
                  </a:moveTo>
                  <a:lnTo>
                    <a:pt x="543030" y="591572"/>
                  </a:lnTo>
                  <a:lnTo>
                    <a:pt x="539676" y="591712"/>
                  </a:lnTo>
                  <a:close/>
                  <a:moveTo>
                    <a:pt x="519265" y="598925"/>
                  </a:moveTo>
                  <a:lnTo>
                    <a:pt x="533177" y="589448"/>
                  </a:lnTo>
                  <a:lnTo>
                    <a:pt x="508239" y="586071"/>
                  </a:lnTo>
                  <a:close/>
                  <a:moveTo>
                    <a:pt x="545651" y="589448"/>
                  </a:moveTo>
                  <a:lnTo>
                    <a:pt x="539676" y="591712"/>
                  </a:lnTo>
                  <a:lnTo>
                    <a:pt x="570982" y="571503"/>
                  </a:lnTo>
                  <a:close/>
                  <a:moveTo>
                    <a:pt x="543566" y="588550"/>
                  </a:moveTo>
                  <a:lnTo>
                    <a:pt x="543030" y="591572"/>
                  </a:lnTo>
                  <a:lnTo>
                    <a:pt x="545651" y="589448"/>
                  </a:lnTo>
                  <a:close/>
                  <a:moveTo>
                    <a:pt x="543566" y="588550"/>
                  </a:moveTo>
                  <a:lnTo>
                    <a:pt x="545651" y="589448"/>
                  </a:lnTo>
                  <a:lnTo>
                    <a:pt x="570982" y="571503"/>
                  </a:lnTo>
                  <a:close/>
                  <a:moveTo>
                    <a:pt x="574268" y="545932"/>
                  </a:moveTo>
                  <a:lnTo>
                    <a:pt x="543566" y="588550"/>
                  </a:lnTo>
                  <a:lnTo>
                    <a:pt x="570982" y="571503"/>
                  </a:lnTo>
                  <a:close/>
                  <a:moveTo>
                    <a:pt x="799593" y="610945"/>
                  </a:moveTo>
                  <a:lnTo>
                    <a:pt x="819554" y="616200"/>
                  </a:lnTo>
                  <a:lnTo>
                    <a:pt x="811023" y="611407"/>
                  </a:lnTo>
                  <a:close/>
                  <a:moveTo>
                    <a:pt x="702407" y="501143"/>
                  </a:moveTo>
                  <a:lnTo>
                    <a:pt x="712268" y="515005"/>
                  </a:lnTo>
                  <a:lnTo>
                    <a:pt x="727636" y="494853"/>
                  </a:lnTo>
                  <a:close/>
                  <a:moveTo>
                    <a:pt x="564016" y="381413"/>
                  </a:moveTo>
                  <a:lnTo>
                    <a:pt x="577683" y="408061"/>
                  </a:lnTo>
                  <a:lnTo>
                    <a:pt x="578498" y="407188"/>
                  </a:lnTo>
                  <a:close/>
                  <a:moveTo>
                    <a:pt x="597993" y="383868"/>
                  </a:moveTo>
                  <a:lnTo>
                    <a:pt x="578498" y="407188"/>
                  </a:lnTo>
                  <a:lnTo>
                    <a:pt x="629278" y="376261"/>
                  </a:lnTo>
                  <a:close/>
                  <a:moveTo>
                    <a:pt x="731794" y="364889"/>
                  </a:moveTo>
                  <a:lnTo>
                    <a:pt x="718822" y="410449"/>
                  </a:lnTo>
                  <a:lnTo>
                    <a:pt x="727141" y="396791"/>
                  </a:lnTo>
                  <a:close/>
                  <a:moveTo>
                    <a:pt x="731794" y="364889"/>
                  </a:moveTo>
                  <a:lnTo>
                    <a:pt x="727141" y="396791"/>
                  </a:lnTo>
                  <a:lnTo>
                    <a:pt x="741984" y="373694"/>
                  </a:lnTo>
                  <a:close/>
                  <a:moveTo>
                    <a:pt x="731794" y="364889"/>
                  </a:moveTo>
                  <a:lnTo>
                    <a:pt x="741984" y="373694"/>
                  </a:lnTo>
                  <a:lnTo>
                    <a:pt x="740012" y="348708"/>
                  </a:lnTo>
                  <a:close/>
                  <a:moveTo>
                    <a:pt x="740012" y="348708"/>
                  </a:moveTo>
                  <a:lnTo>
                    <a:pt x="741984" y="373694"/>
                  </a:lnTo>
                  <a:lnTo>
                    <a:pt x="752465" y="366899"/>
                  </a:lnTo>
                  <a:close/>
                  <a:moveTo>
                    <a:pt x="740012" y="348708"/>
                  </a:moveTo>
                  <a:lnTo>
                    <a:pt x="752465" y="366899"/>
                  </a:lnTo>
                  <a:lnTo>
                    <a:pt x="770048" y="336432"/>
                  </a:lnTo>
                  <a:close/>
                  <a:moveTo>
                    <a:pt x="770048" y="336432"/>
                  </a:moveTo>
                  <a:lnTo>
                    <a:pt x="793304" y="327176"/>
                  </a:lnTo>
                  <a:lnTo>
                    <a:pt x="740012" y="348708"/>
                  </a:lnTo>
                  <a:close/>
                  <a:moveTo>
                    <a:pt x="805785" y="345470"/>
                  </a:moveTo>
                  <a:lnTo>
                    <a:pt x="793304" y="327176"/>
                  </a:lnTo>
                  <a:lnTo>
                    <a:pt x="770048" y="336432"/>
                  </a:lnTo>
                  <a:close/>
                  <a:moveTo>
                    <a:pt x="864822" y="345416"/>
                  </a:moveTo>
                  <a:lnTo>
                    <a:pt x="882880" y="368071"/>
                  </a:lnTo>
                  <a:lnTo>
                    <a:pt x="860429" y="359234"/>
                  </a:lnTo>
                  <a:close/>
                  <a:moveTo>
                    <a:pt x="929778" y="367490"/>
                  </a:moveTo>
                  <a:lnTo>
                    <a:pt x="882880" y="368071"/>
                  </a:lnTo>
                  <a:lnTo>
                    <a:pt x="916375" y="367927"/>
                  </a:lnTo>
                  <a:close/>
                  <a:moveTo>
                    <a:pt x="929778" y="367490"/>
                  </a:moveTo>
                  <a:lnTo>
                    <a:pt x="896986" y="369462"/>
                  </a:lnTo>
                  <a:lnTo>
                    <a:pt x="882880" y="368071"/>
                  </a:lnTo>
                  <a:close/>
                  <a:moveTo>
                    <a:pt x="951088" y="350958"/>
                  </a:moveTo>
                  <a:lnTo>
                    <a:pt x="929778" y="367490"/>
                  </a:lnTo>
                  <a:lnTo>
                    <a:pt x="986427" y="358508"/>
                  </a:lnTo>
                  <a:close/>
                  <a:moveTo>
                    <a:pt x="842811" y="175124"/>
                  </a:moveTo>
                  <a:lnTo>
                    <a:pt x="837559" y="198839"/>
                  </a:lnTo>
                  <a:lnTo>
                    <a:pt x="843065" y="211879"/>
                  </a:lnTo>
                  <a:close/>
                  <a:moveTo>
                    <a:pt x="869422" y="170198"/>
                  </a:moveTo>
                  <a:lnTo>
                    <a:pt x="837559" y="198839"/>
                  </a:lnTo>
                  <a:lnTo>
                    <a:pt x="842811" y="175124"/>
                  </a:lnTo>
                  <a:close/>
                  <a:moveTo>
                    <a:pt x="840371" y="186156"/>
                  </a:moveTo>
                  <a:lnTo>
                    <a:pt x="837559" y="198839"/>
                  </a:lnTo>
                  <a:lnTo>
                    <a:pt x="869422" y="170198"/>
                  </a:lnTo>
                  <a:close/>
                  <a:moveTo>
                    <a:pt x="1014050" y="341716"/>
                  </a:moveTo>
                  <a:lnTo>
                    <a:pt x="1005158" y="332328"/>
                  </a:lnTo>
                  <a:lnTo>
                    <a:pt x="986427" y="358508"/>
                  </a:lnTo>
                  <a:close/>
                  <a:moveTo>
                    <a:pt x="1014050" y="341716"/>
                  </a:moveTo>
                  <a:lnTo>
                    <a:pt x="1035177" y="324532"/>
                  </a:lnTo>
                  <a:lnTo>
                    <a:pt x="1005158" y="332328"/>
                  </a:lnTo>
                  <a:close/>
                  <a:moveTo>
                    <a:pt x="773424" y="60429"/>
                  </a:moveTo>
                  <a:lnTo>
                    <a:pt x="808256" y="66084"/>
                  </a:lnTo>
                  <a:lnTo>
                    <a:pt x="829216" y="48240"/>
                  </a:lnTo>
                  <a:close/>
                  <a:moveTo>
                    <a:pt x="1048212" y="272517"/>
                  </a:moveTo>
                  <a:lnTo>
                    <a:pt x="1063568" y="284780"/>
                  </a:lnTo>
                  <a:lnTo>
                    <a:pt x="1050490" y="270594"/>
                  </a:lnTo>
                  <a:close/>
                  <a:moveTo>
                    <a:pt x="1036311" y="324232"/>
                  </a:moveTo>
                  <a:lnTo>
                    <a:pt x="1060900" y="291588"/>
                  </a:lnTo>
                  <a:lnTo>
                    <a:pt x="1048212" y="272517"/>
                  </a:lnTo>
                  <a:close/>
                  <a:moveTo>
                    <a:pt x="1050490" y="270594"/>
                  </a:moveTo>
                  <a:lnTo>
                    <a:pt x="1063568" y="284780"/>
                  </a:lnTo>
                  <a:lnTo>
                    <a:pt x="1075715" y="250769"/>
                  </a:lnTo>
                  <a:close/>
                  <a:moveTo>
                    <a:pt x="833314" y="30492"/>
                  </a:moveTo>
                  <a:lnTo>
                    <a:pt x="857880" y="13309"/>
                  </a:lnTo>
                  <a:lnTo>
                    <a:pt x="847755" y="21347"/>
                  </a:lnTo>
                  <a:close/>
                  <a:moveTo>
                    <a:pt x="900389" y="13309"/>
                  </a:moveTo>
                  <a:lnTo>
                    <a:pt x="877936" y="9614"/>
                  </a:lnTo>
                  <a:lnTo>
                    <a:pt x="910018" y="15119"/>
                  </a:lnTo>
                  <a:close/>
                  <a:moveTo>
                    <a:pt x="900389" y="13309"/>
                  </a:moveTo>
                  <a:lnTo>
                    <a:pt x="910018" y="15119"/>
                  </a:lnTo>
                  <a:lnTo>
                    <a:pt x="913751" y="18942"/>
                  </a:lnTo>
                  <a:close/>
                  <a:moveTo>
                    <a:pt x="1089337" y="219084"/>
                  </a:moveTo>
                  <a:lnTo>
                    <a:pt x="1050490" y="270594"/>
                  </a:lnTo>
                  <a:lnTo>
                    <a:pt x="1075715" y="250769"/>
                  </a:lnTo>
                  <a:close/>
                  <a:moveTo>
                    <a:pt x="1089337" y="219084"/>
                  </a:moveTo>
                  <a:lnTo>
                    <a:pt x="1075715" y="250769"/>
                  </a:lnTo>
                  <a:lnTo>
                    <a:pt x="1095395" y="233839"/>
                  </a:lnTo>
                  <a:close/>
                  <a:moveTo>
                    <a:pt x="1089337" y="219084"/>
                  </a:moveTo>
                  <a:lnTo>
                    <a:pt x="1095395" y="233839"/>
                  </a:lnTo>
                  <a:lnTo>
                    <a:pt x="1091766" y="214576"/>
                  </a:lnTo>
                  <a:close/>
                  <a:moveTo>
                    <a:pt x="1091766" y="214576"/>
                  </a:moveTo>
                  <a:lnTo>
                    <a:pt x="1095395" y="233839"/>
                  </a:lnTo>
                  <a:lnTo>
                    <a:pt x="1102613" y="226761"/>
                  </a:lnTo>
                  <a:close/>
                  <a:moveTo>
                    <a:pt x="1091766" y="214576"/>
                  </a:moveTo>
                  <a:lnTo>
                    <a:pt x="1102613" y="226761"/>
                  </a:lnTo>
                  <a:lnTo>
                    <a:pt x="1121525" y="201262"/>
                  </a:lnTo>
                  <a:close/>
                  <a:moveTo>
                    <a:pt x="849160" y="10419"/>
                  </a:moveTo>
                  <a:lnTo>
                    <a:pt x="857880" y="13309"/>
                  </a:lnTo>
                  <a:lnTo>
                    <a:pt x="877936" y="9614"/>
                  </a:lnTo>
                  <a:close/>
                  <a:moveTo>
                    <a:pt x="877936" y="9614"/>
                  </a:moveTo>
                  <a:lnTo>
                    <a:pt x="900389" y="13309"/>
                  </a:lnTo>
                  <a:lnTo>
                    <a:pt x="895295" y="0"/>
                  </a:lnTo>
                  <a:close/>
                  <a:moveTo>
                    <a:pt x="1091766" y="214576"/>
                  </a:moveTo>
                  <a:lnTo>
                    <a:pt x="1121525" y="201262"/>
                  </a:lnTo>
                  <a:lnTo>
                    <a:pt x="1139454" y="172089"/>
                  </a:lnTo>
                  <a:close/>
                  <a:moveTo>
                    <a:pt x="1144153" y="125963"/>
                  </a:moveTo>
                  <a:lnTo>
                    <a:pt x="1144264" y="162717"/>
                  </a:lnTo>
                  <a:lnTo>
                    <a:pt x="1134498" y="143146"/>
                  </a:lnTo>
                  <a:close/>
                  <a:moveTo>
                    <a:pt x="1141400" y="159098"/>
                  </a:moveTo>
                  <a:lnTo>
                    <a:pt x="1139454" y="172089"/>
                  </a:lnTo>
                  <a:lnTo>
                    <a:pt x="1144264" y="16271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57" name="Input_density__156">
              <a:extLst>
                <a:ext uri="{FF2B5EF4-FFF2-40B4-BE49-F238E27FC236}">
                  <a16:creationId xmlns:a16="http://schemas.microsoft.com/office/drawing/2014/main" id="{6A947103-8873-94F8-3765-C3DB6F9A0B4B}"/>
                </a:ext>
              </a:extLst>
            </p:cNvPr>
            <p:cNvSpPr>
              <a:spLocks noGrp="1"/>
            </p:cNvSpPr>
            <p:nvPr/>
          </p:nvSpPr>
          <p:spPr>
            <a:xfrm>
              <a:off x="641101" y="1631457"/>
              <a:ext cx="1144264" cy="732204"/>
            </a:xfrm>
            <a:custGeom>
              <a:avLst/>
              <a:gdLst/>
              <a:ahLst/>
              <a:cxnLst/>
              <a:rect l="0" t="0" r="0" b="0"/>
              <a:pathLst>
                <a:path w="1144264" h="732204">
                  <a:moveTo>
                    <a:pt x="112821" y="663362"/>
                  </a:moveTo>
                  <a:lnTo>
                    <a:pt x="108445" y="655551"/>
                  </a:lnTo>
                  <a:lnTo>
                    <a:pt x="90979" y="686456"/>
                  </a:lnTo>
                  <a:close/>
                  <a:moveTo>
                    <a:pt x="112821" y="663362"/>
                  </a:moveTo>
                  <a:lnTo>
                    <a:pt x="116850" y="658607"/>
                  </a:lnTo>
                  <a:lnTo>
                    <a:pt x="138363" y="642835"/>
                  </a:lnTo>
                  <a:close/>
                  <a:moveTo>
                    <a:pt x="12536" y="517749"/>
                  </a:moveTo>
                  <a:lnTo>
                    <a:pt x="15796" y="513386"/>
                  </a:lnTo>
                  <a:lnTo>
                    <a:pt x="0" y="553097"/>
                  </a:lnTo>
                  <a:close/>
                  <a:moveTo>
                    <a:pt x="527104" y="714830"/>
                  </a:moveTo>
                  <a:lnTo>
                    <a:pt x="561018" y="717050"/>
                  </a:lnTo>
                  <a:lnTo>
                    <a:pt x="533211" y="721596"/>
                  </a:lnTo>
                  <a:close/>
                  <a:moveTo>
                    <a:pt x="561018" y="717050"/>
                  </a:moveTo>
                  <a:lnTo>
                    <a:pt x="570550" y="718328"/>
                  </a:lnTo>
                  <a:lnTo>
                    <a:pt x="533211" y="721596"/>
                  </a:lnTo>
                  <a:close/>
                  <a:moveTo>
                    <a:pt x="369123" y="401687"/>
                  </a:moveTo>
                  <a:lnTo>
                    <a:pt x="319324" y="429153"/>
                  </a:lnTo>
                  <a:lnTo>
                    <a:pt x="316582" y="426028"/>
                  </a:lnTo>
                  <a:close/>
                  <a:moveTo>
                    <a:pt x="587265" y="718975"/>
                  </a:moveTo>
                  <a:lnTo>
                    <a:pt x="533211" y="721596"/>
                  </a:lnTo>
                  <a:lnTo>
                    <a:pt x="570550" y="718328"/>
                  </a:lnTo>
                  <a:close/>
                  <a:moveTo>
                    <a:pt x="587265" y="718975"/>
                  </a:moveTo>
                  <a:lnTo>
                    <a:pt x="557483" y="732204"/>
                  </a:lnTo>
                  <a:lnTo>
                    <a:pt x="533211" y="721596"/>
                  </a:lnTo>
                  <a:close/>
                  <a:moveTo>
                    <a:pt x="598237" y="707282"/>
                  </a:moveTo>
                  <a:lnTo>
                    <a:pt x="587265" y="718975"/>
                  </a:lnTo>
                  <a:lnTo>
                    <a:pt x="570550" y="718328"/>
                  </a:lnTo>
                  <a:close/>
                  <a:moveTo>
                    <a:pt x="490195" y="605200"/>
                  </a:moveTo>
                  <a:lnTo>
                    <a:pt x="438523" y="610158"/>
                  </a:lnTo>
                  <a:lnTo>
                    <a:pt x="480596" y="603042"/>
                  </a:lnTo>
                  <a:close/>
                  <a:moveTo>
                    <a:pt x="502101" y="597017"/>
                  </a:moveTo>
                  <a:lnTo>
                    <a:pt x="490195" y="605200"/>
                  </a:lnTo>
                  <a:lnTo>
                    <a:pt x="480596" y="603042"/>
                  </a:lnTo>
                  <a:close/>
                  <a:moveTo>
                    <a:pt x="490195" y="605200"/>
                  </a:moveTo>
                  <a:lnTo>
                    <a:pt x="502101" y="597017"/>
                  </a:lnTo>
                  <a:lnTo>
                    <a:pt x="501767" y="585830"/>
                  </a:lnTo>
                  <a:close/>
                  <a:moveTo>
                    <a:pt x="539676" y="582098"/>
                  </a:moveTo>
                  <a:lnTo>
                    <a:pt x="533177" y="579834"/>
                  </a:lnTo>
                  <a:lnTo>
                    <a:pt x="519265" y="589311"/>
                  </a:lnTo>
                  <a:close/>
                  <a:moveTo>
                    <a:pt x="501767" y="585830"/>
                  </a:moveTo>
                  <a:lnTo>
                    <a:pt x="502101" y="597017"/>
                  </a:lnTo>
                  <a:lnTo>
                    <a:pt x="519265" y="589311"/>
                  </a:lnTo>
                  <a:close/>
                  <a:moveTo>
                    <a:pt x="508239" y="576457"/>
                  </a:moveTo>
                  <a:lnTo>
                    <a:pt x="501767" y="585830"/>
                  </a:lnTo>
                  <a:lnTo>
                    <a:pt x="519265" y="589311"/>
                  </a:lnTo>
                  <a:close/>
                  <a:moveTo>
                    <a:pt x="570982" y="561889"/>
                  </a:moveTo>
                  <a:lnTo>
                    <a:pt x="539676" y="582098"/>
                  </a:lnTo>
                  <a:lnTo>
                    <a:pt x="519265" y="589311"/>
                  </a:lnTo>
                  <a:close/>
                  <a:moveTo>
                    <a:pt x="500761" y="452289"/>
                  </a:moveTo>
                  <a:lnTo>
                    <a:pt x="505728" y="442491"/>
                  </a:lnTo>
                  <a:lnTo>
                    <a:pt x="530854" y="440224"/>
                  </a:lnTo>
                  <a:close/>
                  <a:moveTo>
                    <a:pt x="545079" y="415631"/>
                  </a:moveTo>
                  <a:lnTo>
                    <a:pt x="549582" y="414037"/>
                  </a:lnTo>
                  <a:lnTo>
                    <a:pt x="530854" y="440224"/>
                  </a:lnTo>
                  <a:close/>
                  <a:moveTo>
                    <a:pt x="545079" y="415631"/>
                  </a:moveTo>
                  <a:lnTo>
                    <a:pt x="577683" y="398447"/>
                  </a:lnTo>
                  <a:lnTo>
                    <a:pt x="549582" y="414037"/>
                  </a:lnTo>
                  <a:close/>
                  <a:moveTo>
                    <a:pt x="696961" y="495125"/>
                  </a:moveTo>
                  <a:lnTo>
                    <a:pt x="712268" y="505391"/>
                  </a:lnTo>
                  <a:lnTo>
                    <a:pt x="702407" y="491529"/>
                  </a:lnTo>
                  <a:close/>
                  <a:moveTo>
                    <a:pt x="709328" y="512996"/>
                  </a:moveTo>
                  <a:lnTo>
                    <a:pt x="712268" y="505391"/>
                  </a:lnTo>
                  <a:lnTo>
                    <a:pt x="696961" y="495125"/>
                  </a:lnTo>
                  <a:close/>
                  <a:moveTo>
                    <a:pt x="676977" y="516618"/>
                  </a:moveTo>
                  <a:lnTo>
                    <a:pt x="709328" y="512996"/>
                  </a:lnTo>
                  <a:lnTo>
                    <a:pt x="696961" y="495125"/>
                  </a:lnTo>
                  <a:close/>
                  <a:moveTo>
                    <a:pt x="963247" y="358436"/>
                  </a:moveTo>
                  <a:lnTo>
                    <a:pt x="929778" y="357876"/>
                  </a:lnTo>
                  <a:lnTo>
                    <a:pt x="916375" y="358314"/>
                  </a:lnTo>
                  <a:close/>
                  <a:moveTo>
                    <a:pt x="929778" y="357876"/>
                  </a:moveTo>
                  <a:lnTo>
                    <a:pt x="963247" y="358436"/>
                  </a:lnTo>
                  <a:lnTo>
                    <a:pt x="986427" y="348894"/>
                  </a:lnTo>
                  <a:close/>
                  <a:moveTo>
                    <a:pt x="970614" y="349285"/>
                  </a:moveTo>
                  <a:lnTo>
                    <a:pt x="986427" y="348894"/>
                  </a:lnTo>
                  <a:lnTo>
                    <a:pt x="963247" y="358436"/>
                  </a:lnTo>
                  <a:close/>
                  <a:moveTo>
                    <a:pt x="1035177" y="314919"/>
                  </a:moveTo>
                  <a:lnTo>
                    <a:pt x="1014050" y="332102"/>
                  </a:lnTo>
                  <a:lnTo>
                    <a:pt x="1036311" y="314618"/>
                  </a:lnTo>
                  <a:close/>
                  <a:moveTo>
                    <a:pt x="895879" y="163292"/>
                  </a:moveTo>
                  <a:lnTo>
                    <a:pt x="840371" y="176542"/>
                  </a:lnTo>
                  <a:lnTo>
                    <a:pt x="869422" y="160584"/>
                  </a:lnTo>
                  <a:close/>
                  <a:moveTo>
                    <a:pt x="813264" y="38062"/>
                  </a:moveTo>
                  <a:lnTo>
                    <a:pt x="833314" y="20878"/>
                  </a:lnTo>
                  <a:lnTo>
                    <a:pt x="829216" y="38626"/>
                  </a:lnTo>
                  <a:close/>
                  <a:moveTo>
                    <a:pt x="1060900" y="281974"/>
                  </a:moveTo>
                  <a:lnTo>
                    <a:pt x="1063568" y="275166"/>
                  </a:lnTo>
                  <a:lnTo>
                    <a:pt x="1048212" y="262903"/>
                  </a:lnTo>
                  <a:close/>
                  <a:moveTo>
                    <a:pt x="1075715" y="241155"/>
                  </a:moveTo>
                  <a:lnTo>
                    <a:pt x="1099987" y="227899"/>
                  </a:lnTo>
                  <a:lnTo>
                    <a:pt x="1095395" y="224225"/>
                  </a:lnTo>
                  <a:close/>
                  <a:moveTo>
                    <a:pt x="833314" y="20878"/>
                  </a:moveTo>
                  <a:lnTo>
                    <a:pt x="847755" y="11733"/>
                  </a:lnTo>
                  <a:lnTo>
                    <a:pt x="829216" y="38626"/>
                  </a:lnTo>
                  <a:close/>
                  <a:moveTo>
                    <a:pt x="857880" y="3695"/>
                  </a:moveTo>
                  <a:lnTo>
                    <a:pt x="833314" y="20878"/>
                  </a:lnTo>
                  <a:lnTo>
                    <a:pt x="877936" y="0"/>
                  </a:lnTo>
                  <a:close/>
                  <a:moveTo>
                    <a:pt x="1133456" y="170287"/>
                  </a:moveTo>
                  <a:lnTo>
                    <a:pt x="1139454" y="162475"/>
                  </a:lnTo>
                  <a:lnTo>
                    <a:pt x="1121525" y="191648"/>
                  </a:lnTo>
                  <a:close/>
                  <a:moveTo>
                    <a:pt x="1133456" y="170287"/>
                  </a:moveTo>
                  <a:lnTo>
                    <a:pt x="1144264" y="153103"/>
                  </a:lnTo>
                  <a:lnTo>
                    <a:pt x="1139454" y="16247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58" name="Input_density__157">
              <a:extLst>
                <a:ext uri="{FF2B5EF4-FFF2-40B4-BE49-F238E27FC236}">
                  <a16:creationId xmlns:a16="http://schemas.microsoft.com/office/drawing/2014/main" id="{2CF710FE-94B5-81AD-DACB-EB1AE7EE9445}"/>
                </a:ext>
              </a:extLst>
            </p:cNvPr>
            <p:cNvSpPr>
              <a:spLocks noGrp="1"/>
            </p:cNvSpPr>
            <p:nvPr/>
          </p:nvSpPr>
          <p:spPr>
            <a:xfrm>
              <a:off x="1228366" y="2323297"/>
              <a:ext cx="15867" cy="27135"/>
            </a:xfrm>
            <a:custGeom>
              <a:avLst/>
              <a:gdLst/>
              <a:ahLst/>
              <a:cxnLst/>
              <a:rect l="0" t="0" r="0" b="0"/>
              <a:pathLst>
                <a:path w="15867" h="27135">
                  <a:moveTo>
                    <a:pt x="15867" y="0"/>
                  </a:moveTo>
                  <a:lnTo>
                    <a:pt x="0" y="27135"/>
                  </a:lnTo>
                  <a:lnTo>
                    <a:pt x="10972" y="15442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59" name="Input_density__158">
              <a:extLst>
                <a:ext uri="{FF2B5EF4-FFF2-40B4-BE49-F238E27FC236}">
                  <a16:creationId xmlns:a16="http://schemas.microsoft.com/office/drawing/2014/main" id="{EAE9439B-9BFA-320B-1386-88D9C8894D9B}"/>
                </a:ext>
              </a:extLst>
            </p:cNvPr>
            <p:cNvSpPr>
              <a:spLocks noGrp="1"/>
            </p:cNvSpPr>
            <p:nvPr/>
          </p:nvSpPr>
          <p:spPr>
            <a:xfrm>
              <a:off x="527891" y="1632262"/>
              <a:ext cx="1254611" cy="830338"/>
            </a:xfrm>
            <a:custGeom>
              <a:avLst/>
              <a:gdLst/>
              <a:ahLst/>
              <a:cxnLst/>
              <a:rect l="0" t="0" r="0" b="0"/>
              <a:pathLst>
                <a:path w="1254611" h="830338">
                  <a:moveTo>
                    <a:pt x="5924" y="576128"/>
                  </a:moveTo>
                  <a:lnTo>
                    <a:pt x="40589" y="606231"/>
                  </a:lnTo>
                  <a:lnTo>
                    <a:pt x="17131" y="580785"/>
                  </a:lnTo>
                  <a:close/>
                  <a:moveTo>
                    <a:pt x="0" y="569476"/>
                  </a:moveTo>
                  <a:lnTo>
                    <a:pt x="5924" y="576128"/>
                  </a:lnTo>
                  <a:lnTo>
                    <a:pt x="17131" y="580785"/>
                  </a:lnTo>
                  <a:close/>
                  <a:moveTo>
                    <a:pt x="71652" y="639275"/>
                  </a:moveTo>
                  <a:lnTo>
                    <a:pt x="116518" y="674635"/>
                  </a:lnTo>
                  <a:lnTo>
                    <a:pt x="93840" y="665983"/>
                  </a:lnTo>
                  <a:close/>
                  <a:moveTo>
                    <a:pt x="64666" y="633935"/>
                  </a:moveTo>
                  <a:lnTo>
                    <a:pt x="74758" y="642986"/>
                  </a:lnTo>
                  <a:lnTo>
                    <a:pt x="71652" y="639275"/>
                  </a:lnTo>
                  <a:close/>
                  <a:moveTo>
                    <a:pt x="125792" y="577601"/>
                  </a:moveTo>
                  <a:lnTo>
                    <a:pt x="124822" y="541856"/>
                  </a:lnTo>
                  <a:lnTo>
                    <a:pt x="96504" y="560555"/>
                  </a:lnTo>
                  <a:close/>
                  <a:moveTo>
                    <a:pt x="125792" y="577601"/>
                  </a:moveTo>
                  <a:lnTo>
                    <a:pt x="138875" y="566029"/>
                  </a:lnTo>
                  <a:lnTo>
                    <a:pt x="126566" y="535109"/>
                  </a:lnTo>
                  <a:close/>
                  <a:moveTo>
                    <a:pt x="317434" y="763692"/>
                  </a:moveTo>
                  <a:lnTo>
                    <a:pt x="378208" y="770133"/>
                  </a:lnTo>
                  <a:lnTo>
                    <a:pt x="341870" y="758846"/>
                  </a:lnTo>
                  <a:close/>
                  <a:moveTo>
                    <a:pt x="395747" y="789144"/>
                  </a:moveTo>
                  <a:lnTo>
                    <a:pt x="408089" y="757277"/>
                  </a:lnTo>
                  <a:lnTo>
                    <a:pt x="378208" y="770133"/>
                  </a:lnTo>
                  <a:close/>
                  <a:moveTo>
                    <a:pt x="310851" y="738456"/>
                  </a:moveTo>
                  <a:lnTo>
                    <a:pt x="305831" y="755639"/>
                  </a:lnTo>
                  <a:lnTo>
                    <a:pt x="317434" y="763692"/>
                  </a:lnTo>
                  <a:close/>
                  <a:moveTo>
                    <a:pt x="310851" y="738456"/>
                  </a:moveTo>
                  <a:lnTo>
                    <a:pt x="281305" y="718884"/>
                  </a:lnTo>
                  <a:lnTo>
                    <a:pt x="305831" y="755639"/>
                  </a:lnTo>
                  <a:close/>
                  <a:moveTo>
                    <a:pt x="221538" y="643432"/>
                  </a:moveTo>
                  <a:lnTo>
                    <a:pt x="221656" y="654747"/>
                  </a:lnTo>
                  <a:lnTo>
                    <a:pt x="235696" y="645374"/>
                  </a:lnTo>
                  <a:close/>
                  <a:moveTo>
                    <a:pt x="443585" y="765414"/>
                  </a:moveTo>
                  <a:lnTo>
                    <a:pt x="425864" y="727526"/>
                  </a:lnTo>
                  <a:lnTo>
                    <a:pt x="408089" y="757277"/>
                  </a:lnTo>
                  <a:close/>
                  <a:moveTo>
                    <a:pt x="555643" y="785163"/>
                  </a:moveTo>
                  <a:lnTo>
                    <a:pt x="520001" y="830338"/>
                  </a:lnTo>
                  <a:lnTo>
                    <a:pt x="549475" y="815960"/>
                  </a:lnTo>
                  <a:close/>
                  <a:moveTo>
                    <a:pt x="431635" y="715221"/>
                  </a:moveTo>
                  <a:lnTo>
                    <a:pt x="415001" y="683997"/>
                  </a:lnTo>
                  <a:lnTo>
                    <a:pt x="436061" y="704089"/>
                  </a:lnTo>
                  <a:close/>
                  <a:moveTo>
                    <a:pt x="415001" y="683997"/>
                  </a:moveTo>
                  <a:lnTo>
                    <a:pt x="410660" y="642779"/>
                  </a:lnTo>
                  <a:lnTo>
                    <a:pt x="433226" y="667334"/>
                  </a:lnTo>
                  <a:close/>
                  <a:moveTo>
                    <a:pt x="285319" y="484426"/>
                  </a:moveTo>
                  <a:lnTo>
                    <a:pt x="318425" y="478774"/>
                  </a:lnTo>
                  <a:lnTo>
                    <a:pt x="313680" y="488457"/>
                  </a:lnTo>
                  <a:close/>
                  <a:moveTo>
                    <a:pt x="313680" y="488457"/>
                  </a:moveTo>
                  <a:lnTo>
                    <a:pt x="320258" y="485628"/>
                  </a:lnTo>
                  <a:lnTo>
                    <a:pt x="290463" y="524991"/>
                  </a:lnTo>
                  <a:close/>
                  <a:moveTo>
                    <a:pt x="605901" y="726646"/>
                  </a:moveTo>
                  <a:lnTo>
                    <a:pt x="570010" y="728736"/>
                  </a:lnTo>
                  <a:lnTo>
                    <a:pt x="561532" y="764831"/>
                  </a:lnTo>
                  <a:close/>
                  <a:moveTo>
                    <a:pt x="474881" y="593800"/>
                  </a:moveTo>
                  <a:lnTo>
                    <a:pt x="514924" y="612190"/>
                  </a:lnTo>
                  <a:lnTo>
                    <a:pt x="494703" y="559457"/>
                  </a:lnTo>
                  <a:close/>
                  <a:moveTo>
                    <a:pt x="366066" y="436112"/>
                  </a:moveTo>
                  <a:lnTo>
                    <a:pt x="424162" y="452814"/>
                  </a:lnTo>
                  <a:lnTo>
                    <a:pt x="427801" y="446144"/>
                  </a:lnTo>
                  <a:close/>
                  <a:moveTo>
                    <a:pt x="319925" y="349139"/>
                  </a:moveTo>
                  <a:lnTo>
                    <a:pt x="291508" y="356111"/>
                  </a:lnTo>
                  <a:lnTo>
                    <a:pt x="306320" y="337308"/>
                  </a:lnTo>
                  <a:close/>
                  <a:moveTo>
                    <a:pt x="306320" y="337308"/>
                  </a:moveTo>
                  <a:lnTo>
                    <a:pt x="317139" y="356111"/>
                  </a:lnTo>
                  <a:lnTo>
                    <a:pt x="319925" y="349139"/>
                  </a:lnTo>
                  <a:close/>
                  <a:moveTo>
                    <a:pt x="588873" y="713401"/>
                  </a:moveTo>
                  <a:lnTo>
                    <a:pt x="612320" y="721427"/>
                  </a:lnTo>
                  <a:lnTo>
                    <a:pt x="604069" y="745794"/>
                  </a:lnTo>
                  <a:close/>
                  <a:moveTo>
                    <a:pt x="626095" y="531240"/>
                  </a:moveTo>
                  <a:lnTo>
                    <a:pt x="615817" y="579029"/>
                  </a:lnTo>
                  <a:lnTo>
                    <a:pt x="621450" y="575652"/>
                  </a:lnTo>
                  <a:close/>
                  <a:moveTo>
                    <a:pt x="602052" y="568445"/>
                  </a:moveTo>
                  <a:lnTo>
                    <a:pt x="615817" y="579029"/>
                  </a:lnTo>
                  <a:lnTo>
                    <a:pt x="626095" y="531240"/>
                  </a:lnTo>
                  <a:close/>
                  <a:moveTo>
                    <a:pt x="626095" y="531240"/>
                  </a:moveTo>
                  <a:lnTo>
                    <a:pt x="621450" y="575652"/>
                  </a:lnTo>
                  <a:lnTo>
                    <a:pt x="656777" y="578131"/>
                  </a:lnTo>
                  <a:close/>
                  <a:moveTo>
                    <a:pt x="522911" y="426709"/>
                  </a:moveTo>
                  <a:lnTo>
                    <a:pt x="528641" y="381600"/>
                  </a:lnTo>
                  <a:lnTo>
                    <a:pt x="503556" y="412386"/>
                  </a:lnTo>
                  <a:close/>
                  <a:moveTo>
                    <a:pt x="672845" y="386080"/>
                  </a:moveTo>
                  <a:lnTo>
                    <a:pt x="690894" y="397642"/>
                  </a:lnTo>
                  <a:lnTo>
                    <a:pt x="677227" y="370994"/>
                  </a:lnTo>
                  <a:close/>
                  <a:moveTo>
                    <a:pt x="810804" y="489428"/>
                  </a:moveTo>
                  <a:lnTo>
                    <a:pt x="814989" y="441278"/>
                  </a:lnTo>
                  <a:lnTo>
                    <a:pt x="767777" y="460392"/>
                  </a:lnTo>
                  <a:close/>
                  <a:moveTo>
                    <a:pt x="756321" y="372392"/>
                  </a:moveTo>
                  <a:lnTo>
                    <a:pt x="793477" y="400030"/>
                  </a:lnTo>
                  <a:lnTo>
                    <a:pt x="770597" y="374728"/>
                  </a:lnTo>
                  <a:close/>
                  <a:moveTo>
                    <a:pt x="756321" y="372392"/>
                  </a:moveTo>
                  <a:lnTo>
                    <a:pt x="751400" y="363276"/>
                  </a:lnTo>
                  <a:lnTo>
                    <a:pt x="742489" y="365842"/>
                  </a:lnTo>
                  <a:close/>
                  <a:moveTo>
                    <a:pt x="756321" y="372392"/>
                  </a:moveTo>
                  <a:lnTo>
                    <a:pt x="770597" y="374728"/>
                  </a:lnTo>
                  <a:lnTo>
                    <a:pt x="751400" y="363276"/>
                  </a:lnTo>
                  <a:close/>
                  <a:moveTo>
                    <a:pt x="1022176" y="596250"/>
                  </a:moveTo>
                  <a:lnTo>
                    <a:pt x="1000700" y="612162"/>
                  </a:lnTo>
                  <a:lnTo>
                    <a:pt x="1056675" y="600659"/>
                  </a:lnTo>
                  <a:close/>
                  <a:moveTo>
                    <a:pt x="793477" y="400030"/>
                  </a:moveTo>
                  <a:lnTo>
                    <a:pt x="816615" y="422206"/>
                  </a:lnTo>
                  <a:lnTo>
                    <a:pt x="821934" y="390884"/>
                  </a:lnTo>
                  <a:close/>
                  <a:moveTo>
                    <a:pt x="816615" y="422206"/>
                  </a:moveTo>
                  <a:lnTo>
                    <a:pt x="832032" y="400030"/>
                  </a:lnTo>
                  <a:lnTo>
                    <a:pt x="821934" y="390884"/>
                  </a:lnTo>
                  <a:close/>
                  <a:moveTo>
                    <a:pt x="751400" y="363276"/>
                  </a:moveTo>
                  <a:lnTo>
                    <a:pt x="770597" y="374728"/>
                  </a:lnTo>
                  <a:lnTo>
                    <a:pt x="774667" y="357477"/>
                  </a:lnTo>
                  <a:close/>
                  <a:moveTo>
                    <a:pt x="821934" y="390884"/>
                  </a:moveTo>
                  <a:lnTo>
                    <a:pt x="770597" y="374728"/>
                  </a:lnTo>
                  <a:lnTo>
                    <a:pt x="793477" y="400030"/>
                  </a:lnTo>
                  <a:close/>
                  <a:moveTo>
                    <a:pt x="774667" y="357477"/>
                  </a:moveTo>
                  <a:lnTo>
                    <a:pt x="770597" y="374728"/>
                  </a:lnTo>
                  <a:lnTo>
                    <a:pt x="821934" y="390884"/>
                  </a:lnTo>
                  <a:close/>
                  <a:moveTo>
                    <a:pt x="814864" y="351885"/>
                  </a:moveTo>
                  <a:lnTo>
                    <a:pt x="821934" y="390884"/>
                  </a:lnTo>
                  <a:lnTo>
                    <a:pt x="845004" y="354470"/>
                  </a:lnTo>
                  <a:close/>
                  <a:moveTo>
                    <a:pt x="732734" y="357740"/>
                  </a:moveTo>
                  <a:lnTo>
                    <a:pt x="751400" y="363276"/>
                  </a:lnTo>
                  <a:lnTo>
                    <a:pt x="782130" y="321640"/>
                  </a:lnTo>
                  <a:close/>
                  <a:moveTo>
                    <a:pt x="814864" y="351885"/>
                  </a:moveTo>
                  <a:lnTo>
                    <a:pt x="845004" y="354470"/>
                  </a:lnTo>
                  <a:lnTo>
                    <a:pt x="819116" y="335346"/>
                  </a:lnTo>
                  <a:close/>
                  <a:moveTo>
                    <a:pt x="845004" y="354470"/>
                  </a:moveTo>
                  <a:lnTo>
                    <a:pt x="853223" y="338289"/>
                  </a:lnTo>
                  <a:lnTo>
                    <a:pt x="819116" y="335346"/>
                  </a:lnTo>
                  <a:close/>
                  <a:moveTo>
                    <a:pt x="782130" y="321640"/>
                  </a:moveTo>
                  <a:lnTo>
                    <a:pt x="819116" y="335346"/>
                  </a:lnTo>
                  <a:lnTo>
                    <a:pt x="842009" y="324733"/>
                  </a:lnTo>
                  <a:close/>
                  <a:moveTo>
                    <a:pt x="853223" y="338289"/>
                  </a:moveTo>
                  <a:lnTo>
                    <a:pt x="870180" y="292154"/>
                  </a:lnTo>
                  <a:lnTo>
                    <a:pt x="865976" y="292674"/>
                  </a:lnTo>
                  <a:close/>
                  <a:moveTo>
                    <a:pt x="906515" y="316757"/>
                  </a:moveTo>
                  <a:lnTo>
                    <a:pt x="870180" y="292154"/>
                  </a:lnTo>
                  <a:lnTo>
                    <a:pt x="853223" y="338289"/>
                  </a:lnTo>
                  <a:close/>
                  <a:moveTo>
                    <a:pt x="852266" y="259073"/>
                  </a:moveTo>
                  <a:lnTo>
                    <a:pt x="847109" y="255399"/>
                  </a:lnTo>
                  <a:lnTo>
                    <a:pt x="865125" y="292154"/>
                  </a:lnTo>
                  <a:close/>
                  <a:moveTo>
                    <a:pt x="847109" y="255399"/>
                  </a:moveTo>
                  <a:lnTo>
                    <a:pt x="852266" y="259073"/>
                  </a:lnTo>
                  <a:lnTo>
                    <a:pt x="854163" y="245598"/>
                  </a:lnTo>
                  <a:close/>
                  <a:moveTo>
                    <a:pt x="870180" y="292154"/>
                  </a:moveTo>
                  <a:lnTo>
                    <a:pt x="906515" y="316757"/>
                  </a:lnTo>
                  <a:lnTo>
                    <a:pt x="868116" y="290934"/>
                  </a:lnTo>
                  <a:close/>
                  <a:moveTo>
                    <a:pt x="854163" y="245598"/>
                  </a:moveTo>
                  <a:lnTo>
                    <a:pt x="909031" y="229955"/>
                  </a:lnTo>
                  <a:lnTo>
                    <a:pt x="870943" y="212127"/>
                  </a:lnTo>
                  <a:close/>
                  <a:moveTo>
                    <a:pt x="973418" y="348480"/>
                  </a:moveTo>
                  <a:lnTo>
                    <a:pt x="973640" y="348816"/>
                  </a:lnTo>
                  <a:lnTo>
                    <a:pt x="974127" y="348760"/>
                  </a:lnTo>
                  <a:close/>
                  <a:moveTo>
                    <a:pt x="1010197" y="359043"/>
                  </a:moveTo>
                  <a:lnTo>
                    <a:pt x="974127" y="348760"/>
                  </a:lnTo>
                  <a:lnTo>
                    <a:pt x="973640" y="348816"/>
                  </a:lnTo>
                  <a:close/>
                  <a:moveTo>
                    <a:pt x="973418" y="348480"/>
                  </a:moveTo>
                  <a:lnTo>
                    <a:pt x="974127" y="348760"/>
                  </a:lnTo>
                  <a:lnTo>
                    <a:pt x="974792" y="347879"/>
                  </a:lnTo>
                  <a:close/>
                  <a:moveTo>
                    <a:pt x="1022904" y="335853"/>
                  </a:moveTo>
                  <a:lnTo>
                    <a:pt x="974127" y="348760"/>
                  </a:lnTo>
                  <a:lnTo>
                    <a:pt x="1010197" y="359043"/>
                  </a:lnTo>
                  <a:close/>
                  <a:moveTo>
                    <a:pt x="1022904" y="335853"/>
                  </a:moveTo>
                  <a:lnTo>
                    <a:pt x="974792" y="347879"/>
                  </a:lnTo>
                  <a:lnTo>
                    <a:pt x="974127" y="348760"/>
                  </a:lnTo>
                  <a:close/>
                  <a:moveTo>
                    <a:pt x="1022904" y="335853"/>
                  </a:moveTo>
                  <a:lnTo>
                    <a:pt x="1027592" y="327873"/>
                  </a:lnTo>
                  <a:lnTo>
                    <a:pt x="993645" y="325527"/>
                  </a:lnTo>
                  <a:close/>
                  <a:moveTo>
                    <a:pt x="1010197" y="359043"/>
                  </a:moveTo>
                  <a:lnTo>
                    <a:pt x="1038229" y="331297"/>
                  </a:lnTo>
                  <a:lnTo>
                    <a:pt x="1022904" y="335853"/>
                  </a:lnTo>
                  <a:close/>
                  <a:moveTo>
                    <a:pt x="1064299" y="340539"/>
                  </a:moveTo>
                  <a:lnTo>
                    <a:pt x="1038229" y="331297"/>
                  </a:lnTo>
                  <a:lnTo>
                    <a:pt x="1010197" y="359043"/>
                  </a:lnTo>
                  <a:close/>
                  <a:moveTo>
                    <a:pt x="1022904" y="335853"/>
                  </a:moveTo>
                  <a:lnTo>
                    <a:pt x="1038229" y="331297"/>
                  </a:lnTo>
                  <a:lnTo>
                    <a:pt x="1027592" y="327873"/>
                  </a:lnTo>
                  <a:close/>
                  <a:moveTo>
                    <a:pt x="912643" y="192328"/>
                  </a:moveTo>
                  <a:lnTo>
                    <a:pt x="950770" y="188420"/>
                  </a:lnTo>
                  <a:lnTo>
                    <a:pt x="917042" y="163697"/>
                  </a:lnTo>
                  <a:close/>
                  <a:moveTo>
                    <a:pt x="1064299" y="340539"/>
                  </a:moveTo>
                  <a:lnTo>
                    <a:pt x="1074665" y="320860"/>
                  </a:lnTo>
                  <a:lnTo>
                    <a:pt x="1038229" y="331297"/>
                  </a:lnTo>
                  <a:close/>
                  <a:moveTo>
                    <a:pt x="1064299" y="340539"/>
                  </a:moveTo>
                  <a:lnTo>
                    <a:pt x="1098704" y="314114"/>
                  </a:lnTo>
                  <a:lnTo>
                    <a:pt x="1074665" y="320860"/>
                  </a:lnTo>
                  <a:close/>
                  <a:moveTo>
                    <a:pt x="1118368" y="321910"/>
                  </a:moveTo>
                  <a:lnTo>
                    <a:pt x="1098704" y="314114"/>
                  </a:lnTo>
                  <a:lnTo>
                    <a:pt x="1064299" y="340539"/>
                  </a:lnTo>
                  <a:close/>
                  <a:moveTo>
                    <a:pt x="1099638" y="348089"/>
                  </a:moveTo>
                  <a:lnTo>
                    <a:pt x="1118368" y="321910"/>
                  </a:lnTo>
                  <a:lnTo>
                    <a:pt x="1064299" y="340539"/>
                  </a:lnTo>
                  <a:close/>
                  <a:moveTo>
                    <a:pt x="1098704" y="314114"/>
                  </a:moveTo>
                  <a:lnTo>
                    <a:pt x="1118368" y="321910"/>
                  </a:lnTo>
                  <a:lnTo>
                    <a:pt x="1122020" y="309450"/>
                  </a:lnTo>
                  <a:close/>
                  <a:moveTo>
                    <a:pt x="1122020" y="309450"/>
                  </a:moveTo>
                  <a:lnTo>
                    <a:pt x="1118368" y="321910"/>
                  </a:lnTo>
                  <a:lnTo>
                    <a:pt x="1148388" y="314114"/>
                  </a:lnTo>
                  <a:close/>
                  <a:moveTo>
                    <a:pt x="1122020" y="309450"/>
                  </a:moveTo>
                  <a:lnTo>
                    <a:pt x="1148388" y="314114"/>
                  </a:lnTo>
                  <a:lnTo>
                    <a:pt x="1129048" y="265631"/>
                  </a:lnTo>
                  <a:close/>
                  <a:moveTo>
                    <a:pt x="1129048" y="265631"/>
                  </a:moveTo>
                  <a:lnTo>
                    <a:pt x="1148388" y="314114"/>
                  </a:lnTo>
                  <a:lnTo>
                    <a:pt x="1149522" y="313813"/>
                  </a:lnTo>
                  <a:close/>
                  <a:moveTo>
                    <a:pt x="1129048" y="265631"/>
                  </a:moveTo>
                  <a:lnTo>
                    <a:pt x="1149522" y="313813"/>
                  </a:lnTo>
                  <a:lnTo>
                    <a:pt x="1161422" y="262098"/>
                  </a:lnTo>
                  <a:close/>
                  <a:moveTo>
                    <a:pt x="875299" y="16612"/>
                  </a:moveTo>
                  <a:lnTo>
                    <a:pt x="911076" y="45185"/>
                  </a:lnTo>
                  <a:lnTo>
                    <a:pt x="919243" y="7974"/>
                  </a:lnTo>
                  <a:close/>
                  <a:moveTo>
                    <a:pt x="1161971" y="259311"/>
                  </a:moveTo>
                  <a:lnTo>
                    <a:pt x="1161422" y="262098"/>
                  </a:lnTo>
                  <a:lnTo>
                    <a:pt x="1163700" y="260175"/>
                  </a:lnTo>
                  <a:close/>
                  <a:moveTo>
                    <a:pt x="1161971" y="259311"/>
                  </a:moveTo>
                  <a:lnTo>
                    <a:pt x="1163700" y="260175"/>
                  </a:lnTo>
                  <a:lnTo>
                    <a:pt x="1202547" y="208665"/>
                  </a:lnTo>
                  <a:close/>
                  <a:moveTo>
                    <a:pt x="1171508" y="206811"/>
                  </a:moveTo>
                  <a:lnTo>
                    <a:pt x="1161971" y="259311"/>
                  </a:lnTo>
                  <a:lnTo>
                    <a:pt x="1202547" y="208665"/>
                  </a:lnTo>
                  <a:close/>
                  <a:moveTo>
                    <a:pt x="1171508" y="206811"/>
                  </a:moveTo>
                  <a:lnTo>
                    <a:pt x="1202547" y="208665"/>
                  </a:lnTo>
                  <a:lnTo>
                    <a:pt x="1171857" y="204902"/>
                  </a:lnTo>
                  <a:close/>
                  <a:moveTo>
                    <a:pt x="1202547" y="208665"/>
                  </a:moveTo>
                  <a:lnTo>
                    <a:pt x="1204977" y="204157"/>
                  </a:lnTo>
                  <a:lnTo>
                    <a:pt x="1171857" y="204902"/>
                  </a:lnTo>
                  <a:close/>
                  <a:moveTo>
                    <a:pt x="960965" y="10928"/>
                  </a:moveTo>
                  <a:lnTo>
                    <a:pt x="962371" y="0"/>
                  </a:lnTo>
                  <a:lnTo>
                    <a:pt x="946219" y="2890"/>
                  </a:lnTo>
                  <a:close/>
                  <a:moveTo>
                    <a:pt x="960965" y="10928"/>
                  </a:moveTo>
                  <a:lnTo>
                    <a:pt x="971090" y="2890"/>
                  </a:lnTo>
                  <a:lnTo>
                    <a:pt x="962371" y="0"/>
                  </a:lnTo>
                  <a:close/>
                  <a:moveTo>
                    <a:pt x="1221700" y="170474"/>
                  </a:moveTo>
                  <a:lnTo>
                    <a:pt x="1204977" y="204157"/>
                  </a:lnTo>
                  <a:lnTo>
                    <a:pt x="1252665" y="161670"/>
                  </a:lnTo>
                  <a:close/>
                  <a:moveTo>
                    <a:pt x="1254611" y="148679"/>
                  </a:moveTo>
                  <a:lnTo>
                    <a:pt x="1221700" y="170474"/>
                  </a:lnTo>
                  <a:lnTo>
                    <a:pt x="1252665" y="16167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60" name="Input_density__159">
              <a:extLst>
                <a:ext uri="{FF2B5EF4-FFF2-40B4-BE49-F238E27FC236}">
                  <a16:creationId xmlns:a16="http://schemas.microsoft.com/office/drawing/2014/main" id="{8E7439AD-D584-6604-A963-50A80E8017FD}"/>
                </a:ext>
              </a:extLst>
            </p:cNvPr>
            <p:cNvSpPr>
              <a:spLocks noGrp="1"/>
            </p:cNvSpPr>
            <p:nvPr/>
          </p:nvSpPr>
          <p:spPr>
            <a:xfrm>
              <a:off x="527891" y="1582970"/>
              <a:ext cx="1254611" cy="930713"/>
            </a:xfrm>
            <a:custGeom>
              <a:avLst/>
              <a:gdLst/>
              <a:ahLst/>
              <a:cxnLst/>
              <a:rect l="0" t="0" r="0" b="0"/>
              <a:pathLst>
                <a:path w="1254611" h="930713">
                  <a:moveTo>
                    <a:pt x="71423" y="675095"/>
                  </a:moveTo>
                  <a:lnTo>
                    <a:pt x="64666" y="683228"/>
                  </a:lnTo>
                  <a:lnTo>
                    <a:pt x="71652" y="688567"/>
                  </a:lnTo>
                  <a:close/>
                  <a:moveTo>
                    <a:pt x="40589" y="655523"/>
                  </a:moveTo>
                  <a:lnTo>
                    <a:pt x="64666" y="683228"/>
                  </a:lnTo>
                  <a:lnTo>
                    <a:pt x="71423" y="675095"/>
                  </a:lnTo>
                  <a:close/>
                  <a:moveTo>
                    <a:pt x="40589" y="655523"/>
                  </a:moveTo>
                  <a:lnTo>
                    <a:pt x="57126" y="638340"/>
                  </a:lnTo>
                  <a:lnTo>
                    <a:pt x="17131" y="630077"/>
                  </a:lnTo>
                  <a:close/>
                  <a:moveTo>
                    <a:pt x="57126" y="638340"/>
                  </a:moveTo>
                  <a:lnTo>
                    <a:pt x="41007" y="623137"/>
                  </a:lnTo>
                  <a:lnTo>
                    <a:pt x="17131" y="630077"/>
                  </a:lnTo>
                  <a:close/>
                  <a:moveTo>
                    <a:pt x="7699" y="601585"/>
                  </a:moveTo>
                  <a:lnTo>
                    <a:pt x="17131" y="630077"/>
                  </a:lnTo>
                  <a:lnTo>
                    <a:pt x="41007" y="623137"/>
                  </a:lnTo>
                  <a:close/>
                  <a:moveTo>
                    <a:pt x="7699" y="601585"/>
                  </a:moveTo>
                  <a:lnTo>
                    <a:pt x="0" y="618768"/>
                  </a:lnTo>
                  <a:lnTo>
                    <a:pt x="17131" y="630077"/>
                  </a:lnTo>
                  <a:close/>
                  <a:moveTo>
                    <a:pt x="91621" y="711850"/>
                  </a:moveTo>
                  <a:lnTo>
                    <a:pt x="71652" y="688567"/>
                  </a:lnTo>
                  <a:lnTo>
                    <a:pt x="93840" y="715275"/>
                  </a:lnTo>
                  <a:close/>
                  <a:moveTo>
                    <a:pt x="92648" y="626751"/>
                  </a:moveTo>
                  <a:lnTo>
                    <a:pt x="125792" y="626893"/>
                  </a:lnTo>
                  <a:lnTo>
                    <a:pt x="96504" y="609847"/>
                  </a:lnTo>
                  <a:close/>
                  <a:moveTo>
                    <a:pt x="305831" y="804931"/>
                  </a:moveTo>
                  <a:lnTo>
                    <a:pt x="305081" y="813223"/>
                  </a:lnTo>
                  <a:lnTo>
                    <a:pt x="317434" y="812984"/>
                  </a:lnTo>
                  <a:close/>
                  <a:moveTo>
                    <a:pt x="317434" y="812984"/>
                  </a:moveTo>
                  <a:lnTo>
                    <a:pt x="359736" y="840624"/>
                  </a:lnTo>
                  <a:lnTo>
                    <a:pt x="378208" y="819425"/>
                  </a:lnTo>
                  <a:close/>
                  <a:moveTo>
                    <a:pt x="310851" y="787748"/>
                  </a:moveTo>
                  <a:lnTo>
                    <a:pt x="317434" y="812984"/>
                  </a:lnTo>
                  <a:lnTo>
                    <a:pt x="341870" y="808139"/>
                  </a:lnTo>
                  <a:close/>
                  <a:moveTo>
                    <a:pt x="265962" y="648910"/>
                  </a:moveTo>
                  <a:lnTo>
                    <a:pt x="235696" y="694666"/>
                  </a:lnTo>
                  <a:lnTo>
                    <a:pt x="251574" y="691323"/>
                  </a:lnTo>
                  <a:close/>
                  <a:moveTo>
                    <a:pt x="514004" y="930713"/>
                  </a:moveTo>
                  <a:lnTo>
                    <a:pt x="548452" y="885049"/>
                  </a:lnTo>
                  <a:lnTo>
                    <a:pt x="519564" y="881446"/>
                  </a:lnTo>
                  <a:close/>
                  <a:moveTo>
                    <a:pt x="519564" y="881446"/>
                  </a:moveTo>
                  <a:lnTo>
                    <a:pt x="548452" y="885049"/>
                  </a:lnTo>
                  <a:lnTo>
                    <a:pt x="520001" y="879630"/>
                  </a:lnTo>
                  <a:close/>
                  <a:moveTo>
                    <a:pt x="555643" y="834456"/>
                  </a:moveTo>
                  <a:lnTo>
                    <a:pt x="526232" y="831278"/>
                  </a:lnTo>
                  <a:lnTo>
                    <a:pt x="520001" y="879630"/>
                  </a:lnTo>
                  <a:close/>
                  <a:moveTo>
                    <a:pt x="555643" y="834456"/>
                  </a:moveTo>
                  <a:lnTo>
                    <a:pt x="561532" y="814123"/>
                  </a:lnTo>
                  <a:lnTo>
                    <a:pt x="524079" y="798666"/>
                  </a:lnTo>
                  <a:close/>
                  <a:moveTo>
                    <a:pt x="431635" y="764513"/>
                  </a:moveTo>
                  <a:lnTo>
                    <a:pt x="425864" y="776818"/>
                  </a:lnTo>
                  <a:lnTo>
                    <a:pt x="479164" y="797708"/>
                  </a:lnTo>
                  <a:close/>
                  <a:moveTo>
                    <a:pt x="137681" y="446810"/>
                  </a:moveTo>
                  <a:lnTo>
                    <a:pt x="161023" y="439770"/>
                  </a:lnTo>
                  <a:lnTo>
                    <a:pt x="139557" y="436714"/>
                  </a:lnTo>
                  <a:close/>
                  <a:moveTo>
                    <a:pt x="139557" y="436714"/>
                  </a:moveTo>
                  <a:lnTo>
                    <a:pt x="161023" y="439770"/>
                  </a:lnTo>
                  <a:lnTo>
                    <a:pt x="177105" y="388529"/>
                  </a:lnTo>
                  <a:close/>
                  <a:moveTo>
                    <a:pt x="141915" y="390050"/>
                  </a:moveTo>
                  <a:lnTo>
                    <a:pt x="139557" y="436714"/>
                  </a:lnTo>
                  <a:lnTo>
                    <a:pt x="177105" y="388529"/>
                  </a:lnTo>
                  <a:close/>
                  <a:moveTo>
                    <a:pt x="570010" y="778029"/>
                  </a:moveTo>
                  <a:lnTo>
                    <a:pt x="605901" y="775938"/>
                  </a:lnTo>
                  <a:lnTo>
                    <a:pt x="599511" y="736386"/>
                  </a:lnTo>
                  <a:close/>
                  <a:moveTo>
                    <a:pt x="324367" y="529061"/>
                  </a:moveTo>
                  <a:lnTo>
                    <a:pt x="320258" y="534920"/>
                  </a:lnTo>
                  <a:lnTo>
                    <a:pt x="362999" y="524742"/>
                  </a:lnTo>
                  <a:close/>
                  <a:moveTo>
                    <a:pt x="318425" y="528066"/>
                  </a:moveTo>
                  <a:lnTo>
                    <a:pt x="324367" y="529061"/>
                  </a:lnTo>
                  <a:lnTo>
                    <a:pt x="348342" y="515345"/>
                  </a:lnTo>
                  <a:close/>
                  <a:moveTo>
                    <a:pt x="494703" y="608750"/>
                  </a:moveTo>
                  <a:lnTo>
                    <a:pt x="514924" y="661482"/>
                  </a:lnTo>
                  <a:lnTo>
                    <a:pt x="502200" y="645505"/>
                  </a:lnTo>
                  <a:close/>
                  <a:moveTo>
                    <a:pt x="494703" y="608750"/>
                  </a:moveTo>
                  <a:lnTo>
                    <a:pt x="486712" y="612583"/>
                  </a:lnTo>
                  <a:lnTo>
                    <a:pt x="474881" y="643092"/>
                  </a:lnTo>
                  <a:close/>
                  <a:moveTo>
                    <a:pt x="394963" y="515668"/>
                  </a:moveTo>
                  <a:lnTo>
                    <a:pt x="424162" y="502106"/>
                  </a:lnTo>
                  <a:lnTo>
                    <a:pt x="366066" y="485404"/>
                  </a:lnTo>
                  <a:close/>
                  <a:moveTo>
                    <a:pt x="427801" y="495436"/>
                  </a:moveTo>
                  <a:lnTo>
                    <a:pt x="452036" y="506533"/>
                  </a:lnTo>
                  <a:lnTo>
                    <a:pt x="434663" y="498485"/>
                  </a:lnTo>
                  <a:close/>
                  <a:moveTo>
                    <a:pt x="427801" y="495436"/>
                  </a:moveTo>
                  <a:lnTo>
                    <a:pt x="434663" y="498485"/>
                  </a:lnTo>
                  <a:lnTo>
                    <a:pt x="438282" y="490627"/>
                  </a:lnTo>
                  <a:close/>
                  <a:moveTo>
                    <a:pt x="427801" y="495436"/>
                  </a:moveTo>
                  <a:lnTo>
                    <a:pt x="438282" y="490627"/>
                  </a:lnTo>
                  <a:lnTo>
                    <a:pt x="390966" y="482294"/>
                  </a:lnTo>
                  <a:close/>
                  <a:moveTo>
                    <a:pt x="656034" y="583281"/>
                  </a:moveTo>
                  <a:lnTo>
                    <a:pt x="626095" y="580532"/>
                  </a:lnTo>
                  <a:lnTo>
                    <a:pt x="656777" y="627424"/>
                  </a:lnTo>
                  <a:close/>
                  <a:moveTo>
                    <a:pt x="613972" y="500777"/>
                  </a:moveTo>
                  <a:lnTo>
                    <a:pt x="573075" y="464118"/>
                  </a:lnTo>
                  <a:lnTo>
                    <a:pt x="613877" y="500971"/>
                  </a:lnTo>
                  <a:close/>
                  <a:moveTo>
                    <a:pt x="569594" y="465137"/>
                  </a:moveTo>
                  <a:lnTo>
                    <a:pt x="567496" y="451589"/>
                  </a:lnTo>
                  <a:lnTo>
                    <a:pt x="528641" y="430892"/>
                  </a:lnTo>
                  <a:close/>
                  <a:moveTo>
                    <a:pt x="481580" y="379515"/>
                  </a:moveTo>
                  <a:lnTo>
                    <a:pt x="502583" y="390608"/>
                  </a:lnTo>
                  <a:lnTo>
                    <a:pt x="460715" y="365236"/>
                  </a:lnTo>
                  <a:close/>
                  <a:moveTo>
                    <a:pt x="445010" y="353853"/>
                  </a:moveTo>
                  <a:lnTo>
                    <a:pt x="460715" y="365236"/>
                  </a:lnTo>
                  <a:lnTo>
                    <a:pt x="415635" y="330050"/>
                  </a:lnTo>
                  <a:close/>
                  <a:moveTo>
                    <a:pt x="415635" y="330050"/>
                  </a:moveTo>
                  <a:lnTo>
                    <a:pt x="460715" y="365236"/>
                  </a:lnTo>
                  <a:lnTo>
                    <a:pt x="424798" y="334281"/>
                  </a:lnTo>
                  <a:close/>
                  <a:moveTo>
                    <a:pt x="481580" y="379515"/>
                  </a:moveTo>
                  <a:lnTo>
                    <a:pt x="460715" y="365236"/>
                  </a:lnTo>
                  <a:lnTo>
                    <a:pt x="445010" y="353853"/>
                  </a:lnTo>
                  <a:close/>
                  <a:moveTo>
                    <a:pt x="662793" y="462525"/>
                  </a:moveTo>
                  <a:lnTo>
                    <a:pt x="632575" y="446935"/>
                  </a:lnTo>
                  <a:lnTo>
                    <a:pt x="613972" y="500777"/>
                  </a:lnTo>
                  <a:close/>
                  <a:moveTo>
                    <a:pt x="528641" y="430892"/>
                  </a:moveTo>
                  <a:lnTo>
                    <a:pt x="567496" y="451589"/>
                  </a:lnTo>
                  <a:lnTo>
                    <a:pt x="583840" y="416488"/>
                  </a:lnTo>
                  <a:close/>
                  <a:moveTo>
                    <a:pt x="632575" y="446935"/>
                  </a:moveTo>
                  <a:lnTo>
                    <a:pt x="662793" y="462525"/>
                  </a:lnTo>
                  <a:lnTo>
                    <a:pt x="672845" y="435372"/>
                  </a:lnTo>
                  <a:close/>
                  <a:moveTo>
                    <a:pt x="623308" y="439476"/>
                  </a:moveTo>
                  <a:lnTo>
                    <a:pt x="672845" y="435372"/>
                  </a:lnTo>
                  <a:lnTo>
                    <a:pt x="677227" y="420286"/>
                  </a:lnTo>
                  <a:close/>
                  <a:moveTo>
                    <a:pt x="814989" y="490571"/>
                  </a:moveTo>
                  <a:lnTo>
                    <a:pt x="815617" y="540016"/>
                  </a:lnTo>
                  <a:lnTo>
                    <a:pt x="857974" y="501555"/>
                  </a:lnTo>
                  <a:close/>
                  <a:moveTo>
                    <a:pt x="795279" y="461847"/>
                  </a:moveTo>
                  <a:lnTo>
                    <a:pt x="816615" y="471498"/>
                  </a:lnTo>
                  <a:lnTo>
                    <a:pt x="793477" y="449323"/>
                  </a:lnTo>
                  <a:close/>
                  <a:moveTo>
                    <a:pt x="756321" y="421684"/>
                  </a:moveTo>
                  <a:lnTo>
                    <a:pt x="795279" y="461847"/>
                  </a:lnTo>
                  <a:lnTo>
                    <a:pt x="793477" y="449323"/>
                  </a:lnTo>
                  <a:close/>
                  <a:moveTo>
                    <a:pt x="961859" y="640812"/>
                  </a:moveTo>
                  <a:lnTo>
                    <a:pt x="1000700" y="661454"/>
                  </a:lnTo>
                  <a:lnTo>
                    <a:pt x="1022176" y="645542"/>
                  </a:lnTo>
                  <a:close/>
                  <a:moveTo>
                    <a:pt x="814864" y="401178"/>
                  </a:moveTo>
                  <a:lnTo>
                    <a:pt x="774667" y="406769"/>
                  </a:lnTo>
                  <a:lnTo>
                    <a:pt x="821934" y="440177"/>
                  </a:lnTo>
                  <a:close/>
                  <a:moveTo>
                    <a:pt x="751400" y="412568"/>
                  </a:moveTo>
                  <a:lnTo>
                    <a:pt x="774667" y="406769"/>
                  </a:lnTo>
                  <a:lnTo>
                    <a:pt x="782130" y="370932"/>
                  </a:lnTo>
                  <a:close/>
                  <a:moveTo>
                    <a:pt x="774667" y="406769"/>
                  </a:moveTo>
                  <a:lnTo>
                    <a:pt x="814864" y="401178"/>
                  </a:lnTo>
                  <a:lnTo>
                    <a:pt x="782130" y="370932"/>
                  </a:lnTo>
                  <a:close/>
                  <a:moveTo>
                    <a:pt x="814864" y="401178"/>
                  </a:moveTo>
                  <a:lnTo>
                    <a:pt x="819116" y="384638"/>
                  </a:lnTo>
                  <a:lnTo>
                    <a:pt x="782130" y="370932"/>
                  </a:lnTo>
                  <a:close/>
                  <a:moveTo>
                    <a:pt x="1062297" y="603943"/>
                  </a:moveTo>
                  <a:lnTo>
                    <a:pt x="1022176" y="645542"/>
                  </a:lnTo>
                  <a:lnTo>
                    <a:pt x="1056675" y="649951"/>
                  </a:lnTo>
                  <a:close/>
                  <a:moveTo>
                    <a:pt x="1092430" y="606533"/>
                  </a:moveTo>
                  <a:lnTo>
                    <a:pt x="1062297" y="603943"/>
                  </a:lnTo>
                  <a:lnTo>
                    <a:pt x="1056675" y="649951"/>
                  </a:lnTo>
                  <a:close/>
                  <a:moveTo>
                    <a:pt x="870180" y="341446"/>
                  </a:moveTo>
                  <a:lnTo>
                    <a:pt x="882235" y="304691"/>
                  </a:lnTo>
                  <a:lnTo>
                    <a:pt x="865976" y="341966"/>
                  </a:lnTo>
                  <a:close/>
                  <a:moveTo>
                    <a:pt x="865976" y="341966"/>
                  </a:moveTo>
                  <a:lnTo>
                    <a:pt x="852266" y="308365"/>
                  </a:lnTo>
                  <a:lnTo>
                    <a:pt x="865125" y="341446"/>
                  </a:lnTo>
                  <a:close/>
                  <a:moveTo>
                    <a:pt x="870180" y="341446"/>
                  </a:moveTo>
                  <a:lnTo>
                    <a:pt x="868116" y="340226"/>
                  </a:lnTo>
                  <a:lnTo>
                    <a:pt x="882235" y="304691"/>
                  </a:lnTo>
                  <a:close/>
                  <a:moveTo>
                    <a:pt x="950770" y="237712"/>
                  </a:moveTo>
                  <a:lnTo>
                    <a:pt x="912643" y="241620"/>
                  </a:lnTo>
                  <a:lnTo>
                    <a:pt x="955516" y="278601"/>
                  </a:lnTo>
                  <a:close/>
                  <a:moveTo>
                    <a:pt x="912643" y="241620"/>
                  </a:moveTo>
                  <a:lnTo>
                    <a:pt x="908255" y="233570"/>
                  </a:lnTo>
                  <a:lnTo>
                    <a:pt x="909031" y="279247"/>
                  </a:lnTo>
                  <a:close/>
                  <a:moveTo>
                    <a:pt x="1038229" y="380589"/>
                  </a:moveTo>
                  <a:lnTo>
                    <a:pt x="1074665" y="370153"/>
                  </a:lnTo>
                  <a:lnTo>
                    <a:pt x="1080381" y="353751"/>
                  </a:lnTo>
                  <a:close/>
                  <a:moveTo>
                    <a:pt x="1027592" y="377165"/>
                  </a:moveTo>
                  <a:lnTo>
                    <a:pt x="1038229" y="380589"/>
                  </a:lnTo>
                  <a:lnTo>
                    <a:pt x="1080381" y="353751"/>
                  </a:lnTo>
                  <a:close/>
                  <a:moveTo>
                    <a:pt x="1074665" y="370153"/>
                  </a:moveTo>
                  <a:lnTo>
                    <a:pt x="1098704" y="363406"/>
                  </a:lnTo>
                  <a:lnTo>
                    <a:pt x="1080381" y="353751"/>
                  </a:lnTo>
                  <a:close/>
                  <a:moveTo>
                    <a:pt x="987723" y="297164"/>
                  </a:moveTo>
                  <a:lnTo>
                    <a:pt x="1003246" y="286141"/>
                  </a:lnTo>
                  <a:lnTo>
                    <a:pt x="969717" y="285359"/>
                  </a:lnTo>
                  <a:close/>
                  <a:moveTo>
                    <a:pt x="1101528" y="309468"/>
                  </a:moveTo>
                  <a:lnTo>
                    <a:pt x="1098704" y="363406"/>
                  </a:lnTo>
                  <a:lnTo>
                    <a:pt x="1129048" y="314923"/>
                  </a:lnTo>
                  <a:close/>
                  <a:moveTo>
                    <a:pt x="1129048" y="314923"/>
                  </a:moveTo>
                  <a:lnTo>
                    <a:pt x="1098704" y="363406"/>
                  </a:lnTo>
                  <a:lnTo>
                    <a:pt x="1122020" y="358742"/>
                  </a:lnTo>
                  <a:close/>
                  <a:moveTo>
                    <a:pt x="1041798" y="253141"/>
                  </a:moveTo>
                  <a:lnTo>
                    <a:pt x="1059869" y="289896"/>
                  </a:lnTo>
                  <a:lnTo>
                    <a:pt x="1031135" y="244212"/>
                  </a:lnTo>
                  <a:close/>
                  <a:moveTo>
                    <a:pt x="919243" y="57266"/>
                  </a:moveTo>
                  <a:lnTo>
                    <a:pt x="946219" y="52183"/>
                  </a:lnTo>
                  <a:lnTo>
                    <a:pt x="923766" y="45717"/>
                  </a:lnTo>
                  <a:close/>
                  <a:moveTo>
                    <a:pt x="1161971" y="308604"/>
                  </a:moveTo>
                  <a:lnTo>
                    <a:pt x="1129048" y="314923"/>
                  </a:lnTo>
                  <a:lnTo>
                    <a:pt x="1161422" y="311390"/>
                  </a:lnTo>
                  <a:close/>
                  <a:moveTo>
                    <a:pt x="1161971" y="308604"/>
                  </a:moveTo>
                  <a:lnTo>
                    <a:pt x="1130274" y="307284"/>
                  </a:lnTo>
                  <a:lnTo>
                    <a:pt x="1129048" y="314923"/>
                  </a:lnTo>
                  <a:close/>
                  <a:moveTo>
                    <a:pt x="1130274" y="307284"/>
                  </a:moveTo>
                  <a:lnTo>
                    <a:pt x="1161971" y="308604"/>
                  </a:lnTo>
                  <a:lnTo>
                    <a:pt x="1171508" y="256103"/>
                  </a:lnTo>
                  <a:close/>
                  <a:moveTo>
                    <a:pt x="1130274" y="307284"/>
                  </a:moveTo>
                  <a:lnTo>
                    <a:pt x="1171508" y="256103"/>
                  </a:lnTo>
                  <a:lnTo>
                    <a:pt x="1136735" y="257285"/>
                  </a:lnTo>
                  <a:close/>
                  <a:moveTo>
                    <a:pt x="1171508" y="256103"/>
                  </a:moveTo>
                  <a:lnTo>
                    <a:pt x="1171857" y="254194"/>
                  </a:lnTo>
                  <a:lnTo>
                    <a:pt x="1138219" y="253007"/>
                  </a:lnTo>
                  <a:close/>
                  <a:moveTo>
                    <a:pt x="970591" y="0"/>
                  </a:moveTo>
                  <a:lnTo>
                    <a:pt x="946219" y="52183"/>
                  </a:lnTo>
                  <a:lnTo>
                    <a:pt x="962371" y="49292"/>
                  </a:lnTo>
                  <a:close/>
                  <a:moveTo>
                    <a:pt x="1008506" y="38874"/>
                  </a:moveTo>
                  <a:lnTo>
                    <a:pt x="1010217" y="34999"/>
                  </a:lnTo>
                  <a:lnTo>
                    <a:pt x="991147" y="48487"/>
                  </a:lnTo>
                  <a:close/>
                  <a:moveTo>
                    <a:pt x="970591" y="0"/>
                  </a:moveTo>
                  <a:lnTo>
                    <a:pt x="962371" y="49292"/>
                  </a:lnTo>
                  <a:lnTo>
                    <a:pt x="991147" y="48487"/>
                  </a:lnTo>
                  <a:close/>
                  <a:moveTo>
                    <a:pt x="1171857" y="254194"/>
                  </a:moveTo>
                  <a:lnTo>
                    <a:pt x="1183774" y="202544"/>
                  </a:lnTo>
                  <a:lnTo>
                    <a:pt x="1138219" y="253007"/>
                  </a:lnTo>
                  <a:close/>
                  <a:moveTo>
                    <a:pt x="1171857" y="254194"/>
                  </a:moveTo>
                  <a:lnTo>
                    <a:pt x="1204977" y="253450"/>
                  </a:lnTo>
                  <a:lnTo>
                    <a:pt x="1221700" y="219766"/>
                  </a:lnTo>
                  <a:close/>
                  <a:moveTo>
                    <a:pt x="1254611" y="197971"/>
                  </a:moveTo>
                  <a:lnTo>
                    <a:pt x="1226822" y="193475"/>
                  </a:lnTo>
                  <a:lnTo>
                    <a:pt x="1221700" y="219766"/>
                  </a:lnTo>
                  <a:close/>
                  <a:moveTo>
                    <a:pt x="1226822" y="193475"/>
                  </a:moveTo>
                  <a:lnTo>
                    <a:pt x="1254611" y="197971"/>
                  </a:lnTo>
                  <a:lnTo>
                    <a:pt x="1249994" y="156978"/>
                  </a:lnTo>
                  <a:close/>
                  <a:moveTo>
                    <a:pt x="1096510" y="83910"/>
                  </a:moveTo>
                  <a:lnTo>
                    <a:pt x="1125166" y="87702"/>
                  </a:lnTo>
                  <a:lnTo>
                    <a:pt x="1115678" y="50668"/>
                  </a:lnTo>
                  <a:close/>
                  <a:moveTo>
                    <a:pt x="1115678" y="50668"/>
                  </a:moveTo>
                  <a:lnTo>
                    <a:pt x="1142646" y="91326"/>
                  </a:lnTo>
                  <a:lnTo>
                    <a:pt x="1135787" y="54571"/>
                  </a:lnTo>
                  <a:close/>
                  <a:moveTo>
                    <a:pt x="1115678" y="50668"/>
                  </a:moveTo>
                  <a:lnTo>
                    <a:pt x="1125166" y="87702"/>
                  </a:lnTo>
                  <a:lnTo>
                    <a:pt x="1142646" y="9132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61" name="Input_density__160">
              <a:extLst>
                <a:ext uri="{FF2B5EF4-FFF2-40B4-BE49-F238E27FC236}">
                  <a16:creationId xmlns:a16="http://schemas.microsoft.com/office/drawing/2014/main" id="{D50CFB10-CB0C-B8CE-D37E-86425D732FE0}"/>
                </a:ext>
              </a:extLst>
            </p:cNvPr>
            <p:cNvSpPr>
              <a:spLocks noGrp="1"/>
            </p:cNvSpPr>
            <p:nvPr/>
          </p:nvSpPr>
          <p:spPr>
            <a:xfrm>
              <a:off x="502955" y="1581214"/>
              <a:ext cx="1274929" cy="958035"/>
            </a:xfrm>
            <a:custGeom>
              <a:avLst/>
              <a:gdLst/>
              <a:ahLst/>
              <a:cxnLst/>
              <a:rect l="0" t="0" r="0" b="0"/>
              <a:pathLst>
                <a:path w="1274929" h="958035">
                  <a:moveTo>
                    <a:pt x="82061" y="640096"/>
                  </a:moveTo>
                  <a:lnTo>
                    <a:pt x="65524" y="657279"/>
                  </a:lnTo>
                  <a:lnTo>
                    <a:pt x="96359" y="676851"/>
                  </a:lnTo>
                  <a:close/>
                  <a:moveTo>
                    <a:pt x="32635" y="603341"/>
                  </a:moveTo>
                  <a:lnTo>
                    <a:pt x="6123" y="575451"/>
                  </a:lnTo>
                  <a:lnTo>
                    <a:pt x="0" y="583769"/>
                  </a:lnTo>
                  <a:close/>
                  <a:moveTo>
                    <a:pt x="32635" y="603341"/>
                  </a:moveTo>
                  <a:lnTo>
                    <a:pt x="0" y="583769"/>
                  </a:lnTo>
                  <a:lnTo>
                    <a:pt x="24935" y="620524"/>
                  </a:lnTo>
                  <a:close/>
                  <a:moveTo>
                    <a:pt x="383415" y="880197"/>
                  </a:moveTo>
                  <a:lnTo>
                    <a:pt x="380429" y="928672"/>
                  </a:lnTo>
                  <a:lnTo>
                    <a:pt x="396093" y="891027"/>
                  </a:lnTo>
                  <a:close/>
                  <a:moveTo>
                    <a:pt x="383415" y="880197"/>
                  </a:moveTo>
                  <a:lnTo>
                    <a:pt x="341797" y="897381"/>
                  </a:lnTo>
                  <a:lnTo>
                    <a:pt x="380429" y="928672"/>
                  </a:lnTo>
                  <a:close/>
                  <a:moveTo>
                    <a:pt x="396093" y="891027"/>
                  </a:moveTo>
                  <a:lnTo>
                    <a:pt x="380429" y="928672"/>
                  </a:lnTo>
                  <a:lnTo>
                    <a:pt x="430814" y="896267"/>
                  </a:lnTo>
                  <a:close/>
                  <a:moveTo>
                    <a:pt x="342369" y="814740"/>
                  </a:moveTo>
                  <a:lnTo>
                    <a:pt x="330016" y="814979"/>
                  </a:lnTo>
                  <a:lnTo>
                    <a:pt x="382419" y="843442"/>
                  </a:lnTo>
                  <a:close/>
                  <a:moveTo>
                    <a:pt x="480654" y="958035"/>
                  </a:moveTo>
                  <a:lnTo>
                    <a:pt x="519364" y="936524"/>
                  </a:lnTo>
                  <a:lnTo>
                    <a:pt x="485188" y="949080"/>
                  </a:lnTo>
                  <a:close/>
                  <a:moveTo>
                    <a:pt x="536901" y="947551"/>
                  </a:moveTo>
                  <a:lnTo>
                    <a:pt x="519364" y="936524"/>
                  </a:lnTo>
                  <a:lnTo>
                    <a:pt x="480654" y="958035"/>
                  </a:lnTo>
                  <a:close/>
                  <a:moveTo>
                    <a:pt x="485188" y="949080"/>
                  </a:moveTo>
                  <a:lnTo>
                    <a:pt x="519364" y="936524"/>
                  </a:lnTo>
                  <a:lnTo>
                    <a:pt x="496997" y="922931"/>
                  </a:lnTo>
                  <a:close/>
                  <a:moveTo>
                    <a:pt x="433981" y="874128"/>
                  </a:moveTo>
                  <a:lnTo>
                    <a:pt x="396093" y="891027"/>
                  </a:lnTo>
                  <a:lnTo>
                    <a:pt x="430814" y="896267"/>
                  </a:lnTo>
                  <a:close/>
                  <a:moveTo>
                    <a:pt x="382419" y="843442"/>
                  </a:moveTo>
                  <a:lnTo>
                    <a:pt x="384672" y="842380"/>
                  </a:lnTo>
                  <a:lnTo>
                    <a:pt x="342369" y="814740"/>
                  </a:lnTo>
                  <a:close/>
                  <a:moveTo>
                    <a:pt x="384672" y="842380"/>
                  </a:moveTo>
                  <a:lnTo>
                    <a:pt x="420683" y="840192"/>
                  </a:lnTo>
                  <a:lnTo>
                    <a:pt x="403143" y="821181"/>
                  </a:lnTo>
                  <a:close/>
                  <a:moveTo>
                    <a:pt x="221942" y="687335"/>
                  </a:moveTo>
                  <a:lnTo>
                    <a:pt x="246474" y="694480"/>
                  </a:lnTo>
                  <a:lnTo>
                    <a:pt x="243335" y="652284"/>
                  </a:lnTo>
                  <a:close/>
                  <a:moveTo>
                    <a:pt x="246474" y="694480"/>
                  </a:moveTo>
                  <a:lnTo>
                    <a:pt x="260631" y="696422"/>
                  </a:lnTo>
                  <a:lnTo>
                    <a:pt x="243335" y="652284"/>
                  </a:lnTo>
                  <a:close/>
                  <a:moveTo>
                    <a:pt x="519364" y="936524"/>
                  </a:moveTo>
                  <a:lnTo>
                    <a:pt x="536901" y="947551"/>
                  </a:lnTo>
                  <a:lnTo>
                    <a:pt x="538940" y="932469"/>
                  </a:lnTo>
                  <a:close/>
                  <a:moveTo>
                    <a:pt x="538940" y="932469"/>
                  </a:moveTo>
                  <a:lnTo>
                    <a:pt x="496997" y="922931"/>
                  </a:lnTo>
                  <a:lnTo>
                    <a:pt x="519364" y="936524"/>
                  </a:lnTo>
                  <a:close/>
                  <a:moveTo>
                    <a:pt x="505635" y="887709"/>
                  </a:moveTo>
                  <a:lnTo>
                    <a:pt x="496997" y="922931"/>
                  </a:lnTo>
                  <a:lnTo>
                    <a:pt x="538940" y="932469"/>
                  </a:lnTo>
                  <a:close/>
                  <a:moveTo>
                    <a:pt x="544499" y="883202"/>
                  </a:moveTo>
                  <a:lnTo>
                    <a:pt x="505635" y="887709"/>
                  </a:lnTo>
                  <a:lnTo>
                    <a:pt x="538940" y="932469"/>
                  </a:lnTo>
                  <a:close/>
                  <a:moveTo>
                    <a:pt x="576620" y="928924"/>
                  </a:moveTo>
                  <a:lnTo>
                    <a:pt x="538940" y="932469"/>
                  </a:lnTo>
                  <a:lnTo>
                    <a:pt x="536901" y="947551"/>
                  </a:lnTo>
                  <a:close/>
                  <a:moveTo>
                    <a:pt x="505635" y="887709"/>
                  </a:moveTo>
                  <a:lnTo>
                    <a:pt x="544499" y="883202"/>
                  </a:lnTo>
                  <a:lnTo>
                    <a:pt x="508093" y="868210"/>
                  </a:lnTo>
                  <a:close/>
                  <a:moveTo>
                    <a:pt x="544499" y="883202"/>
                  </a:moveTo>
                  <a:lnTo>
                    <a:pt x="544937" y="881386"/>
                  </a:lnTo>
                  <a:lnTo>
                    <a:pt x="508093" y="868210"/>
                  </a:lnTo>
                  <a:close/>
                  <a:moveTo>
                    <a:pt x="468520" y="816462"/>
                  </a:moveTo>
                  <a:lnTo>
                    <a:pt x="477705" y="809075"/>
                  </a:lnTo>
                  <a:lnTo>
                    <a:pt x="450799" y="778574"/>
                  </a:lnTo>
                  <a:close/>
                  <a:moveTo>
                    <a:pt x="185958" y="441526"/>
                  </a:moveTo>
                  <a:lnTo>
                    <a:pt x="162617" y="448566"/>
                  </a:lnTo>
                  <a:lnTo>
                    <a:pt x="192346" y="442914"/>
                  </a:lnTo>
                  <a:close/>
                  <a:moveTo>
                    <a:pt x="551167" y="833034"/>
                  </a:moveTo>
                  <a:lnTo>
                    <a:pt x="508093" y="868210"/>
                  </a:lnTo>
                  <a:lnTo>
                    <a:pt x="544937" y="881386"/>
                  </a:lnTo>
                  <a:close/>
                  <a:moveTo>
                    <a:pt x="551167" y="833034"/>
                  </a:moveTo>
                  <a:lnTo>
                    <a:pt x="580579" y="836211"/>
                  </a:lnTo>
                  <a:lnTo>
                    <a:pt x="549014" y="800422"/>
                  </a:lnTo>
                  <a:close/>
                  <a:moveTo>
                    <a:pt x="504099" y="799464"/>
                  </a:moveTo>
                  <a:lnTo>
                    <a:pt x="450799" y="778574"/>
                  </a:lnTo>
                  <a:lnTo>
                    <a:pt x="477705" y="809075"/>
                  </a:lnTo>
                  <a:close/>
                  <a:moveTo>
                    <a:pt x="495300" y="761870"/>
                  </a:moveTo>
                  <a:lnTo>
                    <a:pt x="456570" y="766269"/>
                  </a:lnTo>
                  <a:lnTo>
                    <a:pt x="504099" y="799464"/>
                  </a:lnTo>
                  <a:close/>
                  <a:moveTo>
                    <a:pt x="456570" y="766269"/>
                  </a:moveTo>
                  <a:lnTo>
                    <a:pt x="495300" y="761870"/>
                  </a:lnTo>
                  <a:lnTo>
                    <a:pt x="481602" y="728260"/>
                  </a:lnTo>
                  <a:close/>
                  <a:moveTo>
                    <a:pt x="456570" y="766269"/>
                  </a:moveTo>
                  <a:lnTo>
                    <a:pt x="481602" y="728260"/>
                  </a:lnTo>
                  <a:lnTo>
                    <a:pt x="439937" y="735045"/>
                  </a:lnTo>
                  <a:close/>
                  <a:moveTo>
                    <a:pt x="439937" y="735045"/>
                  </a:moveTo>
                  <a:lnTo>
                    <a:pt x="481602" y="728260"/>
                  </a:lnTo>
                  <a:lnTo>
                    <a:pt x="435595" y="693827"/>
                  </a:lnTo>
                  <a:close/>
                  <a:moveTo>
                    <a:pt x="343360" y="529822"/>
                  </a:moveTo>
                  <a:lnTo>
                    <a:pt x="326084" y="551790"/>
                  </a:lnTo>
                  <a:lnTo>
                    <a:pt x="338616" y="539505"/>
                  </a:lnTo>
                  <a:close/>
                  <a:moveTo>
                    <a:pt x="166851" y="391805"/>
                  </a:moveTo>
                  <a:lnTo>
                    <a:pt x="202040" y="390285"/>
                  </a:lnTo>
                  <a:lnTo>
                    <a:pt x="168974" y="376128"/>
                  </a:lnTo>
                  <a:close/>
                  <a:moveTo>
                    <a:pt x="202040" y="390285"/>
                  </a:moveTo>
                  <a:lnTo>
                    <a:pt x="203882" y="382067"/>
                  </a:lnTo>
                  <a:lnTo>
                    <a:pt x="168974" y="376128"/>
                  </a:lnTo>
                  <a:close/>
                  <a:moveTo>
                    <a:pt x="202040" y="390285"/>
                  </a:moveTo>
                  <a:lnTo>
                    <a:pt x="211229" y="387587"/>
                  </a:lnTo>
                  <a:lnTo>
                    <a:pt x="203882" y="382067"/>
                  </a:lnTo>
                  <a:close/>
                  <a:moveTo>
                    <a:pt x="594945" y="779784"/>
                  </a:moveTo>
                  <a:lnTo>
                    <a:pt x="549014" y="800422"/>
                  </a:lnTo>
                  <a:lnTo>
                    <a:pt x="586468" y="815879"/>
                  </a:lnTo>
                  <a:close/>
                  <a:moveTo>
                    <a:pt x="349302" y="530817"/>
                  </a:moveTo>
                  <a:lnTo>
                    <a:pt x="387934" y="526498"/>
                  </a:lnTo>
                  <a:lnTo>
                    <a:pt x="373277" y="517101"/>
                  </a:lnTo>
                  <a:close/>
                  <a:moveTo>
                    <a:pt x="316444" y="407159"/>
                  </a:moveTo>
                  <a:lnTo>
                    <a:pt x="344148" y="443914"/>
                  </a:lnTo>
                  <a:lnTo>
                    <a:pt x="314478" y="424342"/>
                  </a:lnTo>
                  <a:close/>
                  <a:moveTo>
                    <a:pt x="261484" y="413794"/>
                  </a:moveTo>
                  <a:lnTo>
                    <a:pt x="294532" y="407159"/>
                  </a:lnTo>
                  <a:lnTo>
                    <a:pt x="263605" y="384576"/>
                  </a:lnTo>
                  <a:close/>
                  <a:moveTo>
                    <a:pt x="211229" y="387587"/>
                  </a:moveTo>
                  <a:lnTo>
                    <a:pt x="236020" y="370404"/>
                  </a:lnTo>
                  <a:lnTo>
                    <a:pt x="203882" y="382067"/>
                  </a:lnTo>
                  <a:close/>
                  <a:moveTo>
                    <a:pt x="466628" y="536995"/>
                  </a:moveTo>
                  <a:lnTo>
                    <a:pt x="459599" y="500241"/>
                  </a:lnTo>
                  <a:lnTo>
                    <a:pt x="467507" y="524050"/>
                  </a:lnTo>
                  <a:close/>
                  <a:moveTo>
                    <a:pt x="452736" y="497192"/>
                  </a:moveTo>
                  <a:lnTo>
                    <a:pt x="449097" y="503862"/>
                  </a:lnTo>
                  <a:lnTo>
                    <a:pt x="446493" y="517424"/>
                  </a:lnTo>
                  <a:close/>
                  <a:moveTo>
                    <a:pt x="346432" y="445100"/>
                  </a:moveTo>
                  <a:lnTo>
                    <a:pt x="344148" y="443914"/>
                  </a:lnTo>
                  <a:lnTo>
                    <a:pt x="365652" y="426730"/>
                  </a:lnTo>
                  <a:close/>
                  <a:moveTo>
                    <a:pt x="346432" y="445100"/>
                  </a:moveTo>
                  <a:lnTo>
                    <a:pt x="367510" y="427696"/>
                  </a:lnTo>
                  <a:lnTo>
                    <a:pt x="347580" y="443914"/>
                  </a:lnTo>
                  <a:close/>
                  <a:moveTo>
                    <a:pt x="344861" y="400187"/>
                  </a:moveTo>
                  <a:lnTo>
                    <a:pt x="367002" y="425798"/>
                  </a:lnTo>
                  <a:lnTo>
                    <a:pt x="316444" y="407159"/>
                  </a:lnTo>
                  <a:close/>
                  <a:moveTo>
                    <a:pt x="316444" y="407159"/>
                  </a:moveTo>
                  <a:lnTo>
                    <a:pt x="365652" y="426730"/>
                  </a:lnTo>
                  <a:lnTo>
                    <a:pt x="344148" y="443914"/>
                  </a:lnTo>
                  <a:close/>
                  <a:moveTo>
                    <a:pt x="301914" y="307020"/>
                  </a:moveTo>
                  <a:lnTo>
                    <a:pt x="276029" y="306449"/>
                  </a:lnTo>
                  <a:lnTo>
                    <a:pt x="244364" y="312635"/>
                  </a:lnTo>
                  <a:close/>
                  <a:moveTo>
                    <a:pt x="301914" y="307020"/>
                  </a:moveTo>
                  <a:lnTo>
                    <a:pt x="323569" y="316466"/>
                  </a:lnTo>
                  <a:lnTo>
                    <a:pt x="311650" y="315055"/>
                  </a:lnTo>
                  <a:close/>
                  <a:moveTo>
                    <a:pt x="637256" y="772475"/>
                  </a:moveTo>
                  <a:lnTo>
                    <a:pt x="613808" y="764449"/>
                  </a:lnTo>
                  <a:lnTo>
                    <a:pt x="624923" y="737754"/>
                  </a:lnTo>
                  <a:close/>
                  <a:moveTo>
                    <a:pt x="732942" y="612893"/>
                  </a:moveTo>
                  <a:lnTo>
                    <a:pt x="709820" y="666832"/>
                  </a:lnTo>
                  <a:lnTo>
                    <a:pt x="742890" y="649649"/>
                  </a:lnTo>
                  <a:close/>
                  <a:moveTo>
                    <a:pt x="638813" y="502726"/>
                  </a:moveTo>
                  <a:lnTo>
                    <a:pt x="600604" y="506701"/>
                  </a:lnTo>
                  <a:lnTo>
                    <a:pt x="633158" y="552071"/>
                  </a:lnTo>
                  <a:close/>
                  <a:moveTo>
                    <a:pt x="547846" y="477757"/>
                  </a:moveTo>
                  <a:lnTo>
                    <a:pt x="524540" y="469616"/>
                  </a:lnTo>
                  <a:lnTo>
                    <a:pt x="559609" y="512941"/>
                  </a:lnTo>
                  <a:close/>
                  <a:moveTo>
                    <a:pt x="638813" y="502726"/>
                  </a:moveTo>
                  <a:lnTo>
                    <a:pt x="594529" y="466893"/>
                  </a:lnTo>
                  <a:lnTo>
                    <a:pt x="600604" y="506701"/>
                  </a:lnTo>
                  <a:close/>
                  <a:moveTo>
                    <a:pt x="547846" y="477757"/>
                  </a:moveTo>
                  <a:lnTo>
                    <a:pt x="594529" y="466893"/>
                  </a:lnTo>
                  <a:lnTo>
                    <a:pt x="553576" y="432648"/>
                  </a:lnTo>
                  <a:close/>
                  <a:moveTo>
                    <a:pt x="527519" y="392364"/>
                  </a:moveTo>
                  <a:lnTo>
                    <a:pt x="536867" y="397189"/>
                  </a:lnTo>
                  <a:lnTo>
                    <a:pt x="485651" y="366991"/>
                  </a:lnTo>
                  <a:close/>
                  <a:moveTo>
                    <a:pt x="440570" y="331806"/>
                  </a:moveTo>
                  <a:lnTo>
                    <a:pt x="449734" y="336037"/>
                  </a:lnTo>
                  <a:lnTo>
                    <a:pt x="433792" y="330154"/>
                  </a:lnTo>
                  <a:close/>
                  <a:moveTo>
                    <a:pt x="598011" y="465874"/>
                  </a:moveTo>
                  <a:lnTo>
                    <a:pt x="638907" y="502532"/>
                  </a:lnTo>
                  <a:lnTo>
                    <a:pt x="646671" y="451591"/>
                  </a:lnTo>
                  <a:close/>
                  <a:moveTo>
                    <a:pt x="592432" y="453344"/>
                  </a:moveTo>
                  <a:lnTo>
                    <a:pt x="648244" y="441232"/>
                  </a:lnTo>
                  <a:lnTo>
                    <a:pt x="608775" y="418244"/>
                  </a:lnTo>
                  <a:close/>
                  <a:moveTo>
                    <a:pt x="638907" y="502532"/>
                  </a:moveTo>
                  <a:lnTo>
                    <a:pt x="657511" y="448690"/>
                  </a:lnTo>
                  <a:lnTo>
                    <a:pt x="646671" y="451591"/>
                  </a:lnTo>
                  <a:close/>
                  <a:moveTo>
                    <a:pt x="646671" y="451591"/>
                  </a:moveTo>
                  <a:lnTo>
                    <a:pt x="657511" y="448690"/>
                  </a:lnTo>
                  <a:lnTo>
                    <a:pt x="648244" y="441232"/>
                  </a:lnTo>
                  <a:close/>
                  <a:moveTo>
                    <a:pt x="657511" y="448690"/>
                  </a:moveTo>
                  <a:lnTo>
                    <a:pt x="697780" y="437128"/>
                  </a:lnTo>
                  <a:lnTo>
                    <a:pt x="648244" y="441232"/>
                  </a:lnTo>
                  <a:close/>
                  <a:moveTo>
                    <a:pt x="648244" y="441232"/>
                  </a:moveTo>
                  <a:lnTo>
                    <a:pt x="702163" y="422042"/>
                  </a:lnTo>
                  <a:lnTo>
                    <a:pt x="661877" y="395994"/>
                  </a:lnTo>
                  <a:close/>
                  <a:moveTo>
                    <a:pt x="608775" y="418244"/>
                  </a:moveTo>
                  <a:lnTo>
                    <a:pt x="648244" y="441232"/>
                  </a:lnTo>
                  <a:lnTo>
                    <a:pt x="661877" y="395994"/>
                  </a:lnTo>
                  <a:close/>
                  <a:moveTo>
                    <a:pt x="975892" y="634854"/>
                  </a:moveTo>
                  <a:lnTo>
                    <a:pt x="966010" y="661064"/>
                  </a:lnTo>
                  <a:lnTo>
                    <a:pt x="986795" y="642567"/>
                  </a:lnTo>
                  <a:close/>
                  <a:moveTo>
                    <a:pt x="792713" y="511440"/>
                  </a:moveTo>
                  <a:lnTo>
                    <a:pt x="839924" y="492327"/>
                  </a:lnTo>
                  <a:lnTo>
                    <a:pt x="798313" y="505017"/>
                  </a:lnTo>
                  <a:close/>
                  <a:moveTo>
                    <a:pt x="839924" y="492327"/>
                  </a:moveTo>
                  <a:lnTo>
                    <a:pt x="816124" y="474396"/>
                  </a:lnTo>
                  <a:lnTo>
                    <a:pt x="798313" y="505017"/>
                  </a:lnTo>
                  <a:close/>
                  <a:moveTo>
                    <a:pt x="999943" y="617670"/>
                  </a:moveTo>
                  <a:lnTo>
                    <a:pt x="986795" y="642567"/>
                  </a:lnTo>
                  <a:lnTo>
                    <a:pt x="1007489" y="623731"/>
                  </a:lnTo>
                  <a:close/>
                  <a:moveTo>
                    <a:pt x="999943" y="617670"/>
                  </a:moveTo>
                  <a:lnTo>
                    <a:pt x="975892" y="634854"/>
                  </a:lnTo>
                  <a:lnTo>
                    <a:pt x="986795" y="642567"/>
                  </a:lnTo>
                  <a:close/>
                  <a:moveTo>
                    <a:pt x="1007489" y="623731"/>
                  </a:moveTo>
                  <a:lnTo>
                    <a:pt x="986795" y="642567"/>
                  </a:lnTo>
                  <a:lnTo>
                    <a:pt x="1047112" y="647298"/>
                  </a:lnTo>
                  <a:close/>
                  <a:moveTo>
                    <a:pt x="1056784" y="603364"/>
                  </a:moveTo>
                  <a:lnTo>
                    <a:pt x="1007489" y="623731"/>
                  </a:lnTo>
                  <a:lnTo>
                    <a:pt x="1047112" y="647298"/>
                  </a:lnTo>
                  <a:close/>
                  <a:moveTo>
                    <a:pt x="1087232" y="605699"/>
                  </a:moveTo>
                  <a:lnTo>
                    <a:pt x="1056784" y="603364"/>
                  </a:lnTo>
                  <a:lnTo>
                    <a:pt x="1047112" y="647298"/>
                  </a:lnTo>
                  <a:close/>
                  <a:moveTo>
                    <a:pt x="1056784" y="603364"/>
                  </a:moveTo>
                  <a:lnTo>
                    <a:pt x="1087232" y="605699"/>
                  </a:lnTo>
                  <a:lnTo>
                    <a:pt x="1079331" y="567376"/>
                  </a:lnTo>
                  <a:close/>
                  <a:moveTo>
                    <a:pt x="1056784" y="603364"/>
                  </a:moveTo>
                  <a:lnTo>
                    <a:pt x="1079331" y="567376"/>
                  </a:lnTo>
                  <a:lnTo>
                    <a:pt x="1048258" y="565549"/>
                  </a:lnTo>
                  <a:close/>
                  <a:moveTo>
                    <a:pt x="907170" y="306447"/>
                  </a:moveTo>
                  <a:lnTo>
                    <a:pt x="893052" y="341982"/>
                  </a:lnTo>
                  <a:lnTo>
                    <a:pt x="937342" y="293623"/>
                  </a:lnTo>
                  <a:close/>
                  <a:moveTo>
                    <a:pt x="937578" y="243376"/>
                  </a:moveTo>
                  <a:lnTo>
                    <a:pt x="933967" y="281003"/>
                  </a:lnTo>
                  <a:lnTo>
                    <a:pt x="980451" y="280357"/>
                  </a:lnTo>
                  <a:close/>
                  <a:moveTo>
                    <a:pt x="1012659" y="298920"/>
                  </a:moveTo>
                  <a:lnTo>
                    <a:pt x="1048277" y="297051"/>
                  </a:lnTo>
                  <a:lnTo>
                    <a:pt x="1028182" y="287897"/>
                  </a:lnTo>
                  <a:close/>
                  <a:moveTo>
                    <a:pt x="1028182" y="287897"/>
                  </a:moveTo>
                  <a:lnTo>
                    <a:pt x="1048277" y="297051"/>
                  </a:lnTo>
                  <a:lnTo>
                    <a:pt x="1062909" y="293160"/>
                  </a:lnTo>
                  <a:close/>
                  <a:moveTo>
                    <a:pt x="1066734" y="254897"/>
                  </a:moveTo>
                  <a:lnTo>
                    <a:pt x="1048277" y="297051"/>
                  </a:lnTo>
                  <a:lnTo>
                    <a:pt x="1084804" y="291652"/>
                  </a:lnTo>
                  <a:close/>
                  <a:moveTo>
                    <a:pt x="1084804" y="291652"/>
                  </a:moveTo>
                  <a:lnTo>
                    <a:pt x="1066907" y="281905"/>
                  </a:lnTo>
                  <a:lnTo>
                    <a:pt x="1056071" y="245968"/>
                  </a:lnTo>
                  <a:close/>
                  <a:moveTo>
                    <a:pt x="948702" y="47473"/>
                  </a:moveTo>
                  <a:lnTo>
                    <a:pt x="971155" y="53938"/>
                  </a:lnTo>
                  <a:lnTo>
                    <a:pt x="993806" y="0"/>
                  </a:lnTo>
                  <a:close/>
                  <a:moveTo>
                    <a:pt x="1035153" y="36755"/>
                  </a:moveTo>
                  <a:lnTo>
                    <a:pt x="1033441" y="40629"/>
                  </a:lnTo>
                  <a:lnTo>
                    <a:pt x="1006874" y="79887"/>
                  </a:lnTo>
                  <a:close/>
                  <a:moveTo>
                    <a:pt x="1016082" y="50243"/>
                  </a:moveTo>
                  <a:lnTo>
                    <a:pt x="1035153" y="36755"/>
                  </a:lnTo>
                  <a:lnTo>
                    <a:pt x="995526" y="1756"/>
                  </a:lnTo>
                  <a:close/>
                  <a:moveTo>
                    <a:pt x="1208710" y="204300"/>
                  </a:moveTo>
                  <a:lnTo>
                    <a:pt x="1196792" y="255950"/>
                  </a:lnTo>
                  <a:lnTo>
                    <a:pt x="1246636" y="221522"/>
                  </a:lnTo>
                  <a:close/>
                  <a:moveTo>
                    <a:pt x="1167582" y="93082"/>
                  </a:moveTo>
                  <a:lnTo>
                    <a:pt x="1151193" y="113832"/>
                  </a:lnTo>
                  <a:lnTo>
                    <a:pt x="1176842" y="94806"/>
                  </a:lnTo>
                  <a:close/>
                  <a:moveTo>
                    <a:pt x="1176842" y="94806"/>
                  </a:moveTo>
                  <a:lnTo>
                    <a:pt x="1151193" y="113832"/>
                  </a:lnTo>
                  <a:lnTo>
                    <a:pt x="1152983" y="131862"/>
                  </a:lnTo>
                  <a:close/>
                  <a:moveTo>
                    <a:pt x="1176842" y="94806"/>
                  </a:moveTo>
                  <a:lnTo>
                    <a:pt x="1152983" y="131862"/>
                  </a:lnTo>
                  <a:lnTo>
                    <a:pt x="1184701" y="133164"/>
                  </a:lnTo>
                  <a:close/>
                  <a:moveTo>
                    <a:pt x="1251758" y="195231"/>
                  </a:moveTo>
                  <a:lnTo>
                    <a:pt x="1208710" y="204300"/>
                  </a:lnTo>
                  <a:lnTo>
                    <a:pt x="1246636" y="221522"/>
                  </a:lnTo>
                  <a:close/>
                  <a:moveTo>
                    <a:pt x="1251758" y="195231"/>
                  </a:moveTo>
                  <a:lnTo>
                    <a:pt x="1274929" y="158733"/>
                  </a:lnTo>
                  <a:lnTo>
                    <a:pt x="1245833" y="155300"/>
                  </a:lnTo>
                  <a:close/>
                  <a:moveTo>
                    <a:pt x="1245833" y="155300"/>
                  </a:moveTo>
                  <a:lnTo>
                    <a:pt x="1274929" y="158733"/>
                  </a:lnTo>
                  <a:lnTo>
                    <a:pt x="1261990" y="124505"/>
                  </a:lnTo>
                  <a:close/>
                  <a:moveTo>
                    <a:pt x="1150102" y="89458"/>
                  </a:moveTo>
                  <a:lnTo>
                    <a:pt x="1151193" y="113832"/>
                  </a:lnTo>
                  <a:lnTo>
                    <a:pt x="1167582" y="93082"/>
                  </a:lnTo>
                  <a:close/>
                  <a:moveTo>
                    <a:pt x="1113395" y="47464"/>
                  </a:moveTo>
                  <a:lnTo>
                    <a:pt x="1129545" y="32892"/>
                  </a:lnTo>
                  <a:lnTo>
                    <a:pt x="1095672" y="30825"/>
                  </a:lnTo>
                  <a:close/>
                  <a:moveTo>
                    <a:pt x="1113395" y="47464"/>
                  </a:moveTo>
                  <a:lnTo>
                    <a:pt x="1140614" y="52424"/>
                  </a:lnTo>
                  <a:lnTo>
                    <a:pt x="1129545" y="32892"/>
                  </a:lnTo>
                  <a:close/>
                  <a:moveTo>
                    <a:pt x="1140614" y="52424"/>
                  </a:moveTo>
                  <a:lnTo>
                    <a:pt x="1160723" y="56327"/>
                  </a:lnTo>
                  <a:lnTo>
                    <a:pt x="1129545" y="32892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62" name="Input_density__161">
              <a:extLst>
                <a:ext uri="{FF2B5EF4-FFF2-40B4-BE49-F238E27FC236}">
                  <a16:creationId xmlns:a16="http://schemas.microsoft.com/office/drawing/2014/main" id="{47B8A066-1873-2895-DB5B-6CD124F6BD52}"/>
                </a:ext>
              </a:extLst>
            </p:cNvPr>
            <p:cNvSpPr>
              <a:spLocks noGrp="1"/>
            </p:cNvSpPr>
            <p:nvPr/>
          </p:nvSpPr>
          <p:spPr>
            <a:xfrm>
              <a:off x="502955" y="1538036"/>
              <a:ext cx="1261990" cy="996885"/>
            </a:xfrm>
            <a:custGeom>
              <a:avLst/>
              <a:gdLst/>
              <a:ahLst/>
              <a:cxnLst/>
              <a:rect l="0" t="0" r="0" b="0"/>
              <a:pathLst>
                <a:path w="1261990" h="996885">
                  <a:moveTo>
                    <a:pt x="6123" y="618629"/>
                  </a:moveTo>
                  <a:lnTo>
                    <a:pt x="13726" y="597420"/>
                  </a:lnTo>
                  <a:lnTo>
                    <a:pt x="0" y="626947"/>
                  </a:lnTo>
                  <a:close/>
                  <a:moveTo>
                    <a:pt x="0" y="626947"/>
                  </a:moveTo>
                  <a:lnTo>
                    <a:pt x="13726" y="597420"/>
                  </a:lnTo>
                  <a:lnTo>
                    <a:pt x="18366" y="573008"/>
                  </a:lnTo>
                  <a:close/>
                  <a:moveTo>
                    <a:pt x="0" y="626947"/>
                  </a:moveTo>
                  <a:lnTo>
                    <a:pt x="18366" y="573008"/>
                  </a:lnTo>
                  <a:lnTo>
                    <a:pt x="1957" y="590192"/>
                  </a:lnTo>
                  <a:close/>
                  <a:moveTo>
                    <a:pt x="34512" y="550556"/>
                  </a:moveTo>
                  <a:lnTo>
                    <a:pt x="1957" y="590192"/>
                  </a:lnTo>
                  <a:lnTo>
                    <a:pt x="18366" y="573008"/>
                  </a:lnTo>
                  <a:close/>
                  <a:moveTo>
                    <a:pt x="13726" y="597420"/>
                  </a:moveTo>
                  <a:lnTo>
                    <a:pt x="6123" y="618629"/>
                  </a:lnTo>
                  <a:lnTo>
                    <a:pt x="13090" y="609763"/>
                  </a:lnTo>
                  <a:close/>
                  <a:moveTo>
                    <a:pt x="166323" y="703895"/>
                  </a:moveTo>
                  <a:lnTo>
                    <a:pt x="194924" y="680374"/>
                  </a:lnTo>
                  <a:lnTo>
                    <a:pt x="185267" y="670835"/>
                  </a:lnTo>
                  <a:close/>
                  <a:moveTo>
                    <a:pt x="166323" y="703895"/>
                  </a:moveTo>
                  <a:lnTo>
                    <a:pt x="185267" y="670835"/>
                  </a:lnTo>
                  <a:lnTo>
                    <a:pt x="150727" y="671827"/>
                  </a:lnTo>
                  <a:close/>
                  <a:moveTo>
                    <a:pt x="18366" y="573008"/>
                  </a:moveTo>
                  <a:lnTo>
                    <a:pt x="42314" y="526800"/>
                  </a:lnTo>
                  <a:lnTo>
                    <a:pt x="34512" y="550556"/>
                  </a:lnTo>
                  <a:close/>
                  <a:moveTo>
                    <a:pt x="42429" y="519070"/>
                  </a:moveTo>
                  <a:lnTo>
                    <a:pt x="42314" y="526800"/>
                  </a:lnTo>
                  <a:lnTo>
                    <a:pt x="18366" y="573008"/>
                  </a:lnTo>
                  <a:close/>
                  <a:moveTo>
                    <a:pt x="31109" y="555825"/>
                  </a:moveTo>
                  <a:lnTo>
                    <a:pt x="42429" y="519070"/>
                  </a:lnTo>
                  <a:lnTo>
                    <a:pt x="18366" y="573008"/>
                  </a:lnTo>
                  <a:close/>
                  <a:moveTo>
                    <a:pt x="47595" y="503264"/>
                  </a:moveTo>
                  <a:lnTo>
                    <a:pt x="42314" y="526800"/>
                  </a:lnTo>
                  <a:lnTo>
                    <a:pt x="42429" y="519070"/>
                  </a:lnTo>
                  <a:close/>
                  <a:moveTo>
                    <a:pt x="476805" y="942946"/>
                  </a:moveTo>
                  <a:lnTo>
                    <a:pt x="485188" y="992258"/>
                  </a:lnTo>
                  <a:lnTo>
                    <a:pt x="496997" y="966109"/>
                  </a:lnTo>
                  <a:close/>
                  <a:moveTo>
                    <a:pt x="475302" y="996885"/>
                  </a:moveTo>
                  <a:lnTo>
                    <a:pt x="485188" y="992258"/>
                  </a:lnTo>
                  <a:lnTo>
                    <a:pt x="476805" y="942946"/>
                  </a:lnTo>
                  <a:close/>
                  <a:moveTo>
                    <a:pt x="458747" y="960130"/>
                  </a:moveTo>
                  <a:lnTo>
                    <a:pt x="475302" y="996885"/>
                  </a:lnTo>
                  <a:lnTo>
                    <a:pt x="476805" y="942946"/>
                  </a:lnTo>
                  <a:close/>
                  <a:moveTo>
                    <a:pt x="467230" y="906191"/>
                  </a:moveTo>
                  <a:lnTo>
                    <a:pt x="458747" y="960130"/>
                  </a:lnTo>
                  <a:lnTo>
                    <a:pt x="476805" y="942946"/>
                  </a:lnTo>
                  <a:close/>
                  <a:moveTo>
                    <a:pt x="383415" y="923375"/>
                  </a:moveTo>
                  <a:lnTo>
                    <a:pt x="396093" y="934205"/>
                  </a:lnTo>
                  <a:lnTo>
                    <a:pt x="398643" y="918946"/>
                  </a:lnTo>
                  <a:close/>
                  <a:moveTo>
                    <a:pt x="382419" y="886620"/>
                  </a:moveTo>
                  <a:lnTo>
                    <a:pt x="398643" y="918946"/>
                  </a:lnTo>
                  <a:lnTo>
                    <a:pt x="384672" y="885558"/>
                  </a:lnTo>
                  <a:close/>
                  <a:moveTo>
                    <a:pt x="382419" y="886620"/>
                  </a:moveTo>
                  <a:lnTo>
                    <a:pt x="383415" y="923375"/>
                  </a:lnTo>
                  <a:lnTo>
                    <a:pt x="398643" y="918946"/>
                  </a:lnTo>
                  <a:close/>
                  <a:moveTo>
                    <a:pt x="433981" y="917306"/>
                  </a:moveTo>
                  <a:lnTo>
                    <a:pt x="398643" y="918946"/>
                  </a:lnTo>
                  <a:lnTo>
                    <a:pt x="396093" y="934205"/>
                  </a:lnTo>
                  <a:close/>
                  <a:moveTo>
                    <a:pt x="398643" y="918946"/>
                  </a:moveTo>
                  <a:lnTo>
                    <a:pt x="433981" y="917306"/>
                  </a:lnTo>
                  <a:lnTo>
                    <a:pt x="420683" y="883370"/>
                  </a:lnTo>
                  <a:close/>
                  <a:moveTo>
                    <a:pt x="398643" y="918946"/>
                  </a:moveTo>
                  <a:lnTo>
                    <a:pt x="420683" y="883370"/>
                  </a:lnTo>
                  <a:lnTo>
                    <a:pt x="384672" y="885558"/>
                  </a:lnTo>
                  <a:close/>
                  <a:moveTo>
                    <a:pt x="221942" y="730513"/>
                  </a:moveTo>
                  <a:lnTo>
                    <a:pt x="243335" y="695462"/>
                  </a:lnTo>
                  <a:lnTo>
                    <a:pt x="207834" y="697235"/>
                  </a:lnTo>
                  <a:close/>
                  <a:moveTo>
                    <a:pt x="243335" y="695462"/>
                  </a:moveTo>
                  <a:lnTo>
                    <a:pt x="260631" y="739600"/>
                  </a:lnTo>
                  <a:lnTo>
                    <a:pt x="290898" y="693843"/>
                  </a:lnTo>
                  <a:close/>
                  <a:moveTo>
                    <a:pt x="42429" y="519070"/>
                  </a:moveTo>
                  <a:lnTo>
                    <a:pt x="51496" y="474588"/>
                  </a:lnTo>
                  <a:lnTo>
                    <a:pt x="47595" y="503264"/>
                  </a:lnTo>
                  <a:close/>
                  <a:moveTo>
                    <a:pt x="54169" y="465131"/>
                  </a:moveTo>
                  <a:lnTo>
                    <a:pt x="51496" y="474588"/>
                  </a:lnTo>
                  <a:lnTo>
                    <a:pt x="42429" y="519070"/>
                  </a:lnTo>
                  <a:close/>
                  <a:moveTo>
                    <a:pt x="333975" y="730325"/>
                  </a:moveTo>
                  <a:lnTo>
                    <a:pt x="335466" y="764231"/>
                  </a:lnTo>
                  <a:lnTo>
                    <a:pt x="324975" y="759171"/>
                  </a:lnTo>
                  <a:close/>
                  <a:moveTo>
                    <a:pt x="58115" y="446388"/>
                  </a:moveTo>
                  <a:lnTo>
                    <a:pt x="51496" y="474588"/>
                  </a:lnTo>
                  <a:lnTo>
                    <a:pt x="54169" y="465131"/>
                  </a:lnTo>
                  <a:close/>
                  <a:moveTo>
                    <a:pt x="476805" y="942946"/>
                  </a:moveTo>
                  <a:lnTo>
                    <a:pt x="496997" y="966109"/>
                  </a:lnTo>
                  <a:lnTo>
                    <a:pt x="505635" y="930887"/>
                  </a:lnTo>
                  <a:close/>
                  <a:moveTo>
                    <a:pt x="490951" y="889008"/>
                  </a:moveTo>
                  <a:lnTo>
                    <a:pt x="505635" y="930887"/>
                  </a:lnTo>
                  <a:lnTo>
                    <a:pt x="508093" y="911388"/>
                  </a:lnTo>
                  <a:close/>
                  <a:moveTo>
                    <a:pt x="476805" y="942946"/>
                  </a:moveTo>
                  <a:lnTo>
                    <a:pt x="505635" y="930887"/>
                  </a:lnTo>
                  <a:lnTo>
                    <a:pt x="490951" y="889008"/>
                  </a:lnTo>
                  <a:close/>
                  <a:moveTo>
                    <a:pt x="477705" y="852253"/>
                  </a:moveTo>
                  <a:lnTo>
                    <a:pt x="475873" y="865589"/>
                  </a:lnTo>
                  <a:lnTo>
                    <a:pt x="467230" y="906191"/>
                  </a:lnTo>
                  <a:close/>
                  <a:moveTo>
                    <a:pt x="333975" y="730325"/>
                  </a:moveTo>
                  <a:lnTo>
                    <a:pt x="362664" y="742120"/>
                  </a:lnTo>
                  <a:lnTo>
                    <a:pt x="333035" y="722416"/>
                  </a:lnTo>
                  <a:close/>
                  <a:moveTo>
                    <a:pt x="333035" y="722416"/>
                  </a:moveTo>
                  <a:lnTo>
                    <a:pt x="363089" y="741988"/>
                  </a:lnTo>
                  <a:lnTo>
                    <a:pt x="366280" y="705233"/>
                  </a:lnTo>
                  <a:close/>
                  <a:moveTo>
                    <a:pt x="280820" y="685662"/>
                  </a:moveTo>
                  <a:lnTo>
                    <a:pt x="290898" y="693843"/>
                  </a:lnTo>
                  <a:lnTo>
                    <a:pt x="294464" y="680983"/>
                  </a:lnTo>
                  <a:close/>
                  <a:moveTo>
                    <a:pt x="327975" y="680828"/>
                  </a:moveTo>
                  <a:lnTo>
                    <a:pt x="294464" y="680983"/>
                  </a:lnTo>
                  <a:lnTo>
                    <a:pt x="290898" y="693843"/>
                  </a:lnTo>
                  <a:close/>
                  <a:moveTo>
                    <a:pt x="192346" y="486092"/>
                  </a:moveTo>
                  <a:lnTo>
                    <a:pt x="162617" y="491743"/>
                  </a:lnTo>
                  <a:lnTo>
                    <a:pt x="157892" y="531760"/>
                  </a:lnTo>
                  <a:close/>
                  <a:moveTo>
                    <a:pt x="58115" y="446388"/>
                  </a:moveTo>
                  <a:lnTo>
                    <a:pt x="81300" y="436865"/>
                  </a:lnTo>
                  <a:lnTo>
                    <a:pt x="64426" y="428377"/>
                  </a:lnTo>
                  <a:close/>
                  <a:moveTo>
                    <a:pt x="96152" y="374438"/>
                  </a:moveTo>
                  <a:lnTo>
                    <a:pt x="95229" y="376628"/>
                  </a:lnTo>
                  <a:lnTo>
                    <a:pt x="64426" y="428377"/>
                  </a:lnTo>
                  <a:close/>
                  <a:moveTo>
                    <a:pt x="490951" y="889008"/>
                  </a:moveTo>
                  <a:lnTo>
                    <a:pt x="508093" y="911388"/>
                  </a:lnTo>
                  <a:lnTo>
                    <a:pt x="510797" y="881944"/>
                  </a:lnTo>
                  <a:close/>
                  <a:moveTo>
                    <a:pt x="477705" y="852253"/>
                  </a:moveTo>
                  <a:lnTo>
                    <a:pt x="490951" y="889008"/>
                  </a:lnTo>
                  <a:lnTo>
                    <a:pt x="510797" y="881944"/>
                  </a:lnTo>
                  <a:close/>
                  <a:moveTo>
                    <a:pt x="551167" y="876211"/>
                  </a:moveTo>
                  <a:lnTo>
                    <a:pt x="510797" y="881944"/>
                  </a:lnTo>
                  <a:lnTo>
                    <a:pt x="508093" y="911388"/>
                  </a:lnTo>
                  <a:close/>
                  <a:moveTo>
                    <a:pt x="549014" y="843599"/>
                  </a:moveTo>
                  <a:lnTo>
                    <a:pt x="538271" y="835069"/>
                  </a:lnTo>
                  <a:lnTo>
                    <a:pt x="551167" y="876211"/>
                  </a:lnTo>
                  <a:close/>
                  <a:moveTo>
                    <a:pt x="551167" y="876211"/>
                  </a:moveTo>
                  <a:lnTo>
                    <a:pt x="538271" y="835069"/>
                  </a:lnTo>
                  <a:lnTo>
                    <a:pt x="504099" y="842641"/>
                  </a:lnTo>
                  <a:close/>
                  <a:moveTo>
                    <a:pt x="551167" y="876211"/>
                  </a:moveTo>
                  <a:lnTo>
                    <a:pt x="504099" y="842641"/>
                  </a:lnTo>
                  <a:lnTo>
                    <a:pt x="510797" y="881944"/>
                  </a:lnTo>
                  <a:close/>
                  <a:moveTo>
                    <a:pt x="363768" y="668478"/>
                  </a:moveTo>
                  <a:lnTo>
                    <a:pt x="366280" y="705233"/>
                  </a:lnTo>
                  <a:lnTo>
                    <a:pt x="385791" y="688050"/>
                  </a:lnTo>
                  <a:close/>
                  <a:moveTo>
                    <a:pt x="363768" y="668478"/>
                  </a:moveTo>
                  <a:lnTo>
                    <a:pt x="385791" y="688050"/>
                  </a:lnTo>
                  <a:lnTo>
                    <a:pt x="376742" y="651295"/>
                  </a:lnTo>
                  <a:close/>
                  <a:moveTo>
                    <a:pt x="376742" y="651295"/>
                  </a:moveTo>
                  <a:lnTo>
                    <a:pt x="391369" y="627919"/>
                  </a:lnTo>
                  <a:lnTo>
                    <a:pt x="351568" y="631723"/>
                  </a:lnTo>
                  <a:close/>
                  <a:moveTo>
                    <a:pt x="363768" y="668478"/>
                  </a:moveTo>
                  <a:lnTo>
                    <a:pt x="376742" y="651295"/>
                  </a:lnTo>
                  <a:lnTo>
                    <a:pt x="351568" y="631723"/>
                  </a:lnTo>
                  <a:close/>
                  <a:moveTo>
                    <a:pt x="345194" y="579854"/>
                  </a:moveTo>
                  <a:lnTo>
                    <a:pt x="378020" y="622482"/>
                  </a:lnTo>
                  <a:lnTo>
                    <a:pt x="382410" y="594425"/>
                  </a:lnTo>
                  <a:close/>
                  <a:moveTo>
                    <a:pt x="338616" y="582683"/>
                  </a:moveTo>
                  <a:lnTo>
                    <a:pt x="326084" y="594968"/>
                  </a:lnTo>
                  <a:lnTo>
                    <a:pt x="345194" y="579854"/>
                  </a:lnTo>
                  <a:close/>
                  <a:moveTo>
                    <a:pt x="202040" y="433463"/>
                  </a:moveTo>
                  <a:lnTo>
                    <a:pt x="185958" y="484703"/>
                  </a:lnTo>
                  <a:lnTo>
                    <a:pt x="193437" y="482397"/>
                  </a:lnTo>
                  <a:close/>
                  <a:moveTo>
                    <a:pt x="202040" y="433463"/>
                  </a:moveTo>
                  <a:lnTo>
                    <a:pt x="193437" y="482397"/>
                  </a:lnTo>
                  <a:lnTo>
                    <a:pt x="211229" y="430765"/>
                  </a:lnTo>
                  <a:close/>
                  <a:moveTo>
                    <a:pt x="211229" y="430765"/>
                  </a:moveTo>
                  <a:lnTo>
                    <a:pt x="193437" y="482397"/>
                  </a:lnTo>
                  <a:lnTo>
                    <a:pt x="195277" y="484703"/>
                  </a:lnTo>
                  <a:close/>
                  <a:moveTo>
                    <a:pt x="124850" y="350540"/>
                  </a:moveTo>
                  <a:lnTo>
                    <a:pt x="97449" y="372668"/>
                  </a:lnTo>
                  <a:lnTo>
                    <a:pt x="147824" y="340227"/>
                  </a:lnTo>
                  <a:close/>
                  <a:moveTo>
                    <a:pt x="538271" y="835069"/>
                  </a:moveTo>
                  <a:lnTo>
                    <a:pt x="549014" y="843599"/>
                  </a:lnTo>
                  <a:lnTo>
                    <a:pt x="550568" y="831951"/>
                  </a:lnTo>
                  <a:close/>
                  <a:moveTo>
                    <a:pt x="594945" y="822962"/>
                  </a:moveTo>
                  <a:lnTo>
                    <a:pt x="550568" y="831951"/>
                  </a:lnTo>
                  <a:lnTo>
                    <a:pt x="549014" y="843599"/>
                  </a:lnTo>
                  <a:close/>
                  <a:moveTo>
                    <a:pt x="550568" y="831951"/>
                  </a:moveTo>
                  <a:lnTo>
                    <a:pt x="594945" y="822962"/>
                  </a:lnTo>
                  <a:lnTo>
                    <a:pt x="590340" y="781959"/>
                  </a:lnTo>
                  <a:close/>
                  <a:moveTo>
                    <a:pt x="594945" y="822962"/>
                  </a:moveTo>
                  <a:lnTo>
                    <a:pt x="624447" y="781319"/>
                  </a:lnTo>
                  <a:lnTo>
                    <a:pt x="590340" y="781959"/>
                  </a:lnTo>
                  <a:close/>
                  <a:moveTo>
                    <a:pt x="545711" y="791153"/>
                  </a:moveTo>
                  <a:lnTo>
                    <a:pt x="590340" y="781959"/>
                  </a:lnTo>
                  <a:lnTo>
                    <a:pt x="574504" y="750086"/>
                  </a:lnTo>
                  <a:close/>
                  <a:moveTo>
                    <a:pt x="545711" y="791153"/>
                  </a:moveTo>
                  <a:lnTo>
                    <a:pt x="574504" y="750086"/>
                  </a:lnTo>
                  <a:lnTo>
                    <a:pt x="535744" y="754509"/>
                  </a:lnTo>
                  <a:close/>
                  <a:moveTo>
                    <a:pt x="391369" y="627919"/>
                  </a:moveTo>
                  <a:lnTo>
                    <a:pt x="376742" y="651295"/>
                  </a:lnTo>
                  <a:lnTo>
                    <a:pt x="410767" y="604239"/>
                  </a:lnTo>
                  <a:close/>
                  <a:moveTo>
                    <a:pt x="410767" y="604239"/>
                  </a:moveTo>
                  <a:lnTo>
                    <a:pt x="413907" y="597356"/>
                  </a:lnTo>
                  <a:lnTo>
                    <a:pt x="418683" y="614540"/>
                  </a:lnTo>
                  <a:close/>
                  <a:moveTo>
                    <a:pt x="419899" y="560601"/>
                  </a:moveTo>
                  <a:lnTo>
                    <a:pt x="418683" y="614540"/>
                  </a:lnTo>
                  <a:lnTo>
                    <a:pt x="413907" y="597356"/>
                  </a:lnTo>
                  <a:close/>
                  <a:moveTo>
                    <a:pt x="387934" y="569676"/>
                  </a:moveTo>
                  <a:lnTo>
                    <a:pt x="345194" y="579854"/>
                  </a:lnTo>
                  <a:lnTo>
                    <a:pt x="382410" y="594425"/>
                  </a:lnTo>
                  <a:close/>
                  <a:moveTo>
                    <a:pt x="294532" y="450336"/>
                  </a:moveTo>
                  <a:lnTo>
                    <a:pt x="261484" y="456971"/>
                  </a:lnTo>
                  <a:lnTo>
                    <a:pt x="269367" y="495310"/>
                  </a:lnTo>
                  <a:close/>
                  <a:moveTo>
                    <a:pt x="211229" y="430765"/>
                  </a:moveTo>
                  <a:lnTo>
                    <a:pt x="229479" y="467520"/>
                  </a:lnTo>
                  <a:lnTo>
                    <a:pt x="236020" y="413581"/>
                  </a:lnTo>
                  <a:close/>
                  <a:moveTo>
                    <a:pt x="231607" y="347020"/>
                  </a:moveTo>
                  <a:lnTo>
                    <a:pt x="204453" y="342007"/>
                  </a:lnTo>
                  <a:lnTo>
                    <a:pt x="244364" y="355812"/>
                  </a:lnTo>
                  <a:close/>
                  <a:moveTo>
                    <a:pt x="204453" y="342007"/>
                  </a:moveTo>
                  <a:lnTo>
                    <a:pt x="208805" y="347440"/>
                  </a:lnTo>
                  <a:lnTo>
                    <a:pt x="244364" y="355812"/>
                  </a:lnTo>
                  <a:close/>
                  <a:moveTo>
                    <a:pt x="413907" y="597356"/>
                  </a:moveTo>
                  <a:lnTo>
                    <a:pt x="410767" y="604239"/>
                  </a:lnTo>
                  <a:lnTo>
                    <a:pt x="466088" y="590291"/>
                  </a:lnTo>
                  <a:close/>
                  <a:moveTo>
                    <a:pt x="419899" y="560601"/>
                  </a:moveTo>
                  <a:lnTo>
                    <a:pt x="461436" y="581756"/>
                  </a:lnTo>
                  <a:lnTo>
                    <a:pt x="449097" y="547039"/>
                  </a:lnTo>
                  <a:close/>
                  <a:moveTo>
                    <a:pt x="461436" y="581756"/>
                  </a:moveTo>
                  <a:lnTo>
                    <a:pt x="466628" y="580173"/>
                  </a:lnTo>
                  <a:lnTo>
                    <a:pt x="467507" y="567228"/>
                  </a:lnTo>
                  <a:close/>
                  <a:moveTo>
                    <a:pt x="449097" y="547039"/>
                  </a:moveTo>
                  <a:lnTo>
                    <a:pt x="461436" y="581756"/>
                  </a:lnTo>
                  <a:lnTo>
                    <a:pt x="467507" y="567228"/>
                  </a:lnTo>
                  <a:close/>
                  <a:moveTo>
                    <a:pt x="367510" y="470874"/>
                  </a:moveTo>
                  <a:lnTo>
                    <a:pt x="346432" y="488278"/>
                  </a:lnTo>
                  <a:lnTo>
                    <a:pt x="365652" y="469908"/>
                  </a:lnTo>
                  <a:close/>
                  <a:moveTo>
                    <a:pt x="367510" y="470874"/>
                  </a:moveTo>
                  <a:lnTo>
                    <a:pt x="367694" y="469908"/>
                  </a:lnTo>
                  <a:lnTo>
                    <a:pt x="347580" y="487091"/>
                  </a:lnTo>
                  <a:close/>
                  <a:moveTo>
                    <a:pt x="316444" y="450336"/>
                  </a:moveTo>
                  <a:lnTo>
                    <a:pt x="367002" y="468976"/>
                  </a:lnTo>
                  <a:lnTo>
                    <a:pt x="365652" y="469908"/>
                  </a:lnTo>
                  <a:close/>
                  <a:moveTo>
                    <a:pt x="367002" y="468976"/>
                  </a:moveTo>
                  <a:lnTo>
                    <a:pt x="344861" y="443364"/>
                  </a:lnTo>
                  <a:lnTo>
                    <a:pt x="367694" y="469908"/>
                  </a:lnTo>
                  <a:close/>
                  <a:moveTo>
                    <a:pt x="367694" y="469908"/>
                  </a:moveTo>
                  <a:lnTo>
                    <a:pt x="344861" y="443364"/>
                  </a:lnTo>
                  <a:lnTo>
                    <a:pt x="342074" y="450336"/>
                  </a:lnTo>
                  <a:close/>
                  <a:moveTo>
                    <a:pt x="367694" y="469908"/>
                  </a:moveTo>
                  <a:lnTo>
                    <a:pt x="342074" y="450336"/>
                  </a:lnTo>
                  <a:lnTo>
                    <a:pt x="347580" y="487091"/>
                  </a:lnTo>
                  <a:close/>
                  <a:moveTo>
                    <a:pt x="244364" y="355812"/>
                  </a:moveTo>
                  <a:lnTo>
                    <a:pt x="208805" y="347440"/>
                  </a:lnTo>
                  <a:lnTo>
                    <a:pt x="267655" y="346687"/>
                  </a:lnTo>
                  <a:close/>
                  <a:moveTo>
                    <a:pt x="301914" y="350197"/>
                  </a:moveTo>
                  <a:lnTo>
                    <a:pt x="244364" y="355812"/>
                  </a:lnTo>
                  <a:lnTo>
                    <a:pt x="267655" y="346687"/>
                  </a:lnTo>
                  <a:close/>
                  <a:moveTo>
                    <a:pt x="624923" y="780931"/>
                  </a:moveTo>
                  <a:lnTo>
                    <a:pt x="619226" y="789119"/>
                  </a:lnTo>
                  <a:lnTo>
                    <a:pt x="630986" y="763948"/>
                  </a:lnTo>
                  <a:close/>
                  <a:moveTo>
                    <a:pt x="613808" y="807627"/>
                  </a:moveTo>
                  <a:lnTo>
                    <a:pt x="619226" y="789119"/>
                  </a:lnTo>
                  <a:lnTo>
                    <a:pt x="624923" y="780931"/>
                  </a:lnTo>
                  <a:close/>
                  <a:moveTo>
                    <a:pt x="557113" y="585256"/>
                  </a:moveTo>
                  <a:lnTo>
                    <a:pt x="531934" y="562990"/>
                  </a:lnTo>
                  <a:lnTo>
                    <a:pt x="554704" y="604853"/>
                  </a:lnTo>
                  <a:close/>
                  <a:moveTo>
                    <a:pt x="554704" y="604853"/>
                  </a:moveTo>
                  <a:lnTo>
                    <a:pt x="531934" y="562990"/>
                  </a:lnTo>
                  <a:lnTo>
                    <a:pt x="511149" y="568428"/>
                  </a:lnTo>
                  <a:close/>
                  <a:moveTo>
                    <a:pt x="554704" y="604853"/>
                  </a:moveTo>
                  <a:lnTo>
                    <a:pt x="584882" y="607408"/>
                  </a:lnTo>
                  <a:lnTo>
                    <a:pt x="557113" y="585256"/>
                  </a:lnTo>
                  <a:close/>
                  <a:moveTo>
                    <a:pt x="584882" y="607408"/>
                  </a:moveTo>
                  <a:lnTo>
                    <a:pt x="593151" y="595421"/>
                  </a:lnTo>
                  <a:lnTo>
                    <a:pt x="557113" y="585256"/>
                  </a:lnTo>
                  <a:close/>
                  <a:moveTo>
                    <a:pt x="584882" y="607408"/>
                  </a:moveTo>
                  <a:lnTo>
                    <a:pt x="554704" y="604853"/>
                  </a:lnTo>
                  <a:lnTo>
                    <a:pt x="595668" y="604831"/>
                  </a:lnTo>
                  <a:close/>
                  <a:moveTo>
                    <a:pt x="554704" y="604853"/>
                  </a:moveTo>
                  <a:lnTo>
                    <a:pt x="564784" y="613935"/>
                  </a:lnTo>
                  <a:lnTo>
                    <a:pt x="595668" y="604831"/>
                  </a:lnTo>
                  <a:close/>
                  <a:moveTo>
                    <a:pt x="584882" y="607408"/>
                  </a:moveTo>
                  <a:lnTo>
                    <a:pt x="604754" y="599745"/>
                  </a:lnTo>
                  <a:lnTo>
                    <a:pt x="593151" y="595421"/>
                  </a:lnTo>
                  <a:close/>
                  <a:moveTo>
                    <a:pt x="584882" y="607408"/>
                  </a:moveTo>
                  <a:lnTo>
                    <a:pt x="595668" y="604831"/>
                  </a:lnTo>
                  <a:lnTo>
                    <a:pt x="604754" y="599745"/>
                  </a:lnTo>
                  <a:close/>
                  <a:moveTo>
                    <a:pt x="466628" y="580173"/>
                  </a:moveTo>
                  <a:lnTo>
                    <a:pt x="511149" y="568428"/>
                  </a:lnTo>
                  <a:lnTo>
                    <a:pt x="459599" y="543418"/>
                  </a:lnTo>
                  <a:close/>
                  <a:moveTo>
                    <a:pt x="709820" y="710010"/>
                  </a:moveTo>
                  <a:lnTo>
                    <a:pt x="727976" y="729581"/>
                  </a:lnTo>
                  <a:lnTo>
                    <a:pt x="742890" y="692826"/>
                  </a:lnTo>
                  <a:close/>
                  <a:moveTo>
                    <a:pt x="616433" y="626505"/>
                  </a:moveTo>
                  <a:lnTo>
                    <a:pt x="604754" y="599745"/>
                  </a:lnTo>
                  <a:lnTo>
                    <a:pt x="595668" y="604831"/>
                  </a:lnTo>
                  <a:close/>
                  <a:moveTo>
                    <a:pt x="633158" y="595248"/>
                  </a:moveTo>
                  <a:lnTo>
                    <a:pt x="604754" y="599745"/>
                  </a:lnTo>
                  <a:lnTo>
                    <a:pt x="616433" y="626505"/>
                  </a:lnTo>
                  <a:close/>
                  <a:moveTo>
                    <a:pt x="651031" y="625465"/>
                  </a:moveTo>
                  <a:lnTo>
                    <a:pt x="633158" y="595248"/>
                  </a:lnTo>
                  <a:lnTo>
                    <a:pt x="616433" y="626505"/>
                  </a:lnTo>
                  <a:close/>
                  <a:moveTo>
                    <a:pt x="651031" y="625465"/>
                  </a:moveTo>
                  <a:lnTo>
                    <a:pt x="680969" y="628214"/>
                  </a:lnTo>
                  <a:lnTo>
                    <a:pt x="665920" y="595702"/>
                  </a:lnTo>
                  <a:close/>
                  <a:moveTo>
                    <a:pt x="651031" y="625465"/>
                  </a:moveTo>
                  <a:lnTo>
                    <a:pt x="665920" y="595702"/>
                  </a:lnTo>
                  <a:lnTo>
                    <a:pt x="633158" y="595248"/>
                  </a:lnTo>
                  <a:close/>
                  <a:moveTo>
                    <a:pt x="633158" y="595248"/>
                  </a:moveTo>
                  <a:lnTo>
                    <a:pt x="593151" y="595421"/>
                  </a:lnTo>
                  <a:lnTo>
                    <a:pt x="604754" y="599745"/>
                  </a:lnTo>
                  <a:close/>
                  <a:moveTo>
                    <a:pt x="600604" y="549879"/>
                  </a:moveTo>
                  <a:lnTo>
                    <a:pt x="593151" y="595421"/>
                  </a:lnTo>
                  <a:lnTo>
                    <a:pt x="633158" y="595248"/>
                  </a:lnTo>
                  <a:close/>
                  <a:moveTo>
                    <a:pt x="531934" y="562990"/>
                  </a:moveTo>
                  <a:lnTo>
                    <a:pt x="557113" y="585256"/>
                  </a:lnTo>
                  <a:lnTo>
                    <a:pt x="559609" y="556118"/>
                  </a:lnTo>
                  <a:close/>
                  <a:moveTo>
                    <a:pt x="559609" y="556118"/>
                  </a:moveTo>
                  <a:lnTo>
                    <a:pt x="512187" y="541862"/>
                  </a:lnTo>
                  <a:lnTo>
                    <a:pt x="531934" y="562990"/>
                  </a:lnTo>
                  <a:close/>
                  <a:moveTo>
                    <a:pt x="600604" y="549879"/>
                  </a:moveTo>
                  <a:lnTo>
                    <a:pt x="557113" y="585256"/>
                  </a:lnTo>
                  <a:lnTo>
                    <a:pt x="593151" y="595421"/>
                  </a:lnTo>
                  <a:close/>
                  <a:moveTo>
                    <a:pt x="600604" y="549879"/>
                  </a:moveTo>
                  <a:lnTo>
                    <a:pt x="559609" y="556118"/>
                  </a:lnTo>
                  <a:lnTo>
                    <a:pt x="557113" y="585256"/>
                  </a:lnTo>
                  <a:close/>
                  <a:moveTo>
                    <a:pt x="559609" y="556118"/>
                  </a:moveTo>
                  <a:lnTo>
                    <a:pt x="600604" y="549879"/>
                  </a:lnTo>
                  <a:lnTo>
                    <a:pt x="594529" y="510070"/>
                  </a:lnTo>
                  <a:close/>
                  <a:moveTo>
                    <a:pt x="638813" y="545904"/>
                  </a:moveTo>
                  <a:lnTo>
                    <a:pt x="598011" y="509051"/>
                  </a:lnTo>
                  <a:lnTo>
                    <a:pt x="594529" y="510070"/>
                  </a:lnTo>
                  <a:close/>
                  <a:moveTo>
                    <a:pt x="598011" y="509051"/>
                  </a:moveTo>
                  <a:lnTo>
                    <a:pt x="646671" y="494769"/>
                  </a:lnTo>
                  <a:lnTo>
                    <a:pt x="592432" y="496522"/>
                  </a:lnTo>
                  <a:close/>
                  <a:moveTo>
                    <a:pt x="592432" y="496522"/>
                  </a:moveTo>
                  <a:lnTo>
                    <a:pt x="646671" y="494769"/>
                  </a:lnTo>
                  <a:lnTo>
                    <a:pt x="648244" y="484409"/>
                  </a:lnTo>
                  <a:close/>
                  <a:moveTo>
                    <a:pt x="839924" y="535504"/>
                  </a:moveTo>
                  <a:lnTo>
                    <a:pt x="882910" y="546488"/>
                  </a:lnTo>
                  <a:lnTo>
                    <a:pt x="870151" y="531011"/>
                  </a:lnTo>
                  <a:close/>
                  <a:moveTo>
                    <a:pt x="665590" y="434640"/>
                  </a:moveTo>
                  <a:lnTo>
                    <a:pt x="706202" y="384115"/>
                  </a:lnTo>
                  <a:lnTo>
                    <a:pt x="706156" y="384002"/>
                  </a:lnTo>
                  <a:close/>
                  <a:moveTo>
                    <a:pt x="676759" y="363154"/>
                  </a:moveTo>
                  <a:lnTo>
                    <a:pt x="666914" y="364420"/>
                  </a:lnTo>
                  <a:lnTo>
                    <a:pt x="666075" y="389498"/>
                  </a:lnTo>
                  <a:close/>
                  <a:moveTo>
                    <a:pt x="706156" y="384002"/>
                  </a:moveTo>
                  <a:lnTo>
                    <a:pt x="676759" y="363154"/>
                  </a:lnTo>
                  <a:lnTo>
                    <a:pt x="666075" y="389498"/>
                  </a:lnTo>
                  <a:close/>
                  <a:moveTo>
                    <a:pt x="706156" y="384002"/>
                  </a:moveTo>
                  <a:lnTo>
                    <a:pt x="737097" y="385936"/>
                  </a:lnTo>
                  <a:lnTo>
                    <a:pt x="676759" y="363154"/>
                  </a:lnTo>
                  <a:close/>
                  <a:moveTo>
                    <a:pt x="737097" y="385936"/>
                  </a:moveTo>
                  <a:lnTo>
                    <a:pt x="706156" y="384002"/>
                  </a:lnTo>
                  <a:lnTo>
                    <a:pt x="739812" y="385197"/>
                  </a:lnTo>
                  <a:close/>
                  <a:moveTo>
                    <a:pt x="706156" y="384002"/>
                  </a:moveTo>
                  <a:lnTo>
                    <a:pt x="706202" y="384115"/>
                  </a:lnTo>
                  <a:lnTo>
                    <a:pt x="739812" y="385197"/>
                  </a:lnTo>
                  <a:close/>
                  <a:moveTo>
                    <a:pt x="962977" y="641276"/>
                  </a:moveTo>
                  <a:lnTo>
                    <a:pt x="975892" y="678031"/>
                  </a:lnTo>
                  <a:lnTo>
                    <a:pt x="999943" y="660848"/>
                  </a:lnTo>
                  <a:close/>
                  <a:moveTo>
                    <a:pt x="990573" y="603662"/>
                  </a:moveTo>
                  <a:lnTo>
                    <a:pt x="970280" y="623999"/>
                  </a:lnTo>
                  <a:lnTo>
                    <a:pt x="962977" y="641276"/>
                  </a:lnTo>
                  <a:close/>
                  <a:moveTo>
                    <a:pt x="870151" y="531011"/>
                  </a:moveTo>
                  <a:lnTo>
                    <a:pt x="882910" y="546488"/>
                  </a:lnTo>
                  <a:lnTo>
                    <a:pt x="882253" y="528179"/>
                  </a:lnTo>
                  <a:close/>
                  <a:moveTo>
                    <a:pt x="882253" y="528179"/>
                  </a:moveTo>
                  <a:lnTo>
                    <a:pt x="875916" y="520339"/>
                  </a:lnTo>
                  <a:lnTo>
                    <a:pt x="870151" y="531011"/>
                  </a:lnTo>
                  <a:close/>
                  <a:moveTo>
                    <a:pt x="729097" y="373507"/>
                  </a:moveTo>
                  <a:lnTo>
                    <a:pt x="758208" y="368773"/>
                  </a:lnTo>
                  <a:lnTo>
                    <a:pt x="739812" y="385197"/>
                  </a:lnTo>
                  <a:close/>
                  <a:moveTo>
                    <a:pt x="729097" y="373507"/>
                  </a:moveTo>
                  <a:lnTo>
                    <a:pt x="739812" y="385197"/>
                  </a:lnTo>
                  <a:lnTo>
                    <a:pt x="706202" y="384115"/>
                  </a:lnTo>
                  <a:close/>
                  <a:moveTo>
                    <a:pt x="741500" y="383991"/>
                  </a:moveTo>
                  <a:lnTo>
                    <a:pt x="739812" y="385197"/>
                  </a:lnTo>
                  <a:lnTo>
                    <a:pt x="758208" y="368773"/>
                  </a:lnTo>
                  <a:close/>
                  <a:moveTo>
                    <a:pt x="758208" y="368773"/>
                  </a:moveTo>
                  <a:lnTo>
                    <a:pt x="760443" y="366128"/>
                  </a:lnTo>
                  <a:lnTo>
                    <a:pt x="741500" y="383991"/>
                  </a:lnTo>
                  <a:close/>
                  <a:moveTo>
                    <a:pt x="741500" y="383991"/>
                  </a:moveTo>
                  <a:lnTo>
                    <a:pt x="760443" y="366128"/>
                  </a:lnTo>
                  <a:lnTo>
                    <a:pt x="760460" y="330053"/>
                  </a:lnTo>
                  <a:close/>
                  <a:moveTo>
                    <a:pt x="741500" y="383991"/>
                  </a:moveTo>
                  <a:lnTo>
                    <a:pt x="760460" y="330053"/>
                  </a:lnTo>
                  <a:lnTo>
                    <a:pt x="737098" y="347236"/>
                  </a:lnTo>
                  <a:close/>
                  <a:moveTo>
                    <a:pt x="1010691" y="656926"/>
                  </a:moveTo>
                  <a:lnTo>
                    <a:pt x="1056784" y="646542"/>
                  </a:lnTo>
                  <a:lnTo>
                    <a:pt x="1048258" y="608727"/>
                  </a:lnTo>
                  <a:close/>
                  <a:moveTo>
                    <a:pt x="1010691" y="656926"/>
                  </a:moveTo>
                  <a:lnTo>
                    <a:pt x="1048258" y="608727"/>
                  </a:lnTo>
                  <a:lnTo>
                    <a:pt x="1007497" y="614776"/>
                  </a:lnTo>
                  <a:close/>
                  <a:moveTo>
                    <a:pt x="1007497" y="614776"/>
                  </a:moveTo>
                  <a:lnTo>
                    <a:pt x="1024775" y="606963"/>
                  </a:lnTo>
                  <a:lnTo>
                    <a:pt x="990573" y="603662"/>
                  </a:lnTo>
                  <a:close/>
                  <a:moveTo>
                    <a:pt x="1007497" y="614776"/>
                  </a:moveTo>
                  <a:lnTo>
                    <a:pt x="1048258" y="608727"/>
                  </a:lnTo>
                  <a:lnTo>
                    <a:pt x="1024775" y="606963"/>
                  </a:lnTo>
                  <a:close/>
                  <a:moveTo>
                    <a:pt x="980451" y="323534"/>
                  </a:moveTo>
                  <a:lnTo>
                    <a:pt x="945085" y="332441"/>
                  </a:lnTo>
                  <a:lnTo>
                    <a:pt x="994653" y="330292"/>
                  </a:lnTo>
                  <a:close/>
                  <a:moveTo>
                    <a:pt x="994653" y="330292"/>
                  </a:moveTo>
                  <a:lnTo>
                    <a:pt x="945085" y="332441"/>
                  </a:lnTo>
                  <a:lnTo>
                    <a:pt x="937342" y="336801"/>
                  </a:lnTo>
                  <a:close/>
                  <a:moveTo>
                    <a:pt x="980451" y="323534"/>
                  </a:moveTo>
                  <a:lnTo>
                    <a:pt x="933967" y="324181"/>
                  </a:lnTo>
                  <a:lnTo>
                    <a:pt x="945085" y="332441"/>
                  </a:lnTo>
                  <a:close/>
                  <a:moveTo>
                    <a:pt x="1066907" y="325083"/>
                  </a:moveTo>
                  <a:lnTo>
                    <a:pt x="1084804" y="334829"/>
                  </a:lnTo>
                  <a:lnTo>
                    <a:pt x="1062804" y="364314"/>
                  </a:lnTo>
                  <a:close/>
                  <a:moveTo>
                    <a:pt x="944179" y="102199"/>
                  </a:moveTo>
                  <a:lnTo>
                    <a:pt x="948702" y="90650"/>
                  </a:lnTo>
                  <a:lnTo>
                    <a:pt x="900234" y="110838"/>
                  </a:lnTo>
                  <a:close/>
                  <a:moveTo>
                    <a:pt x="952178" y="50949"/>
                  </a:moveTo>
                  <a:lnTo>
                    <a:pt x="948702" y="90650"/>
                  </a:lnTo>
                  <a:lnTo>
                    <a:pt x="993806" y="43178"/>
                  </a:lnTo>
                  <a:close/>
                  <a:moveTo>
                    <a:pt x="993806" y="43178"/>
                  </a:moveTo>
                  <a:lnTo>
                    <a:pt x="971155" y="97116"/>
                  </a:lnTo>
                  <a:lnTo>
                    <a:pt x="995526" y="44933"/>
                  </a:lnTo>
                  <a:close/>
                  <a:moveTo>
                    <a:pt x="1180422" y="209770"/>
                  </a:moveTo>
                  <a:lnTo>
                    <a:pt x="1196560" y="202053"/>
                  </a:lnTo>
                  <a:lnTo>
                    <a:pt x="1164437" y="210475"/>
                  </a:lnTo>
                  <a:close/>
                  <a:moveTo>
                    <a:pt x="1164437" y="210475"/>
                  </a:moveTo>
                  <a:lnTo>
                    <a:pt x="1196560" y="202053"/>
                  </a:lnTo>
                  <a:lnTo>
                    <a:pt x="1184701" y="176342"/>
                  </a:lnTo>
                  <a:close/>
                  <a:moveTo>
                    <a:pt x="1164437" y="210475"/>
                  </a:moveTo>
                  <a:lnTo>
                    <a:pt x="1184701" y="176342"/>
                  </a:lnTo>
                  <a:lnTo>
                    <a:pt x="1152983" y="175040"/>
                  </a:lnTo>
                  <a:close/>
                  <a:moveTo>
                    <a:pt x="1184701" y="176342"/>
                  </a:moveTo>
                  <a:lnTo>
                    <a:pt x="1196560" y="202053"/>
                  </a:lnTo>
                  <a:lnTo>
                    <a:pt x="1206546" y="173014"/>
                  </a:lnTo>
                  <a:close/>
                  <a:moveTo>
                    <a:pt x="1060407" y="66728"/>
                  </a:moveTo>
                  <a:lnTo>
                    <a:pt x="1035153" y="79933"/>
                  </a:lnTo>
                  <a:lnTo>
                    <a:pt x="1011780" y="105703"/>
                  </a:lnTo>
                  <a:close/>
                  <a:moveTo>
                    <a:pt x="1083843" y="69919"/>
                  </a:moveTo>
                  <a:lnTo>
                    <a:pt x="1045836" y="73730"/>
                  </a:lnTo>
                  <a:lnTo>
                    <a:pt x="1095672" y="74002"/>
                  </a:lnTo>
                  <a:close/>
                  <a:moveTo>
                    <a:pt x="1045836" y="73730"/>
                  </a:moveTo>
                  <a:lnTo>
                    <a:pt x="1060407" y="66728"/>
                  </a:lnTo>
                  <a:lnTo>
                    <a:pt x="1095672" y="74002"/>
                  </a:lnTo>
                  <a:close/>
                  <a:moveTo>
                    <a:pt x="1122307" y="65737"/>
                  </a:moveTo>
                  <a:lnTo>
                    <a:pt x="1083843" y="69919"/>
                  </a:lnTo>
                  <a:lnTo>
                    <a:pt x="1129545" y="76070"/>
                  </a:lnTo>
                  <a:close/>
                  <a:moveTo>
                    <a:pt x="1083843" y="69919"/>
                  </a:moveTo>
                  <a:lnTo>
                    <a:pt x="1095672" y="74002"/>
                  </a:lnTo>
                  <a:lnTo>
                    <a:pt x="1129545" y="76070"/>
                  </a:lnTo>
                  <a:close/>
                  <a:moveTo>
                    <a:pt x="995663" y="42685"/>
                  </a:moveTo>
                  <a:lnTo>
                    <a:pt x="1041296" y="32675"/>
                  </a:lnTo>
                  <a:lnTo>
                    <a:pt x="1026446" y="0"/>
                  </a:lnTo>
                  <a:close/>
                  <a:moveTo>
                    <a:pt x="1180422" y="209770"/>
                  </a:moveTo>
                  <a:lnTo>
                    <a:pt x="1208965" y="246110"/>
                  </a:lnTo>
                  <a:lnTo>
                    <a:pt x="1199986" y="208662"/>
                  </a:lnTo>
                  <a:close/>
                  <a:moveTo>
                    <a:pt x="1208965" y="246110"/>
                  </a:moveTo>
                  <a:lnTo>
                    <a:pt x="1251758" y="238408"/>
                  </a:lnTo>
                  <a:lnTo>
                    <a:pt x="1245833" y="198478"/>
                  </a:lnTo>
                  <a:close/>
                  <a:moveTo>
                    <a:pt x="1208965" y="246110"/>
                  </a:moveTo>
                  <a:lnTo>
                    <a:pt x="1245833" y="198478"/>
                  </a:lnTo>
                  <a:lnTo>
                    <a:pt x="1199986" y="208662"/>
                  </a:lnTo>
                  <a:close/>
                  <a:moveTo>
                    <a:pt x="1245833" y="198478"/>
                  </a:moveTo>
                  <a:lnTo>
                    <a:pt x="1227203" y="168877"/>
                  </a:lnTo>
                  <a:lnTo>
                    <a:pt x="1199986" y="208662"/>
                  </a:lnTo>
                  <a:close/>
                  <a:moveTo>
                    <a:pt x="1245833" y="198478"/>
                  </a:moveTo>
                  <a:lnTo>
                    <a:pt x="1261990" y="167683"/>
                  </a:lnTo>
                  <a:lnTo>
                    <a:pt x="1227203" y="168877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63" name="Input_density__162">
              <a:extLst>
                <a:ext uri="{FF2B5EF4-FFF2-40B4-BE49-F238E27FC236}">
                  <a16:creationId xmlns:a16="http://schemas.microsoft.com/office/drawing/2014/main" id="{1CAE494D-3946-B743-2E0F-148B89248026}"/>
                </a:ext>
              </a:extLst>
            </p:cNvPr>
            <p:cNvSpPr>
              <a:spLocks noGrp="1"/>
            </p:cNvSpPr>
            <p:nvPr/>
          </p:nvSpPr>
          <p:spPr>
            <a:xfrm>
              <a:off x="567381" y="1538036"/>
              <a:ext cx="1162777" cy="942946"/>
            </a:xfrm>
            <a:custGeom>
              <a:avLst/>
              <a:gdLst/>
              <a:ahLst/>
              <a:cxnLst/>
              <a:rect l="0" t="0" r="0" b="0"/>
              <a:pathLst>
                <a:path w="1162777" h="942946">
                  <a:moveTo>
                    <a:pt x="268623" y="903803"/>
                  </a:moveTo>
                  <a:lnTo>
                    <a:pt x="277372" y="940558"/>
                  </a:lnTo>
                  <a:lnTo>
                    <a:pt x="318989" y="923375"/>
                  </a:lnTo>
                  <a:close/>
                  <a:moveTo>
                    <a:pt x="268623" y="903803"/>
                  </a:moveTo>
                  <a:lnTo>
                    <a:pt x="318989" y="923375"/>
                  </a:lnTo>
                  <a:lnTo>
                    <a:pt x="317993" y="886620"/>
                  </a:lnTo>
                  <a:close/>
                  <a:moveTo>
                    <a:pt x="107430" y="702845"/>
                  </a:moveTo>
                  <a:lnTo>
                    <a:pt x="130498" y="680374"/>
                  </a:lnTo>
                  <a:lnTo>
                    <a:pt x="101897" y="703895"/>
                  </a:lnTo>
                  <a:close/>
                  <a:moveTo>
                    <a:pt x="120841" y="670835"/>
                  </a:moveTo>
                  <a:lnTo>
                    <a:pt x="130498" y="680374"/>
                  </a:lnTo>
                  <a:lnTo>
                    <a:pt x="162069" y="673835"/>
                  </a:lnTo>
                  <a:close/>
                  <a:moveTo>
                    <a:pt x="178909" y="695462"/>
                  </a:moveTo>
                  <a:lnTo>
                    <a:pt x="226472" y="693843"/>
                  </a:lnTo>
                  <a:lnTo>
                    <a:pt x="216394" y="685662"/>
                  </a:lnTo>
                  <a:close/>
                  <a:moveTo>
                    <a:pt x="130498" y="680374"/>
                  </a:moveTo>
                  <a:lnTo>
                    <a:pt x="107430" y="702845"/>
                  </a:lnTo>
                  <a:lnTo>
                    <a:pt x="143409" y="697235"/>
                  </a:lnTo>
                  <a:close/>
                  <a:moveTo>
                    <a:pt x="143409" y="697235"/>
                  </a:moveTo>
                  <a:lnTo>
                    <a:pt x="162069" y="673835"/>
                  </a:lnTo>
                  <a:lnTo>
                    <a:pt x="130498" y="680374"/>
                  </a:lnTo>
                  <a:close/>
                  <a:moveTo>
                    <a:pt x="143409" y="697235"/>
                  </a:moveTo>
                  <a:lnTo>
                    <a:pt x="178909" y="695462"/>
                  </a:lnTo>
                  <a:lnTo>
                    <a:pt x="162069" y="673835"/>
                  </a:lnTo>
                  <a:close/>
                  <a:moveTo>
                    <a:pt x="219563" y="668010"/>
                  </a:moveTo>
                  <a:lnTo>
                    <a:pt x="162069" y="673835"/>
                  </a:lnTo>
                  <a:lnTo>
                    <a:pt x="216394" y="685662"/>
                  </a:lnTo>
                  <a:close/>
                  <a:moveTo>
                    <a:pt x="216394" y="685662"/>
                  </a:moveTo>
                  <a:lnTo>
                    <a:pt x="162069" y="673835"/>
                  </a:lnTo>
                  <a:lnTo>
                    <a:pt x="178909" y="695462"/>
                  </a:lnTo>
                  <a:close/>
                  <a:moveTo>
                    <a:pt x="402804" y="906191"/>
                  </a:moveTo>
                  <a:lnTo>
                    <a:pt x="412379" y="942946"/>
                  </a:lnTo>
                  <a:lnTo>
                    <a:pt x="426526" y="889008"/>
                  </a:lnTo>
                  <a:close/>
                  <a:moveTo>
                    <a:pt x="426526" y="889008"/>
                  </a:moveTo>
                  <a:lnTo>
                    <a:pt x="413279" y="852253"/>
                  </a:lnTo>
                  <a:lnTo>
                    <a:pt x="402804" y="906191"/>
                  </a:lnTo>
                  <a:close/>
                  <a:moveTo>
                    <a:pt x="299342" y="668478"/>
                  </a:moveTo>
                  <a:lnTo>
                    <a:pt x="268609" y="722416"/>
                  </a:lnTo>
                  <a:lnTo>
                    <a:pt x="301855" y="705233"/>
                  </a:lnTo>
                  <a:close/>
                  <a:moveTo>
                    <a:pt x="219563" y="668010"/>
                  </a:moveTo>
                  <a:lnTo>
                    <a:pt x="216394" y="685662"/>
                  </a:lnTo>
                  <a:lnTo>
                    <a:pt x="230038" y="680983"/>
                  </a:lnTo>
                  <a:close/>
                  <a:moveTo>
                    <a:pt x="230038" y="680983"/>
                  </a:moveTo>
                  <a:lnTo>
                    <a:pt x="221364" y="648906"/>
                  </a:lnTo>
                  <a:lnTo>
                    <a:pt x="219563" y="668010"/>
                  </a:lnTo>
                  <a:close/>
                  <a:moveTo>
                    <a:pt x="124300" y="521458"/>
                  </a:moveTo>
                  <a:lnTo>
                    <a:pt x="130448" y="487772"/>
                  </a:lnTo>
                  <a:lnTo>
                    <a:pt x="127920" y="486092"/>
                  </a:lnTo>
                  <a:close/>
                  <a:moveTo>
                    <a:pt x="93467" y="531760"/>
                  </a:moveTo>
                  <a:lnTo>
                    <a:pt x="124300" y="521458"/>
                  </a:lnTo>
                  <a:lnTo>
                    <a:pt x="127920" y="486092"/>
                  </a:lnTo>
                  <a:close/>
                  <a:moveTo>
                    <a:pt x="127920" y="486092"/>
                  </a:moveTo>
                  <a:lnTo>
                    <a:pt x="130851" y="484703"/>
                  </a:lnTo>
                  <a:lnTo>
                    <a:pt x="129011" y="482397"/>
                  </a:lnTo>
                  <a:close/>
                  <a:moveTo>
                    <a:pt x="121532" y="484703"/>
                  </a:moveTo>
                  <a:lnTo>
                    <a:pt x="127920" y="486092"/>
                  </a:lnTo>
                  <a:lnTo>
                    <a:pt x="129011" y="482397"/>
                  </a:lnTo>
                  <a:close/>
                  <a:moveTo>
                    <a:pt x="127920" y="486092"/>
                  </a:moveTo>
                  <a:lnTo>
                    <a:pt x="130448" y="487772"/>
                  </a:lnTo>
                  <a:lnTo>
                    <a:pt x="130851" y="484703"/>
                  </a:lnTo>
                  <a:close/>
                  <a:moveTo>
                    <a:pt x="19914" y="411193"/>
                  </a:moveTo>
                  <a:lnTo>
                    <a:pt x="31726" y="374438"/>
                  </a:lnTo>
                  <a:lnTo>
                    <a:pt x="0" y="428377"/>
                  </a:lnTo>
                  <a:close/>
                  <a:moveTo>
                    <a:pt x="33023" y="372668"/>
                  </a:moveTo>
                  <a:lnTo>
                    <a:pt x="30803" y="376628"/>
                  </a:lnTo>
                  <a:lnTo>
                    <a:pt x="31726" y="374438"/>
                  </a:lnTo>
                  <a:close/>
                  <a:moveTo>
                    <a:pt x="413279" y="852253"/>
                  </a:moveTo>
                  <a:lnTo>
                    <a:pt x="446371" y="881944"/>
                  </a:lnTo>
                  <a:lnTo>
                    <a:pt x="439674" y="842641"/>
                  </a:lnTo>
                  <a:close/>
                  <a:moveTo>
                    <a:pt x="473845" y="835069"/>
                  </a:moveTo>
                  <a:lnTo>
                    <a:pt x="454903" y="798315"/>
                  </a:lnTo>
                  <a:lnTo>
                    <a:pt x="439674" y="842641"/>
                  </a:lnTo>
                  <a:close/>
                  <a:moveTo>
                    <a:pt x="454903" y="798315"/>
                  </a:moveTo>
                  <a:lnTo>
                    <a:pt x="430875" y="805048"/>
                  </a:lnTo>
                  <a:lnTo>
                    <a:pt x="439674" y="842641"/>
                  </a:lnTo>
                  <a:close/>
                  <a:moveTo>
                    <a:pt x="454903" y="798315"/>
                  </a:moveTo>
                  <a:lnTo>
                    <a:pt x="443464" y="761560"/>
                  </a:lnTo>
                  <a:lnTo>
                    <a:pt x="430875" y="805048"/>
                  </a:lnTo>
                  <a:close/>
                  <a:moveTo>
                    <a:pt x="443464" y="761560"/>
                  </a:moveTo>
                  <a:lnTo>
                    <a:pt x="417177" y="771437"/>
                  </a:lnTo>
                  <a:lnTo>
                    <a:pt x="430875" y="805048"/>
                  </a:lnTo>
                  <a:close/>
                  <a:moveTo>
                    <a:pt x="156118" y="507914"/>
                  </a:moveTo>
                  <a:lnTo>
                    <a:pt x="130448" y="487772"/>
                  </a:lnTo>
                  <a:lnTo>
                    <a:pt x="124300" y="521458"/>
                  </a:lnTo>
                  <a:close/>
                  <a:moveTo>
                    <a:pt x="130448" y="487772"/>
                  </a:moveTo>
                  <a:lnTo>
                    <a:pt x="156118" y="507914"/>
                  </a:lnTo>
                  <a:lnTo>
                    <a:pt x="130851" y="484703"/>
                  </a:lnTo>
                  <a:close/>
                  <a:moveTo>
                    <a:pt x="130851" y="484703"/>
                  </a:moveTo>
                  <a:lnTo>
                    <a:pt x="156118" y="507914"/>
                  </a:lnTo>
                  <a:lnTo>
                    <a:pt x="169278" y="504275"/>
                  </a:lnTo>
                  <a:close/>
                  <a:moveTo>
                    <a:pt x="130851" y="484703"/>
                  </a:moveTo>
                  <a:lnTo>
                    <a:pt x="169278" y="504275"/>
                  </a:lnTo>
                  <a:lnTo>
                    <a:pt x="165053" y="467520"/>
                  </a:lnTo>
                  <a:close/>
                  <a:moveTo>
                    <a:pt x="146803" y="430765"/>
                  </a:moveTo>
                  <a:lnTo>
                    <a:pt x="130851" y="484703"/>
                  </a:lnTo>
                  <a:lnTo>
                    <a:pt x="165053" y="467520"/>
                  </a:lnTo>
                  <a:close/>
                  <a:moveTo>
                    <a:pt x="31726" y="374438"/>
                  </a:moveTo>
                  <a:lnTo>
                    <a:pt x="64222" y="394206"/>
                  </a:lnTo>
                  <a:lnTo>
                    <a:pt x="36656" y="371870"/>
                  </a:lnTo>
                  <a:close/>
                  <a:moveTo>
                    <a:pt x="33023" y="372668"/>
                  </a:moveTo>
                  <a:lnTo>
                    <a:pt x="31726" y="374438"/>
                  </a:lnTo>
                  <a:lnTo>
                    <a:pt x="36656" y="371870"/>
                  </a:lnTo>
                  <a:close/>
                  <a:moveTo>
                    <a:pt x="83398" y="340227"/>
                  </a:moveTo>
                  <a:lnTo>
                    <a:pt x="36656" y="371870"/>
                  </a:lnTo>
                  <a:lnTo>
                    <a:pt x="64637" y="357255"/>
                  </a:lnTo>
                  <a:close/>
                  <a:moveTo>
                    <a:pt x="33023" y="372668"/>
                  </a:moveTo>
                  <a:lnTo>
                    <a:pt x="36656" y="371870"/>
                  </a:lnTo>
                  <a:lnTo>
                    <a:pt x="83398" y="340227"/>
                  </a:lnTo>
                  <a:close/>
                  <a:moveTo>
                    <a:pt x="454903" y="798315"/>
                  </a:moveTo>
                  <a:lnTo>
                    <a:pt x="486143" y="831951"/>
                  </a:lnTo>
                  <a:lnTo>
                    <a:pt x="481286" y="791153"/>
                  </a:lnTo>
                  <a:close/>
                  <a:moveTo>
                    <a:pt x="454903" y="798315"/>
                  </a:moveTo>
                  <a:lnTo>
                    <a:pt x="473845" y="835069"/>
                  </a:lnTo>
                  <a:lnTo>
                    <a:pt x="486143" y="831951"/>
                  </a:lnTo>
                  <a:close/>
                  <a:moveTo>
                    <a:pt x="486143" y="831951"/>
                  </a:moveTo>
                  <a:lnTo>
                    <a:pt x="525914" y="781959"/>
                  </a:lnTo>
                  <a:lnTo>
                    <a:pt x="481286" y="791153"/>
                  </a:lnTo>
                  <a:close/>
                  <a:moveTo>
                    <a:pt x="443464" y="761560"/>
                  </a:moveTo>
                  <a:lnTo>
                    <a:pt x="481286" y="791153"/>
                  </a:lnTo>
                  <a:lnTo>
                    <a:pt x="471318" y="754509"/>
                  </a:lnTo>
                  <a:close/>
                  <a:moveTo>
                    <a:pt x="443464" y="761560"/>
                  </a:moveTo>
                  <a:lnTo>
                    <a:pt x="454903" y="798315"/>
                  </a:lnTo>
                  <a:lnTo>
                    <a:pt x="481286" y="791153"/>
                  </a:lnTo>
                  <a:close/>
                  <a:moveTo>
                    <a:pt x="326943" y="627919"/>
                  </a:moveTo>
                  <a:lnTo>
                    <a:pt x="346342" y="604239"/>
                  </a:lnTo>
                  <a:lnTo>
                    <a:pt x="354257" y="614540"/>
                  </a:lnTo>
                  <a:close/>
                  <a:moveTo>
                    <a:pt x="323508" y="569676"/>
                  </a:moveTo>
                  <a:lnTo>
                    <a:pt x="317985" y="594425"/>
                  </a:lnTo>
                  <a:lnTo>
                    <a:pt x="355473" y="560601"/>
                  </a:lnTo>
                  <a:close/>
                  <a:moveTo>
                    <a:pt x="83398" y="340227"/>
                  </a:moveTo>
                  <a:lnTo>
                    <a:pt x="64637" y="357255"/>
                  </a:lnTo>
                  <a:lnTo>
                    <a:pt x="100655" y="346928"/>
                  </a:lnTo>
                  <a:close/>
                  <a:moveTo>
                    <a:pt x="100655" y="346928"/>
                  </a:moveTo>
                  <a:lnTo>
                    <a:pt x="113288" y="327403"/>
                  </a:lnTo>
                  <a:lnTo>
                    <a:pt x="83398" y="340227"/>
                  </a:lnTo>
                  <a:close/>
                  <a:moveTo>
                    <a:pt x="100655" y="346928"/>
                  </a:moveTo>
                  <a:lnTo>
                    <a:pt x="140028" y="342007"/>
                  </a:lnTo>
                  <a:lnTo>
                    <a:pt x="113288" y="327403"/>
                  </a:lnTo>
                  <a:close/>
                  <a:moveTo>
                    <a:pt x="397010" y="581756"/>
                  </a:moveTo>
                  <a:lnTo>
                    <a:pt x="349481" y="597356"/>
                  </a:lnTo>
                  <a:lnTo>
                    <a:pt x="401662" y="590291"/>
                  </a:lnTo>
                  <a:close/>
                  <a:moveTo>
                    <a:pt x="355473" y="560601"/>
                  </a:moveTo>
                  <a:lnTo>
                    <a:pt x="349481" y="597356"/>
                  </a:lnTo>
                  <a:lnTo>
                    <a:pt x="397010" y="581756"/>
                  </a:lnTo>
                  <a:close/>
                  <a:moveTo>
                    <a:pt x="578451" y="752969"/>
                  </a:moveTo>
                  <a:lnTo>
                    <a:pt x="560498" y="780931"/>
                  </a:lnTo>
                  <a:lnTo>
                    <a:pt x="566560" y="763948"/>
                  </a:lnTo>
                  <a:close/>
                  <a:moveTo>
                    <a:pt x="590322" y="756685"/>
                  </a:moveTo>
                  <a:lnTo>
                    <a:pt x="566560" y="763948"/>
                  </a:lnTo>
                  <a:lnTo>
                    <a:pt x="605087" y="756347"/>
                  </a:lnTo>
                  <a:close/>
                  <a:moveTo>
                    <a:pt x="578451" y="752969"/>
                  </a:moveTo>
                  <a:lnTo>
                    <a:pt x="566560" y="763948"/>
                  </a:lnTo>
                  <a:lnTo>
                    <a:pt x="590322" y="756685"/>
                  </a:lnTo>
                  <a:close/>
                  <a:moveTo>
                    <a:pt x="633518" y="738070"/>
                  </a:moveTo>
                  <a:lnTo>
                    <a:pt x="590322" y="756685"/>
                  </a:lnTo>
                  <a:lnTo>
                    <a:pt x="624520" y="746765"/>
                  </a:lnTo>
                  <a:close/>
                  <a:moveTo>
                    <a:pt x="578451" y="752969"/>
                  </a:moveTo>
                  <a:lnTo>
                    <a:pt x="590322" y="756685"/>
                  </a:lnTo>
                  <a:lnTo>
                    <a:pt x="633518" y="738070"/>
                  </a:lnTo>
                  <a:close/>
                  <a:moveTo>
                    <a:pt x="606597" y="733624"/>
                  </a:moveTo>
                  <a:lnTo>
                    <a:pt x="578451" y="752969"/>
                  </a:lnTo>
                  <a:lnTo>
                    <a:pt x="633518" y="738070"/>
                  </a:lnTo>
                  <a:close/>
                  <a:moveTo>
                    <a:pt x="633518" y="738070"/>
                  </a:moveTo>
                  <a:lnTo>
                    <a:pt x="624520" y="746765"/>
                  </a:lnTo>
                  <a:lnTo>
                    <a:pt x="648463" y="736505"/>
                  </a:lnTo>
                  <a:close/>
                  <a:moveTo>
                    <a:pt x="633518" y="738070"/>
                  </a:moveTo>
                  <a:lnTo>
                    <a:pt x="648463" y="736505"/>
                  </a:lnTo>
                  <a:lnTo>
                    <a:pt x="645395" y="710010"/>
                  </a:lnTo>
                  <a:close/>
                  <a:moveTo>
                    <a:pt x="645395" y="710010"/>
                  </a:moveTo>
                  <a:lnTo>
                    <a:pt x="648463" y="736505"/>
                  </a:lnTo>
                  <a:lnTo>
                    <a:pt x="663550" y="729581"/>
                  </a:lnTo>
                  <a:close/>
                  <a:moveTo>
                    <a:pt x="495183" y="556118"/>
                  </a:moveTo>
                  <a:lnTo>
                    <a:pt x="530104" y="510070"/>
                  </a:lnTo>
                  <a:lnTo>
                    <a:pt x="483421" y="520935"/>
                  </a:lnTo>
                  <a:close/>
                  <a:moveTo>
                    <a:pt x="528006" y="496522"/>
                  </a:moveTo>
                  <a:lnTo>
                    <a:pt x="530104" y="510070"/>
                  </a:lnTo>
                  <a:lnTo>
                    <a:pt x="533585" y="509051"/>
                  </a:lnTo>
                  <a:close/>
                  <a:moveTo>
                    <a:pt x="530044" y="407934"/>
                  </a:moveTo>
                  <a:lnTo>
                    <a:pt x="490710" y="435541"/>
                  </a:lnTo>
                  <a:lnTo>
                    <a:pt x="515856" y="418358"/>
                  </a:lnTo>
                  <a:close/>
                  <a:moveTo>
                    <a:pt x="530044" y="407934"/>
                  </a:moveTo>
                  <a:lnTo>
                    <a:pt x="504549" y="408822"/>
                  </a:lnTo>
                  <a:lnTo>
                    <a:pt x="490710" y="435541"/>
                  </a:lnTo>
                  <a:close/>
                  <a:moveTo>
                    <a:pt x="530044" y="407934"/>
                  </a:moveTo>
                  <a:lnTo>
                    <a:pt x="515856" y="418358"/>
                  </a:lnTo>
                  <a:lnTo>
                    <a:pt x="541047" y="411679"/>
                  </a:lnTo>
                  <a:close/>
                  <a:moveTo>
                    <a:pt x="570861" y="369782"/>
                  </a:moveTo>
                  <a:lnTo>
                    <a:pt x="540226" y="381603"/>
                  </a:lnTo>
                  <a:lnTo>
                    <a:pt x="580299" y="375044"/>
                  </a:lnTo>
                  <a:close/>
                  <a:moveTo>
                    <a:pt x="540226" y="381603"/>
                  </a:moveTo>
                  <a:lnTo>
                    <a:pt x="530044" y="407934"/>
                  </a:lnTo>
                  <a:lnTo>
                    <a:pt x="580299" y="375044"/>
                  </a:lnTo>
                  <a:close/>
                  <a:moveTo>
                    <a:pt x="580299" y="375044"/>
                  </a:moveTo>
                  <a:lnTo>
                    <a:pt x="530044" y="407934"/>
                  </a:lnTo>
                  <a:lnTo>
                    <a:pt x="566427" y="401175"/>
                  </a:lnTo>
                  <a:close/>
                  <a:moveTo>
                    <a:pt x="566427" y="401175"/>
                  </a:moveTo>
                  <a:lnTo>
                    <a:pt x="530044" y="407934"/>
                  </a:lnTo>
                  <a:lnTo>
                    <a:pt x="541047" y="411679"/>
                  </a:lnTo>
                  <a:close/>
                  <a:moveTo>
                    <a:pt x="570861" y="369782"/>
                  </a:moveTo>
                  <a:lnTo>
                    <a:pt x="580299" y="375044"/>
                  </a:lnTo>
                  <a:lnTo>
                    <a:pt x="602488" y="364420"/>
                  </a:lnTo>
                  <a:close/>
                  <a:moveTo>
                    <a:pt x="580299" y="375044"/>
                  </a:moveTo>
                  <a:lnTo>
                    <a:pt x="566427" y="401175"/>
                  </a:lnTo>
                  <a:lnTo>
                    <a:pt x="601650" y="389498"/>
                  </a:lnTo>
                  <a:close/>
                  <a:moveTo>
                    <a:pt x="601650" y="389498"/>
                  </a:moveTo>
                  <a:lnTo>
                    <a:pt x="602488" y="364420"/>
                  </a:lnTo>
                  <a:lnTo>
                    <a:pt x="580299" y="375044"/>
                  </a:lnTo>
                  <a:close/>
                  <a:moveTo>
                    <a:pt x="898551" y="641276"/>
                  </a:moveTo>
                  <a:lnTo>
                    <a:pt x="935517" y="660848"/>
                  </a:lnTo>
                  <a:lnTo>
                    <a:pt x="915713" y="624093"/>
                  </a:lnTo>
                  <a:close/>
                  <a:moveTo>
                    <a:pt x="926147" y="603662"/>
                  </a:moveTo>
                  <a:lnTo>
                    <a:pt x="898551" y="641276"/>
                  </a:lnTo>
                  <a:lnTo>
                    <a:pt x="915713" y="624093"/>
                  </a:lnTo>
                  <a:close/>
                  <a:moveTo>
                    <a:pt x="663797" y="310481"/>
                  </a:moveTo>
                  <a:lnTo>
                    <a:pt x="696034" y="330053"/>
                  </a:lnTo>
                  <a:lnTo>
                    <a:pt x="686981" y="293298"/>
                  </a:lnTo>
                  <a:close/>
                  <a:moveTo>
                    <a:pt x="915713" y="624093"/>
                  </a:moveTo>
                  <a:lnTo>
                    <a:pt x="946266" y="656926"/>
                  </a:lnTo>
                  <a:lnTo>
                    <a:pt x="943072" y="614776"/>
                  </a:lnTo>
                  <a:close/>
                  <a:moveTo>
                    <a:pt x="926147" y="603662"/>
                  </a:moveTo>
                  <a:lnTo>
                    <a:pt x="915713" y="624093"/>
                  </a:lnTo>
                  <a:lnTo>
                    <a:pt x="943072" y="614776"/>
                  </a:lnTo>
                  <a:close/>
                  <a:moveTo>
                    <a:pt x="686981" y="293298"/>
                  </a:moveTo>
                  <a:lnTo>
                    <a:pt x="696034" y="330053"/>
                  </a:lnTo>
                  <a:lnTo>
                    <a:pt x="712631" y="312870"/>
                  </a:lnTo>
                  <a:close/>
                  <a:moveTo>
                    <a:pt x="686981" y="293298"/>
                  </a:moveTo>
                  <a:lnTo>
                    <a:pt x="712631" y="312870"/>
                  </a:lnTo>
                  <a:lnTo>
                    <a:pt x="707623" y="276115"/>
                  </a:lnTo>
                  <a:close/>
                  <a:moveTo>
                    <a:pt x="679113" y="256543"/>
                  </a:moveTo>
                  <a:lnTo>
                    <a:pt x="686981" y="293298"/>
                  </a:lnTo>
                  <a:lnTo>
                    <a:pt x="707623" y="276115"/>
                  </a:lnTo>
                  <a:close/>
                  <a:moveTo>
                    <a:pt x="679113" y="256543"/>
                  </a:moveTo>
                  <a:lnTo>
                    <a:pt x="707623" y="276115"/>
                  </a:lnTo>
                  <a:lnTo>
                    <a:pt x="697214" y="239360"/>
                  </a:lnTo>
                  <a:close/>
                  <a:moveTo>
                    <a:pt x="670436" y="219788"/>
                  </a:moveTo>
                  <a:lnTo>
                    <a:pt x="697214" y="239360"/>
                  </a:lnTo>
                  <a:lnTo>
                    <a:pt x="681540" y="202605"/>
                  </a:lnTo>
                  <a:close/>
                  <a:moveTo>
                    <a:pt x="697214" y="239360"/>
                  </a:moveTo>
                  <a:lnTo>
                    <a:pt x="707623" y="276115"/>
                  </a:lnTo>
                  <a:lnTo>
                    <a:pt x="751240" y="258931"/>
                  </a:lnTo>
                  <a:close/>
                  <a:moveTo>
                    <a:pt x="697214" y="239360"/>
                  </a:moveTo>
                  <a:lnTo>
                    <a:pt x="751240" y="258931"/>
                  </a:lnTo>
                  <a:lnTo>
                    <a:pt x="734544" y="222176"/>
                  </a:lnTo>
                  <a:close/>
                  <a:moveTo>
                    <a:pt x="681540" y="202605"/>
                  </a:moveTo>
                  <a:lnTo>
                    <a:pt x="697214" y="239360"/>
                  </a:lnTo>
                  <a:lnTo>
                    <a:pt x="734544" y="222176"/>
                  </a:lnTo>
                  <a:close/>
                  <a:moveTo>
                    <a:pt x="681540" y="202605"/>
                  </a:moveTo>
                  <a:lnTo>
                    <a:pt x="734544" y="222176"/>
                  </a:lnTo>
                  <a:lnTo>
                    <a:pt x="711257" y="185421"/>
                  </a:lnTo>
                  <a:close/>
                  <a:moveTo>
                    <a:pt x="678400" y="165850"/>
                  </a:moveTo>
                  <a:lnTo>
                    <a:pt x="681540" y="202605"/>
                  </a:lnTo>
                  <a:lnTo>
                    <a:pt x="711257" y="185421"/>
                  </a:lnTo>
                  <a:close/>
                  <a:moveTo>
                    <a:pt x="678400" y="165850"/>
                  </a:moveTo>
                  <a:lnTo>
                    <a:pt x="711257" y="185421"/>
                  </a:lnTo>
                  <a:lnTo>
                    <a:pt x="705450" y="148666"/>
                  </a:lnTo>
                  <a:close/>
                  <a:moveTo>
                    <a:pt x="717454" y="129282"/>
                  </a:moveTo>
                  <a:lnTo>
                    <a:pt x="678400" y="165850"/>
                  </a:lnTo>
                  <a:lnTo>
                    <a:pt x="705450" y="148666"/>
                  </a:lnTo>
                  <a:close/>
                  <a:moveTo>
                    <a:pt x="705450" y="148666"/>
                  </a:moveTo>
                  <a:lnTo>
                    <a:pt x="751349" y="159802"/>
                  </a:lnTo>
                  <a:lnTo>
                    <a:pt x="738601" y="135688"/>
                  </a:lnTo>
                  <a:close/>
                  <a:moveTo>
                    <a:pt x="711257" y="185421"/>
                  </a:moveTo>
                  <a:lnTo>
                    <a:pt x="751123" y="168238"/>
                  </a:lnTo>
                  <a:lnTo>
                    <a:pt x="705450" y="148666"/>
                  </a:lnTo>
                  <a:close/>
                  <a:moveTo>
                    <a:pt x="717454" y="129282"/>
                  </a:moveTo>
                  <a:lnTo>
                    <a:pt x="705450" y="148666"/>
                  </a:lnTo>
                  <a:lnTo>
                    <a:pt x="738601" y="135688"/>
                  </a:lnTo>
                  <a:close/>
                  <a:moveTo>
                    <a:pt x="772036" y="112569"/>
                  </a:moveTo>
                  <a:lnTo>
                    <a:pt x="738601" y="135688"/>
                  </a:lnTo>
                  <a:lnTo>
                    <a:pt x="753020" y="131483"/>
                  </a:lnTo>
                  <a:close/>
                  <a:moveTo>
                    <a:pt x="717454" y="129282"/>
                  </a:moveTo>
                  <a:lnTo>
                    <a:pt x="738601" y="135688"/>
                  </a:lnTo>
                  <a:lnTo>
                    <a:pt x="772036" y="112569"/>
                  </a:lnTo>
                  <a:close/>
                  <a:moveTo>
                    <a:pt x="738601" y="135688"/>
                  </a:moveTo>
                  <a:lnTo>
                    <a:pt x="751349" y="159802"/>
                  </a:lnTo>
                  <a:lnTo>
                    <a:pt x="753020" y="131483"/>
                  </a:lnTo>
                  <a:close/>
                  <a:moveTo>
                    <a:pt x="983852" y="340228"/>
                  </a:moveTo>
                  <a:lnTo>
                    <a:pt x="998378" y="364314"/>
                  </a:lnTo>
                  <a:lnTo>
                    <a:pt x="1020379" y="334829"/>
                  </a:lnTo>
                  <a:close/>
                  <a:moveTo>
                    <a:pt x="797194" y="110426"/>
                  </a:moveTo>
                  <a:lnTo>
                    <a:pt x="772036" y="112569"/>
                  </a:lnTo>
                  <a:lnTo>
                    <a:pt x="753020" y="131483"/>
                  </a:lnTo>
                  <a:close/>
                  <a:moveTo>
                    <a:pt x="825186" y="90505"/>
                  </a:moveTo>
                  <a:lnTo>
                    <a:pt x="793770" y="94728"/>
                  </a:lnTo>
                  <a:lnTo>
                    <a:pt x="772036" y="112569"/>
                  </a:lnTo>
                  <a:close/>
                  <a:moveTo>
                    <a:pt x="825186" y="90505"/>
                  </a:moveTo>
                  <a:lnTo>
                    <a:pt x="772036" y="112569"/>
                  </a:lnTo>
                  <a:lnTo>
                    <a:pt x="797194" y="110426"/>
                  </a:lnTo>
                  <a:close/>
                  <a:moveTo>
                    <a:pt x="817306" y="81132"/>
                  </a:moveTo>
                  <a:lnTo>
                    <a:pt x="825186" y="90505"/>
                  </a:lnTo>
                  <a:lnTo>
                    <a:pt x="822475" y="77544"/>
                  </a:lnTo>
                  <a:close/>
                  <a:moveTo>
                    <a:pt x="801095" y="111970"/>
                  </a:moveTo>
                  <a:lnTo>
                    <a:pt x="825186" y="90505"/>
                  </a:lnTo>
                  <a:lnTo>
                    <a:pt x="797194" y="110426"/>
                  </a:lnTo>
                  <a:close/>
                  <a:moveTo>
                    <a:pt x="801095" y="111970"/>
                  </a:moveTo>
                  <a:lnTo>
                    <a:pt x="835809" y="110838"/>
                  </a:lnTo>
                  <a:lnTo>
                    <a:pt x="825186" y="90505"/>
                  </a:lnTo>
                  <a:close/>
                  <a:moveTo>
                    <a:pt x="835809" y="110838"/>
                  </a:moveTo>
                  <a:lnTo>
                    <a:pt x="884276" y="90650"/>
                  </a:lnTo>
                  <a:lnTo>
                    <a:pt x="822475" y="77544"/>
                  </a:lnTo>
                  <a:close/>
                  <a:moveTo>
                    <a:pt x="822475" y="77544"/>
                  </a:moveTo>
                  <a:lnTo>
                    <a:pt x="884276" y="90650"/>
                  </a:lnTo>
                  <a:lnTo>
                    <a:pt x="856673" y="60361"/>
                  </a:lnTo>
                  <a:close/>
                  <a:moveTo>
                    <a:pt x="822475" y="77544"/>
                  </a:moveTo>
                  <a:lnTo>
                    <a:pt x="825186" y="90505"/>
                  </a:lnTo>
                  <a:lnTo>
                    <a:pt x="835809" y="110838"/>
                  </a:lnTo>
                  <a:close/>
                  <a:moveTo>
                    <a:pt x="820261" y="40790"/>
                  </a:moveTo>
                  <a:lnTo>
                    <a:pt x="822475" y="77544"/>
                  </a:lnTo>
                  <a:lnTo>
                    <a:pt x="856673" y="60361"/>
                  </a:lnTo>
                  <a:close/>
                  <a:moveTo>
                    <a:pt x="820261" y="40790"/>
                  </a:moveTo>
                  <a:lnTo>
                    <a:pt x="856673" y="60361"/>
                  </a:lnTo>
                  <a:lnTo>
                    <a:pt x="854361" y="23606"/>
                  </a:lnTo>
                  <a:close/>
                  <a:moveTo>
                    <a:pt x="856673" y="60361"/>
                  </a:moveTo>
                  <a:lnTo>
                    <a:pt x="884276" y="90650"/>
                  </a:lnTo>
                  <a:lnTo>
                    <a:pt x="887753" y="50949"/>
                  </a:lnTo>
                  <a:close/>
                  <a:moveTo>
                    <a:pt x="854361" y="23606"/>
                  </a:moveTo>
                  <a:lnTo>
                    <a:pt x="887753" y="50949"/>
                  </a:lnTo>
                  <a:lnTo>
                    <a:pt x="874128" y="17279"/>
                  </a:lnTo>
                  <a:close/>
                  <a:moveTo>
                    <a:pt x="854361" y="23606"/>
                  </a:moveTo>
                  <a:lnTo>
                    <a:pt x="856673" y="60361"/>
                  </a:lnTo>
                  <a:lnTo>
                    <a:pt x="887753" y="50949"/>
                  </a:lnTo>
                  <a:close/>
                  <a:moveTo>
                    <a:pt x="929381" y="43178"/>
                  </a:moveTo>
                  <a:lnTo>
                    <a:pt x="917346" y="6423"/>
                  </a:lnTo>
                  <a:lnTo>
                    <a:pt x="887753" y="50949"/>
                  </a:lnTo>
                  <a:close/>
                  <a:moveTo>
                    <a:pt x="917346" y="6423"/>
                  </a:moveTo>
                  <a:lnTo>
                    <a:pt x="874128" y="17279"/>
                  </a:lnTo>
                  <a:lnTo>
                    <a:pt x="887753" y="50949"/>
                  </a:lnTo>
                  <a:close/>
                  <a:moveTo>
                    <a:pt x="862658" y="9821"/>
                  </a:moveTo>
                  <a:lnTo>
                    <a:pt x="854361" y="23606"/>
                  </a:lnTo>
                  <a:lnTo>
                    <a:pt x="874128" y="17279"/>
                  </a:lnTo>
                  <a:close/>
                  <a:moveTo>
                    <a:pt x="919669" y="2192"/>
                  </a:moveTo>
                  <a:lnTo>
                    <a:pt x="874128" y="17279"/>
                  </a:lnTo>
                  <a:lnTo>
                    <a:pt x="917346" y="6423"/>
                  </a:lnTo>
                  <a:close/>
                  <a:moveTo>
                    <a:pt x="862658" y="9821"/>
                  </a:moveTo>
                  <a:lnTo>
                    <a:pt x="874128" y="17279"/>
                  </a:lnTo>
                  <a:lnTo>
                    <a:pt x="919669" y="2192"/>
                  </a:lnTo>
                  <a:close/>
                  <a:moveTo>
                    <a:pt x="981411" y="73730"/>
                  </a:moveTo>
                  <a:lnTo>
                    <a:pt x="970727" y="79933"/>
                  </a:lnTo>
                  <a:lnTo>
                    <a:pt x="995982" y="66728"/>
                  </a:lnTo>
                  <a:close/>
                  <a:moveTo>
                    <a:pt x="981411" y="73730"/>
                  </a:moveTo>
                  <a:lnTo>
                    <a:pt x="931100" y="44933"/>
                  </a:lnTo>
                  <a:lnTo>
                    <a:pt x="970727" y="79933"/>
                  </a:lnTo>
                  <a:close/>
                  <a:moveTo>
                    <a:pt x="931237" y="42685"/>
                  </a:moveTo>
                  <a:lnTo>
                    <a:pt x="931100" y="44933"/>
                  </a:lnTo>
                  <a:lnTo>
                    <a:pt x="981411" y="73730"/>
                  </a:lnTo>
                  <a:close/>
                  <a:moveTo>
                    <a:pt x="976870" y="32675"/>
                  </a:moveTo>
                  <a:lnTo>
                    <a:pt x="931237" y="42685"/>
                  </a:lnTo>
                  <a:lnTo>
                    <a:pt x="981411" y="73730"/>
                  </a:lnTo>
                  <a:close/>
                  <a:moveTo>
                    <a:pt x="981411" y="73730"/>
                  </a:moveTo>
                  <a:lnTo>
                    <a:pt x="1019417" y="69919"/>
                  </a:lnTo>
                  <a:lnTo>
                    <a:pt x="1011895" y="31288"/>
                  </a:lnTo>
                  <a:close/>
                  <a:moveTo>
                    <a:pt x="981411" y="73730"/>
                  </a:moveTo>
                  <a:lnTo>
                    <a:pt x="1011895" y="31288"/>
                  </a:lnTo>
                  <a:lnTo>
                    <a:pt x="976870" y="32675"/>
                  </a:lnTo>
                  <a:close/>
                  <a:moveTo>
                    <a:pt x="929381" y="43178"/>
                  </a:moveTo>
                  <a:lnTo>
                    <a:pt x="931100" y="44933"/>
                  </a:lnTo>
                  <a:lnTo>
                    <a:pt x="931237" y="42685"/>
                  </a:lnTo>
                  <a:close/>
                  <a:moveTo>
                    <a:pt x="917346" y="6423"/>
                  </a:moveTo>
                  <a:lnTo>
                    <a:pt x="931237" y="42685"/>
                  </a:lnTo>
                  <a:lnTo>
                    <a:pt x="922505" y="5037"/>
                  </a:lnTo>
                  <a:close/>
                  <a:moveTo>
                    <a:pt x="917346" y="6423"/>
                  </a:moveTo>
                  <a:lnTo>
                    <a:pt x="929381" y="43178"/>
                  </a:lnTo>
                  <a:lnTo>
                    <a:pt x="931237" y="42685"/>
                  </a:lnTo>
                  <a:close/>
                  <a:moveTo>
                    <a:pt x="931237" y="42685"/>
                  </a:moveTo>
                  <a:lnTo>
                    <a:pt x="962020" y="0"/>
                  </a:lnTo>
                  <a:lnTo>
                    <a:pt x="922505" y="5037"/>
                  </a:lnTo>
                  <a:close/>
                  <a:moveTo>
                    <a:pt x="919669" y="2192"/>
                  </a:moveTo>
                  <a:lnTo>
                    <a:pt x="917346" y="6423"/>
                  </a:lnTo>
                  <a:lnTo>
                    <a:pt x="922505" y="5037"/>
                  </a:lnTo>
                  <a:close/>
                  <a:moveTo>
                    <a:pt x="1132134" y="202053"/>
                  </a:moveTo>
                  <a:lnTo>
                    <a:pt x="1115997" y="209770"/>
                  </a:lnTo>
                  <a:lnTo>
                    <a:pt x="1135560" y="208662"/>
                  </a:lnTo>
                  <a:close/>
                  <a:moveTo>
                    <a:pt x="1135560" y="208662"/>
                  </a:moveTo>
                  <a:lnTo>
                    <a:pt x="1142120" y="173014"/>
                  </a:lnTo>
                  <a:lnTo>
                    <a:pt x="1132134" y="202053"/>
                  </a:lnTo>
                  <a:close/>
                  <a:moveTo>
                    <a:pt x="1162777" y="168877"/>
                  </a:moveTo>
                  <a:lnTo>
                    <a:pt x="1142120" y="173014"/>
                  </a:lnTo>
                  <a:lnTo>
                    <a:pt x="1135560" y="208662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64" name="Input_density__163">
              <a:extLst>
                <a:ext uri="{FF2B5EF4-FFF2-40B4-BE49-F238E27FC236}">
                  <a16:creationId xmlns:a16="http://schemas.microsoft.com/office/drawing/2014/main" id="{D4CD7812-28E8-3F04-0193-734B3820C47B}"/>
                </a:ext>
              </a:extLst>
            </p:cNvPr>
            <p:cNvSpPr>
              <a:spLocks noGrp="1"/>
            </p:cNvSpPr>
            <p:nvPr/>
          </p:nvSpPr>
          <p:spPr>
            <a:xfrm>
              <a:off x="712693" y="1643190"/>
              <a:ext cx="824287" cy="732304"/>
            </a:xfrm>
            <a:custGeom>
              <a:avLst/>
              <a:gdLst/>
              <a:ahLst/>
              <a:cxnLst/>
              <a:rect l="0" t="0" r="0" b="0"/>
              <a:pathLst>
                <a:path w="824287" h="732304">
                  <a:moveTo>
                    <a:pt x="0" y="688384"/>
                  </a:moveTo>
                  <a:lnTo>
                    <a:pt x="19387" y="674723"/>
                  </a:lnTo>
                  <a:lnTo>
                    <a:pt x="36854" y="643818"/>
                  </a:lnTo>
                  <a:close/>
                  <a:moveTo>
                    <a:pt x="237565" y="607315"/>
                  </a:moveTo>
                  <a:lnTo>
                    <a:pt x="225858" y="631851"/>
                  </a:lnTo>
                  <a:lnTo>
                    <a:pt x="264959" y="585162"/>
                  </a:lnTo>
                  <a:close/>
                  <a:moveTo>
                    <a:pt x="260131" y="595478"/>
                  </a:moveTo>
                  <a:lnTo>
                    <a:pt x="237565" y="607315"/>
                  </a:lnTo>
                  <a:lnTo>
                    <a:pt x="290079" y="582872"/>
                  </a:lnTo>
                  <a:close/>
                  <a:moveTo>
                    <a:pt x="456278" y="732304"/>
                  </a:moveTo>
                  <a:lnTo>
                    <a:pt x="485892" y="720471"/>
                  </a:lnTo>
                  <a:lnTo>
                    <a:pt x="504648" y="694386"/>
                  </a:lnTo>
                  <a:close/>
                  <a:moveTo>
                    <a:pt x="504648" y="694386"/>
                  </a:moveTo>
                  <a:lnTo>
                    <a:pt x="531541" y="680107"/>
                  </a:lnTo>
                  <a:lnTo>
                    <a:pt x="530647" y="678366"/>
                  </a:lnTo>
                  <a:close/>
                  <a:moveTo>
                    <a:pt x="515673" y="707242"/>
                  </a:moveTo>
                  <a:lnTo>
                    <a:pt x="531541" y="680107"/>
                  </a:lnTo>
                  <a:lnTo>
                    <a:pt x="504648" y="694386"/>
                  </a:lnTo>
                  <a:close/>
                  <a:moveTo>
                    <a:pt x="485892" y="720471"/>
                  </a:moveTo>
                  <a:lnTo>
                    <a:pt x="515673" y="707242"/>
                  </a:lnTo>
                  <a:lnTo>
                    <a:pt x="504648" y="694386"/>
                  </a:lnTo>
                  <a:close/>
                  <a:moveTo>
                    <a:pt x="431015" y="568101"/>
                  </a:moveTo>
                  <a:lnTo>
                    <a:pt x="404262" y="612823"/>
                  </a:lnTo>
                  <a:lnTo>
                    <a:pt x="418603" y="593466"/>
                  </a:lnTo>
                  <a:close/>
                  <a:moveTo>
                    <a:pt x="430175" y="574097"/>
                  </a:moveTo>
                  <a:lnTo>
                    <a:pt x="431015" y="568101"/>
                  </a:lnTo>
                  <a:lnTo>
                    <a:pt x="418603" y="593466"/>
                  </a:lnTo>
                  <a:close/>
                  <a:moveTo>
                    <a:pt x="558097" y="673440"/>
                  </a:moveTo>
                  <a:lnTo>
                    <a:pt x="530647" y="678366"/>
                  </a:lnTo>
                  <a:lnTo>
                    <a:pt x="535641" y="676773"/>
                  </a:lnTo>
                  <a:close/>
                  <a:moveTo>
                    <a:pt x="504648" y="694386"/>
                  </a:moveTo>
                  <a:lnTo>
                    <a:pt x="530647" y="678366"/>
                  </a:lnTo>
                  <a:lnTo>
                    <a:pt x="558097" y="673440"/>
                  </a:lnTo>
                  <a:close/>
                  <a:moveTo>
                    <a:pt x="571531" y="661182"/>
                  </a:moveTo>
                  <a:lnTo>
                    <a:pt x="589877" y="615021"/>
                  </a:lnTo>
                  <a:lnTo>
                    <a:pt x="582841" y="607244"/>
                  </a:lnTo>
                  <a:close/>
                  <a:moveTo>
                    <a:pt x="594772" y="521548"/>
                  </a:moveTo>
                  <a:lnTo>
                    <a:pt x="605822" y="533734"/>
                  </a:lnTo>
                  <a:lnTo>
                    <a:pt x="599641" y="511775"/>
                  </a:lnTo>
                  <a:close/>
                  <a:moveTo>
                    <a:pt x="599641" y="511775"/>
                  </a:moveTo>
                  <a:lnTo>
                    <a:pt x="605822" y="533734"/>
                  </a:lnTo>
                  <a:lnTo>
                    <a:pt x="605386" y="504885"/>
                  </a:lnTo>
                  <a:close/>
                  <a:moveTo>
                    <a:pt x="599641" y="511775"/>
                  </a:moveTo>
                  <a:lnTo>
                    <a:pt x="605386" y="504885"/>
                  </a:lnTo>
                  <a:lnTo>
                    <a:pt x="625369" y="483392"/>
                  </a:lnTo>
                  <a:close/>
                  <a:moveTo>
                    <a:pt x="625369" y="483392"/>
                  </a:moveTo>
                  <a:lnTo>
                    <a:pt x="626001" y="478500"/>
                  </a:lnTo>
                  <a:lnTo>
                    <a:pt x="620966" y="495297"/>
                  </a:lnTo>
                  <a:close/>
                  <a:moveTo>
                    <a:pt x="599641" y="511775"/>
                  </a:moveTo>
                  <a:lnTo>
                    <a:pt x="625369" y="483392"/>
                  </a:lnTo>
                  <a:lnTo>
                    <a:pt x="620966" y="495297"/>
                  </a:lnTo>
                  <a:close/>
                  <a:moveTo>
                    <a:pt x="626001" y="478500"/>
                  </a:moveTo>
                  <a:lnTo>
                    <a:pt x="625369" y="483392"/>
                  </a:lnTo>
                  <a:lnTo>
                    <a:pt x="630815" y="479796"/>
                  </a:lnTo>
                  <a:close/>
                  <a:moveTo>
                    <a:pt x="768779" y="164809"/>
                  </a:moveTo>
                  <a:lnTo>
                    <a:pt x="758767" y="155744"/>
                  </a:lnTo>
                  <a:lnTo>
                    <a:pt x="732240" y="152769"/>
                  </a:lnTo>
                  <a:close/>
                  <a:moveTo>
                    <a:pt x="824287" y="151559"/>
                  </a:moveTo>
                  <a:lnTo>
                    <a:pt x="783268" y="163427"/>
                  </a:lnTo>
                  <a:lnTo>
                    <a:pt x="768779" y="164809"/>
                  </a:lnTo>
                  <a:close/>
                  <a:moveTo>
                    <a:pt x="757624" y="26893"/>
                  </a:moveTo>
                  <a:lnTo>
                    <a:pt x="776163" y="0"/>
                  </a:lnTo>
                  <a:lnTo>
                    <a:pt x="726274" y="3425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65" name="Input_density__164">
              <a:extLst>
                <a:ext uri="{FF2B5EF4-FFF2-40B4-BE49-F238E27FC236}">
                  <a16:creationId xmlns:a16="http://schemas.microsoft.com/office/drawing/2014/main" id="{5E5DAC24-FEB2-7A46-D04F-6DD4BF2F3273}"/>
                </a:ext>
              </a:extLst>
            </p:cNvPr>
            <p:cNvSpPr>
              <a:spLocks noGrp="1"/>
            </p:cNvSpPr>
            <p:nvPr/>
          </p:nvSpPr>
          <p:spPr>
            <a:xfrm>
              <a:off x="652713" y="1635152"/>
              <a:ext cx="939477" cy="767243"/>
            </a:xfrm>
            <a:custGeom>
              <a:avLst/>
              <a:gdLst/>
              <a:ahLst/>
              <a:cxnLst/>
              <a:rect l="0" t="0" r="0" b="0"/>
              <a:pathLst>
                <a:path w="939477" h="767243">
                  <a:moveTo>
                    <a:pt x="0" y="538966"/>
                  </a:moveTo>
                  <a:lnTo>
                    <a:pt x="969" y="574711"/>
                  </a:lnTo>
                  <a:lnTo>
                    <a:pt x="1744" y="532219"/>
                  </a:lnTo>
                  <a:close/>
                  <a:moveTo>
                    <a:pt x="87382" y="679239"/>
                  </a:moveTo>
                  <a:lnTo>
                    <a:pt x="96833" y="651856"/>
                  </a:lnTo>
                  <a:lnTo>
                    <a:pt x="96716" y="640541"/>
                  </a:lnTo>
                  <a:close/>
                  <a:moveTo>
                    <a:pt x="253386" y="767243"/>
                  </a:moveTo>
                  <a:lnTo>
                    <a:pt x="283267" y="754386"/>
                  </a:lnTo>
                  <a:lnTo>
                    <a:pt x="301042" y="724635"/>
                  </a:lnTo>
                  <a:close/>
                  <a:moveTo>
                    <a:pt x="273205" y="745134"/>
                  </a:moveTo>
                  <a:lnTo>
                    <a:pt x="253386" y="767243"/>
                  </a:lnTo>
                  <a:lnTo>
                    <a:pt x="301042" y="724635"/>
                  </a:lnTo>
                  <a:close/>
                  <a:moveTo>
                    <a:pt x="290179" y="681106"/>
                  </a:moveTo>
                  <a:lnTo>
                    <a:pt x="308404" y="664444"/>
                  </a:lnTo>
                  <a:lnTo>
                    <a:pt x="311239" y="701199"/>
                  </a:lnTo>
                  <a:close/>
                  <a:moveTo>
                    <a:pt x="272580" y="627689"/>
                  </a:moveTo>
                  <a:lnTo>
                    <a:pt x="285838" y="639889"/>
                  </a:lnTo>
                  <a:lnTo>
                    <a:pt x="297545" y="615353"/>
                  </a:lnTo>
                  <a:close/>
                  <a:moveTo>
                    <a:pt x="195436" y="482738"/>
                  </a:moveTo>
                  <a:lnTo>
                    <a:pt x="199544" y="476879"/>
                  </a:lnTo>
                  <a:lnTo>
                    <a:pt x="180969" y="517424"/>
                  </a:lnTo>
                  <a:close/>
                  <a:moveTo>
                    <a:pt x="199544" y="476879"/>
                  </a:moveTo>
                  <a:lnTo>
                    <a:pt x="193603" y="475884"/>
                  </a:lnTo>
                  <a:lnTo>
                    <a:pt x="176537" y="443914"/>
                  </a:lnTo>
                  <a:close/>
                  <a:moveTo>
                    <a:pt x="241244" y="433221"/>
                  </a:moveTo>
                  <a:lnTo>
                    <a:pt x="235721" y="429809"/>
                  </a:lnTo>
                  <a:lnTo>
                    <a:pt x="270141" y="463485"/>
                  </a:lnTo>
                  <a:close/>
                  <a:moveTo>
                    <a:pt x="361890" y="560401"/>
                  </a:moveTo>
                  <a:lnTo>
                    <a:pt x="320111" y="603516"/>
                  </a:lnTo>
                  <a:lnTo>
                    <a:pt x="350059" y="590910"/>
                  </a:lnTo>
                  <a:close/>
                  <a:moveTo>
                    <a:pt x="241244" y="433221"/>
                  </a:moveTo>
                  <a:lnTo>
                    <a:pt x="302978" y="443254"/>
                  </a:lnTo>
                  <a:lnTo>
                    <a:pt x="266144" y="430111"/>
                  </a:lnTo>
                  <a:close/>
                  <a:moveTo>
                    <a:pt x="521566" y="576139"/>
                  </a:moveTo>
                  <a:lnTo>
                    <a:pt x="528065" y="578403"/>
                  </a:lnTo>
                  <a:lnTo>
                    <a:pt x="531419" y="578263"/>
                  </a:lnTo>
                  <a:close/>
                  <a:moveTo>
                    <a:pt x="490994" y="576139"/>
                  </a:moveTo>
                  <a:lnTo>
                    <a:pt x="490155" y="582135"/>
                  </a:lnTo>
                  <a:lnTo>
                    <a:pt x="496628" y="572762"/>
                  </a:lnTo>
                  <a:close/>
                  <a:moveTo>
                    <a:pt x="521566" y="576139"/>
                  </a:moveTo>
                  <a:lnTo>
                    <a:pt x="531419" y="578263"/>
                  </a:lnTo>
                  <a:lnTo>
                    <a:pt x="531954" y="575241"/>
                  </a:lnTo>
                  <a:close/>
                  <a:moveTo>
                    <a:pt x="531954" y="575241"/>
                  </a:moveTo>
                  <a:lnTo>
                    <a:pt x="496628" y="572762"/>
                  </a:lnTo>
                  <a:lnTo>
                    <a:pt x="521566" y="576139"/>
                  </a:lnTo>
                  <a:close/>
                  <a:moveTo>
                    <a:pt x="519242" y="436528"/>
                  </a:moveTo>
                  <a:lnTo>
                    <a:pt x="537970" y="410342"/>
                  </a:lnTo>
                  <a:lnTo>
                    <a:pt x="489150" y="448594"/>
                  </a:lnTo>
                  <a:close/>
                  <a:moveTo>
                    <a:pt x="548023" y="383190"/>
                  </a:moveTo>
                  <a:lnTo>
                    <a:pt x="537970" y="410342"/>
                  </a:lnTo>
                  <a:lnTo>
                    <a:pt x="566072" y="394752"/>
                  </a:lnTo>
                  <a:close/>
                  <a:moveTo>
                    <a:pt x="552405" y="368104"/>
                  </a:moveTo>
                  <a:lnTo>
                    <a:pt x="566887" y="393879"/>
                  </a:lnTo>
                  <a:lnTo>
                    <a:pt x="586382" y="370559"/>
                  </a:lnTo>
                  <a:close/>
                  <a:moveTo>
                    <a:pt x="685981" y="486538"/>
                  </a:moveTo>
                  <a:lnTo>
                    <a:pt x="690795" y="487833"/>
                  </a:lnTo>
                  <a:lnTo>
                    <a:pt x="690166" y="438388"/>
                  </a:lnTo>
                  <a:close/>
                  <a:moveTo>
                    <a:pt x="607912" y="354850"/>
                  </a:moveTo>
                  <a:lnTo>
                    <a:pt x="565891" y="368663"/>
                  </a:lnTo>
                  <a:lnTo>
                    <a:pt x="552405" y="368104"/>
                  </a:lnTo>
                  <a:close/>
                  <a:moveTo>
                    <a:pt x="607912" y="354850"/>
                  </a:moveTo>
                  <a:lnTo>
                    <a:pt x="552405" y="368104"/>
                  </a:lnTo>
                  <a:lnTo>
                    <a:pt x="586382" y="370559"/>
                  </a:lnTo>
                  <a:close/>
                  <a:moveTo>
                    <a:pt x="617666" y="362952"/>
                  </a:moveTo>
                  <a:lnTo>
                    <a:pt x="626578" y="360385"/>
                  </a:lnTo>
                  <a:lnTo>
                    <a:pt x="607912" y="354850"/>
                  </a:lnTo>
                  <a:close/>
                  <a:moveTo>
                    <a:pt x="617666" y="362952"/>
                  </a:moveTo>
                  <a:lnTo>
                    <a:pt x="607912" y="354850"/>
                  </a:lnTo>
                  <a:lnTo>
                    <a:pt x="586382" y="370559"/>
                  </a:lnTo>
                  <a:close/>
                  <a:moveTo>
                    <a:pt x="697112" y="387994"/>
                  </a:moveTo>
                  <a:lnTo>
                    <a:pt x="707210" y="397140"/>
                  </a:lnTo>
                  <a:lnTo>
                    <a:pt x="720182" y="351580"/>
                  </a:lnTo>
                  <a:close/>
                  <a:moveTo>
                    <a:pt x="717187" y="321843"/>
                  </a:moveTo>
                  <a:lnTo>
                    <a:pt x="741153" y="289784"/>
                  </a:lnTo>
                  <a:lnTo>
                    <a:pt x="740303" y="289264"/>
                  </a:lnTo>
                  <a:close/>
                  <a:moveTo>
                    <a:pt x="728400" y="335399"/>
                  </a:moveTo>
                  <a:lnTo>
                    <a:pt x="741153" y="289784"/>
                  </a:lnTo>
                  <a:lnTo>
                    <a:pt x="717187" y="321843"/>
                  </a:lnTo>
                  <a:close/>
                  <a:moveTo>
                    <a:pt x="694293" y="332455"/>
                  </a:moveTo>
                  <a:lnTo>
                    <a:pt x="728400" y="335399"/>
                  </a:lnTo>
                  <a:lnTo>
                    <a:pt x="717187" y="321843"/>
                  </a:lnTo>
                  <a:close/>
                  <a:moveTo>
                    <a:pt x="788302" y="323288"/>
                  </a:moveTo>
                  <a:lnTo>
                    <a:pt x="848596" y="345590"/>
                  </a:lnTo>
                  <a:lnTo>
                    <a:pt x="813236" y="335591"/>
                  </a:lnTo>
                  <a:close/>
                  <a:moveTo>
                    <a:pt x="788302" y="323288"/>
                  </a:moveTo>
                  <a:lnTo>
                    <a:pt x="848817" y="345925"/>
                  </a:lnTo>
                  <a:lnTo>
                    <a:pt x="848596" y="345590"/>
                  </a:lnTo>
                  <a:close/>
                  <a:moveTo>
                    <a:pt x="720016" y="324627"/>
                  </a:moveTo>
                  <a:lnTo>
                    <a:pt x="740303" y="289264"/>
                  </a:lnTo>
                  <a:lnTo>
                    <a:pt x="743294" y="288043"/>
                  </a:lnTo>
                  <a:close/>
                  <a:moveTo>
                    <a:pt x="722287" y="252509"/>
                  </a:moveTo>
                  <a:lnTo>
                    <a:pt x="729341" y="242707"/>
                  </a:lnTo>
                  <a:lnTo>
                    <a:pt x="746121" y="209236"/>
                  </a:lnTo>
                  <a:close/>
                  <a:moveTo>
                    <a:pt x="885374" y="356153"/>
                  </a:moveTo>
                  <a:lnTo>
                    <a:pt x="848817" y="345925"/>
                  </a:lnTo>
                  <a:lnTo>
                    <a:pt x="871268" y="354762"/>
                  </a:lnTo>
                  <a:close/>
                  <a:moveTo>
                    <a:pt x="848596" y="345590"/>
                  </a:moveTo>
                  <a:lnTo>
                    <a:pt x="849969" y="344989"/>
                  </a:lnTo>
                  <a:lnTo>
                    <a:pt x="813236" y="335591"/>
                  </a:lnTo>
                  <a:close/>
                  <a:moveTo>
                    <a:pt x="849969" y="344989"/>
                  </a:moveTo>
                  <a:lnTo>
                    <a:pt x="898082" y="332962"/>
                  </a:lnTo>
                  <a:lnTo>
                    <a:pt x="868822" y="322636"/>
                  </a:lnTo>
                  <a:close/>
                  <a:moveTo>
                    <a:pt x="918167" y="354181"/>
                  </a:moveTo>
                  <a:lnTo>
                    <a:pt x="939477" y="337649"/>
                  </a:lnTo>
                  <a:lnTo>
                    <a:pt x="885374" y="356153"/>
                  </a:lnTo>
                  <a:close/>
                  <a:moveTo>
                    <a:pt x="825948" y="185530"/>
                  </a:moveTo>
                  <a:lnTo>
                    <a:pt x="828759" y="172846"/>
                  </a:lnTo>
                  <a:lnTo>
                    <a:pt x="792219" y="160807"/>
                  </a:lnTo>
                  <a:close/>
                  <a:moveTo>
                    <a:pt x="783433" y="181387"/>
                  </a:moveTo>
                  <a:lnTo>
                    <a:pt x="787821" y="189438"/>
                  </a:lnTo>
                  <a:lnTo>
                    <a:pt x="792219" y="160807"/>
                  </a:lnTo>
                  <a:close/>
                  <a:moveTo>
                    <a:pt x="786254" y="42294"/>
                  </a:moveTo>
                  <a:lnTo>
                    <a:pt x="821397" y="0"/>
                  </a:lnTo>
                  <a:lnTo>
                    <a:pt x="794421" y="5083"/>
                  </a:lnTo>
                  <a:close/>
                  <a:moveTo>
                    <a:pt x="836143" y="8038"/>
                  </a:moveTo>
                  <a:lnTo>
                    <a:pt x="821397" y="0"/>
                  </a:lnTo>
                  <a:lnTo>
                    <a:pt x="786254" y="4229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66" name="Input_density__165">
              <a:extLst>
                <a:ext uri="{FF2B5EF4-FFF2-40B4-BE49-F238E27FC236}">
                  <a16:creationId xmlns:a16="http://schemas.microsoft.com/office/drawing/2014/main" id="{2F9F28E3-74EC-5A5E-C633-3D4D0ADE1295}"/>
                </a:ext>
              </a:extLst>
            </p:cNvPr>
            <p:cNvSpPr>
              <a:spLocks noGrp="1"/>
            </p:cNvSpPr>
            <p:nvPr/>
          </p:nvSpPr>
          <p:spPr>
            <a:xfrm>
              <a:off x="1248333" y="2304372"/>
              <a:ext cx="35890" cy="15591"/>
            </a:xfrm>
            <a:custGeom>
              <a:avLst/>
              <a:gdLst/>
              <a:ahLst/>
              <a:cxnLst/>
              <a:rect l="0" t="0" r="0" b="0"/>
              <a:pathLst>
                <a:path w="35890" h="15591">
                  <a:moveTo>
                    <a:pt x="35890" y="0"/>
                  </a:moveTo>
                  <a:lnTo>
                    <a:pt x="22456" y="12258"/>
                  </a:lnTo>
                  <a:lnTo>
                    <a:pt x="0" y="15591"/>
                  </a:lnTo>
                  <a:close/>
                </a:path>
              </a:pathLst>
            </a:custGeom>
            <a:solidFill>
              <a:srgbClr val="A8B5BF"/>
            </a:solidFill>
            <a:ln w="1524">
              <a:solidFill>
                <a:srgbClr val="A8B5BF"/>
              </a:solidFill>
            </a:ln>
          </p:spPr>
        </p:sp>
        <p:sp>
          <p:nvSpPr>
            <p:cNvPr id="167" name="Input_density__166">
              <a:extLst>
                <a:ext uri="{FF2B5EF4-FFF2-40B4-BE49-F238E27FC236}">
                  <a16:creationId xmlns:a16="http://schemas.microsoft.com/office/drawing/2014/main" id="{520A25FC-6368-DFBB-EA11-EE9278D59A00}"/>
                </a:ext>
              </a:extLst>
            </p:cNvPr>
            <p:cNvSpPr>
              <a:spLocks noGrp="1"/>
            </p:cNvSpPr>
            <p:nvPr/>
          </p:nvSpPr>
          <p:spPr>
            <a:xfrm>
              <a:off x="509078" y="1612039"/>
              <a:ext cx="1245635" cy="682781"/>
            </a:xfrm>
            <a:custGeom>
              <a:avLst/>
              <a:gdLst/>
              <a:ahLst/>
              <a:cxnLst/>
              <a:rect l="0" t="0" r="0" b="0"/>
              <a:pathLst>
                <a:path w="1245635" h="682781">
                  <a:moveTo>
                    <a:pt x="15707" y="553715"/>
                  </a:moveTo>
                  <a:lnTo>
                    <a:pt x="0" y="544626"/>
                  </a:lnTo>
                  <a:lnTo>
                    <a:pt x="26512" y="572516"/>
                  </a:lnTo>
                  <a:close/>
                  <a:moveTo>
                    <a:pt x="110434" y="682781"/>
                  </a:moveTo>
                  <a:lnTo>
                    <a:pt x="115739" y="665597"/>
                  </a:lnTo>
                  <a:lnTo>
                    <a:pt x="90236" y="646026"/>
                  </a:lnTo>
                  <a:close/>
                  <a:moveTo>
                    <a:pt x="75939" y="609271"/>
                  </a:moveTo>
                  <a:lnTo>
                    <a:pt x="111460" y="597682"/>
                  </a:lnTo>
                  <a:lnTo>
                    <a:pt x="59820" y="594068"/>
                  </a:lnTo>
                  <a:close/>
                  <a:moveTo>
                    <a:pt x="26512" y="572516"/>
                  </a:moveTo>
                  <a:lnTo>
                    <a:pt x="44739" y="555332"/>
                  </a:lnTo>
                  <a:lnTo>
                    <a:pt x="15707" y="553715"/>
                  </a:lnTo>
                  <a:close/>
                  <a:moveTo>
                    <a:pt x="44739" y="555332"/>
                  </a:moveTo>
                  <a:lnTo>
                    <a:pt x="40143" y="548870"/>
                  </a:lnTo>
                  <a:lnTo>
                    <a:pt x="15707" y="553715"/>
                  </a:lnTo>
                  <a:close/>
                  <a:moveTo>
                    <a:pt x="25216" y="518577"/>
                  </a:moveTo>
                  <a:lnTo>
                    <a:pt x="15707" y="553715"/>
                  </a:lnTo>
                  <a:lnTo>
                    <a:pt x="40143" y="548870"/>
                  </a:lnTo>
                  <a:close/>
                  <a:moveTo>
                    <a:pt x="215819" y="656510"/>
                  </a:moveTo>
                  <a:lnTo>
                    <a:pt x="165733" y="628842"/>
                  </a:lnTo>
                  <a:lnTo>
                    <a:pt x="189999" y="639220"/>
                  </a:lnTo>
                  <a:close/>
                  <a:moveTo>
                    <a:pt x="25216" y="518577"/>
                  </a:moveTo>
                  <a:lnTo>
                    <a:pt x="23810" y="480522"/>
                  </a:lnTo>
                  <a:lnTo>
                    <a:pt x="23834" y="487891"/>
                  </a:lnTo>
                  <a:close/>
                  <a:moveTo>
                    <a:pt x="30323" y="464639"/>
                  </a:moveTo>
                  <a:lnTo>
                    <a:pt x="23810" y="480522"/>
                  </a:lnTo>
                  <a:lnTo>
                    <a:pt x="25216" y="518577"/>
                  </a:lnTo>
                  <a:close/>
                  <a:moveTo>
                    <a:pt x="139724" y="479616"/>
                  </a:moveTo>
                  <a:lnTo>
                    <a:pt x="173165" y="484211"/>
                  </a:lnTo>
                  <a:lnTo>
                    <a:pt x="118585" y="457648"/>
                  </a:lnTo>
                  <a:close/>
                  <a:moveTo>
                    <a:pt x="173165" y="484211"/>
                  </a:moveTo>
                  <a:lnTo>
                    <a:pt x="139724" y="479616"/>
                  </a:lnTo>
                  <a:lnTo>
                    <a:pt x="142587" y="482882"/>
                  </a:lnTo>
                  <a:close/>
                  <a:moveTo>
                    <a:pt x="127557" y="360860"/>
                  </a:moveTo>
                  <a:lnTo>
                    <a:pt x="86212" y="367384"/>
                  </a:lnTo>
                  <a:lnTo>
                    <a:pt x="139173" y="381348"/>
                  </a:lnTo>
                  <a:close/>
                  <a:moveTo>
                    <a:pt x="162852" y="345303"/>
                  </a:moveTo>
                  <a:lnTo>
                    <a:pt x="123073" y="320007"/>
                  </a:lnTo>
                  <a:lnTo>
                    <a:pt x="160728" y="360981"/>
                  </a:lnTo>
                  <a:close/>
                  <a:moveTo>
                    <a:pt x="229897" y="339579"/>
                  </a:moveTo>
                  <a:lnTo>
                    <a:pt x="218579" y="332872"/>
                  </a:lnTo>
                  <a:lnTo>
                    <a:pt x="197760" y="351242"/>
                  </a:lnTo>
                  <a:close/>
                  <a:moveTo>
                    <a:pt x="197760" y="351242"/>
                  </a:moveTo>
                  <a:lnTo>
                    <a:pt x="218579" y="332872"/>
                  </a:lnTo>
                  <a:lnTo>
                    <a:pt x="162852" y="345303"/>
                  </a:lnTo>
                  <a:close/>
                  <a:moveTo>
                    <a:pt x="473468" y="582487"/>
                  </a:moveTo>
                  <a:lnTo>
                    <a:pt x="505525" y="583514"/>
                  </a:lnTo>
                  <a:lnTo>
                    <a:pt x="472807" y="564301"/>
                  </a:lnTo>
                  <a:close/>
                  <a:moveTo>
                    <a:pt x="505525" y="583514"/>
                  </a:moveTo>
                  <a:lnTo>
                    <a:pt x="509329" y="576272"/>
                  </a:lnTo>
                  <a:lnTo>
                    <a:pt x="472807" y="564301"/>
                  </a:lnTo>
                  <a:close/>
                  <a:moveTo>
                    <a:pt x="472807" y="564301"/>
                  </a:moveTo>
                  <a:lnTo>
                    <a:pt x="441975" y="542926"/>
                  </a:lnTo>
                  <a:lnTo>
                    <a:pt x="473468" y="582487"/>
                  </a:lnTo>
                  <a:close/>
                  <a:moveTo>
                    <a:pt x="437307" y="556148"/>
                  </a:moveTo>
                  <a:lnTo>
                    <a:pt x="458492" y="579681"/>
                  </a:lnTo>
                  <a:lnTo>
                    <a:pt x="473468" y="582487"/>
                  </a:lnTo>
                  <a:close/>
                  <a:moveTo>
                    <a:pt x="431601" y="544689"/>
                  </a:moveTo>
                  <a:lnTo>
                    <a:pt x="437307" y="556148"/>
                  </a:lnTo>
                  <a:lnTo>
                    <a:pt x="473468" y="582487"/>
                  </a:lnTo>
                  <a:close/>
                  <a:moveTo>
                    <a:pt x="505525" y="583514"/>
                  </a:moveTo>
                  <a:lnTo>
                    <a:pt x="513516" y="579681"/>
                  </a:lnTo>
                  <a:lnTo>
                    <a:pt x="509329" y="576272"/>
                  </a:lnTo>
                  <a:close/>
                  <a:moveTo>
                    <a:pt x="431601" y="544689"/>
                  </a:moveTo>
                  <a:lnTo>
                    <a:pt x="404645" y="530236"/>
                  </a:lnTo>
                  <a:lnTo>
                    <a:pt x="395190" y="547203"/>
                  </a:lnTo>
                  <a:close/>
                  <a:moveTo>
                    <a:pt x="279028" y="338098"/>
                  </a:moveTo>
                  <a:lnTo>
                    <a:pt x="229897" y="339579"/>
                  </a:lnTo>
                  <a:lnTo>
                    <a:pt x="257483" y="353752"/>
                  </a:lnTo>
                  <a:close/>
                  <a:moveTo>
                    <a:pt x="238776" y="324617"/>
                  </a:moveTo>
                  <a:lnTo>
                    <a:pt x="240226" y="317602"/>
                  </a:lnTo>
                  <a:lnTo>
                    <a:pt x="229897" y="339579"/>
                  </a:lnTo>
                  <a:close/>
                  <a:moveTo>
                    <a:pt x="470369" y="458977"/>
                  </a:moveTo>
                  <a:lnTo>
                    <a:pt x="505026" y="494426"/>
                  </a:lnTo>
                  <a:lnTo>
                    <a:pt x="506064" y="467859"/>
                  </a:lnTo>
                  <a:close/>
                  <a:moveTo>
                    <a:pt x="453476" y="469416"/>
                  </a:moveTo>
                  <a:lnTo>
                    <a:pt x="505026" y="494426"/>
                  </a:lnTo>
                  <a:lnTo>
                    <a:pt x="470369" y="458977"/>
                  </a:lnTo>
                  <a:close/>
                  <a:moveTo>
                    <a:pt x="387322" y="415477"/>
                  </a:moveTo>
                  <a:lnTo>
                    <a:pt x="361387" y="396871"/>
                  </a:lnTo>
                  <a:lnTo>
                    <a:pt x="359529" y="395906"/>
                  </a:lnTo>
                  <a:close/>
                  <a:moveTo>
                    <a:pt x="387322" y="415477"/>
                  </a:moveTo>
                  <a:lnTo>
                    <a:pt x="359529" y="395906"/>
                  </a:lnTo>
                  <a:lnTo>
                    <a:pt x="366661" y="378722"/>
                  </a:lnTo>
                  <a:close/>
                  <a:moveTo>
                    <a:pt x="423431" y="417090"/>
                  </a:moveTo>
                  <a:lnTo>
                    <a:pt x="424697" y="412792"/>
                  </a:lnTo>
                  <a:lnTo>
                    <a:pt x="387725" y="419030"/>
                  </a:lnTo>
                  <a:close/>
                  <a:moveTo>
                    <a:pt x="387725" y="419030"/>
                  </a:moveTo>
                  <a:lnTo>
                    <a:pt x="424697" y="412792"/>
                  </a:lnTo>
                  <a:lnTo>
                    <a:pt x="361571" y="395906"/>
                  </a:lnTo>
                  <a:close/>
                  <a:moveTo>
                    <a:pt x="361571" y="395906"/>
                  </a:moveTo>
                  <a:lnTo>
                    <a:pt x="424697" y="412792"/>
                  </a:lnTo>
                  <a:lnTo>
                    <a:pt x="382726" y="378722"/>
                  </a:lnTo>
                  <a:close/>
                  <a:moveTo>
                    <a:pt x="361571" y="395906"/>
                  </a:moveTo>
                  <a:lnTo>
                    <a:pt x="361387" y="396871"/>
                  </a:lnTo>
                  <a:lnTo>
                    <a:pt x="387725" y="419030"/>
                  </a:lnTo>
                  <a:close/>
                  <a:moveTo>
                    <a:pt x="426357" y="415477"/>
                  </a:moveTo>
                  <a:lnTo>
                    <a:pt x="423431" y="417090"/>
                  </a:lnTo>
                  <a:lnTo>
                    <a:pt x="409779" y="453225"/>
                  </a:lnTo>
                  <a:close/>
                  <a:moveTo>
                    <a:pt x="366661" y="378722"/>
                  </a:moveTo>
                  <a:lnTo>
                    <a:pt x="359529" y="395906"/>
                  </a:lnTo>
                  <a:lnTo>
                    <a:pt x="382163" y="378342"/>
                  </a:lnTo>
                  <a:close/>
                  <a:moveTo>
                    <a:pt x="382726" y="378722"/>
                  </a:moveTo>
                  <a:lnTo>
                    <a:pt x="382163" y="378342"/>
                  </a:lnTo>
                  <a:lnTo>
                    <a:pt x="360879" y="394973"/>
                  </a:lnTo>
                  <a:close/>
                  <a:moveTo>
                    <a:pt x="356044" y="280686"/>
                  </a:moveTo>
                  <a:lnTo>
                    <a:pt x="322179" y="266242"/>
                  </a:lnTo>
                  <a:lnTo>
                    <a:pt x="346302" y="272631"/>
                  </a:lnTo>
                  <a:close/>
                  <a:moveTo>
                    <a:pt x="356044" y="280686"/>
                  </a:moveTo>
                  <a:lnTo>
                    <a:pt x="346302" y="272631"/>
                  </a:lnTo>
                  <a:lnTo>
                    <a:pt x="378070" y="266832"/>
                  </a:lnTo>
                  <a:close/>
                  <a:moveTo>
                    <a:pt x="287127" y="267650"/>
                  </a:moveTo>
                  <a:lnTo>
                    <a:pt x="322179" y="266242"/>
                  </a:lnTo>
                  <a:lnTo>
                    <a:pt x="318667" y="265517"/>
                  </a:lnTo>
                  <a:close/>
                  <a:moveTo>
                    <a:pt x="398289" y="276201"/>
                  </a:moveTo>
                  <a:lnTo>
                    <a:pt x="414688" y="279163"/>
                  </a:lnTo>
                  <a:lnTo>
                    <a:pt x="378070" y="266832"/>
                  </a:lnTo>
                  <a:close/>
                  <a:moveTo>
                    <a:pt x="398289" y="276201"/>
                  </a:moveTo>
                  <a:lnTo>
                    <a:pt x="423903" y="282465"/>
                  </a:lnTo>
                  <a:lnTo>
                    <a:pt x="414688" y="279163"/>
                  </a:lnTo>
                  <a:close/>
                  <a:moveTo>
                    <a:pt x="616827" y="344207"/>
                  </a:moveTo>
                  <a:lnTo>
                    <a:pt x="659953" y="315496"/>
                  </a:lnTo>
                  <a:lnTo>
                    <a:pt x="624730" y="327172"/>
                  </a:lnTo>
                  <a:close/>
                  <a:moveTo>
                    <a:pt x="655754" y="365170"/>
                  </a:moveTo>
                  <a:lnTo>
                    <a:pt x="696040" y="391217"/>
                  </a:lnTo>
                  <a:lnTo>
                    <a:pt x="689207" y="346744"/>
                  </a:lnTo>
                  <a:close/>
                  <a:moveTo>
                    <a:pt x="1050662" y="572539"/>
                  </a:moveTo>
                  <a:lnTo>
                    <a:pt x="1004569" y="582924"/>
                  </a:lnTo>
                  <a:lnTo>
                    <a:pt x="1001366" y="592907"/>
                  </a:lnTo>
                  <a:close/>
                  <a:moveTo>
                    <a:pt x="1129552" y="177514"/>
                  </a:moveTo>
                  <a:lnTo>
                    <a:pt x="1166777" y="174339"/>
                  </a:lnTo>
                  <a:lnTo>
                    <a:pt x="1158314" y="136472"/>
                  </a:lnTo>
                  <a:close/>
                  <a:moveTo>
                    <a:pt x="1157032" y="223938"/>
                  </a:moveTo>
                  <a:lnTo>
                    <a:pt x="1197927" y="172522"/>
                  </a:lnTo>
                  <a:lnTo>
                    <a:pt x="1166777" y="174339"/>
                  </a:lnTo>
                  <a:close/>
                  <a:moveTo>
                    <a:pt x="1202587" y="173475"/>
                  </a:moveTo>
                  <a:lnTo>
                    <a:pt x="1197927" y="172522"/>
                  </a:lnTo>
                  <a:lnTo>
                    <a:pt x="1157032" y="223938"/>
                  </a:lnTo>
                  <a:close/>
                  <a:moveTo>
                    <a:pt x="1104335" y="99012"/>
                  </a:moveTo>
                  <a:lnTo>
                    <a:pt x="1090410" y="127795"/>
                  </a:lnTo>
                  <a:lnTo>
                    <a:pt x="1097046" y="114447"/>
                  </a:lnTo>
                  <a:close/>
                  <a:moveTo>
                    <a:pt x="1097046" y="114447"/>
                  </a:moveTo>
                  <a:lnTo>
                    <a:pt x="1090410" y="127795"/>
                  </a:lnTo>
                  <a:lnTo>
                    <a:pt x="1090906" y="137098"/>
                  </a:lnTo>
                  <a:close/>
                  <a:moveTo>
                    <a:pt x="1097046" y="114447"/>
                  </a:moveTo>
                  <a:lnTo>
                    <a:pt x="1146860" y="101037"/>
                  </a:lnTo>
                  <a:lnTo>
                    <a:pt x="1113666" y="90165"/>
                  </a:lnTo>
                  <a:close/>
                  <a:moveTo>
                    <a:pt x="1245635" y="164406"/>
                  </a:moveTo>
                  <a:lnTo>
                    <a:pt x="1202842" y="172107"/>
                  </a:lnTo>
                  <a:lnTo>
                    <a:pt x="1202587" y="173475"/>
                  </a:lnTo>
                  <a:close/>
                  <a:moveTo>
                    <a:pt x="1087949" y="50007"/>
                  </a:moveTo>
                  <a:lnTo>
                    <a:pt x="1107272" y="16639"/>
                  </a:lnTo>
                  <a:lnTo>
                    <a:pt x="1079132" y="12428"/>
                  </a:lnTo>
                  <a:close/>
                  <a:moveTo>
                    <a:pt x="1079132" y="12428"/>
                  </a:moveTo>
                  <a:lnTo>
                    <a:pt x="1107272" y="16639"/>
                  </a:lnTo>
                  <a:lnTo>
                    <a:pt x="1089550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68" name="Input_density__167">
              <a:extLst>
                <a:ext uri="{FF2B5EF4-FFF2-40B4-BE49-F238E27FC236}">
                  <a16:creationId xmlns:a16="http://schemas.microsoft.com/office/drawing/2014/main" id="{ADDAAF5B-4416-F17F-1D4E-33B207F06617}"/>
                </a:ext>
              </a:extLst>
            </p:cNvPr>
            <p:cNvSpPr>
              <a:spLocks noGrp="1"/>
            </p:cNvSpPr>
            <p:nvPr/>
          </p:nvSpPr>
          <p:spPr>
            <a:xfrm>
              <a:off x="568898" y="1666880"/>
              <a:ext cx="1106958" cy="735515"/>
            </a:xfrm>
            <a:custGeom>
              <a:avLst/>
              <a:gdLst/>
              <a:ahLst/>
              <a:cxnLst/>
              <a:rect l="0" t="0" r="0" b="0"/>
              <a:pathLst>
                <a:path w="1106958" h="735515">
                  <a:moveTo>
                    <a:pt x="52834" y="631365"/>
                  </a:moveTo>
                  <a:lnTo>
                    <a:pt x="82321" y="664694"/>
                  </a:lnTo>
                  <a:lnTo>
                    <a:pt x="60379" y="640396"/>
                  </a:lnTo>
                  <a:close/>
                  <a:moveTo>
                    <a:pt x="60379" y="640396"/>
                  </a:moveTo>
                  <a:lnTo>
                    <a:pt x="82321" y="664694"/>
                  </a:lnTo>
                  <a:lnTo>
                    <a:pt x="74764" y="658283"/>
                  </a:lnTo>
                  <a:close/>
                  <a:moveTo>
                    <a:pt x="0" y="539226"/>
                  </a:moveTo>
                  <a:lnTo>
                    <a:pt x="55497" y="525937"/>
                  </a:lnTo>
                  <a:lnTo>
                    <a:pt x="21107" y="521932"/>
                  </a:lnTo>
                  <a:close/>
                  <a:moveTo>
                    <a:pt x="269844" y="703838"/>
                  </a:moveTo>
                  <a:lnTo>
                    <a:pt x="299717" y="686654"/>
                  </a:lnTo>
                  <a:lnTo>
                    <a:pt x="259805" y="695296"/>
                  </a:lnTo>
                  <a:close/>
                  <a:moveTo>
                    <a:pt x="299717" y="686654"/>
                  </a:moveTo>
                  <a:lnTo>
                    <a:pt x="278380" y="668536"/>
                  </a:lnTo>
                  <a:lnTo>
                    <a:pt x="259805" y="695296"/>
                  </a:lnTo>
                  <a:close/>
                  <a:moveTo>
                    <a:pt x="300863" y="724228"/>
                  </a:moveTo>
                  <a:lnTo>
                    <a:pt x="337201" y="735515"/>
                  </a:lnTo>
                  <a:lnTo>
                    <a:pt x="357020" y="713406"/>
                  </a:lnTo>
                  <a:close/>
                  <a:moveTo>
                    <a:pt x="321410" y="704845"/>
                  </a:moveTo>
                  <a:lnTo>
                    <a:pt x="357020" y="713406"/>
                  </a:lnTo>
                  <a:lnTo>
                    <a:pt x="375396" y="685902"/>
                  </a:lnTo>
                  <a:close/>
                  <a:moveTo>
                    <a:pt x="357020" y="713406"/>
                  </a:moveTo>
                  <a:lnTo>
                    <a:pt x="384857" y="692907"/>
                  </a:lnTo>
                  <a:lnTo>
                    <a:pt x="375396" y="685902"/>
                  </a:lnTo>
                  <a:close/>
                  <a:moveTo>
                    <a:pt x="67737" y="306019"/>
                  </a:moveTo>
                  <a:lnTo>
                    <a:pt x="88860" y="338676"/>
                  </a:lnTo>
                  <a:lnTo>
                    <a:pt x="98550" y="352803"/>
                  </a:lnTo>
                  <a:close/>
                  <a:moveTo>
                    <a:pt x="384372" y="658600"/>
                  </a:moveTo>
                  <a:lnTo>
                    <a:pt x="375396" y="685902"/>
                  </a:lnTo>
                  <a:lnTo>
                    <a:pt x="395054" y="669471"/>
                  </a:lnTo>
                  <a:close/>
                  <a:moveTo>
                    <a:pt x="403235" y="615533"/>
                  </a:moveTo>
                  <a:lnTo>
                    <a:pt x="385797" y="628581"/>
                  </a:lnTo>
                  <a:lnTo>
                    <a:pt x="395054" y="669471"/>
                  </a:lnTo>
                  <a:close/>
                  <a:moveTo>
                    <a:pt x="386422" y="534710"/>
                  </a:moveTo>
                  <a:lnTo>
                    <a:pt x="403926" y="571788"/>
                  </a:lnTo>
                  <a:lnTo>
                    <a:pt x="413649" y="527646"/>
                  </a:lnTo>
                  <a:close/>
                  <a:moveTo>
                    <a:pt x="445705" y="528673"/>
                  </a:moveTo>
                  <a:lnTo>
                    <a:pt x="413649" y="527646"/>
                  </a:lnTo>
                  <a:lnTo>
                    <a:pt x="403926" y="571788"/>
                  </a:lnTo>
                  <a:close/>
                  <a:moveTo>
                    <a:pt x="174348" y="318269"/>
                  </a:moveTo>
                  <a:lnTo>
                    <a:pt x="170077" y="284737"/>
                  </a:lnTo>
                  <a:lnTo>
                    <a:pt x="219208" y="283257"/>
                  </a:lnTo>
                  <a:close/>
                  <a:moveTo>
                    <a:pt x="461193" y="561594"/>
                  </a:moveTo>
                  <a:lnTo>
                    <a:pt x="473918" y="577572"/>
                  </a:lnTo>
                  <a:lnTo>
                    <a:pt x="501956" y="592945"/>
                  </a:lnTo>
                  <a:close/>
                  <a:moveTo>
                    <a:pt x="363611" y="362249"/>
                  </a:moveTo>
                  <a:lnTo>
                    <a:pt x="321008" y="414574"/>
                  </a:lnTo>
                  <a:lnTo>
                    <a:pt x="349959" y="398384"/>
                  </a:lnTo>
                  <a:close/>
                  <a:moveTo>
                    <a:pt x="320987" y="414561"/>
                  </a:moveTo>
                  <a:lnTo>
                    <a:pt x="321008" y="414574"/>
                  </a:lnTo>
                  <a:lnTo>
                    <a:pt x="363611" y="362249"/>
                  </a:lnTo>
                  <a:close/>
                  <a:moveTo>
                    <a:pt x="327906" y="364189"/>
                  </a:moveTo>
                  <a:lnTo>
                    <a:pt x="320987" y="414561"/>
                  </a:lnTo>
                  <a:lnTo>
                    <a:pt x="363611" y="362249"/>
                  </a:lnTo>
                  <a:close/>
                  <a:moveTo>
                    <a:pt x="402094" y="397391"/>
                  </a:moveTo>
                  <a:lnTo>
                    <a:pt x="397275" y="406716"/>
                  </a:lnTo>
                  <a:lnTo>
                    <a:pt x="410550" y="404136"/>
                  </a:lnTo>
                  <a:close/>
                  <a:moveTo>
                    <a:pt x="631308" y="638034"/>
                  </a:moveTo>
                  <a:lnTo>
                    <a:pt x="630958" y="691431"/>
                  </a:lnTo>
                  <a:lnTo>
                    <a:pt x="667556" y="645950"/>
                  </a:lnTo>
                  <a:close/>
                  <a:moveTo>
                    <a:pt x="417519" y="380208"/>
                  </a:moveTo>
                  <a:lnTo>
                    <a:pt x="402094" y="397391"/>
                  </a:lnTo>
                  <a:lnTo>
                    <a:pt x="410550" y="404136"/>
                  </a:lnTo>
                  <a:close/>
                  <a:moveTo>
                    <a:pt x="410550" y="404136"/>
                  </a:moveTo>
                  <a:lnTo>
                    <a:pt x="446245" y="413018"/>
                  </a:lnTo>
                  <a:lnTo>
                    <a:pt x="431072" y="384658"/>
                  </a:lnTo>
                  <a:close/>
                  <a:moveTo>
                    <a:pt x="458598" y="383950"/>
                  </a:moveTo>
                  <a:lnTo>
                    <a:pt x="481904" y="392091"/>
                  </a:lnTo>
                  <a:lnTo>
                    <a:pt x="462549" y="377768"/>
                  </a:lnTo>
                  <a:close/>
                  <a:moveTo>
                    <a:pt x="570126" y="338413"/>
                  </a:moveTo>
                  <a:lnTo>
                    <a:pt x="542833" y="332577"/>
                  </a:lnTo>
                  <a:lnTo>
                    <a:pt x="595934" y="310328"/>
                  </a:lnTo>
                  <a:close/>
                  <a:moveTo>
                    <a:pt x="1039374" y="269841"/>
                  </a:moveTo>
                  <a:lnTo>
                    <a:pt x="1008099" y="279932"/>
                  </a:lnTo>
                  <a:lnTo>
                    <a:pt x="986585" y="293255"/>
                  </a:lnTo>
                  <a:close/>
                  <a:moveTo>
                    <a:pt x="1039374" y="269841"/>
                  </a:moveTo>
                  <a:lnTo>
                    <a:pt x="1052220" y="226404"/>
                  </a:lnTo>
                  <a:lnTo>
                    <a:pt x="1009182" y="279495"/>
                  </a:lnTo>
                  <a:close/>
                  <a:moveTo>
                    <a:pt x="1052238" y="225557"/>
                  </a:moveTo>
                  <a:lnTo>
                    <a:pt x="1052220" y="226404"/>
                  </a:lnTo>
                  <a:lnTo>
                    <a:pt x="1048205" y="206650"/>
                  </a:lnTo>
                  <a:close/>
                  <a:moveTo>
                    <a:pt x="1052220" y="226404"/>
                  </a:moveTo>
                  <a:lnTo>
                    <a:pt x="1060521" y="225557"/>
                  </a:lnTo>
                  <a:lnTo>
                    <a:pt x="1048205" y="206650"/>
                  </a:lnTo>
                  <a:close/>
                  <a:moveTo>
                    <a:pt x="1065625" y="175572"/>
                  </a:moveTo>
                  <a:lnTo>
                    <a:pt x="1060521" y="225557"/>
                  </a:lnTo>
                  <a:lnTo>
                    <a:pt x="1095729" y="173374"/>
                  </a:lnTo>
                  <a:close/>
                  <a:moveTo>
                    <a:pt x="1095729" y="173374"/>
                  </a:moveTo>
                  <a:lnTo>
                    <a:pt x="1082962" y="171619"/>
                  </a:lnTo>
                  <a:lnTo>
                    <a:pt x="1065625" y="175572"/>
                  </a:lnTo>
                  <a:close/>
                  <a:moveTo>
                    <a:pt x="1082962" y="171619"/>
                  </a:moveTo>
                  <a:lnTo>
                    <a:pt x="1095729" y="173374"/>
                  </a:lnTo>
                  <a:lnTo>
                    <a:pt x="1097213" y="169096"/>
                  </a:lnTo>
                  <a:close/>
                  <a:moveTo>
                    <a:pt x="1066901" y="169722"/>
                  </a:moveTo>
                  <a:lnTo>
                    <a:pt x="1082962" y="171619"/>
                  </a:lnTo>
                  <a:lnTo>
                    <a:pt x="1106958" y="119498"/>
                  </a:lnTo>
                  <a:close/>
                  <a:moveTo>
                    <a:pt x="1055503" y="0"/>
                  </a:moveTo>
                  <a:lnTo>
                    <a:pt x="1044515" y="44171"/>
                  </a:lnTo>
                  <a:lnTo>
                    <a:pt x="1053846" y="35324"/>
                  </a:lnTo>
                  <a:close/>
                  <a:moveTo>
                    <a:pt x="1028182" y="39870"/>
                  </a:moveTo>
                  <a:lnTo>
                    <a:pt x="1044515" y="44171"/>
                  </a:lnTo>
                  <a:lnTo>
                    <a:pt x="1055503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69" name="Input_density__168">
              <a:extLst>
                <a:ext uri="{FF2B5EF4-FFF2-40B4-BE49-F238E27FC236}">
                  <a16:creationId xmlns:a16="http://schemas.microsoft.com/office/drawing/2014/main" id="{667BFA94-A5E7-EF05-4C38-F00FD4B1D9D2}"/>
                </a:ext>
              </a:extLst>
            </p:cNvPr>
            <p:cNvSpPr>
              <a:spLocks noGrp="1"/>
            </p:cNvSpPr>
            <p:nvPr/>
          </p:nvSpPr>
          <p:spPr>
            <a:xfrm>
              <a:off x="535590" y="1628678"/>
              <a:ext cx="1163809" cy="762431"/>
            </a:xfrm>
            <a:custGeom>
              <a:avLst/>
              <a:gdLst/>
              <a:ahLst/>
              <a:cxnLst/>
              <a:rect l="0" t="0" r="0" b="0"/>
              <a:pathLst>
                <a:path w="1163809" h="762431">
                  <a:moveTo>
                    <a:pt x="83922" y="666142"/>
                  </a:moveTo>
                  <a:lnTo>
                    <a:pt x="86141" y="669567"/>
                  </a:lnTo>
                  <a:lnTo>
                    <a:pt x="93686" y="678599"/>
                  </a:lnTo>
                  <a:close/>
                  <a:moveTo>
                    <a:pt x="83922" y="666142"/>
                  </a:moveTo>
                  <a:lnTo>
                    <a:pt x="63724" y="629387"/>
                  </a:lnTo>
                  <a:lnTo>
                    <a:pt x="63953" y="642859"/>
                  </a:lnTo>
                  <a:close/>
                  <a:moveTo>
                    <a:pt x="83922" y="666142"/>
                  </a:moveTo>
                  <a:lnTo>
                    <a:pt x="93686" y="678599"/>
                  </a:lnTo>
                  <a:lnTo>
                    <a:pt x="105963" y="685713"/>
                  </a:lnTo>
                  <a:close/>
                  <a:moveTo>
                    <a:pt x="33308" y="577429"/>
                  </a:moveTo>
                  <a:lnTo>
                    <a:pt x="84949" y="581042"/>
                  </a:lnTo>
                  <a:lnTo>
                    <a:pt x="88805" y="564139"/>
                  </a:lnTo>
                  <a:close/>
                  <a:moveTo>
                    <a:pt x="18227" y="538693"/>
                  </a:moveTo>
                  <a:lnTo>
                    <a:pt x="33308" y="577429"/>
                  </a:lnTo>
                  <a:lnTo>
                    <a:pt x="54414" y="560135"/>
                  </a:lnTo>
                  <a:close/>
                  <a:moveTo>
                    <a:pt x="18227" y="538693"/>
                  </a:moveTo>
                  <a:lnTo>
                    <a:pt x="0" y="555877"/>
                  </a:lnTo>
                  <a:lnTo>
                    <a:pt x="33308" y="577429"/>
                  </a:lnTo>
                  <a:close/>
                  <a:moveTo>
                    <a:pt x="333025" y="724856"/>
                  </a:moveTo>
                  <a:lnTo>
                    <a:pt x="334170" y="762431"/>
                  </a:lnTo>
                  <a:lnTo>
                    <a:pt x="354718" y="743047"/>
                  </a:lnTo>
                  <a:close/>
                  <a:moveTo>
                    <a:pt x="333025" y="724856"/>
                  </a:moveTo>
                  <a:lnTo>
                    <a:pt x="303152" y="742040"/>
                  </a:lnTo>
                  <a:lnTo>
                    <a:pt x="334170" y="762431"/>
                  </a:lnTo>
                  <a:close/>
                  <a:moveTo>
                    <a:pt x="354718" y="743047"/>
                  </a:moveTo>
                  <a:lnTo>
                    <a:pt x="334170" y="762431"/>
                  </a:lnTo>
                  <a:lnTo>
                    <a:pt x="390327" y="751608"/>
                  </a:lnTo>
                  <a:close/>
                  <a:moveTo>
                    <a:pt x="92073" y="441009"/>
                  </a:moveTo>
                  <a:lnTo>
                    <a:pt x="125258" y="441119"/>
                  </a:lnTo>
                  <a:lnTo>
                    <a:pt x="99678" y="412375"/>
                  </a:lnTo>
                  <a:close/>
                  <a:moveTo>
                    <a:pt x="125258" y="441119"/>
                  </a:moveTo>
                  <a:lnTo>
                    <a:pt x="129982" y="401102"/>
                  </a:lnTo>
                  <a:lnTo>
                    <a:pt x="99678" y="412375"/>
                  </a:lnTo>
                  <a:close/>
                  <a:moveTo>
                    <a:pt x="101045" y="344221"/>
                  </a:moveTo>
                  <a:lnTo>
                    <a:pt x="131858" y="391005"/>
                  </a:lnTo>
                  <a:lnTo>
                    <a:pt x="134216" y="344342"/>
                  </a:lnTo>
                  <a:close/>
                  <a:moveTo>
                    <a:pt x="368678" y="530564"/>
                  </a:moveTo>
                  <a:lnTo>
                    <a:pt x="378133" y="513597"/>
                  </a:lnTo>
                  <a:lnTo>
                    <a:pt x="383783" y="489532"/>
                  </a:lnTo>
                  <a:close/>
                  <a:moveTo>
                    <a:pt x="261970" y="396450"/>
                  </a:moveTo>
                  <a:lnTo>
                    <a:pt x="280288" y="342512"/>
                  </a:lnTo>
                  <a:lnTo>
                    <a:pt x="261897" y="359695"/>
                  </a:lnTo>
                  <a:close/>
                  <a:moveTo>
                    <a:pt x="261897" y="359695"/>
                  </a:moveTo>
                  <a:lnTo>
                    <a:pt x="280288" y="342512"/>
                  </a:lnTo>
                  <a:lnTo>
                    <a:pt x="230971" y="337113"/>
                  </a:lnTo>
                  <a:close/>
                  <a:moveTo>
                    <a:pt x="280288" y="342512"/>
                  </a:moveTo>
                  <a:lnTo>
                    <a:pt x="252516" y="321459"/>
                  </a:lnTo>
                  <a:lnTo>
                    <a:pt x="230971" y="337113"/>
                  </a:lnTo>
                  <a:close/>
                  <a:moveTo>
                    <a:pt x="591380" y="746817"/>
                  </a:moveTo>
                  <a:lnTo>
                    <a:pt x="578322" y="710061"/>
                  </a:lnTo>
                  <a:lnTo>
                    <a:pt x="581174" y="716985"/>
                  </a:lnTo>
                  <a:close/>
                  <a:moveTo>
                    <a:pt x="494501" y="599796"/>
                  </a:moveTo>
                  <a:lnTo>
                    <a:pt x="535264" y="631148"/>
                  </a:lnTo>
                  <a:lnTo>
                    <a:pt x="534632" y="619368"/>
                  </a:lnTo>
                  <a:close/>
                  <a:moveTo>
                    <a:pt x="430583" y="444918"/>
                  </a:moveTo>
                  <a:lnTo>
                    <a:pt x="426964" y="452777"/>
                  </a:lnTo>
                  <a:lnTo>
                    <a:pt x="443857" y="442338"/>
                  </a:lnTo>
                  <a:close/>
                  <a:moveTo>
                    <a:pt x="361213" y="402391"/>
                  </a:moveTo>
                  <a:lnTo>
                    <a:pt x="334875" y="380232"/>
                  </a:lnTo>
                  <a:lnTo>
                    <a:pt x="360810" y="398838"/>
                  </a:lnTo>
                  <a:close/>
                  <a:moveTo>
                    <a:pt x="399845" y="398838"/>
                  </a:moveTo>
                  <a:lnTo>
                    <a:pt x="430583" y="444918"/>
                  </a:lnTo>
                  <a:lnTo>
                    <a:pt x="435401" y="435593"/>
                  </a:lnTo>
                  <a:close/>
                  <a:moveTo>
                    <a:pt x="383267" y="436586"/>
                  </a:moveTo>
                  <a:lnTo>
                    <a:pt x="430583" y="444918"/>
                  </a:lnTo>
                  <a:lnTo>
                    <a:pt x="399845" y="398838"/>
                  </a:lnTo>
                  <a:close/>
                  <a:moveTo>
                    <a:pt x="583798" y="535863"/>
                  </a:moveTo>
                  <a:lnTo>
                    <a:pt x="594353" y="572029"/>
                  </a:lnTo>
                  <a:lnTo>
                    <a:pt x="618396" y="534824"/>
                  </a:lnTo>
                  <a:close/>
                  <a:moveTo>
                    <a:pt x="491905" y="422153"/>
                  </a:moveTo>
                  <a:lnTo>
                    <a:pt x="479552" y="451220"/>
                  </a:lnTo>
                  <a:lnTo>
                    <a:pt x="526974" y="465477"/>
                  </a:lnTo>
                  <a:close/>
                  <a:moveTo>
                    <a:pt x="450827" y="418410"/>
                  </a:moveTo>
                  <a:lnTo>
                    <a:pt x="402670" y="395776"/>
                  </a:lnTo>
                  <a:lnTo>
                    <a:pt x="399845" y="398838"/>
                  </a:lnTo>
                  <a:close/>
                  <a:moveTo>
                    <a:pt x="450827" y="418410"/>
                  </a:moveTo>
                  <a:lnTo>
                    <a:pt x="399845" y="398838"/>
                  </a:lnTo>
                  <a:lnTo>
                    <a:pt x="435401" y="435593"/>
                  </a:lnTo>
                  <a:close/>
                  <a:moveTo>
                    <a:pt x="416596" y="294960"/>
                  </a:moveTo>
                  <a:lnTo>
                    <a:pt x="436388" y="305957"/>
                  </a:lnTo>
                  <a:lnTo>
                    <a:pt x="397391" y="265826"/>
                  </a:lnTo>
                  <a:close/>
                  <a:moveTo>
                    <a:pt x="645477" y="330105"/>
                  </a:moveTo>
                  <a:lnTo>
                    <a:pt x="629242" y="348530"/>
                  </a:lnTo>
                  <a:lnTo>
                    <a:pt x="632955" y="343999"/>
                  </a:lnTo>
                  <a:close/>
                  <a:moveTo>
                    <a:pt x="632955" y="343999"/>
                  </a:moveTo>
                  <a:lnTo>
                    <a:pt x="633441" y="298857"/>
                  </a:lnTo>
                  <a:lnTo>
                    <a:pt x="590315" y="327568"/>
                  </a:lnTo>
                  <a:close/>
                  <a:moveTo>
                    <a:pt x="669528" y="374578"/>
                  </a:moveTo>
                  <a:lnTo>
                    <a:pt x="683014" y="375137"/>
                  </a:lnTo>
                  <a:lnTo>
                    <a:pt x="662695" y="330105"/>
                  </a:lnTo>
                  <a:close/>
                  <a:moveTo>
                    <a:pt x="776295" y="460631"/>
                  </a:moveTo>
                  <a:lnTo>
                    <a:pt x="796443" y="471340"/>
                  </a:lnTo>
                  <a:lnTo>
                    <a:pt x="782730" y="437741"/>
                  </a:lnTo>
                  <a:close/>
                  <a:moveTo>
                    <a:pt x="1085528" y="264607"/>
                  </a:moveTo>
                  <a:lnTo>
                    <a:pt x="1072682" y="308043"/>
                  </a:lnTo>
                  <a:lnTo>
                    <a:pt x="1093828" y="263759"/>
                  </a:lnTo>
                  <a:close/>
                  <a:moveTo>
                    <a:pt x="1072682" y="308043"/>
                  </a:moveTo>
                  <a:lnTo>
                    <a:pt x="1091005" y="317698"/>
                  </a:lnTo>
                  <a:lnTo>
                    <a:pt x="1093828" y="263759"/>
                  </a:lnTo>
                  <a:close/>
                  <a:moveTo>
                    <a:pt x="1093828" y="263759"/>
                  </a:moveTo>
                  <a:lnTo>
                    <a:pt x="1121348" y="269215"/>
                  </a:lnTo>
                  <a:lnTo>
                    <a:pt x="1122575" y="261576"/>
                  </a:lnTo>
                  <a:close/>
                  <a:moveTo>
                    <a:pt x="1129036" y="211576"/>
                  </a:moveTo>
                  <a:lnTo>
                    <a:pt x="1093828" y="263759"/>
                  </a:lnTo>
                  <a:lnTo>
                    <a:pt x="1122575" y="261576"/>
                  </a:lnTo>
                  <a:close/>
                  <a:moveTo>
                    <a:pt x="1129036" y="211576"/>
                  </a:moveTo>
                  <a:lnTo>
                    <a:pt x="1163809" y="210395"/>
                  </a:lnTo>
                  <a:lnTo>
                    <a:pt x="1130520" y="207299"/>
                  </a:lnTo>
                  <a:close/>
                  <a:moveTo>
                    <a:pt x="1140265" y="157700"/>
                  </a:moveTo>
                  <a:lnTo>
                    <a:pt x="1116270" y="209821"/>
                  </a:lnTo>
                  <a:lnTo>
                    <a:pt x="1130520" y="207299"/>
                  </a:lnTo>
                  <a:close/>
                  <a:moveTo>
                    <a:pt x="1103040" y="160875"/>
                  </a:moveTo>
                  <a:lnTo>
                    <a:pt x="1100209" y="207924"/>
                  </a:lnTo>
                  <a:lnTo>
                    <a:pt x="1140265" y="157700"/>
                  </a:lnTo>
                  <a:close/>
                  <a:moveTo>
                    <a:pt x="1120348" y="84398"/>
                  </a:moveTo>
                  <a:lnTo>
                    <a:pt x="1118558" y="66368"/>
                  </a:lnTo>
                  <a:lnTo>
                    <a:pt x="1087154" y="73526"/>
                  </a:lnTo>
                  <a:close/>
                  <a:moveTo>
                    <a:pt x="1077823" y="82373"/>
                  </a:moveTo>
                  <a:lnTo>
                    <a:pt x="1070534" y="97808"/>
                  </a:lnTo>
                  <a:lnTo>
                    <a:pt x="1087154" y="73526"/>
                  </a:lnTo>
                  <a:close/>
                  <a:moveTo>
                    <a:pt x="1061437" y="33368"/>
                  </a:moveTo>
                  <a:lnTo>
                    <a:pt x="1088810" y="38202"/>
                  </a:lnTo>
                  <a:lnTo>
                    <a:pt x="1080760" y="0"/>
                  </a:lnTo>
                  <a:close/>
                  <a:moveTo>
                    <a:pt x="1117467" y="41994"/>
                  </a:moveTo>
                  <a:lnTo>
                    <a:pt x="1087154" y="73526"/>
                  </a:lnTo>
                  <a:lnTo>
                    <a:pt x="1118558" y="66368"/>
                  </a:lnTo>
                  <a:close/>
                  <a:moveTo>
                    <a:pt x="1117467" y="41994"/>
                  </a:moveTo>
                  <a:lnTo>
                    <a:pt x="1088810" y="38202"/>
                  </a:lnTo>
                  <a:lnTo>
                    <a:pt x="1087154" y="73526"/>
                  </a:lnTo>
                  <a:close/>
                  <a:moveTo>
                    <a:pt x="1088810" y="38202"/>
                  </a:moveTo>
                  <a:lnTo>
                    <a:pt x="1107979" y="4960"/>
                  </a:lnTo>
                  <a:lnTo>
                    <a:pt x="1080760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70" name="Input_density__169">
              <a:extLst>
                <a:ext uri="{FF2B5EF4-FFF2-40B4-BE49-F238E27FC236}">
                  <a16:creationId xmlns:a16="http://schemas.microsoft.com/office/drawing/2014/main" id="{2BD3CA4F-586D-BB1A-1EA8-B8B74A429974}"/>
                </a:ext>
              </a:extLst>
            </p:cNvPr>
            <p:cNvSpPr>
              <a:spLocks noGrp="1"/>
            </p:cNvSpPr>
            <p:nvPr/>
          </p:nvSpPr>
          <p:spPr>
            <a:xfrm>
              <a:off x="509078" y="1604765"/>
              <a:ext cx="1202842" cy="740898"/>
            </a:xfrm>
            <a:custGeom>
              <a:avLst/>
              <a:gdLst/>
              <a:ahLst/>
              <a:cxnLst/>
              <a:rect l="0" t="0" r="0" b="0"/>
              <a:pathLst>
                <a:path w="1202842" h="740898">
                  <a:moveTo>
                    <a:pt x="6967" y="543035"/>
                  </a:moveTo>
                  <a:lnTo>
                    <a:pt x="0" y="551900"/>
                  </a:lnTo>
                  <a:lnTo>
                    <a:pt x="15707" y="560989"/>
                  </a:lnTo>
                  <a:close/>
                  <a:moveTo>
                    <a:pt x="115739" y="672871"/>
                  </a:moveTo>
                  <a:lnTo>
                    <a:pt x="130151" y="643514"/>
                  </a:lnTo>
                  <a:lnTo>
                    <a:pt x="90236" y="653300"/>
                  </a:lnTo>
                  <a:close/>
                  <a:moveTo>
                    <a:pt x="75939" y="616545"/>
                  </a:moveTo>
                  <a:lnTo>
                    <a:pt x="121685" y="641391"/>
                  </a:lnTo>
                  <a:lnTo>
                    <a:pt x="111460" y="604956"/>
                  </a:lnTo>
                  <a:close/>
                  <a:moveTo>
                    <a:pt x="75939" y="616545"/>
                  </a:moveTo>
                  <a:lnTo>
                    <a:pt x="90236" y="653300"/>
                  </a:lnTo>
                  <a:lnTo>
                    <a:pt x="121685" y="641391"/>
                  </a:lnTo>
                  <a:close/>
                  <a:moveTo>
                    <a:pt x="121685" y="641391"/>
                  </a:moveTo>
                  <a:lnTo>
                    <a:pt x="144604" y="605098"/>
                  </a:lnTo>
                  <a:lnTo>
                    <a:pt x="111460" y="604956"/>
                  </a:lnTo>
                  <a:close/>
                  <a:moveTo>
                    <a:pt x="25216" y="525851"/>
                  </a:moveTo>
                  <a:lnTo>
                    <a:pt x="6967" y="543035"/>
                  </a:lnTo>
                  <a:lnTo>
                    <a:pt x="15707" y="560989"/>
                  </a:lnTo>
                  <a:close/>
                  <a:moveTo>
                    <a:pt x="23834" y="495165"/>
                  </a:moveTo>
                  <a:lnTo>
                    <a:pt x="6967" y="543035"/>
                  </a:lnTo>
                  <a:lnTo>
                    <a:pt x="25216" y="525851"/>
                  </a:lnTo>
                  <a:close/>
                  <a:moveTo>
                    <a:pt x="23834" y="495165"/>
                  </a:moveTo>
                  <a:lnTo>
                    <a:pt x="7603" y="530691"/>
                  </a:lnTo>
                  <a:lnTo>
                    <a:pt x="6967" y="543035"/>
                  </a:lnTo>
                  <a:close/>
                  <a:moveTo>
                    <a:pt x="7603" y="530691"/>
                  </a:moveTo>
                  <a:lnTo>
                    <a:pt x="23834" y="495165"/>
                  </a:lnTo>
                  <a:lnTo>
                    <a:pt x="12243" y="506280"/>
                  </a:lnTo>
                  <a:close/>
                  <a:moveTo>
                    <a:pt x="23834" y="495165"/>
                  </a:moveTo>
                  <a:lnTo>
                    <a:pt x="24987" y="489096"/>
                  </a:lnTo>
                  <a:lnTo>
                    <a:pt x="12243" y="506280"/>
                  </a:lnTo>
                  <a:close/>
                  <a:moveTo>
                    <a:pt x="189999" y="646494"/>
                  </a:moveTo>
                  <a:lnTo>
                    <a:pt x="162718" y="640703"/>
                  </a:lnTo>
                  <a:lnTo>
                    <a:pt x="130151" y="643514"/>
                  </a:lnTo>
                  <a:close/>
                  <a:moveTo>
                    <a:pt x="201712" y="630507"/>
                  </a:moveTo>
                  <a:lnTo>
                    <a:pt x="165733" y="636116"/>
                  </a:lnTo>
                  <a:lnTo>
                    <a:pt x="215819" y="663784"/>
                  </a:lnTo>
                  <a:close/>
                  <a:moveTo>
                    <a:pt x="189999" y="646494"/>
                  </a:moveTo>
                  <a:lnTo>
                    <a:pt x="165733" y="636116"/>
                  </a:lnTo>
                  <a:lnTo>
                    <a:pt x="162718" y="640703"/>
                  </a:lnTo>
                  <a:close/>
                  <a:moveTo>
                    <a:pt x="24987" y="489096"/>
                  </a:moveTo>
                  <a:lnTo>
                    <a:pt x="23834" y="495165"/>
                  </a:lnTo>
                  <a:lnTo>
                    <a:pt x="23810" y="487796"/>
                  </a:lnTo>
                  <a:close/>
                  <a:moveTo>
                    <a:pt x="23810" y="487796"/>
                  </a:moveTo>
                  <a:lnTo>
                    <a:pt x="37833" y="451299"/>
                  </a:lnTo>
                  <a:lnTo>
                    <a:pt x="24987" y="489096"/>
                  </a:lnTo>
                  <a:close/>
                  <a:moveTo>
                    <a:pt x="24987" y="489096"/>
                  </a:moveTo>
                  <a:lnTo>
                    <a:pt x="37833" y="451299"/>
                  </a:lnTo>
                  <a:lnTo>
                    <a:pt x="49413" y="435158"/>
                  </a:lnTo>
                  <a:close/>
                  <a:moveTo>
                    <a:pt x="24987" y="489096"/>
                  </a:moveTo>
                  <a:lnTo>
                    <a:pt x="49413" y="435158"/>
                  </a:lnTo>
                  <a:lnTo>
                    <a:pt x="36307" y="452341"/>
                  </a:lnTo>
                  <a:close/>
                  <a:moveTo>
                    <a:pt x="49413" y="435158"/>
                  </a:moveTo>
                  <a:lnTo>
                    <a:pt x="48046" y="398403"/>
                  </a:lnTo>
                  <a:lnTo>
                    <a:pt x="36307" y="452341"/>
                  </a:lnTo>
                  <a:close/>
                  <a:moveTo>
                    <a:pt x="118585" y="464922"/>
                  </a:moveTo>
                  <a:lnTo>
                    <a:pt x="173165" y="491485"/>
                  </a:lnTo>
                  <a:lnTo>
                    <a:pt x="174248" y="491504"/>
                  </a:lnTo>
                  <a:close/>
                  <a:moveTo>
                    <a:pt x="118585" y="464922"/>
                  </a:moveTo>
                  <a:lnTo>
                    <a:pt x="174248" y="491504"/>
                  </a:lnTo>
                  <a:lnTo>
                    <a:pt x="151770" y="465032"/>
                  </a:lnTo>
                  <a:close/>
                  <a:moveTo>
                    <a:pt x="48046" y="398403"/>
                  </a:moveTo>
                  <a:lnTo>
                    <a:pt x="49413" y="435158"/>
                  </a:lnTo>
                  <a:lnTo>
                    <a:pt x="70083" y="417975"/>
                  </a:lnTo>
                  <a:close/>
                  <a:moveTo>
                    <a:pt x="160728" y="368255"/>
                  </a:moveTo>
                  <a:lnTo>
                    <a:pt x="123073" y="327281"/>
                  </a:lnTo>
                  <a:lnTo>
                    <a:pt x="122525" y="327478"/>
                  </a:lnTo>
                  <a:close/>
                  <a:moveTo>
                    <a:pt x="160728" y="368255"/>
                  </a:moveTo>
                  <a:lnTo>
                    <a:pt x="122525" y="327478"/>
                  </a:lnTo>
                  <a:lnTo>
                    <a:pt x="127557" y="368134"/>
                  </a:lnTo>
                  <a:close/>
                  <a:moveTo>
                    <a:pt x="288482" y="420363"/>
                  </a:moveTo>
                  <a:lnTo>
                    <a:pt x="288409" y="383608"/>
                  </a:lnTo>
                  <a:lnTo>
                    <a:pt x="263244" y="428582"/>
                  </a:lnTo>
                  <a:close/>
                  <a:moveTo>
                    <a:pt x="229897" y="346853"/>
                  </a:moveTo>
                  <a:lnTo>
                    <a:pt x="255361" y="390243"/>
                  </a:lnTo>
                  <a:lnTo>
                    <a:pt x="257483" y="361026"/>
                  </a:lnTo>
                  <a:close/>
                  <a:moveTo>
                    <a:pt x="223356" y="400791"/>
                  </a:moveTo>
                  <a:lnTo>
                    <a:pt x="255361" y="390243"/>
                  </a:lnTo>
                  <a:lnTo>
                    <a:pt x="229897" y="346853"/>
                  </a:lnTo>
                  <a:close/>
                  <a:moveTo>
                    <a:pt x="123073" y="327281"/>
                  </a:moveTo>
                  <a:lnTo>
                    <a:pt x="162852" y="352577"/>
                  </a:lnTo>
                  <a:lnTo>
                    <a:pt x="172137" y="314232"/>
                  </a:lnTo>
                  <a:close/>
                  <a:moveTo>
                    <a:pt x="162852" y="352577"/>
                  </a:moveTo>
                  <a:lnTo>
                    <a:pt x="189188" y="310098"/>
                  </a:lnTo>
                  <a:lnTo>
                    <a:pt x="172137" y="314232"/>
                  </a:lnTo>
                  <a:close/>
                  <a:moveTo>
                    <a:pt x="218579" y="340146"/>
                  </a:moveTo>
                  <a:lnTo>
                    <a:pt x="189188" y="310098"/>
                  </a:lnTo>
                  <a:lnTo>
                    <a:pt x="162852" y="352577"/>
                  </a:lnTo>
                  <a:close/>
                  <a:moveTo>
                    <a:pt x="172137" y="314232"/>
                  </a:moveTo>
                  <a:lnTo>
                    <a:pt x="202682" y="280712"/>
                  </a:lnTo>
                  <a:lnTo>
                    <a:pt x="198331" y="275278"/>
                  </a:lnTo>
                  <a:close/>
                  <a:moveTo>
                    <a:pt x="473468" y="589761"/>
                  </a:moveTo>
                  <a:lnTo>
                    <a:pt x="441975" y="550200"/>
                  </a:lnTo>
                  <a:lnTo>
                    <a:pt x="431601" y="551963"/>
                  </a:lnTo>
                  <a:close/>
                  <a:moveTo>
                    <a:pt x="229897" y="346853"/>
                  </a:moveTo>
                  <a:lnTo>
                    <a:pt x="240226" y="324876"/>
                  </a:lnTo>
                  <a:lnTo>
                    <a:pt x="239922" y="292915"/>
                  </a:lnTo>
                  <a:close/>
                  <a:moveTo>
                    <a:pt x="227853" y="296024"/>
                  </a:moveTo>
                  <a:lnTo>
                    <a:pt x="218579" y="340146"/>
                  </a:lnTo>
                  <a:lnTo>
                    <a:pt x="229897" y="346853"/>
                  </a:lnTo>
                  <a:close/>
                  <a:moveTo>
                    <a:pt x="613103" y="722390"/>
                  </a:moveTo>
                  <a:lnTo>
                    <a:pt x="607686" y="740898"/>
                  </a:lnTo>
                  <a:lnTo>
                    <a:pt x="604834" y="733974"/>
                  </a:lnTo>
                  <a:close/>
                  <a:moveTo>
                    <a:pt x="663390" y="689619"/>
                  </a:moveTo>
                  <a:lnTo>
                    <a:pt x="624863" y="697220"/>
                  </a:lnTo>
                  <a:lnTo>
                    <a:pt x="613103" y="722390"/>
                  </a:lnTo>
                  <a:close/>
                  <a:moveTo>
                    <a:pt x="663390" y="689619"/>
                  </a:moveTo>
                  <a:lnTo>
                    <a:pt x="613103" y="722390"/>
                  </a:lnTo>
                  <a:lnTo>
                    <a:pt x="631362" y="694449"/>
                  </a:lnTo>
                  <a:close/>
                  <a:moveTo>
                    <a:pt x="513516" y="586955"/>
                  </a:moveTo>
                  <a:lnTo>
                    <a:pt x="521012" y="623710"/>
                  </a:lnTo>
                  <a:lnTo>
                    <a:pt x="545807" y="606526"/>
                  </a:lnTo>
                  <a:close/>
                  <a:moveTo>
                    <a:pt x="441975" y="550200"/>
                  </a:moveTo>
                  <a:lnTo>
                    <a:pt x="472807" y="571575"/>
                  </a:lnTo>
                  <a:lnTo>
                    <a:pt x="474902" y="543849"/>
                  </a:lnTo>
                  <a:close/>
                  <a:moveTo>
                    <a:pt x="513516" y="586955"/>
                  </a:moveTo>
                  <a:lnTo>
                    <a:pt x="558661" y="547207"/>
                  </a:lnTo>
                  <a:lnTo>
                    <a:pt x="513376" y="539658"/>
                  </a:lnTo>
                  <a:close/>
                  <a:moveTo>
                    <a:pt x="513376" y="539658"/>
                  </a:moveTo>
                  <a:lnTo>
                    <a:pt x="558661" y="547207"/>
                  </a:lnTo>
                  <a:lnTo>
                    <a:pt x="548582" y="538125"/>
                  </a:lnTo>
                  <a:close/>
                  <a:moveTo>
                    <a:pt x="513516" y="586955"/>
                  </a:moveTo>
                  <a:lnTo>
                    <a:pt x="513376" y="539658"/>
                  </a:lnTo>
                  <a:lnTo>
                    <a:pt x="509329" y="583546"/>
                  </a:lnTo>
                  <a:close/>
                  <a:moveTo>
                    <a:pt x="513376" y="539658"/>
                  </a:moveTo>
                  <a:lnTo>
                    <a:pt x="472807" y="571575"/>
                  </a:lnTo>
                  <a:lnTo>
                    <a:pt x="509329" y="583546"/>
                  </a:lnTo>
                  <a:close/>
                  <a:moveTo>
                    <a:pt x="513376" y="539658"/>
                  </a:moveTo>
                  <a:lnTo>
                    <a:pt x="474902" y="543849"/>
                  </a:lnTo>
                  <a:lnTo>
                    <a:pt x="472807" y="571575"/>
                  </a:lnTo>
                  <a:close/>
                  <a:moveTo>
                    <a:pt x="513376" y="539658"/>
                  </a:moveTo>
                  <a:lnTo>
                    <a:pt x="505026" y="501699"/>
                  </a:lnTo>
                  <a:lnTo>
                    <a:pt x="474902" y="543849"/>
                  </a:lnTo>
                  <a:close/>
                  <a:moveTo>
                    <a:pt x="548582" y="538125"/>
                  </a:moveTo>
                  <a:lnTo>
                    <a:pt x="505026" y="501699"/>
                  </a:lnTo>
                  <a:lnTo>
                    <a:pt x="513376" y="539658"/>
                  </a:lnTo>
                  <a:close/>
                  <a:moveTo>
                    <a:pt x="505026" y="501699"/>
                  </a:moveTo>
                  <a:lnTo>
                    <a:pt x="525811" y="496261"/>
                  </a:lnTo>
                  <a:lnTo>
                    <a:pt x="506064" y="475133"/>
                  </a:lnTo>
                  <a:close/>
                  <a:moveTo>
                    <a:pt x="423431" y="424364"/>
                  </a:moveTo>
                  <a:lnTo>
                    <a:pt x="426357" y="422751"/>
                  </a:lnTo>
                  <a:lnTo>
                    <a:pt x="424697" y="420066"/>
                  </a:lnTo>
                  <a:close/>
                  <a:moveTo>
                    <a:pt x="359529" y="403180"/>
                  </a:moveTo>
                  <a:lnTo>
                    <a:pt x="360879" y="402247"/>
                  </a:lnTo>
                  <a:lnTo>
                    <a:pt x="382163" y="385616"/>
                  </a:lnTo>
                  <a:close/>
                  <a:moveTo>
                    <a:pt x="361571" y="403180"/>
                  </a:moveTo>
                  <a:lnTo>
                    <a:pt x="382726" y="385996"/>
                  </a:lnTo>
                  <a:lnTo>
                    <a:pt x="360879" y="402247"/>
                  </a:lnTo>
                  <a:close/>
                  <a:moveTo>
                    <a:pt x="318667" y="272791"/>
                  </a:moveTo>
                  <a:lnTo>
                    <a:pt x="261532" y="279958"/>
                  </a:lnTo>
                  <a:lnTo>
                    <a:pt x="285704" y="274125"/>
                  </a:lnTo>
                  <a:close/>
                  <a:moveTo>
                    <a:pt x="682823" y="680036"/>
                  </a:moveTo>
                  <a:lnTo>
                    <a:pt x="663390" y="689619"/>
                  </a:lnTo>
                  <a:lnTo>
                    <a:pt x="719242" y="677656"/>
                  </a:lnTo>
                  <a:close/>
                  <a:moveTo>
                    <a:pt x="719242" y="677656"/>
                  </a:moveTo>
                  <a:lnTo>
                    <a:pt x="663390" y="689619"/>
                  </a:lnTo>
                  <a:lnTo>
                    <a:pt x="696855" y="699608"/>
                  </a:lnTo>
                  <a:close/>
                  <a:moveTo>
                    <a:pt x="696855" y="699608"/>
                  </a:moveTo>
                  <a:lnTo>
                    <a:pt x="663390" y="689619"/>
                  </a:lnTo>
                  <a:lnTo>
                    <a:pt x="691128" y="700149"/>
                  </a:lnTo>
                  <a:close/>
                  <a:moveTo>
                    <a:pt x="721853" y="662853"/>
                  </a:moveTo>
                  <a:lnTo>
                    <a:pt x="706766" y="669777"/>
                  </a:lnTo>
                  <a:lnTo>
                    <a:pt x="719242" y="677656"/>
                  </a:lnTo>
                  <a:close/>
                  <a:moveTo>
                    <a:pt x="558661" y="547207"/>
                  </a:moveTo>
                  <a:lnTo>
                    <a:pt x="544970" y="569771"/>
                  </a:lnTo>
                  <a:lnTo>
                    <a:pt x="580951" y="556556"/>
                  </a:lnTo>
                  <a:close/>
                  <a:moveTo>
                    <a:pt x="580951" y="556556"/>
                  </a:moveTo>
                  <a:lnTo>
                    <a:pt x="589546" y="538102"/>
                  </a:lnTo>
                  <a:lnTo>
                    <a:pt x="558661" y="547207"/>
                  </a:lnTo>
                  <a:close/>
                  <a:moveTo>
                    <a:pt x="580951" y="556556"/>
                  </a:moveTo>
                  <a:lnTo>
                    <a:pt x="610310" y="559776"/>
                  </a:lnTo>
                  <a:lnTo>
                    <a:pt x="589546" y="538102"/>
                  </a:lnTo>
                  <a:close/>
                  <a:moveTo>
                    <a:pt x="424697" y="420066"/>
                  </a:moveTo>
                  <a:lnTo>
                    <a:pt x="426357" y="422751"/>
                  </a:lnTo>
                  <a:lnTo>
                    <a:pt x="429182" y="419689"/>
                  </a:lnTo>
                  <a:close/>
                  <a:moveTo>
                    <a:pt x="287127" y="274924"/>
                  </a:moveTo>
                  <a:lnTo>
                    <a:pt x="318667" y="272791"/>
                  </a:lnTo>
                  <a:lnTo>
                    <a:pt x="285704" y="274125"/>
                  </a:lnTo>
                  <a:close/>
                  <a:moveTo>
                    <a:pt x="719242" y="677656"/>
                  </a:moveTo>
                  <a:lnTo>
                    <a:pt x="696855" y="699608"/>
                  </a:lnTo>
                  <a:lnTo>
                    <a:pt x="719123" y="659730"/>
                  </a:lnTo>
                  <a:close/>
                  <a:moveTo>
                    <a:pt x="721853" y="662853"/>
                  </a:moveTo>
                  <a:lnTo>
                    <a:pt x="719242" y="677656"/>
                  </a:lnTo>
                  <a:lnTo>
                    <a:pt x="719123" y="659730"/>
                  </a:lnTo>
                  <a:close/>
                  <a:moveTo>
                    <a:pt x="689207" y="354018"/>
                  </a:moveTo>
                  <a:lnTo>
                    <a:pt x="659467" y="367912"/>
                  </a:lnTo>
                  <a:lnTo>
                    <a:pt x="655754" y="372444"/>
                  </a:lnTo>
                  <a:close/>
                  <a:moveTo>
                    <a:pt x="689207" y="354018"/>
                  </a:moveTo>
                  <a:lnTo>
                    <a:pt x="700080" y="317386"/>
                  </a:lnTo>
                  <a:lnTo>
                    <a:pt x="659467" y="367912"/>
                  </a:lnTo>
                  <a:close/>
                  <a:moveTo>
                    <a:pt x="659467" y="367912"/>
                  </a:moveTo>
                  <a:lnTo>
                    <a:pt x="700033" y="317274"/>
                  </a:lnTo>
                  <a:lnTo>
                    <a:pt x="659953" y="322770"/>
                  </a:lnTo>
                  <a:close/>
                  <a:moveTo>
                    <a:pt x="751883" y="300079"/>
                  </a:moveTo>
                  <a:lnTo>
                    <a:pt x="752086" y="302044"/>
                  </a:lnTo>
                  <a:lnTo>
                    <a:pt x="722975" y="306779"/>
                  </a:lnTo>
                  <a:close/>
                  <a:moveTo>
                    <a:pt x="754321" y="299400"/>
                  </a:moveTo>
                  <a:lnTo>
                    <a:pt x="752086" y="302044"/>
                  </a:lnTo>
                  <a:lnTo>
                    <a:pt x="751883" y="300079"/>
                  </a:lnTo>
                  <a:close/>
                  <a:moveTo>
                    <a:pt x="993820" y="594119"/>
                  </a:moveTo>
                  <a:lnTo>
                    <a:pt x="1001366" y="600181"/>
                  </a:lnTo>
                  <a:lnTo>
                    <a:pt x="1004569" y="590198"/>
                  </a:lnTo>
                  <a:close/>
                  <a:moveTo>
                    <a:pt x="974016" y="557364"/>
                  </a:moveTo>
                  <a:lnTo>
                    <a:pt x="993820" y="594119"/>
                  </a:lnTo>
                  <a:lnTo>
                    <a:pt x="1004569" y="590198"/>
                  </a:lnTo>
                  <a:close/>
                  <a:moveTo>
                    <a:pt x="751235" y="316232"/>
                  </a:moveTo>
                  <a:lnTo>
                    <a:pt x="773631" y="282896"/>
                  </a:lnTo>
                  <a:lnTo>
                    <a:pt x="751883" y="300079"/>
                  </a:lnTo>
                  <a:close/>
                  <a:moveTo>
                    <a:pt x="774174" y="277420"/>
                  </a:moveTo>
                  <a:lnTo>
                    <a:pt x="754321" y="299400"/>
                  </a:lnTo>
                  <a:lnTo>
                    <a:pt x="751883" y="300079"/>
                  </a:lnTo>
                  <a:close/>
                  <a:moveTo>
                    <a:pt x="862951" y="175019"/>
                  </a:moveTo>
                  <a:lnTo>
                    <a:pt x="833699" y="138264"/>
                  </a:lnTo>
                  <a:lnTo>
                    <a:pt x="811351" y="191456"/>
                  </a:lnTo>
                  <a:close/>
                  <a:moveTo>
                    <a:pt x="811351" y="191456"/>
                  </a:moveTo>
                  <a:lnTo>
                    <a:pt x="835531" y="189830"/>
                  </a:lnTo>
                  <a:lnTo>
                    <a:pt x="862951" y="175019"/>
                  </a:lnTo>
                  <a:close/>
                  <a:moveTo>
                    <a:pt x="1042155" y="273500"/>
                  </a:moveTo>
                  <a:lnTo>
                    <a:pt x="1006536" y="275369"/>
                  </a:lnTo>
                  <a:lnTo>
                    <a:pt x="1056681" y="297586"/>
                  </a:lnTo>
                  <a:close/>
                  <a:moveTo>
                    <a:pt x="833699" y="138264"/>
                  </a:moveTo>
                  <a:lnTo>
                    <a:pt x="862951" y="175019"/>
                  </a:lnTo>
                  <a:lnTo>
                    <a:pt x="864134" y="157836"/>
                  </a:lnTo>
                  <a:close/>
                  <a:moveTo>
                    <a:pt x="940002" y="42652"/>
                  </a:moveTo>
                  <a:lnTo>
                    <a:pt x="970979" y="33895"/>
                  </a:lnTo>
                  <a:lnTo>
                    <a:pt x="914253" y="42591"/>
                  </a:lnTo>
                  <a:close/>
                  <a:moveTo>
                    <a:pt x="1129552" y="184788"/>
                  </a:moveTo>
                  <a:lnTo>
                    <a:pt x="1158314" y="143746"/>
                  </a:lnTo>
                  <a:lnTo>
                    <a:pt x="1120697" y="147240"/>
                  </a:lnTo>
                  <a:close/>
                  <a:moveTo>
                    <a:pt x="1197927" y="179796"/>
                  </a:moveTo>
                  <a:lnTo>
                    <a:pt x="1174300" y="143041"/>
                  </a:lnTo>
                  <a:lnTo>
                    <a:pt x="1166777" y="181613"/>
                  </a:lnTo>
                  <a:close/>
                  <a:moveTo>
                    <a:pt x="1174300" y="143041"/>
                  </a:moveTo>
                  <a:lnTo>
                    <a:pt x="1158314" y="143746"/>
                  </a:lnTo>
                  <a:lnTo>
                    <a:pt x="1166777" y="181613"/>
                  </a:lnTo>
                  <a:close/>
                  <a:moveTo>
                    <a:pt x="1097046" y="121721"/>
                  </a:moveTo>
                  <a:lnTo>
                    <a:pt x="1090906" y="144372"/>
                  </a:lnTo>
                  <a:lnTo>
                    <a:pt x="1120697" y="147240"/>
                  </a:lnTo>
                  <a:close/>
                  <a:moveTo>
                    <a:pt x="1120697" y="147240"/>
                  </a:moveTo>
                  <a:lnTo>
                    <a:pt x="1158314" y="143746"/>
                  </a:lnTo>
                  <a:lnTo>
                    <a:pt x="1146860" y="108311"/>
                  </a:lnTo>
                  <a:close/>
                  <a:moveTo>
                    <a:pt x="1120697" y="147240"/>
                  </a:moveTo>
                  <a:lnTo>
                    <a:pt x="1146860" y="108311"/>
                  </a:lnTo>
                  <a:lnTo>
                    <a:pt x="1097046" y="121721"/>
                  </a:lnTo>
                  <a:close/>
                  <a:moveTo>
                    <a:pt x="1024354" y="12670"/>
                  </a:moveTo>
                  <a:lnTo>
                    <a:pt x="970979" y="33895"/>
                  </a:lnTo>
                  <a:lnTo>
                    <a:pt x="992773" y="19170"/>
                  </a:lnTo>
                  <a:close/>
                  <a:moveTo>
                    <a:pt x="1054285" y="0"/>
                  </a:moveTo>
                  <a:lnTo>
                    <a:pt x="1005657" y="38975"/>
                  </a:lnTo>
                  <a:lnTo>
                    <a:pt x="1024354" y="12670"/>
                  </a:lnTo>
                  <a:close/>
                  <a:moveTo>
                    <a:pt x="1197927" y="179796"/>
                  </a:moveTo>
                  <a:lnTo>
                    <a:pt x="1202587" y="180749"/>
                  </a:lnTo>
                  <a:lnTo>
                    <a:pt x="1202842" y="179381"/>
                  </a:lnTo>
                  <a:close/>
                  <a:moveTo>
                    <a:pt x="1174300" y="143041"/>
                  </a:moveTo>
                  <a:lnTo>
                    <a:pt x="1197927" y="179796"/>
                  </a:lnTo>
                  <a:lnTo>
                    <a:pt x="1202842" y="179381"/>
                  </a:lnTo>
                  <a:close/>
                  <a:moveTo>
                    <a:pt x="1043189" y="21835"/>
                  </a:moveTo>
                  <a:lnTo>
                    <a:pt x="1054285" y="0"/>
                  </a:lnTo>
                  <a:lnTo>
                    <a:pt x="1024354" y="12670"/>
                  </a:lnTo>
                  <a:close/>
                  <a:moveTo>
                    <a:pt x="1043189" y="21835"/>
                  </a:moveTo>
                  <a:lnTo>
                    <a:pt x="1079132" y="19702"/>
                  </a:lnTo>
                  <a:lnTo>
                    <a:pt x="1054285" y="0"/>
                  </a:lnTo>
                  <a:close/>
                  <a:moveTo>
                    <a:pt x="1079132" y="19702"/>
                  </a:moveTo>
                  <a:lnTo>
                    <a:pt x="1089550" y="7274"/>
                  </a:lnTo>
                  <a:lnTo>
                    <a:pt x="1054285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71" name="Input_density__170">
              <a:extLst>
                <a:ext uri="{FF2B5EF4-FFF2-40B4-BE49-F238E27FC236}">
                  <a16:creationId xmlns:a16="http://schemas.microsoft.com/office/drawing/2014/main" id="{318C958D-CB81-7360-5699-590CFE654933}"/>
                </a:ext>
              </a:extLst>
            </p:cNvPr>
            <p:cNvSpPr>
              <a:spLocks noGrp="1"/>
            </p:cNvSpPr>
            <p:nvPr/>
          </p:nvSpPr>
          <p:spPr>
            <a:xfrm>
              <a:off x="557124" y="1647356"/>
              <a:ext cx="891955" cy="647365"/>
            </a:xfrm>
            <a:custGeom>
              <a:avLst/>
              <a:gdLst/>
              <a:ahLst/>
              <a:cxnLst/>
              <a:rect l="0" t="0" r="0" b="0"/>
              <a:pathLst>
                <a:path w="891955" h="647365">
                  <a:moveTo>
                    <a:pt x="42189" y="610708"/>
                  </a:moveTo>
                  <a:lnTo>
                    <a:pt x="82104" y="600923"/>
                  </a:lnTo>
                  <a:lnTo>
                    <a:pt x="73639" y="598799"/>
                  </a:lnTo>
                  <a:close/>
                  <a:moveTo>
                    <a:pt x="73639" y="598799"/>
                  </a:moveTo>
                  <a:lnTo>
                    <a:pt x="112154" y="594575"/>
                  </a:lnTo>
                  <a:lnTo>
                    <a:pt x="96558" y="562507"/>
                  </a:lnTo>
                  <a:close/>
                  <a:moveTo>
                    <a:pt x="112154" y="594575"/>
                  </a:moveTo>
                  <a:lnTo>
                    <a:pt x="73639" y="598799"/>
                  </a:lnTo>
                  <a:lnTo>
                    <a:pt x="114672" y="598111"/>
                  </a:lnTo>
                  <a:close/>
                  <a:moveTo>
                    <a:pt x="73639" y="598799"/>
                  </a:moveTo>
                  <a:lnTo>
                    <a:pt x="82104" y="600923"/>
                  </a:lnTo>
                  <a:lnTo>
                    <a:pt x="114672" y="598111"/>
                  </a:lnTo>
                  <a:close/>
                  <a:moveTo>
                    <a:pt x="112154" y="594575"/>
                  </a:moveTo>
                  <a:lnTo>
                    <a:pt x="114672" y="598111"/>
                  </a:lnTo>
                  <a:lnTo>
                    <a:pt x="117686" y="593525"/>
                  </a:lnTo>
                  <a:close/>
                  <a:moveTo>
                    <a:pt x="126271" y="448894"/>
                  </a:moveTo>
                  <a:lnTo>
                    <a:pt x="126202" y="448913"/>
                  </a:lnTo>
                  <a:lnTo>
                    <a:pt x="126236" y="448932"/>
                  </a:lnTo>
                  <a:close/>
                  <a:moveTo>
                    <a:pt x="126271" y="448894"/>
                  </a:moveTo>
                  <a:lnTo>
                    <a:pt x="134556" y="412138"/>
                  </a:lnTo>
                  <a:lnTo>
                    <a:pt x="126202" y="448913"/>
                  </a:lnTo>
                  <a:close/>
                  <a:moveTo>
                    <a:pt x="134556" y="412138"/>
                  </a:moveTo>
                  <a:lnTo>
                    <a:pt x="103723" y="422440"/>
                  </a:lnTo>
                  <a:lnTo>
                    <a:pt x="126202" y="448913"/>
                  </a:lnTo>
                  <a:close/>
                  <a:moveTo>
                    <a:pt x="126236" y="448932"/>
                  </a:moveTo>
                  <a:lnTo>
                    <a:pt x="126202" y="448913"/>
                  </a:lnTo>
                  <a:lnTo>
                    <a:pt x="125119" y="448894"/>
                  </a:lnTo>
                  <a:close/>
                  <a:moveTo>
                    <a:pt x="0" y="355812"/>
                  </a:moveTo>
                  <a:lnTo>
                    <a:pt x="22036" y="375383"/>
                  </a:lnTo>
                  <a:lnTo>
                    <a:pt x="25279" y="338628"/>
                  </a:lnTo>
                  <a:close/>
                  <a:moveTo>
                    <a:pt x="27131" y="327545"/>
                  </a:moveTo>
                  <a:lnTo>
                    <a:pt x="0" y="355812"/>
                  </a:lnTo>
                  <a:lnTo>
                    <a:pt x="25279" y="338628"/>
                  </a:lnTo>
                  <a:close/>
                  <a:moveTo>
                    <a:pt x="27131" y="327545"/>
                  </a:moveTo>
                  <a:lnTo>
                    <a:pt x="3945" y="337068"/>
                  </a:lnTo>
                  <a:lnTo>
                    <a:pt x="0" y="355812"/>
                  </a:lnTo>
                  <a:close/>
                  <a:moveTo>
                    <a:pt x="27131" y="327545"/>
                  </a:moveTo>
                  <a:lnTo>
                    <a:pt x="30170" y="301873"/>
                  </a:lnTo>
                  <a:lnTo>
                    <a:pt x="10257" y="319057"/>
                  </a:lnTo>
                  <a:close/>
                  <a:moveTo>
                    <a:pt x="126236" y="448932"/>
                  </a:moveTo>
                  <a:lnTo>
                    <a:pt x="125119" y="448894"/>
                  </a:lnTo>
                  <a:lnTo>
                    <a:pt x="154950" y="460080"/>
                  </a:lnTo>
                  <a:close/>
                  <a:moveTo>
                    <a:pt x="176732" y="434921"/>
                  </a:moveTo>
                  <a:lnTo>
                    <a:pt x="126271" y="448894"/>
                  </a:lnTo>
                  <a:lnTo>
                    <a:pt x="182609" y="438916"/>
                  </a:lnTo>
                  <a:close/>
                  <a:moveTo>
                    <a:pt x="182609" y="438916"/>
                  </a:moveTo>
                  <a:lnTo>
                    <a:pt x="126271" y="448894"/>
                  </a:lnTo>
                  <a:lnTo>
                    <a:pt x="126236" y="448932"/>
                  </a:lnTo>
                  <a:close/>
                  <a:moveTo>
                    <a:pt x="134556" y="412138"/>
                  </a:moveTo>
                  <a:lnTo>
                    <a:pt x="176732" y="434921"/>
                  </a:lnTo>
                  <a:lnTo>
                    <a:pt x="166374" y="398594"/>
                  </a:lnTo>
                  <a:close/>
                  <a:moveTo>
                    <a:pt x="134556" y="412138"/>
                  </a:moveTo>
                  <a:lnTo>
                    <a:pt x="126271" y="448894"/>
                  </a:lnTo>
                  <a:lnTo>
                    <a:pt x="176732" y="434921"/>
                  </a:lnTo>
                  <a:close/>
                  <a:moveTo>
                    <a:pt x="187538" y="431710"/>
                  </a:moveTo>
                  <a:lnTo>
                    <a:pt x="179535" y="394955"/>
                  </a:lnTo>
                  <a:lnTo>
                    <a:pt x="176732" y="434921"/>
                  </a:lnTo>
                  <a:close/>
                  <a:moveTo>
                    <a:pt x="179535" y="394955"/>
                  </a:moveTo>
                  <a:lnTo>
                    <a:pt x="166374" y="398594"/>
                  </a:lnTo>
                  <a:lnTo>
                    <a:pt x="176732" y="434921"/>
                  </a:lnTo>
                  <a:close/>
                  <a:moveTo>
                    <a:pt x="176732" y="434921"/>
                  </a:moveTo>
                  <a:lnTo>
                    <a:pt x="182609" y="438916"/>
                  </a:lnTo>
                  <a:lnTo>
                    <a:pt x="187538" y="431710"/>
                  </a:lnTo>
                  <a:close/>
                  <a:moveTo>
                    <a:pt x="27131" y="327545"/>
                  </a:moveTo>
                  <a:lnTo>
                    <a:pt x="25279" y="338628"/>
                  </a:lnTo>
                  <a:lnTo>
                    <a:pt x="38166" y="332067"/>
                  </a:lnTo>
                  <a:close/>
                  <a:moveTo>
                    <a:pt x="38166" y="332067"/>
                  </a:moveTo>
                  <a:lnTo>
                    <a:pt x="30170" y="301873"/>
                  </a:lnTo>
                  <a:lnTo>
                    <a:pt x="27131" y="327545"/>
                  </a:lnTo>
                  <a:close/>
                  <a:moveTo>
                    <a:pt x="74478" y="284886"/>
                  </a:moveTo>
                  <a:lnTo>
                    <a:pt x="30170" y="301873"/>
                  </a:lnTo>
                  <a:lnTo>
                    <a:pt x="38166" y="332067"/>
                  </a:lnTo>
                  <a:close/>
                  <a:moveTo>
                    <a:pt x="79510" y="325543"/>
                  </a:moveTo>
                  <a:lnTo>
                    <a:pt x="74478" y="284886"/>
                  </a:lnTo>
                  <a:lnTo>
                    <a:pt x="38166" y="332067"/>
                  </a:lnTo>
                  <a:close/>
                  <a:moveTo>
                    <a:pt x="41982" y="265118"/>
                  </a:moveTo>
                  <a:lnTo>
                    <a:pt x="30170" y="301873"/>
                  </a:lnTo>
                  <a:lnTo>
                    <a:pt x="74478" y="284886"/>
                  </a:lnTo>
                  <a:close/>
                  <a:moveTo>
                    <a:pt x="75027" y="284690"/>
                  </a:moveTo>
                  <a:lnTo>
                    <a:pt x="74893" y="247935"/>
                  </a:lnTo>
                  <a:lnTo>
                    <a:pt x="74478" y="284886"/>
                  </a:lnTo>
                  <a:close/>
                  <a:moveTo>
                    <a:pt x="74893" y="247935"/>
                  </a:moveTo>
                  <a:lnTo>
                    <a:pt x="46912" y="262550"/>
                  </a:lnTo>
                  <a:lnTo>
                    <a:pt x="74478" y="284886"/>
                  </a:lnTo>
                  <a:close/>
                  <a:moveTo>
                    <a:pt x="179535" y="394955"/>
                  </a:moveTo>
                  <a:lnTo>
                    <a:pt x="230209" y="396101"/>
                  </a:lnTo>
                  <a:lnTo>
                    <a:pt x="215197" y="385990"/>
                  </a:lnTo>
                  <a:close/>
                  <a:moveTo>
                    <a:pt x="223239" y="414527"/>
                  </a:moveTo>
                  <a:lnTo>
                    <a:pt x="230209" y="396101"/>
                  </a:lnTo>
                  <a:lnTo>
                    <a:pt x="179535" y="394955"/>
                  </a:lnTo>
                  <a:close/>
                  <a:moveTo>
                    <a:pt x="187538" y="431710"/>
                  </a:moveTo>
                  <a:lnTo>
                    <a:pt x="223239" y="414527"/>
                  </a:lnTo>
                  <a:lnTo>
                    <a:pt x="179535" y="394955"/>
                  </a:lnTo>
                  <a:close/>
                  <a:moveTo>
                    <a:pt x="175310" y="358200"/>
                  </a:moveTo>
                  <a:lnTo>
                    <a:pt x="215197" y="385990"/>
                  </a:lnTo>
                  <a:lnTo>
                    <a:pt x="207315" y="347652"/>
                  </a:lnTo>
                  <a:close/>
                  <a:moveTo>
                    <a:pt x="175310" y="358200"/>
                  </a:moveTo>
                  <a:lnTo>
                    <a:pt x="179535" y="394955"/>
                  </a:lnTo>
                  <a:lnTo>
                    <a:pt x="215197" y="385990"/>
                  </a:lnTo>
                  <a:close/>
                  <a:moveTo>
                    <a:pt x="215197" y="385990"/>
                  </a:moveTo>
                  <a:lnTo>
                    <a:pt x="230209" y="396101"/>
                  </a:lnTo>
                  <a:lnTo>
                    <a:pt x="240435" y="377772"/>
                  </a:lnTo>
                  <a:close/>
                  <a:moveTo>
                    <a:pt x="74893" y="247935"/>
                  </a:moveTo>
                  <a:lnTo>
                    <a:pt x="124090" y="271641"/>
                  </a:lnTo>
                  <a:lnTo>
                    <a:pt x="110912" y="237608"/>
                  </a:lnTo>
                  <a:close/>
                  <a:moveTo>
                    <a:pt x="74893" y="247935"/>
                  </a:moveTo>
                  <a:lnTo>
                    <a:pt x="75027" y="284690"/>
                  </a:lnTo>
                  <a:lnTo>
                    <a:pt x="124090" y="271641"/>
                  </a:lnTo>
                  <a:close/>
                  <a:moveTo>
                    <a:pt x="141142" y="267507"/>
                  </a:moveTo>
                  <a:lnTo>
                    <a:pt x="154636" y="238120"/>
                  </a:lnTo>
                  <a:lnTo>
                    <a:pt x="124090" y="271641"/>
                  </a:lnTo>
                  <a:close/>
                  <a:moveTo>
                    <a:pt x="124090" y="271641"/>
                  </a:moveTo>
                  <a:lnTo>
                    <a:pt x="150284" y="232687"/>
                  </a:lnTo>
                  <a:lnTo>
                    <a:pt x="110912" y="237608"/>
                  </a:lnTo>
                  <a:close/>
                  <a:moveTo>
                    <a:pt x="411919" y="480971"/>
                  </a:moveTo>
                  <a:lnTo>
                    <a:pt x="356598" y="494919"/>
                  </a:lnTo>
                  <a:lnTo>
                    <a:pt x="393929" y="507608"/>
                  </a:lnTo>
                  <a:close/>
                  <a:moveTo>
                    <a:pt x="393929" y="507608"/>
                  </a:moveTo>
                  <a:lnTo>
                    <a:pt x="356598" y="494919"/>
                  </a:lnTo>
                  <a:lnTo>
                    <a:pt x="383555" y="509372"/>
                  </a:lnTo>
                  <a:close/>
                  <a:moveTo>
                    <a:pt x="407267" y="472436"/>
                  </a:moveTo>
                  <a:lnTo>
                    <a:pt x="411919" y="480971"/>
                  </a:lnTo>
                  <a:lnTo>
                    <a:pt x="412459" y="470853"/>
                  </a:lnTo>
                  <a:close/>
                  <a:moveTo>
                    <a:pt x="191876" y="250323"/>
                  </a:moveTo>
                  <a:lnTo>
                    <a:pt x="179807" y="253433"/>
                  </a:lnTo>
                  <a:lnTo>
                    <a:pt x="181851" y="304261"/>
                  </a:lnTo>
                  <a:close/>
                  <a:moveTo>
                    <a:pt x="170532" y="297555"/>
                  </a:moveTo>
                  <a:lnTo>
                    <a:pt x="179807" y="253433"/>
                  </a:lnTo>
                  <a:lnTo>
                    <a:pt x="141142" y="267507"/>
                  </a:lnTo>
                  <a:close/>
                  <a:moveTo>
                    <a:pt x="154636" y="238120"/>
                  </a:moveTo>
                  <a:lnTo>
                    <a:pt x="141142" y="267507"/>
                  </a:lnTo>
                  <a:lnTo>
                    <a:pt x="179807" y="253433"/>
                  </a:lnTo>
                  <a:close/>
                  <a:moveTo>
                    <a:pt x="213486" y="237367"/>
                  </a:moveTo>
                  <a:lnTo>
                    <a:pt x="179807" y="253433"/>
                  </a:lnTo>
                  <a:lnTo>
                    <a:pt x="191876" y="250323"/>
                  </a:lnTo>
                  <a:close/>
                  <a:moveTo>
                    <a:pt x="154636" y="238120"/>
                  </a:moveTo>
                  <a:lnTo>
                    <a:pt x="179807" y="253433"/>
                  </a:lnTo>
                  <a:lnTo>
                    <a:pt x="213486" y="237367"/>
                  </a:lnTo>
                  <a:close/>
                  <a:moveTo>
                    <a:pt x="600579" y="647365"/>
                  </a:moveTo>
                  <a:lnTo>
                    <a:pt x="615344" y="647027"/>
                  </a:lnTo>
                  <a:lnTo>
                    <a:pt x="634777" y="637445"/>
                  </a:lnTo>
                  <a:close/>
                  <a:moveTo>
                    <a:pt x="465469" y="544363"/>
                  </a:moveTo>
                  <a:lnTo>
                    <a:pt x="497761" y="563935"/>
                  </a:lnTo>
                  <a:lnTo>
                    <a:pt x="496923" y="527180"/>
                  </a:lnTo>
                  <a:close/>
                  <a:moveTo>
                    <a:pt x="496923" y="527180"/>
                  </a:moveTo>
                  <a:lnTo>
                    <a:pt x="510615" y="504615"/>
                  </a:lnTo>
                  <a:lnTo>
                    <a:pt x="465469" y="544363"/>
                  </a:lnTo>
                  <a:close/>
                  <a:moveTo>
                    <a:pt x="411919" y="480971"/>
                  </a:moveTo>
                  <a:lnTo>
                    <a:pt x="393929" y="507608"/>
                  </a:lnTo>
                  <a:lnTo>
                    <a:pt x="426855" y="501257"/>
                  </a:lnTo>
                  <a:close/>
                  <a:moveTo>
                    <a:pt x="426855" y="501257"/>
                  </a:moveTo>
                  <a:lnTo>
                    <a:pt x="412459" y="470853"/>
                  </a:lnTo>
                  <a:lnTo>
                    <a:pt x="411919" y="480971"/>
                  </a:lnTo>
                  <a:close/>
                  <a:moveTo>
                    <a:pt x="456979" y="459108"/>
                  </a:moveTo>
                  <a:lnTo>
                    <a:pt x="412459" y="470853"/>
                  </a:lnTo>
                  <a:lnTo>
                    <a:pt x="426855" y="501257"/>
                  </a:lnTo>
                  <a:close/>
                  <a:moveTo>
                    <a:pt x="237658" y="231534"/>
                  </a:moveTo>
                  <a:lnTo>
                    <a:pt x="191876" y="250323"/>
                  </a:lnTo>
                  <a:lnTo>
                    <a:pt x="235823" y="233140"/>
                  </a:lnTo>
                  <a:close/>
                  <a:moveTo>
                    <a:pt x="237658" y="231534"/>
                  </a:moveTo>
                  <a:lnTo>
                    <a:pt x="213486" y="237367"/>
                  </a:lnTo>
                  <a:lnTo>
                    <a:pt x="191876" y="250323"/>
                  </a:lnTo>
                  <a:close/>
                  <a:moveTo>
                    <a:pt x="658720" y="627185"/>
                  </a:moveTo>
                  <a:lnTo>
                    <a:pt x="634777" y="637445"/>
                  </a:lnTo>
                  <a:lnTo>
                    <a:pt x="671196" y="635064"/>
                  </a:lnTo>
                  <a:close/>
                  <a:moveTo>
                    <a:pt x="726127" y="234829"/>
                  </a:moveTo>
                  <a:lnTo>
                    <a:pt x="703836" y="257488"/>
                  </a:lnTo>
                  <a:lnTo>
                    <a:pt x="725585" y="240305"/>
                  </a:lnTo>
                  <a:close/>
                  <a:moveTo>
                    <a:pt x="706274" y="256809"/>
                  </a:moveTo>
                  <a:lnTo>
                    <a:pt x="726127" y="234829"/>
                  </a:lnTo>
                  <a:lnTo>
                    <a:pt x="706291" y="220733"/>
                  </a:lnTo>
                  <a:close/>
                  <a:moveTo>
                    <a:pt x="726127" y="234829"/>
                  </a:moveTo>
                  <a:lnTo>
                    <a:pt x="722888" y="203550"/>
                  </a:lnTo>
                  <a:lnTo>
                    <a:pt x="706291" y="220733"/>
                  </a:lnTo>
                  <a:close/>
                  <a:moveTo>
                    <a:pt x="726127" y="234829"/>
                  </a:moveTo>
                  <a:lnTo>
                    <a:pt x="725585" y="240305"/>
                  </a:lnTo>
                  <a:lnTo>
                    <a:pt x="742397" y="228269"/>
                  </a:lnTo>
                  <a:close/>
                  <a:moveTo>
                    <a:pt x="726127" y="234829"/>
                  </a:moveTo>
                  <a:lnTo>
                    <a:pt x="742397" y="228269"/>
                  </a:lnTo>
                  <a:lnTo>
                    <a:pt x="722888" y="203550"/>
                  </a:lnTo>
                  <a:close/>
                  <a:moveTo>
                    <a:pt x="722888" y="203550"/>
                  </a:moveTo>
                  <a:lnTo>
                    <a:pt x="748950" y="223121"/>
                  </a:lnTo>
                  <a:lnTo>
                    <a:pt x="748717" y="186366"/>
                  </a:lnTo>
                  <a:close/>
                  <a:moveTo>
                    <a:pt x="717880" y="166795"/>
                  </a:moveTo>
                  <a:lnTo>
                    <a:pt x="722888" y="203550"/>
                  </a:lnTo>
                  <a:lnTo>
                    <a:pt x="748717" y="186366"/>
                  </a:lnTo>
                  <a:close/>
                  <a:moveTo>
                    <a:pt x="717880" y="166795"/>
                  </a:moveTo>
                  <a:lnTo>
                    <a:pt x="748717" y="186366"/>
                  </a:lnTo>
                  <a:lnTo>
                    <a:pt x="761496" y="149611"/>
                  </a:lnTo>
                  <a:close/>
                  <a:moveTo>
                    <a:pt x="761496" y="149611"/>
                  </a:moveTo>
                  <a:lnTo>
                    <a:pt x="787484" y="147239"/>
                  </a:lnTo>
                  <a:lnTo>
                    <a:pt x="763305" y="148865"/>
                  </a:lnTo>
                  <a:close/>
                  <a:moveTo>
                    <a:pt x="748717" y="186366"/>
                  </a:moveTo>
                  <a:lnTo>
                    <a:pt x="777211" y="169183"/>
                  </a:lnTo>
                  <a:lnTo>
                    <a:pt x="761496" y="149611"/>
                  </a:lnTo>
                  <a:close/>
                  <a:moveTo>
                    <a:pt x="744800" y="112856"/>
                  </a:moveTo>
                  <a:lnTo>
                    <a:pt x="763305" y="148865"/>
                  </a:lnTo>
                  <a:lnTo>
                    <a:pt x="761271" y="105771"/>
                  </a:lnTo>
                  <a:close/>
                  <a:moveTo>
                    <a:pt x="744800" y="112856"/>
                  </a:moveTo>
                  <a:lnTo>
                    <a:pt x="761496" y="149611"/>
                  </a:lnTo>
                  <a:lnTo>
                    <a:pt x="763305" y="148865"/>
                  </a:lnTo>
                  <a:close/>
                  <a:moveTo>
                    <a:pt x="785653" y="95673"/>
                  </a:moveTo>
                  <a:lnTo>
                    <a:pt x="761271" y="105771"/>
                  </a:lnTo>
                  <a:lnTo>
                    <a:pt x="763305" y="148865"/>
                  </a:lnTo>
                  <a:close/>
                  <a:moveTo>
                    <a:pt x="761380" y="58918"/>
                  </a:moveTo>
                  <a:lnTo>
                    <a:pt x="761271" y="105771"/>
                  </a:lnTo>
                  <a:lnTo>
                    <a:pt x="765738" y="65934"/>
                  </a:lnTo>
                  <a:close/>
                  <a:moveTo>
                    <a:pt x="744800" y="112856"/>
                  </a:moveTo>
                  <a:lnTo>
                    <a:pt x="761271" y="105771"/>
                  </a:lnTo>
                  <a:lnTo>
                    <a:pt x="761380" y="58918"/>
                  </a:lnTo>
                  <a:close/>
                  <a:moveTo>
                    <a:pt x="721513" y="76101"/>
                  </a:moveTo>
                  <a:lnTo>
                    <a:pt x="744800" y="112856"/>
                  </a:lnTo>
                  <a:lnTo>
                    <a:pt x="761380" y="58918"/>
                  </a:lnTo>
                  <a:close/>
                  <a:moveTo>
                    <a:pt x="761271" y="105771"/>
                  </a:moveTo>
                  <a:lnTo>
                    <a:pt x="785653" y="95673"/>
                  </a:lnTo>
                  <a:lnTo>
                    <a:pt x="765738" y="65934"/>
                  </a:lnTo>
                  <a:close/>
                  <a:moveTo>
                    <a:pt x="761380" y="58918"/>
                  </a:moveTo>
                  <a:lnTo>
                    <a:pt x="761606" y="50482"/>
                  </a:lnTo>
                  <a:lnTo>
                    <a:pt x="715706" y="39346"/>
                  </a:lnTo>
                  <a:close/>
                  <a:moveTo>
                    <a:pt x="766945" y="56412"/>
                  </a:moveTo>
                  <a:lnTo>
                    <a:pt x="765738" y="65934"/>
                  </a:lnTo>
                  <a:lnTo>
                    <a:pt x="798854" y="41735"/>
                  </a:lnTo>
                  <a:close/>
                  <a:moveTo>
                    <a:pt x="798854" y="41735"/>
                  </a:moveTo>
                  <a:lnTo>
                    <a:pt x="765738" y="65934"/>
                  </a:lnTo>
                  <a:lnTo>
                    <a:pt x="785653" y="95673"/>
                  </a:lnTo>
                  <a:close/>
                  <a:moveTo>
                    <a:pt x="798854" y="41735"/>
                  </a:moveTo>
                  <a:lnTo>
                    <a:pt x="785653" y="95673"/>
                  </a:lnTo>
                  <a:lnTo>
                    <a:pt x="817313" y="78490"/>
                  </a:lnTo>
                  <a:close/>
                  <a:moveTo>
                    <a:pt x="761380" y="58918"/>
                  </a:moveTo>
                  <a:lnTo>
                    <a:pt x="765738" y="65934"/>
                  </a:lnTo>
                  <a:lnTo>
                    <a:pt x="766945" y="56412"/>
                  </a:lnTo>
                  <a:close/>
                  <a:moveTo>
                    <a:pt x="761606" y="50482"/>
                  </a:moveTo>
                  <a:lnTo>
                    <a:pt x="761380" y="58918"/>
                  </a:lnTo>
                  <a:lnTo>
                    <a:pt x="766945" y="56412"/>
                  </a:lnTo>
                  <a:close/>
                  <a:moveTo>
                    <a:pt x="761606" y="50482"/>
                  </a:moveTo>
                  <a:lnTo>
                    <a:pt x="766945" y="56412"/>
                  </a:lnTo>
                  <a:lnTo>
                    <a:pt x="763277" y="22163"/>
                  </a:lnTo>
                  <a:close/>
                  <a:moveTo>
                    <a:pt x="763277" y="22163"/>
                  </a:moveTo>
                  <a:lnTo>
                    <a:pt x="766945" y="56412"/>
                  </a:lnTo>
                  <a:lnTo>
                    <a:pt x="798854" y="41735"/>
                  </a:lnTo>
                  <a:close/>
                  <a:moveTo>
                    <a:pt x="763277" y="22163"/>
                  </a:moveTo>
                  <a:lnTo>
                    <a:pt x="798854" y="41735"/>
                  </a:lnTo>
                  <a:lnTo>
                    <a:pt x="804246" y="4979"/>
                  </a:lnTo>
                  <a:close/>
                  <a:moveTo>
                    <a:pt x="807451" y="1106"/>
                  </a:moveTo>
                  <a:lnTo>
                    <a:pt x="763277" y="22163"/>
                  </a:lnTo>
                  <a:lnTo>
                    <a:pt x="804246" y="4979"/>
                  </a:lnTo>
                  <a:close/>
                  <a:moveTo>
                    <a:pt x="798854" y="41735"/>
                  </a:moveTo>
                  <a:lnTo>
                    <a:pt x="837433" y="70941"/>
                  </a:lnTo>
                  <a:lnTo>
                    <a:pt x="833535" y="29363"/>
                  </a:lnTo>
                  <a:close/>
                  <a:moveTo>
                    <a:pt x="798854" y="41735"/>
                  </a:moveTo>
                  <a:lnTo>
                    <a:pt x="817313" y="78490"/>
                  </a:lnTo>
                  <a:lnTo>
                    <a:pt x="837433" y="70941"/>
                  </a:lnTo>
                  <a:close/>
                  <a:moveTo>
                    <a:pt x="804246" y="4979"/>
                  </a:moveTo>
                  <a:lnTo>
                    <a:pt x="833535" y="29363"/>
                  </a:lnTo>
                  <a:lnTo>
                    <a:pt x="811352" y="2651"/>
                  </a:lnTo>
                  <a:close/>
                  <a:moveTo>
                    <a:pt x="804246" y="4979"/>
                  </a:moveTo>
                  <a:lnTo>
                    <a:pt x="798854" y="41735"/>
                  </a:lnTo>
                  <a:lnTo>
                    <a:pt x="833535" y="29363"/>
                  </a:lnTo>
                  <a:close/>
                  <a:moveTo>
                    <a:pt x="848815" y="24551"/>
                  </a:moveTo>
                  <a:lnTo>
                    <a:pt x="866207" y="0"/>
                  </a:lnTo>
                  <a:lnTo>
                    <a:pt x="833535" y="29363"/>
                  </a:lnTo>
                  <a:close/>
                  <a:moveTo>
                    <a:pt x="833535" y="29363"/>
                  </a:moveTo>
                  <a:lnTo>
                    <a:pt x="866207" y="0"/>
                  </a:lnTo>
                  <a:lnTo>
                    <a:pt x="846065" y="1518"/>
                  </a:lnTo>
                  <a:close/>
                  <a:moveTo>
                    <a:pt x="833535" y="29363"/>
                  </a:moveTo>
                  <a:lnTo>
                    <a:pt x="846065" y="1518"/>
                  </a:lnTo>
                  <a:lnTo>
                    <a:pt x="811352" y="2651"/>
                  </a:lnTo>
                  <a:close/>
                  <a:moveTo>
                    <a:pt x="807451" y="1106"/>
                  </a:moveTo>
                  <a:lnTo>
                    <a:pt x="804246" y="4979"/>
                  </a:lnTo>
                  <a:lnTo>
                    <a:pt x="811352" y="2651"/>
                  </a:lnTo>
                  <a:close/>
                  <a:moveTo>
                    <a:pt x="891955" y="61"/>
                  </a:moveTo>
                  <a:lnTo>
                    <a:pt x="866207" y="0"/>
                  </a:lnTo>
                  <a:lnTo>
                    <a:pt x="848815" y="24551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72" name="Input_density__171">
              <a:extLst>
                <a:ext uri="{FF2B5EF4-FFF2-40B4-BE49-F238E27FC236}">
                  <a16:creationId xmlns:a16="http://schemas.microsoft.com/office/drawing/2014/main" id="{D7026D49-304F-0F9F-3A60-BE53F8F47FE8}"/>
                </a:ext>
              </a:extLst>
            </p:cNvPr>
            <p:cNvSpPr>
              <a:spLocks noGrp="1"/>
            </p:cNvSpPr>
            <p:nvPr/>
          </p:nvSpPr>
          <p:spPr>
            <a:xfrm>
              <a:off x="590004" y="1836602"/>
              <a:ext cx="1061856" cy="550403"/>
            </a:xfrm>
            <a:custGeom>
              <a:avLst/>
              <a:gdLst/>
              <a:ahLst/>
              <a:cxnLst/>
              <a:rect l="0" t="0" r="0" b="0"/>
              <a:pathLst>
                <a:path w="1061856" h="550403">
                  <a:moveTo>
                    <a:pt x="152968" y="550403"/>
                  </a:moveTo>
                  <a:lnTo>
                    <a:pt x="117858" y="543708"/>
                  </a:lnTo>
                  <a:lnTo>
                    <a:pt x="93298" y="528169"/>
                  </a:lnTo>
                  <a:close/>
                  <a:moveTo>
                    <a:pt x="238698" y="525574"/>
                  </a:moveTo>
                  <a:lnTo>
                    <a:pt x="217390" y="508549"/>
                  </a:lnTo>
                  <a:lnTo>
                    <a:pt x="248738" y="534115"/>
                  </a:lnTo>
                  <a:close/>
                  <a:moveTo>
                    <a:pt x="0" y="352210"/>
                  </a:moveTo>
                  <a:lnTo>
                    <a:pt x="34391" y="356215"/>
                  </a:lnTo>
                  <a:lnTo>
                    <a:pt x="56707" y="343445"/>
                  </a:lnTo>
                  <a:close/>
                  <a:moveTo>
                    <a:pt x="226059" y="506686"/>
                  </a:moveTo>
                  <a:lnTo>
                    <a:pt x="230464" y="534115"/>
                  </a:lnTo>
                  <a:lnTo>
                    <a:pt x="238698" y="525574"/>
                  </a:lnTo>
                  <a:close/>
                  <a:moveTo>
                    <a:pt x="354289" y="516180"/>
                  </a:moveTo>
                  <a:lnTo>
                    <a:pt x="369521" y="510880"/>
                  </a:lnTo>
                  <a:lnTo>
                    <a:pt x="373947" y="499749"/>
                  </a:lnTo>
                  <a:close/>
                  <a:moveTo>
                    <a:pt x="363750" y="523185"/>
                  </a:moveTo>
                  <a:lnTo>
                    <a:pt x="369521" y="510880"/>
                  </a:lnTo>
                  <a:lnTo>
                    <a:pt x="354289" y="516180"/>
                  </a:lnTo>
                  <a:close/>
                  <a:moveTo>
                    <a:pt x="77444" y="183081"/>
                  </a:moveTo>
                  <a:lnTo>
                    <a:pt x="67753" y="168954"/>
                  </a:lnTo>
                  <a:lnTo>
                    <a:pt x="75568" y="193177"/>
                  </a:lnTo>
                  <a:close/>
                  <a:moveTo>
                    <a:pt x="371113" y="462994"/>
                  </a:moveTo>
                  <a:lnTo>
                    <a:pt x="382128" y="445810"/>
                  </a:lnTo>
                  <a:lnTo>
                    <a:pt x="373947" y="499749"/>
                  </a:lnTo>
                  <a:close/>
                  <a:moveTo>
                    <a:pt x="362269" y="409055"/>
                  </a:moveTo>
                  <a:lnTo>
                    <a:pt x="382128" y="445810"/>
                  </a:lnTo>
                  <a:lnTo>
                    <a:pt x="335289" y="426239"/>
                  </a:lnTo>
                  <a:close/>
                  <a:moveTo>
                    <a:pt x="355806" y="405448"/>
                  </a:moveTo>
                  <a:lnTo>
                    <a:pt x="382128" y="445810"/>
                  </a:lnTo>
                  <a:lnTo>
                    <a:pt x="362269" y="409055"/>
                  </a:lnTo>
                  <a:close/>
                  <a:moveTo>
                    <a:pt x="355806" y="405448"/>
                  </a:moveTo>
                  <a:lnTo>
                    <a:pt x="382820" y="402066"/>
                  </a:lnTo>
                  <a:lnTo>
                    <a:pt x="365315" y="364987"/>
                  </a:lnTo>
                  <a:close/>
                  <a:moveTo>
                    <a:pt x="299902" y="244852"/>
                  </a:moveTo>
                  <a:lnTo>
                    <a:pt x="299818" y="244889"/>
                  </a:lnTo>
                  <a:lnTo>
                    <a:pt x="328853" y="228662"/>
                  </a:lnTo>
                  <a:close/>
                  <a:moveTo>
                    <a:pt x="480218" y="411444"/>
                  </a:moveTo>
                  <a:lnTo>
                    <a:pt x="480849" y="423223"/>
                  </a:lnTo>
                  <a:lnTo>
                    <a:pt x="487600" y="424314"/>
                  </a:lnTo>
                  <a:close/>
                  <a:moveTo>
                    <a:pt x="409965" y="214936"/>
                  </a:moveTo>
                  <a:lnTo>
                    <a:pt x="437491" y="214228"/>
                  </a:lnTo>
                  <a:lnTo>
                    <a:pt x="420876" y="210485"/>
                  </a:lnTo>
                  <a:close/>
                  <a:moveTo>
                    <a:pt x="425138" y="243296"/>
                  </a:moveTo>
                  <a:lnTo>
                    <a:pt x="437491" y="214228"/>
                  </a:lnTo>
                  <a:lnTo>
                    <a:pt x="409965" y="214936"/>
                  </a:lnTo>
                  <a:close/>
                  <a:moveTo>
                    <a:pt x="705530" y="413832"/>
                  </a:moveTo>
                  <a:lnTo>
                    <a:pt x="720597" y="370333"/>
                  </a:lnTo>
                  <a:lnTo>
                    <a:pt x="711165" y="359894"/>
                  </a:lnTo>
                  <a:close/>
                  <a:moveTo>
                    <a:pt x="705530" y="413832"/>
                  </a:moveTo>
                  <a:lnTo>
                    <a:pt x="711165" y="359894"/>
                  </a:lnTo>
                  <a:lnTo>
                    <a:pt x="714270" y="396648"/>
                  </a:lnTo>
                  <a:close/>
                  <a:moveTo>
                    <a:pt x="720597" y="370333"/>
                  </a:moveTo>
                  <a:lnTo>
                    <a:pt x="717460" y="328136"/>
                  </a:lnTo>
                  <a:lnTo>
                    <a:pt x="711165" y="359894"/>
                  </a:lnTo>
                  <a:close/>
                  <a:moveTo>
                    <a:pt x="717460" y="328136"/>
                  </a:moveTo>
                  <a:lnTo>
                    <a:pt x="711157" y="323139"/>
                  </a:lnTo>
                  <a:lnTo>
                    <a:pt x="711165" y="359894"/>
                  </a:lnTo>
                  <a:close/>
                  <a:moveTo>
                    <a:pt x="711157" y="323139"/>
                  </a:moveTo>
                  <a:lnTo>
                    <a:pt x="743055" y="305955"/>
                  </a:lnTo>
                  <a:lnTo>
                    <a:pt x="711165" y="359894"/>
                  </a:lnTo>
                  <a:close/>
                  <a:moveTo>
                    <a:pt x="742028" y="263415"/>
                  </a:moveTo>
                  <a:lnTo>
                    <a:pt x="743655" y="301885"/>
                  </a:lnTo>
                  <a:lnTo>
                    <a:pt x="740897" y="269200"/>
                  </a:lnTo>
                  <a:close/>
                  <a:moveTo>
                    <a:pt x="720017" y="117300"/>
                  </a:moveTo>
                  <a:lnTo>
                    <a:pt x="678583" y="153666"/>
                  </a:lnTo>
                  <a:lnTo>
                    <a:pt x="670621" y="153400"/>
                  </a:lnTo>
                  <a:close/>
                  <a:moveTo>
                    <a:pt x="747110" y="122390"/>
                  </a:moveTo>
                  <a:lnTo>
                    <a:pt x="720017" y="117300"/>
                  </a:lnTo>
                  <a:lnTo>
                    <a:pt x="779896" y="120393"/>
                  </a:lnTo>
                  <a:close/>
                  <a:moveTo>
                    <a:pt x="875944" y="134141"/>
                  </a:moveTo>
                  <a:lnTo>
                    <a:pt x="912678" y="143539"/>
                  </a:lnTo>
                  <a:lnTo>
                    <a:pt x="931531" y="121186"/>
                  </a:lnTo>
                  <a:close/>
                  <a:moveTo>
                    <a:pt x="988075" y="109773"/>
                  </a:moveTo>
                  <a:lnTo>
                    <a:pt x="986993" y="110210"/>
                  </a:lnTo>
                  <a:lnTo>
                    <a:pt x="1018268" y="100119"/>
                  </a:lnTo>
                  <a:close/>
                  <a:moveTo>
                    <a:pt x="931531" y="121186"/>
                  </a:moveTo>
                  <a:lnTo>
                    <a:pt x="965478" y="123533"/>
                  </a:lnTo>
                  <a:lnTo>
                    <a:pt x="940419" y="120985"/>
                  </a:lnTo>
                  <a:close/>
                  <a:moveTo>
                    <a:pt x="988075" y="109773"/>
                  </a:moveTo>
                  <a:lnTo>
                    <a:pt x="1031114" y="56682"/>
                  </a:lnTo>
                  <a:lnTo>
                    <a:pt x="1031131" y="55835"/>
                  </a:lnTo>
                  <a:close/>
                  <a:moveTo>
                    <a:pt x="1031131" y="55835"/>
                  </a:moveTo>
                  <a:lnTo>
                    <a:pt x="1027099" y="36928"/>
                  </a:lnTo>
                  <a:lnTo>
                    <a:pt x="1044518" y="5849"/>
                  </a:lnTo>
                  <a:close/>
                  <a:moveTo>
                    <a:pt x="1027099" y="36928"/>
                  </a:moveTo>
                  <a:lnTo>
                    <a:pt x="1039414" y="55835"/>
                  </a:lnTo>
                  <a:lnTo>
                    <a:pt x="1044518" y="5849"/>
                  </a:lnTo>
                  <a:close/>
                  <a:moveTo>
                    <a:pt x="1045794" y="0"/>
                  </a:moveTo>
                  <a:lnTo>
                    <a:pt x="1044518" y="5849"/>
                  </a:lnTo>
                  <a:lnTo>
                    <a:pt x="1061856" y="1897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73" name="Input_density__172">
              <a:extLst>
                <a:ext uri="{FF2B5EF4-FFF2-40B4-BE49-F238E27FC236}">
                  <a16:creationId xmlns:a16="http://schemas.microsoft.com/office/drawing/2014/main" id="{40FC92CD-0D33-16D6-6E04-F833BC140C3D}"/>
                </a:ext>
              </a:extLst>
            </p:cNvPr>
            <p:cNvSpPr>
              <a:spLocks noGrp="1"/>
            </p:cNvSpPr>
            <p:nvPr/>
          </p:nvSpPr>
          <p:spPr>
            <a:xfrm>
              <a:off x="624395" y="1892437"/>
              <a:ext cx="996741" cy="494045"/>
            </a:xfrm>
            <a:custGeom>
              <a:avLst/>
              <a:gdLst/>
              <a:ahLst/>
              <a:cxnLst/>
              <a:rect l="0" t="0" r="0" b="0"/>
              <a:pathLst>
                <a:path w="996741" h="494045">
                  <a:moveTo>
                    <a:pt x="196073" y="478280"/>
                  </a:moveTo>
                  <a:lnTo>
                    <a:pt x="149822" y="486812"/>
                  </a:lnTo>
                  <a:lnTo>
                    <a:pt x="204308" y="469739"/>
                  </a:lnTo>
                  <a:close/>
                  <a:moveTo>
                    <a:pt x="0" y="300380"/>
                  </a:moveTo>
                  <a:lnTo>
                    <a:pt x="28318" y="281681"/>
                  </a:lnTo>
                  <a:lnTo>
                    <a:pt x="52820" y="277079"/>
                  </a:lnTo>
                  <a:close/>
                  <a:moveTo>
                    <a:pt x="22316" y="287610"/>
                  </a:moveTo>
                  <a:lnTo>
                    <a:pt x="0" y="300380"/>
                  </a:lnTo>
                  <a:lnTo>
                    <a:pt x="52820" y="277079"/>
                  </a:lnTo>
                  <a:close/>
                  <a:moveTo>
                    <a:pt x="176208" y="489254"/>
                  </a:moveTo>
                  <a:lnTo>
                    <a:pt x="120562" y="494045"/>
                  </a:lnTo>
                  <a:lnTo>
                    <a:pt x="156507" y="491911"/>
                  </a:lnTo>
                  <a:close/>
                  <a:moveTo>
                    <a:pt x="196073" y="478280"/>
                  </a:moveTo>
                  <a:lnTo>
                    <a:pt x="176208" y="489254"/>
                  </a:lnTo>
                  <a:lnTo>
                    <a:pt x="156507" y="491911"/>
                  </a:lnTo>
                  <a:close/>
                  <a:moveTo>
                    <a:pt x="41177" y="137342"/>
                  </a:moveTo>
                  <a:lnTo>
                    <a:pt x="24773" y="159767"/>
                  </a:lnTo>
                  <a:lnTo>
                    <a:pt x="10873" y="148615"/>
                  </a:lnTo>
                  <a:close/>
                  <a:moveTo>
                    <a:pt x="327878" y="353220"/>
                  </a:moveTo>
                  <a:lnTo>
                    <a:pt x="300898" y="370404"/>
                  </a:lnTo>
                  <a:lnTo>
                    <a:pt x="348429" y="346231"/>
                  </a:lnTo>
                  <a:close/>
                  <a:moveTo>
                    <a:pt x="327878" y="353220"/>
                  </a:moveTo>
                  <a:lnTo>
                    <a:pt x="348429" y="346231"/>
                  </a:lnTo>
                  <a:lnTo>
                    <a:pt x="321415" y="349613"/>
                  </a:lnTo>
                  <a:close/>
                  <a:moveTo>
                    <a:pt x="544576" y="483057"/>
                  </a:moveTo>
                  <a:lnTo>
                    <a:pt x="575461" y="465874"/>
                  </a:lnTo>
                  <a:lnTo>
                    <a:pt x="568457" y="478159"/>
                  </a:lnTo>
                  <a:close/>
                  <a:moveTo>
                    <a:pt x="575461" y="465874"/>
                  </a:moveTo>
                  <a:lnTo>
                    <a:pt x="544576" y="483057"/>
                  </a:lnTo>
                  <a:lnTo>
                    <a:pt x="592945" y="445139"/>
                  </a:lnTo>
                  <a:close/>
                  <a:moveTo>
                    <a:pt x="612059" y="420393"/>
                  </a:moveTo>
                  <a:lnTo>
                    <a:pt x="575461" y="465874"/>
                  </a:lnTo>
                  <a:lnTo>
                    <a:pt x="592945" y="445139"/>
                  </a:lnTo>
                  <a:close/>
                  <a:moveTo>
                    <a:pt x="612059" y="420393"/>
                  </a:moveTo>
                  <a:lnTo>
                    <a:pt x="592945" y="445139"/>
                  </a:lnTo>
                  <a:lnTo>
                    <a:pt x="646395" y="424193"/>
                  </a:lnTo>
                  <a:close/>
                  <a:moveTo>
                    <a:pt x="386485" y="154650"/>
                  </a:moveTo>
                  <a:lnTo>
                    <a:pt x="403101" y="158393"/>
                  </a:lnTo>
                  <a:lnTo>
                    <a:pt x="407051" y="152211"/>
                  </a:lnTo>
                  <a:close/>
                  <a:moveTo>
                    <a:pt x="612059" y="420393"/>
                  </a:moveTo>
                  <a:lnTo>
                    <a:pt x="646395" y="424193"/>
                  </a:lnTo>
                  <a:lnTo>
                    <a:pt x="665863" y="400774"/>
                  </a:lnTo>
                  <a:close/>
                  <a:moveTo>
                    <a:pt x="659829" y="411935"/>
                  </a:moveTo>
                  <a:lnTo>
                    <a:pt x="665863" y="400774"/>
                  </a:lnTo>
                  <a:lnTo>
                    <a:pt x="646395" y="424193"/>
                  </a:lnTo>
                  <a:close/>
                  <a:moveTo>
                    <a:pt x="659829" y="411935"/>
                  </a:moveTo>
                  <a:lnTo>
                    <a:pt x="670733" y="394752"/>
                  </a:lnTo>
                  <a:lnTo>
                    <a:pt x="665863" y="400774"/>
                  </a:lnTo>
                  <a:close/>
                  <a:moveTo>
                    <a:pt x="659829" y="411935"/>
                  </a:moveTo>
                  <a:lnTo>
                    <a:pt x="671139" y="357997"/>
                  </a:lnTo>
                  <a:lnTo>
                    <a:pt x="670733" y="394752"/>
                  </a:lnTo>
                  <a:close/>
                  <a:moveTo>
                    <a:pt x="411753" y="151359"/>
                  </a:moveTo>
                  <a:lnTo>
                    <a:pt x="386485" y="154650"/>
                  </a:lnTo>
                  <a:lnTo>
                    <a:pt x="407051" y="152211"/>
                  </a:lnTo>
                  <a:close/>
                  <a:moveTo>
                    <a:pt x="671139" y="357997"/>
                  </a:moveTo>
                  <a:lnTo>
                    <a:pt x="679879" y="340813"/>
                  </a:lnTo>
                  <a:lnTo>
                    <a:pt x="670733" y="394752"/>
                  </a:lnTo>
                  <a:close/>
                  <a:moveTo>
                    <a:pt x="682761" y="339375"/>
                  </a:moveTo>
                  <a:lnTo>
                    <a:pt x="686206" y="314498"/>
                  </a:lnTo>
                  <a:lnTo>
                    <a:pt x="671139" y="357997"/>
                  </a:lnTo>
                  <a:close/>
                  <a:moveTo>
                    <a:pt x="676766" y="267304"/>
                  </a:moveTo>
                  <a:lnTo>
                    <a:pt x="683070" y="272301"/>
                  </a:lnTo>
                  <a:lnTo>
                    <a:pt x="687939" y="262528"/>
                  </a:lnTo>
                  <a:close/>
                  <a:moveTo>
                    <a:pt x="676766" y="267304"/>
                  </a:moveTo>
                  <a:lnTo>
                    <a:pt x="687939" y="262528"/>
                  </a:lnTo>
                  <a:lnTo>
                    <a:pt x="709264" y="246050"/>
                  </a:lnTo>
                  <a:close/>
                  <a:moveTo>
                    <a:pt x="709264" y="246050"/>
                  </a:moveTo>
                  <a:lnTo>
                    <a:pt x="714299" y="229253"/>
                  </a:lnTo>
                  <a:lnTo>
                    <a:pt x="706506" y="213365"/>
                  </a:lnTo>
                  <a:close/>
                  <a:moveTo>
                    <a:pt x="841554" y="78306"/>
                  </a:moveTo>
                  <a:lnTo>
                    <a:pt x="897141" y="65351"/>
                  </a:lnTo>
                  <a:lnTo>
                    <a:pt x="864585" y="68207"/>
                  </a:lnTo>
                  <a:close/>
                  <a:moveTo>
                    <a:pt x="864585" y="68207"/>
                  </a:moveTo>
                  <a:lnTo>
                    <a:pt x="897141" y="65351"/>
                  </a:lnTo>
                  <a:lnTo>
                    <a:pt x="867268" y="69573"/>
                  </a:lnTo>
                  <a:close/>
                  <a:moveTo>
                    <a:pt x="897141" y="65351"/>
                  </a:moveTo>
                  <a:lnTo>
                    <a:pt x="906029" y="65150"/>
                  </a:lnTo>
                  <a:lnTo>
                    <a:pt x="867268" y="69573"/>
                  </a:lnTo>
                  <a:close/>
                  <a:moveTo>
                    <a:pt x="931087" y="67698"/>
                  </a:moveTo>
                  <a:lnTo>
                    <a:pt x="952602" y="54375"/>
                  </a:lnTo>
                  <a:lnTo>
                    <a:pt x="906029" y="65150"/>
                  </a:lnTo>
                  <a:close/>
                  <a:moveTo>
                    <a:pt x="953685" y="53938"/>
                  </a:moveTo>
                  <a:lnTo>
                    <a:pt x="996741" y="0"/>
                  </a:lnTo>
                  <a:lnTo>
                    <a:pt x="983524" y="3675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74" name="Input_density__173">
              <a:extLst>
                <a:ext uri="{FF2B5EF4-FFF2-40B4-BE49-F238E27FC236}">
                  <a16:creationId xmlns:a16="http://schemas.microsoft.com/office/drawing/2014/main" id="{CFBDB569-23CB-5670-7E3C-1747D5A2D804}"/>
                </a:ext>
              </a:extLst>
            </p:cNvPr>
            <p:cNvSpPr>
              <a:spLocks noGrp="1"/>
            </p:cNvSpPr>
            <p:nvPr/>
          </p:nvSpPr>
          <p:spPr>
            <a:xfrm>
              <a:off x="534294" y="1624467"/>
              <a:ext cx="1104336" cy="755843"/>
            </a:xfrm>
            <a:custGeom>
              <a:avLst/>
              <a:gdLst/>
              <a:ahLst/>
              <a:cxnLst/>
              <a:rect l="0" t="0" r="0" b="0"/>
              <a:pathLst>
                <a:path w="1104336" h="755843">
                  <a:moveTo>
                    <a:pt x="109367" y="700696"/>
                  </a:moveTo>
                  <a:lnTo>
                    <a:pt x="134410" y="726679"/>
                  </a:lnTo>
                  <a:lnTo>
                    <a:pt x="131440" y="722913"/>
                  </a:lnTo>
                  <a:close/>
                  <a:moveTo>
                    <a:pt x="90523" y="653169"/>
                  </a:moveTo>
                  <a:lnTo>
                    <a:pt x="85217" y="670352"/>
                  </a:lnTo>
                  <a:lnTo>
                    <a:pt x="107258" y="689924"/>
                  </a:lnTo>
                  <a:close/>
                  <a:moveTo>
                    <a:pt x="107258" y="689924"/>
                  </a:moveTo>
                  <a:lnTo>
                    <a:pt x="109367" y="700696"/>
                  </a:lnTo>
                  <a:lnTo>
                    <a:pt x="131440" y="722913"/>
                  </a:lnTo>
                  <a:close/>
                  <a:moveTo>
                    <a:pt x="174428" y="709496"/>
                  </a:moveTo>
                  <a:lnTo>
                    <a:pt x="173568" y="755843"/>
                  </a:lnTo>
                  <a:lnTo>
                    <a:pt x="193316" y="733471"/>
                  </a:lnTo>
                  <a:close/>
                  <a:moveTo>
                    <a:pt x="174428" y="709496"/>
                  </a:moveTo>
                  <a:lnTo>
                    <a:pt x="134410" y="726679"/>
                  </a:lnTo>
                  <a:lnTo>
                    <a:pt x="173568" y="755843"/>
                  </a:lnTo>
                  <a:close/>
                  <a:moveTo>
                    <a:pt x="152298" y="672741"/>
                  </a:moveTo>
                  <a:lnTo>
                    <a:pt x="131440" y="722913"/>
                  </a:lnTo>
                  <a:lnTo>
                    <a:pt x="134410" y="726679"/>
                  </a:lnTo>
                  <a:close/>
                  <a:moveTo>
                    <a:pt x="107258" y="689924"/>
                  </a:moveTo>
                  <a:lnTo>
                    <a:pt x="131440" y="722913"/>
                  </a:lnTo>
                  <a:lnTo>
                    <a:pt x="139349" y="676321"/>
                  </a:lnTo>
                  <a:close/>
                  <a:moveTo>
                    <a:pt x="127882" y="613402"/>
                  </a:moveTo>
                  <a:lnTo>
                    <a:pt x="90523" y="653169"/>
                  </a:lnTo>
                  <a:lnTo>
                    <a:pt x="105297" y="635986"/>
                  </a:lnTo>
                  <a:close/>
                  <a:moveTo>
                    <a:pt x="164783" y="626791"/>
                  </a:moveTo>
                  <a:lnTo>
                    <a:pt x="104935" y="623812"/>
                  </a:lnTo>
                  <a:lnTo>
                    <a:pt x="127882" y="613402"/>
                  </a:lnTo>
                  <a:close/>
                  <a:moveTo>
                    <a:pt x="0" y="506149"/>
                  </a:moveTo>
                  <a:lnTo>
                    <a:pt x="14927" y="536442"/>
                  </a:lnTo>
                  <a:lnTo>
                    <a:pt x="17667" y="525721"/>
                  </a:lnTo>
                  <a:close/>
                  <a:moveTo>
                    <a:pt x="2642" y="488966"/>
                  </a:moveTo>
                  <a:lnTo>
                    <a:pt x="0" y="506149"/>
                  </a:lnTo>
                  <a:lnTo>
                    <a:pt x="17667" y="525721"/>
                  </a:lnTo>
                  <a:close/>
                  <a:moveTo>
                    <a:pt x="2642" y="488966"/>
                  </a:moveTo>
                  <a:lnTo>
                    <a:pt x="5107" y="452211"/>
                  </a:lnTo>
                  <a:lnTo>
                    <a:pt x="0" y="506149"/>
                  </a:lnTo>
                  <a:close/>
                  <a:moveTo>
                    <a:pt x="361527" y="711884"/>
                  </a:moveTo>
                  <a:lnTo>
                    <a:pt x="334321" y="729067"/>
                  </a:lnTo>
                  <a:lnTo>
                    <a:pt x="356014" y="747258"/>
                  </a:lnTo>
                  <a:close/>
                  <a:moveTo>
                    <a:pt x="379627" y="657946"/>
                  </a:moveTo>
                  <a:lnTo>
                    <a:pt x="361527" y="711884"/>
                  </a:lnTo>
                  <a:lnTo>
                    <a:pt x="383938" y="659245"/>
                  </a:lnTo>
                  <a:close/>
                  <a:moveTo>
                    <a:pt x="383938" y="659245"/>
                  </a:moveTo>
                  <a:lnTo>
                    <a:pt x="361527" y="711884"/>
                  </a:lnTo>
                  <a:lnTo>
                    <a:pt x="379270" y="706205"/>
                  </a:lnTo>
                  <a:close/>
                  <a:moveTo>
                    <a:pt x="379627" y="657946"/>
                  </a:moveTo>
                  <a:lnTo>
                    <a:pt x="383938" y="659245"/>
                  </a:lnTo>
                  <a:lnTo>
                    <a:pt x="384212" y="657441"/>
                  </a:lnTo>
                  <a:close/>
                  <a:moveTo>
                    <a:pt x="422732" y="653213"/>
                  </a:moveTo>
                  <a:lnTo>
                    <a:pt x="383938" y="659245"/>
                  </a:lnTo>
                  <a:lnTo>
                    <a:pt x="420400" y="670994"/>
                  </a:lnTo>
                  <a:close/>
                  <a:moveTo>
                    <a:pt x="422732" y="653213"/>
                  </a:moveTo>
                  <a:lnTo>
                    <a:pt x="384212" y="657441"/>
                  </a:lnTo>
                  <a:lnTo>
                    <a:pt x="383938" y="659245"/>
                  </a:lnTo>
                  <a:close/>
                  <a:moveTo>
                    <a:pt x="406385" y="532261"/>
                  </a:moveTo>
                  <a:lnTo>
                    <a:pt x="369974" y="534775"/>
                  </a:lnTo>
                  <a:lnTo>
                    <a:pt x="412091" y="543720"/>
                  </a:lnTo>
                  <a:close/>
                  <a:moveTo>
                    <a:pt x="261379" y="389895"/>
                  </a:moveTo>
                  <a:lnTo>
                    <a:pt x="246069" y="437416"/>
                  </a:lnTo>
                  <a:lnTo>
                    <a:pt x="233950" y="429853"/>
                  </a:lnTo>
                  <a:close/>
                  <a:moveTo>
                    <a:pt x="394943" y="559222"/>
                  </a:moveTo>
                  <a:lnTo>
                    <a:pt x="423173" y="563359"/>
                  </a:lnTo>
                  <a:lnTo>
                    <a:pt x="412091" y="543720"/>
                  </a:lnTo>
                  <a:close/>
                  <a:moveTo>
                    <a:pt x="665912" y="680447"/>
                  </a:moveTo>
                  <a:lnTo>
                    <a:pt x="702159" y="688363"/>
                  </a:lnTo>
                  <a:lnTo>
                    <a:pt x="671639" y="679905"/>
                  </a:lnTo>
                  <a:close/>
                  <a:moveTo>
                    <a:pt x="665912" y="680447"/>
                  </a:moveTo>
                  <a:lnTo>
                    <a:pt x="657869" y="679905"/>
                  </a:lnTo>
                  <a:lnTo>
                    <a:pt x="657905" y="716660"/>
                  </a:lnTo>
                  <a:close/>
                  <a:moveTo>
                    <a:pt x="340913" y="334335"/>
                  </a:moveTo>
                  <a:lnTo>
                    <a:pt x="315328" y="312356"/>
                  </a:lnTo>
                  <a:lnTo>
                    <a:pt x="324314" y="365819"/>
                  </a:lnTo>
                  <a:close/>
                  <a:moveTo>
                    <a:pt x="324314" y="365819"/>
                  </a:moveTo>
                  <a:lnTo>
                    <a:pt x="315328" y="312356"/>
                  </a:lnTo>
                  <a:lnTo>
                    <a:pt x="287950" y="323546"/>
                  </a:lnTo>
                  <a:close/>
                  <a:moveTo>
                    <a:pt x="340913" y="334335"/>
                  </a:moveTo>
                  <a:lnTo>
                    <a:pt x="341445" y="366294"/>
                  </a:lnTo>
                  <a:lnTo>
                    <a:pt x="356947" y="365914"/>
                  </a:lnTo>
                  <a:close/>
                  <a:moveTo>
                    <a:pt x="340913" y="334335"/>
                  </a:moveTo>
                  <a:lnTo>
                    <a:pt x="356947" y="365914"/>
                  </a:lnTo>
                  <a:lnTo>
                    <a:pt x="376947" y="344484"/>
                  </a:lnTo>
                  <a:close/>
                  <a:moveTo>
                    <a:pt x="357510" y="366294"/>
                  </a:moveTo>
                  <a:lnTo>
                    <a:pt x="399480" y="400363"/>
                  </a:lnTo>
                  <a:lnTo>
                    <a:pt x="412452" y="385866"/>
                  </a:lnTo>
                  <a:close/>
                  <a:moveTo>
                    <a:pt x="390103" y="349111"/>
                  </a:moveTo>
                  <a:lnTo>
                    <a:pt x="357510" y="366294"/>
                  </a:lnTo>
                  <a:lnTo>
                    <a:pt x="412452" y="385866"/>
                  </a:lnTo>
                  <a:close/>
                  <a:moveTo>
                    <a:pt x="693907" y="640028"/>
                  </a:moveTo>
                  <a:lnTo>
                    <a:pt x="671639" y="679905"/>
                  </a:lnTo>
                  <a:lnTo>
                    <a:pt x="679058" y="669759"/>
                  </a:lnTo>
                  <a:close/>
                  <a:moveTo>
                    <a:pt x="412452" y="385866"/>
                  </a:moveTo>
                  <a:lnTo>
                    <a:pt x="427817" y="410099"/>
                  </a:lnTo>
                  <a:lnTo>
                    <a:pt x="441601" y="405437"/>
                  </a:lnTo>
                  <a:close/>
                  <a:moveTo>
                    <a:pt x="376947" y="344484"/>
                  </a:moveTo>
                  <a:lnTo>
                    <a:pt x="390103" y="349111"/>
                  </a:lnTo>
                  <a:lnTo>
                    <a:pt x="389565" y="295451"/>
                  </a:lnTo>
                  <a:close/>
                  <a:moveTo>
                    <a:pt x="389565" y="295451"/>
                  </a:moveTo>
                  <a:lnTo>
                    <a:pt x="390103" y="349111"/>
                  </a:lnTo>
                  <a:lnTo>
                    <a:pt x="417892" y="299171"/>
                  </a:lnTo>
                  <a:close/>
                  <a:moveTo>
                    <a:pt x="417892" y="299171"/>
                  </a:moveTo>
                  <a:lnTo>
                    <a:pt x="390103" y="349111"/>
                  </a:lnTo>
                  <a:lnTo>
                    <a:pt x="428295" y="335460"/>
                  </a:lnTo>
                  <a:close/>
                  <a:moveTo>
                    <a:pt x="417892" y="299171"/>
                  </a:moveTo>
                  <a:lnTo>
                    <a:pt x="389903" y="295172"/>
                  </a:lnTo>
                  <a:lnTo>
                    <a:pt x="389565" y="295451"/>
                  </a:lnTo>
                  <a:close/>
                  <a:moveTo>
                    <a:pt x="428295" y="335460"/>
                  </a:moveTo>
                  <a:lnTo>
                    <a:pt x="461212" y="314174"/>
                  </a:lnTo>
                  <a:lnTo>
                    <a:pt x="437684" y="310168"/>
                  </a:lnTo>
                  <a:close/>
                  <a:moveTo>
                    <a:pt x="428295" y="335460"/>
                  </a:moveTo>
                  <a:lnTo>
                    <a:pt x="437684" y="310168"/>
                  </a:lnTo>
                  <a:lnTo>
                    <a:pt x="417892" y="299171"/>
                  </a:lnTo>
                  <a:close/>
                  <a:moveTo>
                    <a:pt x="376947" y="344484"/>
                  </a:moveTo>
                  <a:lnTo>
                    <a:pt x="389565" y="295451"/>
                  </a:lnTo>
                  <a:lnTo>
                    <a:pt x="340913" y="334335"/>
                  </a:lnTo>
                  <a:close/>
                  <a:moveTo>
                    <a:pt x="373073" y="263772"/>
                  </a:moveTo>
                  <a:lnTo>
                    <a:pt x="389903" y="295172"/>
                  </a:lnTo>
                  <a:lnTo>
                    <a:pt x="417892" y="299171"/>
                  </a:lnTo>
                  <a:close/>
                  <a:moveTo>
                    <a:pt x="373073" y="263772"/>
                  </a:moveTo>
                  <a:lnTo>
                    <a:pt x="417892" y="299171"/>
                  </a:lnTo>
                  <a:lnTo>
                    <a:pt x="398687" y="270037"/>
                  </a:lnTo>
                  <a:close/>
                  <a:moveTo>
                    <a:pt x="761042" y="567790"/>
                  </a:moveTo>
                  <a:lnTo>
                    <a:pt x="746703" y="518090"/>
                  </a:lnTo>
                  <a:lnTo>
                    <a:pt x="731388" y="520062"/>
                  </a:lnTo>
                  <a:close/>
                  <a:moveTo>
                    <a:pt x="777590" y="464842"/>
                  </a:moveTo>
                  <a:lnTo>
                    <a:pt x="778802" y="465507"/>
                  </a:lnTo>
                  <a:lnTo>
                    <a:pt x="818491" y="500907"/>
                  </a:lnTo>
                  <a:close/>
                  <a:moveTo>
                    <a:pt x="694375" y="478319"/>
                  </a:moveTo>
                  <a:lnTo>
                    <a:pt x="727385" y="478570"/>
                  </a:lnTo>
                  <a:lnTo>
                    <a:pt x="728927" y="432570"/>
                  </a:lnTo>
                  <a:close/>
                  <a:moveTo>
                    <a:pt x="727385" y="478570"/>
                  </a:moveTo>
                  <a:lnTo>
                    <a:pt x="765619" y="429828"/>
                  </a:lnTo>
                  <a:lnTo>
                    <a:pt x="728927" y="432570"/>
                  </a:lnTo>
                  <a:close/>
                  <a:moveTo>
                    <a:pt x="1078218" y="160094"/>
                  </a:moveTo>
                  <a:lnTo>
                    <a:pt x="1077463" y="161238"/>
                  </a:lnTo>
                  <a:lnTo>
                    <a:pt x="1104336" y="165086"/>
                  </a:lnTo>
                  <a:close/>
                  <a:moveTo>
                    <a:pt x="1075799" y="155018"/>
                  </a:moveTo>
                  <a:lnTo>
                    <a:pt x="1078218" y="160094"/>
                  </a:lnTo>
                  <a:lnTo>
                    <a:pt x="1065689" y="124670"/>
                  </a:lnTo>
                  <a:close/>
                  <a:moveTo>
                    <a:pt x="1065689" y="124670"/>
                  </a:moveTo>
                  <a:lnTo>
                    <a:pt x="1078218" y="160094"/>
                  </a:lnTo>
                  <a:lnTo>
                    <a:pt x="1104336" y="165086"/>
                  </a:lnTo>
                  <a:close/>
                  <a:moveTo>
                    <a:pt x="1065689" y="124670"/>
                  </a:moveTo>
                  <a:lnTo>
                    <a:pt x="1104336" y="165086"/>
                  </a:lnTo>
                  <a:lnTo>
                    <a:pt x="1095481" y="127538"/>
                  </a:lnTo>
                  <a:close/>
                  <a:moveTo>
                    <a:pt x="1057693" y="123339"/>
                  </a:moveTo>
                  <a:lnTo>
                    <a:pt x="1065689" y="124670"/>
                  </a:lnTo>
                  <a:lnTo>
                    <a:pt x="1065194" y="115367"/>
                  </a:lnTo>
                  <a:close/>
                  <a:moveTo>
                    <a:pt x="1075799" y="155018"/>
                  </a:moveTo>
                  <a:lnTo>
                    <a:pt x="1065689" y="124670"/>
                  </a:lnTo>
                  <a:lnTo>
                    <a:pt x="1057693" y="123339"/>
                  </a:lnTo>
                  <a:close/>
                  <a:moveTo>
                    <a:pt x="1034354" y="78310"/>
                  </a:moveTo>
                  <a:lnTo>
                    <a:pt x="1062733" y="37579"/>
                  </a:lnTo>
                  <a:lnTo>
                    <a:pt x="1032842" y="34792"/>
                  </a:lnTo>
                  <a:close/>
                  <a:moveTo>
                    <a:pt x="1032842" y="34792"/>
                  </a:moveTo>
                  <a:lnTo>
                    <a:pt x="1062733" y="37579"/>
                  </a:lnTo>
                  <a:lnTo>
                    <a:pt x="1053916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75" name="Input_density__174">
              <a:extLst>
                <a:ext uri="{FF2B5EF4-FFF2-40B4-BE49-F238E27FC236}">
                  <a16:creationId xmlns:a16="http://schemas.microsoft.com/office/drawing/2014/main" id="{D229D4F9-F6CA-5EC1-3017-81484CACCD72}"/>
                </a:ext>
              </a:extLst>
            </p:cNvPr>
            <p:cNvSpPr>
              <a:spLocks noGrp="1"/>
            </p:cNvSpPr>
            <p:nvPr/>
          </p:nvSpPr>
          <p:spPr>
            <a:xfrm>
              <a:off x="552044" y="1817418"/>
              <a:ext cx="1083755" cy="577648"/>
            </a:xfrm>
            <a:custGeom>
              <a:avLst/>
              <a:gdLst/>
              <a:ahLst/>
              <a:cxnLst/>
              <a:rect l="0" t="0" r="0" b="0"/>
              <a:pathLst>
                <a:path w="1083755" h="577648">
                  <a:moveTo>
                    <a:pt x="91618" y="507746"/>
                  </a:moveTo>
                  <a:lnTo>
                    <a:pt x="131258" y="547354"/>
                  </a:lnTo>
                  <a:lnTo>
                    <a:pt x="116660" y="533729"/>
                  </a:lnTo>
                  <a:close/>
                  <a:moveTo>
                    <a:pt x="116660" y="533729"/>
                  </a:moveTo>
                  <a:lnTo>
                    <a:pt x="131258" y="547354"/>
                  </a:lnTo>
                  <a:lnTo>
                    <a:pt x="155818" y="562892"/>
                  </a:lnTo>
                  <a:close/>
                  <a:moveTo>
                    <a:pt x="190928" y="569588"/>
                  </a:moveTo>
                  <a:lnTo>
                    <a:pt x="191364" y="553300"/>
                  </a:lnTo>
                  <a:lnTo>
                    <a:pt x="175566" y="540520"/>
                  </a:lnTo>
                  <a:close/>
                  <a:moveTo>
                    <a:pt x="190928" y="569588"/>
                  </a:moveTo>
                  <a:lnTo>
                    <a:pt x="175566" y="540520"/>
                  </a:lnTo>
                  <a:lnTo>
                    <a:pt x="155818" y="562892"/>
                  </a:lnTo>
                  <a:close/>
                  <a:moveTo>
                    <a:pt x="37960" y="371395"/>
                  </a:moveTo>
                  <a:lnTo>
                    <a:pt x="0" y="349064"/>
                  </a:lnTo>
                  <a:lnTo>
                    <a:pt x="1773" y="349954"/>
                  </a:lnTo>
                  <a:close/>
                  <a:moveTo>
                    <a:pt x="28992" y="366233"/>
                  </a:moveTo>
                  <a:lnTo>
                    <a:pt x="0" y="349064"/>
                  </a:lnTo>
                  <a:lnTo>
                    <a:pt x="37960" y="371395"/>
                  </a:lnTo>
                  <a:close/>
                  <a:moveTo>
                    <a:pt x="191364" y="553300"/>
                  </a:moveTo>
                  <a:lnTo>
                    <a:pt x="192913" y="569064"/>
                  </a:lnTo>
                  <a:lnTo>
                    <a:pt x="214687" y="562208"/>
                  </a:lnTo>
                  <a:close/>
                  <a:moveTo>
                    <a:pt x="256788" y="544223"/>
                  </a:moveTo>
                  <a:lnTo>
                    <a:pt x="231885" y="537382"/>
                  </a:lnTo>
                  <a:lnTo>
                    <a:pt x="214687" y="562208"/>
                  </a:lnTo>
                  <a:close/>
                  <a:moveTo>
                    <a:pt x="256788" y="544223"/>
                  </a:moveTo>
                  <a:lnTo>
                    <a:pt x="264019" y="525870"/>
                  </a:lnTo>
                  <a:lnTo>
                    <a:pt x="233284" y="535533"/>
                  </a:lnTo>
                  <a:close/>
                  <a:moveTo>
                    <a:pt x="264019" y="525870"/>
                  </a:moveTo>
                  <a:lnTo>
                    <a:pt x="295234" y="517999"/>
                  </a:lnTo>
                  <a:lnTo>
                    <a:pt x="318113" y="507333"/>
                  </a:lnTo>
                  <a:close/>
                  <a:moveTo>
                    <a:pt x="411908" y="518933"/>
                  </a:moveTo>
                  <a:lnTo>
                    <a:pt x="402650" y="478043"/>
                  </a:lnTo>
                  <a:lnTo>
                    <a:pt x="401226" y="508063"/>
                  </a:lnTo>
                  <a:close/>
                  <a:moveTo>
                    <a:pt x="366462" y="464490"/>
                  </a:moveTo>
                  <a:lnTo>
                    <a:pt x="393766" y="424633"/>
                  </a:lnTo>
                  <a:lnTo>
                    <a:pt x="372042" y="415207"/>
                  </a:lnTo>
                  <a:close/>
                  <a:moveTo>
                    <a:pt x="393766" y="424633"/>
                  </a:moveTo>
                  <a:lnTo>
                    <a:pt x="404982" y="460262"/>
                  </a:lnTo>
                  <a:lnTo>
                    <a:pt x="420089" y="464995"/>
                  </a:lnTo>
                  <a:close/>
                  <a:moveTo>
                    <a:pt x="393766" y="424633"/>
                  </a:moveTo>
                  <a:lnTo>
                    <a:pt x="403275" y="384172"/>
                  </a:lnTo>
                  <a:lnTo>
                    <a:pt x="374299" y="400410"/>
                  </a:lnTo>
                  <a:close/>
                  <a:moveTo>
                    <a:pt x="354628" y="337547"/>
                  </a:moveTo>
                  <a:lnTo>
                    <a:pt x="352224" y="341824"/>
                  </a:lnTo>
                  <a:lnTo>
                    <a:pt x="356150" y="332557"/>
                  </a:lnTo>
                  <a:close/>
                  <a:moveTo>
                    <a:pt x="358589" y="341673"/>
                  </a:moveTo>
                  <a:lnTo>
                    <a:pt x="352224" y="341824"/>
                  </a:lnTo>
                  <a:lnTo>
                    <a:pt x="354628" y="337547"/>
                  </a:lnTo>
                  <a:close/>
                  <a:moveTo>
                    <a:pt x="559973" y="549764"/>
                  </a:moveTo>
                  <a:lnTo>
                    <a:pt x="606500" y="577648"/>
                  </a:lnTo>
                  <a:lnTo>
                    <a:pt x="576999" y="563758"/>
                  </a:lnTo>
                  <a:close/>
                  <a:moveTo>
                    <a:pt x="356150" y="332557"/>
                  </a:moveTo>
                  <a:lnTo>
                    <a:pt x="356902" y="293274"/>
                  </a:lnTo>
                  <a:lnTo>
                    <a:pt x="354628" y="337547"/>
                  </a:lnTo>
                  <a:close/>
                  <a:moveTo>
                    <a:pt x="344356" y="210099"/>
                  </a:moveTo>
                  <a:lnTo>
                    <a:pt x="323911" y="240386"/>
                  </a:lnTo>
                  <a:lnTo>
                    <a:pt x="344760" y="213651"/>
                  </a:lnTo>
                  <a:close/>
                  <a:moveTo>
                    <a:pt x="344760" y="213651"/>
                  </a:moveTo>
                  <a:lnTo>
                    <a:pt x="323911" y="240386"/>
                  </a:lnTo>
                  <a:lnTo>
                    <a:pt x="322440" y="249456"/>
                  </a:lnTo>
                  <a:close/>
                  <a:moveTo>
                    <a:pt x="645676" y="534265"/>
                  </a:moveTo>
                  <a:lnTo>
                    <a:pt x="647812" y="540893"/>
                  </a:lnTo>
                  <a:lnTo>
                    <a:pt x="648162" y="487496"/>
                  </a:lnTo>
                  <a:close/>
                  <a:moveTo>
                    <a:pt x="645676" y="534265"/>
                  </a:moveTo>
                  <a:lnTo>
                    <a:pt x="648162" y="487496"/>
                  </a:lnTo>
                  <a:lnTo>
                    <a:pt x="640155" y="523710"/>
                  </a:lnTo>
                  <a:close/>
                  <a:moveTo>
                    <a:pt x="324900" y="202708"/>
                  </a:moveTo>
                  <a:lnTo>
                    <a:pt x="323911" y="240386"/>
                  </a:lnTo>
                  <a:lnTo>
                    <a:pt x="344356" y="210099"/>
                  </a:lnTo>
                  <a:close/>
                  <a:moveTo>
                    <a:pt x="640120" y="486955"/>
                  </a:moveTo>
                  <a:lnTo>
                    <a:pt x="612127" y="474314"/>
                  </a:lnTo>
                  <a:lnTo>
                    <a:pt x="661309" y="476809"/>
                  </a:lnTo>
                  <a:close/>
                  <a:moveTo>
                    <a:pt x="670510" y="471813"/>
                  </a:moveTo>
                  <a:lnTo>
                    <a:pt x="661309" y="476809"/>
                  </a:lnTo>
                  <a:lnTo>
                    <a:pt x="684410" y="495412"/>
                  </a:lnTo>
                  <a:close/>
                  <a:moveTo>
                    <a:pt x="434373" y="229670"/>
                  </a:moveTo>
                  <a:lnTo>
                    <a:pt x="447926" y="234120"/>
                  </a:lnTo>
                  <a:lnTo>
                    <a:pt x="423597" y="221393"/>
                  </a:lnTo>
                  <a:close/>
                  <a:moveTo>
                    <a:pt x="743292" y="374840"/>
                  </a:moveTo>
                  <a:lnTo>
                    <a:pt x="752230" y="415833"/>
                  </a:lnTo>
                  <a:lnTo>
                    <a:pt x="749125" y="379078"/>
                  </a:lnTo>
                  <a:close/>
                  <a:moveTo>
                    <a:pt x="749125" y="379078"/>
                  </a:moveTo>
                  <a:lnTo>
                    <a:pt x="752693" y="337511"/>
                  </a:lnTo>
                  <a:lnTo>
                    <a:pt x="743292" y="374840"/>
                  </a:lnTo>
                  <a:close/>
                  <a:moveTo>
                    <a:pt x="752693" y="337511"/>
                  </a:moveTo>
                  <a:lnTo>
                    <a:pt x="728953" y="325140"/>
                  </a:lnTo>
                  <a:lnTo>
                    <a:pt x="743292" y="374840"/>
                  </a:lnTo>
                  <a:close/>
                  <a:moveTo>
                    <a:pt x="759841" y="271892"/>
                  </a:moveTo>
                  <a:lnTo>
                    <a:pt x="781615" y="321070"/>
                  </a:lnTo>
                  <a:lnTo>
                    <a:pt x="779989" y="282600"/>
                  </a:lnTo>
                  <a:close/>
                  <a:moveTo>
                    <a:pt x="918007" y="4614"/>
                  </a:moveTo>
                  <a:lnTo>
                    <a:pt x="896743" y="21322"/>
                  </a:lnTo>
                  <a:lnTo>
                    <a:pt x="911440" y="1510"/>
                  </a:lnTo>
                  <a:close/>
                  <a:moveTo>
                    <a:pt x="896743" y="21322"/>
                  </a:moveTo>
                  <a:lnTo>
                    <a:pt x="893688" y="18693"/>
                  </a:lnTo>
                  <a:lnTo>
                    <a:pt x="911440" y="1510"/>
                  </a:lnTo>
                  <a:close/>
                  <a:moveTo>
                    <a:pt x="918007" y="4614"/>
                  </a:moveTo>
                  <a:lnTo>
                    <a:pt x="930833" y="24203"/>
                  </a:lnTo>
                  <a:lnTo>
                    <a:pt x="896743" y="21322"/>
                  </a:lnTo>
                  <a:close/>
                  <a:moveTo>
                    <a:pt x="911440" y="1510"/>
                  </a:moveTo>
                  <a:lnTo>
                    <a:pt x="893688" y="18693"/>
                  </a:lnTo>
                  <a:lnTo>
                    <a:pt x="916773" y="0"/>
                  </a:lnTo>
                  <a:close/>
                  <a:moveTo>
                    <a:pt x="1052410" y="107073"/>
                  </a:moveTo>
                  <a:lnTo>
                    <a:pt x="1058571" y="60223"/>
                  </a:lnTo>
                  <a:lnTo>
                    <a:pt x="1032360" y="86801"/>
                  </a:lnTo>
                  <a:close/>
                  <a:moveTo>
                    <a:pt x="1059055" y="56924"/>
                  </a:moveTo>
                  <a:lnTo>
                    <a:pt x="1058571" y="60223"/>
                  </a:lnTo>
                  <a:lnTo>
                    <a:pt x="1060240" y="57836"/>
                  </a:lnTo>
                  <a:close/>
                  <a:moveTo>
                    <a:pt x="1059055" y="56924"/>
                  </a:moveTo>
                  <a:lnTo>
                    <a:pt x="1060240" y="57836"/>
                  </a:lnTo>
                  <a:lnTo>
                    <a:pt x="1083755" y="19185"/>
                  </a:lnTo>
                  <a:close/>
                  <a:moveTo>
                    <a:pt x="1064010" y="8149"/>
                  </a:moveTo>
                  <a:lnTo>
                    <a:pt x="1059055" y="56924"/>
                  </a:lnTo>
                  <a:lnTo>
                    <a:pt x="1083755" y="1918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76" name="Input_density__175">
              <a:extLst>
                <a:ext uri="{FF2B5EF4-FFF2-40B4-BE49-F238E27FC236}">
                  <a16:creationId xmlns:a16="http://schemas.microsoft.com/office/drawing/2014/main" id="{2F53FBCF-70A3-33D2-701F-F7E56B7FBED9}"/>
                </a:ext>
              </a:extLst>
            </p:cNvPr>
            <p:cNvSpPr>
              <a:spLocks noGrp="1"/>
            </p:cNvSpPr>
            <p:nvPr/>
          </p:nvSpPr>
          <p:spPr>
            <a:xfrm>
              <a:off x="549221" y="1662046"/>
              <a:ext cx="1089409" cy="709679"/>
            </a:xfrm>
            <a:custGeom>
              <a:avLst/>
              <a:gdLst/>
              <a:ahLst/>
              <a:cxnLst/>
              <a:rect l="0" t="0" r="0" b="0"/>
              <a:pathLst>
                <a:path w="1089409" h="709679">
                  <a:moveTo>
                    <a:pt x="92331" y="652345"/>
                  </a:moveTo>
                  <a:lnTo>
                    <a:pt x="80055" y="645231"/>
                  </a:lnTo>
                  <a:lnTo>
                    <a:pt x="94440" y="663117"/>
                  </a:lnTo>
                  <a:close/>
                  <a:moveTo>
                    <a:pt x="0" y="498863"/>
                  </a:moveTo>
                  <a:lnTo>
                    <a:pt x="4596" y="505325"/>
                  </a:lnTo>
                  <a:lnTo>
                    <a:pt x="2822" y="504436"/>
                  </a:lnTo>
                  <a:close/>
                  <a:moveTo>
                    <a:pt x="2739" y="488142"/>
                  </a:moveTo>
                  <a:lnTo>
                    <a:pt x="0" y="498863"/>
                  </a:lnTo>
                  <a:lnTo>
                    <a:pt x="2822" y="504436"/>
                  </a:lnTo>
                  <a:close/>
                  <a:moveTo>
                    <a:pt x="2739" y="488142"/>
                  </a:moveTo>
                  <a:lnTo>
                    <a:pt x="2822" y="504436"/>
                  </a:lnTo>
                  <a:lnTo>
                    <a:pt x="31815" y="521605"/>
                  </a:lnTo>
                  <a:close/>
                  <a:moveTo>
                    <a:pt x="346599" y="674305"/>
                  </a:moveTo>
                  <a:lnTo>
                    <a:pt x="341087" y="709679"/>
                  </a:lnTo>
                  <a:lnTo>
                    <a:pt x="359703" y="683074"/>
                  </a:lnTo>
                  <a:close/>
                  <a:moveTo>
                    <a:pt x="319393" y="691488"/>
                  </a:moveTo>
                  <a:lnTo>
                    <a:pt x="346599" y="674305"/>
                  </a:lnTo>
                  <a:lnTo>
                    <a:pt x="298056" y="673370"/>
                  </a:lnTo>
                  <a:close/>
                  <a:moveTo>
                    <a:pt x="346599" y="674305"/>
                  </a:moveTo>
                  <a:lnTo>
                    <a:pt x="320935" y="662704"/>
                  </a:lnTo>
                  <a:lnTo>
                    <a:pt x="298056" y="673370"/>
                  </a:lnTo>
                  <a:close/>
                  <a:moveTo>
                    <a:pt x="359703" y="683074"/>
                  </a:moveTo>
                  <a:lnTo>
                    <a:pt x="341087" y="709679"/>
                  </a:lnTo>
                  <a:lnTo>
                    <a:pt x="395072" y="690736"/>
                  </a:lnTo>
                  <a:close/>
                  <a:moveTo>
                    <a:pt x="123984" y="460110"/>
                  </a:moveTo>
                  <a:lnTo>
                    <a:pt x="102444" y="432875"/>
                  </a:lnTo>
                  <a:lnTo>
                    <a:pt x="101414" y="453775"/>
                  </a:lnTo>
                  <a:close/>
                  <a:moveTo>
                    <a:pt x="346599" y="674305"/>
                  </a:moveTo>
                  <a:lnTo>
                    <a:pt x="359703" y="683074"/>
                  </a:lnTo>
                  <a:lnTo>
                    <a:pt x="364342" y="668626"/>
                  </a:lnTo>
                  <a:close/>
                  <a:moveTo>
                    <a:pt x="320935" y="662704"/>
                  </a:moveTo>
                  <a:lnTo>
                    <a:pt x="346599" y="674305"/>
                  </a:lnTo>
                  <a:lnTo>
                    <a:pt x="364700" y="620367"/>
                  </a:lnTo>
                  <a:close/>
                  <a:moveTo>
                    <a:pt x="404048" y="663434"/>
                  </a:moveTo>
                  <a:lnTo>
                    <a:pt x="359703" y="683074"/>
                  </a:lnTo>
                  <a:lnTo>
                    <a:pt x="395072" y="690736"/>
                  </a:lnTo>
                  <a:close/>
                  <a:moveTo>
                    <a:pt x="404048" y="663434"/>
                  </a:moveTo>
                  <a:lnTo>
                    <a:pt x="364342" y="668626"/>
                  </a:lnTo>
                  <a:lnTo>
                    <a:pt x="359703" y="683074"/>
                  </a:lnTo>
                  <a:close/>
                  <a:moveTo>
                    <a:pt x="364342" y="668626"/>
                  </a:moveTo>
                  <a:lnTo>
                    <a:pt x="404048" y="663434"/>
                  </a:lnTo>
                  <a:lnTo>
                    <a:pt x="369011" y="621666"/>
                  </a:lnTo>
                  <a:close/>
                  <a:moveTo>
                    <a:pt x="404048" y="663434"/>
                  </a:moveTo>
                  <a:lnTo>
                    <a:pt x="405473" y="633415"/>
                  </a:lnTo>
                  <a:lnTo>
                    <a:pt x="369011" y="621666"/>
                  </a:lnTo>
                  <a:close/>
                  <a:moveTo>
                    <a:pt x="369284" y="619862"/>
                  </a:moveTo>
                  <a:lnTo>
                    <a:pt x="407804" y="615634"/>
                  </a:lnTo>
                  <a:lnTo>
                    <a:pt x="396589" y="580005"/>
                  </a:lnTo>
                  <a:close/>
                  <a:moveTo>
                    <a:pt x="407804" y="615634"/>
                  </a:moveTo>
                  <a:lnTo>
                    <a:pt x="405473" y="633415"/>
                  </a:lnTo>
                  <a:lnTo>
                    <a:pt x="422911" y="620367"/>
                  </a:lnTo>
                  <a:close/>
                  <a:moveTo>
                    <a:pt x="406098" y="539544"/>
                  </a:moveTo>
                  <a:lnTo>
                    <a:pt x="433325" y="532480"/>
                  </a:lnTo>
                  <a:lnTo>
                    <a:pt x="418349" y="529673"/>
                  </a:lnTo>
                  <a:close/>
                  <a:moveTo>
                    <a:pt x="355047" y="497196"/>
                  </a:moveTo>
                  <a:lnTo>
                    <a:pt x="361411" y="497045"/>
                  </a:lnTo>
                  <a:lnTo>
                    <a:pt x="397164" y="506141"/>
                  </a:lnTo>
                  <a:close/>
                  <a:moveTo>
                    <a:pt x="408246" y="525780"/>
                  </a:moveTo>
                  <a:lnTo>
                    <a:pt x="377121" y="555782"/>
                  </a:lnTo>
                  <a:lnTo>
                    <a:pt x="406098" y="539544"/>
                  </a:lnTo>
                  <a:close/>
                  <a:moveTo>
                    <a:pt x="408246" y="525780"/>
                  </a:moveTo>
                  <a:lnTo>
                    <a:pt x="380016" y="521643"/>
                  </a:lnTo>
                  <a:lnTo>
                    <a:pt x="377121" y="555782"/>
                  </a:lnTo>
                  <a:close/>
                  <a:moveTo>
                    <a:pt x="380016" y="521643"/>
                  </a:moveTo>
                  <a:lnTo>
                    <a:pt x="397164" y="506141"/>
                  </a:lnTo>
                  <a:lnTo>
                    <a:pt x="361411" y="497045"/>
                  </a:lnTo>
                  <a:close/>
                  <a:moveTo>
                    <a:pt x="408246" y="525780"/>
                  </a:moveTo>
                  <a:lnTo>
                    <a:pt x="406098" y="539544"/>
                  </a:lnTo>
                  <a:lnTo>
                    <a:pt x="418349" y="529673"/>
                  </a:lnTo>
                  <a:close/>
                  <a:moveTo>
                    <a:pt x="408246" y="525780"/>
                  </a:moveTo>
                  <a:lnTo>
                    <a:pt x="418349" y="529673"/>
                  </a:lnTo>
                  <a:lnTo>
                    <a:pt x="397164" y="506141"/>
                  </a:lnTo>
                  <a:close/>
                  <a:moveTo>
                    <a:pt x="559923" y="696265"/>
                  </a:moveTo>
                  <a:lnTo>
                    <a:pt x="561552" y="661398"/>
                  </a:lnTo>
                  <a:lnTo>
                    <a:pt x="562795" y="705135"/>
                  </a:lnTo>
                  <a:close/>
                  <a:moveTo>
                    <a:pt x="521001" y="586000"/>
                  </a:moveTo>
                  <a:lnTo>
                    <a:pt x="551288" y="612449"/>
                  </a:lnTo>
                  <a:lnTo>
                    <a:pt x="545902" y="605572"/>
                  </a:lnTo>
                  <a:close/>
                  <a:moveTo>
                    <a:pt x="412889" y="372520"/>
                  </a:moveTo>
                  <a:lnTo>
                    <a:pt x="389038" y="362408"/>
                  </a:lnTo>
                  <a:lnTo>
                    <a:pt x="437195" y="385042"/>
                  </a:lnTo>
                  <a:close/>
                  <a:moveTo>
                    <a:pt x="309387" y="328240"/>
                  </a:moveTo>
                  <a:lnTo>
                    <a:pt x="347178" y="365470"/>
                  </a:lnTo>
                  <a:lnTo>
                    <a:pt x="326518" y="328715"/>
                  </a:lnTo>
                  <a:close/>
                  <a:moveTo>
                    <a:pt x="309387" y="328240"/>
                  </a:moveTo>
                  <a:lnTo>
                    <a:pt x="327723" y="358080"/>
                  </a:lnTo>
                  <a:lnTo>
                    <a:pt x="347178" y="365470"/>
                  </a:lnTo>
                  <a:close/>
                  <a:moveTo>
                    <a:pt x="309387" y="328240"/>
                  </a:moveTo>
                  <a:lnTo>
                    <a:pt x="273023" y="285967"/>
                  </a:lnTo>
                  <a:lnTo>
                    <a:pt x="281565" y="323770"/>
                  </a:lnTo>
                  <a:close/>
                  <a:moveTo>
                    <a:pt x="309387" y="328240"/>
                  </a:moveTo>
                  <a:lnTo>
                    <a:pt x="326518" y="328715"/>
                  </a:lnTo>
                  <a:lnTo>
                    <a:pt x="325986" y="296756"/>
                  </a:lnTo>
                  <a:close/>
                  <a:moveTo>
                    <a:pt x="342583" y="328715"/>
                  </a:moveTo>
                  <a:lnTo>
                    <a:pt x="375176" y="311532"/>
                  </a:lnTo>
                  <a:lnTo>
                    <a:pt x="342020" y="328335"/>
                  </a:lnTo>
                  <a:close/>
                  <a:moveTo>
                    <a:pt x="375176" y="311532"/>
                  </a:moveTo>
                  <a:lnTo>
                    <a:pt x="362020" y="306905"/>
                  </a:lnTo>
                  <a:lnTo>
                    <a:pt x="342020" y="328335"/>
                  </a:lnTo>
                  <a:close/>
                  <a:moveTo>
                    <a:pt x="642942" y="642326"/>
                  </a:moveTo>
                  <a:lnTo>
                    <a:pt x="664131" y="632180"/>
                  </a:lnTo>
                  <a:lnTo>
                    <a:pt x="673333" y="627184"/>
                  </a:lnTo>
                  <a:close/>
                  <a:moveTo>
                    <a:pt x="687232" y="650784"/>
                  </a:moveTo>
                  <a:lnTo>
                    <a:pt x="664131" y="632180"/>
                  </a:lnTo>
                  <a:lnTo>
                    <a:pt x="656712" y="642326"/>
                  </a:lnTo>
                  <a:close/>
                  <a:moveTo>
                    <a:pt x="678980" y="602449"/>
                  </a:moveTo>
                  <a:lnTo>
                    <a:pt x="664131" y="632180"/>
                  </a:lnTo>
                  <a:lnTo>
                    <a:pt x="651181" y="597961"/>
                  </a:lnTo>
                  <a:close/>
                  <a:moveTo>
                    <a:pt x="412889" y="372520"/>
                  </a:moveTo>
                  <a:lnTo>
                    <a:pt x="437195" y="385042"/>
                  </a:lnTo>
                  <a:lnTo>
                    <a:pt x="426420" y="376765"/>
                  </a:lnTo>
                  <a:close/>
                  <a:moveTo>
                    <a:pt x="734099" y="517267"/>
                  </a:moveTo>
                  <a:lnTo>
                    <a:pt x="731499" y="527666"/>
                  </a:lnTo>
                  <a:lnTo>
                    <a:pt x="746115" y="530211"/>
                  </a:lnTo>
                  <a:close/>
                  <a:moveTo>
                    <a:pt x="746115" y="530211"/>
                  </a:moveTo>
                  <a:lnTo>
                    <a:pt x="731499" y="527666"/>
                  </a:lnTo>
                  <a:lnTo>
                    <a:pt x="728937" y="561835"/>
                  </a:lnTo>
                  <a:close/>
                  <a:moveTo>
                    <a:pt x="725024" y="503457"/>
                  </a:moveTo>
                  <a:lnTo>
                    <a:pt x="734099" y="517267"/>
                  </a:lnTo>
                  <a:lnTo>
                    <a:pt x="746115" y="530211"/>
                  </a:lnTo>
                  <a:close/>
                  <a:moveTo>
                    <a:pt x="762663" y="427263"/>
                  </a:moveTo>
                  <a:lnTo>
                    <a:pt x="769099" y="404373"/>
                  </a:lnTo>
                  <a:lnTo>
                    <a:pt x="750692" y="392249"/>
                  </a:lnTo>
                  <a:close/>
                  <a:moveTo>
                    <a:pt x="714000" y="394991"/>
                  </a:moveTo>
                  <a:lnTo>
                    <a:pt x="750692" y="392249"/>
                  </a:lnTo>
                  <a:lnTo>
                    <a:pt x="717859" y="380461"/>
                  </a:lnTo>
                  <a:close/>
                  <a:moveTo>
                    <a:pt x="750692" y="392249"/>
                  </a:moveTo>
                  <a:lnTo>
                    <a:pt x="751415" y="381345"/>
                  </a:lnTo>
                  <a:lnTo>
                    <a:pt x="717859" y="380461"/>
                  </a:lnTo>
                  <a:close/>
                  <a:moveTo>
                    <a:pt x="751415" y="381345"/>
                  </a:moveTo>
                  <a:lnTo>
                    <a:pt x="739212" y="364087"/>
                  </a:lnTo>
                  <a:lnTo>
                    <a:pt x="717859" y="380461"/>
                  </a:lnTo>
                  <a:close/>
                  <a:moveTo>
                    <a:pt x="1089409" y="127507"/>
                  </a:moveTo>
                  <a:lnTo>
                    <a:pt x="1062536" y="123659"/>
                  </a:lnTo>
                  <a:lnTo>
                    <a:pt x="1066832" y="163520"/>
                  </a:lnTo>
                  <a:close/>
                  <a:moveTo>
                    <a:pt x="1089409" y="127507"/>
                  </a:moveTo>
                  <a:lnTo>
                    <a:pt x="1066832" y="163520"/>
                  </a:lnTo>
                  <a:lnTo>
                    <a:pt x="1086577" y="174556"/>
                  </a:lnTo>
                  <a:close/>
                  <a:moveTo>
                    <a:pt x="1022367" y="83087"/>
                  </a:moveTo>
                  <a:lnTo>
                    <a:pt x="1060872" y="117439"/>
                  </a:lnTo>
                  <a:lnTo>
                    <a:pt x="1042765" y="85760"/>
                  </a:lnTo>
                  <a:close/>
                  <a:moveTo>
                    <a:pt x="1062433" y="122350"/>
                  </a:moveTo>
                  <a:lnTo>
                    <a:pt x="1060872" y="117439"/>
                  </a:lnTo>
                  <a:lnTo>
                    <a:pt x="1022367" y="83087"/>
                  </a:lnTo>
                  <a:close/>
                  <a:moveTo>
                    <a:pt x="1062433" y="122350"/>
                  </a:moveTo>
                  <a:lnTo>
                    <a:pt x="1062536" y="123659"/>
                  </a:lnTo>
                  <a:lnTo>
                    <a:pt x="1063291" y="122515"/>
                  </a:lnTo>
                  <a:close/>
                  <a:moveTo>
                    <a:pt x="1062433" y="122350"/>
                  </a:moveTo>
                  <a:lnTo>
                    <a:pt x="1063291" y="122515"/>
                  </a:lnTo>
                  <a:lnTo>
                    <a:pt x="1060872" y="117439"/>
                  </a:lnTo>
                  <a:close/>
                  <a:moveTo>
                    <a:pt x="1047859" y="44704"/>
                  </a:moveTo>
                  <a:lnTo>
                    <a:pt x="1042765" y="85760"/>
                  </a:lnTo>
                  <a:lnTo>
                    <a:pt x="1050267" y="77788"/>
                  </a:lnTo>
                  <a:close/>
                  <a:moveTo>
                    <a:pt x="1022367" y="83087"/>
                  </a:moveTo>
                  <a:lnTo>
                    <a:pt x="1042765" y="85760"/>
                  </a:lnTo>
                  <a:lnTo>
                    <a:pt x="1047859" y="44704"/>
                  </a:lnTo>
                  <a:close/>
                  <a:moveTo>
                    <a:pt x="1019426" y="40731"/>
                  </a:moveTo>
                  <a:lnTo>
                    <a:pt x="1022367" y="83087"/>
                  </a:lnTo>
                  <a:lnTo>
                    <a:pt x="1047859" y="44704"/>
                  </a:lnTo>
                  <a:close/>
                  <a:moveTo>
                    <a:pt x="1019426" y="40731"/>
                  </a:moveTo>
                  <a:lnTo>
                    <a:pt x="1047859" y="44704"/>
                  </a:lnTo>
                  <a:lnTo>
                    <a:pt x="1047806" y="0"/>
                  </a:lnTo>
                  <a:close/>
                  <a:moveTo>
                    <a:pt x="1047859" y="44704"/>
                  </a:moveTo>
                  <a:lnTo>
                    <a:pt x="1050267" y="77788"/>
                  </a:lnTo>
                  <a:lnTo>
                    <a:pt x="1064192" y="49005"/>
                  </a:lnTo>
                  <a:close/>
                  <a:moveTo>
                    <a:pt x="1047806" y="0"/>
                  </a:moveTo>
                  <a:lnTo>
                    <a:pt x="1047859" y="44704"/>
                  </a:lnTo>
                  <a:lnTo>
                    <a:pt x="1075179" y="4834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77" name="Input_density__176">
              <a:extLst>
                <a:ext uri="{FF2B5EF4-FFF2-40B4-BE49-F238E27FC236}">
                  <a16:creationId xmlns:a16="http://schemas.microsoft.com/office/drawing/2014/main" id="{04A33763-0808-C457-EC8C-8BC6833C6954}"/>
                </a:ext>
              </a:extLst>
            </p:cNvPr>
            <p:cNvSpPr>
              <a:spLocks noGrp="1"/>
            </p:cNvSpPr>
            <p:nvPr/>
          </p:nvSpPr>
          <p:spPr>
            <a:xfrm>
              <a:off x="532888" y="1623935"/>
              <a:ext cx="1055322" cy="727211"/>
            </a:xfrm>
            <a:custGeom>
              <a:avLst/>
              <a:gdLst/>
              <a:ahLst/>
              <a:cxnLst/>
              <a:rect l="0" t="0" r="0" b="0"/>
              <a:pathLst>
                <a:path w="1055322" h="727211">
                  <a:moveTo>
                    <a:pt x="140755" y="676853"/>
                  </a:moveTo>
                  <a:lnTo>
                    <a:pt x="132847" y="723445"/>
                  </a:lnTo>
                  <a:lnTo>
                    <a:pt x="153704" y="673272"/>
                  </a:lnTo>
                  <a:close/>
                  <a:moveTo>
                    <a:pt x="153704" y="673272"/>
                  </a:moveTo>
                  <a:lnTo>
                    <a:pt x="135816" y="727211"/>
                  </a:lnTo>
                  <a:lnTo>
                    <a:pt x="175834" y="710028"/>
                  </a:lnTo>
                  <a:close/>
                  <a:moveTo>
                    <a:pt x="108664" y="690456"/>
                  </a:moveTo>
                  <a:lnTo>
                    <a:pt x="140755" y="676853"/>
                  </a:lnTo>
                  <a:lnTo>
                    <a:pt x="106703" y="636518"/>
                  </a:lnTo>
                  <a:close/>
                  <a:moveTo>
                    <a:pt x="91929" y="653701"/>
                  </a:moveTo>
                  <a:lnTo>
                    <a:pt x="108664" y="690456"/>
                  </a:lnTo>
                  <a:lnTo>
                    <a:pt x="106703" y="636518"/>
                  </a:lnTo>
                  <a:close/>
                  <a:moveTo>
                    <a:pt x="129288" y="613933"/>
                  </a:moveTo>
                  <a:lnTo>
                    <a:pt x="106341" y="624343"/>
                  </a:lnTo>
                  <a:lnTo>
                    <a:pt x="91929" y="653701"/>
                  </a:lnTo>
                  <a:close/>
                  <a:moveTo>
                    <a:pt x="14023" y="432128"/>
                  </a:moveTo>
                  <a:lnTo>
                    <a:pt x="0" y="468625"/>
                  </a:lnTo>
                  <a:lnTo>
                    <a:pt x="6513" y="452743"/>
                  </a:lnTo>
                  <a:close/>
                  <a:moveTo>
                    <a:pt x="192763" y="661660"/>
                  </a:moveTo>
                  <a:lnTo>
                    <a:pt x="206664" y="656089"/>
                  </a:lnTo>
                  <a:lnTo>
                    <a:pt x="227548" y="635948"/>
                  </a:lnTo>
                  <a:close/>
                  <a:moveTo>
                    <a:pt x="4048" y="489498"/>
                  </a:moveTo>
                  <a:lnTo>
                    <a:pt x="19330" y="435559"/>
                  </a:lnTo>
                  <a:lnTo>
                    <a:pt x="6513" y="452743"/>
                  </a:lnTo>
                  <a:close/>
                  <a:moveTo>
                    <a:pt x="32671" y="405641"/>
                  </a:moveTo>
                  <a:lnTo>
                    <a:pt x="6513" y="452743"/>
                  </a:lnTo>
                  <a:lnTo>
                    <a:pt x="19330" y="435559"/>
                  </a:lnTo>
                  <a:close/>
                  <a:moveTo>
                    <a:pt x="32671" y="405641"/>
                  </a:moveTo>
                  <a:lnTo>
                    <a:pt x="14023" y="432128"/>
                  </a:lnTo>
                  <a:lnTo>
                    <a:pt x="6513" y="452743"/>
                  </a:lnTo>
                  <a:close/>
                  <a:moveTo>
                    <a:pt x="14023" y="432128"/>
                  </a:moveTo>
                  <a:lnTo>
                    <a:pt x="32671" y="405641"/>
                  </a:lnTo>
                  <a:lnTo>
                    <a:pt x="25603" y="415988"/>
                  </a:lnTo>
                  <a:close/>
                  <a:moveTo>
                    <a:pt x="32671" y="405641"/>
                  </a:moveTo>
                  <a:lnTo>
                    <a:pt x="46273" y="398804"/>
                  </a:lnTo>
                  <a:lnTo>
                    <a:pt x="25603" y="415988"/>
                  </a:lnTo>
                  <a:close/>
                  <a:moveTo>
                    <a:pt x="140318" y="498221"/>
                  </a:moveTo>
                  <a:lnTo>
                    <a:pt x="149355" y="472314"/>
                  </a:lnTo>
                  <a:lnTo>
                    <a:pt x="118777" y="470985"/>
                  </a:lnTo>
                  <a:close/>
                  <a:moveTo>
                    <a:pt x="32671" y="405641"/>
                  </a:moveTo>
                  <a:lnTo>
                    <a:pt x="55791" y="395875"/>
                  </a:lnTo>
                  <a:lnTo>
                    <a:pt x="46273" y="398804"/>
                  </a:lnTo>
                  <a:close/>
                  <a:moveTo>
                    <a:pt x="59859" y="381621"/>
                  </a:moveTo>
                  <a:lnTo>
                    <a:pt x="77600" y="352840"/>
                  </a:lnTo>
                  <a:lnTo>
                    <a:pt x="49515" y="362049"/>
                  </a:lnTo>
                  <a:close/>
                  <a:moveTo>
                    <a:pt x="46273" y="398804"/>
                  </a:moveTo>
                  <a:lnTo>
                    <a:pt x="59859" y="381621"/>
                  </a:lnTo>
                  <a:lnTo>
                    <a:pt x="49515" y="362049"/>
                  </a:lnTo>
                  <a:close/>
                  <a:moveTo>
                    <a:pt x="264288" y="457519"/>
                  </a:moveTo>
                  <a:lnTo>
                    <a:pt x="235356" y="430385"/>
                  </a:lnTo>
                  <a:lnTo>
                    <a:pt x="247475" y="437948"/>
                  </a:lnTo>
                  <a:close/>
                  <a:moveTo>
                    <a:pt x="264288" y="457519"/>
                  </a:moveTo>
                  <a:lnTo>
                    <a:pt x="247475" y="437948"/>
                  </a:lnTo>
                  <a:lnTo>
                    <a:pt x="245061" y="474702"/>
                  </a:lnTo>
                  <a:close/>
                  <a:moveTo>
                    <a:pt x="521997" y="587356"/>
                  </a:moveTo>
                  <a:lnTo>
                    <a:pt x="497202" y="604539"/>
                  </a:lnTo>
                  <a:lnTo>
                    <a:pt x="537334" y="624111"/>
                  </a:lnTo>
                  <a:close/>
                  <a:moveTo>
                    <a:pt x="242626" y="293316"/>
                  </a:moveTo>
                  <a:lnTo>
                    <a:pt x="221897" y="307086"/>
                  </a:lnTo>
                  <a:lnTo>
                    <a:pt x="239605" y="296195"/>
                  </a:lnTo>
                  <a:close/>
                  <a:moveTo>
                    <a:pt x="221897" y="307086"/>
                  </a:moveTo>
                  <a:lnTo>
                    <a:pt x="202146" y="296055"/>
                  </a:lnTo>
                  <a:lnTo>
                    <a:pt x="239605" y="296195"/>
                  </a:lnTo>
                  <a:close/>
                  <a:moveTo>
                    <a:pt x="216416" y="305706"/>
                  </a:moveTo>
                  <a:lnTo>
                    <a:pt x="221897" y="307086"/>
                  </a:lnTo>
                  <a:lnTo>
                    <a:pt x="216112" y="273744"/>
                  </a:lnTo>
                  <a:close/>
                  <a:moveTo>
                    <a:pt x="216112" y="273744"/>
                  </a:moveTo>
                  <a:lnTo>
                    <a:pt x="221897" y="307086"/>
                  </a:lnTo>
                  <a:lnTo>
                    <a:pt x="242626" y="293316"/>
                  </a:lnTo>
                  <a:close/>
                  <a:moveTo>
                    <a:pt x="639580" y="670448"/>
                  </a:moveTo>
                  <a:lnTo>
                    <a:pt x="659275" y="680437"/>
                  </a:lnTo>
                  <a:lnTo>
                    <a:pt x="667318" y="680979"/>
                  </a:lnTo>
                  <a:close/>
                  <a:moveTo>
                    <a:pt x="521997" y="587356"/>
                  </a:moveTo>
                  <a:lnTo>
                    <a:pt x="537334" y="624111"/>
                  </a:lnTo>
                  <a:lnTo>
                    <a:pt x="553716" y="606927"/>
                  </a:lnTo>
                  <a:close/>
                  <a:moveTo>
                    <a:pt x="521997" y="587356"/>
                  </a:moveTo>
                  <a:lnTo>
                    <a:pt x="553716" y="606927"/>
                  </a:lnTo>
                  <a:lnTo>
                    <a:pt x="548822" y="570172"/>
                  </a:lnTo>
                  <a:close/>
                  <a:moveTo>
                    <a:pt x="521997" y="587356"/>
                  </a:moveTo>
                  <a:lnTo>
                    <a:pt x="548822" y="570172"/>
                  </a:lnTo>
                  <a:lnTo>
                    <a:pt x="521160" y="550601"/>
                  </a:lnTo>
                  <a:close/>
                  <a:moveTo>
                    <a:pt x="413859" y="386397"/>
                  </a:moveTo>
                  <a:lnTo>
                    <a:pt x="400887" y="400895"/>
                  </a:lnTo>
                  <a:lnTo>
                    <a:pt x="405371" y="400519"/>
                  </a:lnTo>
                  <a:close/>
                  <a:moveTo>
                    <a:pt x="285319" y="282613"/>
                  </a:moveTo>
                  <a:lnTo>
                    <a:pt x="322492" y="260734"/>
                  </a:lnTo>
                  <a:lnTo>
                    <a:pt x="298369" y="254345"/>
                  </a:lnTo>
                  <a:close/>
                  <a:moveTo>
                    <a:pt x="285319" y="282613"/>
                  </a:moveTo>
                  <a:lnTo>
                    <a:pt x="298369" y="254345"/>
                  </a:lnTo>
                  <a:lnTo>
                    <a:pt x="263317" y="255753"/>
                  </a:lnTo>
                  <a:close/>
                  <a:moveTo>
                    <a:pt x="413859" y="386397"/>
                  </a:moveTo>
                  <a:lnTo>
                    <a:pt x="405371" y="400519"/>
                  </a:lnTo>
                  <a:lnTo>
                    <a:pt x="429223" y="410631"/>
                  </a:lnTo>
                  <a:close/>
                  <a:moveTo>
                    <a:pt x="391509" y="349642"/>
                  </a:moveTo>
                  <a:lnTo>
                    <a:pt x="437096" y="343860"/>
                  </a:lnTo>
                  <a:lnTo>
                    <a:pt x="429701" y="335992"/>
                  </a:lnTo>
                  <a:close/>
                  <a:moveTo>
                    <a:pt x="434866" y="369214"/>
                  </a:moveTo>
                  <a:lnTo>
                    <a:pt x="437096" y="343860"/>
                  </a:lnTo>
                  <a:lnTo>
                    <a:pt x="391509" y="349642"/>
                  </a:lnTo>
                  <a:close/>
                  <a:moveTo>
                    <a:pt x="413859" y="386397"/>
                  </a:moveTo>
                  <a:lnTo>
                    <a:pt x="434866" y="369214"/>
                  </a:lnTo>
                  <a:lnTo>
                    <a:pt x="391509" y="349642"/>
                  </a:lnTo>
                  <a:close/>
                  <a:moveTo>
                    <a:pt x="348002" y="303488"/>
                  </a:moveTo>
                  <a:lnTo>
                    <a:pt x="390816" y="295403"/>
                  </a:lnTo>
                  <a:lnTo>
                    <a:pt x="374479" y="264304"/>
                  </a:lnTo>
                  <a:close/>
                  <a:moveTo>
                    <a:pt x="390816" y="295403"/>
                  </a:moveTo>
                  <a:lnTo>
                    <a:pt x="391309" y="295704"/>
                  </a:lnTo>
                  <a:lnTo>
                    <a:pt x="374479" y="264304"/>
                  </a:lnTo>
                  <a:close/>
                  <a:moveTo>
                    <a:pt x="333911" y="270196"/>
                  </a:moveTo>
                  <a:lnTo>
                    <a:pt x="354260" y="254935"/>
                  </a:lnTo>
                  <a:lnTo>
                    <a:pt x="322492" y="260734"/>
                  </a:lnTo>
                  <a:close/>
                  <a:moveTo>
                    <a:pt x="333911" y="270196"/>
                  </a:moveTo>
                  <a:lnTo>
                    <a:pt x="374479" y="264304"/>
                  </a:lnTo>
                  <a:lnTo>
                    <a:pt x="354260" y="254935"/>
                  </a:lnTo>
                  <a:close/>
                  <a:moveTo>
                    <a:pt x="672720" y="587093"/>
                  </a:moveTo>
                  <a:lnTo>
                    <a:pt x="698067" y="572561"/>
                  </a:lnTo>
                  <a:lnTo>
                    <a:pt x="688016" y="562920"/>
                  </a:lnTo>
                  <a:close/>
                  <a:moveTo>
                    <a:pt x="674146" y="572561"/>
                  </a:moveTo>
                  <a:lnTo>
                    <a:pt x="672720" y="587093"/>
                  </a:lnTo>
                  <a:lnTo>
                    <a:pt x="688016" y="562920"/>
                  </a:lnTo>
                  <a:close/>
                  <a:moveTo>
                    <a:pt x="672720" y="587093"/>
                  </a:moveTo>
                  <a:lnTo>
                    <a:pt x="693297" y="582662"/>
                  </a:lnTo>
                  <a:lnTo>
                    <a:pt x="698067" y="572561"/>
                  </a:lnTo>
                  <a:close/>
                  <a:moveTo>
                    <a:pt x="484581" y="300614"/>
                  </a:moveTo>
                  <a:lnTo>
                    <a:pt x="439547" y="332459"/>
                  </a:lnTo>
                  <a:lnTo>
                    <a:pt x="469860" y="315276"/>
                  </a:lnTo>
                  <a:close/>
                  <a:moveTo>
                    <a:pt x="484581" y="300614"/>
                  </a:moveTo>
                  <a:lnTo>
                    <a:pt x="462618" y="314706"/>
                  </a:lnTo>
                  <a:lnTo>
                    <a:pt x="439547" y="332459"/>
                  </a:lnTo>
                  <a:close/>
                  <a:moveTo>
                    <a:pt x="732794" y="520594"/>
                  </a:moveTo>
                  <a:lnTo>
                    <a:pt x="741357" y="541567"/>
                  </a:lnTo>
                  <a:lnTo>
                    <a:pt x="762448" y="568322"/>
                  </a:lnTo>
                  <a:close/>
                  <a:moveTo>
                    <a:pt x="732794" y="520594"/>
                  </a:moveTo>
                  <a:lnTo>
                    <a:pt x="730395" y="500584"/>
                  </a:lnTo>
                  <a:lnTo>
                    <a:pt x="695621" y="495145"/>
                  </a:lnTo>
                  <a:close/>
                  <a:moveTo>
                    <a:pt x="732794" y="520594"/>
                  </a:moveTo>
                  <a:lnTo>
                    <a:pt x="748109" y="518622"/>
                  </a:lnTo>
                  <a:lnTo>
                    <a:pt x="730395" y="500584"/>
                  </a:lnTo>
                  <a:close/>
                  <a:moveTo>
                    <a:pt x="748109" y="518622"/>
                  </a:moveTo>
                  <a:lnTo>
                    <a:pt x="780208" y="466039"/>
                  </a:lnTo>
                  <a:lnTo>
                    <a:pt x="728791" y="479102"/>
                  </a:lnTo>
                  <a:close/>
                  <a:moveTo>
                    <a:pt x="728791" y="479102"/>
                  </a:moveTo>
                  <a:lnTo>
                    <a:pt x="780208" y="466039"/>
                  </a:lnTo>
                  <a:lnTo>
                    <a:pt x="778997" y="465374"/>
                  </a:lnTo>
                  <a:close/>
                  <a:moveTo>
                    <a:pt x="748109" y="518622"/>
                  </a:moveTo>
                  <a:lnTo>
                    <a:pt x="728791" y="479102"/>
                  </a:lnTo>
                  <a:lnTo>
                    <a:pt x="730395" y="500584"/>
                  </a:lnTo>
                  <a:close/>
                  <a:moveTo>
                    <a:pt x="728791" y="479102"/>
                  </a:moveTo>
                  <a:lnTo>
                    <a:pt x="695621" y="495145"/>
                  </a:lnTo>
                  <a:lnTo>
                    <a:pt x="730395" y="500584"/>
                  </a:lnTo>
                  <a:close/>
                  <a:moveTo>
                    <a:pt x="728791" y="479102"/>
                  </a:moveTo>
                  <a:lnTo>
                    <a:pt x="778997" y="465374"/>
                  </a:lnTo>
                  <a:lnTo>
                    <a:pt x="767025" y="430360"/>
                  </a:lnTo>
                  <a:close/>
                  <a:moveTo>
                    <a:pt x="749821" y="263726"/>
                  </a:moveTo>
                  <a:lnTo>
                    <a:pt x="727425" y="297061"/>
                  </a:lnTo>
                  <a:lnTo>
                    <a:pt x="773341" y="247950"/>
                  </a:lnTo>
                  <a:close/>
                  <a:moveTo>
                    <a:pt x="773341" y="247950"/>
                  </a:moveTo>
                  <a:lnTo>
                    <a:pt x="727425" y="297061"/>
                  </a:lnTo>
                  <a:lnTo>
                    <a:pt x="760052" y="283297"/>
                  </a:lnTo>
                  <a:close/>
                  <a:moveTo>
                    <a:pt x="811720" y="170660"/>
                  </a:moveTo>
                  <a:lnTo>
                    <a:pt x="837159" y="169562"/>
                  </a:lnTo>
                  <a:lnTo>
                    <a:pt x="839140" y="155849"/>
                  </a:lnTo>
                  <a:close/>
                  <a:moveTo>
                    <a:pt x="837159" y="169562"/>
                  </a:moveTo>
                  <a:lnTo>
                    <a:pt x="840324" y="138665"/>
                  </a:lnTo>
                  <a:lnTo>
                    <a:pt x="839140" y="155849"/>
                  </a:lnTo>
                  <a:close/>
                  <a:moveTo>
                    <a:pt x="947169" y="14725"/>
                  </a:moveTo>
                  <a:lnTo>
                    <a:pt x="916192" y="23482"/>
                  </a:lnTo>
                  <a:lnTo>
                    <a:pt x="968963" y="0"/>
                  </a:lnTo>
                  <a:close/>
                  <a:moveTo>
                    <a:pt x="997277" y="38292"/>
                  </a:moveTo>
                  <a:lnTo>
                    <a:pt x="1034248" y="35324"/>
                  </a:lnTo>
                  <a:lnTo>
                    <a:pt x="1019379" y="2665"/>
                  </a:lnTo>
                  <a:close/>
                  <a:moveTo>
                    <a:pt x="1034248" y="35324"/>
                  </a:moveTo>
                  <a:lnTo>
                    <a:pt x="1055322" y="532"/>
                  </a:lnTo>
                  <a:lnTo>
                    <a:pt x="1019379" y="266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78" name="Input_density__177">
              <a:extLst>
                <a:ext uri="{FF2B5EF4-FFF2-40B4-BE49-F238E27FC236}">
                  <a16:creationId xmlns:a16="http://schemas.microsoft.com/office/drawing/2014/main" id="{C5ECA045-387A-E69E-A4BC-D7FBE7BA02BD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817418"/>
              <a:ext cx="1054762" cy="579172"/>
            </a:xfrm>
            <a:custGeom>
              <a:avLst/>
              <a:gdLst/>
              <a:ahLst/>
              <a:cxnLst/>
              <a:rect l="0" t="0" r="0" b="0"/>
              <a:pathLst>
                <a:path w="1054762" h="579172">
                  <a:moveTo>
                    <a:pt x="163921" y="569064"/>
                  </a:moveTo>
                  <a:lnTo>
                    <a:pt x="162372" y="553300"/>
                  </a:lnTo>
                  <a:lnTo>
                    <a:pt x="161936" y="569588"/>
                  </a:lnTo>
                  <a:close/>
                  <a:moveTo>
                    <a:pt x="33378" y="366452"/>
                  </a:moveTo>
                  <a:lnTo>
                    <a:pt x="0" y="366233"/>
                  </a:lnTo>
                  <a:lnTo>
                    <a:pt x="8968" y="371395"/>
                  </a:lnTo>
                  <a:close/>
                  <a:moveTo>
                    <a:pt x="219566" y="564274"/>
                  </a:moveTo>
                  <a:lnTo>
                    <a:pt x="185694" y="562208"/>
                  </a:lnTo>
                  <a:lnTo>
                    <a:pt x="163921" y="569064"/>
                  </a:lnTo>
                  <a:close/>
                  <a:moveTo>
                    <a:pt x="227796" y="544223"/>
                  </a:moveTo>
                  <a:lnTo>
                    <a:pt x="185694" y="562208"/>
                  </a:lnTo>
                  <a:lnTo>
                    <a:pt x="219566" y="564274"/>
                  </a:lnTo>
                  <a:close/>
                  <a:moveTo>
                    <a:pt x="227796" y="544223"/>
                  </a:moveTo>
                  <a:lnTo>
                    <a:pt x="219566" y="564274"/>
                  </a:lnTo>
                  <a:lnTo>
                    <a:pt x="239432" y="553300"/>
                  </a:lnTo>
                  <a:close/>
                  <a:moveTo>
                    <a:pt x="227796" y="544223"/>
                  </a:moveTo>
                  <a:lnTo>
                    <a:pt x="239432" y="553300"/>
                  </a:lnTo>
                  <a:lnTo>
                    <a:pt x="235027" y="525870"/>
                  </a:lnTo>
                  <a:close/>
                  <a:moveTo>
                    <a:pt x="235027" y="525870"/>
                  </a:moveTo>
                  <a:lnTo>
                    <a:pt x="247667" y="544759"/>
                  </a:lnTo>
                  <a:lnTo>
                    <a:pt x="266241" y="517999"/>
                  </a:lnTo>
                  <a:close/>
                  <a:moveTo>
                    <a:pt x="343049" y="415207"/>
                  </a:moveTo>
                  <a:lnTo>
                    <a:pt x="364774" y="424633"/>
                  </a:lnTo>
                  <a:lnTo>
                    <a:pt x="345307" y="400410"/>
                  </a:lnTo>
                  <a:close/>
                  <a:moveTo>
                    <a:pt x="327158" y="332557"/>
                  </a:moveTo>
                  <a:lnTo>
                    <a:pt x="323232" y="341824"/>
                  </a:lnTo>
                  <a:lnTo>
                    <a:pt x="338337" y="300792"/>
                  </a:lnTo>
                  <a:close/>
                  <a:moveTo>
                    <a:pt x="530980" y="549764"/>
                  </a:moveTo>
                  <a:lnTo>
                    <a:pt x="583167" y="579172"/>
                  </a:lnTo>
                  <a:lnTo>
                    <a:pt x="577508" y="577648"/>
                  </a:lnTo>
                  <a:close/>
                  <a:moveTo>
                    <a:pt x="325636" y="337547"/>
                  </a:moveTo>
                  <a:lnTo>
                    <a:pt x="327909" y="293274"/>
                  </a:lnTo>
                  <a:lnTo>
                    <a:pt x="317943" y="283608"/>
                  </a:lnTo>
                  <a:close/>
                  <a:moveTo>
                    <a:pt x="327909" y="293274"/>
                  </a:moveTo>
                  <a:lnTo>
                    <a:pt x="327158" y="332557"/>
                  </a:lnTo>
                  <a:lnTo>
                    <a:pt x="338337" y="300792"/>
                  </a:lnTo>
                  <a:close/>
                  <a:moveTo>
                    <a:pt x="293448" y="249456"/>
                  </a:moveTo>
                  <a:lnTo>
                    <a:pt x="317943" y="283608"/>
                  </a:lnTo>
                  <a:lnTo>
                    <a:pt x="327909" y="293274"/>
                  </a:lnTo>
                  <a:close/>
                  <a:moveTo>
                    <a:pt x="293448" y="249456"/>
                  </a:moveTo>
                  <a:lnTo>
                    <a:pt x="327909" y="293274"/>
                  </a:lnTo>
                  <a:lnTo>
                    <a:pt x="308848" y="264023"/>
                  </a:lnTo>
                  <a:close/>
                  <a:moveTo>
                    <a:pt x="315767" y="213651"/>
                  </a:moveTo>
                  <a:lnTo>
                    <a:pt x="293448" y="249456"/>
                  </a:lnTo>
                  <a:lnTo>
                    <a:pt x="308848" y="264023"/>
                  </a:lnTo>
                  <a:close/>
                  <a:moveTo>
                    <a:pt x="489186" y="430628"/>
                  </a:moveTo>
                  <a:lnTo>
                    <a:pt x="496568" y="443499"/>
                  </a:lnTo>
                  <a:lnTo>
                    <a:pt x="519473" y="457077"/>
                  </a:lnTo>
                  <a:close/>
                  <a:moveTo>
                    <a:pt x="603124" y="549050"/>
                  </a:moveTo>
                  <a:lnTo>
                    <a:pt x="616684" y="534265"/>
                  </a:lnTo>
                  <a:lnTo>
                    <a:pt x="611163" y="523710"/>
                  </a:lnTo>
                  <a:close/>
                  <a:moveTo>
                    <a:pt x="405381" y="229670"/>
                  </a:moveTo>
                  <a:lnTo>
                    <a:pt x="398411" y="253598"/>
                  </a:lnTo>
                  <a:lnTo>
                    <a:pt x="418933" y="234120"/>
                  </a:lnTo>
                  <a:close/>
                  <a:moveTo>
                    <a:pt x="681080" y="495153"/>
                  </a:moveTo>
                  <a:lnTo>
                    <a:pt x="641518" y="471813"/>
                  </a:lnTo>
                  <a:lnTo>
                    <a:pt x="655417" y="495412"/>
                  </a:lnTo>
                  <a:close/>
                  <a:moveTo>
                    <a:pt x="716746" y="462345"/>
                  </a:moveTo>
                  <a:lnTo>
                    <a:pt x="709768" y="452588"/>
                  </a:lnTo>
                  <a:lnTo>
                    <a:pt x="709222" y="475794"/>
                  </a:lnTo>
                  <a:close/>
                  <a:moveTo>
                    <a:pt x="709768" y="452588"/>
                  </a:moveTo>
                  <a:lnTo>
                    <a:pt x="716746" y="462345"/>
                  </a:lnTo>
                  <a:lnTo>
                    <a:pt x="722103" y="427744"/>
                  </a:lnTo>
                  <a:close/>
                  <a:moveTo>
                    <a:pt x="714300" y="374840"/>
                  </a:moveTo>
                  <a:lnTo>
                    <a:pt x="697122" y="406463"/>
                  </a:lnTo>
                  <a:lnTo>
                    <a:pt x="731894" y="405283"/>
                  </a:lnTo>
                  <a:close/>
                  <a:moveTo>
                    <a:pt x="739627" y="354249"/>
                  </a:moveTo>
                  <a:lnTo>
                    <a:pt x="699961" y="325140"/>
                  </a:lnTo>
                  <a:lnTo>
                    <a:pt x="723701" y="337511"/>
                  </a:lnTo>
                  <a:close/>
                  <a:moveTo>
                    <a:pt x="719600" y="225973"/>
                  </a:moveTo>
                  <a:lnTo>
                    <a:pt x="718877" y="236878"/>
                  </a:lnTo>
                  <a:lnTo>
                    <a:pt x="736861" y="197691"/>
                  </a:lnTo>
                  <a:close/>
                  <a:moveTo>
                    <a:pt x="732960" y="225428"/>
                  </a:moveTo>
                  <a:lnTo>
                    <a:pt x="721127" y="217263"/>
                  </a:lnTo>
                  <a:lnTo>
                    <a:pt x="719600" y="225973"/>
                  </a:lnTo>
                  <a:close/>
                  <a:moveTo>
                    <a:pt x="875533" y="146624"/>
                  </a:moveTo>
                  <a:lnTo>
                    <a:pt x="842439" y="147470"/>
                  </a:lnTo>
                  <a:lnTo>
                    <a:pt x="838512" y="149046"/>
                  </a:lnTo>
                  <a:close/>
                  <a:moveTo>
                    <a:pt x="864696" y="18693"/>
                  </a:moveTo>
                  <a:lnTo>
                    <a:pt x="865511" y="19943"/>
                  </a:lnTo>
                  <a:lnTo>
                    <a:pt x="866572" y="16913"/>
                  </a:lnTo>
                  <a:close/>
                  <a:moveTo>
                    <a:pt x="867751" y="21322"/>
                  </a:moveTo>
                  <a:lnTo>
                    <a:pt x="865511" y="19943"/>
                  </a:lnTo>
                  <a:lnTo>
                    <a:pt x="864696" y="18693"/>
                  </a:lnTo>
                  <a:close/>
                  <a:moveTo>
                    <a:pt x="893072" y="1510"/>
                  </a:moveTo>
                  <a:lnTo>
                    <a:pt x="907484" y="12908"/>
                  </a:lnTo>
                  <a:lnTo>
                    <a:pt x="889015" y="4614"/>
                  </a:lnTo>
                  <a:close/>
                  <a:moveTo>
                    <a:pt x="864696" y="18693"/>
                  </a:moveTo>
                  <a:lnTo>
                    <a:pt x="866572" y="16913"/>
                  </a:lnTo>
                  <a:lnTo>
                    <a:pt x="887780" y="0"/>
                  </a:lnTo>
                  <a:close/>
                  <a:moveTo>
                    <a:pt x="893072" y="1510"/>
                  </a:moveTo>
                  <a:lnTo>
                    <a:pt x="887780" y="0"/>
                  </a:lnTo>
                  <a:lnTo>
                    <a:pt x="907484" y="12908"/>
                  </a:lnTo>
                  <a:close/>
                  <a:moveTo>
                    <a:pt x="1026883" y="111775"/>
                  </a:moveTo>
                  <a:lnTo>
                    <a:pt x="1029579" y="60223"/>
                  </a:lnTo>
                  <a:lnTo>
                    <a:pt x="1023418" y="107073"/>
                  </a:lnTo>
                  <a:close/>
                  <a:moveTo>
                    <a:pt x="1031248" y="57836"/>
                  </a:moveTo>
                  <a:lnTo>
                    <a:pt x="1029579" y="60223"/>
                  </a:lnTo>
                  <a:lnTo>
                    <a:pt x="1026883" y="111775"/>
                  </a:lnTo>
                  <a:close/>
                  <a:moveTo>
                    <a:pt x="1040100" y="75020"/>
                  </a:moveTo>
                  <a:lnTo>
                    <a:pt x="1031248" y="57836"/>
                  </a:lnTo>
                  <a:lnTo>
                    <a:pt x="1026883" y="111775"/>
                  </a:lnTo>
                  <a:close/>
                  <a:moveTo>
                    <a:pt x="1031248" y="57836"/>
                  </a:moveTo>
                  <a:lnTo>
                    <a:pt x="1040100" y="75020"/>
                  </a:lnTo>
                  <a:lnTo>
                    <a:pt x="1053486" y="25034"/>
                  </a:lnTo>
                  <a:close/>
                  <a:moveTo>
                    <a:pt x="1054762" y="19185"/>
                  </a:moveTo>
                  <a:lnTo>
                    <a:pt x="1031248" y="57836"/>
                  </a:lnTo>
                  <a:lnTo>
                    <a:pt x="1053486" y="2503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79" name="Input_density__178">
              <a:extLst>
                <a:ext uri="{FF2B5EF4-FFF2-40B4-BE49-F238E27FC236}">
                  <a16:creationId xmlns:a16="http://schemas.microsoft.com/office/drawing/2014/main" id="{36332763-34ED-3062-091A-376369A88D20}"/>
                </a:ext>
              </a:extLst>
            </p:cNvPr>
            <p:cNvSpPr>
              <a:spLocks noGrp="1"/>
            </p:cNvSpPr>
            <p:nvPr/>
          </p:nvSpPr>
          <p:spPr>
            <a:xfrm>
              <a:off x="590004" y="1924491"/>
              <a:ext cx="1017915" cy="473540"/>
            </a:xfrm>
            <a:custGeom>
              <a:avLst/>
              <a:gdLst/>
              <a:ahLst/>
              <a:cxnLst/>
              <a:rect l="0" t="0" r="0" b="0"/>
              <a:pathLst>
                <a:path w="1017915" h="473540">
                  <a:moveTo>
                    <a:pt x="24410" y="259379"/>
                  </a:moveTo>
                  <a:lnTo>
                    <a:pt x="0" y="264322"/>
                  </a:lnTo>
                  <a:lnTo>
                    <a:pt x="56707" y="255556"/>
                  </a:lnTo>
                  <a:close/>
                  <a:moveTo>
                    <a:pt x="24410" y="259379"/>
                  </a:moveTo>
                  <a:lnTo>
                    <a:pt x="56707" y="255556"/>
                  </a:lnTo>
                  <a:lnTo>
                    <a:pt x="33026" y="256116"/>
                  </a:lnTo>
                  <a:close/>
                  <a:moveTo>
                    <a:pt x="580107" y="470575"/>
                  </a:moveTo>
                  <a:lnTo>
                    <a:pt x="574199" y="472099"/>
                  </a:lnTo>
                  <a:lnTo>
                    <a:pt x="602848" y="446105"/>
                  </a:lnTo>
                  <a:close/>
                  <a:moveTo>
                    <a:pt x="568540" y="470575"/>
                  </a:moveTo>
                  <a:lnTo>
                    <a:pt x="574199" y="472099"/>
                  </a:lnTo>
                  <a:lnTo>
                    <a:pt x="576866" y="473540"/>
                  </a:lnTo>
                  <a:close/>
                  <a:moveTo>
                    <a:pt x="580107" y="470575"/>
                  </a:moveTo>
                  <a:lnTo>
                    <a:pt x="576866" y="473540"/>
                  </a:lnTo>
                  <a:lnTo>
                    <a:pt x="574199" y="472099"/>
                  </a:lnTo>
                  <a:close/>
                  <a:moveTo>
                    <a:pt x="568540" y="470575"/>
                  </a:moveTo>
                  <a:lnTo>
                    <a:pt x="576866" y="473540"/>
                  </a:lnTo>
                  <a:lnTo>
                    <a:pt x="582905" y="465021"/>
                  </a:lnTo>
                  <a:close/>
                  <a:moveTo>
                    <a:pt x="582905" y="465021"/>
                  </a:moveTo>
                  <a:lnTo>
                    <a:pt x="576866" y="473540"/>
                  </a:lnTo>
                  <a:lnTo>
                    <a:pt x="580107" y="470575"/>
                  </a:lnTo>
                  <a:close/>
                  <a:moveTo>
                    <a:pt x="594156" y="441976"/>
                  </a:moveTo>
                  <a:lnTo>
                    <a:pt x="602848" y="446105"/>
                  </a:lnTo>
                  <a:lnTo>
                    <a:pt x="607716" y="427192"/>
                  </a:lnTo>
                  <a:close/>
                  <a:moveTo>
                    <a:pt x="582905" y="465021"/>
                  </a:moveTo>
                  <a:lnTo>
                    <a:pt x="602848" y="446105"/>
                  </a:lnTo>
                  <a:lnTo>
                    <a:pt x="594156" y="441976"/>
                  </a:lnTo>
                  <a:close/>
                  <a:moveTo>
                    <a:pt x="580107" y="470575"/>
                  </a:moveTo>
                  <a:lnTo>
                    <a:pt x="602848" y="446105"/>
                  </a:lnTo>
                  <a:lnTo>
                    <a:pt x="582905" y="465021"/>
                  </a:lnTo>
                  <a:close/>
                  <a:moveTo>
                    <a:pt x="607716" y="427192"/>
                  </a:moveTo>
                  <a:lnTo>
                    <a:pt x="602848" y="446105"/>
                  </a:lnTo>
                  <a:lnTo>
                    <a:pt x="609852" y="433820"/>
                  </a:lnTo>
                  <a:close/>
                  <a:moveTo>
                    <a:pt x="672112" y="388080"/>
                  </a:moveTo>
                  <a:lnTo>
                    <a:pt x="646449" y="388339"/>
                  </a:lnTo>
                  <a:lnTo>
                    <a:pt x="700254" y="368721"/>
                  </a:lnTo>
                  <a:close/>
                  <a:moveTo>
                    <a:pt x="700800" y="345515"/>
                  </a:moveTo>
                  <a:lnTo>
                    <a:pt x="692815" y="385096"/>
                  </a:lnTo>
                  <a:lnTo>
                    <a:pt x="700254" y="368721"/>
                  </a:lnTo>
                  <a:close/>
                  <a:moveTo>
                    <a:pt x="707778" y="355272"/>
                  </a:moveTo>
                  <a:lnTo>
                    <a:pt x="700254" y="368721"/>
                  </a:lnTo>
                  <a:lnTo>
                    <a:pt x="705123" y="362698"/>
                  </a:lnTo>
                  <a:close/>
                  <a:moveTo>
                    <a:pt x="705123" y="362698"/>
                  </a:moveTo>
                  <a:lnTo>
                    <a:pt x="713134" y="320671"/>
                  </a:lnTo>
                  <a:lnTo>
                    <a:pt x="707778" y="355272"/>
                  </a:lnTo>
                  <a:close/>
                  <a:moveTo>
                    <a:pt x="743055" y="218067"/>
                  </a:moveTo>
                  <a:lnTo>
                    <a:pt x="714733" y="230438"/>
                  </a:lnTo>
                  <a:lnTo>
                    <a:pt x="711165" y="272005"/>
                  </a:lnTo>
                  <a:close/>
                  <a:moveTo>
                    <a:pt x="727893" y="90618"/>
                  </a:moveTo>
                  <a:lnTo>
                    <a:pt x="723991" y="118355"/>
                  </a:lnTo>
                  <a:lnTo>
                    <a:pt x="710632" y="118900"/>
                  </a:lnTo>
                  <a:close/>
                  <a:moveTo>
                    <a:pt x="829543" y="41973"/>
                  </a:moveTo>
                  <a:lnTo>
                    <a:pt x="827317" y="39068"/>
                  </a:lnTo>
                  <a:lnTo>
                    <a:pt x="811220" y="53413"/>
                  </a:lnTo>
                  <a:close/>
                  <a:moveTo>
                    <a:pt x="795402" y="42641"/>
                  </a:moveTo>
                  <a:lnTo>
                    <a:pt x="804856" y="56252"/>
                  </a:lnTo>
                  <a:lnTo>
                    <a:pt x="811220" y="53413"/>
                  </a:lnTo>
                  <a:close/>
                  <a:moveTo>
                    <a:pt x="811220" y="53413"/>
                  </a:moveTo>
                  <a:lnTo>
                    <a:pt x="843840" y="50797"/>
                  </a:lnTo>
                  <a:lnTo>
                    <a:pt x="829543" y="41973"/>
                  </a:lnTo>
                  <a:close/>
                  <a:moveTo>
                    <a:pt x="843840" y="50797"/>
                  </a:moveTo>
                  <a:lnTo>
                    <a:pt x="865458" y="39863"/>
                  </a:lnTo>
                  <a:lnTo>
                    <a:pt x="829543" y="41973"/>
                  </a:lnTo>
                  <a:close/>
                  <a:moveTo>
                    <a:pt x="869384" y="39068"/>
                  </a:moveTo>
                  <a:lnTo>
                    <a:pt x="865458" y="39863"/>
                  </a:lnTo>
                  <a:lnTo>
                    <a:pt x="898975" y="36154"/>
                  </a:lnTo>
                  <a:close/>
                  <a:moveTo>
                    <a:pt x="866564" y="39551"/>
                  </a:moveTo>
                  <a:lnTo>
                    <a:pt x="829543" y="41973"/>
                  </a:lnTo>
                  <a:lnTo>
                    <a:pt x="865458" y="39863"/>
                  </a:lnTo>
                  <a:close/>
                  <a:moveTo>
                    <a:pt x="869384" y="39068"/>
                  </a:moveTo>
                  <a:lnTo>
                    <a:pt x="866564" y="39551"/>
                  </a:lnTo>
                  <a:lnTo>
                    <a:pt x="865458" y="39863"/>
                  </a:lnTo>
                  <a:close/>
                  <a:moveTo>
                    <a:pt x="927215" y="45529"/>
                  </a:moveTo>
                  <a:lnTo>
                    <a:pt x="869384" y="39068"/>
                  </a:lnTo>
                  <a:lnTo>
                    <a:pt x="901659" y="37520"/>
                  </a:lnTo>
                  <a:close/>
                  <a:moveTo>
                    <a:pt x="866564" y="39551"/>
                  </a:moveTo>
                  <a:lnTo>
                    <a:pt x="869384" y="39068"/>
                  </a:lnTo>
                  <a:lnTo>
                    <a:pt x="927215" y="45529"/>
                  </a:lnTo>
                  <a:close/>
                  <a:moveTo>
                    <a:pt x="927215" y="45529"/>
                  </a:moveTo>
                  <a:lnTo>
                    <a:pt x="958075" y="36332"/>
                  </a:lnTo>
                  <a:lnTo>
                    <a:pt x="982729" y="32304"/>
                  </a:lnTo>
                  <a:close/>
                  <a:moveTo>
                    <a:pt x="982729" y="32304"/>
                  </a:moveTo>
                  <a:lnTo>
                    <a:pt x="958075" y="36332"/>
                  </a:lnTo>
                  <a:lnTo>
                    <a:pt x="1010900" y="13053"/>
                  </a:lnTo>
                  <a:close/>
                  <a:moveTo>
                    <a:pt x="988075" y="21885"/>
                  </a:moveTo>
                  <a:lnTo>
                    <a:pt x="1017915" y="4702"/>
                  </a:lnTo>
                  <a:lnTo>
                    <a:pt x="1010900" y="13053"/>
                  </a:lnTo>
                  <a:close/>
                  <a:moveTo>
                    <a:pt x="1014450" y="0"/>
                  </a:moveTo>
                  <a:lnTo>
                    <a:pt x="982729" y="32304"/>
                  </a:lnTo>
                  <a:lnTo>
                    <a:pt x="1010900" y="13053"/>
                  </a:lnTo>
                  <a:close/>
                  <a:moveTo>
                    <a:pt x="1014450" y="0"/>
                  </a:moveTo>
                  <a:lnTo>
                    <a:pt x="1010900" y="13053"/>
                  </a:lnTo>
                  <a:lnTo>
                    <a:pt x="1017915" y="4702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80" name="Input_density__179">
              <a:extLst>
                <a:ext uri="{FF2B5EF4-FFF2-40B4-BE49-F238E27FC236}">
                  <a16:creationId xmlns:a16="http://schemas.microsoft.com/office/drawing/2014/main" id="{221140D8-88A8-5580-0555-6A7085D760E9}"/>
                </a:ext>
              </a:extLst>
            </p:cNvPr>
            <p:cNvSpPr>
              <a:spLocks noGrp="1"/>
            </p:cNvSpPr>
            <p:nvPr/>
          </p:nvSpPr>
          <p:spPr>
            <a:xfrm>
              <a:off x="582403" y="1617435"/>
              <a:ext cx="969864" cy="509612"/>
            </a:xfrm>
            <a:custGeom>
              <a:avLst/>
              <a:gdLst/>
              <a:ahLst/>
              <a:cxnLst/>
              <a:rect l="0" t="0" r="0" b="0"/>
              <a:pathLst>
                <a:path w="969864" h="509612">
                  <a:moveTo>
                    <a:pt x="129671" y="490001"/>
                  </a:moveTo>
                  <a:lnTo>
                    <a:pt x="99840" y="478814"/>
                  </a:lnTo>
                  <a:lnTo>
                    <a:pt x="90802" y="504721"/>
                  </a:lnTo>
                  <a:close/>
                  <a:moveTo>
                    <a:pt x="90802" y="504721"/>
                  </a:moveTo>
                  <a:lnTo>
                    <a:pt x="123525" y="498386"/>
                  </a:lnTo>
                  <a:lnTo>
                    <a:pt x="129671" y="490001"/>
                  </a:lnTo>
                  <a:close/>
                  <a:moveTo>
                    <a:pt x="157330" y="468837"/>
                  </a:moveTo>
                  <a:lnTo>
                    <a:pt x="100957" y="478853"/>
                  </a:lnTo>
                  <a:lnTo>
                    <a:pt x="129671" y="490001"/>
                  </a:lnTo>
                  <a:close/>
                  <a:moveTo>
                    <a:pt x="0" y="368549"/>
                  </a:moveTo>
                  <a:lnTo>
                    <a:pt x="28085" y="359340"/>
                  </a:lnTo>
                  <a:lnTo>
                    <a:pt x="12887" y="361988"/>
                  </a:lnTo>
                  <a:close/>
                  <a:moveTo>
                    <a:pt x="129671" y="490001"/>
                  </a:moveTo>
                  <a:lnTo>
                    <a:pt x="123525" y="498386"/>
                  </a:lnTo>
                  <a:lnTo>
                    <a:pt x="134781" y="496055"/>
                  </a:lnTo>
                  <a:close/>
                  <a:moveTo>
                    <a:pt x="134781" y="496055"/>
                  </a:moveTo>
                  <a:lnTo>
                    <a:pt x="157330" y="468837"/>
                  </a:lnTo>
                  <a:lnTo>
                    <a:pt x="129671" y="490001"/>
                  </a:lnTo>
                  <a:close/>
                  <a:moveTo>
                    <a:pt x="134781" y="496055"/>
                  </a:moveTo>
                  <a:lnTo>
                    <a:pt x="181681" y="485014"/>
                  </a:lnTo>
                  <a:lnTo>
                    <a:pt x="157330" y="468837"/>
                  </a:lnTo>
                  <a:close/>
                  <a:moveTo>
                    <a:pt x="157330" y="468837"/>
                  </a:moveTo>
                  <a:lnTo>
                    <a:pt x="181681" y="485014"/>
                  </a:lnTo>
                  <a:lnTo>
                    <a:pt x="162259" y="461631"/>
                  </a:lnTo>
                  <a:close/>
                  <a:moveTo>
                    <a:pt x="162259" y="461631"/>
                  </a:moveTo>
                  <a:lnTo>
                    <a:pt x="181681" y="485014"/>
                  </a:lnTo>
                  <a:lnTo>
                    <a:pt x="195546" y="481202"/>
                  </a:lnTo>
                  <a:close/>
                  <a:moveTo>
                    <a:pt x="162259" y="461631"/>
                  </a:moveTo>
                  <a:lnTo>
                    <a:pt x="195546" y="481202"/>
                  </a:lnTo>
                  <a:lnTo>
                    <a:pt x="197960" y="444448"/>
                  </a:lnTo>
                  <a:close/>
                  <a:moveTo>
                    <a:pt x="181681" y="485014"/>
                  </a:moveTo>
                  <a:lnTo>
                    <a:pt x="193968" y="509612"/>
                  </a:lnTo>
                  <a:lnTo>
                    <a:pt x="195546" y="481202"/>
                  </a:lnTo>
                  <a:close/>
                  <a:moveTo>
                    <a:pt x="166597" y="280244"/>
                  </a:moveTo>
                  <a:lnTo>
                    <a:pt x="193111" y="299816"/>
                  </a:lnTo>
                  <a:lnTo>
                    <a:pt x="210545" y="263061"/>
                  </a:lnTo>
                  <a:close/>
                  <a:moveTo>
                    <a:pt x="258926" y="282632"/>
                  </a:moveTo>
                  <a:lnTo>
                    <a:pt x="235804" y="289113"/>
                  </a:lnTo>
                  <a:lnTo>
                    <a:pt x="239841" y="330578"/>
                  </a:lnTo>
                  <a:close/>
                  <a:moveTo>
                    <a:pt x="210545" y="263061"/>
                  </a:moveTo>
                  <a:lnTo>
                    <a:pt x="235804" y="289113"/>
                  </a:lnTo>
                  <a:lnTo>
                    <a:pt x="213802" y="262253"/>
                  </a:lnTo>
                  <a:close/>
                  <a:moveTo>
                    <a:pt x="210545" y="263061"/>
                  </a:moveTo>
                  <a:lnTo>
                    <a:pt x="193111" y="299816"/>
                  </a:lnTo>
                  <a:lnTo>
                    <a:pt x="235804" y="289113"/>
                  </a:lnTo>
                  <a:close/>
                  <a:moveTo>
                    <a:pt x="258926" y="282632"/>
                  </a:moveTo>
                  <a:lnTo>
                    <a:pt x="272976" y="267234"/>
                  </a:lnTo>
                  <a:lnTo>
                    <a:pt x="235804" y="289113"/>
                  </a:lnTo>
                  <a:close/>
                  <a:moveTo>
                    <a:pt x="212379" y="261455"/>
                  </a:moveTo>
                  <a:lnTo>
                    <a:pt x="210545" y="263061"/>
                  </a:lnTo>
                  <a:lnTo>
                    <a:pt x="213802" y="262253"/>
                  </a:lnTo>
                  <a:close/>
                  <a:moveTo>
                    <a:pt x="390032" y="338959"/>
                  </a:moveTo>
                  <a:lnTo>
                    <a:pt x="413103" y="321206"/>
                  </a:lnTo>
                  <a:lnTo>
                    <a:pt x="380186" y="342492"/>
                  </a:lnTo>
                  <a:close/>
                  <a:moveTo>
                    <a:pt x="380186" y="342492"/>
                  </a:moveTo>
                  <a:lnTo>
                    <a:pt x="387581" y="350360"/>
                  </a:lnTo>
                  <a:lnTo>
                    <a:pt x="390032" y="338959"/>
                  </a:lnTo>
                  <a:close/>
                  <a:moveTo>
                    <a:pt x="258926" y="282632"/>
                  </a:moveTo>
                  <a:lnTo>
                    <a:pt x="298487" y="309988"/>
                  </a:lnTo>
                  <a:lnTo>
                    <a:pt x="284396" y="276696"/>
                  </a:lnTo>
                  <a:close/>
                  <a:moveTo>
                    <a:pt x="298487" y="309988"/>
                  </a:moveTo>
                  <a:lnTo>
                    <a:pt x="324964" y="270804"/>
                  </a:lnTo>
                  <a:lnTo>
                    <a:pt x="284396" y="276696"/>
                  </a:lnTo>
                  <a:close/>
                  <a:moveTo>
                    <a:pt x="272976" y="267234"/>
                  </a:moveTo>
                  <a:lnTo>
                    <a:pt x="258926" y="282632"/>
                  </a:lnTo>
                  <a:lnTo>
                    <a:pt x="284396" y="276696"/>
                  </a:lnTo>
                  <a:close/>
                  <a:moveTo>
                    <a:pt x="717118" y="258190"/>
                  </a:moveTo>
                  <a:lnTo>
                    <a:pt x="700306" y="270226"/>
                  </a:lnTo>
                  <a:lnTo>
                    <a:pt x="723826" y="254450"/>
                  </a:lnTo>
                  <a:close/>
                  <a:moveTo>
                    <a:pt x="697609" y="233471"/>
                  </a:moveTo>
                  <a:lnTo>
                    <a:pt x="717118" y="258190"/>
                  </a:lnTo>
                  <a:lnTo>
                    <a:pt x="723671" y="253042"/>
                  </a:lnTo>
                  <a:close/>
                  <a:moveTo>
                    <a:pt x="717118" y="258190"/>
                  </a:moveTo>
                  <a:lnTo>
                    <a:pt x="723826" y="254450"/>
                  </a:lnTo>
                  <a:lnTo>
                    <a:pt x="723671" y="253042"/>
                  </a:lnTo>
                  <a:close/>
                  <a:moveTo>
                    <a:pt x="723826" y="254450"/>
                  </a:moveTo>
                  <a:lnTo>
                    <a:pt x="750237" y="276012"/>
                  </a:lnTo>
                  <a:lnTo>
                    <a:pt x="723671" y="253042"/>
                  </a:lnTo>
                  <a:close/>
                  <a:moveTo>
                    <a:pt x="723438" y="216287"/>
                  </a:moveTo>
                  <a:lnTo>
                    <a:pt x="723671" y="253042"/>
                  </a:lnTo>
                  <a:lnTo>
                    <a:pt x="750376" y="235859"/>
                  </a:lnTo>
                  <a:close/>
                  <a:moveTo>
                    <a:pt x="723438" y="216287"/>
                  </a:moveTo>
                  <a:lnTo>
                    <a:pt x="750376" y="235859"/>
                  </a:lnTo>
                  <a:lnTo>
                    <a:pt x="751933" y="199104"/>
                  </a:lnTo>
                  <a:close/>
                  <a:moveTo>
                    <a:pt x="751933" y="199104"/>
                  </a:moveTo>
                  <a:lnTo>
                    <a:pt x="762205" y="177160"/>
                  </a:lnTo>
                  <a:lnTo>
                    <a:pt x="736217" y="179532"/>
                  </a:lnTo>
                  <a:close/>
                  <a:moveTo>
                    <a:pt x="787644" y="176062"/>
                  </a:moveTo>
                  <a:lnTo>
                    <a:pt x="751933" y="199104"/>
                  </a:lnTo>
                  <a:lnTo>
                    <a:pt x="786842" y="181921"/>
                  </a:lnTo>
                  <a:close/>
                  <a:moveTo>
                    <a:pt x="787644" y="176062"/>
                  </a:moveTo>
                  <a:lnTo>
                    <a:pt x="762205" y="177160"/>
                  </a:lnTo>
                  <a:lnTo>
                    <a:pt x="751933" y="199104"/>
                  </a:lnTo>
                  <a:close/>
                  <a:moveTo>
                    <a:pt x="760374" y="125594"/>
                  </a:moveTo>
                  <a:lnTo>
                    <a:pt x="790809" y="145165"/>
                  </a:lnTo>
                  <a:lnTo>
                    <a:pt x="792034" y="108411"/>
                  </a:lnTo>
                  <a:close/>
                  <a:moveTo>
                    <a:pt x="787644" y="176062"/>
                  </a:moveTo>
                  <a:lnTo>
                    <a:pt x="792393" y="179334"/>
                  </a:lnTo>
                  <a:lnTo>
                    <a:pt x="790809" y="145165"/>
                  </a:lnTo>
                  <a:close/>
                  <a:moveTo>
                    <a:pt x="792034" y="108411"/>
                  </a:moveTo>
                  <a:lnTo>
                    <a:pt x="829225" y="110741"/>
                  </a:lnTo>
                  <a:lnTo>
                    <a:pt x="812154" y="100862"/>
                  </a:lnTo>
                  <a:close/>
                  <a:moveTo>
                    <a:pt x="821820" y="127982"/>
                  </a:moveTo>
                  <a:lnTo>
                    <a:pt x="829225" y="110741"/>
                  </a:lnTo>
                  <a:lnTo>
                    <a:pt x="792034" y="108411"/>
                  </a:lnTo>
                  <a:close/>
                  <a:moveTo>
                    <a:pt x="790809" y="145165"/>
                  </a:moveTo>
                  <a:lnTo>
                    <a:pt x="821820" y="127982"/>
                  </a:lnTo>
                  <a:lnTo>
                    <a:pt x="792034" y="108411"/>
                  </a:lnTo>
                  <a:close/>
                  <a:moveTo>
                    <a:pt x="838031" y="91227"/>
                  </a:moveTo>
                  <a:lnTo>
                    <a:pt x="823536" y="54472"/>
                  </a:lnTo>
                  <a:lnTo>
                    <a:pt x="812154" y="100862"/>
                  </a:lnTo>
                  <a:close/>
                  <a:moveTo>
                    <a:pt x="823536" y="54472"/>
                  </a:moveTo>
                  <a:lnTo>
                    <a:pt x="808256" y="59284"/>
                  </a:lnTo>
                  <a:lnTo>
                    <a:pt x="812154" y="100862"/>
                  </a:lnTo>
                  <a:close/>
                  <a:moveTo>
                    <a:pt x="812154" y="100862"/>
                  </a:moveTo>
                  <a:lnTo>
                    <a:pt x="829225" y="110741"/>
                  </a:lnTo>
                  <a:lnTo>
                    <a:pt x="838031" y="91227"/>
                  </a:lnTo>
                  <a:close/>
                  <a:moveTo>
                    <a:pt x="829225" y="110741"/>
                  </a:moveTo>
                  <a:lnTo>
                    <a:pt x="846990" y="117288"/>
                  </a:lnTo>
                  <a:lnTo>
                    <a:pt x="838031" y="91227"/>
                  </a:lnTo>
                  <a:close/>
                  <a:moveTo>
                    <a:pt x="838031" y="91227"/>
                  </a:moveTo>
                  <a:lnTo>
                    <a:pt x="860170" y="110799"/>
                  </a:lnTo>
                  <a:lnTo>
                    <a:pt x="863476" y="74044"/>
                  </a:lnTo>
                  <a:close/>
                  <a:moveTo>
                    <a:pt x="823536" y="54472"/>
                  </a:moveTo>
                  <a:lnTo>
                    <a:pt x="838031" y="91227"/>
                  </a:lnTo>
                  <a:lnTo>
                    <a:pt x="863476" y="74044"/>
                  </a:lnTo>
                  <a:close/>
                  <a:moveTo>
                    <a:pt x="823536" y="54472"/>
                  </a:moveTo>
                  <a:lnTo>
                    <a:pt x="863476" y="74044"/>
                  </a:lnTo>
                  <a:lnTo>
                    <a:pt x="862587" y="37289"/>
                  </a:lnTo>
                  <a:close/>
                  <a:moveTo>
                    <a:pt x="866677" y="29982"/>
                  </a:moveTo>
                  <a:lnTo>
                    <a:pt x="823536" y="54472"/>
                  </a:lnTo>
                  <a:lnTo>
                    <a:pt x="862587" y="37289"/>
                  </a:lnTo>
                  <a:close/>
                  <a:moveTo>
                    <a:pt x="862587" y="37289"/>
                  </a:moveTo>
                  <a:lnTo>
                    <a:pt x="898392" y="52353"/>
                  </a:lnTo>
                  <a:lnTo>
                    <a:pt x="874646" y="32398"/>
                  </a:lnTo>
                  <a:close/>
                  <a:moveTo>
                    <a:pt x="866677" y="29982"/>
                  </a:moveTo>
                  <a:lnTo>
                    <a:pt x="862587" y="37289"/>
                  </a:lnTo>
                  <a:lnTo>
                    <a:pt x="874646" y="32398"/>
                  </a:lnTo>
                  <a:close/>
                  <a:moveTo>
                    <a:pt x="919447" y="6500"/>
                  </a:moveTo>
                  <a:lnTo>
                    <a:pt x="874646" y="32398"/>
                  </a:lnTo>
                  <a:lnTo>
                    <a:pt x="906455" y="20106"/>
                  </a:lnTo>
                  <a:close/>
                  <a:moveTo>
                    <a:pt x="866677" y="29982"/>
                  </a:moveTo>
                  <a:lnTo>
                    <a:pt x="874646" y="32398"/>
                  </a:lnTo>
                  <a:lnTo>
                    <a:pt x="919447" y="6500"/>
                  </a:lnTo>
                  <a:close/>
                  <a:moveTo>
                    <a:pt x="874646" y="32398"/>
                  </a:moveTo>
                  <a:lnTo>
                    <a:pt x="898392" y="52353"/>
                  </a:lnTo>
                  <a:lnTo>
                    <a:pt x="906455" y="20106"/>
                  </a:lnTo>
                  <a:close/>
                  <a:moveTo>
                    <a:pt x="947762" y="44792"/>
                  </a:moveTo>
                  <a:lnTo>
                    <a:pt x="969864" y="9165"/>
                  </a:lnTo>
                  <a:lnTo>
                    <a:pt x="931182" y="13524"/>
                  </a:lnTo>
                  <a:close/>
                  <a:moveTo>
                    <a:pt x="919447" y="6500"/>
                  </a:moveTo>
                  <a:lnTo>
                    <a:pt x="906455" y="20106"/>
                  </a:lnTo>
                  <a:lnTo>
                    <a:pt x="931182" y="13524"/>
                  </a:lnTo>
                  <a:close/>
                  <a:moveTo>
                    <a:pt x="931182" y="13524"/>
                  </a:moveTo>
                  <a:lnTo>
                    <a:pt x="951028" y="0"/>
                  </a:lnTo>
                  <a:lnTo>
                    <a:pt x="919447" y="6500"/>
                  </a:lnTo>
                  <a:close/>
                  <a:moveTo>
                    <a:pt x="931182" y="13524"/>
                  </a:moveTo>
                  <a:lnTo>
                    <a:pt x="969864" y="9165"/>
                  </a:lnTo>
                  <a:lnTo>
                    <a:pt x="951028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81" name="Input_density__180">
              <a:extLst>
                <a:ext uri="{FF2B5EF4-FFF2-40B4-BE49-F238E27FC236}">
                  <a16:creationId xmlns:a16="http://schemas.microsoft.com/office/drawing/2014/main" id="{F3DA21DD-17A5-7FF0-6004-587605E81E36}"/>
                </a:ext>
              </a:extLst>
            </p:cNvPr>
            <p:cNvSpPr>
              <a:spLocks noGrp="1"/>
            </p:cNvSpPr>
            <p:nvPr/>
          </p:nvSpPr>
          <p:spPr>
            <a:xfrm>
              <a:off x="536937" y="1659259"/>
              <a:ext cx="1047327" cy="698679"/>
            </a:xfrm>
            <a:custGeom>
              <a:avLst/>
              <a:gdLst/>
              <a:ahLst/>
              <a:cxnLst/>
              <a:rect l="0" t="0" r="0" b="0"/>
              <a:pathLst>
                <a:path w="1047327" h="698679">
                  <a:moveTo>
                    <a:pt x="102654" y="601194"/>
                  </a:moveTo>
                  <a:lnTo>
                    <a:pt x="136707" y="641529"/>
                  </a:lnTo>
                  <a:lnTo>
                    <a:pt x="139028" y="630161"/>
                  </a:lnTo>
                  <a:close/>
                  <a:moveTo>
                    <a:pt x="136707" y="641529"/>
                  </a:moveTo>
                  <a:lnTo>
                    <a:pt x="149655" y="637949"/>
                  </a:lnTo>
                  <a:lnTo>
                    <a:pt x="139028" y="630161"/>
                  </a:lnTo>
                  <a:close/>
                  <a:moveTo>
                    <a:pt x="205300" y="657521"/>
                  </a:moveTo>
                  <a:lnTo>
                    <a:pt x="190674" y="698679"/>
                  </a:lnTo>
                  <a:lnTo>
                    <a:pt x="205515" y="657962"/>
                  </a:lnTo>
                  <a:close/>
                  <a:moveTo>
                    <a:pt x="205300" y="657521"/>
                  </a:moveTo>
                  <a:lnTo>
                    <a:pt x="171786" y="674704"/>
                  </a:lnTo>
                  <a:lnTo>
                    <a:pt x="190674" y="698679"/>
                  </a:lnTo>
                  <a:close/>
                  <a:moveTo>
                    <a:pt x="188715" y="626336"/>
                  </a:moveTo>
                  <a:lnTo>
                    <a:pt x="139028" y="630161"/>
                  </a:lnTo>
                  <a:lnTo>
                    <a:pt x="149655" y="637949"/>
                  </a:lnTo>
                  <a:close/>
                  <a:moveTo>
                    <a:pt x="15872" y="447222"/>
                  </a:moveTo>
                  <a:lnTo>
                    <a:pt x="9138" y="440240"/>
                  </a:lnTo>
                  <a:lnTo>
                    <a:pt x="29208" y="473746"/>
                  </a:lnTo>
                  <a:close/>
                  <a:moveTo>
                    <a:pt x="29208" y="473746"/>
                  </a:moveTo>
                  <a:lnTo>
                    <a:pt x="9138" y="440240"/>
                  </a:lnTo>
                  <a:lnTo>
                    <a:pt x="0" y="454174"/>
                  </a:lnTo>
                  <a:close/>
                  <a:moveTo>
                    <a:pt x="9138" y="440240"/>
                  </a:moveTo>
                  <a:lnTo>
                    <a:pt x="11740" y="431775"/>
                  </a:lnTo>
                  <a:lnTo>
                    <a:pt x="0" y="454174"/>
                  </a:lnTo>
                  <a:close/>
                  <a:moveTo>
                    <a:pt x="0" y="454174"/>
                  </a:moveTo>
                  <a:lnTo>
                    <a:pt x="11740" y="431775"/>
                  </a:lnTo>
                  <a:lnTo>
                    <a:pt x="15282" y="400236"/>
                  </a:lnTo>
                  <a:close/>
                  <a:moveTo>
                    <a:pt x="205515" y="657962"/>
                  </a:moveTo>
                  <a:lnTo>
                    <a:pt x="238370" y="640337"/>
                  </a:lnTo>
                  <a:lnTo>
                    <a:pt x="205738" y="657244"/>
                  </a:lnTo>
                  <a:close/>
                  <a:moveTo>
                    <a:pt x="238370" y="640337"/>
                  </a:moveTo>
                  <a:lnTo>
                    <a:pt x="203640" y="614202"/>
                  </a:lnTo>
                  <a:lnTo>
                    <a:pt x="202616" y="620766"/>
                  </a:lnTo>
                  <a:close/>
                  <a:moveTo>
                    <a:pt x="205260" y="657008"/>
                  </a:moveTo>
                  <a:lnTo>
                    <a:pt x="205738" y="657244"/>
                  </a:lnTo>
                  <a:lnTo>
                    <a:pt x="238370" y="640337"/>
                  </a:lnTo>
                  <a:close/>
                  <a:moveTo>
                    <a:pt x="202616" y="620766"/>
                  </a:moveTo>
                  <a:lnTo>
                    <a:pt x="205260" y="657008"/>
                  </a:lnTo>
                  <a:lnTo>
                    <a:pt x="238370" y="640337"/>
                  </a:lnTo>
                  <a:close/>
                  <a:moveTo>
                    <a:pt x="136269" y="462897"/>
                  </a:moveTo>
                  <a:lnTo>
                    <a:pt x="147226" y="468396"/>
                  </a:lnTo>
                  <a:lnTo>
                    <a:pt x="168991" y="456562"/>
                  </a:lnTo>
                  <a:close/>
                  <a:moveTo>
                    <a:pt x="51742" y="360552"/>
                  </a:moveTo>
                  <a:lnTo>
                    <a:pt x="55811" y="346297"/>
                  </a:lnTo>
                  <a:lnTo>
                    <a:pt x="42224" y="363481"/>
                  </a:lnTo>
                  <a:close/>
                  <a:moveTo>
                    <a:pt x="212745" y="476134"/>
                  </a:moveTo>
                  <a:lnTo>
                    <a:pt x="239435" y="467789"/>
                  </a:lnTo>
                  <a:lnTo>
                    <a:pt x="208129" y="476311"/>
                  </a:lnTo>
                  <a:close/>
                  <a:moveTo>
                    <a:pt x="208129" y="476311"/>
                  </a:moveTo>
                  <a:lnTo>
                    <a:pt x="208529" y="476812"/>
                  </a:lnTo>
                  <a:lnTo>
                    <a:pt x="212745" y="476134"/>
                  </a:lnTo>
                  <a:close/>
                  <a:moveTo>
                    <a:pt x="208529" y="476812"/>
                  </a:moveTo>
                  <a:lnTo>
                    <a:pt x="208129" y="476311"/>
                  </a:lnTo>
                  <a:lnTo>
                    <a:pt x="207063" y="476134"/>
                  </a:lnTo>
                  <a:close/>
                  <a:moveTo>
                    <a:pt x="73552" y="317517"/>
                  </a:moveTo>
                  <a:lnTo>
                    <a:pt x="55811" y="346297"/>
                  </a:lnTo>
                  <a:lnTo>
                    <a:pt x="69031" y="328985"/>
                  </a:lnTo>
                  <a:close/>
                  <a:moveTo>
                    <a:pt x="94147" y="298310"/>
                  </a:moveTo>
                  <a:lnTo>
                    <a:pt x="73552" y="317517"/>
                  </a:lnTo>
                  <a:lnTo>
                    <a:pt x="69031" y="328985"/>
                  </a:lnTo>
                  <a:close/>
                  <a:moveTo>
                    <a:pt x="358856" y="569279"/>
                  </a:moveTo>
                  <a:lnTo>
                    <a:pt x="326601" y="532461"/>
                  </a:lnTo>
                  <a:lnTo>
                    <a:pt x="311884" y="535631"/>
                  </a:lnTo>
                  <a:close/>
                  <a:moveTo>
                    <a:pt x="311884" y="535631"/>
                  </a:moveTo>
                  <a:lnTo>
                    <a:pt x="284119" y="495706"/>
                  </a:lnTo>
                  <a:lnTo>
                    <a:pt x="255304" y="509794"/>
                  </a:lnTo>
                  <a:close/>
                  <a:moveTo>
                    <a:pt x="311884" y="535631"/>
                  </a:moveTo>
                  <a:lnTo>
                    <a:pt x="255304" y="509794"/>
                  </a:lnTo>
                  <a:lnTo>
                    <a:pt x="272842" y="540283"/>
                  </a:lnTo>
                  <a:close/>
                  <a:moveTo>
                    <a:pt x="311884" y="535631"/>
                  </a:moveTo>
                  <a:lnTo>
                    <a:pt x="326601" y="532461"/>
                  </a:lnTo>
                  <a:lnTo>
                    <a:pt x="311267" y="515574"/>
                  </a:lnTo>
                  <a:close/>
                  <a:moveTo>
                    <a:pt x="212745" y="476134"/>
                  </a:moveTo>
                  <a:lnTo>
                    <a:pt x="267791" y="477600"/>
                  </a:lnTo>
                  <a:lnTo>
                    <a:pt x="258945" y="458951"/>
                  </a:lnTo>
                  <a:close/>
                  <a:moveTo>
                    <a:pt x="255304" y="509794"/>
                  </a:moveTo>
                  <a:lnTo>
                    <a:pt x="284119" y="495706"/>
                  </a:lnTo>
                  <a:lnTo>
                    <a:pt x="267791" y="477600"/>
                  </a:lnTo>
                  <a:close/>
                  <a:moveTo>
                    <a:pt x="259323" y="445942"/>
                  </a:moveTo>
                  <a:lnTo>
                    <a:pt x="212745" y="476134"/>
                  </a:lnTo>
                  <a:lnTo>
                    <a:pt x="258945" y="458951"/>
                  </a:lnTo>
                  <a:close/>
                  <a:moveTo>
                    <a:pt x="259323" y="445942"/>
                  </a:moveTo>
                  <a:lnTo>
                    <a:pt x="260239" y="422196"/>
                  </a:lnTo>
                  <a:lnTo>
                    <a:pt x="241012" y="439379"/>
                  </a:lnTo>
                  <a:close/>
                  <a:moveTo>
                    <a:pt x="124788" y="275176"/>
                  </a:moveTo>
                  <a:lnTo>
                    <a:pt x="127404" y="291115"/>
                  </a:lnTo>
                  <a:lnTo>
                    <a:pt x="115777" y="282973"/>
                  </a:lnTo>
                  <a:close/>
                  <a:moveTo>
                    <a:pt x="143649" y="262607"/>
                  </a:moveTo>
                  <a:lnTo>
                    <a:pt x="124788" y="275176"/>
                  </a:lnTo>
                  <a:lnTo>
                    <a:pt x="159901" y="264696"/>
                  </a:lnTo>
                  <a:close/>
                  <a:moveTo>
                    <a:pt x="198097" y="260732"/>
                  </a:moveTo>
                  <a:lnTo>
                    <a:pt x="159901" y="264696"/>
                  </a:lnTo>
                  <a:lnTo>
                    <a:pt x="201914" y="259665"/>
                  </a:lnTo>
                  <a:close/>
                  <a:moveTo>
                    <a:pt x="159901" y="264696"/>
                  </a:moveTo>
                  <a:lnTo>
                    <a:pt x="171220" y="269480"/>
                  </a:lnTo>
                  <a:lnTo>
                    <a:pt x="201914" y="259665"/>
                  </a:lnTo>
                  <a:close/>
                  <a:moveTo>
                    <a:pt x="198097" y="260732"/>
                  </a:moveTo>
                  <a:lnTo>
                    <a:pt x="201914" y="259665"/>
                  </a:lnTo>
                  <a:lnTo>
                    <a:pt x="235556" y="260872"/>
                  </a:lnTo>
                  <a:close/>
                  <a:moveTo>
                    <a:pt x="564428" y="645114"/>
                  </a:moveTo>
                  <a:lnTo>
                    <a:pt x="558187" y="608359"/>
                  </a:lnTo>
                  <a:lnTo>
                    <a:pt x="568864" y="662297"/>
                  </a:lnTo>
                  <a:close/>
                  <a:moveTo>
                    <a:pt x="549668" y="571604"/>
                  </a:moveTo>
                  <a:lnTo>
                    <a:pt x="533286" y="588787"/>
                  </a:lnTo>
                  <a:lnTo>
                    <a:pt x="558187" y="608359"/>
                  </a:lnTo>
                  <a:close/>
                  <a:moveTo>
                    <a:pt x="229589" y="279877"/>
                  </a:moveTo>
                  <a:lnTo>
                    <a:pt x="235556" y="260872"/>
                  </a:lnTo>
                  <a:lnTo>
                    <a:pt x="201914" y="259665"/>
                  </a:lnTo>
                  <a:close/>
                  <a:moveTo>
                    <a:pt x="229589" y="279877"/>
                  </a:moveTo>
                  <a:lnTo>
                    <a:pt x="259787" y="282414"/>
                  </a:lnTo>
                  <a:lnTo>
                    <a:pt x="235556" y="260872"/>
                  </a:lnTo>
                  <a:close/>
                  <a:moveTo>
                    <a:pt x="259787" y="282414"/>
                  </a:moveTo>
                  <a:lnTo>
                    <a:pt x="238577" y="257992"/>
                  </a:lnTo>
                  <a:lnTo>
                    <a:pt x="235556" y="260872"/>
                  </a:lnTo>
                  <a:close/>
                  <a:moveTo>
                    <a:pt x="281270" y="247289"/>
                  </a:moveTo>
                  <a:lnTo>
                    <a:pt x="238577" y="257992"/>
                  </a:lnTo>
                  <a:lnTo>
                    <a:pt x="259787" y="282414"/>
                  </a:lnTo>
                  <a:close/>
                  <a:moveTo>
                    <a:pt x="285308" y="288755"/>
                  </a:moveTo>
                  <a:lnTo>
                    <a:pt x="281270" y="247289"/>
                  </a:lnTo>
                  <a:lnTo>
                    <a:pt x="259787" y="282414"/>
                  </a:lnTo>
                  <a:close/>
                  <a:moveTo>
                    <a:pt x="312686" y="277564"/>
                  </a:moveTo>
                  <a:lnTo>
                    <a:pt x="304393" y="240809"/>
                  </a:lnTo>
                  <a:lnTo>
                    <a:pt x="285308" y="288755"/>
                  </a:lnTo>
                  <a:close/>
                  <a:moveTo>
                    <a:pt x="549668" y="571604"/>
                  </a:moveTo>
                  <a:lnTo>
                    <a:pt x="608598" y="591175"/>
                  </a:lnTo>
                  <a:lnTo>
                    <a:pt x="598580" y="554576"/>
                  </a:lnTo>
                  <a:close/>
                  <a:moveTo>
                    <a:pt x="599521" y="554420"/>
                  </a:moveTo>
                  <a:lnTo>
                    <a:pt x="598580" y="554576"/>
                  </a:lnTo>
                  <a:lnTo>
                    <a:pt x="608559" y="591016"/>
                  </a:lnTo>
                  <a:close/>
                  <a:moveTo>
                    <a:pt x="430817" y="333891"/>
                  </a:moveTo>
                  <a:lnTo>
                    <a:pt x="409810" y="351074"/>
                  </a:lnTo>
                  <a:lnTo>
                    <a:pt x="438959" y="370645"/>
                  </a:lnTo>
                  <a:close/>
                  <a:moveTo>
                    <a:pt x="312686" y="277564"/>
                  </a:moveTo>
                  <a:lnTo>
                    <a:pt x="338271" y="299543"/>
                  </a:lnTo>
                  <a:lnTo>
                    <a:pt x="343954" y="268165"/>
                  </a:lnTo>
                  <a:close/>
                  <a:moveTo>
                    <a:pt x="338271" y="299543"/>
                  </a:moveTo>
                  <a:lnTo>
                    <a:pt x="386573" y="260381"/>
                  </a:lnTo>
                  <a:lnTo>
                    <a:pt x="343954" y="268165"/>
                  </a:lnTo>
                  <a:close/>
                  <a:moveTo>
                    <a:pt x="386922" y="260659"/>
                  </a:moveTo>
                  <a:lnTo>
                    <a:pt x="386573" y="260381"/>
                  </a:lnTo>
                  <a:lnTo>
                    <a:pt x="338271" y="299543"/>
                  </a:lnTo>
                  <a:close/>
                  <a:moveTo>
                    <a:pt x="386573" y="260381"/>
                  </a:moveTo>
                  <a:lnTo>
                    <a:pt x="386767" y="260080"/>
                  </a:lnTo>
                  <a:lnTo>
                    <a:pt x="343954" y="268165"/>
                  </a:lnTo>
                  <a:close/>
                  <a:moveTo>
                    <a:pt x="599521" y="554420"/>
                  </a:moveTo>
                  <a:lnTo>
                    <a:pt x="608607" y="591171"/>
                  </a:lnTo>
                  <a:lnTo>
                    <a:pt x="634419" y="573992"/>
                  </a:lnTo>
                  <a:close/>
                  <a:moveTo>
                    <a:pt x="689248" y="547339"/>
                  </a:moveTo>
                  <a:lnTo>
                    <a:pt x="668671" y="551769"/>
                  </a:lnTo>
                  <a:lnTo>
                    <a:pt x="670098" y="537237"/>
                  </a:lnTo>
                  <a:close/>
                  <a:moveTo>
                    <a:pt x="430817" y="333891"/>
                  </a:moveTo>
                  <a:lnTo>
                    <a:pt x="438959" y="370645"/>
                  </a:lnTo>
                  <a:lnTo>
                    <a:pt x="450083" y="353462"/>
                  </a:lnTo>
                  <a:close/>
                  <a:moveTo>
                    <a:pt x="386573" y="260381"/>
                  </a:moveTo>
                  <a:lnTo>
                    <a:pt x="386922" y="260659"/>
                  </a:lnTo>
                  <a:lnTo>
                    <a:pt x="386914" y="260327"/>
                  </a:lnTo>
                  <a:close/>
                  <a:moveTo>
                    <a:pt x="386767" y="260080"/>
                  </a:moveTo>
                  <a:lnTo>
                    <a:pt x="386573" y="260381"/>
                  </a:lnTo>
                  <a:lnTo>
                    <a:pt x="386914" y="260327"/>
                  </a:lnTo>
                  <a:close/>
                  <a:moveTo>
                    <a:pt x="386914" y="260327"/>
                  </a:moveTo>
                  <a:lnTo>
                    <a:pt x="386922" y="260659"/>
                  </a:lnTo>
                  <a:lnTo>
                    <a:pt x="387260" y="260381"/>
                  </a:lnTo>
                  <a:close/>
                  <a:moveTo>
                    <a:pt x="386914" y="260327"/>
                  </a:moveTo>
                  <a:lnTo>
                    <a:pt x="387260" y="260381"/>
                  </a:lnTo>
                  <a:lnTo>
                    <a:pt x="386767" y="260080"/>
                  </a:lnTo>
                  <a:close/>
                  <a:moveTo>
                    <a:pt x="670098" y="537237"/>
                  </a:moveTo>
                  <a:lnTo>
                    <a:pt x="706620" y="565665"/>
                  </a:lnTo>
                  <a:lnTo>
                    <a:pt x="689248" y="547339"/>
                  </a:lnTo>
                  <a:close/>
                  <a:moveTo>
                    <a:pt x="694018" y="537237"/>
                  </a:moveTo>
                  <a:lnTo>
                    <a:pt x="743784" y="530453"/>
                  </a:lnTo>
                  <a:lnTo>
                    <a:pt x="736373" y="520054"/>
                  </a:lnTo>
                  <a:close/>
                  <a:moveTo>
                    <a:pt x="694018" y="537237"/>
                  </a:moveTo>
                  <a:lnTo>
                    <a:pt x="689248" y="547339"/>
                  </a:lnTo>
                  <a:lnTo>
                    <a:pt x="706620" y="565665"/>
                  </a:lnTo>
                  <a:close/>
                  <a:moveTo>
                    <a:pt x="688137" y="491197"/>
                  </a:moveTo>
                  <a:lnTo>
                    <a:pt x="670098" y="537237"/>
                  </a:lnTo>
                  <a:lnTo>
                    <a:pt x="683968" y="527596"/>
                  </a:lnTo>
                  <a:close/>
                  <a:moveTo>
                    <a:pt x="736373" y="520054"/>
                  </a:moveTo>
                  <a:lnTo>
                    <a:pt x="737309" y="506244"/>
                  </a:lnTo>
                  <a:lnTo>
                    <a:pt x="694018" y="537237"/>
                  </a:lnTo>
                  <a:close/>
                  <a:moveTo>
                    <a:pt x="694018" y="537237"/>
                  </a:moveTo>
                  <a:lnTo>
                    <a:pt x="737309" y="506244"/>
                  </a:lnTo>
                  <a:lnTo>
                    <a:pt x="688137" y="491197"/>
                  </a:lnTo>
                  <a:close/>
                  <a:moveTo>
                    <a:pt x="688137" y="491197"/>
                  </a:moveTo>
                  <a:lnTo>
                    <a:pt x="737309" y="506244"/>
                  </a:lnTo>
                  <a:lnTo>
                    <a:pt x="728746" y="485271"/>
                  </a:lnTo>
                  <a:close/>
                  <a:moveTo>
                    <a:pt x="694018" y="537237"/>
                  </a:moveTo>
                  <a:lnTo>
                    <a:pt x="688137" y="491197"/>
                  </a:lnTo>
                  <a:lnTo>
                    <a:pt x="683968" y="527596"/>
                  </a:lnTo>
                  <a:close/>
                  <a:moveTo>
                    <a:pt x="691573" y="459821"/>
                  </a:moveTo>
                  <a:lnTo>
                    <a:pt x="679243" y="446544"/>
                  </a:lnTo>
                  <a:lnTo>
                    <a:pt x="688137" y="491197"/>
                  </a:lnTo>
                  <a:close/>
                  <a:moveTo>
                    <a:pt x="688137" y="491197"/>
                  </a:moveTo>
                  <a:lnTo>
                    <a:pt x="728746" y="485271"/>
                  </a:lnTo>
                  <a:lnTo>
                    <a:pt x="691573" y="459821"/>
                  </a:lnTo>
                  <a:close/>
                  <a:moveTo>
                    <a:pt x="501962" y="249204"/>
                  </a:moveTo>
                  <a:lnTo>
                    <a:pt x="480533" y="265291"/>
                  </a:lnTo>
                  <a:lnTo>
                    <a:pt x="465812" y="279952"/>
                  </a:lnTo>
                  <a:close/>
                  <a:moveTo>
                    <a:pt x="752494" y="466811"/>
                  </a:moveTo>
                  <a:lnTo>
                    <a:pt x="736373" y="520054"/>
                  </a:lnTo>
                  <a:lnTo>
                    <a:pt x="750701" y="502870"/>
                  </a:lnTo>
                  <a:close/>
                  <a:moveTo>
                    <a:pt x="752494" y="466811"/>
                  </a:moveTo>
                  <a:lnTo>
                    <a:pt x="737309" y="506244"/>
                  </a:lnTo>
                  <a:lnTo>
                    <a:pt x="736373" y="520054"/>
                  </a:lnTo>
                  <a:close/>
                  <a:moveTo>
                    <a:pt x="752534" y="466115"/>
                  </a:moveTo>
                  <a:lnTo>
                    <a:pt x="776159" y="430715"/>
                  </a:lnTo>
                  <a:lnTo>
                    <a:pt x="744060" y="483299"/>
                  </a:lnTo>
                  <a:close/>
                  <a:moveTo>
                    <a:pt x="679243" y="446544"/>
                  </a:moveTo>
                  <a:lnTo>
                    <a:pt x="691573" y="459821"/>
                  </a:lnTo>
                  <a:lnTo>
                    <a:pt x="691733" y="443527"/>
                  </a:lnTo>
                  <a:close/>
                  <a:moveTo>
                    <a:pt x="724743" y="443778"/>
                  </a:moveTo>
                  <a:lnTo>
                    <a:pt x="691733" y="443527"/>
                  </a:lnTo>
                  <a:lnTo>
                    <a:pt x="691573" y="459821"/>
                  </a:lnTo>
                  <a:close/>
                  <a:moveTo>
                    <a:pt x="554396" y="224462"/>
                  </a:moveTo>
                  <a:lnTo>
                    <a:pt x="531696" y="235797"/>
                  </a:lnTo>
                  <a:lnTo>
                    <a:pt x="501962" y="249204"/>
                  </a:lnTo>
                  <a:close/>
                  <a:moveTo>
                    <a:pt x="585013" y="214357"/>
                  </a:moveTo>
                  <a:lnTo>
                    <a:pt x="531696" y="235797"/>
                  </a:lnTo>
                  <a:lnTo>
                    <a:pt x="554396" y="224462"/>
                  </a:lnTo>
                  <a:close/>
                  <a:moveTo>
                    <a:pt x="750701" y="502870"/>
                  </a:moveTo>
                  <a:lnTo>
                    <a:pt x="753799" y="464903"/>
                  </a:lnTo>
                  <a:lnTo>
                    <a:pt x="752494" y="466811"/>
                  </a:lnTo>
                  <a:close/>
                  <a:moveTo>
                    <a:pt x="752534" y="466115"/>
                  </a:moveTo>
                  <a:lnTo>
                    <a:pt x="752494" y="466811"/>
                  </a:lnTo>
                  <a:lnTo>
                    <a:pt x="753799" y="464903"/>
                  </a:lnTo>
                  <a:close/>
                  <a:moveTo>
                    <a:pt x="585013" y="214357"/>
                  </a:moveTo>
                  <a:lnTo>
                    <a:pt x="554396" y="224462"/>
                  </a:lnTo>
                  <a:lnTo>
                    <a:pt x="610872" y="214831"/>
                  </a:lnTo>
                  <a:close/>
                  <a:moveTo>
                    <a:pt x="623885" y="220773"/>
                  </a:moveTo>
                  <a:lnTo>
                    <a:pt x="644139" y="214637"/>
                  </a:lnTo>
                  <a:lnTo>
                    <a:pt x="610872" y="214831"/>
                  </a:lnTo>
                  <a:close/>
                  <a:moveTo>
                    <a:pt x="623885" y="220773"/>
                  </a:moveTo>
                  <a:lnTo>
                    <a:pt x="662192" y="216719"/>
                  </a:lnTo>
                  <a:lnTo>
                    <a:pt x="644139" y="214637"/>
                  </a:lnTo>
                  <a:close/>
                  <a:moveTo>
                    <a:pt x="802965" y="242312"/>
                  </a:moveTo>
                  <a:lnTo>
                    <a:pt x="756003" y="247974"/>
                  </a:lnTo>
                  <a:lnTo>
                    <a:pt x="746472" y="251879"/>
                  </a:lnTo>
                  <a:close/>
                  <a:moveTo>
                    <a:pt x="802965" y="242312"/>
                  </a:moveTo>
                  <a:lnTo>
                    <a:pt x="746472" y="251879"/>
                  </a:lnTo>
                  <a:lnTo>
                    <a:pt x="771142" y="247908"/>
                  </a:lnTo>
                  <a:close/>
                  <a:moveTo>
                    <a:pt x="995592" y="180035"/>
                  </a:moveTo>
                  <a:lnTo>
                    <a:pt x="996379" y="178525"/>
                  </a:lnTo>
                  <a:lnTo>
                    <a:pt x="955979" y="185152"/>
                  </a:lnTo>
                  <a:close/>
                  <a:moveTo>
                    <a:pt x="995592" y="180035"/>
                  </a:moveTo>
                  <a:lnTo>
                    <a:pt x="955979" y="185152"/>
                  </a:lnTo>
                  <a:lnTo>
                    <a:pt x="996973" y="180748"/>
                  </a:lnTo>
                  <a:close/>
                  <a:moveTo>
                    <a:pt x="955979" y="185152"/>
                  </a:moveTo>
                  <a:lnTo>
                    <a:pt x="970266" y="205469"/>
                  </a:lnTo>
                  <a:lnTo>
                    <a:pt x="996973" y="180748"/>
                  </a:lnTo>
                  <a:close/>
                  <a:moveTo>
                    <a:pt x="995592" y="180035"/>
                  </a:moveTo>
                  <a:lnTo>
                    <a:pt x="997931" y="179240"/>
                  </a:lnTo>
                  <a:lnTo>
                    <a:pt x="996379" y="178525"/>
                  </a:lnTo>
                  <a:close/>
                  <a:moveTo>
                    <a:pt x="995592" y="180035"/>
                  </a:moveTo>
                  <a:lnTo>
                    <a:pt x="996973" y="180748"/>
                  </a:lnTo>
                  <a:lnTo>
                    <a:pt x="997931" y="179240"/>
                  </a:lnTo>
                  <a:close/>
                  <a:moveTo>
                    <a:pt x="1015027" y="208982"/>
                  </a:moveTo>
                  <a:lnTo>
                    <a:pt x="997931" y="179240"/>
                  </a:lnTo>
                  <a:lnTo>
                    <a:pt x="996973" y="180748"/>
                  </a:lnTo>
                  <a:close/>
                  <a:moveTo>
                    <a:pt x="1046354" y="165855"/>
                  </a:moveTo>
                  <a:lnTo>
                    <a:pt x="997931" y="179240"/>
                  </a:lnTo>
                  <a:lnTo>
                    <a:pt x="1015027" y="208982"/>
                  </a:lnTo>
                  <a:close/>
                  <a:moveTo>
                    <a:pt x="997931" y="179240"/>
                  </a:moveTo>
                  <a:lnTo>
                    <a:pt x="1046354" y="165855"/>
                  </a:lnTo>
                  <a:lnTo>
                    <a:pt x="996379" y="178525"/>
                  </a:lnTo>
                  <a:close/>
                  <a:moveTo>
                    <a:pt x="996379" y="178525"/>
                  </a:moveTo>
                  <a:lnTo>
                    <a:pt x="1047327" y="148228"/>
                  </a:lnTo>
                  <a:lnTo>
                    <a:pt x="1009414" y="131053"/>
                  </a:lnTo>
                  <a:close/>
                  <a:moveTo>
                    <a:pt x="1004108" y="125302"/>
                  </a:moveTo>
                  <a:lnTo>
                    <a:pt x="996379" y="178525"/>
                  </a:lnTo>
                  <a:lnTo>
                    <a:pt x="1009414" y="131053"/>
                  </a:lnTo>
                  <a:close/>
                  <a:moveTo>
                    <a:pt x="1004108" y="125302"/>
                  </a:moveTo>
                  <a:lnTo>
                    <a:pt x="955067" y="142485"/>
                  </a:lnTo>
                  <a:lnTo>
                    <a:pt x="996379" y="178525"/>
                  </a:lnTo>
                  <a:close/>
                  <a:moveTo>
                    <a:pt x="967030" y="88547"/>
                  </a:moveTo>
                  <a:lnTo>
                    <a:pt x="955067" y="142485"/>
                  </a:lnTo>
                  <a:lnTo>
                    <a:pt x="1004108" y="125302"/>
                  </a:lnTo>
                  <a:close/>
                  <a:moveTo>
                    <a:pt x="1045623" y="121702"/>
                  </a:moveTo>
                  <a:lnTo>
                    <a:pt x="1009464" y="124010"/>
                  </a:lnTo>
                  <a:lnTo>
                    <a:pt x="1009414" y="131053"/>
                  </a:lnTo>
                  <a:close/>
                  <a:moveTo>
                    <a:pt x="1000211" y="42038"/>
                  </a:moveTo>
                  <a:lnTo>
                    <a:pt x="963881" y="44486"/>
                  </a:lnTo>
                  <a:lnTo>
                    <a:pt x="1005992" y="82086"/>
                  </a:lnTo>
                  <a:close/>
                  <a:moveTo>
                    <a:pt x="963881" y="44486"/>
                  </a:moveTo>
                  <a:lnTo>
                    <a:pt x="1000211" y="42038"/>
                  </a:lnTo>
                  <a:lnTo>
                    <a:pt x="993229" y="2968"/>
                  </a:lnTo>
                  <a:close/>
                  <a:moveTo>
                    <a:pt x="1000211" y="42038"/>
                  </a:moveTo>
                  <a:lnTo>
                    <a:pt x="1030199" y="0"/>
                  </a:lnTo>
                  <a:lnTo>
                    <a:pt x="993229" y="2968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82" name="Input_density__181">
              <a:extLst>
                <a:ext uri="{FF2B5EF4-FFF2-40B4-BE49-F238E27FC236}">
                  <a16:creationId xmlns:a16="http://schemas.microsoft.com/office/drawing/2014/main" id="{6204DC92-597F-E5C3-7AF0-DE15FFDD09FB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801744"/>
              <a:ext cx="1030063" cy="579431"/>
            </a:xfrm>
            <a:custGeom>
              <a:avLst/>
              <a:gdLst/>
              <a:ahLst/>
              <a:cxnLst/>
              <a:rect l="0" t="0" r="0" b="0"/>
              <a:pathLst>
                <a:path w="1030063" h="579431">
                  <a:moveTo>
                    <a:pt x="162372" y="568974"/>
                  </a:moveTo>
                  <a:lnTo>
                    <a:pt x="185694" y="577881"/>
                  </a:lnTo>
                  <a:lnTo>
                    <a:pt x="202892" y="553055"/>
                  </a:lnTo>
                  <a:close/>
                  <a:moveTo>
                    <a:pt x="202892" y="553055"/>
                  </a:moveTo>
                  <a:lnTo>
                    <a:pt x="227796" y="559897"/>
                  </a:lnTo>
                  <a:lnTo>
                    <a:pt x="204292" y="551206"/>
                  </a:lnTo>
                  <a:close/>
                  <a:moveTo>
                    <a:pt x="133510" y="448132"/>
                  </a:moveTo>
                  <a:lnTo>
                    <a:pt x="103327" y="445582"/>
                  </a:lnTo>
                  <a:lnTo>
                    <a:pt x="144615" y="483851"/>
                  </a:lnTo>
                  <a:close/>
                  <a:moveTo>
                    <a:pt x="7506" y="368015"/>
                  </a:moveTo>
                  <a:lnTo>
                    <a:pt x="0" y="381907"/>
                  </a:lnTo>
                  <a:lnTo>
                    <a:pt x="4452" y="382295"/>
                  </a:lnTo>
                  <a:close/>
                  <a:moveTo>
                    <a:pt x="7506" y="368015"/>
                  </a:moveTo>
                  <a:lnTo>
                    <a:pt x="4452" y="382295"/>
                  </a:lnTo>
                  <a:lnTo>
                    <a:pt x="30609" y="400140"/>
                  </a:lnTo>
                  <a:close/>
                  <a:moveTo>
                    <a:pt x="204292" y="551206"/>
                  </a:moveTo>
                  <a:lnTo>
                    <a:pt x="235027" y="541544"/>
                  </a:lnTo>
                  <a:lnTo>
                    <a:pt x="252504" y="510680"/>
                  </a:lnTo>
                  <a:close/>
                  <a:moveTo>
                    <a:pt x="70629" y="293177"/>
                  </a:moveTo>
                  <a:lnTo>
                    <a:pt x="64773" y="277322"/>
                  </a:lnTo>
                  <a:lnTo>
                    <a:pt x="69600" y="314077"/>
                  </a:lnTo>
                  <a:close/>
                  <a:moveTo>
                    <a:pt x="159541" y="471717"/>
                  </a:moveTo>
                  <a:lnTo>
                    <a:pt x="151125" y="461097"/>
                  </a:lnTo>
                  <a:lnTo>
                    <a:pt x="111673" y="438797"/>
                  </a:lnTo>
                  <a:close/>
                  <a:moveTo>
                    <a:pt x="343049" y="430880"/>
                  </a:moveTo>
                  <a:lnTo>
                    <a:pt x="345307" y="416084"/>
                  </a:lnTo>
                  <a:lnTo>
                    <a:pt x="314716" y="426288"/>
                  </a:lnTo>
                  <a:close/>
                  <a:moveTo>
                    <a:pt x="187208" y="252576"/>
                  </a:moveTo>
                  <a:lnTo>
                    <a:pt x="179037" y="242956"/>
                  </a:lnTo>
                  <a:lnTo>
                    <a:pt x="142000" y="217495"/>
                  </a:lnTo>
                  <a:close/>
                  <a:moveTo>
                    <a:pt x="316846" y="380348"/>
                  </a:moveTo>
                  <a:lnTo>
                    <a:pt x="329597" y="357347"/>
                  </a:lnTo>
                  <a:lnTo>
                    <a:pt x="318387" y="336037"/>
                  </a:lnTo>
                  <a:close/>
                  <a:moveTo>
                    <a:pt x="290732" y="262527"/>
                  </a:moveTo>
                  <a:lnTo>
                    <a:pt x="293448" y="265129"/>
                  </a:lnTo>
                  <a:lnTo>
                    <a:pt x="294919" y="256059"/>
                  </a:lnTo>
                  <a:close/>
                  <a:moveTo>
                    <a:pt x="299422" y="272895"/>
                  </a:moveTo>
                  <a:lnTo>
                    <a:pt x="293448" y="265129"/>
                  </a:lnTo>
                  <a:lnTo>
                    <a:pt x="290732" y="262527"/>
                  </a:lnTo>
                  <a:close/>
                  <a:moveTo>
                    <a:pt x="179037" y="242956"/>
                  </a:moveTo>
                  <a:lnTo>
                    <a:pt x="206408" y="270495"/>
                  </a:lnTo>
                  <a:lnTo>
                    <a:pt x="191286" y="225772"/>
                  </a:lnTo>
                  <a:close/>
                  <a:moveTo>
                    <a:pt x="548006" y="579431"/>
                  </a:moveTo>
                  <a:lnTo>
                    <a:pt x="603124" y="564723"/>
                  </a:lnTo>
                  <a:lnTo>
                    <a:pt x="571362" y="570546"/>
                  </a:lnTo>
                  <a:close/>
                  <a:moveTo>
                    <a:pt x="290732" y="262527"/>
                  </a:moveTo>
                  <a:lnTo>
                    <a:pt x="278685" y="250042"/>
                  </a:lnTo>
                  <a:lnTo>
                    <a:pt x="299422" y="272895"/>
                  </a:lnTo>
                  <a:close/>
                  <a:moveTo>
                    <a:pt x="295908" y="218382"/>
                  </a:moveTo>
                  <a:lnTo>
                    <a:pt x="290732" y="262527"/>
                  </a:lnTo>
                  <a:lnTo>
                    <a:pt x="294919" y="256059"/>
                  </a:lnTo>
                  <a:close/>
                  <a:moveTo>
                    <a:pt x="278685" y="250042"/>
                  </a:moveTo>
                  <a:lnTo>
                    <a:pt x="290732" y="262527"/>
                  </a:lnTo>
                  <a:lnTo>
                    <a:pt x="295908" y="218382"/>
                  </a:lnTo>
                  <a:close/>
                  <a:moveTo>
                    <a:pt x="611127" y="502628"/>
                  </a:moveTo>
                  <a:lnTo>
                    <a:pt x="611031" y="527445"/>
                  </a:lnTo>
                  <a:lnTo>
                    <a:pt x="611163" y="539383"/>
                  </a:lnTo>
                  <a:close/>
                  <a:moveTo>
                    <a:pt x="641518" y="487486"/>
                  </a:moveTo>
                  <a:lnTo>
                    <a:pt x="611031" y="527445"/>
                  </a:lnTo>
                  <a:lnTo>
                    <a:pt x="611127" y="502628"/>
                  </a:lnTo>
                  <a:close/>
                  <a:moveTo>
                    <a:pt x="554577" y="411583"/>
                  </a:moveTo>
                  <a:lnTo>
                    <a:pt x="546611" y="411935"/>
                  </a:lnTo>
                  <a:lnTo>
                    <a:pt x="518607" y="414167"/>
                  </a:lnTo>
                  <a:close/>
                  <a:moveTo>
                    <a:pt x="518607" y="414167"/>
                  </a:moveTo>
                  <a:lnTo>
                    <a:pt x="494235" y="389234"/>
                  </a:lnTo>
                  <a:lnTo>
                    <a:pt x="554577" y="411583"/>
                  </a:lnTo>
                  <a:close/>
                  <a:moveTo>
                    <a:pt x="632598" y="482504"/>
                  </a:moveTo>
                  <a:lnTo>
                    <a:pt x="647912" y="479803"/>
                  </a:lnTo>
                  <a:lnTo>
                    <a:pt x="656323" y="468262"/>
                  </a:lnTo>
                  <a:close/>
                  <a:moveTo>
                    <a:pt x="671532" y="468262"/>
                  </a:moveTo>
                  <a:lnTo>
                    <a:pt x="647912" y="479803"/>
                  </a:lnTo>
                  <a:lnTo>
                    <a:pt x="641518" y="487486"/>
                  </a:lnTo>
                  <a:close/>
                  <a:moveTo>
                    <a:pt x="647912" y="479803"/>
                  </a:moveTo>
                  <a:lnTo>
                    <a:pt x="671532" y="468262"/>
                  </a:lnTo>
                  <a:lnTo>
                    <a:pt x="660806" y="463394"/>
                  </a:lnTo>
                  <a:close/>
                  <a:moveTo>
                    <a:pt x="656323" y="468262"/>
                  </a:moveTo>
                  <a:lnTo>
                    <a:pt x="647912" y="479803"/>
                  </a:lnTo>
                  <a:lnTo>
                    <a:pt x="660806" y="463394"/>
                  </a:lnTo>
                  <a:close/>
                  <a:moveTo>
                    <a:pt x="671532" y="468262"/>
                  </a:moveTo>
                  <a:lnTo>
                    <a:pt x="714877" y="497197"/>
                  </a:lnTo>
                  <a:lnTo>
                    <a:pt x="701292" y="463494"/>
                  </a:lnTo>
                  <a:close/>
                  <a:moveTo>
                    <a:pt x="701292" y="463494"/>
                  </a:moveTo>
                  <a:lnTo>
                    <a:pt x="708481" y="505017"/>
                  </a:lnTo>
                  <a:lnTo>
                    <a:pt x="709768" y="468262"/>
                  </a:lnTo>
                  <a:close/>
                  <a:moveTo>
                    <a:pt x="701292" y="463494"/>
                  </a:moveTo>
                  <a:lnTo>
                    <a:pt x="709768" y="468262"/>
                  </a:lnTo>
                  <a:lnTo>
                    <a:pt x="731894" y="420957"/>
                  </a:lnTo>
                  <a:close/>
                  <a:moveTo>
                    <a:pt x="697122" y="422137"/>
                  </a:moveTo>
                  <a:lnTo>
                    <a:pt x="701292" y="463494"/>
                  </a:lnTo>
                  <a:lnTo>
                    <a:pt x="731894" y="420957"/>
                  </a:lnTo>
                  <a:close/>
                  <a:moveTo>
                    <a:pt x="558546" y="274544"/>
                  </a:moveTo>
                  <a:lnTo>
                    <a:pt x="579311" y="304059"/>
                  </a:lnTo>
                  <a:lnTo>
                    <a:pt x="602002" y="311051"/>
                  </a:lnTo>
                  <a:close/>
                  <a:moveTo>
                    <a:pt x="558546" y="274544"/>
                  </a:moveTo>
                  <a:lnTo>
                    <a:pt x="556652" y="231337"/>
                  </a:lnTo>
                  <a:lnTo>
                    <a:pt x="554023" y="267304"/>
                  </a:lnTo>
                  <a:close/>
                  <a:moveTo>
                    <a:pt x="739627" y="369923"/>
                  </a:moveTo>
                  <a:lnTo>
                    <a:pt x="702285" y="377569"/>
                  </a:lnTo>
                  <a:lnTo>
                    <a:pt x="693209" y="363758"/>
                  </a:lnTo>
                  <a:close/>
                  <a:moveTo>
                    <a:pt x="719600" y="241647"/>
                  </a:moveTo>
                  <a:lnTo>
                    <a:pt x="721127" y="232937"/>
                  </a:lnTo>
                  <a:lnTo>
                    <a:pt x="707397" y="224389"/>
                  </a:lnTo>
                  <a:close/>
                  <a:moveTo>
                    <a:pt x="856720" y="144632"/>
                  </a:moveTo>
                  <a:lnTo>
                    <a:pt x="842439" y="163143"/>
                  </a:lnTo>
                  <a:lnTo>
                    <a:pt x="864394" y="149023"/>
                  </a:lnTo>
                  <a:close/>
                  <a:moveTo>
                    <a:pt x="836285" y="161815"/>
                  </a:moveTo>
                  <a:lnTo>
                    <a:pt x="856720" y="144632"/>
                  </a:lnTo>
                  <a:lnTo>
                    <a:pt x="807199" y="155961"/>
                  </a:lnTo>
                  <a:close/>
                  <a:moveTo>
                    <a:pt x="864394" y="149023"/>
                  </a:moveTo>
                  <a:lnTo>
                    <a:pt x="842439" y="163143"/>
                  </a:lnTo>
                  <a:lnTo>
                    <a:pt x="899643" y="156234"/>
                  </a:lnTo>
                  <a:close/>
                  <a:moveTo>
                    <a:pt x="899643" y="156234"/>
                  </a:moveTo>
                  <a:lnTo>
                    <a:pt x="921068" y="140128"/>
                  </a:lnTo>
                  <a:lnTo>
                    <a:pt x="864394" y="149023"/>
                  </a:lnTo>
                  <a:close/>
                  <a:moveTo>
                    <a:pt x="899643" y="156234"/>
                  </a:moveTo>
                  <a:lnTo>
                    <a:pt x="936183" y="168276"/>
                  </a:lnTo>
                  <a:lnTo>
                    <a:pt x="958003" y="153648"/>
                  </a:lnTo>
                  <a:close/>
                  <a:moveTo>
                    <a:pt x="921068" y="140128"/>
                  </a:moveTo>
                  <a:lnTo>
                    <a:pt x="899643" y="156234"/>
                  </a:lnTo>
                  <a:lnTo>
                    <a:pt x="958003" y="153648"/>
                  </a:lnTo>
                  <a:close/>
                  <a:moveTo>
                    <a:pt x="1004201" y="111281"/>
                  </a:moveTo>
                  <a:lnTo>
                    <a:pt x="958003" y="153648"/>
                  </a:lnTo>
                  <a:lnTo>
                    <a:pt x="991698" y="155050"/>
                  </a:lnTo>
                  <a:close/>
                  <a:moveTo>
                    <a:pt x="1004201" y="111281"/>
                  </a:moveTo>
                  <a:lnTo>
                    <a:pt x="1023418" y="122747"/>
                  </a:lnTo>
                  <a:lnTo>
                    <a:pt x="1003368" y="102475"/>
                  </a:lnTo>
                  <a:close/>
                  <a:moveTo>
                    <a:pt x="893072" y="17183"/>
                  </a:moveTo>
                  <a:lnTo>
                    <a:pt x="910968" y="0"/>
                  </a:lnTo>
                  <a:lnTo>
                    <a:pt x="887780" y="15674"/>
                  </a:lnTo>
                  <a:close/>
                  <a:moveTo>
                    <a:pt x="1030063" y="72597"/>
                  </a:moveTo>
                  <a:lnTo>
                    <a:pt x="1003368" y="102475"/>
                  </a:lnTo>
                  <a:lnTo>
                    <a:pt x="1029579" y="7589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83" name="Input_density__182">
              <a:extLst>
                <a:ext uri="{FF2B5EF4-FFF2-40B4-BE49-F238E27FC236}">
                  <a16:creationId xmlns:a16="http://schemas.microsoft.com/office/drawing/2014/main" id="{861D45FA-D535-0896-DB43-448A3D07F5C4}"/>
                </a:ext>
              </a:extLst>
            </p:cNvPr>
            <p:cNvSpPr>
              <a:spLocks noGrp="1"/>
            </p:cNvSpPr>
            <p:nvPr/>
          </p:nvSpPr>
          <p:spPr>
            <a:xfrm>
              <a:off x="551961" y="1702777"/>
              <a:ext cx="1064093" cy="678399"/>
            </a:xfrm>
            <a:custGeom>
              <a:avLst/>
              <a:gdLst/>
              <a:ahLst/>
              <a:cxnLst/>
              <a:rect l="0" t="0" r="0" b="0"/>
              <a:pathLst>
                <a:path w="1064093" h="678399">
                  <a:moveTo>
                    <a:pt x="191447" y="667941"/>
                  </a:moveTo>
                  <a:lnTo>
                    <a:pt x="231967" y="652023"/>
                  </a:lnTo>
                  <a:lnTo>
                    <a:pt x="175649" y="655161"/>
                  </a:lnTo>
                  <a:close/>
                  <a:moveTo>
                    <a:pt x="175649" y="655161"/>
                  </a:moveTo>
                  <a:lnTo>
                    <a:pt x="231967" y="652023"/>
                  </a:lnTo>
                  <a:lnTo>
                    <a:pt x="233367" y="650174"/>
                  </a:lnTo>
                  <a:close/>
                  <a:moveTo>
                    <a:pt x="124004" y="586643"/>
                  </a:moveTo>
                  <a:lnTo>
                    <a:pt x="132402" y="544550"/>
                  </a:lnTo>
                  <a:lnTo>
                    <a:pt x="87630" y="557676"/>
                  </a:lnTo>
                  <a:close/>
                  <a:moveTo>
                    <a:pt x="87630" y="557676"/>
                  </a:moveTo>
                  <a:lnTo>
                    <a:pt x="132402" y="544550"/>
                  </a:lnTo>
                  <a:lnTo>
                    <a:pt x="110216" y="535092"/>
                  </a:lnTo>
                  <a:close/>
                  <a:moveTo>
                    <a:pt x="0" y="447411"/>
                  </a:moveTo>
                  <a:lnTo>
                    <a:pt x="29075" y="480874"/>
                  </a:lnTo>
                  <a:lnTo>
                    <a:pt x="36581" y="466983"/>
                  </a:lnTo>
                  <a:close/>
                  <a:moveTo>
                    <a:pt x="247770" y="607816"/>
                  </a:moveTo>
                  <a:lnTo>
                    <a:pt x="233367" y="650174"/>
                  </a:lnTo>
                  <a:lnTo>
                    <a:pt x="281580" y="609648"/>
                  </a:lnTo>
                  <a:close/>
                  <a:moveTo>
                    <a:pt x="281580" y="609648"/>
                  </a:moveTo>
                  <a:lnTo>
                    <a:pt x="264102" y="640511"/>
                  </a:lnTo>
                  <a:lnTo>
                    <a:pt x="318196" y="621974"/>
                  </a:lnTo>
                  <a:close/>
                  <a:moveTo>
                    <a:pt x="214638" y="531870"/>
                  </a:moveTo>
                  <a:lnTo>
                    <a:pt x="187592" y="577248"/>
                  </a:lnTo>
                  <a:lnTo>
                    <a:pt x="188616" y="570684"/>
                  </a:lnTo>
                  <a:close/>
                  <a:moveTo>
                    <a:pt x="330325" y="581489"/>
                  </a:moveTo>
                  <a:lnTo>
                    <a:pt x="318196" y="621974"/>
                  </a:lnTo>
                  <a:lnTo>
                    <a:pt x="361960" y="579636"/>
                  </a:lnTo>
                  <a:close/>
                  <a:moveTo>
                    <a:pt x="291413" y="586035"/>
                  </a:moveTo>
                  <a:lnTo>
                    <a:pt x="247770" y="607816"/>
                  </a:lnTo>
                  <a:lnTo>
                    <a:pt x="281580" y="609648"/>
                  </a:lnTo>
                  <a:close/>
                  <a:moveTo>
                    <a:pt x="291413" y="586035"/>
                  </a:moveTo>
                  <a:lnTo>
                    <a:pt x="253874" y="589466"/>
                  </a:lnTo>
                  <a:lnTo>
                    <a:pt x="247770" y="607816"/>
                  </a:lnTo>
                  <a:close/>
                  <a:moveTo>
                    <a:pt x="296503" y="569238"/>
                  </a:moveTo>
                  <a:lnTo>
                    <a:pt x="260662" y="542881"/>
                  </a:lnTo>
                  <a:lnTo>
                    <a:pt x="291413" y="586035"/>
                  </a:lnTo>
                  <a:close/>
                  <a:moveTo>
                    <a:pt x="330325" y="581489"/>
                  </a:moveTo>
                  <a:lnTo>
                    <a:pt x="281580" y="609648"/>
                  </a:lnTo>
                  <a:lnTo>
                    <a:pt x="318196" y="621974"/>
                  </a:lnTo>
                  <a:close/>
                  <a:moveTo>
                    <a:pt x="330325" y="581489"/>
                  </a:moveTo>
                  <a:lnTo>
                    <a:pt x="291413" y="586035"/>
                  </a:lnTo>
                  <a:lnTo>
                    <a:pt x="281580" y="609648"/>
                  </a:lnTo>
                  <a:close/>
                  <a:moveTo>
                    <a:pt x="291413" y="586035"/>
                  </a:moveTo>
                  <a:lnTo>
                    <a:pt x="330325" y="581489"/>
                  </a:lnTo>
                  <a:lnTo>
                    <a:pt x="296503" y="569238"/>
                  </a:lnTo>
                  <a:close/>
                  <a:moveTo>
                    <a:pt x="330325" y="581489"/>
                  </a:moveTo>
                  <a:lnTo>
                    <a:pt x="331769" y="576514"/>
                  </a:lnTo>
                  <a:lnTo>
                    <a:pt x="296503" y="569238"/>
                  </a:lnTo>
                  <a:close/>
                  <a:moveTo>
                    <a:pt x="330325" y="581489"/>
                  </a:moveTo>
                  <a:lnTo>
                    <a:pt x="361960" y="579636"/>
                  </a:lnTo>
                  <a:lnTo>
                    <a:pt x="331769" y="576514"/>
                  </a:lnTo>
                  <a:close/>
                  <a:moveTo>
                    <a:pt x="343831" y="525761"/>
                  </a:moveTo>
                  <a:lnTo>
                    <a:pt x="331769" y="576514"/>
                  </a:lnTo>
                  <a:lnTo>
                    <a:pt x="366545" y="579131"/>
                  </a:lnTo>
                  <a:close/>
                  <a:moveTo>
                    <a:pt x="372125" y="529848"/>
                  </a:moveTo>
                  <a:lnTo>
                    <a:pt x="343831" y="525761"/>
                  </a:lnTo>
                  <a:lnTo>
                    <a:pt x="366545" y="579131"/>
                  </a:lnTo>
                  <a:close/>
                  <a:moveTo>
                    <a:pt x="343831" y="525761"/>
                  </a:moveTo>
                  <a:lnTo>
                    <a:pt x="296503" y="569238"/>
                  </a:lnTo>
                  <a:lnTo>
                    <a:pt x="331769" y="576514"/>
                  </a:lnTo>
                  <a:close/>
                  <a:moveTo>
                    <a:pt x="343831" y="525761"/>
                  </a:moveTo>
                  <a:lnTo>
                    <a:pt x="372125" y="529848"/>
                  </a:lnTo>
                  <a:lnTo>
                    <a:pt x="343791" y="525255"/>
                  </a:lnTo>
                  <a:close/>
                  <a:moveTo>
                    <a:pt x="208113" y="341923"/>
                  </a:moveTo>
                  <a:lnTo>
                    <a:pt x="216283" y="351544"/>
                  </a:lnTo>
                  <a:lnTo>
                    <a:pt x="235483" y="369462"/>
                  </a:lnTo>
                  <a:close/>
                  <a:moveTo>
                    <a:pt x="311577" y="488943"/>
                  </a:moveTo>
                  <a:lnTo>
                    <a:pt x="345922" y="479315"/>
                  </a:lnTo>
                  <a:lnTo>
                    <a:pt x="346424" y="438888"/>
                  </a:lnTo>
                  <a:close/>
                  <a:moveTo>
                    <a:pt x="296243" y="472056"/>
                  </a:moveTo>
                  <a:lnTo>
                    <a:pt x="311577" y="488943"/>
                  </a:lnTo>
                  <a:lnTo>
                    <a:pt x="346424" y="438888"/>
                  </a:lnTo>
                  <a:close/>
                  <a:moveTo>
                    <a:pt x="377276" y="480912"/>
                  </a:moveTo>
                  <a:lnTo>
                    <a:pt x="343791" y="525255"/>
                  </a:lnTo>
                  <a:lnTo>
                    <a:pt x="374382" y="515051"/>
                  </a:lnTo>
                  <a:close/>
                  <a:moveTo>
                    <a:pt x="377276" y="480912"/>
                  </a:moveTo>
                  <a:lnTo>
                    <a:pt x="345922" y="479315"/>
                  </a:lnTo>
                  <a:lnTo>
                    <a:pt x="343791" y="525255"/>
                  </a:lnTo>
                  <a:close/>
                  <a:moveTo>
                    <a:pt x="377276" y="480912"/>
                  </a:moveTo>
                  <a:lnTo>
                    <a:pt x="358672" y="456314"/>
                  </a:lnTo>
                  <a:lnTo>
                    <a:pt x="345922" y="479315"/>
                  </a:lnTo>
                  <a:close/>
                  <a:moveTo>
                    <a:pt x="235483" y="369462"/>
                  </a:moveTo>
                  <a:lnTo>
                    <a:pt x="245215" y="378678"/>
                  </a:lnTo>
                  <a:lnTo>
                    <a:pt x="255487" y="364419"/>
                  </a:lnTo>
                  <a:close/>
                  <a:moveTo>
                    <a:pt x="557184" y="655534"/>
                  </a:moveTo>
                  <a:lnTo>
                    <a:pt x="560056" y="664405"/>
                  </a:lnTo>
                  <a:lnTo>
                    <a:pt x="577082" y="678399"/>
                  </a:lnTo>
                  <a:close/>
                  <a:moveTo>
                    <a:pt x="572885" y="638351"/>
                  </a:moveTo>
                  <a:lnTo>
                    <a:pt x="577082" y="678399"/>
                  </a:lnTo>
                  <a:lnTo>
                    <a:pt x="600437" y="669514"/>
                  </a:lnTo>
                  <a:close/>
                  <a:moveTo>
                    <a:pt x="295620" y="314132"/>
                  </a:moveTo>
                  <a:lnTo>
                    <a:pt x="307760" y="349010"/>
                  </a:lnTo>
                  <a:lnTo>
                    <a:pt x="324983" y="317349"/>
                  </a:lnTo>
                  <a:close/>
                  <a:moveTo>
                    <a:pt x="523310" y="488201"/>
                  </a:moveTo>
                  <a:lnTo>
                    <a:pt x="529749" y="491331"/>
                  </a:lnTo>
                  <a:lnTo>
                    <a:pt x="583652" y="510550"/>
                  </a:lnTo>
                  <a:close/>
                  <a:moveTo>
                    <a:pt x="583652" y="510550"/>
                  </a:moveTo>
                  <a:lnTo>
                    <a:pt x="591885" y="459540"/>
                  </a:lnTo>
                  <a:lnTo>
                    <a:pt x="575686" y="510903"/>
                  </a:lnTo>
                  <a:close/>
                  <a:moveTo>
                    <a:pt x="575686" y="510903"/>
                  </a:moveTo>
                  <a:lnTo>
                    <a:pt x="591885" y="459540"/>
                  </a:lnTo>
                  <a:lnTo>
                    <a:pt x="586796" y="456964"/>
                  </a:lnTo>
                  <a:close/>
                  <a:moveTo>
                    <a:pt x="591885" y="459540"/>
                  </a:moveTo>
                  <a:lnTo>
                    <a:pt x="583652" y="510550"/>
                  </a:lnTo>
                  <a:lnTo>
                    <a:pt x="600325" y="456964"/>
                  </a:lnTo>
                  <a:close/>
                  <a:moveTo>
                    <a:pt x="591885" y="459540"/>
                  </a:moveTo>
                  <a:lnTo>
                    <a:pt x="600325" y="456964"/>
                  </a:lnTo>
                  <a:lnTo>
                    <a:pt x="593771" y="452176"/>
                  </a:lnTo>
                  <a:close/>
                  <a:moveTo>
                    <a:pt x="586796" y="456964"/>
                  </a:moveTo>
                  <a:lnTo>
                    <a:pt x="591885" y="459540"/>
                  </a:lnTo>
                  <a:lnTo>
                    <a:pt x="593771" y="452176"/>
                  </a:lnTo>
                  <a:close/>
                  <a:moveTo>
                    <a:pt x="730367" y="562462"/>
                  </a:moveTo>
                  <a:lnTo>
                    <a:pt x="689881" y="562362"/>
                  </a:lnTo>
                  <a:lnTo>
                    <a:pt x="700607" y="567229"/>
                  </a:lnTo>
                  <a:close/>
                  <a:moveTo>
                    <a:pt x="691596" y="522147"/>
                  </a:moveTo>
                  <a:lnTo>
                    <a:pt x="689881" y="562362"/>
                  </a:lnTo>
                  <a:lnTo>
                    <a:pt x="730367" y="562462"/>
                  </a:lnTo>
                  <a:close/>
                  <a:moveTo>
                    <a:pt x="726198" y="521104"/>
                  </a:moveTo>
                  <a:lnTo>
                    <a:pt x="691596" y="522147"/>
                  </a:lnTo>
                  <a:lnTo>
                    <a:pt x="730367" y="562462"/>
                  </a:lnTo>
                  <a:close/>
                  <a:moveTo>
                    <a:pt x="726198" y="521104"/>
                  </a:moveTo>
                  <a:lnTo>
                    <a:pt x="728759" y="486935"/>
                  </a:lnTo>
                  <a:lnTo>
                    <a:pt x="691596" y="522147"/>
                  </a:lnTo>
                  <a:close/>
                  <a:moveTo>
                    <a:pt x="600325" y="456964"/>
                  </a:moveTo>
                  <a:lnTo>
                    <a:pt x="618903" y="493719"/>
                  </a:lnTo>
                  <a:lnTo>
                    <a:pt x="647040" y="486534"/>
                  </a:lnTo>
                  <a:close/>
                  <a:moveTo>
                    <a:pt x="631077" y="410018"/>
                  </a:moveTo>
                  <a:lnTo>
                    <a:pt x="608386" y="403026"/>
                  </a:lnTo>
                  <a:lnTo>
                    <a:pt x="593771" y="452176"/>
                  </a:lnTo>
                  <a:close/>
                  <a:moveTo>
                    <a:pt x="627718" y="368002"/>
                  </a:moveTo>
                  <a:lnTo>
                    <a:pt x="585727" y="330304"/>
                  </a:lnTo>
                  <a:lnTo>
                    <a:pt x="587621" y="373512"/>
                  </a:lnTo>
                  <a:close/>
                  <a:moveTo>
                    <a:pt x="585727" y="330304"/>
                  </a:moveTo>
                  <a:lnTo>
                    <a:pt x="580300" y="329516"/>
                  </a:lnTo>
                  <a:lnTo>
                    <a:pt x="583098" y="366271"/>
                  </a:lnTo>
                  <a:close/>
                  <a:moveTo>
                    <a:pt x="717048" y="501455"/>
                  </a:moveTo>
                  <a:lnTo>
                    <a:pt x="728759" y="486935"/>
                  </a:lnTo>
                  <a:lnTo>
                    <a:pt x="741140" y="508957"/>
                  </a:lnTo>
                  <a:close/>
                  <a:moveTo>
                    <a:pt x="728759" y="486935"/>
                  </a:moveTo>
                  <a:lnTo>
                    <a:pt x="731360" y="476536"/>
                  </a:lnTo>
                  <a:lnTo>
                    <a:pt x="741140" y="508957"/>
                  </a:lnTo>
                  <a:close/>
                  <a:moveTo>
                    <a:pt x="737510" y="422597"/>
                  </a:moveTo>
                  <a:lnTo>
                    <a:pt x="729036" y="439781"/>
                  </a:lnTo>
                  <a:lnTo>
                    <a:pt x="768702" y="468890"/>
                  </a:lnTo>
                  <a:close/>
                  <a:moveTo>
                    <a:pt x="722284" y="462726"/>
                  </a:moveTo>
                  <a:lnTo>
                    <a:pt x="737470" y="423293"/>
                  </a:lnTo>
                  <a:lnTo>
                    <a:pt x="768702" y="468890"/>
                  </a:lnTo>
                  <a:close/>
                  <a:moveTo>
                    <a:pt x="673380" y="357968"/>
                  </a:moveTo>
                  <a:lnTo>
                    <a:pt x="711260" y="354260"/>
                  </a:lnTo>
                  <a:lnTo>
                    <a:pt x="679309" y="330416"/>
                  </a:lnTo>
                  <a:close/>
                  <a:moveTo>
                    <a:pt x="711260" y="354260"/>
                  </a:moveTo>
                  <a:lnTo>
                    <a:pt x="715120" y="339730"/>
                  </a:lnTo>
                  <a:lnTo>
                    <a:pt x="679309" y="330416"/>
                  </a:lnTo>
                  <a:close/>
                  <a:moveTo>
                    <a:pt x="642049" y="315685"/>
                  </a:moveTo>
                  <a:lnTo>
                    <a:pt x="694671" y="295149"/>
                  </a:lnTo>
                  <a:lnTo>
                    <a:pt x="642913" y="310901"/>
                  </a:lnTo>
                  <a:close/>
                  <a:moveTo>
                    <a:pt x="695846" y="296036"/>
                  </a:moveTo>
                  <a:lnTo>
                    <a:pt x="694671" y="295149"/>
                  </a:lnTo>
                  <a:lnTo>
                    <a:pt x="642049" y="315685"/>
                  </a:lnTo>
                  <a:close/>
                  <a:moveTo>
                    <a:pt x="679309" y="330416"/>
                  </a:moveTo>
                  <a:lnTo>
                    <a:pt x="695846" y="296036"/>
                  </a:lnTo>
                  <a:lnTo>
                    <a:pt x="642049" y="315685"/>
                  </a:lnTo>
                  <a:close/>
                  <a:moveTo>
                    <a:pt x="679309" y="330416"/>
                  </a:moveTo>
                  <a:lnTo>
                    <a:pt x="715120" y="339730"/>
                  </a:lnTo>
                  <a:lnTo>
                    <a:pt x="736472" y="323357"/>
                  </a:lnTo>
                  <a:close/>
                  <a:moveTo>
                    <a:pt x="695846" y="296036"/>
                  </a:moveTo>
                  <a:lnTo>
                    <a:pt x="679309" y="330416"/>
                  </a:lnTo>
                  <a:lnTo>
                    <a:pt x="736472" y="323357"/>
                  </a:lnTo>
                  <a:close/>
                  <a:moveTo>
                    <a:pt x="736472" y="323357"/>
                  </a:moveTo>
                  <a:lnTo>
                    <a:pt x="750202" y="331904"/>
                  </a:lnTo>
                  <a:lnTo>
                    <a:pt x="743993" y="327649"/>
                  </a:lnTo>
                  <a:close/>
                  <a:moveTo>
                    <a:pt x="824273" y="260782"/>
                  </a:moveTo>
                  <a:lnTo>
                    <a:pt x="833445" y="264355"/>
                  </a:lnTo>
                  <a:lnTo>
                    <a:pt x="836274" y="254929"/>
                  </a:lnTo>
                  <a:close/>
                  <a:moveTo>
                    <a:pt x="885795" y="243599"/>
                  </a:moveTo>
                  <a:lnTo>
                    <a:pt x="852901" y="220885"/>
                  </a:lnTo>
                  <a:lnTo>
                    <a:pt x="836274" y="254929"/>
                  </a:lnTo>
                  <a:close/>
                  <a:moveTo>
                    <a:pt x="1033277" y="210248"/>
                  </a:moveTo>
                  <a:lnTo>
                    <a:pt x="1000682" y="209659"/>
                  </a:lnTo>
                  <a:lnTo>
                    <a:pt x="987078" y="252615"/>
                  </a:lnTo>
                  <a:close/>
                  <a:moveTo>
                    <a:pt x="1033277" y="210248"/>
                  </a:moveTo>
                  <a:lnTo>
                    <a:pt x="1032443" y="201442"/>
                  </a:lnTo>
                  <a:lnTo>
                    <a:pt x="1000694" y="207316"/>
                  </a:lnTo>
                  <a:close/>
                  <a:moveTo>
                    <a:pt x="894387" y="107657"/>
                  </a:moveTo>
                  <a:lnTo>
                    <a:pt x="918090" y="119255"/>
                  </a:lnTo>
                  <a:lnTo>
                    <a:pt x="911523" y="116151"/>
                  </a:lnTo>
                  <a:close/>
                  <a:moveTo>
                    <a:pt x="922148" y="116151"/>
                  </a:moveTo>
                  <a:lnTo>
                    <a:pt x="981354" y="135007"/>
                  </a:lnTo>
                  <a:lnTo>
                    <a:pt x="940043" y="98967"/>
                  </a:lnTo>
                  <a:close/>
                  <a:moveTo>
                    <a:pt x="922148" y="116151"/>
                  </a:moveTo>
                  <a:lnTo>
                    <a:pt x="918090" y="119255"/>
                  </a:lnTo>
                  <a:lnTo>
                    <a:pt x="940955" y="141634"/>
                  </a:lnTo>
                  <a:close/>
                  <a:moveTo>
                    <a:pt x="899867" y="79490"/>
                  </a:moveTo>
                  <a:lnTo>
                    <a:pt x="911523" y="116151"/>
                  </a:lnTo>
                  <a:lnTo>
                    <a:pt x="916856" y="114641"/>
                  </a:lnTo>
                  <a:close/>
                  <a:moveTo>
                    <a:pt x="940043" y="98967"/>
                  </a:moveTo>
                  <a:lnTo>
                    <a:pt x="937855" y="96947"/>
                  </a:lnTo>
                  <a:lnTo>
                    <a:pt x="916856" y="114641"/>
                  </a:lnTo>
                  <a:close/>
                  <a:moveTo>
                    <a:pt x="1030285" y="167933"/>
                  </a:moveTo>
                  <a:lnTo>
                    <a:pt x="1000694" y="207316"/>
                  </a:lnTo>
                  <a:lnTo>
                    <a:pt x="1032443" y="201442"/>
                  </a:lnTo>
                  <a:close/>
                  <a:moveTo>
                    <a:pt x="1059138" y="171565"/>
                  </a:moveTo>
                  <a:lnTo>
                    <a:pt x="1030285" y="167933"/>
                  </a:lnTo>
                  <a:lnTo>
                    <a:pt x="1032443" y="201442"/>
                  </a:lnTo>
                  <a:close/>
                  <a:moveTo>
                    <a:pt x="1030285" y="167933"/>
                  </a:moveTo>
                  <a:lnTo>
                    <a:pt x="1059138" y="171565"/>
                  </a:lnTo>
                  <a:lnTo>
                    <a:pt x="1064093" y="122790"/>
                  </a:lnTo>
                  <a:close/>
                  <a:moveTo>
                    <a:pt x="1030285" y="167933"/>
                  </a:moveTo>
                  <a:lnTo>
                    <a:pt x="1064093" y="122790"/>
                  </a:lnTo>
                  <a:lnTo>
                    <a:pt x="1031330" y="122337"/>
                  </a:lnTo>
                  <a:close/>
                  <a:moveTo>
                    <a:pt x="1064093" y="122790"/>
                  </a:moveTo>
                  <a:lnTo>
                    <a:pt x="1059796" y="82928"/>
                  </a:lnTo>
                  <a:lnTo>
                    <a:pt x="1032303" y="104710"/>
                  </a:lnTo>
                  <a:close/>
                  <a:moveTo>
                    <a:pt x="990968" y="38568"/>
                  </a:moveTo>
                  <a:lnTo>
                    <a:pt x="1019628" y="42356"/>
                  </a:lnTo>
                  <a:lnTo>
                    <a:pt x="1016687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84" name="Input_density__183">
              <a:extLst>
                <a:ext uri="{FF2B5EF4-FFF2-40B4-BE49-F238E27FC236}">
                  <a16:creationId xmlns:a16="http://schemas.microsoft.com/office/drawing/2014/main" id="{4F735B5C-7BFE-4F41-D89F-681C186730FC}"/>
                </a:ext>
              </a:extLst>
            </p:cNvPr>
            <p:cNvSpPr>
              <a:spLocks noGrp="1"/>
            </p:cNvSpPr>
            <p:nvPr/>
          </p:nvSpPr>
          <p:spPr>
            <a:xfrm>
              <a:off x="536937" y="1659259"/>
              <a:ext cx="1079117" cy="721916"/>
            </a:xfrm>
            <a:custGeom>
              <a:avLst/>
              <a:gdLst/>
              <a:ahLst/>
              <a:cxnLst/>
              <a:rect l="0" t="0" r="0" b="0"/>
              <a:pathLst>
                <a:path w="1079117" h="721916">
                  <a:moveTo>
                    <a:pt x="190674" y="698679"/>
                  </a:moveTo>
                  <a:lnTo>
                    <a:pt x="248391" y="693691"/>
                  </a:lnTo>
                  <a:lnTo>
                    <a:pt x="205515" y="657962"/>
                  </a:lnTo>
                  <a:close/>
                  <a:moveTo>
                    <a:pt x="147426" y="588067"/>
                  </a:moveTo>
                  <a:lnTo>
                    <a:pt x="139028" y="630161"/>
                  </a:lnTo>
                  <a:lnTo>
                    <a:pt x="188715" y="626336"/>
                  </a:lnTo>
                  <a:close/>
                  <a:moveTo>
                    <a:pt x="29208" y="473746"/>
                  </a:moveTo>
                  <a:lnTo>
                    <a:pt x="15024" y="490929"/>
                  </a:lnTo>
                  <a:lnTo>
                    <a:pt x="51605" y="510501"/>
                  </a:lnTo>
                  <a:close/>
                  <a:moveTo>
                    <a:pt x="29208" y="473746"/>
                  </a:moveTo>
                  <a:lnTo>
                    <a:pt x="0" y="454174"/>
                  </a:lnTo>
                  <a:lnTo>
                    <a:pt x="15024" y="490929"/>
                  </a:lnTo>
                  <a:close/>
                  <a:moveTo>
                    <a:pt x="262794" y="651334"/>
                  </a:moveTo>
                  <a:lnTo>
                    <a:pt x="238370" y="640337"/>
                  </a:lnTo>
                  <a:lnTo>
                    <a:pt x="205515" y="657962"/>
                  </a:lnTo>
                  <a:close/>
                  <a:moveTo>
                    <a:pt x="248391" y="693691"/>
                  </a:moveTo>
                  <a:lnTo>
                    <a:pt x="262794" y="651334"/>
                  </a:lnTo>
                  <a:lnTo>
                    <a:pt x="205515" y="657962"/>
                  </a:lnTo>
                  <a:close/>
                  <a:moveTo>
                    <a:pt x="147226" y="468396"/>
                  </a:moveTo>
                  <a:lnTo>
                    <a:pt x="136269" y="462897"/>
                  </a:lnTo>
                  <a:lnTo>
                    <a:pt x="113699" y="456562"/>
                  </a:lnTo>
                  <a:close/>
                  <a:moveTo>
                    <a:pt x="208129" y="476311"/>
                  </a:moveTo>
                  <a:lnTo>
                    <a:pt x="168991" y="456562"/>
                  </a:lnTo>
                  <a:lnTo>
                    <a:pt x="171545" y="463112"/>
                  </a:lnTo>
                  <a:close/>
                  <a:moveTo>
                    <a:pt x="171545" y="463112"/>
                  </a:moveTo>
                  <a:lnTo>
                    <a:pt x="168991" y="456562"/>
                  </a:lnTo>
                  <a:lnTo>
                    <a:pt x="147226" y="468396"/>
                  </a:lnTo>
                  <a:close/>
                  <a:moveTo>
                    <a:pt x="208129" y="476311"/>
                  </a:moveTo>
                  <a:lnTo>
                    <a:pt x="171545" y="463112"/>
                  </a:lnTo>
                  <a:lnTo>
                    <a:pt x="207063" y="476134"/>
                  </a:lnTo>
                  <a:close/>
                  <a:moveTo>
                    <a:pt x="381569" y="622649"/>
                  </a:moveTo>
                  <a:lnTo>
                    <a:pt x="346793" y="620031"/>
                  </a:lnTo>
                  <a:lnTo>
                    <a:pt x="376984" y="623154"/>
                  </a:lnTo>
                  <a:close/>
                  <a:moveTo>
                    <a:pt x="358816" y="568773"/>
                  </a:moveTo>
                  <a:lnTo>
                    <a:pt x="326601" y="532461"/>
                  </a:lnTo>
                  <a:lnTo>
                    <a:pt x="358856" y="569279"/>
                  </a:lnTo>
                  <a:close/>
                  <a:moveTo>
                    <a:pt x="311267" y="515574"/>
                  </a:moveTo>
                  <a:lnTo>
                    <a:pt x="284119" y="495706"/>
                  </a:lnTo>
                  <a:lnTo>
                    <a:pt x="311884" y="535631"/>
                  </a:lnTo>
                  <a:close/>
                  <a:moveTo>
                    <a:pt x="250508" y="412980"/>
                  </a:moveTo>
                  <a:lnTo>
                    <a:pt x="231307" y="395062"/>
                  </a:lnTo>
                  <a:lnTo>
                    <a:pt x="260239" y="422196"/>
                  </a:lnTo>
                  <a:close/>
                  <a:moveTo>
                    <a:pt x="360946" y="522833"/>
                  </a:moveTo>
                  <a:lnTo>
                    <a:pt x="326601" y="532461"/>
                  </a:lnTo>
                  <a:lnTo>
                    <a:pt x="358816" y="568773"/>
                  </a:lnTo>
                  <a:close/>
                  <a:moveTo>
                    <a:pt x="260239" y="422196"/>
                  </a:moveTo>
                  <a:lnTo>
                    <a:pt x="259323" y="445942"/>
                  </a:lnTo>
                  <a:lnTo>
                    <a:pt x="270511" y="407937"/>
                  </a:lnTo>
                  <a:close/>
                  <a:moveTo>
                    <a:pt x="587909" y="681869"/>
                  </a:moveTo>
                  <a:lnTo>
                    <a:pt x="572208" y="699052"/>
                  </a:lnTo>
                  <a:lnTo>
                    <a:pt x="592106" y="721916"/>
                  </a:lnTo>
                  <a:close/>
                  <a:moveTo>
                    <a:pt x="568864" y="662297"/>
                  </a:moveTo>
                  <a:lnTo>
                    <a:pt x="572208" y="699052"/>
                  </a:lnTo>
                  <a:lnTo>
                    <a:pt x="587909" y="681869"/>
                  </a:lnTo>
                  <a:close/>
                  <a:moveTo>
                    <a:pt x="568864" y="662297"/>
                  </a:moveTo>
                  <a:lnTo>
                    <a:pt x="587909" y="681869"/>
                  </a:lnTo>
                  <a:lnTo>
                    <a:pt x="564428" y="645114"/>
                  </a:lnTo>
                  <a:close/>
                  <a:moveTo>
                    <a:pt x="267987" y="365242"/>
                  </a:moveTo>
                  <a:lnTo>
                    <a:pt x="310645" y="357650"/>
                  </a:lnTo>
                  <a:lnTo>
                    <a:pt x="293850" y="326557"/>
                  </a:lnTo>
                  <a:close/>
                  <a:moveTo>
                    <a:pt x="267987" y="365242"/>
                  </a:moveTo>
                  <a:lnTo>
                    <a:pt x="293850" y="326557"/>
                  </a:lnTo>
                  <a:lnTo>
                    <a:pt x="266764" y="321489"/>
                  </a:lnTo>
                  <a:close/>
                  <a:moveTo>
                    <a:pt x="310645" y="357650"/>
                  </a:moveTo>
                  <a:lnTo>
                    <a:pt x="340008" y="360867"/>
                  </a:lnTo>
                  <a:lnTo>
                    <a:pt x="321671" y="331027"/>
                  </a:lnTo>
                  <a:close/>
                  <a:moveTo>
                    <a:pt x="310645" y="357650"/>
                  </a:moveTo>
                  <a:lnTo>
                    <a:pt x="321671" y="331027"/>
                  </a:lnTo>
                  <a:lnTo>
                    <a:pt x="293850" y="326557"/>
                  </a:lnTo>
                  <a:close/>
                  <a:moveTo>
                    <a:pt x="266764" y="321489"/>
                  </a:moveTo>
                  <a:lnTo>
                    <a:pt x="293850" y="326557"/>
                  </a:lnTo>
                  <a:lnTo>
                    <a:pt x="285308" y="288755"/>
                  </a:lnTo>
                  <a:close/>
                  <a:moveTo>
                    <a:pt x="266764" y="321489"/>
                  </a:moveTo>
                  <a:lnTo>
                    <a:pt x="285308" y="288755"/>
                  </a:lnTo>
                  <a:lnTo>
                    <a:pt x="259787" y="282414"/>
                  </a:lnTo>
                  <a:close/>
                  <a:moveTo>
                    <a:pt x="544774" y="534849"/>
                  </a:moveTo>
                  <a:lnTo>
                    <a:pt x="549668" y="571604"/>
                  </a:lnTo>
                  <a:lnTo>
                    <a:pt x="598677" y="554068"/>
                  </a:lnTo>
                  <a:close/>
                  <a:moveTo>
                    <a:pt x="598677" y="554068"/>
                  </a:moveTo>
                  <a:lnTo>
                    <a:pt x="549668" y="571604"/>
                  </a:lnTo>
                  <a:lnTo>
                    <a:pt x="598580" y="554576"/>
                  </a:lnTo>
                  <a:close/>
                  <a:moveTo>
                    <a:pt x="598677" y="554068"/>
                  </a:moveTo>
                  <a:lnTo>
                    <a:pt x="598580" y="554576"/>
                  </a:lnTo>
                  <a:lnTo>
                    <a:pt x="599521" y="554420"/>
                  </a:lnTo>
                  <a:close/>
                  <a:moveTo>
                    <a:pt x="438959" y="370645"/>
                  </a:moveTo>
                  <a:lnTo>
                    <a:pt x="425174" y="375307"/>
                  </a:lnTo>
                  <a:lnTo>
                    <a:pt x="438705" y="379552"/>
                  </a:lnTo>
                  <a:close/>
                  <a:moveTo>
                    <a:pt x="615349" y="500482"/>
                  </a:moveTo>
                  <a:lnTo>
                    <a:pt x="598677" y="554068"/>
                  </a:lnTo>
                  <a:lnTo>
                    <a:pt x="599521" y="554420"/>
                  </a:lnTo>
                  <a:close/>
                  <a:moveTo>
                    <a:pt x="615349" y="500482"/>
                  </a:moveTo>
                  <a:lnTo>
                    <a:pt x="599521" y="554420"/>
                  </a:lnTo>
                  <a:lnTo>
                    <a:pt x="633927" y="537237"/>
                  </a:lnTo>
                  <a:close/>
                  <a:moveTo>
                    <a:pt x="662065" y="530052"/>
                  </a:moveTo>
                  <a:lnTo>
                    <a:pt x="706620" y="565665"/>
                  </a:lnTo>
                  <a:lnTo>
                    <a:pt x="670098" y="537237"/>
                  </a:lnTo>
                  <a:close/>
                  <a:moveTo>
                    <a:pt x="706620" y="565665"/>
                  </a:moveTo>
                  <a:lnTo>
                    <a:pt x="743784" y="530453"/>
                  </a:lnTo>
                  <a:lnTo>
                    <a:pt x="694018" y="537237"/>
                  </a:lnTo>
                  <a:close/>
                  <a:moveTo>
                    <a:pt x="654335" y="491588"/>
                  </a:moveTo>
                  <a:lnTo>
                    <a:pt x="615349" y="500482"/>
                  </a:lnTo>
                  <a:lnTo>
                    <a:pt x="662065" y="530052"/>
                  </a:lnTo>
                  <a:close/>
                  <a:moveTo>
                    <a:pt x="662065" y="530052"/>
                  </a:moveTo>
                  <a:lnTo>
                    <a:pt x="670098" y="537237"/>
                  </a:lnTo>
                  <a:lnTo>
                    <a:pt x="688137" y="491197"/>
                  </a:lnTo>
                  <a:close/>
                  <a:moveTo>
                    <a:pt x="654335" y="491588"/>
                  </a:moveTo>
                  <a:lnTo>
                    <a:pt x="662065" y="530052"/>
                  </a:lnTo>
                  <a:lnTo>
                    <a:pt x="688137" y="491197"/>
                  </a:lnTo>
                  <a:close/>
                  <a:moveTo>
                    <a:pt x="608796" y="495693"/>
                  </a:moveTo>
                  <a:lnTo>
                    <a:pt x="615349" y="500482"/>
                  </a:lnTo>
                  <a:lnTo>
                    <a:pt x="654335" y="491588"/>
                  </a:lnTo>
                  <a:close/>
                  <a:moveTo>
                    <a:pt x="654335" y="491588"/>
                  </a:moveTo>
                  <a:lnTo>
                    <a:pt x="646101" y="453536"/>
                  </a:lnTo>
                  <a:lnTo>
                    <a:pt x="608796" y="495693"/>
                  </a:lnTo>
                  <a:close/>
                  <a:moveTo>
                    <a:pt x="688137" y="491197"/>
                  </a:moveTo>
                  <a:lnTo>
                    <a:pt x="679243" y="446544"/>
                  </a:lnTo>
                  <a:lnTo>
                    <a:pt x="646101" y="453536"/>
                  </a:lnTo>
                  <a:close/>
                  <a:moveTo>
                    <a:pt x="688137" y="491197"/>
                  </a:moveTo>
                  <a:lnTo>
                    <a:pt x="646101" y="453536"/>
                  </a:lnTo>
                  <a:lnTo>
                    <a:pt x="654335" y="491588"/>
                  </a:lnTo>
                  <a:close/>
                  <a:moveTo>
                    <a:pt x="679243" y="446544"/>
                  </a:moveTo>
                  <a:lnTo>
                    <a:pt x="649982" y="409789"/>
                  </a:lnTo>
                  <a:lnTo>
                    <a:pt x="646101" y="453536"/>
                  </a:lnTo>
                  <a:close/>
                  <a:moveTo>
                    <a:pt x="649982" y="409789"/>
                  </a:moveTo>
                  <a:lnTo>
                    <a:pt x="642742" y="411520"/>
                  </a:lnTo>
                  <a:lnTo>
                    <a:pt x="646101" y="453536"/>
                  </a:lnTo>
                  <a:close/>
                  <a:moveTo>
                    <a:pt x="602645" y="417030"/>
                  </a:moveTo>
                  <a:lnTo>
                    <a:pt x="646101" y="453536"/>
                  </a:lnTo>
                  <a:lnTo>
                    <a:pt x="642742" y="411520"/>
                  </a:lnTo>
                  <a:close/>
                  <a:moveTo>
                    <a:pt x="644054" y="406732"/>
                  </a:moveTo>
                  <a:lnTo>
                    <a:pt x="602835" y="373034"/>
                  </a:lnTo>
                  <a:lnTo>
                    <a:pt x="642742" y="411520"/>
                  </a:lnTo>
                  <a:close/>
                  <a:moveTo>
                    <a:pt x="642742" y="411520"/>
                  </a:moveTo>
                  <a:lnTo>
                    <a:pt x="602835" y="373034"/>
                  </a:lnTo>
                  <a:lnTo>
                    <a:pt x="600751" y="373822"/>
                  </a:lnTo>
                  <a:close/>
                  <a:moveTo>
                    <a:pt x="644054" y="406732"/>
                  </a:moveTo>
                  <a:lnTo>
                    <a:pt x="642742" y="411520"/>
                  </a:lnTo>
                  <a:lnTo>
                    <a:pt x="649982" y="409789"/>
                  </a:lnTo>
                  <a:close/>
                  <a:moveTo>
                    <a:pt x="601412" y="371880"/>
                  </a:moveTo>
                  <a:lnTo>
                    <a:pt x="600751" y="373822"/>
                  </a:lnTo>
                  <a:lnTo>
                    <a:pt x="602835" y="373034"/>
                  </a:lnTo>
                  <a:close/>
                  <a:moveTo>
                    <a:pt x="595324" y="373034"/>
                  </a:moveTo>
                  <a:lnTo>
                    <a:pt x="600751" y="373822"/>
                  </a:lnTo>
                  <a:lnTo>
                    <a:pt x="601412" y="371880"/>
                  </a:lnTo>
                  <a:close/>
                  <a:moveTo>
                    <a:pt x="736373" y="520054"/>
                  </a:moveTo>
                  <a:lnTo>
                    <a:pt x="743784" y="530453"/>
                  </a:lnTo>
                  <a:lnTo>
                    <a:pt x="750701" y="502870"/>
                  </a:lnTo>
                  <a:close/>
                  <a:moveTo>
                    <a:pt x="649982" y="409789"/>
                  </a:moveTo>
                  <a:lnTo>
                    <a:pt x="691733" y="443527"/>
                  </a:lnTo>
                  <a:lnTo>
                    <a:pt x="688405" y="401485"/>
                  </a:lnTo>
                  <a:close/>
                  <a:moveTo>
                    <a:pt x="649982" y="409789"/>
                  </a:moveTo>
                  <a:lnTo>
                    <a:pt x="679243" y="446544"/>
                  </a:lnTo>
                  <a:lnTo>
                    <a:pt x="691733" y="443527"/>
                  </a:lnTo>
                  <a:close/>
                  <a:moveTo>
                    <a:pt x="691733" y="443527"/>
                  </a:moveTo>
                  <a:lnTo>
                    <a:pt x="726284" y="397778"/>
                  </a:lnTo>
                  <a:lnTo>
                    <a:pt x="688405" y="401485"/>
                  </a:lnTo>
                  <a:close/>
                  <a:moveTo>
                    <a:pt x="649982" y="409789"/>
                  </a:moveTo>
                  <a:lnTo>
                    <a:pt x="688405" y="401485"/>
                  </a:lnTo>
                  <a:lnTo>
                    <a:pt x="644054" y="406732"/>
                  </a:lnTo>
                  <a:close/>
                  <a:moveTo>
                    <a:pt x="644054" y="406732"/>
                  </a:moveTo>
                  <a:lnTo>
                    <a:pt x="688405" y="401485"/>
                  </a:lnTo>
                  <a:lnTo>
                    <a:pt x="694333" y="373934"/>
                  </a:lnTo>
                  <a:close/>
                  <a:moveTo>
                    <a:pt x="644054" y="406732"/>
                  </a:moveTo>
                  <a:lnTo>
                    <a:pt x="694333" y="373934"/>
                  </a:lnTo>
                  <a:lnTo>
                    <a:pt x="657073" y="359203"/>
                  </a:lnTo>
                  <a:close/>
                  <a:moveTo>
                    <a:pt x="595324" y="373034"/>
                  </a:moveTo>
                  <a:lnTo>
                    <a:pt x="601412" y="371880"/>
                  </a:lnTo>
                  <a:lnTo>
                    <a:pt x="617403" y="335458"/>
                  </a:lnTo>
                  <a:close/>
                  <a:moveTo>
                    <a:pt x="650406" y="355850"/>
                  </a:moveTo>
                  <a:lnTo>
                    <a:pt x="644054" y="406732"/>
                  </a:lnTo>
                  <a:lnTo>
                    <a:pt x="657073" y="359203"/>
                  </a:lnTo>
                  <a:close/>
                  <a:moveTo>
                    <a:pt x="650406" y="355850"/>
                  </a:moveTo>
                  <a:lnTo>
                    <a:pt x="602835" y="373034"/>
                  </a:lnTo>
                  <a:lnTo>
                    <a:pt x="644054" y="406732"/>
                  </a:lnTo>
                  <a:close/>
                  <a:moveTo>
                    <a:pt x="602835" y="373034"/>
                  </a:moveTo>
                  <a:lnTo>
                    <a:pt x="650406" y="355850"/>
                  </a:lnTo>
                  <a:lnTo>
                    <a:pt x="601412" y="371880"/>
                  </a:lnTo>
                  <a:close/>
                  <a:moveTo>
                    <a:pt x="650406" y="355850"/>
                  </a:moveTo>
                  <a:lnTo>
                    <a:pt x="617403" y="335458"/>
                  </a:lnTo>
                  <a:lnTo>
                    <a:pt x="601412" y="371880"/>
                  </a:lnTo>
                  <a:close/>
                  <a:moveTo>
                    <a:pt x="776159" y="430715"/>
                  </a:moveTo>
                  <a:lnTo>
                    <a:pt x="752534" y="466115"/>
                  </a:lnTo>
                  <a:lnTo>
                    <a:pt x="797949" y="415977"/>
                  </a:lnTo>
                  <a:close/>
                  <a:moveTo>
                    <a:pt x="657937" y="354419"/>
                  </a:moveTo>
                  <a:lnTo>
                    <a:pt x="650406" y="355850"/>
                  </a:lnTo>
                  <a:lnTo>
                    <a:pt x="657073" y="359203"/>
                  </a:lnTo>
                  <a:close/>
                  <a:moveTo>
                    <a:pt x="644139" y="214637"/>
                  </a:moveTo>
                  <a:lnTo>
                    <a:pt x="585013" y="214357"/>
                  </a:lnTo>
                  <a:lnTo>
                    <a:pt x="610872" y="214831"/>
                  </a:lnTo>
                  <a:close/>
                  <a:moveTo>
                    <a:pt x="867925" y="264403"/>
                  </a:moveTo>
                  <a:lnTo>
                    <a:pt x="839298" y="304300"/>
                  </a:lnTo>
                  <a:lnTo>
                    <a:pt x="851298" y="298446"/>
                  </a:lnTo>
                  <a:close/>
                  <a:moveTo>
                    <a:pt x="955979" y="185152"/>
                  </a:moveTo>
                  <a:lnTo>
                    <a:pt x="933114" y="162773"/>
                  </a:lnTo>
                  <a:lnTo>
                    <a:pt x="909411" y="151175"/>
                  </a:lnTo>
                  <a:close/>
                  <a:moveTo>
                    <a:pt x="955979" y="185152"/>
                  </a:moveTo>
                  <a:lnTo>
                    <a:pt x="996379" y="178525"/>
                  </a:lnTo>
                  <a:lnTo>
                    <a:pt x="937172" y="159669"/>
                  </a:lnTo>
                  <a:close/>
                  <a:moveTo>
                    <a:pt x="909411" y="151175"/>
                  </a:moveTo>
                  <a:lnTo>
                    <a:pt x="926548" y="159669"/>
                  </a:lnTo>
                  <a:lnTo>
                    <a:pt x="914891" y="123008"/>
                  </a:lnTo>
                  <a:close/>
                  <a:moveTo>
                    <a:pt x="914891" y="123008"/>
                  </a:moveTo>
                  <a:lnTo>
                    <a:pt x="931880" y="158159"/>
                  </a:lnTo>
                  <a:lnTo>
                    <a:pt x="952879" y="140465"/>
                  </a:lnTo>
                  <a:close/>
                  <a:moveTo>
                    <a:pt x="1045310" y="211451"/>
                  </a:moveTo>
                  <a:lnTo>
                    <a:pt x="1015027" y="208982"/>
                  </a:lnTo>
                  <a:lnTo>
                    <a:pt x="1015718" y="250833"/>
                  </a:lnTo>
                  <a:close/>
                  <a:moveTo>
                    <a:pt x="1045310" y="211451"/>
                  </a:moveTo>
                  <a:lnTo>
                    <a:pt x="1046354" y="165855"/>
                  </a:lnTo>
                  <a:lnTo>
                    <a:pt x="1015027" y="208982"/>
                  </a:lnTo>
                  <a:close/>
                  <a:moveTo>
                    <a:pt x="996379" y="178525"/>
                  </a:moveTo>
                  <a:lnTo>
                    <a:pt x="1046354" y="165855"/>
                  </a:lnTo>
                  <a:lnTo>
                    <a:pt x="1047327" y="148228"/>
                  </a:lnTo>
                  <a:close/>
                  <a:moveTo>
                    <a:pt x="1046354" y="165855"/>
                  </a:moveTo>
                  <a:lnTo>
                    <a:pt x="1079117" y="166307"/>
                  </a:lnTo>
                  <a:lnTo>
                    <a:pt x="1047327" y="148228"/>
                  </a:lnTo>
                  <a:close/>
                  <a:moveTo>
                    <a:pt x="967030" y="88547"/>
                  </a:moveTo>
                  <a:lnTo>
                    <a:pt x="952879" y="140465"/>
                  </a:lnTo>
                  <a:lnTo>
                    <a:pt x="955067" y="142485"/>
                  </a:lnTo>
                  <a:close/>
                  <a:moveTo>
                    <a:pt x="1045623" y="121702"/>
                  </a:moveTo>
                  <a:lnTo>
                    <a:pt x="1009414" y="131053"/>
                  </a:lnTo>
                  <a:lnTo>
                    <a:pt x="1047327" y="148228"/>
                  </a:lnTo>
                  <a:close/>
                  <a:moveTo>
                    <a:pt x="1009464" y="124010"/>
                  </a:moveTo>
                  <a:lnTo>
                    <a:pt x="1045623" y="121702"/>
                  </a:lnTo>
                  <a:lnTo>
                    <a:pt x="1034652" y="85874"/>
                  </a:lnTo>
                  <a:close/>
                  <a:moveTo>
                    <a:pt x="1009464" y="124010"/>
                  </a:moveTo>
                  <a:lnTo>
                    <a:pt x="1034652" y="85874"/>
                  </a:lnTo>
                  <a:lnTo>
                    <a:pt x="1005992" y="82086"/>
                  </a:lnTo>
                  <a:close/>
                  <a:moveTo>
                    <a:pt x="1074717" y="125137"/>
                  </a:moveTo>
                  <a:lnTo>
                    <a:pt x="1047327" y="148228"/>
                  </a:lnTo>
                  <a:lnTo>
                    <a:pt x="1074820" y="126446"/>
                  </a:lnTo>
                  <a:close/>
                  <a:moveTo>
                    <a:pt x="1074717" y="125137"/>
                  </a:moveTo>
                  <a:lnTo>
                    <a:pt x="1045623" y="121702"/>
                  </a:lnTo>
                  <a:lnTo>
                    <a:pt x="1047327" y="148228"/>
                  </a:lnTo>
                  <a:close/>
                  <a:moveTo>
                    <a:pt x="1045623" y="121702"/>
                  </a:moveTo>
                  <a:lnTo>
                    <a:pt x="1074717" y="125137"/>
                  </a:lnTo>
                  <a:lnTo>
                    <a:pt x="1034652" y="85874"/>
                  </a:lnTo>
                  <a:close/>
                  <a:moveTo>
                    <a:pt x="1005992" y="82086"/>
                  </a:moveTo>
                  <a:lnTo>
                    <a:pt x="1031711" y="43518"/>
                  </a:lnTo>
                  <a:lnTo>
                    <a:pt x="1000211" y="42038"/>
                  </a:lnTo>
                  <a:close/>
                  <a:moveTo>
                    <a:pt x="1000211" y="42038"/>
                  </a:moveTo>
                  <a:lnTo>
                    <a:pt x="1031711" y="43518"/>
                  </a:lnTo>
                  <a:lnTo>
                    <a:pt x="1030199" y="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85" name="Input_density__184">
              <a:extLst>
                <a:ext uri="{FF2B5EF4-FFF2-40B4-BE49-F238E27FC236}">
                  <a16:creationId xmlns:a16="http://schemas.microsoft.com/office/drawing/2014/main" id="{8CE76631-A346-7D87-0561-D606617C80E3}"/>
                </a:ext>
              </a:extLst>
            </p:cNvPr>
            <p:cNvSpPr>
              <a:spLocks noGrp="1"/>
            </p:cNvSpPr>
            <p:nvPr/>
          </p:nvSpPr>
          <p:spPr>
            <a:xfrm>
              <a:off x="546075" y="1630959"/>
              <a:ext cx="984090" cy="703004"/>
            </a:xfrm>
            <a:custGeom>
              <a:avLst/>
              <a:gdLst/>
              <a:ahLst/>
              <a:cxnLst/>
              <a:rect l="0" t="0" r="0" b="0"/>
              <a:pathLst>
                <a:path w="984090" h="703004">
                  <a:moveTo>
                    <a:pt x="140517" y="666248"/>
                  </a:moveTo>
                  <a:lnTo>
                    <a:pt x="196122" y="685307"/>
                  </a:lnTo>
                  <a:lnTo>
                    <a:pt x="179576" y="654636"/>
                  </a:lnTo>
                  <a:close/>
                  <a:moveTo>
                    <a:pt x="196162" y="685820"/>
                  </a:moveTo>
                  <a:lnTo>
                    <a:pt x="196122" y="685307"/>
                  </a:lnTo>
                  <a:lnTo>
                    <a:pt x="140517" y="666248"/>
                  </a:lnTo>
                  <a:close/>
                  <a:moveTo>
                    <a:pt x="162647" y="703004"/>
                  </a:moveTo>
                  <a:lnTo>
                    <a:pt x="196162" y="685820"/>
                  </a:lnTo>
                  <a:lnTo>
                    <a:pt x="140517" y="666248"/>
                  </a:lnTo>
                  <a:close/>
                  <a:moveTo>
                    <a:pt x="179576" y="654636"/>
                  </a:moveTo>
                  <a:lnTo>
                    <a:pt x="196122" y="685307"/>
                  </a:lnTo>
                  <a:lnTo>
                    <a:pt x="193478" y="649065"/>
                  </a:lnTo>
                  <a:close/>
                  <a:moveTo>
                    <a:pt x="1983" y="465290"/>
                  </a:moveTo>
                  <a:lnTo>
                    <a:pt x="0" y="468540"/>
                  </a:lnTo>
                  <a:lnTo>
                    <a:pt x="6734" y="475522"/>
                  </a:lnTo>
                  <a:close/>
                  <a:moveTo>
                    <a:pt x="2602" y="460075"/>
                  </a:moveTo>
                  <a:lnTo>
                    <a:pt x="0" y="468540"/>
                  </a:lnTo>
                  <a:lnTo>
                    <a:pt x="1983" y="465290"/>
                  </a:lnTo>
                  <a:close/>
                  <a:moveTo>
                    <a:pt x="196162" y="685820"/>
                  </a:moveTo>
                  <a:lnTo>
                    <a:pt x="196377" y="686261"/>
                  </a:lnTo>
                  <a:lnTo>
                    <a:pt x="196600" y="685543"/>
                  </a:lnTo>
                  <a:close/>
                  <a:moveTo>
                    <a:pt x="196162" y="685820"/>
                  </a:moveTo>
                  <a:lnTo>
                    <a:pt x="196600" y="685543"/>
                  </a:lnTo>
                  <a:lnTo>
                    <a:pt x="196122" y="685307"/>
                  </a:lnTo>
                  <a:close/>
                  <a:moveTo>
                    <a:pt x="1983" y="465290"/>
                  </a:moveTo>
                  <a:lnTo>
                    <a:pt x="6734" y="475522"/>
                  </a:lnTo>
                  <a:lnTo>
                    <a:pt x="7456" y="462478"/>
                  </a:lnTo>
                  <a:close/>
                  <a:moveTo>
                    <a:pt x="2602" y="460075"/>
                  </a:moveTo>
                  <a:lnTo>
                    <a:pt x="1983" y="465290"/>
                  </a:lnTo>
                  <a:lnTo>
                    <a:pt x="7456" y="462478"/>
                  </a:lnTo>
                  <a:close/>
                  <a:moveTo>
                    <a:pt x="2602" y="460075"/>
                  </a:moveTo>
                  <a:lnTo>
                    <a:pt x="7456" y="462478"/>
                  </a:lnTo>
                  <a:lnTo>
                    <a:pt x="6144" y="428535"/>
                  </a:lnTo>
                  <a:close/>
                  <a:moveTo>
                    <a:pt x="6144" y="428535"/>
                  </a:moveTo>
                  <a:lnTo>
                    <a:pt x="7456" y="462478"/>
                  </a:lnTo>
                  <a:lnTo>
                    <a:pt x="39525" y="448107"/>
                  </a:lnTo>
                  <a:close/>
                  <a:moveTo>
                    <a:pt x="6144" y="428535"/>
                  </a:moveTo>
                  <a:lnTo>
                    <a:pt x="39525" y="448107"/>
                  </a:lnTo>
                  <a:lnTo>
                    <a:pt x="37871" y="411352"/>
                  </a:lnTo>
                  <a:close/>
                  <a:moveTo>
                    <a:pt x="42604" y="388851"/>
                  </a:moveTo>
                  <a:lnTo>
                    <a:pt x="6144" y="428535"/>
                  </a:lnTo>
                  <a:lnTo>
                    <a:pt x="37871" y="411352"/>
                  </a:lnTo>
                  <a:close/>
                  <a:moveTo>
                    <a:pt x="42604" y="388851"/>
                  </a:moveTo>
                  <a:lnTo>
                    <a:pt x="19484" y="398617"/>
                  </a:lnTo>
                  <a:lnTo>
                    <a:pt x="6144" y="428535"/>
                  </a:lnTo>
                  <a:close/>
                  <a:moveTo>
                    <a:pt x="171109" y="482531"/>
                  </a:moveTo>
                  <a:lnTo>
                    <a:pt x="159853" y="484862"/>
                  </a:lnTo>
                  <a:lnTo>
                    <a:pt x="198991" y="504611"/>
                  </a:lnTo>
                  <a:close/>
                  <a:moveTo>
                    <a:pt x="198991" y="504611"/>
                  </a:moveTo>
                  <a:lnTo>
                    <a:pt x="230297" y="496088"/>
                  </a:lnTo>
                  <a:lnTo>
                    <a:pt x="218010" y="471490"/>
                  </a:lnTo>
                  <a:close/>
                  <a:moveTo>
                    <a:pt x="198991" y="504611"/>
                  </a:moveTo>
                  <a:lnTo>
                    <a:pt x="218010" y="471490"/>
                  </a:lnTo>
                  <a:lnTo>
                    <a:pt x="171109" y="482531"/>
                  </a:lnTo>
                  <a:close/>
                  <a:moveTo>
                    <a:pt x="37871" y="411352"/>
                  </a:moveTo>
                  <a:lnTo>
                    <a:pt x="59682" y="357613"/>
                  </a:lnTo>
                  <a:lnTo>
                    <a:pt x="42604" y="388851"/>
                  </a:lnTo>
                  <a:close/>
                  <a:moveTo>
                    <a:pt x="46673" y="374597"/>
                  </a:moveTo>
                  <a:lnTo>
                    <a:pt x="42604" y="388851"/>
                  </a:lnTo>
                  <a:lnTo>
                    <a:pt x="59682" y="357613"/>
                  </a:lnTo>
                  <a:close/>
                  <a:moveTo>
                    <a:pt x="59893" y="357284"/>
                  </a:moveTo>
                  <a:lnTo>
                    <a:pt x="46673" y="374597"/>
                  </a:lnTo>
                  <a:lnTo>
                    <a:pt x="59682" y="357613"/>
                  </a:lnTo>
                  <a:close/>
                  <a:moveTo>
                    <a:pt x="250185" y="474241"/>
                  </a:moveTo>
                  <a:lnTo>
                    <a:pt x="230297" y="496088"/>
                  </a:lnTo>
                  <a:lnTo>
                    <a:pt x="203607" y="504433"/>
                  </a:lnTo>
                  <a:close/>
                  <a:moveTo>
                    <a:pt x="230297" y="496088"/>
                  </a:moveTo>
                  <a:lnTo>
                    <a:pt x="250185" y="474241"/>
                  </a:lnTo>
                  <a:lnTo>
                    <a:pt x="231874" y="467678"/>
                  </a:lnTo>
                  <a:close/>
                  <a:moveTo>
                    <a:pt x="85008" y="326609"/>
                  </a:moveTo>
                  <a:lnTo>
                    <a:pt x="59893" y="357284"/>
                  </a:lnTo>
                  <a:lnTo>
                    <a:pt x="106638" y="311272"/>
                  </a:lnTo>
                  <a:close/>
                  <a:moveTo>
                    <a:pt x="150763" y="292996"/>
                  </a:moveTo>
                  <a:lnTo>
                    <a:pt x="115649" y="303475"/>
                  </a:lnTo>
                  <a:lnTo>
                    <a:pt x="162082" y="297780"/>
                  </a:lnTo>
                  <a:close/>
                  <a:moveTo>
                    <a:pt x="115649" y="303475"/>
                  </a:moveTo>
                  <a:lnTo>
                    <a:pt x="106638" y="311272"/>
                  </a:lnTo>
                  <a:lnTo>
                    <a:pt x="162082" y="297780"/>
                  </a:lnTo>
                  <a:close/>
                  <a:moveTo>
                    <a:pt x="599460" y="619475"/>
                  </a:moveTo>
                  <a:lnTo>
                    <a:pt x="599421" y="619316"/>
                  </a:lnTo>
                  <a:lnTo>
                    <a:pt x="589442" y="582875"/>
                  </a:lnTo>
                  <a:close/>
                  <a:moveTo>
                    <a:pt x="549049" y="636658"/>
                  </a:moveTo>
                  <a:lnTo>
                    <a:pt x="599460" y="619475"/>
                  </a:lnTo>
                  <a:lnTo>
                    <a:pt x="540529" y="599903"/>
                  </a:lnTo>
                  <a:close/>
                  <a:moveTo>
                    <a:pt x="295254" y="269108"/>
                  </a:moveTo>
                  <a:lnTo>
                    <a:pt x="303548" y="305864"/>
                  </a:lnTo>
                  <a:lnTo>
                    <a:pt x="334815" y="296464"/>
                  </a:lnTo>
                  <a:close/>
                  <a:moveTo>
                    <a:pt x="599468" y="619471"/>
                  </a:moveTo>
                  <a:lnTo>
                    <a:pt x="599421" y="619316"/>
                  </a:lnTo>
                  <a:lnTo>
                    <a:pt x="599460" y="619475"/>
                  </a:lnTo>
                  <a:close/>
                  <a:moveTo>
                    <a:pt x="599421" y="619316"/>
                  </a:moveTo>
                  <a:lnTo>
                    <a:pt x="599468" y="619471"/>
                  </a:lnTo>
                  <a:lnTo>
                    <a:pt x="590382" y="582720"/>
                  </a:lnTo>
                  <a:close/>
                  <a:moveTo>
                    <a:pt x="421679" y="362190"/>
                  </a:moveTo>
                  <a:lnTo>
                    <a:pt x="440944" y="381762"/>
                  </a:lnTo>
                  <a:lnTo>
                    <a:pt x="447464" y="345007"/>
                  </a:lnTo>
                  <a:close/>
                  <a:moveTo>
                    <a:pt x="449662" y="336914"/>
                  </a:moveTo>
                  <a:lnTo>
                    <a:pt x="421679" y="362190"/>
                  </a:lnTo>
                  <a:lnTo>
                    <a:pt x="447464" y="345007"/>
                  </a:lnTo>
                  <a:close/>
                  <a:moveTo>
                    <a:pt x="449662" y="336914"/>
                  </a:moveTo>
                  <a:lnTo>
                    <a:pt x="423909" y="336836"/>
                  </a:lnTo>
                  <a:lnTo>
                    <a:pt x="421679" y="362190"/>
                  </a:lnTo>
                  <a:close/>
                  <a:moveTo>
                    <a:pt x="423909" y="336836"/>
                  </a:moveTo>
                  <a:lnTo>
                    <a:pt x="449662" y="336914"/>
                  </a:lnTo>
                  <a:lnTo>
                    <a:pt x="426360" y="325435"/>
                  </a:lnTo>
                  <a:close/>
                  <a:moveTo>
                    <a:pt x="449662" y="336914"/>
                  </a:moveTo>
                  <a:lnTo>
                    <a:pt x="456674" y="308252"/>
                  </a:lnTo>
                  <a:lnTo>
                    <a:pt x="426360" y="325435"/>
                  </a:lnTo>
                  <a:close/>
                  <a:moveTo>
                    <a:pt x="449662" y="336914"/>
                  </a:moveTo>
                  <a:lnTo>
                    <a:pt x="469818" y="316064"/>
                  </a:lnTo>
                  <a:lnTo>
                    <a:pt x="456674" y="308252"/>
                  </a:lnTo>
                  <a:close/>
                  <a:moveTo>
                    <a:pt x="469818" y="316064"/>
                  </a:moveTo>
                  <a:lnTo>
                    <a:pt x="479117" y="291068"/>
                  </a:lnTo>
                  <a:lnTo>
                    <a:pt x="456674" y="308252"/>
                  </a:lnTo>
                  <a:close/>
                  <a:moveTo>
                    <a:pt x="492824" y="277503"/>
                  </a:moveTo>
                  <a:lnTo>
                    <a:pt x="456674" y="308252"/>
                  </a:lnTo>
                  <a:lnTo>
                    <a:pt x="479117" y="291068"/>
                  </a:lnTo>
                  <a:close/>
                  <a:moveTo>
                    <a:pt x="545258" y="252762"/>
                  </a:moveTo>
                  <a:lnTo>
                    <a:pt x="492824" y="277503"/>
                  </a:lnTo>
                  <a:lnTo>
                    <a:pt x="516215" y="268750"/>
                  </a:lnTo>
                  <a:close/>
                  <a:moveTo>
                    <a:pt x="786565" y="262488"/>
                  </a:moveTo>
                  <a:lnTo>
                    <a:pt x="746865" y="276273"/>
                  </a:lnTo>
                  <a:lnTo>
                    <a:pt x="793827" y="270612"/>
                  </a:lnTo>
                  <a:close/>
                  <a:moveTo>
                    <a:pt x="760154" y="240926"/>
                  </a:moveTo>
                  <a:lnTo>
                    <a:pt x="746865" y="276273"/>
                  </a:lnTo>
                  <a:lnTo>
                    <a:pt x="786565" y="262488"/>
                  </a:lnTo>
                  <a:close/>
                  <a:moveTo>
                    <a:pt x="759999" y="239518"/>
                  </a:moveTo>
                  <a:lnTo>
                    <a:pt x="786565" y="262488"/>
                  </a:lnTo>
                  <a:lnTo>
                    <a:pt x="793118" y="259090"/>
                  </a:lnTo>
                  <a:close/>
                  <a:moveTo>
                    <a:pt x="759999" y="239518"/>
                  </a:moveTo>
                  <a:lnTo>
                    <a:pt x="793118" y="259090"/>
                  </a:lnTo>
                  <a:lnTo>
                    <a:pt x="786704" y="222335"/>
                  </a:lnTo>
                  <a:close/>
                  <a:moveTo>
                    <a:pt x="786565" y="262488"/>
                  </a:moveTo>
                  <a:lnTo>
                    <a:pt x="793827" y="270612"/>
                  </a:lnTo>
                  <a:lnTo>
                    <a:pt x="793118" y="259090"/>
                  </a:lnTo>
                  <a:close/>
                  <a:moveTo>
                    <a:pt x="793827" y="270612"/>
                  </a:moveTo>
                  <a:lnTo>
                    <a:pt x="805783" y="291611"/>
                  </a:lnTo>
                  <a:lnTo>
                    <a:pt x="793118" y="259090"/>
                  </a:lnTo>
                  <a:close/>
                  <a:moveTo>
                    <a:pt x="793118" y="259090"/>
                  </a:moveTo>
                  <a:lnTo>
                    <a:pt x="843315" y="278662"/>
                  </a:lnTo>
                  <a:lnTo>
                    <a:pt x="828845" y="241907"/>
                  </a:lnTo>
                  <a:close/>
                  <a:moveTo>
                    <a:pt x="786704" y="222335"/>
                  </a:moveTo>
                  <a:lnTo>
                    <a:pt x="793118" y="259090"/>
                  </a:lnTo>
                  <a:lnTo>
                    <a:pt x="828845" y="241907"/>
                  </a:lnTo>
                  <a:close/>
                  <a:moveTo>
                    <a:pt x="786704" y="222335"/>
                  </a:moveTo>
                  <a:lnTo>
                    <a:pt x="828845" y="241907"/>
                  </a:lnTo>
                  <a:lnTo>
                    <a:pt x="823485" y="205152"/>
                  </a:lnTo>
                  <a:close/>
                  <a:moveTo>
                    <a:pt x="788261" y="185580"/>
                  </a:moveTo>
                  <a:lnTo>
                    <a:pt x="786704" y="222335"/>
                  </a:lnTo>
                  <a:lnTo>
                    <a:pt x="823485" y="205152"/>
                  </a:lnTo>
                  <a:close/>
                  <a:moveTo>
                    <a:pt x="788261" y="185580"/>
                  </a:moveTo>
                  <a:lnTo>
                    <a:pt x="823485" y="205152"/>
                  </a:lnTo>
                  <a:lnTo>
                    <a:pt x="823170" y="168397"/>
                  </a:lnTo>
                  <a:close/>
                  <a:moveTo>
                    <a:pt x="823485" y="205152"/>
                  </a:moveTo>
                  <a:lnTo>
                    <a:pt x="859215" y="230513"/>
                  </a:lnTo>
                  <a:lnTo>
                    <a:pt x="844280" y="197907"/>
                  </a:lnTo>
                  <a:close/>
                  <a:moveTo>
                    <a:pt x="877650" y="187968"/>
                  </a:moveTo>
                  <a:lnTo>
                    <a:pt x="844280" y="197907"/>
                  </a:lnTo>
                  <a:lnTo>
                    <a:pt x="859215" y="230513"/>
                  </a:lnTo>
                  <a:close/>
                  <a:moveTo>
                    <a:pt x="823170" y="168397"/>
                  </a:moveTo>
                  <a:lnTo>
                    <a:pt x="844280" y="197907"/>
                  </a:lnTo>
                  <a:lnTo>
                    <a:pt x="828721" y="165810"/>
                  </a:lnTo>
                  <a:close/>
                  <a:moveTo>
                    <a:pt x="823170" y="168397"/>
                  </a:moveTo>
                  <a:lnTo>
                    <a:pt x="823485" y="205152"/>
                  </a:lnTo>
                  <a:lnTo>
                    <a:pt x="844280" y="197907"/>
                  </a:lnTo>
                  <a:close/>
                  <a:moveTo>
                    <a:pt x="877650" y="187968"/>
                  </a:moveTo>
                  <a:lnTo>
                    <a:pt x="856202" y="151213"/>
                  </a:lnTo>
                  <a:lnTo>
                    <a:pt x="844280" y="197907"/>
                  </a:lnTo>
                  <a:close/>
                  <a:moveTo>
                    <a:pt x="856202" y="151213"/>
                  </a:moveTo>
                  <a:lnTo>
                    <a:pt x="828721" y="165810"/>
                  </a:lnTo>
                  <a:lnTo>
                    <a:pt x="844280" y="197907"/>
                  </a:lnTo>
                  <a:close/>
                  <a:moveTo>
                    <a:pt x="823972" y="162538"/>
                  </a:moveTo>
                  <a:lnTo>
                    <a:pt x="823170" y="168397"/>
                  </a:lnTo>
                  <a:lnTo>
                    <a:pt x="828721" y="165810"/>
                  </a:lnTo>
                  <a:close/>
                  <a:moveTo>
                    <a:pt x="827137" y="131641"/>
                  </a:moveTo>
                  <a:lnTo>
                    <a:pt x="828721" y="165810"/>
                  </a:lnTo>
                  <a:lnTo>
                    <a:pt x="856202" y="151213"/>
                  </a:lnTo>
                  <a:close/>
                  <a:moveTo>
                    <a:pt x="827137" y="131641"/>
                  </a:moveTo>
                  <a:lnTo>
                    <a:pt x="856202" y="151213"/>
                  </a:lnTo>
                  <a:lnTo>
                    <a:pt x="858148" y="114458"/>
                  </a:lnTo>
                  <a:close/>
                  <a:moveTo>
                    <a:pt x="877650" y="187968"/>
                  </a:moveTo>
                  <a:lnTo>
                    <a:pt x="900273" y="179475"/>
                  </a:lnTo>
                  <a:lnTo>
                    <a:pt x="891229" y="134030"/>
                  </a:lnTo>
                  <a:close/>
                  <a:moveTo>
                    <a:pt x="856202" y="151213"/>
                  </a:moveTo>
                  <a:lnTo>
                    <a:pt x="877650" y="187968"/>
                  </a:lnTo>
                  <a:lnTo>
                    <a:pt x="891229" y="134030"/>
                  </a:lnTo>
                  <a:close/>
                  <a:moveTo>
                    <a:pt x="858148" y="114458"/>
                  </a:moveTo>
                  <a:lnTo>
                    <a:pt x="895217" y="111916"/>
                  </a:lnTo>
                  <a:lnTo>
                    <a:pt x="883319" y="103764"/>
                  </a:lnTo>
                  <a:close/>
                  <a:moveTo>
                    <a:pt x="891229" y="134030"/>
                  </a:moveTo>
                  <a:lnTo>
                    <a:pt x="895217" y="111916"/>
                  </a:lnTo>
                  <a:lnTo>
                    <a:pt x="858148" y="114458"/>
                  </a:lnTo>
                  <a:close/>
                  <a:moveTo>
                    <a:pt x="856202" y="151213"/>
                  </a:moveTo>
                  <a:lnTo>
                    <a:pt x="891229" y="134030"/>
                  </a:lnTo>
                  <a:lnTo>
                    <a:pt x="858148" y="114458"/>
                  </a:lnTo>
                  <a:close/>
                  <a:moveTo>
                    <a:pt x="865553" y="97217"/>
                  </a:moveTo>
                  <a:lnTo>
                    <a:pt x="858148" y="114458"/>
                  </a:lnTo>
                  <a:lnTo>
                    <a:pt x="883319" y="103764"/>
                  </a:lnTo>
                  <a:close/>
                  <a:moveTo>
                    <a:pt x="874359" y="77703"/>
                  </a:moveTo>
                  <a:lnTo>
                    <a:pt x="883319" y="103764"/>
                  </a:lnTo>
                  <a:lnTo>
                    <a:pt x="896499" y="97275"/>
                  </a:lnTo>
                  <a:close/>
                  <a:moveTo>
                    <a:pt x="883319" y="103764"/>
                  </a:moveTo>
                  <a:lnTo>
                    <a:pt x="895217" y="111916"/>
                  </a:lnTo>
                  <a:lnTo>
                    <a:pt x="896499" y="97275"/>
                  </a:lnTo>
                  <a:close/>
                  <a:moveTo>
                    <a:pt x="907695" y="128694"/>
                  </a:moveTo>
                  <a:lnTo>
                    <a:pt x="954920" y="114354"/>
                  </a:lnTo>
                  <a:lnTo>
                    <a:pt x="896499" y="97275"/>
                  </a:lnTo>
                  <a:close/>
                  <a:moveTo>
                    <a:pt x="896499" y="97275"/>
                  </a:moveTo>
                  <a:lnTo>
                    <a:pt x="954920" y="114354"/>
                  </a:lnTo>
                  <a:lnTo>
                    <a:pt x="929325" y="80092"/>
                  </a:lnTo>
                  <a:close/>
                  <a:moveTo>
                    <a:pt x="896499" y="97275"/>
                  </a:moveTo>
                  <a:lnTo>
                    <a:pt x="895217" y="111916"/>
                  </a:lnTo>
                  <a:lnTo>
                    <a:pt x="907695" y="128694"/>
                  </a:lnTo>
                  <a:close/>
                  <a:moveTo>
                    <a:pt x="899804" y="60520"/>
                  </a:moveTo>
                  <a:lnTo>
                    <a:pt x="896499" y="97275"/>
                  </a:lnTo>
                  <a:lnTo>
                    <a:pt x="929325" y="80092"/>
                  </a:lnTo>
                  <a:close/>
                  <a:moveTo>
                    <a:pt x="899804" y="60520"/>
                  </a:moveTo>
                  <a:lnTo>
                    <a:pt x="929325" y="80092"/>
                  </a:lnTo>
                  <a:lnTo>
                    <a:pt x="933833" y="43336"/>
                  </a:lnTo>
                  <a:close/>
                  <a:moveTo>
                    <a:pt x="933833" y="43336"/>
                  </a:moveTo>
                  <a:lnTo>
                    <a:pt x="934720" y="38829"/>
                  </a:lnTo>
                  <a:lnTo>
                    <a:pt x="898916" y="23765"/>
                  </a:lnTo>
                  <a:close/>
                  <a:moveTo>
                    <a:pt x="899804" y="60520"/>
                  </a:moveTo>
                  <a:lnTo>
                    <a:pt x="933833" y="43336"/>
                  </a:lnTo>
                  <a:lnTo>
                    <a:pt x="898916" y="23765"/>
                  </a:lnTo>
                  <a:close/>
                  <a:moveTo>
                    <a:pt x="933833" y="43336"/>
                  </a:moveTo>
                  <a:lnTo>
                    <a:pt x="954743" y="72785"/>
                  </a:lnTo>
                  <a:lnTo>
                    <a:pt x="937344" y="42184"/>
                  </a:lnTo>
                  <a:close/>
                  <a:moveTo>
                    <a:pt x="933833" y="43336"/>
                  </a:moveTo>
                  <a:lnTo>
                    <a:pt x="929325" y="80092"/>
                  </a:lnTo>
                  <a:lnTo>
                    <a:pt x="954743" y="72785"/>
                  </a:lnTo>
                  <a:close/>
                  <a:moveTo>
                    <a:pt x="954743" y="72785"/>
                  </a:moveTo>
                  <a:lnTo>
                    <a:pt x="984090" y="31268"/>
                  </a:lnTo>
                  <a:lnTo>
                    <a:pt x="937344" y="42184"/>
                  </a:lnTo>
                  <a:close/>
                  <a:moveTo>
                    <a:pt x="934720" y="38829"/>
                  </a:moveTo>
                  <a:lnTo>
                    <a:pt x="933833" y="43336"/>
                  </a:lnTo>
                  <a:lnTo>
                    <a:pt x="937344" y="42184"/>
                  </a:lnTo>
                  <a:close/>
                  <a:moveTo>
                    <a:pt x="937344" y="42184"/>
                  </a:moveTo>
                  <a:lnTo>
                    <a:pt x="942783" y="6582"/>
                  </a:lnTo>
                  <a:lnTo>
                    <a:pt x="934720" y="38829"/>
                  </a:lnTo>
                  <a:close/>
                  <a:moveTo>
                    <a:pt x="967510" y="0"/>
                  </a:moveTo>
                  <a:lnTo>
                    <a:pt x="942783" y="6582"/>
                  </a:lnTo>
                  <a:lnTo>
                    <a:pt x="937344" y="42184"/>
                  </a:lnTo>
                  <a:close/>
                  <a:moveTo>
                    <a:pt x="984090" y="31268"/>
                  </a:moveTo>
                  <a:lnTo>
                    <a:pt x="967510" y="0"/>
                  </a:lnTo>
                  <a:lnTo>
                    <a:pt x="937344" y="4218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86" name="Input_density__185">
              <a:extLst>
                <a:ext uri="{FF2B5EF4-FFF2-40B4-BE49-F238E27FC236}">
                  <a16:creationId xmlns:a16="http://schemas.microsoft.com/office/drawing/2014/main" id="{A7CD59EA-20BD-0058-815A-7F4DAFE435CF}"/>
                </a:ext>
              </a:extLst>
            </p:cNvPr>
            <p:cNvSpPr>
              <a:spLocks noGrp="1"/>
            </p:cNvSpPr>
            <p:nvPr/>
          </p:nvSpPr>
          <p:spPr>
            <a:xfrm>
              <a:off x="581036" y="1913025"/>
              <a:ext cx="1023418" cy="482041"/>
            </a:xfrm>
            <a:custGeom>
              <a:avLst/>
              <a:gdLst/>
              <a:ahLst/>
              <a:cxnLst/>
              <a:rect l="0" t="0" r="0" b="0"/>
              <a:pathLst>
                <a:path w="1023418" h="482041">
                  <a:moveTo>
                    <a:pt x="60968" y="341650"/>
                  </a:moveTo>
                  <a:lnTo>
                    <a:pt x="92043" y="330244"/>
                  </a:lnTo>
                  <a:lnTo>
                    <a:pt x="76803" y="336993"/>
                  </a:lnTo>
                  <a:close/>
                  <a:moveTo>
                    <a:pt x="0" y="270626"/>
                  </a:moveTo>
                  <a:lnTo>
                    <a:pt x="33378" y="270845"/>
                  </a:lnTo>
                  <a:lnTo>
                    <a:pt x="4452" y="271014"/>
                  </a:lnTo>
                  <a:close/>
                  <a:moveTo>
                    <a:pt x="318387" y="224756"/>
                  </a:moveTo>
                  <a:lnTo>
                    <a:pt x="329597" y="246066"/>
                  </a:lnTo>
                  <a:lnTo>
                    <a:pt x="325636" y="241939"/>
                  </a:lnTo>
                  <a:close/>
                  <a:moveTo>
                    <a:pt x="317348" y="228640"/>
                  </a:moveTo>
                  <a:lnTo>
                    <a:pt x="316846" y="269067"/>
                  </a:lnTo>
                  <a:lnTo>
                    <a:pt x="318387" y="224756"/>
                  </a:lnTo>
                  <a:close/>
                  <a:moveTo>
                    <a:pt x="299422" y="161614"/>
                  </a:moveTo>
                  <a:lnTo>
                    <a:pt x="317943" y="188001"/>
                  </a:lnTo>
                  <a:lnTo>
                    <a:pt x="293448" y="153848"/>
                  </a:lnTo>
                  <a:close/>
                  <a:moveTo>
                    <a:pt x="577508" y="482041"/>
                  </a:moveTo>
                  <a:lnTo>
                    <a:pt x="591874" y="476486"/>
                  </a:lnTo>
                  <a:lnTo>
                    <a:pt x="548006" y="468150"/>
                  </a:lnTo>
                  <a:close/>
                  <a:moveTo>
                    <a:pt x="548006" y="468150"/>
                  </a:moveTo>
                  <a:lnTo>
                    <a:pt x="591874" y="476486"/>
                  </a:lnTo>
                  <a:lnTo>
                    <a:pt x="603124" y="453442"/>
                  </a:lnTo>
                  <a:close/>
                  <a:moveTo>
                    <a:pt x="611031" y="416164"/>
                  </a:moveTo>
                  <a:lnTo>
                    <a:pt x="603124" y="453442"/>
                  </a:lnTo>
                  <a:lnTo>
                    <a:pt x="611163" y="428102"/>
                  </a:lnTo>
                  <a:close/>
                  <a:moveTo>
                    <a:pt x="615939" y="405145"/>
                  </a:moveTo>
                  <a:lnTo>
                    <a:pt x="611031" y="416164"/>
                  </a:lnTo>
                  <a:lnTo>
                    <a:pt x="641518" y="376205"/>
                  </a:lnTo>
                  <a:close/>
                  <a:moveTo>
                    <a:pt x="606656" y="410919"/>
                  </a:moveTo>
                  <a:lnTo>
                    <a:pt x="611031" y="416164"/>
                  </a:lnTo>
                  <a:lnTo>
                    <a:pt x="615939" y="405145"/>
                  </a:lnTo>
                  <a:close/>
                  <a:moveTo>
                    <a:pt x="546611" y="300654"/>
                  </a:moveTo>
                  <a:lnTo>
                    <a:pt x="522096" y="303437"/>
                  </a:lnTo>
                  <a:lnTo>
                    <a:pt x="518607" y="302886"/>
                  </a:lnTo>
                  <a:close/>
                  <a:moveTo>
                    <a:pt x="641518" y="376205"/>
                  </a:moveTo>
                  <a:lnTo>
                    <a:pt x="647912" y="368522"/>
                  </a:lnTo>
                  <a:lnTo>
                    <a:pt x="632598" y="371223"/>
                  </a:lnTo>
                  <a:close/>
                  <a:moveTo>
                    <a:pt x="615939" y="405145"/>
                  </a:moveTo>
                  <a:lnTo>
                    <a:pt x="641518" y="376205"/>
                  </a:lnTo>
                  <a:lnTo>
                    <a:pt x="632598" y="371223"/>
                  </a:lnTo>
                  <a:close/>
                  <a:moveTo>
                    <a:pt x="671532" y="356981"/>
                  </a:moveTo>
                  <a:lnTo>
                    <a:pt x="701783" y="396561"/>
                  </a:lnTo>
                  <a:lnTo>
                    <a:pt x="696824" y="393736"/>
                  </a:lnTo>
                  <a:close/>
                  <a:moveTo>
                    <a:pt x="641518" y="376205"/>
                  </a:moveTo>
                  <a:lnTo>
                    <a:pt x="701783" y="396561"/>
                  </a:lnTo>
                  <a:lnTo>
                    <a:pt x="671532" y="356981"/>
                  </a:lnTo>
                  <a:close/>
                  <a:moveTo>
                    <a:pt x="701292" y="352213"/>
                  </a:moveTo>
                  <a:lnTo>
                    <a:pt x="714877" y="385916"/>
                  </a:lnTo>
                  <a:lnTo>
                    <a:pt x="708481" y="393736"/>
                  </a:lnTo>
                  <a:close/>
                  <a:moveTo>
                    <a:pt x="804370" y="54106"/>
                  </a:moveTo>
                  <a:lnTo>
                    <a:pt x="784978" y="87531"/>
                  </a:lnTo>
                  <a:lnTo>
                    <a:pt x="802462" y="100405"/>
                  </a:lnTo>
                  <a:close/>
                  <a:moveTo>
                    <a:pt x="836285" y="50534"/>
                  </a:moveTo>
                  <a:lnTo>
                    <a:pt x="838512" y="53438"/>
                  </a:lnTo>
                  <a:lnTo>
                    <a:pt x="842439" y="51862"/>
                  </a:lnTo>
                  <a:close/>
                  <a:moveTo>
                    <a:pt x="820188" y="64878"/>
                  </a:moveTo>
                  <a:lnTo>
                    <a:pt x="836285" y="50534"/>
                  </a:lnTo>
                  <a:lnTo>
                    <a:pt x="807199" y="44680"/>
                  </a:lnTo>
                  <a:close/>
                  <a:moveTo>
                    <a:pt x="807199" y="44680"/>
                  </a:moveTo>
                  <a:lnTo>
                    <a:pt x="804370" y="54106"/>
                  </a:lnTo>
                  <a:lnTo>
                    <a:pt x="820188" y="64878"/>
                  </a:lnTo>
                  <a:close/>
                  <a:moveTo>
                    <a:pt x="856720" y="33351"/>
                  </a:moveTo>
                  <a:lnTo>
                    <a:pt x="836285" y="50534"/>
                  </a:lnTo>
                  <a:lnTo>
                    <a:pt x="842439" y="51862"/>
                  </a:lnTo>
                  <a:close/>
                  <a:moveTo>
                    <a:pt x="842439" y="51862"/>
                  </a:moveTo>
                  <a:lnTo>
                    <a:pt x="875533" y="51017"/>
                  </a:lnTo>
                  <a:lnTo>
                    <a:pt x="899643" y="44953"/>
                  </a:lnTo>
                  <a:close/>
                  <a:moveTo>
                    <a:pt x="899643" y="44953"/>
                  </a:moveTo>
                  <a:lnTo>
                    <a:pt x="875533" y="51017"/>
                  </a:lnTo>
                  <a:lnTo>
                    <a:pt x="936183" y="56994"/>
                  </a:lnTo>
                  <a:close/>
                  <a:moveTo>
                    <a:pt x="958003" y="42367"/>
                  </a:moveTo>
                  <a:lnTo>
                    <a:pt x="936183" y="56994"/>
                  </a:lnTo>
                  <a:lnTo>
                    <a:pt x="991698" y="43769"/>
                  </a:lnTo>
                  <a:close/>
                  <a:moveTo>
                    <a:pt x="1023418" y="11466"/>
                  </a:moveTo>
                  <a:lnTo>
                    <a:pt x="1004201" y="0"/>
                  </a:lnTo>
                  <a:lnTo>
                    <a:pt x="991698" y="4376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87" name="Input_density__186">
              <a:extLst>
                <a:ext uri="{FF2B5EF4-FFF2-40B4-BE49-F238E27FC236}">
                  <a16:creationId xmlns:a16="http://schemas.microsoft.com/office/drawing/2014/main" id="{B7031D2A-5E54-FCDB-3B56-7CED30650F04}"/>
                </a:ext>
              </a:extLst>
            </p:cNvPr>
            <p:cNvSpPr>
              <a:spLocks noGrp="1"/>
            </p:cNvSpPr>
            <p:nvPr/>
          </p:nvSpPr>
          <p:spPr>
            <a:xfrm>
              <a:off x="585488" y="1967132"/>
              <a:ext cx="809372" cy="345439"/>
            </a:xfrm>
            <a:custGeom>
              <a:avLst/>
              <a:gdLst/>
              <a:ahLst/>
              <a:cxnLst/>
              <a:rect l="0" t="0" r="0" b="0"/>
              <a:pathLst>
                <a:path w="809372" h="345439">
                  <a:moveTo>
                    <a:pt x="28926" y="216738"/>
                  </a:moveTo>
                  <a:lnTo>
                    <a:pt x="37541" y="213475"/>
                  </a:lnTo>
                  <a:lnTo>
                    <a:pt x="0" y="216907"/>
                  </a:lnTo>
                  <a:close/>
                  <a:moveTo>
                    <a:pt x="60938" y="104960"/>
                  </a:moveTo>
                  <a:lnTo>
                    <a:pt x="60321" y="111935"/>
                  </a:lnTo>
                  <a:lnTo>
                    <a:pt x="71560" y="87516"/>
                  </a:lnTo>
                  <a:close/>
                  <a:moveTo>
                    <a:pt x="676628" y="345439"/>
                  </a:moveTo>
                  <a:lnTo>
                    <a:pt x="697331" y="342455"/>
                  </a:lnTo>
                  <a:lnTo>
                    <a:pt x="637066" y="322099"/>
                  </a:lnTo>
                  <a:close/>
                  <a:moveTo>
                    <a:pt x="704029" y="339629"/>
                  </a:moveTo>
                  <a:lnTo>
                    <a:pt x="697331" y="342455"/>
                  </a:lnTo>
                  <a:lnTo>
                    <a:pt x="705316" y="302874"/>
                  </a:lnTo>
                  <a:close/>
                  <a:moveTo>
                    <a:pt x="667079" y="302874"/>
                  </a:moveTo>
                  <a:lnTo>
                    <a:pt x="692371" y="339629"/>
                  </a:lnTo>
                  <a:lnTo>
                    <a:pt x="710424" y="331810"/>
                  </a:lnTo>
                  <a:close/>
                  <a:moveTo>
                    <a:pt x="800067" y="50366"/>
                  </a:moveTo>
                  <a:lnTo>
                    <a:pt x="799918" y="0"/>
                  </a:lnTo>
                  <a:lnTo>
                    <a:pt x="798010" y="46298"/>
                  </a:lnTo>
                  <a:close/>
                  <a:moveTo>
                    <a:pt x="809372" y="13611"/>
                  </a:moveTo>
                  <a:lnTo>
                    <a:pt x="799918" y="0"/>
                  </a:lnTo>
                  <a:lnTo>
                    <a:pt x="800067" y="5036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88" name="Input_density__187">
              <a:extLst>
                <a:ext uri="{FF2B5EF4-FFF2-40B4-BE49-F238E27FC236}">
                  <a16:creationId xmlns:a16="http://schemas.microsoft.com/office/drawing/2014/main" id="{4C1C67CC-14BE-635E-8EDA-56389EB82E0A}"/>
                </a:ext>
              </a:extLst>
            </p:cNvPr>
            <p:cNvSpPr>
              <a:spLocks noGrp="1"/>
            </p:cNvSpPr>
            <p:nvPr/>
          </p:nvSpPr>
          <p:spPr>
            <a:xfrm>
              <a:off x="609531" y="1940897"/>
              <a:ext cx="841465" cy="431394"/>
            </a:xfrm>
            <a:custGeom>
              <a:avLst/>
              <a:gdLst/>
              <a:ahLst/>
              <a:cxnLst/>
              <a:rect l="0" t="0" r="0" b="0"/>
              <a:pathLst>
                <a:path w="841465" h="431394">
                  <a:moveTo>
                    <a:pt x="38804" y="302373"/>
                  </a:moveTo>
                  <a:lnTo>
                    <a:pt x="32473" y="313779"/>
                  </a:lnTo>
                  <a:lnTo>
                    <a:pt x="48308" y="309122"/>
                  </a:lnTo>
                  <a:close/>
                  <a:moveTo>
                    <a:pt x="36923" y="294922"/>
                  </a:moveTo>
                  <a:lnTo>
                    <a:pt x="27685" y="290584"/>
                  </a:lnTo>
                  <a:lnTo>
                    <a:pt x="48308" y="309122"/>
                  </a:lnTo>
                  <a:close/>
                  <a:moveTo>
                    <a:pt x="38804" y="302373"/>
                  </a:moveTo>
                  <a:lnTo>
                    <a:pt x="27685" y="290584"/>
                  </a:lnTo>
                  <a:lnTo>
                    <a:pt x="4058" y="265045"/>
                  </a:lnTo>
                  <a:close/>
                  <a:moveTo>
                    <a:pt x="0" y="248435"/>
                  </a:moveTo>
                  <a:lnTo>
                    <a:pt x="2114" y="260988"/>
                  </a:lnTo>
                  <a:lnTo>
                    <a:pt x="4058" y="265045"/>
                  </a:lnTo>
                  <a:close/>
                  <a:moveTo>
                    <a:pt x="122630" y="321944"/>
                  </a:moveTo>
                  <a:lnTo>
                    <a:pt x="150519" y="345911"/>
                  </a:lnTo>
                  <a:lnTo>
                    <a:pt x="113519" y="319725"/>
                  </a:lnTo>
                  <a:close/>
                  <a:moveTo>
                    <a:pt x="196627" y="297516"/>
                  </a:moveTo>
                  <a:lnTo>
                    <a:pt x="200248" y="258646"/>
                  </a:lnTo>
                  <a:lnTo>
                    <a:pt x="193951" y="304761"/>
                  </a:lnTo>
                  <a:close/>
                  <a:moveTo>
                    <a:pt x="184616" y="250823"/>
                  </a:moveTo>
                  <a:lnTo>
                    <a:pt x="217876" y="280756"/>
                  </a:lnTo>
                  <a:lnTo>
                    <a:pt x="193951" y="304761"/>
                  </a:lnTo>
                  <a:close/>
                  <a:moveTo>
                    <a:pt x="254759" y="241417"/>
                  </a:moveTo>
                  <a:lnTo>
                    <a:pt x="250980" y="287578"/>
                  </a:lnTo>
                  <a:lnTo>
                    <a:pt x="231124" y="234080"/>
                  </a:lnTo>
                  <a:close/>
                  <a:moveTo>
                    <a:pt x="253270" y="287375"/>
                  </a:moveTo>
                  <a:lnTo>
                    <a:pt x="250980" y="287578"/>
                  </a:lnTo>
                  <a:lnTo>
                    <a:pt x="254759" y="241417"/>
                  </a:lnTo>
                  <a:close/>
                  <a:moveTo>
                    <a:pt x="288854" y="200768"/>
                  </a:moveTo>
                  <a:lnTo>
                    <a:pt x="254759" y="241417"/>
                  </a:lnTo>
                  <a:lnTo>
                    <a:pt x="238673" y="233937"/>
                  </a:lnTo>
                  <a:close/>
                  <a:moveTo>
                    <a:pt x="542868" y="431394"/>
                  </a:moveTo>
                  <a:lnTo>
                    <a:pt x="574630" y="425571"/>
                  </a:lnTo>
                  <a:lnTo>
                    <a:pt x="561358" y="404321"/>
                  </a:lnTo>
                  <a:close/>
                  <a:moveTo>
                    <a:pt x="569501" y="371802"/>
                  </a:moveTo>
                  <a:lnTo>
                    <a:pt x="561358" y="404321"/>
                  </a:lnTo>
                  <a:lnTo>
                    <a:pt x="578161" y="383048"/>
                  </a:lnTo>
                  <a:close/>
                  <a:moveTo>
                    <a:pt x="569331" y="337920"/>
                  </a:moveTo>
                  <a:lnTo>
                    <a:pt x="578161" y="383048"/>
                  </a:lnTo>
                  <a:lnTo>
                    <a:pt x="587444" y="377274"/>
                  </a:lnTo>
                  <a:close/>
                  <a:moveTo>
                    <a:pt x="610675" y="320670"/>
                  </a:moveTo>
                  <a:lnTo>
                    <a:pt x="604103" y="343351"/>
                  </a:lnTo>
                  <a:lnTo>
                    <a:pt x="627828" y="329109"/>
                  </a:lnTo>
                  <a:close/>
                  <a:moveTo>
                    <a:pt x="610675" y="320670"/>
                  </a:moveTo>
                  <a:lnTo>
                    <a:pt x="632312" y="324242"/>
                  </a:lnTo>
                  <a:lnTo>
                    <a:pt x="614202" y="284902"/>
                  </a:lnTo>
                  <a:close/>
                  <a:moveTo>
                    <a:pt x="540002" y="74213"/>
                  </a:moveTo>
                  <a:lnTo>
                    <a:pt x="522730" y="91396"/>
                  </a:lnTo>
                  <a:lnTo>
                    <a:pt x="544809" y="53820"/>
                  </a:lnTo>
                  <a:close/>
                  <a:moveTo>
                    <a:pt x="599861" y="38865"/>
                  </a:moveTo>
                  <a:lnTo>
                    <a:pt x="567934" y="59847"/>
                  </a:lnTo>
                  <a:lnTo>
                    <a:pt x="544809" y="53820"/>
                  </a:lnTo>
                  <a:close/>
                  <a:moveTo>
                    <a:pt x="656837" y="39846"/>
                  </a:moveTo>
                  <a:lnTo>
                    <a:pt x="638276" y="57917"/>
                  </a:lnTo>
                  <a:lnTo>
                    <a:pt x="660064" y="43169"/>
                  </a:lnTo>
                  <a:close/>
                  <a:moveTo>
                    <a:pt x="656837" y="39846"/>
                  </a:moveTo>
                  <a:lnTo>
                    <a:pt x="637101" y="57029"/>
                  </a:lnTo>
                  <a:lnTo>
                    <a:pt x="638276" y="57917"/>
                  </a:lnTo>
                  <a:close/>
                  <a:moveTo>
                    <a:pt x="637101" y="57029"/>
                  </a:moveTo>
                  <a:lnTo>
                    <a:pt x="656837" y="39846"/>
                  </a:lnTo>
                  <a:lnTo>
                    <a:pt x="599861" y="38865"/>
                  </a:lnTo>
                  <a:close/>
                  <a:moveTo>
                    <a:pt x="656837" y="39846"/>
                  </a:moveTo>
                  <a:lnTo>
                    <a:pt x="624040" y="33058"/>
                  </a:lnTo>
                  <a:lnTo>
                    <a:pt x="599861" y="38865"/>
                  </a:lnTo>
                  <a:close/>
                  <a:moveTo>
                    <a:pt x="763613" y="98610"/>
                  </a:moveTo>
                  <a:lnTo>
                    <a:pt x="756483" y="59660"/>
                  </a:lnTo>
                  <a:lnTo>
                    <a:pt x="764440" y="96173"/>
                  </a:lnTo>
                  <a:close/>
                  <a:moveTo>
                    <a:pt x="828226" y="5479"/>
                  </a:moveTo>
                  <a:lnTo>
                    <a:pt x="835900" y="9871"/>
                  </a:lnTo>
                  <a:lnTo>
                    <a:pt x="841465" y="0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89" name="Input_density__188">
              <a:extLst>
                <a:ext uri="{FF2B5EF4-FFF2-40B4-BE49-F238E27FC236}">
                  <a16:creationId xmlns:a16="http://schemas.microsoft.com/office/drawing/2014/main" id="{7FEAF955-3D23-FC1D-636D-04BA04991173}"/>
                </a:ext>
              </a:extLst>
            </p:cNvPr>
            <p:cNvSpPr>
              <a:spLocks noGrp="1"/>
            </p:cNvSpPr>
            <p:nvPr/>
          </p:nvSpPr>
          <p:spPr>
            <a:xfrm>
              <a:off x="588542" y="1912436"/>
              <a:ext cx="964101" cy="459854"/>
            </a:xfrm>
            <a:custGeom>
              <a:avLst/>
              <a:gdLst/>
              <a:ahLst/>
              <a:cxnLst/>
              <a:rect l="0" t="0" r="0" b="0"/>
              <a:pathLst>
                <a:path w="964101" h="459854">
                  <a:moveTo>
                    <a:pt x="152035" y="361025"/>
                  </a:moveTo>
                  <a:lnTo>
                    <a:pt x="171508" y="374372"/>
                  </a:lnTo>
                  <a:lnTo>
                    <a:pt x="143619" y="350405"/>
                  </a:lnTo>
                  <a:close/>
                  <a:moveTo>
                    <a:pt x="0" y="257324"/>
                  </a:moveTo>
                  <a:lnTo>
                    <a:pt x="23103" y="289449"/>
                  </a:lnTo>
                  <a:lnTo>
                    <a:pt x="20989" y="276895"/>
                  </a:lnTo>
                  <a:close/>
                  <a:moveTo>
                    <a:pt x="211189" y="398157"/>
                  </a:moveTo>
                  <a:lnTo>
                    <a:pt x="217293" y="379807"/>
                  </a:lnTo>
                  <a:lnTo>
                    <a:pt x="186765" y="387160"/>
                  </a:lnTo>
                  <a:close/>
                  <a:moveTo>
                    <a:pt x="217383" y="334986"/>
                  </a:moveTo>
                  <a:lnTo>
                    <a:pt x="214939" y="333222"/>
                  </a:lnTo>
                  <a:lnTo>
                    <a:pt x="171508" y="374372"/>
                  </a:lnTo>
                  <a:close/>
                  <a:moveTo>
                    <a:pt x="171508" y="374372"/>
                  </a:moveTo>
                  <a:lnTo>
                    <a:pt x="186765" y="387160"/>
                  </a:lnTo>
                  <a:lnTo>
                    <a:pt x="217293" y="379807"/>
                  </a:lnTo>
                  <a:close/>
                  <a:moveTo>
                    <a:pt x="217293" y="379807"/>
                  </a:moveTo>
                  <a:lnTo>
                    <a:pt x="217383" y="334986"/>
                  </a:lnTo>
                  <a:lnTo>
                    <a:pt x="171508" y="374372"/>
                  </a:lnTo>
                  <a:close/>
                  <a:moveTo>
                    <a:pt x="254832" y="376376"/>
                  </a:moveTo>
                  <a:lnTo>
                    <a:pt x="224081" y="333222"/>
                  </a:lnTo>
                  <a:lnTo>
                    <a:pt x="217383" y="334986"/>
                  </a:lnTo>
                  <a:close/>
                  <a:moveTo>
                    <a:pt x="254832" y="376376"/>
                  </a:moveTo>
                  <a:lnTo>
                    <a:pt x="217383" y="334986"/>
                  </a:lnTo>
                  <a:lnTo>
                    <a:pt x="217293" y="379807"/>
                  </a:lnTo>
                  <a:close/>
                  <a:moveTo>
                    <a:pt x="217383" y="334986"/>
                  </a:moveTo>
                  <a:lnTo>
                    <a:pt x="224081" y="333222"/>
                  </a:lnTo>
                  <a:lnTo>
                    <a:pt x="217616" y="325977"/>
                  </a:lnTo>
                  <a:close/>
                  <a:moveTo>
                    <a:pt x="214939" y="333222"/>
                  </a:moveTo>
                  <a:lnTo>
                    <a:pt x="217383" y="334986"/>
                  </a:lnTo>
                  <a:lnTo>
                    <a:pt x="217616" y="325977"/>
                  </a:lnTo>
                  <a:close/>
                  <a:moveTo>
                    <a:pt x="214939" y="333222"/>
                  </a:moveTo>
                  <a:lnTo>
                    <a:pt x="221236" y="287107"/>
                  </a:lnTo>
                  <a:lnTo>
                    <a:pt x="205605" y="279284"/>
                  </a:lnTo>
                  <a:close/>
                  <a:moveTo>
                    <a:pt x="273842" y="316174"/>
                  </a:moveTo>
                  <a:lnTo>
                    <a:pt x="224081" y="333222"/>
                  </a:lnTo>
                  <a:lnTo>
                    <a:pt x="259922" y="359579"/>
                  </a:lnTo>
                  <a:close/>
                  <a:moveTo>
                    <a:pt x="224081" y="333222"/>
                  </a:moveTo>
                  <a:lnTo>
                    <a:pt x="273842" y="316174"/>
                  </a:lnTo>
                  <a:lnTo>
                    <a:pt x="221236" y="287107"/>
                  </a:lnTo>
                  <a:close/>
                  <a:moveTo>
                    <a:pt x="224081" y="333222"/>
                  </a:moveTo>
                  <a:lnTo>
                    <a:pt x="221236" y="287107"/>
                  </a:lnTo>
                  <a:lnTo>
                    <a:pt x="217616" y="325977"/>
                  </a:lnTo>
                  <a:close/>
                  <a:moveTo>
                    <a:pt x="307250" y="316102"/>
                  </a:moveTo>
                  <a:lnTo>
                    <a:pt x="273842" y="316174"/>
                  </a:lnTo>
                  <a:lnTo>
                    <a:pt x="259922" y="359579"/>
                  </a:lnTo>
                  <a:close/>
                  <a:moveTo>
                    <a:pt x="178017" y="250408"/>
                  </a:moveTo>
                  <a:lnTo>
                    <a:pt x="205605" y="279284"/>
                  </a:lnTo>
                  <a:lnTo>
                    <a:pt x="221236" y="287107"/>
                  </a:lnTo>
                  <a:close/>
                  <a:moveTo>
                    <a:pt x="147657" y="205774"/>
                  </a:moveTo>
                  <a:lnTo>
                    <a:pt x="156923" y="223635"/>
                  </a:lnTo>
                  <a:lnTo>
                    <a:pt x="155458" y="222957"/>
                  </a:lnTo>
                  <a:close/>
                  <a:moveTo>
                    <a:pt x="225343" y="239021"/>
                  </a:moveTo>
                  <a:lnTo>
                    <a:pt x="275748" y="269878"/>
                  </a:lnTo>
                  <a:lnTo>
                    <a:pt x="253262" y="262100"/>
                  </a:lnTo>
                  <a:close/>
                  <a:moveTo>
                    <a:pt x="232514" y="242529"/>
                  </a:moveTo>
                  <a:lnTo>
                    <a:pt x="275748" y="269878"/>
                  </a:lnTo>
                  <a:lnTo>
                    <a:pt x="225343" y="239021"/>
                  </a:lnTo>
                  <a:close/>
                  <a:moveTo>
                    <a:pt x="259662" y="262397"/>
                  </a:moveTo>
                  <a:lnTo>
                    <a:pt x="275748" y="269878"/>
                  </a:lnTo>
                  <a:lnTo>
                    <a:pt x="232514" y="242529"/>
                  </a:lnTo>
                  <a:close/>
                  <a:moveTo>
                    <a:pt x="209903" y="188590"/>
                  </a:moveTo>
                  <a:lnTo>
                    <a:pt x="207340" y="205774"/>
                  </a:lnTo>
                  <a:lnTo>
                    <a:pt x="229821" y="225345"/>
                  </a:lnTo>
                  <a:close/>
                  <a:moveTo>
                    <a:pt x="209903" y="188590"/>
                  </a:moveTo>
                  <a:lnTo>
                    <a:pt x="207718" y="192765"/>
                  </a:lnTo>
                  <a:lnTo>
                    <a:pt x="207340" y="205774"/>
                  </a:lnTo>
                  <a:close/>
                  <a:moveTo>
                    <a:pt x="216382" y="112065"/>
                  </a:moveTo>
                  <a:lnTo>
                    <a:pt x="268931" y="134652"/>
                  </a:lnTo>
                  <a:lnTo>
                    <a:pt x="271179" y="139351"/>
                  </a:lnTo>
                  <a:close/>
                  <a:moveTo>
                    <a:pt x="182356" y="67892"/>
                  </a:moveTo>
                  <a:lnTo>
                    <a:pt x="141749" y="73816"/>
                  </a:lnTo>
                  <a:lnTo>
                    <a:pt x="177888" y="115080"/>
                  </a:lnTo>
                  <a:close/>
                  <a:moveTo>
                    <a:pt x="183780" y="115080"/>
                  </a:moveTo>
                  <a:lnTo>
                    <a:pt x="216382" y="112065"/>
                  </a:lnTo>
                  <a:lnTo>
                    <a:pt x="182356" y="67892"/>
                  </a:lnTo>
                  <a:close/>
                  <a:moveTo>
                    <a:pt x="561531" y="411508"/>
                  </a:moveTo>
                  <a:lnTo>
                    <a:pt x="563856" y="459854"/>
                  </a:lnTo>
                  <a:lnTo>
                    <a:pt x="582347" y="432781"/>
                  </a:lnTo>
                  <a:close/>
                  <a:moveTo>
                    <a:pt x="561531" y="411508"/>
                  </a:moveTo>
                  <a:lnTo>
                    <a:pt x="582347" y="432781"/>
                  </a:lnTo>
                  <a:lnTo>
                    <a:pt x="590490" y="400263"/>
                  </a:lnTo>
                  <a:close/>
                  <a:moveTo>
                    <a:pt x="590490" y="400263"/>
                  </a:moveTo>
                  <a:lnTo>
                    <a:pt x="599150" y="411508"/>
                  </a:lnTo>
                  <a:lnTo>
                    <a:pt x="590319" y="366380"/>
                  </a:lnTo>
                  <a:close/>
                  <a:moveTo>
                    <a:pt x="590319" y="366380"/>
                  </a:moveTo>
                  <a:lnTo>
                    <a:pt x="608433" y="405735"/>
                  </a:lnTo>
                  <a:lnTo>
                    <a:pt x="625092" y="371812"/>
                  </a:lnTo>
                  <a:close/>
                  <a:moveTo>
                    <a:pt x="631663" y="349131"/>
                  </a:moveTo>
                  <a:lnTo>
                    <a:pt x="590319" y="366380"/>
                  </a:lnTo>
                  <a:lnTo>
                    <a:pt x="625092" y="371812"/>
                  </a:lnTo>
                  <a:close/>
                  <a:moveTo>
                    <a:pt x="635191" y="313362"/>
                  </a:moveTo>
                  <a:lnTo>
                    <a:pt x="600282" y="307419"/>
                  </a:lnTo>
                  <a:lnTo>
                    <a:pt x="582814" y="320815"/>
                  </a:lnTo>
                  <a:close/>
                  <a:moveTo>
                    <a:pt x="635191" y="313362"/>
                  </a:moveTo>
                  <a:lnTo>
                    <a:pt x="655014" y="312488"/>
                  </a:lnTo>
                  <a:lnTo>
                    <a:pt x="639355" y="303632"/>
                  </a:lnTo>
                  <a:close/>
                  <a:moveTo>
                    <a:pt x="635191" y="313362"/>
                  </a:moveTo>
                  <a:lnTo>
                    <a:pt x="653300" y="352703"/>
                  </a:lnTo>
                  <a:lnTo>
                    <a:pt x="655014" y="312488"/>
                  </a:lnTo>
                  <a:close/>
                  <a:moveTo>
                    <a:pt x="648817" y="357570"/>
                  </a:moveTo>
                  <a:lnTo>
                    <a:pt x="653300" y="352703"/>
                  </a:lnTo>
                  <a:lnTo>
                    <a:pt x="631663" y="349131"/>
                  </a:lnTo>
                  <a:close/>
                  <a:moveTo>
                    <a:pt x="582814" y="320815"/>
                  </a:moveTo>
                  <a:lnTo>
                    <a:pt x="597748" y="304868"/>
                  </a:lnTo>
                  <a:lnTo>
                    <a:pt x="629307" y="291363"/>
                  </a:lnTo>
                  <a:close/>
                  <a:moveTo>
                    <a:pt x="629307" y="291363"/>
                  </a:moveTo>
                  <a:lnTo>
                    <a:pt x="610459" y="276875"/>
                  </a:lnTo>
                  <a:lnTo>
                    <a:pt x="582322" y="284060"/>
                  </a:lnTo>
                  <a:close/>
                  <a:moveTo>
                    <a:pt x="629307" y="291363"/>
                  </a:moveTo>
                  <a:lnTo>
                    <a:pt x="639355" y="303632"/>
                  </a:lnTo>
                  <a:lnTo>
                    <a:pt x="610459" y="276875"/>
                  </a:lnTo>
                  <a:close/>
                  <a:moveTo>
                    <a:pt x="639355" y="303632"/>
                  </a:moveTo>
                  <a:lnTo>
                    <a:pt x="655014" y="312488"/>
                  </a:lnTo>
                  <a:lnTo>
                    <a:pt x="610459" y="276875"/>
                  </a:lnTo>
                  <a:close/>
                  <a:moveTo>
                    <a:pt x="635191" y="313362"/>
                  </a:moveTo>
                  <a:lnTo>
                    <a:pt x="639355" y="303632"/>
                  </a:lnTo>
                  <a:lnTo>
                    <a:pt x="638254" y="299026"/>
                  </a:lnTo>
                  <a:close/>
                  <a:moveTo>
                    <a:pt x="638254" y="299026"/>
                  </a:moveTo>
                  <a:lnTo>
                    <a:pt x="639355" y="303632"/>
                  </a:lnTo>
                  <a:lnTo>
                    <a:pt x="629307" y="291363"/>
                  </a:lnTo>
                  <a:close/>
                  <a:moveTo>
                    <a:pt x="598800" y="102673"/>
                  </a:moveTo>
                  <a:lnTo>
                    <a:pt x="606332" y="101242"/>
                  </a:lnTo>
                  <a:lnTo>
                    <a:pt x="620849" y="67326"/>
                  </a:lnTo>
                  <a:close/>
                  <a:moveTo>
                    <a:pt x="565798" y="82281"/>
                  </a:moveTo>
                  <a:lnTo>
                    <a:pt x="598800" y="102673"/>
                  </a:lnTo>
                  <a:lnTo>
                    <a:pt x="620849" y="67326"/>
                  </a:lnTo>
                  <a:close/>
                  <a:moveTo>
                    <a:pt x="606332" y="101242"/>
                  </a:moveTo>
                  <a:lnTo>
                    <a:pt x="658090" y="85490"/>
                  </a:lnTo>
                  <a:lnTo>
                    <a:pt x="620849" y="67326"/>
                  </a:lnTo>
                  <a:close/>
                  <a:moveTo>
                    <a:pt x="699891" y="113698"/>
                  </a:moveTo>
                  <a:lnTo>
                    <a:pt x="701188" y="105062"/>
                  </a:lnTo>
                  <a:lnTo>
                    <a:pt x="681052" y="71629"/>
                  </a:lnTo>
                  <a:close/>
                  <a:moveTo>
                    <a:pt x="699891" y="113698"/>
                  </a:moveTo>
                  <a:lnTo>
                    <a:pt x="681052" y="71629"/>
                  </a:lnTo>
                  <a:lnTo>
                    <a:pt x="659264" y="86377"/>
                  </a:lnTo>
                  <a:close/>
                  <a:moveTo>
                    <a:pt x="777472" y="88120"/>
                  </a:moveTo>
                  <a:lnTo>
                    <a:pt x="774606" y="87878"/>
                  </a:lnTo>
                  <a:lnTo>
                    <a:pt x="785429" y="124633"/>
                  </a:lnTo>
                  <a:close/>
                  <a:moveTo>
                    <a:pt x="787692" y="51123"/>
                  </a:moveTo>
                  <a:lnTo>
                    <a:pt x="776789" y="84211"/>
                  </a:lnTo>
                  <a:lnTo>
                    <a:pt x="796864" y="54696"/>
                  </a:lnTo>
                  <a:close/>
                  <a:moveTo>
                    <a:pt x="796864" y="54696"/>
                  </a:moveTo>
                  <a:lnTo>
                    <a:pt x="776789" y="84211"/>
                  </a:lnTo>
                  <a:lnTo>
                    <a:pt x="777472" y="88120"/>
                  </a:lnTo>
                  <a:close/>
                  <a:moveTo>
                    <a:pt x="874787" y="9040"/>
                  </a:moveTo>
                  <a:lnTo>
                    <a:pt x="849214" y="33940"/>
                  </a:lnTo>
                  <a:lnTo>
                    <a:pt x="862454" y="28461"/>
                  </a:lnTo>
                  <a:close/>
                  <a:moveTo>
                    <a:pt x="856888" y="38331"/>
                  </a:moveTo>
                  <a:lnTo>
                    <a:pt x="888464" y="16757"/>
                  </a:lnTo>
                  <a:lnTo>
                    <a:pt x="862454" y="28461"/>
                  </a:lnTo>
                  <a:close/>
                  <a:moveTo>
                    <a:pt x="913562" y="29437"/>
                  </a:moveTo>
                  <a:lnTo>
                    <a:pt x="888464" y="16757"/>
                  </a:lnTo>
                  <a:lnTo>
                    <a:pt x="856888" y="38331"/>
                  </a:lnTo>
                  <a:close/>
                  <a:moveTo>
                    <a:pt x="964101" y="0"/>
                  </a:moveTo>
                  <a:lnTo>
                    <a:pt x="913562" y="29437"/>
                  </a:lnTo>
                  <a:lnTo>
                    <a:pt x="950497" y="42956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90" name="Input_density__189">
              <a:extLst>
                <a:ext uri="{FF2B5EF4-FFF2-40B4-BE49-F238E27FC236}">
                  <a16:creationId xmlns:a16="http://schemas.microsoft.com/office/drawing/2014/main" id="{6D4CC2F4-81B0-05D9-1690-4C2A936B9E63}"/>
                </a:ext>
              </a:extLst>
            </p:cNvPr>
            <p:cNvSpPr>
              <a:spLocks noGrp="1"/>
            </p:cNvSpPr>
            <p:nvPr/>
          </p:nvSpPr>
          <p:spPr>
            <a:xfrm>
              <a:off x="566145" y="1875254"/>
              <a:ext cx="1019093" cy="497036"/>
            </a:xfrm>
            <a:custGeom>
              <a:avLst/>
              <a:gdLst/>
              <a:ahLst/>
              <a:cxnLst/>
              <a:rect l="0" t="0" r="0" b="0"/>
              <a:pathLst>
                <a:path w="1019093" h="497036">
                  <a:moveTo>
                    <a:pt x="193905" y="411554"/>
                  </a:moveTo>
                  <a:lnTo>
                    <a:pt x="174432" y="398207"/>
                  </a:lnTo>
                  <a:lnTo>
                    <a:pt x="209162" y="424342"/>
                  </a:lnTo>
                  <a:close/>
                  <a:moveTo>
                    <a:pt x="0" y="257750"/>
                  </a:moveTo>
                  <a:lnTo>
                    <a:pt x="22397" y="294505"/>
                  </a:lnTo>
                  <a:lnTo>
                    <a:pt x="31110" y="277322"/>
                  </a:lnTo>
                  <a:close/>
                  <a:moveTo>
                    <a:pt x="243634" y="324288"/>
                  </a:moveTo>
                  <a:lnTo>
                    <a:pt x="296239" y="353356"/>
                  </a:lnTo>
                  <a:lnTo>
                    <a:pt x="282676" y="319635"/>
                  </a:lnTo>
                  <a:close/>
                  <a:moveTo>
                    <a:pt x="329648" y="353284"/>
                  </a:moveTo>
                  <a:lnTo>
                    <a:pt x="282676" y="319635"/>
                  </a:lnTo>
                  <a:lnTo>
                    <a:pt x="296239" y="353356"/>
                  </a:lnTo>
                  <a:close/>
                  <a:moveTo>
                    <a:pt x="218174" y="309876"/>
                  </a:moveTo>
                  <a:lnTo>
                    <a:pt x="228002" y="316465"/>
                  </a:lnTo>
                  <a:lnTo>
                    <a:pt x="200414" y="287590"/>
                  </a:lnTo>
                  <a:close/>
                  <a:moveTo>
                    <a:pt x="200414" y="287590"/>
                  </a:moveTo>
                  <a:lnTo>
                    <a:pt x="243634" y="324288"/>
                  </a:lnTo>
                  <a:lnTo>
                    <a:pt x="226096" y="293799"/>
                  </a:lnTo>
                  <a:close/>
                  <a:moveTo>
                    <a:pt x="200414" y="287590"/>
                  </a:moveTo>
                  <a:lnTo>
                    <a:pt x="179321" y="260817"/>
                  </a:lnTo>
                  <a:lnTo>
                    <a:pt x="176687" y="279791"/>
                  </a:lnTo>
                  <a:close/>
                  <a:moveTo>
                    <a:pt x="200414" y="287590"/>
                  </a:moveTo>
                  <a:lnTo>
                    <a:pt x="238583" y="261604"/>
                  </a:lnTo>
                  <a:lnTo>
                    <a:pt x="183537" y="260139"/>
                  </a:lnTo>
                  <a:close/>
                  <a:moveTo>
                    <a:pt x="183537" y="260139"/>
                  </a:moveTo>
                  <a:lnTo>
                    <a:pt x="179321" y="260817"/>
                  </a:lnTo>
                  <a:lnTo>
                    <a:pt x="200414" y="287590"/>
                  </a:lnTo>
                  <a:close/>
                  <a:moveTo>
                    <a:pt x="238583" y="261604"/>
                  </a:moveTo>
                  <a:lnTo>
                    <a:pt x="254911" y="279710"/>
                  </a:lnTo>
                  <a:lnTo>
                    <a:pt x="247740" y="276203"/>
                  </a:lnTo>
                  <a:close/>
                  <a:moveTo>
                    <a:pt x="252219" y="262527"/>
                  </a:moveTo>
                  <a:lnTo>
                    <a:pt x="238583" y="261604"/>
                  </a:lnTo>
                  <a:lnTo>
                    <a:pt x="247740" y="276203"/>
                  </a:lnTo>
                  <a:close/>
                  <a:moveTo>
                    <a:pt x="238779" y="149247"/>
                  </a:moveTo>
                  <a:lnTo>
                    <a:pt x="293577" y="176532"/>
                  </a:lnTo>
                  <a:lnTo>
                    <a:pt x="281437" y="141655"/>
                  </a:lnTo>
                  <a:close/>
                  <a:moveTo>
                    <a:pt x="204754" y="105073"/>
                  </a:moveTo>
                  <a:lnTo>
                    <a:pt x="237556" y="105494"/>
                  </a:lnTo>
                  <a:lnTo>
                    <a:pt x="230579" y="66419"/>
                  </a:lnTo>
                  <a:close/>
                  <a:moveTo>
                    <a:pt x="583928" y="448690"/>
                  </a:moveTo>
                  <a:lnTo>
                    <a:pt x="558701" y="465873"/>
                  </a:lnTo>
                  <a:lnTo>
                    <a:pt x="586253" y="497036"/>
                  </a:lnTo>
                  <a:close/>
                  <a:moveTo>
                    <a:pt x="583928" y="448690"/>
                  </a:moveTo>
                  <a:lnTo>
                    <a:pt x="612887" y="437445"/>
                  </a:lnTo>
                  <a:lnTo>
                    <a:pt x="602690" y="394752"/>
                  </a:lnTo>
                  <a:close/>
                  <a:moveTo>
                    <a:pt x="654061" y="386312"/>
                  </a:moveTo>
                  <a:lnTo>
                    <a:pt x="657588" y="350544"/>
                  </a:lnTo>
                  <a:lnTo>
                    <a:pt x="605211" y="357997"/>
                  </a:lnTo>
                  <a:close/>
                  <a:moveTo>
                    <a:pt x="620035" y="386887"/>
                  </a:moveTo>
                  <a:lnTo>
                    <a:pt x="654061" y="386312"/>
                  </a:lnTo>
                  <a:lnTo>
                    <a:pt x="605211" y="357997"/>
                  </a:lnTo>
                  <a:close/>
                  <a:moveTo>
                    <a:pt x="604719" y="321242"/>
                  </a:moveTo>
                  <a:lnTo>
                    <a:pt x="605211" y="357997"/>
                  </a:lnTo>
                  <a:lnTo>
                    <a:pt x="651704" y="328545"/>
                  </a:lnTo>
                  <a:close/>
                  <a:moveTo>
                    <a:pt x="721493" y="286875"/>
                  </a:moveTo>
                  <a:lnTo>
                    <a:pt x="714575" y="314457"/>
                  </a:lnTo>
                  <a:lnTo>
                    <a:pt x="702864" y="328977"/>
                  </a:lnTo>
                  <a:close/>
                  <a:moveTo>
                    <a:pt x="729809" y="155171"/>
                  </a:moveTo>
                  <a:lnTo>
                    <a:pt x="723585" y="142243"/>
                  </a:lnTo>
                  <a:lnTo>
                    <a:pt x="722289" y="150879"/>
                  </a:lnTo>
                  <a:close/>
                  <a:moveTo>
                    <a:pt x="748463" y="88305"/>
                  </a:moveTo>
                  <a:lnTo>
                    <a:pt x="759805" y="98732"/>
                  </a:lnTo>
                  <a:lnTo>
                    <a:pt x="751040" y="93164"/>
                  </a:lnTo>
                  <a:close/>
                  <a:moveTo>
                    <a:pt x="799186" y="121393"/>
                  </a:moveTo>
                  <a:lnTo>
                    <a:pt x="766844" y="88305"/>
                  </a:lnTo>
                  <a:lnTo>
                    <a:pt x="799869" y="125302"/>
                  </a:lnTo>
                  <a:close/>
                  <a:moveTo>
                    <a:pt x="799869" y="125302"/>
                  </a:moveTo>
                  <a:lnTo>
                    <a:pt x="766844" y="88305"/>
                  </a:lnTo>
                  <a:lnTo>
                    <a:pt x="751040" y="93164"/>
                  </a:lnTo>
                  <a:close/>
                  <a:moveTo>
                    <a:pt x="759805" y="98732"/>
                  </a:moveTo>
                  <a:lnTo>
                    <a:pt x="797003" y="125060"/>
                  </a:lnTo>
                  <a:lnTo>
                    <a:pt x="799869" y="125302"/>
                  </a:lnTo>
                  <a:close/>
                  <a:moveTo>
                    <a:pt x="751040" y="93164"/>
                  </a:moveTo>
                  <a:lnTo>
                    <a:pt x="759805" y="98732"/>
                  </a:lnTo>
                  <a:lnTo>
                    <a:pt x="799869" y="125302"/>
                  </a:lnTo>
                  <a:close/>
                  <a:moveTo>
                    <a:pt x="751040" y="93164"/>
                  </a:moveTo>
                  <a:lnTo>
                    <a:pt x="766844" y="88305"/>
                  </a:lnTo>
                  <a:lnTo>
                    <a:pt x="755259" y="81732"/>
                  </a:lnTo>
                  <a:close/>
                  <a:moveTo>
                    <a:pt x="748463" y="88305"/>
                  </a:moveTo>
                  <a:lnTo>
                    <a:pt x="751040" y="93164"/>
                  </a:lnTo>
                  <a:lnTo>
                    <a:pt x="755259" y="81732"/>
                  </a:lnTo>
                  <a:close/>
                  <a:moveTo>
                    <a:pt x="717264" y="35884"/>
                  </a:moveTo>
                  <a:lnTo>
                    <a:pt x="701039" y="17231"/>
                  </a:lnTo>
                  <a:lnTo>
                    <a:pt x="705135" y="18906"/>
                  </a:lnTo>
                  <a:close/>
                  <a:moveTo>
                    <a:pt x="717264" y="35884"/>
                  </a:moveTo>
                  <a:lnTo>
                    <a:pt x="705135" y="18906"/>
                  </a:lnTo>
                  <a:lnTo>
                    <a:pt x="741934" y="31913"/>
                  </a:lnTo>
                  <a:close/>
                  <a:moveTo>
                    <a:pt x="766844" y="88305"/>
                  </a:moveTo>
                  <a:lnTo>
                    <a:pt x="799186" y="121393"/>
                  </a:lnTo>
                  <a:lnTo>
                    <a:pt x="795043" y="84479"/>
                  </a:lnTo>
                  <a:close/>
                  <a:moveTo>
                    <a:pt x="754832" y="45334"/>
                  </a:moveTo>
                  <a:lnTo>
                    <a:pt x="748463" y="88305"/>
                  </a:lnTo>
                  <a:lnTo>
                    <a:pt x="755259" y="81732"/>
                  </a:lnTo>
                  <a:close/>
                  <a:moveTo>
                    <a:pt x="795043" y="84479"/>
                  </a:moveTo>
                  <a:lnTo>
                    <a:pt x="755259" y="81732"/>
                  </a:lnTo>
                  <a:lnTo>
                    <a:pt x="766844" y="88305"/>
                  </a:lnTo>
                  <a:close/>
                  <a:moveTo>
                    <a:pt x="754832" y="45334"/>
                  </a:moveTo>
                  <a:lnTo>
                    <a:pt x="755259" y="81732"/>
                  </a:lnTo>
                  <a:lnTo>
                    <a:pt x="795043" y="84479"/>
                  </a:lnTo>
                  <a:close/>
                  <a:moveTo>
                    <a:pt x="795043" y="84479"/>
                  </a:moveTo>
                  <a:lnTo>
                    <a:pt x="799186" y="121393"/>
                  </a:lnTo>
                  <a:lnTo>
                    <a:pt x="810090" y="88305"/>
                  </a:lnTo>
                  <a:close/>
                  <a:moveTo>
                    <a:pt x="795043" y="84479"/>
                  </a:moveTo>
                  <a:lnTo>
                    <a:pt x="810090" y="88305"/>
                  </a:lnTo>
                  <a:lnTo>
                    <a:pt x="785714" y="47316"/>
                  </a:lnTo>
                  <a:close/>
                  <a:moveTo>
                    <a:pt x="726994" y="40877"/>
                  </a:moveTo>
                  <a:lnTo>
                    <a:pt x="754832" y="45334"/>
                  </a:lnTo>
                  <a:lnTo>
                    <a:pt x="741934" y="31913"/>
                  </a:lnTo>
                  <a:close/>
                  <a:moveTo>
                    <a:pt x="838717" y="48407"/>
                  </a:moveTo>
                  <a:lnTo>
                    <a:pt x="871611" y="71122"/>
                  </a:lnTo>
                  <a:lnTo>
                    <a:pt x="865038" y="17183"/>
                  </a:lnTo>
                  <a:close/>
                  <a:moveTo>
                    <a:pt x="865038" y="17183"/>
                  </a:moveTo>
                  <a:lnTo>
                    <a:pt x="871611" y="71122"/>
                  </a:lnTo>
                  <a:lnTo>
                    <a:pt x="897184" y="46222"/>
                  </a:lnTo>
                  <a:close/>
                  <a:moveTo>
                    <a:pt x="884851" y="65642"/>
                  </a:moveTo>
                  <a:lnTo>
                    <a:pt x="910861" y="53938"/>
                  </a:lnTo>
                  <a:lnTo>
                    <a:pt x="897184" y="46222"/>
                  </a:lnTo>
                  <a:close/>
                  <a:moveTo>
                    <a:pt x="910861" y="53938"/>
                  </a:moveTo>
                  <a:lnTo>
                    <a:pt x="935959" y="66618"/>
                  </a:lnTo>
                  <a:lnTo>
                    <a:pt x="942328" y="46003"/>
                  </a:lnTo>
                  <a:close/>
                  <a:moveTo>
                    <a:pt x="897184" y="46222"/>
                  </a:moveTo>
                  <a:lnTo>
                    <a:pt x="910861" y="53938"/>
                  </a:lnTo>
                  <a:lnTo>
                    <a:pt x="936794" y="0"/>
                  </a:lnTo>
                  <a:close/>
                  <a:moveTo>
                    <a:pt x="945900" y="7577"/>
                  </a:moveTo>
                  <a:lnTo>
                    <a:pt x="910861" y="53938"/>
                  </a:lnTo>
                  <a:lnTo>
                    <a:pt x="942328" y="46003"/>
                  </a:lnTo>
                  <a:close/>
                  <a:moveTo>
                    <a:pt x="986498" y="37182"/>
                  </a:moveTo>
                  <a:lnTo>
                    <a:pt x="942328" y="46003"/>
                  </a:lnTo>
                  <a:lnTo>
                    <a:pt x="935959" y="66618"/>
                  </a:lnTo>
                  <a:close/>
                  <a:moveTo>
                    <a:pt x="942328" y="46003"/>
                  </a:moveTo>
                  <a:lnTo>
                    <a:pt x="986498" y="37182"/>
                  </a:lnTo>
                  <a:lnTo>
                    <a:pt x="945900" y="7577"/>
                  </a:lnTo>
                  <a:close/>
                  <a:moveTo>
                    <a:pt x="986498" y="37182"/>
                  </a:moveTo>
                  <a:lnTo>
                    <a:pt x="986510" y="34838"/>
                  </a:lnTo>
                  <a:lnTo>
                    <a:pt x="945900" y="7577"/>
                  </a:lnTo>
                  <a:close/>
                  <a:moveTo>
                    <a:pt x="986498" y="37182"/>
                  </a:moveTo>
                  <a:lnTo>
                    <a:pt x="1019093" y="37771"/>
                  </a:lnTo>
                  <a:lnTo>
                    <a:pt x="986510" y="3483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91" name="Input_density__190">
              <a:extLst>
                <a:ext uri="{FF2B5EF4-FFF2-40B4-BE49-F238E27FC236}">
                  <a16:creationId xmlns:a16="http://schemas.microsoft.com/office/drawing/2014/main" id="{AD76F9E0-E0C9-9D10-0F44-61FE63DCC1E4}"/>
                </a:ext>
              </a:extLst>
            </p:cNvPr>
            <p:cNvSpPr>
              <a:spLocks noGrp="1"/>
            </p:cNvSpPr>
            <p:nvPr/>
          </p:nvSpPr>
          <p:spPr>
            <a:xfrm>
              <a:off x="637215" y="1973954"/>
              <a:ext cx="746283" cy="392513"/>
            </a:xfrm>
            <a:custGeom>
              <a:avLst/>
              <a:gdLst/>
              <a:ahLst/>
              <a:cxnLst/>
              <a:rect l="0" t="0" r="0" b="0"/>
              <a:pathLst>
                <a:path w="746283" h="392513">
                  <a:moveTo>
                    <a:pt x="20623" y="276064"/>
                  </a:moveTo>
                  <a:lnTo>
                    <a:pt x="0" y="257526"/>
                  </a:lnTo>
                  <a:lnTo>
                    <a:pt x="11120" y="269315"/>
                  </a:lnTo>
                  <a:close/>
                  <a:moveTo>
                    <a:pt x="47157" y="279061"/>
                  </a:moveTo>
                  <a:lnTo>
                    <a:pt x="9238" y="261865"/>
                  </a:lnTo>
                  <a:lnTo>
                    <a:pt x="20623" y="276064"/>
                  </a:lnTo>
                  <a:close/>
                  <a:moveTo>
                    <a:pt x="166266" y="271703"/>
                  </a:moveTo>
                  <a:lnTo>
                    <a:pt x="152359" y="308459"/>
                  </a:lnTo>
                  <a:lnTo>
                    <a:pt x="122835" y="312854"/>
                  </a:lnTo>
                  <a:close/>
                  <a:moveTo>
                    <a:pt x="122835" y="312854"/>
                  </a:moveTo>
                  <a:lnTo>
                    <a:pt x="152359" y="308459"/>
                  </a:lnTo>
                  <a:lnTo>
                    <a:pt x="141086" y="313584"/>
                  </a:lnTo>
                  <a:close/>
                  <a:moveTo>
                    <a:pt x="85835" y="286668"/>
                  </a:moveTo>
                  <a:lnTo>
                    <a:pt x="122835" y="312854"/>
                  </a:lnTo>
                  <a:lnTo>
                    <a:pt x="141086" y="313584"/>
                  </a:lnTo>
                  <a:close/>
                  <a:moveTo>
                    <a:pt x="225586" y="254317"/>
                  </a:moveTo>
                  <a:lnTo>
                    <a:pt x="254954" y="275189"/>
                  </a:lnTo>
                  <a:lnTo>
                    <a:pt x="223295" y="254520"/>
                  </a:lnTo>
                  <a:close/>
                  <a:moveTo>
                    <a:pt x="227074" y="208359"/>
                  </a:moveTo>
                  <a:lnTo>
                    <a:pt x="247844" y="200582"/>
                  </a:lnTo>
                  <a:lnTo>
                    <a:pt x="225586" y="254317"/>
                  </a:lnTo>
                  <a:close/>
                  <a:moveTo>
                    <a:pt x="533674" y="371263"/>
                  </a:moveTo>
                  <a:lnTo>
                    <a:pt x="554852" y="355235"/>
                  </a:lnTo>
                  <a:lnTo>
                    <a:pt x="550477" y="349990"/>
                  </a:lnTo>
                  <a:close/>
                  <a:moveTo>
                    <a:pt x="546945" y="392513"/>
                  </a:moveTo>
                  <a:lnTo>
                    <a:pt x="554852" y="355235"/>
                  </a:lnTo>
                  <a:lnTo>
                    <a:pt x="533674" y="371263"/>
                  </a:lnTo>
                  <a:close/>
                  <a:moveTo>
                    <a:pt x="465917" y="242508"/>
                  </a:moveTo>
                  <a:lnTo>
                    <a:pt x="490432" y="239725"/>
                  </a:lnTo>
                  <a:lnTo>
                    <a:pt x="506952" y="259297"/>
                  </a:lnTo>
                  <a:close/>
                  <a:moveTo>
                    <a:pt x="506952" y="259297"/>
                  </a:moveTo>
                  <a:lnTo>
                    <a:pt x="490432" y="239725"/>
                  </a:lnTo>
                  <a:lnTo>
                    <a:pt x="506531" y="222542"/>
                  </a:lnTo>
                  <a:close/>
                  <a:moveTo>
                    <a:pt x="465917" y="242508"/>
                  </a:moveTo>
                  <a:lnTo>
                    <a:pt x="462568" y="258356"/>
                  </a:lnTo>
                  <a:lnTo>
                    <a:pt x="435674" y="254011"/>
                  </a:lnTo>
                  <a:close/>
                  <a:moveTo>
                    <a:pt x="490432" y="239725"/>
                  </a:moveTo>
                  <a:lnTo>
                    <a:pt x="501541" y="185787"/>
                  </a:lnTo>
                  <a:lnTo>
                    <a:pt x="506531" y="222542"/>
                  </a:lnTo>
                  <a:close/>
                  <a:moveTo>
                    <a:pt x="519620" y="177802"/>
                  </a:moveTo>
                  <a:lnTo>
                    <a:pt x="501541" y="185787"/>
                  </a:lnTo>
                  <a:lnTo>
                    <a:pt x="508517" y="180998"/>
                  </a:lnTo>
                  <a:close/>
                  <a:moveTo>
                    <a:pt x="722760" y="121006"/>
                  </a:moveTo>
                  <a:lnTo>
                    <a:pt x="735472" y="155418"/>
                  </a:lnTo>
                  <a:lnTo>
                    <a:pt x="737375" y="170992"/>
                  </a:lnTo>
                  <a:close/>
                  <a:moveTo>
                    <a:pt x="735472" y="155418"/>
                  </a:moveTo>
                  <a:lnTo>
                    <a:pt x="722760" y="121006"/>
                  </a:lnTo>
                  <a:lnTo>
                    <a:pt x="734814" y="153808"/>
                  </a:lnTo>
                  <a:close/>
                  <a:moveTo>
                    <a:pt x="722760" y="121006"/>
                  </a:moveTo>
                  <a:lnTo>
                    <a:pt x="718085" y="117053"/>
                  </a:lnTo>
                  <a:lnTo>
                    <a:pt x="734814" y="153808"/>
                  </a:lnTo>
                  <a:close/>
                  <a:moveTo>
                    <a:pt x="596355" y="0"/>
                  </a:moveTo>
                  <a:lnTo>
                    <a:pt x="546327" y="23972"/>
                  </a:lnTo>
                  <a:lnTo>
                    <a:pt x="572176" y="5808"/>
                  </a:lnTo>
                  <a:close/>
                  <a:moveTo>
                    <a:pt x="718085" y="117053"/>
                  </a:moveTo>
                  <a:lnTo>
                    <a:pt x="735929" y="65552"/>
                  </a:lnTo>
                  <a:lnTo>
                    <a:pt x="736755" y="63115"/>
                  </a:lnTo>
                  <a:close/>
                  <a:moveTo>
                    <a:pt x="728799" y="26602"/>
                  </a:moveTo>
                  <a:lnTo>
                    <a:pt x="735929" y="65552"/>
                  </a:lnTo>
                  <a:lnTo>
                    <a:pt x="746283" y="3947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92" name="Input_density__191">
              <a:extLst>
                <a:ext uri="{FF2B5EF4-FFF2-40B4-BE49-F238E27FC236}">
                  <a16:creationId xmlns:a16="http://schemas.microsoft.com/office/drawing/2014/main" id="{B008A33A-5F4D-2B1E-08D9-3300C8E47570}"/>
                </a:ext>
              </a:extLst>
            </p:cNvPr>
            <p:cNvSpPr>
              <a:spLocks noGrp="1"/>
            </p:cNvSpPr>
            <p:nvPr/>
          </p:nvSpPr>
          <p:spPr>
            <a:xfrm>
              <a:off x="566145" y="1703745"/>
              <a:ext cx="986510" cy="637383"/>
            </a:xfrm>
            <a:custGeom>
              <a:avLst/>
              <a:gdLst/>
              <a:ahLst/>
              <a:cxnLst/>
              <a:rect l="0" t="0" r="0" b="0"/>
              <a:pathLst>
                <a:path w="986510" h="637383">
                  <a:moveTo>
                    <a:pt x="0" y="429260"/>
                  </a:moveTo>
                  <a:lnTo>
                    <a:pt x="31110" y="448831"/>
                  </a:lnTo>
                  <a:lnTo>
                    <a:pt x="25993" y="412077"/>
                  </a:lnTo>
                  <a:close/>
                  <a:moveTo>
                    <a:pt x="19455" y="375321"/>
                  </a:moveTo>
                  <a:lnTo>
                    <a:pt x="0" y="429260"/>
                  </a:lnTo>
                  <a:lnTo>
                    <a:pt x="25993" y="412077"/>
                  </a:lnTo>
                  <a:close/>
                  <a:moveTo>
                    <a:pt x="226096" y="465308"/>
                  </a:moveTo>
                  <a:lnTo>
                    <a:pt x="238583" y="433114"/>
                  </a:lnTo>
                  <a:lnTo>
                    <a:pt x="200414" y="459099"/>
                  </a:lnTo>
                  <a:close/>
                  <a:moveTo>
                    <a:pt x="229737" y="414465"/>
                  </a:moveTo>
                  <a:lnTo>
                    <a:pt x="238583" y="433114"/>
                  </a:lnTo>
                  <a:lnTo>
                    <a:pt x="252219" y="434036"/>
                  </a:lnTo>
                  <a:close/>
                  <a:moveTo>
                    <a:pt x="204754" y="276583"/>
                  </a:moveTo>
                  <a:lnTo>
                    <a:pt x="238779" y="320756"/>
                  </a:lnTo>
                  <a:lnTo>
                    <a:pt x="237556" y="277003"/>
                  </a:lnTo>
                  <a:close/>
                  <a:moveTo>
                    <a:pt x="164146" y="282507"/>
                  </a:moveTo>
                  <a:lnTo>
                    <a:pt x="204754" y="276583"/>
                  </a:lnTo>
                  <a:lnTo>
                    <a:pt x="200380" y="235391"/>
                  </a:lnTo>
                  <a:close/>
                  <a:moveTo>
                    <a:pt x="204754" y="276583"/>
                  </a:moveTo>
                  <a:lnTo>
                    <a:pt x="230579" y="237928"/>
                  </a:lnTo>
                  <a:lnTo>
                    <a:pt x="200380" y="235391"/>
                  </a:lnTo>
                  <a:close/>
                  <a:moveTo>
                    <a:pt x="160437" y="240776"/>
                  </a:moveTo>
                  <a:lnTo>
                    <a:pt x="200380" y="235391"/>
                  </a:lnTo>
                  <a:lnTo>
                    <a:pt x="172706" y="215179"/>
                  </a:lnTo>
                  <a:close/>
                  <a:moveTo>
                    <a:pt x="535220" y="600628"/>
                  </a:moveTo>
                  <a:lnTo>
                    <a:pt x="558701" y="637383"/>
                  </a:lnTo>
                  <a:lnTo>
                    <a:pt x="583928" y="620200"/>
                  </a:lnTo>
                  <a:close/>
                  <a:moveTo>
                    <a:pt x="535220" y="600628"/>
                  </a:moveTo>
                  <a:lnTo>
                    <a:pt x="583928" y="620200"/>
                  </a:lnTo>
                  <a:lnTo>
                    <a:pt x="562830" y="583444"/>
                  </a:lnTo>
                  <a:close/>
                  <a:moveTo>
                    <a:pt x="528979" y="563873"/>
                  </a:moveTo>
                  <a:lnTo>
                    <a:pt x="535220" y="600628"/>
                  </a:lnTo>
                  <a:lnTo>
                    <a:pt x="562830" y="583444"/>
                  </a:lnTo>
                  <a:close/>
                  <a:moveTo>
                    <a:pt x="562830" y="583444"/>
                  </a:moveTo>
                  <a:lnTo>
                    <a:pt x="583928" y="620200"/>
                  </a:lnTo>
                  <a:lnTo>
                    <a:pt x="602690" y="566261"/>
                  </a:lnTo>
                  <a:close/>
                  <a:moveTo>
                    <a:pt x="570313" y="509935"/>
                  </a:moveTo>
                  <a:lnTo>
                    <a:pt x="605211" y="529506"/>
                  </a:lnTo>
                  <a:lnTo>
                    <a:pt x="604719" y="492751"/>
                  </a:lnTo>
                  <a:close/>
                  <a:moveTo>
                    <a:pt x="410425" y="317040"/>
                  </a:moveTo>
                  <a:lnTo>
                    <a:pt x="420875" y="308976"/>
                  </a:lnTo>
                  <a:lnTo>
                    <a:pt x="409751" y="326160"/>
                  </a:lnTo>
                  <a:close/>
                  <a:moveTo>
                    <a:pt x="741262" y="404446"/>
                  </a:moveTo>
                  <a:lnTo>
                    <a:pt x="724591" y="420417"/>
                  </a:lnTo>
                  <a:lnTo>
                    <a:pt x="721493" y="458385"/>
                  </a:lnTo>
                  <a:close/>
                  <a:moveTo>
                    <a:pt x="614630" y="204813"/>
                  </a:moveTo>
                  <a:lnTo>
                    <a:pt x="641521" y="173359"/>
                  </a:lnTo>
                  <a:lnTo>
                    <a:pt x="632984" y="172233"/>
                  </a:lnTo>
                  <a:close/>
                  <a:moveTo>
                    <a:pt x="614630" y="204813"/>
                  </a:moveTo>
                  <a:lnTo>
                    <a:pt x="632984" y="172233"/>
                  </a:lnTo>
                  <a:lnTo>
                    <a:pt x="594677" y="176288"/>
                  </a:lnTo>
                  <a:close/>
                  <a:moveTo>
                    <a:pt x="666393" y="189819"/>
                  </a:moveTo>
                  <a:lnTo>
                    <a:pt x="677160" y="182027"/>
                  </a:lnTo>
                  <a:lnTo>
                    <a:pt x="641521" y="173359"/>
                  </a:lnTo>
                  <a:close/>
                  <a:moveTo>
                    <a:pt x="666393" y="189819"/>
                  </a:moveTo>
                  <a:lnTo>
                    <a:pt x="701039" y="188741"/>
                  </a:lnTo>
                  <a:lnTo>
                    <a:pt x="677160" y="182027"/>
                  </a:lnTo>
                  <a:close/>
                  <a:moveTo>
                    <a:pt x="701039" y="188741"/>
                  </a:moveTo>
                  <a:lnTo>
                    <a:pt x="666393" y="189819"/>
                  </a:lnTo>
                  <a:lnTo>
                    <a:pt x="705135" y="190415"/>
                  </a:lnTo>
                  <a:close/>
                  <a:moveTo>
                    <a:pt x="785714" y="218826"/>
                  </a:moveTo>
                  <a:lnTo>
                    <a:pt x="754832" y="216843"/>
                  </a:lnTo>
                  <a:lnTo>
                    <a:pt x="795043" y="255988"/>
                  </a:lnTo>
                  <a:close/>
                  <a:moveTo>
                    <a:pt x="785714" y="218826"/>
                  </a:moveTo>
                  <a:lnTo>
                    <a:pt x="810090" y="259814"/>
                  </a:lnTo>
                  <a:lnTo>
                    <a:pt x="838717" y="219917"/>
                  </a:lnTo>
                  <a:close/>
                  <a:moveTo>
                    <a:pt x="785714" y="218826"/>
                  </a:moveTo>
                  <a:lnTo>
                    <a:pt x="838717" y="219917"/>
                  </a:lnTo>
                  <a:lnTo>
                    <a:pt x="823246" y="205876"/>
                  </a:lnTo>
                  <a:close/>
                  <a:moveTo>
                    <a:pt x="726994" y="212387"/>
                  </a:moveTo>
                  <a:lnTo>
                    <a:pt x="741934" y="203422"/>
                  </a:lnTo>
                  <a:lnTo>
                    <a:pt x="705135" y="190415"/>
                  </a:lnTo>
                  <a:close/>
                  <a:moveTo>
                    <a:pt x="754832" y="216843"/>
                  </a:moveTo>
                  <a:lnTo>
                    <a:pt x="773757" y="197826"/>
                  </a:lnTo>
                  <a:lnTo>
                    <a:pt x="741934" y="203422"/>
                  </a:lnTo>
                  <a:close/>
                  <a:moveTo>
                    <a:pt x="754832" y="216843"/>
                  </a:moveTo>
                  <a:lnTo>
                    <a:pt x="785714" y="218826"/>
                  </a:lnTo>
                  <a:lnTo>
                    <a:pt x="773757" y="197826"/>
                  </a:lnTo>
                  <a:close/>
                  <a:moveTo>
                    <a:pt x="844766" y="197905"/>
                  </a:moveTo>
                  <a:lnTo>
                    <a:pt x="838717" y="219917"/>
                  </a:lnTo>
                  <a:lnTo>
                    <a:pt x="865038" y="188693"/>
                  </a:lnTo>
                  <a:close/>
                  <a:moveTo>
                    <a:pt x="823246" y="205876"/>
                  </a:moveTo>
                  <a:lnTo>
                    <a:pt x="838717" y="219917"/>
                  </a:lnTo>
                  <a:lnTo>
                    <a:pt x="844766" y="197905"/>
                  </a:lnTo>
                  <a:close/>
                  <a:moveTo>
                    <a:pt x="902990" y="177658"/>
                  </a:moveTo>
                  <a:lnTo>
                    <a:pt x="897184" y="217732"/>
                  </a:lnTo>
                  <a:lnTo>
                    <a:pt x="936794" y="171509"/>
                  </a:lnTo>
                  <a:close/>
                  <a:moveTo>
                    <a:pt x="936794" y="171509"/>
                  </a:moveTo>
                  <a:lnTo>
                    <a:pt x="910861" y="225448"/>
                  </a:lnTo>
                  <a:lnTo>
                    <a:pt x="945900" y="179086"/>
                  </a:lnTo>
                  <a:close/>
                  <a:moveTo>
                    <a:pt x="865038" y="188693"/>
                  </a:moveTo>
                  <a:lnTo>
                    <a:pt x="897184" y="217732"/>
                  </a:lnTo>
                  <a:lnTo>
                    <a:pt x="902990" y="177658"/>
                  </a:lnTo>
                  <a:close/>
                  <a:moveTo>
                    <a:pt x="902990" y="177658"/>
                  </a:moveTo>
                  <a:lnTo>
                    <a:pt x="941058" y="160984"/>
                  </a:lnTo>
                  <a:lnTo>
                    <a:pt x="926771" y="140666"/>
                  </a:lnTo>
                  <a:close/>
                  <a:moveTo>
                    <a:pt x="902990" y="177658"/>
                  </a:moveTo>
                  <a:lnTo>
                    <a:pt x="926771" y="140666"/>
                  </a:lnTo>
                  <a:lnTo>
                    <a:pt x="892753" y="141234"/>
                  </a:lnTo>
                  <a:close/>
                  <a:moveTo>
                    <a:pt x="892753" y="141234"/>
                  </a:moveTo>
                  <a:lnTo>
                    <a:pt x="926771" y="140666"/>
                  </a:lnTo>
                  <a:lnTo>
                    <a:pt x="880203" y="106689"/>
                  </a:lnTo>
                  <a:close/>
                  <a:moveTo>
                    <a:pt x="936794" y="171509"/>
                  </a:moveTo>
                  <a:lnTo>
                    <a:pt x="945900" y="179086"/>
                  </a:lnTo>
                  <a:lnTo>
                    <a:pt x="946124" y="169680"/>
                  </a:lnTo>
                  <a:close/>
                  <a:moveTo>
                    <a:pt x="941058" y="160984"/>
                  </a:moveTo>
                  <a:lnTo>
                    <a:pt x="936794" y="171509"/>
                  </a:lnTo>
                  <a:lnTo>
                    <a:pt x="946124" y="169680"/>
                  </a:lnTo>
                  <a:close/>
                  <a:moveTo>
                    <a:pt x="985819" y="164496"/>
                  </a:moveTo>
                  <a:lnTo>
                    <a:pt x="945900" y="179086"/>
                  </a:lnTo>
                  <a:lnTo>
                    <a:pt x="986510" y="206348"/>
                  </a:lnTo>
                  <a:close/>
                  <a:moveTo>
                    <a:pt x="985819" y="164496"/>
                  </a:moveTo>
                  <a:lnTo>
                    <a:pt x="946124" y="169680"/>
                  </a:lnTo>
                  <a:lnTo>
                    <a:pt x="945900" y="179086"/>
                  </a:lnTo>
                  <a:close/>
                  <a:moveTo>
                    <a:pt x="946124" y="169680"/>
                  </a:moveTo>
                  <a:lnTo>
                    <a:pt x="967765" y="136262"/>
                  </a:lnTo>
                  <a:lnTo>
                    <a:pt x="941058" y="160984"/>
                  </a:lnTo>
                  <a:close/>
                  <a:moveTo>
                    <a:pt x="946124" y="169680"/>
                  </a:moveTo>
                  <a:lnTo>
                    <a:pt x="985819" y="164496"/>
                  </a:lnTo>
                  <a:lnTo>
                    <a:pt x="967765" y="136262"/>
                  </a:lnTo>
                  <a:close/>
                  <a:moveTo>
                    <a:pt x="934820" y="44628"/>
                  </a:moveTo>
                  <a:lnTo>
                    <a:pt x="923671" y="95979"/>
                  </a:lnTo>
                  <a:lnTo>
                    <a:pt x="937822" y="44061"/>
                  </a:lnTo>
                  <a:close/>
                  <a:moveTo>
                    <a:pt x="934820" y="44628"/>
                  </a:moveTo>
                  <a:lnTo>
                    <a:pt x="885683" y="78522"/>
                  </a:lnTo>
                  <a:lnTo>
                    <a:pt x="923671" y="95979"/>
                  </a:lnTo>
                  <a:close/>
                  <a:moveTo>
                    <a:pt x="934820" y="44628"/>
                  </a:moveTo>
                  <a:lnTo>
                    <a:pt x="934851" y="41568"/>
                  </a:lnTo>
                  <a:lnTo>
                    <a:pt x="887625" y="55908"/>
                  </a:lnTo>
                  <a:close/>
                  <a:moveTo>
                    <a:pt x="934820" y="44628"/>
                  </a:moveTo>
                  <a:lnTo>
                    <a:pt x="937822" y="44061"/>
                  </a:lnTo>
                  <a:lnTo>
                    <a:pt x="934851" y="41568"/>
                  </a:lnTo>
                  <a:close/>
                  <a:moveTo>
                    <a:pt x="974900" y="80816"/>
                  </a:moveTo>
                  <a:lnTo>
                    <a:pt x="980206" y="86568"/>
                  </a:lnTo>
                  <a:lnTo>
                    <a:pt x="980256" y="79524"/>
                  </a:lnTo>
                  <a:close/>
                  <a:moveTo>
                    <a:pt x="937822" y="44061"/>
                  </a:moveTo>
                  <a:lnTo>
                    <a:pt x="980256" y="79524"/>
                  </a:lnTo>
                  <a:lnTo>
                    <a:pt x="976784" y="37600"/>
                  </a:lnTo>
                  <a:close/>
                  <a:moveTo>
                    <a:pt x="937822" y="44061"/>
                  </a:moveTo>
                  <a:lnTo>
                    <a:pt x="974900" y="80816"/>
                  </a:lnTo>
                  <a:lnTo>
                    <a:pt x="980256" y="79524"/>
                  </a:lnTo>
                  <a:close/>
                  <a:moveTo>
                    <a:pt x="976784" y="37600"/>
                  </a:moveTo>
                  <a:lnTo>
                    <a:pt x="934851" y="41568"/>
                  </a:lnTo>
                  <a:lnTo>
                    <a:pt x="937822" y="44061"/>
                  </a:lnTo>
                  <a:close/>
                  <a:moveTo>
                    <a:pt x="934673" y="0"/>
                  </a:moveTo>
                  <a:lnTo>
                    <a:pt x="934851" y="41568"/>
                  </a:lnTo>
                  <a:lnTo>
                    <a:pt x="976784" y="3760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193" name="Input_density__192">
              <a:extLst>
                <a:ext uri="{FF2B5EF4-FFF2-40B4-BE49-F238E27FC236}">
                  <a16:creationId xmlns:a16="http://schemas.microsoft.com/office/drawing/2014/main" id="{9F96FE2F-D3D1-0ED5-8C6C-C7BD0EE77399}"/>
                </a:ext>
              </a:extLst>
            </p:cNvPr>
            <p:cNvSpPr>
              <a:spLocks noGrp="1"/>
            </p:cNvSpPr>
            <p:nvPr/>
          </p:nvSpPr>
          <p:spPr>
            <a:xfrm>
              <a:off x="552808" y="1703745"/>
              <a:ext cx="954394" cy="583444"/>
            </a:xfrm>
            <a:custGeom>
              <a:avLst/>
              <a:gdLst/>
              <a:ahLst/>
              <a:cxnLst/>
              <a:rect l="0" t="0" r="0" b="0"/>
              <a:pathLst>
                <a:path w="954394" h="583444">
                  <a:moveTo>
                    <a:pt x="722" y="389693"/>
                  </a:moveTo>
                  <a:lnTo>
                    <a:pt x="0" y="402736"/>
                  </a:lnTo>
                  <a:lnTo>
                    <a:pt x="32791" y="375321"/>
                  </a:lnTo>
                  <a:close/>
                  <a:moveTo>
                    <a:pt x="32791" y="375321"/>
                  </a:moveTo>
                  <a:lnTo>
                    <a:pt x="0" y="402736"/>
                  </a:lnTo>
                  <a:lnTo>
                    <a:pt x="13336" y="429260"/>
                  </a:lnTo>
                  <a:close/>
                  <a:moveTo>
                    <a:pt x="39329" y="412077"/>
                  </a:moveTo>
                  <a:lnTo>
                    <a:pt x="53975" y="358138"/>
                  </a:lnTo>
                  <a:lnTo>
                    <a:pt x="32791" y="375321"/>
                  </a:lnTo>
                  <a:close/>
                  <a:moveTo>
                    <a:pt x="31137" y="338566"/>
                  </a:moveTo>
                  <a:lnTo>
                    <a:pt x="32791" y="375321"/>
                  </a:lnTo>
                  <a:lnTo>
                    <a:pt x="53975" y="358138"/>
                  </a:lnTo>
                  <a:close/>
                  <a:moveTo>
                    <a:pt x="31137" y="338566"/>
                  </a:moveTo>
                  <a:lnTo>
                    <a:pt x="53975" y="358138"/>
                  </a:lnTo>
                  <a:lnTo>
                    <a:pt x="55792" y="321383"/>
                  </a:lnTo>
                  <a:close/>
                  <a:moveTo>
                    <a:pt x="53112" y="284628"/>
                  </a:moveTo>
                  <a:lnTo>
                    <a:pt x="52949" y="284828"/>
                  </a:lnTo>
                  <a:lnTo>
                    <a:pt x="31137" y="338566"/>
                  </a:lnTo>
                  <a:close/>
                  <a:moveTo>
                    <a:pt x="55792" y="321383"/>
                  </a:moveTo>
                  <a:lnTo>
                    <a:pt x="53112" y="284628"/>
                  </a:lnTo>
                  <a:lnTo>
                    <a:pt x="31137" y="338566"/>
                  </a:lnTo>
                  <a:close/>
                  <a:moveTo>
                    <a:pt x="53160" y="284499"/>
                  </a:moveTo>
                  <a:lnTo>
                    <a:pt x="52949" y="284828"/>
                  </a:lnTo>
                  <a:lnTo>
                    <a:pt x="53112" y="284628"/>
                  </a:lnTo>
                  <a:close/>
                  <a:moveTo>
                    <a:pt x="55792" y="321383"/>
                  </a:moveTo>
                  <a:lnTo>
                    <a:pt x="85307" y="308484"/>
                  </a:lnTo>
                  <a:lnTo>
                    <a:pt x="78343" y="308930"/>
                  </a:lnTo>
                  <a:close/>
                  <a:moveTo>
                    <a:pt x="53112" y="284628"/>
                  </a:moveTo>
                  <a:lnTo>
                    <a:pt x="78343" y="308930"/>
                  </a:lnTo>
                  <a:lnTo>
                    <a:pt x="53377" y="284479"/>
                  </a:lnTo>
                  <a:close/>
                  <a:moveTo>
                    <a:pt x="53112" y="284628"/>
                  </a:moveTo>
                  <a:lnTo>
                    <a:pt x="55792" y="321383"/>
                  </a:lnTo>
                  <a:lnTo>
                    <a:pt x="78343" y="308930"/>
                  </a:lnTo>
                  <a:close/>
                  <a:moveTo>
                    <a:pt x="88063" y="304200"/>
                  </a:moveTo>
                  <a:lnTo>
                    <a:pt x="82535" y="267445"/>
                  </a:lnTo>
                  <a:lnTo>
                    <a:pt x="78343" y="308930"/>
                  </a:lnTo>
                  <a:close/>
                  <a:moveTo>
                    <a:pt x="82535" y="267445"/>
                  </a:moveTo>
                  <a:lnTo>
                    <a:pt x="53377" y="284479"/>
                  </a:lnTo>
                  <a:lnTo>
                    <a:pt x="78343" y="308930"/>
                  </a:lnTo>
                  <a:close/>
                  <a:moveTo>
                    <a:pt x="53160" y="284499"/>
                  </a:moveTo>
                  <a:lnTo>
                    <a:pt x="53112" y="284628"/>
                  </a:lnTo>
                  <a:lnTo>
                    <a:pt x="53377" y="284479"/>
                  </a:lnTo>
                  <a:close/>
                  <a:moveTo>
                    <a:pt x="99905" y="238487"/>
                  </a:moveTo>
                  <a:lnTo>
                    <a:pt x="53377" y="284479"/>
                  </a:lnTo>
                  <a:lnTo>
                    <a:pt x="82535" y="267445"/>
                  </a:lnTo>
                  <a:close/>
                  <a:moveTo>
                    <a:pt x="53160" y="284499"/>
                  </a:moveTo>
                  <a:lnTo>
                    <a:pt x="53377" y="284479"/>
                  </a:lnTo>
                  <a:lnTo>
                    <a:pt x="99905" y="238487"/>
                  </a:lnTo>
                  <a:close/>
                  <a:moveTo>
                    <a:pt x="82535" y="267445"/>
                  </a:moveTo>
                  <a:lnTo>
                    <a:pt x="131947" y="292439"/>
                  </a:lnTo>
                  <a:lnTo>
                    <a:pt x="124157" y="254025"/>
                  </a:lnTo>
                  <a:close/>
                  <a:moveTo>
                    <a:pt x="82535" y="267445"/>
                  </a:moveTo>
                  <a:lnTo>
                    <a:pt x="88063" y="304200"/>
                  </a:lnTo>
                  <a:lnTo>
                    <a:pt x="131947" y="292439"/>
                  </a:lnTo>
                  <a:close/>
                  <a:moveTo>
                    <a:pt x="137779" y="250261"/>
                  </a:moveTo>
                  <a:lnTo>
                    <a:pt x="124157" y="254025"/>
                  </a:lnTo>
                  <a:lnTo>
                    <a:pt x="131947" y="292439"/>
                  </a:lnTo>
                  <a:close/>
                  <a:moveTo>
                    <a:pt x="99905" y="238487"/>
                  </a:moveTo>
                  <a:lnTo>
                    <a:pt x="82535" y="267445"/>
                  </a:lnTo>
                  <a:lnTo>
                    <a:pt x="124157" y="254025"/>
                  </a:lnTo>
                  <a:close/>
                  <a:moveTo>
                    <a:pt x="155348" y="224995"/>
                  </a:moveTo>
                  <a:lnTo>
                    <a:pt x="99905" y="238487"/>
                  </a:lnTo>
                  <a:lnTo>
                    <a:pt x="137779" y="250261"/>
                  </a:lnTo>
                  <a:close/>
                  <a:moveTo>
                    <a:pt x="137779" y="250261"/>
                  </a:moveTo>
                  <a:lnTo>
                    <a:pt x="99905" y="238487"/>
                  </a:lnTo>
                  <a:lnTo>
                    <a:pt x="124157" y="254025"/>
                  </a:lnTo>
                  <a:close/>
                  <a:moveTo>
                    <a:pt x="137779" y="250261"/>
                  </a:moveTo>
                  <a:lnTo>
                    <a:pt x="177483" y="282507"/>
                  </a:lnTo>
                  <a:lnTo>
                    <a:pt x="173773" y="240776"/>
                  </a:lnTo>
                  <a:close/>
                  <a:moveTo>
                    <a:pt x="137779" y="250261"/>
                  </a:moveTo>
                  <a:lnTo>
                    <a:pt x="160074" y="287016"/>
                  </a:lnTo>
                  <a:lnTo>
                    <a:pt x="177483" y="282507"/>
                  </a:lnTo>
                  <a:close/>
                  <a:moveTo>
                    <a:pt x="177483" y="282507"/>
                  </a:moveTo>
                  <a:lnTo>
                    <a:pt x="213717" y="235391"/>
                  </a:lnTo>
                  <a:lnTo>
                    <a:pt x="173773" y="240776"/>
                  </a:lnTo>
                  <a:close/>
                  <a:moveTo>
                    <a:pt x="155348" y="224995"/>
                  </a:moveTo>
                  <a:lnTo>
                    <a:pt x="137779" y="250261"/>
                  </a:lnTo>
                  <a:lnTo>
                    <a:pt x="173773" y="240776"/>
                  </a:lnTo>
                  <a:close/>
                  <a:moveTo>
                    <a:pt x="173773" y="240776"/>
                  </a:moveTo>
                  <a:lnTo>
                    <a:pt x="186042" y="215179"/>
                  </a:lnTo>
                  <a:lnTo>
                    <a:pt x="155348" y="224995"/>
                  </a:lnTo>
                  <a:close/>
                  <a:moveTo>
                    <a:pt x="542315" y="563873"/>
                  </a:moveTo>
                  <a:lnTo>
                    <a:pt x="576166" y="583444"/>
                  </a:lnTo>
                  <a:lnTo>
                    <a:pt x="592726" y="546690"/>
                  </a:lnTo>
                  <a:close/>
                  <a:moveTo>
                    <a:pt x="616027" y="566261"/>
                  </a:moveTo>
                  <a:lnTo>
                    <a:pt x="620129" y="552922"/>
                  </a:lnTo>
                  <a:lnTo>
                    <a:pt x="592735" y="546685"/>
                  </a:lnTo>
                  <a:close/>
                  <a:moveTo>
                    <a:pt x="592726" y="546690"/>
                  </a:moveTo>
                  <a:lnTo>
                    <a:pt x="616027" y="566261"/>
                  </a:lnTo>
                  <a:lnTo>
                    <a:pt x="592735" y="546685"/>
                  </a:lnTo>
                  <a:close/>
                  <a:moveTo>
                    <a:pt x="576166" y="583444"/>
                  </a:moveTo>
                  <a:lnTo>
                    <a:pt x="616027" y="566261"/>
                  </a:lnTo>
                  <a:lnTo>
                    <a:pt x="592726" y="546690"/>
                  </a:lnTo>
                  <a:close/>
                  <a:moveTo>
                    <a:pt x="592735" y="546685"/>
                  </a:moveTo>
                  <a:lnTo>
                    <a:pt x="620129" y="552922"/>
                  </a:lnTo>
                  <a:lnTo>
                    <a:pt x="618547" y="529506"/>
                  </a:lnTo>
                  <a:close/>
                  <a:moveTo>
                    <a:pt x="618547" y="529506"/>
                  </a:moveTo>
                  <a:lnTo>
                    <a:pt x="620129" y="552922"/>
                  </a:lnTo>
                  <a:lnTo>
                    <a:pt x="633371" y="558396"/>
                  </a:lnTo>
                  <a:close/>
                  <a:moveTo>
                    <a:pt x="440730" y="272222"/>
                  </a:moveTo>
                  <a:lnTo>
                    <a:pt x="434211" y="308976"/>
                  </a:lnTo>
                  <a:lnTo>
                    <a:pt x="464214" y="291793"/>
                  </a:lnTo>
                  <a:close/>
                  <a:moveTo>
                    <a:pt x="440730" y="272222"/>
                  </a:moveTo>
                  <a:lnTo>
                    <a:pt x="464214" y="291793"/>
                  </a:lnTo>
                  <a:lnTo>
                    <a:pt x="459454" y="255038"/>
                  </a:lnTo>
                  <a:close/>
                  <a:moveTo>
                    <a:pt x="463084" y="243279"/>
                  </a:moveTo>
                  <a:lnTo>
                    <a:pt x="440730" y="272222"/>
                  </a:lnTo>
                  <a:lnTo>
                    <a:pt x="459454" y="255038"/>
                  </a:lnTo>
                  <a:close/>
                  <a:moveTo>
                    <a:pt x="463084" y="243279"/>
                  </a:moveTo>
                  <a:lnTo>
                    <a:pt x="442929" y="264128"/>
                  </a:lnTo>
                  <a:lnTo>
                    <a:pt x="440730" y="272222"/>
                  </a:lnTo>
                  <a:close/>
                  <a:moveTo>
                    <a:pt x="463084" y="243279"/>
                  </a:moveTo>
                  <a:lnTo>
                    <a:pt x="459454" y="255038"/>
                  </a:lnTo>
                  <a:lnTo>
                    <a:pt x="484955" y="239814"/>
                  </a:lnTo>
                  <a:close/>
                  <a:moveTo>
                    <a:pt x="463084" y="243279"/>
                  </a:moveTo>
                  <a:lnTo>
                    <a:pt x="484955" y="239814"/>
                  </a:lnTo>
                  <a:lnTo>
                    <a:pt x="472384" y="218283"/>
                  </a:lnTo>
                  <a:close/>
                  <a:moveTo>
                    <a:pt x="472384" y="218283"/>
                  </a:moveTo>
                  <a:lnTo>
                    <a:pt x="484955" y="239814"/>
                  </a:lnTo>
                  <a:lnTo>
                    <a:pt x="488066" y="237855"/>
                  </a:lnTo>
                  <a:close/>
                  <a:moveTo>
                    <a:pt x="472384" y="218283"/>
                  </a:moveTo>
                  <a:lnTo>
                    <a:pt x="488066" y="237855"/>
                  </a:lnTo>
                  <a:lnTo>
                    <a:pt x="505477" y="201100"/>
                  </a:lnTo>
                  <a:close/>
                  <a:moveTo>
                    <a:pt x="509481" y="195965"/>
                  </a:moveTo>
                  <a:lnTo>
                    <a:pt x="472384" y="218283"/>
                  </a:lnTo>
                  <a:lnTo>
                    <a:pt x="505477" y="201100"/>
                  </a:lnTo>
                  <a:close/>
                  <a:moveTo>
                    <a:pt x="509481" y="195965"/>
                  </a:moveTo>
                  <a:lnTo>
                    <a:pt x="486090" y="204718"/>
                  </a:lnTo>
                  <a:lnTo>
                    <a:pt x="472384" y="218283"/>
                  </a:lnTo>
                  <a:close/>
                  <a:moveTo>
                    <a:pt x="505477" y="201100"/>
                  </a:moveTo>
                  <a:lnTo>
                    <a:pt x="541102" y="217983"/>
                  </a:lnTo>
                  <a:lnTo>
                    <a:pt x="514796" y="197895"/>
                  </a:lnTo>
                  <a:close/>
                  <a:moveTo>
                    <a:pt x="509481" y="195965"/>
                  </a:moveTo>
                  <a:lnTo>
                    <a:pt x="505477" y="201100"/>
                  </a:lnTo>
                  <a:lnTo>
                    <a:pt x="514796" y="197895"/>
                  </a:lnTo>
                  <a:close/>
                  <a:moveTo>
                    <a:pt x="514796" y="197895"/>
                  </a:moveTo>
                  <a:lnTo>
                    <a:pt x="538524" y="179976"/>
                  </a:lnTo>
                  <a:lnTo>
                    <a:pt x="509481" y="195965"/>
                  </a:lnTo>
                  <a:close/>
                  <a:moveTo>
                    <a:pt x="514796" y="197895"/>
                  </a:moveTo>
                  <a:lnTo>
                    <a:pt x="556626" y="190976"/>
                  </a:lnTo>
                  <a:lnTo>
                    <a:pt x="538524" y="179976"/>
                  </a:lnTo>
                  <a:close/>
                  <a:moveTo>
                    <a:pt x="556626" y="190976"/>
                  </a:moveTo>
                  <a:lnTo>
                    <a:pt x="514796" y="197895"/>
                  </a:lnTo>
                  <a:lnTo>
                    <a:pt x="575043" y="220305"/>
                  </a:lnTo>
                  <a:close/>
                  <a:moveTo>
                    <a:pt x="595000" y="170345"/>
                  </a:moveTo>
                  <a:lnTo>
                    <a:pt x="556626" y="190976"/>
                  </a:lnTo>
                  <a:lnTo>
                    <a:pt x="580403" y="183916"/>
                  </a:lnTo>
                  <a:close/>
                  <a:moveTo>
                    <a:pt x="538524" y="179976"/>
                  </a:moveTo>
                  <a:lnTo>
                    <a:pt x="556626" y="190976"/>
                  </a:lnTo>
                  <a:lnTo>
                    <a:pt x="595000" y="170345"/>
                  </a:lnTo>
                  <a:close/>
                  <a:moveTo>
                    <a:pt x="556626" y="190976"/>
                  </a:moveTo>
                  <a:lnTo>
                    <a:pt x="575043" y="220305"/>
                  </a:lnTo>
                  <a:lnTo>
                    <a:pt x="580403" y="183916"/>
                  </a:lnTo>
                  <a:close/>
                  <a:moveTo>
                    <a:pt x="575273" y="220564"/>
                  </a:moveTo>
                  <a:lnTo>
                    <a:pt x="580403" y="183916"/>
                  </a:lnTo>
                  <a:lnTo>
                    <a:pt x="575043" y="220305"/>
                  </a:lnTo>
                  <a:close/>
                  <a:moveTo>
                    <a:pt x="608013" y="176288"/>
                  </a:moveTo>
                  <a:lnTo>
                    <a:pt x="580403" y="183916"/>
                  </a:lnTo>
                  <a:lnTo>
                    <a:pt x="575273" y="220564"/>
                  </a:lnTo>
                  <a:close/>
                  <a:moveTo>
                    <a:pt x="627966" y="204813"/>
                  </a:moveTo>
                  <a:lnTo>
                    <a:pt x="608013" y="176288"/>
                  </a:lnTo>
                  <a:lnTo>
                    <a:pt x="575273" y="220564"/>
                  </a:lnTo>
                  <a:close/>
                  <a:moveTo>
                    <a:pt x="632535" y="203488"/>
                  </a:moveTo>
                  <a:lnTo>
                    <a:pt x="654858" y="173359"/>
                  </a:lnTo>
                  <a:lnTo>
                    <a:pt x="627966" y="204813"/>
                  </a:lnTo>
                  <a:close/>
                  <a:moveTo>
                    <a:pt x="595000" y="170345"/>
                  </a:moveTo>
                  <a:lnTo>
                    <a:pt x="580403" y="183916"/>
                  </a:lnTo>
                  <a:lnTo>
                    <a:pt x="608013" y="176288"/>
                  </a:lnTo>
                  <a:close/>
                  <a:moveTo>
                    <a:pt x="654858" y="173359"/>
                  </a:moveTo>
                  <a:lnTo>
                    <a:pt x="632535" y="203488"/>
                  </a:lnTo>
                  <a:lnTo>
                    <a:pt x="679729" y="189819"/>
                  </a:lnTo>
                  <a:close/>
                  <a:moveTo>
                    <a:pt x="786384" y="186304"/>
                  </a:moveTo>
                  <a:lnTo>
                    <a:pt x="799050" y="218826"/>
                  </a:lnTo>
                  <a:lnTo>
                    <a:pt x="836582" y="205876"/>
                  </a:lnTo>
                  <a:close/>
                  <a:moveTo>
                    <a:pt x="822111" y="169121"/>
                  </a:moveTo>
                  <a:lnTo>
                    <a:pt x="858102" y="197905"/>
                  </a:lnTo>
                  <a:lnTo>
                    <a:pt x="852482" y="157728"/>
                  </a:lnTo>
                  <a:close/>
                  <a:moveTo>
                    <a:pt x="822111" y="169121"/>
                  </a:moveTo>
                  <a:lnTo>
                    <a:pt x="836582" y="205876"/>
                  </a:lnTo>
                  <a:lnTo>
                    <a:pt x="858102" y="197905"/>
                  </a:lnTo>
                  <a:close/>
                  <a:moveTo>
                    <a:pt x="878374" y="188693"/>
                  </a:moveTo>
                  <a:lnTo>
                    <a:pt x="867841" y="151938"/>
                  </a:lnTo>
                  <a:lnTo>
                    <a:pt x="858102" y="197905"/>
                  </a:lnTo>
                  <a:close/>
                  <a:moveTo>
                    <a:pt x="867841" y="151938"/>
                  </a:moveTo>
                  <a:lnTo>
                    <a:pt x="852482" y="157728"/>
                  </a:lnTo>
                  <a:lnTo>
                    <a:pt x="858102" y="197905"/>
                  </a:lnTo>
                  <a:close/>
                  <a:moveTo>
                    <a:pt x="816752" y="132366"/>
                  </a:moveTo>
                  <a:lnTo>
                    <a:pt x="822111" y="169121"/>
                  </a:lnTo>
                  <a:lnTo>
                    <a:pt x="852482" y="157728"/>
                  </a:lnTo>
                  <a:close/>
                  <a:moveTo>
                    <a:pt x="867841" y="151938"/>
                  </a:moveTo>
                  <a:lnTo>
                    <a:pt x="870916" y="115183"/>
                  </a:lnTo>
                  <a:lnTo>
                    <a:pt x="852482" y="157728"/>
                  </a:lnTo>
                  <a:close/>
                  <a:moveTo>
                    <a:pt x="867841" y="151938"/>
                  </a:moveTo>
                  <a:lnTo>
                    <a:pt x="916327" y="177658"/>
                  </a:lnTo>
                  <a:lnTo>
                    <a:pt x="906089" y="141234"/>
                  </a:lnTo>
                  <a:close/>
                  <a:moveTo>
                    <a:pt x="867841" y="151938"/>
                  </a:moveTo>
                  <a:lnTo>
                    <a:pt x="878374" y="188693"/>
                  </a:lnTo>
                  <a:lnTo>
                    <a:pt x="916327" y="177658"/>
                  </a:lnTo>
                  <a:close/>
                  <a:moveTo>
                    <a:pt x="950130" y="171509"/>
                  </a:moveTo>
                  <a:lnTo>
                    <a:pt x="954394" y="160984"/>
                  </a:lnTo>
                  <a:lnTo>
                    <a:pt x="916327" y="177658"/>
                  </a:lnTo>
                  <a:close/>
                  <a:moveTo>
                    <a:pt x="870916" y="115183"/>
                  </a:moveTo>
                  <a:lnTo>
                    <a:pt x="906089" y="141234"/>
                  </a:lnTo>
                  <a:lnTo>
                    <a:pt x="893540" y="106689"/>
                  </a:lnTo>
                  <a:close/>
                  <a:moveTo>
                    <a:pt x="870916" y="115183"/>
                  </a:moveTo>
                  <a:lnTo>
                    <a:pt x="867841" y="151938"/>
                  </a:lnTo>
                  <a:lnTo>
                    <a:pt x="906089" y="141234"/>
                  </a:lnTo>
                  <a:close/>
                  <a:moveTo>
                    <a:pt x="884496" y="61245"/>
                  </a:moveTo>
                  <a:lnTo>
                    <a:pt x="893540" y="106689"/>
                  </a:lnTo>
                  <a:lnTo>
                    <a:pt x="899019" y="78522"/>
                  </a:lnTo>
                  <a:close/>
                  <a:moveTo>
                    <a:pt x="884496" y="61245"/>
                  </a:moveTo>
                  <a:lnTo>
                    <a:pt x="899019" y="78522"/>
                  </a:lnTo>
                  <a:lnTo>
                    <a:pt x="900962" y="55908"/>
                  </a:lnTo>
                  <a:close/>
                  <a:moveTo>
                    <a:pt x="888483" y="39131"/>
                  </a:moveTo>
                  <a:lnTo>
                    <a:pt x="884496" y="61245"/>
                  </a:lnTo>
                  <a:lnTo>
                    <a:pt x="900962" y="55908"/>
                  </a:lnTo>
                  <a:close/>
                  <a:moveTo>
                    <a:pt x="948156" y="44628"/>
                  </a:moveTo>
                  <a:lnTo>
                    <a:pt x="900962" y="55908"/>
                  </a:lnTo>
                  <a:lnTo>
                    <a:pt x="899019" y="78522"/>
                  </a:lnTo>
                  <a:close/>
                  <a:moveTo>
                    <a:pt x="922592" y="7306"/>
                  </a:moveTo>
                  <a:lnTo>
                    <a:pt x="948187" y="41568"/>
                  </a:lnTo>
                  <a:lnTo>
                    <a:pt x="948010" y="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194" name="Input_density__193">
              <a:extLst>
                <a:ext uri="{FF2B5EF4-FFF2-40B4-BE49-F238E27FC236}">
                  <a16:creationId xmlns:a16="http://schemas.microsoft.com/office/drawing/2014/main" id="{DD4DABD8-41F3-5FDC-D460-69092BFF16DD}"/>
                </a:ext>
              </a:extLst>
            </p:cNvPr>
            <p:cNvSpPr>
              <a:spLocks noGrp="1"/>
            </p:cNvSpPr>
            <p:nvPr/>
          </p:nvSpPr>
          <p:spPr>
            <a:xfrm>
              <a:off x="1103132" y="2039506"/>
              <a:ext cx="270012" cy="196937"/>
            </a:xfrm>
            <a:custGeom>
              <a:avLst/>
              <a:gdLst/>
              <a:ahLst/>
              <a:cxnLst/>
              <a:rect l="0" t="0" r="0" b="0"/>
              <a:pathLst>
                <a:path w="270012" h="196937">
                  <a:moveTo>
                    <a:pt x="0" y="176956"/>
                  </a:moveTo>
                  <a:lnTo>
                    <a:pt x="41035" y="193744"/>
                  </a:lnTo>
                  <a:lnTo>
                    <a:pt x="26295" y="196937"/>
                  </a:lnTo>
                  <a:close/>
                  <a:moveTo>
                    <a:pt x="26295" y="196937"/>
                  </a:moveTo>
                  <a:lnTo>
                    <a:pt x="2872" y="193744"/>
                  </a:lnTo>
                  <a:lnTo>
                    <a:pt x="0" y="176956"/>
                  </a:lnTo>
                  <a:close/>
                  <a:moveTo>
                    <a:pt x="257641" y="36309"/>
                  </a:moveTo>
                  <a:lnTo>
                    <a:pt x="270012" y="0"/>
                  </a:lnTo>
                  <a:lnTo>
                    <a:pt x="252168" y="51501"/>
                  </a:lnTo>
                  <a:close/>
                  <a:moveTo>
                    <a:pt x="270012" y="0"/>
                  </a:moveTo>
                  <a:lnTo>
                    <a:pt x="257641" y="36309"/>
                  </a:lnTo>
                  <a:lnTo>
                    <a:pt x="269592" y="14746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195" name="Input_density__194">
              <a:extLst>
                <a:ext uri="{FF2B5EF4-FFF2-40B4-BE49-F238E27FC236}">
                  <a16:creationId xmlns:a16="http://schemas.microsoft.com/office/drawing/2014/main" id="{B35B22F3-910C-574F-C448-2011B8246AD5}"/>
                </a:ext>
              </a:extLst>
            </p:cNvPr>
            <p:cNvSpPr>
              <a:spLocks noGrp="1"/>
            </p:cNvSpPr>
            <p:nvPr/>
          </p:nvSpPr>
          <p:spPr>
            <a:xfrm>
              <a:off x="588542" y="1916131"/>
              <a:ext cx="774606" cy="362685"/>
            </a:xfrm>
            <a:custGeom>
              <a:avLst/>
              <a:gdLst/>
              <a:ahLst/>
              <a:cxnLst/>
              <a:rect l="0" t="0" r="0" b="0"/>
              <a:pathLst>
                <a:path w="774606" h="362685">
                  <a:moveTo>
                    <a:pt x="8712" y="236445"/>
                  </a:moveTo>
                  <a:lnTo>
                    <a:pt x="0" y="253628"/>
                  </a:lnTo>
                  <a:lnTo>
                    <a:pt x="20989" y="273200"/>
                  </a:lnTo>
                  <a:close/>
                  <a:moveTo>
                    <a:pt x="20989" y="273200"/>
                  </a:moveTo>
                  <a:lnTo>
                    <a:pt x="46510" y="309955"/>
                  </a:lnTo>
                  <a:lnTo>
                    <a:pt x="57152" y="292771"/>
                  </a:lnTo>
                  <a:close/>
                  <a:moveTo>
                    <a:pt x="200917" y="272842"/>
                  </a:moveTo>
                  <a:lnTo>
                    <a:pt x="181986" y="261144"/>
                  </a:lnTo>
                  <a:lnTo>
                    <a:pt x="223564" y="276681"/>
                  </a:lnTo>
                  <a:close/>
                  <a:moveTo>
                    <a:pt x="200917" y="272842"/>
                  </a:moveTo>
                  <a:lnTo>
                    <a:pt x="205605" y="275588"/>
                  </a:lnTo>
                  <a:lnTo>
                    <a:pt x="195777" y="268999"/>
                  </a:lnTo>
                  <a:close/>
                  <a:moveTo>
                    <a:pt x="225343" y="235326"/>
                  </a:moveTo>
                  <a:lnTo>
                    <a:pt x="251864" y="257914"/>
                  </a:lnTo>
                  <a:lnTo>
                    <a:pt x="229821" y="221650"/>
                  </a:lnTo>
                  <a:close/>
                  <a:moveTo>
                    <a:pt x="229821" y="221650"/>
                  </a:moveTo>
                  <a:lnTo>
                    <a:pt x="251864" y="257914"/>
                  </a:lnTo>
                  <a:lnTo>
                    <a:pt x="252520" y="241221"/>
                  </a:lnTo>
                  <a:close/>
                  <a:moveTo>
                    <a:pt x="242536" y="204466"/>
                  </a:moveTo>
                  <a:lnTo>
                    <a:pt x="229821" y="221650"/>
                  </a:lnTo>
                  <a:lnTo>
                    <a:pt x="252520" y="241221"/>
                  </a:lnTo>
                  <a:close/>
                  <a:moveTo>
                    <a:pt x="206043" y="89686"/>
                  </a:moveTo>
                  <a:lnTo>
                    <a:pt x="174084" y="88580"/>
                  </a:lnTo>
                  <a:lnTo>
                    <a:pt x="223480" y="83951"/>
                  </a:lnTo>
                  <a:close/>
                  <a:moveTo>
                    <a:pt x="464253" y="280365"/>
                  </a:moveTo>
                  <a:lnTo>
                    <a:pt x="449991" y="307957"/>
                  </a:lnTo>
                  <a:lnTo>
                    <a:pt x="469864" y="286050"/>
                  </a:lnTo>
                  <a:close/>
                  <a:moveTo>
                    <a:pt x="464253" y="280365"/>
                  </a:moveTo>
                  <a:lnTo>
                    <a:pt x="425516" y="244816"/>
                  </a:lnTo>
                  <a:lnTo>
                    <a:pt x="409070" y="279536"/>
                  </a:lnTo>
                  <a:close/>
                  <a:moveTo>
                    <a:pt x="337192" y="135375"/>
                  </a:moveTo>
                  <a:lnTo>
                    <a:pt x="328571" y="131508"/>
                  </a:lnTo>
                  <a:lnTo>
                    <a:pt x="359901" y="124072"/>
                  </a:lnTo>
                  <a:close/>
                  <a:moveTo>
                    <a:pt x="388027" y="104654"/>
                  </a:moveTo>
                  <a:lnTo>
                    <a:pt x="337192" y="135375"/>
                  </a:lnTo>
                  <a:lnTo>
                    <a:pt x="359901" y="124072"/>
                  </a:lnTo>
                  <a:close/>
                  <a:moveTo>
                    <a:pt x="631663" y="345435"/>
                  </a:moveTo>
                  <a:lnTo>
                    <a:pt x="597637" y="346009"/>
                  </a:lnTo>
                  <a:lnTo>
                    <a:pt x="590319" y="362685"/>
                  </a:lnTo>
                  <a:close/>
                  <a:moveTo>
                    <a:pt x="588489" y="40218"/>
                  </a:moveTo>
                  <a:lnTo>
                    <a:pt x="645028" y="57823"/>
                  </a:lnTo>
                  <a:lnTo>
                    <a:pt x="610825" y="27856"/>
                  </a:lnTo>
                  <a:close/>
                  <a:moveTo>
                    <a:pt x="687464" y="84183"/>
                  </a:moveTo>
                  <a:lnTo>
                    <a:pt x="681052" y="67934"/>
                  </a:lnTo>
                  <a:lnTo>
                    <a:pt x="700960" y="92451"/>
                  </a:lnTo>
                  <a:close/>
                  <a:moveTo>
                    <a:pt x="679572" y="47428"/>
                  </a:moveTo>
                  <a:lnTo>
                    <a:pt x="677826" y="64611"/>
                  </a:lnTo>
                  <a:lnTo>
                    <a:pt x="687464" y="84183"/>
                  </a:lnTo>
                  <a:close/>
                  <a:moveTo>
                    <a:pt x="679572" y="47428"/>
                  </a:moveTo>
                  <a:lnTo>
                    <a:pt x="665243" y="37193"/>
                  </a:lnTo>
                  <a:lnTo>
                    <a:pt x="645028" y="57823"/>
                  </a:lnTo>
                  <a:close/>
                  <a:moveTo>
                    <a:pt x="709089" y="41095"/>
                  </a:moveTo>
                  <a:lnTo>
                    <a:pt x="737408" y="57855"/>
                  </a:lnTo>
                  <a:lnTo>
                    <a:pt x="726066" y="47428"/>
                  </a:lnTo>
                  <a:close/>
                  <a:moveTo>
                    <a:pt x="750330" y="79402"/>
                  </a:moveTo>
                  <a:lnTo>
                    <a:pt x="737408" y="57855"/>
                  </a:lnTo>
                  <a:lnTo>
                    <a:pt x="709089" y="41095"/>
                  </a:lnTo>
                  <a:close/>
                  <a:moveTo>
                    <a:pt x="750330" y="79402"/>
                  </a:moveTo>
                  <a:lnTo>
                    <a:pt x="774606" y="84183"/>
                  </a:lnTo>
                  <a:lnTo>
                    <a:pt x="737408" y="57855"/>
                  </a:lnTo>
                  <a:close/>
                  <a:moveTo>
                    <a:pt x="709089" y="41095"/>
                  </a:moveTo>
                  <a:lnTo>
                    <a:pt x="726066" y="47428"/>
                  </a:lnTo>
                  <a:lnTo>
                    <a:pt x="732435" y="4456"/>
                  </a:lnTo>
                  <a:close/>
                  <a:moveTo>
                    <a:pt x="704597" y="0"/>
                  </a:moveTo>
                  <a:lnTo>
                    <a:pt x="709089" y="41095"/>
                  </a:lnTo>
                  <a:lnTo>
                    <a:pt x="732435" y="4456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196" name="Input_density__195">
              <a:extLst>
                <a:ext uri="{FF2B5EF4-FFF2-40B4-BE49-F238E27FC236}">
                  <a16:creationId xmlns:a16="http://schemas.microsoft.com/office/drawing/2014/main" id="{D96C1AA6-EB26-1580-C745-BE50FACA8AAD}"/>
                </a:ext>
              </a:extLst>
            </p:cNvPr>
            <p:cNvSpPr>
              <a:spLocks noGrp="1"/>
            </p:cNvSpPr>
            <p:nvPr/>
          </p:nvSpPr>
          <p:spPr>
            <a:xfrm>
              <a:off x="613589" y="1956349"/>
              <a:ext cx="764241" cy="406739"/>
            </a:xfrm>
            <a:custGeom>
              <a:avLst/>
              <a:gdLst/>
              <a:ahLst/>
              <a:cxnLst/>
              <a:rect l="0" t="0" r="0" b="0"/>
              <a:pathLst>
                <a:path w="764241" h="406739">
                  <a:moveTo>
                    <a:pt x="21464" y="269737"/>
                  </a:moveTo>
                  <a:lnTo>
                    <a:pt x="23626" y="275131"/>
                  </a:lnTo>
                  <a:lnTo>
                    <a:pt x="32865" y="279470"/>
                  </a:lnTo>
                  <a:close/>
                  <a:moveTo>
                    <a:pt x="21464" y="269737"/>
                  </a:moveTo>
                  <a:lnTo>
                    <a:pt x="0" y="249592"/>
                  </a:lnTo>
                  <a:lnTo>
                    <a:pt x="23626" y="275131"/>
                  </a:lnTo>
                  <a:close/>
                  <a:moveTo>
                    <a:pt x="82798" y="298861"/>
                  </a:moveTo>
                  <a:lnTo>
                    <a:pt x="72951" y="289309"/>
                  </a:lnTo>
                  <a:lnTo>
                    <a:pt x="70784" y="296666"/>
                  </a:lnTo>
                  <a:close/>
                  <a:moveTo>
                    <a:pt x="70784" y="296666"/>
                  </a:moveTo>
                  <a:lnTo>
                    <a:pt x="72951" y="289309"/>
                  </a:lnTo>
                  <a:lnTo>
                    <a:pt x="58602" y="279489"/>
                  </a:lnTo>
                  <a:close/>
                  <a:moveTo>
                    <a:pt x="70784" y="296666"/>
                  </a:moveTo>
                  <a:lnTo>
                    <a:pt x="58602" y="279489"/>
                  </a:lnTo>
                  <a:lnTo>
                    <a:pt x="32865" y="279470"/>
                  </a:lnTo>
                  <a:close/>
                  <a:moveTo>
                    <a:pt x="82798" y="298861"/>
                  </a:moveTo>
                  <a:lnTo>
                    <a:pt x="130801" y="326064"/>
                  </a:lnTo>
                  <a:lnTo>
                    <a:pt x="98833" y="305331"/>
                  </a:lnTo>
                  <a:close/>
                  <a:moveTo>
                    <a:pt x="72951" y="289309"/>
                  </a:moveTo>
                  <a:lnTo>
                    <a:pt x="82798" y="298861"/>
                  </a:lnTo>
                  <a:lnTo>
                    <a:pt x="98833" y="305331"/>
                  </a:lnTo>
                  <a:close/>
                  <a:moveTo>
                    <a:pt x="217490" y="164249"/>
                  </a:moveTo>
                  <a:lnTo>
                    <a:pt x="184856" y="144677"/>
                  </a:lnTo>
                  <a:lnTo>
                    <a:pt x="204774" y="181432"/>
                  </a:lnTo>
                  <a:close/>
                  <a:moveTo>
                    <a:pt x="349678" y="235483"/>
                  </a:moveTo>
                  <a:lnTo>
                    <a:pt x="330798" y="261104"/>
                  </a:lnTo>
                  <a:lnTo>
                    <a:pt x="384023" y="239318"/>
                  </a:lnTo>
                  <a:close/>
                  <a:moveTo>
                    <a:pt x="409916" y="257330"/>
                  </a:moveTo>
                  <a:lnTo>
                    <a:pt x="384023" y="239318"/>
                  </a:lnTo>
                  <a:lnTo>
                    <a:pt x="414795" y="263318"/>
                  </a:lnTo>
                  <a:close/>
                  <a:moveTo>
                    <a:pt x="409916" y="257330"/>
                  </a:moveTo>
                  <a:lnTo>
                    <a:pt x="414795" y="263318"/>
                  </a:lnTo>
                  <a:lnTo>
                    <a:pt x="424944" y="267739"/>
                  </a:lnTo>
                  <a:close/>
                  <a:moveTo>
                    <a:pt x="557767" y="276902"/>
                  </a:moveTo>
                  <a:lnTo>
                    <a:pt x="575235" y="263506"/>
                  </a:lnTo>
                  <a:lnTo>
                    <a:pt x="572701" y="260955"/>
                  </a:lnTo>
                  <a:close/>
                  <a:moveTo>
                    <a:pt x="530324" y="259719"/>
                  </a:moveTo>
                  <a:lnTo>
                    <a:pt x="521746" y="284304"/>
                  </a:lnTo>
                  <a:lnTo>
                    <a:pt x="543213" y="268357"/>
                  </a:lnTo>
                  <a:close/>
                  <a:moveTo>
                    <a:pt x="492415" y="276902"/>
                  </a:moveTo>
                  <a:lnTo>
                    <a:pt x="530324" y="259719"/>
                  </a:lnTo>
                  <a:lnTo>
                    <a:pt x="486195" y="275961"/>
                  </a:lnTo>
                  <a:close/>
                  <a:moveTo>
                    <a:pt x="662730" y="406739"/>
                  </a:moveTo>
                  <a:lnTo>
                    <a:pt x="688838" y="399703"/>
                  </a:lnTo>
                  <a:lnTo>
                    <a:pt x="640849" y="369984"/>
                  </a:lnTo>
                  <a:close/>
                  <a:moveTo>
                    <a:pt x="610144" y="269449"/>
                  </a:moveTo>
                  <a:lnTo>
                    <a:pt x="613207" y="255113"/>
                  </a:lnTo>
                  <a:lnTo>
                    <a:pt x="605121" y="279036"/>
                  </a:lnTo>
                  <a:close/>
                  <a:moveTo>
                    <a:pt x="563442" y="0"/>
                  </a:moveTo>
                  <a:lnTo>
                    <a:pt x="569953" y="41577"/>
                  </a:lnTo>
                  <a:lnTo>
                    <a:pt x="619982" y="17605"/>
                  </a:lnTo>
                  <a:close/>
                  <a:moveTo>
                    <a:pt x="757409" y="192055"/>
                  </a:moveTo>
                  <a:lnTo>
                    <a:pt x="761458" y="244923"/>
                  </a:lnTo>
                  <a:lnTo>
                    <a:pt x="764241" y="208168"/>
                  </a:lnTo>
                  <a:close/>
                  <a:moveTo>
                    <a:pt x="748034" y="110183"/>
                  </a:moveTo>
                  <a:lnTo>
                    <a:pt x="761264" y="154230"/>
                  </a:lnTo>
                  <a:lnTo>
                    <a:pt x="757788" y="117475"/>
                  </a:lnTo>
                  <a:close/>
                  <a:moveTo>
                    <a:pt x="743452" y="69161"/>
                  </a:moveTo>
                  <a:lnTo>
                    <a:pt x="757788" y="117475"/>
                  </a:lnTo>
                  <a:lnTo>
                    <a:pt x="760382" y="80720"/>
                  </a:lnTo>
                  <a:close/>
                  <a:moveTo>
                    <a:pt x="743452" y="69161"/>
                  </a:moveTo>
                  <a:lnTo>
                    <a:pt x="748034" y="110183"/>
                  </a:lnTo>
                  <a:lnTo>
                    <a:pt x="757788" y="117475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197" name="Input_density__196">
              <a:extLst>
                <a:ext uri="{FF2B5EF4-FFF2-40B4-BE49-F238E27FC236}">
                  <a16:creationId xmlns:a16="http://schemas.microsoft.com/office/drawing/2014/main" id="{333804EF-9AF2-CEC4-2E0E-8F6B24A79960}"/>
                </a:ext>
              </a:extLst>
            </p:cNvPr>
            <p:cNvSpPr>
              <a:spLocks noGrp="1"/>
            </p:cNvSpPr>
            <p:nvPr/>
          </p:nvSpPr>
          <p:spPr>
            <a:xfrm>
              <a:off x="609531" y="1956349"/>
              <a:ext cx="764440" cy="279470"/>
            </a:xfrm>
            <a:custGeom>
              <a:avLst/>
              <a:gdLst/>
              <a:ahLst/>
              <a:cxnLst/>
              <a:rect l="0" t="0" r="0" b="0"/>
              <a:pathLst>
                <a:path w="764440" h="279470">
                  <a:moveTo>
                    <a:pt x="25522" y="269737"/>
                  </a:moveTo>
                  <a:lnTo>
                    <a:pt x="0" y="232982"/>
                  </a:lnTo>
                  <a:lnTo>
                    <a:pt x="4058" y="249592"/>
                  </a:lnTo>
                  <a:close/>
                  <a:moveTo>
                    <a:pt x="36163" y="252554"/>
                  </a:moveTo>
                  <a:lnTo>
                    <a:pt x="25522" y="269737"/>
                  </a:lnTo>
                  <a:lnTo>
                    <a:pt x="36923" y="279470"/>
                  </a:lnTo>
                  <a:close/>
                  <a:moveTo>
                    <a:pt x="133074" y="198616"/>
                  </a:moveTo>
                  <a:lnTo>
                    <a:pt x="133301" y="198696"/>
                  </a:lnTo>
                  <a:lnTo>
                    <a:pt x="132781" y="196301"/>
                  </a:lnTo>
                  <a:close/>
                  <a:moveTo>
                    <a:pt x="157028" y="206495"/>
                  </a:moveTo>
                  <a:lnTo>
                    <a:pt x="133301" y="198696"/>
                  </a:lnTo>
                  <a:lnTo>
                    <a:pt x="174788" y="228781"/>
                  </a:lnTo>
                  <a:close/>
                  <a:moveTo>
                    <a:pt x="133301" y="198696"/>
                  </a:moveTo>
                  <a:lnTo>
                    <a:pt x="133483" y="198923"/>
                  </a:lnTo>
                  <a:lnTo>
                    <a:pt x="174788" y="228781"/>
                  </a:lnTo>
                  <a:close/>
                  <a:moveTo>
                    <a:pt x="133483" y="198923"/>
                  </a:moveTo>
                  <a:lnTo>
                    <a:pt x="133301" y="198696"/>
                  </a:lnTo>
                  <a:lnTo>
                    <a:pt x="133074" y="198616"/>
                  </a:lnTo>
                  <a:close/>
                  <a:moveTo>
                    <a:pt x="146746" y="218187"/>
                  </a:moveTo>
                  <a:lnTo>
                    <a:pt x="133483" y="198923"/>
                  </a:lnTo>
                  <a:lnTo>
                    <a:pt x="133074" y="198616"/>
                  </a:lnTo>
                  <a:close/>
                  <a:moveTo>
                    <a:pt x="160997" y="220927"/>
                  </a:moveTo>
                  <a:lnTo>
                    <a:pt x="174788" y="228781"/>
                  </a:lnTo>
                  <a:lnTo>
                    <a:pt x="133483" y="198923"/>
                  </a:lnTo>
                  <a:close/>
                  <a:moveTo>
                    <a:pt x="160997" y="220927"/>
                  </a:moveTo>
                  <a:lnTo>
                    <a:pt x="179928" y="232624"/>
                  </a:lnTo>
                  <a:lnTo>
                    <a:pt x="174788" y="228781"/>
                  </a:lnTo>
                  <a:close/>
                  <a:moveTo>
                    <a:pt x="204354" y="195108"/>
                  </a:moveTo>
                  <a:lnTo>
                    <a:pt x="232273" y="218187"/>
                  </a:lnTo>
                  <a:lnTo>
                    <a:pt x="230875" y="217696"/>
                  </a:lnTo>
                  <a:close/>
                  <a:moveTo>
                    <a:pt x="120761" y="29903"/>
                  </a:moveTo>
                  <a:lnTo>
                    <a:pt x="143279" y="43134"/>
                  </a:lnTo>
                  <a:lnTo>
                    <a:pt x="156899" y="71167"/>
                  </a:lnTo>
                  <a:close/>
                  <a:moveTo>
                    <a:pt x="443264" y="240147"/>
                  </a:moveTo>
                  <a:lnTo>
                    <a:pt x="413974" y="257330"/>
                  </a:lnTo>
                  <a:lnTo>
                    <a:pt x="429002" y="267739"/>
                  </a:lnTo>
                  <a:close/>
                  <a:moveTo>
                    <a:pt x="413974" y="257330"/>
                  </a:moveTo>
                  <a:lnTo>
                    <a:pt x="443264" y="240147"/>
                  </a:lnTo>
                  <a:lnTo>
                    <a:pt x="388081" y="239318"/>
                  </a:lnTo>
                  <a:close/>
                  <a:moveTo>
                    <a:pt x="448875" y="245832"/>
                  </a:moveTo>
                  <a:lnTo>
                    <a:pt x="429002" y="267739"/>
                  </a:lnTo>
                  <a:lnTo>
                    <a:pt x="490253" y="275961"/>
                  </a:lnTo>
                  <a:close/>
                  <a:moveTo>
                    <a:pt x="557123" y="26095"/>
                  </a:moveTo>
                  <a:lnTo>
                    <a:pt x="595800" y="66487"/>
                  </a:lnTo>
                  <a:lnTo>
                    <a:pt x="576599" y="37350"/>
                  </a:lnTo>
                  <a:close/>
                  <a:moveTo>
                    <a:pt x="557123" y="26095"/>
                  </a:moveTo>
                  <a:lnTo>
                    <a:pt x="576599" y="37350"/>
                  </a:lnTo>
                  <a:lnTo>
                    <a:pt x="567500" y="0"/>
                  </a:lnTo>
                  <a:close/>
                  <a:moveTo>
                    <a:pt x="656837" y="24393"/>
                  </a:moveTo>
                  <a:lnTo>
                    <a:pt x="660064" y="27716"/>
                  </a:lnTo>
                  <a:lnTo>
                    <a:pt x="666475" y="43965"/>
                  </a:lnTo>
                  <a:close/>
                  <a:moveTo>
                    <a:pt x="656837" y="24393"/>
                  </a:moveTo>
                  <a:lnTo>
                    <a:pt x="658584" y="7210"/>
                  </a:lnTo>
                  <a:lnTo>
                    <a:pt x="624040" y="17605"/>
                  </a:lnTo>
                  <a:close/>
                  <a:moveTo>
                    <a:pt x="729341" y="39185"/>
                  </a:moveTo>
                  <a:lnTo>
                    <a:pt x="764440" y="80720"/>
                  </a:lnTo>
                  <a:lnTo>
                    <a:pt x="753617" y="43965"/>
                  </a:lnTo>
                  <a:close/>
                  <a:moveTo>
                    <a:pt x="729341" y="39185"/>
                  </a:moveTo>
                  <a:lnTo>
                    <a:pt x="747510" y="69161"/>
                  </a:lnTo>
                  <a:lnTo>
                    <a:pt x="764440" y="8072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198" name="Input_density__197">
              <a:extLst>
                <a:ext uri="{FF2B5EF4-FFF2-40B4-BE49-F238E27FC236}">
                  <a16:creationId xmlns:a16="http://schemas.microsoft.com/office/drawing/2014/main" id="{D17A0068-9303-F871-53EF-FE831AF77807}"/>
                </a:ext>
              </a:extLst>
            </p:cNvPr>
            <p:cNvSpPr>
              <a:spLocks noGrp="1"/>
            </p:cNvSpPr>
            <p:nvPr/>
          </p:nvSpPr>
          <p:spPr>
            <a:xfrm>
              <a:off x="684372" y="2037069"/>
              <a:ext cx="695114" cy="251059"/>
            </a:xfrm>
            <a:custGeom>
              <a:avLst/>
              <a:gdLst/>
              <a:ahLst/>
              <a:cxnLst/>
              <a:rect l="0" t="0" r="0" b="0"/>
              <a:pathLst>
                <a:path w="695114" h="251059">
                  <a:moveTo>
                    <a:pt x="0" y="215946"/>
                  </a:moveTo>
                  <a:lnTo>
                    <a:pt x="34284" y="219551"/>
                  </a:lnTo>
                  <a:lnTo>
                    <a:pt x="12015" y="218140"/>
                  </a:lnTo>
                  <a:close/>
                  <a:moveTo>
                    <a:pt x="60018" y="245344"/>
                  </a:moveTo>
                  <a:lnTo>
                    <a:pt x="62942" y="248573"/>
                  </a:lnTo>
                  <a:lnTo>
                    <a:pt x="68443" y="251059"/>
                  </a:lnTo>
                  <a:close/>
                  <a:moveTo>
                    <a:pt x="62942" y="248573"/>
                  </a:moveTo>
                  <a:lnTo>
                    <a:pt x="60018" y="245344"/>
                  </a:lnTo>
                  <a:lnTo>
                    <a:pt x="12015" y="218140"/>
                  </a:lnTo>
                  <a:close/>
                  <a:moveTo>
                    <a:pt x="38677" y="223553"/>
                  </a:moveTo>
                  <a:lnTo>
                    <a:pt x="62942" y="248573"/>
                  </a:lnTo>
                  <a:lnTo>
                    <a:pt x="12015" y="218140"/>
                  </a:lnTo>
                  <a:close/>
                  <a:moveTo>
                    <a:pt x="66926" y="100712"/>
                  </a:moveTo>
                  <a:lnTo>
                    <a:pt x="58232" y="117895"/>
                  </a:lnTo>
                  <a:lnTo>
                    <a:pt x="77911" y="94042"/>
                  </a:lnTo>
                  <a:close/>
                  <a:moveTo>
                    <a:pt x="58232" y="117895"/>
                  </a:moveTo>
                  <a:lnTo>
                    <a:pt x="57940" y="115581"/>
                  </a:lnTo>
                  <a:lnTo>
                    <a:pt x="77911" y="94042"/>
                  </a:lnTo>
                  <a:close/>
                  <a:moveTo>
                    <a:pt x="228730" y="187993"/>
                  </a:moveTo>
                  <a:lnTo>
                    <a:pt x="260015" y="180384"/>
                  </a:lnTo>
                  <a:lnTo>
                    <a:pt x="278894" y="154763"/>
                  </a:lnTo>
                  <a:close/>
                  <a:moveTo>
                    <a:pt x="260015" y="180384"/>
                  </a:moveTo>
                  <a:lnTo>
                    <a:pt x="291185" y="172349"/>
                  </a:lnTo>
                  <a:lnTo>
                    <a:pt x="313239" y="158598"/>
                  </a:lnTo>
                  <a:close/>
                  <a:moveTo>
                    <a:pt x="388517" y="190896"/>
                  </a:moveTo>
                  <a:lnTo>
                    <a:pt x="354161" y="187019"/>
                  </a:lnTo>
                  <a:lnTo>
                    <a:pt x="344012" y="182598"/>
                  </a:lnTo>
                  <a:close/>
                  <a:moveTo>
                    <a:pt x="354161" y="187019"/>
                  </a:moveTo>
                  <a:lnTo>
                    <a:pt x="388517" y="190896"/>
                  </a:lnTo>
                  <a:lnTo>
                    <a:pt x="415411" y="195241"/>
                  </a:lnTo>
                  <a:close/>
                  <a:moveTo>
                    <a:pt x="418760" y="179393"/>
                  </a:moveTo>
                  <a:lnTo>
                    <a:pt x="421631" y="196182"/>
                  </a:lnTo>
                  <a:lnTo>
                    <a:pt x="415411" y="195241"/>
                  </a:lnTo>
                  <a:close/>
                  <a:moveTo>
                    <a:pt x="421631" y="196182"/>
                  </a:moveTo>
                  <a:lnTo>
                    <a:pt x="445055" y="199374"/>
                  </a:lnTo>
                  <a:lnTo>
                    <a:pt x="450962" y="203583"/>
                  </a:lnTo>
                  <a:close/>
                  <a:moveTo>
                    <a:pt x="450962" y="203583"/>
                  </a:moveTo>
                  <a:lnTo>
                    <a:pt x="504451" y="182786"/>
                  </a:lnTo>
                  <a:lnTo>
                    <a:pt x="472429" y="187636"/>
                  </a:lnTo>
                  <a:close/>
                  <a:moveTo>
                    <a:pt x="459540" y="178998"/>
                  </a:moveTo>
                  <a:lnTo>
                    <a:pt x="421631" y="196182"/>
                  </a:lnTo>
                  <a:lnTo>
                    <a:pt x="450962" y="203583"/>
                  </a:lnTo>
                  <a:close/>
                  <a:moveTo>
                    <a:pt x="472429" y="187636"/>
                  </a:moveTo>
                  <a:lnTo>
                    <a:pt x="504451" y="182786"/>
                  </a:lnTo>
                  <a:lnTo>
                    <a:pt x="534337" y="198315"/>
                  </a:lnTo>
                  <a:close/>
                  <a:moveTo>
                    <a:pt x="534337" y="198315"/>
                  </a:moveTo>
                  <a:lnTo>
                    <a:pt x="542423" y="174392"/>
                  </a:lnTo>
                  <a:lnTo>
                    <a:pt x="540713" y="161815"/>
                  </a:lnTo>
                  <a:close/>
                  <a:moveTo>
                    <a:pt x="504451" y="182786"/>
                  </a:moveTo>
                  <a:lnTo>
                    <a:pt x="539361" y="188729"/>
                  </a:lnTo>
                  <a:lnTo>
                    <a:pt x="534337" y="198315"/>
                  </a:lnTo>
                  <a:close/>
                  <a:moveTo>
                    <a:pt x="542423" y="174392"/>
                  </a:moveTo>
                  <a:lnTo>
                    <a:pt x="533476" y="166730"/>
                  </a:lnTo>
                  <a:lnTo>
                    <a:pt x="540713" y="161815"/>
                  </a:lnTo>
                  <a:close/>
                  <a:moveTo>
                    <a:pt x="695114" y="131522"/>
                  </a:moveTo>
                  <a:lnTo>
                    <a:pt x="688315" y="92303"/>
                  </a:lnTo>
                  <a:lnTo>
                    <a:pt x="693457" y="127448"/>
                  </a:lnTo>
                  <a:close/>
                  <a:moveTo>
                    <a:pt x="688315" y="92303"/>
                  </a:moveTo>
                  <a:lnTo>
                    <a:pt x="687657" y="90693"/>
                  </a:lnTo>
                  <a:lnTo>
                    <a:pt x="693457" y="127448"/>
                  </a:lnTo>
                  <a:close/>
                  <a:moveTo>
                    <a:pt x="687657" y="90693"/>
                  </a:moveTo>
                  <a:lnTo>
                    <a:pt x="690481" y="73510"/>
                  </a:lnTo>
                  <a:lnTo>
                    <a:pt x="693457" y="127448"/>
                  </a:lnTo>
                  <a:close/>
                  <a:moveTo>
                    <a:pt x="690481" y="73510"/>
                  </a:moveTo>
                  <a:lnTo>
                    <a:pt x="687657" y="90693"/>
                  </a:lnTo>
                  <a:lnTo>
                    <a:pt x="670928" y="53938"/>
                  </a:lnTo>
                  <a:close/>
                  <a:moveTo>
                    <a:pt x="687004" y="36755"/>
                  </a:moveTo>
                  <a:lnTo>
                    <a:pt x="690481" y="73510"/>
                  </a:lnTo>
                  <a:lnTo>
                    <a:pt x="670928" y="53938"/>
                  </a:lnTo>
                  <a:close/>
                  <a:moveTo>
                    <a:pt x="670928" y="53938"/>
                  </a:moveTo>
                  <a:lnTo>
                    <a:pt x="689598" y="0"/>
                  </a:lnTo>
                  <a:lnTo>
                    <a:pt x="687004" y="36755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199" name="Input_density__198">
              <a:extLst>
                <a:ext uri="{FF2B5EF4-FFF2-40B4-BE49-F238E27FC236}">
                  <a16:creationId xmlns:a16="http://schemas.microsoft.com/office/drawing/2014/main" id="{90657509-39F5-F41B-FF75-1D0913465ED1}"/>
                </a:ext>
              </a:extLst>
            </p:cNvPr>
            <p:cNvSpPr>
              <a:spLocks noGrp="1"/>
            </p:cNvSpPr>
            <p:nvPr/>
          </p:nvSpPr>
          <p:spPr>
            <a:xfrm>
              <a:off x="592137" y="1894160"/>
              <a:ext cx="746735" cy="418539"/>
            </a:xfrm>
            <a:custGeom>
              <a:avLst/>
              <a:gdLst/>
              <a:ahLst/>
              <a:cxnLst/>
              <a:rect l="0" t="0" r="0" b="0"/>
              <a:pathLst>
                <a:path w="746735" h="418539">
                  <a:moveTo>
                    <a:pt x="35157" y="277988"/>
                  </a:moveTo>
                  <a:lnTo>
                    <a:pt x="13832" y="246140"/>
                  </a:lnTo>
                  <a:lnTo>
                    <a:pt x="5117" y="258416"/>
                  </a:lnTo>
                  <a:close/>
                  <a:moveTo>
                    <a:pt x="35157" y="277988"/>
                  </a:moveTo>
                  <a:lnTo>
                    <a:pt x="5117" y="258416"/>
                  </a:lnTo>
                  <a:lnTo>
                    <a:pt x="17393" y="295171"/>
                  </a:lnTo>
                  <a:close/>
                  <a:moveTo>
                    <a:pt x="0" y="221661"/>
                  </a:moveTo>
                  <a:lnTo>
                    <a:pt x="5117" y="258416"/>
                  </a:lnTo>
                  <a:lnTo>
                    <a:pt x="7659" y="206411"/>
                  </a:lnTo>
                  <a:close/>
                  <a:moveTo>
                    <a:pt x="5117" y="258416"/>
                  </a:moveTo>
                  <a:lnTo>
                    <a:pt x="13832" y="246140"/>
                  </a:lnTo>
                  <a:lnTo>
                    <a:pt x="7659" y="206411"/>
                  </a:lnTo>
                  <a:close/>
                  <a:moveTo>
                    <a:pt x="7659" y="206411"/>
                  </a:moveTo>
                  <a:lnTo>
                    <a:pt x="9415" y="202151"/>
                  </a:lnTo>
                  <a:lnTo>
                    <a:pt x="0" y="221661"/>
                  </a:lnTo>
                  <a:close/>
                  <a:moveTo>
                    <a:pt x="0" y="221661"/>
                  </a:moveTo>
                  <a:lnTo>
                    <a:pt x="9415" y="202151"/>
                  </a:lnTo>
                  <a:lnTo>
                    <a:pt x="14646" y="167723"/>
                  </a:lnTo>
                  <a:close/>
                  <a:moveTo>
                    <a:pt x="17585" y="241233"/>
                  </a:moveTo>
                  <a:lnTo>
                    <a:pt x="7659" y="206411"/>
                  </a:lnTo>
                  <a:lnTo>
                    <a:pt x="13832" y="246140"/>
                  </a:lnTo>
                  <a:close/>
                  <a:moveTo>
                    <a:pt x="17585" y="241233"/>
                  </a:moveTo>
                  <a:lnTo>
                    <a:pt x="9185" y="204478"/>
                  </a:lnTo>
                  <a:lnTo>
                    <a:pt x="7659" y="206411"/>
                  </a:lnTo>
                  <a:close/>
                  <a:moveTo>
                    <a:pt x="9415" y="202151"/>
                  </a:moveTo>
                  <a:lnTo>
                    <a:pt x="7659" y="206411"/>
                  </a:lnTo>
                  <a:lnTo>
                    <a:pt x="9185" y="204478"/>
                  </a:lnTo>
                  <a:close/>
                  <a:moveTo>
                    <a:pt x="160672" y="105323"/>
                  </a:moveTo>
                  <a:lnTo>
                    <a:pt x="103141" y="111007"/>
                  </a:lnTo>
                  <a:lnTo>
                    <a:pt x="150826" y="116173"/>
                  </a:lnTo>
                  <a:close/>
                  <a:moveTo>
                    <a:pt x="170488" y="110552"/>
                  </a:moveTo>
                  <a:lnTo>
                    <a:pt x="195321" y="110293"/>
                  </a:lnTo>
                  <a:lnTo>
                    <a:pt x="160672" y="105323"/>
                  </a:lnTo>
                  <a:close/>
                  <a:moveTo>
                    <a:pt x="576698" y="375846"/>
                  </a:moveTo>
                  <a:lnTo>
                    <a:pt x="586895" y="418539"/>
                  </a:lnTo>
                  <a:lnTo>
                    <a:pt x="586724" y="384656"/>
                  </a:lnTo>
                  <a:close/>
                  <a:moveTo>
                    <a:pt x="576698" y="375846"/>
                  </a:moveTo>
                  <a:lnTo>
                    <a:pt x="586724" y="384656"/>
                  </a:lnTo>
                  <a:lnTo>
                    <a:pt x="594042" y="367981"/>
                  </a:lnTo>
                  <a:close/>
                  <a:moveTo>
                    <a:pt x="574516" y="88284"/>
                  </a:moveTo>
                  <a:lnTo>
                    <a:pt x="584893" y="62189"/>
                  </a:lnTo>
                  <a:lnTo>
                    <a:pt x="554286" y="59984"/>
                  </a:lnTo>
                  <a:close/>
                  <a:moveTo>
                    <a:pt x="554286" y="59984"/>
                  </a:moveTo>
                  <a:lnTo>
                    <a:pt x="584893" y="62189"/>
                  </a:lnTo>
                  <a:lnTo>
                    <a:pt x="588637" y="14398"/>
                  </a:lnTo>
                  <a:close/>
                  <a:moveTo>
                    <a:pt x="607230" y="49827"/>
                  </a:moveTo>
                  <a:lnTo>
                    <a:pt x="593206" y="13072"/>
                  </a:lnTo>
                  <a:lnTo>
                    <a:pt x="584893" y="62189"/>
                  </a:lnTo>
                  <a:close/>
                  <a:moveTo>
                    <a:pt x="645348" y="32644"/>
                  </a:moveTo>
                  <a:lnTo>
                    <a:pt x="641433" y="79794"/>
                  </a:lnTo>
                  <a:lnTo>
                    <a:pt x="661647" y="59164"/>
                  </a:lnTo>
                  <a:close/>
                  <a:moveTo>
                    <a:pt x="645348" y="32644"/>
                  </a:moveTo>
                  <a:lnTo>
                    <a:pt x="607230" y="49827"/>
                  </a:lnTo>
                  <a:lnTo>
                    <a:pt x="641433" y="79794"/>
                  </a:lnTo>
                  <a:close/>
                  <a:moveTo>
                    <a:pt x="675977" y="69399"/>
                  </a:moveTo>
                  <a:lnTo>
                    <a:pt x="712988" y="101721"/>
                  </a:lnTo>
                  <a:lnTo>
                    <a:pt x="705493" y="63067"/>
                  </a:lnTo>
                  <a:close/>
                  <a:moveTo>
                    <a:pt x="712988" y="101721"/>
                  </a:moveTo>
                  <a:lnTo>
                    <a:pt x="746735" y="101373"/>
                  </a:lnTo>
                  <a:lnTo>
                    <a:pt x="705493" y="63067"/>
                  </a:lnTo>
                  <a:close/>
                  <a:moveTo>
                    <a:pt x="705493" y="63067"/>
                  </a:moveTo>
                  <a:lnTo>
                    <a:pt x="661647" y="59164"/>
                  </a:lnTo>
                  <a:lnTo>
                    <a:pt x="675977" y="69399"/>
                  </a:lnTo>
                  <a:close/>
                  <a:moveTo>
                    <a:pt x="659914" y="28287"/>
                  </a:moveTo>
                  <a:lnTo>
                    <a:pt x="661647" y="59164"/>
                  </a:lnTo>
                  <a:lnTo>
                    <a:pt x="705493" y="63067"/>
                  </a:lnTo>
                  <a:close/>
                  <a:moveTo>
                    <a:pt x="701002" y="21971"/>
                  </a:moveTo>
                  <a:lnTo>
                    <a:pt x="659914" y="28287"/>
                  </a:lnTo>
                  <a:lnTo>
                    <a:pt x="705493" y="63067"/>
                  </a:lnTo>
                  <a:close/>
                  <a:moveTo>
                    <a:pt x="659914" y="28287"/>
                  </a:moveTo>
                  <a:lnTo>
                    <a:pt x="701002" y="21971"/>
                  </a:lnTo>
                  <a:lnTo>
                    <a:pt x="679143" y="0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00" name="Input_density__199">
              <a:extLst>
                <a:ext uri="{FF2B5EF4-FFF2-40B4-BE49-F238E27FC236}">
                  <a16:creationId xmlns:a16="http://schemas.microsoft.com/office/drawing/2014/main" id="{0479120B-A2EB-0F33-7BB0-7C0E04CB4334}"/>
                </a:ext>
              </a:extLst>
            </p:cNvPr>
            <p:cNvSpPr>
              <a:spLocks noGrp="1"/>
            </p:cNvSpPr>
            <p:nvPr/>
          </p:nvSpPr>
          <p:spPr>
            <a:xfrm>
              <a:off x="747314" y="2164517"/>
              <a:ext cx="632172" cy="203798"/>
            </a:xfrm>
            <a:custGeom>
              <a:avLst/>
              <a:gdLst/>
              <a:ahLst/>
              <a:cxnLst/>
              <a:rect l="0" t="0" r="0" b="0"/>
              <a:pathLst>
                <a:path w="632172" h="203798">
                  <a:moveTo>
                    <a:pt x="38048" y="120721"/>
                  </a:moveTo>
                  <a:lnTo>
                    <a:pt x="5501" y="123611"/>
                  </a:lnTo>
                  <a:lnTo>
                    <a:pt x="0" y="121125"/>
                  </a:lnTo>
                  <a:close/>
                  <a:moveTo>
                    <a:pt x="5501" y="123611"/>
                  </a:moveTo>
                  <a:lnTo>
                    <a:pt x="38048" y="120721"/>
                  </a:lnTo>
                  <a:lnTo>
                    <a:pt x="64418" y="123107"/>
                  </a:lnTo>
                  <a:close/>
                  <a:moveTo>
                    <a:pt x="165788" y="60545"/>
                  </a:moveTo>
                  <a:lnTo>
                    <a:pt x="148730" y="81474"/>
                  </a:lnTo>
                  <a:lnTo>
                    <a:pt x="197073" y="52936"/>
                  </a:lnTo>
                  <a:close/>
                  <a:moveTo>
                    <a:pt x="529004" y="198570"/>
                  </a:moveTo>
                  <a:lnTo>
                    <a:pt x="542035" y="202166"/>
                  </a:lnTo>
                  <a:lnTo>
                    <a:pt x="547856" y="203798"/>
                  </a:lnTo>
                  <a:close/>
                  <a:moveTo>
                    <a:pt x="553875" y="198570"/>
                  </a:moveTo>
                  <a:lnTo>
                    <a:pt x="547856" y="203798"/>
                  </a:lnTo>
                  <a:lnTo>
                    <a:pt x="542035" y="202166"/>
                  </a:lnTo>
                  <a:close/>
                  <a:moveTo>
                    <a:pt x="529004" y="198570"/>
                  </a:moveTo>
                  <a:lnTo>
                    <a:pt x="547856" y="203798"/>
                  </a:lnTo>
                  <a:lnTo>
                    <a:pt x="555112" y="191535"/>
                  </a:lnTo>
                  <a:close/>
                  <a:moveTo>
                    <a:pt x="555112" y="191535"/>
                  </a:moveTo>
                  <a:lnTo>
                    <a:pt x="547856" y="203798"/>
                  </a:lnTo>
                  <a:lnTo>
                    <a:pt x="553875" y="198570"/>
                  </a:lnTo>
                  <a:close/>
                  <a:moveTo>
                    <a:pt x="562989" y="164171"/>
                  </a:moveTo>
                  <a:lnTo>
                    <a:pt x="575364" y="157411"/>
                  </a:lnTo>
                  <a:lnTo>
                    <a:pt x="575715" y="144632"/>
                  </a:lnTo>
                  <a:close/>
                  <a:moveTo>
                    <a:pt x="555112" y="191535"/>
                  </a:moveTo>
                  <a:lnTo>
                    <a:pt x="571141" y="166281"/>
                  </a:lnTo>
                  <a:lnTo>
                    <a:pt x="562989" y="164171"/>
                  </a:lnTo>
                  <a:close/>
                  <a:moveTo>
                    <a:pt x="621717" y="53938"/>
                  </a:moveTo>
                  <a:lnTo>
                    <a:pt x="619387" y="58040"/>
                  </a:lnTo>
                  <a:lnTo>
                    <a:pt x="601554" y="87573"/>
                  </a:lnTo>
                  <a:close/>
                  <a:moveTo>
                    <a:pt x="621717" y="53938"/>
                  </a:moveTo>
                  <a:lnTo>
                    <a:pt x="627733" y="36755"/>
                  </a:lnTo>
                  <a:lnTo>
                    <a:pt x="619387" y="58040"/>
                  </a:lnTo>
                  <a:close/>
                  <a:moveTo>
                    <a:pt x="621717" y="53938"/>
                  </a:moveTo>
                  <a:lnTo>
                    <a:pt x="632172" y="4074"/>
                  </a:lnTo>
                  <a:lnTo>
                    <a:pt x="630515" y="0"/>
                  </a:lnTo>
                  <a:close/>
                  <a:moveTo>
                    <a:pt x="621717" y="53938"/>
                  </a:moveTo>
                  <a:lnTo>
                    <a:pt x="630515" y="0"/>
                  </a:lnTo>
                  <a:lnTo>
                    <a:pt x="627733" y="36755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01" name="Input_density__200">
              <a:extLst>
                <a:ext uri="{FF2B5EF4-FFF2-40B4-BE49-F238E27FC236}">
                  <a16:creationId xmlns:a16="http://schemas.microsoft.com/office/drawing/2014/main" id="{55C48CD2-FDB2-6168-8009-7DBABD06226D}"/>
                </a:ext>
              </a:extLst>
            </p:cNvPr>
            <p:cNvSpPr>
              <a:spLocks noGrp="1"/>
            </p:cNvSpPr>
            <p:nvPr/>
          </p:nvSpPr>
          <p:spPr>
            <a:xfrm>
              <a:off x="601322" y="1893564"/>
              <a:ext cx="669957" cy="376442"/>
            </a:xfrm>
            <a:custGeom>
              <a:avLst/>
              <a:gdLst/>
              <a:ahLst/>
              <a:cxnLst/>
              <a:rect l="0" t="0" r="0" b="0"/>
              <a:pathLst>
                <a:path w="669957" h="376442">
                  <a:moveTo>
                    <a:pt x="20466" y="182200"/>
                  </a:moveTo>
                  <a:lnTo>
                    <a:pt x="230" y="202748"/>
                  </a:lnTo>
                  <a:lnTo>
                    <a:pt x="0" y="205074"/>
                  </a:lnTo>
                  <a:close/>
                  <a:moveTo>
                    <a:pt x="230" y="202748"/>
                  </a:moveTo>
                  <a:lnTo>
                    <a:pt x="20466" y="182200"/>
                  </a:lnTo>
                  <a:lnTo>
                    <a:pt x="5461" y="168319"/>
                  </a:lnTo>
                  <a:close/>
                  <a:moveTo>
                    <a:pt x="20466" y="182200"/>
                  </a:moveTo>
                  <a:lnTo>
                    <a:pt x="24991" y="151136"/>
                  </a:lnTo>
                  <a:lnTo>
                    <a:pt x="5461" y="168319"/>
                  </a:lnTo>
                  <a:close/>
                  <a:moveTo>
                    <a:pt x="24991" y="151136"/>
                  </a:moveTo>
                  <a:lnTo>
                    <a:pt x="36793" y="118665"/>
                  </a:lnTo>
                  <a:lnTo>
                    <a:pt x="7278" y="131564"/>
                  </a:lnTo>
                  <a:close/>
                  <a:moveTo>
                    <a:pt x="5461" y="168319"/>
                  </a:moveTo>
                  <a:lnTo>
                    <a:pt x="24991" y="151136"/>
                  </a:lnTo>
                  <a:lnTo>
                    <a:pt x="7278" y="131564"/>
                  </a:lnTo>
                  <a:close/>
                  <a:moveTo>
                    <a:pt x="39549" y="114381"/>
                  </a:moveTo>
                  <a:lnTo>
                    <a:pt x="29829" y="119110"/>
                  </a:lnTo>
                  <a:lnTo>
                    <a:pt x="36793" y="118665"/>
                  </a:lnTo>
                  <a:close/>
                  <a:moveTo>
                    <a:pt x="36793" y="118665"/>
                  </a:moveTo>
                  <a:lnTo>
                    <a:pt x="24991" y="151136"/>
                  </a:lnTo>
                  <a:lnTo>
                    <a:pt x="63491" y="136491"/>
                  </a:lnTo>
                  <a:close/>
                  <a:moveTo>
                    <a:pt x="83433" y="102620"/>
                  </a:moveTo>
                  <a:lnTo>
                    <a:pt x="39549" y="114381"/>
                  </a:lnTo>
                  <a:lnTo>
                    <a:pt x="93956" y="111604"/>
                  </a:lnTo>
                  <a:close/>
                  <a:moveTo>
                    <a:pt x="39549" y="114381"/>
                  </a:moveTo>
                  <a:lnTo>
                    <a:pt x="36793" y="118665"/>
                  </a:lnTo>
                  <a:lnTo>
                    <a:pt x="93956" y="111604"/>
                  </a:lnTo>
                  <a:close/>
                  <a:moveTo>
                    <a:pt x="93956" y="111604"/>
                  </a:moveTo>
                  <a:lnTo>
                    <a:pt x="36793" y="118665"/>
                  </a:lnTo>
                  <a:lnTo>
                    <a:pt x="73141" y="133952"/>
                  </a:lnTo>
                  <a:close/>
                  <a:moveTo>
                    <a:pt x="73141" y="133952"/>
                  </a:moveTo>
                  <a:lnTo>
                    <a:pt x="36793" y="118665"/>
                  </a:lnTo>
                  <a:lnTo>
                    <a:pt x="63491" y="136491"/>
                  </a:lnTo>
                  <a:close/>
                  <a:moveTo>
                    <a:pt x="111560" y="97197"/>
                  </a:moveTo>
                  <a:lnTo>
                    <a:pt x="83433" y="102620"/>
                  </a:lnTo>
                  <a:lnTo>
                    <a:pt x="93956" y="111604"/>
                  </a:lnTo>
                  <a:close/>
                  <a:moveTo>
                    <a:pt x="111560" y="97197"/>
                  </a:moveTo>
                  <a:lnTo>
                    <a:pt x="89265" y="60442"/>
                  </a:lnTo>
                  <a:lnTo>
                    <a:pt x="83433" y="102620"/>
                  </a:lnTo>
                  <a:close/>
                  <a:moveTo>
                    <a:pt x="93956" y="111604"/>
                  </a:moveTo>
                  <a:lnTo>
                    <a:pt x="73141" y="133952"/>
                  </a:lnTo>
                  <a:lnTo>
                    <a:pt x="112537" y="123706"/>
                  </a:lnTo>
                  <a:close/>
                  <a:moveTo>
                    <a:pt x="128969" y="92688"/>
                  </a:moveTo>
                  <a:lnTo>
                    <a:pt x="111560" y="97197"/>
                  </a:lnTo>
                  <a:lnTo>
                    <a:pt x="151487" y="105919"/>
                  </a:lnTo>
                  <a:close/>
                  <a:moveTo>
                    <a:pt x="111560" y="97197"/>
                  </a:moveTo>
                  <a:lnTo>
                    <a:pt x="93956" y="111604"/>
                  </a:lnTo>
                  <a:lnTo>
                    <a:pt x="151487" y="105919"/>
                  </a:lnTo>
                  <a:close/>
                  <a:moveTo>
                    <a:pt x="141641" y="116769"/>
                  </a:moveTo>
                  <a:lnTo>
                    <a:pt x="93956" y="111604"/>
                  </a:lnTo>
                  <a:lnTo>
                    <a:pt x="112537" y="123706"/>
                  </a:lnTo>
                  <a:close/>
                  <a:moveTo>
                    <a:pt x="567513" y="376442"/>
                  </a:moveTo>
                  <a:lnTo>
                    <a:pt x="584857" y="368577"/>
                  </a:lnTo>
                  <a:lnTo>
                    <a:pt x="571615" y="363103"/>
                  </a:lnTo>
                  <a:close/>
                  <a:moveTo>
                    <a:pt x="316691" y="155579"/>
                  </a:moveTo>
                  <a:lnTo>
                    <a:pt x="353880" y="152434"/>
                  </a:lnTo>
                  <a:lnTo>
                    <a:pt x="347121" y="146639"/>
                  </a:lnTo>
                  <a:close/>
                  <a:moveTo>
                    <a:pt x="353880" y="152434"/>
                  </a:moveTo>
                  <a:lnTo>
                    <a:pt x="375247" y="127221"/>
                  </a:lnTo>
                  <a:lnTo>
                    <a:pt x="347121" y="146639"/>
                  </a:lnTo>
                  <a:close/>
                  <a:moveTo>
                    <a:pt x="353880" y="152434"/>
                  </a:moveTo>
                  <a:lnTo>
                    <a:pt x="402472" y="140017"/>
                  </a:lnTo>
                  <a:lnTo>
                    <a:pt x="375247" y="127221"/>
                  </a:lnTo>
                  <a:close/>
                  <a:moveTo>
                    <a:pt x="375247" y="127221"/>
                  </a:moveTo>
                  <a:lnTo>
                    <a:pt x="402472" y="140017"/>
                  </a:lnTo>
                  <a:lnTo>
                    <a:pt x="385697" y="119157"/>
                  </a:lnTo>
                  <a:close/>
                  <a:moveTo>
                    <a:pt x="385697" y="119157"/>
                  </a:moveTo>
                  <a:lnTo>
                    <a:pt x="402472" y="140017"/>
                  </a:lnTo>
                  <a:lnTo>
                    <a:pt x="406280" y="138729"/>
                  </a:lnTo>
                  <a:close/>
                  <a:moveTo>
                    <a:pt x="385697" y="119157"/>
                  </a:moveTo>
                  <a:lnTo>
                    <a:pt x="406280" y="138729"/>
                  </a:lnTo>
                  <a:lnTo>
                    <a:pt x="415700" y="101974"/>
                  </a:lnTo>
                  <a:close/>
                  <a:moveTo>
                    <a:pt x="402472" y="140017"/>
                  </a:moveTo>
                  <a:lnTo>
                    <a:pt x="405306" y="143398"/>
                  </a:lnTo>
                  <a:lnTo>
                    <a:pt x="406280" y="138729"/>
                  </a:lnTo>
                  <a:close/>
                  <a:moveTo>
                    <a:pt x="415700" y="101974"/>
                  </a:moveTo>
                  <a:lnTo>
                    <a:pt x="406280" y="138729"/>
                  </a:lnTo>
                  <a:lnTo>
                    <a:pt x="457236" y="121545"/>
                  </a:lnTo>
                  <a:close/>
                  <a:moveTo>
                    <a:pt x="415700" y="101974"/>
                  </a:moveTo>
                  <a:lnTo>
                    <a:pt x="457236" y="121545"/>
                  </a:lnTo>
                  <a:lnTo>
                    <a:pt x="446486" y="84791"/>
                  </a:lnTo>
                  <a:close/>
                  <a:moveTo>
                    <a:pt x="410940" y="65219"/>
                  </a:moveTo>
                  <a:lnTo>
                    <a:pt x="442201" y="60557"/>
                  </a:lnTo>
                  <a:lnTo>
                    <a:pt x="436441" y="49995"/>
                  </a:lnTo>
                  <a:close/>
                  <a:moveTo>
                    <a:pt x="446486" y="84791"/>
                  </a:moveTo>
                  <a:lnTo>
                    <a:pt x="442201" y="60557"/>
                  </a:lnTo>
                  <a:lnTo>
                    <a:pt x="410940" y="65219"/>
                  </a:lnTo>
                  <a:close/>
                  <a:moveTo>
                    <a:pt x="415700" y="101974"/>
                  </a:moveTo>
                  <a:lnTo>
                    <a:pt x="446486" y="84791"/>
                  </a:lnTo>
                  <a:lnTo>
                    <a:pt x="410940" y="65219"/>
                  </a:lnTo>
                  <a:close/>
                  <a:moveTo>
                    <a:pt x="436441" y="49995"/>
                  </a:moveTo>
                  <a:lnTo>
                    <a:pt x="442201" y="60557"/>
                  </a:lnTo>
                  <a:lnTo>
                    <a:pt x="439552" y="48035"/>
                  </a:lnTo>
                  <a:close/>
                  <a:moveTo>
                    <a:pt x="446486" y="84791"/>
                  </a:moveTo>
                  <a:lnTo>
                    <a:pt x="459477" y="120761"/>
                  </a:lnTo>
                  <a:lnTo>
                    <a:pt x="450535" y="83284"/>
                  </a:lnTo>
                  <a:close/>
                  <a:moveTo>
                    <a:pt x="442201" y="60557"/>
                  </a:moveTo>
                  <a:lnTo>
                    <a:pt x="446486" y="84791"/>
                  </a:lnTo>
                  <a:lnTo>
                    <a:pt x="450535" y="83284"/>
                  </a:lnTo>
                  <a:close/>
                  <a:moveTo>
                    <a:pt x="442201" y="60557"/>
                  </a:moveTo>
                  <a:lnTo>
                    <a:pt x="450535" y="83284"/>
                  </a:lnTo>
                  <a:lnTo>
                    <a:pt x="439552" y="48035"/>
                  </a:lnTo>
                  <a:close/>
                  <a:moveTo>
                    <a:pt x="439552" y="48035"/>
                  </a:moveTo>
                  <a:lnTo>
                    <a:pt x="450535" y="83284"/>
                  </a:lnTo>
                  <a:lnTo>
                    <a:pt x="491588" y="67607"/>
                  </a:lnTo>
                  <a:close/>
                  <a:moveTo>
                    <a:pt x="439552" y="48035"/>
                  </a:moveTo>
                  <a:lnTo>
                    <a:pt x="491588" y="67607"/>
                  </a:lnTo>
                  <a:lnTo>
                    <a:pt x="491355" y="30852"/>
                  </a:lnTo>
                  <a:close/>
                  <a:moveTo>
                    <a:pt x="491355" y="30852"/>
                  </a:moveTo>
                  <a:lnTo>
                    <a:pt x="492588" y="28164"/>
                  </a:lnTo>
                  <a:lnTo>
                    <a:pt x="456963" y="11280"/>
                  </a:lnTo>
                  <a:close/>
                  <a:moveTo>
                    <a:pt x="439552" y="48035"/>
                  </a:moveTo>
                  <a:lnTo>
                    <a:pt x="491355" y="30852"/>
                  </a:lnTo>
                  <a:lnTo>
                    <a:pt x="456963" y="11280"/>
                  </a:lnTo>
                  <a:close/>
                  <a:moveTo>
                    <a:pt x="466282" y="8076"/>
                  </a:moveTo>
                  <a:lnTo>
                    <a:pt x="492588" y="28164"/>
                  </a:lnTo>
                  <a:lnTo>
                    <a:pt x="526529" y="30486"/>
                  </a:lnTo>
                  <a:close/>
                  <a:moveTo>
                    <a:pt x="491355" y="30852"/>
                  </a:moveTo>
                  <a:lnTo>
                    <a:pt x="509001" y="62841"/>
                  </a:lnTo>
                  <a:lnTo>
                    <a:pt x="494353" y="30002"/>
                  </a:lnTo>
                  <a:close/>
                  <a:moveTo>
                    <a:pt x="491355" y="30852"/>
                  </a:moveTo>
                  <a:lnTo>
                    <a:pt x="491588" y="67607"/>
                  </a:lnTo>
                  <a:lnTo>
                    <a:pt x="509001" y="62841"/>
                  </a:lnTo>
                  <a:close/>
                  <a:moveTo>
                    <a:pt x="509001" y="62841"/>
                  </a:moveTo>
                  <a:lnTo>
                    <a:pt x="545100" y="60580"/>
                  </a:lnTo>
                  <a:lnTo>
                    <a:pt x="526759" y="30745"/>
                  </a:lnTo>
                  <a:close/>
                  <a:moveTo>
                    <a:pt x="509001" y="62841"/>
                  </a:moveTo>
                  <a:lnTo>
                    <a:pt x="526759" y="30745"/>
                  </a:lnTo>
                  <a:lnTo>
                    <a:pt x="494353" y="30002"/>
                  </a:lnTo>
                  <a:close/>
                  <a:moveTo>
                    <a:pt x="545100" y="60580"/>
                  </a:moveTo>
                  <a:lnTo>
                    <a:pt x="579452" y="14994"/>
                  </a:lnTo>
                  <a:lnTo>
                    <a:pt x="526759" y="30745"/>
                  </a:lnTo>
                  <a:close/>
                  <a:moveTo>
                    <a:pt x="584021" y="13669"/>
                  </a:moveTo>
                  <a:lnTo>
                    <a:pt x="579452" y="14994"/>
                  </a:lnTo>
                  <a:lnTo>
                    <a:pt x="575708" y="62785"/>
                  </a:lnTo>
                  <a:close/>
                  <a:moveTo>
                    <a:pt x="492588" y="28164"/>
                  </a:moveTo>
                  <a:lnTo>
                    <a:pt x="491355" y="30852"/>
                  </a:lnTo>
                  <a:lnTo>
                    <a:pt x="494353" y="30002"/>
                  </a:lnTo>
                  <a:close/>
                  <a:moveTo>
                    <a:pt x="494353" y="30002"/>
                  </a:moveTo>
                  <a:lnTo>
                    <a:pt x="526529" y="30486"/>
                  </a:lnTo>
                  <a:lnTo>
                    <a:pt x="492588" y="28164"/>
                  </a:lnTo>
                  <a:close/>
                  <a:moveTo>
                    <a:pt x="494353" y="30002"/>
                  </a:moveTo>
                  <a:lnTo>
                    <a:pt x="526759" y="30745"/>
                  </a:lnTo>
                  <a:lnTo>
                    <a:pt x="526529" y="30486"/>
                  </a:lnTo>
                  <a:close/>
                  <a:moveTo>
                    <a:pt x="584021" y="13669"/>
                  </a:moveTo>
                  <a:lnTo>
                    <a:pt x="640360" y="14514"/>
                  </a:lnTo>
                  <a:lnTo>
                    <a:pt x="631215" y="0"/>
                  </a:lnTo>
                  <a:close/>
                  <a:moveTo>
                    <a:pt x="636163" y="33240"/>
                  </a:moveTo>
                  <a:lnTo>
                    <a:pt x="640360" y="14514"/>
                  </a:lnTo>
                  <a:lnTo>
                    <a:pt x="584021" y="13669"/>
                  </a:lnTo>
                  <a:close/>
                  <a:moveTo>
                    <a:pt x="598045" y="50424"/>
                  </a:moveTo>
                  <a:lnTo>
                    <a:pt x="636163" y="33240"/>
                  </a:lnTo>
                  <a:lnTo>
                    <a:pt x="584021" y="13669"/>
                  </a:lnTo>
                  <a:close/>
                  <a:moveTo>
                    <a:pt x="631215" y="0"/>
                  </a:moveTo>
                  <a:lnTo>
                    <a:pt x="640360" y="14514"/>
                  </a:lnTo>
                  <a:lnTo>
                    <a:pt x="669957" y="596"/>
                  </a:lnTo>
                  <a:close/>
                  <a:moveTo>
                    <a:pt x="636163" y="33240"/>
                  </a:moveTo>
                  <a:lnTo>
                    <a:pt x="652462" y="59760"/>
                  </a:lnTo>
                  <a:lnTo>
                    <a:pt x="650729" y="28883"/>
                  </a:lnTo>
                  <a:close/>
                  <a:moveTo>
                    <a:pt x="640360" y="14514"/>
                  </a:moveTo>
                  <a:lnTo>
                    <a:pt x="636163" y="33240"/>
                  </a:lnTo>
                  <a:lnTo>
                    <a:pt x="650729" y="28883"/>
                  </a:lnTo>
                  <a:close/>
                  <a:moveTo>
                    <a:pt x="650729" y="28883"/>
                  </a:moveTo>
                  <a:lnTo>
                    <a:pt x="669957" y="596"/>
                  </a:lnTo>
                  <a:lnTo>
                    <a:pt x="640360" y="14514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02" name="Input_density__201">
              <a:extLst>
                <a:ext uri="{FF2B5EF4-FFF2-40B4-BE49-F238E27FC236}">
                  <a16:creationId xmlns:a16="http://schemas.microsoft.com/office/drawing/2014/main" id="{5D4D91EA-BE1B-02B1-6E29-30D575B206E2}"/>
                </a:ext>
              </a:extLst>
            </p:cNvPr>
            <p:cNvSpPr>
              <a:spLocks noGrp="1"/>
            </p:cNvSpPr>
            <p:nvPr/>
          </p:nvSpPr>
          <p:spPr>
            <a:xfrm>
              <a:off x="645694" y="2025510"/>
              <a:ext cx="725304" cy="305293"/>
            </a:xfrm>
            <a:custGeom>
              <a:avLst/>
              <a:gdLst/>
              <a:ahLst/>
              <a:cxnLst/>
              <a:rect l="0" t="0" r="0" b="0"/>
              <a:pathLst>
                <a:path w="725304" h="305293">
                  <a:moveTo>
                    <a:pt x="0" y="183393"/>
                  </a:moveTo>
                  <a:lnTo>
                    <a:pt x="759" y="210309"/>
                  </a:lnTo>
                  <a:lnTo>
                    <a:pt x="26497" y="210328"/>
                  </a:lnTo>
                  <a:close/>
                  <a:moveTo>
                    <a:pt x="101043" y="239720"/>
                  </a:moveTo>
                  <a:lnTo>
                    <a:pt x="91916" y="234137"/>
                  </a:lnTo>
                  <a:lnTo>
                    <a:pt x="66728" y="236170"/>
                  </a:lnTo>
                  <a:close/>
                  <a:moveTo>
                    <a:pt x="56503" y="202964"/>
                  </a:moveTo>
                  <a:lnTo>
                    <a:pt x="66728" y="236170"/>
                  </a:lnTo>
                  <a:lnTo>
                    <a:pt x="91916" y="234137"/>
                  </a:lnTo>
                  <a:close/>
                  <a:moveTo>
                    <a:pt x="56503" y="202964"/>
                  </a:moveTo>
                  <a:lnTo>
                    <a:pt x="40846" y="220148"/>
                  </a:lnTo>
                  <a:lnTo>
                    <a:pt x="66728" y="236170"/>
                  </a:lnTo>
                  <a:close/>
                  <a:moveTo>
                    <a:pt x="40846" y="220148"/>
                  </a:moveTo>
                  <a:lnTo>
                    <a:pt x="56503" y="202964"/>
                  </a:lnTo>
                  <a:lnTo>
                    <a:pt x="26497" y="210328"/>
                  </a:lnTo>
                  <a:close/>
                  <a:moveTo>
                    <a:pt x="139105" y="222536"/>
                  </a:moveTo>
                  <a:lnTo>
                    <a:pt x="101043" y="239720"/>
                  </a:lnTo>
                  <a:lnTo>
                    <a:pt x="130954" y="255517"/>
                  </a:lnTo>
                  <a:close/>
                  <a:moveTo>
                    <a:pt x="124834" y="151766"/>
                  </a:moveTo>
                  <a:lnTo>
                    <a:pt x="97319" y="129762"/>
                  </a:lnTo>
                  <a:lnTo>
                    <a:pt x="110582" y="149026"/>
                  </a:lnTo>
                  <a:close/>
                  <a:moveTo>
                    <a:pt x="131899" y="162841"/>
                  </a:moveTo>
                  <a:lnTo>
                    <a:pt x="110582" y="149026"/>
                  </a:lnTo>
                  <a:lnTo>
                    <a:pt x="151622" y="140375"/>
                  </a:lnTo>
                  <a:close/>
                  <a:moveTo>
                    <a:pt x="185385" y="95088"/>
                  </a:moveTo>
                  <a:lnTo>
                    <a:pt x="195368" y="131843"/>
                  </a:lnTo>
                  <a:lnTo>
                    <a:pt x="187294" y="83328"/>
                  </a:lnTo>
                  <a:close/>
                  <a:moveTo>
                    <a:pt x="169847" y="83938"/>
                  </a:moveTo>
                  <a:lnTo>
                    <a:pt x="187294" y="83328"/>
                  </a:lnTo>
                  <a:lnTo>
                    <a:pt x="158243" y="79858"/>
                  </a:lnTo>
                  <a:close/>
                  <a:moveTo>
                    <a:pt x="285139" y="147452"/>
                  </a:moveTo>
                  <a:lnTo>
                    <a:pt x="250621" y="165154"/>
                  </a:lnTo>
                  <a:lnTo>
                    <a:pt x="282297" y="159008"/>
                  </a:lnTo>
                  <a:close/>
                  <a:moveTo>
                    <a:pt x="324856" y="142252"/>
                  </a:moveTo>
                  <a:lnTo>
                    <a:pt x="282297" y="159008"/>
                  </a:lnTo>
                  <a:lnTo>
                    <a:pt x="317573" y="166322"/>
                  </a:lnTo>
                  <a:close/>
                  <a:moveTo>
                    <a:pt x="324856" y="142252"/>
                  </a:moveTo>
                  <a:lnTo>
                    <a:pt x="285139" y="147452"/>
                  </a:lnTo>
                  <a:lnTo>
                    <a:pt x="282297" y="159008"/>
                  </a:lnTo>
                  <a:close/>
                  <a:moveTo>
                    <a:pt x="351918" y="170157"/>
                  </a:moveTo>
                  <a:lnTo>
                    <a:pt x="368364" y="135437"/>
                  </a:lnTo>
                  <a:lnTo>
                    <a:pt x="317573" y="166322"/>
                  </a:lnTo>
                  <a:close/>
                  <a:moveTo>
                    <a:pt x="498218" y="190558"/>
                  </a:moveTo>
                  <a:lnTo>
                    <a:pt x="472465" y="179295"/>
                  </a:lnTo>
                  <a:lnTo>
                    <a:pt x="454090" y="206800"/>
                  </a:lnTo>
                  <a:close/>
                  <a:moveTo>
                    <a:pt x="454090" y="206800"/>
                  </a:moveTo>
                  <a:lnTo>
                    <a:pt x="472465" y="179295"/>
                  </a:lnTo>
                  <a:lnTo>
                    <a:pt x="412712" y="176671"/>
                  </a:lnTo>
                  <a:close/>
                  <a:moveTo>
                    <a:pt x="613317" y="294003"/>
                  </a:moveTo>
                  <a:lnTo>
                    <a:pt x="608744" y="300823"/>
                  </a:lnTo>
                  <a:lnTo>
                    <a:pt x="631856" y="305293"/>
                  </a:lnTo>
                  <a:close/>
                  <a:moveTo>
                    <a:pt x="521330" y="173374"/>
                  </a:moveTo>
                  <a:lnTo>
                    <a:pt x="511108" y="199196"/>
                  </a:lnTo>
                  <a:lnTo>
                    <a:pt x="532841" y="184247"/>
                  </a:lnTo>
                  <a:close/>
                  <a:moveTo>
                    <a:pt x="521330" y="173374"/>
                  </a:moveTo>
                  <a:lnTo>
                    <a:pt x="498218" y="190558"/>
                  </a:lnTo>
                  <a:lnTo>
                    <a:pt x="511108" y="199196"/>
                  </a:lnTo>
                  <a:close/>
                  <a:moveTo>
                    <a:pt x="498218" y="190558"/>
                  </a:moveTo>
                  <a:lnTo>
                    <a:pt x="521330" y="173374"/>
                  </a:lnTo>
                  <a:lnTo>
                    <a:pt x="472465" y="179295"/>
                  </a:lnTo>
                  <a:close/>
                  <a:moveTo>
                    <a:pt x="532841" y="184247"/>
                  </a:moveTo>
                  <a:lnTo>
                    <a:pt x="574017" y="209370"/>
                  </a:lnTo>
                  <a:lnTo>
                    <a:pt x="564436" y="156191"/>
                  </a:lnTo>
                  <a:close/>
                  <a:moveTo>
                    <a:pt x="712229" y="121824"/>
                  </a:moveTo>
                  <a:lnTo>
                    <a:pt x="696535" y="133916"/>
                  </a:lnTo>
                  <a:lnTo>
                    <a:pt x="725304" y="122894"/>
                  </a:lnTo>
                  <a:close/>
                  <a:moveTo>
                    <a:pt x="725304" y="122894"/>
                  </a:moveTo>
                  <a:lnTo>
                    <a:pt x="700549" y="160678"/>
                  </a:lnTo>
                  <a:lnTo>
                    <a:pt x="724551" y="168254"/>
                  </a:lnTo>
                  <a:close/>
                  <a:moveTo>
                    <a:pt x="712229" y="121824"/>
                  </a:moveTo>
                  <a:lnTo>
                    <a:pt x="725304" y="122894"/>
                  </a:lnTo>
                  <a:lnTo>
                    <a:pt x="724999" y="115762"/>
                  </a:lnTo>
                  <a:close/>
                  <a:moveTo>
                    <a:pt x="722736" y="80235"/>
                  </a:moveTo>
                  <a:lnTo>
                    <a:pt x="712229" y="121824"/>
                  </a:lnTo>
                  <a:lnTo>
                    <a:pt x="724999" y="115762"/>
                  </a:lnTo>
                  <a:close/>
                  <a:moveTo>
                    <a:pt x="694971" y="120466"/>
                  </a:moveTo>
                  <a:lnTo>
                    <a:pt x="712229" y="121824"/>
                  </a:lnTo>
                  <a:lnTo>
                    <a:pt x="722736" y="80235"/>
                  </a:lnTo>
                  <a:close/>
                  <a:moveTo>
                    <a:pt x="693584" y="76847"/>
                  </a:moveTo>
                  <a:lnTo>
                    <a:pt x="722736" y="80235"/>
                  </a:lnTo>
                  <a:lnTo>
                    <a:pt x="715929" y="41022"/>
                  </a:lnTo>
                  <a:close/>
                  <a:moveTo>
                    <a:pt x="693584" y="76847"/>
                  </a:moveTo>
                  <a:lnTo>
                    <a:pt x="715929" y="41022"/>
                  </a:lnTo>
                  <a:lnTo>
                    <a:pt x="688792" y="35996"/>
                  </a:lnTo>
                  <a:close/>
                  <a:moveTo>
                    <a:pt x="688792" y="35996"/>
                  </a:moveTo>
                  <a:lnTo>
                    <a:pt x="715929" y="41022"/>
                  </a:lnTo>
                  <a:lnTo>
                    <a:pt x="711347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03" name="Input_density__202">
              <a:extLst>
                <a:ext uri="{FF2B5EF4-FFF2-40B4-BE49-F238E27FC236}">
                  <a16:creationId xmlns:a16="http://schemas.microsoft.com/office/drawing/2014/main" id="{C1CC2350-FDF7-0A1B-8B3D-029FF30463F9}"/>
                </a:ext>
              </a:extLst>
            </p:cNvPr>
            <p:cNvSpPr>
              <a:spLocks noGrp="1"/>
            </p:cNvSpPr>
            <p:nvPr/>
          </p:nvSpPr>
          <p:spPr>
            <a:xfrm>
              <a:off x="605969" y="1963559"/>
              <a:ext cx="732903" cy="272279"/>
            </a:xfrm>
            <a:custGeom>
              <a:avLst/>
              <a:gdLst/>
              <a:ahLst/>
              <a:cxnLst/>
              <a:rect l="0" t="0" r="0" b="0"/>
              <a:pathLst>
                <a:path w="732903" h="272279">
                  <a:moveTo>
                    <a:pt x="3562" y="225772"/>
                  </a:moveTo>
                  <a:lnTo>
                    <a:pt x="39725" y="245344"/>
                  </a:lnTo>
                  <a:lnTo>
                    <a:pt x="21325" y="208589"/>
                  </a:lnTo>
                  <a:close/>
                  <a:moveTo>
                    <a:pt x="8136" y="179685"/>
                  </a:moveTo>
                  <a:lnTo>
                    <a:pt x="0" y="176741"/>
                  </a:lnTo>
                  <a:lnTo>
                    <a:pt x="21325" y="208589"/>
                  </a:lnTo>
                  <a:close/>
                  <a:moveTo>
                    <a:pt x="3754" y="171834"/>
                  </a:moveTo>
                  <a:lnTo>
                    <a:pt x="0" y="176741"/>
                  </a:lnTo>
                  <a:lnTo>
                    <a:pt x="8136" y="179685"/>
                  </a:lnTo>
                  <a:close/>
                  <a:moveTo>
                    <a:pt x="71348" y="228160"/>
                  </a:moveTo>
                  <a:lnTo>
                    <a:pt x="66222" y="272279"/>
                  </a:lnTo>
                  <a:lnTo>
                    <a:pt x="85707" y="248926"/>
                  </a:lnTo>
                  <a:close/>
                  <a:moveTo>
                    <a:pt x="21325" y="208589"/>
                  </a:moveTo>
                  <a:lnTo>
                    <a:pt x="39725" y="245344"/>
                  </a:lnTo>
                  <a:lnTo>
                    <a:pt x="71348" y="228160"/>
                  </a:lnTo>
                  <a:close/>
                  <a:moveTo>
                    <a:pt x="10642" y="168089"/>
                  </a:moveTo>
                  <a:lnTo>
                    <a:pt x="8136" y="179685"/>
                  </a:lnTo>
                  <a:lnTo>
                    <a:pt x="33757" y="154650"/>
                  </a:lnTo>
                  <a:close/>
                  <a:moveTo>
                    <a:pt x="33757" y="154650"/>
                  </a:moveTo>
                  <a:lnTo>
                    <a:pt x="8136" y="179685"/>
                  </a:lnTo>
                  <a:lnTo>
                    <a:pt x="21325" y="208589"/>
                  </a:lnTo>
                  <a:close/>
                  <a:moveTo>
                    <a:pt x="33757" y="154650"/>
                  </a:moveTo>
                  <a:lnTo>
                    <a:pt x="21325" y="208589"/>
                  </a:lnTo>
                  <a:lnTo>
                    <a:pt x="56825" y="191406"/>
                  </a:lnTo>
                  <a:close/>
                  <a:moveTo>
                    <a:pt x="3754" y="171834"/>
                  </a:moveTo>
                  <a:lnTo>
                    <a:pt x="8136" y="179685"/>
                  </a:lnTo>
                  <a:lnTo>
                    <a:pt x="10642" y="168089"/>
                  </a:lnTo>
                  <a:close/>
                  <a:moveTo>
                    <a:pt x="33757" y="154650"/>
                  </a:moveTo>
                  <a:lnTo>
                    <a:pt x="56825" y="191406"/>
                  </a:lnTo>
                  <a:lnTo>
                    <a:pt x="87175" y="174222"/>
                  </a:lnTo>
                  <a:close/>
                  <a:moveTo>
                    <a:pt x="156657" y="41153"/>
                  </a:moveTo>
                  <a:lnTo>
                    <a:pt x="136994" y="46774"/>
                  </a:lnTo>
                  <a:lnTo>
                    <a:pt x="174789" y="44209"/>
                  </a:lnTo>
                  <a:close/>
                  <a:moveTo>
                    <a:pt x="146841" y="35924"/>
                  </a:moveTo>
                  <a:lnTo>
                    <a:pt x="136994" y="46774"/>
                  </a:lnTo>
                  <a:lnTo>
                    <a:pt x="156657" y="41153"/>
                  </a:lnTo>
                  <a:close/>
                  <a:moveTo>
                    <a:pt x="156657" y="41153"/>
                  </a:moveTo>
                  <a:lnTo>
                    <a:pt x="174789" y="44209"/>
                  </a:lnTo>
                  <a:lnTo>
                    <a:pt x="206053" y="36523"/>
                  </a:lnTo>
                  <a:close/>
                  <a:moveTo>
                    <a:pt x="365168" y="159427"/>
                  </a:moveTo>
                  <a:lnTo>
                    <a:pt x="364441" y="159569"/>
                  </a:lnTo>
                  <a:lnTo>
                    <a:pt x="364581" y="204203"/>
                  </a:lnTo>
                  <a:close/>
                  <a:moveTo>
                    <a:pt x="324533" y="134139"/>
                  </a:moveTo>
                  <a:lnTo>
                    <a:pt x="304352" y="122672"/>
                  </a:lnTo>
                  <a:lnTo>
                    <a:pt x="326081" y="163667"/>
                  </a:lnTo>
                  <a:close/>
                  <a:moveTo>
                    <a:pt x="326081" y="163667"/>
                  </a:moveTo>
                  <a:lnTo>
                    <a:pt x="364441" y="159569"/>
                  </a:lnTo>
                  <a:lnTo>
                    <a:pt x="324533" y="134139"/>
                  </a:lnTo>
                  <a:close/>
                  <a:moveTo>
                    <a:pt x="364441" y="159569"/>
                  </a:moveTo>
                  <a:lnTo>
                    <a:pt x="364442" y="158779"/>
                  </a:lnTo>
                  <a:lnTo>
                    <a:pt x="324533" y="134139"/>
                  </a:lnTo>
                  <a:close/>
                  <a:moveTo>
                    <a:pt x="364441" y="159569"/>
                  </a:moveTo>
                  <a:lnTo>
                    <a:pt x="365168" y="159427"/>
                  </a:lnTo>
                  <a:lnTo>
                    <a:pt x="364442" y="158779"/>
                  </a:lnTo>
                  <a:close/>
                  <a:moveTo>
                    <a:pt x="304352" y="122672"/>
                  </a:moveTo>
                  <a:lnTo>
                    <a:pt x="305816" y="85917"/>
                  </a:lnTo>
                  <a:lnTo>
                    <a:pt x="285994" y="124422"/>
                  </a:lnTo>
                  <a:close/>
                  <a:moveTo>
                    <a:pt x="305816" y="85917"/>
                  </a:moveTo>
                  <a:lnTo>
                    <a:pt x="277269" y="86767"/>
                  </a:lnTo>
                  <a:lnTo>
                    <a:pt x="285994" y="124422"/>
                  </a:lnTo>
                  <a:close/>
                  <a:moveTo>
                    <a:pt x="241089" y="89093"/>
                  </a:moveTo>
                  <a:lnTo>
                    <a:pt x="277269" y="86767"/>
                  </a:lnTo>
                  <a:lnTo>
                    <a:pt x="262125" y="54333"/>
                  </a:lnTo>
                  <a:close/>
                  <a:moveTo>
                    <a:pt x="241089" y="89093"/>
                  </a:moveTo>
                  <a:lnTo>
                    <a:pt x="262125" y="54333"/>
                  </a:lnTo>
                  <a:lnTo>
                    <a:pt x="229652" y="53644"/>
                  </a:lnTo>
                  <a:close/>
                  <a:moveTo>
                    <a:pt x="305816" y="85917"/>
                  </a:moveTo>
                  <a:lnTo>
                    <a:pt x="311144" y="84080"/>
                  </a:lnTo>
                  <a:lnTo>
                    <a:pt x="277269" y="86767"/>
                  </a:lnTo>
                  <a:close/>
                  <a:moveTo>
                    <a:pt x="191842" y="57295"/>
                  </a:moveTo>
                  <a:lnTo>
                    <a:pt x="229652" y="53644"/>
                  </a:lnTo>
                  <a:lnTo>
                    <a:pt x="206053" y="36523"/>
                  </a:lnTo>
                  <a:close/>
                  <a:moveTo>
                    <a:pt x="229652" y="53644"/>
                  </a:moveTo>
                  <a:lnTo>
                    <a:pt x="240649" y="41297"/>
                  </a:lnTo>
                  <a:lnTo>
                    <a:pt x="206053" y="36523"/>
                  </a:lnTo>
                  <a:close/>
                  <a:moveTo>
                    <a:pt x="408089" y="197388"/>
                  </a:moveTo>
                  <a:lnTo>
                    <a:pt x="446826" y="232937"/>
                  </a:lnTo>
                  <a:lnTo>
                    <a:pt x="435094" y="178999"/>
                  </a:lnTo>
                  <a:close/>
                  <a:moveTo>
                    <a:pt x="435094" y="178999"/>
                  </a:moveTo>
                  <a:lnTo>
                    <a:pt x="446826" y="232937"/>
                  </a:lnTo>
                  <a:lnTo>
                    <a:pt x="470855" y="211278"/>
                  </a:lnTo>
                  <a:close/>
                  <a:moveTo>
                    <a:pt x="408791" y="142244"/>
                  </a:moveTo>
                  <a:lnTo>
                    <a:pt x="410130" y="194260"/>
                  </a:lnTo>
                  <a:lnTo>
                    <a:pt x="425013" y="164456"/>
                  </a:lnTo>
                  <a:close/>
                  <a:moveTo>
                    <a:pt x="406102" y="196182"/>
                  </a:moveTo>
                  <a:lnTo>
                    <a:pt x="410130" y="194260"/>
                  </a:lnTo>
                  <a:lnTo>
                    <a:pt x="408791" y="142244"/>
                  </a:lnTo>
                  <a:close/>
                  <a:moveTo>
                    <a:pt x="365168" y="159427"/>
                  </a:moveTo>
                  <a:lnTo>
                    <a:pt x="406102" y="196182"/>
                  </a:lnTo>
                  <a:lnTo>
                    <a:pt x="408791" y="142244"/>
                  </a:lnTo>
                  <a:close/>
                  <a:moveTo>
                    <a:pt x="410130" y="194260"/>
                  </a:moveTo>
                  <a:lnTo>
                    <a:pt x="435094" y="178999"/>
                  </a:lnTo>
                  <a:lnTo>
                    <a:pt x="425013" y="164456"/>
                  </a:lnTo>
                  <a:close/>
                  <a:moveTo>
                    <a:pt x="392019" y="105489"/>
                  </a:moveTo>
                  <a:lnTo>
                    <a:pt x="364442" y="158779"/>
                  </a:lnTo>
                  <a:lnTo>
                    <a:pt x="365168" y="159427"/>
                  </a:lnTo>
                  <a:close/>
                  <a:moveTo>
                    <a:pt x="304352" y="122672"/>
                  </a:moveTo>
                  <a:lnTo>
                    <a:pt x="324533" y="134139"/>
                  </a:lnTo>
                  <a:lnTo>
                    <a:pt x="324412" y="120277"/>
                  </a:lnTo>
                  <a:close/>
                  <a:moveTo>
                    <a:pt x="305816" y="85917"/>
                  </a:moveTo>
                  <a:lnTo>
                    <a:pt x="324412" y="120277"/>
                  </a:lnTo>
                  <a:lnTo>
                    <a:pt x="312044" y="85584"/>
                  </a:lnTo>
                  <a:close/>
                  <a:moveTo>
                    <a:pt x="305816" y="85917"/>
                  </a:moveTo>
                  <a:lnTo>
                    <a:pt x="304352" y="122672"/>
                  </a:lnTo>
                  <a:lnTo>
                    <a:pt x="324412" y="120277"/>
                  </a:lnTo>
                  <a:close/>
                  <a:moveTo>
                    <a:pt x="364310" y="114929"/>
                  </a:moveTo>
                  <a:lnTo>
                    <a:pt x="324533" y="134139"/>
                  </a:lnTo>
                  <a:lnTo>
                    <a:pt x="364442" y="158779"/>
                  </a:lnTo>
                  <a:close/>
                  <a:moveTo>
                    <a:pt x="364310" y="114929"/>
                  </a:moveTo>
                  <a:lnTo>
                    <a:pt x="324412" y="120277"/>
                  </a:lnTo>
                  <a:lnTo>
                    <a:pt x="324533" y="134139"/>
                  </a:lnTo>
                  <a:close/>
                  <a:moveTo>
                    <a:pt x="324412" y="120277"/>
                  </a:moveTo>
                  <a:lnTo>
                    <a:pt x="349233" y="82439"/>
                  </a:lnTo>
                  <a:lnTo>
                    <a:pt x="312044" y="85584"/>
                  </a:lnTo>
                  <a:close/>
                  <a:moveTo>
                    <a:pt x="311144" y="84080"/>
                  </a:moveTo>
                  <a:lnTo>
                    <a:pt x="305816" y="85917"/>
                  </a:lnTo>
                  <a:lnTo>
                    <a:pt x="312044" y="85584"/>
                  </a:lnTo>
                  <a:close/>
                  <a:moveTo>
                    <a:pt x="312044" y="85584"/>
                  </a:moveTo>
                  <a:lnTo>
                    <a:pt x="342474" y="76644"/>
                  </a:lnTo>
                  <a:lnTo>
                    <a:pt x="311144" y="84080"/>
                  </a:lnTo>
                  <a:close/>
                  <a:moveTo>
                    <a:pt x="479024" y="165339"/>
                  </a:moveTo>
                  <a:lnTo>
                    <a:pt x="470855" y="211278"/>
                  </a:lnTo>
                  <a:lnTo>
                    <a:pt x="488922" y="161815"/>
                  </a:lnTo>
                  <a:close/>
                  <a:moveTo>
                    <a:pt x="488922" y="161815"/>
                  </a:moveTo>
                  <a:lnTo>
                    <a:pt x="470855" y="211278"/>
                  </a:lnTo>
                  <a:lnTo>
                    <a:pt x="477027" y="215754"/>
                  </a:lnTo>
                  <a:close/>
                  <a:moveTo>
                    <a:pt x="488922" y="161815"/>
                  </a:moveTo>
                  <a:lnTo>
                    <a:pt x="477027" y="215754"/>
                  </a:lnTo>
                  <a:lnTo>
                    <a:pt x="519393" y="198570"/>
                  </a:lnTo>
                  <a:close/>
                  <a:moveTo>
                    <a:pt x="435094" y="178999"/>
                  </a:moveTo>
                  <a:lnTo>
                    <a:pt x="470855" y="211278"/>
                  </a:lnTo>
                  <a:lnTo>
                    <a:pt x="479024" y="165339"/>
                  </a:lnTo>
                  <a:close/>
                  <a:moveTo>
                    <a:pt x="425013" y="164456"/>
                  </a:moveTo>
                  <a:lnTo>
                    <a:pt x="435094" y="178999"/>
                  </a:lnTo>
                  <a:lnTo>
                    <a:pt x="469756" y="125060"/>
                  </a:lnTo>
                  <a:close/>
                  <a:moveTo>
                    <a:pt x="475941" y="134085"/>
                  </a:moveTo>
                  <a:lnTo>
                    <a:pt x="435094" y="178999"/>
                  </a:lnTo>
                  <a:lnTo>
                    <a:pt x="479024" y="165339"/>
                  </a:lnTo>
                  <a:close/>
                  <a:moveTo>
                    <a:pt x="530097" y="61412"/>
                  </a:moveTo>
                  <a:lnTo>
                    <a:pt x="567180" y="33645"/>
                  </a:lnTo>
                  <a:lnTo>
                    <a:pt x="560684" y="18885"/>
                  </a:lnTo>
                  <a:close/>
                  <a:moveTo>
                    <a:pt x="567180" y="33645"/>
                  </a:moveTo>
                  <a:lnTo>
                    <a:pt x="585340" y="53939"/>
                  </a:lnTo>
                  <a:lnTo>
                    <a:pt x="560684" y="18885"/>
                  </a:lnTo>
                  <a:close/>
                  <a:moveTo>
                    <a:pt x="575228" y="51809"/>
                  </a:moveTo>
                  <a:lnTo>
                    <a:pt x="610260" y="70137"/>
                  </a:lnTo>
                  <a:lnTo>
                    <a:pt x="585340" y="53939"/>
                  </a:lnTo>
                  <a:close/>
                  <a:moveTo>
                    <a:pt x="639463" y="54745"/>
                  </a:moveTo>
                  <a:lnTo>
                    <a:pt x="610260" y="70137"/>
                  </a:lnTo>
                  <a:lnTo>
                    <a:pt x="661007" y="39084"/>
                  </a:lnTo>
                  <a:close/>
                  <a:moveTo>
                    <a:pt x="670037" y="36755"/>
                  </a:moveTo>
                  <a:lnTo>
                    <a:pt x="683533" y="45023"/>
                  </a:lnTo>
                  <a:lnTo>
                    <a:pt x="661007" y="39084"/>
                  </a:lnTo>
                  <a:close/>
                  <a:moveTo>
                    <a:pt x="567180" y="33645"/>
                  </a:moveTo>
                  <a:lnTo>
                    <a:pt x="563537" y="53939"/>
                  </a:lnTo>
                  <a:lnTo>
                    <a:pt x="575228" y="51809"/>
                  </a:lnTo>
                  <a:close/>
                  <a:moveTo>
                    <a:pt x="575228" y="51809"/>
                  </a:moveTo>
                  <a:lnTo>
                    <a:pt x="585340" y="53939"/>
                  </a:lnTo>
                  <a:lnTo>
                    <a:pt x="567180" y="33645"/>
                  </a:lnTo>
                  <a:close/>
                  <a:moveTo>
                    <a:pt x="719857" y="60240"/>
                  </a:moveTo>
                  <a:lnTo>
                    <a:pt x="699156" y="32322"/>
                  </a:lnTo>
                  <a:lnTo>
                    <a:pt x="684284" y="62072"/>
                  </a:lnTo>
                  <a:close/>
                  <a:moveTo>
                    <a:pt x="719857" y="60240"/>
                  </a:moveTo>
                  <a:lnTo>
                    <a:pt x="732903" y="31975"/>
                  </a:lnTo>
                  <a:lnTo>
                    <a:pt x="699156" y="32322"/>
                  </a:lnTo>
                  <a:close/>
                  <a:moveTo>
                    <a:pt x="662145" y="0"/>
                  </a:moveTo>
                  <a:lnTo>
                    <a:pt x="670037" y="36755"/>
                  </a:lnTo>
                  <a:lnTo>
                    <a:pt x="699156" y="3232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04" name="Input_density__203">
              <a:extLst>
                <a:ext uri="{FF2B5EF4-FFF2-40B4-BE49-F238E27FC236}">
                  <a16:creationId xmlns:a16="http://schemas.microsoft.com/office/drawing/2014/main" id="{0F46A759-324B-1990-777E-9EB5E8D6443D}"/>
                </a:ext>
              </a:extLst>
            </p:cNvPr>
            <p:cNvSpPr>
              <a:spLocks noGrp="1"/>
            </p:cNvSpPr>
            <p:nvPr/>
          </p:nvSpPr>
          <p:spPr>
            <a:xfrm>
              <a:off x="712422" y="2066532"/>
              <a:ext cx="665408" cy="289521"/>
            </a:xfrm>
            <a:custGeom>
              <a:avLst/>
              <a:gdLst/>
              <a:ahLst/>
              <a:cxnLst/>
              <a:rect l="0" t="0" r="0" b="0"/>
              <a:pathLst>
                <a:path w="665408" h="289521">
                  <a:moveTo>
                    <a:pt x="34315" y="198698"/>
                  </a:moveTo>
                  <a:lnTo>
                    <a:pt x="40393" y="221596"/>
                  </a:lnTo>
                  <a:lnTo>
                    <a:pt x="64226" y="214496"/>
                  </a:lnTo>
                  <a:close/>
                  <a:moveTo>
                    <a:pt x="34315" y="198698"/>
                  </a:moveTo>
                  <a:lnTo>
                    <a:pt x="31968" y="215881"/>
                  </a:lnTo>
                  <a:lnTo>
                    <a:pt x="40393" y="221596"/>
                  </a:lnTo>
                  <a:close/>
                  <a:moveTo>
                    <a:pt x="31968" y="215881"/>
                  </a:moveTo>
                  <a:lnTo>
                    <a:pt x="34315" y="198698"/>
                  </a:lnTo>
                  <a:lnTo>
                    <a:pt x="0" y="195148"/>
                  </a:lnTo>
                  <a:close/>
                  <a:moveTo>
                    <a:pt x="82904" y="188122"/>
                  </a:moveTo>
                  <a:lnTo>
                    <a:pt x="64226" y="214496"/>
                  </a:lnTo>
                  <a:lnTo>
                    <a:pt x="122396" y="211198"/>
                  </a:lnTo>
                  <a:close/>
                  <a:moveTo>
                    <a:pt x="43854" y="108004"/>
                  </a:moveTo>
                  <a:lnTo>
                    <a:pt x="30182" y="88433"/>
                  </a:lnTo>
                  <a:lnTo>
                    <a:pt x="38876" y="71249"/>
                  </a:lnTo>
                  <a:close/>
                  <a:moveTo>
                    <a:pt x="38876" y="71249"/>
                  </a:moveTo>
                  <a:lnTo>
                    <a:pt x="53086" y="54066"/>
                  </a:lnTo>
                  <a:lnTo>
                    <a:pt x="43854" y="108004"/>
                  </a:lnTo>
                  <a:close/>
                  <a:moveTo>
                    <a:pt x="183893" y="124132"/>
                  </a:moveTo>
                  <a:lnTo>
                    <a:pt x="200681" y="158531"/>
                  </a:lnTo>
                  <a:lnTo>
                    <a:pt x="215569" y="117987"/>
                  </a:lnTo>
                  <a:close/>
                  <a:moveTo>
                    <a:pt x="215569" y="117987"/>
                  </a:moveTo>
                  <a:lnTo>
                    <a:pt x="200681" y="158531"/>
                  </a:lnTo>
                  <a:lnTo>
                    <a:pt x="250845" y="125300"/>
                  </a:lnTo>
                  <a:close/>
                  <a:moveTo>
                    <a:pt x="103119" y="42917"/>
                  </a:moveTo>
                  <a:lnTo>
                    <a:pt x="118656" y="54066"/>
                  </a:lnTo>
                  <a:lnTo>
                    <a:pt x="120566" y="42307"/>
                  </a:lnTo>
                  <a:close/>
                  <a:moveTo>
                    <a:pt x="71241" y="48307"/>
                  </a:moveTo>
                  <a:lnTo>
                    <a:pt x="103119" y="42917"/>
                  </a:lnTo>
                  <a:lnTo>
                    <a:pt x="91515" y="38836"/>
                  </a:lnTo>
                  <a:close/>
                  <a:moveTo>
                    <a:pt x="542016" y="259801"/>
                  </a:moveTo>
                  <a:lnTo>
                    <a:pt x="590005" y="289521"/>
                  </a:lnTo>
                  <a:lnTo>
                    <a:pt x="565128" y="264271"/>
                  </a:lnTo>
                  <a:close/>
                  <a:moveTo>
                    <a:pt x="466113" y="143225"/>
                  </a:moveTo>
                  <a:lnTo>
                    <a:pt x="444380" y="158174"/>
                  </a:lnTo>
                  <a:lnTo>
                    <a:pt x="506287" y="168853"/>
                  </a:lnTo>
                  <a:close/>
                  <a:moveTo>
                    <a:pt x="658576" y="81872"/>
                  </a:moveTo>
                  <a:lnTo>
                    <a:pt x="657823" y="127232"/>
                  </a:lnTo>
                  <a:lnTo>
                    <a:pt x="662625" y="134741"/>
                  </a:lnTo>
                  <a:close/>
                  <a:moveTo>
                    <a:pt x="665408" y="97986"/>
                  </a:moveTo>
                  <a:lnTo>
                    <a:pt x="658271" y="74740"/>
                  </a:lnTo>
                  <a:lnTo>
                    <a:pt x="658576" y="81872"/>
                  </a:lnTo>
                  <a:close/>
                  <a:moveTo>
                    <a:pt x="662431" y="44047"/>
                  </a:moveTo>
                  <a:lnTo>
                    <a:pt x="658271" y="74740"/>
                  </a:lnTo>
                  <a:lnTo>
                    <a:pt x="665408" y="97986"/>
                  </a:lnTo>
                  <a:close/>
                  <a:moveTo>
                    <a:pt x="656008" y="39213"/>
                  </a:moveTo>
                  <a:lnTo>
                    <a:pt x="658271" y="74740"/>
                  </a:lnTo>
                  <a:lnTo>
                    <a:pt x="662431" y="44047"/>
                  </a:lnTo>
                  <a:close/>
                  <a:moveTo>
                    <a:pt x="649201" y="0"/>
                  </a:moveTo>
                  <a:lnTo>
                    <a:pt x="656008" y="39213"/>
                  </a:lnTo>
                  <a:lnTo>
                    <a:pt x="662431" y="44047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05" name="Input_density__204">
              <a:extLst>
                <a:ext uri="{FF2B5EF4-FFF2-40B4-BE49-F238E27FC236}">
                  <a16:creationId xmlns:a16="http://schemas.microsoft.com/office/drawing/2014/main" id="{35CD400C-C895-E11D-C93F-0F69767E3359}"/>
                </a:ext>
              </a:extLst>
            </p:cNvPr>
            <p:cNvSpPr>
              <a:spLocks noGrp="1"/>
            </p:cNvSpPr>
            <p:nvPr/>
          </p:nvSpPr>
          <p:spPr>
            <a:xfrm>
              <a:off x="752815" y="2190664"/>
              <a:ext cx="622232" cy="165388"/>
            </a:xfrm>
            <a:custGeom>
              <a:avLst/>
              <a:gdLst/>
              <a:ahLst/>
              <a:cxnLst/>
              <a:rect l="0" t="0" r="0" b="0"/>
              <a:pathLst>
                <a:path w="622232" h="165388">
                  <a:moveTo>
                    <a:pt x="23833" y="90364"/>
                  </a:moveTo>
                  <a:lnTo>
                    <a:pt x="0" y="97464"/>
                  </a:lnTo>
                  <a:lnTo>
                    <a:pt x="58917" y="96961"/>
                  </a:lnTo>
                  <a:close/>
                  <a:moveTo>
                    <a:pt x="23833" y="90364"/>
                  </a:moveTo>
                  <a:lnTo>
                    <a:pt x="58917" y="96961"/>
                  </a:lnTo>
                  <a:lnTo>
                    <a:pt x="82003" y="87065"/>
                  </a:lnTo>
                  <a:close/>
                  <a:moveTo>
                    <a:pt x="82003" y="87065"/>
                  </a:moveTo>
                  <a:lnTo>
                    <a:pt x="114072" y="82390"/>
                  </a:lnTo>
                  <a:lnTo>
                    <a:pt x="133392" y="58418"/>
                  </a:lnTo>
                  <a:close/>
                  <a:moveTo>
                    <a:pt x="141139" y="29939"/>
                  </a:moveTo>
                  <a:lnTo>
                    <a:pt x="133392" y="58418"/>
                  </a:lnTo>
                  <a:lnTo>
                    <a:pt x="155903" y="40199"/>
                  </a:lnTo>
                  <a:close/>
                  <a:moveTo>
                    <a:pt x="141139" y="29939"/>
                  </a:moveTo>
                  <a:lnTo>
                    <a:pt x="155903" y="40199"/>
                  </a:lnTo>
                  <a:lnTo>
                    <a:pt x="143499" y="0"/>
                  </a:lnTo>
                  <a:close/>
                  <a:moveTo>
                    <a:pt x="143499" y="0"/>
                  </a:moveTo>
                  <a:lnTo>
                    <a:pt x="155903" y="40199"/>
                  </a:lnTo>
                  <a:lnTo>
                    <a:pt x="160287" y="34398"/>
                  </a:lnTo>
                  <a:close/>
                  <a:moveTo>
                    <a:pt x="524734" y="140139"/>
                  </a:moveTo>
                  <a:lnTo>
                    <a:pt x="549611" y="165388"/>
                  </a:lnTo>
                  <a:lnTo>
                    <a:pt x="557488" y="138024"/>
                  </a:lnTo>
                  <a:close/>
                  <a:moveTo>
                    <a:pt x="524734" y="140139"/>
                  </a:moveTo>
                  <a:lnTo>
                    <a:pt x="557488" y="138024"/>
                  </a:lnTo>
                  <a:lnTo>
                    <a:pt x="574589" y="105752"/>
                  </a:lnTo>
                  <a:close/>
                  <a:moveTo>
                    <a:pt x="570214" y="118485"/>
                  </a:moveTo>
                  <a:lnTo>
                    <a:pt x="574589" y="105752"/>
                  </a:lnTo>
                  <a:lnTo>
                    <a:pt x="557488" y="138024"/>
                  </a:lnTo>
                  <a:close/>
                  <a:moveTo>
                    <a:pt x="465894" y="44721"/>
                  </a:moveTo>
                  <a:lnTo>
                    <a:pt x="466895" y="44217"/>
                  </a:lnTo>
                  <a:lnTo>
                    <a:pt x="425720" y="19093"/>
                  </a:lnTo>
                  <a:close/>
                  <a:moveTo>
                    <a:pt x="617429" y="3100"/>
                  </a:moveTo>
                  <a:lnTo>
                    <a:pt x="604677" y="47364"/>
                  </a:lnTo>
                  <a:lnTo>
                    <a:pt x="613886" y="31894"/>
                  </a:lnTo>
                  <a:close/>
                  <a:moveTo>
                    <a:pt x="597305" y="37119"/>
                  </a:moveTo>
                  <a:lnTo>
                    <a:pt x="604677" y="47364"/>
                  </a:lnTo>
                  <a:lnTo>
                    <a:pt x="617429" y="3100"/>
                  </a:lnTo>
                  <a:close/>
                  <a:moveTo>
                    <a:pt x="617429" y="3100"/>
                  </a:moveTo>
                  <a:lnTo>
                    <a:pt x="613886" y="31894"/>
                  </a:lnTo>
                  <a:lnTo>
                    <a:pt x="622232" y="10609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06" name="Input_density__205">
              <a:extLst>
                <a:ext uri="{FF2B5EF4-FFF2-40B4-BE49-F238E27FC236}">
                  <a16:creationId xmlns:a16="http://schemas.microsoft.com/office/drawing/2014/main" id="{5C3591B3-1106-8F33-7E1B-C86043F63EB2}"/>
                </a:ext>
              </a:extLst>
            </p:cNvPr>
            <p:cNvSpPr>
              <a:spLocks noGrp="1"/>
            </p:cNvSpPr>
            <p:nvPr/>
          </p:nvSpPr>
          <p:spPr>
            <a:xfrm>
              <a:off x="645694" y="1982444"/>
              <a:ext cx="722736" cy="253394"/>
            </a:xfrm>
            <a:custGeom>
              <a:avLst/>
              <a:gdLst/>
              <a:ahLst/>
              <a:cxnLst/>
              <a:rect l="0" t="0" r="0" b="0"/>
              <a:pathLst>
                <a:path w="722736" h="253394">
                  <a:moveTo>
                    <a:pt x="56503" y="246030"/>
                  </a:moveTo>
                  <a:lnTo>
                    <a:pt x="45982" y="230040"/>
                  </a:lnTo>
                  <a:lnTo>
                    <a:pt x="26497" y="253394"/>
                  </a:lnTo>
                  <a:close/>
                  <a:moveTo>
                    <a:pt x="31623" y="209275"/>
                  </a:moveTo>
                  <a:lnTo>
                    <a:pt x="0" y="226458"/>
                  </a:lnTo>
                  <a:lnTo>
                    <a:pt x="26497" y="253394"/>
                  </a:lnTo>
                  <a:close/>
                  <a:moveTo>
                    <a:pt x="124834" y="194831"/>
                  </a:moveTo>
                  <a:lnTo>
                    <a:pt x="131899" y="205906"/>
                  </a:lnTo>
                  <a:lnTo>
                    <a:pt x="166412" y="210368"/>
                  </a:lnTo>
                  <a:close/>
                  <a:moveTo>
                    <a:pt x="131899" y="205906"/>
                  </a:moveTo>
                  <a:lnTo>
                    <a:pt x="124834" y="194831"/>
                  </a:lnTo>
                  <a:lnTo>
                    <a:pt x="110582" y="192092"/>
                  </a:lnTo>
                  <a:close/>
                  <a:moveTo>
                    <a:pt x="285139" y="190518"/>
                  </a:moveTo>
                  <a:lnTo>
                    <a:pt x="324856" y="185317"/>
                  </a:lnTo>
                  <a:lnTo>
                    <a:pt x="324716" y="140684"/>
                  </a:lnTo>
                  <a:close/>
                  <a:moveTo>
                    <a:pt x="285139" y="190518"/>
                  </a:moveTo>
                  <a:lnTo>
                    <a:pt x="324716" y="140684"/>
                  </a:lnTo>
                  <a:lnTo>
                    <a:pt x="286356" y="144781"/>
                  </a:lnTo>
                  <a:close/>
                  <a:moveTo>
                    <a:pt x="317573" y="209388"/>
                  </a:moveTo>
                  <a:lnTo>
                    <a:pt x="366377" y="177297"/>
                  </a:lnTo>
                  <a:lnTo>
                    <a:pt x="324856" y="185317"/>
                  </a:lnTo>
                  <a:close/>
                  <a:moveTo>
                    <a:pt x="368364" y="178503"/>
                  </a:moveTo>
                  <a:lnTo>
                    <a:pt x="366377" y="177297"/>
                  </a:lnTo>
                  <a:lnTo>
                    <a:pt x="317573" y="209388"/>
                  </a:lnTo>
                  <a:close/>
                  <a:moveTo>
                    <a:pt x="366377" y="177297"/>
                  </a:moveTo>
                  <a:lnTo>
                    <a:pt x="325443" y="140541"/>
                  </a:lnTo>
                  <a:lnTo>
                    <a:pt x="324856" y="185317"/>
                  </a:lnTo>
                  <a:close/>
                  <a:moveTo>
                    <a:pt x="237544" y="67882"/>
                  </a:moveTo>
                  <a:lnTo>
                    <a:pt x="271419" y="65195"/>
                  </a:lnTo>
                  <a:lnTo>
                    <a:pt x="249602" y="40420"/>
                  </a:lnTo>
                  <a:close/>
                  <a:moveTo>
                    <a:pt x="237544" y="67882"/>
                  </a:moveTo>
                  <a:lnTo>
                    <a:pt x="249602" y="40420"/>
                  </a:lnTo>
                  <a:lnTo>
                    <a:pt x="222400" y="35447"/>
                  </a:lnTo>
                  <a:close/>
                  <a:moveTo>
                    <a:pt x="189927" y="34759"/>
                  </a:moveTo>
                  <a:lnTo>
                    <a:pt x="222400" y="35447"/>
                  </a:lnTo>
                  <a:lnTo>
                    <a:pt x="200924" y="22412"/>
                  </a:lnTo>
                  <a:close/>
                  <a:moveTo>
                    <a:pt x="407101" y="214052"/>
                  </a:moveTo>
                  <a:lnTo>
                    <a:pt x="412712" y="219737"/>
                  </a:lnTo>
                  <a:lnTo>
                    <a:pt x="420933" y="206132"/>
                  </a:lnTo>
                  <a:close/>
                  <a:moveTo>
                    <a:pt x="370405" y="175375"/>
                  </a:moveTo>
                  <a:lnTo>
                    <a:pt x="368364" y="178503"/>
                  </a:lnTo>
                  <a:lnTo>
                    <a:pt x="395370" y="160113"/>
                  </a:lnTo>
                  <a:close/>
                  <a:moveTo>
                    <a:pt x="431130" y="192393"/>
                  </a:moveTo>
                  <a:lnTo>
                    <a:pt x="407101" y="214052"/>
                  </a:lnTo>
                  <a:lnTo>
                    <a:pt x="420933" y="206132"/>
                  </a:lnTo>
                  <a:close/>
                  <a:moveTo>
                    <a:pt x="412712" y="219737"/>
                  </a:moveTo>
                  <a:lnTo>
                    <a:pt x="437302" y="196868"/>
                  </a:lnTo>
                  <a:lnTo>
                    <a:pt x="420933" y="206132"/>
                  </a:lnTo>
                  <a:close/>
                  <a:moveTo>
                    <a:pt x="472465" y="222360"/>
                  </a:moveTo>
                  <a:lnTo>
                    <a:pt x="437302" y="196868"/>
                  </a:lnTo>
                  <a:lnTo>
                    <a:pt x="412712" y="219737"/>
                  </a:lnTo>
                  <a:close/>
                  <a:moveTo>
                    <a:pt x="420933" y="206132"/>
                  </a:moveTo>
                  <a:lnTo>
                    <a:pt x="437302" y="196868"/>
                  </a:lnTo>
                  <a:lnTo>
                    <a:pt x="431130" y="192393"/>
                  </a:lnTo>
                  <a:close/>
                  <a:moveTo>
                    <a:pt x="366377" y="177297"/>
                  </a:moveTo>
                  <a:lnTo>
                    <a:pt x="368364" y="178503"/>
                  </a:lnTo>
                  <a:lnTo>
                    <a:pt x="370405" y="175375"/>
                  </a:lnTo>
                  <a:close/>
                  <a:moveTo>
                    <a:pt x="521330" y="216440"/>
                  </a:moveTo>
                  <a:lnTo>
                    <a:pt x="489367" y="189344"/>
                  </a:lnTo>
                  <a:lnTo>
                    <a:pt x="472465" y="222360"/>
                  </a:lnTo>
                  <a:close/>
                  <a:moveTo>
                    <a:pt x="479668" y="179685"/>
                  </a:moveTo>
                  <a:lnTo>
                    <a:pt x="472465" y="222360"/>
                  </a:lnTo>
                  <a:lnTo>
                    <a:pt x="489367" y="189344"/>
                  </a:lnTo>
                  <a:close/>
                  <a:moveTo>
                    <a:pt x="479668" y="179685"/>
                  </a:moveTo>
                  <a:lnTo>
                    <a:pt x="437302" y="196868"/>
                  </a:lnTo>
                  <a:lnTo>
                    <a:pt x="472465" y="222360"/>
                  </a:lnTo>
                  <a:close/>
                  <a:moveTo>
                    <a:pt x="521330" y="216440"/>
                  </a:moveTo>
                  <a:lnTo>
                    <a:pt x="532841" y="227312"/>
                  </a:lnTo>
                  <a:lnTo>
                    <a:pt x="537513" y="210278"/>
                  </a:lnTo>
                  <a:close/>
                  <a:moveTo>
                    <a:pt x="564436" y="199256"/>
                  </a:moveTo>
                  <a:lnTo>
                    <a:pt x="574017" y="252436"/>
                  </a:lnTo>
                  <a:lnTo>
                    <a:pt x="590736" y="236011"/>
                  </a:lnTo>
                  <a:close/>
                  <a:moveTo>
                    <a:pt x="564436" y="199256"/>
                  </a:moveTo>
                  <a:lnTo>
                    <a:pt x="537513" y="210278"/>
                  </a:lnTo>
                  <a:lnTo>
                    <a:pt x="532841" y="227312"/>
                  </a:lnTo>
                  <a:close/>
                  <a:moveTo>
                    <a:pt x="520959" y="0"/>
                  </a:moveTo>
                  <a:lnTo>
                    <a:pt x="545615" y="35053"/>
                  </a:lnTo>
                  <a:lnTo>
                    <a:pt x="559637" y="40391"/>
                  </a:lnTo>
                  <a:close/>
                  <a:moveTo>
                    <a:pt x="570535" y="51251"/>
                  </a:moveTo>
                  <a:lnTo>
                    <a:pt x="559637" y="40391"/>
                  </a:lnTo>
                  <a:lnTo>
                    <a:pt x="545615" y="35053"/>
                  </a:lnTo>
                  <a:close/>
                  <a:moveTo>
                    <a:pt x="693584" y="119912"/>
                  </a:moveTo>
                  <a:lnTo>
                    <a:pt x="694971" y="163532"/>
                  </a:lnTo>
                  <a:lnTo>
                    <a:pt x="722736" y="123300"/>
                  </a:lnTo>
                  <a:close/>
                  <a:moveTo>
                    <a:pt x="688792" y="79061"/>
                  </a:moveTo>
                  <a:lnTo>
                    <a:pt x="711347" y="43066"/>
                  </a:lnTo>
                  <a:lnTo>
                    <a:pt x="680132" y="41355"/>
                  </a:lnTo>
                  <a:close/>
                  <a:moveTo>
                    <a:pt x="680132" y="41355"/>
                  </a:moveTo>
                  <a:lnTo>
                    <a:pt x="711347" y="43066"/>
                  </a:lnTo>
                  <a:lnTo>
                    <a:pt x="693178" y="13089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07" name="Input_density__206">
              <a:extLst>
                <a:ext uri="{FF2B5EF4-FFF2-40B4-BE49-F238E27FC236}">
                  <a16:creationId xmlns:a16="http://schemas.microsoft.com/office/drawing/2014/main" id="{A1A9E07A-440D-C304-2DF8-A337FBF344E1}"/>
                </a:ext>
              </a:extLst>
            </p:cNvPr>
            <p:cNvSpPr>
              <a:spLocks noGrp="1"/>
            </p:cNvSpPr>
            <p:nvPr/>
          </p:nvSpPr>
          <p:spPr>
            <a:xfrm>
              <a:off x="601322" y="1954144"/>
              <a:ext cx="703803" cy="237575"/>
            </a:xfrm>
            <a:custGeom>
              <a:avLst/>
              <a:gdLst/>
              <a:ahLst/>
              <a:cxnLst/>
              <a:rect l="0" t="0" r="0" b="0"/>
              <a:pathLst>
                <a:path w="703803" h="237575">
                  <a:moveTo>
                    <a:pt x="25972" y="218004"/>
                  </a:moveTo>
                  <a:lnTo>
                    <a:pt x="75995" y="237575"/>
                  </a:lnTo>
                  <a:lnTo>
                    <a:pt x="61471" y="200820"/>
                  </a:lnTo>
                  <a:close/>
                  <a:moveTo>
                    <a:pt x="19837" y="127310"/>
                  </a:moveTo>
                  <a:lnTo>
                    <a:pt x="15289" y="177504"/>
                  </a:lnTo>
                  <a:lnTo>
                    <a:pt x="24242" y="135734"/>
                  </a:lnTo>
                  <a:close/>
                  <a:moveTo>
                    <a:pt x="8400" y="181249"/>
                  </a:moveTo>
                  <a:lnTo>
                    <a:pt x="15289" y="177504"/>
                  </a:lnTo>
                  <a:lnTo>
                    <a:pt x="19837" y="127310"/>
                  </a:lnTo>
                  <a:close/>
                  <a:moveTo>
                    <a:pt x="0" y="144494"/>
                  </a:moveTo>
                  <a:lnTo>
                    <a:pt x="8400" y="181249"/>
                  </a:lnTo>
                  <a:lnTo>
                    <a:pt x="19837" y="127310"/>
                  </a:lnTo>
                  <a:close/>
                  <a:moveTo>
                    <a:pt x="15289" y="177504"/>
                  </a:moveTo>
                  <a:lnTo>
                    <a:pt x="38403" y="164065"/>
                  </a:lnTo>
                  <a:lnTo>
                    <a:pt x="24242" y="135734"/>
                  </a:lnTo>
                  <a:close/>
                  <a:moveTo>
                    <a:pt x="20466" y="121620"/>
                  </a:moveTo>
                  <a:lnTo>
                    <a:pt x="0" y="144494"/>
                  </a:lnTo>
                  <a:lnTo>
                    <a:pt x="19837" y="127310"/>
                  </a:lnTo>
                  <a:close/>
                  <a:moveTo>
                    <a:pt x="24481" y="125284"/>
                  </a:moveTo>
                  <a:lnTo>
                    <a:pt x="24242" y="135734"/>
                  </a:lnTo>
                  <a:lnTo>
                    <a:pt x="56771" y="110127"/>
                  </a:lnTo>
                  <a:close/>
                  <a:moveTo>
                    <a:pt x="56771" y="110127"/>
                  </a:moveTo>
                  <a:lnTo>
                    <a:pt x="24242" y="135734"/>
                  </a:lnTo>
                  <a:lnTo>
                    <a:pt x="38403" y="164065"/>
                  </a:lnTo>
                  <a:close/>
                  <a:moveTo>
                    <a:pt x="56771" y="110127"/>
                  </a:moveTo>
                  <a:lnTo>
                    <a:pt x="38403" y="164065"/>
                  </a:lnTo>
                  <a:lnTo>
                    <a:pt x="68198" y="146882"/>
                  </a:lnTo>
                  <a:close/>
                  <a:moveTo>
                    <a:pt x="19837" y="127310"/>
                  </a:moveTo>
                  <a:lnTo>
                    <a:pt x="24242" y="135734"/>
                  </a:lnTo>
                  <a:lnTo>
                    <a:pt x="24481" y="125284"/>
                  </a:lnTo>
                  <a:close/>
                  <a:moveTo>
                    <a:pt x="20466" y="121620"/>
                  </a:moveTo>
                  <a:lnTo>
                    <a:pt x="19837" y="127310"/>
                  </a:lnTo>
                  <a:lnTo>
                    <a:pt x="24481" y="125284"/>
                  </a:lnTo>
                  <a:close/>
                  <a:moveTo>
                    <a:pt x="63491" y="75911"/>
                  </a:moveTo>
                  <a:lnTo>
                    <a:pt x="24991" y="90555"/>
                  </a:lnTo>
                  <a:lnTo>
                    <a:pt x="67822" y="77888"/>
                  </a:lnTo>
                  <a:close/>
                  <a:moveTo>
                    <a:pt x="24991" y="90555"/>
                  </a:moveTo>
                  <a:lnTo>
                    <a:pt x="20466" y="121620"/>
                  </a:lnTo>
                  <a:lnTo>
                    <a:pt x="67822" y="77888"/>
                  </a:lnTo>
                  <a:close/>
                  <a:moveTo>
                    <a:pt x="67822" y="77888"/>
                  </a:moveTo>
                  <a:lnTo>
                    <a:pt x="20466" y="121620"/>
                  </a:lnTo>
                  <a:lnTo>
                    <a:pt x="56771" y="110127"/>
                  </a:lnTo>
                  <a:close/>
                  <a:moveTo>
                    <a:pt x="56771" y="110127"/>
                  </a:moveTo>
                  <a:lnTo>
                    <a:pt x="20466" y="121620"/>
                  </a:lnTo>
                  <a:lnTo>
                    <a:pt x="24481" y="125284"/>
                  </a:lnTo>
                  <a:close/>
                  <a:moveTo>
                    <a:pt x="63491" y="75911"/>
                  </a:moveTo>
                  <a:lnTo>
                    <a:pt x="67822" y="77888"/>
                  </a:lnTo>
                  <a:lnTo>
                    <a:pt x="73141" y="73372"/>
                  </a:lnTo>
                  <a:close/>
                  <a:moveTo>
                    <a:pt x="67822" y="77888"/>
                  </a:moveTo>
                  <a:lnTo>
                    <a:pt x="56771" y="110127"/>
                  </a:lnTo>
                  <a:lnTo>
                    <a:pt x="90729" y="98514"/>
                  </a:lnTo>
                  <a:close/>
                  <a:moveTo>
                    <a:pt x="112537" y="63126"/>
                  </a:moveTo>
                  <a:lnTo>
                    <a:pt x="73141" y="73372"/>
                  </a:lnTo>
                  <a:lnTo>
                    <a:pt x="123645" y="65818"/>
                  </a:lnTo>
                  <a:close/>
                  <a:moveTo>
                    <a:pt x="73141" y="73372"/>
                  </a:moveTo>
                  <a:lnTo>
                    <a:pt x="67822" y="77888"/>
                  </a:lnTo>
                  <a:lnTo>
                    <a:pt x="123645" y="65818"/>
                  </a:lnTo>
                  <a:close/>
                  <a:moveTo>
                    <a:pt x="123645" y="65818"/>
                  </a:moveTo>
                  <a:lnTo>
                    <a:pt x="67822" y="77888"/>
                  </a:lnTo>
                  <a:lnTo>
                    <a:pt x="107720" y="92944"/>
                  </a:lnTo>
                  <a:close/>
                  <a:moveTo>
                    <a:pt x="107720" y="92944"/>
                  </a:moveTo>
                  <a:lnTo>
                    <a:pt x="67822" y="77888"/>
                  </a:lnTo>
                  <a:lnTo>
                    <a:pt x="90729" y="98514"/>
                  </a:lnTo>
                  <a:close/>
                  <a:moveTo>
                    <a:pt x="112537" y="63126"/>
                  </a:moveTo>
                  <a:lnTo>
                    <a:pt x="123645" y="65818"/>
                  </a:lnTo>
                  <a:lnTo>
                    <a:pt x="141641" y="56189"/>
                  </a:lnTo>
                  <a:close/>
                  <a:moveTo>
                    <a:pt x="141641" y="56189"/>
                  </a:moveTo>
                  <a:lnTo>
                    <a:pt x="123645" y="65818"/>
                  </a:lnTo>
                  <a:lnTo>
                    <a:pt x="179435" y="53624"/>
                  </a:lnTo>
                  <a:close/>
                  <a:moveTo>
                    <a:pt x="179435" y="53624"/>
                  </a:moveTo>
                  <a:lnTo>
                    <a:pt x="123645" y="65818"/>
                  </a:lnTo>
                  <a:lnTo>
                    <a:pt x="163121" y="75760"/>
                  </a:lnTo>
                  <a:close/>
                  <a:moveTo>
                    <a:pt x="196489" y="66710"/>
                  </a:moveTo>
                  <a:lnTo>
                    <a:pt x="210699" y="45938"/>
                  </a:lnTo>
                  <a:lnTo>
                    <a:pt x="179435" y="53624"/>
                  </a:lnTo>
                  <a:close/>
                  <a:moveTo>
                    <a:pt x="368957" y="124343"/>
                  </a:moveTo>
                  <a:lnTo>
                    <a:pt x="369089" y="168194"/>
                  </a:lnTo>
                  <a:lnTo>
                    <a:pt x="396665" y="114904"/>
                  </a:lnTo>
                  <a:close/>
                  <a:moveTo>
                    <a:pt x="396665" y="114904"/>
                  </a:moveTo>
                  <a:lnTo>
                    <a:pt x="369814" y="168842"/>
                  </a:lnTo>
                  <a:lnTo>
                    <a:pt x="413438" y="151658"/>
                  </a:lnTo>
                  <a:close/>
                  <a:moveTo>
                    <a:pt x="329059" y="129691"/>
                  </a:moveTo>
                  <a:lnTo>
                    <a:pt x="368957" y="124343"/>
                  </a:lnTo>
                  <a:lnTo>
                    <a:pt x="353880" y="91854"/>
                  </a:lnTo>
                  <a:close/>
                  <a:moveTo>
                    <a:pt x="396665" y="114904"/>
                  </a:moveTo>
                  <a:lnTo>
                    <a:pt x="405306" y="82817"/>
                  </a:lnTo>
                  <a:lnTo>
                    <a:pt x="368957" y="124343"/>
                  </a:lnTo>
                  <a:close/>
                  <a:moveTo>
                    <a:pt x="368957" y="124343"/>
                  </a:moveTo>
                  <a:lnTo>
                    <a:pt x="405306" y="82817"/>
                  </a:lnTo>
                  <a:lnTo>
                    <a:pt x="402472" y="79437"/>
                  </a:lnTo>
                  <a:close/>
                  <a:moveTo>
                    <a:pt x="368957" y="124343"/>
                  </a:moveTo>
                  <a:lnTo>
                    <a:pt x="402472" y="79437"/>
                  </a:lnTo>
                  <a:lnTo>
                    <a:pt x="353880" y="91854"/>
                  </a:lnTo>
                  <a:close/>
                  <a:moveTo>
                    <a:pt x="431040" y="145706"/>
                  </a:moveTo>
                  <a:lnTo>
                    <a:pt x="429659" y="173871"/>
                  </a:lnTo>
                  <a:lnTo>
                    <a:pt x="474403" y="134475"/>
                  </a:lnTo>
                  <a:close/>
                  <a:moveTo>
                    <a:pt x="474403" y="134475"/>
                  </a:moveTo>
                  <a:lnTo>
                    <a:pt x="439741" y="188413"/>
                  </a:lnTo>
                  <a:lnTo>
                    <a:pt x="480588" y="143500"/>
                  </a:lnTo>
                  <a:close/>
                  <a:moveTo>
                    <a:pt x="483671" y="174753"/>
                  </a:moveTo>
                  <a:lnTo>
                    <a:pt x="493569" y="171230"/>
                  </a:lnTo>
                  <a:lnTo>
                    <a:pt x="480588" y="143500"/>
                  </a:lnTo>
                  <a:close/>
                  <a:moveTo>
                    <a:pt x="413438" y="151658"/>
                  </a:moveTo>
                  <a:lnTo>
                    <a:pt x="429659" y="173871"/>
                  </a:lnTo>
                  <a:lnTo>
                    <a:pt x="431040" y="145706"/>
                  </a:lnTo>
                  <a:close/>
                  <a:moveTo>
                    <a:pt x="396665" y="114904"/>
                  </a:moveTo>
                  <a:lnTo>
                    <a:pt x="431040" y="145706"/>
                  </a:lnTo>
                  <a:lnTo>
                    <a:pt x="424016" y="106669"/>
                  </a:lnTo>
                  <a:close/>
                  <a:moveTo>
                    <a:pt x="396665" y="114904"/>
                  </a:moveTo>
                  <a:lnTo>
                    <a:pt x="413438" y="151658"/>
                  </a:lnTo>
                  <a:lnTo>
                    <a:pt x="431040" y="145706"/>
                  </a:lnTo>
                  <a:close/>
                  <a:moveTo>
                    <a:pt x="474403" y="134475"/>
                  </a:moveTo>
                  <a:lnTo>
                    <a:pt x="461368" y="97720"/>
                  </a:lnTo>
                  <a:lnTo>
                    <a:pt x="431040" y="145706"/>
                  </a:lnTo>
                  <a:close/>
                  <a:moveTo>
                    <a:pt x="461368" y="97720"/>
                  </a:moveTo>
                  <a:lnTo>
                    <a:pt x="424016" y="106669"/>
                  </a:lnTo>
                  <a:lnTo>
                    <a:pt x="431040" y="145706"/>
                  </a:lnTo>
                  <a:close/>
                  <a:moveTo>
                    <a:pt x="405306" y="82817"/>
                  </a:moveTo>
                  <a:lnTo>
                    <a:pt x="396665" y="114904"/>
                  </a:lnTo>
                  <a:lnTo>
                    <a:pt x="424016" y="106669"/>
                  </a:lnTo>
                  <a:close/>
                  <a:moveTo>
                    <a:pt x="405306" y="82817"/>
                  </a:moveTo>
                  <a:lnTo>
                    <a:pt x="424016" y="106669"/>
                  </a:lnTo>
                  <a:lnTo>
                    <a:pt x="406280" y="78148"/>
                  </a:lnTo>
                  <a:close/>
                  <a:moveTo>
                    <a:pt x="406280" y="78148"/>
                  </a:moveTo>
                  <a:lnTo>
                    <a:pt x="424016" y="106669"/>
                  </a:lnTo>
                  <a:lnTo>
                    <a:pt x="461368" y="97720"/>
                  </a:lnTo>
                  <a:close/>
                  <a:moveTo>
                    <a:pt x="406280" y="78148"/>
                  </a:moveTo>
                  <a:lnTo>
                    <a:pt x="461368" y="97720"/>
                  </a:lnTo>
                  <a:lnTo>
                    <a:pt x="457236" y="60965"/>
                  </a:lnTo>
                  <a:close/>
                  <a:moveTo>
                    <a:pt x="479380" y="133495"/>
                  </a:moveTo>
                  <a:lnTo>
                    <a:pt x="480588" y="143500"/>
                  </a:lnTo>
                  <a:lnTo>
                    <a:pt x="524609" y="117292"/>
                  </a:lnTo>
                  <a:close/>
                  <a:moveTo>
                    <a:pt x="474403" y="134475"/>
                  </a:moveTo>
                  <a:lnTo>
                    <a:pt x="480588" y="143500"/>
                  </a:lnTo>
                  <a:lnTo>
                    <a:pt x="479380" y="133495"/>
                  </a:lnTo>
                  <a:close/>
                  <a:moveTo>
                    <a:pt x="461368" y="97720"/>
                  </a:moveTo>
                  <a:lnTo>
                    <a:pt x="479380" y="133495"/>
                  </a:lnTo>
                  <a:lnTo>
                    <a:pt x="471745" y="94955"/>
                  </a:lnTo>
                  <a:close/>
                  <a:moveTo>
                    <a:pt x="461368" y="97720"/>
                  </a:moveTo>
                  <a:lnTo>
                    <a:pt x="474403" y="134475"/>
                  </a:lnTo>
                  <a:lnTo>
                    <a:pt x="479380" y="133495"/>
                  </a:lnTo>
                  <a:close/>
                  <a:moveTo>
                    <a:pt x="524609" y="117292"/>
                  </a:moveTo>
                  <a:lnTo>
                    <a:pt x="506759" y="80537"/>
                  </a:lnTo>
                  <a:lnTo>
                    <a:pt x="479380" y="133495"/>
                  </a:lnTo>
                  <a:close/>
                  <a:moveTo>
                    <a:pt x="506759" y="80537"/>
                  </a:moveTo>
                  <a:lnTo>
                    <a:pt x="471745" y="94955"/>
                  </a:lnTo>
                  <a:lnTo>
                    <a:pt x="479380" y="133495"/>
                  </a:lnTo>
                  <a:close/>
                  <a:moveTo>
                    <a:pt x="457236" y="60965"/>
                  </a:moveTo>
                  <a:lnTo>
                    <a:pt x="471745" y="94955"/>
                  </a:lnTo>
                  <a:lnTo>
                    <a:pt x="459477" y="60181"/>
                  </a:lnTo>
                  <a:close/>
                  <a:moveTo>
                    <a:pt x="457236" y="60965"/>
                  </a:moveTo>
                  <a:lnTo>
                    <a:pt x="461368" y="97720"/>
                  </a:lnTo>
                  <a:lnTo>
                    <a:pt x="471745" y="94955"/>
                  </a:lnTo>
                  <a:close/>
                  <a:moveTo>
                    <a:pt x="506759" y="80537"/>
                  </a:moveTo>
                  <a:lnTo>
                    <a:pt x="497515" y="43782"/>
                  </a:lnTo>
                  <a:lnTo>
                    <a:pt x="471745" y="94955"/>
                  </a:lnTo>
                  <a:close/>
                  <a:moveTo>
                    <a:pt x="497515" y="43782"/>
                  </a:moveTo>
                  <a:lnTo>
                    <a:pt x="459477" y="60181"/>
                  </a:lnTo>
                  <a:lnTo>
                    <a:pt x="471745" y="94955"/>
                  </a:lnTo>
                  <a:close/>
                  <a:moveTo>
                    <a:pt x="446486" y="24210"/>
                  </a:moveTo>
                  <a:lnTo>
                    <a:pt x="457236" y="60965"/>
                  </a:lnTo>
                  <a:lnTo>
                    <a:pt x="459477" y="60181"/>
                  </a:lnTo>
                  <a:close/>
                  <a:moveTo>
                    <a:pt x="497515" y="43782"/>
                  </a:moveTo>
                  <a:lnTo>
                    <a:pt x="491588" y="7027"/>
                  </a:lnTo>
                  <a:lnTo>
                    <a:pt x="459477" y="60181"/>
                  </a:lnTo>
                  <a:close/>
                  <a:moveTo>
                    <a:pt x="491588" y="7027"/>
                  </a:moveTo>
                  <a:lnTo>
                    <a:pt x="450535" y="22704"/>
                  </a:lnTo>
                  <a:lnTo>
                    <a:pt x="459477" y="60181"/>
                  </a:lnTo>
                  <a:close/>
                  <a:moveTo>
                    <a:pt x="497515" y="43782"/>
                  </a:moveTo>
                  <a:lnTo>
                    <a:pt x="534743" y="70826"/>
                  </a:lnTo>
                  <a:lnTo>
                    <a:pt x="522502" y="36031"/>
                  </a:lnTo>
                  <a:close/>
                  <a:moveTo>
                    <a:pt x="497515" y="43782"/>
                  </a:moveTo>
                  <a:lnTo>
                    <a:pt x="506759" y="80537"/>
                  </a:lnTo>
                  <a:lnTo>
                    <a:pt x="534743" y="70826"/>
                  </a:lnTo>
                  <a:close/>
                  <a:moveTo>
                    <a:pt x="568184" y="63353"/>
                  </a:moveTo>
                  <a:lnTo>
                    <a:pt x="571827" y="43060"/>
                  </a:lnTo>
                  <a:lnTo>
                    <a:pt x="534743" y="70826"/>
                  </a:lnTo>
                  <a:close/>
                  <a:moveTo>
                    <a:pt x="534743" y="70826"/>
                  </a:moveTo>
                  <a:lnTo>
                    <a:pt x="565331" y="28300"/>
                  </a:lnTo>
                  <a:lnTo>
                    <a:pt x="522502" y="36031"/>
                  </a:lnTo>
                  <a:close/>
                  <a:moveTo>
                    <a:pt x="491588" y="7027"/>
                  </a:moveTo>
                  <a:lnTo>
                    <a:pt x="522502" y="36031"/>
                  </a:lnTo>
                  <a:lnTo>
                    <a:pt x="509001" y="2260"/>
                  </a:lnTo>
                  <a:close/>
                  <a:moveTo>
                    <a:pt x="491588" y="7027"/>
                  </a:moveTo>
                  <a:lnTo>
                    <a:pt x="497515" y="43782"/>
                  </a:lnTo>
                  <a:lnTo>
                    <a:pt x="522502" y="36031"/>
                  </a:lnTo>
                  <a:close/>
                  <a:moveTo>
                    <a:pt x="522502" y="36031"/>
                  </a:moveTo>
                  <a:lnTo>
                    <a:pt x="565331" y="28300"/>
                  </a:lnTo>
                  <a:lnTo>
                    <a:pt x="545100" y="0"/>
                  </a:lnTo>
                  <a:close/>
                  <a:moveTo>
                    <a:pt x="522502" y="36031"/>
                  </a:moveTo>
                  <a:lnTo>
                    <a:pt x="545100" y="0"/>
                  </a:lnTo>
                  <a:lnTo>
                    <a:pt x="509001" y="2260"/>
                  </a:lnTo>
                  <a:close/>
                  <a:moveTo>
                    <a:pt x="640981" y="83381"/>
                  </a:moveTo>
                  <a:lnTo>
                    <a:pt x="614907" y="79552"/>
                  </a:lnTo>
                  <a:lnTo>
                    <a:pt x="579874" y="61224"/>
                  </a:lnTo>
                  <a:close/>
                  <a:moveTo>
                    <a:pt x="665653" y="48499"/>
                  </a:moveTo>
                  <a:lnTo>
                    <a:pt x="640981" y="83381"/>
                  </a:lnTo>
                  <a:lnTo>
                    <a:pt x="641774" y="82925"/>
                  </a:lnTo>
                  <a:close/>
                  <a:moveTo>
                    <a:pt x="614907" y="79552"/>
                  </a:moveTo>
                  <a:lnTo>
                    <a:pt x="640981" y="83381"/>
                  </a:lnTo>
                  <a:lnTo>
                    <a:pt x="665653" y="48499"/>
                  </a:lnTo>
                  <a:close/>
                  <a:moveTo>
                    <a:pt x="665653" y="48499"/>
                  </a:moveTo>
                  <a:lnTo>
                    <a:pt x="641774" y="82925"/>
                  </a:lnTo>
                  <a:lnTo>
                    <a:pt x="688931" y="71487"/>
                  </a:lnTo>
                  <a:close/>
                  <a:moveTo>
                    <a:pt x="688931" y="71487"/>
                  </a:moveTo>
                  <a:lnTo>
                    <a:pt x="674683" y="46170"/>
                  </a:lnTo>
                  <a:lnTo>
                    <a:pt x="665653" y="48499"/>
                  </a:lnTo>
                  <a:close/>
                  <a:moveTo>
                    <a:pt x="703803" y="41737"/>
                  </a:moveTo>
                  <a:lnTo>
                    <a:pt x="674683" y="46170"/>
                  </a:lnTo>
                  <a:lnTo>
                    <a:pt x="688931" y="71487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08" name="Input_density__207">
              <a:extLst>
                <a:ext uri="{FF2B5EF4-FFF2-40B4-BE49-F238E27FC236}">
                  <a16:creationId xmlns:a16="http://schemas.microsoft.com/office/drawing/2014/main" id="{9101EE13-A1BF-055E-FDEF-B88270116DE4}"/>
                </a:ext>
              </a:extLst>
            </p:cNvPr>
            <p:cNvSpPr>
              <a:spLocks noGrp="1"/>
            </p:cNvSpPr>
            <p:nvPr/>
          </p:nvSpPr>
          <p:spPr>
            <a:xfrm>
              <a:off x="751298" y="2109448"/>
              <a:ext cx="615404" cy="199701"/>
            </a:xfrm>
            <a:custGeom>
              <a:avLst/>
              <a:gdLst/>
              <a:ahLst/>
              <a:cxnLst/>
              <a:rect l="0" t="0" r="0" b="0"/>
              <a:pathLst>
                <a:path w="615404" h="199701">
                  <a:moveTo>
                    <a:pt x="83520" y="168281"/>
                  </a:moveTo>
                  <a:lnTo>
                    <a:pt x="60434" y="178177"/>
                  </a:lnTo>
                  <a:lnTo>
                    <a:pt x="115589" y="163606"/>
                  </a:lnTo>
                  <a:close/>
                  <a:moveTo>
                    <a:pt x="134910" y="139634"/>
                  </a:moveTo>
                  <a:lnTo>
                    <a:pt x="144747" y="136544"/>
                  </a:lnTo>
                  <a:lnTo>
                    <a:pt x="157420" y="121414"/>
                  </a:lnTo>
                  <a:close/>
                  <a:moveTo>
                    <a:pt x="142448" y="139450"/>
                  </a:moveTo>
                  <a:lnTo>
                    <a:pt x="144747" y="136544"/>
                  </a:lnTo>
                  <a:lnTo>
                    <a:pt x="134910" y="139634"/>
                  </a:lnTo>
                  <a:close/>
                  <a:moveTo>
                    <a:pt x="115589" y="163606"/>
                  </a:moveTo>
                  <a:lnTo>
                    <a:pt x="142448" y="139450"/>
                  </a:lnTo>
                  <a:lnTo>
                    <a:pt x="134910" y="139634"/>
                  </a:lnTo>
                  <a:close/>
                  <a:moveTo>
                    <a:pt x="157420" y="121414"/>
                  </a:moveTo>
                  <a:lnTo>
                    <a:pt x="144747" y="136544"/>
                  </a:lnTo>
                  <a:lnTo>
                    <a:pt x="161805" y="115614"/>
                  </a:lnTo>
                  <a:close/>
                  <a:moveTo>
                    <a:pt x="14210" y="11149"/>
                  </a:moveTo>
                  <a:lnTo>
                    <a:pt x="0" y="28333"/>
                  </a:lnTo>
                  <a:lnTo>
                    <a:pt x="32365" y="5390"/>
                  </a:lnTo>
                  <a:close/>
                  <a:moveTo>
                    <a:pt x="0" y="28333"/>
                  </a:moveTo>
                  <a:lnTo>
                    <a:pt x="10985" y="21663"/>
                  </a:lnTo>
                  <a:lnTo>
                    <a:pt x="32365" y="5390"/>
                  </a:lnTo>
                  <a:close/>
                  <a:moveTo>
                    <a:pt x="32365" y="5390"/>
                  </a:moveTo>
                  <a:lnTo>
                    <a:pt x="10985" y="21663"/>
                  </a:lnTo>
                  <a:lnTo>
                    <a:pt x="64243" y="0"/>
                  </a:lnTo>
                  <a:close/>
                  <a:moveTo>
                    <a:pt x="571731" y="199701"/>
                  </a:moveTo>
                  <a:lnTo>
                    <a:pt x="578600" y="182518"/>
                  </a:lnTo>
                  <a:lnTo>
                    <a:pt x="576106" y="186967"/>
                  </a:lnTo>
                  <a:close/>
                  <a:moveTo>
                    <a:pt x="578600" y="182518"/>
                  </a:moveTo>
                  <a:lnTo>
                    <a:pt x="571731" y="199701"/>
                  </a:lnTo>
                  <a:lnTo>
                    <a:pt x="594772" y="145763"/>
                  </a:lnTo>
                  <a:close/>
                  <a:moveTo>
                    <a:pt x="467411" y="125936"/>
                  </a:moveTo>
                  <a:lnTo>
                    <a:pt x="473787" y="89436"/>
                  </a:lnTo>
                  <a:lnTo>
                    <a:pt x="468413" y="125432"/>
                  </a:lnTo>
                  <a:close/>
                  <a:moveTo>
                    <a:pt x="584709" y="174556"/>
                  </a:moveTo>
                  <a:lnTo>
                    <a:pt x="576106" y="186967"/>
                  </a:lnTo>
                  <a:lnTo>
                    <a:pt x="578600" y="182518"/>
                  </a:lnTo>
                  <a:close/>
                  <a:moveTo>
                    <a:pt x="606194" y="128579"/>
                  </a:moveTo>
                  <a:lnTo>
                    <a:pt x="594311" y="158822"/>
                  </a:lnTo>
                  <a:lnTo>
                    <a:pt x="578600" y="182518"/>
                  </a:lnTo>
                  <a:close/>
                  <a:moveTo>
                    <a:pt x="594772" y="145763"/>
                  </a:moveTo>
                  <a:lnTo>
                    <a:pt x="606194" y="128579"/>
                  </a:lnTo>
                  <a:lnTo>
                    <a:pt x="578600" y="182518"/>
                  </a:lnTo>
                  <a:close/>
                  <a:moveTo>
                    <a:pt x="606194" y="128579"/>
                  </a:moveTo>
                  <a:lnTo>
                    <a:pt x="594772" y="145763"/>
                  </a:lnTo>
                  <a:lnTo>
                    <a:pt x="615404" y="113109"/>
                  </a:lnTo>
                  <a:close/>
                  <a:moveTo>
                    <a:pt x="594772" y="145763"/>
                  </a:moveTo>
                  <a:lnTo>
                    <a:pt x="597571" y="142643"/>
                  </a:lnTo>
                  <a:lnTo>
                    <a:pt x="615404" y="113109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09" name="Input_density__208">
              <a:extLst>
                <a:ext uri="{FF2B5EF4-FFF2-40B4-BE49-F238E27FC236}">
                  <a16:creationId xmlns:a16="http://schemas.microsoft.com/office/drawing/2014/main" id="{5391931E-7198-8606-65BB-F297EB596AAE}"/>
                </a:ext>
              </a:extLst>
            </p:cNvPr>
            <p:cNvSpPr>
              <a:spLocks noGrp="1"/>
            </p:cNvSpPr>
            <p:nvPr/>
          </p:nvSpPr>
          <p:spPr>
            <a:xfrm>
              <a:off x="737610" y="2105368"/>
              <a:ext cx="506390" cy="232979"/>
            </a:xfrm>
            <a:custGeom>
              <a:avLst/>
              <a:gdLst/>
              <a:ahLst/>
              <a:cxnLst/>
              <a:rect l="0" t="0" r="0" b="0"/>
              <a:pathLst>
                <a:path w="506390" h="232979">
                  <a:moveTo>
                    <a:pt x="47189" y="142678"/>
                  </a:moveTo>
                  <a:lnTo>
                    <a:pt x="39038" y="175660"/>
                  </a:lnTo>
                  <a:lnTo>
                    <a:pt x="57716" y="149286"/>
                  </a:lnTo>
                  <a:close/>
                  <a:moveTo>
                    <a:pt x="9127" y="159862"/>
                  </a:moveTo>
                  <a:lnTo>
                    <a:pt x="47189" y="142678"/>
                  </a:lnTo>
                  <a:lnTo>
                    <a:pt x="0" y="154280"/>
                  </a:lnTo>
                  <a:close/>
                  <a:moveTo>
                    <a:pt x="82746" y="146660"/>
                  </a:moveTo>
                  <a:lnTo>
                    <a:pt x="57716" y="149286"/>
                  </a:lnTo>
                  <a:lnTo>
                    <a:pt x="117694" y="152750"/>
                  </a:lnTo>
                  <a:close/>
                  <a:moveTo>
                    <a:pt x="18666" y="69168"/>
                  </a:moveTo>
                  <a:lnTo>
                    <a:pt x="23598" y="50091"/>
                  </a:lnTo>
                  <a:lnTo>
                    <a:pt x="22785" y="53057"/>
                  </a:lnTo>
                  <a:close/>
                  <a:moveTo>
                    <a:pt x="27898" y="15230"/>
                  </a:moveTo>
                  <a:lnTo>
                    <a:pt x="23598" y="50091"/>
                  </a:lnTo>
                  <a:lnTo>
                    <a:pt x="18666" y="69168"/>
                  </a:lnTo>
                  <a:close/>
                  <a:moveTo>
                    <a:pt x="63994" y="46644"/>
                  </a:moveTo>
                  <a:lnTo>
                    <a:pt x="39336" y="84349"/>
                  </a:lnTo>
                  <a:lnTo>
                    <a:pt x="24716" y="51488"/>
                  </a:lnTo>
                  <a:close/>
                  <a:moveTo>
                    <a:pt x="24716" y="51488"/>
                  </a:moveTo>
                  <a:lnTo>
                    <a:pt x="27898" y="15230"/>
                  </a:lnTo>
                  <a:lnTo>
                    <a:pt x="66327" y="0"/>
                  </a:lnTo>
                  <a:close/>
                  <a:moveTo>
                    <a:pt x="24716" y="51488"/>
                  </a:moveTo>
                  <a:lnTo>
                    <a:pt x="66327" y="0"/>
                  </a:lnTo>
                  <a:lnTo>
                    <a:pt x="63994" y="46644"/>
                  </a:lnTo>
                  <a:close/>
                  <a:moveTo>
                    <a:pt x="66327" y="0"/>
                  </a:moveTo>
                  <a:lnTo>
                    <a:pt x="95378" y="3471"/>
                  </a:lnTo>
                  <a:lnTo>
                    <a:pt x="63994" y="46644"/>
                  </a:lnTo>
                  <a:close/>
                  <a:moveTo>
                    <a:pt x="164999" y="63452"/>
                  </a:moveTo>
                  <a:lnTo>
                    <a:pt x="193223" y="67595"/>
                  </a:lnTo>
                  <a:lnTo>
                    <a:pt x="194440" y="21858"/>
                  </a:lnTo>
                  <a:close/>
                  <a:moveTo>
                    <a:pt x="164999" y="63452"/>
                  </a:moveTo>
                  <a:lnTo>
                    <a:pt x="194440" y="21858"/>
                  </a:lnTo>
                  <a:lnTo>
                    <a:pt x="162480" y="20753"/>
                  </a:lnTo>
                  <a:close/>
                  <a:moveTo>
                    <a:pt x="164999" y="63452"/>
                  </a:moveTo>
                  <a:lnTo>
                    <a:pt x="162480" y="20753"/>
                  </a:lnTo>
                  <a:lnTo>
                    <a:pt x="146356" y="54373"/>
                  </a:lnTo>
                  <a:close/>
                  <a:moveTo>
                    <a:pt x="162480" y="20753"/>
                  </a:moveTo>
                  <a:lnTo>
                    <a:pt x="151467" y="17618"/>
                  </a:lnTo>
                  <a:lnTo>
                    <a:pt x="146356" y="54373"/>
                  </a:lnTo>
                  <a:close/>
                  <a:moveTo>
                    <a:pt x="482195" y="191842"/>
                  </a:moveTo>
                  <a:lnTo>
                    <a:pt x="506390" y="199260"/>
                  </a:lnTo>
                  <a:lnTo>
                    <a:pt x="486636" y="232979"/>
                  </a:lnTo>
                  <a:close/>
                  <a:moveTo>
                    <a:pt x="495275" y="149843"/>
                  </a:moveTo>
                  <a:lnTo>
                    <a:pt x="482100" y="129513"/>
                  </a:lnTo>
                  <a:lnTo>
                    <a:pt x="500733" y="159112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10" name="Input_density__209">
              <a:extLst>
                <a:ext uri="{FF2B5EF4-FFF2-40B4-BE49-F238E27FC236}">
                  <a16:creationId xmlns:a16="http://schemas.microsoft.com/office/drawing/2014/main" id="{529D7B4B-2EFD-28CF-3373-09D355217A1E}"/>
                </a:ext>
              </a:extLst>
            </p:cNvPr>
            <p:cNvSpPr>
              <a:spLocks noGrp="1"/>
            </p:cNvSpPr>
            <p:nvPr/>
          </p:nvSpPr>
          <p:spPr>
            <a:xfrm>
              <a:off x="699810" y="2061506"/>
              <a:ext cx="671188" cy="198142"/>
            </a:xfrm>
            <a:custGeom>
              <a:avLst/>
              <a:gdLst/>
              <a:ahLst/>
              <a:cxnLst/>
              <a:rect l="0" t="0" r="0" b="0"/>
              <a:pathLst>
                <a:path w="671188" h="198142">
                  <a:moveTo>
                    <a:pt x="84989" y="186540"/>
                  </a:moveTo>
                  <a:lnTo>
                    <a:pt x="52207" y="155797"/>
                  </a:lnTo>
                  <a:lnTo>
                    <a:pt x="37801" y="198142"/>
                  </a:lnTo>
                  <a:close/>
                  <a:moveTo>
                    <a:pt x="46786" y="149785"/>
                  </a:moveTo>
                  <a:lnTo>
                    <a:pt x="2387" y="166969"/>
                  </a:lnTo>
                  <a:lnTo>
                    <a:pt x="37801" y="198142"/>
                  </a:lnTo>
                  <a:close/>
                  <a:moveTo>
                    <a:pt x="96325" y="169357"/>
                  </a:moveTo>
                  <a:lnTo>
                    <a:pt x="95517" y="193148"/>
                  </a:lnTo>
                  <a:lnTo>
                    <a:pt x="120546" y="190522"/>
                  </a:lnTo>
                  <a:close/>
                  <a:moveTo>
                    <a:pt x="96325" y="169357"/>
                  </a:moveTo>
                  <a:lnTo>
                    <a:pt x="84989" y="186540"/>
                  </a:lnTo>
                  <a:lnTo>
                    <a:pt x="95517" y="193148"/>
                  </a:lnTo>
                  <a:close/>
                  <a:moveTo>
                    <a:pt x="73835" y="132602"/>
                  </a:moveTo>
                  <a:lnTo>
                    <a:pt x="84989" y="186540"/>
                  </a:lnTo>
                  <a:lnTo>
                    <a:pt x="96325" y="169357"/>
                  </a:lnTo>
                  <a:close/>
                  <a:moveTo>
                    <a:pt x="97506" y="104379"/>
                  </a:moveTo>
                  <a:lnTo>
                    <a:pt x="56467" y="113030"/>
                  </a:lnTo>
                  <a:lnTo>
                    <a:pt x="63255" y="139497"/>
                  </a:lnTo>
                  <a:close/>
                  <a:moveTo>
                    <a:pt x="63255" y="139497"/>
                  </a:moveTo>
                  <a:lnTo>
                    <a:pt x="56467" y="113030"/>
                  </a:lnTo>
                  <a:lnTo>
                    <a:pt x="60586" y="96919"/>
                  </a:lnTo>
                  <a:close/>
                  <a:moveTo>
                    <a:pt x="63255" y="139497"/>
                  </a:moveTo>
                  <a:lnTo>
                    <a:pt x="73835" y="132602"/>
                  </a:lnTo>
                  <a:lnTo>
                    <a:pt x="97506" y="104379"/>
                  </a:lnTo>
                  <a:close/>
                  <a:moveTo>
                    <a:pt x="3703" y="71329"/>
                  </a:moveTo>
                  <a:lnTo>
                    <a:pt x="0" y="85179"/>
                  </a:lnTo>
                  <a:lnTo>
                    <a:pt x="39985" y="59092"/>
                  </a:lnTo>
                  <a:close/>
                  <a:moveTo>
                    <a:pt x="39985" y="59092"/>
                  </a:moveTo>
                  <a:lnTo>
                    <a:pt x="31814" y="113030"/>
                  </a:lnTo>
                  <a:lnTo>
                    <a:pt x="61398" y="93953"/>
                  </a:lnTo>
                  <a:close/>
                  <a:moveTo>
                    <a:pt x="61398" y="93953"/>
                  </a:moveTo>
                  <a:lnTo>
                    <a:pt x="31814" y="113030"/>
                  </a:lnTo>
                  <a:lnTo>
                    <a:pt x="60586" y="96919"/>
                  </a:lnTo>
                  <a:close/>
                  <a:moveTo>
                    <a:pt x="232241" y="65720"/>
                  </a:moveTo>
                  <a:lnTo>
                    <a:pt x="192153" y="26475"/>
                  </a:lnTo>
                  <a:lnTo>
                    <a:pt x="200281" y="64615"/>
                  </a:lnTo>
                  <a:close/>
                  <a:moveTo>
                    <a:pt x="149401" y="34144"/>
                  </a:moveTo>
                  <a:lnTo>
                    <a:pt x="189267" y="61480"/>
                  </a:lnTo>
                  <a:lnTo>
                    <a:pt x="200281" y="64615"/>
                  </a:lnTo>
                  <a:close/>
                  <a:moveTo>
                    <a:pt x="435251" y="110283"/>
                  </a:moveTo>
                  <a:lnTo>
                    <a:pt x="467214" y="137379"/>
                  </a:lnTo>
                  <a:lnTo>
                    <a:pt x="475059" y="83440"/>
                  </a:lnTo>
                  <a:close/>
                  <a:moveTo>
                    <a:pt x="475059" y="83440"/>
                  </a:moveTo>
                  <a:lnTo>
                    <a:pt x="467214" y="137379"/>
                  </a:lnTo>
                  <a:lnTo>
                    <a:pt x="491692" y="100521"/>
                  </a:lnTo>
                  <a:close/>
                  <a:moveTo>
                    <a:pt x="491692" y="100521"/>
                  </a:moveTo>
                  <a:lnTo>
                    <a:pt x="467214" y="137379"/>
                  </a:lnTo>
                  <a:lnTo>
                    <a:pt x="483397" y="131217"/>
                  </a:lnTo>
                  <a:close/>
                  <a:moveTo>
                    <a:pt x="533075" y="193705"/>
                  </a:moveTo>
                  <a:lnTo>
                    <a:pt x="536621" y="156950"/>
                  </a:lnTo>
                  <a:lnTo>
                    <a:pt x="519901" y="173375"/>
                  </a:lnTo>
                  <a:close/>
                  <a:moveTo>
                    <a:pt x="622005" y="162202"/>
                  </a:moveTo>
                  <a:lnTo>
                    <a:pt x="650311" y="166277"/>
                  </a:lnTo>
                  <a:lnTo>
                    <a:pt x="646433" y="124682"/>
                  </a:lnTo>
                  <a:close/>
                  <a:moveTo>
                    <a:pt x="642419" y="97920"/>
                  </a:moveTo>
                  <a:lnTo>
                    <a:pt x="633346" y="85829"/>
                  </a:lnTo>
                  <a:lnTo>
                    <a:pt x="646433" y="124682"/>
                  </a:lnTo>
                  <a:close/>
                  <a:moveTo>
                    <a:pt x="671188" y="86898"/>
                  </a:moveTo>
                  <a:lnTo>
                    <a:pt x="642419" y="97920"/>
                  </a:lnTo>
                  <a:lnTo>
                    <a:pt x="646433" y="124682"/>
                  </a:lnTo>
                  <a:close/>
                  <a:moveTo>
                    <a:pt x="552905" y="57049"/>
                  </a:moveTo>
                  <a:lnTo>
                    <a:pt x="548629" y="92616"/>
                  </a:lnTo>
                  <a:lnTo>
                    <a:pt x="589166" y="49073"/>
                  </a:lnTo>
                  <a:close/>
                  <a:moveTo>
                    <a:pt x="552905" y="57049"/>
                  </a:moveTo>
                  <a:lnTo>
                    <a:pt x="589166" y="49073"/>
                  </a:lnTo>
                  <a:lnTo>
                    <a:pt x="559007" y="35209"/>
                  </a:lnTo>
                  <a:close/>
                  <a:moveTo>
                    <a:pt x="633346" y="85829"/>
                  </a:moveTo>
                  <a:lnTo>
                    <a:pt x="642419" y="97920"/>
                  </a:lnTo>
                  <a:lnTo>
                    <a:pt x="640855" y="84470"/>
                  </a:lnTo>
                  <a:close/>
                  <a:moveTo>
                    <a:pt x="640855" y="84470"/>
                  </a:moveTo>
                  <a:lnTo>
                    <a:pt x="597369" y="54064"/>
                  </a:lnTo>
                  <a:lnTo>
                    <a:pt x="633346" y="85829"/>
                  </a:lnTo>
                  <a:close/>
                  <a:moveTo>
                    <a:pt x="597626" y="47780"/>
                  </a:moveTo>
                  <a:lnTo>
                    <a:pt x="597369" y="54064"/>
                  </a:lnTo>
                  <a:lnTo>
                    <a:pt x="640855" y="84470"/>
                  </a:lnTo>
                  <a:close/>
                  <a:moveTo>
                    <a:pt x="639468" y="40851"/>
                  </a:moveTo>
                  <a:lnTo>
                    <a:pt x="597626" y="47780"/>
                  </a:lnTo>
                  <a:lnTo>
                    <a:pt x="640855" y="84470"/>
                  </a:lnTo>
                  <a:close/>
                  <a:moveTo>
                    <a:pt x="640855" y="84470"/>
                  </a:moveTo>
                  <a:lnTo>
                    <a:pt x="642419" y="97920"/>
                  </a:lnTo>
                  <a:lnTo>
                    <a:pt x="658113" y="85829"/>
                  </a:lnTo>
                  <a:close/>
                  <a:moveTo>
                    <a:pt x="589166" y="49073"/>
                  </a:moveTo>
                  <a:lnTo>
                    <a:pt x="597369" y="54064"/>
                  </a:lnTo>
                  <a:lnTo>
                    <a:pt x="597626" y="47780"/>
                  </a:lnTo>
                  <a:close/>
                  <a:moveTo>
                    <a:pt x="597626" y="47780"/>
                  </a:moveTo>
                  <a:lnTo>
                    <a:pt x="559007" y="35209"/>
                  </a:lnTo>
                  <a:lnTo>
                    <a:pt x="589166" y="49073"/>
                  </a:lnTo>
                  <a:close/>
                  <a:moveTo>
                    <a:pt x="597626" y="47780"/>
                  </a:moveTo>
                  <a:lnTo>
                    <a:pt x="639468" y="40851"/>
                  </a:lnTo>
                  <a:lnTo>
                    <a:pt x="634676" y="0"/>
                  </a:lnTo>
                  <a:close/>
                  <a:moveTo>
                    <a:pt x="597626" y="47780"/>
                  </a:moveTo>
                  <a:lnTo>
                    <a:pt x="634676" y="0"/>
                  </a:lnTo>
                  <a:lnTo>
                    <a:pt x="599561" y="146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11" name="Input_density__210">
              <a:extLst>
                <a:ext uri="{FF2B5EF4-FFF2-40B4-BE49-F238E27FC236}">
                  <a16:creationId xmlns:a16="http://schemas.microsoft.com/office/drawing/2014/main" id="{E47DF2E0-EBCB-30E9-8B15-8BEEC9FEA910}"/>
                </a:ext>
              </a:extLst>
            </p:cNvPr>
            <p:cNvSpPr>
              <a:spLocks noGrp="1"/>
            </p:cNvSpPr>
            <p:nvPr/>
          </p:nvSpPr>
          <p:spPr>
            <a:xfrm>
              <a:off x="639726" y="2015368"/>
              <a:ext cx="706517" cy="281841"/>
            </a:xfrm>
            <a:custGeom>
              <a:avLst/>
              <a:gdLst/>
              <a:ahLst/>
              <a:cxnLst/>
              <a:rect l="0" t="0" r="0" b="0"/>
              <a:pathLst>
                <a:path w="706517" h="281841">
                  <a:moveTo>
                    <a:pt x="106870" y="195923"/>
                  </a:moveTo>
                  <a:lnTo>
                    <a:pt x="97885" y="244279"/>
                  </a:lnTo>
                  <a:lnTo>
                    <a:pt x="112291" y="201935"/>
                  </a:lnTo>
                  <a:close/>
                  <a:moveTo>
                    <a:pt x="55547" y="168912"/>
                  </a:moveTo>
                  <a:lnTo>
                    <a:pt x="51951" y="197117"/>
                  </a:lnTo>
                  <a:lnTo>
                    <a:pt x="91898" y="159168"/>
                  </a:lnTo>
                  <a:close/>
                  <a:moveTo>
                    <a:pt x="91898" y="159168"/>
                  </a:moveTo>
                  <a:lnTo>
                    <a:pt x="51951" y="197117"/>
                  </a:lnTo>
                  <a:lnTo>
                    <a:pt x="62471" y="213106"/>
                  </a:lnTo>
                  <a:close/>
                  <a:moveTo>
                    <a:pt x="91898" y="159168"/>
                  </a:moveTo>
                  <a:lnTo>
                    <a:pt x="62471" y="213106"/>
                  </a:lnTo>
                  <a:lnTo>
                    <a:pt x="106870" y="195923"/>
                  </a:lnTo>
                  <a:close/>
                  <a:moveTo>
                    <a:pt x="53418" y="122413"/>
                  </a:moveTo>
                  <a:lnTo>
                    <a:pt x="55547" y="168912"/>
                  </a:lnTo>
                  <a:lnTo>
                    <a:pt x="60084" y="131317"/>
                  </a:lnTo>
                  <a:close/>
                  <a:moveTo>
                    <a:pt x="37591" y="176351"/>
                  </a:moveTo>
                  <a:lnTo>
                    <a:pt x="55547" y="168912"/>
                  </a:lnTo>
                  <a:lnTo>
                    <a:pt x="53418" y="122413"/>
                  </a:lnTo>
                  <a:close/>
                  <a:moveTo>
                    <a:pt x="23068" y="139596"/>
                  </a:moveTo>
                  <a:lnTo>
                    <a:pt x="37591" y="176351"/>
                  </a:lnTo>
                  <a:lnTo>
                    <a:pt x="53418" y="122413"/>
                  </a:lnTo>
                  <a:close/>
                  <a:moveTo>
                    <a:pt x="55547" y="168912"/>
                  </a:moveTo>
                  <a:lnTo>
                    <a:pt x="91898" y="159168"/>
                  </a:lnTo>
                  <a:lnTo>
                    <a:pt x="60084" y="131317"/>
                  </a:lnTo>
                  <a:close/>
                  <a:moveTo>
                    <a:pt x="0" y="102841"/>
                  </a:moveTo>
                  <a:lnTo>
                    <a:pt x="53418" y="122413"/>
                  </a:lnTo>
                  <a:lnTo>
                    <a:pt x="29795" y="85658"/>
                  </a:lnTo>
                  <a:close/>
                  <a:moveTo>
                    <a:pt x="123339" y="185634"/>
                  </a:moveTo>
                  <a:lnTo>
                    <a:pt x="112291" y="201935"/>
                  </a:lnTo>
                  <a:lnTo>
                    <a:pt x="133919" y="178739"/>
                  </a:lnTo>
                  <a:close/>
                  <a:moveTo>
                    <a:pt x="133919" y="178739"/>
                  </a:moveTo>
                  <a:lnTo>
                    <a:pt x="112291" y="201935"/>
                  </a:lnTo>
                  <a:lnTo>
                    <a:pt x="145073" y="232678"/>
                  </a:lnTo>
                  <a:close/>
                  <a:moveTo>
                    <a:pt x="106870" y="195923"/>
                  </a:moveTo>
                  <a:lnTo>
                    <a:pt x="112291" y="201935"/>
                  </a:lnTo>
                  <a:lnTo>
                    <a:pt x="123339" y="185634"/>
                  </a:lnTo>
                  <a:close/>
                  <a:moveTo>
                    <a:pt x="91898" y="159168"/>
                  </a:moveTo>
                  <a:lnTo>
                    <a:pt x="123339" y="185634"/>
                  </a:lnTo>
                  <a:lnTo>
                    <a:pt x="120670" y="143057"/>
                  </a:lnTo>
                  <a:close/>
                  <a:moveTo>
                    <a:pt x="91898" y="159168"/>
                  </a:moveTo>
                  <a:lnTo>
                    <a:pt x="106870" y="195923"/>
                  </a:lnTo>
                  <a:lnTo>
                    <a:pt x="123339" y="185634"/>
                  </a:lnTo>
                  <a:close/>
                  <a:moveTo>
                    <a:pt x="60084" y="131317"/>
                  </a:moveTo>
                  <a:lnTo>
                    <a:pt x="91898" y="159168"/>
                  </a:lnTo>
                  <a:lnTo>
                    <a:pt x="100069" y="105229"/>
                  </a:lnTo>
                  <a:close/>
                  <a:moveTo>
                    <a:pt x="53418" y="122413"/>
                  </a:moveTo>
                  <a:lnTo>
                    <a:pt x="60084" y="131317"/>
                  </a:lnTo>
                  <a:lnTo>
                    <a:pt x="63787" y="117466"/>
                  </a:lnTo>
                  <a:close/>
                  <a:moveTo>
                    <a:pt x="29795" y="85658"/>
                  </a:moveTo>
                  <a:lnTo>
                    <a:pt x="53418" y="122413"/>
                  </a:lnTo>
                  <a:lnTo>
                    <a:pt x="63787" y="117466"/>
                  </a:lnTo>
                  <a:close/>
                  <a:moveTo>
                    <a:pt x="100069" y="105229"/>
                  </a:moveTo>
                  <a:lnTo>
                    <a:pt x="73462" y="68474"/>
                  </a:lnTo>
                  <a:lnTo>
                    <a:pt x="63787" y="117466"/>
                  </a:lnTo>
                  <a:close/>
                  <a:moveTo>
                    <a:pt x="292325" y="111857"/>
                  </a:moveTo>
                  <a:lnTo>
                    <a:pt x="270595" y="70863"/>
                  </a:lnTo>
                  <a:lnTo>
                    <a:pt x="252237" y="72613"/>
                  </a:lnTo>
                  <a:close/>
                  <a:moveTo>
                    <a:pt x="228005" y="96791"/>
                  </a:moveTo>
                  <a:lnTo>
                    <a:pt x="249351" y="107618"/>
                  </a:lnTo>
                  <a:lnTo>
                    <a:pt x="209485" y="80281"/>
                  </a:lnTo>
                  <a:close/>
                  <a:moveTo>
                    <a:pt x="209485" y="80281"/>
                  </a:moveTo>
                  <a:lnTo>
                    <a:pt x="260365" y="110752"/>
                  </a:lnTo>
                  <a:lnTo>
                    <a:pt x="252237" y="72613"/>
                  </a:lnTo>
                  <a:close/>
                  <a:moveTo>
                    <a:pt x="209485" y="80281"/>
                  </a:moveTo>
                  <a:lnTo>
                    <a:pt x="252237" y="72613"/>
                  </a:lnTo>
                  <a:lnTo>
                    <a:pt x="243513" y="34958"/>
                  </a:lnTo>
                  <a:close/>
                  <a:moveTo>
                    <a:pt x="209485" y="80281"/>
                  </a:moveTo>
                  <a:lnTo>
                    <a:pt x="243513" y="34958"/>
                  </a:lnTo>
                  <a:lnTo>
                    <a:pt x="207332" y="37284"/>
                  </a:lnTo>
                  <a:close/>
                  <a:moveTo>
                    <a:pt x="167781" y="42350"/>
                  </a:moveTo>
                  <a:lnTo>
                    <a:pt x="207332" y="37284"/>
                  </a:lnTo>
                  <a:lnTo>
                    <a:pt x="195895" y="1835"/>
                  </a:lnTo>
                  <a:close/>
                  <a:moveTo>
                    <a:pt x="498508" y="142081"/>
                  </a:moveTo>
                  <a:lnTo>
                    <a:pt x="495335" y="156420"/>
                  </a:lnTo>
                  <a:lnTo>
                    <a:pt x="535143" y="129578"/>
                  </a:lnTo>
                  <a:close/>
                  <a:moveTo>
                    <a:pt x="543481" y="177354"/>
                  </a:moveTo>
                  <a:lnTo>
                    <a:pt x="570404" y="166333"/>
                  </a:lnTo>
                  <a:lnTo>
                    <a:pt x="551776" y="146658"/>
                  </a:lnTo>
                  <a:close/>
                  <a:moveTo>
                    <a:pt x="485636" y="146761"/>
                  </a:moveTo>
                  <a:lnTo>
                    <a:pt x="495335" y="156420"/>
                  </a:lnTo>
                  <a:lnTo>
                    <a:pt x="498508" y="142081"/>
                  </a:lnTo>
                  <a:close/>
                  <a:moveTo>
                    <a:pt x="455166" y="110006"/>
                  </a:moveTo>
                  <a:lnTo>
                    <a:pt x="498508" y="142081"/>
                  </a:lnTo>
                  <a:lnTo>
                    <a:pt x="503978" y="92887"/>
                  </a:lnTo>
                  <a:close/>
                  <a:moveTo>
                    <a:pt x="455166" y="110006"/>
                  </a:moveTo>
                  <a:lnTo>
                    <a:pt x="485636" y="146761"/>
                  </a:lnTo>
                  <a:lnTo>
                    <a:pt x="498508" y="142081"/>
                  </a:lnTo>
                  <a:close/>
                  <a:moveTo>
                    <a:pt x="535143" y="129578"/>
                  </a:moveTo>
                  <a:lnTo>
                    <a:pt x="504137" y="92823"/>
                  </a:lnTo>
                  <a:lnTo>
                    <a:pt x="498508" y="142081"/>
                  </a:lnTo>
                  <a:close/>
                  <a:moveTo>
                    <a:pt x="598618" y="249111"/>
                  </a:moveTo>
                  <a:lnTo>
                    <a:pt x="582810" y="262689"/>
                  </a:lnTo>
                  <a:lnTo>
                    <a:pt x="593159" y="239843"/>
                  </a:lnTo>
                  <a:close/>
                  <a:moveTo>
                    <a:pt x="580080" y="281841"/>
                  </a:moveTo>
                  <a:lnTo>
                    <a:pt x="582810" y="262689"/>
                  </a:lnTo>
                  <a:lnTo>
                    <a:pt x="598618" y="249111"/>
                  </a:lnTo>
                  <a:close/>
                  <a:moveTo>
                    <a:pt x="570404" y="166333"/>
                  </a:moveTo>
                  <a:lnTo>
                    <a:pt x="604143" y="199872"/>
                  </a:lnTo>
                  <a:lnTo>
                    <a:pt x="605500" y="154022"/>
                  </a:lnTo>
                  <a:close/>
                  <a:moveTo>
                    <a:pt x="555800" y="122592"/>
                  </a:moveTo>
                  <a:lnTo>
                    <a:pt x="551776" y="146658"/>
                  </a:lnTo>
                  <a:lnTo>
                    <a:pt x="583613" y="112394"/>
                  </a:lnTo>
                  <a:close/>
                  <a:moveTo>
                    <a:pt x="551776" y="146658"/>
                  </a:moveTo>
                  <a:lnTo>
                    <a:pt x="570404" y="166333"/>
                  </a:lnTo>
                  <a:lnTo>
                    <a:pt x="583613" y="112394"/>
                  </a:lnTo>
                  <a:close/>
                  <a:moveTo>
                    <a:pt x="583613" y="112394"/>
                  </a:moveTo>
                  <a:lnTo>
                    <a:pt x="570404" y="166333"/>
                  </a:lnTo>
                  <a:lnTo>
                    <a:pt x="608713" y="138754"/>
                  </a:lnTo>
                  <a:close/>
                  <a:moveTo>
                    <a:pt x="608713" y="138754"/>
                  </a:moveTo>
                  <a:lnTo>
                    <a:pt x="570404" y="166333"/>
                  </a:lnTo>
                  <a:lnTo>
                    <a:pt x="605500" y="154022"/>
                  </a:lnTo>
                  <a:close/>
                  <a:moveTo>
                    <a:pt x="605500" y="154022"/>
                  </a:moveTo>
                  <a:lnTo>
                    <a:pt x="620204" y="149149"/>
                  </a:lnTo>
                  <a:lnTo>
                    <a:pt x="608713" y="138754"/>
                  </a:lnTo>
                  <a:close/>
                  <a:moveTo>
                    <a:pt x="535143" y="129578"/>
                  </a:moveTo>
                  <a:lnTo>
                    <a:pt x="551776" y="146658"/>
                  </a:lnTo>
                  <a:lnTo>
                    <a:pt x="555800" y="122592"/>
                  </a:lnTo>
                  <a:close/>
                  <a:moveTo>
                    <a:pt x="549173" y="75639"/>
                  </a:moveTo>
                  <a:lnTo>
                    <a:pt x="555800" y="122592"/>
                  </a:lnTo>
                  <a:lnTo>
                    <a:pt x="563084" y="92730"/>
                  </a:lnTo>
                  <a:close/>
                  <a:moveTo>
                    <a:pt x="535143" y="129578"/>
                  </a:moveTo>
                  <a:lnTo>
                    <a:pt x="555800" y="122592"/>
                  </a:lnTo>
                  <a:lnTo>
                    <a:pt x="549173" y="75639"/>
                  </a:lnTo>
                  <a:close/>
                  <a:moveTo>
                    <a:pt x="504137" y="92823"/>
                  </a:moveTo>
                  <a:lnTo>
                    <a:pt x="535143" y="129578"/>
                  </a:lnTo>
                  <a:lnTo>
                    <a:pt x="549173" y="75639"/>
                  </a:lnTo>
                  <a:close/>
                  <a:moveTo>
                    <a:pt x="555800" y="122592"/>
                  </a:moveTo>
                  <a:lnTo>
                    <a:pt x="583613" y="112394"/>
                  </a:lnTo>
                  <a:lnTo>
                    <a:pt x="563084" y="92730"/>
                  </a:lnTo>
                  <a:close/>
                  <a:moveTo>
                    <a:pt x="682089" y="208339"/>
                  </a:moveTo>
                  <a:lnTo>
                    <a:pt x="706517" y="170820"/>
                  </a:lnTo>
                  <a:lnTo>
                    <a:pt x="665517" y="177064"/>
                  </a:lnTo>
                  <a:close/>
                  <a:moveTo>
                    <a:pt x="706517" y="170820"/>
                  </a:moveTo>
                  <a:lnTo>
                    <a:pt x="693430" y="131966"/>
                  </a:lnTo>
                  <a:lnTo>
                    <a:pt x="654063" y="141629"/>
                  </a:lnTo>
                  <a:close/>
                  <a:moveTo>
                    <a:pt x="706517" y="170820"/>
                  </a:moveTo>
                  <a:lnTo>
                    <a:pt x="654063" y="141629"/>
                  </a:lnTo>
                  <a:lnTo>
                    <a:pt x="665517" y="177064"/>
                  </a:lnTo>
                  <a:close/>
                  <a:moveTo>
                    <a:pt x="608713" y="138754"/>
                  </a:moveTo>
                  <a:lnTo>
                    <a:pt x="620204" y="149149"/>
                  </a:lnTo>
                  <a:lnTo>
                    <a:pt x="649250" y="95211"/>
                  </a:lnTo>
                  <a:close/>
                  <a:moveTo>
                    <a:pt x="649250" y="95211"/>
                  </a:moveTo>
                  <a:lnTo>
                    <a:pt x="620204" y="149149"/>
                  </a:lnTo>
                  <a:lnTo>
                    <a:pt x="657453" y="100201"/>
                  </a:lnTo>
                  <a:close/>
                  <a:moveTo>
                    <a:pt x="657453" y="100201"/>
                  </a:moveTo>
                  <a:lnTo>
                    <a:pt x="620204" y="149149"/>
                  </a:lnTo>
                  <a:lnTo>
                    <a:pt x="654063" y="141629"/>
                  </a:lnTo>
                  <a:close/>
                  <a:moveTo>
                    <a:pt x="654063" y="141629"/>
                  </a:moveTo>
                  <a:lnTo>
                    <a:pt x="693430" y="131966"/>
                  </a:lnTo>
                  <a:lnTo>
                    <a:pt x="657453" y="100201"/>
                  </a:lnTo>
                  <a:close/>
                  <a:moveTo>
                    <a:pt x="583613" y="112394"/>
                  </a:moveTo>
                  <a:lnTo>
                    <a:pt x="608713" y="138754"/>
                  </a:lnTo>
                  <a:lnTo>
                    <a:pt x="612989" y="103187"/>
                  </a:lnTo>
                  <a:close/>
                  <a:moveTo>
                    <a:pt x="563084" y="92730"/>
                  </a:moveTo>
                  <a:lnTo>
                    <a:pt x="583613" y="112394"/>
                  </a:lnTo>
                  <a:lnTo>
                    <a:pt x="598246" y="58456"/>
                  </a:lnTo>
                  <a:close/>
                  <a:moveTo>
                    <a:pt x="598246" y="58456"/>
                  </a:moveTo>
                  <a:lnTo>
                    <a:pt x="583613" y="112394"/>
                  </a:lnTo>
                  <a:lnTo>
                    <a:pt x="619091" y="81346"/>
                  </a:lnTo>
                  <a:close/>
                  <a:moveTo>
                    <a:pt x="619091" y="81346"/>
                  </a:moveTo>
                  <a:lnTo>
                    <a:pt x="583613" y="112394"/>
                  </a:lnTo>
                  <a:lnTo>
                    <a:pt x="612989" y="103187"/>
                  </a:lnTo>
                  <a:close/>
                  <a:moveTo>
                    <a:pt x="529780" y="2129"/>
                  </a:moveTo>
                  <a:lnTo>
                    <a:pt x="552155" y="36061"/>
                  </a:lnTo>
                  <a:lnTo>
                    <a:pt x="541471" y="0"/>
                  </a:lnTo>
                  <a:close/>
                  <a:moveTo>
                    <a:pt x="619880" y="52837"/>
                  </a:moveTo>
                  <a:lnTo>
                    <a:pt x="619091" y="81346"/>
                  </a:lnTo>
                  <a:lnTo>
                    <a:pt x="657710" y="93918"/>
                  </a:lnTo>
                  <a:close/>
                  <a:moveTo>
                    <a:pt x="659645" y="47597"/>
                  </a:moveTo>
                  <a:lnTo>
                    <a:pt x="619880" y="52837"/>
                  </a:lnTo>
                  <a:lnTo>
                    <a:pt x="657710" y="93918"/>
                  </a:lnTo>
                  <a:close/>
                  <a:moveTo>
                    <a:pt x="659645" y="47597"/>
                  </a:moveTo>
                  <a:lnTo>
                    <a:pt x="650528" y="10262"/>
                  </a:lnTo>
                  <a:lnTo>
                    <a:pt x="619880" y="52837"/>
                  </a:lnTo>
                  <a:close/>
                  <a:moveTo>
                    <a:pt x="659645" y="47597"/>
                  </a:moveTo>
                  <a:lnTo>
                    <a:pt x="694760" y="46137"/>
                  </a:lnTo>
                  <a:lnTo>
                    <a:pt x="686100" y="8431"/>
                  </a:lnTo>
                  <a:close/>
                  <a:moveTo>
                    <a:pt x="659645" y="47597"/>
                  </a:moveTo>
                  <a:lnTo>
                    <a:pt x="686100" y="8431"/>
                  </a:lnTo>
                  <a:lnTo>
                    <a:pt x="650528" y="10262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2" name="Input_density__211">
              <a:extLst>
                <a:ext uri="{FF2B5EF4-FFF2-40B4-BE49-F238E27FC236}">
                  <a16:creationId xmlns:a16="http://schemas.microsoft.com/office/drawing/2014/main" id="{4B7BD613-DE60-9301-CD55-B557D16AB664}"/>
                </a:ext>
              </a:extLst>
            </p:cNvPr>
            <p:cNvSpPr>
              <a:spLocks noGrp="1"/>
            </p:cNvSpPr>
            <p:nvPr/>
          </p:nvSpPr>
          <p:spPr>
            <a:xfrm>
              <a:off x="658093" y="2007768"/>
              <a:ext cx="647150" cy="247443"/>
            </a:xfrm>
            <a:custGeom>
              <a:avLst/>
              <a:gdLst/>
              <a:ahLst/>
              <a:cxnLst/>
              <a:rect l="0" t="0" r="0" b="0"/>
              <a:pathLst>
                <a:path w="647150" h="247443">
                  <a:moveTo>
                    <a:pt x="19224" y="183952"/>
                  </a:moveTo>
                  <a:lnTo>
                    <a:pt x="33583" y="204717"/>
                  </a:lnTo>
                  <a:lnTo>
                    <a:pt x="37179" y="176513"/>
                  </a:lnTo>
                  <a:close/>
                  <a:moveTo>
                    <a:pt x="11428" y="93258"/>
                  </a:moveTo>
                  <a:lnTo>
                    <a:pt x="45420" y="125067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47392" y="78716"/>
                  </a:lnTo>
                  <a:lnTo>
                    <a:pt x="45420" y="125067"/>
                  </a:lnTo>
                  <a:close/>
                  <a:moveTo>
                    <a:pt x="0" y="56503"/>
                  </a:moveTo>
                  <a:lnTo>
                    <a:pt x="47392" y="78716"/>
                  </a:lnTo>
                  <a:lnTo>
                    <a:pt x="33958" y="44890"/>
                  </a:lnTo>
                  <a:close/>
                  <a:moveTo>
                    <a:pt x="0" y="56503"/>
                  </a:moveTo>
                  <a:lnTo>
                    <a:pt x="11428" y="93258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50949" y="39320"/>
                  </a:lnTo>
                  <a:lnTo>
                    <a:pt x="47392" y="78716"/>
                  </a:lnTo>
                  <a:close/>
                  <a:moveTo>
                    <a:pt x="50949" y="39320"/>
                  </a:moveTo>
                  <a:lnTo>
                    <a:pt x="33958" y="44890"/>
                  </a:lnTo>
                  <a:lnTo>
                    <a:pt x="47392" y="78716"/>
                  </a:lnTo>
                  <a:close/>
                  <a:moveTo>
                    <a:pt x="55095" y="76075"/>
                  </a:moveTo>
                  <a:lnTo>
                    <a:pt x="81701" y="112830"/>
                  </a:lnTo>
                  <a:lnTo>
                    <a:pt x="113842" y="95646"/>
                  </a:lnTo>
                  <a:close/>
                  <a:moveTo>
                    <a:pt x="55095" y="76075"/>
                  </a:moveTo>
                  <a:lnTo>
                    <a:pt x="113842" y="95646"/>
                  </a:lnTo>
                  <a:lnTo>
                    <a:pt x="101918" y="58891"/>
                  </a:lnTo>
                  <a:close/>
                  <a:moveTo>
                    <a:pt x="50949" y="39320"/>
                  </a:moveTo>
                  <a:lnTo>
                    <a:pt x="103179" y="51724"/>
                  </a:lnTo>
                  <a:lnTo>
                    <a:pt x="89884" y="26512"/>
                  </a:lnTo>
                  <a:close/>
                  <a:moveTo>
                    <a:pt x="101918" y="58891"/>
                  </a:moveTo>
                  <a:lnTo>
                    <a:pt x="103179" y="51724"/>
                  </a:lnTo>
                  <a:lnTo>
                    <a:pt x="50949" y="39320"/>
                  </a:lnTo>
                  <a:close/>
                  <a:moveTo>
                    <a:pt x="55095" y="76075"/>
                  </a:moveTo>
                  <a:lnTo>
                    <a:pt x="101918" y="58891"/>
                  </a:lnTo>
                  <a:lnTo>
                    <a:pt x="50949" y="39320"/>
                  </a:lnTo>
                  <a:close/>
                  <a:moveTo>
                    <a:pt x="66874" y="12194"/>
                  </a:moveTo>
                  <a:lnTo>
                    <a:pt x="50949" y="39320"/>
                  </a:lnTo>
                  <a:lnTo>
                    <a:pt x="89884" y="26512"/>
                  </a:lnTo>
                  <a:close/>
                  <a:moveTo>
                    <a:pt x="106351" y="22136"/>
                  </a:moveTo>
                  <a:lnTo>
                    <a:pt x="66874" y="12194"/>
                  </a:lnTo>
                  <a:lnTo>
                    <a:pt x="89884" y="26512"/>
                  </a:lnTo>
                  <a:close/>
                  <a:moveTo>
                    <a:pt x="89884" y="26512"/>
                  </a:moveTo>
                  <a:lnTo>
                    <a:pt x="103179" y="51724"/>
                  </a:lnTo>
                  <a:lnTo>
                    <a:pt x="106351" y="22136"/>
                  </a:lnTo>
                  <a:close/>
                  <a:moveTo>
                    <a:pt x="115650" y="95059"/>
                  </a:moveTo>
                  <a:lnTo>
                    <a:pt x="149926" y="94281"/>
                  </a:lnTo>
                  <a:lnTo>
                    <a:pt x="149414" y="49951"/>
                  </a:lnTo>
                  <a:close/>
                  <a:moveTo>
                    <a:pt x="115650" y="95059"/>
                  </a:moveTo>
                  <a:lnTo>
                    <a:pt x="149414" y="49951"/>
                  </a:lnTo>
                  <a:lnTo>
                    <a:pt x="107212" y="57171"/>
                  </a:lnTo>
                  <a:close/>
                  <a:moveTo>
                    <a:pt x="149926" y="94281"/>
                  </a:moveTo>
                  <a:lnTo>
                    <a:pt x="191117" y="87882"/>
                  </a:lnTo>
                  <a:lnTo>
                    <a:pt x="188965" y="44884"/>
                  </a:lnTo>
                  <a:close/>
                  <a:moveTo>
                    <a:pt x="149926" y="94281"/>
                  </a:moveTo>
                  <a:lnTo>
                    <a:pt x="188965" y="44884"/>
                  </a:lnTo>
                  <a:lnTo>
                    <a:pt x="149414" y="49951"/>
                  </a:lnTo>
                  <a:close/>
                  <a:moveTo>
                    <a:pt x="191117" y="87882"/>
                  </a:moveTo>
                  <a:lnTo>
                    <a:pt x="149926" y="94281"/>
                  </a:lnTo>
                  <a:lnTo>
                    <a:pt x="209637" y="104391"/>
                  </a:lnTo>
                  <a:close/>
                  <a:moveTo>
                    <a:pt x="103179" y="51724"/>
                  </a:moveTo>
                  <a:lnTo>
                    <a:pt x="101918" y="58891"/>
                  </a:lnTo>
                  <a:lnTo>
                    <a:pt x="107212" y="57171"/>
                  </a:lnTo>
                  <a:close/>
                  <a:moveTo>
                    <a:pt x="107212" y="57171"/>
                  </a:moveTo>
                  <a:lnTo>
                    <a:pt x="106351" y="22136"/>
                  </a:lnTo>
                  <a:lnTo>
                    <a:pt x="103179" y="51724"/>
                  </a:lnTo>
                  <a:close/>
                  <a:moveTo>
                    <a:pt x="139718" y="13086"/>
                  </a:moveTo>
                  <a:lnTo>
                    <a:pt x="106351" y="22136"/>
                  </a:lnTo>
                  <a:lnTo>
                    <a:pt x="107212" y="57171"/>
                  </a:lnTo>
                  <a:close/>
                  <a:moveTo>
                    <a:pt x="149414" y="49951"/>
                  </a:moveTo>
                  <a:lnTo>
                    <a:pt x="139718" y="13086"/>
                  </a:lnTo>
                  <a:lnTo>
                    <a:pt x="107212" y="57171"/>
                  </a:lnTo>
                  <a:close/>
                  <a:moveTo>
                    <a:pt x="149414" y="49951"/>
                  </a:moveTo>
                  <a:lnTo>
                    <a:pt x="177528" y="9435"/>
                  </a:lnTo>
                  <a:lnTo>
                    <a:pt x="139718" y="13086"/>
                  </a:lnTo>
                  <a:close/>
                  <a:moveTo>
                    <a:pt x="122665" y="0"/>
                  </a:moveTo>
                  <a:lnTo>
                    <a:pt x="106351" y="22136"/>
                  </a:lnTo>
                  <a:lnTo>
                    <a:pt x="139718" y="13086"/>
                  </a:lnTo>
                  <a:close/>
                  <a:moveTo>
                    <a:pt x="485770" y="100423"/>
                  </a:moveTo>
                  <a:lnTo>
                    <a:pt x="485610" y="100487"/>
                  </a:lnTo>
                  <a:lnTo>
                    <a:pt x="480140" y="149681"/>
                  </a:lnTo>
                  <a:close/>
                  <a:moveTo>
                    <a:pt x="423817" y="89876"/>
                  </a:moveTo>
                  <a:lnTo>
                    <a:pt x="436798" y="117606"/>
                  </a:lnTo>
                  <a:lnTo>
                    <a:pt x="467839" y="63668"/>
                  </a:lnTo>
                  <a:close/>
                  <a:moveTo>
                    <a:pt x="467839" y="63668"/>
                  </a:moveTo>
                  <a:lnTo>
                    <a:pt x="436798" y="117606"/>
                  </a:lnTo>
                  <a:lnTo>
                    <a:pt x="485582" y="100022"/>
                  </a:lnTo>
                  <a:close/>
                  <a:moveTo>
                    <a:pt x="485582" y="100022"/>
                  </a:moveTo>
                  <a:lnTo>
                    <a:pt x="436798" y="117606"/>
                  </a:lnTo>
                  <a:lnTo>
                    <a:pt x="485610" y="100487"/>
                  </a:lnTo>
                  <a:close/>
                  <a:moveTo>
                    <a:pt x="485610" y="100487"/>
                  </a:moveTo>
                  <a:lnTo>
                    <a:pt x="485770" y="100423"/>
                  </a:lnTo>
                  <a:lnTo>
                    <a:pt x="485582" y="100022"/>
                  </a:lnTo>
                  <a:close/>
                  <a:moveTo>
                    <a:pt x="578337" y="210688"/>
                  </a:moveTo>
                  <a:lnTo>
                    <a:pt x="607688" y="211192"/>
                  </a:lnTo>
                  <a:lnTo>
                    <a:pt x="585775" y="207472"/>
                  </a:lnTo>
                  <a:close/>
                  <a:moveTo>
                    <a:pt x="601570" y="230260"/>
                  </a:moveTo>
                  <a:lnTo>
                    <a:pt x="607688" y="211192"/>
                  </a:lnTo>
                  <a:lnTo>
                    <a:pt x="578337" y="210688"/>
                  </a:lnTo>
                  <a:close/>
                  <a:moveTo>
                    <a:pt x="574792" y="247443"/>
                  </a:moveTo>
                  <a:lnTo>
                    <a:pt x="601570" y="230260"/>
                  </a:lnTo>
                  <a:lnTo>
                    <a:pt x="578337" y="210688"/>
                  </a:lnTo>
                  <a:close/>
                  <a:moveTo>
                    <a:pt x="552037" y="173933"/>
                  </a:moveTo>
                  <a:lnTo>
                    <a:pt x="578337" y="210688"/>
                  </a:lnTo>
                  <a:lnTo>
                    <a:pt x="585775" y="207472"/>
                  </a:lnTo>
                  <a:close/>
                  <a:moveTo>
                    <a:pt x="613369" y="193504"/>
                  </a:moveTo>
                  <a:lnTo>
                    <a:pt x="601837" y="156749"/>
                  </a:lnTo>
                  <a:lnTo>
                    <a:pt x="585775" y="207472"/>
                  </a:lnTo>
                  <a:close/>
                  <a:moveTo>
                    <a:pt x="601837" y="156749"/>
                  </a:moveTo>
                  <a:lnTo>
                    <a:pt x="587133" y="161622"/>
                  </a:lnTo>
                  <a:lnTo>
                    <a:pt x="585775" y="207472"/>
                  </a:lnTo>
                  <a:close/>
                  <a:moveTo>
                    <a:pt x="585775" y="207472"/>
                  </a:moveTo>
                  <a:lnTo>
                    <a:pt x="607688" y="211192"/>
                  </a:lnTo>
                  <a:lnTo>
                    <a:pt x="613369" y="193504"/>
                  </a:lnTo>
                  <a:close/>
                  <a:moveTo>
                    <a:pt x="482268" y="58457"/>
                  </a:moveTo>
                  <a:lnTo>
                    <a:pt x="485582" y="100022"/>
                  </a:lnTo>
                  <a:lnTo>
                    <a:pt x="523278" y="46485"/>
                  </a:lnTo>
                  <a:close/>
                  <a:moveTo>
                    <a:pt x="523278" y="46485"/>
                  </a:moveTo>
                  <a:lnTo>
                    <a:pt x="485582" y="100022"/>
                  </a:lnTo>
                  <a:lnTo>
                    <a:pt x="485770" y="100423"/>
                  </a:lnTo>
                  <a:close/>
                  <a:moveTo>
                    <a:pt x="523278" y="46485"/>
                  </a:moveTo>
                  <a:lnTo>
                    <a:pt x="485770" y="100423"/>
                  </a:lnTo>
                  <a:lnTo>
                    <a:pt x="530806" y="83239"/>
                  </a:lnTo>
                  <a:close/>
                  <a:moveTo>
                    <a:pt x="467839" y="63668"/>
                  </a:moveTo>
                  <a:lnTo>
                    <a:pt x="485582" y="100022"/>
                  </a:lnTo>
                  <a:lnTo>
                    <a:pt x="482268" y="58457"/>
                  </a:lnTo>
                  <a:close/>
                  <a:moveTo>
                    <a:pt x="449989" y="26913"/>
                  </a:moveTo>
                  <a:lnTo>
                    <a:pt x="482268" y="58457"/>
                  </a:lnTo>
                  <a:lnTo>
                    <a:pt x="477973" y="17203"/>
                  </a:lnTo>
                  <a:close/>
                  <a:moveTo>
                    <a:pt x="449989" y="26913"/>
                  </a:moveTo>
                  <a:lnTo>
                    <a:pt x="467839" y="63668"/>
                  </a:lnTo>
                  <a:lnTo>
                    <a:pt x="482268" y="58457"/>
                  </a:lnTo>
                  <a:close/>
                  <a:moveTo>
                    <a:pt x="523278" y="46485"/>
                  </a:moveTo>
                  <a:lnTo>
                    <a:pt x="511413" y="9730"/>
                  </a:lnTo>
                  <a:lnTo>
                    <a:pt x="482268" y="58457"/>
                  </a:lnTo>
                  <a:close/>
                  <a:moveTo>
                    <a:pt x="511413" y="9730"/>
                  </a:moveTo>
                  <a:lnTo>
                    <a:pt x="477973" y="17203"/>
                  </a:lnTo>
                  <a:lnTo>
                    <a:pt x="482268" y="58457"/>
                  </a:lnTo>
                  <a:close/>
                  <a:moveTo>
                    <a:pt x="601837" y="156749"/>
                  </a:moveTo>
                  <a:lnTo>
                    <a:pt x="647150" y="184664"/>
                  </a:lnTo>
                  <a:lnTo>
                    <a:pt x="635696" y="149229"/>
                  </a:lnTo>
                  <a:close/>
                  <a:moveTo>
                    <a:pt x="601837" y="156749"/>
                  </a:moveTo>
                  <a:lnTo>
                    <a:pt x="613369" y="193504"/>
                  </a:lnTo>
                  <a:lnTo>
                    <a:pt x="647150" y="184664"/>
                  </a:lnTo>
                  <a:close/>
                  <a:moveTo>
                    <a:pt x="546260" y="78269"/>
                  </a:moveTo>
                  <a:lnTo>
                    <a:pt x="544717" y="100330"/>
                  </a:lnTo>
                  <a:lnTo>
                    <a:pt x="579879" y="66056"/>
                  </a:lnTo>
                  <a:close/>
                  <a:moveTo>
                    <a:pt x="530806" y="83239"/>
                  </a:moveTo>
                  <a:lnTo>
                    <a:pt x="544717" y="100330"/>
                  </a:lnTo>
                  <a:lnTo>
                    <a:pt x="546260" y="78269"/>
                  </a:lnTo>
                  <a:close/>
                  <a:moveTo>
                    <a:pt x="523278" y="46485"/>
                  </a:moveTo>
                  <a:lnTo>
                    <a:pt x="546260" y="78269"/>
                  </a:lnTo>
                  <a:lnTo>
                    <a:pt x="533787" y="43661"/>
                  </a:lnTo>
                  <a:close/>
                  <a:moveTo>
                    <a:pt x="523278" y="46485"/>
                  </a:moveTo>
                  <a:lnTo>
                    <a:pt x="530806" y="83239"/>
                  </a:lnTo>
                  <a:lnTo>
                    <a:pt x="546260" y="78269"/>
                  </a:lnTo>
                  <a:close/>
                  <a:moveTo>
                    <a:pt x="579879" y="66056"/>
                  </a:moveTo>
                  <a:lnTo>
                    <a:pt x="584933" y="29909"/>
                  </a:lnTo>
                  <a:lnTo>
                    <a:pt x="546260" y="78269"/>
                  </a:lnTo>
                  <a:close/>
                  <a:moveTo>
                    <a:pt x="546260" y="78269"/>
                  </a:moveTo>
                  <a:lnTo>
                    <a:pt x="584933" y="29909"/>
                  </a:lnTo>
                  <a:lnTo>
                    <a:pt x="584210" y="29757"/>
                  </a:lnTo>
                  <a:close/>
                  <a:moveTo>
                    <a:pt x="546260" y="78269"/>
                  </a:moveTo>
                  <a:lnTo>
                    <a:pt x="584210" y="29757"/>
                  </a:lnTo>
                  <a:lnTo>
                    <a:pt x="533787" y="43661"/>
                  </a:lnTo>
                  <a:close/>
                  <a:moveTo>
                    <a:pt x="511413" y="9730"/>
                  </a:moveTo>
                  <a:lnTo>
                    <a:pt x="523278" y="46485"/>
                  </a:lnTo>
                  <a:lnTo>
                    <a:pt x="533787" y="43661"/>
                  </a:lnTo>
                  <a:close/>
                  <a:moveTo>
                    <a:pt x="533787" y="43661"/>
                  </a:moveTo>
                  <a:lnTo>
                    <a:pt x="584210" y="29757"/>
                  </a:lnTo>
                  <a:lnTo>
                    <a:pt x="523103" y="7600"/>
                  </a:lnTo>
                  <a:close/>
                  <a:moveTo>
                    <a:pt x="584210" y="29757"/>
                  </a:moveTo>
                  <a:lnTo>
                    <a:pt x="584933" y="29909"/>
                  </a:lnTo>
                  <a:lnTo>
                    <a:pt x="585003" y="29301"/>
                  </a:lnTo>
                  <a:close/>
                  <a:moveTo>
                    <a:pt x="579879" y="66056"/>
                  </a:moveTo>
                  <a:lnTo>
                    <a:pt x="600723" y="88946"/>
                  </a:lnTo>
                  <a:lnTo>
                    <a:pt x="601512" y="60438"/>
                  </a:lnTo>
                  <a:close/>
                  <a:moveTo>
                    <a:pt x="584933" y="29909"/>
                  </a:moveTo>
                  <a:lnTo>
                    <a:pt x="579879" y="66056"/>
                  </a:lnTo>
                  <a:lnTo>
                    <a:pt x="601512" y="60438"/>
                  </a:lnTo>
                  <a:close/>
                  <a:moveTo>
                    <a:pt x="601512" y="60438"/>
                  </a:moveTo>
                  <a:lnTo>
                    <a:pt x="585003" y="29301"/>
                  </a:lnTo>
                  <a:lnTo>
                    <a:pt x="584933" y="29909"/>
                  </a:lnTo>
                  <a:close/>
                  <a:moveTo>
                    <a:pt x="632160" y="17863"/>
                  </a:moveTo>
                  <a:lnTo>
                    <a:pt x="585003" y="29301"/>
                  </a:lnTo>
                  <a:lnTo>
                    <a:pt x="601512" y="60438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13" name="Input_density__212">
              <a:extLst>
                <a:ext uri="{FF2B5EF4-FFF2-40B4-BE49-F238E27FC236}">
                  <a16:creationId xmlns:a16="http://schemas.microsoft.com/office/drawing/2014/main" id="{087965C3-6DA9-70E3-6C36-8B5B8E27EF14}"/>
                </a:ext>
              </a:extLst>
            </p:cNvPr>
            <p:cNvSpPr>
              <a:spLocks noGrp="1"/>
            </p:cNvSpPr>
            <p:nvPr/>
          </p:nvSpPr>
          <p:spPr>
            <a:xfrm>
              <a:off x="761208" y="2105368"/>
              <a:ext cx="609036" cy="172362"/>
            </a:xfrm>
            <a:custGeom>
              <a:avLst/>
              <a:gdLst/>
              <a:ahLst/>
              <a:cxnLst/>
              <a:rect l="0" t="0" r="0" b="0"/>
              <a:pathLst>
                <a:path w="609036" h="172362">
                  <a:moveTo>
                    <a:pt x="34118" y="149286"/>
                  </a:moveTo>
                  <a:lnTo>
                    <a:pt x="73610" y="172362"/>
                  </a:lnTo>
                  <a:lnTo>
                    <a:pt x="94097" y="152750"/>
                  </a:lnTo>
                  <a:close/>
                  <a:moveTo>
                    <a:pt x="59148" y="146660"/>
                  </a:moveTo>
                  <a:lnTo>
                    <a:pt x="94097" y="152750"/>
                  </a:lnTo>
                  <a:lnTo>
                    <a:pt x="109233" y="113135"/>
                  </a:lnTo>
                  <a:close/>
                  <a:moveTo>
                    <a:pt x="109233" y="113135"/>
                  </a:moveTo>
                  <a:lnTo>
                    <a:pt x="132746" y="115236"/>
                  </a:lnTo>
                  <a:lnTo>
                    <a:pt x="116404" y="108312"/>
                  </a:lnTo>
                  <a:close/>
                  <a:moveTo>
                    <a:pt x="124999" y="143715"/>
                  </a:moveTo>
                  <a:lnTo>
                    <a:pt x="132746" y="115236"/>
                  </a:lnTo>
                  <a:lnTo>
                    <a:pt x="109233" y="113135"/>
                  </a:lnTo>
                  <a:close/>
                  <a:moveTo>
                    <a:pt x="94097" y="152750"/>
                  </a:moveTo>
                  <a:lnTo>
                    <a:pt x="124999" y="143715"/>
                  </a:lnTo>
                  <a:lnTo>
                    <a:pt x="109233" y="113135"/>
                  </a:lnTo>
                  <a:close/>
                  <a:moveTo>
                    <a:pt x="116404" y="108312"/>
                  </a:moveTo>
                  <a:lnTo>
                    <a:pt x="132746" y="115236"/>
                  </a:lnTo>
                  <a:lnTo>
                    <a:pt x="135107" y="85296"/>
                  </a:lnTo>
                  <a:close/>
                  <a:moveTo>
                    <a:pt x="0" y="50091"/>
                  </a:moveTo>
                  <a:lnTo>
                    <a:pt x="4300" y="15230"/>
                  </a:lnTo>
                  <a:lnTo>
                    <a:pt x="1118" y="51488"/>
                  </a:lnTo>
                  <a:close/>
                  <a:moveTo>
                    <a:pt x="42729" y="0"/>
                  </a:moveTo>
                  <a:lnTo>
                    <a:pt x="4300" y="15230"/>
                  </a:lnTo>
                  <a:lnTo>
                    <a:pt x="22455" y="9471"/>
                  </a:lnTo>
                  <a:close/>
                  <a:moveTo>
                    <a:pt x="119654" y="55889"/>
                  </a:moveTo>
                  <a:lnTo>
                    <a:pt x="135107" y="85296"/>
                  </a:lnTo>
                  <a:lnTo>
                    <a:pt x="141401" y="63452"/>
                  </a:lnTo>
                  <a:close/>
                  <a:moveTo>
                    <a:pt x="116404" y="108312"/>
                  </a:moveTo>
                  <a:lnTo>
                    <a:pt x="135107" y="85296"/>
                  </a:lnTo>
                  <a:lnTo>
                    <a:pt x="111256" y="105618"/>
                  </a:lnTo>
                  <a:close/>
                  <a:moveTo>
                    <a:pt x="169625" y="67595"/>
                  </a:moveTo>
                  <a:lnTo>
                    <a:pt x="141401" y="63452"/>
                  </a:lnTo>
                  <a:lnTo>
                    <a:pt x="135107" y="85296"/>
                  </a:lnTo>
                  <a:close/>
                  <a:moveTo>
                    <a:pt x="568335" y="156803"/>
                  </a:moveTo>
                  <a:lnTo>
                    <a:pt x="581924" y="169415"/>
                  </a:lnTo>
                  <a:lnTo>
                    <a:pt x="588913" y="122415"/>
                  </a:lnTo>
                  <a:close/>
                  <a:moveTo>
                    <a:pt x="585035" y="80821"/>
                  </a:moveTo>
                  <a:lnTo>
                    <a:pt x="588913" y="122415"/>
                  </a:lnTo>
                  <a:lnTo>
                    <a:pt x="609036" y="88396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14" name="Input_density__213">
              <a:extLst>
                <a:ext uri="{FF2B5EF4-FFF2-40B4-BE49-F238E27FC236}">
                  <a16:creationId xmlns:a16="http://schemas.microsoft.com/office/drawing/2014/main" id="{E3B18000-9D28-9DC4-357B-88444791DE9E}"/>
                </a:ext>
              </a:extLst>
            </p:cNvPr>
            <p:cNvSpPr>
              <a:spLocks noGrp="1"/>
            </p:cNvSpPr>
            <p:nvPr/>
          </p:nvSpPr>
          <p:spPr>
            <a:xfrm>
              <a:off x="834818" y="2227783"/>
              <a:ext cx="522674" cy="49946"/>
            </a:xfrm>
            <a:custGeom>
              <a:avLst/>
              <a:gdLst/>
              <a:ahLst/>
              <a:cxnLst/>
              <a:rect l="0" t="0" r="0" b="0"/>
              <a:pathLst>
                <a:path w="522674" h="49946">
                  <a:moveTo>
                    <a:pt x="20487" y="30335"/>
                  </a:moveTo>
                  <a:lnTo>
                    <a:pt x="0" y="49946"/>
                  </a:lnTo>
                  <a:lnTo>
                    <a:pt x="51390" y="21299"/>
                  </a:lnTo>
                  <a:close/>
                  <a:moveTo>
                    <a:pt x="515303" y="0"/>
                  </a:moveTo>
                  <a:lnTo>
                    <a:pt x="508314" y="46999"/>
                  </a:lnTo>
                  <a:lnTo>
                    <a:pt x="510791" y="40488"/>
                  </a:lnTo>
                  <a:close/>
                  <a:moveTo>
                    <a:pt x="515303" y="0"/>
                  </a:moveTo>
                  <a:lnTo>
                    <a:pt x="510791" y="40488"/>
                  </a:lnTo>
                  <a:lnTo>
                    <a:pt x="522674" y="10244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15" name="Input_density__214">
              <a:extLst>
                <a:ext uri="{FF2B5EF4-FFF2-40B4-BE49-F238E27FC236}">
                  <a16:creationId xmlns:a16="http://schemas.microsoft.com/office/drawing/2014/main" id="{C93D85F5-8DEE-201A-B29E-62276435CFB8}"/>
                </a:ext>
              </a:extLst>
            </p:cNvPr>
            <p:cNvSpPr>
              <a:spLocks noGrp="1"/>
            </p:cNvSpPr>
            <p:nvPr/>
          </p:nvSpPr>
          <p:spPr>
            <a:xfrm>
              <a:off x="1277550" y="2268271"/>
              <a:ext cx="68059" cy="62532"/>
            </a:xfrm>
            <a:custGeom>
              <a:avLst/>
              <a:gdLst/>
              <a:ahLst/>
              <a:cxnLst/>
              <a:rect l="0" t="0" r="0" b="0"/>
              <a:pathLst>
                <a:path w="68059" h="62532">
                  <a:moveTo>
                    <a:pt x="23002" y="52326"/>
                  </a:moveTo>
                  <a:lnTo>
                    <a:pt x="0" y="62532"/>
                  </a:lnTo>
                  <a:lnTo>
                    <a:pt x="49854" y="28145"/>
                  </a:lnTo>
                  <a:close/>
                  <a:moveTo>
                    <a:pt x="8168" y="60450"/>
                  </a:moveTo>
                  <a:lnTo>
                    <a:pt x="23002" y="52326"/>
                  </a:lnTo>
                  <a:lnTo>
                    <a:pt x="44379" y="36040"/>
                  </a:lnTo>
                  <a:close/>
                  <a:moveTo>
                    <a:pt x="44379" y="36040"/>
                  </a:moveTo>
                  <a:lnTo>
                    <a:pt x="58457" y="15734"/>
                  </a:lnTo>
                  <a:lnTo>
                    <a:pt x="65582" y="6512"/>
                  </a:lnTo>
                  <a:close/>
                  <a:moveTo>
                    <a:pt x="49854" y="28145"/>
                  </a:moveTo>
                  <a:lnTo>
                    <a:pt x="58457" y="15734"/>
                  </a:lnTo>
                  <a:lnTo>
                    <a:pt x="44379" y="36040"/>
                  </a:lnTo>
                  <a:close/>
                  <a:moveTo>
                    <a:pt x="23002" y="52326"/>
                  </a:moveTo>
                  <a:lnTo>
                    <a:pt x="49854" y="28145"/>
                  </a:lnTo>
                  <a:lnTo>
                    <a:pt x="44379" y="36040"/>
                  </a:lnTo>
                  <a:close/>
                  <a:moveTo>
                    <a:pt x="52348" y="23695"/>
                  </a:moveTo>
                  <a:lnTo>
                    <a:pt x="68059" y="0"/>
                  </a:lnTo>
                  <a:lnTo>
                    <a:pt x="58457" y="15734"/>
                  </a:lnTo>
                  <a:close/>
                  <a:moveTo>
                    <a:pt x="65582" y="6512"/>
                  </a:moveTo>
                  <a:lnTo>
                    <a:pt x="58457" y="15734"/>
                  </a:lnTo>
                  <a:lnTo>
                    <a:pt x="68059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16" name="Input_density__215">
              <a:extLst>
                <a:ext uri="{FF2B5EF4-FFF2-40B4-BE49-F238E27FC236}">
                  <a16:creationId xmlns:a16="http://schemas.microsoft.com/office/drawing/2014/main" id="{64B1D4C7-6F19-28D4-79BC-8D04652539C0}"/>
                </a:ext>
              </a:extLst>
            </p:cNvPr>
            <p:cNvSpPr>
              <a:spLocks noGrp="1"/>
            </p:cNvSpPr>
            <p:nvPr/>
          </p:nvSpPr>
          <p:spPr>
            <a:xfrm>
              <a:off x="820356" y="2121180"/>
              <a:ext cx="529765" cy="217166"/>
            </a:xfrm>
            <a:custGeom>
              <a:avLst/>
              <a:gdLst/>
              <a:ahLst/>
              <a:cxnLst/>
              <a:rect l="0" t="0" r="0" b="0"/>
              <a:pathLst>
                <a:path w="529765" h="217166">
                  <a:moveTo>
                    <a:pt x="656" y="92499"/>
                  </a:moveTo>
                  <a:lnTo>
                    <a:pt x="0" y="130847"/>
                  </a:lnTo>
                  <a:lnTo>
                    <a:pt x="18508" y="103836"/>
                  </a:lnTo>
                  <a:close/>
                  <a:moveTo>
                    <a:pt x="18508" y="103836"/>
                  </a:moveTo>
                  <a:lnTo>
                    <a:pt x="0" y="130847"/>
                  </a:lnTo>
                  <a:lnTo>
                    <a:pt x="50085" y="97322"/>
                  </a:lnTo>
                  <a:close/>
                  <a:moveTo>
                    <a:pt x="656" y="92499"/>
                  </a:moveTo>
                  <a:lnTo>
                    <a:pt x="18508" y="103836"/>
                  </a:lnTo>
                  <a:lnTo>
                    <a:pt x="23315" y="86125"/>
                  </a:lnTo>
                  <a:close/>
                  <a:moveTo>
                    <a:pt x="52108" y="89805"/>
                  </a:moveTo>
                  <a:lnTo>
                    <a:pt x="23315" y="86125"/>
                  </a:lnTo>
                  <a:lnTo>
                    <a:pt x="18508" y="103836"/>
                  </a:lnTo>
                  <a:close/>
                  <a:moveTo>
                    <a:pt x="23315" y="86125"/>
                  </a:moveTo>
                  <a:lnTo>
                    <a:pt x="52108" y="89805"/>
                  </a:lnTo>
                  <a:lnTo>
                    <a:pt x="29263" y="47839"/>
                  </a:lnTo>
                  <a:close/>
                  <a:moveTo>
                    <a:pt x="52108" y="89805"/>
                  </a:moveTo>
                  <a:lnTo>
                    <a:pt x="60506" y="40076"/>
                  </a:lnTo>
                  <a:lnTo>
                    <a:pt x="29263" y="47839"/>
                  </a:lnTo>
                  <a:close/>
                  <a:moveTo>
                    <a:pt x="60506" y="40076"/>
                  </a:moveTo>
                  <a:lnTo>
                    <a:pt x="82253" y="47639"/>
                  </a:lnTo>
                  <a:lnTo>
                    <a:pt x="63610" y="38561"/>
                  </a:lnTo>
                  <a:close/>
                  <a:moveTo>
                    <a:pt x="60832" y="37966"/>
                  </a:moveTo>
                  <a:lnTo>
                    <a:pt x="29263" y="47839"/>
                  </a:lnTo>
                  <a:lnTo>
                    <a:pt x="60506" y="40076"/>
                  </a:lnTo>
                  <a:close/>
                  <a:moveTo>
                    <a:pt x="60832" y="37966"/>
                  </a:moveTo>
                  <a:lnTo>
                    <a:pt x="60506" y="40076"/>
                  </a:lnTo>
                  <a:lnTo>
                    <a:pt x="63610" y="38561"/>
                  </a:lnTo>
                  <a:close/>
                  <a:moveTo>
                    <a:pt x="52491" y="0"/>
                  </a:moveTo>
                  <a:lnTo>
                    <a:pt x="60832" y="37966"/>
                  </a:lnTo>
                  <a:lnTo>
                    <a:pt x="63610" y="38561"/>
                  </a:lnTo>
                  <a:close/>
                  <a:moveTo>
                    <a:pt x="409424" y="207541"/>
                  </a:moveTo>
                  <a:lnTo>
                    <a:pt x="403890" y="217166"/>
                  </a:lnTo>
                  <a:lnTo>
                    <a:pt x="416929" y="212023"/>
                  </a:lnTo>
                  <a:close/>
                  <a:moveTo>
                    <a:pt x="501458" y="102527"/>
                  </a:moveTo>
                  <a:lnTo>
                    <a:pt x="509187" y="140991"/>
                  </a:lnTo>
                  <a:lnTo>
                    <a:pt x="529765" y="106603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  <p:sp>
          <p:nvSpPr>
            <p:cNvPr id="217" name="Input_density__216">
              <a:extLst>
                <a:ext uri="{FF2B5EF4-FFF2-40B4-BE49-F238E27FC236}">
                  <a16:creationId xmlns:a16="http://schemas.microsoft.com/office/drawing/2014/main" id="{F7EDBB2E-E884-34AE-CE6D-4C2C9DEDD293}"/>
                </a:ext>
              </a:extLst>
            </p:cNvPr>
            <p:cNvSpPr>
              <a:spLocks noGrp="1"/>
            </p:cNvSpPr>
            <p:nvPr/>
          </p:nvSpPr>
          <p:spPr>
            <a:xfrm>
              <a:off x="739794" y="2112159"/>
              <a:ext cx="589749" cy="226187"/>
            </a:xfrm>
            <a:custGeom>
              <a:avLst/>
              <a:gdLst/>
              <a:ahLst/>
              <a:cxnLst/>
              <a:rect l="0" t="0" r="0" b="0"/>
              <a:pathLst>
                <a:path w="589749" h="226187">
                  <a:moveTo>
                    <a:pt x="81217" y="101520"/>
                  </a:moveTo>
                  <a:lnTo>
                    <a:pt x="56340" y="118704"/>
                  </a:lnTo>
                  <a:lnTo>
                    <a:pt x="80562" y="139868"/>
                  </a:lnTo>
                  <a:close/>
                  <a:moveTo>
                    <a:pt x="55608" y="74938"/>
                  </a:moveTo>
                  <a:lnTo>
                    <a:pt x="37152" y="77557"/>
                  </a:lnTo>
                  <a:lnTo>
                    <a:pt x="81217" y="101520"/>
                  </a:lnTo>
                  <a:close/>
                  <a:moveTo>
                    <a:pt x="81217" y="101520"/>
                  </a:moveTo>
                  <a:lnTo>
                    <a:pt x="37152" y="77557"/>
                  </a:lnTo>
                  <a:lnTo>
                    <a:pt x="33850" y="81948"/>
                  </a:lnTo>
                  <a:close/>
                  <a:moveTo>
                    <a:pt x="81217" y="101520"/>
                  </a:moveTo>
                  <a:lnTo>
                    <a:pt x="33850" y="81948"/>
                  </a:lnTo>
                  <a:lnTo>
                    <a:pt x="56340" y="118704"/>
                  </a:lnTo>
                  <a:close/>
                  <a:moveTo>
                    <a:pt x="61809" y="39852"/>
                  </a:moveTo>
                  <a:lnTo>
                    <a:pt x="33850" y="81948"/>
                  </a:lnTo>
                  <a:lnTo>
                    <a:pt x="37152" y="77557"/>
                  </a:lnTo>
                  <a:close/>
                  <a:moveTo>
                    <a:pt x="30005" y="28010"/>
                  </a:moveTo>
                  <a:lnTo>
                    <a:pt x="21414" y="43300"/>
                  </a:lnTo>
                  <a:lnTo>
                    <a:pt x="22532" y="44696"/>
                  </a:lnTo>
                  <a:close/>
                  <a:moveTo>
                    <a:pt x="0" y="8439"/>
                  </a:moveTo>
                  <a:lnTo>
                    <a:pt x="21414" y="43300"/>
                  </a:lnTo>
                  <a:lnTo>
                    <a:pt x="30005" y="28010"/>
                  </a:lnTo>
                  <a:close/>
                  <a:moveTo>
                    <a:pt x="46271" y="64765"/>
                  </a:moveTo>
                  <a:lnTo>
                    <a:pt x="22532" y="44696"/>
                  </a:lnTo>
                  <a:lnTo>
                    <a:pt x="37152" y="77557"/>
                  </a:lnTo>
                  <a:close/>
                  <a:moveTo>
                    <a:pt x="141394" y="46987"/>
                  </a:moveTo>
                  <a:lnTo>
                    <a:pt x="111144" y="44491"/>
                  </a:lnTo>
                  <a:lnTo>
                    <a:pt x="109824" y="56860"/>
                  </a:lnTo>
                  <a:close/>
                  <a:moveTo>
                    <a:pt x="111144" y="44491"/>
                  </a:moveTo>
                  <a:lnTo>
                    <a:pt x="141394" y="46987"/>
                  </a:lnTo>
                  <a:lnTo>
                    <a:pt x="133053" y="9021"/>
                  </a:lnTo>
                  <a:close/>
                  <a:moveTo>
                    <a:pt x="133053" y="9021"/>
                  </a:moveTo>
                  <a:lnTo>
                    <a:pt x="144171" y="47582"/>
                  </a:lnTo>
                  <a:lnTo>
                    <a:pt x="149282" y="10827"/>
                  </a:lnTo>
                  <a:close/>
                  <a:moveTo>
                    <a:pt x="133053" y="9021"/>
                  </a:moveTo>
                  <a:lnTo>
                    <a:pt x="149282" y="10827"/>
                  </a:lnTo>
                  <a:lnTo>
                    <a:pt x="127936" y="0"/>
                  </a:lnTo>
                  <a:close/>
                  <a:moveTo>
                    <a:pt x="489985" y="216562"/>
                  </a:moveTo>
                  <a:lnTo>
                    <a:pt x="480011" y="185050"/>
                  </a:lnTo>
                  <a:lnTo>
                    <a:pt x="484452" y="226187"/>
                  </a:lnTo>
                  <a:close/>
                  <a:moveTo>
                    <a:pt x="556722" y="149774"/>
                  </a:moveTo>
                  <a:lnTo>
                    <a:pt x="589749" y="150012"/>
                  </a:lnTo>
                  <a:lnTo>
                    <a:pt x="582020" y="111548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18" name="Input_density__217">
              <a:extLst>
                <a:ext uri="{FF2B5EF4-FFF2-40B4-BE49-F238E27FC236}">
                  <a16:creationId xmlns:a16="http://schemas.microsoft.com/office/drawing/2014/main" id="{F2D7ACC2-7F55-5370-704C-4892FBAD5FDA}"/>
                </a:ext>
              </a:extLst>
            </p:cNvPr>
            <p:cNvSpPr>
              <a:spLocks noGrp="1"/>
            </p:cNvSpPr>
            <p:nvPr/>
          </p:nvSpPr>
          <p:spPr>
            <a:xfrm>
              <a:off x="739794" y="2103414"/>
              <a:ext cx="508126" cy="225307"/>
            </a:xfrm>
            <a:custGeom>
              <a:avLst/>
              <a:gdLst/>
              <a:ahLst/>
              <a:cxnLst/>
              <a:rect l="0" t="0" r="0" b="0"/>
              <a:pathLst>
                <a:path w="508126" h="225307">
                  <a:moveTo>
                    <a:pt x="32140" y="0"/>
                  </a:moveTo>
                  <a:lnTo>
                    <a:pt x="0" y="17183"/>
                  </a:lnTo>
                  <a:lnTo>
                    <a:pt x="30005" y="36755"/>
                  </a:lnTo>
                  <a:close/>
                  <a:moveTo>
                    <a:pt x="46271" y="73510"/>
                  </a:moveTo>
                  <a:lnTo>
                    <a:pt x="37152" y="86302"/>
                  </a:lnTo>
                  <a:lnTo>
                    <a:pt x="55608" y="83682"/>
                  </a:lnTo>
                  <a:close/>
                  <a:moveTo>
                    <a:pt x="46271" y="73510"/>
                  </a:moveTo>
                  <a:lnTo>
                    <a:pt x="30005" y="36755"/>
                  </a:lnTo>
                  <a:lnTo>
                    <a:pt x="22532" y="53441"/>
                  </a:lnTo>
                  <a:close/>
                  <a:moveTo>
                    <a:pt x="111144" y="53236"/>
                  </a:moveTo>
                  <a:lnTo>
                    <a:pt x="133053" y="17766"/>
                  </a:lnTo>
                  <a:lnTo>
                    <a:pt x="99282" y="18132"/>
                  </a:lnTo>
                  <a:close/>
                  <a:moveTo>
                    <a:pt x="99282" y="18132"/>
                  </a:moveTo>
                  <a:lnTo>
                    <a:pt x="127936" y="8745"/>
                  </a:lnTo>
                  <a:lnTo>
                    <a:pt x="95693" y="12769"/>
                  </a:lnTo>
                  <a:close/>
                  <a:moveTo>
                    <a:pt x="99282" y="18132"/>
                  </a:moveTo>
                  <a:lnTo>
                    <a:pt x="133053" y="17766"/>
                  </a:lnTo>
                  <a:lnTo>
                    <a:pt x="127936" y="8745"/>
                  </a:lnTo>
                  <a:close/>
                  <a:moveTo>
                    <a:pt x="489985" y="225307"/>
                  </a:moveTo>
                  <a:lnTo>
                    <a:pt x="480121" y="188551"/>
                  </a:lnTo>
                  <a:lnTo>
                    <a:pt x="480011" y="193795"/>
                  </a:lnTo>
                  <a:close/>
                  <a:moveTo>
                    <a:pt x="480121" y="188551"/>
                  </a:moveTo>
                  <a:lnTo>
                    <a:pt x="489985" y="225307"/>
                  </a:lnTo>
                  <a:lnTo>
                    <a:pt x="508126" y="215685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19" name="Input_density__218">
              <a:extLst>
                <a:ext uri="{FF2B5EF4-FFF2-40B4-BE49-F238E27FC236}">
                  <a16:creationId xmlns:a16="http://schemas.microsoft.com/office/drawing/2014/main" id="{97E344EF-A907-6713-FA84-747EA5DD3988}"/>
                </a:ext>
              </a:extLst>
            </p:cNvPr>
            <p:cNvSpPr>
              <a:spLocks noGrp="1"/>
            </p:cNvSpPr>
            <p:nvPr/>
          </p:nvSpPr>
          <p:spPr>
            <a:xfrm>
              <a:off x="838864" y="2161256"/>
              <a:ext cx="490680" cy="177090"/>
            </a:xfrm>
            <a:custGeom>
              <a:avLst/>
              <a:gdLst/>
              <a:ahLst/>
              <a:cxnLst/>
              <a:rect l="0" t="0" r="0" b="0"/>
              <a:pathLst>
                <a:path w="490680" h="177090">
                  <a:moveTo>
                    <a:pt x="33601" y="49729"/>
                  </a:moveTo>
                  <a:lnTo>
                    <a:pt x="0" y="63760"/>
                  </a:lnTo>
                  <a:lnTo>
                    <a:pt x="31577" y="57246"/>
                  </a:lnTo>
                  <a:close/>
                  <a:moveTo>
                    <a:pt x="33601" y="49729"/>
                  </a:moveTo>
                  <a:lnTo>
                    <a:pt x="31577" y="57246"/>
                  </a:lnTo>
                  <a:lnTo>
                    <a:pt x="38748" y="52423"/>
                  </a:lnTo>
                  <a:close/>
                  <a:moveTo>
                    <a:pt x="33601" y="49729"/>
                  </a:moveTo>
                  <a:lnTo>
                    <a:pt x="57451" y="29408"/>
                  </a:lnTo>
                  <a:lnTo>
                    <a:pt x="41998" y="0"/>
                  </a:lnTo>
                  <a:close/>
                  <a:moveTo>
                    <a:pt x="432804" y="175921"/>
                  </a:moveTo>
                  <a:lnTo>
                    <a:pt x="398421" y="171947"/>
                  </a:lnTo>
                  <a:lnTo>
                    <a:pt x="385383" y="177090"/>
                  </a:lnTo>
                  <a:close/>
                  <a:moveTo>
                    <a:pt x="432804" y="175921"/>
                  </a:moveTo>
                  <a:lnTo>
                    <a:pt x="454015" y="159017"/>
                  </a:lnTo>
                  <a:lnTo>
                    <a:pt x="398421" y="171947"/>
                  </a:lnTo>
                  <a:close/>
                  <a:moveTo>
                    <a:pt x="458956" y="144364"/>
                  </a:moveTo>
                  <a:lnTo>
                    <a:pt x="454015" y="159017"/>
                  </a:lnTo>
                  <a:lnTo>
                    <a:pt x="470557" y="150281"/>
                  </a:lnTo>
                  <a:close/>
                  <a:moveTo>
                    <a:pt x="458956" y="144364"/>
                  </a:moveTo>
                  <a:lnTo>
                    <a:pt x="470557" y="150281"/>
                  </a:lnTo>
                  <a:lnTo>
                    <a:pt x="490680" y="100914"/>
                  </a:lnTo>
                  <a:close/>
                </a:path>
              </a:pathLst>
            </a:custGeom>
            <a:solidFill>
              <a:srgbClr val="BCC7CF"/>
            </a:solidFill>
            <a:ln w="1524">
              <a:solidFill>
                <a:srgbClr val="BCC7CF"/>
              </a:solidFill>
            </a:ln>
          </p:spPr>
        </p:sp>
        <p:sp>
          <p:nvSpPr>
            <p:cNvPr id="220" name="Input_density__219">
              <a:extLst>
                <a:ext uri="{FF2B5EF4-FFF2-40B4-BE49-F238E27FC236}">
                  <a16:creationId xmlns:a16="http://schemas.microsoft.com/office/drawing/2014/main" id="{89C5278B-368D-7E6E-1F16-C1ED5CCCC5DF}"/>
                </a:ext>
              </a:extLst>
            </p:cNvPr>
            <p:cNvSpPr>
              <a:spLocks noGrp="1"/>
            </p:cNvSpPr>
            <p:nvPr/>
          </p:nvSpPr>
          <p:spPr>
            <a:xfrm>
              <a:off x="760011" y="2064939"/>
              <a:ext cx="561803" cy="254160"/>
            </a:xfrm>
            <a:custGeom>
              <a:avLst/>
              <a:gdLst/>
              <a:ahLst/>
              <a:cxnLst/>
              <a:rect l="0" t="0" r="0" b="0"/>
              <a:pathLst>
                <a:path w="561803" h="254160">
                  <a:moveTo>
                    <a:pt x="11923" y="38475"/>
                  </a:moveTo>
                  <a:lnTo>
                    <a:pt x="36252" y="64326"/>
                  </a:lnTo>
                  <a:lnTo>
                    <a:pt x="13731" y="37888"/>
                  </a:lnTo>
                  <a:close/>
                  <a:moveTo>
                    <a:pt x="11923" y="38475"/>
                  </a:moveTo>
                  <a:lnTo>
                    <a:pt x="9788" y="75230"/>
                  </a:lnTo>
                  <a:lnTo>
                    <a:pt x="36252" y="64326"/>
                  </a:lnTo>
                  <a:close/>
                  <a:moveTo>
                    <a:pt x="66724" y="58047"/>
                  </a:moveTo>
                  <a:lnTo>
                    <a:pt x="75476" y="51245"/>
                  </a:lnTo>
                  <a:lnTo>
                    <a:pt x="36252" y="64326"/>
                  </a:lnTo>
                  <a:close/>
                  <a:moveTo>
                    <a:pt x="36252" y="64326"/>
                  </a:moveTo>
                  <a:lnTo>
                    <a:pt x="75476" y="51245"/>
                  </a:lnTo>
                  <a:lnTo>
                    <a:pt x="48008" y="37110"/>
                  </a:lnTo>
                  <a:close/>
                  <a:moveTo>
                    <a:pt x="36252" y="64326"/>
                  </a:moveTo>
                  <a:lnTo>
                    <a:pt x="48008" y="37110"/>
                  </a:lnTo>
                  <a:lnTo>
                    <a:pt x="13731" y="37888"/>
                  </a:lnTo>
                  <a:close/>
                  <a:moveTo>
                    <a:pt x="0" y="1720"/>
                  </a:moveTo>
                  <a:lnTo>
                    <a:pt x="13731" y="37888"/>
                  </a:lnTo>
                  <a:lnTo>
                    <a:pt x="5294" y="0"/>
                  </a:lnTo>
                  <a:close/>
                  <a:moveTo>
                    <a:pt x="0" y="1720"/>
                  </a:moveTo>
                  <a:lnTo>
                    <a:pt x="11923" y="38475"/>
                  </a:lnTo>
                  <a:lnTo>
                    <a:pt x="13731" y="37888"/>
                  </a:lnTo>
                  <a:close/>
                  <a:moveTo>
                    <a:pt x="48008" y="37110"/>
                  </a:moveTo>
                  <a:lnTo>
                    <a:pt x="75476" y="51245"/>
                  </a:lnTo>
                  <a:lnTo>
                    <a:pt x="107719" y="47220"/>
                  </a:lnTo>
                  <a:close/>
                  <a:moveTo>
                    <a:pt x="75476" y="51245"/>
                  </a:moveTo>
                  <a:lnTo>
                    <a:pt x="66724" y="58047"/>
                  </a:lnTo>
                  <a:lnTo>
                    <a:pt x="79065" y="56608"/>
                  </a:lnTo>
                  <a:close/>
                  <a:moveTo>
                    <a:pt x="462524" y="213118"/>
                  </a:moveTo>
                  <a:lnTo>
                    <a:pt x="459794" y="232270"/>
                  </a:lnTo>
                  <a:lnTo>
                    <a:pt x="459904" y="227027"/>
                  </a:lnTo>
                  <a:close/>
                  <a:moveTo>
                    <a:pt x="459904" y="227027"/>
                  </a:moveTo>
                  <a:lnTo>
                    <a:pt x="487909" y="254160"/>
                  </a:lnTo>
                  <a:lnTo>
                    <a:pt x="472899" y="221616"/>
                  </a:lnTo>
                  <a:close/>
                  <a:moveTo>
                    <a:pt x="462524" y="213118"/>
                  </a:moveTo>
                  <a:lnTo>
                    <a:pt x="459904" y="227027"/>
                  </a:lnTo>
                  <a:lnTo>
                    <a:pt x="472899" y="221616"/>
                  </a:lnTo>
                  <a:close/>
                  <a:moveTo>
                    <a:pt x="462524" y="213118"/>
                  </a:moveTo>
                  <a:lnTo>
                    <a:pt x="472899" y="221616"/>
                  </a:lnTo>
                  <a:lnTo>
                    <a:pt x="472873" y="190272"/>
                  </a:lnTo>
                  <a:close/>
                  <a:moveTo>
                    <a:pt x="472873" y="190272"/>
                  </a:moveTo>
                  <a:lnTo>
                    <a:pt x="472899" y="221616"/>
                  </a:lnTo>
                  <a:lnTo>
                    <a:pt x="495406" y="209843"/>
                  </a:lnTo>
                  <a:close/>
                  <a:moveTo>
                    <a:pt x="472873" y="190272"/>
                  </a:moveTo>
                  <a:lnTo>
                    <a:pt x="495406" y="209843"/>
                  </a:lnTo>
                  <a:lnTo>
                    <a:pt x="499652" y="173088"/>
                  </a:lnTo>
                  <a:close/>
                  <a:moveTo>
                    <a:pt x="499652" y="173088"/>
                  </a:moveTo>
                  <a:lnTo>
                    <a:pt x="536505" y="196994"/>
                  </a:lnTo>
                  <a:lnTo>
                    <a:pt x="518038" y="167260"/>
                  </a:lnTo>
                  <a:close/>
                  <a:moveTo>
                    <a:pt x="499652" y="173088"/>
                  </a:moveTo>
                  <a:lnTo>
                    <a:pt x="495406" y="209843"/>
                  </a:lnTo>
                  <a:lnTo>
                    <a:pt x="536505" y="196994"/>
                  </a:lnTo>
                  <a:close/>
                  <a:moveTo>
                    <a:pt x="536505" y="196994"/>
                  </a:moveTo>
                  <a:lnTo>
                    <a:pt x="561803" y="158768"/>
                  </a:lnTo>
                  <a:lnTo>
                    <a:pt x="518038" y="167260"/>
                  </a:lnTo>
                  <a:close/>
                  <a:moveTo>
                    <a:pt x="505769" y="154021"/>
                  </a:moveTo>
                  <a:lnTo>
                    <a:pt x="499652" y="173088"/>
                  </a:lnTo>
                  <a:lnTo>
                    <a:pt x="518038" y="167260"/>
                  </a:lnTo>
                  <a:close/>
                  <a:moveTo>
                    <a:pt x="518038" y="167260"/>
                  </a:moveTo>
                  <a:lnTo>
                    <a:pt x="511450" y="136333"/>
                  </a:lnTo>
                  <a:lnTo>
                    <a:pt x="505769" y="154021"/>
                  </a:lnTo>
                  <a:close/>
                  <a:moveTo>
                    <a:pt x="545231" y="127493"/>
                  </a:moveTo>
                  <a:lnTo>
                    <a:pt x="511450" y="136333"/>
                  </a:lnTo>
                  <a:lnTo>
                    <a:pt x="518038" y="167260"/>
                  </a:lnTo>
                  <a:close/>
                  <a:moveTo>
                    <a:pt x="561803" y="158768"/>
                  </a:moveTo>
                  <a:lnTo>
                    <a:pt x="545231" y="127493"/>
                  </a:lnTo>
                  <a:lnTo>
                    <a:pt x="518038" y="167260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21" name="Input_density__220">
              <a:extLst>
                <a:ext uri="{FF2B5EF4-FFF2-40B4-BE49-F238E27FC236}">
                  <a16:creationId xmlns:a16="http://schemas.microsoft.com/office/drawing/2014/main" id="{258DF6AC-D1B1-C195-F960-2D5946DB63A4}"/>
                </a:ext>
              </a:extLst>
            </p:cNvPr>
            <p:cNvSpPr>
              <a:spLocks noGrp="1"/>
            </p:cNvSpPr>
            <p:nvPr/>
          </p:nvSpPr>
          <p:spPr>
            <a:xfrm>
              <a:off x="1224246" y="2262171"/>
              <a:ext cx="118886" cy="76175"/>
            </a:xfrm>
            <a:custGeom>
              <a:avLst/>
              <a:gdLst/>
              <a:ahLst/>
              <a:cxnLst/>
              <a:rect l="0" t="0" r="0" b="0"/>
              <a:pathLst>
                <a:path w="118886" h="76175">
                  <a:moveTo>
                    <a:pt x="47421" y="75006"/>
                  </a:moveTo>
                  <a:lnTo>
                    <a:pt x="0" y="76175"/>
                  </a:lnTo>
                  <a:lnTo>
                    <a:pt x="34928" y="74868"/>
                  </a:lnTo>
                  <a:close/>
                  <a:moveTo>
                    <a:pt x="61471" y="66550"/>
                  </a:moveTo>
                  <a:lnTo>
                    <a:pt x="85174" y="49367"/>
                  </a:lnTo>
                  <a:lnTo>
                    <a:pt x="68632" y="58103"/>
                  </a:lnTo>
                  <a:close/>
                  <a:moveTo>
                    <a:pt x="105297" y="0"/>
                  </a:moveTo>
                  <a:lnTo>
                    <a:pt x="85174" y="49367"/>
                  </a:lnTo>
                  <a:lnTo>
                    <a:pt x="97682" y="42140"/>
                  </a:lnTo>
                  <a:close/>
                  <a:moveTo>
                    <a:pt x="105297" y="0"/>
                  </a:moveTo>
                  <a:lnTo>
                    <a:pt x="97682" y="42140"/>
                  </a:lnTo>
                  <a:lnTo>
                    <a:pt x="118886" y="12612"/>
                  </a:lnTo>
                  <a:close/>
                </a:path>
              </a:pathLst>
            </a:custGeom>
            <a:solidFill>
              <a:srgbClr val="B5C1C9"/>
            </a:solidFill>
            <a:ln w="1524">
              <a:solidFill>
                <a:srgbClr val="B5C1C9"/>
              </a:solidFill>
            </a:ln>
          </p:spPr>
        </p:sp>
        <p:sp>
          <p:nvSpPr>
            <p:cNvPr id="222" name="Input_density__221">
              <a:extLst>
                <a:ext uri="{FF2B5EF4-FFF2-40B4-BE49-F238E27FC236}">
                  <a16:creationId xmlns:a16="http://schemas.microsoft.com/office/drawing/2014/main" id="{C37472AB-2298-7DDB-F24E-EEFBAFFA993F}"/>
                </a:ext>
              </a:extLst>
            </p:cNvPr>
            <p:cNvSpPr>
              <a:spLocks noGrp="1"/>
            </p:cNvSpPr>
            <p:nvPr/>
          </p:nvSpPr>
          <p:spPr>
            <a:xfrm>
              <a:off x="1271667" y="2304310"/>
              <a:ext cx="50261" cy="32866"/>
            </a:xfrm>
            <a:custGeom>
              <a:avLst/>
              <a:gdLst/>
              <a:ahLst/>
              <a:cxnLst/>
              <a:rect l="0" t="0" r="0" b="0"/>
              <a:pathLst>
                <a:path w="50261" h="32866">
                  <a:moveTo>
                    <a:pt x="14050" y="24410"/>
                  </a:moveTo>
                  <a:lnTo>
                    <a:pt x="21211" y="15963"/>
                  </a:lnTo>
                  <a:lnTo>
                    <a:pt x="0" y="32866"/>
                  </a:lnTo>
                  <a:close/>
                  <a:moveTo>
                    <a:pt x="37753" y="7227"/>
                  </a:moveTo>
                  <a:lnTo>
                    <a:pt x="14050" y="24410"/>
                  </a:lnTo>
                  <a:lnTo>
                    <a:pt x="50261" y="0"/>
                  </a:lnTo>
                  <a:close/>
                </a:path>
              </a:pathLst>
            </a:custGeom>
            <a:solidFill>
              <a:srgbClr val="AEBAC4"/>
            </a:solidFill>
            <a:ln w="1524">
              <a:solidFill>
                <a:srgbClr val="AEBAC4"/>
              </a:solidFill>
            </a:ln>
          </p:spPr>
        </p:sp>
        <p:sp>
          <p:nvSpPr>
            <p:cNvPr id="223" name="Input_density__222">
              <a:extLst>
                <a:ext uri="{FF2B5EF4-FFF2-40B4-BE49-F238E27FC236}">
                  <a16:creationId xmlns:a16="http://schemas.microsoft.com/office/drawing/2014/main" id="{0D108A19-0BA0-E542-2E16-D421756D59C1}"/>
                </a:ext>
              </a:extLst>
            </p:cNvPr>
            <p:cNvSpPr>
              <a:spLocks noGrp="1"/>
            </p:cNvSpPr>
            <p:nvPr/>
          </p:nvSpPr>
          <p:spPr>
            <a:xfrm>
              <a:off x="769800" y="2121546"/>
              <a:ext cx="528020" cy="197552"/>
            </a:xfrm>
            <a:custGeom>
              <a:avLst/>
              <a:gdLst/>
              <a:ahLst/>
              <a:cxnLst/>
              <a:rect l="0" t="0" r="0" b="0"/>
              <a:pathLst>
                <a:path w="528020" h="197552">
                  <a:moveTo>
                    <a:pt x="34133" y="46231"/>
                  </a:moveTo>
                  <a:lnTo>
                    <a:pt x="25602" y="65550"/>
                  </a:lnTo>
                  <a:lnTo>
                    <a:pt x="58110" y="38194"/>
                  </a:lnTo>
                  <a:close/>
                  <a:moveTo>
                    <a:pt x="16266" y="55378"/>
                  </a:moveTo>
                  <a:lnTo>
                    <a:pt x="25602" y="65550"/>
                  </a:lnTo>
                  <a:lnTo>
                    <a:pt x="34133" y="46231"/>
                  </a:lnTo>
                  <a:close/>
                  <a:moveTo>
                    <a:pt x="0" y="18623"/>
                  </a:moveTo>
                  <a:lnTo>
                    <a:pt x="16266" y="55378"/>
                  </a:lnTo>
                  <a:lnTo>
                    <a:pt x="34133" y="46231"/>
                  </a:lnTo>
                  <a:close/>
                  <a:moveTo>
                    <a:pt x="58110" y="38194"/>
                  </a:moveTo>
                  <a:lnTo>
                    <a:pt x="56936" y="1439"/>
                  </a:lnTo>
                  <a:lnTo>
                    <a:pt x="34133" y="46231"/>
                  </a:lnTo>
                  <a:close/>
                  <a:moveTo>
                    <a:pt x="56936" y="1439"/>
                  </a:moveTo>
                  <a:lnTo>
                    <a:pt x="81139" y="35104"/>
                  </a:lnTo>
                  <a:lnTo>
                    <a:pt x="69277" y="0"/>
                  </a:lnTo>
                  <a:close/>
                  <a:moveTo>
                    <a:pt x="56936" y="1439"/>
                  </a:moveTo>
                  <a:lnTo>
                    <a:pt x="58110" y="38194"/>
                  </a:lnTo>
                  <a:lnTo>
                    <a:pt x="81139" y="35104"/>
                  </a:lnTo>
                  <a:close/>
                  <a:moveTo>
                    <a:pt x="494759" y="189991"/>
                  </a:moveTo>
                  <a:lnTo>
                    <a:pt x="485618" y="153236"/>
                  </a:lnTo>
                  <a:lnTo>
                    <a:pt x="478121" y="197552"/>
                  </a:lnTo>
                  <a:close/>
                  <a:moveTo>
                    <a:pt x="485618" y="153236"/>
                  </a:moveTo>
                  <a:lnTo>
                    <a:pt x="528020" y="184074"/>
                  </a:lnTo>
                  <a:lnTo>
                    <a:pt x="526717" y="140386"/>
                  </a:lnTo>
                  <a:close/>
                  <a:moveTo>
                    <a:pt x="485618" y="153236"/>
                  </a:moveTo>
                  <a:lnTo>
                    <a:pt x="494759" y="189991"/>
                  </a:lnTo>
                  <a:lnTo>
                    <a:pt x="528020" y="184074"/>
                  </a:lnTo>
                  <a:close/>
                </a:path>
              </a:pathLst>
            </a:custGeom>
            <a:solidFill>
              <a:srgbClr val="CFD7DE"/>
            </a:solidFill>
            <a:ln w="1524">
              <a:solidFill>
                <a:srgbClr val="CFD7DE"/>
              </a:solidFill>
            </a:ln>
          </p:spPr>
        </p:sp>
        <p:sp>
          <p:nvSpPr>
            <p:cNvPr id="224" name="Input_density__223">
              <a:extLst>
                <a:ext uri="{FF2B5EF4-FFF2-40B4-BE49-F238E27FC236}">
                  <a16:creationId xmlns:a16="http://schemas.microsoft.com/office/drawing/2014/main" id="{9478C469-B0AC-B1DD-172F-68803265B4DA}"/>
                </a:ext>
              </a:extLst>
            </p:cNvPr>
            <p:cNvSpPr>
              <a:spLocks noGrp="1"/>
            </p:cNvSpPr>
            <p:nvPr/>
          </p:nvSpPr>
          <p:spPr>
            <a:xfrm>
              <a:off x="795402" y="2156650"/>
              <a:ext cx="534141" cy="176553"/>
            </a:xfrm>
            <a:custGeom>
              <a:avLst/>
              <a:gdLst/>
              <a:ahLst/>
              <a:cxnLst/>
              <a:rect l="0" t="0" r="0" b="0"/>
              <a:pathLst>
                <a:path w="534141" h="176553">
                  <a:moveTo>
                    <a:pt x="0" y="30447"/>
                  </a:moveTo>
                  <a:lnTo>
                    <a:pt x="25610" y="57029"/>
                  </a:lnTo>
                  <a:lnTo>
                    <a:pt x="32508" y="3091"/>
                  </a:lnTo>
                  <a:close/>
                  <a:moveTo>
                    <a:pt x="32508" y="3091"/>
                  </a:moveTo>
                  <a:lnTo>
                    <a:pt x="25610" y="57029"/>
                  </a:lnTo>
                  <a:lnTo>
                    <a:pt x="54217" y="12369"/>
                  </a:lnTo>
                  <a:close/>
                  <a:moveTo>
                    <a:pt x="54217" y="12369"/>
                  </a:moveTo>
                  <a:lnTo>
                    <a:pt x="25610" y="57029"/>
                  </a:lnTo>
                  <a:lnTo>
                    <a:pt x="48270" y="50655"/>
                  </a:lnTo>
                  <a:close/>
                  <a:moveTo>
                    <a:pt x="32508" y="3091"/>
                  </a:moveTo>
                  <a:lnTo>
                    <a:pt x="54217" y="12369"/>
                  </a:lnTo>
                  <a:lnTo>
                    <a:pt x="55537" y="0"/>
                  </a:lnTo>
                  <a:close/>
                  <a:moveTo>
                    <a:pt x="434378" y="172071"/>
                  </a:moveTo>
                  <a:lnTo>
                    <a:pt x="441883" y="176553"/>
                  </a:lnTo>
                  <a:lnTo>
                    <a:pt x="452519" y="162449"/>
                  </a:lnTo>
                  <a:close/>
                  <a:moveTo>
                    <a:pt x="441883" y="176553"/>
                  </a:moveTo>
                  <a:lnTo>
                    <a:pt x="469156" y="154887"/>
                  </a:lnTo>
                  <a:lnTo>
                    <a:pt x="452519" y="162449"/>
                  </a:lnTo>
                  <a:close/>
                  <a:moveTo>
                    <a:pt x="501115" y="105282"/>
                  </a:moveTo>
                  <a:lnTo>
                    <a:pt x="502418" y="148970"/>
                  </a:lnTo>
                  <a:lnTo>
                    <a:pt x="534141" y="105520"/>
                  </a:lnTo>
                  <a:close/>
                </a:path>
              </a:pathLst>
            </a:custGeom>
            <a:solidFill>
              <a:srgbClr val="C9D2D8"/>
            </a:solidFill>
            <a:ln w="1524">
              <a:solidFill>
                <a:srgbClr val="C9D2D8"/>
              </a:solidFill>
            </a:ln>
          </p:spPr>
        </p:sp>
        <p:sp>
          <p:nvSpPr>
            <p:cNvPr id="225" name="Input_density__224">
              <a:extLst>
                <a:ext uri="{FF2B5EF4-FFF2-40B4-BE49-F238E27FC236}">
                  <a16:creationId xmlns:a16="http://schemas.microsoft.com/office/drawing/2014/main" id="{7228701D-8E85-9170-6412-66A791EA36CC}"/>
                </a:ext>
              </a:extLst>
            </p:cNvPr>
            <p:cNvSpPr>
              <a:spLocks noGrp="1"/>
            </p:cNvSpPr>
            <p:nvPr/>
          </p:nvSpPr>
          <p:spPr>
            <a:xfrm>
              <a:off x="769800" y="2122986"/>
              <a:ext cx="485618" cy="196113"/>
            </a:xfrm>
            <a:custGeom>
              <a:avLst/>
              <a:gdLst/>
              <a:ahLst/>
              <a:cxnLst/>
              <a:rect l="0" t="0" r="0" b="0"/>
              <a:pathLst>
                <a:path w="485618" h="196113">
                  <a:moveTo>
                    <a:pt x="0" y="17183"/>
                  </a:moveTo>
                  <a:lnTo>
                    <a:pt x="34133" y="44791"/>
                  </a:lnTo>
                  <a:lnTo>
                    <a:pt x="26464" y="6279"/>
                  </a:lnTo>
                  <a:close/>
                  <a:moveTo>
                    <a:pt x="56936" y="0"/>
                  </a:moveTo>
                  <a:lnTo>
                    <a:pt x="26464" y="6279"/>
                  </a:lnTo>
                  <a:lnTo>
                    <a:pt x="34133" y="44791"/>
                  </a:lnTo>
                  <a:close/>
                  <a:moveTo>
                    <a:pt x="485618" y="151796"/>
                  </a:moveTo>
                  <a:lnTo>
                    <a:pt x="463111" y="163569"/>
                  </a:lnTo>
                  <a:lnTo>
                    <a:pt x="478121" y="196113"/>
                  </a:lnTo>
                  <a:close/>
                </a:path>
              </a:pathLst>
            </a:custGeom>
            <a:solidFill>
              <a:srgbClr val="D7DEE3"/>
            </a:solidFill>
            <a:ln w="1524">
              <a:solidFill>
                <a:srgbClr val="D7DEE3"/>
              </a:solidFill>
            </a:ln>
          </p:spPr>
        </p:sp>
        <p:sp>
          <p:nvSpPr>
            <p:cNvPr id="226" name="Input_density__225">
              <a:extLst>
                <a:ext uri="{FF2B5EF4-FFF2-40B4-BE49-F238E27FC236}">
                  <a16:creationId xmlns:a16="http://schemas.microsoft.com/office/drawing/2014/main" id="{B8581D8A-1FE1-692F-E0B1-60EAFF62F583}"/>
                </a:ext>
              </a:extLst>
            </p:cNvPr>
            <p:cNvSpPr>
              <a:spLocks noGrp="1"/>
            </p:cNvSpPr>
            <p:nvPr/>
          </p:nvSpPr>
          <p:spPr>
            <a:xfrm>
              <a:off x="1237285" y="2305620"/>
              <a:ext cx="60535" cy="27583"/>
            </a:xfrm>
            <a:custGeom>
              <a:avLst/>
              <a:gdLst/>
              <a:ahLst/>
              <a:cxnLst/>
              <a:rect l="0" t="0" r="0" b="0"/>
              <a:pathLst>
                <a:path w="60535" h="27583">
                  <a:moveTo>
                    <a:pt x="55594" y="14653"/>
                  </a:moveTo>
                  <a:lnTo>
                    <a:pt x="27274" y="5917"/>
                  </a:lnTo>
                  <a:lnTo>
                    <a:pt x="0" y="27583"/>
                  </a:lnTo>
                  <a:close/>
                  <a:moveTo>
                    <a:pt x="27274" y="5917"/>
                  </a:moveTo>
                  <a:lnTo>
                    <a:pt x="55594" y="14653"/>
                  </a:lnTo>
                  <a:lnTo>
                    <a:pt x="60535" y="0"/>
                  </a:lnTo>
                  <a:close/>
                </a:path>
              </a:pathLst>
            </a:custGeom>
            <a:solidFill>
              <a:srgbClr val="C2CCD3"/>
            </a:solidFill>
            <a:ln w="1524">
              <a:solidFill>
                <a:srgbClr val="C2CCD3"/>
              </a:solidFill>
            </a:ln>
          </p:spPr>
        </p:sp>
      </p:grpSp>
      <p:sp>
        <p:nvSpPr>
          <p:cNvPr id="227" name="label__226">
            <a:extLst>
              <a:ext uri="{FF2B5EF4-FFF2-40B4-BE49-F238E27FC236}">
                <a16:creationId xmlns:a16="http://schemas.microsoft.com/office/drawing/2014/main" id="{E038B997-B5D7-D7A1-40D8-9D4DF102D320}"/>
              </a:ext>
            </a:extLst>
          </p:cNvPr>
          <p:cNvSpPr>
            <a:spLocks noGrp="1"/>
          </p:cNvSpPr>
          <p:nvPr/>
        </p:nvSpPr>
        <p:spPr>
          <a:xfrm>
            <a:off x="116417" y="4458759"/>
            <a:ext cx="1143000" cy="1428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500" b="0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63442"/>
                </a:solidFill>
                <a:latin typeface="Arial"/>
                <a:ea typeface="Arial"/>
                <a:cs typeface="Arial"/>
              </a:rPr>
              <a:t>Cryo-EM map</a:t>
            </a:r>
          </a:p>
        </p:txBody>
      </p:sp>
      <p:grpSp>
        <p:nvGrpSpPr>
          <p:cNvPr id="6212" name="输入：受体主链">
            <a:extLst>
              <a:ext uri="{FF2B5EF4-FFF2-40B4-BE49-F238E27FC236}">
                <a16:creationId xmlns:a16="http://schemas.microsoft.com/office/drawing/2014/main" id="{08211E4D-E54F-469E-F0C8-FA328F5BE56D}"/>
              </a:ext>
            </a:extLst>
          </p:cNvPr>
          <p:cNvGrpSpPr/>
          <p:nvPr/>
        </p:nvGrpSpPr>
        <p:grpSpPr>
          <a:xfrm>
            <a:off x="333041" y="4756006"/>
            <a:ext cx="749495" cy="928834"/>
            <a:chOff x="599474" y="4025272"/>
            <a:chExt cx="1349091" cy="1671901"/>
          </a:xfrm>
        </p:grpSpPr>
        <p:sp>
          <p:nvSpPr>
            <p:cNvPr id="228" name="Input_receptor__227">
              <a:extLst>
                <a:ext uri="{FF2B5EF4-FFF2-40B4-BE49-F238E27FC236}">
                  <a16:creationId xmlns:a16="http://schemas.microsoft.com/office/drawing/2014/main" id="{7B5DCFDF-5EE9-1BDB-FB92-916C0A190A66}"/>
                </a:ext>
              </a:extLst>
            </p:cNvPr>
            <p:cNvSpPr>
              <a:spLocks noGrp="1"/>
            </p:cNvSpPr>
            <p:nvPr/>
          </p:nvSpPr>
          <p:spPr>
            <a:xfrm>
              <a:off x="1204795" y="5436667"/>
              <a:ext cx="45919" cy="2373"/>
            </a:xfrm>
            <a:custGeom>
              <a:avLst/>
              <a:gdLst/>
              <a:ahLst/>
              <a:cxnLst/>
              <a:rect l="0" t="0" r="0" b="0"/>
              <a:pathLst>
                <a:path w="45919" h="2373">
                  <a:moveTo>
                    <a:pt x="45919" y="0"/>
                  </a:moveTo>
                  <a:lnTo>
                    <a:pt x="0" y="2373"/>
                  </a:lnTo>
                </a:path>
              </a:pathLst>
            </a:custGeom>
            <a:noFill/>
            <a:ln w="20003">
              <a:solidFill>
                <a:srgbClr val="667B8B"/>
              </a:solidFill>
            </a:ln>
          </p:spPr>
        </p:sp>
        <p:sp>
          <p:nvSpPr>
            <p:cNvPr id="229" name="Input_receptor__228">
              <a:extLst>
                <a:ext uri="{FF2B5EF4-FFF2-40B4-BE49-F238E27FC236}">
                  <a16:creationId xmlns:a16="http://schemas.microsoft.com/office/drawing/2014/main" id="{7A38AC9C-3F66-84F8-70EC-777FB1049B82}"/>
                </a:ext>
              </a:extLst>
            </p:cNvPr>
            <p:cNvSpPr>
              <a:spLocks noGrp="1"/>
            </p:cNvSpPr>
            <p:nvPr/>
          </p:nvSpPr>
          <p:spPr>
            <a:xfrm>
              <a:off x="1190165" y="5439040"/>
              <a:ext cx="14630" cy="20003"/>
            </a:xfrm>
            <a:custGeom>
              <a:avLst/>
              <a:gdLst/>
              <a:ahLst/>
              <a:cxnLst/>
              <a:rect l="0" t="0" r="0" b="0"/>
              <a:pathLst>
                <a:path w="14630" h="20003">
                  <a:moveTo>
                    <a:pt x="14630" y="0"/>
                  </a:moveTo>
                  <a:lnTo>
                    <a:pt x="0" y="20003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0" name="Input_receptor__229">
              <a:extLst>
                <a:ext uri="{FF2B5EF4-FFF2-40B4-BE49-F238E27FC236}">
                  <a16:creationId xmlns:a16="http://schemas.microsoft.com/office/drawing/2014/main" id="{22C10FC3-DCEF-6125-FAB2-66DFA657AFA2}"/>
                </a:ext>
              </a:extLst>
            </p:cNvPr>
            <p:cNvSpPr>
              <a:spLocks noGrp="1"/>
            </p:cNvSpPr>
            <p:nvPr/>
          </p:nvSpPr>
          <p:spPr>
            <a:xfrm>
              <a:off x="1250714" y="5436667"/>
              <a:ext cx="1355" cy="46603"/>
            </a:xfrm>
            <a:custGeom>
              <a:avLst/>
              <a:gdLst/>
              <a:ahLst/>
              <a:cxnLst/>
              <a:rect l="0" t="0" r="0" b="0"/>
              <a:pathLst>
                <a:path w="1355" h="46603">
                  <a:moveTo>
                    <a:pt x="1355" y="46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1" name="Input_receptor__230">
              <a:extLst>
                <a:ext uri="{FF2B5EF4-FFF2-40B4-BE49-F238E27FC236}">
                  <a16:creationId xmlns:a16="http://schemas.microsoft.com/office/drawing/2014/main" id="{CAAEF294-B766-6785-1EBF-343433736053}"/>
                </a:ext>
              </a:extLst>
            </p:cNvPr>
            <p:cNvSpPr>
              <a:spLocks noGrp="1"/>
            </p:cNvSpPr>
            <p:nvPr/>
          </p:nvSpPr>
          <p:spPr>
            <a:xfrm>
              <a:off x="1252069" y="5483270"/>
              <a:ext cx="48291" cy="2695"/>
            </a:xfrm>
            <a:custGeom>
              <a:avLst/>
              <a:gdLst/>
              <a:ahLst/>
              <a:cxnLst/>
              <a:rect l="0" t="0" r="0" b="0"/>
              <a:pathLst>
                <a:path w="48291" h="2695">
                  <a:moveTo>
                    <a:pt x="48291" y="26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77C8C"/>
              </a:solidFill>
            </a:ln>
          </p:spPr>
        </p:sp>
        <p:sp>
          <p:nvSpPr>
            <p:cNvPr id="232" name="Input_receptor__231">
              <a:extLst>
                <a:ext uri="{FF2B5EF4-FFF2-40B4-BE49-F238E27FC236}">
                  <a16:creationId xmlns:a16="http://schemas.microsoft.com/office/drawing/2014/main" id="{A531F583-6067-D456-12E9-7F10B917FD29}"/>
                </a:ext>
              </a:extLst>
            </p:cNvPr>
            <p:cNvSpPr>
              <a:spLocks noGrp="1"/>
            </p:cNvSpPr>
            <p:nvPr/>
          </p:nvSpPr>
          <p:spPr>
            <a:xfrm>
              <a:off x="1300361" y="5464303"/>
              <a:ext cx="38533" cy="21662"/>
            </a:xfrm>
            <a:custGeom>
              <a:avLst/>
              <a:gdLst/>
              <a:ahLst/>
              <a:cxnLst/>
              <a:rect l="0" t="0" r="0" b="0"/>
              <a:pathLst>
                <a:path w="38533" h="21662">
                  <a:moveTo>
                    <a:pt x="38533" y="0"/>
                  </a:moveTo>
                  <a:lnTo>
                    <a:pt x="0" y="21662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3" name="Input_receptor__232">
              <a:extLst>
                <a:ext uri="{FF2B5EF4-FFF2-40B4-BE49-F238E27FC236}">
                  <a16:creationId xmlns:a16="http://schemas.microsoft.com/office/drawing/2014/main" id="{0F669DF3-48CE-0AB8-4260-3B4D000426FC}"/>
                </a:ext>
              </a:extLst>
            </p:cNvPr>
            <p:cNvSpPr>
              <a:spLocks noGrp="1"/>
            </p:cNvSpPr>
            <p:nvPr/>
          </p:nvSpPr>
          <p:spPr>
            <a:xfrm>
              <a:off x="1385235" y="5429290"/>
              <a:ext cx="14321" cy="45025"/>
            </a:xfrm>
            <a:custGeom>
              <a:avLst/>
              <a:gdLst/>
              <a:ahLst/>
              <a:cxnLst/>
              <a:rect l="0" t="0" r="0" b="0"/>
              <a:pathLst>
                <a:path w="14321" h="45025">
                  <a:moveTo>
                    <a:pt x="14321" y="0"/>
                  </a:moveTo>
                  <a:lnTo>
                    <a:pt x="0" y="45025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4" name="Input_receptor__233">
              <a:extLst>
                <a:ext uri="{FF2B5EF4-FFF2-40B4-BE49-F238E27FC236}">
                  <a16:creationId xmlns:a16="http://schemas.microsoft.com/office/drawing/2014/main" id="{1714DB8D-43D1-C85E-A23D-349E0BC900B7}"/>
                </a:ext>
              </a:extLst>
            </p:cNvPr>
            <p:cNvSpPr>
              <a:spLocks noGrp="1"/>
            </p:cNvSpPr>
            <p:nvPr/>
          </p:nvSpPr>
          <p:spPr>
            <a:xfrm>
              <a:off x="1338894" y="5464303"/>
              <a:ext cx="46341" cy="10012"/>
            </a:xfrm>
            <a:custGeom>
              <a:avLst/>
              <a:gdLst/>
              <a:ahLst/>
              <a:cxnLst/>
              <a:rect l="0" t="0" r="0" b="0"/>
              <a:pathLst>
                <a:path w="46341" h="10012">
                  <a:moveTo>
                    <a:pt x="46341" y="100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687D8D"/>
              </a:solidFill>
            </a:ln>
          </p:spPr>
        </p:sp>
        <p:sp>
          <p:nvSpPr>
            <p:cNvPr id="235" name="Input_receptor__234">
              <a:extLst>
                <a:ext uri="{FF2B5EF4-FFF2-40B4-BE49-F238E27FC236}">
                  <a16:creationId xmlns:a16="http://schemas.microsoft.com/office/drawing/2014/main" id="{824D75D1-CFA5-1534-029E-483CB50780FD}"/>
                </a:ext>
              </a:extLst>
            </p:cNvPr>
            <p:cNvSpPr>
              <a:spLocks noGrp="1"/>
            </p:cNvSpPr>
            <p:nvPr/>
          </p:nvSpPr>
          <p:spPr>
            <a:xfrm>
              <a:off x="1150490" y="5390352"/>
              <a:ext cx="43211" cy="20489"/>
            </a:xfrm>
            <a:custGeom>
              <a:avLst/>
              <a:gdLst/>
              <a:ahLst/>
              <a:cxnLst/>
              <a:rect l="0" t="0" r="0" b="0"/>
              <a:pathLst>
                <a:path w="43211" h="20489">
                  <a:moveTo>
                    <a:pt x="43211" y="0"/>
                  </a:moveTo>
                  <a:lnTo>
                    <a:pt x="0" y="20489"/>
                  </a:lnTo>
                </a:path>
              </a:pathLst>
            </a:custGeom>
            <a:noFill/>
            <a:ln w="20003">
              <a:solidFill>
                <a:srgbClr val="697D8D"/>
              </a:solidFill>
            </a:ln>
          </p:spPr>
        </p:sp>
        <p:sp>
          <p:nvSpPr>
            <p:cNvPr id="236" name="Input_receptor__235">
              <a:extLst>
                <a:ext uri="{FF2B5EF4-FFF2-40B4-BE49-F238E27FC236}">
                  <a16:creationId xmlns:a16="http://schemas.microsoft.com/office/drawing/2014/main" id="{992AF24F-932F-D05D-1FAC-3E72BD24B625}"/>
                </a:ext>
              </a:extLst>
            </p:cNvPr>
            <p:cNvSpPr>
              <a:spLocks noGrp="1"/>
            </p:cNvSpPr>
            <p:nvPr/>
          </p:nvSpPr>
          <p:spPr>
            <a:xfrm>
              <a:off x="1309724" y="5361228"/>
              <a:ext cx="45373" cy="390"/>
            </a:xfrm>
            <a:custGeom>
              <a:avLst/>
              <a:gdLst/>
              <a:ahLst/>
              <a:cxnLst/>
              <a:rect l="0" t="0" r="0" b="0"/>
              <a:pathLst>
                <a:path w="45373" h="390">
                  <a:moveTo>
                    <a:pt x="0" y="0"/>
                  </a:moveTo>
                  <a:lnTo>
                    <a:pt x="45373" y="390"/>
                  </a:lnTo>
                </a:path>
              </a:pathLst>
            </a:custGeom>
            <a:noFill/>
            <a:ln w="8096">
              <a:solidFill>
                <a:srgbClr val="697E8D"/>
              </a:solidFill>
            </a:ln>
          </p:spPr>
        </p:sp>
        <p:sp>
          <p:nvSpPr>
            <p:cNvPr id="237" name="Input_receptor__236">
              <a:extLst>
                <a:ext uri="{FF2B5EF4-FFF2-40B4-BE49-F238E27FC236}">
                  <a16:creationId xmlns:a16="http://schemas.microsoft.com/office/drawing/2014/main" id="{52E30B97-31A2-F0A2-460F-E495D5FD8800}"/>
                </a:ext>
              </a:extLst>
            </p:cNvPr>
            <p:cNvSpPr>
              <a:spLocks noGrp="1"/>
            </p:cNvSpPr>
            <p:nvPr/>
          </p:nvSpPr>
          <p:spPr>
            <a:xfrm>
              <a:off x="1193701" y="5390352"/>
              <a:ext cx="20749" cy="35198"/>
            </a:xfrm>
            <a:custGeom>
              <a:avLst/>
              <a:gdLst/>
              <a:ahLst/>
              <a:cxnLst/>
              <a:rect l="0" t="0" r="0" b="0"/>
              <a:pathLst>
                <a:path w="20749" h="35198">
                  <a:moveTo>
                    <a:pt x="20749" y="351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97E8E"/>
              </a:solidFill>
            </a:ln>
          </p:spPr>
        </p:sp>
        <p:sp>
          <p:nvSpPr>
            <p:cNvPr id="238" name="Input_receptor__237">
              <a:extLst>
                <a:ext uri="{FF2B5EF4-FFF2-40B4-BE49-F238E27FC236}">
                  <a16:creationId xmlns:a16="http://schemas.microsoft.com/office/drawing/2014/main" id="{4EA0F626-7A11-4C2E-6696-2DB502C9CB3C}"/>
                </a:ext>
              </a:extLst>
            </p:cNvPr>
            <p:cNvSpPr>
              <a:spLocks noGrp="1"/>
            </p:cNvSpPr>
            <p:nvPr/>
          </p:nvSpPr>
          <p:spPr>
            <a:xfrm>
              <a:off x="1190165" y="5425549"/>
              <a:ext cx="24285" cy="33494"/>
            </a:xfrm>
            <a:custGeom>
              <a:avLst/>
              <a:gdLst/>
              <a:ahLst/>
              <a:cxnLst/>
              <a:rect l="0" t="0" r="0" b="0"/>
              <a:pathLst>
                <a:path w="24285" h="33494">
                  <a:moveTo>
                    <a:pt x="0" y="33494"/>
                  </a:moveTo>
                  <a:lnTo>
                    <a:pt x="24285" y="0"/>
                  </a:lnTo>
                </a:path>
              </a:pathLst>
            </a:custGeom>
            <a:noFill/>
            <a:ln w="20003">
              <a:solidFill>
                <a:srgbClr val="697E8E"/>
              </a:solidFill>
            </a:ln>
          </p:spPr>
        </p:sp>
        <p:sp>
          <p:nvSpPr>
            <p:cNvPr id="239" name="Input_receptor__238">
              <a:extLst>
                <a:ext uri="{FF2B5EF4-FFF2-40B4-BE49-F238E27FC236}">
                  <a16:creationId xmlns:a16="http://schemas.microsoft.com/office/drawing/2014/main" id="{94F5896D-2EBF-C0AE-F818-D9E5BC4C6406}"/>
                </a:ext>
              </a:extLst>
            </p:cNvPr>
            <p:cNvSpPr>
              <a:spLocks noGrp="1"/>
            </p:cNvSpPr>
            <p:nvPr/>
          </p:nvSpPr>
          <p:spPr>
            <a:xfrm>
              <a:off x="1355097" y="5361619"/>
              <a:ext cx="16869" cy="35627"/>
            </a:xfrm>
            <a:custGeom>
              <a:avLst/>
              <a:gdLst/>
              <a:ahLst/>
              <a:cxnLst/>
              <a:rect l="0" t="0" r="0" b="0"/>
              <a:pathLst>
                <a:path w="16869" h="35627">
                  <a:moveTo>
                    <a:pt x="0" y="0"/>
                  </a:moveTo>
                  <a:lnTo>
                    <a:pt x="16869" y="35627"/>
                  </a:lnTo>
                </a:path>
              </a:pathLst>
            </a:custGeom>
            <a:noFill/>
            <a:ln w="8096">
              <a:solidFill>
                <a:srgbClr val="697E8E"/>
              </a:solidFill>
            </a:ln>
          </p:spPr>
        </p:sp>
        <p:sp>
          <p:nvSpPr>
            <p:cNvPr id="240" name="Input_receptor__239">
              <a:extLst>
                <a:ext uri="{FF2B5EF4-FFF2-40B4-BE49-F238E27FC236}">
                  <a16:creationId xmlns:a16="http://schemas.microsoft.com/office/drawing/2014/main" id="{B02C1CF0-B57B-8003-8A44-CBE4EB1926CC}"/>
                </a:ext>
              </a:extLst>
            </p:cNvPr>
            <p:cNvSpPr>
              <a:spLocks noGrp="1"/>
            </p:cNvSpPr>
            <p:nvPr/>
          </p:nvSpPr>
          <p:spPr>
            <a:xfrm>
              <a:off x="1371966" y="5397246"/>
              <a:ext cx="27590" cy="32045"/>
            </a:xfrm>
            <a:custGeom>
              <a:avLst/>
              <a:gdLst/>
              <a:ahLst/>
              <a:cxnLst/>
              <a:rect l="0" t="0" r="0" b="0"/>
              <a:pathLst>
                <a:path w="27590" h="32045">
                  <a:moveTo>
                    <a:pt x="0" y="0"/>
                  </a:moveTo>
                  <a:lnTo>
                    <a:pt x="27590" y="32045"/>
                  </a:lnTo>
                </a:path>
              </a:pathLst>
            </a:custGeom>
            <a:noFill/>
            <a:ln w="8096">
              <a:solidFill>
                <a:srgbClr val="6A7E8E"/>
              </a:solidFill>
            </a:ln>
          </p:spPr>
        </p:sp>
        <p:sp>
          <p:nvSpPr>
            <p:cNvPr id="241" name="Input_receptor__240">
              <a:extLst>
                <a:ext uri="{FF2B5EF4-FFF2-40B4-BE49-F238E27FC236}">
                  <a16:creationId xmlns:a16="http://schemas.microsoft.com/office/drawing/2014/main" id="{9CA14744-C0B0-2FBD-1B33-8142F7311F40}"/>
                </a:ext>
              </a:extLst>
            </p:cNvPr>
            <p:cNvSpPr>
              <a:spLocks noGrp="1"/>
            </p:cNvSpPr>
            <p:nvPr/>
          </p:nvSpPr>
          <p:spPr>
            <a:xfrm>
              <a:off x="1784423" y="5244633"/>
              <a:ext cx="44050" cy="7414"/>
            </a:xfrm>
            <a:custGeom>
              <a:avLst/>
              <a:gdLst/>
              <a:ahLst/>
              <a:cxnLst/>
              <a:rect l="0" t="0" r="0" b="0"/>
              <a:pathLst>
                <a:path w="44050" h="7414">
                  <a:moveTo>
                    <a:pt x="0" y="7414"/>
                  </a:moveTo>
                  <a:lnTo>
                    <a:pt x="44050" y="0"/>
                  </a:lnTo>
                </a:path>
              </a:pathLst>
            </a:custGeom>
            <a:noFill/>
            <a:ln w="8096">
              <a:solidFill>
                <a:srgbClr val="6A7F8E"/>
              </a:solidFill>
            </a:ln>
          </p:spPr>
        </p:sp>
        <p:sp>
          <p:nvSpPr>
            <p:cNvPr id="242" name="Input_receptor__241">
              <a:extLst>
                <a:ext uri="{FF2B5EF4-FFF2-40B4-BE49-F238E27FC236}">
                  <a16:creationId xmlns:a16="http://schemas.microsoft.com/office/drawing/2014/main" id="{F12AC39F-9BFD-6976-7C11-C644A09C07B5}"/>
                </a:ext>
              </a:extLst>
            </p:cNvPr>
            <p:cNvSpPr>
              <a:spLocks noGrp="1"/>
            </p:cNvSpPr>
            <p:nvPr/>
          </p:nvSpPr>
          <p:spPr>
            <a:xfrm>
              <a:off x="1150490" y="5410841"/>
              <a:ext cx="7410" cy="4222"/>
            </a:xfrm>
            <a:custGeom>
              <a:avLst/>
              <a:gdLst/>
              <a:ahLst/>
              <a:cxnLst/>
              <a:rect l="0" t="0" r="0" b="0"/>
              <a:pathLst>
                <a:path w="7410" h="4222">
                  <a:moveTo>
                    <a:pt x="0" y="0"/>
                  </a:moveTo>
                  <a:lnTo>
                    <a:pt x="7410" y="4222"/>
                  </a:lnTo>
                </a:path>
              </a:pathLst>
            </a:custGeom>
            <a:noFill/>
            <a:ln w="20003">
              <a:solidFill>
                <a:srgbClr val="6A7F8E"/>
              </a:solidFill>
            </a:ln>
          </p:spPr>
        </p:sp>
        <p:sp>
          <p:nvSpPr>
            <p:cNvPr id="243" name="Input_receptor__242">
              <a:extLst>
                <a:ext uri="{FF2B5EF4-FFF2-40B4-BE49-F238E27FC236}">
                  <a16:creationId xmlns:a16="http://schemas.microsoft.com/office/drawing/2014/main" id="{6FE7B88B-C587-519B-DAD9-BA8D0C31B5E1}"/>
                </a:ext>
              </a:extLst>
            </p:cNvPr>
            <p:cNvSpPr>
              <a:spLocks noGrp="1"/>
            </p:cNvSpPr>
            <p:nvPr/>
          </p:nvSpPr>
          <p:spPr>
            <a:xfrm>
              <a:off x="1756784" y="5231243"/>
              <a:ext cx="27639" cy="20804"/>
            </a:xfrm>
            <a:custGeom>
              <a:avLst/>
              <a:gdLst/>
              <a:ahLst/>
              <a:cxnLst/>
              <a:rect l="0" t="0" r="0" b="0"/>
              <a:pathLst>
                <a:path w="27639" h="20804">
                  <a:moveTo>
                    <a:pt x="0" y="0"/>
                  </a:moveTo>
                  <a:lnTo>
                    <a:pt x="27639" y="20804"/>
                  </a:lnTo>
                </a:path>
              </a:pathLst>
            </a:custGeom>
            <a:noFill/>
            <a:ln w="8096">
              <a:solidFill>
                <a:srgbClr val="6B7F8E"/>
              </a:solidFill>
            </a:ln>
          </p:spPr>
        </p:sp>
        <p:sp>
          <p:nvSpPr>
            <p:cNvPr id="244" name="Input_receptor__243">
              <a:extLst>
                <a:ext uri="{FF2B5EF4-FFF2-40B4-BE49-F238E27FC236}">
                  <a16:creationId xmlns:a16="http://schemas.microsoft.com/office/drawing/2014/main" id="{657EE829-5318-2D1C-8292-E8B5BC695D23}"/>
                </a:ext>
              </a:extLst>
            </p:cNvPr>
            <p:cNvSpPr>
              <a:spLocks noGrp="1"/>
            </p:cNvSpPr>
            <p:nvPr/>
          </p:nvSpPr>
          <p:spPr>
            <a:xfrm>
              <a:off x="1744192" y="5160842"/>
              <a:ext cx="43402" cy="14230"/>
            </a:xfrm>
            <a:custGeom>
              <a:avLst/>
              <a:gdLst/>
              <a:ahLst/>
              <a:cxnLst/>
              <a:rect l="0" t="0" r="0" b="0"/>
              <a:pathLst>
                <a:path w="43402" h="14230">
                  <a:moveTo>
                    <a:pt x="0" y="0"/>
                  </a:moveTo>
                  <a:lnTo>
                    <a:pt x="43402" y="14230"/>
                  </a:lnTo>
                </a:path>
              </a:pathLst>
            </a:custGeom>
            <a:noFill/>
            <a:ln w="20003">
              <a:solidFill>
                <a:srgbClr val="6B7F8E"/>
              </a:solidFill>
            </a:ln>
          </p:spPr>
        </p:sp>
        <p:sp>
          <p:nvSpPr>
            <p:cNvPr id="245" name="Input_receptor__244">
              <a:extLst>
                <a:ext uri="{FF2B5EF4-FFF2-40B4-BE49-F238E27FC236}">
                  <a16:creationId xmlns:a16="http://schemas.microsoft.com/office/drawing/2014/main" id="{182AE854-7637-5B5B-E452-B503F6D5E38D}"/>
                </a:ext>
              </a:extLst>
            </p:cNvPr>
            <p:cNvSpPr>
              <a:spLocks noGrp="1"/>
            </p:cNvSpPr>
            <p:nvPr/>
          </p:nvSpPr>
          <p:spPr>
            <a:xfrm>
              <a:off x="1309724" y="5354561"/>
              <a:ext cx="20367" cy="6668"/>
            </a:xfrm>
            <a:custGeom>
              <a:avLst/>
              <a:gdLst/>
              <a:ahLst/>
              <a:cxnLst/>
              <a:rect l="0" t="0" r="0" b="0"/>
              <a:pathLst>
                <a:path w="20367" h="6668">
                  <a:moveTo>
                    <a:pt x="20367" y="0"/>
                  </a:moveTo>
                  <a:lnTo>
                    <a:pt x="0" y="6668"/>
                  </a:lnTo>
                </a:path>
              </a:pathLst>
            </a:custGeom>
            <a:noFill/>
            <a:ln w="20003">
              <a:solidFill>
                <a:srgbClr val="6B808E"/>
              </a:solidFill>
            </a:ln>
          </p:spPr>
        </p:sp>
        <p:sp>
          <p:nvSpPr>
            <p:cNvPr id="246" name="Input_receptor__245">
              <a:extLst>
                <a:ext uri="{FF2B5EF4-FFF2-40B4-BE49-F238E27FC236}">
                  <a16:creationId xmlns:a16="http://schemas.microsoft.com/office/drawing/2014/main" id="{AE7E0EEC-FC8C-CF58-81B7-B3D397D2CD2D}"/>
                </a:ext>
              </a:extLst>
            </p:cNvPr>
            <p:cNvSpPr>
              <a:spLocks noGrp="1"/>
            </p:cNvSpPr>
            <p:nvPr/>
          </p:nvSpPr>
          <p:spPr>
            <a:xfrm>
              <a:off x="1300998" y="5295829"/>
              <a:ext cx="42734" cy="14197"/>
            </a:xfrm>
            <a:custGeom>
              <a:avLst/>
              <a:gdLst/>
              <a:ahLst/>
              <a:cxnLst/>
              <a:rect l="0" t="0" r="0" b="0"/>
              <a:pathLst>
                <a:path w="42734" h="14197">
                  <a:moveTo>
                    <a:pt x="0" y="0"/>
                  </a:moveTo>
                  <a:lnTo>
                    <a:pt x="42734" y="14197"/>
                  </a:lnTo>
                </a:path>
              </a:pathLst>
            </a:custGeom>
            <a:noFill/>
            <a:ln w="20003">
              <a:solidFill>
                <a:srgbClr val="6B808E"/>
              </a:solidFill>
            </a:ln>
          </p:spPr>
        </p:sp>
        <p:sp>
          <p:nvSpPr>
            <p:cNvPr id="247" name="Input_receptor__246">
              <a:extLst>
                <a:ext uri="{FF2B5EF4-FFF2-40B4-BE49-F238E27FC236}">
                  <a16:creationId xmlns:a16="http://schemas.microsoft.com/office/drawing/2014/main" id="{7451316E-50D3-B447-385A-A3F5F41F1A2F}"/>
                </a:ext>
              </a:extLst>
            </p:cNvPr>
            <p:cNvSpPr>
              <a:spLocks noGrp="1"/>
            </p:cNvSpPr>
            <p:nvPr/>
          </p:nvSpPr>
          <p:spPr>
            <a:xfrm>
              <a:off x="1446368" y="5304861"/>
              <a:ext cx="35008" cy="26310"/>
            </a:xfrm>
            <a:custGeom>
              <a:avLst/>
              <a:gdLst/>
              <a:ahLst/>
              <a:cxnLst/>
              <a:rect l="0" t="0" r="0" b="0"/>
              <a:pathLst>
                <a:path w="35008" h="26310">
                  <a:moveTo>
                    <a:pt x="35008" y="263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48" name="Input_receptor__247">
              <a:extLst>
                <a:ext uri="{FF2B5EF4-FFF2-40B4-BE49-F238E27FC236}">
                  <a16:creationId xmlns:a16="http://schemas.microsoft.com/office/drawing/2014/main" id="{5C315FEB-0C67-B787-3D70-F836FA95F66F}"/>
                </a:ext>
              </a:extLst>
            </p:cNvPr>
            <p:cNvSpPr>
              <a:spLocks noGrp="1"/>
            </p:cNvSpPr>
            <p:nvPr/>
          </p:nvSpPr>
          <p:spPr>
            <a:xfrm>
              <a:off x="1136333" y="5353368"/>
              <a:ext cx="38187" cy="16423"/>
            </a:xfrm>
            <a:custGeom>
              <a:avLst/>
              <a:gdLst/>
              <a:ahLst/>
              <a:cxnLst/>
              <a:rect l="0" t="0" r="0" b="0"/>
              <a:pathLst>
                <a:path w="38187" h="16423">
                  <a:moveTo>
                    <a:pt x="38187" y="164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49" name="Input_receptor__248">
              <a:extLst>
                <a:ext uri="{FF2B5EF4-FFF2-40B4-BE49-F238E27FC236}">
                  <a16:creationId xmlns:a16="http://schemas.microsoft.com/office/drawing/2014/main" id="{45F05716-F388-9AB2-3675-C7CB2916ACB4}"/>
                </a:ext>
              </a:extLst>
            </p:cNvPr>
            <p:cNvSpPr>
              <a:spLocks noGrp="1"/>
            </p:cNvSpPr>
            <p:nvPr/>
          </p:nvSpPr>
          <p:spPr>
            <a:xfrm>
              <a:off x="1104945" y="5353368"/>
              <a:ext cx="31388" cy="25623"/>
            </a:xfrm>
            <a:custGeom>
              <a:avLst/>
              <a:gdLst/>
              <a:ahLst/>
              <a:cxnLst/>
              <a:rect l="0" t="0" r="0" b="0"/>
              <a:pathLst>
                <a:path w="31388" h="25623">
                  <a:moveTo>
                    <a:pt x="31388" y="0"/>
                  </a:moveTo>
                  <a:lnTo>
                    <a:pt x="0" y="25623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0" name="Input_receptor__249">
              <a:extLst>
                <a:ext uri="{FF2B5EF4-FFF2-40B4-BE49-F238E27FC236}">
                  <a16:creationId xmlns:a16="http://schemas.microsoft.com/office/drawing/2014/main" id="{F4B67FFB-4B50-B1A0-3A92-0DEA0560B535}"/>
                </a:ext>
              </a:extLst>
            </p:cNvPr>
            <p:cNvSpPr>
              <a:spLocks noGrp="1"/>
            </p:cNvSpPr>
            <p:nvPr/>
          </p:nvSpPr>
          <p:spPr>
            <a:xfrm>
              <a:off x="1461598" y="5331171"/>
              <a:ext cx="19778" cy="40696"/>
            </a:xfrm>
            <a:custGeom>
              <a:avLst/>
              <a:gdLst/>
              <a:ahLst/>
              <a:cxnLst/>
              <a:rect l="0" t="0" r="0" b="0"/>
              <a:pathLst>
                <a:path w="19778" h="40696">
                  <a:moveTo>
                    <a:pt x="0" y="40696"/>
                  </a:moveTo>
                  <a:lnTo>
                    <a:pt x="19778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1" name="Input_receptor__250">
              <a:extLst>
                <a:ext uri="{FF2B5EF4-FFF2-40B4-BE49-F238E27FC236}">
                  <a16:creationId xmlns:a16="http://schemas.microsoft.com/office/drawing/2014/main" id="{882CF30E-983F-FF02-5AB6-AE440B25F4D6}"/>
                </a:ext>
              </a:extLst>
            </p:cNvPr>
            <p:cNvSpPr>
              <a:spLocks noGrp="1"/>
            </p:cNvSpPr>
            <p:nvPr/>
          </p:nvSpPr>
          <p:spPr>
            <a:xfrm>
              <a:off x="1412950" y="5304861"/>
              <a:ext cx="33419" cy="22160"/>
            </a:xfrm>
            <a:custGeom>
              <a:avLst/>
              <a:gdLst/>
              <a:ahLst/>
              <a:cxnLst/>
              <a:rect l="0" t="0" r="0" b="0"/>
              <a:pathLst>
                <a:path w="33419" h="22160">
                  <a:moveTo>
                    <a:pt x="33419" y="0"/>
                  </a:moveTo>
                  <a:lnTo>
                    <a:pt x="0" y="2216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2" name="Input_receptor__251">
              <a:extLst>
                <a:ext uri="{FF2B5EF4-FFF2-40B4-BE49-F238E27FC236}">
                  <a16:creationId xmlns:a16="http://schemas.microsoft.com/office/drawing/2014/main" id="{08C49F1F-2E69-0337-EA24-A6D8AD293607}"/>
                </a:ext>
              </a:extLst>
            </p:cNvPr>
            <p:cNvSpPr>
              <a:spLocks noGrp="1"/>
            </p:cNvSpPr>
            <p:nvPr/>
          </p:nvSpPr>
          <p:spPr>
            <a:xfrm>
              <a:off x="1787594" y="5175073"/>
              <a:ext cx="2531" cy="25509"/>
            </a:xfrm>
            <a:custGeom>
              <a:avLst/>
              <a:gdLst/>
              <a:ahLst/>
              <a:cxnLst/>
              <a:rect l="0" t="0" r="0" b="0"/>
              <a:pathLst>
                <a:path w="2531" h="25509">
                  <a:moveTo>
                    <a:pt x="0" y="0"/>
                  </a:moveTo>
                  <a:lnTo>
                    <a:pt x="2531" y="25509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3" name="Input_receptor__252">
              <a:extLst>
                <a:ext uri="{FF2B5EF4-FFF2-40B4-BE49-F238E27FC236}">
                  <a16:creationId xmlns:a16="http://schemas.microsoft.com/office/drawing/2014/main" id="{D0BD08D8-1E87-CE36-3D22-452EB514CE0A}"/>
                </a:ext>
              </a:extLst>
            </p:cNvPr>
            <p:cNvSpPr>
              <a:spLocks noGrp="1"/>
            </p:cNvSpPr>
            <p:nvPr/>
          </p:nvSpPr>
          <p:spPr>
            <a:xfrm>
              <a:off x="1280790" y="5295829"/>
              <a:ext cx="20208" cy="15256"/>
            </a:xfrm>
            <a:custGeom>
              <a:avLst/>
              <a:gdLst/>
              <a:ahLst/>
              <a:cxnLst/>
              <a:rect l="0" t="0" r="0" b="0"/>
              <a:pathLst>
                <a:path w="20208" h="15256">
                  <a:moveTo>
                    <a:pt x="0" y="15256"/>
                  </a:moveTo>
                  <a:lnTo>
                    <a:pt x="20208" y="0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4" name="Input_receptor__253">
              <a:extLst>
                <a:ext uri="{FF2B5EF4-FFF2-40B4-BE49-F238E27FC236}">
                  <a16:creationId xmlns:a16="http://schemas.microsoft.com/office/drawing/2014/main" id="{0FA426EB-1E35-C73C-46A4-6007BC1B02C4}"/>
                </a:ext>
              </a:extLst>
            </p:cNvPr>
            <p:cNvSpPr>
              <a:spLocks noGrp="1"/>
            </p:cNvSpPr>
            <p:nvPr/>
          </p:nvSpPr>
          <p:spPr>
            <a:xfrm>
              <a:off x="1302662" y="5480836"/>
              <a:ext cx="25108" cy="33835"/>
            </a:xfrm>
            <a:custGeom>
              <a:avLst/>
              <a:gdLst/>
              <a:ahLst/>
              <a:cxnLst/>
              <a:rect l="0" t="0" r="0" b="0"/>
              <a:pathLst>
                <a:path w="25108" h="33835">
                  <a:moveTo>
                    <a:pt x="0" y="0"/>
                  </a:moveTo>
                  <a:lnTo>
                    <a:pt x="25108" y="33835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5" name="Input_receptor__254">
              <a:extLst>
                <a:ext uri="{FF2B5EF4-FFF2-40B4-BE49-F238E27FC236}">
                  <a16:creationId xmlns:a16="http://schemas.microsoft.com/office/drawing/2014/main" id="{59EF702C-CDA7-C6A8-FAD1-2CC880845F5C}"/>
                </a:ext>
              </a:extLst>
            </p:cNvPr>
            <p:cNvSpPr>
              <a:spLocks noGrp="1"/>
            </p:cNvSpPr>
            <p:nvPr/>
          </p:nvSpPr>
          <p:spPr>
            <a:xfrm>
              <a:off x="1766760" y="5100812"/>
              <a:ext cx="31448" cy="23942"/>
            </a:xfrm>
            <a:custGeom>
              <a:avLst/>
              <a:gdLst/>
              <a:ahLst/>
              <a:cxnLst/>
              <a:rect l="0" t="0" r="0" b="0"/>
              <a:pathLst>
                <a:path w="31448" h="23942">
                  <a:moveTo>
                    <a:pt x="0" y="0"/>
                  </a:moveTo>
                  <a:lnTo>
                    <a:pt x="31448" y="23942"/>
                  </a:lnTo>
                </a:path>
              </a:pathLst>
            </a:custGeom>
            <a:noFill/>
            <a:ln w="20003">
              <a:solidFill>
                <a:srgbClr val="6C808F"/>
              </a:solidFill>
            </a:ln>
          </p:spPr>
        </p:sp>
        <p:sp>
          <p:nvSpPr>
            <p:cNvPr id="256" name="Input_receptor__255">
              <a:extLst>
                <a:ext uri="{FF2B5EF4-FFF2-40B4-BE49-F238E27FC236}">
                  <a16:creationId xmlns:a16="http://schemas.microsoft.com/office/drawing/2014/main" id="{FD98F16A-1626-3E23-DE03-7BCE185953B4}"/>
                </a:ext>
              </a:extLst>
            </p:cNvPr>
            <p:cNvSpPr>
              <a:spLocks noGrp="1"/>
            </p:cNvSpPr>
            <p:nvPr/>
          </p:nvSpPr>
          <p:spPr>
            <a:xfrm>
              <a:off x="1330091" y="5310026"/>
              <a:ext cx="13640" cy="44535"/>
            </a:xfrm>
            <a:custGeom>
              <a:avLst/>
              <a:gdLst/>
              <a:ahLst/>
              <a:cxnLst/>
              <a:rect l="0" t="0" r="0" b="0"/>
              <a:pathLst>
                <a:path w="13640" h="44535">
                  <a:moveTo>
                    <a:pt x="13640" y="0"/>
                  </a:moveTo>
                  <a:lnTo>
                    <a:pt x="0" y="44535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7" name="Input_receptor__256">
              <a:extLst>
                <a:ext uri="{FF2B5EF4-FFF2-40B4-BE49-F238E27FC236}">
                  <a16:creationId xmlns:a16="http://schemas.microsoft.com/office/drawing/2014/main" id="{102933E4-AAC3-2C71-FABC-3D72C5711E73}"/>
                </a:ext>
              </a:extLst>
            </p:cNvPr>
            <p:cNvSpPr>
              <a:spLocks noGrp="1"/>
            </p:cNvSpPr>
            <p:nvPr/>
          </p:nvSpPr>
          <p:spPr>
            <a:xfrm>
              <a:off x="1157900" y="5369790"/>
              <a:ext cx="16621" cy="45272"/>
            </a:xfrm>
            <a:custGeom>
              <a:avLst/>
              <a:gdLst/>
              <a:ahLst/>
              <a:cxnLst/>
              <a:rect l="0" t="0" r="0" b="0"/>
              <a:pathLst>
                <a:path w="16621" h="45272">
                  <a:moveTo>
                    <a:pt x="0" y="45272"/>
                  </a:moveTo>
                  <a:lnTo>
                    <a:pt x="16621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8" name="Input_receptor__257">
              <a:extLst>
                <a:ext uri="{FF2B5EF4-FFF2-40B4-BE49-F238E27FC236}">
                  <a16:creationId xmlns:a16="http://schemas.microsoft.com/office/drawing/2014/main" id="{45A311B8-2961-2A04-46CC-5AE25F26CA2D}"/>
                </a:ext>
              </a:extLst>
            </p:cNvPr>
            <p:cNvSpPr>
              <a:spLocks noGrp="1"/>
            </p:cNvSpPr>
            <p:nvPr/>
          </p:nvSpPr>
          <p:spPr>
            <a:xfrm>
              <a:off x="1213516" y="5605801"/>
              <a:ext cx="46574" cy="10776"/>
            </a:xfrm>
            <a:custGeom>
              <a:avLst/>
              <a:gdLst/>
              <a:ahLst/>
              <a:cxnLst/>
              <a:rect l="0" t="0" r="0" b="0"/>
              <a:pathLst>
                <a:path w="46574" h="10776">
                  <a:moveTo>
                    <a:pt x="46574" y="107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59" name="Input_receptor__258">
              <a:extLst>
                <a:ext uri="{FF2B5EF4-FFF2-40B4-BE49-F238E27FC236}">
                  <a16:creationId xmlns:a16="http://schemas.microsoft.com/office/drawing/2014/main" id="{BD7AE63C-CF12-7EDC-9A4F-C3A496AAD706}"/>
                </a:ext>
              </a:extLst>
            </p:cNvPr>
            <p:cNvSpPr>
              <a:spLocks noGrp="1"/>
            </p:cNvSpPr>
            <p:nvPr/>
          </p:nvSpPr>
          <p:spPr>
            <a:xfrm>
              <a:off x="1268967" y="5480836"/>
              <a:ext cx="33696" cy="5148"/>
            </a:xfrm>
            <a:custGeom>
              <a:avLst/>
              <a:gdLst/>
              <a:ahLst/>
              <a:cxnLst/>
              <a:rect l="0" t="0" r="0" b="0"/>
              <a:pathLst>
                <a:path w="33696" h="5148">
                  <a:moveTo>
                    <a:pt x="0" y="5148"/>
                  </a:moveTo>
                  <a:lnTo>
                    <a:pt x="33696" y="0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60" name="Input_receptor__259">
              <a:extLst>
                <a:ext uri="{FF2B5EF4-FFF2-40B4-BE49-F238E27FC236}">
                  <a16:creationId xmlns:a16="http://schemas.microsoft.com/office/drawing/2014/main" id="{095A6369-470F-E231-24C0-AF24BB18276A}"/>
                </a:ext>
              </a:extLst>
            </p:cNvPr>
            <p:cNvSpPr>
              <a:spLocks noGrp="1"/>
            </p:cNvSpPr>
            <p:nvPr/>
          </p:nvSpPr>
          <p:spPr>
            <a:xfrm>
              <a:off x="1260090" y="5594593"/>
              <a:ext cx="43037" cy="21984"/>
            </a:xfrm>
            <a:custGeom>
              <a:avLst/>
              <a:gdLst/>
              <a:ahLst/>
              <a:cxnLst/>
              <a:rect l="0" t="0" r="0" b="0"/>
              <a:pathLst>
                <a:path w="43037" h="21984">
                  <a:moveTo>
                    <a:pt x="43037" y="0"/>
                  </a:moveTo>
                  <a:lnTo>
                    <a:pt x="0" y="21984"/>
                  </a:lnTo>
                </a:path>
              </a:pathLst>
            </a:custGeom>
            <a:noFill/>
            <a:ln w="8096">
              <a:solidFill>
                <a:srgbClr val="6C818F"/>
              </a:solidFill>
            </a:ln>
          </p:spPr>
        </p:sp>
        <p:sp>
          <p:nvSpPr>
            <p:cNvPr id="261" name="Input_receptor__260">
              <a:extLst>
                <a:ext uri="{FF2B5EF4-FFF2-40B4-BE49-F238E27FC236}">
                  <a16:creationId xmlns:a16="http://schemas.microsoft.com/office/drawing/2014/main" id="{4812BE7B-249B-708B-1232-A9A15EC0CEA4}"/>
                </a:ext>
              </a:extLst>
            </p:cNvPr>
            <p:cNvSpPr>
              <a:spLocks noGrp="1"/>
            </p:cNvSpPr>
            <p:nvPr/>
          </p:nvSpPr>
          <p:spPr>
            <a:xfrm>
              <a:off x="1741938" y="5031548"/>
              <a:ext cx="45107" cy="15054"/>
            </a:xfrm>
            <a:custGeom>
              <a:avLst/>
              <a:gdLst/>
              <a:ahLst/>
              <a:cxnLst/>
              <a:rect l="0" t="0" r="0" b="0"/>
              <a:pathLst>
                <a:path w="45107" h="15054">
                  <a:moveTo>
                    <a:pt x="0" y="0"/>
                  </a:moveTo>
                  <a:lnTo>
                    <a:pt x="45107" y="15054"/>
                  </a:lnTo>
                </a:path>
              </a:pathLst>
            </a:custGeom>
            <a:noFill/>
            <a:ln w="20003">
              <a:solidFill>
                <a:srgbClr val="6C818F"/>
              </a:solidFill>
            </a:ln>
          </p:spPr>
        </p:sp>
        <p:sp>
          <p:nvSpPr>
            <p:cNvPr id="262" name="Input_receptor__261">
              <a:extLst>
                <a:ext uri="{FF2B5EF4-FFF2-40B4-BE49-F238E27FC236}">
                  <a16:creationId xmlns:a16="http://schemas.microsoft.com/office/drawing/2014/main" id="{F251E895-642E-3A9D-94CD-FF2F1A05AACA}"/>
                </a:ext>
              </a:extLst>
            </p:cNvPr>
            <p:cNvSpPr>
              <a:spLocks noGrp="1"/>
            </p:cNvSpPr>
            <p:nvPr/>
          </p:nvSpPr>
          <p:spPr>
            <a:xfrm>
              <a:off x="1292924" y="5547951"/>
              <a:ext cx="10202" cy="46642"/>
            </a:xfrm>
            <a:custGeom>
              <a:avLst/>
              <a:gdLst/>
              <a:ahLst/>
              <a:cxnLst/>
              <a:rect l="0" t="0" r="0" b="0"/>
              <a:pathLst>
                <a:path w="10202" h="46642">
                  <a:moveTo>
                    <a:pt x="0" y="0"/>
                  </a:moveTo>
                  <a:lnTo>
                    <a:pt x="10202" y="46642"/>
                  </a:lnTo>
                </a:path>
              </a:pathLst>
            </a:custGeom>
            <a:noFill/>
            <a:ln w="8096">
              <a:solidFill>
                <a:srgbClr val="6D818F"/>
              </a:solidFill>
            </a:ln>
          </p:spPr>
        </p:sp>
        <p:sp>
          <p:nvSpPr>
            <p:cNvPr id="263" name="Input_receptor__262">
              <a:extLst>
                <a:ext uri="{FF2B5EF4-FFF2-40B4-BE49-F238E27FC236}">
                  <a16:creationId xmlns:a16="http://schemas.microsoft.com/office/drawing/2014/main" id="{0142AD5F-DBE2-33AC-99F3-BEF2EC21AEE5}"/>
                </a:ext>
              </a:extLst>
            </p:cNvPr>
            <p:cNvSpPr>
              <a:spLocks noGrp="1"/>
            </p:cNvSpPr>
            <p:nvPr/>
          </p:nvSpPr>
          <p:spPr>
            <a:xfrm>
              <a:off x="1737716" y="5093558"/>
              <a:ext cx="29043" cy="7254"/>
            </a:xfrm>
            <a:custGeom>
              <a:avLst/>
              <a:gdLst/>
              <a:ahLst/>
              <a:cxnLst/>
              <a:rect l="0" t="0" r="0" b="0"/>
              <a:pathLst>
                <a:path w="29043" h="7254">
                  <a:moveTo>
                    <a:pt x="0" y="0"/>
                  </a:moveTo>
                  <a:lnTo>
                    <a:pt x="29043" y="7254"/>
                  </a:lnTo>
                </a:path>
              </a:pathLst>
            </a:custGeom>
            <a:noFill/>
            <a:ln w="20003">
              <a:solidFill>
                <a:srgbClr val="6D818F"/>
              </a:solidFill>
            </a:ln>
          </p:spPr>
        </p:sp>
        <p:sp>
          <p:nvSpPr>
            <p:cNvPr id="264" name="Input_receptor__263">
              <a:extLst>
                <a:ext uri="{FF2B5EF4-FFF2-40B4-BE49-F238E27FC236}">
                  <a16:creationId xmlns:a16="http://schemas.microsoft.com/office/drawing/2014/main" id="{716A20CD-2BC4-6961-1CB5-747DDD861782}"/>
                </a:ext>
              </a:extLst>
            </p:cNvPr>
            <p:cNvSpPr>
              <a:spLocks noGrp="1"/>
            </p:cNvSpPr>
            <p:nvPr/>
          </p:nvSpPr>
          <p:spPr>
            <a:xfrm>
              <a:off x="1828473" y="5244633"/>
              <a:ext cx="5956" cy="11345"/>
            </a:xfrm>
            <a:custGeom>
              <a:avLst/>
              <a:gdLst/>
              <a:ahLst/>
              <a:cxnLst/>
              <a:rect l="0" t="0" r="0" b="0"/>
              <a:pathLst>
                <a:path w="5956" h="11345">
                  <a:moveTo>
                    <a:pt x="0" y="0"/>
                  </a:moveTo>
                  <a:lnTo>
                    <a:pt x="5956" y="11345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5" name="Input_receptor__264">
              <a:extLst>
                <a:ext uri="{FF2B5EF4-FFF2-40B4-BE49-F238E27FC236}">
                  <a16:creationId xmlns:a16="http://schemas.microsoft.com/office/drawing/2014/main" id="{C89B3C77-CDF8-DA3D-F100-51673524D345}"/>
                </a:ext>
              </a:extLst>
            </p:cNvPr>
            <p:cNvSpPr>
              <a:spLocks noGrp="1"/>
            </p:cNvSpPr>
            <p:nvPr/>
          </p:nvSpPr>
          <p:spPr>
            <a:xfrm>
              <a:off x="1756784" y="5200582"/>
              <a:ext cx="33341" cy="30662"/>
            </a:xfrm>
            <a:custGeom>
              <a:avLst/>
              <a:gdLst/>
              <a:ahLst/>
              <a:cxnLst/>
              <a:rect l="0" t="0" r="0" b="0"/>
              <a:pathLst>
                <a:path w="33341" h="30662">
                  <a:moveTo>
                    <a:pt x="33341" y="0"/>
                  </a:moveTo>
                  <a:lnTo>
                    <a:pt x="0" y="30662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6" name="Input_receptor__265">
              <a:extLst>
                <a:ext uri="{FF2B5EF4-FFF2-40B4-BE49-F238E27FC236}">
                  <a16:creationId xmlns:a16="http://schemas.microsoft.com/office/drawing/2014/main" id="{021FB23A-3267-F018-1D4C-B2698BE39D7F}"/>
                </a:ext>
              </a:extLst>
            </p:cNvPr>
            <p:cNvSpPr>
              <a:spLocks noGrp="1"/>
            </p:cNvSpPr>
            <p:nvPr/>
          </p:nvSpPr>
          <p:spPr>
            <a:xfrm>
              <a:off x="1292924" y="5514671"/>
              <a:ext cx="34846" cy="33280"/>
            </a:xfrm>
            <a:custGeom>
              <a:avLst/>
              <a:gdLst/>
              <a:ahLst/>
              <a:cxnLst/>
              <a:rect l="0" t="0" r="0" b="0"/>
              <a:pathLst>
                <a:path w="34846" h="33280">
                  <a:moveTo>
                    <a:pt x="34846" y="0"/>
                  </a:moveTo>
                  <a:lnTo>
                    <a:pt x="0" y="33280"/>
                  </a:lnTo>
                </a:path>
              </a:pathLst>
            </a:custGeom>
            <a:noFill/>
            <a:ln w="8096">
              <a:solidFill>
                <a:srgbClr val="6D8190"/>
              </a:solidFill>
            </a:ln>
          </p:spPr>
        </p:sp>
        <p:sp>
          <p:nvSpPr>
            <p:cNvPr id="267" name="Input_receptor__266">
              <a:extLst>
                <a:ext uri="{FF2B5EF4-FFF2-40B4-BE49-F238E27FC236}">
                  <a16:creationId xmlns:a16="http://schemas.microsoft.com/office/drawing/2014/main" id="{CA82601A-BEAE-D89E-73A6-B37A8DB86FD9}"/>
                </a:ext>
              </a:extLst>
            </p:cNvPr>
            <p:cNvSpPr>
              <a:spLocks noGrp="1"/>
            </p:cNvSpPr>
            <p:nvPr/>
          </p:nvSpPr>
          <p:spPr>
            <a:xfrm>
              <a:off x="1744192" y="5147823"/>
              <a:ext cx="16865" cy="13019"/>
            </a:xfrm>
            <a:custGeom>
              <a:avLst/>
              <a:gdLst/>
              <a:ahLst/>
              <a:cxnLst/>
              <a:rect l="0" t="0" r="0" b="0"/>
              <a:pathLst>
                <a:path w="16865" h="13019">
                  <a:moveTo>
                    <a:pt x="16865" y="0"/>
                  </a:moveTo>
                  <a:lnTo>
                    <a:pt x="0" y="13019"/>
                  </a:lnTo>
                </a:path>
              </a:pathLst>
            </a:custGeom>
            <a:noFill/>
            <a:ln w="20003">
              <a:solidFill>
                <a:srgbClr val="6D8190"/>
              </a:solidFill>
            </a:ln>
          </p:spPr>
        </p:sp>
        <p:sp>
          <p:nvSpPr>
            <p:cNvPr id="268" name="Input_receptor__267">
              <a:extLst>
                <a:ext uri="{FF2B5EF4-FFF2-40B4-BE49-F238E27FC236}">
                  <a16:creationId xmlns:a16="http://schemas.microsoft.com/office/drawing/2014/main" id="{000DB8CE-C519-FE28-6EB2-ECFC10F66AB7}"/>
                </a:ext>
              </a:extLst>
            </p:cNvPr>
            <p:cNvSpPr>
              <a:spLocks noGrp="1"/>
            </p:cNvSpPr>
            <p:nvPr/>
          </p:nvSpPr>
          <p:spPr>
            <a:xfrm>
              <a:off x="1722311" y="4961026"/>
              <a:ext cx="42863" cy="10741"/>
            </a:xfrm>
            <a:custGeom>
              <a:avLst/>
              <a:gdLst/>
              <a:ahLst/>
              <a:cxnLst/>
              <a:rect l="0" t="0" r="0" b="0"/>
              <a:pathLst>
                <a:path w="42863" h="10741">
                  <a:moveTo>
                    <a:pt x="0" y="0"/>
                  </a:moveTo>
                  <a:lnTo>
                    <a:pt x="42863" y="10741"/>
                  </a:lnTo>
                </a:path>
              </a:pathLst>
            </a:custGeom>
            <a:noFill/>
            <a:ln w="20003">
              <a:solidFill>
                <a:srgbClr val="6D8190"/>
              </a:solidFill>
            </a:ln>
          </p:spPr>
        </p:sp>
        <p:sp>
          <p:nvSpPr>
            <p:cNvPr id="269" name="Input_receptor__268">
              <a:extLst>
                <a:ext uri="{FF2B5EF4-FFF2-40B4-BE49-F238E27FC236}">
                  <a16:creationId xmlns:a16="http://schemas.microsoft.com/office/drawing/2014/main" id="{68F4D8FA-C656-444A-FA96-8A20FD9F9C22}"/>
                </a:ext>
              </a:extLst>
            </p:cNvPr>
            <p:cNvSpPr>
              <a:spLocks noGrp="1"/>
            </p:cNvSpPr>
            <p:nvPr/>
          </p:nvSpPr>
          <p:spPr>
            <a:xfrm>
              <a:off x="1738609" y="4899031"/>
              <a:ext cx="37453" cy="19900"/>
            </a:xfrm>
            <a:custGeom>
              <a:avLst/>
              <a:gdLst/>
              <a:ahLst/>
              <a:cxnLst/>
              <a:rect l="0" t="0" r="0" b="0"/>
              <a:pathLst>
                <a:path w="37453" h="19900">
                  <a:moveTo>
                    <a:pt x="0" y="0"/>
                  </a:moveTo>
                  <a:lnTo>
                    <a:pt x="37453" y="19900"/>
                  </a:lnTo>
                </a:path>
              </a:pathLst>
            </a:custGeom>
            <a:noFill/>
            <a:ln w="20003">
              <a:solidFill>
                <a:srgbClr val="6D8290"/>
              </a:solidFill>
            </a:ln>
          </p:spPr>
        </p:sp>
        <p:sp>
          <p:nvSpPr>
            <p:cNvPr id="270" name="Input_receptor__269">
              <a:extLst>
                <a:ext uri="{FF2B5EF4-FFF2-40B4-BE49-F238E27FC236}">
                  <a16:creationId xmlns:a16="http://schemas.microsoft.com/office/drawing/2014/main" id="{454A43AB-3572-E440-D694-B4850C97ACFF}"/>
                </a:ext>
              </a:extLst>
            </p:cNvPr>
            <p:cNvSpPr>
              <a:spLocks noGrp="1"/>
            </p:cNvSpPr>
            <p:nvPr/>
          </p:nvSpPr>
          <p:spPr>
            <a:xfrm>
              <a:off x="1765174" y="4971767"/>
              <a:ext cx="15884" cy="23748"/>
            </a:xfrm>
            <a:custGeom>
              <a:avLst/>
              <a:gdLst/>
              <a:ahLst/>
              <a:cxnLst/>
              <a:rect l="0" t="0" r="0" b="0"/>
              <a:pathLst>
                <a:path w="15884" h="23748">
                  <a:moveTo>
                    <a:pt x="0" y="0"/>
                  </a:moveTo>
                  <a:lnTo>
                    <a:pt x="15884" y="23748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1" name="Input_receptor__270">
              <a:extLst>
                <a:ext uri="{FF2B5EF4-FFF2-40B4-BE49-F238E27FC236}">
                  <a16:creationId xmlns:a16="http://schemas.microsoft.com/office/drawing/2014/main" id="{81B8019B-5A32-09F1-4784-CA5DDAD54D39}"/>
                </a:ext>
              </a:extLst>
            </p:cNvPr>
            <p:cNvSpPr>
              <a:spLocks noGrp="1"/>
            </p:cNvSpPr>
            <p:nvPr/>
          </p:nvSpPr>
          <p:spPr>
            <a:xfrm>
              <a:off x="1738200" y="5017552"/>
              <a:ext cx="3737" cy="13997"/>
            </a:xfrm>
            <a:custGeom>
              <a:avLst/>
              <a:gdLst/>
              <a:ahLst/>
              <a:cxnLst/>
              <a:rect l="0" t="0" r="0" b="0"/>
              <a:pathLst>
                <a:path w="3737" h="13997">
                  <a:moveTo>
                    <a:pt x="0" y="0"/>
                  </a:moveTo>
                  <a:lnTo>
                    <a:pt x="3737" y="13997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2" name="Input_receptor__271">
              <a:extLst>
                <a:ext uri="{FF2B5EF4-FFF2-40B4-BE49-F238E27FC236}">
                  <a16:creationId xmlns:a16="http://schemas.microsoft.com/office/drawing/2014/main" id="{64905AE3-13D9-7FF0-6FE8-8788BB0C5963}"/>
                </a:ext>
              </a:extLst>
            </p:cNvPr>
            <p:cNvSpPr>
              <a:spLocks noGrp="1"/>
            </p:cNvSpPr>
            <p:nvPr/>
          </p:nvSpPr>
          <p:spPr>
            <a:xfrm>
              <a:off x="1761057" y="5124754"/>
              <a:ext cx="37150" cy="23069"/>
            </a:xfrm>
            <a:custGeom>
              <a:avLst/>
              <a:gdLst/>
              <a:ahLst/>
              <a:cxnLst/>
              <a:rect l="0" t="0" r="0" b="0"/>
              <a:pathLst>
                <a:path w="37150" h="23069">
                  <a:moveTo>
                    <a:pt x="37150" y="0"/>
                  </a:moveTo>
                  <a:lnTo>
                    <a:pt x="0" y="23069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3" name="Input_receptor__272">
              <a:extLst>
                <a:ext uri="{FF2B5EF4-FFF2-40B4-BE49-F238E27FC236}">
                  <a16:creationId xmlns:a16="http://schemas.microsoft.com/office/drawing/2014/main" id="{EE3918E7-9329-01E8-015B-C912178399A8}"/>
                </a:ext>
              </a:extLst>
            </p:cNvPr>
            <p:cNvSpPr>
              <a:spLocks noGrp="1"/>
            </p:cNvSpPr>
            <p:nvPr/>
          </p:nvSpPr>
          <p:spPr>
            <a:xfrm>
              <a:off x="1262202" y="5248089"/>
              <a:ext cx="48132" cy="742"/>
            </a:xfrm>
            <a:custGeom>
              <a:avLst/>
              <a:gdLst/>
              <a:ahLst/>
              <a:cxnLst/>
              <a:rect l="0" t="0" r="0" b="0"/>
              <a:pathLst>
                <a:path w="48132" h="742">
                  <a:moveTo>
                    <a:pt x="0" y="742"/>
                  </a:moveTo>
                  <a:lnTo>
                    <a:pt x="48132" y="0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4" name="Input_receptor__273">
              <a:extLst>
                <a:ext uri="{FF2B5EF4-FFF2-40B4-BE49-F238E27FC236}">
                  <a16:creationId xmlns:a16="http://schemas.microsoft.com/office/drawing/2014/main" id="{B91E202E-C4EA-292B-370E-9FCE1872DD9B}"/>
                </a:ext>
              </a:extLst>
            </p:cNvPr>
            <p:cNvSpPr>
              <a:spLocks noGrp="1"/>
            </p:cNvSpPr>
            <p:nvPr/>
          </p:nvSpPr>
          <p:spPr>
            <a:xfrm>
              <a:off x="1201934" y="5603401"/>
              <a:ext cx="11582" cy="2400"/>
            </a:xfrm>
            <a:custGeom>
              <a:avLst/>
              <a:gdLst/>
              <a:ahLst/>
              <a:cxnLst/>
              <a:rect l="0" t="0" r="0" b="0"/>
              <a:pathLst>
                <a:path w="11582" h="2400">
                  <a:moveTo>
                    <a:pt x="11582" y="2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0"/>
              </a:solidFill>
            </a:ln>
          </p:spPr>
        </p:sp>
        <p:sp>
          <p:nvSpPr>
            <p:cNvPr id="275" name="Input_receptor__274">
              <a:extLst>
                <a:ext uri="{FF2B5EF4-FFF2-40B4-BE49-F238E27FC236}">
                  <a16:creationId xmlns:a16="http://schemas.microsoft.com/office/drawing/2014/main" id="{050D6151-68E2-49E7-4E18-E55BE0EBF39B}"/>
                </a:ext>
              </a:extLst>
            </p:cNvPr>
            <p:cNvSpPr>
              <a:spLocks noGrp="1"/>
            </p:cNvSpPr>
            <p:nvPr/>
          </p:nvSpPr>
          <p:spPr>
            <a:xfrm>
              <a:off x="1104945" y="5366546"/>
              <a:ext cx="19216" cy="12444"/>
            </a:xfrm>
            <a:custGeom>
              <a:avLst/>
              <a:gdLst/>
              <a:ahLst/>
              <a:cxnLst/>
              <a:rect l="0" t="0" r="0" b="0"/>
              <a:pathLst>
                <a:path w="19216" h="12444">
                  <a:moveTo>
                    <a:pt x="0" y="12444"/>
                  </a:moveTo>
                  <a:lnTo>
                    <a:pt x="19216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6" name="Input_receptor__275">
              <a:extLst>
                <a:ext uri="{FF2B5EF4-FFF2-40B4-BE49-F238E27FC236}">
                  <a16:creationId xmlns:a16="http://schemas.microsoft.com/office/drawing/2014/main" id="{59ED5B7A-304A-CF3B-8FA4-CAFF54C47892}"/>
                </a:ext>
              </a:extLst>
            </p:cNvPr>
            <p:cNvSpPr>
              <a:spLocks noGrp="1"/>
            </p:cNvSpPr>
            <p:nvPr/>
          </p:nvSpPr>
          <p:spPr>
            <a:xfrm>
              <a:off x="1714006" y="4889221"/>
              <a:ext cx="24603" cy="9810"/>
            </a:xfrm>
            <a:custGeom>
              <a:avLst/>
              <a:gdLst/>
              <a:ahLst/>
              <a:cxnLst/>
              <a:rect l="0" t="0" r="0" b="0"/>
              <a:pathLst>
                <a:path w="24603" h="9810">
                  <a:moveTo>
                    <a:pt x="0" y="0"/>
                  </a:moveTo>
                  <a:lnTo>
                    <a:pt x="24603" y="981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7" name="Input_receptor__276">
              <a:extLst>
                <a:ext uri="{FF2B5EF4-FFF2-40B4-BE49-F238E27FC236}">
                  <a16:creationId xmlns:a16="http://schemas.microsoft.com/office/drawing/2014/main" id="{6167BA67-6F3E-A643-BD44-23C0D2ED1E98}"/>
                </a:ext>
              </a:extLst>
            </p:cNvPr>
            <p:cNvSpPr>
              <a:spLocks noGrp="1"/>
            </p:cNvSpPr>
            <p:nvPr/>
          </p:nvSpPr>
          <p:spPr>
            <a:xfrm>
              <a:off x="1412950" y="5321780"/>
              <a:ext cx="27619" cy="5241"/>
            </a:xfrm>
            <a:custGeom>
              <a:avLst/>
              <a:gdLst/>
              <a:ahLst/>
              <a:cxnLst/>
              <a:rect l="0" t="0" r="0" b="0"/>
              <a:pathLst>
                <a:path w="27619" h="5241">
                  <a:moveTo>
                    <a:pt x="0" y="5241"/>
                  </a:moveTo>
                  <a:lnTo>
                    <a:pt x="27619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8" name="Input_receptor__277">
              <a:extLst>
                <a:ext uri="{FF2B5EF4-FFF2-40B4-BE49-F238E27FC236}">
                  <a16:creationId xmlns:a16="http://schemas.microsoft.com/office/drawing/2014/main" id="{832FFED5-3708-312B-662D-71487B4DA97F}"/>
                </a:ext>
              </a:extLst>
            </p:cNvPr>
            <p:cNvSpPr>
              <a:spLocks noGrp="1"/>
            </p:cNvSpPr>
            <p:nvPr/>
          </p:nvSpPr>
          <p:spPr>
            <a:xfrm>
              <a:off x="1084584" y="5316226"/>
              <a:ext cx="44418" cy="3526"/>
            </a:xfrm>
            <a:custGeom>
              <a:avLst/>
              <a:gdLst/>
              <a:ahLst/>
              <a:cxnLst/>
              <a:rect l="0" t="0" r="0" b="0"/>
              <a:pathLst>
                <a:path w="44418" h="3526">
                  <a:moveTo>
                    <a:pt x="44418" y="3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79" name="Input_receptor__278">
              <a:extLst>
                <a:ext uri="{FF2B5EF4-FFF2-40B4-BE49-F238E27FC236}">
                  <a16:creationId xmlns:a16="http://schemas.microsoft.com/office/drawing/2014/main" id="{74EA34B9-25B3-313C-6642-B8861A6643D9}"/>
                </a:ext>
              </a:extLst>
            </p:cNvPr>
            <p:cNvSpPr>
              <a:spLocks noGrp="1"/>
            </p:cNvSpPr>
            <p:nvPr/>
          </p:nvSpPr>
          <p:spPr>
            <a:xfrm>
              <a:off x="1180052" y="5545121"/>
              <a:ext cx="44264" cy="2818"/>
            </a:xfrm>
            <a:custGeom>
              <a:avLst/>
              <a:gdLst/>
              <a:ahLst/>
              <a:cxnLst/>
              <a:rect l="0" t="0" r="0" b="0"/>
              <a:pathLst>
                <a:path w="44264" h="2818">
                  <a:moveTo>
                    <a:pt x="44264" y="28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0" name="Input_receptor__279">
              <a:extLst>
                <a:ext uri="{FF2B5EF4-FFF2-40B4-BE49-F238E27FC236}">
                  <a16:creationId xmlns:a16="http://schemas.microsoft.com/office/drawing/2014/main" id="{98BE51EE-B68B-D30F-4F7C-85AC7F2E92A3}"/>
                </a:ext>
              </a:extLst>
            </p:cNvPr>
            <p:cNvSpPr>
              <a:spLocks noGrp="1"/>
            </p:cNvSpPr>
            <p:nvPr/>
          </p:nvSpPr>
          <p:spPr>
            <a:xfrm>
              <a:off x="1773803" y="5046603"/>
              <a:ext cx="13241" cy="25721"/>
            </a:xfrm>
            <a:custGeom>
              <a:avLst/>
              <a:gdLst/>
              <a:ahLst/>
              <a:cxnLst/>
              <a:rect l="0" t="0" r="0" b="0"/>
              <a:pathLst>
                <a:path w="13241" h="25721">
                  <a:moveTo>
                    <a:pt x="13241" y="0"/>
                  </a:moveTo>
                  <a:lnTo>
                    <a:pt x="0" y="25721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1" name="Input_receptor__280">
              <a:extLst>
                <a:ext uri="{FF2B5EF4-FFF2-40B4-BE49-F238E27FC236}">
                  <a16:creationId xmlns:a16="http://schemas.microsoft.com/office/drawing/2014/main" id="{BA88DE5F-E8EF-D7D8-79B9-2AE6EEA8486D}"/>
                </a:ext>
              </a:extLst>
            </p:cNvPr>
            <p:cNvSpPr>
              <a:spLocks noGrp="1"/>
            </p:cNvSpPr>
            <p:nvPr/>
          </p:nvSpPr>
          <p:spPr>
            <a:xfrm>
              <a:off x="1280790" y="5289436"/>
              <a:ext cx="32586" cy="21650"/>
            </a:xfrm>
            <a:custGeom>
              <a:avLst/>
              <a:gdLst/>
              <a:ahLst/>
              <a:cxnLst/>
              <a:rect l="0" t="0" r="0" b="0"/>
              <a:pathLst>
                <a:path w="32586" h="21650">
                  <a:moveTo>
                    <a:pt x="32586" y="0"/>
                  </a:moveTo>
                  <a:lnTo>
                    <a:pt x="0" y="21650"/>
                  </a:lnTo>
                </a:path>
              </a:pathLst>
            </a:custGeom>
            <a:noFill/>
            <a:ln w="20003">
              <a:solidFill>
                <a:srgbClr val="6E8291"/>
              </a:solidFill>
            </a:ln>
          </p:spPr>
        </p:sp>
        <p:sp>
          <p:nvSpPr>
            <p:cNvPr id="282" name="Input_receptor__281">
              <a:extLst>
                <a:ext uri="{FF2B5EF4-FFF2-40B4-BE49-F238E27FC236}">
                  <a16:creationId xmlns:a16="http://schemas.microsoft.com/office/drawing/2014/main" id="{4FFC5A65-1F74-E585-985C-9C831EABA743}"/>
                </a:ext>
              </a:extLst>
            </p:cNvPr>
            <p:cNvSpPr>
              <a:spLocks noGrp="1"/>
            </p:cNvSpPr>
            <p:nvPr/>
          </p:nvSpPr>
          <p:spPr>
            <a:xfrm>
              <a:off x="1310334" y="5248089"/>
              <a:ext cx="3042" cy="41346"/>
            </a:xfrm>
            <a:custGeom>
              <a:avLst/>
              <a:gdLst/>
              <a:ahLst/>
              <a:cxnLst/>
              <a:rect l="0" t="0" r="0" b="0"/>
              <a:pathLst>
                <a:path w="3042" h="41346">
                  <a:moveTo>
                    <a:pt x="0" y="0"/>
                  </a:moveTo>
                  <a:lnTo>
                    <a:pt x="3042" y="41346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3" name="Input_receptor__282">
              <a:extLst>
                <a:ext uri="{FF2B5EF4-FFF2-40B4-BE49-F238E27FC236}">
                  <a16:creationId xmlns:a16="http://schemas.microsoft.com/office/drawing/2014/main" id="{2F667AA4-065E-5738-F236-BE8FDEFEE3F9}"/>
                </a:ext>
              </a:extLst>
            </p:cNvPr>
            <p:cNvSpPr>
              <a:spLocks noGrp="1"/>
            </p:cNvSpPr>
            <p:nvPr/>
          </p:nvSpPr>
          <p:spPr>
            <a:xfrm>
              <a:off x="1272083" y="5429699"/>
              <a:ext cx="46986" cy="10958"/>
            </a:xfrm>
            <a:custGeom>
              <a:avLst/>
              <a:gdLst/>
              <a:ahLst/>
              <a:cxnLst/>
              <a:rect l="0" t="0" r="0" b="0"/>
              <a:pathLst>
                <a:path w="46986" h="10958">
                  <a:moveTo>
                    <a:pt x="0" y="0"/>
                  </a:moveTo>
                  <a:lnTo>
                    <a:pt x="46986" y="10958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4" name="Input_receptor__283">
              <a:extLst>
                <a:ext uri="{FF2B5EF4-FFF2-40B4-BE49-F238E27FC236}">
                  <a16:creationId xmlns:a16="http://schemas.microsoft.com/office/drawing/2014/main" id="{92ECE0DD-712D-7333-9EB7-18EE3F851263}"/>
                </a:ext>
              </a:extLst>
            </p:cNvPr>
            <p:cNvSpPr>
              <a:spLocks noGrp="1"/>
            </p:cNvSpPr>
            <p:nvPr/>
          </p:nvSpPr>
          <p:spPr>
            <a:xfrm>
              <a:off x="1834429" y="5240184"/>
              <a:ext cx="44783" cy="15795"/>
            </a:xfrm>
            <a:custGeom>
              <a:avLst/>
              <a:gdLst/>
              <a:ahLst/>
              <a:cxnLst/>
              <a:rect l="0" t="0" r="0" b="0"/>
              <a:pathLst>
                <a:path w="44783" h="15795">
                  <a:moveTo>
                    <a:pt x="0" y="15795"/>
                  </a:moveTo>
                  <a:lnTo>
                    <a:pt x="44783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5" name="Input_receptor__284">
              <a:extLst>
                <a:ext uri="{FF2B5EF4-FFF2-40B4-BE49-F238E27FC236}">
                  <a16:creationId xmlns:a16="http://schemas.microsoft.com/office/drawing/2014/main" id="{05D44322-89F6-4080-1D90-268E189C12AC}"/>
                </a:ext>
              </a:extLst>
            </p:cNvPr>
            <p:cNvSpPr>
              <a:spLocks noGrp="1"/>
            </p:cNvSpPr>
            <p:nvPr/>
          </p:nvSpPr>
          <p:spPr>
            <a:xfrm>
              <a:off x="1399141" y="5269127"/>
              <a:ext cx="47383" cy="5571"/>
            </a:xfrm>
            <a:custGeom>
              <a:avLst/>
              <a:gdLst/>
              <a:ahLst/>
              <a:cxnLst/>
              <a:rect l="0" t="0" r="0" b="0"/>
              <a:pathLst>
                <a:path w="47383" h="5571">
                  <a:moveTo>
                    <a:pt x="47383" y="5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6" name="Input_receptor__285">
              <a:extLst>
                <a:ext uri="{FF2B5EF4-FFF2-40B4-BE49-F238E27FC236}">
                  <a16:creationId xmlns:a16="http://schemas.microsoft.com/office/drawing/2014/main" id="{AE140886-28F7-4CE0-C602-D8BB8EE2D994}"/>
                </a:ext>
              </a:extLst>
            </p:cNvPr>
            <p:cNvSpPr>
              <a:spLocks noGrp="1"/>
            </p:cNvSpPr>
            <p:nvPr/>
          </p:nvSpPr>
          <p:spPr>
            <a:xfrm>
              <a:off x="1737716" y="5072324"/>
              <a:ext cx="36087" cy="21235"/>
            </a:xfrm>
            <a:custGeom>
              <a:avLst/>
              <a:gdLst/>
              <a:ahLst/>
              <a:cxnLst/>
              <a:rect l="0" t="0" r="0" b="0"/>
              <a:pathLst>
                <a:path w="36087" h="21235">
                  <a:moveTo>
                    <a:pt x="36087" y="0"/>
                  </a:moveTo>
                  <a:lnTo>
                    <a:pt x="0" y="21235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7" name="Input_receptor__286">
              <a:extLst>
                <a:ext uri="{FF2B5EF4-FFF2-40B4-BE49-F238E27FC236}">
                  <a16:creationId xmlns:a16="http://schemas.microsoft.com/office/drawing/2014/main" id="{8F7E968A-F8E8-4C7E-2873-48D0001F27E5}"/>
                </a:ext>
              </a:extLst>
            </p:cNvPr>
            <p:cNvSpPr>
              <a:spLocks noGrp="1"/>
            </p:cNvSpPr>
            <p:nvPr/>
          </p:nvSpPr>
          <p:spPr>
            <a:xfrm>
              <a:off x="1653926" y="5265903"/>
              <a:ext cx="35325" cy="21764"/>
            </a:xfrm>
            <a:custGeom>
              <a:avLst/>
              <a:gdLst/>
              <a:ahLst/>
              <a:cxnLst/>
              <a:rect l="0" t="0" r="0" b="0"/>
              <a:pathLst>
                <a:path w="35325" h="21764">
                  <a:moveTo>
                    <a:pt x="35325" y="217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8" name="Input_receptor__287">
              <a:extLst>
                <a:ext uri="{FF2B5EF4-FFF2-40B4-BE49-F238E27FC236}">
                  <a16:creationId xmlns:a16="http://schemas.microsoft.com/office/drawing/2014/main" id="{665F4E1C-B904-36AE-4901-1DC83C091DED}"/>
                </a:ext>
              </a:extLst>
            </p:cNvPr>
            <p:cNvSpPr>
              <a:spLocks noGrp="1"/>
            </p:cNvSpPr>
            <p:nvPr/>
          </p:nvSpPr>
          <p:spPr>
            <a:xfrm>
              <a:off x="1062306" y="5316226"/>
              <a:ext cx="22278" cy="22255"/>
            </a:xfrm>
            <a:custGeom>
              <a:avLst/>
              <a:gdLst/>
              <a:ahLst/>
              <a:cxnLst/>
              <a:rect l="0" t="0" r="0" b="0"/>
              <a:pathLst>
                <a:path w="22278" h="22255">
                  <a:moveTo>
                    <a:pt x="22278" y="0"/>
                  </a:moveTo>
                  <a:lnTo>
                    <a:pt x="0" y="22255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89" name="Input_receptor__288">
              <a:extLst>
                <a:ext uri="{FF2B5EF4-FFF2-40B4-BE49-F238E27FC236}">
                  <a16:creationId xmlns:a16="http://schemas.microsoft.com/office/drawing/2014/main" id="{CB696BB6-D0E3-9C5A-C6C9-16CF494770C5}"/>
                </a:ext>
              </a:extLst>
            </p:cNvPr>
            <p:cNvSpPr>
              <a:spLocks noGrp="1"/>
            </p:cNvSpPr>
            <p:nvPr/>
          </p:nvSpPr>
          <p:spPr>
            <a:xfrm>
              <a:off x="1686451" y="5287668"/>
              <a:ext cx="2800" cy="40760"/>
            </a:xfrm>
            <a:custGeom>
              <a:avLst/>
              <a:gdLst/>
              <a:ahLst/>
              <a:cxnLst/>
              <a:rect l="0" t="0" r="0" b="0"/>
              <a:pathLst>
                <a:path w="2800" h="40760">
                  <a:moveTo>
                    <a:pt x="0" y="40760"/>
                  </a:moveTo>
                  <a:lnTo>
                    <a:pt x="280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0" name="Input_receptor__289">
              <a:extLst>
                <a:ext uri="{FF2B5EF4-FFF2-40B4-BE49-F238E27FC236}">
                  <a16:creationId xmlns:a16="http://schemas.microsoft.com/office/drawing/2014/main" id="{94346742-574C-72C3-914B-C596F9CBAE45}"/>
                </a:ext>
              </a:extLst>
            </p:cNvPr>
            <p:cNvSpPr>
              <a:spLocks noGrp="1"/>
            </p:cNvSpPr>
            <p:nvPr/>
          </p:nvSpPr>
          <p:spPr>
            <a:xfrm>
              <a:off x="1224316" y="5547938"/>
              <a:ext cx="15015" cy="26067"/>
            </a:xfrm>
            <a:custGeom>
              <a:avLst/>
              <a:gdLst/>
              <a:ahLst/>
              <a:cxnLst/>
              <a:rect l="0" t="0" r="0" b="0"/>
              <a:pathLst>
                <a:path w="15015" h="26067">
                  <a:moveTo>
                    <a:pt x="15015" y="260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1" name="Input_receptor__290">
              <a:extLst>
                <a:ext uri="{FF2B5EF4-FFF2-40B4-BE49-F238E27FC236}">
                  <a16:creationId xmlns:a16="http://schemas.microsoft.com/office/drawing/2014/main" id="{D4327D2F-0882-344F-68FA-D45B09A462D2}"/>
                </a:ext>
              </a:extLst>
            </p:cNvPr>
            <p:cNvSpPr>
              <a:spLocks noGrp="1"/>
            </p:cNvSpPr>
            <p:nvPr/>
          </p:nvSpPr>
          <p:spPr>
            <a:xfrm>
              <a:off x="1268967" y="5481864"/>
              <a:ext cx="33557" cy="4120"/>
            </a:xfrm>
            <a:custGeom>
              <a:avLst/>
              <a:gdLst/>
              <a:ahLst/>
              <a:cxnLst/>
              <a:rect l="0" t="0" r="0" b="0"/>
              <a:pathLst>
                <a:path w="33557" h="4120">
                  <a:moveTo>
                    <a:pt x="33557" y="0"/>
                  </a:moveTo>
                  <a:lnTo>
                    <a:pt x="0" y="412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2" name="Input_receptor__291">
              <a:extLst>
                <a:ext uri="{FF2B5EF4-FFF2-40B4-BE49-F238E27FC236}">
                  <a16:creationId xmlns:a16="http://schemas.microsoft.com/office/drawing/2014/main" id="{FECE5E63-D585-9420-B601-C5A779C85D46}"/>
                </a:ext>
              </a:extLst>
            </p:cNvPr>
            <p:cNvSpPr>
              <a:spLocks noGrp="1"/>
            </p:cNvSpPr>
            <p:nvPr/>
          </p:nvSpPr>
          <p:spPr>
            <a:xfrm>
              <a:off x="1722311" y="4942286"/>
              <a:ext cx="23870" cy="18740"/>
            </a:xfrm>
            <a:custGeom>
              <a:avLst/>
              <a:gdLst/>
              <a:ahLst/>
              <a:cxnLst/>
              <a:rect l="0" t="0" r="0" b="0"/>
              <a:pathLst>
                <a:path w="23870" h="18740">
                  <a:moveTo>
                    <a:pt x="23870" y="0"/>
                  </a:moveTo>
                  <a:lnTo>
                    <a:pt x="0" y="1874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3" name="Input_receptor__292">
              <a:extLst>
                <a:ext uri="{FF2B5EF4-FFF2-40B4-BE49-F238E27FC236}">
                  <a16:creationId xmlns:a16="http://schemas.microsoft.com/office/drawing/2014/main" id="{7B585767-1600-A8C6-2117-DCF04FBCA0C4}"/>
                </a:ext>
              </a:extLst>
            </p:cNvPr>
            <p:cNvSpPr>
              <a:spLocks noGrp="1"/>
            </p:cNvSpPr>
            <p:nvPr/>
          </p:nvSpPr>
          <p:spPr>
            <a:xfrm>
              <a:off x="1124160" y="5319753"/>
              <a:ext cx="4842" cy="46794"/>
            </a:xfrm>
            <a:custGeom>
              <a:avLst/>
              <a:gdLst/>
              <a:ahLst/>
              <a:cxnLst/>
              <a:rect l="0" t="0" r="0" b="0"/>
              <a:pathLst>
                <a:path w="4842" h="46794">
                  <a:moveTo>
                    <a:pt x="0" y="46794"/>
                  </a:moveTo>
                  <a:lnTo>
                    <a:pt x="4842" y="0"/>
                  </a:lnTo>
                </a:path>
              </a:pathLst>
            </a:custGeom>
            <a:noFill/>
            <a:ln w="20003">
              <a:solidFill>
                <a:srgbClr val="6E8391"/>
              </a:solidFill>
            </a:ln>
          </p:spPr>
        </p:sp>
        <p:sp>
          <p:nvSpPr>
            <p:cNvPr id="294" name="Input_receptor__293">
              <a:extLst>
                <a:ext uri="{FF2B5EF4-FFF2-40B4-BE49-F238E27FC236}">
                  <a16:creationId xmlns:a16="http://schemas.microsoft.com/office/drawing/2014/main" id="{AFB05038-99D7-86C7-9572-70AF888CE86C}"/>
                </a:ext>
              </a:extLst>
            </p:cNvPr>
            <p:cNvSpPr>
              <a:spLocks noGrp="1"/>
            </p:cNvSpPr>
            <p:nvPr/>
          </p:nvSpPr>
          <p:spPr>
            <a:xfrm>
              <a:off x="1440569" y="5274698"/>
              <a:ext cx="5954" cy="47082"/>
            </a:xfrm>
            <a:custGeom>
              <a:avLst/>
              <a:gdLst/>
              <a:ahLst/>
              <a:cxnLst/>
              <a:rect l="0" t="0" r="0" b="0"/>
              <a:pathLst>
                <a:path w="5954" h="47082">
                  <a:moveTo>
                    <a:pt x="0" y="47082"/>
                  </a:moveTo>
                  <a:lnTo>
                    <a:pt x="5954" y="0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5" name="Input_receptor__294">
              <a:extLst>
                <a:ext uri="{FF2B5EF4-FFF2-40B4-BE49-F238E27FC236}">
                  <a16:creationId xmlns:a16="http://schemas.microsoft.com/office/drawing/2014/main" id="{1018B68B-233F-2BB1-E6C9-72765C051CED}"/>
                </a:ext>
              </a:extLst>
            </p:cNvPr>
            <p:cNvSpPr>
              <a:spLocks noGrp="1"/>
            </p:cNvSpPr>
            <p:nvPr/>
          </p:nvSpPr>
          <p:spPr>
            <a:xfrm>
              <a:off x="1759889" y="4799715"/>
              <a:ext cx="7334" cy="38194"/>
            </a:xfrm>
            <a:custGeom>
              <a:avLst/>
              <a:gdLst/>
              <a:ahLst/>
              <a:cxnLst/>
              <a:rect l="0" t="0" r="0" b="0"/>
              <a:pathLst>
                <a:path w="7334" h="38194">
                  <a:moveTo>
                    <a:pt x="7334" y="0"/>
                  </a:moveTo>
                  <a:lnTo>
                    <a:pt x="0" y="38194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6" name="Input_receptor__295">
              <a:extLst>
                <a:ext uri="{FF2B5EF4-FFF2-40B4-BE49-F238E27FC236}">
                  <a16:creationId xmlns:a16="http://schemas.microsoft.com/office/drawing/2014/main" id="{A0B799CA-021A-50FD-2216-DA7C7BAB8370}"/>
                </a:ext>
              </a:extLst>
            </p:cNvPr>
            <p:cNvSpPr>
              <a:spLocks noGrp="1"/>
            </p:cNvSpPr>
            <p:nvPr/>
          </p:nvSpPr>
          <p:spPr>
            <a:xfrm>
              <a:off x="1738200" y="4995516"/>
              <a:ext cx="42857" cy="22036"/>
            </a:xfrm>
            <a:custGeom>
              <a:avLst/>
              <a:gdLst/>
              <a:ahLst/>
              <a:cxnLst/>
              <a:rect l="0" t="0" r="0" b="0"/>
              <a:pathLst>
                <a:path w="42857" h="22036">
                  <a:moveTo>
                    <a:pt x="42857" y="0"/>
                  </a:moveTo>
                  <a:lnTo>
                    <a:pt x="0" y="22036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7" name="Input_receptor__296">
              <a:extLst>
                <a:ext uri="{FF2B5EF4-FFF2-40B4-BE49-F238E27FC236}">
                  <a16:creationId xmlns:a16="http://schemas.microsoft.com/office/drawing/2014/main" id="{1C75AA11-2C77-5831-228B-DCE84EA2A775}"/>
                </a:ext>
              </a:extLst>
            </p:cNvPr>
            <p:cNvSpPr>
              <a:spLocks noGrp="1"/>
            </p:cNvSpPr>
            <p:nvPr/>
          </p:nvSpPr>
          <p:spPr>
            <a:xfrm>
              <a:off x="1746180" y="4918931"/>
              <a:ext cx="29881" cy="23355"/>
            </a:xfrm>
            <a:custGeom>
              <a:avLst/>
              <a:gdLst/>
              <a:ahLst/>
              <a:cxnLst/>
              <a:rect l="0" t="0" r="0" b="0"/>
              <a:pathLst>
                <a:path w="29881" h="23355">
                  <a:moveTo>
                    <a:pt x="29881" y="0"/>
                  </a:moveTo>
                  <a:lnTo>
                    <a:pt x="0" y="23355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8" name="Input_receptor__297">
              <a:extLst>
                <a:ext uri="{FF2B5EF4-FFF2-40B4-BE49-F238E27FC236}">
                  <a16:creationId xmlns:a16="http://schemas.microsoft.com/office/drawing/2014/main" id="{C131D1EF-983E-D510-98DA-3D1363B2904E}"/>
                </a:ext>
              </a:extLst>
            </p:cNvPr>
            <p:cNvSpPr>
              <a:spLocks noGrp="1"/>
            </p:cNvSpPr>
            <p:nvPr/>
          </p:nvSpPr>
          <p:spPr>
            <a:xfrm>
              <a:off x="1302524" y="5440657"/>
              <a:ext cx="16546" cy="41207"/>
            </a:xfrm>
            <a:custGeom>
              <a:avLst/>
              <a:gdLst/>
              <a:ahLst/>
              <a:cxnLst/>
              <a:rect l="0" t="0" r="0" b="0"/>
              <a:pathLst>
                <a:path w="16546" h="41207">
                  <a:moveTo>
                    <a:pt x="16546" y="0"/>
                  </a:moveTo>
                  <a:lnTo>
                    <a:pt x="0" y="41207"/>
                  </a:lnTo>
                </a:path>
              </a:pathLst>
            </a:custGeom>
            <a:noFill/>
            <a:ln w="20003">
              <a:solidFill>
                <a:srgbClr val="6E8392"/>
              </a:solidFill>
            </a:ln>
          </p:spPr>
        </p:sp>
        <p:sp>
          <p:nvSpPr>
            <p:cNvPr id="299" name="Input_receptor__298">
              <a:extLst>
                <a:ext uri="{FF2B5EF4-FFF2-40B4-BE49-F238E27FC236}">
                  <a16:creationId xmlns:a16="http://schemas.microsoft.com/office/drawing/2014/main" id="{FA8A3E90-53F8-1D07-0A1E-26124DC41B8A}"/>
                </a:ext>
              </a:extLst>
            </p:cNvPr>
            <p:cNvSpPr>
              <a:spLocks noGrp="1"/>
            </p:cNvSpPr>
            <p:nvPr/>
          </p:nvSpPr>
          <p:spPr>
            <a:xfrm>
              <a:off x="1751960" y="4837908"/>
              <a:ext cx="7928" cy="28841"/>
            </a:xfrm>
            <a:custGeom>
              <a:avLst/>
              <a:gdLst/>
              <a:ahLst/>
              <a:cxnLst/>
              <a:rect l="0" t="0" r="0" b="0"/>
              <a:pathLst>
                <a:path w="7928" h="28841">
                  <a:moveTo>
                    <a:pt x="7928" y="0"/>
                  </a:moveTo>
                  <a:lnTo>
                    <a:pt x="0" y="28841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0" name="Input_receptor__299">
              <a:extLst>
                <a:ext uri="{FF2B5EF4-FFF2-40B4-BE49-F238E27FC236}">
                  <a16:creationId xmlns:a16="http://schemas.microsoft.com/office/drawing/2014/main" id="{B8C6BD3C-1BB4-1396-538B-49977E26EAE8}"/>
                </a:ext>
              </a:extLst>
            </p:cNvPr>
            <p:cNvSpPr>
              <a:spLocks noGrp="1"/>
            </p:cNvSpPr>
            <p:nvPr/>
          </p:nvSpPr>
          <p:spPr>
            <a:xfrm>
              <a:off x="1186769" y="5483024"/>
              <a:ext cx="37976" cy="17383"/>
            </a:xfrm>
            <a:custGeom>
              <a:avLst/>
              <a:gdLst/>
              <a:ahLst/>
              <a:cxnLst/>
              <a:rect l="0" t="0" r="0" b="0"/>
              <a:pathLst>
                <a:path w="37976" h="17383">
                  <a:moveTo>
                    <a:pt x="37976" y="17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1" name="Input_receptor__300">
              <a:extLst>
                <a:ext uri="{FF2B5EF4-FFF2-40B4-BE49-F238E27FC236}">
                  <a16:creationId xmlns:a16="http://schemas.microsoft.com/office/drawing/2014/main" id="{4E1967A2-D9E8-D85A-167B-D25CCD770A11}"/>
                </a:ext>
              </a:extLst>
            </p:cNvPr>
            <p:cNvSpPr>
              <a:spLocks noGrp="1"/>
            </p:cNvSpPr>
            <p:nvPr/>
          </p:nvSpPr>
          <p:spPr>
            <a:xfrm>
              <a:off x="1262202" y="5248831"/>
              <a:ext cx="5231" cy="7353"/>
            </a:xfrm>
            <a:custGeom>
              <a:avLst/>
              <a:gdLst/>
              <a:ahLst/>
              <a:cxnLst/>
              <a:rect l="0" t="0" r="0" b="0"/>
              <a:pathLst>
                <a:path w="5231" h="7353">
                  <a:moveTo>
                    <a:pt x="5231" y="7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2" name="Input_receptor__301">
              <a:extLst>
                <a:ext uri="{FF2B5EF4-FFF2-40B4-BE49-F238E27FC236}">
                  <a16:creationId xmlns:a16="http://schemas.microsoft.com/office/drawing/2014/main" id="{A5C60E19-457E-CE74-DCBD-EC61E31D2316}"/>
                </a:ext>
              </a:extLst>
            </p:cNvPr>
            <p:cNvSpPr>
              <a:spLocks noGrp="1"/>
            </p:cNvSpPr>
            <p:nvPr/>
          </p:nvSpPr>
          <p:spPr>
            <a:xfrm>
              <a:off x="1201934" y="5574005"/>
              <a:ext cx="37397" cy="29396"/>
            </a:xfrm>
            <a:custGeom>
              <a:avLst/>
              <a:gdLst/>
              <a:ahLst/>
              <a:cxnLst/>
              <a:rect l="0" t="0" r="0" b="0"/>
              <a:pathLst>
                <a:path w="37397" h="29396">
                  <a:moveTo>
                    <a:pt x="0" y="29396"/>
                  </a:moveTo>
                  <a:lnTo>
                    <a:pt x="37397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3" name="Input_receptor__302">
              <a:extLst>
                <a:ext uri="{FF2B5EF4-FFF2-40B4-BE49-F238E27FC236}">
                  <a16:creationId xmlns:a16="http://schemas.microsoft.com/office/drawing/2014/main" id="{27F24485-34EC-5469-ABFF-398EAE2E7506}"/>
                </a:ext>
              </a:extLst>
            </p:cNvPr>
            <p:cNvSpPr>
              <a:spLocks noGrp="1"/>
            </p:cNvSpPr>
            <p:nvPr/>
          </p:nvSpPr>
          <p:spPr>
            <a:xfrm>
              <a:off x="1391132" y="5269127"/>
              <a:ext cx="8009" cy="23048"/>
            </a:xfrm>
            <a:custGeom>
              <a:avLst/>
              <a:gdLst/>
              <a:ahLst/>
              <a:cxnLst/>
              <a:rect l="0" t="0" r="0" b="0"/>
              <a:pathLst>
                <a:path w="8009" h="23048">
                  <a:moveTo>
                    <a:pt x="8009" y="0"/>
                  </a:moveTo>
                  <a:lnTo>
                    <a:pt x="0" y="23048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4" name="Input_receptor__303">
              <a:extLst>
                <a:ext uri="{FF2B5EF4-FFF2-40B4-BE49-F238E27FC236}">
                  <a16:creationId xmlns:a16="http://schemas.microsoft.com/office/drawing/2014/main" id="{57559D67-FD51-E2A0-41C8-03DB23CE2ECB}"/>
                </a:ext>
              </a:extLst>
            </p:cNvPr>
            <p:cNvSpPr>
              <a:spLocks noGrp="1"/>
            </p:cNvSpPr>
            <p:nvPr/>
          </p:nvSpPr>
          <p:spPr>
            <a:xfrm>
              <a:off x="1868969" y="5174865"/>
              <a:ext cx="43100" cy="8671"/>
            </a:xfrm>
            <a:custGeom>
              <a:avLst/>
              <a:gdLst/>
              <a:ahLst/>
              <a:cxnLst/>
              <a:rect l="0" t="0" r="0" b="0"/>
              <a:pathLst>
                <a:path w="43100" h="8671">
                  <a:moveTo>
                    <a:pt x="43100" y="8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5" name="Input_receptor__304">
              <a:extLst>
                <a:ext uri="{FF2B5EF4-FFF2-40B4-BE49-F238E27FC236}">
                  <a16:creationId xmlns:a16="http://schemas.microsoft.com/office/drawing/2014/main" id="{7C5FE811-9744-9634-1BB3-B0B0183D139F}"/>
                </a:ext>
              </a:extLst>
            </p:cNvPr>
            <p:cNvSpPr>
              <a:spLocks noGrp="1"/>
            </p:cNvSpPr>
            <p:nvPr/>
          </p:nvSpPr>
          <p:spPr>
            <a:xfrm>
              <a:off x="1714006" y="4866749"/>
              <a:ext cx="37954" cy="22472"/>
            </a:xfrm>
            <a:custGeom>
              <a:avLst/>
              <a:gdLst/>
              <a:ahLst/>
              <a:cxnLst/>
              <a:rect l="0" t="0" r="0" b="0"/>
              <a:pathLst>
                <a:path w="37954" h="22472">
                  <a:moveTo>
                    <a:pt x="37954" y="0"/>
                  </a:moveTo>
                  <a:lnTo>
                    <a:pt x="0" y="22472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6" name="Input_receptor__305">
              <a:extLst>
                <a:ext uri="{FF2B5EF4-FFF2-40B4-BE49-F238E27FC236}">
                  <a16:creationId xmlns:a16="http://schemas.microsoft.com/office/drawing/2014/main" id="{CEDFD4DE-8817-3CF4-8AC0-07BD53A3A6CD}"/>
                </a:ext>
              </a:extLst>
            </p:cNvPr>
            <p:cNvSpPr>
              <a:spLocks noGrp="1"/>
            </p:cNvSpPr>
            <p:nvPr/>
          </p:nvSpPr>
          <p:spPr>
            <a:xfrm>
              <a:off x="1266099" y="5429699"/>
              <a:ext cx="5985" cy="7934"/>
            </a:xfrm>
            <a:custGeom>
              <a:avLst/>
              <a:gdLst/>
              <a:ahLst/>
              <a:cxnLst/>
              <a:rect l="0" t="0" r="0" b="0"/>
              <a:pathLst>
                <a:path w="5985" h="7934">
                  <a:moveTo>
                    <a:pt x="0" y="7934"/>
                  </a:moveTo>
                  <a:lnTo>
                    <a:pt x="5985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7" name="Input_receptor__306">
              <a:extLst>
                <a:ext uri="{FF2B5EF4-FFF2-40B4-BE49-F238E27FC236}">
                  <a16:creationId xmlns:a16="http://schemas.microsoft.com/office/drawing/2014/main" id="{A2869558-DC9B-B700-D6E1-7E2FB53F9D64}"/>
                </a:ext>
              </a:extLst>
            </p:cNvPr>
            <p:cNvSpPr>
              <a:spLocks noGrp="1"/>
            </p:cNvSpPr>
            <p:nvPr/>
          </p:nvSpPr>
          <p:spPr>
            <a:xfrm>
              <a:off x="1162265" y="5478922"/>
              <a:ext cx="24503" cy="4102"/>
            </a:xfrm>
            <a:custGeom>
              <a:avLst/>
              <a:gdLst/>
              <a:ahLst/>
              <a:cxnLst/>
              <a:rect l="0" t="0" r="0" b="0"/>
              <a:pathLst>
                <a:path w="24503" h="4102">
                  <a:moveTo>
                    <a:pt x="24503" y="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8" name="Input_receptor__307">
              <a:extLst>
                <a:ext uri="{FF2B5EF4-FFF2-40B4-BE49-F238E27FC236}">
                  <a16:creationId xmlns:a16="http://schemas.microsoft.com/office/drawing/2014/main" id="{ECCF502A-74CC-80E1-1618-0F8119A5AA3D}"/>
                </a:ext>
              </a:extLst>
            </p:cNvPr>
            <p:cNvSpPr>
              <a:spLocks noGrp="1"/>
            </p:cNvSpPr>
            <p:nvPr/>
          </p:nvSpPr>
          <p:spPr>
            <a:xfrm>
              <a:off x="1686451" y="5328428"/>
              <a:ext cx="31499" cy="31269"/>
            </a:xfrm>
            <a:custGeom>
              <a:avLst/>
              <a:gdLst/>
              <a:ahLst/>
              <a:cxnLst/>
              <a:rect l="0" t="0" r="0" b="0"/>
              <a:pathLst>
                <a:path w="31499" h="31269">
                  <a:moveTo>
                    <a:pt x="31499" y="312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09" name="Input_receptor__308">
              <a:extLst>
                <a:ext uri="{FF2B5EF4-FFF2-40B4-BE49-F238E27FC236}">
                  <a16:creationId xmlns:a16="http://schemas.microsoft.com/office/drawing/2014/main" id="{BCEB51BC-929F-8254-1E35-FF41BA053484}"/>
                </a:ext>
              </a:extLst>
            </p:cNvPr>
            <p:cNvSpPr>
              <a:spLocks noGrp="1"/>
            </p:cNvSpPr>
            <p:nvPr/>
          </p:nvSpPr>
          <p:spPr>
            <a:xfrm>
              <a:off x="1180052" y="5532514"/>
              <a:ext cx="14721" cy="12607"/>
            </a:xfrm>
            <a:custGeom>
              <a:avLst/>
              <a:gdLst/>
              <a:ahLst/>
              <a:cxnLst/>
              <a:rect l="0" t="0" r="0" b="0"/>
              <a:pathLst>
                <a:path w="14721" h="12607">
                  <a:moveTo>
                    <a:pt x="0" y="12607"/>
                  </a:moveTo>
                  <a:lnTo>
                    <a:pt x="14721" y="0"/>
                  </a:lnTo>
                </a:path>
              </a:pathLst>
            </a:custGeom>
            <a:noFill/>
            <a:ln w="20003">
              <a:solidFill>
                <a:srgbClr val="6F8492"/>
              </a:solidFill>
            </a:ln>
          </p:spPr>
        </p:sp>
        <p:sp>
          <p:nvSpPr>
            <p:cNvPr id="310" name="Input_receptor__309">
              <a:extLst>
                <a:ext uri="{FF2B5EF4-FFF2-40B4-BE49-F238E27FC236}">
                  <a16:creationId xmlns:a16="http://schemas.microsoft.com/office/drawing/2014/main" id="{01BB462E-F532-A7CD-822C-8B357F3187BA}"/>
                </a:ext>
              </a:extLst>
            </p:cNvPr>
            <p:cNvSpPr>
              <a:spLocks noGrp="1"/>
            </p:cNvSpPr>
            <p:nvPr/>
          </p:nvSpPr>
          <p:spPr>
            <a:xfrm>
              <a:off x="1879212" y="5226691"/>
              <a:ext cx="17434" cy="13493"/>
            </a:xfrm>
            <a:custGeom>
              <a:avLst/>
              <a:gdLst/>
              <a:ahLst/>
              <a:cxnLst/>
              <a:rect l="0" t="0" r="0" b="0"/>
              <a:pathLst>
                <a:path w="17434" h="13493">
                  <a:moveTo>
                    <a:pt x="0" y="13493"/>
                  </a:moveTo>
                  <a:lnTo>
                    <a:pt x="17434" y="0"/>
                  </a:lnTo>
                </a:path>
              </a:pathLst>
            </a:custGeom>
            <a:noFill/>
            <a:ln w="20003">
              <a:solidFill>
                <a:srgbClr val="6F8493"/>
              </a:solidFill>
            </a:ln>
          </p:spPr>
        </p:sp>
        <p:sp>
          <p:nvSpPr>
            <p:cNvPr id="311" name="Input_receptor__310">
              <a:extLst>
                <a:ext uri="{FF2B5EF4-FFF2-40B4-BE49-F238E27FC236}">
                  <a16:creationId xmlns:a16="http://schemas.microsoft.com/office/drawing/2014/main" id="{2CE3F899-220B-A90B-500E-F667B642CFFC}"/>
                </a:ext>
              </a:extLst>
            </p:cNvPr>
            <p:cNvSpPr>
              <a:spLocks noGrp="1"/>
            </p:cNvSpPr>
            <p:nvPr/>
          </p:nvSpPr>
          <p:spPr>
            <a:xfrm>
              <a:off x="1033448" y="5270893"/>
              <a:ext cx="47228" cy="8065"/>
            </a:xfrm>
            <a:custGeom>
              <a:avLst/>
              <a:gdLst/>
              <a:ahLst/>
              <a:cxnLst/>
              <a:rect l="0" t="0" r="0" b="0"/>
              <a:pathLst>
                <a:path w="47228" h="8065">
                  <a:moveTo>
                    <a:pt x="47228" y="0"/>
                  </a:moveTo>
                  <a:lnTo>
                    <a:pt x="0" y="8065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2" name="Input_receptor__311">
              <a:extLst>
                <a:ext uri="{FF2B5EF4-FFF2-40B4-BE49-F238E27FC236}">
                  <a16:creationId xmlns:a16="http://schemas.microsoft.com/office/drawing/2014/main" id="{AF01FC16-08C8-BF94-256B-C0C262E7B220}"/>
                </a:ext>
              </a:extLst>
            </p:cNvPr>
            <p:cNvSpPr>
              <a:spLocks noGrp="1"/>
            </p:cNvSpPr>
            <p:nvPr/>
          </p:nvSpPr>
          <p:spPr>
            <a:xfrm>
              <a:off x="1156698" y="5416022"/>
              <a:ext cx="47390" cy="9745"/>
            </a:xfrm>
            <a:custGeom>
              <a:avLst/>
              <a:gdLst/>
              <a:ahLst/>
              <a:cxnLst/>
              <a:rect l="0" t="0" r="0" b="0"/>
              <a:pathLst>
                <a:path w="47390" h="9745">
                  <a:moveTo>
                    <a:pt x="47390" y="9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3" name="Input_receptor__312">
              <a:extLst>
                <a:ext uri="{FF2B5EF4-FFF2-40B4-BE49-F238E27FC236}">
                  <a16:creationId xmlns:a16="http://schemas.microsoft.com/office/drawing/2014/main" id="{F4069E8F-9FE1-7C70-059E-9A04E27063D0}"/>
                </a:ext>
              </a:extLst>
            </p:cNvPr>
            <p:cNvSpPr>
              <a:spLocks noGrp="1"/>
            </p:cNvSpPr>
            <p:nvPr/>
          </p:nvSpPr>
          <p:spPr>
            <a:xfrm>
              <a:off x="1846427" y="5174865"/>
              <a:ext cx="22543" cy="9027"/>
            </a:xfrm>
            <a:custGeom>
              <a:avLst/>
              <a:gdLst/>
              <a:ahLst/>
              <a:cxnLst/>
              <a:rect l="0" t="0" r="0" b="0"/>
              <a:pathLst>
                <a:path w="22543" h="9027">
                  <a:moveTo>
                    <a:pt x="22543" y="0"/>
                  </a:moveTo>
                  <a:lnTo>
                    <a:pt x="0" y="9027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4" name="Input_receptor__313">
              <a:extLst>
                <a:ext uri="{FF2B5EF4-FFF2-40B4-BE49-F238E27FC236}">
                  <a16:creationId xmlns:a16="http://schemas.microsoft.com/office/drawing/2014/main" id="{D44752F9-E49D-2715-E8D8-6796718D3D2F}"/>
                </a:ext>
              </a:extLst>
            </p:cNvPr>
            <p:cNvSpPr>
              <a:spLocks noGrp="1"/>
            </p:cNvSpPr>
            <p:nvPr/>
          </p:nvSpPr>
          <p:spPr>
            <a:xfrm>
              <a:off x="1274872" y="5190135"/>
              <a:ext cx="26256" cy="32110"/>
            </a:xfrm>
            <a:custGeom>
              <a:avLst/>
              <a:gdLst/>
              <a:ahLst/>
              <a:cxnLst/>
              <a:rect l="0" t="0" r="0" b="0"/>
              <a:pathLst>
                <a:path w="26256" h="32110">
                  <a:moveTo>
                    <a:pt x="0" y="0"/>
                  </a:moveTo>
                  <a:lnTo>
                    <a:pt x="26256" y="3211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5" name="Input_receptor__314">
              <a:extLst>
                <a:ext uri="{FF2B5EF4-FFF2-40B4-BE49-F238E27FC236}">
                  <a16:creationId xmlns:a16="http://schemas.microsoft.com/office/drawing/2014/main" id="{3747E26C-658B-F0BE-D616-DFBA256EEAEE}"/>
                </a:ext>
              </a:extLst>
            </p:cNvPr>
            <p:cNvSpPr>
              <a:spLocks noGrp="1"/>
            </p:cNvSpPr>
            <p:nvPr/>
          </p:nvSpPr>
          <p:spPr>
            <a:xfrm>
              <a:off x="1689187" y="5217366"/>
              <a:ext cx="25311" cy="39109"/>
            </a:xfrm>
            <a:custGeom>
              <a:avLst/>
              <a:gdLst/>
              <a:ahLst/>
              <a:cxnLst/>
              <a:rect l="0" t="0" r="0" b="0"/>
              <a:pathLst>
                <a:path w="25311" h="39109">
                  <a:moveTo>
                    <a:pt x="25311" y="39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6" name="Input_receptor__315">
              <a:extLst>
                <a:ext uri="{FF2B5EF4-FFF2-40B4-BE49-F238E27FC236}">
                  <a16:creationId xmlns:a16="http://schemas.microsoft.com/office/drawing/2014/main" id="{861DDEC9-0328-46F7-6596-018C8A2A2265}"/>
                </a:ext>
              </a:extLst>
            </p:cNvPr>
            <p:cNvSpPr>
              <a:spLocks noGrp="1"/>
            </p:cNvSpPr>
            <p:nvPr/>
          </p:nvSpPr>
          <p:spPr>
            <a:xfrm>
              <a:off x="1653926" y="5265903"/>
              <a:ext cx="19783" cy="10859"/>
            </a:xfrm>
            <a:custGeom>
              <a:avLst/>
              <a:gdLst/>
              <a:ahLst/>
              <a:cxnLst/>
              <a:rect l="0" t="0" r="0" b="0"/>
              <a:pathLst>
                <a:path w="19783" h="10859">
                  <a:moveTo>
                    <a:pt x="0" y="0"/>
                  </a:moveTo>
                  <a:lnTo>
                    <a:pt x="19783" y="10859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7" name="Input_receptor__316">
              <a:extLst>
                <a:ext uri="{FF2B5EF4-FFF2-40B4-BE49-F238E27FC236}">
                  <a16:creationId xmlns:a16="http://schemas.microsoft.com/office/drawing/2014/main" id="{67749A39-4EA0-5F92-7398-E673D3C52DBE}"/>
                </a:ext>
              </a:extLst>
            </p:cNvPr>
            <p:cNvSpPr>
              <a:spLocks noGrp="1"/>
            </p:cNvSpPr>
            <p:nvPr/>
          </p:nvSpPr>
          <p:spPr>
            <a:xfrm>
              <a:off x="1238370" y="5190135"/>
              <a:ext cx="36502" cy="9790"/>
            </a:xfrm>
            <a:custGeom>
              <a:avLst/>
              <a:gdLst/>
              <a:ahLst/>
              <a:cxnLst/>
              <a:rect l="0" t="0" r="0" b="0"/>
              <a:pathLst>
                <a:path w="36502" h="9790">
                  <a:moveTo>
                    <a:pt x="0" y="9790"/>
                  </a:moveTo>
                  <a:lnTo>
                    <a:pt x="36502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8" name="Input_receptor__317">
              <a:extLst>
                <a:ext uri="{FF2B5EF4-FFF2-40B4-BE49-F238E27FC236}">
                  <a16:creationId xmlns:a16="http://schemas.microsoft.com/office/drawing/2014/main" id="{EF9FDD67-C35B-0EC0-2E8E-D2E103623C9F}"/>
                </a:ext>
              </a:extLst>
            </p:cNvPr>
            <p:cNvSpPr>
              <a:spLocks noGrp="1"/>
            </p:cNvSpPr>
            <p:nvPr/>
          </p:nvSpPr>
          <p:spPr>
            <a:xfrm>
              <a:off x="1062306" y="5313968"/>
              <a:ext cx="25504" cy="24514"/>
            </a:xfrm>
            <a:custGeom>
              <a:avLst/>
              <a:gdLst/>
              <a:ahLst/>
              <a:cxnLst/>
              <a:rect l="0" t="0" r="0" b="0"/>
              <a:pathLst>
                <a:path w="25504" h="24514">
                  <a:moveTo>
                    <a:pt x="0" y="24514"/>
                  </a:moveTo>
                  <a:lnTo>
                    <a:pt x="25504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19" name="Input_receptor__318">
              <a:extLst>
                <a:ext uri="{FF2B5EF4-FFF2-40B4-BE49-F238E27FC236}">
                  <a16:creationId xmlns:a16="http://schemas.microsoft.com/office/drawing/2014/main" id="{D5206B1C-D169-630B-5594-BB06454737A7}"/>
                </a:ext>
              </a:extLst>
            </p:cNvPr>
            <p:cNvSpPr>
              <a:spLocks noGrp="1"/>
            </p:cNvSpPr>
            <p:nvPr/>
          </p:nvSpPr>
          <p:spPr>
            <a:xfrm>
              <a:off x="1194773" y="5500407"/>
              <a:ext cx="29972" cy="32107"/>
            </a:xfrm>
            <a:custGeom>
              <a:avLst/>
              <a:gdLst/>
              <a:ahLst/>
              <a:cxnLst/>
              <a:rect l="0" t="0" r="0" b="0"/>
              <a:pathLst>
                <a:path w="29972" h="32107">
                  <a:moveTo>
                    <a:pt x="0" y="32107"/>
                  </a:moveTo>
                  <a:lnTo>
                    <a:pt x="29972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0" name="Input_receptor__319">
              <a:extLst>
                <a:ext uri="{FF2B5EF4-FFF2-40B4-BE49-F238E27FC236}">
                  <a16:creationId xmlns:a16="http://schemas.microsoft.com/office/drawing/2014/main" id="{452D1F64-BF08-B691-37E5-30C596B44AA1}"/>
                </a:ext>
              </a:extLst>
            </p:cNvPr>
            <p:cNvSpPr>
              <a:spLocks noGrp="1"/>
            </p:cNvSpPr>
            <p:nvPr/>
          </p:nvSpPr>
          <p:spPr>
            <a:xfrm>
              <a:off x="1247896" y="5375110"/>
              <a:ext cx="45901" cy="293"/>
            </a:xfrm>
            <a:custGeom>
              <a:avLst/>
              <a:gdLst/>
              <a:ahLst/>
              <a:cxnLst/>
              <a:rect l="0" t="0" r="0" b="0"/>
              <a:pathLst>
                <a:path w="45901" h="293">
                  <a:moveTo>
                    <a:pt x="0" y="293"/>
                  </a:moveTo>
                  <a:lnTo>
                    <a:pt x="45901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1" name="Input_receptor__320">
              <a:extLst>
                <a:ext uri="{FF2B5EF4-FFF2-40B4-BE49-F238E27FC236}">
                  <a16:creationId xmlns:a16="http://schemas.microsoft.com/office/drawing/2014/main" id="{17538578-0EAE-A13B-16C2-1B636CA8D69D}"/>
                </a:ext>
              </a:extLst>
            </p:cNvPr>
            <p:cNvSpPr>
              <a:spLocks noGrp="1"/>
            </p:cNvSpPr>
            <p:nvPr/>
          </p:nvSpPr>
          <p:spPr>
            <a:xfrm>
              <a:off x="1896646" y="5183536"/>
              <a:ext cx="15423" cy="43155"/>
            </a:xfrm>
            <a:custGeom>
              <a:avLst/>
              <a:gdLst/>
              <a:ahLst/>
              <a:cxnLst/>
              <a:rect l="0" t="0" r="0" b="0"/>
              <a:pathLst>
                <a:path w="15423" h="43155">
                  <a:moveTo>
                    <a:pt x="0" y="43155"/>
                  </a:moveTo>
                  <a:lnTo>
                    <a:pt x="15423" y="0"/>
                  </a:lnTo>
                </a:path>
              </a:pathLst>
            </a:custGeom>
            <a:noFill/>
            <a:ln w="20003">
              <a:solidFill>
                <a:srgbClr val="708593"/>
              </a:solidFill>
            </a:ln>
          </p:spPr>
        </p:sp>
        <p:sp>
          <p:nvSpPr>
            <p:cNvPr id="322" name="Input_receptor__321">
              <a:extLst>
                <a:ext uri="{FF2B5EF4-FFF2-40B4-BE49-F238E27FC236}">
                  <a16:creationId xmlns:a16="http://schemas.microsoft.com/office/drawing/2014/main" id="{A58E71BE-4436-32AE-7040-1B552CBC43AB}"/>
                </a:ext>
              </a:extLst>
            </p:cNvPr>
            <p:cNvSpPr>
              <a:spLocks noGrp="1"/>
            </p:cNvSpPr>
            <p:nvPr/>
          </p:nvSpPr>
          <p:spPr>
            <a:xfrm>
              <a:off x="1267433" y="5222245"/>
              <a:ext cx="33695" cy="33939"/>
            </a:xfrm>
            <a:custGeom>
              <a:avLst/>
              <a:gdLst/>
              <a:ahLst/>
              <a:cxnLst/>
              <a:rect l="0" t="0" r="0" b="0"/>
              <a:pathLst>
                <a:path w="33695" h="33939">
                  <a:moveTo>
                    <a:pt x="33695" y="0"/>
                  </a:moveTo>
                  <a:lnTo>
                    <a:pt x="0" y="33939"/>
                  </a:lnTo>
                </a:path>
              </a:pathLst>
            </a:custGeom>
            <a:noFill/>
            <a:ln w="20003">
              <a:solidFill>
                <a:srgbClr val="718593"/>
              </a:solidFill>
            </a:ln>
          </p:spPr>
        </p:sp>
        <p:sp>
          <p:nvSpPr>
            <p:cNvPr id="323" name="Input_receptor__322">
              <a:extLst>
                <a:ext uri="{FF2B5EF4-FFF2-40B4-BE49-F238E27FC236}">
                  <a16:creationId xmlns:a16="http://schemas.microsoft.com/office/drawing/2014/main" id="{AF4771A0-74B8-4122-46B9-033F5F3A6B52}"/>
                </a:ext>
              </a:extLst>
            </p:cNvPr>
            <p:cNvSpPr>
              <a:spLocks noGrp="1"/>
            </p:cNvSpPr>
            <p:nvPr/>
          </p:nvSpPr>
          <p:spPr>
            <a:xfrm>
              <a:off x="1080675" y="5270893"/>
              <a:ext cx="7136" cy="43074"/>
            </a:xfrm>
            <a:custGeom>
              <a:avLst/>
              <a:gdLst/>
              <a:ahLst/>
              <a:cxnLst/>
              <a:rect l="0" t="0" r="0" b="0"/>
              <a:pathLst>
                <a:path w="7136" h="43074">
                  <a:moveTo>
                    <a:pt x="7136" y="430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594"/>
              </a:solidFill>
            </a:ln>
          </p:spPr>
        </p:sp>
        <p:sp>
          <p:nvSpPr>
            <p:cNvPr id="324" name="Input_receptor__323">
              <a:extLst>
                <a:ext uri="{FF2B5EF4-FFF2-40B4-BE49-F238E27FC236}">
                  <a16:creationId xmlns:a16="http://schemas.microsoft.com/office/drawing/2014/main" id="{14AD57D5-1722-BD5A-9EE9-146E9A24A2E2}"/>
                </a:ext>
              </a:extLst>
            </p:cNvPr>
            <p:cNvSpPr>
              <a:spLocks noGrp="1"/>
            </p:cNvSpPr>
            <p:nvPr/>
          </p:nvSpPr>
          <p:spPr>
            <a:xfrm>
              <a:off x="1293797" y="5375110"/>
              <a:ext cx="12316" cy="38573"/>
            </a:xfrm>
            <a:custGeom>
              <a:avLst/>
              <a:gdLst/>
              <a:ahLst/>
              <a:cxnLst/>
              <a:rect l="0" t="0" r="0" b="0"/>
              <a:pathLst>
                <a:path w="12316" h="38573">
                  <a:moveTo>
                    <a:pt x="0" y="0"/>
                  </a:moveTo>
                  <a:lnTo>
                    <a:pt x="12316" y="38573"/>
                  </a:lnTo>
                </a:path>
              </a:pathLst>
            </a:custGeom>
            <a:noFill/>
            <a:ln w="20003">
              <a:solidFill>
                <a:srgbClr val="718594"/>
              </a:solidFill>
            </a:ln>
          </p:spPr>
        </p:sp>
        <p:sp>
          <p:nvSpPr>
            <p:cNvPr id="325" name="Input_receptor__324">
              <a:extLst>
                <a:ext uri="{FF2B5EF4-FFF2-40B4-BE49-F238E27FC236}">
                  <a16:creationId xmlns:a16="http://schemas.microsoft.com/office/drawing/2014/main" id="{FECA47CE-C750-C81E-389E-2DDD7C38329B}"/>
                </a:ext>
              </a:extLst>
            </p:cNvPr>
            <p:cNvSpPr>
              <a:spLocks noGrp="1"/>
            </p:cNvSpPr>
            <p:nvPr/>
          </p:nvSpPr>
          <p:spPr>
            <a:xfrm>
              <a:off x="1767222" y="4799715"/>
              <a:ext cx="14309" cy="6543"/>
            </a:xfrm>
            <a:custGeom>
              <a:avLst/>
              <a:gdLst/>
              <a:ahLst/>
              <a:cxnLst/>
              <a:rect l="0" t="0" r="0" b="0"/>
              <a:pathLst>
                <a:path w="14309" h="6543">
                  <a:moveTo>
                    <a:pt x="14309" y="65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18594"/>
              </a:solidFill>
            </a:ln>
          </p:spPr>
        </p:sp>
        <p:sp>
          <p:nvSpPr>
            <p:cNvPr id="326" name="Input_receptor__325">
              <a:extLst>
                <a:ext uri="{FF2B5EF4-FFF2-40B4-BE49-F238E27FC236}">
                  <a16:creationId xmlns:a16="http://schemas.microsoft.com/office/drawing/2014/main" id="{78B8E013-7CCB-0E8D-C927-E2D5A7D01D9C}"/>
                </a:ext>
              </a:extLst>
            </p:cNvPr>
            <p:cNvSpPr>
              <a:spLocks noGrp="1"/>
            </p:cNvSpPr>
            <p:nvPr/>
          </p:nvSpPr>
          <p:spPr>
            <a:xfrm>
              <a:off x="1199909" y="5425768"/>
              <a:ext cx="4179" cy="31445"/>
            </a:xfrm>
            <a:custGeom>
              <a:avLst/>
              <a:gdLst/>
              <a:ahLst/>
              <a:cxnLst/>
              <a:rect l="0" t="0" r="0" b="0"/>
              <a:pathLst>
                <a:path w="4179" h="31445">
                  <a:moveTo>
                    <a:pt x="0" y="31445"/>
                  </a:moveTo>
                  <a:lnTo>
                    <a:pt x="4179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7" name="Input_receptor__326">
              <a:extLst>
                <a:ext uri="{FF2B5EF4-FFF2-40B4-BE49-F238E27FC236}">
                  <a16:creationId xmlns:a16="http://schemas.microsoft.com/office/drawing/2014/main" id="{A6885B2B-B5E9-380C-42D3-D45C3C1D86FB}"/>
                </a:ext>
              </a:extLst>
            </p:cNvPr>
            <p:cNvSpPr>
              <a:spLocks noGrp="1"/>
            </p:cNvSpPr>
            <p:nvPr/>
          </p:nvSpPr>
          <p:spPr>
            <a:xfrm>
              <a:off x="1824696" y="5120306"/>
              <a:ext cx="48069" cy="5221"/>
            </a:xfrm>
            <a:custGeom>
              <a:avLst/>
              <a:gdLst/>
              <a:ahLst/>
              <a:cxnLst/>
              <a:rect l="0" t="0" r="0" b="0"/>
              <a:pathLst>
                <a:path w="48069" h="5221">
                  <a:moveTo>
                    <a:pt x="48069" y="0"/>
                  </a:moveTo>
                  <a:lnTo>
                    <a:pt x="0" y="5221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8" name="Input_receptor__327">
              <a:extLst>
                <a:ext uri="{FF2B5EF4-FFF2-40B4-BE49-F238E27FC236}">
                  <a16:creationId xmlns:a16="http://schemas.microsoft.com/office/drawing/2014/main" id="{3BCCD70C-09DD-47E1-2F26-2C51A06156A6}"/>
                </a:ext>
              </a:extLst>
            </p:cNvPr>
            <p:cNvSpPr>
              <a:spLocks noGrp="1"/>
            </p:cNvSpPr>
            <p:nvPr/>
          </p:nvSpPr>
          <p:spPr>
            <a:xfrm>
              <a:off x="1673709" y="5256475"/>
              <a:ext cx="40788" cy="20288"/>
            </a:xfrm>
            <a:custGeom>
              <a:avLst/>
              <a:gdLst/>
              <a:ahLst/>
              <a:cxnLst/>
              <a:rect l="0" t="0" r="0" b="0"/>
              <a:pathLst>
                <a:path w="40788" h="20288">
                  <a:moveTo>
                    <a:pt x="0" y="20288"/>
                  </a:moveTo>
                  <a:lnTo>
                    <a:pt x="40788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29" name="Input_receptor__328">
              <a:extLst>
                <a:ext uri="{FF2B5EF4-FFF2-40B4-BE49-F238E27FC236}">
                  <a16:creationId xmlns:a16="http://schemas.microsoft.com/office/drawing/2014/main" id="{0E305053-C89F-A82F-D75F-8A70BBA72A19}"/>
                </a:ext>
              </a:extLst>
            </p:cNvPr>
            <p:cNvSpPr>
              <a:spLocks noGrp="1"/>
            </p:cNvSpPr>
            <p:nvPr/>
          </p:nvSpPr>
          <p:spPr>
            <a:xfrm>
              <a:off x="1354469" y="5224750"/>
              <a:ext cx="41987" cy="17188"/>
            </a:xfrm>
            <a:custGeom>
              <a:avLst/>
              <a:gdLst/>
              <a:ahLst/>
              <a:cxnLst/>
              <a:rect l="0" t="0" r="0" b="0"/>
              <a:pathLst>
                <a:path w="41987" h="17188">
                  <a:moveTo>
                    <a:pt x="41987" y="0"/>
                  </a:moveTo>
                  <a:lnTo>
                    <a:pt x="0" y="17188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0" name="Input_receptor__329">
              <a:extLst>
                <a:ext uri="{FF2B5EF4-FFF2-40B4-BE49-F238E27FC236}">
                  <a16:creationId xmlns:a16="http://schemas.microsoft.com/office/drawing/2014/main" id="{6BFB7A43-8B3C-6E03-3A8F-AA560F4F70BE}"/>
                </a:ext>
              </a:extLst>
            </p:cNvPr>
            <p:cNvSpPr>
              <a:spLocks noGrp="1"/>
            </p:cNvSpPr>
            <p:nvPr/>
          </p:nvSpPr>
          <p:spPr>
            <a:xfrm>
              <a:off x="1028204" y="5278959"/>
              <a:ext cx="5244" cy="17110"/>
            </a:xfrm>
            <a:custGeom>
              <a:avLst/>
              <a:gdLst/>
              <a:ahLst/>
              <a:cxnLst/>
              <a:rect l="0" t="0" r="0" b="0"/>
              <a:pathLst>
                <a:path w="5244" h="17110">
                  <a:moveTo>
                    <a:pt x="5244" y="0"/>
                  </a:moveTo>
                  <a:lnTo>
                    <a:pt x="0" y="1711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1" name="Input_receptor__330">
              <a:extLst>
                <a:ext uri="{FF2B5EF4-FFF2-40B4-BE49-F238E27FC236}">
                  <a16:creationId xmlns:a16="http://schemas.microsoft.com/office/drawing/2014/main" id="{2BE8D663-3106-385C-9514-80AB56BCA7F6}"/>
                </a:ext>
              </a:extLst>
            </p:cNvPr>
            <p:cNvSpPr>
              <a:spLocks noGrp="1"/>
            </p:cNvSpPr>
            <p:nvPr/>
          </p:nvSpPr>
          <p:spPr>
            <a:xfrm>
              <a:off x="1717950" y="5328967"/>
              <a:ext cx="22758" cy="30730"/>
            </a:xfrm>
            <a:custGeom>
              <a:avLst/>
              <a:gdLst/>
              <a:ahLst/>
              <a:cxnLst/>
              <a:rect l="0" t="0" r="0" b="0"/>
              <a:pathLst>
                <a:path w="22758" h="30730">
                  <a:moveTo>
                    <a:pt x="22758" y="0"/>
                  </a:moveTo>
                  <a:lnTo>
                    <a:pt x="0" y="30730"/>
                  </a:lnTo>
                </a:path>
              </a:pathLst>
            </a:custGeom>
            <a:noFill/>
            <a:ln w="8096">
              <a:solidFill>
                <a:srgbClr val="718694"/>
              </a:solidFill>
            </a:ln>
          </p:spPr>
        </p:sp>
        <p:sp>
          <p:nvSpPr>
            <p:cNvPr id="332" name="Input_receptor__331">
              <a:extLst>
                <a:ext uri="{FF2B5EF4-FFF2-40B4-BE49-F238E27FC236}">
                  <a16:creationId xmlns:a16="http://schemas.microsoft.com/office/drawing/2014/main" id="{42761484-67DA-653E-F429-52F44D8D91CC}"/>
                </a:ext>
              </a:extLst>
            </p:cNvPr>
            <p:cNvSpPr>
              <a:spLocks noGrp="1"/>
            </p:cNvSpPr>
            <p:nvPr/>
          </p:nvSpPr>
          <p:spPr>
            <a:xfrm>
              <a:off x="1667295" y="5215391"/>
              <a:ext cx="21892" cy="1975"/>
            </a:xfrm>
            <a:custGeom>
              <a:avLst/>
              <a:gdLst/>
              <a:ahLst/>
              <a:cxnLst/>
              <a:rect l="0" t="0" r="0" b="0"/>
              <a:pathLst>
                <a:path w="21892" h="1975">
                  <a:moveTo>
                    <a:pt x="21892" y="1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3" name="Input_receptor__332">
              <a:extLst>
                <a:ext uri="{FF2B5EF4-FFF2-40B4-BE49-F238E27FC236}">
                  <a16:creationId xmlns:a16="http://schemas.microsoft.com/office/drawing/2014/main" id="{2844A83B-552B-850C-6295-C273217051CF}"/>
                </a:ext>
              </a:extLst>
            </p:cNvPr>
            <p:cNvSpPr>
              <a:spLocks noGrp="1"/>
            </p:cNvSpPr>
            <p:nvPr/>
          </p:nvSpPr>
          <p:spPr>
            <a:xfrm>
              <a:off x="1391132" y="5261208"/>
              <a:ext cx="30927" cy="30967"/>
            </a:xfrm>
            <a:custGeom>
              <a:avLst/>
              <a:gdLst/>
              <a:ahLst/>
              <a:cxnLst/>
              <a:rect l="0" t="0" r="0" b="0"/>
              <a:pathLst>
                <a:path w="30927" h="30967">
                  <a:moveTo>
                    <a:pt x="0" y="30967"/>
                  </a:moveTo>
                  <a:lnTo>
                    <a:pt x="30927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4" name="Input_receptor__333">
              <a:extLst>
                <a:ext uri="{FF2B5EF4-FFF2-40B4-BE49-F238E27FC236}">
                  <a16:creationId xmlns:a16="http://schemas.microsoft.com/office/drawing/2014/main" id="{29331AEC-9490-4DCE-88D0-650FF7CDBCAA}"/>
                </a:ext>
              </a:extLst>
            </p:cNvPr>
            <p:cNvSpPr>
              <a:spLocks noGrp="1"/>
            </p:cNvSpPr>
            <p:nvPr/>
          </p:nvSpPr>
          <p:spPr>
            <a:xfrm>
              <a:off x="1396455" y="5224750"/>
              <a:ext cx="25604" cy="36458"/>
            </a:xfrm>
            <a:custGeom>
              <a:avLst/>
              <a:gdLst/>
              <a:ahLst/>
              <a:cxnLst/>
              <a:rect l="0" t="0" r="0" b="0"/>
              <a:pathLst>
                <a:path w="25604" h="36458">
                  <a:moveTo>
                    <a:pt x="25604" y="364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5" name="Input_receptor__334">
              <a:extLst>
                <a:ext uri="{FF2B5EF4-FFF2-40B4-BE49-F238E27FC236}">
                  <a16:creationId xmlns:a16="http://schemas.microsoft.com/office/drawing/2014/main" id="{78273B01-6B55-0E38-1B12-75B58F073E9E}"/>
                </a:ext>
              </a:extLst>
            </p:cNvPr>
            <p:cNvSpPr>
              <a:spLocks noGrp="1"/>
            </p:cNvSpPr>
            <p:nvPr/>
          </p:nvSpPr>
          <p:spPr>
            <a:xfrm>
              <a:off x="1140050" y="5348504"/>
              <a:ext cx="41111" cy="5335"/>
            </a:xfrm>
            <a:custGeom>
              <a:avLst/>
              <a:gdLst/>
              <a:ahLst/>
              <a:cxnLst/>
              <a:rect l="0" t="0" r="0" b="0"/>
              <a:pathLst>
                <a:path w="41111" h="5335">
                  <a:moveTo>
                    <a:pt x="41111" y="53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6" name="Input_receptor__335">
              <a:extLst>
                <a:ext uri="{FF2B5EF4-FFF2-40B4-BE49-F238E27FC236}">
                  <a16:creationId xmlns:a16="http://schemas.microsoft.com/office/drawing/2014/main" id="{B15694CF-274F-A37F-EDC8-850D8F53C99C}"/>
                </a:ext>
              </a:extLst>
            </p:cNvPr>
            <p:cNvSpPr>
              <a:spLocks noGrp="1"/>
            </p:cNvSpPr>
            <p:nvPr/>
          </p:nvSpPr>
          <p:spPr>
            <a:xfrm>
              <a:off x="1266099" y="5413683"/>
              <a:ext cx="40015" cy="23950"/>
            </a:xfrm>
            <a:custGeom>
              <a:avLst/>
              <a:gdLst/>
              <a:ahLst/>
              <a:cxnLst/>
              <a:rect l="0" t="0" r="0" b="0"/>
              <a:pathLst>
                <a:path w="40015" h="23950">
                  <a:moveTo>
                    <a:pt x="40015" y="0"/>
                  </a:moveTo>
                  <a:lnTo>
                    <a:pt x="0" y="2395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7" name="Input_receptor__336">
              <a:extLst>
                <a:ext uri="{FF2B5EF4-FFF2-40B4-BE49-F238E27FC236}">
                  <a16:creationId xmlns:a16="http://schemas.microsoft.com/office/drawing/2014/main" id="{AE206DD1-4BE1-7D48-2600-8996F78588E7}"/>
                </a:ext>
              </a:extLst>
            </p:cNvPr>
            <p:cNvSpPr>
              <a:spLocks noGrp="1"/>
            </p:cNvSpPr>
            <p:nvPr/>
          </p:nvSpPr>
          <p:spPr>
            <a:xfrm>
              <a:off x="1162265" y="5457212"/>
              <a:ext cx="37644" cy="21710"/>
            </a:xfrm>
            <a:custGeom>
              <a:avLst/>
              <a:gdLst/>
              <a:ahLst/>
              <a:cxnLst/>
              <a:rect l="0" t="0" r="0" b="0"/>
              <a:pathLst>
                <a:path w="37644" h="21710">
                  <a:moveTo>
                    <a:pt x="0" y="21710"/>
                  </a:moveTo>
                  <a:lnTo>
                    <a:pt x="37644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8" name="Input_receptor__337">
              <a:extLst>
                <a:ext uri="{FF2B5EF4-FFF2-40B4-BE49-F238E27FC236}">
                  <a16:creationId xmlns:a16="http://schemas.microsoft.com/office/drawing/2014/main" id="{B82084B2-0A2D-72C2-58EB-F69D71B0A71A}"/>
                </a:ext>
              </a:extLst>
            </p:cNvPr>
            <p:cNvSpPr>
              <a:spLocks noGrp="1"/>
            </p:cNvSpPr>
            <p:nvPr/>
          </p:nvSpPr>
          <p:spPr>
            <a:xfrm>
              <a:off x="1156698" y="5408391"/>
              <a:ext cx="3555" cy="7631"/>
            </a:xfrm>
            <a:custGeom>
              <a:avLst/>
              <a:gdLst/>
              <a:ahLst/>
              <a:cxnLst/>
              <a:rect l="0" t="0" r="0" b="0"/>
              <a:pathLst>
                <a:path w="3555" h="7631">
                  <a:moveTo>
                    <a:pt x="0" y="7631"/>
                  </a:moveTo>
                  <a:lnTo>
                    <a:pt x="3555" y="0"/>
                  </a:lnTo>
                </a:path>
              </a:pathLst>
            </a:custGeom>
            <a:noFill/>
            <a:ln w="20003">
              <a:solidFill>
                <a:srgbClr val="718694"/>
              </a:solidFill>
            </a:ln>
          </p:spPr>
        </p:sp>
        <p:sp>
          <p:nvSpPr>
            <p:cNvPr id="339" name="Input_receptor__338">
              <a:extLst>
                <a:ext uri="{FF2B5EF4-FFF2-40B4-BE49-F238E27FC236}">
                  <a16:creationId xmlns:a16="http://schemas.microsoft.com/office/drawing/2014/main" id="{EEAA0B39-39E5-0825-FC95-99D517C4AED4}"/>
                </a:ext>
              </a:extLst>
            </p:cNvPr>
            <p:cNvSpPr>
              <a:spLocks noGrp="1"/>
            </p:cNvSpPr>
            <p:nvPr/>
          </p:nvSpPr>
          <p:spPr>
            <a:xfrm>
              <a:off x="1181161" y="5353839"/>
              <a:ext cx="18170" cy="26413"/>
            </a:xfrm>
            <a:custGeom>
              <a:avLst/>
              <a:gdLst/>
              <a:ahLst/>
              <a:cxnLst/>
              <a:rect l="0" t="0" r="0" b="0"/>
              <a:pathLst>
                <a:path w="18170" h="26413">
                  <a:moveTo>
                    <a:pt x="18170" y="264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694"/>
              </a:solidFill>
            </a:ln>
          </p:spPr>
        </p:sp>
        <p:sp>
          <p:nvSpPr>
            <p:cNvPr id="340" name="Input_receptor__339">
              <a:extLst>
                <a:ext uri="{FF2B5EF4-FFF2-40B4-BE49-F238E27FC236}">
                  <a16:creationId xmlns:a16="http://schemas.microsoft.com/office/drawing/2014/main" id="{FB1B7110-F4E7-BE58-DDD0-3DC96F7DCBA0}"/>
                </a:ext>
              </a:extLst>
            </p:cNvPr>
            <p:cNvSpPr>
              <a:spLocks noGrp="1"/>
            </p:cNvSpPr>
            <p:nvPr/>
          </p:nvSpPr>
          <p:spPr>
            <a:xfrm>
              <a:off x="1872765" y="5120306"/>
              <a:ext cx="5030" cy="36239"/>
            </a:xfrm>
            <a:custGeom>
              <a:avLst/>
              <a:gdLst/>
              <a:ahLst/>
              <a:cxnLst/>
              <a:rect l="0" t="0" r="0" b="0"/>
              <a:pathLst>
                <a:path w="5030" h="36239">
                  <a:moveTo>
                    <a:pt x="5030" y="36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1" name="Input_receptor__340">
              <a:extLst>
                <a:ext uri="{FF2B5EF4-FFF2-40B4-BE49-F238E27FC236}">
                  <a16:creationId xmlns:a16="http://schemas.microsoft.com/office/drawing/2014/main" id="{D38A6307-7883-6474-9F07-E096C373B8DB}"/>
                </a:ext>
              </a:extLst>
            </p:cNvPr>
            <p:cNvSpPr>
              <a:spLocks noGrp="1"/>
            </p:cNvSpPr>
            <p:nvPr/>
          </p:nvSpPr>
          <p:spPr>
            <a:xfrm>
              <a:off x="1153146" y="5282492"/>
              <a:ext cx="37121" cy="18751"/>
            </a:xfrm>
            <a:custGeom>
              <a:avLst/>
              <a:gdLst/>
              <a:ahLst/>
              <a:cxnLst/>
              <a:rect l="0" t="0" r="0" b="0"/>
              <a:pathLst>
                <a:path w="37121" h="18751">
                  <a:moveTo>
                    <a:pt x="37121" y="187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2" name="Input_receptor__341">
              <a:extLst>
                <a:ext uri="{FF2B5EF4-FFF2-40B4-BE49-F238E27FC236}">
                  <a16:creationId xmlns:a16="http://schemas.microsoft.com/office/drawing/2014/main" id="{FB80DFAA-2AB6-7D22-F870-B77ACB1F57F9}"/>
                </a:ext>
              </a:extLst>
            </p:cNvPr>
            <p:cNvSpPr>
              <a:spLocks noGrp="1"/>
            </p:cNvSpPr>
            <p:nvPr/>
          </p:nvSpPr>
          <p:spPr>
            <a:xfrm>
              <a:off x="1846427" y="5156545"/>
              <a:ext cx="31368" cy="27346"/>
            </a:xfrm>
            <a:custGeom>
              <a:avLst/>
              <a:gdLst/>
              <a:ahLst/>
              <a:cxnLst/>
              <a:rect l="0" t="0" r="0" b="0"/>
              <a:pathLst>
                <a:path w="31368" h="27346">
                  <a:moveTo>
                    <a:pt x="0" y="27346"/>
                  </a:moveTo>
                  <a:lnTo>
                    <a:pt x="31368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3" name="Input_receptor__342">
              <a:extLst>
                <a:ext uri="{FF2B5EF4-FFF2-40B4-BE49-F238E27FC236}">
                  <a16:creationId xmlns:a16="http://schemas.microsoft.com/office/drawing/2014/main" id="{D09113E5-54DC-3674-C175-155B3FDC80E7}"/>
                </a:ext>
              </a:extLst>
            </p:cNvPr>
            <p:cNvSpPr>
              <a:spLocks noGrp="1"/>
            </p:cNvSpPr>
            <p:nvPr/>
          </p:nvSpPr>
          <p:spPr>
            <a:xfrm>
              <a:off x="988148" y="5223787"/>
              <a:ext cx="46318" cy="13831"/>
            </a:xfrm>
            <a:custGeom>
              <a:avLst/>
              <a:gdLst/>
              <a:ahLst/>
              <a:cxnLst/>
              <a:rect l="0" t="0" r="0" b="0"/>
              <a:pathLst>
                <a:path w="46318" h="13831">
                  <a:moveTo>
                    <a:pt x="46318" y="0"/>
                  </a:moveTo>
                  <a:lnTo>
                    <a:pt x="0" y="13831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4" name="Input_receptor__343">
              <a:extLst>
                <a:ext uri="{FF2B5EF4-FFF2-40B4-BE49-F238E27FC236}">
                  <a16:creationId xmlns:a16="http://schemas.microsoft.com/office/drawing/2014/main" id="{577ACCEE-8318-6E77-107D-7BDD1FF90363}"/>
                </a:ext>
              </a:extLst>
            </p:cNvPr>
            <p:cNvSpPr>
              <a:spLocks noGrp="1"/>
            </p:cNvSpPr>
            <p:nvPr/>
          </p:nvSpPr>
          <p:spPr>
            <a:xfrm>
              <a:off x="1247896" y="5375403"/>
              <a:ext cx="14244" cy="6092"/>
            </a:xfrm>
            <a:custGeom>
              <a:avLst/>
              <a:gdLst/>
              <a:ahLst/>
              <a:cxnLst/>
              <a:rect l="0" t="0" r="0" b="0"/>
              <a:pathLst>
                <a:path w="14244" h="6092">
                  <a:moveTo>
                    <a:pt x="14244" y="60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5" name="Input_receptor__344">
              <a:extLst>
                <a:ext uri="{FF2B5EF4-FFF2-40B4-BE49-F238E27FC236}">
                  <a16:creationId xmlns:a16="http://schemas.microsoft.com/office/drawing/2014/main" id="{C535E4A2-000D-2338-02B3-AC5C25BA6D4A}"/>
                </a:ext>
              </a:extLst>
            </p:cNvPr>
            <p:cNvSpPr>
              <a:spLocks noGrp="1"/>
            </p:cNvSpPr>
            <p:nvPr/>
          </p:nvSpPr>
          <p:spPr>
            <a:xfrm>
              <a:off x="1238370" y="5194559"/>
              <a:ext cx="29282" cy="5366"/>
            </a:xfrm>
            <a:custGeom>
              <a:avLst/>
              <a:gdLst/>
              <a:ahLst/>
              <a:cxnLst/>
              <a:rect l="0" t="0" r="0" b="0"/>
              <a:pathLst>
                <a:path w="29282" h="5366">
                  <a:moveTo>
                    <a:pt x="29282" y="0"/>
                  </a:moveTo>
                  <a:lnTo>
                    <a:pt x="0" y="5366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6" name="Input_receptor__345">
              <a:extLst>
                <a:ext uri="{FF2B5EF4-FFF2-40B4-BE49-F238E27FC236}">
                  <a16:creationId xmlns:a16="http://schemas.microsoft.com/office/drawing/2014/main" id="{19122C86-E642-71DA-B6BA-A6164C05570D}"/>
                </a:ext>
              </a:extLst>
            </p:cNvPr>
            <p:cNvSpPr>
              <a:spLocks noGrp="1"/>
            </p:cNvSpPr>
            <p:nvPr/>
          </p:nvSpPr>
          <p:spPr>
            <a:xfrm>
              <a:off x="1690820" y="5155183"/>
              <a:ext cx="37616" cy="29496"/>
            </a:xfrm>
            <a:custGeom>
              <a:avLst/>
              <a:gdLst/>
              <a:ahLst/>
              <a:cxnLst/>
              <a:rect l="0" t="0" r="0" b="0"/>
              <a:pathLst>
                <a:path w="37616" h="29496">
                  <a:moveTo>
                    <a:pt x="37616" y="294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28795"/>
              </a:solidFill>
            </a:ln>
          </p:spPr>
        </p:sp>
        <p:sp>
          <p:nvSpPr>
            <p:cNvPr id="347" name="Input_receptor__346">
              <a:extLst>
                <a:ext uri="{FF2B5EF4-FFF2-40B4-BE49-F238E27FC236}">
                  <a16:creationId xmlns:a16="http://schemas.microsoft.com/office/drawing/2014/main" id="{95000D3B-3F28-1B7B-9875-F801D13F3DEF}"/>
                </a:ext>
              </a:extLst>
            </p:cNvPr>
            <p:cNvSpPr>
              <a:spLocks noGrp="1"/>
            </p:cNvSpPr>
            <p:nvPr/>
          </p:nvSpPr>
          <p:spPr>
            <a:xfrm>
              <a:off x="1121907" y="5282492"/>
              <a:ext cx="31239" cy="402"/>
            </a:xfrm>
            <a:custGeom>
              <a:avLst/>
              <a:gdLst/>
              <a:ahLst/>
              <a:cxnLst/>
              <a:rect l="0" t="0" r="0" b="0"/>
              <a:pathLst>
                <a:path w="31239" h="402">
                  <a:moveTo>
                    <a:pt x="31239" y="0"/>
                  </a:moveTo>
                  <a:lnTo>
                    <a:pt x="0" y="402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48" name="Input_receptor__347">
              <a:extLst>
                <a:ext uri="{FF2B5EF4-FFF2-40B4-BE49-F238E27FC236}">
                  <a16:creationId xmlns:a16="http://schemas.microsoft.com/office/drawing/2014/main" id="{0A25707A-263F-BB44-565A-2419FCC9D261}"/>
                </a:ext>
              </a:extLst>
            </p:cNvPr>
            <p:cNvSpPr>
              <a:spLocks noGrp="1"/>
            </p:cNvSpPr>
            <p:nvPr/>
          </p:nvSpPr>
          <p:spPr>
            <a:xfrm>
              <a:off x="1233444" y="5139293"/>
              <a:ext cx="46905" cy="11115"/>
            </a:xfrm>
            <a:custGeom>
              <a:avLst/>
              <a:gdLst/>
              <a:ahLst/>
              <a:cxnLst/>
              <a:rect l="0" t="0" r="0" b="0"/>
              <a:pathLst>
                <a:path w="46905" h="11115">
                  <a:moveTo>
                    <a:pt x="0" y="0"/>
                  </a:moveTo>
                  <a:lnTo>
                    <a:pt x="46905" y="11115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49" name="Input_receptor__348">
              <a:extLst>
                <a:ext uri="{FF2B5EF4-FFF2-40B4-BE49-F238E27FC236}">
                  <a16:creationId xmlns:a16="http://schemas.microsoft.com/office/drawing/2014/main" id="{6EC378C3-28A3-F57D-BE0D-A5CF78330A40}"/>
                </a:ext>
              </a:extLst>
            </p:cNvPr>
            <p:cNvSpPr>
              <a:spLocks noGrp="1"/>
            </p:cNvSpPr>
            <p:nvPr/>
          </p:nvSpPr>
          <p:spPr>
            <a:xfrm>
              <a:off x="1511291" y="5313331"/>
              <a:ext cx="47847" cy="95"/>
            </a:xfrm>
            <a:custGeom>
              <a:avLst/>
              <a:gdLst/>
              <a:ahLst/>
              <a:cxnLst/>
              <a:rect l="0" t="0" r="0" b="0"/>
              <a:pathLst>
                <a:path w="47847" h="95">
                  <a:moveTo>
                    <a:pt x="47847" y="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0" name="Input_receptor__349">
              <a:extLst>
                <a:ext uri="{FF2B5EF4-FFF2-40B4-BE49-F238E27FC236}">
                  <a16:creationId xmlns:a16="http://schemas.microsoft.com/office/drawing/2014/main" id="{C287624E-62D9-7C98-9C1D-1B3B14065FAC}"/>
                </a:ext>
              </a:extLst>
            </p:cNvPr>
            <p:cNvSpPr>
              <a:spLocks noGrp="1"/>
            </p:cNvSpPr>
            <p:nvPr/>
          </p:nvSpPr>
          <p:spPr>
            <a:xfrm>
              <a:off x="1823212" y="5121676"/>
              <a:ext cx="1483" cy="3851"/>
            </a:xfrm>
            <a:custGeom>
              <a:avLst/>
              <a:gdLst/>
              <a:ahLst/>
              <a:cxnLst/>
              <a:rect l="0" t="0" r="0" b="0"/>
              <a:pathLst>
                <a:path w="1483" h="3851">
                  <a:moveTo>
                    <a:pt x="1483" y="3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1" name="Input_receptor__350">
              <a:extLst>
                <a:ext uri="{FF2B5EF4-FFF2-40B4-BE49-F238E27FC236}">
                  <a16:creationId xmlns:a16="http://schemas.microsoft.com/office/drawing/2014/main" id="{D83767E1-B096-1670-F4D3-863E9BC9BAA1}"/>
                </a:ext>
              </a:extLst>
            </p:cNvPr>
            <p:cNvSpPr>
              <a:spLocks noGrp="1"/>
            </p:cNvSpPr>
            <p:nvPr/>
          </p:nvSpPr>
          <p:spPr>
            <a:xfrm>
              <a:off x="1459912" y="5423884"/>
              <a:ext cx="44492" cy="3648"/>
            </a:xfrm>
            <a:custGeom>
              <a:avLst/>
              <a:gdLst/>
              <a:ahLst/>
              <a:cxnLst/>
              <a:rect l="0" t="0" r="0" b="0"/>
              <a:pathLst>
                <a:path w="44492" h="3648">
                  <a:moveTo>
                    <a:pt x="0" y="0"/>
                  </a:moveTo>
                  <a:lnTo>
                    <a:pt x="44492" y="3648"/>
                  </a:lnTo>
                </a:path>
              </a:pathLst>
            </a:custGeom>
            <a:noFill/>
            <a:ln w="8096">
              <a:solidFill>
                <a:srgbClr val="738795"/>
              </a:solidFill>
            </a:ln>
          </p:spPr>
        </p:sp>
        <p:sp>
          <p:nvSpPr>
            <p:cNvPr id="352" name="Input_receptor__351">
              <a:extLst>
                <a:ext uri="{FF2B5EF4-FFF2-40B4-BE49-F238E27FC236}">
                  <a16:creationId xmlns:a16="http://schemas.microsoft.com/office/drawing/2014/main" id="{468D8E83-9CF1-A7CF-095E-CB0C6918D5B7}"/>
                </a:ext>
              </a:extLst>
            </p:cNvPr>
            <p:cNvSpPr>
              <a:spLocks noGrp="1"/>
            </p:cNvSpPr>
            <p:nvPr/>
          </p:nvSpPr>
          <p:spPr>
            <a:xfrm>
              <a:off x="1740708" y="5328967"/>
              <a:ext cx="39005" cy="13437"/>
            </a:xfrm>
            <a:custGeom>
              <a:avLst/>
              <a:gdLst/>
              <a:ahLst/>
              <a:cxnLst/>
              <a:rect l="0" t="0" r="0" b="0"/>
              <a:pathLst>
                <a:path w="39005" h="13437">
                  <a:moveTo>
                    <a:pt x="39005" y="134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38795"/>
              </a:solidFill>
            </a:ln>
          </p:spPr>
        </p:sp>
        <p:sp>
          <p:nvSpPr>
            <p:cNvPr id="353" name="Input_receptor__352">
              <a:extLst>
                <a:ext uri="{FF2B5EF4-FFF2-40B4-BE49-F238E27FC236}">
                  <a16:creationId xmlns:a16="http://schemas.microsoft.com/office/drawing/2014/main" id="{217B12F1-5F3A-94C3-AA79-748F76E10A72}"/>
                </a:ext>
              </a:extLst>
            </p:cNvPr>
            <p:cNvSpPr>
              <a:spLocks noGrp="1"/>
            </p:cNvSpPr>
            <p:nvPr/>
          </p:nvSpPr>
          <p:spPr>
            <a:xfrm>
              <a:off x="1160253" y="5380252"/>
              <a:ext cx="39079" cy="28139"/>
            </a:xfrm>
            <a:custGeom>
              <a:avLst/>
              <a:gdLst/>
              <a:ahLst/>
              <a:cxnLst/>
              <a:rect l="0" t="0" r="0" b="0"/>
              <a:pathLst>
                <a:path w="39079" h="28139">
                  <a:moveTo>
                    <a:pt x="0" y="28139"/>
                  </a:moveTo>
                  <a:lnTo>
                    <a:pt x="39079" y="0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4" name="Input_receptor__353">
              <a:extLst>
                <a:ext uri="{FF2B5EF4-FFF2-40B4-BE49-F238E27FC236}">
                  <a16:creationId xmlns:a16="http://schemas.microsoft.com/office/drawing/2014/main" id="{0A33174C-3A45-DD87-AA83-D9CBE4F854E3}"/>
                </a:ext>
              </a:extLst>
            </p:cNvPr>
            <p:cNvSpPr>
              <a:spLocks noGrp="1"/>
            </p:cNvSpPr>
            <p:nvPr/>
          </p:nvSpPr>
          <p:spPr>
            <a:xfrm>
              <a:off x="1788288" y="5062336"/>
              <a:ext cx="39339" cy="8615"/>
            </a:xfrm>
            <a:custGeom>
              <a:avLst/>
              <a:gdLst/>
              <a:ahLst/>
              <a:cxnLst/>
              <a:rect l="0" t="0" r="0" b="0"/>
              <a:pathLst>
                <a:path w="39339" h="8615">
                  <a:moveTo>
                    <a:pt x="39339" y="0"/>
                  </a:moveTo>
                  <a:lnTo>
                    <a:pt x="0" y="8615"/>
                  </a:lnTo>
                </a:path>
              </a:pathLst>
            </a:custGeom>
            <a:noFill/>
            <a:ln w="20003">
              <a:solidFill>
                <a:srgbClr val="738795"/>
              </a:solidFill>
            </a:ln>
          </p:spPr>
        </p:sp>
        <p:sp>
          <p:nvSpPr>
            <p:cNvPr id="355" name="Input_receptor__354">
              <a:extLst>
                <a:ext uri="{FF2B5EF4-FFF2-40B4-BE49-F238E27FC236}">
                  <a16:creationId xmlns:a16="http://schemas.microsoft.com/office/drawing/2014/main" id="{B0B4DB9C-BD31-237F-0856-4B6A686C8722}"/>
                </a:ext>
              </a:extLst>
            </p:cNvPr>
            <p:cNvSpPr>
              <a:spLocks noGrp="1"/>
            </p:cNvSpPr>
            <p:nvPr/>
          </p:nvSpPr>
          <p:spPr>
            <a:xfrm>
              <a:off x="1354469" y="5241939"/>
              <a:ext cx="19820" cy="6350"/>
            </a:xfrm>
            <a:custGeom>
              <a:avLst/>
              <a:gdLst/>
              <a:ahLst/>
              <a:cxnLst/>
              <a:rect l="0" t="0" r="0" b="0"/>
              <a:pathLst>
                <a:path w="19820" h="6350">
                  <a:moveTo>
                    <a:pt x="0" y="0"/>
                  </a:moveTo>
                  <a:lnTo>
                    <a:pt x="19820" y="635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6" name="Input_receptor__355">
              <a:extLst>
                <a:ext uri="{FF2B5EF4-FFF2-40B4-BE49-F238E27FC236}">
                  <a16:creationId xmlns:a16="http://schemas.microsoft.com/office/drawing/2014/main" id="{A86E7DBA-49E6-75C7-E505-BE5784E10225}"/>
                </a:ext>
              </a:extLst>
            </p:cNvPr>
            <p:cNvSpPr>
              <a:spLocks noGrp="1"/>
            </p:cNvSpPr>
            <p:nvPr/>
          </p:nvSpPr>
          <p:spPr>
            <a:xfrm>
              <a:off x="1779713" y="5314526"/>
              <a:ext cx="34185" cy="27878"/>
            </a:xfrm>
            <a:custGeom>
              <a:avLst/>
              <a:gdLst/>
              <a:ahLst/>
              <a:cxnLst/>
              <a:rect l="0" t="0" r="0" b="0"/>
              <a:pathLst>
                <a:path w="34185" h="27878">
                  <a:moveTo>
                    <a:pt x="34185" y="0"/>
                  </a:moveTo>
                  <a:lnTo>
                    <a:pt x="0" y="27878"/>
                  </a:lnTo>
                </a:path>
              </a:pathLst>
            </a:custGeom>
            <a:noFill/>
            <a:ln w="8096">
              <a:solidFill>
                <a:srgbClr val="738896"/>
              </a:solidFill>
            </a:ln>
          </p:spPr>
        </p:sp>
        <p:sp>
          <p:nvSpPr>
            <p:cNvPr id="357" name="Input_receptor__356">
              <a:extLst>
                <a:ext uri="{FF2B5EF4-FFF2-40B4-BE49-F238E27FC236}">
                  <a16:creationId xmlns:a16="http://schemas.microsoft.com/office/drawing/2014/main" id="{16AD0810-BC75-1AE0-A433-0F80D4F8EC1C}"/>
                </a:ext>
              </a:extLst>
            </p:cNvPr>
            <p:cNvSpPr>
              <a:spLocks noGrp="1"/>
            </p:cNvSpPr>
            <p:nvPr/>
          </p:nvSpPr>
          <p:spPr>
            <a:xfrm>
              <a:off x="1034465" y="5223787"/>
              <a:ext cx="18152" cy="36546"/>
            </a:xfrm>
            <a:custGeom>
              <a:avLst/>
              <a:gdLst/>
              <a:ahLst/>
              <a:cxnLst/>
              <a:rect l="0" t="0" r="0" b="0"/>
              <a:pathLst>
                <a:path w="18152" h="36546">
                  <a:moveTo>
                    <a:pt x="18152" y="36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8" name="Input_receptor__357">
              <a:extLst>
                <a:ext uri="{FF2B5EF4-FFF2-40B4-BE49-F238E27FC236}">
                  <a16:creationId xmlns:a16="http://schemas.microsoft.com/office/drawing/2014/main" id="{C429D221-352C-FD86-A710-0A4E759749E1}"/>
                </a:ext>
              </a:extLst>
            </p:cNvPr>
            <p:cNvSpPr>
              <a:spLocks noGrp="1"/>
            </p:cNvSpPr>
            <p:nvPr/>
          </p:nvSpPr>
          <p:spPr>
            <a:xfrm>
              <a:off x="1709487" y="5184679"/>
              <a:ext cx="18950" cy="35193"/>
            </a:xfrm>
            <a:custGeom>
              <a:avLst/>
              <a:gdLst/>
              <a:ahLst/>
              <a:cxnLst/>
              <a:rect l="0" t="0" r="0" b="0"/>
              <a:pathLst>
                <a:path w="18950" h="35193">
                  <a:moveTo>
                    <a:pt x="0" y="35193"/>
                  </a:moveTo>
                  <a:lnTo>
                    <a:pt x="1895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59" name="Input_receptor__358">
              <a:extLst>
                <a:ext uri="{FF2B5EF4-FFF2-40B4-BE49-F238E27FC236}">
                  <a16:creationId xmlns:a16="http://schemas.microsoft.com/office/drawing/2014/main" id="{396549C2-6661-7474-E9B9-2FECBF6AA7FB}"/>
                </a:ext>
              </a:extLst>
            </p:cNvPr>
            <p:cNvSpPr>
              <a:spLocks noGrp="1"/>
            </p:cNvSpPr>
            <p:nvPr/>
          </p:nvSpPr>
          <p:spPr>
            <a:xfrm>
              <a:off x="1827627" y="5062336"/>
              <a:ext cx="26696" cy="22411"/>
            </a:xfrm>
            <a:custGeom>
              <a:avLst/>
              <a:gdLst/>
              <a:ahLst/>
              <a:cxnLst/>
              <a:rect l="0" t="0" r="0" b="0"/>
              <a:pathLst>
                <a:path w="26696" h="22411">
                  <a:moveTo>
                    <a:pt x="26696" y="22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0" name="Input_receptor__359">
              <a:extLst>
                <a:ext uri="{FF2B5EF4-FFF2-40B4-BE49-F238E27FC236}">
                  <a16:creationId xmlns:a16="http://schemas.microsoft.com/office/drawing/2014/main" id="{6781524D-7079-1292-BC3B-D5314A903E4E}"/>
                </a:ext>
              </a:extLst>
            </p:cNvPr>
            <p:cNvSpPr>
              <a:spLocks noGrp="1"/>
            </p:cNvSpPr>
            <p:nvPr/>
          </p:nvSpPr>
          <p:spPr>
            <a:xfrm>
              <a:off x="1267652" y="5150408"/>
              <a:ext cx="12697" cy="44151"/>
            </a:xfrm>
            <a:custGeom>
              <a:avLst/>
              <a:gdLst/>
              <a:ahLst/>
              <a:cxnLst/>
              <a:rect l="0" t="0" r="0" b="0"/>
              <a:pathLst>
                <a:path w="12697" h="44151">
                  <a:moveTo>
                    <a:pt x="12697" y="0"/>
                  </a:moveTo>
                  <a:lnTo>
                    <a:pt x="0" y="44151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1" name="Input_receptor__360">
              <a:extLst>
                <a:ext uri="{FF2B5EF4-FFF2-40B4-BE49-F238E27FC236}">
                  <a16:creationId xmlns:a16="http://schemas.microsoft.com/office/drawing/2014/main" id="{F01E658B-2D72-9A57-6E79-81ED84E5E1F2}"/>
                </a:ext>
              </a:extLst>
            </p:cNvPr>
            <p:cNvSpPr>
              <a:spLocks noGrp="1"/>
            </p:cNvSpPr>
            <p:nvPr/>
          </p:nvSpPr>
          <p:spPr>
            <a:xfrm>
              <a:off x="1559138" y="5313424"/>
              <a:ext cx="6048" cy="40414"/>
            </a:xfrm>
            <a:custGeom>
              <a:avLst/>
              <a:gdLst/>
              <a:ahLst/>
              <a:cxnLst/>
              <a:rect l="0" t="0" r="0" b="0"/>
              <a:pathLst>
                <a:path w="6048" h="40414">
                  <a:moveTo>
                    <a:pt x="6048" y="404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2" name="Input_receptor__361">
              <a:extLst>
                <a:ext uri="{FF2B5EF4-FFF2-40B4-BE49-F238E27FC236}">
                  <a16:creationId xmlns:a16="http://schemas.microsoft.com/office/drawing/2014/main" id="{DE70C811-2790-9C8C-AE0D-114E2CE06E7D}"/>
                </a:ext>
              </a:extLst>
            </p:cNvPr>
            <p:cNvSpPr>
              <a:spLocks noGrp="1"/>
            </p:cNvSpPr>
            <p:nvPr/>
          </p:nvSpPr>
          <p:spPr>
            <a:xfrm>
              <a:off x="1028204" y="5260333"/>
              <a:ext cx="24413" cy="35736"/>
            </a:xfrm>
            <a:custGeom>
              <a:avLst/>
              <a:gdLst/>
              <a:ahLst/>
              <a:cxnLst/>
              <a:rect l="0" t="0" r="0" b="0"/>
              <a:pathLst>
                <a:path w="24413" h="35736">
                  <a:moveTo>
                    <a:pt x="0" y="35736"/>
                  </a:moveTo>
                  <a:lnTo>
                    <a:pt x="24413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3" name="Input_receptor__362">
              <a:extLst>
                <a:ext uri="{FF2B5EF4-FFF2-40B4-BE49-F238E27FC236}">
                  <a16:creationId xmlns:a16="http://schemas.microsoft.com/office/drawing/2014/main" id="{0720173C-E24A-07CF-DE54-DD398C2F4B82}"/>
                </a:ext>
              </a:extLst>
            </p:cNvPr>
            <p:cNvSpPr>
              <a:spLocks noGrp="1"/>
            </p:cNvSpPr>
            <p:nvPr/>
          </p:nvSpPr>
          <p:spPr>
            <a:xfrm>
              <a:off x="1329418" y="5603012"/>
              <a:ext cx="36460" cy="4185"/>
            </a:xfrm>
            <a:custGeom>
              <a:avLst/>
              <a:gdLst/>
              <a:ahLst/>
              <a:cxnLst/>
              <a:rect l="0" t="0" r="0" b="0"/>
              <a:pathLst>
                <a:path w="36460" h="4185">
                  <a:moveTo>
                    <a:pt x="0" y="0"/>
                  </a:moveTo>
                  <a:lnTo>
                    <a:pt x="36460" y="4185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4" name="Input_receptor__363">
              <a:extLst>
                <a:ext uri="{FF2B5EF4-FFF2-40B4-BE49-F238E27FC236}">
                  <a16:creationId xmlns:a16="http://schemas.microsoft.com/office/drawing/2014/main" id="{9FA65052-1DBE-BE51-9CDE-A0A5999B4B0B}"/>
                </a:ext>
              </a:extLst>
            </p:cNvPr>
            <p:cNvSpPr>
              <a:spLocks noGrp="1"/>
            </p:cNvSpPr>
            <p:nvPr/>
          </p:nvSpPr>
          <p:spPr>
            <a:xfrm>
              <a:off x="1667295" y="5215391"/>
              <a:ext cx="42192" cy="4481"/>
            </a:xfrm>
            <a:custGeom>
              <a:avLst/>
              <a:gdLst/>
              <a:ahLst/>
              <a:cxnLst/>
              <a:rect l="0" t="0" r="0" b="0"/>
              <a:pathLst>
                <a:path w="42192" h="4481">
                  <a:moveTo>
                    <a:pt x="0" y="0"/>
                  </a:moveTo>
                  <a:lnTo>
                    <a:pt x="42192" y="4481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5" name="Input_receptor__364">
              <a:extLst>
                <a:ext uri="{FF2B5EF4-FFF2-40B4-BE49-F238E27FC236}">
                  <a16:creationId xmlns:a16="http://schemas.microsoft.com/office/drawing/2014/main" id="{43D84DF4-93C2-DAD6-4617-6F9F6EE768B9}"/>
                </a:ext>
              </a:extLst>
            </p:cNvPr>
            <p:cNvSpPr>
              <a:spLocks noGrp="1"/>
            </p:cNvSpPr>
            <p:nvPr/>
          </p:nvSpPr>
          <p:spPr>
            <a:xfrm>
              <a:off x="1294551" y="5603012"/>
              <a:ext cx="34866" cy="6599"/>
            </a:xfrm>
            <a:custGeom>
              <a:avLst/>
              <a:gdLst/>
              <a:ahLst/>
              <a:cxnLst/>
              <a:rect l="0" t="0" r="0" b="0"/>
              <a:pathLst>
                <a:path w="34866" h="6599">
                  <a:moveTo>
                    <a:pt x="0" y="6599"/>
                  </a:moveTo>
                  <a:lnTo>
                    <a:pt x="34866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6" name="Input_receptor__365">
              <a:extLst>
                <a:ext uri="{FF2B5EF4-FFF2-40B4-BE49-F238E27FC236}">
                  <a16:creationId xmlns:a16="http://schemas.microsoft.com/office/drawing/2014/main" id="{0161CE44-0DE4-4D18-0607-DCCD049DDD3C}"/>
                </a:ext>
              </a:extLst>
            </p:cNvPr>
            <p:cNvSpPr>
              <a:spLocks noGrp="1"/>
            </p:cNvSpPr>
            <p:nvPr/>
          </p:nvSpPr>
          <p:spPr>
            <a:xfrm>
              <a:off x="1140050" y="5334385"/>
              <a:ext cx="25802" cy="14119"/>
            </a:xfrm>
            <a:custGeom>
              <a:avLst/>
              <a:gdLst/>
              <a:ahLst/>
              <a:cxnLst/>
              <a:rect l="0" t="0" r="0" b="0"/>
              <a:pathLst>
                <a:path w="25802" h="14119">
                  <a:moveTo>
                    <a:pt x="0" y="14119"/>
                  </a:moveTo>
                  <a:lnTo>
                    <a:pt x="25802" y="0"/>
                  </a:lnTo>
                </a:path>
              </a:pathLst>
            </a:custGeom>
            <a:noFill/>
            <a:ln w="20003">
              <a:solidFill>
                <a:srgbClr val="738896"/>
              </a:solidFill>
            </a:ln>
          </p:spPr>
        </p:sp>
        <p:sp>
          <p:nvSpPr>
            <p:cNvPr id="367" name="Input_receptor__366">
              <a:extLst>
                <a:ext uri="{FF2B5EF4-FFF2-40B4-BE49-F238E27FC236}">
                  <a16:creationId xmlns:a16="http://schemas.microsoft.com/office/drawing/2014/main" id="{25A37441-DE3E-2EED-7EE0-90B623306ADD}"/>
                </a:ext>
              </a:extLst>
            </p:cNvPr>
            <p:cNvSpPr>
              <a:spLocks noGrp="1"/>
            </p:cNvSpPr>
            <p:nvPr/>
          </p:nvSpPr>
          <p:spPr>
            <a:xfrm>
              <a:off x="1746371" y="4803866"/>
              <a:ext cx="35160" cy="2391"/>
            </a:xfrm>
            <a:custGeom>
              <a:avLst/>
              <a:gdLst/>
              <a:ahLst/>
              <a:cxnLst/>
              <a:rect l="0" t="0" r="0" b="0"/>
              <a:pathLst>
                <a:path w="35160" h="2391">
                  <a:moveTo>
                    <a:pt x="0" y="0"/>
                  </a:moveTo>
                  <a:lnTo>
                    <a:pt x="35160" y="2391"/>
                  </a:lnTo>
                </a:path>
              </a:pathLst>
            </a:custGeom>
            <a:noFill/>
            <a:ln w="8096">
              <a:solidFill>
                <a:srgbClr val="738896"/>
              </a:solidFill>
            </a:ln>
          </p:spPr>
        </p:sp>
        <p:sp>
          <p:nvSpPr>
            <p:cNvPr id="368" name="Input_receptor__367">
              <a:extLst>
                <a:ext uri="{FF2B5EF4-FFF2-40B4-BE49-F238E27FC236}">
                  <a16:creationId xmlns:a16="http://schemas.microsoft.com/office/drawing/2014/main" id="{C91DC4CB-AE33-2D5A-DC54-A66F775251A0}"/>
                </a:ext>
              </a:extLst>
            </p:cNvPr>
            <p:cNvSpPr>
              <a:spLocks noGrp="1"/>
            </p:cNvSpPr>
            <p:nvPr/>
          </p:nvSpPr>
          <p:spPr>
            <a:xfrm>
              <a:off x="1365878" y="5581372"/>
              <a:ext cx="31322" cy="25825"/>
            </a:xfrm>
            <a:custGeom>
              <a:avLst/>
              <a:gdLst/>
              <a:ahLst/>
              <a:cxnLst/>
              <a:rect l="0" t="0" r="0" b="0"/>
              <a:pathLst>
                <a:path w="31322" h="25825">
                  <a:moveTo>
                    <a:pt x="0" y="25825"/>
                  </a:moveTo>
                  <a:lnTo>
                    <a:pt x="31322" y="0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69" name="Input_receptor__368">
              <a:extLst>
                <a:ext uri="{FF2B5EF4-FFF2-40B4-BE49-F238E27FC236}">
                  <a16:creationId xmlns:a16="http://schemas.microsoft.com/office/drawing/2014/main" id="{FED97D73-F8EC-B461-0A10-72386369C20F}"/>
                </a:ext>
              </a:extLst>
            </p:cNvPr>
            <p:cNvSpPr>
              <a:spLocks noGrp="1"/>
            </p:cNvSpPr>
            <p:nvPr/>
          </p:nvSpPr>
          <p:spPr>
            <a:xfrm>
              <a:off x="1116502" y="5218793"/>
              <a:ext cx="46784" cy="10041"/>
            </a:xfrm>
            <a:custGeom>
              <a:avLst/>
              <a:gdLst/>
              <a:ahLst/>
              <a:cxnLst/>
              <a:rect l="0" t="0" r="0" b="0"/>
              <a:pathLst>
                <a:path w="46784" h="10041">
                  <a:moveTo>
                    <a:pt x="46784" y="100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0" name="Input_receptor__369">
              <a:extLst>
                <a:ext uri="{FF2B5EF4-FFF2-40B4-BE49-F238E27FC236}">
                  <a16:creationId xmlns:a16="http://schemas.microsoft.com/office/drawing/2014/main" id="{44801C23-6946-EC09-EF68-17D22489DFF0}"/>
                </a:ext>
              </a:extLst>
            </p:cNvPr>
            <p:cNvSpPr>
              <a:spLocks noGrp="1"/>
            </p:cNvSpPr>
            <p:nvPr/>
          </p:nvSpPr>
          <p:spPr>
            <a:xfrm>
              <a:off x="1165852" y="5301243"/>
              <a:ext cx="24415" cy="33142"/>
            </a:xfrm>
            <a:custGeom>
              <a:avLst/>
              <a:gdLst/>
              <a:ahLst/>
              <a:cxnLst/>
              <a:rect l="0" t="0" r="0" b="0"/>
              <a:pathLst>
                <a:path w="24415" h="33142">
                  <a:moveTo>
                    <a:pt x="0" y="33142"/>
                  </a:moveTo>
                  <a:lnTo>
                    <a:pt x="24415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1" name="Input_receptor__370">
              <a:extLst>
                <a:ext uri="{FF2B5EF4-FFF2-40B4-BE49-F238E27FC236}">
                  <a16:creationId xmlns:a16="http://schemas.microsoft.com/office/drawing/2014/main" id="{71A4E4A6-24DA-CE32-5764-DE36E7F271F1}"/>
                </a:ext>
              </a:extLst>
            </p:cNvPr>
            <p:cNvSpPr>
              <a:spLocks noGrp="1"/>
            </p:cNvSpPr>
            <p:nvPr/>
          </p:nvSpPr>
          <p:spPr>
            <a:xfrm>
              <a:off x="980896" y="5237618"/>
              <a:ext cx="7252" cy="3241"/>
            </a:xfrm>
            <a:custGeom>
              <a:avLst/>
              <a:gdLst/>
              <a:ahLst/>
              <a:cxnLst/>
              <a:rect l="0" t="0" r="0" b="0"/>
              <a:pathLst>
                <a:path w="7252" h="3241">
                  <a:moveTo>
                    <a:pt x="7252" y="0"/>
                  </a:moveTo>
                  <a:lnTo>
                    <a:pt x="0" y="3241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72" name="Input_receptor__371">
              <a:extLst>
                <a:ext uri="{FF2B5EF4-FFF2-40B4-BE49-F238E27FC236}">
                  <a16:creationId xmlns:a16="http://schemas.microsoft.com/office/drawing/2014/main" id="{938416F1-2F86-EC54-A69C-FC2DA7C0712C}"/>
                </a:ext>
              </a:extLst>
            </p:cNvPr>
            <p:cNvSpPr>
              <a:spLocks noGrp="1"/>
            </p:cNvSpPr>
            <p:nvPr/>
          </p:nvSpPr>
          <p:spPr>
            <a:xfrm>
              <a:off x="1813898" y="5310567"/>
              <a:ext cx="24021" cy="3959"/>
            </a:xfrm>
            <a:custGeom>
              <a:avLst/>
              <a:gdLst/>
              <a:ahLst/>
              <a:cxnLst/>
              <a:rect l="0" t="0" r="0" b="0"/>
              <a:pathLst>
                <a:path w="24021" h="3959">
                  <a:moveTo>
                    <a:pt x="24021" y="0"/>
                  </a:moveTo>
                  <a:lnTo>
                    <a:pt x="0" y="3959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3" name="Input_receptor__372">
              <a:extLst>
                <a:ext uri="{FF2B5EF4-FFF2-40B4-BE49-F238E27FC236}">
                  <a16:creationId xmlns:a16="http://schemas.microsoft.com/office/drawing/2014/main" id="{DBFA9D58-903D-AB99-6F95-FF632B0E089B}"/>
                </a:ext>
              </a:extLst>
            </p:cNvPr>
            <p:cNvSpPr>
              <a:spLocks noGrp="1"/>
            </p:cNvSpPr>
            <p:nvPr/>
          </p:nvSpPr>
          <p:spPr>
            <a:xfrm>
              <a:off x="1397200" y="5560717"/>
              <a:ext cx="22497" cy="20654"/>
            </a:xfrm>
            <a:custGeom>
              <a:avLst/>
              <a:gdLst/>
              <a:ahLst/>
              <a:cxnLst/>
              <a:rect l="0" t="0" r="0" b="0"/>
              <a:pathLst>
                <a:path w="22497" h="20654">
                  <a:moveTo>
                    <a:pt x="0" y="20654"/>
                  </a:moveTo>
                  <a:lnTo>
                    <a:pt x="22497" y="0"/>
                  </a:lnTo>
                </a:path>
              </a:pathLst>
            </a:custGeom>
            <a:noFill/>
            <a:ln w="8096">
              <a:solidFill>
                <a:srgbClr val="748896"/>
              </a:solidFill>
            </a:ln>
          </p:spPr>
        </p:sp>
        <p:sp>
          <p:nvSpPr>
            <p:cNvPr id="374" name="Input_receptor__373">
              <a:extLst>
                <a:ext uri="{FF2B5EF4-FFF2-40B4-BE49-F238E27FC236}">
                  <a16:creationId xmlns:a16="http://schemas.microsoft.com/office/drawing/2014/main" id="{DC84EC96-22EA-A6D0-FA82-912B53D6E31D}"/>
                </a:ext>
              </a:extLst>
            </p:cNvPr>
            <p:cNvSpPr>
              <a:spLocks noGrp="1"/>
            </p:cNvSpPr>
            <p:nvPr/>
          </p:nvSpPr>
          <p:spPr>
            <a:xfrm>
              <a:off x="1225516" y="5139293"/>
              <a:ext cx="7928" cy="15653"/>
            </a:xfrm>
            <a:custGeom>
              <a:avLst/>
              <a:gdLst/>
              <a:ahLst/>
              <a:cxnLst/>
              <a:rect l="0" t="0" r="0" b="0"/>
              <a:pathLst>
                <a:path w="7928" h="15653">
                  <a:moveTo>
                    <a:pt x="0" y="15653"/>
                  </a:moveTo>
                  <a:lnTo>
                    <a:pt x="7928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5" name="Input_receptor__374">
              <a:extLst>
                <a:ext uri="{FF2B5EF4-FFF2-40B4-BE49-F238E27FC236}">
                  <a16:creationId xmlns:a16="http://schemas.microsoft.com/office/drawing/2014/main" id="{FD3FDADA-9356-7B11-1BC0-2FF135272654}"/>
                </a:ext>
              </a:extLst>
            </p:cNvPr>
            <p:cNvSpPr>
              <a:spLocks noGrp="1"/>
            </p:cNvSpPr>
            <p:nvPr/>
          </p:nvSpPr>
          <p:spPr>
            <a:xfrm>
              <a:off x="1262140" y="5335739"/>
              <a:ext cx="14582" cy="45756"/>
            </a:xfrm>
            <a:custGeom>
              <a:avLst/>
              <a:gdLst/>
              <a:ahLst/>
              <a:cxnLst/>
              <a:rect l="0" t="0" r="0" b="0"/>
              <a:pathLst>
                <a:path w="14582" h="45756">
                  <a:moveTo>
                    <a:pt x="14582" y="0"/>
                  </a:moveTo>
                  <a:lnTo>
                    <a:pt x="0" y="45756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6" name="Input_receptor__375">
              <a:extLst>
                <a:ext uri="{FF2B5EF4-FFF2-40B4-BE49-F238E27FC236}">
                  <a16:creationId xmlns:a16="http://schemas.microsoft.com/office/drawing/2014/main" id="{459E93E1-A82F-43AB-CF96-0359809673B6}"/>
                </a:ext>
              </a:extLst>
            </p:cNvPr>
            <p:cNvSpPr>
              <a:spLocks noGrp="1"/>
            </p:cNvSpPr>
            <p:nvPr/>
          </p:nvSpPr>
          <p:spPr>
            <a:xfrm>
              <a:off x="1386866" y="5349173"/>
              <a:ext cx="16902" cy="43153"/>
            </a:xfrm>
            <a:custGeom>
              <a:avLst/>
              <a:gdLst/>
              <a:ahLst/>
              <a:cxnLst/>
              <a:rect l="0" t="0" r="0" b="0"/>
              <a:pathLst>
                <a:path w="16902" h="43153">
                  <a:moveTo>
                    <a:pt x="0" y="43153"/>
                  </a:moveTo>
                  <a:lnTo>
                    <a:pt x="16902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7" name="Input_receptor__376">
              <a:extLst>
                <a:ext uri="{FF2B5EF4-FFF2-40B4-BE49-F238E27FC236}">
                  <a16:creationId xmlns:a16="http://schemas.microsoft.com/office/drawing/2014/main" id="{29213A6B-A8DC-BE4A-55C2-16D3AC4262BF}"/>
                </a:ext>
              </a:extLst>
            </p:cNvPr>
            <p:cNvSpPr>
              <a:spLocks noGrp="1"/>
            </p:cNvSpPr>
            <p:nvPr/>
          </p:nvSpPr>
          <p:spPr>
            <a:xfrm>
              <a:off x="1279060" y="5544970"/>
              <a:ext cx="44662" cy="3714"/>
            </a:xfrm>
            <a:custGeom>
              <a:avLst/>
              <a:gdLst/>
              <a:ahLst/>
              <a:cxnLst/>
              <a:rect l="0" t="0" r="0" b="0"/>
              <a:pathLst>
                <a:path w="44662" h="3714">
                  <a:moveTo>
                    <a:pt x="0" y="3714"/>
                  </a:moveTo>
                  <a:lnTo>
                    <a:pt x="44662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8" name="Input_receptor__377">
              <a:extLst>
                <a:ext uri="{FF2B5EF4-FFF2-40B4-BE49-F238E27FC236}">
                  <a16:creationId xmlns:a16="http://schemas.microsoft.com/office/drawing/2014/main" id="{262EE4B2-2006-4349-C34F-EE85FACABF89}"/>
                </a:ext>
              </a:extLst>
            </p:cNvPr>
            <p:cNvSpPr>
              <a:spLocks noGrp="1"/>
            </p:cNvSpPr>
            <p:nvPr/>
          </p:nvSpPr>
          <p:spPr>
            <a:xfrm>
              <a:off x="1774285" y="5008057"/>
              <a:ext cx="46675" cy="5285"/>
            </a:xfrm>
            <a:custGeom>
              <a:avLst/>
              <a:gdLst/>
              <a:ahLst/>
              <a:cxnLst/>
              <a:rect l="0" t="0" r="0" b="0"/>
              <a:pathLst>
                <a:path w="46675" h="5285">
                  <a:moveTo>
                    <a:pt x="46675" y="52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79" name="Input_receptor__378">
              <a:extLst>
                <a:ext uri="{FF2B5EF4-FFF2-40B4-BE49-F238E27FC236}">
                  <a16:creationId xmlns:a16="http://schemas.microsoft.com/office/drawing/2014/main" id="{70B51244-6B7D-5B14-7B4E-3995C6494EA7}"/>
                </a:ext>
              </a:extLst>
            </p:cNvPr>
            <p:cNvSpPr>
              <a:spLocks noGrp="1"/>
            </p:cNvSpPr>
            <p:nvPr/>
          </p:nvSpPr>
          <p:spPr>
            <a:xfrm>
              <a:off x="1386866" y="5392326"/>
              <a:ext cx="27665" cy="35331"/>
            </a:xfrm>
            <a:custGeom>
              <a:avLst/>
              <a:gdLst/>
              <a:ahLst/>
              <a:cxnLst/>
              <a:rect l="0" t="0" r="0" b="0"/>
              <a:pathLst>
                <a:path w="27665" h="35331">
                  <a:moveTo>
                    <a:pt x="27665" y="353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80" name="Input_receptor__379">
              <a:extLst>
                <a:ext uri="{FF2B5EF4-FFF2-40B4-BE49-F238E27FC236}">
                  <a16:creationId xmlns:a16="http://schemas.microsoft.com/office/drawing/2014/main" id="{424CAFCB-7610-7BCD-5B85-43E5D1520EA4}"/>
                </a:ext>
              </a:extLst>
            </p:cNvPr>
            <p:cNvSpPr>
              <a:spLocks noGrp="1"/>
            </p:cNvSpPr>
            <p:nvPr/>
          </p:nvSpPr>
          <p:spPr>
            <a:xfrm>
              <a:off x="1342400" y="5189180"/>
              <a:ext cx="44477" cy="12429"/>
            </a:xfrm>
            <a:custGeom>
              <a:avLst/>
              <a:gdLst/>
              <a:ahLst/>
              <a:cxnLst/>
              <a:rect l="0" t="0" r="0" b="0"/>
              <a:pathLst>
                <a:path w="44477" h="12429">
                  <a:moveTo>
                    <a:pt x="44477" y="124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896"/>
              </a:solidFill>
            </a:ln>
          </p:spPr>
        </p:sp>
        <p:sp>
          <p:nvSpPr>
            <p:cNvPr id="381" name="Input_receptor__380">
              <a:extLst>
                <a:ext uri="{FF2B5EF4-FFF2-40B4-BE49-F238E27FC236}">
                  <a16:creationId xmlns:a16="http://schemas.microsoft.com/office/drawing/2014/main" id="{BFDC0161-8D86-30A6-1D9E-5A92D24D085A}"/>
                </a:ext>
              </a:extLst>
            </p:cNvPr>
            <p:cNvSpPr>
              <a:spLocks noGrp="1"/>
            </p:cNvSpPr>
            <p:nvPr/>
          </p:nvSpPr>
          <p:spPr>
            <a:xfrm>
              <a:off x="1801432" y="5256257"/>
              <a:ext cx="46693" cy="8568"/>
            </a:xfrm>
            <a:custGeom>
              <a:avLst/>
              <a:gdLst/>
              <a:ahLst/>
              <a:cxnLst/>
              <a:rect l="0" t="0" r="0" b="0"/>
              <a:pathLst>
                <a:path w="46693" h="8568">
                  <a:moveTo>
                    <a:pt x="0" y="0"/>
                  </a:moveTo>
                  <a:lnTo>
                    <a:pt x="46693" y="8568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2" name="Input_receptor__381">
              <a:extLst>
                <a:ext uri="{FF2B5EF4-FFF2-40B4-BE49-F238E27FC236}">
                  <a16:creationId xmlns:a16="http://schemas.microsoft.com/office/drawing/2014/main" id="{FCC5E918-3C54-8DC3-DFD0-A75797EFAB03}"/>
                </a:ext>
              </a:extLst>
            </p:cNvPr>
            <p:cNvSpPr>
              <a:spLocks noGrp="1"/>
            </p:cNvSpPr>
            <p:nvPr/>
          </p:nvSpPr>
          <p:spPr>
            <a:xfrm>
              <a:off x="1363887" y="5322248"/>
              <a:ext cx="39881" cy="26924"/>
            </a:xfrm>
            <a:custGeom>
              <a:avLst/>
              <a:gdLst/>
              <a:ahLst/>
              <a:cxnLst/>
              <a:rect l="0" t="0" r="0" b="0"/>
              <a:pathLst>
                <a:path w="39881" h="26924">
                  <a:moveTo>
                    <a:pt x="39881" y="269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3" name="Input_receptor__382">
              <a:extLst>
                <a:ext uri="{FF2B5EF4-FFF2-40B4-BE49-F238E27FC236}">
                  <a16:creationId xmlns:a16="http://schemas.microsoft.com/office/drawing/2014/main" id="{F589DB6C-8170-1817-4C7C-B71C9CB96954}"/>
                </a:ext>
              </a:extLst>
            </p:cNvPr>
            <p:cNvSpPr>
              <a:spLocks noGrp="1"/>
            </p:cNvSpPr>
            <p:nvPr/>
          </p:nvSpPr>
          <p:spPr>
            <a:xfrm>
              <a:off x="1823212" y="5084747"/>
              <a:ext cx="31111" cy="36930"/>
            </a:xfrm>
            <a:custGeom>
              <a:avLst/>
              <a:gdLst/>
              <a:ahLst/>
              <a:cxnLst/>
              <a:rect l="0" t="0" r="0" b="0"/>
              <a:pathLst>
                <a:path w="31111" h="36930">
                  <a:moveTo>
                    <a:pt x="0" y="36930"/>
                  </a:moveTo>
                  <a:lnTo>
                    <a:pt x="31111" y="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4" name="Input_receptor__383">
              <a:extLst>
                <a:ext uri="{FF2B5EF4-FFF2-40B4-BE49-F238E27FC236}">
                  <a16:creationId xmlns:a16="http://schemas.microsoft.com/office/drawing/2014/main" id="{410BCC03-DD81-1132-CB2C-DD1E5783B933}"/>
                </a:ext>
              </a:extLst>
            </p:cNvPr>
            <p:cNvSpPr>
              <a:spLocks noGrp="1"/>
            </p:cNvSpPr>
            <p:nvPr/>
          </p:nvSpPr>
          <p:spPr>
            <a:xfrm>
              <a:off x="1690820" y="5155183"/>
              <a:ext cx="172" cy="8960"/>
            </a:xfrm>
            <a:custGeom>
              <a:avLst/>
              <a:gdLst/>
              <a:ahLst/>
              <a:cxnLst/>
              <a:rect l="0" t="0" r="0" b="0"/>
              <a:pathLst>
                <a:path w="172" h="8960">
                  <a:moveTo>
                    <a:pt x="0" y="0"/>
                  </a:moveTo>
                  <a:lnTo>
                    <a:pt x="172" y="8960"/>
                  </a:lnTo>
                </a:path>
              </a:pathLst>
            </a:custGeom>
            <a:noFill/>
            <a:ln w="20003">
              <a:solidFill>
                <a:srgbClr val="748997"/>
              </a:solidFill>
            </a:ln>
          </p:spPr>
        </p:sp>
        <p:sp>
          <p:nvSpPr>
            <p:cNvPr id="385" name="Input_receptor__384">
              <a:extLst>
                <a:ext uri="{FF2B5EF4-FFF2-40B4-BE49-F238E27FC236}">
                  <a16:creationId xmlns:a16="http://schemas.microsoft.com/office/drawing/2014/main" id="{21735528-AC3A-1AC8-BEA2-709CC25F63BB}"/>
                </a:ext>
              </a:extLst>
            </p:cNvPr>
            <p:cNvSpPr>
              <a:spLocks noGrp="1"/>
            </p:cNvSpPr>
            <p:nvPr/>
          </p:nvSpPr>
          <p:spPr>
            <a:xfrm>
              <a:off x="1511291" y="5313331"/>
              <a:ext cx="4230" cy="11351"/>
            </a:xfrm>
            <a:custGeom>
              <a:avLst/>
              <a:gdLst/>
              <a:ahLst/>
              <a:cxnLst/>
              <a:rect l="0" t="0" r="0" b="0"/>
              <a:pathLst>
                <a:path w="4230" h="11351">
                  <a:moveTo>
                    <a:pt x="0" y="0"/>
                  </a:moveTo>
                  <a:lnTo>
                    <a:pt x="4230" y="11351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6" name="Input_receptor__385">
              <a:extLst>
                <a:ext uri="{FF2B5EF4-FFF2-40B4-BE49-F238E27FC236}">
                  <a16:creationId xmlns:a16="http://schemas.microsoft.com/office/drawing/2014/main" id="{B1A0A465-BB9B-4CEF-C2D3-46C3C700DA53}"/>
                </a:ext>
              </a:extLst>
            </p:cNvPr>
            <p:cNvSpPr>
              <a:spLocks noGrp="1"/>
            </p:cNvSpPr>
            <p:nvPr/>
          </p:nvSpPr>
          <p:spPr>
            <a:xfrm>
              <a:off x="1580235" y="4860019"/>
              <a:ext cx="14404" cy="43714"/>
            </a:xfrm>
            <a:custGeom>
              <a:avLst/>
              <a:gdLst/>
              <a:ahLst/>
              <a:cxnLst/>
              <a:rect l="0" t="0" r="0" b="0"/>
              <a:pathLst>
                <a:path w="14404" h="43714">
                  <a:moveTo>
                    <a:pt x="0" y="43714"/>
                  </a:moveTo>
                  <a:lnTo>
                    <a:pt x="14404" y="0"/>
                  </a:lnTo>
                </a:path>
              </a:pathLst>
            </a:custGeom>
            <a:noFill/>
            <a:ln w="8096">
              <a:solidFill>
                <a:srgbClr val="758997"/>
              </a:solidFill>
            </a:ln>
          </p:spPr>
        </p:sp>
        <p:sp>
          <p:nvSpPr>
            <p:cNvPr id="387" name="Input_receptor__386">
              <a:extLst>
                <a:ext uri="{FF2B5EF4-FFF2-40B4-BE49-F238E27FC236}">
                  <a16:creationId xmlns:a16="http://schemas.microsoft.com/office/drawing/2014/main" id="{87C09F7C-6775-F25E-260F-F319B5EEFA93}"/>
                </a:ext>
              </a:extLst>
            </p:cNvPr>
            <p:cNvSpPr>
              <a:spLocks noGrp="1"/>
            </p:cNvSpPr>
            <p:nvPr/>
          </p:nvSpPr>
          <p:spPr>
            <a:xfrm>
              <a:off x="1374288" y="5201609"/>
              <a:ext cx="12589" cy="46680"/>
            </a:xfrm>
            <a:custGeom>
              <a:avLst/>
              <a:gdLst/>
              <a:ahLst/>
              <a:cxnLst/>
              <a:rect l="0" t="0" r="0" b="0"/>
              <a:pathLst>
                <a:path w="12589" h="46680">
                  <a:moveTo>
                    <a:pt x="0" y="46680"/>
                  </a:moveTo>
                  <a:lnTo>
                    <a:pt x="12589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8" name="Input_receptor__387">
              <a:extLst>
                <a:ext uri="{FF2B5EF4-FFF2-40B4-BE49-F238E27FC236}">
                  <a16:creationId xmlns:a16="http://schemas.microsoft.com/office/drawing/2014/main" id="{C94163C8-CE05-BEAC-E64A-739E99A2ACB2}"/>
                </a:ext>
              </a:extLst>
            </p:cNvPr>
            <p:cNvSpPr>
              <a:spLocks noGrp="1"/>
            </p:cNvSpPr>
            <p:nvPr/>
          </p:nvSpPr>
          <p:spPr>
            <a:xfrm>
              <a:off x="1235135" y="5326513"/>
              <a:ext cx="41587" cy="9226"/>
            </a:xfrm>
            <a:custGeom>
              <a:avLst/>
              <a:gdLst/>
              <a:ahLst/>
              <a:cxnLst/>
              <a:rect l="0" t="0" r="0" b="0"/>
              <a:pathLst>
                <a:path w="41587" h="9226">
                  <a:moveTo>
                    <a:pt x="0" y="0"/>
                  </a:moveTo>
                  <a:lnTo>
                    <a:pt x="41587" y="9226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89" name="Input_receptor__388">
              <a:extLst>
                <a:ext uri="{FF2B5EF4-FFF2-40B4-BE49-F238E27FC236}">
                  <a16:creationId xmlns:a16="http://schemas.microsoft.com/office/drawing/2014/main" id="{1BDECA72-4F89-3BDC-798D-2199C6896FF0}"/>
                </a:ext>
              </a:extLst>
            </p:cNvPr>
            <p:cNvSpPr>
              <a:spLocks noGrp="1"/>
            </p:cNvSpPr>
            <p:nvPr/>
          </p:nvSpPr>
          <p:spPr>
            <a:xfrm>
              <a:off x="1381055" y="5427656"/>
              <a:ext cx="33475" cy="34540"/>
            </a:xfrm>
            <a:custGeom>
              <a:avLst/>
              <a:gdLst/>
              <a:ahLst/>
              <a:cxnLst/>
              <a:rect l="0" t="0" r="0" b="0"/>
              <a:pathLst>
                <a:path w="33475" h="34540">
                  <a:moveTo>
                    <a:pt x="0" y="34540"/>
                  </a:moveTo>
                  <a:lnTo>
                    <a:pt x="33475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0" name="Input_receptor__389">
              <a:extLst>
                <a:ext uri="{FF2B5EF4-FFF2-40B4-BE49-F238E27FC236}">
                  <a16:creationId xmlns:a16="http://schemas.microsoft.com/office/drawing/2014/main" id="{B1B8C493-8179-B2E1-1374-3D664E57EDD2}"/>
                </a:ext>
              </a:extLst>
            </p:cNvPr>
            <p:cNvSpPr>
              <a:spLocks noGrp="1"/>
            </p:cNvSpPr>
            <p:nvPr/>
          </p:nvSpPr>
          <p:spPr>
            <a:xfrm>
              <a:off x="1321311" y="5189180"/>
              <a:ext cx="21090" cy="26121"/>
            </a:xfrm>
            <a:custGeom>
              <a:avLst/>
              <a:gdLst/>
              <a:ahLst/>
              <a:cxnLst/>
              <a:rect l="0" t="0" r="0" b="0"/>
              <a:pathLst>
                <a:path w="21090" h="26121">
                  <a:moveTo>
                    <a:pt x="21090" y="0"/>
                  </a:moveTo>
                  <a:lnTo>
                    <a:pt x="0" y="26121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1" name="Input_receptor__390">
              <a:extLst>
                <a:ext uri="{FF2B5EF4-FFF2-40B4-BE49-F238E27FC236}">
                  <a16:creationId xmlns:a16="http://schemas.microsoft.com/office/drawing/2014/main" id="{B2564C8D-C12D-0D07-F137-5C475EA8CC0C}"/>
                </a:ext>
              </a:extLst>
            </p:cNvPr>
            <p:cNvSpPr>
              <a:spLocks noGrp="1"/>
            </p:cNvSpPr>
            <p:nvPr/>
          </p:nvSpPr>
          <p:spPr>
            <a:xfrm>
              <a:off x="1121907" y="5264840"/>
              <a:ext cx="31537" cy="18055"/>
            </a:xfrm>
            <a:custGeom>
              <a:avLst/>
              <a:gdLst/>
              <a:ahLst/>
              <a:cxnLst/>
              <a:rect l="0" t="0" r="0" b="0"/>
              <a:pathLst>
                <a:path w="31537" h="18055">
                  <a:moveTo>
                    <a:pt x="0" y="18055"/>
                  </a:moveTo>
                  <a:lnTo>
                    <a:pt x="31537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2" name="Input_receptor__391">
              <a:extLst>
                <a:ext uri="{FF2B5EF4-FFF2-40B4-BE49-F238E27FC236}">
                  <a16:creationId xmlns:a16="http://schemas.microsoft.com/office/drawing/2014/main" id="{7D512C1A-C826-44AA-1DB1-CA787EFE0D98}"/>
                </a:ext>
              </a:extLst>
            </p:cNvPr>
            <p:cNvSpPr>
              <a:spLocks noGrp="1"/>
            </p:cNvSpPr>
            <p:nvPr/>
          </p:nvSpPr>
          <p:spPr>
            <a:xfrm>
              <a:off x="1153444" y="5228834"/>
              <a:ext cx="9842" cy="36005"/>
            </a:xfrm>
            <a:custGeom>
              <a:avLst/>
              <a:gdLst/>
              <a:ahLst/>
              <a:cxnLst/>
              <a:rect l="0" t="0" r="0" b="0"/>
              <a:pathLst>
                <a:path w="9842" h="36005">
                  <a:moveTo>
                    <a:pt x="0" y="36005"/>
                  </a:moveTo>
                  <a:lnTo>
                    <a:pt x="9842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3" name="Input_receptor__392">
              <a:extLst>
                <a:ext uri="{FF2B5EF4-FFF2-40B4-BE49-F238E27FC236}">
                  <a16:creationId xmlns:a16="http://schemas.microsoft.com/office/drawing/2014/main" id="{E350A0BE-95C0-6F88-8C21-289DC7B56042}"/>
                </a:ext>
              </a:extLst>
            </p:cNvPr>
            <p:cNvSpPr>
              <a:spLocks noGrp="1"/>
            </p:cNvSpPr>
            <p:nvPr/>
          </p:nvSpPr>
          <p:spPr>
            <a:xfrm>
              <a:off x="1260160" y="5547095"/>
              <a:ext cx="18900" cy="1589"/>
            </a:xfrm>
            <a:custGeom>
              <a:avLst/>
              <a:gdLst/>
              <a:ahLst/>
              <a:cxnLst/>
              <a:rect l="0" t="0" r="0" b="0"/>
              <a:pathLst>
                <a:path w="18900" h="1589">
                  <a:moveTo>
                    <a:pt x="0" y="0"/>
                  </a:moveTo>
                  <a:lnTo>
                    <a:pt x="18900" y="1589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4" name="Input_receptor__393">
              <a:extLst>
                <a:ext uri="{FF2B5EF4-FFF2-40B4-BE49-F238E27FC236}">
                  <a16:creationId xmlns:a16="http://schemas.microsoft.com/office/drawing/2014/main" id="{771EC02F-AF34-887E-B1A2-82095043DE9F}"/>
                </a:ext>
              </a:extLst>
            </p:cNvPr>
            <p:cNvSpPr>
              <a:spLocks noGrp="1"/>
            </p:cNvSpPr>
            <p:nvPr/>
          </p:nvSpPr>
          <p:spPr>
            <a:xfrm>
              <a:off x="1837918" y="5264825"/>
              <a:ext cx="10207" cy="45742"/>
            </a:xfrm>
            <a:custGeom>
              <a:avLst/>
              <a:gdLst/>
              <a:ahLst/>
              <a:cxnLst/>
              <a:rect l="0" t="0" r="0" b="0"/>
              <a:pathLst>
                <a:path w="10207" h="45742">
                  <a:moveTo>
                    <a:pt x="10207" y="0"/>
                  </a:moveTo>
                  <a:lnTo>
                    <a:pt x="0" y="45742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5" name="Input_receptor__394">
              <a:extLst>
                <a:ext uri="{FF2B5EF4-FFF2-40B4-BE49-F238E27FC236}">
                  <a16:creationId xmlns:a16="http://schemas.microsoft.com/office/drawing/2014/main" id="{B60755C0-DB69-770D-BCEB-17B15D18A55D}"/>
                </a:ext>
              </a:extLst>
            </p:cNvPr>
            <p:cNvSpPr>
              <a:spLocks noGrp="1"/>
            </p:cNvSpPr>
            <p:nvPr/>
          </p:nvSpPr>
          <p:spPr>
            <a:xfrm>
              <a:off x="1339148" y="5322248"/>
              <a:ext cx="24739" cy="34502"/>
            </a:xfrm>
            <a:custGeom>
              <a:avLst/>
              <a:gdLst/>
              <a:ahLst/>
              <a:cxnLst/>
              <a:rect l="0" t="0" r="0" b="0"/>
              <a:pathLst>
                <a:path w="24739" h="34502">
                  <a:moveTo>
                    <a:pt x="24739" y="0"/>
                  </a:moveTo>
                  <a:lnTo>
                    <a:pt x="0" y="34502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6" name="Input_receptor__395">
              <a:extLst>
                <a:ext uri="{FF2B5EF4-FFF2-40B4-BE49-F238E27FC236}">
                  <a16:creationId xmlns:a16="http://schemas.microsoft.com/office/drawing/2014/main" id="{4C8C0F8B-42E8-5992-DDE5-A4DB717E6119}"/>
                </a:ext>
              </a:extLst>
            </p:cNvPr>
            <p:cNvSpPr>
              <a:spLocks noGrp="1"/>
            </p:cNvSpPr>
            <p:nvPr/>
          </p:nvSpPr>
          <p:spPr>
            <a:xfrm>
              <a:off x="1105158" y="5218793"/>
              <a:ext cx="11344" cy="2087"/>
            </a:xfrm>
            <a:custGeom>
              <a:avLst/>
              <a:gdLst/>
              <a:ahLst/>
              <a:cxnLst/>
              <a:rect l="0" t="0" r="0" b="0"/>
              <a:pathLst>
                <a:path w="11344" h="2087">
                  <a:moveTo>
                    <a:pt x="11344" y="0"/>
                  </a:moveTo>
                  <a:lnTo>
                    <a:pt x="0" y="2087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7" name="Input_receptor__396">
              <a:extLst>
                <a:ext uri="{FF2B5EF4-FFF2-40B4-BE49-F238E27FC236}">
                  <a16:creationId xmlns:a16="http://schemas.microsoft.com/office/drawing/2014/main" id="{3A285789-F19D-6C51-3CA0-89C61090A005}"/>
                </a:ext>
              </a:extLst>
            </p:cNvPr>
            <p:cNvSpPr>
              <a:spLocks noGrp="1"/>
            </p:cNvSpPr>
            <p:nvPr/>
          </p:nvSpPr>
          <p:spPr>
            <a:xfrm>
              <a:off x="1498019" y="5409881"/>
              <a:ext cx="6386" cy="17651"/>
            </a:xfrm>
            <a:custGeom>
              <a:avLst/>
              <a:gdLst/>
              <a:ahLst/>
              <a:cxnLst/>
              <a:rect l="0" t="0" r="0" b="0"/>
              <a:pathLst>
                <a:path w="6386" h="17651">
                  <a:moveTo>
                    <a:pt x="6386" y="176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58997"/>
              </a:solidFill>
            </a:ln>
          </p:spPr>
        </p:sp>
        <p:sp>
          <p:nvSpPr>
            <p:cNvPr id="398" name="Input_receptor__397">
              <a:extLst>
                <a:ext uri="{FF2B5EF4-FFF2-40B4-BE49-F238E27FC236}">
                  <a16:creationId xmlns:a16="http://schemas.microsoft.com/office/drawing/2014/main" id="{6BBDF574-2932-3303-0DF9-E715B80AC1D7}"/>
                </a:ext>
              </a:extLst>
            </p:cNvPr>
            <p:cNvSpPr>
              <a:spLocks noGrp="1"/>
            </p:cNvSpPr>
            <p:nvPr/>
          </p:nvSpPr>
          <p:spPr>
            <a:xfrm>
              <a:off x="1788288" y="5050145"/>
              <a:ext cx="22502" cy="20807"/>
            </a:xfrm>
            <a:custGeom>
              <a:avLst/>
              <a:gdLst/>
              <a:ahLst/>
              <a:cxnLst/>
              <a:rect l="0" t="0" r="0" b="0"/>
              <a:pathLst>
                <a:path w="22502" h="20807">
                  <a:moveTo>
                    <a:pt x="0" y="20807"/>
                  </a:moveTo>
                  <a:lnTo>
                    <a:pt x="22502" y="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399" name="Input_receptor__398">
              <a:extLst>
                <a:ext uri="{FF2B5EF4-FFF2-40B4-BE49-F238E27FC236}">
                  <a16:creationId xmlns:a16="http://schemas.microsoft.com/office/drawing/2014/main" id="{1F516FCB-3ACD-4061-8FF8-9B1E1F1061B9}"/>
                </a:ext>
              </a:extLst>
            </p:cNvPr>
            <p:cNvSpPr>
              <a:spLocks noGrp="1"/>
            </p:cNvSpPr>
            <p:nvPr/>
          </p:nvSpPr>
          <p:spPr>
            <a:xfrm>
              <a:off x="1731358" y="4947767"/>
              <a:ext cx="46871" cy="6980"/>
            </a:xfrm>
            <a:custGeom>
              <a:avLst/>
              <a:gdLst/>
              <a:ahLst/>
              <a:cxnLst/>
              <a:rect l="0" t="0" r="0" b="0"/>
              <a:pathLst>
                <a:path w="46871" h="6980">
                  <a:moveTo>
                    <a:pt x="46871" y="0"/>
                  </a:moveTo>
                  <a:lnTo>
                    <a:pt x="0" y="6980"/>
                  </a:lnTo>
                </a:path>
              </a:pathLst>
            </a:custGeom>
            <a:noFill/>
            <a:ln w="20003">
              <a:solidFill>
                <a:srgbClr val="758997"/>
              </a:solidFill>
            </a:ln>
          </p:spPr>
        </p:sp>
        <p:sp>
          <p:nvSpPr>
            <p:cNvPr id="400" name="Input_receptor__399">
              <a:extLst>
                <a:ext uri="{FF2B5EF4-FFF2-40B4-BE49-F238E27FC236}">
                  <a16:creationId xmlns:a16="http://schemas.microsoft.com/office/drawing/2014/main" id="{4A3A09D4-48E7-C2F4-504F-ECED1916A143}"/>
                </a:ext>
              </a:extLst>
            </p:cNvPr>
            <p:cNvSpPr>
              <a:spLocks noGrp="1"/>
            </p:cNvSpPr>
            <p:nvPr/>
          </p:nvSpPr>
          <p:spPr>
            <a:xfrm>
              <a:off x="1227911" y="5484257"/>
              <a:ext cx="45066" cy="14119"/>
            </a:xfrm>
            <a:custGeom>
              <a:avLst/>
              <a:gdLst/>
              <a:ahLst/>
              <a:cxnLst/>
              <a:rect l="0" t="0" r="0" b="0"/>
              <a:pathLst>
                <a:path w="45066" h="14119">
                  <a:moveTo>
                    <a:pt x="0" y="14119"/>
                  </a:moveTo>
                  <a:lnTo>
                    <a:pt x="45066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1" name="Input_receptor__400">
              <a:extLst>
                <a:ext uri="{FF2B5EF4-FFF2-40B4-BE49-F238E27FC236}">
                  <a16:creationId xmlns:a16="http://schemas.microsoft.com/office/drawing/2014/main" id="{F021872D-D9CA-3B7D-59F9-28BA4261D302}"/>
                </a:ext>
              </a:extLst>
            </p:cNvPr>
            <p:cNvSpPr>
              <a:spLocks noGrp="1"/>
            </p:cNvSpPr>
            <p:nvPr/>
          </p:nvSpPr>
          <p:spPr>
            <a:xfrm>
              <a:off x="1763968" y="5008057"/>
              <a:ext cx="10318" cy="2271"/>
            </a:xfrm>
            <a:custGeom>
              <a:avLst/>
              <a:gdLst/>
              <a:ahLst/>
              <a:cxnLst/>
              <a:rect l="0" t="0" r="0" b="0"/>
              <a:pathLst>
                <a:path w="10318" h="2271">
                  <a:moveTo>
                    <a:pt x="10318" y="0"/>
                  </a:moveTo>
                  <a:lnTo>
                    <a:pt x="0" y="2271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2" name="Input_receptor__401">
              <a:extLst>
                <a:ext uri="{FF2B5EF4-FFF2-40B4-BE49-F238E27FC236}">
                  <a16:creationId xmlns:a16="http://schemas.microsoft.com/office/drawing/2014/main" id="{684E84A2-986E-72D3-8B2D-F0EF51C34201}"/>
                </a:ext>
              </a:extLst>
            </p:cNvPr>
            <p:cNvSpPr>
              <a:spLocks noGrp="1"/>
            </p:cNvSpPr>
            <p:nvPr/>
          </p:nvSpPr>
          <p:spPr>
            <a:xfrm>
              <a:off x="1785667" y="5256257"/>
              <a:ext cx="15765" cy="20452"/>
            </a:xfrm>
            <a:custGeom>
              <a:avLst/>
              <a:gdLst/>
              <a:ahLst/>
              <a:cxnLst/>
              <a:rect l="0" t="0" r="0" b="0"/>
              <a:pathLst>
                <a:path w="15765" h="20452">
                  <a:moveTo>
                    <a:pt x="0" y="20452"/>
                  </a:moveTo>
                  <a:lnTo>
                    <a:pt x="15765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3" name="Input_receptor__402">
              <a:extLst>
                <a:ext uri="{FF2B5EF4-FFF2-40B4-BE49-F238E27FC236}">
                  <a16:creationId xmlns:a16="http://schemas.microsoft.com/office/drawing/2014/main" id="{CA398A7E-7E98-B56F-DA12-AE89565127C9}"/>
                </a:ext>
              </a:extLst>
            </p:cNvPr>
            <p:cNvSpPr>
              <a:spLocks noGrp="1"/>
            </p:cNvSpPr>
            <p:nvPr/>
          </p:nvSpPr>
          <p:spPr>
            <a:xfrm>
              <a:off x="1734635" y="5114089"/>
              <a:ext cx="3731" cy="42146"/>
            </a:xfrm>
            <a:custGeom>
              <a:avLst/>
              <a:gdLst/>
              <a:ahLst/>
              <a:cxnLst/>
              <a:rect l="0" t="0" r="0" b="0"/>
              <a:pathLst>
                <a:path w="3731" h="42146">
                  <a:moveTo>
                    <a:pt x="3731" y="421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58A97"/>
              </a:solidFill>
            </a:ln>
          </p:spPr>
        </p:sp>
        <p:sp>
          <p:nvSpPr>
            <p:cNvPr id="404" name="Input_receptor__403">
              <a:extLst>
                <a:ext uri="{FF2B5EF4-FFF2-40B4-BE49-F238E27FC236}">
                  <a16:creationId xmlns:a16="http://schemas.microsoft.com/office/drawing/2014/main" id="{250C19E2-3A33-1238-8F95-40C99D431C2D}"/>
                </a:ext>
              </a:extLst>
            </p:cNvPr>
            <p:cNvSpPr>
              <a:spLocks noGrp="1"/>
            </p:cNvSpPr>
            <p:nvPr/>
          </p:nvSpPr>
          <p:spPr>
            <a:xfrm>
              <a:off x="1560550" y="4903733"/>
              <a:ext cx="19685" cy="14991"/>
            </a:xfrm>
            <a:custGeom>
              <a:avLst/>
              <a:gdLst/>
              <a:ahLst/>
              <a:cxnLst/>
              <a:rect l="0" t="0" r="0" b="0"/>
              <a:pathLst>
                <a:path w="19685" h="14991">
                  <a:moveTo>
                    <a:pt x="0" y="14991"/>
                  </a:moveTo>
                  <a:lnTo>
                    <a:pt x="19685" y="0"/>
                  </a:lnTo>
                </a:path>
              </a:pathLst>
            </a:custGeom>
            <a:noFill/>
            <a:ln w="8096">
              <a:solidFill>
                <a:srgbClr val="758A98"/>
              </a:solidFill>
            </a:ln>
          </p:spPr>
        </p:sp>
        <p:sp>
          <p:nvSpPr>
            <p:cNvPr id="405" name="Input_receptor__404">
              <a:extLst>
                <a:ext uri="{FF2B5EF4-FFF2-40B4-BE49-F238E27FC236}">
                  <a16:creationId xmlns:a16="http://schemas.microsoft.com/office/drawing/2014/main" id="{7931EB60-4945-4464-72B3-047A37F858BA}"/>
                </a:ext>
              </a:extLst>
            </p:cNvPr>
            <p:cNvSpPr>
              <a:spLocks noGrp="1"/>
            </p:cNvSpPr>
            <p:nvPr/>
          </p:nvSpPr>
          <p:spPr>
            <a:xfrm>
              <a:off x="1810790" y="5013342"/>
              <a:ext cx="10170" cy="36803"/>
            </a:xfrm>
            <a:custGeom>
              <a:avLst/>
              <a:gdLst/>
              <a:ahLst/>
              <a:cxnLst/>
              <a:rect l="0" t="0" r="0" b="0"/>
              <a:pathLst>
                <a:path w="10170" h="36803">
                  <a:moveTo>
                    <a:pt x="0" y="36803"/>
                  </a:moveTo>
                  <a:lnTo>
                    <a:pt x="10170" y="0"/>
                  </a:lnTo>
                </a:path>
              </a:pathLst>
            </a:custGeom>
            <a:noFill/>
            <a:ln w="20003">
              <a:solidFill>
                <a:srgbClr val="758A98"/>
              </a:solidFill>
            </a:ln>
          </p:spPr>
        </p:sp>
        <p:sp>
          <p:nvSpPr>
            <p:cNvPr id="406" name="Input_receptor__405">
              <a:extLst>
                <a:ext uri="{FF2B5EF4-FFF2-40B4-BE49-F238E27FC236}">
                  <a16:creationId xmlns:a16="http://schemas.microsoft.com/office/drawing/2014/main" id="{C73A0A99-A3BA-9652-225C-036595F6EEC6}"/>
                </a:ext>
              </a:extLst>
            </p:cNvPr>
            <p:cNvSpPr>
              <a:spLocks noGrp="1"/>
            </p:cNvSpPr>
            <p:nvPr/>
          </p:nvSpPr>
          <p:spPr>
            <a:xfrm>
              <a:off x="1697526" y="5099165"/>
              <a:ext cx="37109" cy="14923"/>
            </a:xfrm>
            <a:custGeom>
              <a:avLst/>
              <a:gdLst/>
              <a:ahLst/>
              <a:cxnLst/>
              <a:rect l="0" t="0" r="0" b="0"/>
              <a:pathLst>
                <a:path w="37109" h="14923">
                  <a:moveTo>
                    <a:pt x="37109" y="149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7" name="Input_receptor__406">
              <a:extLst>
                <a:ext uri="{FF2B5EF4-FFF2-40B4-BE49-F238E27FC236}">
                  <a16:creationId xmlns:a16="http://schemas.microsoft.com/office/drawing/2014/main" id="{1AED17D2-C713-F566-510D-7ABCC065324B}"/>
                </a:ext>
              </a:extLst>
            </p:cNvPr>
            <p:cNvSpPr>
              <a:spLocks noGrp="1"/>
            </p:cNvSpPr>
            <p:nvPr/>
          </p:nvSpPr>
          <p:spPr>
            <a:xfrm>
              <a:off x="1201490" y="5087735"/>
              <a:ext cx="43195" cy="6392"/>
            </a:xfrm>
            <a:custGeom>
              <a:avLst/>
              <a:gdLst/>
              <a:ahLst/>
              <a:cxnLst/>
              <a:rect l="0" t="0" r="0" b="0"/>
              <a:pathLst>
                <a:path w="43195" h="6392">
                  <a:moveTo>
                    <a:pt x="0" y="6392"/>
                  </a:moveTo>
                  <a:lnTo>
                    <a:pt x="43195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8" name="Input_receptor__407">
              <a:extLst>
                <a:ext uri="{FF2B5EF4-FFF2-40B4-BE49-F238E27FC236}">
                  <a16:creationId xmlns:a16="http://schemas.microsoft.com/office/drawing/2014/main" id="{E28A94F5-2F9C-8956-F564-ECC934BF7729}"/>
                </a:ext>
              </a:extLst>
            </p:cNvPr>
            <p:cNvSpPr>
              <a:spLocks noGrp="1"/>
            </p:cNvSpPr>
            <p:nvPr/>
          </p:nvSpPr>
          <p:spPr>
            <a:xfrm>
              <a:off x="1294551" y="5580725"/>
              <a:ext cx="20722" cy="28885"/>
            </a:xfrm>
            <a:custGeom>
              <a:avLst/>
              <a:gdLst/>
              <a:ahLst/>
              <a:cxnLst/>
              <a:rect l="0" t="0" r="0" b="0"/>
              <a:pathLst>
                <a:path w="20722" h="28885">
                  <a:moveTo>
                    <a:pt x="20722" y="0"/>
                  </a:moveTo>
                  <a:lnTo>
                    <a:pt x="0" y="28885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09" name="Input_receptor__408">
              <a:extLst>
                <a:ext uri="{FF2B5EF4-FFF2-40B4-BE49-F238E27FC236}">
                  <a16:creationId xmlns:a16="http://schemas.microsoft.com/office/drawing/2014/main" id="{53228038-83AA-6EF0-D6C9-01681740AD2B}"/>
                </a:ext>
              </a:extLst>
            </p:cNvPr>
            <p:cNvSpPr>
              <a:spLocks noGrp="1"/>
            </p:cNvSpPr>
            <p:nvPr/>
          </p:nvSpPr>
          <p:spPr>
            <a:xfrm>
              <a:off x="1514510" y="5258443"/>
              <a:ext cx="30874" cy="28753"/>
            </a:xfrm>
            <a:custGeom>
              <a:avLst/>
              <a:gdLst/>
              <a:ahLst/>
              <a:cxnLst/>
              <a:rect l="0" t="0" r="0" b="0"/>
              <a:pathLst>
                <a:path w="30874" h="28753">
                  <a:moveTo>
                    <a:pt x="30874" y="287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0" name="Input_receptor__409">
              <a:extLst>
                <a:ext uri="{FF2B5EF4-FFF2-40B4-BE49-F238E27FC236}">
                  <a16:creationId xmlns:a16="http://schemas.microsoft.com/office/drawing/2014/main" id="{4AA3DB42-673C-63FF-4BF8-5E4E4EE3FB10}"/>
                </a:ext>
              </a:extLst>
            </p:cNvPr>
            <p:cNvSpPr>
              <a:spLocks noGrp="1"/>
            </p:cNvSpPr>
            <p:nvPr/>
          </p:nvSpPr>
          <p:spPr>
            <a:xfrm>
              <a:off x="1315273" y="5544970"/>
              <a:ext cx="8449" cy="35755"/>
            </a:xfrm>
            <a:custGeom>
              <a:avLst/>
              <a:gdLst/>
              <a:ahLst/>
              <a:cxnLst/>
              <a:rect l="0" t="0" r="0" b="0"/>
              <a:pathLst>
                <a:path w="8449" h="35755">
                  <a:moveTo>
                    <a:pt x="8449" y="0"/>
                  </a:moveTo>
                  <a:lnTo>
                    <a:pt x="0" y="35755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1" name="Input_receptor__410">
              <a:extLst>
                <a:ext uri="{FF2B5EF4-FFF2-40B4-BE49-F238E27FC236}">
                  <a16:creationId xmlns:a16="http://schemas.microsoft.com/office/drawing/2014/main" id="{23B95194-CB48-A2A7-4ACB-8E1FFEE0DBE7}"/>
                </a:ext>
              </a:extLst>
            </p:cNvPr>
            <p:cNvSpPr>
              <a:spLocks noGrp="1"/>
            </p:cNvSpPr>
            <p:nvPr/>
          </p:nvSpPr>
          <p:spPr>
            <a:xfrm>
              <a:off x="1086904" y="5159122"/>
              <a:ext cx="44970" cy="2178"/>
            </a:xfrm>
            <a:custGeom>
              <a:avLst/>
              <a:gdLst/>
              <a:ahLst/>
              <a:cxnLst/>
              <a:rect l="0" t="0" r="0" b="0"/>
              <a:pathLst>
                <a:path w="44970" h="2178">
                  <a:moveTo>
                    <a:pt x="44970" y="21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2" name="Input_receptor__411">
              <a:extLst>
                <a:ext uri="{FF2B5EF4-FFF2-40B4-BE49-F238E27FC236}">
                  <a16:creationId xmlns:a16="http://schemas.microsoft.com/office/drawing/2014/main" id="{12ADBF6A-22C7-BB69-8E1B-6C08FE15EE24}"/>
                </a:ext>
              </a:extLst>
            </p:cNvPr>
            <p:cNvSpPr>
              <a:spLocks noGrp="1"/>
            </p:cNvSpPr>
            <p:nvPr/>
          </p:nvSpPr>
          <p:spPr>
            <a:xfrm>
              <a:off x="1244685" y="5087735"/>
              <a:ext cx="16065" cy="38482"/>
            </a:xfrm>
            <a:custGeom>
              <a:avLst/>
              <a:gdLst/>
              <a:ahLst/>
              <a:cxnLst/>
              <a:rect l="0" t="0" r="0" b="0"/>
              <a:pathLst>
                <a:path w="16065" h="38482">
                  <a:moveTo>
                    <a:pt x="0" y="0"/>
                  </a:moveTo>
                  <a:lnTo>
                    <a:pt x="16065" y="38482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3" name="Input_receptor__412">
              <a:extLst>
                <a:ext uri="{FF2B5EF4-FFF2-40B4-BE49-F238E27FC236}">
                  <a16:creationId xmlns:a16="http://schemas.microsoft.com/office/drawing/2014/main" id="{5630492E-F083-1C7A-C0D3-3B4B371F0F5C}"/>
                </a:ext>
              </a:extLst>
            </p:cNvPr>
            <p:cNvSpPr>
              <a:spLocks noGrp="1"/>
            </p:cNvSpPr>
            <p:nvPr/>
          </p:nvSpPr>
          <p:spPr>
            <a:xfrm>
              <a:off x="1565186" y="5353838"/>
              <a:ext cx="11718" cy="4450"/>
            </a:xfrm>
            <a:custGeom>
              <a:avLst/>
              <a:gdLst/>
              <a:ahLst/>
              <a:cxnLst/>
              <a:rect l="0" t="0" r="0" b="0"/>
              <a:pathLst>
                <a:path w="11718" h="4450">
                  <a:moveTo>
                    <a:pt x="11718" y="4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4" name="Input_receptor__413">
              <a:extLst>
                <a:ext uri="{FF2B5EF4-FFF2-40B4-BE49-F238E27FC236}">
                  <a16:creationId xmlns:a16="http://schemas.microsoft.com/office/drawing/2014/main" id="{AEBBA16C-9E3F-AD4B-230D-B62909D3604B}"/>
                </a:ext>
              </a:extLst>
            </p:cNvPr>
            <p:cNvSpPr>
              <a:spLocks noGrp="1"/>
            </p:cNvSpPr>
            <p:nvPr/>
          </p:nvSpPr>
          <p:spPr>
            <a:xfrm>
              <a:off x="1477239" y="5258443"/>
              <a:ext cx="37271" cy="13496"/>
            </a:xfrm>
            <a:custGeom>
              <a:avLst/>
              <a:gdLst/>
              <a:ahLst/>
              <a:cxnLst/>
              <a:rect l="0" t="0" r="0" b="0"/>
              <a:pathLst>
                <a:path w="37271" h="13496">
                  <a:moveTo>
                    <a:pt x="37271" y="0"/>
                  </a:moveTo>
                  <a:lnTo>
                    <a:pt x="0" y="13496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5" name="Input_receptor__414">
              <a:extLst>
                <a:ext uri="{FF2B5EF4-FFF2-40B4-BE49-F238E27FC236}">
                  <a16:creationId xmlns:a16="http://schemas.microsoft.com/office/drawing/2014/main" id="{9A85E2A4-9FCC-BBD9-7EDD-832E47E92F4B}"/>
                </a:ext>
              </a:extLst>
            </p:cNvPr>
            <p:cNvSpPr>
              <a:spLocks noGrp="1"/>
            </p:cNvSpPr>
            <p:nvPr/>
          </p:nvSpPr>
          <p:spPr>
            <a:xfrm>
              <a:off x="1746371" y="4803866"/>
              <a:ext cx="27656" cy="5821"/>
            </a:xfrm>
            <a:custGeom>
              <a:avLst/>
              <a:gdLst/>
              <a:ahLst/>
              <a:cxnLst/>
              <a:rect l="0" t="0" r="0" b="0"/>
              <a:pathLst>
                <a:path w="27656" h="5821">
                  <a:moveTo>
                    <a:pt x="27656" y="58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16" name="Input_receptor__415">
              <a:extLst>
                <a:ext uri="{FF2B5EF4-FFF2-40B4-BE49-F238E27FC236}">
                  <a16:creationId xmlns:a16="http://schemas.microsoft.com/office/drawing/2014/main" id="{7B9A1333-A8D8-B767-0B3F-D86D279342DE}"/>
                </a:ext>
              </a:extLst>
            </p:cNvPr>
            <p:cNvSpPr>
              <a:spLocks noGrp="1"/>
            </p:cNvSpPr>
            <p:nvPr/>
          </p:nvSpPr>
          <p:spPr>
            <a:xfrm>
              <a:off x="1625297" y="4879740"/>
              <a:ext cx="23162" cy="21331"/>
            </a:xfrm>
            <a:custGeom>
              <a:avLst/>
              <a:gdLst/>
              <a:ahLst/>
              <a:cxnLst/>
              <a:rect l="0" t="0" r="0" b="0"/>
              <a:pathLst>
                <a:path w="23162" h="21331">
                  <a:moveTo>
                    <a:pt x="0" y="0"/>
                  </a:moveTo>
                  <a:lnTo>
                    <a:pt x="23162" y="21331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17" name="Input_receptor__416">
              <a:extLst>
                <a:ext uri="{FF2B5EF4-FFF2-40B4-BE49-F238E27FC236}">
                  <a16:creationId xmlns:a16="http://schemas.microsoft.com/office/drawing/2014/main" id="{4B98077C-4C5B-2574-F4EA-D0B785389C08}"/>
                </a:ext>
              </a:extLst>
            </p:cNvPr>
            <p:cNvSpPr>
              <a:spLocks noGrp="1"/>
            </p:cNvSpPr>
            <p:nvPr/>
          </p:nvSpPr>
          <p:spPr>
            <a:xfrm>
              <a:off x="1225516" y="5126217"/>
              <a:ext cx="35234" cy="28728"/>
            </a:xfrm>
            <a:custGeom>
              <a:avLst/>
              <a:gdLst/>
              <a:ahLst/>
              <a:cxnLst/>
              <a:rect l="0" t="0" r="0" b="0"/>
              <a:pathLst>
                <a:path w="35234" h="28728">
                  <a:moveTo>
                    <a:pt x="35234" y="0"/>
                  </a:moveTo>
                  <a:lnTo>
                    <a:pt x="0" y="28728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8" name="Input_receptor__417">
              <a:extLst>
                <a:ext uri="{FF2B5EF4-FFF2-40B4-BE49-F238E27FC236}">
                  <a16:creationId xmlns:a16="http://schemas.microsoft.com/office/drawing/2014/main" id="{3316FBE3-976B-519D-EC57-FC136214EEFB}"/>
                </a:ext>
              </a:extLst>
            </p:cNvPr>
            <p:cNvSpPr>
              <a:spLocks noGrp="1"/>
            </p:cNvSpPr>
            <p:nvPr/>
          </p:nvSpPr>
          <p:spPr>
            <a:xfrm>
              <a:off x="1690992" y="5156234"/>
              <a:ext cx="47373" cy="7909"/>
            </a:xfrm>
            <a:custGeom>
              <a:avLst/>
              <a:gdLst/>
              <a:ahLst/>
              <a:cxnLst/>
              <a:rect l="0" t="0" r="0" b="0"/>
              <a:pathLst>
                <a:path w="47373" h="7909">
                  <a:moveTo>
                    <a:pt x="0" y="7909"/>
                  </a:moveTo>
                  <a:lnTo>
                    <a:pt x="47373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19" name="Input_receptor__418">
              <a:extLst>
                <a:ext uri="{FF2B5EF4-FFF2-40B4-BE49-F238E27FC236}">
                  <a16:creationId xmlns:a16="http://schemas.microsoft.com/office/drawing/2014/main" id="{F41721B4-F645-55A0-224F-9B2B5EB28E24}"/>
                </a:ext>
              </a:extLst>
            </p:cNvPr>
            <p:cNvSpPr>
              <a:spLocks noGrp="1"/>
            </p:cNvSpPr>
            <p:nvPr/>
          </p:nvSpPr>
          <p:spPr>
            <a:xfrm>
              <a:off x="1594639" y="4860019"/>
              <a:ext cx="30657" cy="19721"/>
            </a:xfrm>
            <a:custGeom>
              <a:avLst/>
              <a:gdLst/>
              <a:ahLst/>
              <a:cxnLst/>
              <a:rect l="0" t="0" r="0" b="0"/>
              <a:pathLst>
                <a:path w="30657" h="19721">
                  <a:moveTo>
                    <a:pt x="0" y="0"/>
                  </a:moveTo>
                  <a:lnTo>
                    <a:pt x="30657" y="19721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20" name="Input_receptor__419">
              <a:extLst>
                <a:ext uri="{FF2B5EF4-FFF2-40B4-BE49-F238E27FC236}">
                  <a16:creationId xmlns:a16="http://schemas.microsoft.com/office/drawing/2014/main" id="{840A85E6-B740-FEA6-E27D-656897A16579}"/>
                </a:ext>
              </a:extLst>
            </p:cNvPr>
            <p:cNvSpPr>
              <a:spLocks noGrp="1"/>
            </p:cNvSpPr>
            <p:nvPr/>
          </p:nvSpPr>
          <p:spPr>
            <a:xfrm>
              <a:off x="1778229" y="4947767"/>
              <a:ext cx="16276" cy="25966"/>
            </a:xfrm>
            <a:custGeom>
              <a:avLst/>
              <a:gdLst/>
              <a:ahLst/>
              <a:cxnLst/>
              <a:rect l="0" t="0" r="0" b="0"/>
              <a:pathLst>
                <a:path w="16276" h="25966">
                  <a:moveTo>
                    <a:pt x="16276" y="25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1" name="Input_receptor__420">
              <a:extLst>
                <a:ext uri="{FF2B5EF4-FFF2-40B4-BE49-F238E27FC236}">
                  <a16:creationId xmlns:a16="http://schemas.microsoft.com/office/drawing/2014/main" id="{89913A8F-6776-2ADB-CB6A-D26D34D239C3}"/>
                </a:ext>
              </a:extLst>
            </p:cNvPr>
            <p:cNvSpPr>
              <a:spLocks noGrp="1"/>
            </p:cNvSpPr>
            <p:nvPr/>
          </p:nvSpPr>
          <p:spPr>
            <a:xfrm>
              <a:off x="1419697" y="5560717"/>
              <a:ext cx="24948" cy="29897"/>
            </a:xfrm>
            <a:custGeom>
              <a:avLst/>
              <a:gdLst/>
              <a:ahLst/>
              <a:cxnLst/>
              <a:rect l="0" t="0" r="0" b="0"/>
              <a:pathLst>
                <a:path w="24948" h="29897">
                  <a:moveTo>
                    <a:pt x="0" y="0"/>
                  </a:moveTo>
                  <a:lnTo>
                    <a:pt x="24948" y="29897"/>
                  </a:lnTo>
                </a:path>
              </a:pathLst>
            </a:custGeom>
            <a:noFill/>
            <a:ln w="8096">
              <a:solidFill>
                <a:srgbClr val="768A98"/>
              </a:solidFill>
            </a:ln>
          </p:spPr>
        </p:sp>
        <p:sp>
          <p:nvSpPr>
            <p:cNvPr id="422" name="Input_receptor__421">
              <a:extLst>
                <a:ext uri="{FF2B5EF4-FFF2-40B4-BE49-F238E27FC236}">
                  <a16:creationId xmlns:a16="http://schemas.microsoft.com/office/drawing/2014/main" id="{4AD0DC94-7678-024A-C6EA-BD82C38B860B}"/>
                </a:ext>
              </a:extLst>
            </p:cNvPr>
            <p:cNvSpPr>
              <a:spLocks noGrp="1"/>
            </p:cNvSpPr>
            <p:nvPr/>
          </p:nvSpPr>
          <p:spPr>
            <a:xfrm>
              <a:off x="1272977" y="5484257"/>
              <a:ext cx="15235" cy="26353"/>
            </a:xfrm>
            <a:custGeom>
              <a:avLst/>
              <a:gdLst/>
              <a:ahLst/>
              <a:cxnLst/>
              <a:rect l="0" t="0" r="0" b="0"/>
              <a:pathLst>
                <a:path w="15235" h="26353">
                  <a:moveTo>
                    <a:pt x="0" y="0"/>
                  </a:moveTo>
                  <a:lnTo>
                    <a:pt x="15235" y="26353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3" name="Input_receptor__422">
              <a:extLst>
                <a:ext uri="{FF2B5EF4-FFF2-40B4-BE49-F238E27FC236}">
                  <a16:creationId xmlns:a16="http://schemas.microsoft.com/office/drawing/2014/main" id="{AEF780C5-45FB-3019-C863-40E68AA9149D}"/>
                </a:ext>
              </a:extLst>
            </p:cNvPr>
            <p:cNvSpPr>
              <a:spLocks noGrp="1"/>
            </p:cNvSpPr>
            <p:nvPr/>
          </p:nvSpPr>
          <p:spPr>
            <a:xfrm>
              <a:off x="1131874" y="5161300"/>
              <a:ext cx="11248" cy="32233"/>
            </a:xfrm>
            <a:custGeom>
              <a:avLst/>
              <a:gdLst/>
              <a:ahLst/>
              <a:cxnLst/>
              <a:rect l="0" t="0" r="0" b="0"/>
              <a:pathLst>
                <a:path w="11248" h="32233">
                  <a:moveTo>
                    <a:pt x="11248" y="322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4" name="Input_receptor__423">
              <a:extLst>
                <a:ext uri="{FF2B5EF4-FFF2-40B4-BE49-F238E27FC236}">
                  <a16:creationId xmlns:a16="http://schemas.microsoft.com/office/drawing/2014/main" id="{836DA0EA-EE97-2059-DBD4-4DE69EDE5F0E}"/>
                </a:ext>
              </a:extLst>
            </p:cNvPr>
            <p:cNvSpPr>
              <a:spLocks noGrp="1"/>
            </p:cNvSpPr>
            <p:nvPr/>
          </p:nvSpPr>
          <p:spPr>
            <a:xfrm>
              <a:off x="1515521" y="5287196"/>
              <a:ext cx="29863" cy="37487"/>
            </a:xfrm>
            <a:custGeom>
              <a:avLst/>
              <a:gdLst/>
              <a:ahLst/>
              <a:cxnLst/>
              <a:rect l="0" t="0" r="0" b="0"/>
              <a:pathLst>
                <a:path w="29863" h="37487">
                  <a:moveTo>
                    <a:pt x="0" y="37487"/>
                  </a:moveTo>
                  <a:lnTo>
                    <a:pt x="29863" y="0"/>
                  </a:lnTo>
                </a:path>
              </a:pathLst>
            </a:custGeom>
            <a:noFill/>
            <a:ln w="20003">
              <a:solidFill>
                <a:srgbClr val="768A98"/>
              </a:solidFill>
            </a:ln>
          </p:spPr>
        </p:sp>
        <p:sp>
          <p:nvSpPr>
            <p:cNvPr id="425" name="Input_receptor__424">
              <a:extLst>
                <a:ext uri="{FF2B5EF4-FFF2-40B4-BE49-F238E27FC236}">
                  <a16:creationId xmlns:a16="http://schemas.microsoft.com/office/drawing/2014/main" id="{DE618499-263D-4514-A767-2A6BCE6BCD9A}"/>
                </a:ext>
              </a:extLst>
            </p:cNvPr>
            <p:cNvSpPr>
              <a:spLocks noGrp="1"/>
            </p:cNvSpPr>
            <p:nvPr/>
          </p:nvSpPr>
          <p:spPr>
            <a:xfrm>
              <a:off x="1623982" y="5260515"/>
              <a:ext cx="43122" cy="9308"/>
            </a:xfrm>
            <a:custGeom>
              <a:avLst/>
              <a:gdLst/>
              <a:ahLst/>
              <a:cxnLst/>
              <a:rect l="0" t="0" r="0" b="0"/>
              <a:pathLst>
                <a:path w="43122" h="9308">
                  <a:moveTo>
                    <a:pt x="0" y="0"/>
                  </a:moveTo>
                  <a:lnTo>
                    <a:pt x="43122" y="9308"/>
                  </a:lnTo>
                </a:path>
              </a:pathLst>
            </a:custGeom>
            <a:noFill/>
            <a:ln w="20003">
              <a:solidFill>
                <a:srgbClr val="778B98"/>
              </a:solidFill>
            </a:ln>
          </p:spPr>
        </p:sp>
        <p:sp>
          <p:nvSpPr>
            <p:cNvPr id="426" name="Input_receptor__425">
              <a:extLst>
                <a:ext uri="{FF2B5EF4-FFF2-40B4-BE49-F238E27FC236}">
                  <a16:creationId xmlns:a16="http://schemas.microsoft.com/office/drawing/2014/main" id="{E49088F2-A95D-FEE4-373E-3833F3772FC0}"/>
                </a:ext>
              </a:extLst>
            </p:cNvPr>
            <p:cNvSpPr>
              <a:spLocks noGrp="1"/>
            </p:cNvSpPr>
            <p:nvPr/>
          </p:nvSpPr>
          <p:spPr>
            <a:xfrm>
              <a:off x="1381055" y="5462196"/>
              <a:ext cx="3846" cy="7082"/>
            </a:xfrm>
            <a:custGeom>
              <a:avLst/>
              <a:gdLst/>
              <a:ahLst/>
              <a:cxnLst/>
              <a:rect l="0" t="0" r="0" b="0"/>
              <a:pathLst>
                <a:path w="3846" h="7082">
                  <a:moveTo>
                    <a:pt x="3846" y="70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78B98"/>
              </a:solidFill>
            </a:ln>
          </p:spPr>
        </p:sp>
        <p:sp>
          <p:nvSpPr>
            <p:cNvPr id="427" name="Input_receptor__426">
              <a:extLst>
                <a:ext uri="{FF2B5EF4-FFF2-40B4-BE49-F238E27FC236}">
                  <a16:creationId xmlns:a16="http://schemas.microsoft.com/office/drawing/2014/main" id="{25B31C58-E9CC-4EB3-D1D8-BCA3E05B1A3A}"/>
                </a:ext>
              </a:extLst>
            </p:cNvPr>
            <p:cNvSpPr>
              <a:spLocks noGrp="1"/>
            </p:cNvSpPr>
            <p:nvPr/>
          </p:nvSpPr>
          <p:spPr>
            <a:xfrm>
              <a:off x="966930" y="5209210"/>
              <a:ext cx="13965" cy="31648"/>
            </a:xfrm>
            <a:custGeom>
              <a:avLst/>
              <a:gdLst/>
              <a:ahLst/>
              <a:cxnLst/>
              <a:rect l="0" t="0" r="0" b="0"/>
              <a:pathLst>
                <a:path w="13965" h="31648">
                  <a:moveTo>
                    <a:pt x="13965" y="316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78B98"/>
              </a:solidFill>
            </a:ln>
          </p:spPr>
        </p:sp>
        <p:sp>
          <p:nvSpPr>
            <p:cNvPr id="428" name="Input_receptor__427">
              <a:extLst>
                <a:ext uri="{FF2B5EF4-FFF2-40B4-BE49-F238E27FC236}">
                  <a16:creationId xmlns:a16="http://schemas.microsoft.com/office/drawing/2014/main" id="{32AA7013-8827-8661-1C60-FA3EBD967AA2}"/>
                </a:ext>
              </a:extLst>
            </p:cNvPr>
            <p:cNvSpPr>
              <a:spLocks noGrp="1"/>
            </p:cNvSpPr>
            <p:nvPr/>
          </p:nvSpPr>
          <p:spPr>
            <a:xfrm>
              <a:off x="1211242" y="5435679"/>
              <a:ext cx="38493" cy="4464"/>
            </a:xfrm>
            <a:custGeom>
              <a:avLst/>
              <a:gdLst/>
              <a:ahLst/>
              <a:cxnLst/>
              <a:rect l="0" t="0" r="0" b="0"/>
              <a:pathLst>
                <a:path w="38493" h="4464">
                  <a:moveTo>
                    <a:pt x="0" y="0"/>
                  </a:moveTo>
                  <a:lnTo>
                    <a:pt x="38493" y="4464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29" name="Input_receptor__428">
              <a:extLst>
                <a:ext uri="{FF2B5EF4-FFF2-40B4-BE49-F238E27FC236}">
                  <a16:creationId xmlns:a16="http://schemas.microsoft.com/office/drawing/2014/main" id="{84461E91-C84F-829A-E515-F4A51AD43B8C}"/>
                </a:ext>
              </a:extLst>
            </p:cNvPr>
            <p:cNvSpPr>
              <a:spLocks noGrp="1"/>
            </p:cNvSpPr>
            <p:nvPr/>
          </p:nvSpPr>
          <p:spPr>
            <a:xfrm>
              <a:off x="1235135" y="5314085"/>
              <a:ext cx="22841" cy="12428"/>
            </a:xfrm>
            <a:custGeom>
              <a:avLst/>
              <a:gdLst/>
              <a:ahLst/>
              <a:cxnLst/>
              <a:rect l="0" t="0" r="0" b="0"/>
              <a:pathLst>
                <a:path w="22841" h="12428">
                  <a:moveTo>
                    <a:pt x="22841" y="0"/>
                  </a:moveTo>
                  <a:lnTo>
                    <a:pt x="0" y="12428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30" name="Input_receptor__429">
              <a:extLst>
                <a:ext uri="{FF2B5EF4-FFF2-40B4-BE49-F238E27FC236}">
                  <a16:creationId xmlns:a16="http://schemas.microsoft.com/office/drawing/2014/main" id="{F5A9515A-7DFA-B758-350E-E125A949B88F}"/>
                </a:ext>
              </a:extLst>
            </p:cNvPr>
            <p:cNvSpPr>
              <a:spLocks noGrp="1"/>
            </p:cNvSpPr>
            <p:nvPr/>
          </p:nvSpPr>
          <p:spPr>
            <a:xfrm>
              <a:off x="1181496" y="5435679"/>
              <a:ext cx="29746" cy="12887"/>
            </a:xfrm>
            <a:custGeom>
              <a:avLst/>
              <a:gdLst/>
              <a:ahLst/>
              <a:cxnLst/>
              <a:rect l="0" t="0" r="0" b="0"/>
              <a:pathLst>
                <a:path w="29746" h="12887">
                  <a:moveTo>
                    <a:pt x="0" y="12887"/>
                  </a:moveTo>
                  <a:lnTo>
                    <a:pt x="29746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1" name="Input_receptor__430">
              <a:extLst>
                <a:ext uri="{FF2B5EF4-FFF2-40B4-BE49-F238E27FC236}">
                  <a16:creationId xmlns:a16="http://schemas.microsoft.com/office/drawing/2014/main" id="{7554DCC8-91C9-BFA4-FF14-544FFFB7AF67}"/>
                </a:ext>
              </a:extLst>
            </p:cNvPr>
            <p:cNvSpPr>
              <a:spLocks noGrp="1"/>
            </p:cNvSpPr>
            <p:nvPr/>
          </p:nvSpPr>
          <p:spPr>
            <a:xfrm>
              <a:off x="1260160" y="5510610"/>
              <a:ext cx="28052" cy="36486"/>
            </a:xfrm>
            <a:custGeom>
              <a:avLst/>
              <a:gdLst/>
              <a:ahLst/>
              <a:cxnLst/>
              <a:rect l="0" t="0" r="0" b="0"/>
              <a:pathLst>
                <a:path w="28052" h="36486">
                  <a:moveTo>
                    <a:pt x="28052" y="0"/>
                  </a:moveTo>
                  <a:lnTo>
                    <a:pt x="0" y="36486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2" name="Input_receptor__431">
              <a:extLst>
                <a:ext uri="{FF2B5EF4-FFF2-40B4-BE49-F238E27FC236}">
                  <a16:creationId xmlns:a16="http://schemas.microsoft.com/office/drawing/2014/main" id="{E95039DF-E244-0E58-6D5D-D32B62AD97F1}"/>
                </a:ext>
              </a:extLst>
            </p:cNvPr>
            <p:cNvSpPr>
              <a:spLocks noGrp="1"/>
            </p:cNvSpPr>
            <p:nvPr/>
          </p:nvSpPr>
          <p:spPr>
            <a:xfrm>
              <a:off x="1667104" y="5269823"/>
              <a:ext cx="17822" cy="27981"/>
            </a:xfrm>
            <a:custGeom>
              <a:avLst/>
              <a:gdLst/>
              <a:ahLst/>
              <a:cxnLst/>
              <a:rect l="0" t="0" r="0" b="0"/>
              <a:pathLst>
                <a:path w="17822" h="27981">
                  <a:moveTo>
                    <a:pt x="0" y="0"/>
                  </a:moveTo>
                  <a:lnTo>
                    <a:pt x="17822" y="27981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3" name="Input_receptor__432">
              <a:extLst>
                <a:ext uri="{FF2B5EF4-FFF2-40B4-BE49-F238E27FC236}">
                  <a16:creationId xmlns:a16="http://schemas.microsoft.com/office/drawing/2014/main" id="{42B1F9E9-5E0D-F95B-339C-9901683E6588}"/>
                </a:ext>
              </a:extLst>
            </p:cNvPr>
            <p:cNvSpPr>
              <a:spLocks noGrp="1"/>
            </p:cNvSpPr>
            <p:nvPr/>
          </p:nvSpPr>
          <p:spPr>
            <a:xfrm>
              <a:off x="1105158" y="5193533"/>
              <a:ext cx="37963" cy="27348"/>
            </a:xfrm>
            <a:custGeom>
              <a:avLst/>
              <a:gdLst/>
              <a:ahLst/>
              <a:cxnLst/>
              <a:rect l="0" t="0" r="0" b="0"/>
              <a:pathLst>
                <a:path w="37963" h="27348">
                  <a:moveTo>
                    <a:pt x="0" y="27348"/>
                  </a:moveTo>
                  <a:lnTo>
                    <a:pt x="37963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4" name="Input_receptor__433">
              <a:extLst>
                <a:ext uri="{FF2B5EF4-FFF2-40B4-BE49-F238E27FC236}">
                  <a16:creationId xmlns:a16="http://schemas.microsoft.com/office/drawing/2014/main" id="{629FA6B2-6F10-ECA3-F6F0-84BC8C31B09D}"/>
                </a:ext>
              </a:extLst>
            </p:cNvPr>
            <p:cNvSpPr>
              <a:spLocks noGrp="1"/>
            </p:cNvSpPr>
            <p:nvPr/>
          </p:nvSpPr>
          <p:spPr>
            <a:xfrm>
              <a:off x="1731358" y="4933583"/>
              <a:ext cx="490" cy="21164"/>
            </a:xfrm>
            <a:custGeom>
              <a:avLst/>
              <a:gdLst/>
              <a:ahLst/>
              <a:cxnLst/>
              <a:rect l="0" t="0" r="0" b="0"/>
              <a:pathLst>
                <a:path w="490" h="21164">
                  <a:moveTo>
                    <a:pt x="0" y="21164"/>
                  </a:moveTo>
                  <a:lnTo>
                    <a:pt x="490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5" name="Input_receptor__434">
              <a:extLst>
                <a:ext uri="{FF2B5EF4-FFF2-40B4-BE49-F238E27FC236}">
                  <a16:creationId xmlns:a16="http://schemas.microsoft.com/office/drawing/2014/main" id="{DA4BCB48-6959-AA38-958C-F83F08EB86DB}"/>
                </a:ext>
              </a:extLst>
            </p:cNvPr>
            <p:cNvSpPr>
              <a:spLocks noGrp="1"/>
            </p:cNvSpPr>
            <p:nvPr/>
          </p:nvSpPr>
          <p:spPr>
            <a:xfrm>
              <a:off x="1339148" y="5356750"/>
              <a:ext cx="29830" cy="2533"/>
            </a:xfrm>
            <a:custGeom>
              <a:avLst/>
              <a:gdLst/>
              <a:ahLst/>
              <a:cxnLst/>
              <a:rect l="0" t="0" r="0" b="0"/>
              <a:pathLst>
                <a:path w="29830" h="2533">
                  <a:moveTo>
                    <a:pt x="0" y="0"/>
                  </a:moveTo>
                  <a:lnTo>
                    <a:pt x="29830" y="2533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6" name="Input_receptor__435">
              <a:extLst>
                <a:ext uri="{FF2B5EF4-FFF2-40B4-BE49-F238E27FC236}">
                  <a16:creationId xmlns:a16="http://schemas.microsoft.com/office/drawing/2014/main" id="{4782844E-2EE5-5B5B-5D1D-F3758A6A0034}"/>
                </a:ext>
              </a:extLst>
            </p:cNvPr>
            <p:cNvSpPr>
              <a:spLocks noGrp="1"/>
            </p:cNvSpPr>
            <p:nvPr/>
          </p:nvSpPr>
          <p:spPr>
            <a:xfrm>
              <a:off x="1536563" y="4877690"/>
              <a:ext cx="23988" cy="41034"/>
            </a:xfrm>
            <a:custGeom>
              <a:avLst/>
              <a:gdLst/>
              <a:ahLst/>
              <a:cxnLst/>
              <a:rect l="0" t="0" r="0" b="0"/>
              <a:pathLst>
                <a:path w="23988" h="41034">
                  <a:moveTo>
                    <a:pt x="0" y="0"/>
                  </a:moveTo>
                  <a:lnTo>
                    <a:pt x="23988" y="41034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37" name="Input_receptor__436">
              <a:extLst>
                <a:ext uri="{FF2B5EF4-FFF2-40B4-BE49-F238E27FC236}">
                  <a16:creationId xmlns:a16="http://schemas.microsoft.com/office/drawing/2014/main" id="{287CC497-AE31-A5C5-088E-3B97C3889EFF}"/>
                </a:ext>
              </a:extLst>
            </p:cNvPr>
            <p:cNvSpPr>
              <a:spLocks noGrp="1"/>
            </p:cNvSpPr>
            <p:nvPr/>
          </p:nvSpPr>
          <p:spPr>
            <a:xfrm>
              <a:off x="1206970" y="5264267"/>
              <a:ext cx="47817" cy="3401"/>
            </a:xfrm>
            <a:custGeom>
              <a:avLst/>
              <a:gdLst/>
              <a:ahLst/>
              <a:cxnLst/>
              <a:rect l="0" t="0" r="0" b="0"/>
              <a:pathLst>
                <a:path w="47817" h="3401">
                  <a:moveTo>
                    <a:pt x="0" y="0"/>
                  </a:moveTo>
                  <a:lnTo>
                    <a:pt x="47817" y="3401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8" name="Input_receptor__437">
              <a:extLst>
                <a:ext uri="{FF2B5EF4-FFF2-40B4-BE49-F238E27FC236}">
                  <a16:creationId xmlns:a16="http://schemas.microsoft.com/office/drawing/2014/main" id="{B8F7F479-E825-5AEE-5FCC-6349EE397D3C}"/>
                </a:ext>
              </a:extLst>
            </p:cNvPr>
            <p:cNvSpPr>
              <a:spLocks noGrp="1"/>
            </p:cNvSpPr>
            <p:nvPr/>
          </p:nvSpPr>
          <p:spPr>
            <a:xfrm>
              <a:off x="1763968" y="4973732"/>
              <a:ext cx="30538" cy="36595"/>
            </a:xfrm>
            <a:custGeom>
              <a:avLst/>
              <a:gdLst/>
              <a:ahLst/>
              <a:cxnLst/>
              <a:rect l="0" t="0" r="0" b="0"/>
              <a:pathLst>
                <a:path w="30538" h="36595">
                  <a:moveTo>
                    <a:pt x="0" y="36595"/>
                  </a:moveTo>
                  <a:lnTo>
                    <a:pt x="3053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39" name="Input_receptor__438">
              <a:extLst>
                <a:ext uri="{FF2B5EF4-FFF2-40B4-BE49-F238E27FC236}">
                  <a16:creationId xmlns:a16="http://schemas.microsoft.com/office/drawing/2014/main" id="{D6FA6546-ADAF-F0CE-F441-DE05FB347F80}"/>
                </a:ext>
              </a:extLst>
            </p:cNvPr>
            <p:cNvSpPr>
              <a:spLocks noGrp="1"/>
            </p:cNvSpPr>
            <p:nvPr/>
          </p:nvSpPr>
          <p:spPr>
            <a:xfrm>
              <a:off x="1227911" y="5483047"/>
              <a:ext cx="5723" cy="15329"/>
            </a:xfrm>
            <a:custGeom>
              <a:avLst/>
              <a:gdLst/>
              <a:ahLst/>
              <a:cxnLst/>
              <a:rect l="0" t="0" r="0" b="0"/>
              <a:pathLst>
                <a:path w="5723" h="15329">
                  <a:moveTo>
                    <a:pt x="5723" y="0"/>
                  </a:moveTo>
                  <a:lnTo>
                    <a:pt x="0" y="15329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0" name="Input_receptor__439">
              <a:extLst>
                <a:ext uri="{FF2B5EF4-FFF2-40B4-BE49-F238E27FC236}">
                  <a16:creationId xmlns:a16="http://schemas.microsoft.com/office/drawing/2014/main" id="{94EE4D89-6BA0-36E4-60F7-A5EC9171A53F}"/>
                </a:ext>
              </a:extLst>
            </p:cNvPr>
            <p:cNvSpPr>
              <a:spLocks noGrp="1"/>
            </p:cNvSpPr>
            <p:nvPr/>
          </p:nvSpPr>
          <p:spPr>
            <a:xfrm>
              <a:off x="1321311" y="5196417"/>
              <a:ext cx="28388" cy="18884"/>
            </a:xfrm>
            <a:custGeom>
              <a:avLst/>
              <a:gdLst/>
              <a:ahLst/>
              <a:cxnLst/>
              <a:rect l="0" t="0" r="0" b="0"/>
              <a:pathLst>
                <a:path w="28388" h="18884">
                  <a:moveTo>
                    <a:pt x="0" y="18884"/>
                  </a:moveTo>
                  <a:lnTo>
                    <a:pt x="2838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1" name="Input_receptor__440">
              <a:extLst>
                <a:ext uri="{FF2B5EF4-FFF2-40B4-BE49-F238E27FC236}">
                  <a16:creationId xmlns:a16="http://schemas.microsoft.com/office/drawing/2014/main" id="{393F7BFE-AA2A-B9BF-AA8B-45604DAE6248}"/>
                </a:ext>
              </a:extLst>
            </p:cNvPr>
            <p:cNvSpPr>
              <a:spLocks noGrp="1"/>
            </p:cNvSpPr>
            <p:nvPr/>
          </p:nvSpPr>
          <p:spPr>
            <a:xfrm>
              <a:off x="1759099" y="5211070"/>
              <a:ext cx="47988" cy="5575"/>
            </a:xfrm>
            <a:custGeom>
              <a:avLst/>
              <a:gdLst/>
              <a:ahLst/>
              <a:cxnLst/>
              <a:rect l="0" t="0" r="0" b="0"/>
              <a:pathLst>
                <a:path w="47988" h="5575">
                  <a:moveTo>
                    <a:pt x="0" y="5575"/>
                  </a:moveTo>
                  <a:lnTo>
                    <a:pt x="47988" y="0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2" name="Input_receptor__441">
              <a:extLst>
                <a:ext uri="{FF2B5EF4-FFF2-40B4-BE49-F238E27FC236}">
                  <a16:creationId xmlns:a16="http://schemas.microsoft.com/office/drawing/2014/main" id="{258B8EDF-7D74-336A-168A-2AAAD338CC6B}"/>
                </a:ext>
              </a:extLst>
            </p:cNvPr>
            <p:cNvSpPr>
              <a:spLocks noGrp="1"/>
            </p:cNvSpPr>
            <p:nvPr/>
          </p:nvSpPr>
          <p:spPr>
            <a:xfrm>
              <a:off x="1294005" y="5151256"/>
              <a:ext cx="47154" cy="9756"/>
            </a:xfrm>
            <a:custGeom>
              <a:avLst/>
              <a:gdLst/>
              <a:ahLst/>
              <a:cxnLst/>
              <a:rect l="0" t="0" r="0" b="0"/>
              <a:pathLst>
                <a:path w="47154" h="9756">
                  <a:moveTo>
                    <a:pt x="47154" y="0"/>
                  </a:moveTo>
                  <a:lnTo>
                    <a:pt x="0" y="9756"/>
                  </a:lnTo>
                </a:path>
              </a:pathLst>
            </a:custGeom>
            <a:noFill/>
            <a:ln w="20003">
              <a:solidFill>
                <a:srgbClr val="778B99"/>
              </a:solidFill>
            </a:ln>
          </p:spPr>
        </p:sp>
        <p:sp>
          <p:nvSpPr>
            <p:cNvPr id="443" name="Input_receptor__442">
              <a:extLst>
                <a:ext uri="{FF2B5EF4-FFF2-40B4-BE49-F238E27FC236}">
                  <a16:creationId xmlns:a16="http://schemas.microsoft.com/office/drawing/2014/main" id="{87A57A65-7EFE-E10D-0D28-6FA0BFF646EC}"/>
                </a:ext>
              </a:extLst>
            </p:cNvPr>
            <p:cNvSpPr>
              <a:spLocks noGrp="1"/>
            </p:cNvSpPr>
            <p:nvPr/>
          </p:nvSpPr>
          <p:spPr>
            <a:xfrm>
              <a:off x="1721340" y="4863309"/>
              <a:ext cx="35243" cy="30007"/>
            </a:xfrm>
            <a:custGeom>
              <a:avLst/>
              <a:gdLst/>
              <a:ahLst/>
              <a:cxnLst/>
              <a:rect l="0" t="0" r="0" b="0"/>
              <a:pathLst>
                <a:path w="35243" h="30007">
                  <a:moveTo>
                    <a:pt x="35243" y="300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44" name="Input_receptor__443">
              <a:extLst>
                <a:ext uri="{FF2B5EF4-FFF2-40B4-BE49-F238E27FC236}">
                  <a16:creationId xmlns:a16="http://schemas.microsoft.com/office/drawing/2014/main" id="{B22A9CCD-A348-D5C0-9FC3-926765089C5D}"/>
                </a:ext>
              </a:extLst>
            </p:cNvPr>
            <p:cNvSpPr>
              <a:spLocks noGrp="1"/>
            </p:cNvSpPr>
            <p:nvPr/>
          </p:nvSpPr>
          <p:spPr>
            <a:xfrm>
              <a:off x="1434370" y="4658347"/>
              <a:ext cx="34276" cy="33004"/>
            </a:xfrm>
            <a:custGeom>
              <a:avLst/>
              <a:gdLst/>
              <a:ahLst/>
              <a:cxnLst/>
              <a:rect l="0" t="0" r="0" b="0"/>
              <a:pathLst>
                <a:path w="34276" h="33004">
                  <a:moveTo>
                    <a:pt x="0" y="33004"/>
                  </a:moveTo>
                  <a:lnTo>
                    <a:pt x="34276" y="0"/>
                  </a:lnTo>
                </a:path>
              </a:pathLst>
            </a:custGeom>
            <a:noFill/>
            <a:ln w="8096">
              <a:solidFill>
                <a:srgbClr val="778B99"/>
              </a:solidFill>
            </a:ln>
          </p:spPr>
        </p:sp>
        <p:sp>
          <p:nvSpPr>
            <p:cNvPr id="445" name="Input_receptor__444">
              <a:extLst>
                <a:ext uri="{FF2B5EF4-FFF2-40B4-BE49-F238E27FC236}">
                  <a16:creationId xmlns:a16="http://schemas.microsoft.com/office/drawing/2014/main" id="{C37AC363-FF63-448B-18D6-3AA63EDE1DE5}"/>
                </a:ext>
              </a:extLst>
            </p:cNvPr>
            <p:cNvSpPr>
              <a:spLocks noGrp="1"/>
            </p:cNvSpPr>
            <p:nvPr/>
          </p:nvSpPr>
          <p:spPr>
            <a:xfrm>
              <a:off x="1106686" y="5093642"/>
              <a:ext cx="29182" cy="25318"/>
            </a:xfrm>
            <a:custGeom>
              <a:avLst/>
              <a:gdLst/>
              <a:ahLst/>
              <a:cxnLst/>
              <a:rect l="0" t="0" r="0" b="0"/>
              <a:pathLst>
                <a:path w="29182" h="25318">
                  <a:moveTo>
                    <a:pt x="29182" y="253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6" name="Input_receptor__445">
              <a:extLst>
                <a:ext uri="{FF2B5EF4-FFF2-40B4-BE49-F238E27FC236}">
                  <a16:creationId xmlns:a16="http://schemas.microsoft.com/office/drawing/2014/main" id="{8705D7DE-B469-EB87-8CE7-A760C730FA0D}"/>
                </a:ext>
              </a:extLst>
            </p:cNvPr>
            <p:cNvSpPr>
              <a:spLocks noGrp="1"/>
            </p:cNvSpPr>
            <p:nvPr/>
          </p:nvSpPr>
          <p:spPr>
            <a:xfrm>
              <a:off x="1148875" y="5381821"/>
              <a:ext cx="45801" cy="13954"/>
            </a:xfrm>
            <a:custGeom>
              <a:avLst/>
              <a:gdLst/>
              <a:ahLst/>
              <a:cxnLst/>
              <a:rect l="0" t="0" r="0" b="0"/>
              <a:pathLst>
                <a:path w="45801" h="13954">
                  <a:moveTo>
                    <a:pt x="0" y="13954"/>
                  </a:moveTo>
                  <a:lnTo>
                    <a:pt x="45801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7" name="Input_receptor__446">
              <a:extLst>
                <a:ext uri="{FF2B5EF4-FFF2-40B4-BE49-F238E27FC236}">
                  <a16:creationId xmlns:a16="http://schemas.microsoft.com/office/drawing/2014/main" id="{C205A13A-6C06-ABEF-5B8B-14378D103E86}"/>
                </a:ext>
              </a:extLst>
            </p:cNvPr>
            <p:cNvSpPr>
              <a:spLocks noGrp="1"/>
            </p:cNvSpPr>
            <p:nvPr/>
          </p:nvSpPr>
          <p:spPr>
            <a:xfrm>
              <a:off x="1498019" y="5409881"/>
              <a:ext cx="24303" cy="28072"/>
            </a:xfrm>
            <a:custGeom>
              <a:avLst/>
              <a:gdLst/>
              <a:ahLst/>
              <a:cxnLst/>
              <a:rect l="0" t="0" r="0" b="0"/>
              <a:pathLst>
                <a:path w="24303" h="28072">
                  <a:moveTo>
                    <a:pt x="0" y="0"/>
                  </a:moveTo>
                  <a:lnTo>
                    <a:pt x="24303" y="28072"/>
                  </a:lnTo>
                </a:path>
              </a:pathLst>
            </a:custGeom>
            <a:noFill/>
            <a:ln w="8096">
              <a:solidFill>
                <a:srgbClr val="788C99"/>
              </a:solidFill>
            </a:ln>
          </p:spPr>
        </p:sp>
        <p:sp>
          <p:nvSpPr>
            <p:cNvPr id="448" name="Input_receptor__447">
              <a:extLst>
                <a:ext uri="{FF2B5EF4-FFF2-40B4-BE49-F238E27FC236}">
                  <a16:creationId xmlns:a16="http://schemas.microsoft.com/office/drawing/2014/main" id="{DA6B15E3-BE61-EE4F-D4EA-92A54D1F0395}"/>
                </a:ext>
              </a:extLst>
            </p:cNvPr>
            <p:cNvSpPr>
              <a:spLocks noGrp="1"/>
            </p:cNvSpPr>
            <p:nvPr/>
          </p:nvSpPr>
          <p:spPr>
            <a:xfrm>
              <a:off x="1785667" y="5253284"/>
              <a:ext cx="33707" cy="23425"/>
            </a:xfrm>
            <a:custGeom>
              <a:avLst/>
              <a:gdLst/>
              <a:ahLst/>
              <a:cxnLst/>
              <a:rect l="0" t="0" r="0" b="0"/>
              <a:pathLst>
                <a:path w="33707" h="23425">
                  <a:moveTo>
                    <a:pt x="33707" y="0"/>
                  </a:moveTo>
                  <a:lnTo>
                    <a:pt x="0" y="23425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49" name="Input_receptor__448">
              <a:extLst>
                <a:ext uri="{FF2B5EF4-FFF2-40B4-BE49-F238E27FC236}">
                  <a16:creationId xmlns:a16="http://schemas.microsoft.com/office/drawing/2014/main" id="{90F5D378-FA3E-99E1-5D00-3F24CFE32663}"/>
                </a:ext>
              </a:extLst>
            </p:cNvPr>
            <p:cNvSpPr>
              <a:spLocks noGrp="1"/>
            </p:cNvSpPr>
            <p:nvPr/>
          </p:nvSpPr>
          <p:spPr>
            <a:xfrm>
              <a:off x="1576904" y="5358287"/>
              <a:ext cx="14384" cy="45013"/>
            </a:xfrm>
            <a:custGeom>
              <a:avLst/>
              <a:gdLst/>
              <a:ahLst/>
              <a:cxnLst/>
              <a:rect l="0" t="0" r="0" b="0"/>
              <a:pathLst>
                <a:path w="14384" h="45013">
                  <a:moveTo>
                    <a:pt x="14384" y="450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88C99"/>
              </a:solidFill>
            </a:ln>
          </p:spPr>
        </p:sp>
        <p:sp>
          <p:nvSpPr>
            <p:cNvPr id="450" name="Input_receptor__449">
              <a:extLst>
                <a:ext uri="{FF2B5EF4-FFF2-40B4-BE49-F238E27FC236}">
                  <a16:creationId xmlns:a16="http://schemas.microsoft.com/office/drawing/2014/main" id="{E991C513-F0FB-5A3A-559A-AF8E7D27AD1D}"/>
                </a:ext>
              </a:extLst>
            </p:cNvPr>
            <p:cNvSpPr>
              <a:spLocks noGrp="1"/>
            </p:cNvSpPr>
            <p:nvPr/>
          </p:nvSpPr>
          <p:spPr>
            <a:xfrm>
              <a:off x="1254787" y="5267668"/>
              <a:ext cx="3189" cy="46417"/>
            </a:xfrm>
            <a:custGeom>
              <a:avLst/>
              <a:gdLst/>
              <a:ahLst/>
              <a:cxnLst/>
              <a:rect l="0" t="0" r="0" b="0"/>
              <a:pathLst>
                <a:path w="3189" h="46417">
                  <a:moveTo>
                    <a:pt x="0" y="0"/>
                  </a:moveTo>
                  <a:lnTo>
                    <a:pt x="3189" y="46417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1" name="Input_receptor__450">
              <a:extLst>
                <a:ext uri="{FF2B5EF4-FFF2-40B4-BE49-F238E27FC236}">
                  <a16:creationId xmlns:a16="http://schemas.microsoft.com/office/drawing/2014/main" id="{EB27763A-971B-0BFB-CBB2-E090CF154446}"/>
                </a:ext>
              </a:extLst>
            </p:cNvPr>
            <p:cNvSpPr>
              <a:spLocks noGrp="1"/>
            </p:cNvSpPr>
            <p:nvPr/>
          </p:nvSpPr>
          <p:spPr>
            <a:xfrm>
              <a:off x="1201490" y="5094127"/>
              <a:ext cx="18652" cy="2430"/>
            </a:xfrm>
            <a:custGeom>
              <a:avLst/>
              <a:gdLst/>
              <a:ahLst/>
              <a:cxnLst/>
              <a:rect l="0" t="0" r="0" b="0"/>
              <a:pathLst>
                <a:path w="18652" h="2430">
                  <a:moveTo>
                    <a:pt x="18652" y="24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2" name="Input_receptor__451">
              <a:extLst>
                <a:ext uri="{FF2B5EF4-FFF2-40B4-BE49-F238E27FC236}">
                  <a16:creationId xmlns:a16="http://schemas.microsoft.com/office/drawing/2014/main" id="{452A6ED1-7104-3A50-F6D1-8B1D032EC3D2}"/>
                </a:ext>
              </a:extLst>
            </p:cNvPr>
            <p:cNvSpPr>
              <a:spLocks noGrp="1"/>
            </p:cNvSpPr>
            <p:nvPr/>
          </p:nvSpPr>
          <p:spPr>
            <a:xfrm>
              <a:off x="1807087" y="5211070"/>
              <a:ext cx="12287" cy="42214"/>
            </a:xfrm>
            <a:custGeom>
              <a:avLst/>
              <a:gdLst/>
              <a:ahLst/>
              <a:cxnLst/>
              <a:rect l="0" t="0" r="0" b="0"/>
              <a:pathLst>
                <a:path w="12287" h="42214">
                  <a:moveTo>
                    <a:pt x="0" y="0"/>
                  </a:moveTo>
                  <a:lnTo>
                    <a:pt x="12287" y="42214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3" name="Input_receptor__452">
              <a:extLst>
                <a:ext uri="{FF2B5EF4-FFF2-40B4-BE49-F238E27FC236}">
                  <a16:creationId xmlns:a16="http://schemas.microsoft.com/office/drawing/2014/main" id="{A770DF70-DB17-A9FD-2FA3-2EF50ECB2D54}"/>
                </a:ext>
              </a:extLst>
            </p:cNvPr>
            <p:cNvSpPr>
              <a:spLocks noGrp="1"/>
            </p:cNvSpPr>
            <p:nvPr/>
          </p:nvSpPr>
          <p:spPr>
            <a:xfrm>
              <a:off x="1076970" y="5083666"/>
              <a:ext cx="29716" cy="9976"/>
            </a:xfrm>
            <a:custGeom>
              <a:avLst/>
              <a:gdLst/>
              <a:ahLst/>
              <a:cxnLst/>
              <a:rect l="0" t="0" r="0" b="0"/>
              <a:pathLst>
                <a:path w="29716" h="9976">
                  <a:moveTo>
                    <a:pt x="29716" y="99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4" name="Input_receptor__453">
              <a:extLst>
                <a:ext uri="{FF2B5EF4-FFF2-40B4-BE49-F238E27FC236}">
                  <a16:creationId xmlns:a16="http://schemas.microsoft.com/office/drawing/2014/main" id="{9764A33C-FA9D-F709-8659-A5A50A746072}"/>
                </a:ext>
              </a:extLst>
            </p:cNvPr>
            <p:cNvSpPr>
              <a:spLocks noGrp="1"/>
            </p:cNvSpPr>
            <p:nvPr/>
          </p:nvSpPr>
          <p:spPr>
            <a:xfrm>
              <a:off x="1086904" y="5153954"/>
              <a:ext cx="17961" cy="5168"/>
            </a:xfrm>
            <a:custGeom>
              <a:avLst/>
              <a:gdLst/>
              <a:ahLst/>
              <a:cxnLst/>
              <a:rect l="0" t="0" r="0" b="0"/>
              <a:pathLst>
                <a:path w="17961" h="5168">
                  <a:moveTo>
                    <a:pt x="0" y="5168"/>
                  </a:moveTo>
                  <a:lnTo>
                    <a:pt x="17961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5" name="Input_receptor__454">
              <a:extLst>
                <a:ext uri="{FF2B5EF4-FFF2-40B4-BE49-F238E27FC236}">
                  <a16:creationId xmlns:a16="http://schemas.microsoft.com/office/drawing/2014/main" id="{B0C54F9D-F930-D75D-7FC3-C93A23BF020D}"/>
                </a:ext>
              </a:extLst>
            </p:cNvPr>
            <p:cNvSpPr>
              <a:spLocks noGrp="1"/>
            </p:cNvSpPr>
            <p:nvPr/>
          </p:nvSpPr>
          <p:spPr>
            <a:xfrm>
              <a:off x="1697526" y="5099165"/>
              <a:ext cx="22349" cy="14222"/>
            </a:xfrm>
            <a:custGeom>
              <a:avLst/>
              <a:gdLst/>
              <a:ahLst/>
              <a:cxnLst/>
              <a:rect l="0" t="0" r="0" b="0"/>
              <a:pathLst>
                <a:path w="22349" h="14222">
                  <a:moveTo>
                    <a:pt x="0" y="0"/>
                  </a:moveTo>
                  <a:lnTo>
                    <a:pt x="22349" y="14222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6" name="Input_receptor__455">
              <a:extLst>
                <a:ext uri="{FF2B5EF4-FFF2-40B4-BE49-F238E27FC236}">
                  <a16:creationId xmlns:a16="http://schemas.microsoft.com/office/drawing/2014/main" id="{4D0DA95F-AF27-ADCE-4345-90D69A3F8D2F}"/>
                </a:ext>
              </a:extLst>
            </p:cNvPr>
            <p:cNvSpPr>
              <a:spLocks noGrp="1"/>
            </p:cNvSpPr>
            <p:nvPr/>
          </p:nvSpPr>
          <p:spPr>
            <a:xfrm>
              <a:off x="1341159" y="5151256"/>
              <a:ext cx="8540" cy="45161"/>
            </a:xfrm>
            <a:custGeom>
              <a:avLst/>
              <a:gdLst/>
              <a:ahLst/>
              <a:cxnLst/>
              <a:rect l="0" t="0" r="0" b="0"/>
              <a:pathLst>
                <a:path w="8540" h="45161">
                  <a:moveTo>
                    <a:pt x="8540" y="451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9"/>
              </a:solidFill>
            </a:ln>
          </p:spPr>
        </p:sp>
        <p:sp>
          <p:nvSpPr>
            <p:cNvPr id="457" name="Input_receptor__456">
              <a:extLst>
                <a:ext uri="{FF2B5EF4-FFF2-40B4-BE49-F238E27FC236}">
                  <a16:creationId xmlns:a16="http://schemas.microsoft.com/office/drawing/2014/main" id="{E6A1B156-95BF-E590-D1BD-1FB64EEDE5A0}"/>
                </a:ext>
              </a:extLst>
            </p:cNvPr>
            <p:cNvSpPr>
              <a:spLocks noGrp="1"/>
            </p:cNvSpPr>
            <p:nvPr/>
          </p:nvSpPr>
          <p:spPr>
            <a:xfrm>
              <a:off x="1640849" y="5199226"/>
              <a:ext cx="36560" cy="23361"/>
            </a:xfrm>
            <a:custGeom>
              <a:avLst/>
              <a:gdLst/>
              <a:ahLst/>
              <a:cxnLst/>
              <a:rect l="0" t="0" r="0" b="0"/>
              <a:pathLst>
                <a:path w="36560" h="23361">
                  <a:moveTo>
                    <a:pt x="0" y="0"/>
                  </a:moveTo>
                  <a:lnTo>
                    <a:pt x="36560" y="23361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58" name="Input_receptor__457">
              <a:extLst>
                <a:ext uri="{FF2B5EF4-FFF2-40B4-BE49-F238E27FC236}">
                  <a16:creationId xmlns:a16="http://schemas.microsoft.com/office/drawing/2014/main" id="{9699F177-3C8D-FB8F-3349-F99668779FFB}"/>
                </a:ext>
              </a:extLst>
            </p:cNvPr>
            <p:cNvSpPr>
              <a:spLocks noGrp="1"/>
            </p:cNvSpPr>
            <p:nvPr/>
          </p:nvSpPr>
          <p:spPr>
            <a:xfrm>
              <a:off x="1689969" y="4863309"/>
              <a:ext cx="31371" cy="12671"/>
            </a:xfrm>
            <a:custGeom>
              <a:avLst/>
              <a:gdLst/>
              <a:ahLst/>
              <a:cxnLst/>
              <a:rect l="0" t="0" r="0" b="0"/>
              <a:pathLst>
                <a:path w="31371" h="12671">
                  <a:moveTo>
                    <a:pt x="31371" y="0"/>
                  </a:moveTo>
                  <a:lnTo>
                    <a:pt x="0" y="12671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59" name="Input_receptor__458">
              <a:extLst>
                <a:ext uri="{FF2B5EF4-FFF2-40B4-BE49-F238E27FC236}">
                  <a16:creationId xmlns:a16="http://schemas.microsoft.com/office/drawing/2014/main" id="{EBEB6817-E5F2-BEEA-31A1-C9ACF7D287B7}"/>
                </a:ext>
              </a:extLst>
            </p:cNvPr>
            <p:cNvSpPr>
              <a:spLocks noGrp="1"/>
            </p:cNvSpPr>
            <p:nvPr/>
          </p:nvSpPr>
          <p:spPr>
            <a:xfrm>
              <a:off x="1330773" y="5408417"/>
              <a:ext cx="27040" cy="33989"/>
            </a:xfrm>
            <a:custGeom>
              <a:avLst/>
              <a:gdLst/>
              <a:ahLst/>
              <a:cxnLst/>
              <a:rect l="0" t="0" r="0" b="0"/>
              <a:pathLst>
                <a:path w="27040" h="33989">
                  <a:moveTo>
                    <a:pt x="0" y="33989"/>
                  </a:moveTo>
                  <a:lnTo>
                    <a:pt x="2704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0" name="Input_receptor__459">
              <a:extLst>
                <a:ext uri="{FF2B5EF4-FFF2-40B4-BE49-F238E27FC236}">
                  <a16:creationId xmlns:a16="http://schemas.microsoft.com/office/drawing/2014/main" id="{ED759556-2BB0-5AD0-844D-456BD509F1BC}"/>
                </a:ext>
              </a:extLst>
            </p:cNvPr>
            <p:cNvSpPr>
              <a:spLocks noGrp="1"/>
            </p:cNvSpPr>
            <p:nvPr/>
          </p:nvSpPr>
          <p:spPr>
            <a:xfrm>
              <a:off x="1737939" y="5050434"/>
              <a:ext cx="23192" cy="40966"/>
            </a:xfrm>
            <a:custGeom>
              <a:avLst/>
              <a:gdLst/>
              <a:ahLst/>
              <a:cxnLst/>
              <a:rect l="0" t="0" r="0" b="0"/>
              <a:pathLst>
                <a:path w="23192" h="40966">
                  <a:moveTo>
                    <a:pt x="23192" y="40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1" name="Input_receptor__460">
              <a:extLst>
                <a:ext uri="{FF2B5EF4-FFF2-40B4-BE49-F238E27FC236}">
                  <a16:creationId xmlns:a16="http://schemas.microsoft.com/office/drawing/2014/main" id="{19BEAAE2-BFE1-9659-E416-4E4EFB11F3AC}"/>
                </a:ext>
              </a:extLst>
            </p:cNvPr>
            <p:cNvSpPr>
              <a:spLocks noGrp="1"/>
            </p:cNvSpPr>
            <p:nvPr/>
          </p:nvSpPr>
          <p:spPr>
            <a:xfrm>
              <a:off x="1357813" y="5408417"/>
              <a:ext cx="38116" cy="15245"/>
            </a:xfrm>
            <a:custGeom>
              <a:avLst/>
              <a:gdLst/>
              <a:ahLst/>
              <a:cxnLst/>
              <a:rect l="0" t="0" r="0" b="0"/>
              <a:pathLst>
                <a:path w="38116" h="15245">
                  <a:moveTo>
                    <a:pt x="0" y="0"/>
                  </a:moveTo>
                  <a:lnTo>
                    <a:pt x="38116" y="15245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2" name="Input_receptor__461">
              <a:extLst>
                <a:ext uri="{FF2B5EF4-FFF2-40B4-BE49-F238E27FC236}">
                  <a16:creationId xmlns:a16="http://schemas.microsoft.com/office/drawing/2014/main" id="{8107FF39-98F9-C80D-BF35-83A58D25006B}"/>
                </a:ext>
              </a:extLst>
            </p:cNvPr>
            <p:cNvSpPr>
              <a:spLocks noGrp="1"/>
            </p:cNvSpPr>
            <p:nvPr/>
          </p:nvSpPr>
          <p:spPr>
            <a:xfrm>
              <a:off x="1253392" y="5676661"/>
              <a:ext cx="40439" cy="17213"/>
            </a:xfrm>
            <a:custGeom>
              <a:avLst/>
              <a:gdLst/>
              <a:ahLst/>
              <a:cxnLst/>
              <a:rect l="0" t="0" r="0" b="0"/>
              <a:pathLst>
                <a:path w="40439" h="17213">
                  <a:moveTo>
                    <a:pt x="40439" y="172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3" name="Input_receptor__462">
              <a:extLst>
                <a:ext uri="{FF2B5EF4-FFF2-40B4-BE49-F238E27FC236}">
                  <a16:creationId xmlns:a16="http://schemas.microsoft.com/office/drawing/2014/main" id="{9E2E1B3D-80D7-BF1B-EFF6-3CC8BB9940C3}"/>
                </a:ext>
              </a:extLst>
            </p:cNvPr>
            <p:cNvSpPr>
              <a:spLocks noGrp="1"/>
            </p:cNvSpPr>
            <p:nvPr/>
          </p:nvSpPr>
          <p:spPr>
            <a:xfrm>
              <a:off x="1591288" y="5389804"/>
              <a:ext cx="46274" cy="13496"/>
            </a:xfrm>
            <a:custGeom>
              <a:avLst/>
              <a:gdLst/>
              <a:ahLst/>
              <a:cxnLst/>
              <a:rect l="0" t="0" r="0" b="0"/>
              <a:pathLst>
                <a:path w="46274" h="13496">
                  <a:moveTo>
                    <a:pt x="46274" y="0"/>
                  </a:moveTo>
                  <a:lnTo>
                    <a:pt x="0" y="13496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4" name="Input_receptor__463">
              <a:extLst>
                <a:ext uri="{FF2B5EF4-FFF2-40B4-BE49-F238E27FC236}">
                  <a16:creationId xmlns:a16="http://schemas.microsoft.com/office/drawing/2014/main" id="{1EF64475-F18E-2ED8-82B9-6DCE8510B0D1}"/>
                </a:ext>
              </a:extLst>
            </p:cNvPr>
            <p:cNvSpPr>
              <a:spLocks noGrp="1"/>
            </p:cNvSpPr>
            <p:nvPr/>
          </p:nvSpPr>
          <p:spPr>
            <a:xfrm>
              <a:off x="1477239" y="5266906"/>
              <a:ext cx="25559" cy="5032"/>
            </a:xfrm>
            <a:custGeom>
              <a:avLst/>
              <a:gdLst/>
              <a:ahLst/>
              <a:cxnLst/>
              <a:rect l="0" t="0" r="0" b="0"/>
              <a:pathLst>
                <a:path w="25559" h="5032">
                  <a:moveTo>
                    <a:pt x="0" y="5032"/>
                  </a:moveTo>
                  <a:lnTo>
                    <a:pt x="25559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5" name="Input_receptor__464">
              <a:extLst>
                <a:ext uri="{FF2B5EF4-FFF2-40B4-BE49-F238E27FC236}">
                  <a16:creationId xmlns:a16="http://schemas.microsoft.com/office/drawing/2014/main" id="{35316FB8-A6DF-4FA4-D070-4FD03216A169}"/>
                </a:ext>
              </a:extLst>
            </p:cNvPr>
            <p:cNvSpPr>
              <a:spLocks noGrp="1"/>
            </p:cNvSpPr>
            <p:nvPr/>
          </p:nvSpPr>
          <p:spPr>
            <a:xfrm>
              <a:off x="1731848" y="4893315"/>
              <a:ext cx="24735" cy="40268"/>
            </a:xfrm>
            <a:custGeom>
              <a:avLst/>
              <a:gdLst/>
              <a:ahLst/>
              <a:cxnLst/>
              <a:rect l="0" t="0" r="0" b="0"/>
              <a:pathLst>
                <a:path w="24735" h="40268">
                  <a:moveTo>
                    <a:pt x="0" y="40268"/>
                  </a:moveTo>
                  <a:lnTo>
                    <a:pt x="24735" y="0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6" name="Input_receptor__465">
              <a:extLst>
                <a:ext uri="{FF2B5EF4-FFF2-40B4-BE49-F238E27FC236}">
                  <a16:creationId xmlns:a16="http://schemas.microsoft.com/office/drawing/2014/main" id="{5F62A415-24F2-F4CA-F561-F0BB2CF2E56D}"/>
                </a:ext>
              </a:extLst>
            </p:cNvPr>
            <p:cNvSpPr>
              <a:spLocks noGrp="1"/>
            </p:cNvSpPr>
            <p:nvPr/>
          </p:nvSpPr>
          <p:spPr>
            <a:xfrm>
              <a:off x="1473826" y="5206151"/>
              <a:ext cx="43871" cy="17034"/>
            </a:xfrm>
            <a:custGeom>
              <a:avLst/>
              <a:gdLst/>
              <a:ahLst/>
              <a:cxnLst/>
              <a:rect l="0" t="0" r="0" b="0"/>
              <a:pathLst>
                <a:path w="43871" h="17034">
                  <a:moveTo>
                    <a:pt x="43871" y="17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7" name="Input_receptor__466">
              <a:extLst>
                <a:ext uri="{FF2B5EF4-FFF2-40B4-BE49-F238E27FC236}">
                  <a16:creationId xmlns:a16="http://schemas.microsoft.com/office/drawing/2014/main" id="{3742DD99-2505-28EE-B4F6-1B63710BAE15}"/>
                </a:ext>
              </a:extLst>
            </p:cNvPr>
            <p:cNvSpPr>
              <a:spLocks noGrp="1"/>
            </p:cNvSpPr>
            <p:nvPr/>
          </p:nvSpPr>
          <p:spPr>
            <a:xfrm>
              <a:off x="1233634" y="5440143"/>
              <a:ext cx="16102" cy="42905"/>
            </a:xfrm>
            <a:custGeom>
              <a:avLst/>
              <a:gdLst/>
              <a:ahLst/>
              <a:cxnLst/>
              <a:rect l="0" t="0" r="0" b="0"/>
              <a:pathLst>
                <a:path w="16102" h="42905">
                  <a:moveTo>
                    <a:pt x="16102" y="0"/>
                  </a:moveTo>
                  <a:lnTo>
                    <a:pt x="0" y="42905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68" name="Input_receptor__467">
              <a:extLst>
                <a:ext uri="{FF2B5EF4-FFF2-40B4-BE49-F238E27FC236}">
                  <a16:creationId xmlns:a16="http://schemas.microsoft.com/office/drawing/2014/main" id="{6FB6956D-A5A3-F241-7D3D-52F13119DCB5}"/>
                </a:ext>
              </a:extLst>
            </p:cNvPr>
            <p:cNvSpPr>
              <a:spLocks noGrp="1"/>
            </p:cNvSpPr>
            <p:nvPr/>
          </p:nvSpPr>
          <p:spPr>
            <a:xfrm>
              <a:off x="1536563" y="4837483"/>
              <a:ext cx="4762" cy="40207"/>
            </a:xfrm>
            <a:custGeom>
              <a:avLst/>
              <a:gdLst/>
              <a:ahLst/>
              <a:cxnLst/>
              <a:rect l="0" t="0" r="0" b="0"/>
              <a:pathLst>
                <a:path w="4762" h="40207">
                  <a:moveTo>
                    <a:pt x="4762" y="0"/>
                  </a:moveTo>
                  <a:lnTo>
                    <a:pt x="0" y="40207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69" name="Input_receptor__468">
              <a:extLst>
                <a:ext uri="{FF2B5EF4-FFF2-40B4-BE49-F238E27FC236}">
                  <a16:creationId xmlns:a16="http://schemas.microsoft.com/office/drawing/2014/main" id="{A4056C95-3BDA-2189-F32F-540473117F05}"/>
                </a:ext>
              </a:extLst>
            </p:cNvPr>
            <p:cNvSpPr>
              <a:spLocks noGrp="1"/>
            </p:cNvSpPr>
            <p:nvPr/>
          </p:nvSpPr>
          <p:spPr>
            <a:xfrm>
              <a:off x="1444646" y="5561811"/>
              <a:ext cx="18139" cy="28803"/>
            </a:xfrm>
            <a:custGeom>
              <a:avLst/>
              <a:gdLst/>
              <a:ahLst/>
              <a:cxnLst/>
              <a:rect l="0" t="0" r="0" b="0"/>
              <a:pathLst>
                <a:path w="18139" h="28803">
                  <a:moveTo>
                    <a:pt x="0" y="28803"/>
                  </a:moveTo>
                  <a:lnTo>
                    <a:pt x="18139" y="0"/>
                  </a:lnTo>
                </a:path>
              </a:pathLst>
            </a:custGeom>
            <a:noFill/>
            <a:ln w="20003">
              <a:solidFill>
                <a:srgbClr val="788C9A"/>
              </a:solidFill>
            </a:ln>
          </p:spPr>
        </p:sp>
        <p:sp>
          <p:nvSpPr>
            <p:cNvPr id="470" name="Input_receptor__469">
              <a:extLst>
                <a:ext uri="{FF2B5EF4-FFF2-40B4-BE49-F238E27FC236}">
                  <a16:creationId xmlns:a16="http://schemas.microsoft.com/office/drawing/2014/main" id="{05EC4DC6-65FF-F9D1-C6BC-07B2F2435741}"/>
                </a:ext>
              </a:extLst>
            </p:cNvPr>
            <p:cNvSpPr>
              <a:spLocks noGrp="1"/>
            </p:cNvSpPr>
            <p:nvPr/>
          </p:nvSpPr>
          <p:spPr>
            <a:xfrm>
              <a:off x="1735657" y="4809686"/>
              <a:ext cx="38370" cy="2916"/>
            </a:xfrm>
            <a:custGeom>
              <a:avLst/>
              <a:gdLst/>
              <a:ahLst/>
              <a:cxnLst/>
              <a:rect l="0" t="0" r="0" b="0"/>
              <a:pathLst>
                <a:path w="38370" h="2916">
                  <a:moveTo>
                    <a:pt x="0" y="2916"/>
                  </a:moveTo>
                  <a:lnTo>
                    <a:pt x="38370" y="0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71" name="Input_receptor__470">
              <a:extLst>
                <a:ext uri="{FF2B5EF4-FFF2-40B4-BE49-F238E27FC236}">
                  <a16:creationId xmlns:a16="http://schemas.microsoft.com/office/drawing/2014/main" id="{DA8C59CB-9DF8-3B76-54AD-D8C830702831}"/>
                </a:ext>
              </a:extLst>
            </p:cNvPr>
            <p:cNvSpPr>
              <a:spLocks noGrp="1"/>
            </p:cNvSpPr>
            <p:nvPr/>
          </p:nvSpPr>
          <p:spPr>
            <a:xfrm>
              <a:off x="1468646" y="4658347"/>
              <a:ext cx="29183" cy="14334"/>
            </a:xfrm>
            <a:custGeom>
              <a:avLst/>
              <a:gdLst/>
              <a:ahLst/>
              <a:cxnLst/>
              <a:rect l="0" t="0" r="0" b="0"/>
              <a:pathLst>
                <a:path w="29183" h="14334">
                  <a:moveTo>
                    <a:pt x="0" y="0"/>
                  </a:moveTo>
                  <a:lnTo>
                    <a:pt x="29183" y="14334"/>
                  </a:lnTo>
                </a:path>
              </a:pathLst>
            </a:custGeom>
            <a:noFill/>
            <a:ln w="8096">
              <a:solidFill>
                <a:srgbClr val="788C9A"/>
              </a:solidFill>
            </a:ln>
          </p:spPr>
        </p:sp>
        <p:sp>
          <p:nvSpPr>
            <p:cNvPr id="472" name="Input_receptor__471">
              <a:extLst>
                <a:ext uri="{FF2B5EF4-FFF2-40B4-BE49-F238E27FC236}">
                  <a16:creationId xmlns:a16="http://schemas.microsoft.com/office/drawing/2014/main" id="{B28BAC7C-EE64-DB7A-EB7E-C316848F6F42}"/>
                </a:ext>
              </a:extLst>
            </p:cNvPr>
            <p:cNvSpPr>
              <a:spLocks noGrp="1"/>
            </p:cNvSpPr>
            <p:nvPr/>
          </p:nvSpPr>
          <p:spPr>
            <a:xfrm>
              <a:off x="1196585" y="5264267"/>
              <a:ext cx="10385" cy="17103"/>
            </a:xfrm>
            <a:custGeom>
              <a:avLst/>
              <a:gdLst/>
              <a:ahLst/>
              <a:cxnLst/>
              <a:rect l="0" t="0" r="0" b="0"/>
              <a:pathLst>
                <a:path w="10385" h="17103">
                  <a:moveTo>
                    <a:pt x="0" y="17103"/>
                  </a:moveTo>
                  <a:lnTo>
                    <a:pt x="10385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3" name="Input_receptor__472">
              <a:extLst>
                <a:ext uri="{FF2B5EF4-FFF2-40B4-BE49-F238E27FC236}">
                  <a16:creationId xmlns:a16="http://schemas.microsoft.com/office/drawing/2014/main" id="{C0281451-8488-38DE-58A7-5C638A9BC110}"/>
                </a:ext>
              </a:extLst>
            </p:cNvPr>
            <p:cNvSpPr>
              <a:spLocks noGrp="1"/>
            </p:cNvSpPr>
            <p:nvPr/>
          </p:nvSpPr>
          <p:spPr>
            <a:xfrm>
              <a:off x="1368978" y="5311507"/>
              <a:ext cx="6627" cy="47776"/>
            </a:xfrm>
            <a:custGeom>
              <a:avLst/>
              <a:gdLst/>
              <a:ahLst/>
              <a:cxnLst/>
              <a:rect l="0" t="0" r="0" b="0"/>
              <a:pathLst>
                <a:path w="6627" h="47776">
                  <a:moveTo>
                    <a:pt x="0" y="47776"/>
                  </a:moveTo>
                  <a:lnTo>
                    <a:pt x="6627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4" name="Input_receptor__473">
              <a:extLst>
                <a:ext uri="{FF2B5EF4-FFF2-40B4-BE49-F238E27FC236}">
                  <a16:creationId xmlns:a16="http://schemas.microsoft.com/office/drawing/2014/main" id="{2D8F20B7-6353-6DF0-0006-8C2094F70A16}"/>
                </a:ext>
              </a:extLst>
            </p:cNvPr>
            <p:cNvSpPr>
              <a:spLocks noGrp="1"/>
            </p:cNvSpPr>
            <p:nvPr/>
          </p:nvSpPr>
          <p:spPr>
            <a:xfrm>
              <a:off x="1328992" y="5299454"/>
              <a:ext cx="46613" cy="12054"/>
            </a:xfrm>
            <a:custGeom>
              <a:avLst/>
              <a:gdLst/>
              <a:ahLst/>
              <a:cxnLst/>
              <a:rect l="0" t="0" r="0" b="0"/>
              <a:pathLst>
                <a:path w="46613" h="12054">
                  <a:moveTo>
                    <a:pt x="46613" y="120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98C9A"/>
              </a:solidFill>
            </a:ln>
          </p:spPr>
        </p:sp>
        <p:sp>
          <p:nvSpPr>
            <p:cNvPr id="475" name="Input_receptor__474">
              <a:extLst>
                <a:ext uri="{FF2B5EF4-FFF2-40B4-BE49-F238E27FC236}">
                  <a16:creationId xmlns:a16="http://schemas.microsoft.com/office/drawing/2014/main" id="{D6A73B14-477B-DB6B-B728-89C485250344}"/>
                </a:ext>
              </a:extLst>
            </p:cNvPr>
            <p:cNvSpPr>
              <a:spLocks noGrp="1"/>
            </p:cNvSpPr>
            <p:nvPr/>
          </p:nvSpPr>
          <p:spPr>
            <a:xfrm>
              <a:off x="1087881" y="4988047"/>
              <a:ext cx="27851" cy="38587"/>
            </a:xfrm>
            <a:custGeom>
              <a:avLst/>
              <a:gdLst/>
              <a:ahLst/>
              <a:cxnLst/>
              <a:rect l="0" t="0" r="0" b="0"/>
              <a:pathLst>
                <a:path w="27851" h="38587">
                  <a:moveTo>
                    <a:pt x="27851" y="385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98D9A"/>
              </a:solidFill>
            </a:ln>
          </p:spPr>
        </p:sp>
        <p:sp>
          <p:nvSpPr>
            <p:cNvPr id="476" name="Input_receptor__475">
              <a:extLst>
                <a:ext uri="{FF2B5EF4-FFF2-40B4-BE49-F238E27FC236}">
                  <a16:creationId xmlns:a16="http://schemas.microsoft.com/office/drawing/2014/main" id="{100BF068-0BCD-EFFE-89DF-B8021D053D30}"/>
                </a:ext>
              </a:extLst>
            </p:cNvPr>
            <p:cNvSpPr>
              <a:spLocks noGrp="1"/>
            </p:cNvSpPr>
            <p:nvPr/>
          </p:nvSpPr>
          <p:spPr>
            <a:xfrm>
              <a:off x="1384902" y="5423661"/>
              <a:ext cx="11027" cy="45617"/>
            </a:xfrm>
            <a:custGeom>
              <a:avLst/>
              <a:gdLst/>
              <a:ahLst/>
              <a:cxnLst/>
              <a:rect l="0" t="0" r="0" b="0"/>
              <a:pathLst>
                <a:path w="11027" h="45617">
                  <a:moveTo>
                    <a:pt x="11027" y="0"/>
                  </a:moveTo>
                  <a:lnTo>
                    <a:pt x="0" y="45617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7" name="Input_receptor__476">
              <a:extLst>
                <a:ext uri="{FF2B5EF4-FFF2-40B4-BE49-F238E27FC236}">
                  <a16:creationId xmlns:a16="http://schemas.microsoft.com/office/drawing/2014/main" id="{FD63DB1B-B796-636E-5831-4DDDDA0CD1ED}"/>
                </a:ext>
              </a:extLst>
            </p:cNvPr>
            <p:cNvSpPr>
              <a:spLocks noGrp="1"/>
            </p:cNvSpPr>
            <p:nvPr/>
          </p:nvSpPr>
          <p:spPr>
            <a:xfrm>
              <a:off x="1623982" y="5250913"/>
              <a:ext cx="20813" cy="9602"/>
            </a:xfrm>
            <a:custGeom>
              <a:avLst/>
              <a:gdLst/>
              <a:ahLst/>
              <a:cxnLst/>
              <a:rect l="0" t="0" r="0" b="0"/>
              <a:pathLst>
                <a:path w="20813" h="9602">
                  <a:moveTo>
                    <a:pt x="20813" y="0"/>
                  </a:moveTo>
                  <a:lnTo>
                    <a:pt x="0" y="9602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8" name="Input_receptor__477">
              <a:extLst>
                <a:ext uri="{FF2B5EF4-FFF2-40B4-BE49-F238E27FC236}">
                  <a16:creationId xmlns:a16="http://schemas.microsoft.com/office/drawing/2014/main" id="{2FE6F035-2890-244B-3DF2-49CF22ED1A8B}"/>
                </a:ext>
              </a:extLst>
            </p:cNvPr>
            <p:cNvSpPr>
              <a:spLocks noGrp="1"/>
            </p:cNvSpPr>
            <p:nvPr/>
          </p:nvSpPr>
          <p:spPr>
            <a:xfrm>
              <a:off x="1618240" y="5193778"/>
              <a:ext cx="22609" cy="5448"/>
            </a:xfrm>
            <a:custGeom>
              <a:avLst/>
              <a:gdLst/>
              <a:ahLst/>
              <a:cxnLst/>
              <a:rect l="0" t="0" r="0" b="0"/>
              <a:pathLst>
                <a:path w="22609" h="5448">
                  <a:moveTo>
                    <a:pt x="0" y="0"/>
                  </a:moveTo>
                  <a:lnTo>
                    <a:pt x="22609" y="5448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79" name="Input_receptor__478">
              <a:extLst>
                <a:ext uri="{FF2B5EF4-FFF2-40B4-BE49-F238E27FC236}">
                  <a16:creationId xmlns:a16="http://schemas.microsoft.com/office/drawing/2014/main" id="{C73E4C27-FB15-2D97-1752-CA36FBCC20E1}"/>
                </a:ext>
              </a:extLst>
            </p:cNvPr>
            <p:cNvSpPr>
              <a:spLocks noGrp="1"/>
            </p:cNvSpPr>
            <p:nvPr/>
          </p:nvSpPr>
          <p:spPr>
            <a:xfrm>
              <a:off x="1290832" y="5161013"/>
              <a:ext cx="3172" cy="16351"/>
            </a:xfrm>
            <a:custGeom>
              <a:avLst/>
              <a:gdLst/>
              <a:ahLst/>
              <a:cxnLst/>
              <a:rect l="0" t="0" r="0" b="0"/>
              <a:pathLst>
                <a:path w="3172" h="16351">
                  <a:moveTo>
                    <a:pt x="3172" y="0"/>
                  </a:moveTo>
                  <a:lnTo>
                    <a:pt x="0" y="16351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0" name="Input_receptor__479">
              <a:extLst>
                <a:ext uri="{FF2B5EF4-FFF2-40B4-BE49-F238E27FC236}">
                  <a16:creationId xmlns:a16="http://schemas.microsoft.com/office/drawing/2014/main" id="{AFBA467A-D10C-0198-C71F-B2E3395D1638}"/>
                </a:ext>
              </a:extLst>
            </p:cNvPr>
            <p:cNvSpPr>
              <a:spLocks noGrp="1"/>
            </p:cNvSpPr>
            <p:nvPr/>
          </p:nvSpPr>
          <p:spPr>
            <a:xfrm>
              <a:off x="1644412" y="5297803"/>
              <a:ext cx="40515" cy="22381"/>
            </a:xfrm>
            <a:custGeom>
              <a:avLst/>
              <a:gdLst/>
              <a:ahLst/>
              <a:cxnLst/>
              <a:rect l="0" t="0" r="0" b="0"/>
              <a:pathLst>
                <a:path w="40515" h="22381">
                  <a:moveTo>
                    <a:pt x="40515" y="0"/>
                  </a:moveTo>
                  <a:lnTo>
                    <a:pt x="0" y="22381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1" name="Input_receptor__480">
              <a:extLst>
                <a:ext uri="{FF2B5EF4-FFF2-40B4-BE49-F238E27FC236}">
                  <a16:creationId xmlns:a16="http://schemas.microsoft.com/office/drawing/2014/main" id="{D5B620E7-CC1F-4427-2255-0EB0C934C7A0}"/>
                </a:ext>
              </a:extLst>
            </p:cNvPr>
            <p:cNvSpPr>
              <a:spLocks noGrp="1"/>
            </p:cNvSpPr>
            <p:nvPr/>
          </p:nvSpPr>
          <p:spPr>
            <a:xfrm>
              <a:off x="1225328" y="5676661"/>
              <a:ext cx="28064" cy="14773"/>
            </a:xfrm>
            <a:custGeom>
              <a:avLst/>
              <a:gdLst/>
              <a:ahLst/>
              <a:cxnLst/>
              <a:rect l="0" t="0" r="0" b="0"/>
              <a:pathLst>
                <a:path w="28064" h="14773">
                  <a:moveTo>
                    <a:pt x="28064" y="0"/>
                  </a:moveTo>
                  <a:lnTo>
                    <a:pt x="0" y="14773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2" name="Input_receptor__481">
              <a:extLst>
                <a:ext uri="{FF2B5EF4-FFF2-40B4-BE49-F238E27FC236}">
                  <a16:creationId xmlns:a16="http://schemas.microsoft.com/office/drawing/2014/main" id="{48D8ADA3-B156-97F4-0705-D24405CB52C9}"/>
                </a:ext>
              </a:extLst>
            </p:cNvPr>
            <p:cNvSpPr>
              <a:spLocks noGrp="1"/>
            </p:cNvSpPr>
            <p:nvPr/>
          </p:nvSpPr>
          <p:spPr>
            <a:xfrm>
              <a:off x="966930" y="5186122"/>
              <a:ext cx="31094" cy="23089"/>
            </a:xfrm>
            <a:custGeom>
              <a:avLst/>
              <a:gdLst/>
              <a:ahLst/>
              <a:cxnLst/>
              <a:rect l="0" t="0" r="0" b="0"/>
              <a:pathLst>
                <a:path w="31094" h="23089">
                  <a:moveTo>
                    <a:pt x="0" y="23089"/>
                  </a:moveTo>
                  <a:lnTo>
                    <a:pt x="31094" y="0"/>
                  </a:lnTo>
                </a:path>
              </a:pathLst>
            </a:custGeom>
            <a:noFill/>
            <a:ln w="8096">
              <a:solidFill>
                <a:srgbClr val="798D9A"/>
              </a:solidFill>
            </a:ln>
          </p:spPr>
        </p:sp>
        <p:sp>
          <p:nvSpPr>
            <p:cNvPr id="483" name="Input_receptor__482">
              <a:extLst>
                <a:ext uri="{FF2B5EF4-FFF2-40B4-BE49-F238E27FC236}">
                  <a16:creationId xmlns:a16="http://schemas.microsoft.com/office/drawing/2014/main" id="{12ECC691-F7E4-C550-41D0-CEABE1E49DDC}"/>
                </a:ext>
              </a:extLst>
            </p:cNvPr>
            <p:cNvSpPr>
              <a:spLocks noGrp="1"/>
            </p:cNvSpPr>
            <p:nvPr/>
          </p:nvSpPr>
          <p:spPr>
            <a:xfrm>
              <a:off x="1719875" y="5091400"/>
              <a:ext cx="41256" cy="21987"/>
            </a:xfrm>
            <a:custGeom>
              <a:avLst/>
              <a:gdLst/>
              <a:ahLst/>
              <a:cxnLst/>
              <a:rect l="0" t="0" r="0" b="0"/>
              <a:pathLst>
                <a:path w="41256" h="21987">
                  <a:moveTo>
                    <a:pt x="0" y="21987"/>
                  </a:moveTo>
                  <a:lnTo>
                    <a:pt x="41256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4" name="Input_receptor__483">
              <a:extLst>
                <a:ext uri="{FF2B5EF4-FFF2-40B4-BE49-F238E27FC236}">
                  <a16:creationId xmlns:a16="http://schemas.microsoft.com/office/drawing/2014/main" id="{2B565268-7B92-C4F8-6339-BC2530BDC32A}"/>
                </a:ext>
              </a:extLst>
            </p:cNvPr>
            <p:cNvSpPr>
              <a:spLocks noGrp="1"/>
            </p:cNvSpPr>
            <p:nvPr/>
          </p:nvSpPr>
          <p:spPr>
            <a:xfrm>
              <a:off x="1759099" y="5216645"/>
              <a:ext cx="2331" cy="12400"/>
            </a:xfrm>
            <a:custGeom>
              <a:avLst/>
              <a:gdLst/>
              <a:ahLst/>
              <a:cxnLst/>
              <a:rect l="0" t="0" r="0" b="0"/>
              <a:pathLst>
                <a:path w="2331" h="12400">
                  <a:moveTo>
                    <a:pt x="2331" y="12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5" name="Input_receptor__484">
              <a:extLst>
                <a:ext uri="{FF2B5EF4-FFF2-40B4-BE49-F238E27FC236}">
                  <a16:creationId xmlns:a16="http://schemas.microsoft.com/office/drawing/2014/main" id="{36757D99-E8E9-5668-2882-73FC82DAD853}"/>
                </a:ext>
              </a:extLst>
            </p:cNvPr>
            <p:cNvSpPr>
              <a:spLocks noGrp="1"/>
            </p:cNvSpPr>
            <p:nvPr/>
          </p:nvSpPr>
          <p:spPr>
            <a:xfrm>
              <a:off x="1104866" y="5118960"/>
              <a:ext cx="31003" cy="34994"/>
            </a:xfrm>
            <a:custGeom>
              <a:avLst/>
              <a:gdLst/>
              <a:ahLst/>
              <a:cxnLst/>
              <a:rect l="0" t="0" r="0" b="0"/>
              <a:pathLst>
                <a:path w="31003" h="34994">
                  <a:moveTo>
                    <a:pt x="0" y="34994"/>
                  </a:moveTo>
                  <a:lnTo>
                    <a:pt x="31003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6" name="Input_receptor__485">
              <a:extLst>
                <a:ext uri="{FF2B5EF4-FFF2-40B4-BE49-F238E27FC236}">
                  <a16:creationId xmlns:a16="http://schemas.microsoft.com/office/drawing/2014/main" id="{6C9C4654-17A9-9FC6-B9AE-DB93F733ABBE}"/>
                </a:ext>
              </a:extLst>
            </p:cNvPr>
            <p:cNvSpPr>
              <a:spLocks noGrp="1"/>
            </p:cNvSpPr>
            <p:nvPr/>
          </p:nvSpPr>
          <p:spPr>
            <a:xfrm>
              <a:off x="1194676" y="5381821"/>
              <a:ext cx="6327" cy="33782"/>
            </a:xfrm>
            <a:custGeom>
              <a:avLst/>
              <a:gdLst/>
              <a:ahLst/>
              <a:cxnLst/>
              <a:rect l="0" t="0" r="0" b="0"/>
              <a:pathLst>
                <a:path w="6327" h="33782">
                  <a:moveTo>
                    <a:pt x="0" y="0"/>
                  </a:moveTo>
                  <a:lnTo>
                    <a:pt x="6327" y="33782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7" name="Input_receptor__486">
              <a:extLst>
                <a:ext uri="{FF2B5EF4-FFF2-40B4-BE49-F238E27FC236}">
                  <a16:creationId xmlns:a16="http://schemas.microsoft.com/office/drawing/2014/main" id="{4A8AFE10-BDC2-817D-6A59-9E6E8506A570}"/>
                </a:ext>
              </a:extLst>
            </p:cNvPr>
            <p:cNvSpPr>
              <a:spLocks noGrp="1"/>
            </p:cNvSpPr>
            <p:nvPr/>
          </p:nvSpPr>
          <p:spPr>
            <a:xfrm>
              <a:off x="1141207" y="5392870"/>
              <a:ext cx="7668" cy="2905"/>
            </a:xfrm>
            <a:custGeom>
              <a:avLst/>
              <a:gdLst/>
              <a:ahLst/>
              <a:cxnLst/>
              <a:rect l="0" t="0" r="0" b="0"/>
              <a:pathLst>
                <a:path w="7668" h="2905">
                  <a:moveTo>
                    <a:pt x="0" y="0"/>
                  </a:moveTo>
                  <a:lnTo>
                    <a:pt x="7668" y="2905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8" name="Input_receptor__487">
              <a:extLst>
                <a:ext uri="{FF2B5EF4-FFF2-40B4-BE49-F238E27FC236}">
                  <a16:creationId xmlns:a16="http://schemas.microsoft.com/office/drawing/2014/main" id="{86EB7C6D-AD65-3197-A79F-608C07B210CC}"/>
                </a:ext>
              </a:extLst>
            </p:cNvPr>
            <p:cNvSpPr>
              <a:spLocks noGrp="1"/>
            </p:cNvSpPr>
            <p:nvPr/>
          </p:nvSpPr>
          <p:spPr>
            <a:xfrm>
              <a:off x="1502798" y="5223185"/>
              <a:ext cx="14899" cy="43721"/>
            </a:xfrm>
            <a:custGeom>
              <a:avLst/>
              <a:gdLst/>
              <a:ahLst/>
              <a:cxnLst/>
              <a:rect l="0" t="0" r="0" b="0"/>
              <a:pathLst>
                <a:path w="14899" h="43721">
                  <a:moveTo>
                    <a:pt x="0" y="43721"/>
                  </a:moveTo>
                  <a:lnTo>
                    <a:pt x="14899" y="0"/>
                  </a:lnTo>
                </a:path>
              </a:pathLst>
            </a:custGeom>
            <a:noFill/>
            <a:ln w="20003">
              <a:solidFill>
                <a:srgbClr val="798D9A"/>
              </a:solidFill>
            </a:ln>
          </p:spPr>
        </p:sp>
        <p:sp>
          <p:nvSpPr>
            <p:cNvPr id="489" name="Input_receptor__488">
              <a:extLst>
                <a:ext uri="{FF2B5EF4-FFF2-40B4-BE49-F238E27FC236}">
                  <a16:creationId xmlns:a16="http://schemas.microsoft.com/office/drawing/2014/main" id="{EE02A139-D18E-7683-875E-1E2AC21C38D6}"/>
                </a:ext>
              </a:extLst>
            </p:cNvPr>
            <p:cNvSpPr>
              <a:spLocks noGrp="1"/>
            </p:cNvSpPr>
            <p:nvPr/>
          </p:nvSpPr>
          <p:spPr>
            <a:xfrm>
              <a:off x="1712234" y="5050434"/>
              <a:ext cx="25705" cy="1654"/>
            </a:xfrm>
            <a:custGeom>
              <a:avLst/>
              <a:gdLst/>
              <a:ahLst/>
              <a:cxnLst/>
              <a:rect l="0" t="0" r="0" b="0"/>
              <a:pathLst>
                <a:path w="25705" h="1654">
                  <a:moveTo>
                    <a:pt x="25705" y="0"/>
                  </a:moveTo>
                  <a:lnTo>
                    <a:pt x="0" y="1654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0" name="Input_receptor__489">
              <a:extLst>
                <a:ext uri="{FF2B5EF4-FFF2-40B4-BE49-F238E27FC236}">
                  <a16:creationId xmlns:a16="http://schemas.microsoft.com/office/drawing/2014/main" id="{4148ABE4-D8B0-7430-9364-EDF04680FD88}"/>
                </a:ext>
              </a:extLst>
            </p:cNvPr>
            <p:cNvSpPr>
              <a:spLocks noGrp="1"/>
            </p:cNvSpPr>
            <p:nvPr/>
          </p:nvSpPr>
          <p:spPr>
            <a:xfrm>
              <a:off x="1181496" y="5415603"/>
              <a:ext cx="19508" cy="32963"/>
            </a:xfrm>
            <a:custGeom>
              <a:avLst/>
              <a:gdLst/>
              <a:ahLst/>
              <a:cxnLst/>
              <a:rect l="0" t="0" r="0" b="0"/>
              <a:pathLst>
                <a:path w="19508" h="32963">
                  <a:moveTo>
                    <a:pt x="19508" y="0"/>
                  </a:moveTo>
                  <a:lnTo>
                    <a:pt x="0" y="32963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1" name="Input_receptor__490">
              <a:extLst>
                <a:ext uri="{FF2B5EF4-FFF2-40B4-BE49-F238E27FC236}">
                  <a16:creationId xmlns:a16="http://schemas.microsoft.com/office/drawing/2014/main" id="{EBEB8C7C-E68A-01B3-CED8-79D7095CF62F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337773"/>
              <a:ext cx="36716" cy="17761"/>
            </a:xfrm>
            <a:custGeom>
              <a:avLst/>
              <a:gdLst/>
              <a:ahLst/>
              <a:cxnLst/>
              <a:rect l="0" t="0" r="0" b="0"/>
              <a:pathLst>
                <a:path w="36716" h="17761">
                  <a:moveTo>
                    <a:pt x="0" y="17761"/>
                  </a:moveTo>
                  <a:lnTo>
                    <a:pt x="36716" y="0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2" name="Input_receptor__491">
              <a:extLst>
                <a:ext uri="{FF2B5EF4-FFF2-40B4-BE49-F238E27FC236}">
                  <a16:creationId xmlns:a16="http://schemas.microsoft.com/office/drawing/2014/main" id="{E8B330C5-CAD8-FE2C-D3A8-AEF89713E15A}"/>
                </a:ext>
              </a:extLst>
            </p:cNvPr>
            <p:cNvSpPr>
              <a:spLocks noGrp="1"/>
            </p:cNvSpPr>
            <p:nvPr/>
          </p:nvSpPr>
          <p:spPr>
            <a:xfrm>
              <a:off x="1452522" y="5206151"/>
              <a:ext cx="21305" cy="19598"/>
            </a:xfrm>
            <a:custGeom>
              <a:avLst/>
              <a:gdLst/>
              <a:ahLst/>
              <a:cxnLst/>
              <a:rect l="0" t="0" r="0" b="0"/>
              <a:pathLst>
                <a:path w="21305" h="19598">
                  <a:moveTo>
                    <a:pt x="21305" y="0"/>
                  </a:moveTo>
                  <a:lnTo>
                    <a:pt x="0" y="19598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3" name="Input_receptor__492">
              <a:extLst>
                <a:ext uri="{FF2B5EF4-FFF2-40B4-BE49-F238E27FC236}">
                  <a16:creationId xmlns:a16="http://schemas.microsoft.com/office/drawing/2014/main" id="{0F7BF9F5-A873-AD4C-D1FD-8E91D7663D05}"/>
                </a:ext>
              </a:extLst>
            </p:cNvPr>
            <p:cNvSpPr>
              <a:spLocks noGrp="1"/>
            </p:cNvSpPr>
            <p:nvPr/>
          </p:nvSpPr>
          <p:spPr>
            <a:xfrm>
              <a:off x="1419937" y="4673835"/>
              <a:ext cx="14433" cy="17516"/>
            </a:xfrm>
            <a:custGeom>
              <a:avLst/>
              <a:gdLst/>
              <a:ahLst/>
              <a:cxnLst/>
              <a:rect l="0" t="0" r="0" b="0"/>
              <a:pathLst>
                <a:path w="14433" h="17516">
                  <a:moveTo>
                    <a:pt x="0" y="0"/>
                  </a:moveTo>
                  <a:lnTo>
                    <a:pt x="14433" y="17516"/>
                  </a:lnTo>
                </a:path>
              </a:pathLst>
            </a:custGeom>
            <a:noFill/>
            <a:ln w="8096">
              <a:solidFill>
                <a:srgbClr val="798D9B"/>
              </a:solidFill>
            </a:ln>
          </p:spPr>
        </p:sp>
        <p:sp>
          <p:nvSpPr>
            <p:cNvPr id="494" name="Input_receptor__493">
              <a:extLst>
                <a:ext uri="{FF2B5EF4-FFF2-40B4-BE49-F238E27FC236}">
                  <a16:creationId xmlns:a16="http://schemas.microsoft.com/office/drawing/2014/main" id="{35220C00-C79F-870F-B9AF-B4B6BDC48A7C}"/>
                </a:ext>
              </a:extLst>
            </p:cNvPr>
            <p:cNvSpPr>
              <a:spLocks noGrp="1"/>
            </p:cNvSpPr>
            <p:nvPr/>
          </p:nvSpPr>
          <p:spPr>
            <a:xfrm>
              <a:off x="1618343" y="5130884"/>
              <a:ext cx="46036" cy="14749"/>
            </a:xfrm>
            <a:custGeom>
              <a:avLst/>
              <a:gdLst/>
              <a:ahLst/>
              <a:cxnLst/>
              <a:rect l="0" t="0" r="0" b="0"/>
              <a:pathLst>
                <a:path w="46036" h="14749">
                  <a:moveTo>
                    <a:pt x="0" y="0"/>
                  </a:moveTo>
                  <a:lnTo>
                    <a:pt x="46036" y="14749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5" name="Input_receptor__494">
              <a:extLst>
                <a:ext uri="{FF2B5EF4-FFF2-40B4-BE49-F238E27FC236}">
                  <a16:creationId xmlns:a16="http://schemas.microsoft.com/office/drawing/2014/main" id="{7CB2E6DC-2A3A-2D00-13C2-5179B3EB2414}"/>
                </a:ext>
              </a:extLst>
            </p:cNvPr>
            <p:cNvSpPr>
              <a:spLocks noGrp="1"/>
            </p:cNvSpPr>
            <p:nvPr/>
          </p:nvSpPr>
          <p:spPr>
            <a:xfrm>
              <a:off x="1220142" y="5057366"/>
              <a:ext cx="28272" cy="39191"/>
            </a:xfrm>
            <a:custGeom>
              <a:avLst/>
              <a:gdLst/>
              <a:ahLst/>
              <a:cxnLst/>
              <a:rect l="0" t="0" r="0" b="0"/>
              <a:pathLst>
                <a:path w="28272" h="39191">
                  <a:moveTo>
                    <a:pt x="28272" y="0"/>
                  </a:moveTo>
                  <a:lnTo>
                    <a:pt x="0" y="39191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6" name="Input_receptor__495">
              <a:extLst>
                <a:ext uri="{FF2B5EF4-FFF2-40B4-BE49-F238E27FC236}">
                  <a16:creationId xmlns:a16="http://schemas.microsoft.com/office/drawing/2014/main" id="{739BDB49-9BC9-E54F-DABA-6017C4873FDB}"/>
                </a:ext>
              </a:extLst>
            </p:cNvPr>
            <p:cNvSpPr>
              <a:spLocks noGrp="1"/>
            </p:cNvSpPr>
            <p:nvPr/>
          </p:nvSpPr>
          <p:spPr>
            <a:xfrm>
              <a:off x="1497829" y="4672681"/>
              <a:ext cx="30410" cy="37348"/>
            </a:xfrm>
            <a:custGeom>
              <a:avLst/>
              <a:gdLst/>
              <a:ahLst/>
              <a:cxnLst/>
              <a:rect l="0" t="0" r="0" b="0"/>
              <a:pathLst>
                <a:path w="30410" h="37348">
                  <a:moveTo>
                    <a:pt x="0" y="0"/>
                  </a:moveTo>
                  <a:lnTo>
                    <a:pt x="30410" y="37348"/>
                  </a:lnTo>
                </a:path>
              </a:pathLst>
            </a:custGeom>
            <a:noFill/>
            <a:ln w="8096">
              <a:solidFill>
                <a:srgbClr val="798D9B"/>
              </a:solidFill>
            </a:ln>
          </p:spPr>
        </p:sp>
        <p:sp>
          <p:nvSpPr>
            <p:cNvPr id="497" name="Input_receptor__496">
              <a:extLst>
                <a:ext uri="{FF2B5EF4-FFF2-40B4-BE49-F238E27FC236}">
                  <a16:creationId xmlns:a16="http://schemas.microsoft.com/office/drawing/2014/main" id="{EEE51661-BF44-EC65-9750-38BFA326AA9A}"/>
                </a:ext>
              </a:extLst>
            </p:cNvPr>
            <p:cNvSpPr>
              <a:spLocks noGrp="1"/>
            </p:cNvSpPr>
            <p:nvPr/>
          </p:nvSpPr>
          <p:spPr>
            <a:xfrm>
              <a:off x="1644795" y="5222587"/>
              <a:ext cx="32613" cy="28326"/>
            </a:xfrm>
            <a:custGeom>
              <a:avLst/>
              <a:gdLst/>
              <a:ahLst/>
              <a:cxnLst/>
              <a:rect l="0" t="0" r="0" b="0"/>
              <a:pathLst>
                <a:path w="32613" h="28326">
                  <a:moveTo>
                    <a:pt x="32613" y="0"/>
                  </a:moveTo>
                  <a:lnTo>
                    <a:pt x="0" y="28326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8" name="Input_receptor__497">
              <a:extLst>
                <a:ext uri="{FF2B5EF4-FFF2-40B4-BE49-F238E27FC236}">
                  <a16:creationId xmlns:a16="http://schemas.microsoft.com/office/drawing/2014/main" id="{D018D75B-FF87-BD82-0CF2-ED5AA3FA42AB}"/>
                </a:ext>
              </a:extLst>
            </p:cNvPr>
            <p:cNvSpPr>
              <a:spLocks noGrp="1"/>
            </p:cNvSpPr>
            <p:nvPr/>
          </p:nvSpPr>
          <p:spPr>
            <a:xfrm>
              <a:off x="1315795" y="5299454"/>
              <a:ext cx="13197" cy="36941"/>
            </a:xfrm>
            <a:custGeom>
              <a:avLst/>
              <a:gdLst/>
              <a:ahLst/>
              <a:cxnLst/>
              <a:rect l="0" t="0" r="0" b="0"/>
              <a:pathLst>
                <a:path w="13197" h="36941">
                  <a:moveTo>
                    <a:pt x="13197" y="0"/>
                  </a:moveTo>
                  <a:lnTo>
                    <a:pt x="0" y="36941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499" name="Input_receptor__498">
              <a:extLst>
                <a:ext uri="{FF2B5EF4-FFF2-40B4-BE49-F238E27FC236}">
                  <a16:creationId xmlns:a16="http://schemas.microsoft.com/office/drawing/2014/main" id="{57FF2056-8D93-73AA-35DF-3EAE2CB5917B}"/>
                </a:ext>
              </a:extLst>
            </p:cNvPr>
            <p:cNvSpPr>
              <a:spLocks noGrp="1"/>
            </p:cNvSpPr>
            <p:nvPr/>
          </p:nvSpPr>
          <p:spPr>
            <a:xfrm>
              <a:off x="1293831" y="5666635"/>
              <a:ext cx="36004" cy="27239"/>
            </a:xfrm>
            <a:custGeom>
              <a:avLst/>
              <a:gdLst/>
              <a:ahLst/>
              <a:cxnLst/>
              <a:rect l="0" t="0" r="0" b="0"/>
              <a:pathLst>
                <a:path w="36004" h="27239">
                  <a:moveTo>
                    <a:pt x="36004" y="0"/>
                  </a:moveTo>
                  <a:lnTo>
                    <a:pt x="0" y="27239"/>
                  </a:lnTo>
                </a:path>
              </a:pathLst>
            </a:custGeom>
            <a:noFill/>
            <a:ln w="20003">
              <a:solidFill>
                <a:srgbClr val="798D9B"/>
              </a:solidFill>
            </a:ln>
          </p:spPr>
        </p:sp>
        <p:sp>
          <p:nvSpPr>
            <p:cNvPr id="500" name="Input_receptor__499">
              <a:extLst>
                <a:ext uri="{FF2B5EF4-FFF2-40B4-BE49-F238E27FC236}">
                  <a16:creationId xmlns:a16="http://schemas.microsoft.com/office/drawing/2014/main" id="{033BE67C-2FF8-2093-E53E-A5313F419E82}"/>
                </a:ext>
              </a:extLst>
            </p:cNvPr>
            <p:cNvSpPr>
              <a:spLocks noGrp="1"/>
            </p:cNvSpPr>
            <p:nvPr/>
          </p:nvSpPr>
          <p:spPr>
            <a:xfrm>
              <a:off x="1129576" y="5337773"/>
              <a:ext cx="30111" cy="10691"/>
            </a:xfrm>
            <a:custGeom>
              <a:avLst/>
              <a:gdLst/>
              <a:ahLst/>
              <a:cxnLst/>
              <a:rect l="0" t="0" r="0" b="0"/>
              <a:pathLst>
                <a:path w="30111" h="10691">
                  <a:moveTo>
                    <a:pt x="0" y="0"/>
                  </a:moveTo>
                  <a:lnTo>
                    <a:pt x="30111" y="10691"/>
                  </a:lnTo>
                </a:path>
              </a:pathLst>
            </a:custGeom>
            <a:noFill/>
            <a:ln w="20003">
              <a:solidFill>
                <a:srgbClr val="7A8D9B"/>
              </a:solidFill>
            </a:ln>
          </p:spPr>
        </p:sp>
        <p:sp>
          <p:nvSpPr>
            <p:cNvPr id="501" name="Input_receptor__500">
              <a:extLst>
                <a:ext uri="{FF2B5EF4-FFF2-40B4-BE49-F238E27FC236}">
                  <a16:creationId xmlns:a16="http://schemas.microsoft.com/office/drawing/2014/main" id="{0DE85D3E-D533-E2D1-FCCF-B42010FBB323}"/>
                </a:ext>
              </a:extLst>
            </p:cNvPr>
            <p:cNvSpPr>
              <a:spLocks noGrp="1"/>
            </p:cNvSpPr>
            <p:nvPr/>
          </p:nvSpPr>
          <p:spPr>
            <a:xfrm>
              <a:off x="1113455" y="5026634"/>
              <a:ext cx="2277" cy="38221"/>
            </a:xfrm>
            <a:custGeom>
              <a:avLst/>
              <a:gdLst/>
              <a:ahLst/>
              <a:cxnLst/>
              <a:rect l="0" t="0" r="0" b="0"/>
              <a:pathLst>
                <a:path w="2277" h="38221">
                  <a:moveTo>
                    <a:pt x="0" y="38221"/>
                  </a:moveTo>
                  <a:lnTo>
                    <a:pt x="2277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2" name="Input_receptor__501">
              <a:extLst>
                <a:ext uri="{FF2B5EF4-FFF2-40B4-BE49-F238E27FC236}">
                  <a16:creationId xmlns:a16="http://schemas.microsoft.com/office/drawing/2014/main" id="{46792436-FBE3-A480-95F0-73E93D9EA35A}"/>
                </a:ext>
              </a:extLst>
            </p:cNvPr>
            <p:cNvSpPr>
              <a:spLocks noGrp="1"/>
            </p:cNvSpPr>
            <p:nvPr/>
          </p:nvSpPr>
          <p:spPr>
            <a:xfrm>
              <a:off x="1901024" y="5309020"/>
              <a:ext cx="31398" cy="34965"/>
            </a:xfrm>
            <a:custGeom>
              <a:avLst/>
              <a:gdLst/>
              <a:ahLst/>
              <a:cxnLst/>
              <a:rect l="0" t="0" r="0" b="0"/>
              <a:pathLst>
                <a:path w="31398" h="34965">
                  <a:moveTo>
                    <a:pt x="0" y="34965"/>
                  </a:moveTo>
                  <a:lnTo>
                    <a:pt x="31398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3" name="Input_receptor__502">
              <a:extLst>
                <a:ext uri="{FF2B5EF4-FFF2-40B4-BE49-F238E27FC236}">
                  <a16:creationId xmlns:a16="http://schemas.microsoft.com/office/drawing/2014/main" id="{29DF96E8-BB99-EC17-353E-5CD6A73C4FEC}"/>
                </a:ext>
              </a:extLst>
            </p:cNvPr>
            <p:cNvSpPr>
              <a:spLocks noGrp="1"/>
            </p:cNvSpPr>
            <p:nvPr/>
          </p:nvSpPr>
          <p:spPr>
            <a:xfrm>
              <a:off x="1076970" y="5064854"/>
              <a:ext cx="36485" cy="18812"/>
            </a:xfrm>
            <a:custGeom>
              <a:avLst/>
              <a:gdLst/>
              <a:ahLst/>
              <a:cxnLst/>
              <a:rect l="0" t="0" r="0" b="0"/>
              <a:pathLst>
                <a:path w="36485" h="18812">
                  <a:moveTo>
                    <a:pt x="0" y="18812"/>
                  </a:moveTo>
                  <a:lnTo>
                    <a:pt x="36485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4" name="Input_receptor__503">
              <a:extLst>
                <a:ext uri="{FF2B5EF4-FFF2-40B4-BE49-F238E27FC236}">
                  <a16:creationId xmlns:a16="http://schemas.microsoft.com/office/drawing/2014/main" id="{97D74CC2-687B-6622-E9FE-22208D093A59}"/>
                </a:ext>
              </a:extLst>
            </p:cNvPr>
            <p:cNvSpPr>
              <a:spLocks noGrp="1"/>
            </p:cNvSpPr>
            <p:nvPr/>
          </p:nvSpPr>
          <p:spPr>
            <a:xfrm>
              <a:off x="1883668" y="5237599"/>
              <a:ext cx="40243" cy="24863"/>
            </a:xfrm>
            <a:custGeom>
              <a:avLst/>
              <a:gdLst/>
              <a:ahLst/>
              <a:cxnLst/>
              <a:rect l="0" t="0" r="0" b="0"/>
              <a:pathLst>
                <a:path w="40243" h="24863">
                  <a:moveTo>
                    <a:pt x="40243" y="0"/>
                  </a:moveTo>
                  <a:lnTo>
                    <a:pt x="0" y="24863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5" name="Input_receptor__504">
              <a:extLst>
                <a:ext uri="{FF2B5EF4-FFF2-40B4-BE49-F238E27FC236}">
                  <a16:creationId xmlns:a16="http://schemas.microsoft.com/office/drawing/2014/main" id="{23696A4E-3CDC-2D6F-4F94-13B27C4AA06A}"/>
                </a:ext>
              </a:extLst>
            </p:cNvPr>
            <p:cNvSpPr>
              <a:spLocks noGrp="1"/>
            </p:cNvSpPr>
            <p:nvPr/>
          </p:nvSpPr>
          <p:spPr>
            <a:xfrm>
              <a:off x="1451901" y="4739899"/>
              <a:ext cx="14166" cy="45788"/>
            </a:xfrm>
            <a:custGeom>
              <a:avLst/>
              <a:gdLst/>
              <a:ahLst/>
              <a:cxnLst/>
              <a:rect l="0" t="0" r="0" b="0"/>
              <a:pathLst>
                <a:path w="14166" h="45788">
                  <a:moveTo>
                    <a:pt x="14166" y="0"/>
                  </a:moveTo>
                  <a:lnTo>
                    <a:pt x="0" y="45788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6" name="Input_receptor__505">
              <a:extLst>
                <a:ext uri="{FF2B5EF4-FFF2-40B4-BE49-F238E27FC236}">
                  <a16:creationId xmlns:a16="http://schemas.microsoft.com/office/drawing/2014/main" id="{535C1A35-3F6D-2BF9-2150-E01D096E46CF}"/>
                </a:ext>
              </a:extLst>
            </p:cNvPr>
            <p:cNvSpPr>
              <a:spLocks noGrp="1"/>
            </p:cNvSpPr>
            <p:nvPr/>
          </p:nvSpPr>
          <p:spPr>
            <a:xfrm>
              <a:off x="1330773" y="5426084"/>
              <a:ext cx="13648" cy="16322"/>
            </a:xfrm>
            <a:custGeom>
              <a:avLst/>
              <a:gdLst/>
              <a:ahLst/>
              <a:cxnLst/>
              <a:rect l="0" t="0" r="0" b="0"/>
              <a:pathLst>
                <a:path w="13648" h="16322">
                  <a:moveTo>
                    <a:pt x="13648" y="0"/>
                  </a:moveTo>
                  <a:lnTo>
                    <a:pt x="0" y="16322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07" name="Input_receptor__506">
              <a:extLst>
                <a:ext uri="{FF2B5EF4-FFF2-40B4-BE49-F238E27FC236}">
                  <a16:creationId xmlns:a16="http://schemas.microsoft.com/office/drawing/2014/main" id="{C1C42334-423D-CB42-7BB5-F29273D763A5}"/>
                </a:ext>
              </a:extLst>
            </p:cNvPr>
            <p:cNvSpPr>
              <a:spLocks noGrp="1"/>
            </p:cNvSpPr>
            <p:nvPr/>
          </p:nvSpPr>
          <p:spPr>
            <a:xfrm>
              <a:off x="1681639" y="4840407"/>
              <a:ext cx="8330" cy="35573"/>
            </a:xfrm>
            <a:custGeom>
              <a:avLst/>
              <a:gdLst/>
              <a:ahLst/>
              <a:cxnLst/>
              <a:rect l="0" t="0" r="0" b="0"/>
              <a:pathLst>
                <a:path w="8330" h="35573">
                  <a:moveTo>
                    <a:pt x="8330" y="355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8" name="Input_receptor__507">
              <a:extLst>
                <a:ext uri="{FF2B5EF4-FFF2-40B4-BE49-F238E27FC236}">
                  <a16:creationId xmlns:a16="http://schemas.microsoft.com/office/drawing/2014/main" id="{BD187B75-E3B8-8D4E-D947-C2CDFDCAE099}"/>
                </a:ext>
              </a:extLst>
            </p:cNvPr>
            <p:cNvSpPr>
              <a:spLocks noGrp="1"/>
            </p:cNvSpPr>
            <p:nvPr/>
          </p:nvSpPr>
          <p:spPr>
            <a:xfrm>
              <a:off x="1511667" y="4814295"/>
              <a:ext cx="29658" cy="23188"/>
            </a:xfrm>
            <a:custGeom>
              <a:avLst/>
              <a:gdLst/>
              <a:ahLst/>
              <a:cxnLst/>
              <a:rect l="0" t="0" r="0" b="0"/>
              <a:pathLst>
                <a:path w="29658" h="23188">
                  <a:moveTo>
                    <a:pt x="0" y="0"/>
                  </a:moveTo>
                  <a:lnTo>
                    <a:pt x="29658" y="23188"/>
                  </a:lnTo>
                </a:path>
              </a:pathLst>
            </a:custGeom>
            <a:noFill/>
            <a:ln w="8096">
              <a:solidFill>
                <a:srgbClr val="7A8E9B"/>
              </a:solidFill>
            </a:ln>
          </p:spPr>
        </p:sp>
        <p:sp>
          <p:nvSpPr>
            <p:cNvPr id="509" name="Input_receptor__508">
              <a:extLst>
                <a:ext uri="{FF2B5EF4-FFF2-40B4-BE49-F238E27FC236}">
                  <a16:creationId xmlns:a16="http://schemas.microsoft.com/office/drawing/2014/main" id="{D2FD521C-B466-4105-08DF-864F2EFEE313}"/>
                </a:ext>
              </a:extLst>
            </p:cNvPr>
            <p:cNvSpPr>
              <a:spLocks noGrp="1"/>
            </p:cNvSpPr>
            <p:nvPr/>
          </p:nvSpPr>
          <p:spPr>
            <a:xfrm>
              <a:off x="1203204" y="5627970"/>
              <a:ext cx="47869" cy="731"/>
            </a:xfrm>
            <a:custGeom>
              <a:avLst/>
              <a:gdLst/>
              <a:ahLst/>
              <a:cxnLst/>
              <a:rect l="0" t="0" r="0" b="0"/>
              <a:pathLst>
                <a:path w="47869" h="731">
                  <a:moveTo>
                    <a:pt x="47869" y="7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10" name="Input_receptor__509">
              <a:extLst>
                <a:ext uri="{FF2B5EF4-FFF2-40B4-BE49-F238E27FC236}">
                  <a16:creationId xmlns:a16="http://schemas.microsoft.com/office/drawing/2014/main" id="{1D8C3D0B-5D4F-6F64-C04A-9137D064D3D2}"/>
                </a:ext>
              </a:extLst>
            </p:cNvPr>
            <p:cNvSpPr>
              <a:spLocks noGrp="1"/>
            </p:cNvSpPr>
            <p:nvPr/>
          </p:nvSpPr>
          <p:spPr>
            <a:xfrm>
              <a:off x="1290962" y="5380487"/>
              <a:ext cx="44271" cy="11569"/>
            </a:xfrm>
            <a:custGeom>
              <a:avLst/>
              <a:gdLst/>
              <a:ahLst/>
              <a:cxnLst/>
              <a:rect l="0" t="0" r="0" b="0"/>
              <a:pathLst>
                <a:path w="44271" h="11569">
                  <a:moveTo>
                    <a:pt x="0" y="11569"/>
                  </a:moveTo>
                  <a:lnTo>
                    <a:pt x="44271" y="0"/>
                  </a:lnTo>
                </a:path>
              </a:pathLst>
            </a:custGeom>
            <a:noFill/>
            <a:ln w="20003">
              <a:solidFill>
                <a:srgbClr val="7A8E9B"/>
              </a:solidFill>
            </a:ln>
          </p:spPr>
        </p:sp>
        <p:sp>
          <p:nvSpPr>
            <p:cNvPr id="511" name="Input_receptor__510">
              <a:extLst>
                <a:ext uri="{FF2B5EF4-FFF2-40B4-BE49-F238E27FC236}">
                  <a16:creationId xmlns:a16="http://schemas.microsoft.com/office/drawing/2014/main" id="{7D01B978-8E4B-B61F-F3C0-423FD4737B8B}"/>
                </a:ext>
              </a:extLst>
            </p:cNvPr>
            <p:cNvSpPr>
              <a:spLocks noGrp="1"/>
            </p:cNvSpPr>
            <p:nvPr/>
          </p:nvSpPr>
          <p:spPr>
            <a:xfrm>
              <a:off x="1511692" y="5437048"/>
              <a:ext cx="10630" cy="905"/>
            </a:xfrm>
            <a:custGeom>
              <a:avLst/>
              <a:gdLst/>
              <a:ahLst/>
              <a:cxnLst/>
              <a:rect l="0" t="0" r="0" b="0"/>
              <a:pathLst>
                <a:path w="10630" h="905">
                  <a:moveTo>
                    <a:pt x="10630" y="9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2" name="Input_receptor__511">
              <a:extLst>
                <a:ext uri="{FF2B5EF4-FFF2-40B4-BE49-F238E27FC236}">
                  <a16:creationId xmlns:a16="http://schemas.microsoft.com/office/drawing/2014/main" id="{F03F469B-0EB8-0A2A-BAAF-23BCD0E91D48}"/>
                </a:ext>
              </a:extLst>
            </p:cNvPr>
            <p:cNvSpPr>
              <a:spLocks noGrp="1"/>
            </p:cNvSpPr>
            <p:nvPr/>
          </p:nvSpPr>
          <p:spPr>
            <a:xfrm>
              <a:off x="1248103" y="5108228"/>
              <a:ext cx="40681" cy="23517"/>
            </a:xfrm>
            <a:custGeom>
              <a:avLst/>
              <a:gdLst/>
              <a:ahLst/>
              <a:cxnLst/>
              <a:rect l="0" t="0" r="0" b="0"/>
              <a:pathLst>
                <a:path w="40681" h="23517">
                  <a:moveTo>
                    <a:pt x="40681" y="0"/>
                  </a:moveTo>
                  <a:lnTo>
                    <a:pt x="0" y="23517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3" name="Input_receptor__512">
              <a:extLst>
                <a:ext uri="{FF2B5EF4-FFF2-40B4-BE49-F238E27FC236}">
                  <a16:creationId xmlns:a16="http://schemas.microsoft.com/office/drawing/2014/main" id="{3FD6F834-CE07-0CA5-891C-F35ECD1F760E}"/>
                </a:ext>
              </a:extLst>
            </p:cNvPr>
            <p:cNvSpPr>
              <a:spLocks noGrp="1"/>
            </p:cNvSpPr>
            <p:nvPr/>
          </p:nvSpPr>
          <p:spPr>
            <a:xfrm>
              <a:off x="1068561" y="5288738"/>
              <a:ext cx="42478" cy="6983"/>
            </a:xfrm>
            <a:custGeom>
              <a:avLst/>
              <a:gdLst/>
              <a:ahLst/>
              <a:cxnLst/>
              <a:rect l="0" t="0" r="0" b="0"/>
              <a:pathLst>
                <a:path w="42478" h="6983">
                  <a:moveTo>
                    <a:pt x="0" y="6983"/>
                  </a:moveTo>
                  <a:lnTo>
                    <a:pt x="42478" y="0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4" name="Input_receptor__513">
              <a:extLst>
                <a:ext uri="{FF2B5EF4-FFF2-40B4-BE49-F238E27FC236}">
                  <a16:creationId xmlns:a16="http://schemas.microsoft.com/office/drawing/2014/main" id="{F3290A1B-FDB7-BC81-3C9E-E311140444E3}"/>
                </a:ext>
              </a:extLst>
            </p:cNvPr>
            <p:cNvSpPr>
              <a:spLocks noGrp="1"/>
            </p:cNvSpPr>
            <p:nvPr/>
          </p:nvSpPr>
          <p:spPr>
            <a:xfrm>
              <a:off x="1761543" y="5161311"/>
              <a:ext cx="30106" cy="30765"/>
            </a:xfrm>
            <a:custGeom>
              <a:avLst/>
              <a:gdLst/>
              <a:ahLst/>
              <a:cxnLst/>
              <a:rect l="0" t="0" r="0" b="0"/>
              <a:pathLst>
                <a:path w="30106" h="30765">
                  <a:moveTo>
                    <a:pt x="0" y="0"/>
                  </a:moveTo>
                  <a:lnTo>
                    <a:pt x="30106" y="30765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5" name="Input_receptor__514">
              <a:extLst>
                <a:ext uri="{FF2B5EF4-FFF2-40B4-BE49-F238E27FC236}">
                  <a16:creationId xmlns:a16="http://schemas.microsoft.com/office/drawing/2014/main" id="{81F4D1B5-B05E-7E1C-832E-81AC37BA0C4F}"/>
                </a:ext>
              </a:extLst>
            </p:cNvPr>
            <p:cNvSpPr>
              <a:spLocks noGrp="1"/>
            </p:cNvSpPr>
            <p:nvPr/>
          </p:nvSpPr>
          <p:spPr>
            <a:xfrm>
              <a:off x="1227792" y="5027522"/>
              <a:ext cx="20622" cy="29844"/>
            </a:xfrm>
            <a:custGeom>
              <a:avLst/>
              <a:gdLst/>
              <a:ahLst/>
              <a:cxnLst/>
              <a:rect l="0" t="0" r="0" b="0"/>
              <a:pathLst>
                <a:path w="20622" h="29844">
                  <a:moveTo>
                    <a:pt x="0" y="0"/>
                  </a:moveTo>
                  <a:lnTo>
                    <a:pt x="20622" y="29844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6" name="Input_receptor__515">
              <a:extLst>
                <a:ext uri="{FF2B5EF4-FFF2-40B4-BE49-F238E27FC236}">
                  <a16:creationId xmlns:a16="http://schemas.microsoft.com/office/drawing/2014/main" id="{84EF9C2E-6762-62C1-4A79-13B15C4A8469}"/>
                </a:ext>
              </a:extLst>
            </p:cNvPr>
            <p:cNvSpPr>
              <a:spLocks noGrp="1"/>
            </p:cNvSpPr>
            <p:nvPr/>
          </p:nvSpPr>
          <p:spPr>
            <a:xfrm>
              <a:off x="1658188" y="5145634"/>
              <a:ext cx="6192" cy="32373"/>
            </a:xfrm>
            <a:custGeom>
              <a:avLst/>
              <a:gdLst/>
              <a:ahLst/>
              <a:cxnLst/>
              <a:rect l="0" t="0" r="0" b="0"/>
              <a:pathLst>
                <a:path w="6192" h="32373">
                  <a:moveTo>
                    <a:pt x="6192" y="0"/>
                  </a:moveTo>
                  <a:lnTo>
                    <a:pt x="0" y="32373"/>
                  </a:lnTo>
                </a:path>
              </a:pathLst>
            </a:custGeom>
            <a:noFill/>
            <a:ln w="20003">
              <a:solidFill>
                <a:srgbClr val="7A8E9C"/>
              </a:solidFill>
            </a:ln>
          </p:spPr>
        </p:sp>
        <p:sp>
          <p:nvSpPr>
            <p:cNvPr id="517" name="Input_receptor__516">
              <a:extLst>
                <a:ext uri="{FF2B5EF4-FFF2-40B4-BE49-F238E27FC236}">
                  <a16:creationId xmlns:a16="http://schemas.microsoft.com/office/drawing/2014/main" id="{E12DE9C9-5BC9-E6FF-2545-FB9CFCD5B36F}"/>
                </a:ext>
              </a:extLst>
            </p:cNvPr>
            <p:cNvSpPr>
              <a:spLocks noGrp="1"/>
            </p:cNvSpPr>
            <p:nvPr/>
          </p:nvSpPr>
          <p:spPr>
            <a:xfrm>
              <a:off x="1932421" y="5271606"/>
              <a:ext cx="16144" cy="37414"/>
            </a:xfrm>
            <a:custGeom>
              <a:avLst/>
              <a:gdLst/>
              <a:ahLst/>
              <a:cxnLst/>
              <a:rect l="0" t="0" r="0" b="0"/>
              <a:pathLst>
                <a:path w="16144" h="37414">
                  <a:moveTo>
                    <a:pt x="0" y="37414"/>
                  </a:moveTo>
                  <a:lnTo>
                    <a:pt x="16144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18" name="Input_receptor__517">
              <a:extLst>
                <a:ext uri="{FF2B5EF4-FFF2-40B4-BE49-F238E27FC236}">
                  <a16:creationId xmlns:a16="http://schemas.microsoft.com/office/drawing/2014/main" id="{2F95C541-9B55-6B9A-9D3B-324B287A2644}"/>
                </a:ext>
              </a:extLst>
            </p:cNvPr>
            <p:cNvSpPr>
              <a:spLocks noGrp="1"/>
            </p:cNvSpPr>
            <p:nvPr/>
          </p:nvSpPr>
          <p:spPr>
            <a:xfrm>
              <a:off x="1507562" y="4710029"/>
              <a:ext cx="20677" cy="22648"/>
            </a:xfrm>
            <a:custGeom>
              <a:avLst/>
              <a:gdLst/>
              <a:ahLst/>
              <a:cxnLst/>
              <a:rect l="0" t="0" r="0" b="0"/>
              <a:pathLst>
                <a:path w="20677" h="22648">
                  <a:moveTo>
                    <a:pt x="20677" y="0"/>
                  </a:moveTo>
                  <a:lnTo>
                    <a:pt x="0" y="22648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19" name="Input_receptor__518">
              <a:extLst>
                <a:ext uri="{FF2B5EF4-FFF2-40B4-BE49-F238E27FC236}">
                  <a16:creationId xmlns:a16="http://schemas.microsoft.com/office/drawing/2014/main" id="{1B334D07-123F-7E03-91F1-FC23AEEEBD59}"/>
                </a:ext>
              </a:extLst>
            </p:cNvPr>
            <p:cNvSpPr>
              <a:spLocks noGrp="1"/>
            </p:cNvSpPr>
            <p:nvPr/>
          </p:nvSpPr>
          <p:spPr>
            <a:xfrm>
              <a:off x="1202138" y="5215595"/>
              <a:ext cx="27348" cy="34887"/>
            </a:xfrm>
            <a:custGeom>
              <a:avLst/>
              <a:gdLst/>
              <a:ahLst/>
              <a:cxnLst/>
              <a:rect l="0" t="0" r="0" b="0"/>
              <a:pathLst>
                <a:path w="27348" h="34887">
                  <a:moveTo>
                    <a:pt x="0" y="0"/>
                  </a:moveTo>
                  <a:lnTo>
                    <a:pt x="27348" y="34887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0" name="Input_receptor__519">
              <a:extLst>
                <a:ext uri="{FF2B5EF4-FFF2-40B4-BE49-F238E27FC236}">
                  <a16:creationId xmlns:a16="http://schemas.microsoft.com/office/drawing/2014/main" id="{3DD7D0EC-A221-6065-66BC-301253F673E8}"/>
                </a:ext>
              </a:extLst>
            </p:cNvPr>
            <p:cNvSpPr>
              <a:spLocks noGrp="1"/>
            </p:cNvSpPr>
            <p:nvPr/>
          </p:nvSpPr>
          <p:spPr>
            <a:xfrm>
              <a:off x="1923911" y="5237599"/>
              <a:ext cx="24654" cy="34007"/>
            </a:xfrm>
            <a:custGeom>
              <a:avLst/>
              <a:gdLst/>
              <a:ahLst/>
              <a:cxnLst/>
              <a:rect l="0" t="0" r="0" b="0"/>
              <a:pathLst>
                <a:path w="24654" h="34007">
                  <a:moveTo>
                    <a:pt x="24654" y="340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1" name="Input_receptor__520">
              <a:extLst>
                <a:ext uri="{FF2B5EF4-FFF2-40B4-BE49-F238E27FC236}">
                  <a16:creationId xmlns:a16="http://schemas.microsoft.com/office/drawing/2014/main" id="{8B5D3AC4-A19F-0743-AB73-9A8E4AFEB61D}"/>
                </a:ext>
              </a:extLst>
            </p:cNvPr>
            <p:cNvSpPr>
              <a:spLocks noGrp="1"/>
            </p:cNvSpPr>
            <p:nvPr/>
          </p:nvSpPr>
          <p:spPr>
            <a:xfrm>
              <a:off x="1196585" y="5250482"/>
              <a:ext cx="32901" cy="30888"/>
            </a:xfrm>
            <a:custGeom>
              <a:avLst/>
              <a:gdLst/>
              <a:ahLst/>
              <a:cxnLst/>
              <a:rect l="0" t="0" r="0" b="0"/>
              <a:pathLst>
                <a:path w="32901" h="30888">
                  <a:moveTo>
                    <a:pt x="32901" y="0"/>
                  </a:moveTo>
                  <a:lnTo>
                    <a:pt x="0" y="30888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2" name="Input_receptor__521">
              <a:extLst>
                <a:ext uri="{FF2B5EF4-FFF2-40B4-BE49-F238E27FC236}">
                  <a16:creationId xmlns:a16="http://schemas.microsoft.com/office/drawing/2014/main" id="{AC1B1622-7413-64B9-21F5-3B26297EDC1F}"/>
                </a:ext>
              </a:extLst>
            </p:cNvPr>
            <p:cNvSpPr>
              <a:spLocks noGrp="1"/>
            </p:cNvSpPr>
            <p:nvPr/>
          </p:nvSpPr>
          <p:spPr>
            <a:xfrm>
              <a:off x="1163554" y="5215595"/>
              <a:ext cx="38583" cy="20340"/>
            </a:xfrm>
            <a:custGeom>
              <a:avLst/>
              <a:gdLst/>
              <a:ahLst/>
              <a:cxnLst/>
              <a:rect l="0" t="0" r="0" b="0"/>
              <a:pathLst>
                <a:path w="38583" h="20340">
                  <a:moveTo>
                    <a:pt x="0" y="20340"/>
                  </a:moveTo>
                  <a:lnTo>
                    <a:pt x="38583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3" name="Input_receptor__522">
              <a:extLst>
                <a:ext uri="{FF2B5EF4-FFF2-40B4-BE49-F238E27FC236}">
                  <a16:creationId xmlns:a16="http://schemas.microsoft.com/office/drawing/2014/main" id="{381B846C-34C1-DDD3-6A97-7A232CD1AFB0}"/>
                </a:ext>
              </a:extLst>
            </p:cNvPr>
            <p:cNvSpPr>
              <a:spLocks noGrp="1"/>
            </p:cNvSpPr>
            <p:nvPr/>
          </p:nvSpPr>
          <p:spPr>
            <a:xfrm>
              <a:off x="1727135" y="5161311"/>
              <a:ext cx="34408" cy="14932"/>
            </a:xfrm>
            <a:custGeom>
              <a:avLst/>
              <a:gdLst/>
              <a:ahLst/>
              <a:cxnLst/>
              <a:rect l="0" t="0" r="0" b="0"/>
              <a:pathLst>
                <a:path w="34408" h="14932">
                  <a:moveTo>
                    <a:pt x="0" y="14932"/>
                  </a:moveTo>
                  <a:lnTo>
                    <a:pt x="34408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4" name="Input_receptor__523">
              <a:extLst>
                <a:ext uri="{FF2B5EF4-FFF2-40B4-BE49-F238E27FC236}">
                  <a16:creationId xmlns:a16="http://schemas.microsoft.com/office/drawing/2014/main" id="{2C2E6E6F-9601-823B-4E1B-C74F0EB4C2BA}"/>
                </a:ext>
              </a:extLst>
            </p:cNvPr>
            <p:cNvSpPr>
              <a:spLocks noGrp="1"/>
            </p:cNvSpPr>
            <p:nvPr/>
          </p:nvSpPr>
          <p:spPr>
            <a:xfrm>
              <a:off x="1288784" y="5108228"/>
              <a:ext cx="28727" cy="32280"/>
            </a:xfrm>
            <a:custGeom>
              <a:avLst/>
              <a:gdLst/>
              <a:ahLst/>
              <a:cxnLst/>
              <a:rect l="0" t="0" r="0" b="0"/>
              <a:pathLst>
                <a:path w="28727" h="32280">
                  <a:moveTo>
                    <a:pt x="28727" y="322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5" name="Input_receptor__524">
              <a:extLst>
                <a:ext uri="{FF2B5EF4-FFF2-40B4-BE49-F238E27FC236}">
                  <a16:creationId xmlns:a16="http://schemas.microsoft.com/office/drawing/2014/main" id="{964B8DD7-686D-45E2-61E8-0E7D2DFDF09C}"/>
                </a:ext>
              </a:extLst>
            </p:cNvPr>
            <p:cNvSpPr>
              <a:spLocks noGrp="1"/>
            </p:cNvSpPr>
            <p:nvPr/>
          </p:nvSpPr>
          <p:spPr>
            <a:xfrm>
              <a:off x="1141207" y="5348463"/>
              <a:ext cx="18480" cy="44407"/>
            </a:xfrm>
            <a:custGeom>
              <a:avLst/>
              <a:gdLst/>
              <a:ahLst/>
              <a:cxnLst/>
              <a:rect l="0" t="0" r="0" b="0"/>
              <a:pathLst>
                <a:path w="18480" h="44407">
                  <a:moveTo>
                    <a:pt x="18480" y="0"/>
                  </a:moveTo>
                  <a:lnTo>
                    <a:pt x="0" y="44407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6" name="Input_receptor__525">
              <a:extLst>
                <a:ext uri="{FF2B5EF4-FFF2-40B4-BE49-F238E27FC236}">
                  <a16:creationId xmlns:a16="http://schemas.microsoft.com/office/drawing/2014/main" id="{332E1E09-4D1A-BB8A-8584-B35908E1D1A1}"/>
                </a:ext>
              </a:extLst>
            </p:cNvPr>
            <p:cNvSpPr>
              <a:spLocks noGrp="1"/>
            </p:cNvSpPr>
            <p:nvPr/>
          </p:nvSpPr>
          <p:spPr>
            <a:xfrm>
              <a:off x="1640764" y="5306559"/>
              <a:ext cx="3647" cy="13625"/>
            </a:xfrm>
            <a:custGeom>
              <a:avLst/>
              <a:gdLst/>
              <a:ahLst/>
              <a:cxnLst/>
              <a:rect l="0" t="0" r="0" b="0"/>
              <a:pathLst>
                <a:path w="3647" h="13625">
                  <a:moveTo>
                    <a:pt x="3647" y="136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7" name="Input_receptor__526">
              <a:extLst>
                <a:ext uri="{FF2B5EF4-FFF2-40B4-BE49-F238E27FC236}">
                  <a16:creationId xmlns:a16="http://schemas.microsoft.com/office/drawing/2014/main" id="{D7976B49-8C12-EE93-7B96-5BDD87D62645}"/>
                </a:ext>
              </a:extLst>
            </p:cNvPr>
            <p:cNvSpPr>
              <a:spLocks noGrp="1"/>
            </p:cNvSpPr>
            <p:nvPr/>
          </p:nvSpPr>
          <p:spPr>
            <a:xfrm>
              <a:off x="1290832" y="5140508"/>
              <a:ext cx="26679" cy="36856"/>
            </a:xfrm>
            <a:custGeom>
              <a:avLst/>
              <a:gdLst/>
              <a:ahLst/>
              <a:cxnLst/>
              <a:rect l="0" t="0" r="0" b="0"/>
              <a:pathLst>
                <a:path w="26679" h="36856">
                  <a:moveTo>
                    <a:pt x="0" y="36856"/>
                  </a:moveTo>
                  <a:lnTo>
                    <a:pt x="26679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8" name="Input_receptor__527">
              <a:extLst>
                <a:ext uri="{FF2B5EF4-FFF2-40B4-BE49-F238E27FC236}">
                  <a16:creationId xmlns:a16="http://schemas.microsoft.com/office/drawing/2014/main" id="{F332767C-8DA8-B342-FA0D-ACE1461B5B02}"/>
                </a:ext>
              </a:extLst>
            </p:cNvPr>
            <p:cNvSpPr>
              <a:spLocks noGrp="1"/>
            </p:cNvSpPr>
            <p:nvPr/>
          </p:nvSpPr>
          <p:spPr>
            <a:xfrm>
              <a:off x="1761431" y="5192076"/>
              <a:ext cx="30218" cy="36969"/>
            </a:xfrm>
            <a:custGeom>
              <a:avLst/>
              <a:gdLst/>
              <a:ahLst/>
              <a:cxnLst/>
              <a:rect l="0" t="0" r="0" b="0"/>
              <a:pathLst>
                <a:path w="30218" h="36969">
                  <a:moveTo>
                    <a:pt x="30218" y="0"/>
                  </a:moveTo>
                  <a:lnTo>
                    <a:pt x="0" y="36969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29" name="Input_receptor__528">
              <a:extLst>
                <a:ext uri="{FF2B5EF4-FFF2-40B4-BE49-F238E27FC236}">
                  <a16:creationId xmlns:a16="http://schemas.microsoft.com/office/drawing/2014/main" id="{7D07D2A1-0DA5-6D3D-04BC-4F1C5F827F28}"/>
                </a:ext>
              </a:extLst>
            </p:cNvPr>
            <p:cNvSpPr>
              <a:spLocks noGrp="1"/>
            </p:cNvSpPr>
            <p:nvPr/>
          </p:nvSpPr>
          <p:spPr>
            <a:xfrm>
              <a:off x="1475013" y="5366753"/>
              <a:ext cx="46158" cy="13744"/>
            </a:xfrm>
            <a:custGeom>
              <a:avLst/>
              <a:gdLst/>
              <a:ahLst/>
              <a:cxnLst/>
              <a:rect l="0" t="0" r="0" b="0"/>
              <a:pathLst>
                <a:path w="46158" h="13744">
                  <a:moveTo>
                    <a:pt x="46158" y="0"/>
                  </a:moveTo>
                  <a:lnTo>
                    <a:pt x="0" y="13744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0" name="Input_receptor__529">
              <a:extLst>
                <a:ext uri="{FF2B5EF4-FFF2-40B4-BE49-F238E27FC236}">
                  <a16:creationId xmlns:a16="http://schemas.microsoft.com/office/drawing/2014/main" id="{D4A8C411-A309-4325-548D-CED0589356B8}"/>
                </a:ext>
              </a:extLst>
            </p:cNvPr>
            <p:cNvSpPr>
              <a:spLocks noGrp="1"/>
            </p:cNvSpPr>
            <p:nvPr/>
          </p:nvSpPr>
          <p:spPr>
            <a:xfrm>
              <a:off x="1735657" y="4796006"/>
              <a:ext cx="10902" cy="16597"/>
            </a:xfrm>
            <a:custGeom>
              <a:avLst/>
              <a:gdLst/>
              <a:ahLst/>
              <a:cxnLst/>
              <a:rect l="0" t="0" r="0" b="0"/>
              <a:pathLst>
                <a:path w="10902" h="16597">
                  <a:moveTo>
                    <a:pt x="10902" y="0"/>
                  </a:moveTo>
                  <a:lnTo>
                    <a:pt x="0" y="16597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1" name="Input_receptor__530">
              <a:extLst>
                <a:ext uri="{FF2B5EF4-FFF2-40B4-BE49-F238E27FC236}">
                  <a16:creationId xmlns:a16="http://schemas.microsoft.com/office/drawing/2014/main" id="{647C5EE3-B190-0689-0C91-43CA280CCFFA}"/>
                </a:ext>
              </a:extLst>
            </p:cNvPr>
            <p:cNvSpPr>
              <a:spLocks noGrp="1"/>
            </p:cNvSpPr>
            <p:nvPr/>
          </p:nvSpPr>
          <p:spPr>
            <a:xfrm>
              <a:off x="1618240" y="5178007"/>
              <a:ext cx="39947" cy="15772"/>
            </a:xfrm>
            <a:custGeom>
              <a:avLst/>
              <a:gdLst/>
              <a:ahLst/>
              <a:cxnLst/>
              <a:rect l="0" t="0" r="0" b="0"/>
              <a:pathLst>
                <a:path w="39947" h="15772">
                  <a:moveTo>
                    <a:pt x="39947" y="0"/>
                  </a:moveTo>
                  <a:lnTo>
                    <a:pt x="0" y="15772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2" name="Input_receptor__531">
              <a:extLst>
                <a:ext uri="{FF2B5EF4-FFF2-40B4-BE49-F238E27FC236}">
                  <a16:creationId xmlns:a16="http://schemas.microsoft.com/office/drawing/2014/main" id="{6963B4E4-E029-47F0-5107-929D4C277FF1}"/>
                </a:ext>
              </a:extLst>
            </p:cNvPr>
            <p:cNvSpPr>
              <a:spLocks noGrp="1"/>
            </p:cNvSpPr>
            <p:nvPr/>
          </p:nvSpPr>
          <p:spPr>
            <a:xfrm>
              <a:off x="1618343" y="5125264"/>
              <a:ext cx="1372" cy="5621"/>
            </a:xfrm>
            <a:custGeom>
              <a:avLst/>
              <a:gdLst/>
              <a:ahLst/>
              <a:cxnLst/>
              <a:rect l="0" t="0" r="0" b="0"/>
              <a:pathLst>
                <a:path w="1372" h="5621">
                  <a:moveTo>
                    <a:pt x="1372" y="0"/>
                  </a:moveTo>
                  <a:lnTo>
                    <a:pt x="0" y="5621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3" name="Input_receptor__532">
              <a:extLst>
                <a:ext uri="{FF2B5EF4-FFF2-40B4-BE49-F238E27FC236}">
                  <a16:creationId xmlns:a16="http://schemas.microsoft.com/office/drawing/2014/main" id="{711C96CF-D9DC-D930-8CF6-B31762036E15}"/>
                </a:ext>
              </a:extLst>
            </p:cNvPr>
            <p:cNvSpPr>
              <a:spLocks noGrp="1"/>
            </p:cNvSpPr>
            <p:nvPr/>
          </p:nvSpPr>
          <p:spPr>
            <a:xfrm>
              <a:off x="1859412" y="5325282"/>
              <a:ext cx="41611" cy="18704"/>
            </a:xfrm>
            <a:custGeom>
              <a:avLst/>
              <a:gdLst/>
              <a:ahLst/>
              <a:cxnLst/>
              <a:rect l="0" t="0" r="0" b="0"/>
              <a:pathLst>
                <a:path w="41611" h="18704">
                  <a:moveTo>
                    <a:pt x="0" y="0"/>
                  </a:moveTo>
                  <a:lnTo>
                    <a:pt x="41611" y="18704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4" name="Input_receptor__533">
              <a:extLst>
                <a:ext uri="{FF2B5EF4-FFF2-40B4-BE49-F238E27FC236}">
                  <a16:creationId xmlns:a16="http://schemas.microsoft.com/office/drawing/2014/main" id="{74BD711F-AD30-C108-8728-A2F422984E68}"/>
                </a:ext>
              </a:extLst>
            </p:cNvPr>
            <p:cNvSpPr>
              <a:spLocks noGrp="1"/>
            </p:cNvSpPr>
            <p:nvPr/>
          </p:nvSpPr>
          <p:spPr>
            <a:xfrm>
              <a:off x="1601851" y="5064282"/>
              <a:ext cx="39491" cy="7700"/>
            </a:xfrm>
            <a:custGeom>
              <a:avLst/>
              <a:gdLst/>
              <a:ahLst/>
              <a:cxnLst/>
              <a:rect l="0" t="0" r="0" b="0"/>
              <a:pathLst>
                <a:path w="39491" h="7700">
                  <a:moveTo>
                    <a:pt x="0" y="0"/>
                  </a:moveTo>
                  <a:lnTo>
                    <a:pt x="39491" y="770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5" name="Input_receptor__534">
              <a:extLst>
                <a:ext uri="{FF2B5EF4-FFF2-40B4-BE49-F238E27FC236}">
                  <a16:creationId xmlns:a16="http://schemas.microsoft.com/office/drawing/2014/main" id="{0E6F1573-1A01-688C-3F8A-5ED0B4D71CB2}"/>
                </a:ext>
              </a:extLst>
            </p:cNvPr>
            <p:cNvSpPr>
              <a:spLocks noGrp="1"/>
            </p:cNvSpPr>
            <p:nvPr/>
          </p:nvSpPr>
          <p:spPr>
            <a:xfrm>
              <a:off x="1466067" y="4732677"/>
              <a:ext cx="41495" cy="7222"/>
            </a:xfrm>
            <a:custGeom>
              <a:avLst/>
              <a:gdLst/>
              <a:ahLst/>
              <a:cxnLst/>
              <a:rect l="0" t="0" r="0" b="0"/>
              <a:pathLst>
                <a:path w="41495" h="7222">
                  <a:moveTo>
                    <a:pt x="41495" y="0"/>
                  </a:moveTo>
                  <a:lnTo>
                    <a:pt x="0" y="7222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36" name="Input_receptor__535">
              <a:extLst>
                <a:ext uri="{FF2B5EF4-FFF2-40B4-BE49-F238E27FC236}">
                  <a16:creationId xmlns:a16="http://schemas.microsoft.com/office/drawing/2014/main" id="{3F74B21B-8FD4-12FE-A021-A43B236F0FD6}"/>
                </a:ext>
              </a:extLst>
            </p:cNvPr>
            <p:cNvSpPr>
              <a:spLocks noGrp="1"/>
            </p:cNvSpPr>
            <p:nvPr/>
          </p:nvSpPr>
          <p:spPr>
            <a:xfrm>
              <a:off x="1004295" y="5239258"/>
              <a:ext cx="45541" cy="15411"/>
            </a:xfrm>
            <a:custGeom>
              <a:avLst/>
              <a:gdLst/>
              <a:ahLst/>
              <a:cxnLst/>
              <a:rect l="0" t="0" r="0" b="0"/>
              <a:pathLst>
                <a:path w="45541" h="15411">
                  <a:moveTo>
                    <a:pt x="0" y="15411"/>
                  </a:moveTo>
                  <a:lnTo>
                    <a:pt x="45541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7" name="Input_receptor__536">
              <a:extLst>
                <a:ext uri="{FF2B5EF4-FFF2-40B4-BE49-F238E27FC236}">
                  <a16:creationId xmlns:a16="http://schemas.microsoft.com/office/drawing/2014/main" id="{B47B5009-06D4-95A3-38EF-4DFA6076F4AE}"/>
                </a:ext>
              </a:extLst>
            </p:cNvPr>
            <p:cNvSpPr>
              <a:spLocks noGrp="1"/>
            </p:cNvSpPr>
            <p:nvPr/>
          </p:nvSpPr>
          <p:spPr>
            <a:xfrm>
              <a:off x="1445357" y="5561811"/>
              <a:ext cx="17428" cy="10990"/>
            </a:xfrm>
            <a:custGeom>
              <a:avLst/>
              <a:gdLst/>
              <a:ahLst/>
              <a:cxnLst/>
              <a:rect l="0" t="0" r="0" b="0"/>
              <a:pathLst>
                <a:path w="17428" h="10990">
                  <a:moveTo>
                    <a:pt x="17428" y="0"/>
                  </a:moveTo>
                  <a:lnTo>
                    <a:pt x="0" y="1099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8" name="Input_receptor__537">
              <a:extLst>
                <a:ext uri="{FF2B5EF4-FFF2-40B4-BE49-F238E27FC236}">
                  <a16:creationId xmlns:a16="http://schemas.microsoft.com/office/drawing/2014/main" id="{50FB3158-C18A-4229-A38D-9F6092F1377B}"/>
                </a:ext>
              </a:extLst>
            </p:cNvPr>
            <p:cNvSpPr>
              <a:spLocks noGrp="1"/>
            </p:cNvSpPr>
            <p:nvPr/>
          </p:nvSpPr>
          <p:spPr>
            <a:xfrm>
              <a:off x="1046490" y="5295722"/>
              <a:ext cx="22071" cy="6050"/>
            </a:xfrm>
            <a:custGeom>
              <a:avLst/>
              <a:gdLst/>
              <a:ahLst/>
              <a:cxnLst/>
              <a:rect l="0" t="0" r="0" b="0"/>
              <a:pathLst>
                <a:path w="22071" h="6050">
                  <a:moveTo>
                    <a:pt x="0" y="6050"/>
                  </a:moveTo>
                  <a:lnTo>
                    <a:pt x="22071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39" name="Input_receptor__538">
              <a:extLst>
                <a:ext uri="{FF2B5EF4-FFF2-40B4-BE49-F238E27FC236}">
                  <a16:creationId xmlns:a16="http://schemas.microsoft.com/office/drawing/2014/main" id="{6CA9EF34-B351-4E87-977F-6E77209749DC}"/>
                </a:ext>
              </a:extLst>
            </p:cNvPr>
            <p:cNvSpPr>
              <a:spLocks noGrp="1"/>
            </p:cNvSpPr>
            <p:nvPr/>
          </p:nvSpPr>
          <p:spPr>
            <a:xfrm>
              <a:off x="1390449" y="5515433"/>
              <a:ext cx="28151" cy="38159"/>
            </a:xfrm>
            <a:custGeom>
              <a:avLst/>
              <a:gdLst/>
              <a:ahLst/>
              <a:cxnLst/>
              <a:rect l="0" t="0" r="0" b="0"/>
              <a:pathLst>
                <a:path w="28151" h="38159">
                  <a:moveTo>
                    <a:pt x="28151" y="0"/>
                  </a:moveTo>
                  <a:lnTo>
                    <a:pt x="0" y="38159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0" name="Input_receptor__539">
              <a:extLst>
                <a:ext uri="{FF2B5EF4-FFF2-40B4-BE49-F238E27FC236}">
                  <a16:creationId xmlns:a16="http://schemas.microsoft.com/office/drawing/2014/main" id="{9A784EA0-3046-D209-04FB-8765DB1277E9}"/>
                </a:ext>
              </a:extLst>
            </p:cNvPr>
            <p:cNvSpPr>
              <a:spLocks noGrp="1"/>
            </p:cNvSpPr>
            <p:nvPr/>
          </p:nvSpPr>
          <p:spPr>
            <a:xfrm>
              <a:off x="987083" y="5186122"/>
              <a:ext cx="10942" cy="27286"/>
            </a:xfrm>
            <a:custGeom>
              <a:avLst/>
              <a:gdLst/>
              <a:ahLst/>
              <a:cxnLst/>
              <a:rect l="0" t="0" r="0" b="0"/>
              <a:pathLst>
                <a:path w="10942" h="27286">
                  <a:moveTo>
                    <a:pt x="10942" y="0"/>
                  </a:moveTo>
                  <a:lnTo>
                    <a:pt x="0" y="27286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41" name="Input_receptor__540">
              <a:extLst>
                <a:ext uri="{FF2B5EF4-FFF2-40B4-BE49-F238E27FC236}">
                  <a16:creationId xmlns:a16="http://schemas.microsoft.com/office/drawing/2014/main" id="{C8CE66EB-2E27-8003-F8F6-96817B09A61B}"/>
                </a:ext>
              </a:extLst>
            </p:cNvPr>
            <p:cNvSpPr>
              <a:spLocks noGrp="1"/>
            </p:cNvSpPr>
            <p:nvPr/>
          </p:nvSpPr>
          <p:spPr>
            <a:xfrm>
              <a:off x="1225328" y="5668993"/>
              <a:ext cx="26679" cy="22442"/>
            </a:xfrm>
            <a:custGeom>
              <a:avLst/>
              <a:gdLst/>
              <a:ahLst/>
              <a:cxnLst/>
              <a:rect l="0" t="0" r="0" b="0"/>
              <a:pathLst>
                <a:path w="26679" h="22442">
                  <a:moveTo>
                    <a:pt x="0" y="22442"/>
                  </a:moveTo>
                  <a:lnTo>
                    <a:pt x="26679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2" name="Input_receptor__541">
              <a:extLst>
                <a:ext uri="{FF2B5EF4-FFF2-40B4-BE49-F238E27FC236}">
                  <a16:creationId xmlns:a16="http://schemas.microsoft.com/office/drawing/2014/main" id="{C6374B40-DACC-E3FA-C667-D11D441DD306}"/>
                </a:ext>
              </a:extLst>
            </p:cNvPr>
            <p:cNvSpPr>
              <a:spLocks noGrp="1"/>
            </p:cNvSpPr>
            <p:nvPr/>
          </p:nvSpPr>
          <p:spPr>
            <a:xfrm>
              <a:off x="1641343" y="5071982"/>
              <a:ext cx="19484" cy="28431"/>
            </a:xfrm>
            <a:custGeom>
              <a:avLst/>
              <a:gdLst/>
              <a:ahLst/>
              <a:cxnLst/>
              <a:rect l="0" t="0" r="0" b="0"/>
              <a:pathLst>
                <a:path w="19484" h="28431">
                  <a:moveTo>
                    <a:pt x="0" y="0"/>
                  </a:moveTo>
                  <a:lnTo>
                    <a:pt x="19484" y="28431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3" name="Input_receptor__542">
              <a:extLst>
                <a:ext uri="{FF2B5EF4-FFF2-40B4-BE49-F238E27FC236}">
                  <a16:creationId xmlns:a16="http://schemas.microsoft.com/office/drawing/2014/main" id="{92F9E153-78C7-6BAF-2CCD-BFCE35C31C15}"/>
                </a:ext>
              </a:extLst>
            </p:cNvPr>
            <p:cNvSpPr>
              <a:spLocks noGrp="1"/>
            </p:cNvSpPr>
            <p:nvPr/>
          </p:nvSpPr>
          <p:spPr>
            <a:xfrm>
              <a:off x="1283657" y="5392056"/>
              <a:ext cx="7305" cy="24427"/>
            </a:xfrm>
            <a:custGeom>
              <a:avLst/>
              <a:gdLst/>
              <a:ahLst/>
              <a:cxnLst/>
              <a:rect l="0" t="0" r="0" b="0"/>
              <a:pathLst>
                <a:path w="7305" h="24427">
                  <a:moveTo>
                    <a:pt x="0" y="24427"/>
                  </a:moveTo>
                  <a:lnTo>
                    <a:pt x="7305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4" name="Input_receptor__543">
              <a:extLst>
                <a:ext uri="{FF2B5EF4-FFF2-40B4-BE49-F238E27FC236}">
                  <a16:creationId xmlns:a16="http://schemas.microsoft.com/office/drawing/2014/main" id="{1D16C39B-2A13-502D-704F-DC51A976DA11}"/>
                </a:ext>
              </a:extLst>
            </p:cNvPr>
            <p:cNvSpPr>
              <a:spLocks noGrp="1"/>
            </p:cNvSpPr>
            <p:nvPr/>
          </p:nvSpPr>
          <p:spPr>
            <a:xfrm>
              <a:off x="1742481" y="4994943"/>
              <a:ext cx="36089" cy="32097"/>
            </a:xfrm>
            <a:custGeom>
              <a:avLst/>
              <a:gdLst/>
              <a:ahLst/>
              <a:cxnLst/>
              <a:rect l="0" t="0" r="0" b="0"/>
              <a:pathLst>
                <a:path w="36089" h="32097">
                  <a:moveTo>
                    <a:pt x="36089" y="32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5" name="Input_receptor__544">
              <a:extLst>
                <a:ext uri="{FF2B5EF4-FFF2-40B4-BE49-F238E27FC236}">
                  <a16:creationId xmlns:a16="http://schemas.microsoft.com/office/drawing/2014/main" id="{35753C95-BED4-75A2-E8E3-30E2EBE47D55}"/>
                </a:ext>
              </a:extLst>
            </p:cNvPr>
            <p:cNvSpPr>
              <a:spLocks noGrp="1"/>
            </p:cNvSpPr>
            <p:nvPr/>
          </p:nvSpPr>
          <p:spPr>
            <a:xfrm>
              <a:off x="1329835" y="5666635"/>
              <a:ext cx="12641" cy="30538"/>
            </a:xfrm>
            <a:custGeom>
              <a:avLst/>
              <a:gdLst/>
              <a:ahLst/>
              <a:cxnLst/>
              <a:rect l="0" t="0" r="0" b="0"/>
              <a:pathLst>
                <a:path w="12641" h="30538">
                  <a:moveTo>
                    <a:pt x="12641" y="305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B8E9C"/>
              </a:solidFill>
            </a:ln>
          </p:spPr>
        </p:sp>
        <p:sp>
          <p:nvSpPr>
            <p:cNvPr id="546" name="Input_receptor__545">
              <a:extLst>
                <a:ext uri="{FF2B5EF4-FFF2-40B4-BE49-F238E27FC236}">
                  <a16:creationId xmlns:a16="http://schemas.microsoft.com/office/drawing/2014/main" id="{CF52D8BE-BBD9-BC4A-F33B-2273AF5E7EC6}"/>
                </a:ext>
              </a:extLst>
            </p:cNvPr>
            <p:cNvSpPr>
              <a:spLocks noGrp="1"/>
            </p:cNvSpPr>
            <p:nvPr/>
          </p:nvSpPr>
          <p:spPr>
            <a:xfrm>
              <a:off x="1335233" y="5380487"/>
              <a:ext cx="9188" cy="45598"/>
            </a:xfrm>
            <a:custGeom>
              <a:avLst/>
              <a:gdLst/>
              <a:ahLst/>
              <a:cxnLst/>
              <a:rect l="0" t="0" r="0" b="0"/>
              <a:pathLst>
                <a:path w="9188" h="45598">
                  <a:moveTo>
                    <a:pt x="0" y="0"/>
                  </a:moveTo>
                  <a:lnTo>
                    <a:pt x="9188" y="45598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7" name="Input_receptor__546">
              <a:extLst>
                <a:ext uri="{FF2B5EF4-FFF2-40B4-BE49-F238E27FC236}">
                  <a16:creationId xmlns:a16="http://schemas.microsoft.com/office/drawing/2014/main" id="{3FBE3507-3360-74B2-34B2-AEE9B85D7D86}"/>
                </a:ext>
              </a:extLst>
            </p:cNvPr>
            <p:cNvSpPr>
              <a:spLocks noGrp="1"/>
            </p:cNvSpPr>
            <p:nvPr/>
          </p:nvSpPr>
          <p:spPr>
            <a:xfrm>
              <a:off x="1437533" y="5161171"/>
              <a:ext cx="47678" cy="4998"/>
            </a:xfrm>
            <a:custGeom>
              <a:avLst/>
              <a:gdLst/>
              <a:ahLst/>
              <a:cxnLst/>
              <a:rect l="0" t="0" r="0" b="0"/>
              <a:pathLst>
                <a:path w="47678" h="4998">
                  <a:moveTo>
                    <a:pt x="47678" y="49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8" name="Input_receptor__547">
              <a:extLst>
                <a:ext uri="{FF2B5EF4-FFF2-40B4-BE49-F238E27FC236}">
                  <a16:creationId xmlns:a16="http://schemas.microsoft.com/office/drawing/2014/main" id="{A3311FE5-1C77-E8BA-A429-0DBD650AF128}"/>
                </a:ext>
              </a:extLst>
            </p:cNvPr>
            <p:cNvSpPr>
              <a:spLocks noGrp="1"/>
            </p:cNvSpPr>
            <p:nvPr/>
          </p:nvSpPr>
          <p:spPr>
            <a:xfrm>
              <a:off x="1251073" y="5628701"/>
              <a:ext cx="933" cy="40291"/>
            </a:xfrm>
            <a:custGeom>
              <a:avLst/>
              <a:gdLst/>
              <a:ahLst/>
              <a:cxnLst/>
              <a:rect l="0" t="0" r="0" b="0"/>
              <a:pathLst>
                <a:path w="933" h="40291">
                  <a:moveTo>
                    <a:pt x="933" y="40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B8E9C"/>
              </a:solidFill>
            </a:ln>
          </p:spPr>
        </p:sp>
        <p:sp>
          <p:nvSpPr>
            <p:cNvPr id="549" name="Input_receptor__548">
              <a:extLst>
                <a:ext uri="{FF2B5EF4-FFF2-40B4-BE49-F238E27FC236}">
                  <a16:creationId xmlns:a16="http://schemas.microsoft.com/office/drawing/2014/main" id="{576118B6-A943-9A79-3DC6-81208E146ED6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329942"/>
              <a:ext cx="11180" cy="25591"/>
            </a:xfrm>
            <a:custGeom>
              <a:avLst/>
              <a:gdLst/>
              <a:ahLst/>
              <a:cxnLst/>
              <a:rect l="0" t="0" r="0" b="0"/>
              <a:pathLst>
                <a:path w="11180" h="25591">
                  <a:moveTo>
                    <a:pt x="11180" y="0"/>
                  </a:moveTo>
                  <a:lnTo>
                    <a:pt x="0" y="25591"/>
                  </a:lnTo>
                </a:path>
              </a:pathLst>
            </a:custGeom>
            <a:noFill/>
            <a:ln w="20003">
              <a:solidFill>
                <a:srgbClr val="7C8E9C"/>
              </a:solidFill>
            </a:ln>
          </p:spPr>
        </p:sp>
        <p:sp>
          <p:nvSpPr>
            <p:cNvPr id="550" name="Input_receptor__549">
              <a:extLst>
                <a:ext uri="{FF2B5EF4-FFF2-40B4-BE49-F238E27FC236}">
                  <a16:creationId xmlns:a16="http://schemas.microsoft.com/office/drawing/2014/main" id="{7AFFB05E-B196-3BD5-25B5-3812D127FB7C}"/>
                </a:ext>
              </a:extLst>
            </p:cNvPr>
            <p:cNvSpPr>
              <a:spLocks noGrp="1"/>
            </p:cNvSpPr>
            <p:nvPr/>
          </p:nvSpPr>
          <p:spPr>
            <a:xfrm>
              <a:off x="1712234" y="5052089"/>
              <a:ext cx="38437" cy="10228"/>
            </a:xfrm>
            <a:custGeom>
              <a:avLst/>
              <a:gdLst/>
              <a:ahLst/>
              <a:cxnLst/>
              <a:rect l="0" t="0" r="0" b="0"/>
              <a:pathLst>
                <a:path w="38437" h="10228">
                  <a:moveTo>
                    <a:pt x="0" y="0"/>
                  </a:moveTo>
                  <a:lnTo>
                    <a:pt x="38437" y="10228"/>
                  </a:lnTo>
                </a:path>
              </a:pathLst>
            </a:custGeom>
            <a:noFill/>
            <a:ln w="20003">
              <a:solidFill>
                <a:srgbClr val="7C8E9C"/>
              </a:solidFill>
            </a:ln>
          </p:spPr>
        </p:sp>
        <p:sp>
          <p:nvSpPr>
            <p:cNvPr id="551" name="Input_receptor__550">
              <a:extLst>
                <a:ext uri="{FF2B5EF4-FFF2-40B4-BE49-F238E27FC236}">
                  <a16:creationId xmlns:a16="http://schemas.microsoft.com/office/drawing/2014/main" id="{9D7844D7-F954-F6D4-3943-076719DE417A}"/>
                </a:ext>
              </a:extLst>
            </p:cNvPr>
            <p:cNvSpPr>
              <a:spLocks noGrp="1"/>
            </p:cNvSpPr>
            <p:nvPr/>
          </p:nvSpPr>
          <p:spPr>
            <a:xfrm>
              <a:off x="1820809" y="5325282"/>
              <a:ext cx="38603" cy="28967"/>
            </a:xfrm>
            <a:custGeom>
              <a:avLst/>
              <a:gdLst/>
              <a:ahLst/>
              <a:cxnLst/>
              <a:rect l="0" t="0" r="0" b="0"/>
              <a:pathLst>
                <a:path w="38603" h="28967">
                  <a:moveTo>
                    <a:pt x="0" y="28967"/>
                  </a:moveTo>
                  <a:lnTo>
                    <a:pt x="38603" y="0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2" name="Input_receptor__551">
              <a:extLst>
                <a:ext uri="{FF2B5EF4-FFF2-40B4-BE49-F238E27FC236}">
                  <a16:creationId xmlns:a16="http://schemas.microsoft.com/office/drawing/2014/main" id="{D94FA71F-755E-E22F-FD31-4A09AEA5CBE0}"/>
                </a:ext>
              </a:extLst>
            </p:cNvPr>
            <p:cNvSpPr>
              <a:spLocks noGrp="1"/>
            </p:cNvSpPr>
            <p:nvPr/>
          </p:nvSpPr>
          <p:spPr>
            <a:xfrm>
              <a:off x="1315795" y="5324976"/>
              <a:ext cx="29867" cy="11419"/>
            </a:xfrm>
            <a:custGeom>
              <a:avLst/>
              <a:gdLst/>
              <a:ahLst/>
              <a:cxnLst/>
              <a:rect l="0" t="0" r="0" b="0"/>
              <a:pathLst>
                <a:path w="29867" h="11419">
                  <a:moveTo>
                    <a:pt x="0" y="11419"/>
                  </a:moveTo>
                  <a:lnTo>
                    <a:pt x="29867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3" name="Input_receptor__552">
              <a:extLst>
                <a:ext uri="{FF2B5EF4-FFF2-40B4-BE49-F238E27FC236}">
                  <a16:creationId xmlns:a16="http://schemas.microsoft.com/office/drawing/2014/main" id="{C11B065A-EB87-5D38-E7B5-BDD4DCFFEEB9}"/>
                </a:ext>
              </a:extLst>
            </p:cNvPr>
            <p:cNvSpPr>
              <a:spLocks noGrp="1"/>
            </p:cNvSpPr>
            <p:nvPr/>
          </p:nvSpPr>
          <p:spPr>
            <a:xfrm>
              <a:off x="1451901" y="4785687"/>
              <a:ext cx="18491" cy="8985"/>
            </a:xfrm>
            <a:custGeom>
              <a:avLst/>
              <a:gdLst/>
              <a:ahLst/>
              <a:cxnLst/>
              <a:rect l="0" t="0" r="0" b="0"/>
              <a:pathLst>
                <a:path w="18491" h="8985">
                  <a:moveTo>
                    <a:pt x="0" y="0"/>
                  </a:moveTo>
                  <a:lnTo>
                    <a:pt x="18491" y="8985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4" name="Input_receptor__553">
              <a:extLst>
                <a:ext uri="{FF2B5EF4-FFF2-40B4-BE49-F238E27FC236}">
                  <a16:creationId xmlns:a16="http://schemas.microsoft.com/office/drawing/2014/main" id="{C73A5537-24E7-B003-F800-6F9CF3A088EF}"/>
                </a:ext>
              </a:extLst>
            </p:cNvPr>
            <p:cNvSpPr>
              <a:spLocks noGrp="1"/>
            </p:cNvSpPr>
            <p:nvPr/>
          </p:nvSpPr>
          <p:spPr>
            <a:xfrm>
              <a:off x="1452522" y="5208638"/>
              <a:ext cx="31054" cy="17111"/>
            </a:xfrm>
            <a:custGeom>
              <a:avLst/>
              <a:gdLst/>
              <a:ahLst/>
              <a:cxnLst/>
              <a:rect l="0" t="0" r="0" b="0"/>
              <a:pathLst>
                <a:path w="31054" h="17111">
                  <a:moveTo>
                    <a:pt x="0" y="17111"/>
                  </a:moveTo>
                  <a:lnTo>
                    <a:pt x="31054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5" name="Input_receptor__554">
              <a:extLst>
                <a:ext uri="{FF2B5EF4-FFF2-40B4-BE49-F238E27FC236}">
                  <a16:creationId xmlns:a16="http://schemas.microsoft.com/office/drawing/2014/main" id="{BBF62587-7C25-9F2F-4030-8EE068AD7958}"/>
                </a:ext>
              </a:extLst>
            </p:cNvPr>
            <p:cNvSpPr>
              <a:spLocks noGrp="1"/>
            </p:cNvSpPr>
            <p:nvPr/>
          </p:nvSpPr>
          <p:spPr>
            <a:xfrm>
              <a:off x="1195883" y="5627970"/>
              <a:ext cx="7321" cy="12319"/>
            </a:xfrm>
            <a:custGeom>
              <a:avLst/>
              <a:gdLst/>
              <a:ahLst/>
              <a:cxnLst/>
              <a:rect l="0" t="0" r="0" b="0"/>
              <a:pathLst>
                <a:path w="7321" h="12319">
                  <a:moveTo>
                    <a:pt x="7321" y="0"/>
                  </a:moveTo>
                  <a:lnTo>
                    <a:pt x="0" y="12319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6" name="Input_receptor__555">
              <a:extLst>
                <a:ext uri="{FF2B5EF4-FFF2-40B4-BE49-F238E27FC236}">
                  <a16:creationId xmlns:a16="http://schemas.microsoft.com/office/drawing/2014/main" id="{141513A8-0114-9800-4A50-F756D6252F38}"/>
                </a:ext>
              </a:extLst>
            </p:cNvPr>
            <p:cNvSpPr>
              <a:spLocks noGrp="1"/>
            </p:cNvSpPr>
            <p:nvPr/>
          </p:nvSpPr>
          <p:spPr>
            <a:xfrm>
              <a:off x="987083" y="5213407"/>
              <a:ext cx="17212" cy="41262"/>
            </a:xfrm>
            <a:custGeom>
              <a:avLst/>
              <a:gdLst/>
              <a:ahLst/>
              <a:cxnLst/>
              <a:rect l="0" t="0" r="0" b="0"/>
              <a:pathLst>
                <a:path w="17212" h="41262">
                  <a:moveTo>
                    <a:pt x="0" y="0"/>
                  </a:moveTo>
                  <a:lnTo>
                    <a:pt x="17212" y="41262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7" name="Input_receptor__556">
              <a:extLst>
                <a:ext uri="{FF2B5EF4-FFF2-40B4-BE49-F238E27FC236}">
                  <a16:creationId xmlns:a16="http://schemas.microsoft.com/office/drawing/2014/main" id="{FE219CCF-EAD6-566D-6767-2D6D9E53A012}"/>
                </a:ext>
              </a:extLst>
            </p:cNvPr>
            <p:cNvSpPr>
              <a:spLocks noGrp="1"/>
            </p:cNvSpPr>
            <p:nvPr/>
          </p:nvSpPr>
          <p:spPr>
            <a:xfrm>
              <a:off x="1750671" y="5027040"/>
              <a:ext cx="27899" cy="35277"/>
            </a:xfrm>
            <a:custGeom>
              <a:avLst/>
              <a:gdLst/>
              <a:ahLst/>
              <a:cxnLst/>
              <a:rect l="0" t="0" r="0" b="0"/>
              <a:pathLst>
                <a:path w="27899" h="35277">
                  <a:moveTo>
                    <a:pt x="0" y="35277"/>
                  </a:moveTo>
                  <a:lnTo>
                    <a:pt x="27899" y="0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58" name="Input_receptor__557">
              <a:extLst>
                <a:ext uri="{FF2B5EF4-FFF2-40B4-BE49-F238E27FC236}">
                  <a16:creationId xmlns:a16="http://schemas.microsoft.com/office/drawing/2014/main" id="{1690DEED-5636-26C7-55B2-EB8A98AADEA0}"/>
                </a:ext>
              </a:extLst>
            </p:cNvPr>
            <p:cNvSpPr>
              <a:spLocks noGrp="1"/>
            </p:cNvSpPr>
            <p:nvPr/>
          </p:nvSpPr>
          <p:spPr>
            <a:xfrm>
              <a:off x="1411827" y="4673835"/>
              <a:ext cx="8110" cy="32691"/>
            </a:xfrm>
            <a:custGeom>
              <a:avLst/>
              <a:gdLst/>
              <a:ahLst/>
              <a:cxnLst/>
              <a:rect l="0" t="0" r="0" b="0"/>
              <a:pathLst>
                <a:path w="8110" h="32691">
                  <a:moveTo>
                    <a:pt x="0" y="32691"/>
                  </a:moveTo>
                  <a:lnTo>
                    <a:pt x="8110" y="0"/>
                  </a:lnTo>
                </a:path>
              </a:pathLst>
            </a:custGeom>
            <a:noFill/>
            <a:ln w="8096">
              <a:solidFill>
                <a:srgbClr val="7C8E9D"/>
              </a:solidFill>
            </a:ln>
          </p:spPr>
        </p:sp>
        <p:sp>
          <p:nvSpPr>
            <p:cNvPr id="559" name="Input_receptor__558">
              <a:extLst>
                <a:ext uri="{FF2B5EF4-FFF2-40B4-BE49-F238E27FC236}">
                  <a16:creationId xmlns:a16="http://schemas.microsoft.com/office/drawing/2014/main" id="{DB899305-5AB1-C8FD-9DD3-2E63F6286EC6}"/>
                </a:ext>
              </a:extLst>
            </p:cNvPr>
            <p:cNvSpPr>
              <a:spLocks noGrp="1"/>
            </p:cNvSpPr>
            <p:nvPr/>
          </p:nvSpPr>
          <p:spPr>
            <a:xfrm>
              <a:off x="1615311" y="5000442"/>
              <a:ext cx="40231" cy="23417"/>
            </a:xfrm>
            <a:custGeom>
              <a:avLst/>
              <a:gdLst/>
              <a:ahLst/>
              <a:cxnLst/>
              <a:rect l="0" t="0" r="0" b="0"/>
              <a:pathLst>
                <a:path w="40231" h="23417">
                  <a:moveTo>
                    <a:pt x="0" y="0"/>
                  </a:moveTo>
                  <a:lnTo>
                    <a:pt x="40231" y="23417"/>
                  </a:lnTo>
                </a:path>
              </a:pathLst>
            </a:custGeom>
            <a:noFill/>
            <a:ln w="20003">
              <a:solidFill>
                <a:srgbClr val="7C8E9D"/>
              </a:solidFill>
            </a:ln>
          </p:spPr>
        </p:sp>
        <p:sp>
          <p:nvSpPr>
            <p:cNvPr id="560" name="Input_receptor__559">
              <a:extLst>
                <a:ext uri="{FF2B5EF4-FFF2-40B4-BE49-F238E27FC236}">
                  <a16:creationId xmlns:a16="http://schemas.microsoft.com/office/drawing/2014/main" id="{6FD594F4-EBF0-5893-75B6-D5390D80C1D6}"/>
                </a:ext>
              </a:extLst>
            </p:cNvPr>
            <p:cNvSpPr>
              <a:spLocks noGrp="1"/>
            </p:cNvSpPr>
            <p:nvPr/>
          </p:nvSpPr>
          <p:spPr>
            <a:xfrm>
              <a:off x="1883668" y="5262462"/>
              <a:ext cx="10307" cy="6411"/>
            </a:xfrm>
            <a:custGeom>
              <a:avLst/>
              <a:gdLst/>
              <a:ahLst/>
              <a:cxnLst/>
              <a:rect l="0" t="0" r="0" b="0"/>
              <a:pathLst>
                <a:path w="10307" h="6411">
                  <a:moveTo>
                    <a:pt x="0" y="0"/>
                  </a:moveTo>
                  <a:lnTo>
                    <a:pt x="10307" y="6411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1" name="Input_receptor__560">
              <a:extLst>
                <a:ext uri="{FF2B5EF4-FFF2-40B4-BE49-F238E27FC236}">
                  <a16:creationId xmlns:a16="http://schemas.microsoft.com/office/drawing/2014/main" id="{80ED7CB0-294E-1A3B-0F9C-45D1AE58488F}"/>
                </a:ext>
              </a:extLst>
            </p:cNvPr>
            <p:cNvSpPr>
              <a:spLocks noGrp="1"/>
            </p:cNvSpPr>
            <p:nvPr/>
          </p:nvSpPr>
          <p:spPr>
            <a:xfrm>
              <a:off x="1483575" y="5166169"/>
              <a:ext cx="1636" cy="42469"/>
            </a:xfrm>
            <a:custGeom>
              <a:avLst/>
              <a:gdLst/>
              <a:ahLst/>
              <a:cxnLst/>
              <a:rect l="0" t="0" r="0" b="0"/>
              <a:pathLst>
                <a:path w="1636" h="42469">
                  <a:moveTo>
                    <a:pt x="0" y="42469"/>
                  </a:moveTo>
                  <a:lnTo>
                    <a:pt x="1636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2" name="Input_receptor__561">
              <a:extLst>
                <a:ext uri="{FF2B5EF4-FFF2-40B4-BE49-F238E27FC236}">
                  <a16:creationId xmlns:a16="http://schemas.microsoft.com/office/drawing/2014/main" id="{893AA980-4941-E821-BD9E-F37284ACF68E}"/>
                </a:ext>
              </a:extLst>
            </p:cNvPr>
            <p:cNvSpPr>
              <a:spLocks noGrp="1"/>
            </p:cNvSpPr>
            <p:nvPr/>
          </p:nvSpPr>
          <p:spPr>
            <a:xfrm>
              <a:off x="1104040" y="5288738"/>
              <a:ext cx="6999" cy="41204"/>
            </a:xfrm>
            <a:custGeom>
              <a:avLst/>
              <a:gdLst/>
              <a:ahLst/>
              <a:cxnLst/>
              <a:rect l="0" t="0" r="0" b="0"/>
              <a:pathLst>
                <a:path w="6999" h="41204">
                  <a:moveTo>
                    <a:pt x="6999" y="0"/>
                  </a:moveTo>
                  <a:lnTo>
                    <a:pt x="0" y="41204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3" name="Input_receptor__562">
              <a:extLst>
                <a:ext uri="{FF2B5EF4-FFF2-40B4-BE49-F238E27FC236}">
                  <a16:creationId xmlns:a16="http://schemas.microsoft.com/office/drawing/2014/main" id="{6D7E0BA7-AAB8-9A8A-068F-D1759B6594E9}"/>
                </a:ext>
              </a:extLst>
            </p:cNvPr>
            <p:cNvSpPr>
              <a:spLocks noGrp="1"/>
            </p:cNvSpPr>
            <p:nvPr/>
          </p:nvSpPr>
          <p:spPr>
            <a:xfrm>
              <a:off x="1319630" y="5508443"/>
              <a:ext cx="23689" cy="27430"/>
            </a:xfrm>
            <a:custGeom>
              <a:avLst/>
              <a:gdLst/>
              <a:ahLst/>
              <a:cxnLst/>
              <a:rect l="0" t="0" r="0" b="0"/>
              <a:pathLst>
                <a:path w="23689" h="27430">
                  <a:moveTo>
                    <a:pt x="23689" y="0"/>
                  </a:moveTo>
                  <a:lnTo>
                    <a:pt x="0" y="2743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4" name="Input_receptor__563">
              <a:extLst>
                <a:ext uri="{FF2B5EF4-FFF2-40B4-BE49-F238E27FC236}">
                  <a16:creationId xmlns:a16="http://schemas.microsoft.com/office/drawing/2014/main" id="{52513C37-6619-BE5D-098F-78EB00876FEE}"/>
                </a:ext>
              </a:extLst>
            </p:cNvPr>
            <p:cNvSpPr>
              <a:spLocks noGrp="1"/>
            </p:cNvSpPr>
            <p:nvPr/>
          </p:nvSpPr>
          <p:spPr>
            <a:xfrm>
              <a:off x="1482896" y="4894731"/>
              <a:ext cx="47137" cy="10080"/>
            </a:xfrm>
            <a:custGeom>
              <a:avLst/>
              <a:gdLst/>
              <a:ahLst/>
              <a:cxnLst/>
              <a:rect l="0" t="0" r="0" b="0"/>
              <a:pathLst>
                <a:path w="47137" h="10080">
                  <a:moveTo>
                    <a:pt x="47137" y="100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5" name="Input_receptor__564">
              <a:extLst>
                <a:ext uri="{FF2B5EF4-FFF2-40B4-BE49-F238E27FC236}">
                  <a16:creationId xmlns:a16="http://schemas.microsoft.com/office/drawing/2014/main" id="{5C748291-916D-0D21-E60B-1E8F30EA952C}"/>
                </a:ext>
              </a:extLst>
            </p:cNvPr>
            <p:cNvSpPr>
              <a:spLocks noGrp="1"/>
            </p:cNvSpPr>
            <p:nvPr/>
          </p:nvSpPr>
          <p:spPr>
            <a:xfrm>
              <a:off x="1521171" y="5366753"/>
              <a:ext cx="10682" cy="30818"/>
            </a:xfrm>
            <a:custGeom>
              <a:avLst/>
              <a:gdLst/>
              <a:ahLst/>
              <a:cxnLst/>
              <a:rect l="0" t="0" r="0" b="0"/>
              <a:pathLst>
                <a:path w="10682" h="30818">
                  <a:moveTo>
                    <a:pt x="10682" y="308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6" name="Input_receptor__565">
              <a:extLst>
                <a:ext uri="{FF2B5EF4-FFF2-40B4-BE49-F238E27FC236}">
                  <a16:creationId xmlns:a16="http://schemas.microsoft.com/office/drawing/2014/main" id="{C1902EC9-765A-B4C9-8FDF-21E3B7AFB00F}"/>
                </a:ext>
              </a:extLst>
            </p:cNvPr>
            <p:cNvSpPr>
              <a:spLocks noGrp="1"/>
            </p:cNvSpPr>
            <p:nvPr/>
          </p:nvSpPr>
          <p:spPr>
            <a:xfrm>
              <a:off x="1343319" y="5491888"/>
              <a:ext cx="30622" cy="16555"/>
            </a:xfrm>
            <a:custGeom>
              <a:avLst/>
              <a:gdLst/>
              <a:ahLst/>
              <a:cxnLst/>
              <a:rect l="0" t="0" r="0" b="0"/>
              <a:pathLst>
                <a:path w="30622" h="16555">
                  <a:moveTo>
                    <a:pt x="30622" y="0"/>
                  </a:moveTo>
                  <a:lnTo>
                    <a:pt x="0" y="16555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7" name="Input_receptor__566">
              <a:extLst>
                <a:ext uri="{FF2B5EF4-FFF2-40B4-BE49-F238E27FC236}">
                  <a16:creationId xmlns:a16="http://schemas.microsoft.com/office/drawing/2014/main" id="{1F140506-1776-FF87-11F3-9BDDA7EDAB4A}"/>
                </a:ext>
              </a:extLst>
            </p:cNvPr>
            <p:cNvSpPr>
              <a:spLocks noGrp="1"/>
            </p:cNvSpPr>
            <p:nvPr/>
          </p:nvSpPr>
          <p:spPr>
            <a:xfrm>
              <a:off x="1418600" y="5515433"/>
              <a:ext cx="25171" cy="11187"/>
            </a:xfrm>
            <a:custGeom>
              <a:avLst/>
              <a:gdLst/>
              <a:ahLst/>
              <a:cxnLst/>
              <a:rect l="0" t="0" r="0" b="0"/>
              <a:pathLst>
                <a:path w="25171" h="11187">
                  <a:moveTo>
                    <a:pt x="25171" y="111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8" name="Input_receptor__567">
              <a:extLst>
                <a:ext uri="{FF2B5EF4-FFF2-40B4-BE49-F238E27FC236}">
                  <a16:creationId xmlns:a16="http://schemas.microsoft.com/office/drawing/2014/main" id="{A8490C86-9457-7744-2E52-C737F6F4E542}"/>
                </a:ext>
              </a:extLst>
            </p:cNvPr>
            <p:cNvSpPr>
              <a:spLocks noGrp="1"/>
            </p:cNvSpPr>
            <p:nvPr/>
          </p:nvSpPr>
          <p:spPr>
            <a:xfrm>
              <a:off x="1505286" y="4966889"/>
              <a:ext cx="43705" cy="10095"/>
            </a:xfrm>
            <a:custGeom>
              <a:avLst/>
              <a:gdLst/>
              <a:ahLst/>
              <a:cxnLst/>
              <a:rect l="0" t="0" r="0" b="0"/>
              <a:pathLst>
                <a:path w="43705" h="10095">
                  <a:moveTo>
                    <a:pt x="43705" y="10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69" name="Input_receptor__568">
              <a:extLst>
                <a:ext uri="{FF2B5EF4-FFF2-40B4-BE49-F238E27FC236}">
                  <a16:creationId xmlns:a16="http://schemas.microsoft.com/office/drawing/2014/main" id="{47DC7536-E335-B372-9951-1E4175F703E4}"/>
                </a:ext>
              </a:extLst>
            </p:cNvPr>
            <p:cNvSpPr>
              <a:spLocks noGrp="1"/>
            </p:cNvSpPr>
            <p:nvPr/>
          </p:nvSpPr>
          <p:spPr>
            <a:xfrm>
              <a:off x="1049835" y="5239258"/>
              <a:ext cx="18290" cy="21906"/>
            </a:xfrm>
            <a:custGeom>
              <a:avLst/>
              <a:gdLst/>
              <a:ahLst/>
              <a:cxnLst/>
              <a:rect l="0" t="0" r="0" b="0"/>
              <a:pathLst>
                <a:path w="18290" h="21906">
                  <a:moveTo>
                    <a:pt x="0" y="0"/>
                  </a:moveTo>
                  <a:lnTo>
                    <a:pt x="18290" y="21906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0" name="Input_receptor__569">
              <a:extLst>
                <a:ext uri="{FF2B5EF4-FFF2-40B4-BE49-F238E27FC236}">
                  <a16:creationId xmlns:a16="http://schemas.microsoft.com/office/drawing/2014/main" id="{2B8D8A95-32F3-B117-0C6F-43DED6239BF6}"/>
                </a:ext>
              </a:extLst>
            </p:cNvPr>
            <p:cNvSpPr>
              <a:spLocks noGrp="1"/>
            </p:cNvSpPr>
            <p:nvPr/>
          </p:nvSpPr>
          <p:spPr>
            <a:xfrm>
              <a:off x="1068995" y="4305692"/>
              <a:ext cx="14478" cy="45955"/>
            </a:xfrm>
            <a:custGeom>
              <a:avLst/>
              <a:gdLst/>
              <a:ahLst/>
              <a:cxnLst/>
              <a:rect l="0" t="0" r="0" b="0"/>
              <a:pathLst>
                <a:path w="14478" h="45955">
                  <a:moveTo>
                    <a:pt x="0" y="0"/>
                  </a:moveTo>
                  <a:lnTo>
                    <a:pt x="14478" y="45955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1" name="Input_receptor__570">
              <a:extLst>
                <a:ext uri="{FF2B5EF4-FFF2-40B4-BE49-F238E27FC236}">
                  <a16:creationId xmlns:a16="http://schemas.microsoft.com/office/drawing/2014/main" id="{C2469C1E-4BE8-7281-7054-BA505C19417E}"/>
                </a:ext>
              </a:extLst>
            </p:cNvPr>
            <p:cNvSpPr>
              <a:spLocks noGrp="1"/>
            </p:cNvSpPr>
            <p:nvPr/>
          </p:nvSpPr>
          <p:spPr>
            <a:xfrm>
              <a:off x="1522486" y="5099454"/>
              <a:ext cx="46982" cy="7575"/>
            </a:xfrm>
            <a:custGeom>
              <a:avLst/>
              <a:gdLst/>
              <a:ahLst/>
              <a:cxnLst/>
              <a:rect l="0" t="0" r="0" b="0"/>
              <a:pathLst>
                <a:path w="46982" h="7575">
                  <a:moveTo>
                    <a:pt x="46982" y="7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2" name="Input_receptor__571">
              <a:extLst>
                <a:ext uri="{FF2B5EF4-FFF2-40B4-BE49-F238E27FC236}">
                  <a16:creationId xmlns:a16="http://schemas.microsoft.com/office/drawing/2014/main" id="{2B2F2B9D-4810-9F5D-2576-6B423CEA2DA7}"/>
                </a:ext>
              </a:extLst>
            </p:cNvPr>
            <p:cNvSpPr>
              <a:spLocks noGrp="1"/>
            </p:cNvSpPr>
            <p:nvPr/>
          </p:nvSpPr>
          <p:spPr>
            <a:xfrm>
              <a:off x="1248103" y="5130459"/>
              <a:ext cx="11557" cy="1287"/>
            </a:xfrm>
            <a:custGeom>
              <a:avLst/>
              <a:gdLst/>
              <a:ahLst/>
              <a:cxnLst/>
              <a:rect l="0" t="0" r="0" b="0"/>
              <a:pathLst>
                <a:path w="11557" h="1287">
                  <a:moveTo>
                    <a:pt x="0" y="1287"/>
                  </a:moveTo>
                  <a:lnTo>
                    <a:pt x="11557" y="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3" name="Input_receptor__572">
              <a:extLst>
                <a:ext uri="{FF2B5EF4-FFF2-40B4-BE49-F238E27FC236}">
                  <a16:creationId xmlns:a16="http://schemas.microsoft.com/office/drawing/2014/main" id="{18BBA957-F344-B7E6-61FF-0E19A93B41D1}"/>
                </a:ext>
              </a:extLst>
            </p:cNvPr>
            <p:cNvSpPr>
              <a:spLocks noGrp="1"/>
            </p:cNvSpPr>
            <p:nvPr/>
          </p:nvSpPr>
          <p:spPr>
            <a:xfrm>
              <a:off x="1268672" y="5468812"/>
              <a:ext cx="33073" cy="30870"/>
            </a:xfrm>
            <a:custGeom>
              <a:avLst/>
              <a:gdLst/>
              <a:ahLst/>
              <a:cxnLst/>
              <a:rect l="0" t="0" r="0" b="0"/>
              <a:pathLst>
                <a:path w="33073" h="30870">
                  <a:moveTo>
                    <a:pt x="33073" y="0"/>
                  </a:moveTo>
                  <a:lnTo>
                    <a:pt x="0" y="30870"/>
                  </a:lnTo>
                </a:path>
              </a:pathLst>
            </a:custGeom>
            <a:noFill/>
            <a:ln w="20003">
              <a:solidFill>
                <a:srgbClr val="7C8F9D"/>
              </a:solidFill>
            </a:ln>
          </p:spPr>
        </p:sp>
        <p:sp>
          <p:nvSpPr>
            <p:cNvPr id="574" name="Input_receptor__573">
              <a:extLst>
                <a:ext uri="{FF2B5EF4-FFF2-40B4-BE49-F238E27FC236}">
                  <a16:creationId xmlns:a16="http://schemas.microsoft.com/office/drawing/2014/main" id="{6E65225C-A28A-89CB-553D-697CDE398D1D}"/>
                </a:ext>
              </a:extLst>
            </p:cNvPr>
            <p:cNvSpPr>
              <a:spLocks noGrp="1"/>
            </p:cNvSpPr>
            <p:nvPr/>
          </p:nvSpPr>
          <p:spPr>
            <a:xfrm>
              <a:off x="1619715" y="5100414"/>
              <a:ext cx="41111" cy="24850"/>
            </a:xfrm>
            <a:custGeom>
              <a:avLst/>
              <a:gdLst/>
              <a:ahLst/>
              <a:cxnLst/>
              <a:rect l="0" t="0" r="0" b="0"/>
              <a:pathLst>
                <a:path w="41111" h="24850">
                  <a:moveTo>
                    <a:pt x="41111" y="0"/>
                  </a:moveTo>
                  <a:lnTo>
                    <a:pt x="0" y="2485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5" name="Input_receptor__574">
              <a:extLst>
                <a:ext uri="{FF2B5EF4-FFF2-40B4-BE49-F238E27FC236}">
                  <a16:creationId xmlns:a16="http://schemas.microsoft.com/office/drawing/2014/main" id="{86FFC73D-5FD4-46EE-5661-4F0A072EED70}"/>
                </a:ext>
              </a:extLst>
            </p:cNvPr>
            <p:cNvSpPr>
              <a:spLocks noGrp="1"/>
            </p:cNvSpPr>
            <p:nvPr/>
          </p:nvSpPr>
          <p:spPr>
            <a:xfrm>
              <a:off x="1501195" y="5026019"/>
              <a:ext cx="37583" cy="11878"/>
            </a:xfrm>
            <a:custGeom>
              <a:avLst/>
              <a:gdLst/>
              <a:ahLst/>
              <a:cxnLst/>
              <a:rect l="0" t="0" r="0" b="0"/>
              <a:pathLst>
                <a:path w="37583" h="11878">
                  <a:moveTo>
                    <a:pt x="37583" y="118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6" name="Input_receptor__575">
              <a:extLst>
                <a:ext uri="{FF2B5EF4-FFF2-40B4-BE49-F238E27FC236}">
                  <a16:creationId xmlns:a16="http://schemas.microsoft.com/office/drawing/2014/main" id="{2FBA87BB-84C6-117A-0766-6A4BB4242540}"/>
                </a:ext>
              </a:extLst>
            </p:cNvPr>
            <p:cNvSpPr>
              <a:spLocks noGrp="1"/>
            </p:cNvSpPr>
            <p:nvPr/>
          </p:nvSpPr>
          <p:spPr>
            <a:xfrm>
              <a:off x="1511667" y="4814295"/>
              <a:ext cx="11097" cy="30261"/>
            </a:xfrm>
            <a:custGeom>
              <a:avLst/>
              <a:gdLst/>
              <a:ahLst/>
              <a:cxnLst/>
              <a:rect l="0" t="0" r="0" b="0"/>
              <a:pathLst>
                <a:path w="11097" h="30261">
                  <a:moveTo>
                    <a:pt x="11097" y="3026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D8F9D"/>
              </a:solidFill>
            </a:ln>
          </p:spPr>
        </p:sp>
        <p:sp>
          <p:nvSpPr>
            <p:cNvPr id="577" name="Input_receptor__576">
              <a:extLst>
                <a:ext uri="{FF2B5EF4-FFF2-40B4-BE49-F238E27FC236}">
                  <a16:creationId xmlns:a16="http://schemas.microsoft.com/office/drawing/2014/main" id="{B10705E0-64F0-C846-FDBC-F7B643323BF5}"/>
                </a:ext>
              </a:extLst>
            </p:cNvPr>
            <p:cNvSpPr>
              <a:spLocks noGrp="1"/>
            </p:cNvSpPr>
            <p:nvPr/>
          </p:nvSpPr>
          <p:spPr>
            <a:xfrm>
              <a:off x="1475013" y="5379469"/>
              <a:ext cx="1453" cy="1028"/>
            </a:xfrm>
            <a:custGeom>
              <a:avLst/>
              <a:gdLst/>
              <a:ahLst/>
              <a:cxnLst/>
              <a:rect l="0" t="0" r="0" b="0"/>
              <a:pathLst>
                <a:path w="1453" h="1028">
                  <a:moveTo>
                    <a:pt x="0" y="1028"/>
                  </a:moveTo>
                  <a:lnTo>
                    <a:pt x="1453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8" name="Input_receptor__577">
              <a:extLst>
                <a:ext uri="{FF2B5EF4-FFF2-40B4-BE49-F238E27FC236}">
                  <a16:creationId xmlns:a16="http://schemas.microsoft.com/office/drawing/2014/main" id="{7590F01D-E0C2-74C0-9AB2-9198FA2E62C6}"/>
                </a:ext>
              </a:extLst>
            </p:cNvPr>
            <p:cNvSpPr>
              <a:spLocks noGrp="1"/>
            </p:cNvSpPr>
            <p:nvPr/>
          </p:nvSpPr>
          <p:spPr>
            <a:xfrm>
              <a:off x="1511692" y="5397571"/>
              <a:ext cx="20162" cy="39477"/>
            </a:xfrm>
            <a:custGeom>
              <a:avLst/>
              <a:gdLst/>
              <a:ahLst/>
              <a:cxnLst/>
              <a:rect l="0" t="0" r="0" b="0"/>
              <a:pathLst>
                <a:path w="20162" h="39477">
                  <a:moveTo>
                    <a:pt x="0" y="39477"/>
                  </a:moveTo>
                  <a:lnTo>
                    <a:pt x="20162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79" name="Input_receptor__578">
              <a:extLst>
                <a:ext uri="{FF2B5EF4-FFF2-40B4-BE49-F238E27FC236}">
                  <a16:creationId xmlns:a16="http://schemas.microsoft.com/office/drawing/2014/main" id="{A7F0FF60-47CE-36B2-7606-8E28AEAC2E2C}"/>
                </a:ext>
              </a:extLst>
            </p:cNvPr>
            <p:cNvSpPr>
              <a:spLocks noGrp="1"/>
            </p:cNvSpPr>
            <p:nvPr/>
          </p:nvSpPr>
          <p:spPr>
            <a:xfrm>
              <a:off x="1557672" y="5168505"/>
              <a:ext cx="43893" cy="5942"/>
            </a:xfrm>
            <a:custGeom>
              <a:avLst/>
              <a:gdLst/>
              <a:ahLst/>
              <a:cxnLst/>
              <a:rect l="0" t="0" r="0" b="0"/>
              <a:pathLst>
                <a:path w="43893" h="5942">
                  <a:moveTo>
                    <a:pt x="43893" y="59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0" name="Input_receptor__579">
              <a:extLst>
                <a:ext uri="{FF2B5EF4-FFF2-40B4-BE49-F238E27FC236}">
                  <a16:creationId xmlns:a16="http://schemas.microsoft.com/office/drawing/2014/main" id="{5ED4B916-0399-D13E-4412-76E079E360E8}"/>
                </a:ext>
              </a:extLst>
            </p:cNvPr>
            <p:cNvSpPr>
              <a:spLocks noGrp="1"/>
            </p:cNvSpPr>
            <p:nvPr/>
          </p:nvSpPr>
          <p:spPr>
            <a:xfrm>
              <a:off x="1594133" y="5297780"/>
              <a:ext cx="46631" cy="8779"/>
            </a:xfrm>
            <a:custGeom>
              <a:avLst/>
              <a:gdLst/>
              <a:ahLst/>
              <a:cxnLst/>
              <a:rect l="0" t="0" r="0" b="0"/>
              <a:pathLst>
                <a:path w="46631" h="8779">
                  <a:moveTo>
                    <a:pt x="46631" y="8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1" name="Input_receptor__580">
              <a:extLst>
                <a:ext uri="{FF2B5EF4-FFF2-40B4-BE49-F238E27FC236}">
                  <a16:creationId xmlns:a16="http://schemas.microsoft.com/office/drawing/2014/main" id="{0E9444C1-C6AC-2398-5AE3-972F547EC24F}"/>
                </a:ext>
              </a:extLst>
            </p:cNvPr>
            <p:cNvSpPr>
              <a:spLocks noGrp="1"/>
            </p:cNvSpPr>
            <p:nvPr/>
          </p:nvSpPr>
          <p:spPr>
            <a:xfrm>
              <a:off x="1211343" y="5027522"/>
              <a:ext cx="16449" cy="30221"/>
            </a:xfrm>
            <a:custGeom>
              <a:avLst/>
              <a:gdLst/>
              <a:ahLst/>
              <a:cxnLst/>
              <a:rect l="0" t="0" r="0" b="0"/>
              <a:pathLst>
                <a:path w="16449" h="30221">
                  <a:moveTo>
                    <a:pt x="0" y="30221"/>
                  </a:moveTo>
                  <a:lnTo>
                    <a:pt x="16449" y="0"/>
                  </a:lnTo>
                </a:path>
              </a:pathLst>
            </a:custGeom>
            <a:noFill/>
            <a:ln w="8096">
              <a:solidFill>
                <a:srgbClr val="7D8F9D"/>
              </a:solidFill>
            </a:ln>
          </p:spPr>
        </p:sp>
        <p:sp>
          <p:nvSpPr>
            <p:cNvPr id="582" name="Input_receptor__581">
              <a:extLst>
                <a:ext uri="{FF2B5EF4-FFF2-40B4-BE49-F238E27FC236}">
                  <a16:creationId xmlns:a16="http://schemas.microsoft.com/office/drawing/2014/main" id="{2FA8C950-0F4F-B40E-EDE0-2E219333FA64}"/>
                </a:ext>
              </a:extLst>
            </p:cNvPr>
            <p:cNvSpPr>
              <a:spLocks noGrp="1"/>
            </p:cNvSpPr>
            <p:nvPr/>
          </p:nvSpPr>
          <p:spPr>
            <a:xfrm>
              <a:off x="1195186" y="5451440"/>
              <a:ext cx="33701" cy="34156"/>
            </a:xfrm>
            <a:custGeom>
              <a:avLst/>
              <a:gdLst/>
              <a:ahLst/>
              <a:cxnLst/>
              <a:rect l="0" t="0" r="0" b="0"/>
              <a:pathLst>
                <a:path w="33701" h="34156">
                  <a:moveTo>
                    <a:pt x="33701" y="0"/>
                  </a:moveTo>
                  <a:lnTo>
                    <a:pt x="0" y="34156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3" name="Input_receptor__582">
              <a:extLst>
                <a:ext uri="{FF2B5EF4-FFF2-40B4-BE49-F238E27FC236}">
                  <a16:creationId xmlns:a16="http://schemas.microsoft.com/office/drawing/2014/main" id="{B00812DE-10FC-4005-8D99-27966D7A30F5}"/>
                </a:ext>
              </a:extLst>
            </p:cNvPr>
            <p:cNvSpPr>
              <a:spLocks noGrp="1"/>
            </p:cNvSpPr>
            <p:nvPr/>
          </p:nvSpPr>
          <p:spPr>
            <a:xfrm>
              <a:off x="1285853" y="5278359"/>
              <a:ext cx="47289" cy="9735"/>
            </a:xfrm>
            <a:custGeom>
              <a:avLst/>
              <a:gdLst/>
              <a:ahLst/>
              <a:cxnLst/>
              <a:rect l="0" t="0" r="0" b="0"/>
              <a:pathLst>
                <a:path w="47289" h="9735">
                  <a:moveTo>
                    <a:pt x="47289" y="0"/>
                  </a:moveTo>
                  <a:lnTo>
                    <a:pt x="0" y="9735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4" name="Input_receptor__583">
              <a:extLst>
                <a:ext uri="{FF2B5EF4-FFF2-40B4-BE49-F238E27FC236}">
                  <a16:creationId xmlns:a16="http://schemas.microsoft.com/office/drawing/2014/main" id="{EE3D599D-6E70-58C1-5D5C-E79267334E26}"/>
                </a:ext>
              </a:extLst>
            </p:cNvPr>
            <p:cNvSpPr>
              <a:spLocks noGrp="1"/>
            </p:cNvSpPr>
            <p:nvPr/>
          </p:nvSpPr>
          <p:spPr>
            <a:xfrm>
              <a:off x="1163554" y="5233159"/>
              <a:ext cx="23754" cy="2776"/>
            </a:xfrm>
            <a:custGeom>
              <a:avLst/>
              <a:gdLst/>
              <a:ahLst/>
              <a:cxnLst/>
              <a:rect l="0" t="0" r="0" b="0"/>
              <a:pathLst>
                <a:path w="23754" h="2776">
                  <a:moveTo>
                    <a:pt x="23754" y="0"/>
                  </a:moveTo>
                  <a:lnTo>
                    <a:pt x="0" y="2776"/>
                  </a:lnTo>
                </a:path>
              </a:pathLst>
            </a:custGeom>
            <a:noFill/>
            <a:ln w="20003">
              <a:solidFill>
                <a:srgbClr val="7D8F9D"/>
              </a:solidFill>
            </a:ln>
          </p:spPr>
        </p:sp>
        <p:sp>
          <p:nvSpPr>
            <p:cNvPr id="585" name="Input_receptor__584">
              <a:extLst>
                <a:ext uri="{FF2B5EF4-FFF2-40B4-BE49-F238E27FC236}">
                  <a16:creationId xmlns:a16="http://schemas.microsoft.com/office/drawing/2014/main" id="{FEB397B1-01FE-67FF-E1B8-ABA4F97524CF}"/>
                </a:ext>
              </a:extLst>
            </p:cNvPr>
            <p:cNvSpPr>
              <a:spLocks noGrp="1"/>
            </p:cNvSpPr>
            <p:nvPr/>
          </p:nvSpPr>
          <p:spPr>
            <a:xfrm>
              <a:off x="1333142" y="5278359"/>
              <a:ext cx="12520" cy="46617"/>
            </a:xfrm>
            <a:custGeom>
              <a:avLst/>
              <a:gdLst/>
              <a:ahLst/>
              <a:cxnLst/>
              <a:rect l="0" t="0" r="0" b="0"/>
              <a:pathLst>
                <a:path w="12520" h="46617">
                  <a:moveTo>
                    <a:pt x="12520" y="466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6" name="Input_receptor__585">
              <a:extLst>
                <a:ext uri="{FF2B5EF4-FFF2-40B4-BE49-F238E27FC236}">
                  <a16:creationId xmlns:a16="http://schemas.microsoft.com/office/drawing/2014/main" id="{4A440747-5257-9644-781B-752C1CBAE38B}"/>
                </a:ext>
              </a:extLst>
            </p:cNvPr>
            <p:cNvSpPr>
              <a:spLocks noGrp="1"/>
            </p:cNvSpPr>
            <p:nvPr/>
          </p:nvSpPr>
          <p:spPr>
            <a:xfrm>
              <a:off x="1731104" y="4994943"/>
              <a:ext cx="11377" cy="10010"/>
            </a:xfrm>
            <a:custGeom>
              <a:avLst/>
              <a:gdLst/>
              <a:ahLst/>
              <a:cxnLst/>
              <a:rect l="0" t="0" r="0" b="0"/>
              <a:pathLst>
                <a:path w="11377" h="10010">
                  <a:moveTo>
                    <a:pt x="11377" y="0"/>
                  </a:moveTo>
                  <a:lnTo>
                    <a:pt x="0" y="1001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7" name="Input_receptor__586">
              <a:extLst>
                <a:ext uri="{FF2B5EF4-FFF2-40B4-BE49-F238E27FC236}">
                  <a16:creationId xmlns:a16="http://schemas.microsoft.com/office/drawing/2014/main" id="{E6D71D7D-02A8-95E9-AAAD-50AC4F88892D}"/>
                </a:ext>
              </a:extLst>
            </p:cNvPr>
            <p:cNvSpPr>
              <a:spLocks noGrp="1"/>
            </p:cNvSpPr>
            <p:nvPr/>
          </p:nvSpPr>
          <p:spPr>
            <a:xfrm>
              <a:off x="1342476" y="5675629"/>
              <a:ext cx="42202" cy="21544"/>
            </a:xfrm>
            <a:custGeom>
              <a:avLst/>
              <a:gdLst/>
              <a:ahLst/>
              <a:cxnLst/>
              <a:rect l="0" t="0" r="0" b="0"/>
              <a:pathLst>
                <a:path w="42202" h="21544">
                  <a:moveTo>
                    <a:pt x="42202" y="0"/>
                  </a:moveTo>
                  <a:lnTo>
                    <a:pt x="0" y="21544"/>
                  </a:lnTo>
                </a:path>
              </a:pathLst>
            </a:custGeom>
            <a:noFill/>
            <a:ln w="8096">
              <a:solidFill>
                <a:srgbClr val="7D8F9E"/>
              </a:solidFill>
            </a:ln>
          </p:spPr>
        </p:sp>
        <p:sp>
          <p:nvSpPr>
            <p:cNvPr id="588" name="Input_receptor__587">
              <a:extLst>
                <a:ext uri="{FF2B5EF4-FFF2-40B4-BE49-F238E27FC236}">
                  <a16:creationId xmlns:a16="http://schemas.microsoft.com/office/drawing/2014/main" id="{31D14EA2-27AB-6025-A612-482AAF4148F3}"/>
                </a:ext>
              </a:extLst>
            </p:cNvPr>
            <p:cNvSpPr>
              <a:spLocks noGrp="1"/>
            </p:cNvSpPr>
            <p:nvPr/>
          </p:nvSpPr>
          <p:spPr>
            <a:xfrm>
              <a:off x="1158486" y="5572423"/>
              <a:ext cx="43816" cy="14619"/>
            </a:xfrm>
            <a:custGeom>
              <a:avLst/>
              <a:gdLst/>
              <a:ahLst/>
              <a:cxnLst/>
              <a:rect l="0" t="0" r="0" b="0"/>
              <a:pathLst>
                <a:path w="43816" h="14619">
                  <a:moveTo>
                    <a:pt x="43816" y="0"/>
                  </a:moveTo>
                  <a:lnTo>
                    <a:pt x="0" y="14619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89" name="Input_receptor__588">
              <a:extLst>
                <a:ext uri="{FF2B5EF4-FFF2-40B4-BE49-F238E27FC236}">
                  <a16:creationId xmlns:a16="http://schemas.microsoft.com/office/drawing/2014/main" id="{9AD3E459-0105-BAC4-5EE3-BA934BAECBAF}"/>
                </a:ext>
              </a:extLst>
            </p:cNvPr>
            <p:cNvSpPr>
              <a:spLocks noGrp="1"/>
            </p:cNvSpPr>
            <p:nvPr/>
          </p:nvSpPr>
          <p:spPr>
            <a:xfrm>
              <a:off x="1538778" y="5037896"/>
              <a:ext cx="26970" cy="10663"/>
            </a:xfrm>
            <a:custGeom>
              <a:avLst/>
              <a:gdLst/>
              <a:ahLst/>
              <a:cxnLst/>
              <a:rect l="0" t="0" r="0" b="0"/>
              <a:pathLst>
                <a:path w="26970" h="10663">
                  <a:moveTo>
                    <a:pt x="26970" y="106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0" name="Input_receptor__589">
              <a:extLst>
                <a:ext uri="{FF2B5EF4-FFF2-40B4-BE49-F238E27FC236}">
                  <a16:creationId xmlns:a16="http://schemas.microsoft.com/office/drawing/2014/main" id="{005433EB-E083-0ECA-B0F6-4C9A0E42A975}"/>
                </a:ext>
              </a:extLst>
            </p:cNvPr>
            <p:cNvSpPr>
              <a:spLocks noGrp="1"/>
            </p:cNvSpPr>
            <p:nvPr/>
          </p:nvSpPr>
          <p:spPr>
            <a:xfrm>
              <a:off x="1681639" y="4837671"/>
              <a:ext cx="16347" cy="2735"/>
            </a:xfrm>
            <a:custGeom>
              <a:avLst/>
              <a:gdLst/>
              <a:ahLst/>
              <a:cxnLst/>
              <a:rect l="0" t="0" r="0" b="0"/>
              <a:pathLst>
                <a:path w="16347" h="2735">
                  <a:moveTo>
                    <a:pt x="0" y="2735"/>
                  </a:moveTo>
                  <a:lnTo>
                    <a:pt x="16347" y="0"/>
                  </a:lnTo>
                </a:path>
              </a:pathLst>
            </a:custGeom>
            <a:noFill/>
            <a:ln w="8096">
              <a:solidFill>
                <a:srgbClr val="7D8F9E"/>
              </a:solidFill>
            </a:ln>
          </p:spPr>
        </p:sp>
        <p:sp>
          <p:nvSpPr>
            <p:cNvPr id="591" name="Input_receptor__590">
              <a:extLst>
                <a:ext uri="{FF2B5EF4-FFF2-40B4-BE49-F238E27FC236}">
                  <a16:creationId xmlns:a16="http://schemas.microsoft.com/office/drawing/2014/main" id="{AB867EC7-0069-0031-08A7-9DEF83199862}"/>
                </a:ext>
              </a:extLst>
            </p:cNvPr>
            <p:cNvSpPr>
              <a:spLocks noGrp="1"/>
            </p:cNvSpPr>
            <p:nvPr/>
          </p:nvSpPr>
          <p:spPr>
            <a:xfrm>
              <a:off x="1600424" y="4930970"/>
              <a:ext cx="43940" cy="17073"/>
            </a:xfrm>
            <a:custGeom>
              <a:avLst/>
              <a:gdLst/>
              <a:ahLst/>
              <a:cxnLst/>
              <a:rect l="0" t="0" r="0" b="0"/>
              <a:pathLst>
                <a:path w="43940" h="17073">
                  <a:moveTo>
                    <a:pt x="0" y="0"/>
                  </a:moveTo>
                  <a:lnTo>
                    <a:pt x="43940" y="17073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2" name="Input_receptor__591">
              <a:extLst>
                <a:ext uri="{FF2B5EF4-FFF2-40B4-BE49-F238E27FC236}">
                  <a16:creationId xmlns:a16="http://schemas.microsoft.com/office/drawing/2014/main" id="{BD127933-8FC3-9DA2-119D-7CEE6CF4387A}"/>
                </a:ext>
              </a:extLst>
            </p:cNvPr>
            <p:cNvSpPr>
              <a:spLocks noGrp="1"/>
            </p:cNvSpPr>
            <p:nvPr/>
          </p:nvSpPr>
          <p:spPr>
            <a:xfrm>
              <a:off x="1592051" y="5237729"/>
              <a:ext cx="35519" cy="3961"/>
            </a:xfrm>
            <a:custGeom>
              <a:avLst/>
              <a:gdLst/>
              <a:ahLst/>
              <a:cxnLst/>
              <a:rect l="0" t="0" r="0" b="0"/>
              <a:pathLst>
                <a:path w="35519" h="3961">
                  <a:moveTo>
                    <a:pt x="35519" y="3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3" name="Input_receptor__592">
              <a:extLst>
                <a:ext uri="{FF2B5EF4-FFF2-40B4-BE49-F238E27FC236}">
                  <a16:creationId xmlns:a16="http://schemas.microsoft.com/office/drawing/2014/main" id="{90F6964C-43FC-AFB6-D108-426F2C16BD88}"/>
                </a:ext>
              </a:extLst>
            </p:cNvPr>
            <p:cNvSpPr>
              <a:spLocks noGrp="1"/>
            </p:cNvSpPr>
            <p:nvPr/>
          </p:nvSpPr>
          <p:spPr>
            <a:xfrm>
              <a:off x="1557721" y="5229042"/>
              <a:ext cx="34331" cy="8687"/>
            </a:xfrm>
            <a:custGeom>
              <a:avLst/>
              <a:gdLst/>
              <a:ahLst/>
              <a:cxnLst/>
              <a:rect l="0" t="0" r="0" b="0"/>
              <a:pathLst>
                <a:path w="34331" h="8687">
                  <a:moveTo>
                    <a:pt x="34331" y="86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4" name="Input_receptor__593">
              <a:extLst>
                <a:ext uri="{FF2B5EF4-FFF2-40B4-BE49-F238E27FC236}">
                  <a16:creationId xmlns:a16="http://schemas.microsoft.com/office/drawing/2014/main" id="{C6DF82B0-5C3F-AD4C-2FD8-A48D5C38A9F8}"/>
                </a:ext>
              </a:extLst>
            </p:cNvPr>
            <p:cNvSpPr>
              <a:spLocks noGrp="1"/>
            </p:cNvSpPr>
            <p:nvPr/>
          </p:nvSpPr>
          <p:spPr>
            <a:xfrm>
              <a:off x="1425179" y="5321691"/>
              <a:ext cx="33721" cy="19753"/>
            </a:xfrm>
            <a:custGeom>
              <a:avLst/>
              <a:gdLst/>
              <a:ahLst/>
              <a:cxnLst/>
              <a:rect l="0" t="0" r="0" b="0"/>
              <a:pathLst>
                <a:path w="33721" h="19753">
                  <a:moveTo>
                    <a:pt x="33721" y="0"/>
                  </a:moveTo>
                  <a:lnTo>
                    <a:pt x="0" y="19753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5" name="Input_receptor__594">
              <a:extLst>
                <a:ext uri="{FF2B5EF4-FFF2-40B4-BE49-F238E27FC236}">
                  <a16:creationId xmlns:a16="http://schemas.microsoft.com/office/drawing/2014/main" id="{8C3224EB-2A63-B224-027B-E2BB5BE1D514}"/>
                </a:ext>
              </a:extLst>
            </p:cNvPr>
            <p:cNvSpPr>
              <a:spLocks noGrp="1"/>
            </p:cNvSpPr>
            <p:nvPr/>
          </p:nvSpPr>
          <p:spPr>
            <a:xfrm>
              <a:off x="1381573" y="5536385"/>
              <a:ext cx="8876" cy="17207"/>
            </a:xfrm>
            <a:custGeom>
              <a:avLst/>
              <a:gdLst/>
              <a:ahLst/>
              <a:cxnLst/>
              <a:rect l="0" t="0" r="0" b="0"/>
              <a:pathLst>
                <a:path w="8876" h="17207">
                  <a:moveTo>
                    <a:pt x="8876" y="172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6" name="Input_receptor__595">
              <a:extLst>
                <a:ext uri="{FF2B5EF4-FFF2-40B4-BE49-F238E27FC236}">
                  <a16:creationId xmlns:a16="http://schemas.microsoft.com/office/drawing/2014/main" id="{96039CEB-5346-F00F-F2F6-60C860850C60}"/>
                </a:ext>
              </a:extLst>
            </p:cNvPr>
            <p:cNvSpPr>
              <a:spLocks noGrp="1"/>
            </p:cNvSpPr>
            <p:nvPr/>
          </p:nvSpPr>
          <p:spPr>
            <a:xfrm>
              <a:off x="1231774" y="5349495"/>
              <a:ext cx="37091" cy="30201"/>
            </a:xfrm>
            <a:custGeom>
              <a:avLst/>
              <a:gdLst/>
              <a:ahLst/>
              <a:cxnLst/>
              <a:rect l="0" t="0" r="0" b="0"/>
              <a:pathLst>
                <a:path w="37091" h="30201">
                  <a:moveTo>
                    <a:pt x="0" y="30201"/>
                  </a:moveTo>
                  <a:lnTo>
                    <a:pt x="37091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7" name="Input_receptor__596">
              <a:extLst>
                <a:ext uri="{FF2B5EF4-FFF2-40B4-BE49-F238E27FC236}">
                  <a16:creationId xmlns:a16="http://schemas.microsoft.com/office/drawing/2014/main" id="{75438DF9-8B60-D19C-5B15-665E975A41F1}"/>
                </a:ext>
              </a:extLst>
            </p:cNvPr>
            <p:cNvSpPr>
              <a:spLocks noGrp="1"/>
            </p:cNvSpPr>
            <p:nvPr/>
          </p:nvSpPr>
          <p:spPr>
            <a:xfrm>
              <a:off x="1727135" y="5169425"/>
              <a:ext cx="30963" cy="6819"/>
            </a:xfrm>
            <a:custGeom>
              <a:avLst/>
              <a:gdLst/>
              <a:ahLst/>
              <a:cxnLst/>
              <a:rect l="0" t="0" r="0" b="0"/>
              <a:pathLst>
                <a:path w="30963" h="6819">
                  <a:moveTo>
                    <a:pt x="30963" y="0"/>
                  </a:moveTo>
                  <a:lnTo>
                    <a:pt x="0" y="6819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8" name="Input_receptor__597">
              <a:extLst>
                <a:ext uri="{FF2B5EF4-FFF2-40B4-BE49-F238E27FC236}">
                  <a16:creationId xmlns:a16="http://schemas.microsoft.com/office/drawing/2014/main" id="{EA2CDD30-A65A-9F5F-B885-12901B1EE87F}"/>
                </a:ext>
              </a:extLst>
            </p:cNvPr>
            <p:cNvSpPr>
              <a:spLocks noGrp="1"/>
            </p:cNvSpPr>
            <p:nvPr/>
          </p:nvSpPr>
          <p:spPr>
            <a:xfrm>
              <a:off x="1443771" y="5526620"/>
              <a:ext cx="1586" cy="46181"/>
            </a:xfrm>
            <a:custGeom>
              <a:avLst/>
              <a:gdLst/>
              <a:ahLst/>
              <a:cxnLst/>
              <a:rect l="0" t="0" r="0" b="0"/>
              <a:pathLst>
                <a:path w="1586" h="46181">
                  <a:moveTo>
                    <a:pt x="1586" y="46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599" name="Input_receptor__598">
              <a:extLst>
                <a:ext uri="{FF2B5EF4-FFF2-40B4-BE49-F238E27FC236}">
                  <a16:creationId xmlns:a16="http://schemas.microsoft.com/office/drawing/2014/main" id="{4C44653D-0B7F-9952-CEC8-DB2D6D59D4CF}"/>
                </a:ext>
              </a:extLst>
            </p:cNvPr>
            <p:cNvSpPr>
              <a:spLocks noGrp="1"/>
            </p:cNvSpPr>
            <p:nvPr/>
          </p:nvSpPr>
          <p:spPr>
            <a:xfrm>
              <a:off x="1458900" y="5321691"/>
              <a:ext cx="34598" cy="12653"/>
            </a:xfrm>
            <a:custGeom>
              <a:avLst/>
              <a:gdLst/>
              <a:ahLst/>
              <a:cxnLst/>
              <a:rect l="0" t="0" r="0" b="0"/>
              <a:pathLst>
                <a:path w="34598" h="12653">
                  <a:moveTo>
                    <a:pt x="34598" y="126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600" name="Input_receptor__599">
              <a:extLst>
                <a:ext uri="{FF2B5EF4-FFF2-40B4-BE49-F238E27FC236}">
                  <a16:creationId xmlns:a16="http://schemas.microsoft.com/office/drawing/2014/main" id="{EB96DEE5-6000-D1E3-9706-2AEEB68CD412}"/>
                </a:ext>
              </a:extLst>
            </p:cNvPr>
            <p:cNvSpPr>
              <a:spLocks noGrp="1"/>
            </p:cNvSpPr>
            <p:nvPr/>
          </p:nvSpPr>
          <p:spPr>
            <a:xfrm>
              <a:off x="1489775" y="4949813"/>
              <a:ext cx="15511" cy="17076"/>
            </a:xfrm>
            <a:custGeom>
              <a:avLst/>
              <a:gdLst/>
              <a:ahLst/>
              <a:cxnLst/>
              <a:rect l="0" t="0" r="0" b="0"/>
              <a:pathLst>
                <a:path w="15511" h="17076">
                  <a:moveTo>
                    <a:pt x="15511" y="170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8F9E"/>
              </a:solidFill>
            </a:ln>
          </p:spPr>
        </p:sp>
        <p:sp>
          <p:nvSpPr>
            <p:cNvPr id="601" name="Input_receptor__600">
              <a:extLst>
                <a:ext uri="{FF2B5EF4-FFF2-40B4-BE49-F238E27FC236}">
                  <a16:creationId xmlns:a16="http://schemas.microsoft.com/office/drawing/2014/main" id="{CD5A1EFC-3526-D852-E903-AA75121D1C9D}"/>
                </a:ext>
              </a:extLst>
            </p:cNvPr>
            <p:cNvSpPr>
              <a:spLocks noGrp="1"/>
            </p:cNvSpPr>
            <p:nvPr/>
          </p:nvSpPr>
          <p:spPr>
            <a:xfrm>
              <a:off x="1046490" y="5261164"/>
              <a:ext cx="21636" cy="40607"/>
            </a:xfrm>
            <a:custGeom>
              <a:avLst/>
              <a:gdLst/>
              <a:ahLst/>
              <a:cxnLst/>
              <a:rect l="0" t="0" r="0" b="0"/>
              <a:pathLst>
                <a:path w="21636" h="40607">
                  <a:moveTo>
                    <a:pt x="21636" y="0"/>
                  </a:moveTo>
                  <a:lnTo>
                    <a:pt x="0" y="40607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2" name="Input_receptor__601">
              <a:extLst>
                <a:ext uri="{FF2B5EF4-FFF2-40B4-BE49-F238E27FC236}">
                  <a16:creationId xmlns:a16="http://schemas.microsoft.com/office/drawing/2014/main" id="{051FCB93-E9C0-0674-B3FF-61E6048E6267}"/>
                </a:ext>
              </a:extLst>
            </p:cNvPr>
            <p:cNvSpPr>
              <a:spLocks noGrp="1"/>
            </p:cNvSpPr>
            <p:nvPr/>
          </p:nvSpPr>
          <p:spPr>
            <a:xfrm>
              <a:off x="1603007" y="4995614"/>
              <a:ext cx="12304" cy="4828"/>
            </a:xfrm>
            <a:custGeom>
              <a:avLst/>
              <a:gdLst/>
              <a:ahLst/>
              <a:cxnLst/>
              <a:rect l="0" t="0" r="0" b="0"/>
              <a:pathLst>
                <a:path w="12304" h="4828">
                  <a:moveTo>
                    <a:pt x="0" y="0"/>
                  </a:moveTo>
                  <a:lnTo>
                    <a:pt x="12304" y="4828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3" name="Input_receptor__602">
              <a:extLst>
                <a:ext uri="{FF2B5EF4-FFF2-40B4-BE49-F238E27FC236}">
                  <a16:creationId xmlns:a16="http://schemas.microsoft.com/office/drawing/2014/main" id="{49A3CB5A-F200-F028-10E3-FEF8F73086CC}"/>
                </a:ext>
              </a:extLst>
            </p:cNvPr>
            <p:cNvSpPr>
              <a:spLocks noGrp="1"/>
            </p:cNvSpPr>
            <p:nvPr/>
          </p:nvSpPr>
          <p:spPr>
            <a:xfrm>
              <a:off x="1720975" y="5113898"/>
              <a:ext cx="46594" cy="10853"/>
            </a:xfrm>
            <a:custGeom>
              <a:avLst/>
              <a:gdLst/>
              <a:ahLst/>
              <a:cxnLst/>
              <a:rect l="0" t="0" r="0" b="0"/>
              <a:pathLst>
                <a:path w="46594" h="10853">
                  <a:moveTo>
                    <a:pt x="0" y="0"/>
                  </a:moveTo>
                  <a:lnTo>
                    <a:pt x="46594" y="10853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4" name="Input_receptor__603">
              <a:extLst>
                <a:ext uri="{FF2B5EF4-FFF2-40B4-BE49-F238E27FC236}">
                  <a16:creationId xmlns:a16="http://schemas.microsoft.com/office/drawing/2014/main" id="{6362BD4E-2F9D-8F10-B612-FD1835F5DC23}"/>
                </a:ext>
              </a:extLst>
            </p:cNvPr>
            <p:cNvSpPr>
              <a:spLocks noGrp="1"/>
            </p:cNvSpPr>
            <p:nvPr/>
          </p:nvSpPr>
          <p:spPr>
            <a:xfrm>
              <a:off x="1150005" y="5180401"/>
              <a:ext cx="47529" cy="7139"/>
            </a:xfrm>
            <a:custGeom>
              <a:avLst/>
              <a:gdLst/>
              <a:ahLst/>
              <a:cxnLst/>
              <a:rect l="0" t="0" r="0" b="0"/>
              <a:pathLst>
                <a:path w="47529" h="7139">
                  <a:moveTo>
                    <a:pt x="0" y="0"/>
                  </a:moveTo>
                  <a:lnTo>
                    <a:pt x="47529" y="7139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5" name="Input_receptor__604">
              <a:extLst>
                <a:ext uri="{FF2B5EF4-FFF2-40B4-BE49-F238E27FC236}">
                  <a16:creationId xmlns:a16="http://schemas.microsoft.com/office/drawing/2014/main" id="{1AEEC10F-4636-5DE7-0304-BEBD97A79AE0}"/>
                </a:ext>
              </a:extLst>
            </p:cNvPr>
            <p:cNvSpPr>
              <a:spLocks noGrp="1"/>
            </p:cNvSpPr>
            <p:nvPr/>
          </p:nvSpPr>
          <p:spPr>
            <a:xfrm>
              <a:off x="1437533" y="5161171"/>
              <a:ext cx="4059" cy="16015"/>
            </a:xfrm>
            <a:custGeom>
              <a:avLst/>
              <a:gdLst/>
              <a:ahLst/>
              <a:cxnLst/>
              <a:rect l="0" t="0" r="0" b="0"/>
              <a:pathLst>
                <a:path w="4059" h="16015">
                  <a:moveTo>
                    <a:pt x="0" y="0"/>
                  </a:moveTo>
                  <a:lnTo>
                    <a:pt x="4059" y="16015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6" name="Input_receptor__605">
              <a:extLst>
                <a:ext uri="{FF2B5EF4-FFF2-40B4-BE49-F238E27FC236}">
                  <a16:creationId xmlns:a16="http://schemas.microsoft.com/office/drawing/2014/main" id="{B75F7D77-6CBA-2F23-A365-1541CBCD52A8}"/>
                </a:ext>
              </a:extLst>
            </p:cNvPr>
            <p:cNvSpPr>
              <a:spLocks noGrp="1"/>
            </p:cNvSpPr>
            <p:nvPr/>
          </p:nvSpPr>
          <p:spPr>
            <a:xfrm>
              <a:off x="1601851" y="5051235"/>
              <a:ext cx="28133" cy="13047"/>
            </a:xfrm>
            <a:custGeom>
              <a:avLst/>
              <a:gdLst/>
              <a:ahLst/>
              <a:cxnLst/>
              <a:rect l="0" t="0" r="0" b="0"/>
              <a:pathLst>
                <a:path w="28133" h="13047">
                  <a:moveTo>
                    <a:pt x="28133" y="0"/>
                  </a:moveTo>
                  <a:lnTo>
                    <a:pt x="0" y="13047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7" name="Input_receptor__606">
              <a:extLst>
                <a:ext uri="{FF2B5EF4-FFF2-40B4-BE49-F238E27FC236}">
                  <a16:creationId xmlns:a16="http://schemas.microsoft.com/office/drawing/2014/main" id="{007AB452-FE5C-61FF-912A-B20EB471D289}"/>
                </a:ext>
              </a:extLst>
            </p:cNvPr>
            <p:cNvSpPr>
              <a:spLocks noGrp="1"/>
            </p:cNvSpPr>
            <p:nvPr/>
          </p:nvSpPr>
          <p:spPr>
            <a:xfrm>
              <a:off x="1121388" y="5439886"/>
              <a:ext cx="32277" cy="24331"/>
            </a:xfrm>
            <a:custGeom>
              <a:avLst/>
              <a:gdLst/>
              <a:ahLst/>
              <a:cxnLst/>
              <a:rect l="0" t="0" r="0" b="0"/>
              <a:pathLst>
                <a:path w="32277" h="24331">
                  <a:moveTo>
                    <a:pt x="32277" y="0"/>
                  </a:moveTo>
                  <a:lnTo>
                    <a:pt x="0" y="24331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8" name="Input_receptor__607">
              <a:extLst>
                <a:ext uri="{FF2B5EF4-FFF2-40B4-BE49-F238E27FC236}">
                  <a16:creationId xmlns:a16="http://schemas.microsoft.com/office/drawing/2014/main" id="{ACC5261F-AFA6-34EC-FB75-C6D5842014B1}"/>
                </a:ext>
              </a:extLst>
            </p:cNvPr>
            <p:cNvSpPr>
              <a:spLocks noGrp="1"/>
            </p:cNvSpPr>
            <p:nvPr/>
          </p:nvSpPr>
          <p:spPr>
            <a:xfrm>
              <a:off x="1814103" y="5348242"/>
              <a:ext cx="6706" cy="6006"/>
            </a:xfrm>
            <a:custGeom>
              <a:avLst/>
              <a:gdLst/>
              <a:ahLst/>
              <a:cxnLst/>
              <a:rect l="0" t="0" r="0" b="0"/>
              <a:pathLst>
                <a:path w="6706" h="6006">
                  <a:moveTo>
                    <a:pt x="0" y="0"/>
                  </a:moveTo>
                  <a:lnTo>
                    <a:pt x="6706" y="6006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09" name="Input_receptor__608">
              <a:extLst>
                <a:ext uri="{FF2B5EF4-FFF2-40B4-BE49-F238E27FC236}">
                  <a16:creationId xmlns:a16="http://schemas.microsoft.com/office/drawing/2014/main" id="{13892EA9-A15E-18EC-16D2-A436A5CB5F52}"/>
                </a:ext>
              </a:extLst>
            </p:cNvPr>
            <p:cNvSpPr>
              <a:spLocks noGrp="1"/>
            </p:cNvSpPr>
            <p:nvPr/>
          </p:nvSpPr>
          <p:spPr>
            <a:xfrm>
              <a:off x="1202302" y="5572423"/>
              <a:ext cx="23013" cy="32161"/>
            </a:xfrm>
            <a:custGeom>
              <a:avLst/>
              <a:gdLst/>
              <a:ahLst/>
              <a:cxnLst/>
              <a:rect l="0" t="0" r="0" b="0"/>
              <a:pathLst>
                <a:path w="23013" h="32161">
                  <a:moveTo>
                    <a:pt x="23013" y="321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0" name="Input_receptor__609">
              <a:extLst>
                <a:ext uri="{FF2B5EF4-FFF2-40B4-BE49-F238E27FC236}">
                  <a16:creationId xmlns:a16="http://schemas.microsoft.com/office/drawing/2014/main" id="{64744BC6-0F94-2D43-6920-63CB36C6306A}"/>
                </a:ext>
              </a:extLst>
            </p:cNvPr>
            <p:cNvSpPr>
              <a:spLocks noGrp="1"/>
            </p:cNvSpPr>
            <p:nvPr/>
          </p:nvSpPr>
          <p:spPr>
            <a:xfrm>
              <a:off x="1862382" y="5207266"/>
              <a:ext cx="40742" cy="14736"/>
            </a:xfrm>
            <a:custGeom>
              <a:avLst/>
              <a:gdLst/>
              <a:ahLst/>
              <a:cxnLst/>
              <a:rect l="0" t="0" r="0" b="0"/>
              <a:pathLst>
                <a:path w="40742" h="14736">
                  <a:moveTo>
                    <a:pt x="40742" y="147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1" name="Input_receptor__610">
              <a:extLst>
                <a:ext uri="{FF2B5EF4-FFF2-40B4-BE49-F238E27FC236}">
                  <a16:creationId xmlns:a16="http://schemas.microsoft.com/office/drawing/2014/main" id="{81CC3D21-2821-C2E4-1950-71719B4D52B0}"/>
                </a:ext>
              </a:extLst>
            </p:cNvPr>
            <p:cNvSpPr>
              <a:spLocks noGrp="1"/>
            </p:cNvSpPr>
            <p:nvPr/>
          </p:nvSpPr>
          <p:spPr>
            <a:xfrm>
              <a:off x="1411827" y="4706526"/>
              <a:ext cx="46561" cy="10258"/>
            </a:xfrm>
            <a:custGeom>
              <a:avLst/>
              <a:gdLst/>
              <a:ahLst/>
              <a:cxnLst/>
              <a:rect l="0" t="0" r="0" b="0"/>
              <a:pathLst>
                <a:path w="46561" h="10258">
                  <a:moveTo>
                    <a:pt x="46561" y="102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2" name="Input_receptor__611">
              <a:extLst>
                <a:ext uri="{FF2B5EF4-FFF2-40B4-BE49-F238E27FC236}">
                  <a16:creationId xmlns:a16="http://schemas.microsoft.com/office/drawing/2014/main" id="{A48D4C36-1A33-33BF-72C0-983A12AEE684}"/>
                </a:ext>
              </a:extLst>
            </p:cNvPr>
            <p:cNvSpPr>
              <a:spLocks noGrp="1"/>
            </p:cNvSpPr>
            <p:nvPr/>
          </p:nvSpPr>
          <p:spPr>
            <a:xfrm>
              <a:off x="1746558" y="4796006"/>
              <a:ext cx="33899" cy="20518"/>
            </a:xfrm>
            <a:custGeom>
              <a:avLst/>
              <a:gdLst/>
              <a:ahLst/>
              <a:cxnLst/>
              <a:rect l="0" t="0" r="0" b="0"/>
              <a:pathLst>
                <a:path w="33899" h="20518">
                  <a:moveTo>
                    <a:pt x="33899" y="2051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D909E"/>
              </a:solidFill>
            </a:ln>
          </p:spPr>
        </p:sp>
        <p:sp>
          <p:nvSpPr>
            <p:cNvPr id="613" name="Input_receptor__612">
              <a:extLst>
                <a:ext uri="{FF2B5EF4-FFF2-40B4-BE49-F238E27FC236}">
                  <a16:creationId xmlns:a16="http://schemas.microsoft.com/office/drawing/2014/main" id="{5DFA1B81-A4A5-ECB7-5B33-01B4C03CF5BE}"/>
                </a:ext>
              </a:extLst>
            </p:cNvPr>
            <p:cNvSpPr>
              <a:spLocks noGrp="1"/>
            </p:cNvSpPr>
            <p:nvPr/>
          </p:nvSpPr>
          <p:spPr>
            <a:xfrm>
              <a:off x="1252385" y="5499682"/>
              <a:ext cx="16287" cy="6880"/>
            </a:xfrm>
            <a:custGeom>
              <a:avLst/>
              <a:gdLst/>
              <a:ahLst/>
              <a:cxnLst/>
              <a:rect l="0" t="0" r="0" b="0"/>
              <a:pathLst>
                <a:path w="16287" h="6880">
                  <a:moveTo>
                    <a:pt x="16287" y="0"/>
                  </a:moveTo>
                  <a:lnTo>
                    <a:pt x="0" y="6880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4" name="Input_receptor__613">
              <a:extLst>
                <a:ext uri="{FF2B5EF4-FFF2-40B4-BE49-F238E27FC236}">
                  <a16:creationId xmlns:a16="http://schemas.microsoft.com/office/drawing/2014/main" id="{7B7B71D7-3B3F-7959-DEAE-E6AFB6B01C7E}"/>
                </a:ext>
              </a:extLst>
            </p:cNvPr>
            <p:cNvSpPr>
              <a:spLocks noGrp="1"/>
            </p:cNvSpPr>
            <p:nvPr/>
          </p:nvSpPr>
          <p:spPr>
            <a:xfrm>
              <a:off x="1629985" y="5023859"/>
              <a:ext cx="25558" cy="27376"/>
            </a:xfrm>
            <a:custGeom>
              <a:avLst/>
              <a:gdLst/>
              <a:ahLst/>
              <a:cxnLst/>
              <a:rect l="0" t="0" r="0" b="0"/>
              <a:pathLst>
                <a:path w="25558" h="27376">
                  <a:moveTo>
                    <a:pt x="25558" y="0"/>
                  </a:moveTo>
                  <a:lnTo>
                    <a:pt x="0" y="27376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5" name="Input_receptor__614">
              <a:extLst>
                <a:ext uri="{FF2B5EF4-FFF2-40B4-BE49-F238E27FC236}">
                  <a16:creationId xmlns:a16="http://schemas.microsoft.com/office/drawing/2014/main" id="{F296A9DB-EF54-7611-5313-B7D935E4198A}"/>
                </a:ext>
              </a:extLst>
            </p:cNvPr>
            <p:cNvSpPr>
              <a:spLocks noGrp="1"/>
            </p:cNvSpPr>
            <p:nvPr/>
          </p:nvSpPr>
          <p:spPr>
            <a:xfrm>
              <a:off x="1835971" y="5207266"/>
              <a:ext cx="26411" cy="33022"/>
            </a:xfrm>
            <a:custGeom>
              <a:avLst/>
              <a:gdLst/>
              <a:ahLst/>
              <a:cxnLst/>
              <a:rect l="0" t="0" r="0" b="0"/>
              <a:pathLst>
                <a:path w="26411" h="33022">
                  <a:moveTo>
                    <a:pt x="26411" y="0"/>
                  </a:moveTo>
                  <a:lnTo>
                    <a:pt x="0" y="33022"/>
                  </a:lnTo>
                </a:path>
              </a:pathLst>
            </a:custGeom>
            <a:noFill/>
            <a:ln w="20003">
              <a:solidFill>
                <a:srgbClr val="7D909E"/>
              </a:solidFill>
            </a:ln>
          </p:spPr>
        </p:sp>
        <p:sp>
          <p:nvSpPr>
            <p:cNvPr id="616" name="Input_receptor__615">
              <a:extLst>
                <a:ext uri="{FF2B5EF4-FFF2-40B4-BE49-F238E27FC236}">
                  <a16:creationId xmlns:a16="http://schemas.microsoft.com/office/drawing/2014/main" id="{C2B9A6A3-5E39-D0E4-0859-5EA3BC2E4EE1}"/>
                </a:ext>
              </a:extLst>
            </p:cNvPr>
            <p:cNvSpPr>
              <a:spLocks noGrp="1"/>
            </p:cNvSpPr>
            <p:nvPr/>
          </p:nvSpPr>
          <p:spPr>
            <a:xfrm>
              <a:off x="1377090" y="5628927"/>
              <a:ext cx="7588" cy="46702"/>
            </a:xfrm>
            <a:custGeom>
              <a:avLst/>
              <a:gdLst/>
              <a:ahLst/>
              <a:cxnLst/>
              <a:rect l="0" t="0" r="0" b="0"/>
              <a:pathLst>
                <a:path w="7588" h="46702">
                  <a:moveTo>
                    <a:pt x="0" y="0"/>
                  </a:moveTo>
                  <a:lnTo>
                    <a:pt x="7588" y="46702"/>
                  </a:lnTo>
                </a:path>
              </a:pathLst>
            </a:custGeom>
            <a:noFill/>
            <a:ln w="8096">
              <a:solidFill>
                <a:srgbClr val="7E909E"/>
              </a:solidFill>
            </a:ln>
          </p:spPr>
        </p:sp>
        <p:sp>
          <p:nvSpPr>
            <p:cNvPr id="617" name="Input_receptor__616">
              <a:extLst>
                <a:ext uri="{FF2B5EF4-FFF2-40B4-BE49-F238E27FC236}">
                  <a16:creationId xmlns:a16="http://schemas.microsoft.com/office/drawing/2014/main" id="{0480EA8E-B23D-9277-4D59-2E987ED9B449}"/>
                </a:ext>
              </a:extLst>
            </p:cNvPr>
            <p:cNvSpPr>
              <a:spLocks noGrp="1"/>
            </p:cNvSpPr>
            <p:nvPr/>
          </p:nvSpPr>
          <p:spPr>
            <a:xfrm>
              <a:off x="1540364" y="5153758"/>
              <a:ext cx="17308" cy="14747"/>
            </a:xfrm>
            <a:custGeom>
              <a:avLst/>
              <a:gdLst/>
              <a:ahLst/>
              <a:cxnLst/>
              <a:rect l="0" t="0" r="0" b="0"/>
              <a:pathLst>
                <a:path w="17308" h="14747">
                  <a:moveTo>
                    <a:pt x="17308" y="14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18" name="Input_receptor__617">
              <a:extLst>
                <a:ext uri="{FF2B5EF4-FFF2-40B4-BE49-F238E27FC236}">
                  <a16:creationId xmlns:a16="http://schemas.microsoft.com/office/drawing/2014/main" id="{6563DB26-1518-E441-62AD-928F0421C1E7}"/>
                </a:ext>
              </a:extLst>
            </p:cNvPr>
            <p:cNvSpPr>
              <a:spLocks noGrp="1"/>
            </p:cNvSpPr>
            <p:nvPr/>
          </p:nvSpPr>
          <p:spPr>
            <a:xfrm>
              <a:off x="1528743" y="4904810"/>
              <a:ext cx="1290" cy="17916"/>
            </a:xfrm>
            <a:custGeom>
              <a:avLst/>
              <a:gdLst/>
              <a:ahLst/>
              <a:cxnLst/>
              <a:rect l="0" t="0" r="0" b="0"/>
              <a:pathLst>
                <a:path w="1290" h="17916">
                  <a:moveTo>
                    <a:pt x="0" y="17916"/>
                  </a:moveTo>
                  <a:lnTo>
                    <a:pt x="129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19" name="Input_receptor__618">
              <a:extLst>
                <a:ext uri="{FF2B5EF4-FFF2-40B4-BE49-F238E27FC236}">
                  <a16:creationId xmlns:a16="http://schemas.microsoft.com/office/drawing/2014/main" id="{490C4F4A-6C2C-F25A-FDBF-A2F1B030C354}"/>
                </a:ext>
              </a:extLst>
            </p:cNvPr>
            <p:cNvSpPr>
              <a:spLocks noGrp="1"/>
            </p:cNvSpPr>
            <p:nvPr/>
          </p:nvSpPr>
          <p:spPr>
            <a:xfrm>
              <a:off x="1283657" y="5378550"/>
              <a:ext cx="14924" cy="37933"/>
            </a:xfrm>
            <a:custGeom>
              <a:avLst/>
              <a:gdLst/>
              <a:ahLst/>
              <a:cxnLst/>
              <a:rect l="0" t="0" r="0" b="0"/>
              <a:pathLst>
                <a:path w="14924" h="37933">
                  <a:moveTo>
                    <a:pt x="14924" y="0"/>
                  </a:moveTo>
                  <a:lnTo>
                    <a:pt x="0" y="37933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0" name="Input_receptor__619">
              <a:extLst>
                <a:ext uri="{FF2B5EF4-FFF2-40B4-BE49-F238E27FC236}">
                  <a16:creationId xmlns:a16="http://schemas.microsoft.com/office/drawing/2014/main" id="{E02D9EC4-75A8-E404-74AD-40B661FEC04C}"/>
                </a:ext>
              </a:extLst>
            </p:cNvPr>
            <p:cNvSpPr>
              <a:spLocks noGrp="1"/>
            </p:cNvSpPr>
            <p:nvPr/>
          </p:nvSpPr>
          <p:spPr>
            <a:xfrm>
              <a:off x="1268865" y="5349495"/>
              <a:ext cx="29716" cy="29055"/>
            </a:xfrm>
            <a:custGeom>
              <a:avLst/>
              <a:gdLst/>
              <a:ahLst/>
              <a:cxnLst/>
              <a:rect l="0" t="0" r="0" b="0"/>
              <a:pathLst>
                <a:path w="29716" h="29055">
                  <a:moveTo>
                    <a:pt x="0" y="0"/>
                  </a:moveTo>
                  <a:lnTo>
                    <a:pt x="29716" y="29055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1" name="Input_receptor__620">
              <a:extLst>
                <a:ext uri="{FF2B5EF4-FFF2-40B4-BE49-F238E27FC236}">
                  <a16:creationId xmlns:a16="http://schemas.microsoft.com/office/drawing/2014/main" id="{0CE4D2B8-36C5-7949-BD17-AB587CBA663C}"/>
                </a:ext>
              </a:extLst>
            </p:cNvPr>
            <p:cNvSpPr>
              <a:spLocks noGrp="1"/>
            </p:cNvSpPr>
            <p:nvPr/>
          </p:nvSpPr>
          <p:spPr>
            <a:xfrm>
              <a:off x="1153664" y="5425541"/>
              <a:ext cx="26548" cy="14345"/>
            </a:xfrm>
            <a:custGeom>
              <a:avLst/>
              <a:gdLst/>
              <a:ahLst/>
              <a:cxnLst/>
              <a:rect l="0" t="0" r="0" b="0"/>
              <a:pathLst>
                <a:path w="26548" h="14345">
                  <a:moveTo>
                    <a:pt x="26548" y="0"/>
                  </a:moveTo>
                  <a:lnTo>
                    <a:pt x="0" y="14345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2" name="Input_receptor__621">
              <a:extLst>
                <a:ext uri="{FF2B5EF4-FFF2-40B4-BE49-F238E27FC236}">
                  <a16:creationId xmlns:a16="http://schemas.microsoft.com/office/drawing/2014/main" id="{D86B4644-1199-1214-1B94-1450313EA523}"/>
                </a:ext>
              </a:extLst>
            </p:cNvPr>
            <p:cNvSpPr>
              <a:spLocks noGrp="1"/>
            </p:cNvSpPr>
            <p:nvPr/>
          </p:nvSpPr>
          <p:spPr>
            <a:xfrm>
              <a:off x="1780100" y="5296524"/>
              <a:ext cx="38880" cy="3984"/>
            </a:xfrm>
            <a:custGeom>
              <a:avLst/>
              <a:gdLst/>
              <a:ahLst/>
              <a:cxnLst/>
              <a:rect l="0" t="0" r="0" b="0"/>
              <a:pathLst>
                <a:path w="38880" h="3984">
                  <a:moveTo>
                    <a:pt x="0" y="0"/>
                  </a:moveTo>
                  <a:lnTo>
                    <a:pt x="38880" y="3984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3" name="Input_receptor__622">
              <a:extLst>
                <a:ext uri="{FF2B5EF4-FFF2-40B4-BE49-F238E27FC236}">
                  <a16:creationId xmlns:a16="http://schemas.microsoft.com/office/drawing/2014/main" id="{BE8D7A78-731B-0664-096D-07D481502F20}"/>
                </a:ext>
              </a:extLst>
            </p:cNvPr>
            <p:cNvSpPr>
              <a:spLocks noGrp="1"/>
            </p:cNvSpPr>
            <p:nvPr/>
          </p:nvSpPr>
          <p:spPr>
            <a:xfrm>
              <a:off x="1482896" y="4873279"/>
              <a:ext cx="6452" cy="21452"/>
            </a:xfrm>
            <a:custGeom>
              <a:avLst/>
              <a:gdLst/>
              <a:ahLst/>
              <a:cxnLst/>
              <a:rect l="0" t="0" r="0" b="0"/>
              <a:pathLst>
                <a:path w="6452" h="21452">
                  <a:moveTo>
                    <a:pt x="0" y="21452"/>
                  </a:moveTo>
                  <a:lnTo>
                    <a:pt x="6452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4" name="Input_receptor__623">
              <a:extLst>
                <a:ext uri="{FF2B5EF4-FFF2-40B4-BE49-F238E27FC236}">
                  <a16:creationId xmlns:a16="http://schemas.microsoft.com/office/drawing/2014/main" id="{652A043D-6054-8C3B-06A3-E714E48F85B3}"/>
                </a:ext>
              </a:extLst>
            </p:cNvPr>
            <p:cNvSpPr>
              <a:spLocks noGrp="1"/>
            </p:cNvSpPr>
            <p:nvPr/>
          </p:nvSpPr>
          <p:spPr>
            <a:xfrm>
              <a:off x="1569468" y="5107029"/>
              <a:ext cx="6740" cy="14609"/>
            </a:xfrm>
            <a:custGeom>
              <a:avLst/>
              <a:gdLst/>
              <a:ahLst/>
              <a:cxnLst/>
              <a:rect l="0" t="0" r="0" b="0"/>
              <a:pathLst>
                <a:path w="6740" h="14609">
                  <a:moveTo>
                    <a:pt x="6740" y="146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5" name="Input_receptor__624">
              <a:extLst>
                <a:ext uri="{FF2B5EF4-FFF2-40B4-BE49-F238E27FC236}">
                  <a16:creationId xmlns:a16="http://schemas.microsoft.com/office/drawing/2014/main" id="{F8E761CE-4EFF-57F7-E4C1-35EA7253D7FF}"/>
                </a:ext>
              </a:extLst>
            </p:cNvPr>
            <p:cNvSpPr>
              <a:spLocks noGrp="1"/>
            </p:cNvSpPr>
            <p:nvPr/>
          </p:nvSpPr>
          <p:spPr>
            <a:xfrm>
              <a:off x="1753867" y="5296524"/>
              <a:ext cx="26233" cy="24694"/>
            </a:xfrm>
            <a:custGeom>
              <a:avLst/>
              <a:gdLst/>
              <a:ahLst/>
              <a:cxnLst/>
              <a:rect l="0" t="0" r="0" b="0"/>
              <a:pathLst>
                <a:path w="26233" h="24694">
                  <a:moveTo>
                    <a:pt x="0" y="24694"/>
                  </a:moveTo>
                  <a:lnTo>
                    <a:pt x="26233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6" name="Input_receptor__625">
              <a:extLst>
                <a:ext uri="{FF2B5EF4-FFF2-40B4-BE49-F238E27FC236}">
                  <a16:creationId xmlns:a16="http://schemas.microsoft.com/office/drawing/2014/main" id="{718FF51F-A5E2-C0D3-D99A-803685C19A55}"/>
                </a:ext>
              </a:extLst>
            </p:cNvPr>
            <p:cNvSpPr>
              <a:spLocks noGrp="1"/>
            </p:cNvSpPr>
            <p:nvPr/>
          </p:nvSpPr>
          <p:spPr>
            <a:xfrm>
              <a:off x="1758098" y="5124751"/>
              <a:ext cx="9471" cy="44674"/>
            </a:xfrm>
            <a:custGeom>
              <a:avLst/>
              <a:gdLst/>
              <a:ahLst/>
              <a:cxnLst/>
              <a:rect l="0" t="0" r="0" b="0"/>
              <a:pathLst>
                <a:path w="9471" h="44674">
                  <a:moveTo>
                    <a:pt x="9471" y="0"/>
                  </a:moveTo>
                  <a:lnTo>
                    <a:pt x="0" y="44674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7" name="Input_receptor__626">
              <a:extLst>
                <a:ext uri="{FF2B5EF4-FFF2-40B4-BE49-F238E27FC236}">
                  <a16:creationId xmlns:a16="http://schemas.microsoft.com/office/drawing/2014/main" id="{2BF452FA-8561-AC20-34D5-A23CBA1EE278}"/>
                </a:ext>
              </a:extLst>
            </p:cNvPr>
            <p:cNvSpPr>
              <a:spLocks noGrp="1"/>
            </p:cNvSpPr>
            <p:nvPr/>
          </p:nvSpPr>
          <p:spPr>
            <a:xfrm>
              <a:off x="1195883" y="5604584"/>
              <a:ext cx="29432" cy="35706"/>
            </a:xfrm>
            <a:custGeom>
              <a:avLst/>
              <a:gdLst/>
              <a:ahLst/>
              <a:cxnLst/>
              <a:rect l="0" t="0" r="0" b="0"/>
              <a:pathLst>
                <a:path w="29432" h="35706">
                  <a:moveTo>
                    <a:pt x="0" y="35706"/>
                  </a:moveTo>
                  <a:lnTo>
                    <a:pt x="29432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8" name="Input_receptor__627">
              <a:extLst>
                <a:ext uri="{FF2B5EF4-FFF2-40B4-BE49-F238E27FC236}">
                  <a16:creationId xmlns:a16="http://schemas.microsoft.com/office/drawing/2014/main" id="{D90E0FB5-732F-856A-DFF1-AD04B9874CA0}"/>
                </a:ext>
              </a:extLst>
            </p:cNvPr>
            <p:cNvSpPr>
              <a:spLocks noGrp="1"/>
            </p:cNvSpPr>
            <p:nvPr/>
          </p:nvSpPr>
          <p:spPr>
            <a:xfrm>
              <a:off x="1187308" y="5187540"/>
              <a:ext cx="10226" cy="45619"/>
            </a:xfrm>
            <a:custGeom>
              <a:avLst/>
              <a:gdLst/>
              <a:ahLst/>
              <a:cxnLst/>
              <a:rect l="0" t="0" r="0" b="0"/>
              <a:pathLst>
                <a:path w="10226" h="45619">
                  <a:moveTo>
                    <a:pt x="10226" y="0"/>
                  </a:moveTo>
                  <a:lnTo>
                    <a:pt x="0" y="45619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29" name="Input_receptor__628">
              <a:extLst>
                <a:ext uri="{FF2B5EF4-FFF2-40B4-BE49-F238E27FC236}">
                  <a16:creationId xmlns:a16="http://schemas.microsoft.com/office/drawing/2014/main" id="{AC05E77D-2C27-B7B8-42E0-5EA08F4B84B1}"/>
                </a:ext>
              </a:extLst>
            </p:cNvPr>
            <p:cNvSpPr>
              <a:spLocks noGrp="1"/>
            </p:cNvSpPr>
            <p:nvPr/>
          </p:nvSpPr>
          <p:spPr>
            <a:xfrm>
              <a:off x="1078628" y="5395005"/>
              <a:ext cx="33717" cy="27131"/>
            </a:xfrm>
            <a:custGeom>
              <a:avLst/>
              <a:gdLst/>
              <a:ahLst/>
              <a:cxnLst/>
              <a:rect l="0" t="0" r="0" b="0"/>
              <a:pathLst>
                <a:path w="33717" h="27131">
                  <a:moveTo>
                    <a:pt x="33717" y="0"/>
                  </a:moveTo>
                  <a:lnTo>
                    <a:pt x="0" y="27131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0" name="Input_receptor__629">
              <a:extLst>
                <a:ext uri="{FF2B5EF4-FFF2-40B4-BE49-F238E27FC236}">
                  <a16:creationId xmlns:a16="http://schemas.microsoft.com/office/drawing/2014/main" id="{F4AC54CE-BD02-A37A-756B-111155A2AAAF}"/>
                </a:ext>
              </a:extLst>
            </p:cNvPr>
            <p:cNvSpPr>
              <a:spLocks noGrp="1"/>
            </p:cNvSpPr>
            <p:nvPr/>
          </p:nvSpPr>
          <p:spPr>
            <a:xfrm>
              <a:off x="1893975" y="5222002"/>
              <a:ext cx="9150" cy="46870"/>
            </a:xfrm>
            <a:custGeom>
              <a:avLst/>
              <a:gdLst/>
              <a:ahLst/>
              <a:cxnLst/>
              <a:rect l="0" t="0" r="0" b="0"/>
              <a:pathLst>
                <a:path w="9150" h="46870">
                  <a:moveTo>
                    <a:pt x="0" y="46870"/>
                  </a:moveTo>
                  <a:lnTo>
                    <a:pt x="915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1" name="Input_receptor__630">
              <a:extLst>
                <a:ext uri="{FF2B5EF4-FFF2-40B4-BE49-F238E27FC236}">
                  <a16:creationId xmlns:a16="http://schemas.microsoft.com/office/drawing/2014/main" id="{9D798179-B6BC-155A-C7B5-2FB5025E7D33}"/>
                </a:ext>
              </a:extLst>
            </p:cNvPr>
            <p:cNvSpPr>
              <a:spLocks noGrp="1"/>
            </p:cNvSpPr>
            <p:nvPr/>
          </p:nvSpPr>
          <p:spPr>
            <a:xfrm>
              <a:off x="1373941" y="5491888"/>
              <a:ext cx="7632" cy="44497"/>
            </a:xfrm>
            <a:custGeom>
              <a:avLst/>
              <a:gdLst/>
              <a:ahLst/>
              <a:cxnLst/>
              <a:rect l="0" t="0" r="0" b="0"/>
              <a:pathLst>
                <a:path w="7632" h="44497">
                  <a:moveTo>
                    <a:pt x="7632" y="444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2" name="Input_receptor__631">
              <a:extLst>
                <a:ext uri="{FF2B5EF4-FFF2-40B4-BE49-F238E27FC236}">
                  <a16:creationId xmlns:a16="http://schemas.microsoft.com/office/drawing/2014/main" id="{872D8E7E-0D66-F870-B1DA-32E5D835DCB5}"/>
                </a:ext>
              </a:extLst>
            </p:cNvPr>
            <p:cNvSpPr>
              <a:spLocks noGrp="1"/>
            </p:cNvSpPr>
            <p:nvPr/>
          </p:nvSpPr>
          <p:spPr>
            <a:xfrm>
              <a:off x="1083473" y="4351647"/>
              <a:ext cx="14284" cy="8137"/>
            </a:xfrm>
            <a:custGeom>
              <a:avLst/>
              <a:gdLst/>
              <a:ahLst/>
              <a:cxnLst/>
              <a:rect l="0" t="0" r="0" b="0"/>
              <a:pathLst>
                <a:path w="14284" h="8137">
                  <a:moveTo>
                    <a:pt x="0" y="0"/>
                  </a:moveTo>
                  <a:lnTo>
                    <a:pt x="14284" y="8137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3" name="Input_receptor__632">
              <a:extLst>
                <a:ext uri="{FF2B5EF4-FFF2-40B4-BE49-F238E27FC236}">
                  <a16:creationId xmlns:a16="http://schemas.microsoft.com/office/drawing/2014/main" id="{59D19A09-232B-4E65-341B-C82527A6EDC6}"/>
                </a:ext>
              </a:extLst>
            </p:cNvPr>
            <p:cNvSpPr>
              <a:spLocks noGrp="1"/>
            </p:cNvSpPr>
            <p:nvPr/>
          </p:nvSpPr>
          <p:spPr>
            <a:xfrm>
              <a:off x="1329150" y="5628927"/>
              <a:ext cx="47940" cy="8241"/>
            </a:xfrm>
            <a:custGeom>
              <a:avLst/>
              <a:gdLst/>
              <a:ahLst/>
              <a:cxnLst/>
              <a:rect l="0" t="0" r="0" b="0"/>
              <a:pathLst>
                <a:path w="47940" h="8241">
                  <a:moveTo>
                    <a:pt x="0" y="8241"/>
                  </a:moveTo>
                  <a:lnTo>
                    <a:pt x="47940" y="0"/>
                  </a:lnTo>
                </a:path>
              </a:pathLst>
            </a:custGeom>
            <a:noFill/>
            <a:ln w="8096">
              <a:solidFill>
                <a:srgbClr val="7E909E"/>
              </a:solidFill>
            </a:ln>
          </p:spPr>
        </p:sp>
        <p:sp>
          <p:nvSpPr>
            <p:cNvPr id="634" name="Input_receptor__633">
              <a:extLst>
                <a:ext uri="{FF2B5EF4-FFF2-40B4-BE49-F238E27FC236}">
                  <a16:creationId xmlns:a16="http://schemas.microsoft.com/office/drawing/2014/main" id="{3596679D-5294-3031-B98E-1C5BEF1E3C61}"/>
                </a:ext>
              </a:extLst>
            </p:cNvPr>
            <p:cNvSpPr>
              <a:spLocks noGrp="1"/>
            </p:cNvSpPr>
            <p:nvPr/>
          </p:nvSpPr>
          <p:spPr>
            <a:xfrm>
              <a:off x="1644364" y="4948043"/>
              <a:ext cx="1554" cy="27236"/>
            </a:xfrm>
            <a:custGeom>
              <a:avLst/>
              <a:gdLst/>
              <a:ahLst/>
              <a:cxnLst/>
              <a:rect l="0" t="0" r="0" b="0"/>
              <a:pathLst>
                <a:path w="1554" h="27236">
                  <a:moveTo>
                    <a:pt x="0" y="0"/>
                  </a:moveTo>
                  <a:lnTo>
                    <a:pt x="1554" y="27236"/>
                  </a:lnTo>
                </a:path>
              </a:pathLst>
            </a:custGeom>
            <a:noFill/>
            <a:ln w="20003">
              <a:solidFill>
                <a:srgbClr val="7E909E"/>
              </a:solidFill>
            </a:ln>
          </p:spPr>
        </p:sp>
        <p:sp>
          <p:nvSpPr>
            <p:cNvPr id="635" name="Input_receptor__634">
              <a:extLst>
                <a:ext uri="{FF2B5EF4-FFF2-40B4-BE49-F238E27FC236}">
                  <a16:creationId xmlns:a16="http://schemas.microsoft.com/office/drawing/2014/main" id="{308AB06C-7143-D745-AFDE-ADDCA853C005}"/>
                </a:ext>
              </a:extLst>
            </p:cNvPr>
            <p:cNvSpPr>
              <a:spLocks noGrp="1"/>
            </p:cNvSpPr>
            <p:nvPr/>
          </p:nvSpPr>
          <p:spPr>
            <a:xfrm>
              <a:off x="1211343" y="5057743"/>
              <a:ext cx="41958" cy="24468"/>
            </a:xfrm>
            <a:custGeom>
              <a:avLst/>
              <a:gdLst/>
              <a:ahLst/>
              <a:cxnLst/>
              <a:rect l="0" t="0" r="0" b="0"/>
              <a:pathLst>
                <a:path w="41958" h="24468">
                  <a:moveTo>
                    <a:pt x="41958" y="244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E909F"/>
              </a:solidFill>
            </a:ln>
          </p:spPr>
        </p:sp>
        <p:sp>
          <p:nvSpPr>
            <p:cNvPr id="636" name="Input_receptor__635">
              <a:extLst>
                <a:ext uri="{FF2B5EF4-FFF2-40B4-BE49-F238E27FC236}">
                  <a16:creationId xmlns:a16="http://schemas.microsoft.com/office/drawing/2014/main" id="{27C03D3C-CB82-3293-9F5B-EF1DC5FA5C42}"/>
                </a:ext>
              </a:extLst>
            </p:cNvPr>
            <p:cNvSpPr>
              <a:spLocks noGrp="1"/>
            </p:cNvSpPr>
            <p:nvPr/>
          </p:nvSpPr>
          <p:spPr>
            <a:xfrm>
              <a:off x="1285853" y="5288094"/>
              <a:ext cx="7738" cy="32287"/>
            </a:xfrm>
            <a:custGeom>
              <a:avLst/>
              <a:gdLst/>
              <a:ahLst/>
              <a:cxnLst/>
              <a:rect l="0" t="0" r="0" b="0"/>
              <a:pathLst>
                <a:path w="7738" h="32287">
                  <a:moveTo>
                    <a:pt x="0" y="0"/>
                  </a:moveTo>
                  <a:lnTo>
                    <a:pt x="7738" y="32287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37" name="Input_receptor__636">
              <a:extLst>
                <a:ext uri="{FF2B5EF4-FFF2-40B4-BE49-F238E27FC236}">
                  <a16:creationId xmlns:a16="http://schemas.microsoft.com/office/drawing/2014/main" id="{D6907207-E3ED-0027-3713-0BD996F32615}"/>
                </a:ext>
              </a:extLst>
            </p:cNvPr>
            <p:cNvSpPr>
              <a:spLocks noGrp="1"/>
            </p:cNvSpPr>
            <p:nvPr/>
          </p:nvSpPr>
          <p:spPr>
            <a:xfrm>
              <a:off x="1253301" y="5082211"/>
              <a:ext cx="6359" cy="48247"/>
            </a:xfrm>
            <a:custGeom>
              <a:avLst/>
              <a:gdLst/>
              <a:ahLst/>
              <a:cxnLst/>
              <a:rect l="0" t="0" r="0" b="0"/>
              <a:pathLst>
                <a:path w="6359" h="48247">
                  <a:moveTo>
                    <a:pt x="6359" y="482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E909F"/>
              </a:solidFill>
            </a:ln>
          </p:spPr>
        </p:sp>
        <p:sp>
          <p:nvSpPr>
            <p:cNvPr id="638" name="Input_receptor__637">
              <a:extLst>
                <a:ext uri="{FF2B5EF4-FFF2-40B4-BE49-F238E27FC236}">
                  <a16:creationId xmlns:a16="http://schemas.microsoft.com/office/drawing/2014/main" id="{C10AAC7A-CD5B-4AED-08F1-37C1E8E3CD98}"/>
                </a:ext>
              </a:extLst>
            </p:cNvPr>
            <p:cNvSpPr>
              <a:spLocks noGrp="1"/>
            </p:cNvSpPr>
            <p:nvPr/>
          </p:nvSpPr>
          <p:spPr>
            <a:xfrm>
              <a:off x="1228888" y="5451440"/>
              <a:ext cx="18976" cy="7910"/>
            </a:xfrm>
            <a:custGeom>
              <a:avLst/>
              <a:gdLst/>
              <a:ahLst/>
              <a:cxnLst/>
              <a:rect l="0" t="0" r="0" b="0"/>
              <a:pathLst>
                <a:path w="18976" h="7910">
                  <a:moveTo>
                    <a:pt x="18976" y="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39" name="Input_receptor__638">
              <a:extLst>
                <a:ext uri="{FF2B5EF4-FFF2-40B4-BE49-F238E27FC236}">
                  <a16:creationId xmlns:a16="http://schemas.microsoft.com/office/drawing/2014/main" id="{9E2478B2-D8BD-8AA3-14CE-9026B903C3C4}"/>
                </a:ext>
              </a:extLst>
            </p:cNvPr>
            <p:cNvSpPr>
              <a:spLocks noGrp="1"/>
            </p:cNvSpPr>
            <p:nvPr/>
          </p:nvSpPr>
          <p:spPr>
            <a:xfrm>
              <a:off x="1522486" y="5076130"/>
              <a:ext cx="8747" cy="23324"/>
            </a:xfrm>
            <a:custGeom>
              <a:avLst/>
              <a:gdLst/>
              <a:ahLst/>
              <a:cxnLst/>
              <a:rect l="0" t="0" r="0" b="0"/>
              <a:pathLst>
                <a:path w="8747" h="23324">
                  <a:moveTo>
                    <a:pt x="0" y="23324"/>
                  </a:moveTo>
                  <a:lnTo>
                    <a:pt x="8747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0" name="Input_receptor__639">
              <a:extLst>
                <a:ext uri="{FF2B5EF4-FFF2-40B4-BE49-F238E27FC236}">
                  <a16:creationId xmlns:a16="http://schemas.microsoft.com/office/drawing/2014/main" id="{78D5C651-9480-35E1-4B5F-872520BC8D61}"/>
                </a:ext>
              </a:extLst>
            </p:cNvPr>
            <p:cNvSpPr>
              <a:spLocks noGrp="1"/>
            </p:cNvSpPr>
            <p:nvPr/>
          </p:nvSpPr>
          <p:spPr>
            <a:xfrm>
              <a:off x="1458388" y="4670356"/>
              <a:ext cx="3991" cy="46428"/>
            </a:xfrm>
            <a:custGeom>
              <a:avLst/>
              <a:gdLst/>
              <a:ahLst/>
              <a:cxnLst/>
              <a:rect l="0" t="0" r="0" b="0"/>
              <a:pathLst>
                <a:path w="3991" h="46428">
                  <a:moveTo>
                    <a:pt x="3991" y="0"/>
                  </a:moveTo>
                  <a:lnTo>
                    <a:pt x="0" y="46428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1" name="Input_receptor__640">
              <a:extLst>
                <a:ext uri="{FF2B5EF4-FFF2-40B4-BE49-F238E27FC236}">
                  <a16:creationId xmlns:a16="http://schemas.microsoft.com/office/drawing/2014/main" id="{01441565-03A9-5AD5-ED8D-047B2FD45B31}"/>
                </a:ext>
              </a:extLst>
            </p:cNvPr>
            <p:cNvSpPr>
              <a:spLocks noGrp="1"/>
            </p:cNvSpPr>
            <p:nvPr/>
          </p:nvSpPr>
          <p:spPr>
            <a:xfrm>
              <a:off x="1527700" y="4976984"/>
              <a:ext cx="21292" cy="21074"/>
            </a:xfrm>
            <a:custGeom>
              <a:avLst/>
              <a:gdLst/>
              <a:ahLst/>
              <a:cxnLst/>
              <a:rect l="0" t="0" r="0" b="0"/>
              <a:pathLst>
                <a:path w="21292" h="21074">
                  <a:moveTo>
                    <a:pt x="0" y="21074"/>
                  </a:moveTo>
                  <a:lnTo>
                    <a:pt x="21292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2" name="Input_receptor__641">
              <a:extLst>
                <a:ext uri="{FF2B5EF4-FFF2-40B4-BE49-F238E27FC236}">
                  <a16:creationId xmlns:a16="http://schemas.microsoft.com/office/drawing/2014/main" id="{B70A1753-5F3F-02CF-2DCB-F1AD23C1459F}"/>
                </a:ext>
              </a:extLst>
            </p:cNvPr>
            <p:cNvSpPr>
              <a:spLocks noGrp="1"/>
            </p:cNvSpPr>
            <p:nvPr/>
          </p:nvSpPr>
          <p:spPr>
            <a:xfrm>
              <a:off x="1476466" y="5334343"/>
              <a:ext cx="17033" cy="45125"/>
            </a:xfrm>
            <a:custGeom>
              <a:avLst/>
              <a:gdLst/>
              <a:ahLst/>
              <a:cxnLst/>
              <a:rect l="0" t="0" r="0" b="0"/>
              <a:pathLst>
                <a:path w="17033" h="45125">
                  <a:moveTo>
                    <a:pt x="0" y="45125"/>
                  </a:moveTo>
                  <a:lnTo>
                    <a:pt x="17033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3" name="Input_receptor__642">
              <a:extLst>
                <a:ext uri="{FF2B5EF4-FFF2-40B4-BE49-F238E27FC236}">
                  <a16:creationId xmlns:a16="http://schemas.microsoft.com/office/drawing/2014/main" id="{32EDAC0C-E9F9-63A5-A0EB-B95BF57A5D36}"/>
                </a:ext>
              </a:extLst>
            </p:cNvPr>
            <p:cNvSpPr>
              <a:spLocks noGrp="1"/>
            </p:cNvSpPr>
            <p:nvPr/>
          </p:nvSpPr>
          <p:spPr>
            <a:xfrm>
              <a:off x="1301745" y="5468812"/>
              <a:ext cx="14099" cy="30558"/>
            </a:xfrm>
            <a:custGeom>
              <a:avLst/>
              <a:gdLst/>
              <a:ahLst/>
              <a:cxnLst/>
              <a:rect l="0" t="0" r="0" b="0"/>
              <a:pathLst>
                <a:path w="14099" h="30558">
                  <a:moveTo>
                    <a:pt x="14099" y="305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09F"/>
              </a:solidFill>
            </a:ln>
          </p:spPr>
        </p:sp>
        <p:sp>
          <p:nvSpPr>
            <p:cNvPr id="644" name="Input_receptor__643">
              <a:extLst>
                <a:ext uri="{FF2B5EF4-FFF2-40B4-BE49-F238E27FC236}">
                  <a16:creationId xmlns:a16="http://schemas.microsoft.com/office/drawing/2014/main" id="{E9C7F2C1-2464-1149-5146-895E9D9A274E}"/>
                </a:ext>
              </a:extLst>
            </p:cNvPr>
            <p:cNvSpPr>
              <a:spLocks noGrp="1"/>
            </p:cNvSpPr>
            <p:nvPr/>
          </p:nvSpPr>
          <p:spPr>
            <a:xfrm>
              <a:off x="1006429" y="5369502"/>
              <a:ext cx="36206" cy="31003"/>
            </a:xfrm>
            <a:custGeom>
              <a:avLst/>
              <a:gdLst/>
              <a:ahLst/>
              <a:cxnLst/>
              <a:rect l="0" t="0" r="0" b="0"/>
              <a:pathLst>
                <a:path w="36206" h="31003">
                  <a:moveTo>
                    <a:pt x="36206" y="0"/>
                  </a:moveTo>
                  <a:lnTo>
                    <a:pt x="0" y="31003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5" name="Input_receptor__644">
              <a:extLst>
                <a:ext uri="{FF2B5EF4-FFF2-40B4-BE49-F238E27FC236}">
                  <a16:creationId xmlns:a16="http://schemas.microsoft.com/office/drawing/2014/main" id="{46EF783E-9BEB-C64D-17BF-621F78A10B8F}"/>
                </a:ext>
              </a:extLst>
            </p:cNvPr>
            <p:cNvSpPr>
              <a:spLocks noGrp="1"/>
            </p:cNvSpPr>
            <p:nvPr/>
          </p:nvSpPr>
          <p:spPr>
            <a:xfrm>
              <a:off x="1315844" y="5499370"/>
              <a:ext cx="3787" cy="36503"/>
            </a:xfrm>
            <a:custGeom>
              <a:avLst/>
              <a:gdLst/>
              <a:ahLst/>
              <a:cxnLst/>
              <a:rect l="0" t="0" r="0" b="0"/>
              <a:pathLst>
                <a:path w="3787" h="36503">
                  <a:moveTo>
                    <a:pt x="3787" y="365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6" name="Input_receptor__645">
              <a:extLst>
                <a:ext uri="{FF2B5EF4-FFF2-40B4-BE49-F238E27FC236}">
                  <a16:creationId xmlns:a16="http://schemas.microsoft.com/office/drawing/2014/main" id="{F39CED00-FDFE-2D90-4AD6-8AF81CE9D4BF}"/>
                </a:ext>
              </a:extLst>
            </p:cNvPr>
            <p:cNvSpPr>
              <a:spLocks noGrp="1"/>
            </p:cNvSpPr>
            <p:nvPr/>
          </p:nvSpPr>
          <p:spPr>
            <a:xfrm>
              <a:off x="1402207" y="5276803"/>
              <a:ext cx="43617" cy="1106"/>
            </a:xfrm>
            <a:custGeom>
              <a:avLst/>
              <a:gdLst/>
              <a:ahLst/>
              <a:cxnLst/>
              <a:rect l="0" t="0" r="0" b="0"/>
              <a:pathLst>
                <a:path w="43617" h="1106">
                  <a:moveTo>
                    <a:pt x="43617" y="0"/>
                  </a:moveTo>
                  <a:lnTo>
                    <a:pt x="0" y="1106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7" name="Input_receptor__646">
              <a:extLst>
                <a:ext uri="{FF2B5EF4-FFF2-40B4-BE49-F238E27FC236}">
                  <a16:creationId xmlns:a16="http://schemas.microsoft.com/office/drawing/2014/main" id="{1E5DA488-452F-4858-5909-8E3CA89F8841}"/>
                </a:ext>
              </a:extLst>
            </p:cNvPr>
            <p:cNvSpPr>
              <a:spLocks noGrp="1"/>
            </p:cNvSpPr>
            <p:nvPr/>
          </p:nvSpPr>
          <p:spPr>
            <a:xfrm>
              <a:off x="1439297" y="4794672"/>
              <a:ext cx="31095" cy="15193"/>
            </a:xfrm>
            <a:custGeom>
              <a:avLst/>
              <a:gdLst/>
              <a:ahLst/>
              <a:cxnLst/>
              <a:rect l="0" t="0" r="0" b="0"/>
              <a:pathLst>
                <a:path w="31095" h="15193">
                  <a:moveTo>
                    <a:pt x="31095" y="0"/>
                  </a:moveTo>
                  <a:lnTo>
                    <a:pt x="0" y="15193"/>
                  </a:lnTo>
                </a:path>
              </a:pathLst>
            </a:custGeom>
            <a:noFill/>
            <a:ln w="8096">
              <a:solidFill>
                <a:srgbClr val="7E919F"/>
              </a:solidFill>
            </a:ln>
          </p:spPr>
        </p:sp>
        <p:sp>
          <p:nvSpPr>
            <p:cNvPr id="648" name="Input_receptor__647">
              <a:extLst>
                <a:ext uri="{FF2B5EF4-FFF2-40B4-BE49-F238E27FC236}">
                  <a16:creationId xmlns:a16="http://schemas.microsoft.com/office/drawing/2014/main" id="{6D90B0A0-BCB4-BD59-121A-CE0F7DD0964D}"/>
                </a:ext>
              </a:extLst>
            </p:cNvPr>
            <p:cNvSpPr>
              <a:spLocks noGrp="1"/>
            </p:cNvSpPr>
            <p:nvPr/>
          </p:nvSpPr>
          <p:spPr>
            <a:xfrm>
              <a:off x="1635515" y="4862712"/>
              <a:ext cx="18501" cy="36089"/>
            </a:xfrm>
            <a:custGeom>
              <a:avLst/>
              <a:gdLst/>
              <a:ahLst/>
              <a:cxnLst/>
              <a:rect l="0" t="0" r="0" b="0"/>
              <a:pathLst>
                <a:path w="18501" h="36089">
                  <a:moveTo>
                    <a:pt x="0" y="0"/>
                  </a:moveTo>
                  <a:lnTo>
                    <a:pt x="18501" y="36089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49" name="Input_receptor__648">
              <a:extLst>
                <a:ext uri="{FF2B5EF4-FFF2-40B4-BE49-F238E27FC236}">
                  <a16:creationId xmlns:a16="http://schemas.microsoft.com/office/drawing/2014/main" id="{52590059-74BD-088A-D281-C5D0234BFAAA}"/>
                </a:ext>
              </a:extLst>
            </p:cNvPr>
            <p:cNvSpPr>
              <a:spLocks noGrp="1"/>
            </p:cNvSpPr>
            <p:nvPr/>
          </p:nvSpPr>
          <p:spPr>
            <a:xfrm>
              <a:off x="1594133" y="5272340"/>
              <a:ext cx="6447" cy="25440"/>
            </a:xfrm>
            <a:custGeom>
              <a:avLst/>
              <a:gdLst/>
              <a:ahLst/>
              <a:cxnLst/>
              <a:rect l="0" t="0" r="0" b="0"/>
              <a:pathLst>
                <a:path w="6447" h="25440">
                  <a:moveTo>
                    <a:pt x="0" y="25440"/>
                  </a:moveTo>
                  <a:lnTo>
                    <a:pt x="6447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50" name="Input_receptor__649">
              <a:extLst>
                <a:ext uri="{FF2B5EF4-FFF2-40B4-BE49-F238E27FC236}">
                  <a16:creationId xmlns:a16="http://schemas.microsoft.com/office/drawing/2014/main" id="{AB18383D-A217-C840-EF7B-04219C83A255}"/>
                </a:ext>
              </a:extLst>
            </p:cNvPr>
            <p:cNvSpPr>
              <a:spLocks noGrp="1"/>
            </p:cNvSpPr>
            <p:nvPr/>
          </p:nvSpPr>
          <p:spPr>
            <a:xfrm>
              <a:off x="1184473" y="5471210"/>
              <a:ext cx="10713" cy="14385"/>
            </a:xfrm>
            <a:custGeom>
              <a:avLst/>
              <a:gdLst/>
              <a:ahLst/>
              <a:cxnLst/>
              <a:rect l="0" t="0" r="0" b="0"/>
              <a:pathLst>
                <a:path w="10713" h="14385">
                  <a:moveTo>
                    <a:pt x="10713" y="143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E919F"/>
              </a:solidFill>
            </a:ln>
          </p:spPr>
        </p:sp>
        <p:sp>
          <p:nvSpPr>
            <p:cNvPr id="651" name="Input_receptor__650">
              <a:extLst>
                <a:ext uri="{FF2B5EF4-FFF2-40B4-BE49-F238E27FC236}">
                  <a16:creationId xmlns:a16="http://schemas.microsoft.com/office/drawing/2014/main" id="{031C42B0-7F1F-8156-B9F3-4F1D488399AE}"/>
                </a:ext>
              </a:extLst>
            </p:cNvPr>
            <p:cNvSpPr>
              <a:spLocks noGrp="1"/>
            </p:cNvSpPr>
            <p:nvPr/>
          </p:nvSpPr>
          <p:spPr>
            <a:xfrm>
              <a:off x="1501195" y="4998058"/>
              <a:ext cx="26505" cy="27961"/>
            </a:xfrm>
            <a:custGeom>
              <a:avLst/>
              <a:gdLst/>
              <a:ahLst/>
              <a:cxnLst/>
              <a:rect l="0" t="0" r="0" b="0"/>
              <a:pathLst>
                <a:path w="26505" h="27961">
                  <a:moveTo>
                    <a:pt x="0" y="27961"/>
                  </a:moveTo>
                  <a:lnTo>
                    <a:pt x="2650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2" name="Input_receptor__651">
              <a:extLst>
                <a:ext uri="{FF2B5EF4-FFF2-40B4-BE49-F238E27FC236}">
                  <a16:creationId xmlns:a16="http://schemas.microsoft.com/office/drawing/2014/main" id="{478CD1E6-76F3-97C4-7AFE-CCA77EA3B18A}"/>
                </a:ext>
              </a:extLst>
            </p:cNvPr>
            <p:cNvSpPr>
              <a:spLocks noGrp="1"/>
            </p:cNvSpPr>
            <p:nvPr/>
          </p:nvSpPr>
          <p:spPr>
            <a:xfrm>
              <a:off x="1489348" y="4844556"/>
              <a:ext cx="33416" cy="28723"/>
            </a:xfrm>
            <a:custGeom>
              <a:avLst/>
              <a:gdLst/>
              <a:ahLst/>
              <a:cxnLst/>
              <a:rect l="0" t="0" r="0" b="0"/>
              <a:pathLst>
                <a:path w="33416" h="28723">
                  <a:moveTo>
                    <a:pt x="0" y="28723"/>
                  </a:moveTo>
                  <a:lnTo>
                    <a:pt x="33416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3" name="Input_receptor__652">
              <a:extLst>
                <a:ext uri="{FF2B5EF4-FFF2-40B4-BE49-F238E27FC236}">
                  <a16:creationId xmlns:a16="http://schemas.microsoft.com/office/drawing/2014/main" id="{0F0D010F-F7AE-AA00-7655-2C6402D81430}"/>
                </a:ext>
              </a:extLst>
            </p:cNvPr>
            <p:cNvSpPr>
              <a:spLocks noGrp="1"/>
            </p:cNvSpPr>
            <p:nvPr/>
          </p:nvSpPr>
          <p:spPr>
            <a:xfrm>
              <a:off x="1136501" y="5180401"/>
              <a:ext cx="13504" cy="15611"/>
            </a:xfrm>
            <a:custGeom>
              <a:avLst/>
              <a:gdLst/>
              <a:ahLst/>
              <a:cxnLst/>
              <a:rect l="0" t="0" r="0" b="0"/>
              <a:pathLst>
                <a:path w="13504" h="15611">
                  <a:moveTo>
                    <a:pt x="0" y="15611"/>
                  </a:moveTo>
                  <a:lnTo>
                    <a:pt x="13504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4" name="Input_receptor__653">
              <a:extLst>
                <a:ext uri="{FF2B5EF4-FFF2-40B4-BE49-F238E27FC236}">
                  <a16:creationId xmlns:a16="http://schemas.microsoft.com/office/drawing/2014/main" id="{F365E65B-3231-D416-3151-75BCDE788E21}"/>
                </a:ext>
              </a:extLst>
            </p:cNvPr>
            <p:cNvSpPr>
              <a:spLocks noGrp="1"/>
            </p:cNvSpPr>
            <p:nvPr/>
          </p:nvSpPr>
          <p:spPr>
            <a:xfrm>
              <a:off x="1777309" y="4955696"/>
              <a:ext cx="339" cy="43994"/>
            </a:xfrm>
            <a:custGeom>
              <a:avLst/>
              <a:gdLst/>
              <a:ahLst/>
              <a:cxnLst/>
              <a:rect l="0" t="0" r="0" b="0"/>
              <a:pathLst>
                <a:path w="339" h="43994">
                  <a:moveTo>
                    <a:pt x="339" y="439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5" name="Input_receptor__654">
              <a:extLst>
                <a:ext uri="{FF2B5EF4-FFF2-40B4-BE49-F238E27FC236}">
                  <a16:creationId xmlns:a16="http://schemas.microsoft.com/office/drawing/2014/main" id="{2590333D-CBAE-C167-52EB-FBF697893C6A}"/>
                </a:ext>
              </a:extLst>
            </p:cNvPr>
            <p:cNvSpPr>
              <a:spLocks noGrp="1"/>
            </p:cNvSpPr>
            <p:nvPr/>
          </p:nvSpPr>
          <p:spPr>
            <a:xfrm>
              <a:off x="1635515" y="4828995"/>
              <a:ext cx="17948" cy="33716"/>
            </a:xfrm>
            <a:custGeom>
              <a:avLst/>
              <a:gdLst/>
              <a:ahLst/>
              <a:cxnLst/>
              <a:rect l="0" t="0" r="0" b="0"/>
              <a:pathLst>
                <a:path w="17948" h="33716">
                  <a:moveTo>
                    <a:pt x="17948" y="0"/>
                  </a:moveTo>
                  <a:lnTo>
                    <a:pt x="0" y="33716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6" name="Input_receptor__655">
              <a:extLst>
                <a:ext uri="{FF2B5EF4-FFF2-40B4-BE49-F238E27FC236}">
                  <a16:creationId xmlns:a16="http://schemas.microsoft.com/office/drawing/2014/main" id="{124CC54A-6B88-0904-E1E7-6F463FB5EBFC}"/>
                </a:ext>
              </a:extLst>
            </p:cNvPr>
            <p:cNvSpPr>
              <a:spLocks noGrp="1"/>
            </p:cNvSpPr>
            <p:nvPr/>
          </p:nvSpPr>
          <p:spPr>
            <a:xfrm>
              <a:off x="1056031" y="5422136"/>
              <a:ext cx="22597" cy="8171"/>
            </a:xfrm>
            <a:custGeom>
              <a:avLst/>
              <a:gdLst/>
              <a:ahLst/>
              <a:cxnLst/>
              <a:rect l="0" t="0" r="0" b="0"/>
              <a:pathLst>
                <a:path w="22597" h="8171">
                  <a:moveTo>
                    <a:pt x="22597" y="0"/>
                  </a:moveTo>
                  <a:lnTo>
                    <a:pt x="0" y="8171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7" name="Input_receptor__656">
              <a:extLst>
                <a:ext uri="{FF2B5EF4-FFF2-40B4-BE49-F238E27FC236}">
                  <a16:creationId xmlns:a16="http://schemas.microsoft.com/office/drawing/2014/main" id="{C36E824B-6036-536C-C117-2920A285F174}"/>
                </a:ext>
              </a:extLst>
            </p:cNvPr>
            <p:cNvSpPr>
              <a:spLocks noGrp="1"/>
            </p:cNvSpPr>
            <p:nvPr/>
          </p:nvSpPr>
          <p:spPr>
            <a:xfrm>
              <a:off x="1712217" y="5113898"/>
              <a:ext cx="8758" cy="14818"/>
            </a:xfrm>
            <a:custGeom>
              <a:avLst/>
              <a:gdLst/>
              <a:ahLst/>
              <a:cxnLst/>
              <a:rect l="0" t="0" r="0" b="0"/>
              <a:pathLst>
                <a:path w="8758" h="14818">
                  <a:moveTo>
                    <a:pt x="0" y="14818"/>
                  </a:moveTo>
                  <a:lnTo>
                    <a:pt x="8758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8" name="Input_receptor__657">
              <a:extLst>
                <a:ext uri="{FF2B5EF4-FFF2-40B4-BE49-F238E27FC236}">
                  <a16:creationId xmlns:a16="http://schemas.microsoft.com/office/drawing/2014/main" id="{7CD3EFAE-8356-5FEC-2F97-74DF34CEBAC8}"/>
                </a:ext>
              </a:extLst>
            </p:cNvPr>
            <p:cNvSpPr>
              <a:spLocks noGrp="1"/>
            </p:cNvSpPr>
            <p:nvPr/>
          </p:nvSpPr>
          <p:spPr>
            <a:xfrm>
              <a:off x="1735328" y="4944950"/>
              <a:ext cx="41980" cy="10745"/>
            </a:xfrm>
            <a:custGeom>
              <a:avLst/>
              <a:gdLst/>
              <a:ahLst/>
              <a:cxnLst/>
              <a:rect l="0" t="0" r="0" b="0"/>
              <a:pathLst>
                <a:path w="41980" h="10745">
                  <a:moveTo>
                    <a:pt x="41980" y="10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59" name="Input_receptor__658">
              <a:extLst>
                <a:ext uri="{FF2B5EF4-FFF2-40B4-BE49-F238E27FC236}">
                  <a16:creationId xmlns:a16="http://schemas.microsoft.com/office/drawing/2014/main" id="{A41C63F0-1993-AB87-1EAC-B884313370A7}"/>
                </a:ext>
              </a:extLst>
            </p:cNvPr>
            <p:cNvSpPr>
              <a:spLocks noGrp="1"/>
            </p:cNvSpPr>
            <p:nvPr/>
          </p:nvSpPr>
          <p:spPr>
            <a:xfrm>
              <a:off x="1129718" y="4443496"/>
              <a:ext cx="10905" cy="43465"/>
            </a:xfrm>
            <a:custGeom>
              <a:avLst/>
              <a:gdLst/>
              <a:ahLst/>
              <a:cxnLst/>
              <a:rect l="0" t="0" r="0" b="0"/>
              <a:pathLst>
                <a:path w="10905" h="43465">
                  <a:moveTo>
                    <a:pt x="10905" y="434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19F"/>
              </a:solidFill>
            </a:ln>
          </p:spPr>
        </p:sp>
        <p:sp>
          <p:nvSpPr>
            <p:cNvPr id="660" name="Input_receptor__659">
              <a:extLst>
                <a:ext uri="{FF2B5EF4-FFF2-40B4-BE49-F238E27FC236}">
                  <a16:creationId xmlns:a16="http://schemas.microsoft.com/office/drawing/2014/main" id="{C3E66140-D124-EC66-7A57-F78676E5AE06}"/>
                </a:ext>
              </a:extLst>
            </p:cNvPr>
            <p:cNvSpPr>
              <a:spLocks noGrp="1"/>
            </p:cNvSpPr>
            <p:nvPr/>
          </p:nvSpPr>
          <p:spPr>
            <a:xfrm>
              <a:off x="1584312" y="5174447"/>
              <a:ext cx="17253" cy="24472"/>
            </a:xfrm>
            <a:custGeom>
              <a:avLst/>
              <a:gdLst/>
              <a:ahLst/>
              <a:cxnLst/>
              <a:rect l="0" t="0" r="0" b="0"/>
              <a:pathLst>
                <a:path w="17253" h="24472">
                  <a:moveTo>
                    <a:pt x="0" y="24472"/>
                  </a:moveTo>
                  <a:lnTo>
                    <a:pt x="17253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1" name="Input_receptor__660">
              <a:extLst>
                <a:ext uri="{FF2B5EF4-FFF2-40B4-BE49-F238E27FC236}">
                  <a16:creationId xmlns:a16="http://schemas.microsoft.com/office/drawing/2014/main" id="{563E5613-2410-D855-4BAF-3220B62ECCD3}"/>
                </a:ext>
              </a:extLst>
            </p:cNvPr>
            <p:cNvSpPr>
              <a:spLocks noGrp="1"/>
            </p:cNvSpPr>
            <p:nvPr/>
          </p:nvSpPr>
          <p:spPr>
            <a:xfrm>
              <a:off x="1450149" y="5109491"/>
              <a:ext cx="26563" cy="36055"/>
            </a:xfrm>
            <a:custGeom>
              <a:avLst/>
              <a:gdLst/>
              <a:ahLst/>
              <a:cxnLst/>
              <a:rect l="0" t="0" r="0" b="0"/>
              <a:pathLst>
                <a:path w="26563" h="36055">
                  <a:moveTo>
                    <a:pt x="26563" y="36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2" name="Input_receptor__661">
              <a:extLst>
                <a:ext uri="{FF2B5EF4-FFF2-40B4-BE49-F238E27FC236}">
                  <a16:creationId xmlns:a16="http://schemas.microsoft.com/office/drawing/2014/main" id="{19198244-D4D1-B338-0F7A-6D4DC6C59329}"/>
                </a:ext>
              </a:extLst>
            </p:cNvPr>
            <p:cNvSpPr>
              <a:spLocks noGrp="1"/>
            </p:cNvSpPr>
            <p:nvPr/>
          </p:nvSpPr>
          <p:spPr>
            <a:xfrm>
              <a:off x="1814103" y="5300508"/>
              <a:ext cx="4877" cy="47735"/>
            </a:xfrm>
            <a:custGeom>
              <a:avLst/>
              <a:gdLst/>
              <a:ahLst/>
              <a:cxnLst/>
              <a:rect l="0" t="0" r="0" b="0"/>
              <a:pathLst>
                <a:path w="4877" h="47735">
                  <a:moveTo>
                    <a:pt x="4877" y="0"/>
                  </a:moveTo>
                  <a:lnTo>
                    <a:pt x="0" y="4773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3" name="Input_receptor__662">
              <a:extLst>
                <a:ext uri="{FF2B5EF4-FFF2-40B4-BE49-F238E27FC236}">
                  <a16:creationId xmlns:a16="http://schemas.microsoft.com/office/drawing/2014/main" id="{92A45E18-96F5-BC5E-3F8B-7995863FFC9A}"/>
                </a:ext>
              </a:extLst>
            </p:cNvPr>
            <p:cNvSpPr>
              <a:spLocks noGrp="1"/>
            </p:cNvSpPr>
            <p:nvPr/>
          </p:nvSpPr>
          <p:spPr>
            <a:xfrm>
              <a:off x="1731104" y="4999689"/>
              <a:ext cx="46543" cy="5263"/>
            </a:xfrm>
            <a:custGeom>
              <a:avLst/>
              <a:gdLst/>
              <a:ahLst/>
              <a:cxnLst/>
              <a:rect l="0" t="0" r="0" b="0"/>
              <a:pathLst>
                <a:path w="46543" h="5263">
                  <a:moveTo>
                    <a:pt x="0" y="5263"/>
                  </a:moveTo>
                  <a:lnTo>
                    <a:pt x="46543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4" name="Input_receptor__663">
              <a:extLst>
                <a:ext uri="{FF2B5EF4-FFF2-40B4-BE49-F238E27FC236}">
                  <a16:creationId xmlns:a16="http://schemas.microsoft.com/office/drawing/2014/main" id="{DCF0A76A-C990-A06B-53E3-44CF22FA6BCD}"/>
                </a:ext>
              </a:extLst>
            </p:cNvPr>
            <p:cNvSpPr>
              <a:spLocks noGrp="1"/>
            </p:cNvSpPr>
            <p:nvPr/>
          </p:nvSpPr>
          <p:spPr>
            <a:xfrm>
              <a:off x="1489775" y="4922726"/>
              <a:ext cx="38968" cy="27087"/>
            </a:xfrm>
            <a:custGeom>
              <a:avLst/>
              <a:gdLst/>
              <a:ahLst/>
              <a:cxnLst/>
              <a:rect l="0" t="0" r="0" b="0"/>
              <a:pathLst>
                <a:path w="38968" h="27087">
                  <a:moveTo>
                    <a:pt x="0" y="27087"/>
                  </a:moveTo>
                  <a:lnTo>
                    <a:pt x="38968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5" name="Input_receptor__664">
              <a:extLst>
                <a:ext uri="{FF2B5EF4-FFF2-40B4-BE49-F238E27FC236}">
                  <a16:creationId xmlns:a16="http://schemas.microsoft.com/office/drawing/2014/main" id="{F2353190-6759-1E37-FF4E-B42ED725517A}"/>
                </a:ext>
              </a:extLst>
            </p:cNvPr>
            <p:cNvSpPr>
              <a:spLocks noGrp="1"/>
            </p:cNvSpPr>
            <p:nvPr/>
          </p:nvSpPr>
          <p:spPr>
            <a:xfrm>
              <a:off x="1231774" y="5379695"/>
              <a:ext cx="8335" cy="3652"/>
            </a:xfrm>
            <a:custGeom>
              <a:avLst/>
              <a:gdLst/>
              <a:ahLst/>
              <a:cxnLst/>
              <a:rect l="0" t="0" r="0" b="0"/>
              <a:pathLst>
                <a:path w="8335" h="3652">
                  <a:moveTo>
                    <a:pt x="8335" y="3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6" name="Input_receptor__665">
              <a:extLst>
                <a:ext uri="{FF2B5EF4-FFF2-40B4-BE49-F238E27FC236}">
                  <a16:creationId xmlns:a16="http://schemas.microsoft.com/office/drawing/2014/main" id="{D40DC336-A52A-07A6-8418-F4A91C34CA43}"/>
                </a:ext>
              </a:extLst>
            </p:cNvPr>
            <p:cNvSpPr>
              <a:spLocks noGrp="1"/>
            </p:cNvSpPr>
            <p:nvPr/>
          </p:nvSpPr>
          <p:spPr>
            <a:xfrm>
              <a:off x="1600424" y="4922841"/>
              <a:ext cx="13943" cy="8129"/>
            </a:xfrm>
            <a:custGeom>
              <a:avLst/>
              <a:gdLst/>
              <a:ahLst/>
              <a:cxnLst/>
              <a:rect l="0" t="0" r="0" b="0"/>
              <a:pathLst>
                <a:path w="13943" h="8129">
                  <a:moveTo>
                    <a:pt x="13943" y="0"/>
                  </a:moveTo>
                  <a:lnTo>
                    <a:pt x="0" y="8129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7" name="Input_receptor__666">
              <a:extLst>
                <a:ext uri="{FF2B5EF4-FFF2-40B4-BE49-F238E27FC236}">
                  <a16:creationId xmlns:a16="http://schemas.microsoft.com/office/drawing/2014/main" id="{09A14DE1-4DA0-0C1E-537D-AD359DE292BC}"/>
                </a:ext>
              </a:extLst>
            </p:cNvPr>
            <p:cNvSpPr>
              <a:spLocks noGrp="1"/>
            </p:cNvSpPr>
            <p:nvPr/>
          </p:nvSpPr>
          <p:spPr>
            <a:xfrm>
              <a:off x="1531233" y="5048559"/>
              <a:ext cx="34515" cy="27570"/>
            </a:xfrm>
            <a:custGeom>
              <a:avLst/>
              <a:gdLst/>
              <a:ahLst/>
              <a:cxnLst/>
              <a:rect l="0" t="0" r="0" b="0"/>
              <a:pathLst>
                <a:path w="34515" h="27570">
                  <a:moveTo>
                    <a:pt x="0" y="27570"/>
                  </a:moveTo>
                  <a:lnTo>
                    <a:pt x="3451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8" name="Input_receptor__667">
              <a:extLst>
                <a:ext uri="{FF2B5EF4-FFF2-40B4-BE49-F238E27FC236}">
                  <a16:creationId xmlns:a16="http://schemas.microsoft.com/office/drawing/2014/main" id="{30402506-ED11-98EA-AE6B-0FC3B17871DA}"/>
                </a:ext>
              </a:extLst>
            </p:cNvPr>
            <p:cNvSpPr>
              <a:spLocks noGrp="1"/>
            </p:cNvSpPr>
            <p:nvPr/>
          </p:nvSpPr>
          <p:spPr>
            <a:xfrm>
              <a:off x="1158486" y="5585920"/>
              <a:ext cx="13795" cy="1122"/>
            </a:xfrm>
            <a:custGeom>
              <a:avLst/>
              <a:gdLst/>
              <a:ahLst/>
              <a:cxnLst/>
              <a:rect l="0" t="0" r="0" b="0"/>
              <a:pathLst>
                <a:path w="13795" h="1122">
                  <a:moveTo>
                    <a:pt x="0" y="1122"/>
                  </a:moveTo>
                  <a:lnTo>
                    <a:pt x="13795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69" name="Input_receptor__668">
              <a:extLst>
                <a:ext uri="{FF2B5EF4-FFF2-40B4-BE49-F238E27FC236}">
                  <a16:creationId xmlns:a16="http://schemas.microsoft.com/office/drawing/2014/main" id="{2A240414-82EB-DF31-C258-0AE2DC9D2CA3}"/>
                </a:ext>
              </a:extLst>
            </p:cNvPr>
            <p:cNvSpPr>
              <a:spLocks noGrp="1"/>
            </p:cNvSpPr>
            <p:nvPr/>
          </p:nvSpPr>
          <p:spPr>
            <a:xfrm>
              <a:off x="1600580" y="5241689"/>
              <a:ext cx="26990" cy="30651"/>
            </a:xfrm>
            <a:custGeom>
              <a:avLst/>
              <a:gdLst/>
              <a:ahLst/>
              <a:cxnLst/>
              <a:rect l="0" t="0" r="0" b="0"/>
              <a:pathLst>
                <a:path w="26990" h="30651">
                  <a:moveTo>
                    <a:pt x="0" y="30651"/>
                  </a:moveTo>
                  <a:lnTo>
                    <a:pt x="2699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0" name="Input_receptor__669">
              <a:extLst>
                <a:ext uri="{FF2B5EF4-FFF2-40B4-BE49-F238E27FC236}">
                  <a16:creationId xmlns:a16="http://schemas.microsoft.com/office/drawing/2014/main" id="{5156BCE3-0DAE-E793-EB35-9B73FD753006}"/>
                </a:ext>
              </a:extLst>
            </p:cNvPr>
            <p:cNvSpPr>
              <a:spLocks noGrp="1"/>
            </p:cNvSpPr>
            <p:nvPr/>
          </p:nvSpPr>
          <p:spPr>
            <a:xfrm>
              <a:off x="1653464" y="4828995"/>
              <a:ext cx="44522" cy="8676"/>
            </a:xfrm>
            <a:custGeom>
              <a:avLst/>
              <a:gdLst/>
              <a:ahLst/>
              <a:cxnLst/>
              <a:rect l="0" t="0" r="0" b="0"/>
              <a:pathLst>
                <a:path w="44522" h="8676">
                  <a:moveTo>
                    <a:pt x="44522" y="86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19F"/>
              </a:solidFill>
            </a:ln>
          </p:spPr>
        </p:sp>
        <p:sp>
          <p:nvSpPr>
            <p:cNvPr id="671" name="Input_receptor__670">
              <a:extLst>
                <a:ext uri="{FF2B5EF4-FFF2-40B4-BE49-F238E27FC236}">
                  <a16:creationId xmlns:a16="http://schemas.microsoft.com/office/drawing/2014/main" id="{F8F45F9E-5345-9DE2-6024-8F11E658EC90}"/>
                </a:ext>
              </a:extLst>
            </p:cNvPr>
            <p:cNvSpPr>
              <a:spLocks noGrp="1"/>
            </p:cNvSpPr>
            <p:nvPr/>
          </p:nvSpPr>
          <p:spPr>
            <a:xfrm>
              <a:off x="1557721" y="5198919"/>
              <a:ext cx="26591" cy="30123"/>
            </a:xfrm>
            <a:custGeom>
              <a:avLst/>
              <a:gdLst/>
              <a:ahLst/>
              <a:cxnLst/>
              <a:rect l="0" t="0" r="0" b="0"/>
              <a:pathLst>
                <a:path w="26591" h="30123">
                  <a:moveTo>
                    <a:pt x="0" y="30123"/>
                  </a:moveTo>
                  <a:lnTo>
                    <a:pt x="26591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2" name="Input_receptor__671">
              <a:extLst>
                <a:ext uri="{FF2B5EF4-FFF2-40B4-BE49-F238E27FC236}">
                  <a16:creationId xmlns:a16="http://schemas.microsoft.com/office/drawing/2014/main" id="{2072BA7C-06B7-989F-5C23-3F2059FAF3A8}"/>
                </a:ext>
              </a:extLst>
            </p:cNvPr>
            <p:cNvSpPr>
              <a:spLocks noGrp="1"/>
            </p:cNvSpPr>
            <p:nvPr/>
          </p:nvSpPr>
          <p:spPr>
            <a:xfrm>
              <a:off x="1603007" y="4975279"/>
              <a:ext cx="42911" cy="20335"/>
            </a:xfrm>
            <a:custGeom>
              <a:avLst/>
              <a:gdLst/>
              <a:ahLst/>
              <a:cxnLst/>
              <a:rect l="0" t="0" r="0" b="0"/>
              <a:pathLst>
                <a:path w="42911" h="20335">
                  <a:moveTo>
                    <a:pt x="42911" y="0"/>
                  </a:moveTo>
                  <a:lnTo>
                    <a:pt x="0" y="2033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3" name="Input_receptor__672">
              <a:extLst>
                <a:ext uri="{FF2B5EF4-FFF2-40B4-BE49-F238E27FC236}">
                  <a16:creationId xmlns:a16="http://schemas.microsoft.com/office/drawing/2014/main" id="{19389962-3855-F67C-1B58-E438C7DD99E4}"/>
                </a:ext>
              </a:extLst>
            </p:cNvPr>
            <p:cNvSpPr>
              <a:spLocks noGrp="1"/>
            </p:cNvSpPr>
            <p:nvPr/>
          </p:nvSpPr>
          <p:spPr>
            <a:xfrm>
              <a:off x="935872" y="5347927"/>
              <a:ext cx="35705" cy="15482"/>
            </a:xfrm>
            <a:custGeom>
              <a:avLst/>
              <a:gdLst/>
              <a:ahLst/>
              <a:cxnLst/>
              <a:rect l="0" t="0" r="0" b="0"/>
              <a:pathLst>
                <a:path w="35705" h="15482">
                  <a:moveTo>
                    <a:pt x="35705" y="0"/>
                  </a:moveTo>
                  <a:lnTo>
                    <a:pt x="0" y="15482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4" name="Input_receptor__673">
              <a:extLst>
                <a:ext uri="{FF2B5EF4-FFF2-40B4-BE49-F238E27FC236}">
                  <a16:creationId xmlns:a16="http://schemas.microsoft.com/office/drawing/2014/main" id="{F62DBC73-B79C-EEA6-C53B-4C06ECC5A5BD}"/>
                </a:ext>
              </a:extLst>
            </p:cNvPr>
            <p:cNvSpPr>
              <a:spLocks noGrp="1"/>
            </p:cNvSpPr>
            <p:nvPr/>
          </p:nvSpPr>
          <p:spPr>
            <a:xfrm>
              <a:off x="1441592" y="5145546"/>
              <a:ext cx="35120" cy="31640"/>
            </a:xfrm>
            <a:custGeom>
              <a:avLst/>
              <a:gdLst/>
              <a:ahLst/>
              <a:cxnLst/>
              <a:rect l="0" t="0" r="0" b="0"/>
              <a:pathLst>
                <a:path w="35120" h="31640">
                  <a:moveTo>
                    <a:pt x="0" y="31640"/>
                  </a:moveTo>
                  <a:lnTo>
                    <a:pt x="35120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5" name="Input_receptor__674">
              <a:extLst>
                <a:ext uri="{FF2B5EF4-FFF2-40B4-BE49-F238E27FC236}">
                  <a16:creationId xmlns:a16="http://schemas.microsoft.com/office/drawing/2014/main" id="{C80EAF52-CE78-8E85-B4BC-3F8E799A4802}"/>
                </a:ext>
              </a:extLst>
            </p:cNvPr>
            <p:cNvSpPr>
              <a:spLocks noGrp="1"/>
            </p:cNvSpPr>
            <p:nvPr/>
          </p:nvSpPr>
          <p:spPr>
            <a:xfrm>
              <a:off x="1382381" y="5277910"/>
              <a:ext cx="19826" cy="9785"/>
            </a:xfrm>
            <a:custGeom>
              <a:avLst/>
              <a:gdLst/>
              <a:ahLst/>
              <a:cxnLst/>
              <a:rect l="0" t="0" r="0" b="0"/>
              <a:pathLst>
                <a:path w="19826" h="9785">
                  <a:moveTo>
                    <a:pt x="19826" y="0"/>
                  </a:moveTo>
                  <a:lnTo>
                    <a:pt x="0" y="9785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6" name="Input_receptor__675">
              <a:extLst>
                <a:ext uri="{FF2B5EF4-FFF2-40B4-BE49-F238E27FC236}">
                  <a16:creationId xmlns:a16="http://schemas.microsoft.com/office/drawing/2014/main" id="{F3FE17D4-6591-0708-23F1-C1F394493658}"/>
                </a:ext>
              </a:extLst>
            </p:cNvPr>
            <p:cNvSpPr>
              <a:spLocks noGrp="1"/>
            </p:cNvSpPr>
            <p:nvPr/>
          </p:nvSpPr>
          <p:spPr>
            <a:xfrm>
              <a:off x="1714386" y="5254333"/>
              <a:ext cx="45786" cy="14177"/>
            </a:xfrm>
            <a:custGeom>
              <a:avLst/>
              <a:gdLst/>
              <a:ahLst/>
              <a:cxnLst/>
              <a:rect l="0" t="0" r="0" b="0"/>
              <a:pathLst>
                <a:path w="45786" h="14177">
                  <a:moveTo>
                    <a:pt x="0" y="14177"/>
                  </a:moveTo>
                  <a:lnTo>
                    <a:pt x="45786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7" name="Input_receptor__676">
              <a:extLst>
                <a:ext uri="{FF2B5EF4-FFF2-40B4-BE49-F238E27FC236}">
                  <a16:creationId xmlns:a16="http://schemas.microsoft.com/office/drawing/2014/main" id="{44879C78-6FF2-6606-F3C6-83A90623FF00}"/>
                </a:ext>
              </a:extLst>
            </p:cNvPr>
            <p:cNvSpPr>
              <a:spLocks noGrp="1"/>
            </p:cNvSpPr>
            <p:nvPr/>
          </p:nvSpPr>
          <p:spPr>
            <a:xfrm>
              <a:off x="1412973" y="5109491"/>
              <a:ext cx="37176" cy="12330"/>
            </a:xfrm>
            <a:custGeom>
              <a:avLst/>
              <a:gdLst/>
              <a:ahLst/>
              <a:cxnLst/>
              <a:rect l="0" t="0" r="0" b="0"/>
              <a:pathLst>
                <a:path w="37176" h="12330">
                  <a:moveTo>
                    <a:pt x="37176" y="0"/>
                  </a:moveTo>
                  <a:lnTo>
                    <a:pt x="0" y="1233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8" name="Input_receptor__677">
              <a:extLst>
                <a:ext uri="{FF2B5EF4-FFF2-40B4-BE49-F238E27FC236}">
                  <a16:creationId xmlns:a16="http://schemas.microsoft.com/office/drawing/2014/main" id="{F2F231AB-B8E4-480A-F29B-C42F711ED739}"/>
                </a:ext>
              </a:extLst>
            </p:cNvPr>
            <p:cNvSpPr>
              <a:spLocks noGrp="1"/>
            </p:cNvSpPr>
            <p:nvPr/>
          </p:nvSpPr>
          <p:spPr>
            <a:xfrm>
              <a:off x="1540364" y="5121638"/>
              <a:ext cx="35844" cy="32120"/>
            </a:xfrm>
            <a:custGeom>
              <a:avLst/>
              <a:gdLst/>
              <a:ahLst/>
              <a:cxnLst/>
              <a:rect l="0" t="0" r="0" b="0"/>
              <a:pathLst>
                <a:path w="35844" h="32120">
                  <a:moveTo>
                    <a:pt x="0" y="32120"/>
                  </a:moveTo>
                  <a:lnTo>
                    <a:pt x="35844" y="0"/>
                  </a:lnTo>
                </a:path>
              </a:pathLst>
            </a:custGeom>
            <a:noFill/>
            <a:ln w="20003">
              <a:solidFill>
                <a:srgbClr val="7F919F"/>
              </a:solidFill>
            </a:ln>
          </p:spPr>
        </p:sp>
        <p:sp>
          <p:nvSpPr>
            <p:cNvPr id="679" name="Input_receptor__678">
              <a:extLst>
                <a:ext uri="{FF2B5EF4-FFF2-40B4-BE49-F238E27FC236}">
                  <a16:creationId xmlns:a16="http://schemas.microsoft.com/office/drawing/2014/main" id="{5223E1E7-AAB1-A2F0-A4F1-ED2790936CEB}"/>
                </a:ext>
              </a:extLst>
            </p:cNvPr>
            <p:cNvSpPr>
              <a:spLocks noGrp="1"/>
            </p:cNvSpPr>
            <p:nvPr/>
          </p:nvSpPr>
          <p:spPr>
            <a:xfrm>
              <a:off x="1758748" y="5436231"/>
              <a:ext cx="43889" cy="8305"/>
            </a:xfrm>
            <a:custGeom>
              <a:avLst/>
              <a:gdLst/>
              <a:ahLst/>
              <a:cxnLst/>
              <a:rect l="0" t="0" r="0" b="0"/>
              <a:pathLst>
                <a:path w="43889" h="8305">
                  <a:moveTo>
                    <a:pt x="0" y="8305"/>
                  </a:moveTo>
                  <a:lnTo>
                    <a:pt x="43889" y="0"/>
                  </a:lnTo>
                </a:path>
              </a:pathLst>
            </a:custGeom>
            <a:noFill/>
            <a:ln w="8096">
              <a:solidFill>
                <a:srgbClr val="7F91A0"/>
              </a:solidFill>
            </a:ln>
          </p:spPr>
        </p:sp>
        <p:sp>
          <p:nvSpPr>
            <p:cNvPr id="680" name="Input_receptor__679">
              <a:extLst>
                <a:ext uri="{FF2B5EF4-FFF2-40B4-BE49-F238E27FC236}">
                  <a16:creationId xmlns:a16="http://schemas.microsoft.com/office/drawing/2014/main" id="{CECCB3F3-93E1-38D8-A7BC-E69094BD1F27}"/>
                </a:ext>
              </a:extLst>
            </p:cNvPr>
            <p:cNvSpPr>
              <a:spLocks noGrp="1"/>
            </p:cNvSpPr>
            <p:nvPr/>
          </p:nvSpPr>
          <p:spPr>
            <a:xfrm>
              <a:off x="1425179" y="5317860"/>
              <a:ext cx="13238" cy="23583"/>
            </a:xfrm>
            <a:custGeom>
              <a:avLst/>
              <a:gdLst/>
              <a:ahLst/>
              <a:cxnLst/>
              <a:rect l="0" t="0" r="0" b="0"/>
              <a:pathLst>
                <a:path w="13238" h="23583">
                  <a:moveTo>
                    <a:pt x="0" y="23583"/>
                  </a:moveTo>
                  <a:lnTo>
                    <a:pt x="13238" y="0"/>
                  </a:lnTo>
                </a:path>
              </a:pathLst>
            </a:custGeom>
            <a:noFill/>
            <a:ln w="20003">
              <a:solidFill>
                <a:srgbClr val="7F91A0"/>
              </a:solidFill>
            </a:ln>
          </p:spPr>
        </p:sp>
        <p:sp>
          <p:nvSpPr>
            <p:cNvPr id="681" name="Input_receptor__680">
              <a:extLst>
                <a:ext uri="{FF2B5EF4-FFF2-40B4-BE49-F238E27FC236}">
                  <a16:creationId xmlns:a16="http://schemas.microsoft.com/office/drawing/2014/main" id="{FD17CF58-F73F-F453-C4DD-BAF922E17EBB}"/>
                </a:ext>
              </a:extLst>
            </p:cNvPr>
            <p:cNvSpPr>
              <a:spLocks noGrp="1"/>
            </p:cNvSpPr>
            <p:nvPr/>
          </p:nvSpPr>
          <p:spPr>
            <a:xfrm>
              <a:off x="1247864" y="5459350"/>
              <a:ext cx="4521" cy="47213"/>
            </a:xfrm>
            <a:custGeom>
              <a:avLst/>
              <a:gdLst/>
              <a:ahLst/>
              <a:cxnLst/>
              <a:rect l="0" t="0" r="0" b="0"/>
              <a:pathLst>
                <a:path w="4521" h="47213">
                  <a:moveTo>
                    <a:pt x="4521" y="472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7F91A0"/>
              </a:solidFill>
            </a:ln>
          </p:spPr>
        </p:sp>
        <p:sp>
          <p:nvSpPr>
            <p:cNvPr id="682" name="Input_receptor__681">
              <a:extLst>
                <a:ext uri="{FF2B5EF4-FFF2-40B4-BE49-F238E27FC236}">
                  <a16:creationId xmlns:a16="http://schemas.microsoft.com/office/drawing/2014/main" id="{95550D9F-8251-17CC-F830-EABA97399134}"/>
                </a:ext>
              </a:extLst>
            </p:cNvPr>
            <p:cNvSpPr>
              <a:spLocks noGrp="1"/>
            </p:cNvSpPr>
            <p:nvPr/>
          </p:nvSpPr>
          <p:spPr>
            <a:xfrm>
              <a:off x="1144792" y="4843841"/>
              <a:ext cx="42832" cy="18247"/>
            </a:xfrm>
            <a:custGeom>
              <a:avLst/>
              <a:gdLst/>
              <a:ahLst/>
              <a:cxnLst/>
              <a:rect l="0" t="0" r="0" b="0"/>
              <a:pathLst>
                <a:path w="42832" h="18247">
                  <a:moveTo>
                    <a:pt x="42832" y="182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7F92A0"/>
              </a:solidFill>
            </a:ln>
          </p:spPr>
        </p:sp>
        <p:sp>
          <p:nvSpPr>
            <p:cNvPr id="683" name="Input_receptor__682">
              <a:extLst>
                <a:ext uri="{FF2B5EF4-FFF2-40B4-BE49-F238E27FC236}">
                  <a16:creationId xmlns:a16="http://schemas.microsoft.com/office/drawing/2014/main" id="{7A9A71E9-A7C1-9476-1BAE-33268CB0B6E5}"/>
                </a:ext>
              </a:extLst>
            </p:cNvPr>
            <p:cNvSpPr>
              <a:spLocks noGrp="1"/>
            </p:cNvSpPr>
            <p:nvPr/>
          </p:nvSpPr>
          <p:spPr>
            <a:xfrm>
              <a:off x="1121388" y="5431699"/>
              <a:ext cx="388" cy="32517"/>
            </a:xfrm>
            <a:custGeom>
              <a:avLst/>
              <a:gdLst/>
              <a:ahLst/>
              <a:cxnLst/>
              <a:rect l="0" t="0" r="0" b="0"/>
              <a:pathLst>
                <a:path w="388" h="32517">
                  <a:moveTo>
                    <a:pt x="0" y="32517"/>
                  </a:moveTo>
                  <a:lnTo>
                    <a:pt x="388" y="0"/>
                  </a:lnTo>
                </a:path>
              </a:pathLst>
            </a:custGeom>
            <a:noFill/>
            <a:ln w="20003">
              <a:solidFill>
                <a:srgbClr val="7F92A0"/>
              </a:solidFill>
            </a:ln>
          </p:spPr>
        </p:sp>
        <p:sp>
          <p:nvSpPr>
            <p:cNvPr id="684" name="Input_receptor__683">
              <a:extLst>
                <a:ext uri="{FF2B5EF4-FFF2-40B4-BE49-F238E27FC236}">
                  <a16:creationId xmlns:a16="http://schemas.microsoft.com/office/drawing/2014/main" id="{DA31D430-7109-1D0F-7CF2-BC4A6E8089B0}"/>
                </a:ext>
              </a:extLst>
            </p:cNvPr>
            <p:cNvSpPr>
              <a:spLocks noGrp="1"/>
            </p:cNvSpPr>
            <p:nvPr/>
          </p:nvSpPr>
          <p:spPr>
            <a:xfrm>
              <a:off x="971577" y="5336483"/>
              <a:ext cx="28424" cy="11444"/>
            </a:xfrm>
            <a:custGeom>
              <a:avLst/>
              <a:gdLst/>
              <a:ahLst/>
              <a:cxnLst/>
              <a:rect l="0" t="0" r="0" b="0"/>
              <a:pathLst>
                <a:path w="28424" h="11444">
                  <a:moveTo>
                    <a:pt x="28424" y="0"/>
                  </a:moveTo>
                  <a:lnTo>
                    <a:pt x="0" y="11444"/>
                  </a:lnTo>
                </a:path>
              </a:pathLst>
            </a:custGeom>
            <a:noFill/>
            <a:ln w="20003">
              <a:solidFill>
                <a:srgbClr val="7F92A0"/>
              </a:solidFill>
            </a:ln>
          </p:spPr>
        </p:sp>
        <p:sp>
          <p:nvSpPr>
            <p:cNvPr id="685" name="Input_receptor__684">
              <a:extLst>
                <a:ext uri="{FF2B5EF4-FFF2-40B4-BE49-F238E27FC236}">
                  <a16:creationId xmlns:a16="http://schemas.microsoft.com/office/drawing/2014/main" id="{A47EF3C1-10D9-B82B-7896-46F4A8B26295}"/>
                </a:ext>
              </a:extLst>
            </p:cNvPr>
            <p:cNvSpPr>
              <a:spLocks noGrp="1"/>
            </p:cNvSpPr>
            <p:nvPr/>
          </p:nvSpPr>
          <p:spPr>
            <a:xfrm>
              <a:off x="934435" y="5363409"/>
              <a:ext cx="1437" cy="45205"/>
            </a:xfrm>
            <a:custGeom>
              <a:avLst/>
              <a:gdLst/>
              <a:ahLst/>
              <a:cxnLst/>
              <a:rect l="0" t="0" r="0" b="0"/>
              <a:pathLst>
                <a:path w="1437" h="45205">
                  <a:moveTo>
                    <a:pt x="1437" y="0"/>
                  </a:moveTo>
                  <a:lnTo>
                    <a:pt x="0" y="45205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86" name="Input_receptor__685">
              <a:extLst>
                <a:ext uri="{FF2B5EF4-FFF2-40B4-BE49-F238E27FC236}">
                  <a16:creationId xmlns:a16="http://schemas.microsoft.com/office/drawing/2014/main" id="{140F2313-DC3E-1E01-EB6F-24964C0BE9F3}"/>
                </a:ext>
              </a:extLst>
            </p:cNvPr>
            <p:cNvSpPr>
              <a:spLocks noGrp="1"/>
            </p:cNvSpPr>
            <p:nvPr/>
          </p:nvSpPr>
          <p:spPr>
            <a:xfrm>
              <a:off x="1802638" y="5395602"/>
              <a:ext cx="9178" cy="40629"/>
            </a:xfrm>
            <a:custGeom>
              <a:avLst/>
              <a:gdLst/>
              <a:ahLst/>
              <a:cxnLst/>
              <a:rect l="0" t="0" r="0" b="0"/>
              <a:pathLst>
                <a:path w="9178" h="40629">
                  <a:moveTo>
                    <a:pt x="0" y="40629"/>
                  </a:moveTo>
                  <a:lnTo>
                    <a:pt x="9178" y="0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87" name="Input_receptor__686">
              <a:extLst>
                <a:ext uri="{FF2B5EF4-FFF2-40B4-BE49-F238E27FC236}">
                  <a16:creationId xmlns:a16="http://schemas.microsoft.com/office/drawing/2014/main" id="{0E8B52F1-D815-64B5-9271-8F620B66D58C}"/>
                </a:ext>
              </a:extLst>
            </p:cNvPr>
            <p:cNvSpPr>
              <a:spLocks noGrp="1"/>
            </p:cNvSpPr>
            <p:nvPr/>
          </p:nvSpPr>
          <p:spPr>
            <a:xfrm>
              <a:off x="1180212" y="5425541"/>
              <a:ext cx="4261" cy="45669"/>
            </a:xfrm>
            <a:custGeom>
              <a:avLst/>
              <a:gdLst/>
              <a:ahLst/>
              <a:cxnLst/>
              <a:rect l="0" t="0" r="0" b="0"/>
              <a:pathLst>
                <a:path w="4261" h="45669">
                  <a:moveTo>
                    <a:pt x="4261" y="456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88" name="Input_receptor__687">
              <a:extLst>
                <a:ext uri="{FF2B5EF4-FFF2-40B4-BE49-F238E27FC236}">
                  <a16:creationId xmlns:a16="http://schemas.microsoft.com/office/drawing/2014/main" id="{DCAA0C5B-40A1-6850-601B-67320B86731C}"/>
                </a:ext>
              </a:extLst>
            </p:cNvPr>
            <p:cNvSpPr>
              <a:spLocks noGrp="1"/>
            </p:cNvSpPr>
            <p:nvPr/>
          </p:nvSpPr>
          <p:spPr>
            <a:xfrm>
              <a:off x="1145860" y="5528357"/>
              <a:ext cx="42571" cy="12472"/>
            </a:xfrm>
            <a:custGeom>
              <a:avLst/>
              <a:gdLst/>
              <a:ahLst/>
              <a:cxnLst/>
              <a:rect l="0" t="0" r="0" b="0"/>
              <a:pathLst>
                <a:path w="42571" h="12472">
                  <a:moveTo>
                    <a:pt x="42571" y="124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89" name="Input_receptor__688">
              <a:extLst>
                <a:ext uri="{FF2B5EF4-FFF2-40B4-BE49-F238E27FC236}">
                  <a16:creationId xmlns:a16="http://schemas.microsoft.com/office/drawing/2014/main" id="{2682819F-0C1E-0988-0609-AF9500552F59}"/>
                </a:ext>
              </a:extLst>
            </p:cNvPr>
            <p:cNvSpPr>
              <a:spLocks noGrp="1"/>
            </p:cNvSpPr>
            <p:nvPr/>
          </p:nvSpPr>
          <p:spPr>
            <a:xfrm>
              <a:off x="1042635" y="5369502"/>
              <a:ext cx="18764" cy="14737"/>
            </a:xfrm>
            <a:custGeom>
              <a:avLst/>
              <a:gdLst/>
              <a:ahLst/>
              <a:cxnLst/>
              <a:rect l="0" t="0" r="0" b="0"/>
              <a:pathLst>
                <a:path w="18764" h="14737">
                  <a:moveTo>
                    <a:pt x="18764" y="147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0" name="Input_receptor__689">
              <a:extLst>
                <a:ext uri="{FF2B5EF4-FFF2-40B4-BE49-F238E27FC236}">
                  <a16:creationId xmlns:a16="http://schemas.microsoft.com/office/drawing/2014/main" id="{69B37798-8CB8-4FC9-88EF-25D97DB013AC}"/>
                </a:ext>
              </a:extLst>
            </p:cNvPr>
            <p:cNvSpPr>
              <a:spLocks noGrp="1"/>
            </p:cNvSpPr>
            <p:nvPr/>
          </p:nvSpPr>
          <p:spPr>
            <a:xfrm>
              <a:off x="1344278" y="5222246"/>
              <a:ext cx="45247" cy="15350"/>
            </a:xfrm>
            <a:custGeom>
              <a:avLst/>
              <a:gdLst/>
              <a:ahLst/>
              <a:cxnLst/>
              <a:rect l="0" t="0" r="0" b="0"/>
              <a:pathLst>
                <a:path w="45247" h="15350">
                  <a:moveTo>
                    <a:pt x="45247" y="0"/>
                  </a:moveTo>
                  <a:lnTo>
                    <a:pt x="0" y="1535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1" name="Input_receptor__690">
              <a:extLst>
                <a:ext uri="{FF2B5EF4-FFF2-40B4-BE49-F238E27FC236}">
                  <a16:creationId xmlns:a16="http://schemas.microsoft.com/office/drawing/2014/main" id="{660CD348-8761-CF62-F931-7DB4F9B194E3}"/>
                </a:ext>
              </a:extLst>
            </p:cNvPr>
            <p:cNvSpPr>
              <a:spLocks noGrp="1"/>
            </p:cNvSpPr>
            <p:nvPr/>
          </p:nvSpPr>
          <p:spPr>
            <a:xfrm>
              <a:off x="1329150" y="5637168"/>
              <a:ext cx="4070" cy="15857"/>
            </a:xfrm>
            <a:custGeom>
              <a:avLst/>
              <a:gdLst/>
              <a:ahLst/>
              <a:cxnLst/>
              <a:rect l="0" t="0" r="0" b="0"/>
              <a:pathLst>
                <a:path w="4070" h="15857">
                  <a:moveTo>
                    <a:pt x="4070" y="15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2" name="Input_receptor__691">
              <a:extLst>
                <a:ext uri="{FF2B5EF4-FFF2-40B4-BE49-F238E27FC236}">
                  <a16:creationId xmlns:a16="http://schemas.microsoft.com/office/drawing/2014/main" id="{D56480F2-4226-D780-BC92-E64BFB467724}"/>
                </a:ext>
              </a:extLst>
            </p:cNvPr>
            <p:cNvSpPr>
              <a:spLocks noGrp="1"/>
            </p:cNvSpPr>
            <p:nvPr/>
          </p:nvSpPr>
          <p:spPr>
            <a:xfrm>
              <a:off x="1112345" y="5395005"/>
              <a:ext cx="9431" cy="36694"/>
            </a:xfrm>
            <a:custGeom>
              <a:avLst/>
              <a:gdLst/>
              <a:ahLst/>
              <a:cxnLst/>
              <a:rect l="0" t="0" r="0" b="0"/>
              <a:pathLst>
                <a:path w="9431" h="36694">
                  <a:moveTo>
                    <a:pt x="9431" y="366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3" name="Input_receptor__692">
              <a:extLst>
                <a:ext uri="{FF2B5EF4-FFF2-40B4-BE49-F238E27FC236}">
                  <a16:creationId xmlns:a16="http://schemas.microsoft.com/office/drawing/2014/main" id="{79F24469-64B2-43E8-773F-4D5ADEB17442}"/>
                </a:ext>
              </a:extLst>
            </p:cNvPr>
            <p:cNvSpPr>
              <a:spLocks noGrp="1"/>
            </p:cNvSpPr>
            <p:nvPr/>
          </p:nvSpPr>
          <p:spPr>
            <a:xfrm>
              <a:off x="1835971" y="5228849"/>
              <a:ext cx="19959" cy="11440"/>
            </a:xfrm>
            <a:custGeom>
              <a:avLst/>
              <a:gdLst/>
              <a:ahLst/>
              <a:cxnLst/>
              <a:rect l="0" t="0" r="0" b="0"/>
              <a:pathLst>
                <a:path w="19959" h="11440">
                  <a:moveTo>
                    <a:pt x="0" y="11440"/>
                  </a:moveTo>
                  <a:lnTo>
                    <a:pt x="19959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4" name="Input_receptor__693">
              <a:extLst>
                <a:ext uri="{FF2B5EF4-FFF2-40B4-BE49-F238E27FC236}">
                  <a16:creationId xmlns:a16="http://schemas.microsoft.com/office/drawing/2014/main" id="{8EE70568-0C3E-63A2-AD88-F185B6C4D1FA}"/>
                </a:ext>
              </a:extLst>
            </p:cNvPr>
            <p:cNvSpPr>
              <a:spLocks noGrp="1"/>
            </p:cNvSpPr>
            <p:nvPr/>
          </p:nvSpPr>
          <p:spPr>
            <a:xfrm>
              <a:off x="1780457" y="4816524"/>
              <a:ext cx="10338" cy="23889"/>
            </a:xfrm>
            <a:custGeom>
              <a:avLst/>
              <a:gdLst/>
              <a:ahLst/>
              <a:cxnLst/>
              <a:rect l="0" t="0" r="0" b="0"/>
              <a:pathLst>
                <a:path w="10338" h="23889">
                  <a:moveTo>
                    <a:pt x="10338" y="2388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695" name="Input_receptor__694">
              <a:extLst>
                <a:ext uri="{FF2B5EF4-FFF2-40B4-BE49-F238E27FC236}">
                  <a16:creationId xmlns:a16="http://schemas.microsoft.com/office/drawing/2014/main" id="{7A550F84-60A2-10D1-EA99-B311E56C76E0}"/>
                </a:ext>
              </a:extLst>
            </p:cNvPr>
            <p:cNvSpPr>
              <a:spLocks noGrp="1"/>
            </p:cNvSpPr>
            <p:nvPr/>
          </p:nvSpPr>
          <p:spPr>
            <a:xfrm>
              <a:off x="1438417" y="5276803"/>
              <a:ext cx="7407" cy="41057"/>
            </a:xfrm>
            <a:custGeom>
              <a:avLst/>
              <a:gdLst/>
              <a:ahLst/>
              <a:cxnLst/>
              <a:rect l="0" t="0" r="0" b="0"/>
              <a:pathLst>
                <a:path w="7407" h="41057">
                  <a:moveTo>
                    <a:pt x="0" y="41057"/>
                  </a:moveTo>
                  <a:lnTo>
                    <a:pt x="7407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6" name="Input_receptor__695">
              <a:extLst>
                <a:ext uri="{FF2B5EF4-FFF2-40B4-BE49-F238E27FC236}">
                  <a16:creationId xmlns:a16="http://schemas.microsoft.com/office/drawing/2014/main" id="{BD3F87F9-1DD9-B6DC-116A-35A86621D1E0}"/>
                </a:ext>
              </a:extLst>
            </p:cNvPr>
            <p:cNvSpPr>
              <a:spLocks noGrp="1"/>
            </p:cNvSpPr>
            <p:nvPr/>
          </p:nvSpPr>
          <p:spPr>
            <a:xfrm>
              <a:off x="1021957" y="4364912"/>
              <a:ext cx="23695" cy="41926"/>
            </a:xfrm>
            <a:custGeom>
              <a:avLst/>
              <a:gdLst/>
              <a:ahLst/>
              <a:cxnLst/>
              <a:rect l="0" t="0" r="0" b="0"/>
              <a:pathLst>
                <a:path w="23695" h="41926">
                  <a:moveTo>
                    <a:pt x="0" y="0"/>
                  </a:moveTo>
                  <a:lnTo>
                    <a:pt x="23695" y="4192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7" name="Input_receptor__696">
              <a:extLst>
                <a:ext uri="{FF2B5EF4-FFF2-40B4-BE49-F238E27FC236}">
                  <a16:creationId xmlns:a16="http://schemas.microsoft.com/office/drawing/2014/main" id="{2BDB0A37-0AD0-7784-40A7-B8671F1476D7}"/>
                </a:ext>
              </a:extLst>
            </p:cNvPr>
            <p:cNvSpPr>
              <a:spLocks noGrp="1"/>
            </p:cNvSpPr>
            <p:nvPr/>
          </p:nvSpPr>
          <p:spPr>
            <a:xfrm>
              <a:off x="1614367" y="4898801"/>
              <a:ext cx="39649" cy="24040"/>
            </a:xfrm>
            <a:custGeom>
              <a:avLst/>
              <a:gdLst/>
              <a:ahLst/>
              <a:cxnLst/>
              <a:rect l="0" t="0" r="0" b="0"/>
              <a:pathLst>
                <a:path w="39649" h="24040">
                  <a:moveTo>
                    <a:pt x="39649" y="0"/>
                  </a:moveTo>
                  <a:lnTo>
                    <a:pt x="0" y="2404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8" name="Input_receptor__697">
              <a:extLst>
                <a:ext uri="{FF2B5EF4-FFF2-40B4-BE49-F238E27FC236}">
                  <a16:creationId xmlns:a16="http://schemas.microsoft.com/office/drawing/2014/main" id="{91E309E6-4F47-5CCF-FBC0-F265FE0CED75}"/>
                </a:ext>
              </a:extLst>
            </p:cNvPr>
            <p:cNvSpPr>
              <a:spLocks noGrp="1"/>
            </p:cNvSpPr>
            <p:nvPr/>
          </p:nvSpPr>
          <p:spPr>
            <a:xfrm>
              <a:off x="1201820" y="5330246"/>
              <a:ext cx="41730" cy="5086"/>
            </a:xfrm>
            <a:custGeom>
              <a:avLst/>
              <a:gdLst/>
              <a:ahLst/>
              <a:cxnLst/>
              <a:rect l="0" t="0" r="0" b="0"/>
              <a:pathLst>
                <a:path w="41730" h="5086">
                  <a:moveTo>
                    <a:pt x="0" y="0"/>
                  </a:moveTo>
                  <a:lnTo>
                    <a:pt x="41730" y="508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699" name="Input_receptor__698">
              <a:extLst>
                <a:ext uri="{FF2B5EF4-FFF2-40B4-BE49-F238E27FC236}">
                  <a16:creationId xmlns:a16="http://schemas.microsoft.com/office/drawing/2014/main" id="{A5ECFE44-6315-9C7B-3070-A303B3113A53}"/>
                </a:ext>
              </a:extLst>
            </p:cNvPr>
            <p:cNvSpPr>
              <a:spLocks noGrp="1"/>
            </p:cNvSpPr>
            <p:nvPr/>
          </p:nvSpPr>
          <p:spPr>
            <a:xfrm>
              <a:off x="1440653" y="4670356"/>
              <a:ext cx="21726" cy="12927"/>
            </a:xfrm>
            <a:custGeom>
              <a:avLst/>
              <a:gdLst/>
              <a:ahLst/>
              <a:cxnLst/>
              <a:rect l="0" t="0" r="0" b="0"/>
              <a:pathLst>
                <a:path w="21726" h="12927">
                  <a:moveTo>
                    <a:pt x="0" y="12927"/>
                  </a:moveTo>
                  <a:lnTo>
                    <a:pt x="21726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0" name="Input_receptor__699">
              <a:extLst>
                <a:ext uri="{FF2B5EF4-FFF2-40B4-BE49-F238E27FC236}">
                  <a16:creationId xmlns:a16="http://schemas.microsoft.com/office/drawing/2014/main" id="{F338B9BC-E606-B463-EDB7-AD593ED25F1A}"/>
                </a:ext>
              </a:extLst>
            </p:cNvPr>
            <p:cNvSpPr>
              <a:spLocks noGrp="1"/>
            </p:cNvSpPr>
            <p:nvPr/>
          </p:nvSpPr>
          <p:spPr>
            <a:xfrm>
              <a:off x="1753867" y="5292009"/>
              <a:ext cx="16762" cy="29209"/>
            </a:xfrm>
            <a:custGeom>
              <a:avLst/>
              <a:gdLst/>
              <a:ahLst/>
              <a:cxnLst/>
              <a:rect l="0" t="0" r="0" b="0"/>
              <a:pathLst>
                <a:path w="16762" h="29209">
                  <a:moveTo>
                    <a:pt x="16762" y="0"/>
                  </a:moveTo>
                  <a:lnTo>
                    <a:pt x="0" y="29209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1" name="Input_receptor__700">
              <a:extLst>
                <a:ext uri="{FF2B5EF4-FFF2-40B4-BE49-F238E27FC236}">
                  <a16:creationId xmlns:a16="http://schemas.microsoft.com/office/drawing/2014/main" id="{CCD0A23C-9FDC-AFA7-5F2E-71404478775D}"/>
                </a:ext>
              </a:extLst>
            </p:cNvPr>
            <p:cNvSpPr>
              <a:spLocks noGrp="1"/>
            </p:cNvSpPr>
            <p:nvPr/>
          </p:nvSpPr>
          <p:spPr>
            <a:xfrm>
              <a:off x="1122961" y="5528357"/>
              <a:ext cx="22899" cy="21383"/>
            </a:xfrm>
            <a:custGeom>
              <a:avLst/>
              <a:gdLst/>
              <a:ahLst/>
              <a:cxnLst/>
              <a:rect l="0" t="0" r="0" b="0"/>
              <a:pathLst>
                <a:path w="22899" h="21383">
                  <a:moveTo>
                    <a:pt x="22899" y="0"/>
                  </a:moveTo>
                  <a:lnTo>
                    <a:pt x="0" y="21383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2" name="Input_receptor__701">
              <a:extLst>
                <a:ext uri="{FF2B5EF4-FFF2-40B4-BE49-F238E27FC236}">
                  <a16:creationId xmlns:a16="http://schemas.microsoft.com/office/drawing/2014/main" id="{6DD4FC84-9012-1C88-7F32-D9CFE192B172}"/>
                </a:ext>
              </a:extLst>
            </p:cNvPr>
            <p:cNvSpPr>
              <a:spLocks noGrp="1"/>
            </p:cNvSpPr>
            <p:nvPr/>
          </p:nvSpPr>
          <p:spPr>
            <a:xfrm>
              <a:off x="999858" y="5382569"/>
              <a:ext cx="6571" cy="17936"/>
            </a:xfrm>
            <a:custGeom>
              <a:avLst/>
              <a:gdLst/>
              <a:ahLst/>
              <a:cxnLst/>
              <a:rect l="0" t="0" r="0" b="0"/>
              <a:pathLst>
                <a:path w="6571" h="17936">
                  <a:moveTo>
                    <a:pt x="6571" y="179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3" name="Input_receptor__702">
              <a:extLst>
                <a:ext uri="{FF2B5EF4-FFF2-40B4-BE49-F238E27FC236}">
                  <a16:creationId xmlns:a16="http://schemas.microsoft.com/office/drawing/2014/main" id="{33A85317-1366-9FC6-3B19-38A41A7EAF16}"/>
                </a:ext>
              </a:extLst>
            </p:cNvPr>
            <p:cNvSpPr>
              <a:spLocks noGrp="1"/>
            </p:cNvSpPr>
            <p:nvPr/>
          </p:nvSpPr>
          <p:spPr>
            <a:xfrm>
              <a:off x="1183535" y="5330246"/>
              <a:ext cx="18285" cy="35081"/>
            </a:xfrm>
            <a:custGeom>
              <a:avLst/>
              <a:gdLst/>
              <a:ahLst/>
              <a:cxnLst/>
              <a:rect l="0" t="0" r="0" b="0"/>
              <a:pathLst>
                <a:path w="18285" h="35081">
                  <a:moveTo>
                    <a:pt x="0" y="35081"/>
                  </a:moveTo>
                  <a:lnTo>
                    <a:pt x="18285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4" name="Input_receptor__703">
              <a:extLst>
                <a:ext uri="{FF2B5EF4-FFF2-40B4-BE49-F238E27FC236}">
                  <a16:creationId xmlns:a16="http://schemas.microsoft.com/office/drawing/2014/main" id="{B1590B0D-693C-4B54-2295-3966AEB4A2D3}"/>
                </a:ext>
              </a:extLst>
            </p:cNvPr>
            <p:cNvSpPr>
              <a:spLocks noGrp="1"/>
            </p:cNvSpPr>
            <p:nvPr/>
          </p:nvSpPr>
          <p:spPr>
            <a:xfrm>
              <a:off x="1116150" y="4843841"/>
              <a:ext cx="28642" cy="12789"/>
            </a:xfrm>
            <a:custGeom>
              <a:avLst/>
              <a:gdLst/>
              <a:ahLst/>
              <a:cxnLst/>
              <a:rect l="0" t="0" r="0" b="0"/>
              <a:pathLst>
                <a:path w="28642" h="12789">
                  <a:moveTo>
                    <a:pt x="28642" y="0"/>
                  </a:moveTo>
                  <a:lnTo>
                    <a:pt x="0" y="12789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705" name="Input_receptor__704">
              <a:extLst>
                <a:ext uri="{FF2B5EF4-FFF2-40B4-BE49-F238E27FC236}">
                  <a16:creationId xmlns:a16="http://schemas.microsoft.com/office/drawing/2014/main" id="{3D7FE263-C8A0-8B8A-2EFC-6EDB766E705D}"/>
                </a:ext>
              </a:extLst>
            </p:cNvPr>
            <p:cNvSpPr>
              <a:spLocks noGrp="1"/>
            </p:cNvSpPr>
            <p:nvPr/>
          </p:nvSpPr>
          <p:spPr>
            <a:xfrm>
              <a:off x="1800156" y="5182270"/>
              <a:ext cx="45399" cy="11018"/>
            </a:xfrm>
            <a:custGeom>
              <a:avLst/>
              <a:gdLst/>
              <a:ahLst/>
              <a:cxnLst/>
              <a:rect l="0" t="0" r="0" b="0"/>
              <a:pathLst>
                <a:path w="45399" h="11018">
                  <a:moveTo>
                    <a:pt x="45399" y="0"/>
                  </a:moveTo>
                  <a:lnTo>
                    <a:pt x="0" y="11018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6" name="Input_receptor__705">
              <a:extLst>
                <a:ext uri="{FF2B5EF4-FFF2-40B4-BE49-F238E27FC236}">
                  <a16:creationId xmlns:a16="http://schemas.microsoft.com/office/drawing/2014/main" id="{72906DFA-A40B-A20C-0126-9768BDEA3636}"/>
                </a:ext>
              </a:extLst>
            </p:cNvPr>
            <p:cNvSpPr>
              <a:spLocks noGrp="1"/>
            </p:cNvSpPr>
            <p:nvPr/>
          </p:nvSpPr>
          <p:spPr>
            <a:xfrm>
              <a:off x="934435" y="5408613"/>
              <a:ext cx="24890" cy="13509"/>
            </a:xfrm>
            <a:custGeom>
              <a:avLst/>
              <a:gdLst/>
              <a:ahLst/>
              <a:cxnLst/>
              <a:rect l="0" t="0" r="0" b="0"/>
              <a:pathLst>
                <a:path w="24890" h="13509">
                  <a:moveTo>
                    <a:pt x="0" y="0"/>
                  </a:moveTo>
                  <a:lnTo>
                    <a:pt x="24890" y="13509"/>
                  </a:lnTo>
                </a:path>
              </a:pathLst>
            </a:custGeom>
            <a:noFill/>
            <a:ln w="8096">
              <a:solidFill>
                <a:srgbClr val="8092A0"/>
              </a:solidFill>
            </a:ln>
          </p:spPr>
        </p:sp>
        <p:sp>
          <p:nvSpPr>
            <p:cNvPr id="707" name="Input_receptor__706">
              <a:extLst>
                <a:ext uri="{FF2B5EF4-FFF2-40B4-BE49-F238E27FC236}">
                  <a16:creationId xmlns:a16="http://schemas.microsoft.com/office/drawing/2014/main" id="{92278138-D4CB-1845-0D8A-3C72640B62F5}"/>
                </a:ext>
              </a:extLst>
            </p:cNvPr>
            <p:cNvSpPr>
              <a:spLocks noGrp="1"/>
            </p:cNvSpPr>
            <p:nvPr/>
          </p:nvSpPr>
          <p:spPr>
            <a:xfrm>
              <a:off x="1760171" y="5254333"/>
              <a:ext cx="10457" cy="37676"/>
            </a:xfrm>
            <a:custGeom>
              <a:avLst/>
              <a:gdLst/>
              <a:ahLst/>
              <a:cxnLst/>
              <a:rect l="0" t="0" r="0" b="0"/>
              <a:pathLst>
                <a:path w="10457" h="37676">
                  <a:moveTo>
                    <a:pt x="0" y="0"/>
                  </a:moveTo>
                  <a:lnTo>
                    <a:pt x="10457" y="37676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8" name="Input_receptor__707">
              <a:extLst>
                <a:ext uri="{FF2B5EF4-FFF2-40B4-BE49-F238E27FC236}">
                  <a16:creationId xmlns:a16="http://schemas.microsoft.com/office/drawing/2014/main" id="{78B9A9E6-3D00-A0FF-AF7E-BAB085371123}"/>
                </a:ext>
              </a:extLst>
            </p:cNvPr>
            <p:cNvSpPr>
              <a:spLocks noGrp="1"/>
            </p:cNvSpPr>
            <p:nvPr/>
          </p:nvSpPr>
          <p:spPr>
            <a:xfrm>
              <a:off x="1293590" y="5288829"/>
              <a:ext cx="22803" cy="31552"/>
            </a:xfrm>
            <a:custGeom>
              <a:avLst/>
              <a:gdLst/>
              <a:ahLst/>
              <a:cxnLst/>
              <a:rect l="0" t="0" r="0" b="0"/>
              <a:pathLst>
                <a:path w="22803" h="31552">
                  <a:moveTo>
                    <a:pt x="0" y="31552"/>
                  </a:moveTo>
                  <a:lnTo>
                    <a:pt x="22803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09" name="Input_receptor__708">
              <a:extLst>
                <a:ext uri="{FF2B5EF4-FFF2-40B4-BE49-F238E27FC236}">
                  <a16:creationId xmlns:a16="http://schemas.microsoft.com/office/drawing/2014/main" id="{9C97B799-92C3-A8D0-A2E0-BC915FAB0EFD}"/>
                </a:ext>
              </a:extLst>
            </p:cNvPr>
            <p:cNvSpPr>
              <a:spLocks noGrp="1"/>
            </p:cNvSpPr>
            <p:nvPr/>
          </p:nvSpPr>
          <p:spPr>
            <a:xfrm>
              <a:off x="1059855" y="4341800"/>
              <a:ext cx="37903" cy="17984"/>
            </a:xfrm>
            <a:custGeom>
              <a:avLst/>
              <a:gdLst/>
              <a:ahLst/>
              <a:cxnLst/>
              <a:rect l="0" t="0" r="0" b="0"/>
              <a:pathLst>
                <a:path w="37903" h="17984">
                  <a:moveTo>
                    <a:pt x="37903" y="179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0" name="Input_receptor__709">
              <a:extLst>
                <a:ext uri="{FF2B5EF4-FFF2-40B4-BE49-F238E27FC236}">
                  <a16:creationId xmlns:a16="http://schemas.microsoft.com/office/drawing/2014/main" id="{493EB845-864F-128F-3271-AE04A394F253}"/>
                </a:ext>
              </a:extLst>
            </p:cNvPr>
            <p:cNvSpPr>
              <a:spLocks noGrp="1"/>
            </p:cNvSpPr>
            <p:nvPr/>
          </p:nvSpPr>
          <p:spPr>
            <a:xfrm>
              <a:off x="1693662" y="5064659"/>
              <a:ext cx="45045" cy="2139"/>
            </a:xfrm>
            <a:custGeom>
              <a:avLst/>
              <a:gdLst/>
              <a:ahLst/>
              <a:cxnLst/>
              <a:rect l="0" t="0" r="0" b="0"/>
              <a:pathLst>
                <a:path w="45045" h="2139">
                  <a:moveTo>
                    <a:pt x="0" y="2139"/>
                  </a:moveTo>
                  <a:lnTo>
                    <a:pt x="45045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1" name="Input_receptor__710">
              <a:extLst>
                <a:ext uri="{FF2B5EF4-FFF2-40B4-BE49-F238E27FC236}">
                  <a16:creationId xmlns:a16="http://schemas.microsoft.com/office/drawing/2014/main" id="{FB391BA6-D3D8-26C2-A45B-8F70EF16EB4C}"/>
                </a:ext>
              </a:extLst>
            </p:cNvPr>
            <p:cNvSpPr>
              <a:spLocks noGrp="1"/>
            </p:cNvSpPr>
            <p:nvPr/>
          </p:nvSpPr>
          <p:spPr>
            <a:xfrm>
              <a:off x="1172281" y="5540829"/>
              <a:ext cx="16149" cy="45091"/>
            </a:xfrm>
            <a:custGeom>
              <a:avLst/>
              <a:gdLst/>
              <a:ahLst/>
              <a:cxnLst/>
              <a:rect l="0" t="0" r="0" b="0"/>
              <a:pathLst>
                <a:path w="16149" h="45091">
                  <a:moveTo>
                    <a:pt x="0" y="45091"/>
                  </a:moveTo>
                  <a:lnTo>
                    <a:pt x="16149" y="0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2" name="Input_receptor__711">
              <a:extLst>
                <a:ext uri="{FF2B5EF4-FFF2-40B4-BE49-F238E27FC236}">
                  <a16:creationId xmlns:a16="http://schemas.microsoft.com/office/drawing/2014/main" id="{188D8E74-1F8B-7ECF-7F6A-FF0879528CCB}"/>
                </a:ext>
              </a:extLst>
            </p:cNvPr>
            <p:cNvSpPr>
              <a:spLocks noGrp="1"/>
            </p:cNvSpPr>
            <p:nvPr/>
          </p:nvSpPr>
          <p:spPr>
            <a:xfrm>
              <a:off x="1187624" y="4818486"/>
              <a:ext cx="13278" cy="43602"/>
            </a:xfrm>
            <a:custGeom>
              <a:avLst/>
              <a:gdLst/>
              <a:ahLst/>
              <a:cxnLst/>
              <a:rect l="0" t="0" r="0" b="0"/>
              <a:pathLst>
                <a:path w="13278" h="43602">
                  <a:moveTo>
                    <a:pt x="13278" y="0"/>
                  </a:moveTo>
                  <a:lnTo>
                    <a:pt x="0" y="43602"/>
                  </a:lnTo>
                </a:path>
              </a:pathLst>
            </a:custGeom>
            <a:noFill/>
            <a:ln w="20003">
              <a:solidFill>
                <a:srgbClr val="8092A0"/>
              </a:solidFill>
            </a:ln>
          </p:spPr>
        </p:sp>
        <p:sp>
          <p:nvSpPr>
            <p:cNvPr id="713" name="Input_receptor__712">
              <a:extLst>
                <a:ext uri="{FF2B5EF4-FFF2-40B4-BE49-F238E27FC236}">
                  <a16:creationId xmlns:a16="http://schemas.microsoft.com/office/drawing/2014/main" id="{01E52848-8114-E885-1BCD-5ED4469F349E}"/>
                </a:ext>
              </a:extLst>
            </p:cNvPr>
            <p:cNvSpPr>
              <a:spLocks noGrp="1"/>
            </p:cNvSpPr>
            <p:nvPr/>
          </p:nvSpPr>
          <p:spPr>
            <a:xfrm>
              <a:off x="1255936" y="4415226"/>
              <a:ext cx="11774" cy="44931"/>
            </a:xfrm>
            <a:custGeom>
              <a:avLst/>
              <a:gdLst/>
              <a:ahLst/>
              <a:cxnLst/>
              <a:rect l="0" t="0" r="0" b="0"/>
              <a:pathLst>
                <a:path w="11774" h="44931">
                  <a:moveTo>
                    <a:pt x="0" y="0"/>
                  </a:moveTo>
                  <a:lnTo>
                    <a:pt x="11774" y="44931"/>
                  </a:lnTo>
                </a:path>
              </a:pathLst>
            </a:custGeom>
            <a:noFill/>
            <a:ln w="20003">
              <a:solidFill>
                <a:srgbClr val="8092A1"/>
              </a:solidFill>
            </a:ln>
          </p:spPr>
        </p:sp>
        <p:sp>
          <p:nvSpPr>
            <p:cNvPr id="714" name="Input_receptor__713">
              <a:extLst>
                <a:ext uri="{FF2B5EF4-FFF2-40B4-BE49-F238E27FC236}">
                  <a16:creationId xmlns:a16="http://schemas.microsoft.com/office/drawing/2014/main" id="{ACF599BF-260C-74C6-D3BD-9AF308C2F3CA}"/>
                </a:ext>
              </a:extLst>
            </p:cNvPr>
            <p:cNvSpPr>
              <a:spLocks noGrp="1"/>
            </p:cNvSpPr>
            <p:nvPr/>
          </p:nvSpPr>
          <p:spPr>
            <a:xfrm>
              <a:off x="1056031" y="5384240"/>
              <a:ext cx="5367" cy="46067"/>
            </a:xfrm>
            <a:custGeom>
              <a:avLst/>
              <a:gdLst/>
              <a:ahLst/>
              <a:cxnLst/>
              <a:rect l="0" t="0" r="0" b="0"/>
              <a:pathLst>
                <a:path w="5367" h="46067">
                  <a:moveTo>
                    <a:pt x="0" y="46067"/>
                  </a:moveTo>
                  <a:lnTo>
                    <a:pt x="5367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5" name="Input_receptor__714">
              <a:extLst>
                <a:ext uri="{FF2B5EF4-FFF2-40B4-BE49-F238E27FC236}">
                  <a16:creationId xmlns:a16="http://schemas.microsoft.com/office/drawing/2014/main" id="{2175E5BF-2AFC-7A61-92B1-CD35644A2D96}"/>
                </a:ext>
              </a:extLst>
            </p:cNvPr>
            <p:cNvSpPr>
              <a:spLocks noGrp="1"/>
            </p:cNvSpPr>
            <p:nvPr/>
          </p:nvSpPr>
          <p:spPr>
            <a:xfrm>
              <a:off x="1021957" y="4341800"/>
              <a:ext cx="37897" cy="23112"/>
            </a:xfrm>
            <a:custGeom>
              <a:avLst/>
              <a:gdLst/>
              <a:ahLst/>
              <a:cxnLst/>
              <a:rect l="0" t="0" r="0" b="0"/>
              <a:pathLst>
                <a:path w="37897" h="23112">
                  <a:moveTo>
                    <a:pt x="37897" y="0"/>
                  </a:moveTo>
                  <a:lnTo>
                    <a:pt x="0" y="23112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6" name="Input_receptor__715">
              <a:extLst>
                <a:ext uri="{FF2B5EF4-FFF2-40B4-BE49-F238E27FC236}">
                  <a16:creationId xmlns:a16="http://schemas.microsoft.com/office/drawing/2014/main" id="{ACFCD91A-E3A8-120D-A38E-36ECAD48696B}"/>
                </a:ext>
              </a:extLst>
            </p:cNvPr>
            <p:cNvSpPr>
              <a:spLocks noGrp="1"/>
            </p:cNvSpPr>
            <p:nvPr/>
          </p:nvSpPr>
          <p:spPr>
            <a:xfrm>
              <a:off x="1811816" y="5380855"/>
              <a:ext cx="45455" cy="14747"/>
            </a:xfrm>
            <a:custGeom>
              <a:avLst/>
              <a:gdLst/>
              <a:ahLst/>
              <a:cxnLst/>
              <a:rect l="0" t="0" r="0" b="0"/>
              <a:pathLst>
                <a:path w="45455" h="14747">
                  <a:moveTo>
                    <a:pt x="0" y="14747"/>
                  </a:moveTo>
                  <a:lnTo>
                    <a:pt x="45455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17" name="Input_receptor__716">
              <a:extLst>
                <a:ext uri="{FF2B5EF4-FFF2-40B4-BE49-F238E27FC236}">
                  <a16:creationId xmlns:a16="http://schemas.microsoft.com/office/drawing/2014/main" id="{3B71CD60-F04A-6821-8D4E-535E64E54E6A}"/>
                </a:ext>
              </a:extLst>
            </p:cNvPr>
            <p:cNvSpPr>
              <a:spLocks noGrp="1"/>
            </p:cNvSpPr>
            <p:nvPr/>
          </p:nvSpPr>
          <p:spPr>
            <a:xfrm>
              <a:off x="1738707" y="5064659"/>
              <a:ext cx="11483" cy="40647"/>
            </a:xfrm>
            <a:custGeom>
              <a:avLst/>
              <a:gdLst/>
              <a:ahLst/>
              <a:cxnLst/>
              <a:rect l="0" t="0" r="0" b="0"/>
              <a:pathLst>
                <a:path w="11483" h="40647">
                  <a:moveTo>
                    <a:pt x="0" y="0"/>
                  </a:moveTo>
                  <a:lnTo>
                    <a:pt x="11483" y="4064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8" name="Input_receptor__717">
              <a:extLst>
                <a:ext uri="{FF2B5EF4-FFF2-40B4-BE49-F238E27FC236}">
                  <a16:creationId xmlns:a16="http://schemas.microsoft.com/office/drawing/2014/main" id="{B32F2CDC-DD7C-ADA9-3FF1-FD1A1CC7A404}"/>
                </a:ext>
              </a:extLst>
            </p:cNvPr>
            <p:cNvSpPr>
              <a:spLocks noGrp="1"/>
            </p:cNvSpPr>
            <p:nvPr/>
          </p:nvSpPr>
          <p:spPr>
            <a:xfrm>
              <a:off x="1710948" y="5268511"/>
              <a:ext cx="3438" cy="6173"/>
            </a:xfrm>
            <a:custGeom>
              <a:avLst/>
              <a:gdLst/>
              <a:ahLst/>
              <a:cxnLst/>
              <a:rect l="0" t="0" r="0" b="0"/>
              <a:pathLst>
                <a:path w="3438" h="6173">
                  <a:moveTo>
                    <a:pt x="0" y="6173"/>
                  </a:moveTo>
                  <a:lnTo>
                    <a:pt x="3438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19" name="Input_receptor__718">
              <a:extLst>
                <a:ext uri="{FF2B5EF4-FFF2-40B4-BE49-F238E27FC236}">
                  <a16:creationId xmlns:a16="http://schemas.microsoft.com/office/drawing/2014/main" id="{C36ED839-7DAC-2AC8-47CC-2B400DF18CC6}"/>
                </a:ext>
              </a:extLst>
            </p:cNvPr>
            <p:cNvSpPr>
              <a:spLocks noGrp="1"/>
            </p:cNvSpPr>
            <p:nvPr/>
          </p:nvSpPr>
          <p:spPr>
            <a:xfrm>
              <a:off x="1389525" y="5222246"/>
              <a:ext cx="13738" cy="26671"/>
            </a:xfrm>
            <a:custGeom>
              <a:avLst/>
              <a:gdLst/>
              <a:ahLst/>
              <a:cxnLst/>
              <a:rect l="0" t="0" r="0" b="0"/>
              <a:pathLst>
                <a:path w="13738" h="26671">
                  <a:moveTo>
                    <a:pt x="13738" y="26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0" name="Input_receptor__719">
              <a:extLst>
                <a:ext uri="{FF2B5EF4-FFF2-40B4-BE49-F238E27FC236}">
                  <a16:creationId xmlns:a16="http://schemas.microsoft.com/office/drawing/2014/main" id="{1E594F63-993E-817F-A668-069D4A7E4AE4}"/>
                </a:ext>
              </a:extLst>
            </p:cNvPr>
            <p:cNvSpPr>
              <a:spLocks noGrp="1"/>
            </p:cNvSpPr>
            <p:nvPr/>
          </p:nvSpPr>
          <p:spPr>
            <a:xfrm>
              <a:off x="1240110" y="5335332"/>
              <a:ext cx="3440" cy="48015"/>
            </a:xfrm>
            <a:custGeom>
              <a:avLst/>
              <a:gdLst/>
              <a:ahLst/>
              <a:cxnLst/>
              <a:rect l="0" t="0" r="0" b="0"/>
              <a:pathLst>
                <a:path w="3440" h="48015">
                  <a:moveTo>
                    <a:pt x="3440" y="0"/>
                  </a:moveTo>
                  <a:lnTo>
                    <a:pt x="0" y="48015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1" name="Input_receptor__720">
              <a:extLst>
                <a:ext uri="{FF2B5EF4-FFF2-40B4-BE49-F238E27FC236}">
                  <a16:creationId xmlns:a16="http://schemas.microsoft.com/office/drawing/2014/main" id="{7E36C57A-C2FB-C18C-3520-5B01DE2247BB}"/>
                </a:ext>
              </a:extLst>
            </p:cNvPr>
            <p:cNvSpPr>
              <a:spLocks noGrp="1"/>
            </p:cNvSpPr>
            <p:nvPr/>
          </p:nvSpPr>
          <p:spPr>
            <a:xfrm>
              <a:off x="1737134" y="5408944"/>
              <a:ext cx="21614" cy="35592"/>
            </a:xfrm>
            <a:custGeom>
              <a:avLst/>
              <a:gdLst/>
              <a:ahLst/>
              <a:cxnLst/>
              <a:rect l="0" t="0" r="0" b="0"/>
              <a:pathLst>
                <a:path w="21614" h="35592">
                  <a:moveTo>
                    <a:pt x="0" y="0"/>
                  </a:moveTo>
                  <a:lnTo>
                    <a:pt x="21614" y="35592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2" name="Input_receptor__721">
              <a:extLst>
                <a:ext uri="{FF2B5EF4-FFF2-40B4-BE49-F238E27FC236}">
                  <a16:creationId xmlns:a16="http://schemas.microsoft.com/office/drawing/2014/main" id="{F92CCEB7-A38D-3CE1-60CD-B186E3924A30}"/>
                </a:ext>
              </a:extLst>
            </p:cNvPr>
            <p:cNvSpPr>
              <a:spLocks noGrp="1"/>
            </p:cNvSpPr>
            <p:nvPr/>
          </p:nvSpPr>
          <p:spPr>
            <a:xfrm>
              <a:off x="1712217" y="5105306"/>
              <a:ext cx="37973" cy="23410"/>
            </a:xfrm>
            <a:custGeom>
              <a:avLst/>
              <a:gdLst/>
              <a:ahLst/>
              <a:cxnLst/>
              <a:rect l="0" t="0" r="0" b="0"/>
              <a:pathLst>
                <a:path w="37973" h="23410">
                  <a:moveTo>
                    <a:pt x="37973" y="0"/>
                  </a:moveTo>
                  <a:lnTo>
                    <a:pt x="0" y="2341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3" name="Input_receptor__722">
              <a:extLst>
                <a:ext uri="{FF2B5EF4-FFF2-40B4-BE49-F238E27FC236}">
                  <a16:creationId xmlns:a16="http://schemas.microsoft.com/office/drawing/2014/main" id="{08DAAA4B-7D95-8B25-F982-2677B4649315}"/>
                </a:ext>
              </a:extLst>
            </p:cNvPr>
            <p:cNvSpPr>
              <a:spLocks noGrp="1"/>
            </p:cNvSpPr>
            <p:nvPr/>
          </p:nvSpPr>
          <p:spPr>
            <a:xfrm>
              <a:off x="1735328" y="4944950"/>
              <a:ext cx="18239" cy="12477"/>
            </a:xfrm>
            <a:custGeom>
              <a:avLst/>
              <a:gdLst/>
              <a:ahLst/>
              <a:cxnLst/>
              <a:rect l="0" t="0" r="0" b="0"/>
              <a:pathLst>
                <a:path w="18239" h="12477">
                  <a:moveTo>
                    <a:pt x="0" y="0"/>
                  </a:moveTo>
                  <a:lnTo>
                    <a:pt x="18239" y="1247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4" name="Input_receptor__723">
              <a:extLst>
                <a:ext uri="{FF2B5EF4-FFF2-40B4-BE49-F238E27FC236}">
                  <a16:creationId xmlns:a16="http://schemas.microsoft.com/office/drawing/2014/main" id="{F9DB3B35-B25A-F47D-892D-09F0F654B061}"/>
                </a:ext>
              </a:extLst>
            </p:cNvPr>
            <p:cNvSpPr>
              <a:spLocks noGrp="1"/>
            </p:cNvSpPr>
            <p:nvPr/>
          </p:nvSpPr>
          <p:spPr>
            <a:xfrm>
              <a:off x="1439297" y="4778818"/>
              <a:ext cx="1953" cy="31047"/>
            </a:xfrm>
            <a:custGeom>
              <a:avLst/>
              <a:gdLst/>
              <a:ahLst/>
              <a:cxnLst/>
              <a:rect l="0" t="0" r="0" b="0"/>
              <a:pathLst>
                <a:path w="1953" h="31047">
                  <a:moveTo>
                    <a:pt x="0" y="31047"/>
                  </a:moveTo>
                  <a:lnTo>
                    <a:pt x="1953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5" name="Input_receptor__724">
              <a:extLst>
                <a:ext uri="{FF2B5EF4-FFF2-40B4-BE49-F238E27FC236}">
                  <a16:creationId xmlns:a16="http://schemas.microsoft.com/office/drawing/2014/main" id="{CF6E1826-FFDD-57D0-1191-75DB5E6CC313}"/>
                </a:ext>
              </a:extLst>
            </p:cNvPr>
            <p:cNvSpPr>
              <a:spLocks noGrp="1"/>
            </p:cNvSpPr>
            <p:nvPr/>
          </p:nvSpPr>
          <p:spPr>
            <a:xfrm>
              <a:off x="1127962" y="4485962"/>
              <a:ext cx="12660" cy="999"/>
            </a:xfrm>
            <a:custGeom>
              <a:avLst/>
              <a:gdLst/>
              <a:ahLst/>
              <a:cxnLst/>
              <a:rect l="0" t="0" r="0" b="0"/>
              <a:pathLst>
                <a:path w="12660" h="999">
                  <a:moveTo>
                    <a:pt x="0" y="0"/>
                  </a:moveTo>
                  <a:lnTo>
                    <a:pt x="12660" y="999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26" name="Input_receptor__725">
              <a:extLst>
                <a:ext uri="{FF2B5EF4-FFF2-40B4-BE49-F238E27FC236}">
                  <a16:creationId xmlns:a16="http://schemas.microsoft.com/office/drawing/2014/main" id="{93F20D36-6C1F-CFFD-B008-E5A620AB7F56}"/>
                </a:ext>
              </a:extLst>
            </p:cNvPr>
            <p:cNvSpPr>
              <a:spLocks noGrp="1"/>
            </p:cNvSpPr>
            <p:nvPr/>
          </p:nvSpPr>
          <p:spPr>
            <a:xfrm>
              <a:off x="1283867" y="5254945"/>
              <a:ext cx="32526" cy="33884"/>
            </a:xfrm>
            <a:custGeom>
              <a:avLst/>
              <a:gdLst/>
              <a:ahLst/>
              <a:cxnLst/>
              <a:rect l="0" t="0" r="0" b="0"/>
              <a:pathLst>
                <a:path w="32526" h="33884">
                  <a:moveTo>
                    <a:pt x="32526" y="338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7" name="Input_receptor__726">
              <a:extLst>
                <a:ext uri="{FF2B5EF4-FFF2-40B4-BE49-F238E27FC236}">
                  <a16:creationId xmlns:a16="http://schemas.microsoft.com/office/drawing/2014/main" id="{88B14E1E-1954-D9D2-58C7-95A8776CFA41}"/>
                </a:ext>
              </a:extLst>
            </p:cNvPr>
            <p:cNvSpPr>
              <a:spLocks noGrp="1"/>
            </p:cNvSpPr>
            <p:nvPr/>
          </p:nvSpPr>
          <p:spPr>
            <a:xfrm>
              <a:off x="1247222" y="5254945"/>
              <a:ext cx="36645" cy="28817"/>
            </a:xfrm>
            <a:custGeom>
              <a:avLst/>
              <a:gdLst/>
              <a:ahLst/>
              <a:cxnLst/>
              <a:rect l="0" t="0" r="0" b="0"/>
              <a:pathLst>
                <a:path w="36645" h="28817">
                  <a:moveTo>
                    <a:pt x="36645" y="0"/>
                  </a:moveTo>
                  <a:lnTo>
                    <a:pt x="0" y="2881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8" name="Input_receptor__727">
              <a:extLst>
                <a:ext uri="{FF2B5EF4-FFF2-40B4-BE49-F238E27FC236}">
                  <a16:creationId xmlns:a16="http://schemas.microsoft.com/office/drawing/2014/main" id="{DD6F972A-A1F2-E9D0-B45C-D5B66C11DE3C}"/>
                </a:ext>
              </a:extLst>
            </p:cNvPr>
            <p:cNvSpPr>
              <a:spLocks noGrp="1"/>
            </p:cNvSpPr>
            <p:nvPr/>
          </p:nvSpPr>
          <p:spPr>
            <a:xfrm>
              <a:off x="1290784" y="5172592"/>
              <a:ext cx="37452" cy="10037"/>
            </a:xfrm>
            <a:custGeom>
              <a:avLst/>
              <a:gdLst/>
              <a:ahLst/>
              <a:cxnLst/>
              <a:rect l="0" t="0" r="0" b="0"/>
              <a:pathLst>
                <a:path w="37452" h="10037">
                  <a:moveTo>
                    <a:pt x="37452" y="0"/>
                  </a:moveTo>
                  <a:lnTo>
                    <a:pt x="0" y="1003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29" name="Input_receptor__728">
              <a:extLst>
                <a:ext uri="{FF2B5EF4-FFF2-40B4-BE49-F238E27FC236}">
                  <a16:creationId xmlns:a16="http://schemas.microsoft.com/office/drawing/2014/main" id="{57E864FB-6C8D-B4C1-74F0-D17C4F469BE2}"/>
                </a:ext>
              </a:extLst>
            </p:cNvPr>
            <p:cNvSpPr>
              <a:spLocks noGrp="1"/>
            </p:cNvSpPr>
            <p:nvPr/>
          </p:nvSpPr>
          <p:spPr>
            <a:xfrm>
              <a:off x="1845555" y="5182270"/>
              <a:ext cx="10375" cy="46578"/>
            </a:xfrm>
            <a:custGeom>
              <a:avLst/>
              <a:gdLst/>
              <a:ahLst/>
              <a:cxnLst/>
              <a:rect l="0" t="0" r="0" b="0"/>
              <a:pathLst>
                <a:path w="10375" h="46578">
                  <a:moveTo>
                    <a:pt x="10375" y="465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0" name="Input_receptor__729">
              <a:extLst>
                <a:ext uri="{FF2B5EF4-FFF2-40B4-BE49-F238E27FC236}">
                  <a16:creationId xmlns:a16="http://schemas.microsoft.com/office/drawing/2014/main" id="{826FC104-38FD-0A1C-260A-82E932038468}"/>
                </a:ext>
              </a:extLst>
            </p:cNvPr>
            <p:cNvSpPr>
              <a:spLocks noGrp="1"/>
            </p:cNvSpPr>
            <p:nvPr/>
          </p:nvSpPr>
          <p:spPr>
            <a:xfrm>
              <a:off x="1267710" y="4460157"/>
              <a:ext cx="35942" cy="14554"/>
            </a:xfrm>
            <a:custGeom>
              <a:avLst/>
              <a:gdLst/>
              <a:ahLst/>
              <a:cxnLst/>
              <a:rect l="0" t="0" r="0" b="0"/>
              <a:pathLst>
                <a:path w="35942" h="14554">
                  <a:moveTo>
                    <a:pt x="0" y="0"/>
                  </a:moveTo>
                  <a:lnTo>
                    <a:pt x="35942" y="14554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1" name="Input_receptor__730">
              <a:extLst>
                <a:ext uri="{FF2B5EF4-FFF2-40B4-BE49-F238E27FC236}">
                  <a16:creationId xmlns:a16="http://schemas.microsoft.com/office/drawing/2014/main" id="{087C38EB-8FDF-A0D1-3B24-85FF9AC80EAA}"/>
                </a:ext>
              </a:extLst>
            </p:cNvPr>
            <p:cNvSpPr>
              <a:spLocks noGrp="1"/>
            </p:cNvSpPr>
            <p:nvPr/>
          </p:nvSpPr>
          <p:spPr>
            <a:xfrm>
              <a:off x="1328236" y="5172592"/>
              <a:ext cx="34798" cy="8842"/>
            </a:xfrm>
            <a:custGeom>
              <a:avLst/>
              <a:gdLst/>
              <a:ahLst/>
              <a:cxnLst/>
              <a:rect l="0" t="0" r="0" b="0"/>
              <a:pathLst>
                <a:path w="34798" h="8842">
                  <a:moveTo>
                    <a:pt x="34798" y="88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2" name="Input_receptor__731">
              <a:extLst>
                <a:ext uri="{FF2B5EF4-FFF2-40B4-BE49-F238E27FC236}">
                  <a16:creationId xmlns:a16="http://schemas.microsoft.com/office/drawing/2014/main" id="{CC770634-D82B-88C2-054A-720DED89DAB4}"/>
                </a:ext>
              </a:extLst>
            </p:cNvPr>
            <p:cNvSpPr>
              <a:spLocks noGrp="1"/>
            </p:cNvSpPr>
            <p:nvPr/>
          </p:nvSpPr>
          <p:spPr>
            <a:xfrm>
              <a:off x="1212397" y="4394667"/>
              <a:ext cx="43539" cy="20559"/>
            </a:xfrm>
            <a:custGeom>
              <a:avLst/>
              <a:gdLst/>
              <a:ahLst/>
              <a:cxnLst/>
              <a:rect l="0" t="0" r="0" b="0"/>
              <a:pathLst>
                <a:path w="43539" h="20559">
                  <a:moveTo>
                    <a:pt x="0" y="0"/>
                  </a:moveTo>
                  <a:lnTo>
                    <a:pt x="43539" y="20559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33" name="Input_receptor__732">
              <a:extLst>
                <a:ext uri="{FF2B5EF4-FFF2-40B4-BE49-F238E27FC236}">
                  <a16:creationId xmlns:a16="http://schemas.microsoft.com/office/drawing/2014/main" id="{B95DD9F4-D20F-3855-9566-3808C514B092}"/>
                </a:ext>
              </a:extLst>
            </p:cNvPr>
            <p:cNvSpPr>
              <a:spLocks noGrp="1"/>
            </p:cNvSpPr>
            <p:nvPr/>
          </p:nvSpPr>
          <p:spPr>
            <a:xfrm>
              <a:off x="1136501" y="5176131"/>
              <a:ext cx="32480" cy="19881"/>
            </a:xfrm>
            <a:custGeom>
              <a:avLst/>
              <a:gdLst/>
              <a:ahLst/>
              <a:cxnLst/>
              <a:rect l="0" t="0" r="0" b="0"/>
              <a:pathLst>
                <a:path w="32480" h="19881">
                  <a:moveTo>
                    <a:pt x="32480" y="0"/>
                  </a:moveTo>
                  <a:lnTo>
                    <a:pt x="0" y="19881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4" name="Input_receptor__733">
              <a:extLst>
                <a:ext uri="{FF2B5EF4-FFF2-40B4-BE49-F238E27FC236}">
                  <a16:creationId xmlns:a16="http://schemas.microsoft.com/office/drawing/2014/main" id="{FDAB2AE0-79BC-A862-69FD-1D2ACEF47045}"/>
                </a:ext>
              </a:extLst>
            </p:cNvPr>
            <p:cNvSpPr>
              <a:spLocks noGrp="1"/>
            </p:cNvSpPr>
            <p:nvPr/>
          </p:nvSpPr>
          <p:spPr>
            <a:xfrm>
              <a:off x="1790795" y="4840413"/>
              <a:ext cx="41413" cy="24654"/>
            </a:xfrm>
            <a:custGeom>
              <a:avLst/>
              <a:gdLst/>
              <a:ahLst/>
              <a:cxnLst/>
              <a:rect l="0" t="0" r="0" b="0"/>
              <a:pathLst>
                <a:path w="41413" h="24654">
                  <a:moveTo>
                    <a:pt x="41413" y="2465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35" name="Input_receptor__734">
              <a:extLst>
                <a:ext uri="{FF2B5EF4-FFF2-40B4-BE49-F238E27FC236}">
                  <a16:creationId xmlns:a16="http://schemas.microsoft.com/office/drawing/2014/main" id="{9850C6B7-1203-22E0-26BB-F665B087581B}"/>
                </a:ext>
              </a:extLst>
            </p:cNvPr>
            <p:cNvSpPr>
              <a:spLocks noGrp="1"/>
            </p:cNvSpPr>
            <p:nvPr/>
          </p:nvSpPr>
          <p:spPr>
            <a:xfrm>
              <a:off x="999858" y="5336483"/>
              <a:ext cx="144" cy="46086"/>
            </a:xfrm>
            <a:custGeom>
              <a:avLst/>
              <a:gdLst/>
              <a:ahLst/>
              <a:cxnLst/>
              <a:rect l="0" t="0" r="0" b="0"/>
              <a:pathLst>
                <a:path w="144" h="46086">
                  <a:moveTo>
                    <a:pt x="0" y="46086"/>
                  </a:moveTo>
                  <a:lnTo>
                    <a:pt x="144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6" name="Input_receptor__735">
              <a:extLst>
                <a:ext uri="{FF2B5EF4-FFF2-40B4-BE49-F238E27FC236}">
                  <a16:creationId xmlns:a16="http://schemas.microsoft.com/office/drawing/2014/main" id="{DDDE3AB0-471C-5B77-BC61-09B4038B2F71}"/>
                </a:ext>
              </a:extLst>
            </p:cNvPr>
            <p:cNvSpPr>
              <a:spLocks noGrp="1"/>
            </p:cNvSpPr>
            <p:nvPr/>
          </p:nvSpPr>
          <p:spPr>
            <a:xfrm>
              <a:off x="1275786" y="5595160"/>
              <a:ext cx="22555" cy="38238"/>
            </a:xfrm>
            <a:custGeom>
              <a:avLst/>
              <a:gdLst/>
              <a:ahLst/>
              <a:cxnLst/>
              <a:rect l="0" t="0" r="0" b="0"/>
              <a:pathLst>
                <a:path w="22555" h="38238">
                  <a:moveTo>
                    <a:pt x="0" y="38238"/>
                  </a:moveTo>
                  <a:lnTo>
                    <a:pt x="22555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7" name="Input_receptor__736">
              <a:extLst>
                <a:ext uri="{FF2B5EF4-FFF2-40B4-BE49-F238E27FC236}">
                  <a16:creationId xmlns:a16="http://schemas.microsoft.com/office/drawing/2014/main" id="{3BFB56D3-7403-70CA-4851-E079E34F50E6}"/>
                </a:ext>
              </a:extLst>
            </p:cNvPr>
            <p:cNvSpPr>
              <a:spLocks noGrp="1"/>
            </p:cNvSpPr>
            <p:nvPr/>
          </p:nvSpPr>
          <p:spPr>
            <a:xfrm>
              <a:off x="1793276" y="5193289"/>
              <a:ext cx="6879" cy="27684"/>
            </a:xfrm>
            <a:custGeom>
              <a:avLst/>
              <a:gdLst/>
              <a:ahLst/>
              <a:cxnLst/>
              <a:rect l="0" t="0" r="0" b="0"/>
              <a:pathLst>
                <a:path w="6879" h="27684">
                  <a:moveTo>
                    <a:pt x="6879" y="0"/>
                  </a:moveTo>
                  <a:lnTo>
                    <a:pt x="0" y="27684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8" name="Input_receptor__737">
              <a:extLst>
                <a:ext uri="{FF2B5EF4-FFF2-40B4-BE49-F238E27FC236}">
                  <a16:creationId xmlns:a16="http://schemas.microsoft.com/office/drawing/2014/main" id="{214F1C99-F521-9889-A2E6-28444AF1B506}"/>
                </a:ext>
              </a:extLst>
            </p:cNvPr>
            <p:cNvSpPr>
              <a:spLocks noGrp="1"/>
            </p:cNvSpPr>
            <p:nvPr/>
          </p:nvSpPr>
          <p:spPr>
            <a:xfrm>
              <a:off x="1382381" y="5248917"/>
              <a:ext cx="20882" cy="38777"/>
            </a:xfrm>
            <a:custGeom>
              <a:avLst/>
              <a:gdLst/>
              <a:ahLst/>
              <a:cxnLst/>
              <a:rect l="0" t="0" r="0" b="0"/>
              <a:pathLst>
                <a:path w="20882" h="38777">
                  <a:moveTo>
                    <a:pt x="0" y="38777"/>
                  </a:moveTo>
                  <a:lnTo>
                    <a:pt x="20882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39" name="Input_receptor__738">
              <a:extLst>
                <a:ext uri="{FF2B5EF4-FFF2-40B4-BE49-F238E27FC236}">
                  <a16:creationId xmlns:a16="http://schemas.microsoft.com/office/drawing/2014/main" id="{42A95D41-4C87-512D-7C44-8D701873DB30}"/>
                </a:ext>
              </a:extLst>
            </p:cNvPr>
            <p:cNvSpPr>
              <a:spLocks noGrp="1"/>
            </p:cNvSpPr>
            <p:nvPr/>
          </p:nvSpPr>
          <p:spPr>
            <a:xfrm>
              <a:off x="1764879" y="4892769"/>
              <a:ext cx="27875" cy="38231"/>
            </a:xfrm>
            <a:custGeom>
              <a:avLst/>
              <a:gdLst/>
              <a:ahLst/>
              <a:cxnLst/>
              <a:rect l="0" t="0" r="0" b="0"/>
              <a:pathLst>
                <a:path w="27875" h="38231">
                  <a:moveTo>
                    <a:pt x="27875" y="382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0" name="Input_receptor__739">
              <a:extLst>
                <a:ext uri="{FF2B5EF4-FFF2-40B4-BE49-F238E27FC236}">
                  <a16:creationId xmlns:a16="http://schemas.microsoft.com/office/drawing/2014/main" id="{48E8FC97-B0E9-2466-A9D2-B07F5BBE021E}"/>
                </a:ext>
              </a:extLst>
            </p:cNvPr>
            <p:cNvSpPr>
              <a:spLocks noGrp="1"/>
            </p:cNvSpPr>
            <p:nvPr/>
          </p:nvSpPr>
          <p:spPr>
            <a:xfrm>
              <a:off x="1343835" y="5223986"/>
              <a:ext cx="443" cy="13610"/>
            </a:xfrm>
            <a:custGeom>
              <a:avLst/>
              <a:gdLst/>
              <a:ahLst/>
              <a:cxnLst/>
              <a:rect l="0" t="0" r="0" b="0"/>
              <a:pathLst>
                <a:path w="443" h="13610">
                  <a:moveTo>
                    <a:pt x="443" y="136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1" name="Input_receptor__740">
              <a:extLst>
                <a:ext uri="{FF2B5EF4-FFF2-40B4-BE49-F238E27FC236}">
                  <a16:creationId xmlns:a16="http://schemas.microsoft.com/office/drawing/2014/main" id="{3F0A8985-B3A2-D425-198A-641EDCE4BD18}"/>
                </a:ext>
              </a:extLst>
            </p:cNvPr>
            <p:cNvSpPr>
              <a:spLocks noGrp="1"/>
            </p:cNvSpPr>
            <p:nvPr/>
          </p:nvSpPr>
          <p:spPr>
            <a:xfrm>
              <a:off x="1168981" y="5133774"/>
              <a:ext cx="973" cy="42357"/>
            </a:xfrm>
            <a:custGeom>
              <a:avLst/>
              <a:gdLst/>
              <a:ahLst/>
              <a:cxnLst/>
              <a:rect l="0" t="0" r="0" b="0"/>
              <a:pathLst>
                <a:path w="973" h="42357">
                  <a:moveTo>
                    <a:pt x="973" y="0"/>
                  </a:moveTo>
                  <a:lnTo>
                    <a:pt x="0" y="42357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2" name="Input_receptor__741">
              <a:extLst>
                <a:ext uri="{FF2B5EF4-FFF2-40B4-BE49-F238E27FC236}">
                  <a16:creationId xmlns:a16="http://schemas.microsoft.com/office/drawing/2014/main" id="{7E610B6B-5964-1CC0-38AD-34C00FF7421C}"/>
                </a:ext>
              </a:extLst>
            </p:cNvPr>
            <p:cNvSpPr>
              <a:spLocks noGrp="1"/>
            </p:cNvSpPr>
            <p:nvPr/>
          </p:nvSpPr>
          <p:spPr>
            <a:xfrm>
              <a:off x="1298342" y="5595160"/>
              <a:ext cx="40475" cy="12042"/>
            </a:xfrm>
            <a:custGeom>
              <a:avLst/>
              <a:gdLst/>
              <a:ahLst/>
              <a:cxnLst/>
              <a:rect l="0" t="0" r="0" b="0"/>
              <a:pathLst>
                <a:path w="40475" h="12042">
                  <a:moveTo>
                    <a:pt x="0" y="0"/>
                  </a:moveTo>
                  <a:lnTo>
                    <a:pt x="40475" y="12042"/>
                  </a:lnTo>
                </a:path>
              </a:pathLst>
            </a:custGeom>
            <a:noFill/>
            <a:ln w="20003">
              <a:solidFill>
                <a:srgbClr val="8193A1"/>
              </a:solidFill>
            </a:ln>
          </p:spPr>
        </p:sp>
        <p:sp>
          <p:nvSpPr>
            <p:cNvPr id="743" name="Input_receptor__742">
              <a:extLst>
                <a:ext uri="{FF2B5EF4-FFF2-40B4-BE49-F238E27FC236}">
                  <a16:creationId xmlns:a16="http://schemas.microsoft.com/office/drawing/2014/main" id="{DB860761-CF0B-DE93-0294-E4F5AEF86968}"/>
                </a:ext>
              </a:extLst>
            </p:cNvPr>
            <p:cNvSpPr>
              <a:spLocks noGrp="1"/>
            </p:cNvSpPr>
            <p:nvPr/>
          </p:nvSpPr>
          <p:spPr>
            <a:xfrm>
              <a:off x="1095008" y="4938874"/>
              <a:ext cx="33892" cy="28078"/>
            </a:xfrm>
            <a:custGeom>
              <a:avLst/>
              <a:gdLst/>
              <a:ahLst/>
              <a:cxnLst/>
              <a:rect l="0" t="0" r="0" b="0"/>
              <a:pathLst>
                <a:path w="33892" h="28078">
                  <a:moveTo>
                    <a:pt x="33892" y="280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193A1"/>
              </a:solidFill>
            </a:ln>
          </p:spPr>
        </p:sp>
        <p:sp>
          <p:nvSpPr>
            <p:cNvPr id="744" name="Input_receptor__743">
              <a:extLst>
                <a:ext uri="{FF2B5EF4-FFF2-40B4-BE49-F238E27FC236}">
                  <a16:creationId xmlns:a16="http://schemas.microsoft.com/office/drawing/2014/main" id="{71EF66EC-FB3F-8712-F6C5-4FFE534B1E97}"/>
                </a:ext>
              </a:extLst>
            </p:cNvPr>
            <p:cNvSpPr>
              <a:spLocks noGrp="1"/>
            </p:cNvSpPr>
            <p:nvPr/>
          </p:nvSpPr>
          <p:spPr>
            <a:xfrm>
              <a:off x="1045652" y="4401083"/>
              <a:ext cx="14746" cy="5755"/>
            </a:xfrm>
            <a:custGeom>
              <a:avLst/>
              <a:gdLst/>
              <a:ahLst/>
              <a:cxnLst/>
              <a:rect l="0" t="0" r="0" b="0"/>
              <a:pathLst>
                <a:path w="14746" h="5755">
                  <a:moveTo>
                    <a:pt x="0" y="5755"/>
                  </a:moveTo>
                  <a:lnTo>
                    <a:pt x="14746" y="0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5" name="Input_receptor__744">
              <a:extLst>
                <a:ext uri="{FF2B5EF4-FFF2-40B4-BE49-F238E27FC236}">
                  <a16:creationId xmlns:a16="http://schemas.microsoft.com/office/drawing/2014/main" id="{E87BA047-41BF-CC2A-BBFE-97594BA1A893}"/>
                </a:ext>
              </a:extLst>
            </p:cNvPr>
            <p:cNvSpPr>
              <a:spLocks noGrp="1"/>
            </p:cNvSpPr>
            <p:nvPr/>
          </p:nvSpPr>
          <p:spPr>
            <a:xfrm>
              <a:off x="1412973" y="5121821"/>
              <a:ext cx="28224" cy="3728"/>
            </a:xfrm>
            <a:custGeom>
              <a:avLst/>
              <a:gdLst/>
              <a:ahLst/>
              <a:cxnLst/>
              <a:rect l="0" t="0" r="0" b="0"/>
              <a:pathLst>
                <a:path w="28224" h="3728">
                  <a:moveTo>
                    <a:pt x="0" y="0"/>
                  </a:moveTo>
                  <a:lnTo>
                    <a:pt x="28224" y="3728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6" name="Input_receptor__745">
              <a:extLst>
                <a:ext uri="{FF2B5EF4-FFF2-40B4-BE49-F238E27FC236}">
                  <a16:creationId xmlns:a16="http://schemas.microsoft.com/office/drawing/2014/main" id="{32807E32-77FA-9B01-6E29-4DF8DA07740B}"/>
                </a:ext>
              </a:extLst>
            </p:cNvPr>
            <p:cNvSpPr>
              <a:spLocks noGrp="1"/>
            </p:cNvSpPr>
            <p:nvPr/>
          </p:nvSpPr>
          <p:spPr>
            <a:xfrm>
              <a:off x="1071558" y="4900496"/>
              <a:ext cx="23450" cy="38378"/>
            </a:xfrm>
            <a:custGeom>
              <a:avLst/>
              <a:gdLst/>
              <a:ahLst/>
              <a:cxnLst/>
              <a:rect l="0" t="0" r="0" b="0"/>
              <a:pathLst>
                <a:path w="23450" h="38378">
                  <a:moveTo>
                    <a:pt x="23450" y="383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293A1"/>
              </a:solidFill>
            </a:ln>
          </p:spPr>
        </p:sp>
        <p:sp>
          <p:nvSpPr>
            <p:cNvPr id="747" name="Input_receptor__746">
              <a:extLst>
                <a:ext uri="{FF2B5EF4-FFF2-40B4-BE49-F238E27FC236}">
                  <a16:creationId xmlns:a16="http://schemas.microsoft.com/office/drawing/2014/main" id="{0CE1A38C-7F93-BB6E-9CBD-EF0D28FE3A82}"/>
                </a:ext>
              </a:extLst>
            </p:cNvPr>
            <p:cNvSpPr>
              <a:spLocks noGrp="1"/>
            </p:cNvSpPr>
            <p:nvPr/>
          </p:nvSpPr>
          <p:spPr>
            <a:xfrm>
              <a:off x="1664870" y="5214229"/>
              <a:ext cx="34374" cy="13207"/>
            </a:xfrm>
            <a:custGeom>
              <a:avLst/>
              <a:gdLst/>
              <a:ahLst/>
              <a:cxnLst/>
              <a:rect l="0" t="0" r="0" b="0"/>
              <a:pathLst>
                <a:path w="34374" h="13207">
                  <a:moveTo>
                    <a:pt x="0" y="13207"/>
                  </a:moveTo>
                  <a:lnTo>
                    <a:pt x="34374" y="0"/>
                  </a:lnTo>
                </a:path>
              </a:pathLst>
            </a:custGeom>
            <a:noFill/>
            <a:ln w="20003">
              <a:solidFill>
                <a:srgbClr val="8293A1"/>
              </a:solidFill>
            </a:ln>
          </p:spPr>
        </p:sp>
        <p:sp>
          <p:nvSpPr>
            <p:cNvPr id="748" name="Input_receptor__747">
              <a:extLst>
                <a:ext uri="{FF2B5EF4-FFF2-40B4-BE49-F238E27FC236}">
                  <a16:creationId xmlns:a16="http://schemas.microsoft.com/office/drawing/2014/main" id="{507169F3-D067-98DC-47E5-F8A8742717EE}"/>
                </a:ext>
              </a:extLst>
            </p:cNvPr>
            <p:cNvSpPr>
              <a:spLocks noGrp="1"/>
            </p:cNvSpPr>
            <p:nvPr/>
          </p:nvSpPr>
          <p:spPr>
            <a:xfrm>
              <a:off x="1140406" y="5112588"/>
              <a:ext cx="29548" cy="21186"/>
            </a:xfrm>
            <a:custGeom>
              <a:avLst/>
              <a:gdLst/>
              <a:ahLst/>
              <a:cxnLst/>
              <a:rect l="0" t="0" r="0" b="0"/>
              <a:pathLst>
                <a:path w="29548" h="21186">
                  <a:moveTo>
                    <a:pt x="0" y="0"/>
                  </a:moveTo>
                  <a:lnTo>
                    <a:pt x="29548" y="21186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49" name="Input_receptor__748">
              <a:extLst>
                <a:ext uri="{FF2B5EF4-FFF2-40B4-BE49-F238E27FC236}">
                  <a16:creationId xmlns:a16="http://schemas.microsoft.com/office/drawing/2014/main" id="{2562BDCC-D422-11B6-F05D-A10E2BFA4034}"/>
                </a:ext>
              </a:extLst>
            </p:cNvPr>
            <p:cNvSpPr>
              <a:spLocks noGrp="1"/>
            </p:cNvSpPr>
            <p:nvPr/>
          </p:nvSpPr>
          <p:spPr>
            <a:xfrm>
              <a:off x="1607626" y="5453698"/>
              <a:ext cx="15065" cy="3472"/>
            </a:xfrm>
            <a:custGeom>
              <a:avLst/>
              <a:gdLst/>
              <a:ahLst/>
              <a:cxnLst/>
              <a:rect l="0" t="0" r="0" b="0"/>
              <a:pathLst>
                <a:path w="15065" h="3472">
                  <a:moveTo>
                    <a:pt x="15065" y="0"/>
                  </a:moveTo>
                  <a:lnTo>
                    <a:pt x="0" y="3472"/>
                  </a:lnTo>
                </a:path>
              </a:pathLst>
            </a:custGeom>
            <a:noFill/>
            <a:ln w="8096">
              <a:solidFill>
                <a:srgbClr val="8294A1"/>
              </a:solidFill>
            </a:ln>
          </p:spPr>
        </p:sp>
        <p:sp>
          <p:nvSpPr>
            <p:cNvPr id="750" name="Input_receptor__749">
              <a:extLst>
                <a:ext uri="{FF2B5EF4-FFF2-40B4-BE49-F238E27FC236}">
                  <a16:creationId xmlns:a16="http://schemas.microsoft.com/office/drawing/2014/main" id="{C0E71AAA-3D22-15E3-AF62-88188C3C5394}"/>
                </a:ext>
              </a:extLst>
            </p:cNvPr>
            <p:cNvSpPr>
              <a:spLocks noGrp="1"/>
            </p:cNvSpPr>
            <p:nvPr/>
          </p:nvSpPr>
          <p:spPr>
            <a:xfrm>
              <a:off x="1699244" y="5214229"/>
              <a:ext cx="30592" cy="16519"/>
            </a:xfrm>
            <a:custGeom>
              <a:avLst/>
              <a:gdLst/>
              <a:ahLst/>
              <a:cxnLst/>
              <a:rect l="0" t="0" r="0" b="0"/>
              <a:pathLst>
                <a:path w="30592" h="16519">
                  <a:moveTo>
                    <a:pt x="0" y="0"/>
                  </a:moveTo>
                  <a:lnTo>
                    <a:pt x="30592" y="16519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1" name="Input_receptor__750">
              <a:extLst>
                <a:ext uri="{FF2B5EF4-FFF2-40B4-BE49-F238E27FC236}">
                  <a16:creationId xmlns:a16="http://schemas.microsoft.com/office/drawing/2014/main" id="{11438C17-F2FA-7B7D-C2C7-75FE2FC330C0}"/>
                </a:ext>
              </a:extLst>
            </p:cNvPr>
            <p:cNvSpPr>
              <a:spLocks noGrp="1"/>
            </p:cNvSpPr>
            <p:nvPr/>
          </p:nvSpPr>
          <p:spPr>
            <a:xfrm>
              <a:off x="1128901" y="4952620"/>
              <a:ext cx="37589" cy="14332"/>
            </a:xfrm>
            <a:custGeom>
              <a:avLst/>
              <a:gdLst/>
              <a:ahLst/>
              <a:cxnLst/>
              <a:rect l="0" t="0" r="0" b="0"/>
              <a:pathLst>
                <a:path w="37589" h="14332">
                  <a:moveTo>
                    <a:pt x="37589" y="0"/>
                  </a:moveTo>
                  <a:lnTo>
                    <a:pt x="0" y="14332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2" name="Input_receptor__751">
              <a:extLst>
                <a:ext uri="{FF2B5EF4-FFF2-40B4-BE49-F238E27FC236}">
                  <a16:creationId xmlns:a16="http://schemas.microsoft.com/office/drawing/2014/main" id="{E9F53096-8254-809B-41FF-C1953ECE66C5}"/>
                </a:ext>
              </a:extLst>
            </p:cNvPr>
            <p:cNvSpPr>
              <a:spLocks noGrp="1"/>
            </p:cNvSpPr>
            <p:nvPr/>
          </p:nvSpPr>
          <p:spPr>
            <a:xfrm>
              <a:off x="1333221" y="5607201"/>
              <a:ext cx="5596" cy="45823"/>
            </a:xfrm>
            <a:custGeom>
              <a:avLst/>
              <a:gdLst/>
              <a:ahLst/>
              <a:cxnLst/>
              <a:rect l="0" t="0" r="0" b="0"/>
              <a:pathLst>
                <a:path w="5596" h="45823">
                  <a:moveTo>
                    <a:pt x="5596" y="0"/>
                  </a:moveTo>
                  <a:lnTo>
                    <a:pt x="0" y="45823"/>
                  </a:lnTo>
                </a:path>
              </a:pathLst>
            </a:custGeom>
            <a:noFill/>
            <a:ln w="20003">
              <a:solidFill>
                <a:srgbClr val="8294A1"/>
              </a:solidFill>
            </a:ln>
          </p:spPr>
        </p:sp>
        <p:sp>
          <p:nvSpPr>
            <p:cNvPr id="753" name="Input_receptor__752">
              <a:extLst>
                <a:ext uri="{FF2B5EF4-FFF2-40B4-BE49-F238E27FC236}">
                  <a16:creationId xmlns:a16="http://schemas.microsoft.com/office/drawing/2014/main" id="{2F16C27C-6BE2-920B-6FC1-10A9B7F4D47A}"/>
                </a:ext>
              </a:extLst>
            </p:cNvPr>
            <p:cNvSpPr>
              <a:spLocks noGrp="1"/>
            </p:cNvSpPr>
            <p:nvPr/>
          </p:nvSpPr>
          <p:spPr>
            <a:xfrm>
              <a:off x="1857271" y="5348405"/>
              <a:ext cx="22151" cy="32450"/>
            </a:xfrm>
            <a:custGeom>
              <a:avLst/>
              <a:gdLst/>
              <a:ahLst/>
              <a:cxnLst/>
              <a:rect l="0" t="0" r="0" b="0"/>
              <a:pathLst>
                <a:path w="22151" h="32450">
                  <a:moveTo>
                    <a:pt x="0" y="32450"/>
                  </a:moveTo>
                  <a:lnTo>
                    <a:pt x="22151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4" name="Input_receptor__753">
              <a:extLst>
                <a:ext uri="{FF2B5EF4-FFF2-40B4-BE49-F238E27FC236}">
                  <a16:creationId xmlns:a16="http://schemas.microsoft.com/office/drawing/2014/main" id="{407C2E1E-7007-E0F9-6141-1E4CD8B0D6A5}"/>
                </a:ext>
              </a:extLst>
            </p:cNvPr>
            <p:cNvSpPr>
              <a:spLocks noGrp="1"/>
            </p:cNvSpPr>
            <p:nvPr/>
          </p:nvSpPr>
          <p:spPr>
            <a:xfrm>
              <a:off x="1525891" y="4625016"/>
              <a:ext cx="36699" cy="18773"/>
            </a:xfrm>
            <a:custGeom>
              <a:avLst/>
              <a:gdLst/>
              <a:ahLst/>
              <a:cxnLst/>
              <a:rect l="0" t="0" r="0" b="0"/>
              <a:pathLst>
                <a:path w="36699" h="18773">
                  <a:moveTo>
                    <a:pt x="36699" y="0"/>
                  </a:moveTo>
                  <a:lnTo>
                    <a:pt x="0" y="18773"/>
                  </a:lnTo>
                </a:path>
              </a:pathLst>
            </a:custGeom>
            <a:noFill/>
            <a:ln w="8096">
              <a:solidFill>
                <a:srgbClr val="8294A2"/>
              </a:solidFill>
            </a:ln>
          </p:spPr>
        </p:sp>
        <p:sp>
          <p:nvSpPr>
            <p:cNvPr id="755" name="Input_receptor__754">
              <a:extLst>
                <a:ext uri="{FF2B5EF4-FFF2-40B4-BE49-F238E27FC236}">
                  <a16:creationId xmlns:a16="http://schemas.microsoft.com/office/drawing/2014/main" id="{724FDB40-8856-A988-1029-99D7185D6CFB}"/>
                </a:ext>
              </a:extLst>
            </p:cNvPr>
            <p:cNvSpPr>
              <a:spLocks noGrp="1"/>
            </p:cNvSpPr>
            <p:nvPr/>
          </p:nvSpPr>
          <p:spPr>
            <a:xfrm>
              <a:off x="1161299" y="4816454"/>
              <a:ext cx="39604" cy="2032"/>
            </a:xfrm>
            <a:custGeom>
              <a:avLst/>
              <a:gdLst/>
              <a:ahLst/>
              <a:cxnLst/>
              <a:rect l="0" t="0" r="0" b="0"/>
              <a:pathLst>
                <a:path w="39604" h="2032">
                  <a:moveTo>
                    <a:pt x="0" y="0"/>
                  </a:moveTo>
                  <a:lnTo>
                    <a:pt x="39604" y="2032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6" name="Input_receptor__755">
              <a:extLst>
                <a:ext uri="{FF2B5EF4-FFF2-40B4-BE49-F238E27FC236}">
                  <a16:creationId xmlns:a16="http://schemas.microsoft.com/office/drawing/2014/main" id="{11E7FF1E-2243-6497-351F-31F4CDF06C6A}"/>
                </a:ext>
              </a:extLst>
            </p:cNvPr>
            <p:cNvSpPr>
              <a:spLocks noGrp="1"/>
            </p:cNvSpPr>
            <p:nvPr/>
          </p:nvSpPr>
          <p:spPr>
            <a:xfrm>
              <a:off x="1753567" y="4931001"/>
              <a:ext cx="39187" cy="26427"/>
            </a:xfrm>
            <a:custGeom>
              <a:avLst/>
              <a:gdLst/>
              <a:ahLst/>
              <a:cxnLst/>
              <a:rect l="0" t="0" r="0" b="0"/>
              <a:pathLst>
                <a:path w="39187" h="26427">
                  <a:moveTo>
                    <a:pt x="0" y="26427"/>
                  </a:moveTo>
                  <a:lnTo>
                    <a:pt x="39187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7" name="Input_receptor__756">
              <a:extLst>
                <a:ext uri="{FF2B5EF4-FFF2-40B4-BE49-F238E27FC236}">
                  <a16:creationId xmlns:a16="http://schemas.microsoft.com/office/drawing/2014/main" id="{3BDC0624-40FB-4AB6-C113-BCD87E18B57D}"/>
                </a:ext>
              </a:extLst>
            </p:cNvPr>
            <p:cNvSpPr>
              <a:spLocks noGrp="1"/>
            </p:cNvSpPr>
            <p:nvPr/>
          </p:nvSpPr>
          <p:spPr>
            <a:xfrm>
              <a:off x="1440653" y="4683284"/>
              <a:ext cx="42981" cy="16954"/>
            </a:xfrm>
            <a:custGeom>
              <a:avLst/>
              <a:gdLst/>
              <a:ahLst/>
              <a:cxnLst/>
              <a:rect l="0" t="0" r="0" b="0"/>
              <a:pathLst>
                <a:path w="42981" h="16954">
                  <a:moveTo>
                    <a:pt x="42981" y="169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8" name="Input_receptor__757">
              <a:extLst>
                <a:ext uri="{FF2B5EF4-FFF2-40B4-BE49-F238E27FC236}">
                  <a16:creationId xmlns:a16="http://schemas.microsoft.com/office/drawing/2014/main" id="{C87EDE3D-1008-8FF1-2232-BCA6FEF379B2}"/>
                </a:ext>
              </a:extLst>
            </p:cNvPr>
            <p:cNvSpPr>
              <a:spLocks noGrp="1"/>
            </p:cNvSpPr>
            <p:nvPr/>
          </p:nvSpPr>
          <p:spPr>
            <a:xfrm>
              <a:off x="1424970" y="5057400"/>
              <a:ext cx="39657" cy="26567"/>
            </a:xfrm>
            <a:custGeom>
              <a:avLst/>
              <a:gdLst/>
              <a:ahLst/>
              <a:cxnLst/>
              <a:rect l="0" t="0" r="0" b="0"/>
              <a:pathLst>
                <a:path w="39657" h="26567">
                  <a:moveTo>
                    <a:pt x="39657" y="265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59" name="Input_receptor__758">
              <a:extLst>
                <a:ext uri="{FF2B5EF4-FFF2-40B4-BE49-F238E27FC236}">
                  <a16:creationId xmlns:a16="http://schemas.microsoft.com/office/drawing/2014/main" id="{2A5640C1-7FD3-A3E0-6E3E-5BC8EB2414D2}"/>
                </a:ext>
              </a:extLst>
            </p:cNvPr>
            <p:cNvSpPr>
              <a:spLocks noGrp="1"/>
            </p:cNvSpPr>
            <p:nvPr/>
          </p:nvSpPr>
          <p:spPr>
            <a:xfrm>
              <a:off x="1135577" y="5299257"/>
              <a:ext cx="40837" cy="23910"/>
            </a:xfrm>
            <a:custGeom>
              <a:avLst/>
              <a:gdLst/>
              <a:ahLst/>
              <a:cxnLst/>
              <a:rect l="0" t="0" r="0" b="0"/>
              <a:pathLst>
                <a:path w="40837" h="23910">
                  <a:moveTo>
                    <a:pt x="0" y="23910"/>
                  </a:moveTo>
                  <a:lnTo>
                    <a:pt x="40837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0" name="Input_receptor__759">
              <a:extLst>
                <a:ext uri="{FF2B5EF4-FFF2-40B4-BE49-F238E27FC236}">
                  <a16:creationId xmlns:a16="http://schemas.microsoft.com/office/drawing/2014/main" id="{50C9E3A5-47AA-0A11-33DC-9507B0C9B6CF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484372"/>
              <a:ext cx="47308" cy="9626"/>
            </a:xfrm>
            <a:custGeom>
              <a:avLst/>
              <a:gdLst/>
              <a:ahLst/>
              <a:cxnLst/>
              <a:rect l="0" t="0" r="0" b="0"/>
              <a:pathLst>
                <a:path w="47308" h="9626">
                  <a:moveTo>
                    <a:pt x="47308" y="0"/>
                  </a:moveTo>
                  <a:lnTo>
                    <a:pt x="0" y="9626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1" name="Input_receptor__760">
              <a:extLst>
                <a:ext uri="{FF2B5EF4-FFF2-40B4-BE49-F238E27FC236}">
                  <a16:creationId xmlns:a16="http://schemas.microsoft.com/office/drawing/2014/main" id="{1206A78E-7CB4-7B34-84D4-6335A134075D}"/>
                </a:ext>
              </a:extLst>
            </p:cNvPr>
            <p:cNvSpPr>
              <a:spLocks noGrp="1"/>
            </p:cNvSpPr>
            <p:nvPr/>
          </p:nvSpPr>
          <p:spPr>
            <a:xfrm>
              <a:off x="1087915" y="4822893"/>
              <a:ext cx="28235" cy="33737"/>
            </a:xfrm>
            <a:custGeom>
              <a:avLst/>
              <a:gdLst/>
              <a:ahLst/>
              <a:cxnLst/>
              <a:rect l="0" t="0" r="0" b="0"/>
              <a:pathLst>
                <a:path w="28235" h="33737">
                  <a:moveTo>
                    <a:pt x="28235" y="337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2" name="Input_receptor__761">
              <a:extLst>
                <a:ext uri="{FF2B5EF4-FFF2-40B4-BE49-F238E27FC236}">
                  <a16:creationId xmlns:a16="http://schemas.microsoft.com/office/drawing/2014/main" id="{C6AF223D-537E-1454-E3E9-51856430FB90}"/>
                </a:ext>
              </a:extLst>
            </p:cNvPr>
            <p:cNvSpPr>
              <a:spLocks noGrp="1"/>
            </p:cNvSpPr>
            <p:nvPr/>
          </p:nvSpPr>
          <p:spPr>
            <a:xfrm>
              <a:off x="1259951" y="4971940"/>
              <a:ext cx="38080" cy="5475"/>
            </a:xfrm>
            <a:custGeom>
              <a:avLst/>
              <a:gdLst/>
              <a:ahLst/>
              <a:cxnLst/>
              <a:rect l="0" t="0" r="0" b="0"/>
              <a:pathLst>
                <a:path w="38080" h="5475">
                  <a:moveTo>
                    <a:pt x="38080" y="0"/>
                  </a:moveTo>
                  <a:lnTo>
                    <a:pt x="0" y="5475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3" name="Input_receptor__762">
              <a:extLst>
                <a:ext uri="{FF2B5EF4-FFF2-40B4-BE49-F238E27FC236}">
                  <a16:creationId xmlns:a16="http://schemas.microsoft.com/office/drawing/2014/main" id="{B389A23E-EF6B-F702-F846-761EA2DAE8B2}"/>
                </a:ext>
              </a:extLst>
            </p:cNvPr>
            <p:cNvSpPr>
              <a:spLocks noGrp="1"/>
            </p:cNvSpPr>
            <p:nvPr/>
          </p:nvSpPr>
          <p:spPr>
            <a:xfrm>
              <a:off x="1736353" y="4892769"/>
              <a:ext cx="28526" cy="6348"/>
            </a:xfrm>
            <a:custGeom>
              <a:avLst/>
              <a:gdLst/>
              <a:ahLst/>
              <a:cxnLst/>
              <a:rect l="0" t="0" r="0" b="0"/>
              <a:pathLst>
                <a:path w="28526" h="6348">
                  <a:moveTo>
                    <a:pt x="28526" y="0"/>
                  </a:moveTo>
                  <a:lnTo>
                    <a:pt x="0" y="6348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4" name="Input_receptor__763">
              <a:extLst>
                <a:ext uri="{FF2B5EF4-FFF2-40B4-BE49-F238E27FC236}">
                  <a16:creationId xmlns:a16="http://schemas.microsoft.com/office/drawing/2014/main" id="{BC5D5FF7-D6B2-F3BD-172A-E265CAD561C3}"/>
                </a:ext>
              </a:extLst>
            </p:cNvPr>
            <p:cNvSpPr>
              <a:spLocks noGrp="1"/>
            </p:cNvSpPr>
            <p:nvPr/>
          </p:nvSpPr>
          <p:spPr>
            <a:xfrm>
              <a:off x="1053162" y="4882742"/>
              <a:ext cx="18396" cy="17754"/>
            </a:xfrm>
            <a:custGeom>
              <a:avLst/>
              <a:gdLst/>
              <a:ahLst/>
              <a:cxnLst/>
              <a:rect l="0" t="0" r="0" b="0"/>
              <a:pathLst>
                <a:path w="18396" h="17754">
                  <a:moveTo>
                    <a:pt x="18396" y="177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294A2"/>
              </a:solidFill>
            </a:ln>
          </p:spPr>
        </p:sp>
        <p:sp>
          <p:nvSpPr>
            <p:cNvPr id="765" name="Input_receptor__764">
              <a:extLst>
                <a:ext uri="{FF2B5EF4-FFF2-40B4-BE49-F238E27FC236}">
                  <a16:creationId xmlns:a16="http://schemas.microsoft.com/office/drawing/2014/main" id="{D86965FC-12E6-9E8E-C414-27F1E4E3DA22}"/>
                </a:ext>
              </a:extLst>
            </p:cNvPr>
            <p:cNvSpPr>
              <a:spLocks noGrp="1"/>
            </p:cNvSpPr>
            <p:nvPr/>
          </p:nvSpPr>
          <p:spPr>
            <a:xfrm>
              <a:off x="1183535" y="5339659"/>
              <a:ext cx="11140" cy="25668"/>
            </a:xfrm>
            <a:custGeom>
              <a:avLst/>
              <a:gdLst/>
              <a:ahLst/>
              <a:cxnLst/>
              <a:rect l="0" t="0" r="0" b="0"/>
              <a:pathLst>
                <a:path w="11140" h="25668">
                  <a:moveTo>
                    <a:pt x="11140" y="0"/>
                  </a:moveTo>
                  <a:lnTo>
                    <a:pt x="0" y="25668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6" name="Input_receptor__765">
              <a:extLst>
                <a:ext uri="{FF2B5EF4-FFF2-40B4-BE49-F238E27FC236}">
                  <a16:creationId xmlns:a16="http://schemas.microsoft.com/office/drawing/2014/main" id="{5731D47A-35DF-5181-1D49-8C389BB3E86E}"/>
                </a:ext>
              </a:extLst>
            </p:cNvPr>
            <p:cNvSpPr>
              <a:spLocks noGrp="1"/>
            </p:cNvSpPr>
            <p:nvPr/>
          </p:nvSpPr>
          <p:spPr>
            <a:xfrm>
              <a:off x="1693662" y="5066797"/>
              <a:ext cx="18617" cy="6157"/>
            </a:xfrm>
            <a:custGeom>
              <a:avLst/>
              <a:gdLst/>
              <a:ahLst/>
              <a:cxnLst/>
              <a:rect l="0" t="0" r="0" b="0"/>
              <a:pathLst>
                <a:path w="18617" h="6157">
                  <a:moveTo>
                    <a:pt x="18617" y="6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7" name="Input_receptor__766">
              <a:extLst>
                <a:ext uri="{FF2B5EF4-FFF2-40B4-BE49-F238E27FC236}">
                  <a16:creationId xmlns:a16="http://schemas.microsoft.com/office/drawing/2014/main" id="{79E96F3B-9F27-DBD8-B432-68A93A93AC02}"/>
                </a:ext>
              </a:extLst>
            </p:cNvPr>
            <p:cNvSpPr>
              <a:spLocks noGrp="1"/>
            </p:cNvSpPr>
            <p:nvPr/>
          </p:nvSpPr>
          <p:spPr>
            <a:xfrm>
              <a:off x="1122961" y="5526039"/>
              <a:ext cx="27489" cy="23701"/>
            </a:xfrm>
            <a:custGeom>
              <a:avLst/>
              <a:gdLst/>
              <a:ahLst/>
              <a:cxnLst/>
              <a:rect l="0" t="0" r="0" b="0"/>
              <a:pathLst>
                <a:path w="27489" h="23701">
                  <a:moveTo>
                    <a:pt x="0" y="23701"/>
                  </a:moveTo>
                  <a:lnTo>
                    <a:pt x="27489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8" name="Input_receptor__767">
              <a:extLst>
                <a:ext uri="{FF2B5EF4-FFF2-40B4-BE49-F238E27FC236}">
                  <a16:creationId xmlns:a16="http://schemas.microsoft.com/office/drawing/2014/main" id="{BCFD5AC5-A0FC-7322-1B28-E68805DB9F4F}"/>
                </a:ext>
              </a:extLst>
            </p:cNvPr>
            <p:cNvSpPr>
              <a:spLocks noGrp="1"/>
            </p:cNvSpPr>
            <p:nvPr/>
          </p:nvSpPr>
          <p:spPr>
            <a:xfrm>
              <a:off x="1343835" y="5181434"/>
              <a:ext cx="19199" cy="42552"/>
            </a:xfrm>
            <a:custGeom>
              <a:avLst/>
              <a:gdLst/>
              <a:ahLst/>
              <a:cxnLst/>
              <a:rect l="0" t="0" r="0" b="0"/>
              <a:pathLst>
                <a:path w="19199" h="42552">
                  <a:moveTo>
                    <a:pt x="0" y="42552"/>
                  </a:moveTo>
                  <a:lnTo>
                    <a:pt x="19199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69" name="Input_receptor__768">
              <a:extLst>
                <a:ext uri="{FF2B5EF4-FFF2-40B4-BE49-F238E27FC236}">
                  <a16:creationId xmlns:a16="http://schemas.microsoft.com/office/drawing/2014/main" id="{40139F77-4B1B-4FFC-4CCE-538BBF428A90}"/>
                </a:ext>
              </a:extLst>
            </p:cNvPr>
            <p:cNvSpPr>
              <a:spLocks noGrp="1"/>
            </p:cNvSpPr>
            <p:nvPr/>
          </p:nvSpPr>
          <p:spPr>
            <a:xfrm>
              <a:off x="1609258" y="5383634"/>
              <a:ext cx="38819" cy="8293"/>
            </a:xfrm>
            <a:custGeom>
              <a:avLst/>
              <a:gdLst/>
              <a:ahLst/>
              <a:cxnLst/>
              <a:rect l="0" t="0" r="0" b="0"/>
              <a:pathLst>
                <a:path w="38819" h="8293">
                  <a:moveTo>
                    <a:pt x="38819" y="82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0" name="Input_receptor__769">
              <a:extLst>
                <a:ext uri="{FF2B5EF4-FFF2-40B4-BE49-F238E27FC236}">
                  <a16:creationId xmlns:a16="http://schemas.microsoft.com/office/drawing/2014/main" id="{289580E8-1C6F-5206-5012-36141134CD05}"/>
                </a:ext>
              </a:extLst>
            </p:cNvPr>
            <p:cNvSpPr>
              <a:spLocks noGrp="1"/>
            </p:cNvSpPr>
            <p:nvPr/>
          </p:nvSpPr>
          <p:spPr>
            <a:xfrm>
              <a:off x="1710948" y="5230748"/>
              <a:ext cx="18888" cy="43935"/>
            </a:xfrm>
            <a:custGeom>
              <a:avLst/>
              <a:gdLst/>
              <a:ahLst/>
              <a:cxnLst/>
              <a:rect l="0" t="0" r="0" b="0"/>
              <a:pathLst>
                <a:path w="18888" h="43935">
                  <a:moveTo>
                    <a:pt x="18888" y="0"/>
                  </a:moveTo>
                  <a:lnTo>
                    <a:pt x="0" y="43935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1" name="Input_receptor__770">
              <a:extLst>
                <a:ext uri="{FF2B5EF4-FFF2-40B4-BE49-F238E27FC236}">
                  <a16:creationId xmlns:a16="http://schemas.microsoft.com/office/drawing/2014/main" id="{763D1F3E-1C6F-7802-A0DC-A6C4B96C089D}"/>
                </a:ext>
              </a:extLst>
            </p:cNvPr>
            <p:cNvSpPr>
              <a:spLocks noGrp="1"/>
            </p:cNvSpPr>
            <p:nvPr/>
          </p:nvSpPr>
          <p:spPr>
            <a:xfrm>
              <a:off x="1441196" y="5083966"/>
              <a:ext cx="23430" cy="41583"/>
            </a:xfrm>
            <a:custGeom>
              <a:avLst/>
              <a:gdLst/>
              <a:ahLst/>
              <a:cxnLst/>
              <a:rect l="0" t="0" r="0" b="0"/>
              <a:pathLst>
                <a:path w="23430" h="41583">
                  <a:moveTo>
                    <a:pt x="0" y="41583"/>
                  </a:moveTo>
                  <a:lnTo>
                    <a:pt x="23430" y="0"/>
                  </a:lnTo>
                </a:path>
              </a:pathLst>
            </a:custGeom>
            <a:noFill/>
            <a:ln w="20003">
              <a:solidFill>
                <a:srgbClr val="8394A2"/>
              </a:solidFill>
            </a:ln>
          </p:spPr>
        </p:sp>
        <p:sp>
          <p:nvSpPr>
            <p:cNvPr id="772" name="Input_receptor__771">
              <a:extLst>
                <a:ext uri="{FF2B5EF4-FFF2-40B4-BE49-F238E27FC236}">
                  <a16:creationId xmlns:a16="http://schemas.microsoft.com/office/drawing/2014/main" id="{D7F34EA1-DD9F-1B26-7944-0F975CAD818B}"/>
                </a:ext>
              </a:extLst>
            </p:cNvPr>
            <p:cNvSpPr>
              <a:spLocks noGrp="1"/>
            </p:cNvSpPr>
            <p:nvPr/>
          </p:nvSpPr>
          <p:spPr>
            <a:xfrm>
              <a:off x="1201632" y="4394667"/>
              <a:ext cx="10765" cy="23894"/>
            </a:xfrm>
            <a:custGeom>
              <a:avLst/>
              <a:gdLst/>
              <a:ahLst/>
              <a:cxnLst/>
              <a:rect l="0" t="0" r="0" b="0"/>
              <a:pathLst>
                <a:path w="10765" h="23894">
                  <a:moveTo>
                    <a:pt x="0" y="23894"/>
                  </a:moveTo>
                  <a:lnTo>
                    <a:pt x="10765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3" name="Input_receptor__772">
              <a:extLst>
                <a:ext uri="{FF2B5EF4-FFF2-40B4-BE49-F238E27FC236}">
                  <a16:creationId xmlns:a16="http://schemas.microsoft.com/office/drawing/2014/main" id="{6C8E0F3C-2122-CB49-EE03-5D46DA4131F1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4865067"/>
              <a:ext cx="5396" cy="15451"/>
            </a:xfrm>
            <a:custGeom>
              <a:avLst/>
              <a:gdLst/>
              <a:ahLst/>
              <a:cxnLst/>
              <a:rect l="0" t="0" r="0" b="0"/>
              <a:pathLst>
                <a:path w="5396" h="15451">
                  <a:moveTo>
                    <a:pt x="5396" y="154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4" name="Input_receptor__773">
              <a:extLst>
                <a:ext uri="{FF2B5EF4-FFF2-40B4-BE49-F238E27FC236}">
                  <a16:creationId xmlns:a16="http://schemas.microsoft.com/office/drawing/2014/main" id="{F84704BA-D475-C7F1-ECD7-4C15817AF7E7}"/>
                </a:ext>
              </a:extLst>
            </p:cNvPr>
            <p:cNvSpPr>
              <a:spLocks noGrp="1"/>
            </p:cNvSpPr>
            <p:nvPr/>
          </p:nvSpPr>
          <p:spPr>
            <a:xfrm>
              <a:off x="1486029" y="4616997"/>
              <a:ext cx="39862" cy="26793"/>
            </a:xfrm>
            <a:custGeom>
              <a:avLst/>
              <a:gdLst/>
              <a:ahLst/>
              <a:cxnLst/>
              <a:rect l="0" t="0" r="0" b="0"/>
              <a:pathLst>
                <a:path w="39862" h="26793">
                  <a:moveTo>
                    <a:pt x="39862" y="267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4A2"/>
              </a:solidFill>
            </a:ln>
          </p:spPr>
        </p:sp>
        <p:sp>
          <p:nvSpPr>
            <p:cNvPr id="775" name="Input_receptor__774">
              <a:extLst>
                <a:ext uri="{FF2B5EF4-FFF2-40B4-BE49-F238E27FC236}">
                  <a16:creationId xmlns:a16="http://schemas.microsoft.com/office/drawing/2014/main" id="{A2B03799-0EC9-46B7-2387-71B940EC7A1A}"/>
                </a:ext>
              </a:extLst>
            </p:cNvPr>
            <p:cNvSpPr>
              <a:spLocks noGrp="1"/>
            </p:cNvSpPr>
            <p:nvPr/>
          </p:nvSpPr>
          <p:spPr>
            <a:xfrm>
              <a:off x="1247222" y="5283762"/>
              <a:ext cx="20585" cy="12565"/>
            </a:xfrm>
            <a:custGeom>
              <a:avLst/>
              <a:gdLst/>
              <a:ahLst/>
              <a:cxnLst/>
              <a:rect l="0" t="0" r="0" b="0"/>
              <a:pathLst>
                <a:path w="20585" h="12565">
                  <a:moveTo>
                    <a:pt x="0" y="0"/>
                  </a:moveTo>
                  <a:lnTo>
                    <a:pt x="20585" y="12565"/>
                  </a:lnTo>
                </a:path>
              </a:pathLst>
            </a:custGeom>
            <a:noFill/>
            <a:ln w="20003">
              <a:solidFill>
                <a:srgbClr val="8395A2"/>
              </a:solidFill>
            </a:ln>
          </p:spPr>
        </p:sp>
        <p:sp>
          <p:nvSpPr>
            <p:cNvPr id="776" name="Input_receptor__775">
              <a:extLst>
                <a:ext uri="{FF2B5EF4-FFF2-40B4-BE49-F238E27FC236}">
                  <a16:creationId xmlns:a16="http://schemas.microsoft.com/office/drawing/2014/main" id="{B003DED6-852F-FEDC-B8F7-6568C3996B4D}"/>
                </a:ext>
              </a:extLst>
            </p:cNvPr>
            <p:cNvSpPr>
              <a:spLocks noGrp="1"/>
            </p:cNvSpPr>
            <p:nvPr/>
          </p:nvSpPr>
          <p:spPr>
            <a:xfrm>
              <a:off x="1636273" y="5164335"/>
              <a:ext cx="33202" cy="18503"/>
            </a:xfrm>
            <a:custGeom>
              <a:avLst/>
              <a:gdLst/>
              <a:ahLst/>
              <a:cxnLst/>
              <a:rect l="0" t="0" r="0" b="0"/>
              <a:pathLst>
                <a:path w="33202" h="18503">
                  <a:moveTo>
                    <a:pt x="0" y="0"/>
                  </a:moveTo>
                  <a:lnTo>
                    <a:pt x="33202" y="18503"/>
                  </a:lnTo>
                </a:path>
              </a:pathLst>
            </a:custGeom>
            <a:noFill/>
            <a:ln w="8096">
              <a:solidFill>
                <a:srgbClr val="8395A2"/>
              </a:solidFill>
            </a:ln>
          </p:spPr>
        </p:sp>
        <p:sp>
          <p:nvSpPr>
            <p:cNvPr id="777" name="Input_receptor__776">
              <a:extLst>
                <a:ext uri="{FF2B5EF4-FFF2-40B4-BE49-F238E27FC236}">
                  <a16:creationId xmlns:a16="http://schemas.microsoft.com/office/drawing/2014/main" id="{FE3D858B-04E8-68D4-C0C1-E0129B0D89E0}"/>
                </a:ext>
              </a:extLst>
            </p:cNvPr>
            <p:cNvSpPr>
              <a:spLocks noGrp="1"/>
            </p:cNvSpPr>
            <p:nvPr/>
          </p:nvSpPr>
          <p:spPr>
            <a:xfrm>
              <a:off x="1140168" y="5484372"/>
              <a:ext cx="10282" cy="41667"/>
            </a:xfrm>
            <a:custGeom>
              <a:avLst/>
              <a:gdLst/>
              <a:ahLst/>
              <a:cxnLst/>
              <a:rect l="0" t="0" r="0" b="0"/>
              <a:pathLst>
                <a:path w="10282" h="41667">
                  <a:moveTo>
                    <a:pt x="10282" y="41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5A2"/>
              </a:solidFill>
            </a:ln>
          </p:spPr>
        </p:sp>
        <p:sp>
          <p:nvSpPr>
            <p:cNvPr id="778" name="Input_receptor__777">
              <a:extLst>
                <a:ext uri="{FF2B5EF4-FFF2-40B4-BE49-F238E27FC236}">
                  <a16:creationId xmlns:a16="http://schemas.microsoft.com/office/drawing/2014/main" id="{317A97F0-4B6B-7277-3414-84F22FD00FBC}"/>
                </a:ext>
              </a:extLst>
            </p:cNvPr>
            <p:cNvSpPr>
              <a:spLocks noGrp="1"/>
            </p:cNvSpPr>
            <p:nvPr/>
          </p:nvSpPr>
          <p:spPr>
            <a:xfrm>
              <a:off x="1579976" y="5383634"/>
              <a:ext cx="29282" cy="3889"/>
            </a:xfrm>
            <a:custGeom>
              <a:avLst/>
              <a:gdLst/>
              <a:ahLst/>
              <a:cxnLst/>
              <a:rect l="0" t="0" r="0" b="0"/>
              <a:pathLst>
                <a:path w="29282" h="3889">
                  <a:moveTo>
                    <a:pt x="29282" y="0"/>
                  </a:moveTo>
                  <a:lnTo>
                    <a:pt x="0" y="388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79" name="Input_receptor__778">
              <a:extLst>
                <a:ext uri="{FF2B5EF4-FFF2-40B4-BE49-F238E27FC236}">
                  <a16:creationId xmlns:a16="http://schemas.microsoft.com/office/drawing/2014/main" id="{848B36E4-9C4E-DDF5-E66A-D44EBC372D52}"/>
                </a:ext>
              </a:extLst>
            </p:cNvPr>
            <p:cNvSpPr>
              <a:spLocks noGrp="1"/>
            </p:cNvSpPr>
            <p:nvPr/>
          </p:nvSpPr>
          <p:spPr>
            <a:xfrm>
              <a:off x="1604875" y="5164335"/>
              <a:ext cx="31398" cy="746"/>
            </a:xfrm>
            <a:custGeom>
              <a:avLst/>
              <a:gdLst/>
              <a:ahLst/>
              <a:cxnLst/>
              <a:rect l="0" t="0" r="0" b="0"/>
              <a:pathLst>
                <a:path w="31398" h="746">
                  <a:moveTo>
                    <a:pt x="0" y="746"/>
                  </a:moveTo>
                  <a:lnTo>
                    <a:pt x="31398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0" name="Input_receptor__779">
              <a:extLst>
                <a:ext uri="{FF2B5EF4-FFF2-40B4-BE49-F238E27FC236}">
                  <a16:creationId xmlns:a16="http://schemas.microsoft.com/office/drawing/2014/main" id="{451D3773-2C55-55C3-2E72-607F2F1ABD85}"/>
                </a:ext>
              </a:extLst>
            </p:cNvPr>
            <p:cNvSpPr>
              <a:spLocks noGrp="1"/>
            </p:cNvSpPr>
            <p:nvPr/>
          </p:nvSpPr>
          <p:spPr>
            <a:xfrm>
              <a:off x="1741502" y="5152946"/>
              <a:ext cx="38867" cy="28367"/>
            </a:xfrm>
            <a:custGeom>
              <a:avLst/>
              <a:gdLst/>
              <a:ahLst/>
              <a:cxnLst/>
              <a:rect l="0" t="0" r="0" b="0"/>
              <a:pathLst>
                <a:path w="38867" h="28367">
                  <a:moveTo>
                    <a:pt x="38867" y="0"/>
                  </a:moveTo>
                  <a:lnTo>
                    <a:pt x="0" y="28367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1" name="Input_receptor__780">
              <a:extLst>
                <a:ext uri="{FF2B5EF4-FFF2-40B4-BE49-F238E27FC236}">
                  <a16:creationId xmlns:a16="http://schemas.microsoft.com/office/drawing/2014/main" id="{26074B6C-6691-C8E2-1FB7-8178C3A33518}"/>
                </a:ext>
              </a:extLst>
            </p:cNvPr>
            <p:cNvSpPr>
              <a:spLocks noGrp="1"/>
            </p:cNvSpPr>
            <p:nvPr/>
          </p:nvSpPr>
          <p:spPr>
            <a:xfrm>
              <a:off x="1555351" y="5324972"/>
              <a:ext cx="47749" cy="6889"/>
            </a:xfrm>
            <a:custGeom>
              <a:avLst/>
              <a:gdLst/>
              <a:ahLst/>
              <a:cxnLst/>
              <a:rect l="0" t="0" r="0" b="0"/>
              <a:pathLst>
                <a:path w="47749" h="6889">
                  <a:moveTo>
                    <a:pt x="47749" y="0"/>
                  </a:moveTo>
                  <a:lnTo>
                    <a:pt x="0" y="688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2" name="Input_receptor__781">
              <a:extLst>
                <a:ext uri="{FF2B5EF4-FFF2-40B4-BE49-F238E27FC236}">
                  <a16:creationId xmlns:a16="http://schemas.microsoft.com/office/drawing/2014/main" id="{261FBF4A-67B3-CBE8-C309-07367F3EB4E5}"/>
                </a:ext>
              </a:extLst>
            </p:cNvPr>
            <p:cNvSpPr>
              <a:spLocks noGrp="1"/>
            </p:cNvSpPr>
            <p:nvPr/>
          </p:nvSpPr>
          <p:spPr>
            <a:xfrm>
              <a:off x="1702036" y="5007845"/>
              <a:ext cx="38028" cy="25913"/>
            </a:xfrm>
            <a:custGeom>
              <a:avLst/>
              <a:gdLst/>
              <a:ahLst/>
              <a:cxnLst/>
              <a:rect l="0" t="0" r="0" b="0"/>
              <a:pathLst>
                <a:path w="38028" h="25913">
                  <a:moveTo>
                    <a:pt x="0" y="0"/>
                  </a:moveTo>
                  <a:lnTo>
                    <a:pt x="38028" y="25913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3" name="Input_receptor__782">
              <a:extLst>
                <a:ext uri="{FF2B5EF4-FFF2-40B4-BE49-F238E27FC236}">
                  <a16:creationId xmlns:a16="http://schemas.microsoft.com/office/drawing/2014/main" id="{6B81FE6B-C916-A1E4-76BF-15F2A7FFC20E}"/>
                </a:ext>
              </a:extLst>
            </p:cNvPr>
            <p:cNvSpPr>
              <a:spLocks noGrp="1"/>
            </p:cNvSpPr>
            <p:nvPr/>
          </p:nvSpPr>
          <p:spPr>
            <a:xfrm>
              <a:off x="1505910" y="4737277"/>
              <a:ext cx="32658" cy="30425"/>
            </a:xfrm>
            <a:custGeom>
              <a:avLst/>
              <a:gdLst/>
              <a:ahLst/>
              <a:cxnLst/>
              <a:rect l="0" t="0" r="0" b="0"/>
              <a:pathLst>
                <a:path w="32658" h="30425">
                  <a:moveTo>
                    <a:pt x="32658" y="0"/>
                  </a:moveTo>
                  <a:lnTo>
                    <a:pt x="0" y="30425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4" name="Input_receptor__783">
              <a:extLst>
                <a:ext uri="{FF2B5EF4-FFF2-40B4-BE49-F238E27FC236}">
                  <a16:creationId xmlns:a16="http://schemas.microsoft.com/office/drawing/2014/main" id="{A44427EF-9967-25AC-4871-940C7AFD1FB1}"/>
                </a:ext>
              </a:extLst>
            </p:cNvPr>
            <p:cNvSpPr>
              <a:spLocks noGrp="1"/>
            </p:cNvSpPr>
            <p:nvPr/>
          </p:nvSpPr>
          <p:spPr>
            <a:xfrm>
              <a:off x="1176414" y="5299257"/>
              <a:ext cx="18261" cy="40402"/>
            </a:xfrm>
            <a:custGeom>
              <a:avLst/>
              <a:gdLst/>
              <a:ahLst/>
              <a:cxnLst/>
              <a:rect l="0" t="0" r="0" b="0"/>
              <a:pathLst>
                <a:path w="18261" h="40402">
                  <a:moveTo>
                    <a:pt x="0" y="0"/>
                  </a:moveTo>
                  <a:lnTo>
                    <a:pt x="18261" y="40402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5" name="Input_receptor__784">
              <a:extLst>
                <a:ext uri="{FF2B5EF4-FFF2-40B4-BE49-F238E27FC236}">
                  <a16:creationId xmlns:a16="http://schemas.microsoft.com/office/drawing/2014/main" id="{24F6656A-FE01-C162-65BD-191943AA50EA}"/>
                </a:ext>
              </a:extLst>
            </p:cNvPr>
            <p:cNvSpPr>
              <a:spLocks noGrp="1"/>
            </p:cNvSpPr>
            <p:nvPr/>
          </p:nvSpPr>
          <p:spPr>
            <a:xfrm>
              <a:off x="1127962" y="4485962"/>
              <a:ext cx="35715" cy="25164"/>
            </a:xfrm>
            <a:custGeom>
              <a:avLst/>
              <a:gdLst/>
              <a:ahLst/>
              <a:cxnLst/>
              <a:rect l="0" t="0" r="0" b="0"/>
              <a:pathLst>
                <a:path w="35715" h="25164">
                  <a:moveTo>
                    <a:pt x="35715" y="251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86" name="Input_receptor__785">
              <a:extLst>
                <a:ext uri="{FF2B5EF4-FFF2-40B4-BE49-F238E27FC236}">
                  <a16:creationId xmlns:a16="http://schemas.microsoft.com/office/drawing/2014/main" id="{092CF905-1F78-553F-F671-0B3983D57BCB}"/>
                </a:ext>
              </a:extLst>
            </p:cNvPr>
            <p:cNvSpPr>
              <a:spLocks noGrp="1"/>
            </p:cNvSpPr>
            <p:nvPr/>
          </p:nvSpPr>
          <p:spPr>
            <a:xfrm>
              <a:off x="948762" y="5409586"/>
              <a:ext cx="10563" cy="12537"/>
            </a:xfrm>
            <a:custGeom>
              <a:avLst/>
              <a:gdLst/>
              <a:ahLst/>
              <a:cxnLst/>
              <a:rect l="0" t="0" r="0" b="0"/>
              <a:pathLst>
                <a:path w="10563" h="12537">
                  <a:moveTo>
                    <a:pt x="10563" y="125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87" name="Input_receptor__786">
              <a:extLst>
                <a:ext uri="{FF2B5EF4-FFF2-40B4-BE49-F238E27FC236}">
                  <a16:creationId xmlns:a16="http://schemas.microsoft.com/office/drawing/2014/main" id="{945BCB21-55B1-F41A-CC5C-0C0447FFF68B}"/>
                </a:ext>
              </a:extLst>
            </p:cNvPr>
            <p:cNvSpPr>
              <a:spLocks noGrp="1"/>
            </p:cNvSpPr>
            <p:nvPr/>
          </p:nvSpPr>
          <p:spPr>
            <a:xfrm>
              <a:off x="1242172" y="4492109"/>
              <a:ext cx="31533" cy="36298"/>
            </a:xfrm>
            <a:custGeom>
              <a:avLst/>
              <a:gdLst/>
              <a:ahLst/>
              <a:cxnLst/>
              <a:rect l="0" t="0" r="0" b="0"/>
              <a:pathLst>
                <a:path w="31533" h="36298">
                  <a:moveTo>
                    <a:pt x="0" y="0"/>
                  </a:moveTo>
                  <a:lnTo>
                    <a:pt x="31533" y="36298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8" name="Input_receptor__787">
              <a:extLst>
                <a:ext uri="{FF2B5EF4-FFF2-40B4-BE49-F238E27FC236}">
                  <a16:creationId xmlns:a16="http://schemas.microsoft.com/office/drawing/2014/main" id="{D3AC49C7-9B99-B2CD-D68E-EB8026F29250}"/>
                </a:ext>
              </a:extLst>
            </p:cNvPr>
            <p:cNvSpPr>
              <a:spLocks noGrp="1"/>
            </p:cNvSpPr>
            <p:nvPr/>
          </p:nvSpPr>
          <p:spPr>
            <a:xfrm>
              <a:off x="1407657" y="5057400"/>
              <a:ext cx="17313" cy="11316"/>
            </a:xfrm>
            <a:custGeom>
              <a:avLst/>
              <a:gdLst/>
              <a:ahLst/>
              <a:cxnLst/>
              <a:rect l="0" t="0" r="0" b="0"/>
              <a:pathLst>
                <a:path w="17313" h="11316">
                  <a:moveTo>
                    <a:pt x="17313" y="0"/>
                  </a:moveTo>
                  <a:lnTo>
                    <a:pt x="0" y="11316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89" name="Input_receptor__788">
              <a:extLst>
                <a:ext uri="{FF2B5EF4-FFF2-40B4-BE49-F238E27FC236}">
                  <a16:creationId xmlns:a16="http://schemas.microsoft.com/office/drawing/2014/main" id="{D2C0688E-BB49-CB6A-9EDA-7037F5F60186}"/>
                </a:ext>
              </a:extLst>
            </p:cNvPr>
            <p:cNvSpPr>
              <a:spLocks noGrp="1"/>
            </p:cNvSpPr>
            <p:nvPr/>
          </p:nvSpPr>
          <p:spPr>
            <a:xfrm>
              <a:off x="1664870" y="5182838"/>
              <a:ext cx="4605" cy="44599"/>
            </a:xfrm>
            <a:custGeom>
              <a:avLst/>
              <a:gdLst/>
              <a:ahLst/>
              <a:cxnLst/>
              <a:rect l="0" t="0" r="0" b="0"/>
              <a:pathLst>
                <a:path w="4605" h="44599">
                  <a:moveTo>
                    <a:pt x="4605" y="0"/>
                  </a:moveTo>
                  <a:lnTo>
                    <a:pt x="0" y="44599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0" name="Input_receptor__789">
              <a:extLst>
                <a:ext uri="{FF2B5EF4-FFF2-40B4-BE49-F238E27FC236}">
                  <a16:creationId xmlns:a16="http://schemas.microsoft.com/office/drawing/2014/main" id="{540A5023-B094-891F-4DF4-614622CA9F48}"/>
                </a:ext>
              </a:extLst>
            </p:cNvPr>
            <p:cNvSpPr>
              <a:spLocks noGrp="1"/>
            </p:cNvSpPr>
            <p:nvPr/>
          </p:nvSpPr>
          <p:spPr>
            <a:xfrm>
              <a:off x="1733935" y="5408944"/>
              <a:ext cx="3199" cy="12482"/>
            </a:xfrm>
            <a:custGeom>
              <a:avLst/>
              <a:gdLst/>
              <a:ahLst/>
              <a:cxnLst/>
              <a:rect l="0" t="0" r="0" b="0"/>
              <a:pathLst>
                <a:path w="3199" h="12482">
                  <a:moveTo>
                    <a:pt x="0" y="12482"/>
                  </a:moveTo>
                  <a:lnTo>
                    <a:pt x="3199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91" name="Input_receptor__790">
              <a:extLst>
                <a:ext uri="{FF2B5EF4-FFF2-40B4-BE49-F238E27FC236}">
                  <a16:creationId xmlns:a16="http://schemas.microsoft.com/office/drawing/2014/main" id="{8D0FB662-A155-A43D-1BEA-FFC7BC6FD106}"/>
                </a:ext>
              </a:extLst>
            </p:cNvPr>
            <p:cNvSpPr>
              <a:spLocks noGrp="1"/>
            </p:cNvSpPr>
            <p:nvPr/>
          </p:nvSpPr>
          <p:spPr>
            <a:xfrm>
              <a:off x="1290784" y="5158525"/>
              <a:ext cx="11789" cy="24105"/>
            </a:xfrm>
            <a:custGeom>
              <a:avLst/>
              <a:gdLst/>
              <a:ahLst/>
              <a:cxnLst/>
              <a:rect l="0" t="0" r="0" b="0"/>
              <a:pathLst>
                <a:path w="11789" h="24105">
                  <a:moveTo>
                    <a:pt x="0" y="24105"/>
                  </a:moveTo>
                  <a:lnTo>
                    <a:pt x="11789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2" name="Input_receptor__791">
              <a:extLst>
                <a:ext uri="{FF2B5EF4-FFF2-40B4-BE49-F238E27FC236}">
                  <a16:creationId xmlns:a16="http://schemas.microsoft.com/office/drawing/2014/main" id="{435B898F-53B3-8866-FC23-A6628A83729A}"/>
                </a:ext>
              </a:extLst>
            </p:cNvPr>
            <p:cNvSpPr>
              <a:spLocks noGrp="1"/>
            </p:cNvSpPr>
            <p:nvPr/>
          </p:nvSpPr>
          <p:spPr>
            <a:xfrm>
              <a:off x="1277228" y="4465886"/>
              <a:ext cx="26424" cy="8824"/>
            </a:xfrm>
            <a:custGeom>
              <a:avLst/>
              <a:gdLst/>
              <a:ahLst/>
              <a:cxnLst/>
              <a:rect l="0" t="0" r="0" b="0"/>
              <a:pathLst>
                <a:path w="26424" h="8824">
                  <a:moveTo>
                    <a:pt x="26424" y="88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3" name="Input_receptor__792">
              <a:extLst>
                <a:ext uri="{FF2B5EF4-FFF2-40B4-BE49-F238E27FC236}">
                  <a16:creationId xmlns:a16="http://schemas.microsoft.com/office/drawing/2014/main" id="{F37F6AF2-09AC-4165-DD50-76F0149E5D8C}"/>
                </a:ext>
              </a:extLst>
            </p:cNvPr>
            <p:cNvSpPr>
              <a:spLocks noGrp="1"/>
            </p:cNvSpPr>
            <p:nvPr/>
          </p:nvSpPr>
          <p:spPr>
            <a:xfrm>
              <a:off x="1134741" y="5323167"/>
              <a:ext cx="836" cy="18315"/>
            </a:xfrm>
            <a:custGeom>
              <a:avLst/>
              <a:gdLst/>
              <a:ahLst/>
              <a:cxnLst/>
              <a:rect l="0" t="0" r="0" b="0"/>
              <a:pathLst>
                <a:path w="836" h="18315">
                  <a:moveTo>
                    <a:pt x="0" y="18315"/>
                  </a:moveTo>
                  <a:lnTo>
                    <a:pt x="836" y="0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4" name="Input_receptor__793">
              <a:extLst>
                <a:ext uri="{FF2B5EF4-FFF2-40B4-BE49-F238E27FC236}">
                  <a16:creationId xmlns:a16="http://schemas.microsoft.com/office/drawing/2014/main" id="{B185DAF4-53B2-FD69-EC83-5BDDDFD39240}"/>
                </a:ext>
              </a:extLst>
            </p:cNvPr>
            <p:cNvSpPr>
              <a:spLocks noGrp="1"/>
            </p:cNvSpPr>
            <p:nvPr/>
          </p:nvSpPr>
          <p:spPr>
            <a:xfrm>
              <a:off x="1463125" y="4515017"/>
              <a:ext cx="2589" cy="8561"/>
            </a:xfrm>
            <a:custGeom>
              <a:avLst/>
              <a:gdLst/>
              <a:ahLst/>
              <a:cxnLst/>
              <a:rect l="0" t="0" r="0" b="0"/>
              <a:pathLst>
                <a:path w="2589" h="8561">
                  <a:moveTo>
                    <a:pt x="0" y="8561"/>
                  </a:moveTo>
                  <a:lnTo>
                    <a:pt x="2589" y="0"/>
                  </a:lnTo>
                </a:path>
              </a:pathLst>
            </a:custGeom>
            <a:noFill/>
            <a:ln w="8096">
              <a:solidFill>
                <a:srgbClr val="8395A3"/>
              </a:solidFill>
            </a:ln>
          </p:spPr>
        </p:sp>
        <p:sp>
          <p:nvSpPr>
            <p:cNvPr id="795" name="Input_receptor__794">
              <a:extLst>
                <a:ext uri="{FF2B5EF4-FFF2-40B4-BE49-F238E27FC236}">
                  <a16:creationId xmlns:a16="http://schemas.microsoft.com/office/drawing/2014/main" id="{1A66B382-5C01-DB16-3B83-FE455121ECCA}"/>
                </a:ext>
              </a:extLst>
            </p:cNvPr>
            <p:cNvSpPr>
              <a:spLocks noGrp="1"/>
            </p:cNvSpPr>
            <p:nvPr/>
          </p:nvSpPr>
          <p:spPr>
            <a:xfrm>
              <a:off x="1275786" y="5620462"/>
              <a:ext cx="13790" cy="12935"/>
            </a:xfrm>
            <a:custGeom>
              <a:avLst/>
              <a:gdLst/>
              <a:ahLst/>
              <a:cxnLst/>
              <a:rect l="0" t="0" r="0" b="0"/>
              <a:pathLst>
                <a:path w="13790" h="12935">
                  <a:moveTo>
                    <a:pt x="13790" y="0"/>
                  </a:moveTo>
                  <a:lnTo>
                    <a:pt x="0" y="12935"/>
                  </a:lnTo>
                </a:path>
              </a:pathLst>
            </a:custGeom>
            <a:noFill/>
            <a:ln w="20003">
              <a:solidFill>
                <a:srgbClr val="8395A3"/>
              </a:solidFill>
            </a:ln>
          </p:spPr>
        </p:sp>
        <p:sp>
          <p:nvSpPr>
            <p:cNvPr id="796" name="Input_receptor__795">
              <a:extLst>
                <a:ext uri="{FF2B5EF4-FFF2-40B4-BE49-F238E27FC236}">
                  <a16:creationId xmlns:a16="http://schemas.microsoft.com/office/drawing/2014/main" id="{0D9CEF64-C597-04DA-8C79-BC5A34E952DF}"/>
                </a:ext>
              </a:extLst>
            </p:cNvPr>
            <p:cNvSpPr>
              <a:spLocks noGrp="1"/>
            </p:cNvSpPr>
            <p:nvPr/>
          </p:nvSpPr>
          <p:spPr>
            <a:xfrm>
              <a:off x="1793276" y="5184496"/>
              <a:ext cx="17362" cy="36478"/>
            </a:xfrm>
            <a:custGeom>
              <a:avLst/>
              <a:gdLst/>
              <a:ahLst/>
              <a:cxnLst/>
              <a:rect l="0" t="0" r="0" b="0"/>
              <a:pathLst>
                <a:path w="17362" h="36478">
                  <a:moveTo>
                    <a:pt x="0" y="36478"/>
                  </a:moveTo>
                  <a:lnTo>
                    <a:pt x="17362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7" name="Input_receptor__796">
              <a:extLst>
                <a:ext uri="{FF2B5EF4-FFF2-40B4-BE49-F238E27FC236}">
                  <a16:creationId xmlns:a16="http://schemas.microsoft.com/office/drawing/2014/main" id="{5496B8A8-7715-5C51-D86E-50108DDC0A19}"/>
                </a:ext>
              </a:extLst>
            </p:cNvPr>
            <p:cNvSpPr>
              <a:spLocks noGrp="1"/>
            </p:cNvSpPr>
            <p:nvPr/>
          </p:nvSpPr>
          <p:spPr>
            <a:xfrm>
              <a:off x="1161299" y="4816454"/>
              <a:ext cx="11492" cy="42798"/>
            </a:xfrm>
            <a:custGeom>
              <a:avLst/>
              <a:gdLst/>
              <a:ahLst/>
              <a:cxnLst/>
              <a:rect l="0" t="0" r="0" b="0"/>
              <a:pathLst>
                <a:path w="11492" h="42798">
                  <a:moveTo>
                    <a:pt x="11492" y="427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8" name="Input_receptor__797">
              <a:extLst>
                <a:ext uri="{FF2B5EF4-FFF2-40B4-BE49-F238E27FC236}">
                  <a16:creationId xmlns:a16="http://schemas.microsoft.com/office/drawing/2014/main" id="{F1690059-0ED3-F63D-BCD3-03192B6799F6}"/>
                </a:ext>
              </a:extLst>
            </p:cNvPr>
            <p:cNvSpPr>
              <a:spLocks noGrp="1"/>
            </p:cNvSpPr>
            <p:nvPr/>
          </p:nvSpPr>
          <p:spPr>
            <a:xfrm>
              <a:off x="1205428" y="5102396"/>
              <a:ext cx="40885" cy="21502"/>
            </a:xfrm>
            <a:custGeom>
              <a:avLst/>
              <a:gdLst/>
              <a:ahLst/>
              <a:cxnLst/>
              <a:rect l="0" t="0" r="0" b="0"/>
              <a:pathLst>
                <a:path w="40885" h="21502">
                  <a:moveTo>
                    <a:pt x="40885" y="215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799" name="Input_receptor__798">
              <a:extLst>
                <a:ext uri="{FF2B5EF4-FFF2-40B4-BE49-F238E27FC236}">
                  <a16:creationId xmlns:a16="http://schemas.microsoft.com/office/drawing/2014/main" id="{C7B7358F-4B1D-E9A1-85D9-ECC44F19F3AF}"/>
                </a:ext>
              </a:extLst>
            </p:cNvPr>
            <p:cNvSpPr>
              <a:spLocks noGrp="1"/>
            </p:cNvSpPr>
            <p:nvPr/>
          </p:nvSpPr>
          <p:spPr>
            <a:xfrm>
              <a:off x="1016254" y="4388024"/>
              <a:ext cx="44144" cy="13059"/>
            </a:xfrm>
            <a:custGeom>
              <a:avLst/>
              <a:gdLst/>
              <a:ahLst/>
              <a:cxnLst/>
              <a:rect l="0" t="0" r="0" b="0"/>
              <a:pathLst>
                <a:path w="44144" h="13059">
                  <a:moveTo>
                    <a:pt x="44144" y="130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0" name="Input_receptor__799">
              <a:extLst>
                <a:ext uri="{FF2B5EF4-FFF2-40B4-BE49-F238E27FC236}">
                  <a16:creationId xmlns:a16="http://schemas.microsoft.com/office/drawing/2014/main" id="{11712CEF-95C0-A83E-76B9-3D949E5E68B7}"/>
                </a:ext>
              </a:extLst>
            </p:cNvPr>
            <p:cNvSpPr>
              <a:spLocks noGrp="1"/>
            </p:cNvSpPr>
            <p:nvPr/>
          </p:nvSpPr>
          <p:spPr>
            <a:xfrm>
              <a:off x="1780369" y="5152946"/>
              <a:ext cx="30270" cy="31549"/>
            </a:xfrm>
            <a:custGeom>
              <a:avLst/>
              <a:gdLst/>
              <a:ahLst/>
              <a:cxnLst/>
              <a:rect l="0" t="0" r="0" b="0"/>
              <a:pathLst>
                <a:path w="30270" h="31549">
                  <a:moveTo>
                    <a:pt x="30270" y="315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1" name="Input_receptor__800">
              <a:extLst>
                <a:ext uri="{FF2B5EF4-FFF2-40B4-BE49-F238E27FC236}">
                  <a16:creationId xmlns:a16="http://schemas.microsoft.com/office/drawing/2014/main" id="{079085D3-95E3-B10C-A76F-55EF2A1D48F5}"/>
                </a:ext>
              </a:extLst>
            </p:cNvPr>
            <p:cNvSpPr>
              <a:spLocks noGrp="1"/>
            </p:cNvSpPr>
            <p:nvPr/>
          </p:nvSpPr>
          <p:spPr>
            <a:xfrm>
              <a:off x="1430746" y="4775276"/>
              <a:ext cx="10505" cy="3541"/>
            </a:xfrm>
            <a:custGeom>
              <a:avLst/>
              <a:gdLst/>
              <a:ahLst/>
              <a:cxnLst/>
              <a:rect l="0" t="0" r="0" b="0"/>
              <a:pathLst>
                <a:path w="10505" h="3541">
                  <a:moveTo>
                    <a:pt x="10505" y="35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495A3"/>
              </a:solidFill>
            </a:ln>
          </p:spPr>
        </p:sp>
        <p:sp>
          <p:nvSpPr>
            <p:cNvPr id="802" name="Input_receptor__801">
              <a:extLst>
                <a:ext uri="{FF2B5EF4-FFF2-40B4-BE49-F238E27FC236}">
                  <a16:creationId xmlns:a16="http://schemas.microsoft.com/office/drawing/2014/main" id="{731635BD-6938-6099-1FED-023E31463232}"/>
                </a:ext>
              </a:extLst>
            </p:cNvPr>
            <p:cNvSpPr>
              <a:spLocks noGrp="1"/>
            </p:cNvSpPr>
            <p:nvPr/>
          </p:nvSpPr>
          <p:spPr>
            <a:xfrm>
              <a:off x="1281126" y="4929364"/>
              <a:ext cx="16905" cy="42575"/>
            </a:xfrm>
            <a:custGeom>
              <a:avLst/>
              <a:gdLst/>
              <a:ahLst/>
              <a:cxnLst/>
              <a:rect l="0" t="0" r="0" b="0"/>
              <a:pathLst>
                <a:path w="16905" h="42575">
                  <a:moveTo>
                    <a:pt x="0" y="0"/>
                  </a:moveTo>
                  <a:lnTo>
                    <a:pt x="16905" y="42575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3" name="Input_receptor__802">
              <a:extLst>
                <a:ext uri="{FF2B5EF4-FFF2-40B4-BE49-F238E27FC236}">
                  <a16:creationId xmlns:a16="http://schemas.microsoft.com/office/drawing/2014/main" id="{004EC0F8-0FF6-DBC4-2174-2A587CEDDF93}"/>
                </a:ext>
              </a:extLst>
            </p:cNvPr>
            <p:cNvSpPr>
              <a:spLocks noGrp="1"/>
            </p:cNvSpPr>
            <p:nvPr/>
          </p:nvSpPr>
          <p:spPr>
            <a:xfrm>
              <a:off x="1712279" y="5033758"/>
              <a:ext cx="27785" cy="39197"/>
            </a:xfrm>
            <a:custGeom>
              <a:avLst/>
              <a:gdLst/>
              <a:ahLst/>
              <a:cxnLst/>
              <a:rect l="0" t="0" r="0" b="0"/>
              <a:pathLst>
                <a:path w="27785" h="39197">
                  <a:moveTo>
                    <a:pt x="27785" y="0"/>
                  </a:moveTo>
                  <a:lnTo>
                    <a:pt x="0" y="39197"/>
                  </a:lnTo>
                </a:path>
              </a:pathLst>
            </a:custGeom>
            <a:noFill/>
            <a:ln w="20003">
              <a:solidFill>
                <a:srgbClr val="8495A3"/>
              </a:solidFill>
            </a:ln>
          </p:spPr>
        </p:sp>
        <p:sp>
          <p:nvSpPr>
            <p:cNvPr id="804" name="Input_receptor__803">
              <a:extLst>
                <a:ext uri="{FF2B5EF4-FFF2-40B4-BE49-F238E27FC236}">
                  <a16:creationId xmlns:a16="http://schemas.microsoft.com/office/drawing/2014/main" id="{A438D8C1-F626-775F-22F6-DCAFB3B23FE3}"/>
                </a:ext>
              </a:extLst>
            </p:cNvPr>
            <p:cNvSpPr>
              <a:spLocks noGrp="1"/>
            </p:cNvSpPr>
            <p:nvPr/>
          </p:nvSpPr>
          <p:spPr>
            <a:xfrm>
              <a:off x="1481776" y="4700237"/>
              <a:ext cx="1858" cy="30124"/>
            </a:xfrm>
            <a:custGeom>
              <a:avLst/>
              <a:gdLst/>
              <a:ahLst/>
              <a:cxnLst/>
              <a:rect l="0" t="0" r="0" b="0"/>
              <a:pathLst>
                <a:path w="1858" h="30124">
                  <a:moveTo>
                    <a:pt x="0" y="30124"/>
                  </a:moveTo>
                  <a:lnTo>
                    <a:pt x="1858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5" name="Input_receptor__804">
              <a:extLst>
                <a:ext uri="{FF2B5EF4-FFF2-40B4-BE49-F238E27FC236}">
                  <a16:creationId xmlns:a16="http://schemas.microsoft.com/office/drawing/2014/main" id="{208E6F15-17E6-4578-EE84-268C5BBA2DA4}"/>
                </a:ext>
              </a:extLst>
            </p:cNvPr>
            <p:cNvSpPr>
              <a:spLocks noGrp="1"/>
            </p:cNvSpPr>
            <p:nvPr/>
          </p:nvSpPr>
          <p:spPr>
            <a:xfrm>
              <a:off x="1092860" y="5493998"/>
              <a:ext cx="2690" cy="12965"/>
            </a:xfrm>
            <a:custGeom>
              <a:avLst/>
              <a:gdLst/>
              <a:ahLst/>
              <a:cxnLst/>
              <a:rect l="0" t="0" r="0" b="0"/>
              <a:pathLst>
                <a:path w="2690" h="12965">
                  <a:moveTo>
                    <a:pt x="0" y="0"/>
                  </a:moveTo>
                  <a:lnTo>
                    <a:pt x="2690" y="12965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6" name="Input_receptor__805">
              <a:extLst>
                <a:ext uri="{FF2B5EF4-FFF2-40B4-BE49-F238E27FC236}">
                  <a16:creationId xmlns:a16="http://schemas.microsoft.com/office/drawing/2014/main" id="{C06A4338-0B8D-33F0-5F06-E45A23AE8E61}"/>
                </a:ext>
              </a:extLst>
            </p:cNvPr>
            <p:cNvSpPr>
              <a:spLocks noGrp="1"/>
            </p:cNvSpPr>
            <p:nvPr/>
          </p:nvSpPr>
          <p:spPr>
            <a:xfrm>
              <a:off x="1233754" y="5574062"/>
              <a:ext cx="43405" cy="12843"/>
            </a:xfrm>
            <a:custGeom>
              <a:avLst/>
              <a:gdLst/>
              <a:ahLst/>
              <a:cxnLst/>
              <a:rect l="0" t="0" r="0" b="0"/>
              <a:pathLst>
                <a:path w="43405" h="12843">
                  <a:moveTo>
                    <a:pt x="0" y="12843"/>
                  </a:moveTo>
                  <a:lnTo>
                    <a:pt x="43405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7" name="Input_receptor__806">
              <a:extLst>
                <a:ext uri="{FF2B5EF4-FFF2-40B4-BE49-F238E27FC236}">
                  <a16:creationId xmlns:a16="http://schemas.microsoft.com/office/drawing/2014/main" id="{791FA835-A3C4-CFAF-14ED-3913D74561A9}"/>
                </a:ext>
              </a:extLst>
            </p:cNvPr>
            <p:cNvSpPr>
              <a:spLocks noGrp="1"/>
            </p:cNvSpPr>
            <p:nvPr/>
          </p:nvSpPr>
          <p:spPr>
            <a:xfrm>
              <a:off x="1675482" y="5007845"/>
              <a:ext cx="26553" cy="13135"/>
            </a:xfrm>
            <a:custGeom>
              <a:avLst/>
              <a:gdLst/>
              <a:ahLst/>
              <a:cxnLst/>
              <a:rect l="0" t="0" r="0" b="0"/>
              <a:pathLst>
                <a:path w="26553" h="13135">
                  <a:moveTo>
                    <a:pt x="0" y="13135"/>
                  </a:moveTo>
                  <a:lnTo>
                    <a:pt x="26553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8" name="Input_receptor__807">
              <a:extLst>
                <a:ext uri="{FF2B5EF4-FFF2-40B4-BE49-F238E27FC236}">
                  <a16:creationId xmlns:a16="http://schemas.microsoft.com/office/drawing/2014/main" id="{886549C1-D683-E254-8AD9-ED6DF9247751}"/>
                </a:ext>
              </a:extLst>
            </p:cNvPr>
            <p:cNvSpPr>
              <a:spLocks noGrp="1"/>
            </p:cNvSpPr>
            <p:nvPr/>
          </p:nvSpPr>
          <p:spPr>
            <a:xfrm>
              <a:off x="1538567" y="4716522"/>
              <a:ext cx="13288" cy="20755"/>
            </a:xfrm>
            <a:custGeom>
              <a:avLst/>
              <a:gdLst/>
              <a:ahLst/>
              <a:cxnLst/>
              <a:rect l="0" t="0" r="0" b="0"/>
              <a:pathLst>
                <a:path w="13288" h="20755">
                  <a:moveTo>
                    <a:pt x="13288" y="0"/>
                  </a:moveTo>
                  <a:lnTo>
                    <a:pt x="0" y="20755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09" name="Input_receptor__808">
              <a:extLst>
                <a:ext uri="{FF2B5EF4-FFF2-40B4-BE49-F238E27FC236}">
                  <a16:creationId xmlns:a16="http://schemas.microsoft.com/office/drawing/2014/main" id="{195A3E3B-D998-5287-573F-49E8021C0B7E}"/>
                </a:ext>
              </a:extLst>
            </p:cNvPr>
            <p:cNvSpPr>
              <a:spLocks noGrp="1"/>
            </p:cNvSpPr>
            <p:nvPr/>
          </p:nvSpPr>
          <p:spPr>
            <a:xfrm>
              <a:off x="1246313" y="5112893"/>
              <a:ext cx="39608" cy="11005"/>
            </a:xfrm>
            <a:custGeom>
              <a:avLst/>
              <a:gdLst/>
              <a:ahLst/>
              <a:cxnLst/>
              <a:rect l="0" t="0" r="0" b="0"/>
              <a:pathLst>
                <a:path w="39608" h="11005">
                  <a:moveTo>
                    <a:pt x="39608" y="0"/>
                  </a:moveTo>
                  <a:lnTo>
                    <a:pt x="0" y="11005"/>
                  </a:lnTo>
                </a:path>
              </a:pathLst>
            </a:custGeom>
            <a:noFill/>
            <a:ln w="8096">
              <a:solidFill>
                <a:srgbClr val="8496A3"/>
              </a:solidFill>
            </a:ln>
          </p:spPr>
        </p:sp>
        <p:sp>
          <p:nvSpPr>
            <p:cNvPr id="810" name="Input_receptor__809">
              <a:extLst>
                <a:ext uri="{FF2B5EF4-FFF2-40B4-BE49-F238E27FC236}">
                  <a16:creationId xmlns:a16="http://schemas.microsoft.com/office/drawing/2014/main" id="{E61CFDE9-10C4-F64B-7B2A-3C84AEC03F60}"/>
                </a:ext>
              </a:extLst>
            </p:cNvPr>
            <p:cNvSpPr>
              <a:spLocks noGrp="1"/>
            </p:cNvSpPr>
            <p:nvPr/>
          </p:nvSpPr>
          <p:spPr>
            <a:xfrm>
              <a:off x="1140406" y="5112588"/>
              <a:ext cx="28077" cy="15686"/>
            </a:xfrm>
            <a:custGeom>
              <a:avLst/>
              <a:gdLst/>
              <a:ahLst/>
              <a:cxnLst/>
              <a:rect l="0" t="0" r="0" b="0"/>
              <a:pathLst>
                <a:path w="28077" h="15686">
                  <a:moveTo>
                    <a:pt x="28077" y="156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1" name="Input_receptor__810">
              <a:extLst>
                <a:ext uri="{FF2B5EF4-FFF2-40B4-BE49-F238E27FC236}">
                  <a16:creationId xmlns:a16="http://schemas.microsoft.com/office/drawing/2014/main" id="{34B1E65C-A9FB-3144-4BB7-9386565B665D}"/>
                </a:ext>
              </a:extLst>
            </p:cNvPr>
            <p:cNvSpPr>
              <a:spLocks noGrp="1"/>
            </p:cNvSpPr>
            <p:nvPr/>
          </p:nvSpPr>
          <p:spPr>
            <a:xfrm>
              <a:off x="1852578" y="5348405"/>
              <a:ext cx="26845" cy="6231"/>
            </a:xfrm>
            <a:custGeom>
              <a:avLst/>
              <a:gdLst/>
              <a:ahLst/>
              <a:cxnLst/>
              <a:rect l="0" t="0" r="0" b="0"/>
              <a:pathLst>
                <a:path w="26845" h="6231">
                  <a:moveTo>
                    <a:pt x="26845" y="0"/>
                  </a:moveTo>
                  <a:lnTo>
                    <a:pt x="0" y="6231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2" name="Input_receptor__811">
              <a:extLst>
                <a:ext uri="{FF2B5EF4-FFF2-40B4-BE49-F238E27FC236}">
                  <a16:creationId xmlns:a16="http://schemas.microsoft.com/office/drawing/2014/main" id="{AD40CE65-0130-57F2-AA0E-8BD4C46DFBB1}"/>
                </a:ext>
              </a:extLst>
            </p:cNvPr>
            <p:cNvSpPr>
              <a:spLocks noGrp="1"/>
            </p:cNvSpPr>
            <p:nvPr/>
          </p:nvSpPr>
          <p:spPr>
            <a:xfrm>
              <a:off x="1141747" y="4952620"/>
              <a:ext cx="24743" cy="2621"/>
            </a:xfrm>
            <a:custGeom>
              <a:avLst/>
              <a:gdLst/>
              <a:ahLst/>
              <a:cxnLst/>
              <a:rect l="0" t="0" r="0" b="0"/>
              <a:pathLst>
                <a:path w="24743" h="2621">
                  <a:moveTo>
                    <a:pt x="0" y="2621"/>
                  </a:moveTo>
                  <a:lnTo>
                    <a:pt x="24743" y="0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3" name="Input_receptor__812">
              <a:extLst>
                <a:ext uri="{FF2B5EF4-FFF2-40B4-BE49-F238E27FC236}">
                  <a16:creationId xmlns:a16="http://schemas.microsoft.com/office/drawing/2014/main" id="{02E11929-CA3C-C97A-9BB4-A2E92C4A4608}"/>
                </a:ext>
              </a:extLst>
            </p:cNvPr>
            <p:cNvSpPr>
              <a:spLocks noGrp="1"/>
            </p:cNvSpPr>
            <p:nvPr/>
          </p:nvSpPr>
          <p:spPr>
            <a:xfrm>
              <a:off x="1242172" y="4465886"/>
              <a:ext cx="35057" cy="26222"/>
            </a:xfrm>
            <a:custGeom>
              <a:avLst/>
              <a:gdLst/>
              <a:ahLst/>
              <a:cxnLst/>
              <a:rect l="0" t="0" r="0" b="0"/>
              <a:pathLst>
                <a:path w="35057" h="26222">
                  <a:moveTo>
                    <a:pt x="35057" y="0"/>
                  </a:moveTo>
                  <a:lnTo>
                    <a:pt x="0" y="26222"/>
                  </a:lnTo>
                </a:path>
              </a:pathLst>
            </a:custGeom>
            <a:noFill/>
            <a:ln w="20003">
              <a:solidFill>
                <a:srgbClr val="8496A3"/>
              </a:solidFill>
            </a:ln>
          </p:spPr>
        </p:sp>
        <p:sp>
          <p:nvSpPr>
            <p:cNvPr id="814" name="Input_receptor__813">
              <a:extLst>
                <a:ext uri="{FF2B5EF4-FFF2-40B4-BE49-F238E27FC236}">
                  <a16:creationId xmlns:a16="http://schemas.microsoft.com/office/drawing/2014/main" id="{53F1AFAC-93BB-2026-F430-2BB0FBB7020C}"/>
                </a:ext>
              </a:extLst>
            </p:cNvPr>
            <p:cNvSpPr>
              <a:spLocks noGrp="1"/>
            </p:cNvSpPr>
            <p:nvPr/>
          </p:nvSpPr>
          <p:spPr>
            <a:xfrm>
              <a:off x="997525" y="4388024"/>
              <a:ext cx="18729" cy="44482"/>
            </a:xfrm>
            <a:custGeom>
              <a:avLst/>
              <a:gdLst/>
              <a:ahLst/>
              <a:cxnLst/>
              <a:rect l="0" t="0" r="0" b="0"/>
              <a:pathLst>
                <a:path w="18729" h="44482">
                  <a:moveTo>
                    <a:pt x="18729" y="0"/>
                  </a:moveTo>
                  <a:lnTo>
                    <a:pt x="0" y="44482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5" name="Input_receptor__814">
              <a:extLst>
                <a:ext uri="{FF2B5EF4-FFF2-40B4-BE49-F238E27FC236}">
                  <a16:creationId xmlns:a16="http://schemas.microsoft.com/office/drawing/2014/main" id="{86AE24B5-9E1E-898D-2316-F8C34884583E}"/>
                </a:ext>
              </a:extLst>
            </p:cNvPr>
            <p:cNvSpPr>
              <a:spLocks noGrp="1"/>
            </p:cNvSpPr>
            <p:nvPr/>
          </p:nvSpPr>
          <p:spPr>
            <a:xfrm>
              <a:off x="1500719" y="4860187"/>
              <a:ext cx="38997" cy="24126"/>
            </a:xfrm>
            <a:custGeom>
              <a:avLst/>
              <a:gdLst/>
              <a:ahLst/>
              <a:cxnLst/>
              <a:rect l="0" t="0" r="0" b="0"/>
              <a:pathLst>
                <a:path w="38997" h="24126">
                  <a:moveTo>
                    <a:pt x="0" y="24126"/>
                  </a:moveTo>
                  <a:lnTo>
                    <a:pt x="38997" y="0"/>
                  </a:lnTo>
                </a:path>
              </a:pathLst>
            </a:custGeom>
            <a:noFill/>
            <a:ln w="8096">
              <a:solidFill>
                <a:srgbClr val="8496A4"/>
              </a:solidFill>
            </a:ln>
          </p:spPr>
        </p:sp>
        <p:sp>
          <p:nvSpPr>
            <p:cNvPr id="816" name="Input_receptor__815">
              <a:extLst>
                <a:ext uri="{FF2B5EF4-FFF2-40B4-BE49-F238E27FC236}">
                  <a16:creationId xmlns:a16="http://schemas.microsoft.com/office/drawing/2014/main" id="{F6D70699-42B5-56E4-9164-7D3D8E3CBFE5}"/>
                </a:ext>
              </a:extLst>
            </p:cNvPr>
            <p:cNvSpPr>
              <a:spLocks noGrp="1"/>
            </p:cNvSpPr>
            <p:nvPr/>
          </p:nvSpPr>
          <p:spPr>
            <a:xfrm>
              <a:off x="1471795" y="4616997"/>
              <a:ext cx="14234" cy="21330"/>
            </a:xfrm>
            <a:custGeom>
              <a:avLst/>
              <a:gdLst/>
              <a:ahLst/>
              <a:cxnLst/>
              <a:rect l="0" t="0" r="0" b="0"/>
              <a:pathLst>
                <a:path w="14234" h="21330">
                  <a:moveTo>
                    <a:pt x="14234" y="0"/>
                  </a:moveTo>
                  <a:lnTo>
                    <a:pt x="0" y="21330"/>
                  </a:lnTo>
                </a:path>
              </a:pathLst>
            </a:custGeom>
            <a:noFill/>
            <a:ln w="8096">
              <a:solidFill>
                <a:srgbClr val="8496A4"/>
              </a:solidFill>
            </a:ln>
          </p:spPr>
        </p:sp>
        <p:sp>
          <p:nvSpPr>
            <p:cNvPr id="817" name="Input_receptor__816">
              <a:extLst>
                <a:ext uri="{FF2B5EF4-FFF2-40B4-BE49-F238E27FC236}">
                  <a16:creationId xmlns:a16="http://schemas.microsoft.com/office/drawing/2014/main" id="{C6FCD4FD-E762-D584-47B0-EA6F0255DDCE}"/>
                </a:ext>
              </a:extLst>
            </p:cNvPr>
            <p:cNvSpPr>
              <a:spLocks noGrp="1"/>
            </p:cNvSpPr>
            <p:nvPr/>
          </p:nvSpPr>
          <p:spPr>
            <a:xfrm>
              <a:off x="1591657" y="5104427"/>
              <a:ext cx="47665" cy="3009"/>
            </a:xfrm>
            <a:custGeom>
              <a:avLst/>
              <a:gdLst/>
              <a:ahLst/>
              <a:cxnLst/>
              <a:rect l="0" t="0" r="0" b="0"/>
              <a:pathLst>
                <a:path w="47665" h="3009">
                  <a:moveTo>
                    <a:pt x="0" y="3009"/>
                  </a:moveTo>
                  <a:lnTo>
                    <a:pt x="47665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8" name="Input_receptor__817">
              <a:extLst>
                <a:ext uri="{FF2B5EF4-FFF2-40B4-BE49-F238E27FC236}">
                  <a16:creationId xmlns:a16="http://schemas.microsoft.com/office/drawing/2014/main" id="{F15F0327-DDDC-FB95-D12D-6D4F226032CF}"/>
                </a:ext>
              </a:extLst>
            </p:cNvPr>
            <p:cNvSpPr>
              <a:spLocks noGrp="1"/>
            </p:cNvSpPr>
            <p:nvPr/>
          </p:nvSpPr>
          <p:spPr>
            <a:xfrm>
              <a:off x="1509697" y="5266770"/>
              <a:ext cx="39274" cy="8350"/>
            </a:xfrm>
            <a:custGeom>
              <a:avLst/>
              <a:gdLst/>
              <a:ahLst/>
              <a:cxnLst/>
              <a:rect l="0" t="0" r="0" b="0"/>
              <a:pathLst>
                <a:path w="39274" h="8350">
                  <a:moveTo>
                    <a:pt x="39274" y="0"/>
                  </a:moveTo>
                  <a:lnTo>
                    <a:pt x="0" y="835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19" name="Input_receptor__818">
              <a:extLst>
                <a:ext uri="{FF2B5EF4-FFF2-40B4-BE49-F238E27FC236}">
                  <a16:creationId xmlns:a16="http://schemas.microsoft.com/office/drawing/2014/main" id="{C7F01F04-06E7-11DB-A02C-2EAC5DC462C3}"/>
                </a:ext>
              </a:extLst>
            </p:cNvPr>
            <p:cNvSpPr>
              <a:spLocks noGrp="1"/>
            </p:cNvSpPr>
            <p:nvPr/>
          </p:nvSpPr>
          <p:spPr>
            <a:xfrm>
              <a:off x="1607626" y="5429903"/>
              <a:ext cx="26286" cy="27267"/>
            </a:xfrm>
            <a:custGeom>
              <a:avLst/>
              <a:gdLst/>
              <a:ahLst/>
              <a:cxnLst/>
              <a:rect l="0" t="0" r="0" b="0"/>
              <a:pathLst>
                <a:path w="26286" h="27267">
                  <a:moveTo>
                    <a:pt x="0" y="27267"/>
                  </a:moveTo>
                  <a:lnTo>
                    <a:pt x="26286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0" name="Input_receptor__819">
              <a:extLst>
                <a:ext uri="{FF2B5EF4-FFF2-40B4-BE49-F238E27FC236}">
                  <a16:creationId xmlns:a16="http://schemas.microsoft.com/office/drawing/2014/main" id="{5FB01C1D-CF11-306C-9310-2420CAC00182}"/>
                </a:ext>
              </a:extLst>
            </p:cNvPr>
            <p:cNvSpPr>
              <a:spLocks noGrp="1"/>
            </p:cNvSpPr>
            <p:nvPr/>
          </p:nvSpPr>
          <p:spPr>
            <a:xfrm>
              <a:off x="1633911" y="5391927"/>
              <a:ext cx="14165" cy="37976"/>
            </a:xfrm>
            <a:custGeom>
              <a:avLst/>
              <a:gdLst/>
              <a:ahLst/>
              <a:cxnLst/>
              <a:rect l="0" t="0" r="0" b="0"/>
              <a:pathLst>
                <a:path w="14165" h="37976">
                  <a:moveTo>
                    <a:pt x="0" y="37976"/>
                  </a:moveTo>
                  <a:lnTo>
                    <a:pt x="14165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1" name="Input_receptor__820">
              <a:extLst>
                <a:ext uri="{FF2B5EF4-FFF2-40B4-BE49-F238E27FC236}">
                  <a16:creationId xmlns:a16="http://schemas.microsoft.com/office/drawing/2014/main" id="{E7B90999-81EA-222A-D9D2-4C55E890560F}"/>
                </a:ext>
              </a:extLst>
            </p:cNvPr>
            <p:cNvSpPr>
              <a:spLocks noGrp="1"/>
            </p:cNvSpPr>
            <p:nvPr/>
          </p:nvSpPr>
          <p:spPr>
            <a:xfrm>
              <a:off x="1603100" y="5324972"/>
              <a:ext cx="3478" cy="29102"/>
            </a:xfrm>
            <a:custGeom>
              <a:avLst/>
              <a:gdLst/>
              <a:ahLst/>
              <a:cxnLst/>
              <a:rect l="0" t="0" r="0" b="0"/>
              <a:pathLst>
                <a:path w="3478" h="29102">
                  <a:moveTo>
                    <a:pt x="3478" y="29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496A4"/>
              </a:solidFill>
            </a:ln>
          </p:spPr>
        </p:sp>
        <p:sp>
          <p:nvSpPr>
            <p:cNvPr id="822" name="Input_receptor__821">
              <a:extLst>
                <a:ext uri="{FF2B5EF4-FFF2-40B4-BE49-F238E27FC236}">
                  <a16:creationId xmlns:a16="http://schemas.microsoft.com/office/drawing/2014/main" id="{0FD01DC7-D2EC-E5BE-4A29-0D3172921610}"/>
                </a:ext>
              </a:extLst>
            </p:cNvPr>
            <p:cNvSpPr>
              <a:spLocks noGrp="1"/>
            </p:cNvSpPr>
            <p:nvPr/>
          </p:nvSpPr>
          <p:spPr>
            <a:xfrm>
              <a:off x="1481776" y="4730361"/>
              <a:ext cx="24134" cy="37340"/>
            </a:xfrm>
            <a:custGeom>
              <a:avLst/>
              <a:gdLst/>
              <a:ahLst/>
              <a:cxnLst/>
              <a:rect l="0" t="0" r="0" b="0"/>
              <a:pathLst>
                <a:path w="24134" h="37340">
                  <a:moveTo>
                    <a:pt x="24134" y="373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3" name="Input_receptor__822">
              <a:extLst>
                <a:ext uri="{FF2B5EF4-FFF2-40B4-BE49-F238E27FC236}">
                  <a16:creationId xmlns:a16="http://schemas.microsoft.com/office/drawing/2014/main" id="{19F41C4D-7A2C-A8D1-ADCD-0E1462D48289}"/>
                </a:ext>
              </a:extLst>
            </p:cNvPr>
            <p:cNvSpPr>
              <a:spLocks noGrp="1"/>
            </p:cNvSpPr>
            <p:nvPr/>
          </p:nvSpPr>
          <p:spPr>
            <a:xfrm>
              <a:off x="1161133" y="4418560"/>
              <a:ext cx="40499" cy="22324"/>
            </a:xfrm>
            <a:custGeom>
              <a:avLst/>
              <a:gdLst/>
              <a:ahLst/>
              <a:cxnLst/>
              <a:rect l="0" t="0" r="0" b="0"/>
              <a:pathLst>
                <a:path w="40499" h="22324">
                  <a:moveTo>
                    <a:pt x="0" y="22324"/>
                  </a:moveTo>
                  <a:lnTo>
                    <a:pt x="40499" y="0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24" name="Input_receptor__823">
              <a:extLst>
                <a:ext uri="{FF2B5EF4-FFF2-40B4-BE49-F238E27FC236}">
                  <a16:creationId xmlns:a16="http://schemas.microsoft.com/office/drawing/2014/main" id="{8B88B690-DD43-7736-3539-588C9A2BA17F}"/>
                </a:ext>
              </a:extLst>
            </p:cNvPr>
            <p:cNvSpPr>
              <a:spLocks noGrp="1"/>
            </p:cNvSpPr>
            <p:nvPr/>
          </p:nvSpPr>
          <p:spPr>
            <a:xfrm>
              <a:off x="1087915" y="4822696"/>
              <a:ext cx="7269" cy="197"/>
            </a:xfrm>
            <a:custGeom>
              <a:avLst/>
              <a:gdLst/>
              <a:ahLst/>
              <a:cxnLst/>
              <a:rect l="0" t="0" r="0" b="0"/>
              <a:pathLst>
                <a:path w="7269" h="197">
                  <a:moveTo>
                    <a:pt x="0" y="197"/>
                  </a:moveTo>
                  <a:lnTo>
                    <a:pt x="7269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5" name="Input_receptor__824">
              <a:extLst>
                <a:ext uri="{FF2B5EF4-FFF2-40B4-BE49-F238E27FC236}">
                  <a16:creationId xmlns:a16="http://schemas.microsoft.com/office/drawing/2014/main" id="{DEA053C5-56EF-9515-F788-2B9011558BCC}"/>
                </a:ext>
              </a:extLst>
            </p:cNvPr>
            <p:cNvSpPr>
              <a:spLocks noGrp="1"/>
            </p:cNvSpPr>
            <p:nvPr/>
          </p:nvSpPr>
          <p:spPr>
            <a:xfrm>
              <a:off x="1548971" y="5266770"/>
              <a:ext cx="29697" cy="14558"/>
            </a:xfrm>
            <a:custGeom>
              <a:avLst/>
              <a:gdLst/>
              <a:ahLst/>
              <a:cxnLst/>
              <a:rect l="0" t="0" r="0" b="0"/>
              <a:pathLst>
                <a:path w="29697" h="14558">
                  <a:moveTo>
                    <a:pt x="29697" y="145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6" name="Input_receptor__825">
              <a:extLst>
                <a:ext uri="{FF2B5EF4-FFF2-40B4-BE49-F238E27FC236}">
                  <a16:creationId xmlns:a16="http://schemas.microsoft.com/office/drawing/2014/main" id="{1BF5C907-F18F-5F76-0C13-86A304E5D35F}"/>
                </a:ext>
              </a:extLst>
            </p:cNvPr>
            <p:cNvSpPr>
              <a:spLocks noGrp="1"/>
            </p:cNvSpPr>
            <p:nvPr/>
          </p:nvSpPr>
          <p:spPr>
            <a:xfrm>
              <a:off x="1227400" y="5586904"/>
              <a:ext cx="6354" cy="29794"/>
            </a:xfrm>
            <a:custGeom>
              <a:avLst/>
              <a:gdLst/>
              <a:ahLst/>
              <a:cxnLst/>
              <a:rect l="0" t="0" r="0" b="0"/>
              <a:pathLst>
                <a:path w="6354" h="29794">
                  <a:moveTo>
                    <a:pt x="0" y="29794"/>
                  </a:moveTo>
                  <a:lnTo>
                    <a:pt x="6354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7" name="Input_receptor__826">
              <a:extLst>
                <a:ext uri="{FF2B5EF4-FFF2-40B4-BE49-F238E27FC236}">
                  <a16:creationId xmlns:a16="http://schemas.microsoft.com/office/drawing/2014/main" id="{934D4AE2-79FF-5B28-584B-E397D47F12E6}"/>
                </a:ext>
              </a:extLst>
            </p:cNvPr>
            <p:cNvSpPr>
              <a:spLocks noGrp="1"/>
            </p:cNvSpPr>
            <p:nvPr/>
          </p:nvSpPr>
          <p:spPr>
            <a:xfrm>
              <a:off x="1172791" y="4843205"/>
              <a:ext cx="44295" cy="16047"/>
            </a:xfrm>
            <a:custGeom>
              <a:avLst/>
              <a:gdLst/>
              <a:ahLst/>
              <a:cxnLst/>
              <a:rect l="0" t="0" r="0" b="0"/>
              <a:pathLst>
                <a:path w="44295" h="16047">
                  <a:moveTo>
                    <a:pt x="44295" y="0"/>
                  </a:moveTo>
                  <a:lnTo>
                    <a:pt x="0" y="16047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8" name="Input_receptor__827">
              <a:extLst>
                <a:ext uri="{FF2B5EF4-FFF2-40B4-BE49-F238E27FC236}">
                  <a16:creationId xmlns:a16="http://schemas.microsoft.com/office/drawing/2014/main" id="{044A4A52-1BCE-2AE6-C954-54A3B5FD420F}"/>
                </a:ext>
              </a:extLst>
            </p:cNvPr>
            <p:cNvSpPr>
              <a:spLocks noGrp="1"/>
            </p:cNvSpPr>
            <p:nvPr/>
          </p:nvSpPr>
          <p:spPr>
            <a:xfrm>
              <a:off x="1228651" y="5239856"/>
              <a:ext cx="44730" cy="10406"/>
            </a:xfrm>
            <a:custGeom>
              <a:avLst/>
              <a:gdLst/>
              <a:ahLst/>
              <a:cxnLst/>
              <a:rect l="0" t="0" r="0" b="0"/>
              <a:pathLst>
                <a:path w="44730" h="10406">
                  <a:moveTo>
                    <a:pt x="44730" y="104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29" name="Input_receptor__828">
              <a:extLst>
                <a:ext uri="{FF2B5EF4-FFF2-40B4-BE49-F238E27FC236}">
                  <a16:creationId xmlns:a16="http://schemas.microsoft.com/office/drawing/2014/main" id="{3DC456B7-5B5D-B022-6FEF-46E68936D9AC}"/>
                </a:ext>
              </a:extLst>
            </p:cNvPr>
            <p:cNvSpPr>
              <a:spLocks noGrp="1"/>
            </p:cNvSpPr>
            <p:nvPr/>
          </p:nvSpPr>
          <p:spPr>
            <a:xfrm>
              <a:off x="1794036" y="4863472"/>
              <a:ext cx="43568" cy="17047"/>
            </a:xfrm>
            <a:custGeom>
              <a:avLst/>
              <a:gdLst/>
              <a:ahLst/>
              <a:cxnLst/>
              <a:rect l="0" t="0" r="0" b="0"/>
              <a:pathLst>
                <a:path w="43568" h="17047">
                  <a:moveTo>
                    <a:pt x="0" y="0"/>
                  </a:moveTo>
                  <a:lnTo>
                    <a:pt x="43568" y="17047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30" name="Input_receptor__829">
              <a:extLst>
                <a:ext uri="{FF2B5EF4-FFF2-40B4-BE49-F238E27FC236}">
                  <a16:creationId xmlns:a16="http://schemas.microsoft.com/office/drawing/2014/main" id="{3B88A06B-3970-0945-40B0-7A954549DBAD}"/>
                </a:ext>
              </a:extLst>
            </p:cNvPr>
            <p:cNvSpPr>
              <a:spLocks noGrp="1"/>
            </p:cNvSpPr>
            <p:nvPr/>
          </p:nvSpPr>
          <p:spPr>
            <a:xfrm>
              <a:off x="1273704" y="4523276"/>
              <a:ext cx="13335" cy="5131"/>
            </a:xfrm>
            <a:custGeom>
              <a:avLst/>
              <a:gdLst/>
              <a:ahLst/>
              <a:cxnLst/>
              <a:rect l="0" t="0" r="0" b="0"/>
              <a:pathLst>
                <a:path w="13335" h="5131">
                  <a:moveTo>
                    <a:pt x="0" y="5131"/>
                  </a:moveTo>
                  <a:lnTo>
                    <a:pt x="13335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1" name="Input_receptor__830">
              <a:extLst>
                <a:ext uri="{FF2B5EF4-FFF2-40B4-BE49-F238E27FC236}">
                  <a16:creationId xmlns:a16="http://schemas.microsoft.com/office/drawing/2014/main" id="{902E0667-83ED-0951-FF64-16F0DE559F7C}"/>
                </a:ext>
              </a:extLst>
            </p:cNvPr>
            <p:cNvSpPr>
              <a:spLocks noGrp="1"/>
            </p:cNvSpPr>
            <p:nvPr/>
          </p:nvSpPr>
          <p:spPr>
            <a:xfrm>
              <a:off x="1168483" y="5102396"/>
              <a:ext cx="36945" cy="25878"/>
            </a:xfrm>
            <a:custGeom>
              <a:avLst/>
              <a:gdLst/>
              <a:ahLst/>
              <a:cxnLst/>
              <a:rect l="0" t="0" r="0" b="0"/>
              <a:pathLst>
                <a:path w="36945" h="25878">
                  <a:moveTo>
                    <a:pt x="36945" y="0"/>
                  </a:moveTo>
                  <a:lnTo>
                    <a:pt x="0" y="25878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2" name="Input_receptor__831">
              <a:extLst>
                <a:ext uri="{FF2B5EF4-FFF2-40B4-BE49-F238E27FC236}">
                  <a16:creationId xmlns:a16="http://schemas.microsoft.com/office/drawing/2014/main" id="{A3E0FAEB-C083-1F50-D97F-6717939989C2}"/>
                </a:ext>
              </a:extLst>
            </p:cNvPr>
            <p:cNvSpPr>
              <a:spLocks noGrp="1"/>
            </p:cNvSpPr>
            <p:nvPr/>
          </p:nvSpPr>
          <p:spPr>
            <a:xfrm>
              <a:off x="1267807" y="5250262"/>
              <a:ext cx="5574" cy="46065"/>
            </a:xfrm>
            <a:custGeom>
              <a:avLst/>
              <a:gdLst/>
              <a:ahLst/>
              <a:cxnLst/>
              <a:rect l="0" t="0" r="0" b="0"/>
              <a:pathLst>
                <a:path w="5574" h="46065">
                  <a:moveTo>
                    <a:pt x="0" y="46065"/>
                  </a:moveTo>
                  <a:lnTo>
                    <a:pt x="5574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3" name="Input_receptor__832">
              <a:extLst>
                <a:ext uri="{FF2B5EF4-FFF2-40B4-BE49-F238E27FC236}">
                  <a16:creationId xmlns:a16="http://schemas.microsoft.com/office/drawing/2014/main" id="{186FDC1C-A0EA-7FD7-54AA-A980003A354C}"/>
                </a:ext>
              </a:extLst>
            </p:cNvPr>
            <p:cNvSpPr>
              <a:spLocks noGrp="1"/>
            </p:cNvSpPr>
            <p:nvPr/>
          </p:nvSpPr>
          <p:spPr>
            <a:xfrm>
              <a:off x="1155101" y="4511126"/>
              <a:ext cx="8576" cy="41561"/>
            </a:xfrm>
            <a:custGeom>
              <a:avLst/>
              <a:gdLst/>
              <a:ahLst/>
              <a:cxnLst/>
              <a:rect l="0" t="0" r="0" b="0"/>
              <a:pathLst>
                <a:path w="8576" h="41561">
                  <a:moveTo>
                    <a:pt x="0" y="41561"/>
                  </a:moveTo>
                  <a:lnTo>
                    <a:pt x="8576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4" name="Input_receptor__833">
              <a:extLst>
                <a:ext uri="{FF2B5EF4-FFF2-40B4-BE49-F238E27FC236}">
                  <a16:creationId xmlns:a16="http://schemas.microsoft.com/office/drawing/2014/main" id="{F65213EC-61E4-29E0-A0DD-ADE43BA783B5}"/>
                </a:ext>
              </a:extLst>
            </p:cNvPr>
            <p:cNvSpPr>
              <a:spLocks noGrp="1"/>
            </p:cNvSpPr>
            <p:nvPr/>
          </p:nvSpPr>
          <p:spPr>
            <a:xfrm>
              <a:off x="1552231" y="5321154"/>
              <a:ext cx="3120" cy="10706"/>
            </a:xfrm>
            <a:custGeom>
              <a:avLst/>
              <a:gdLst/>
              <a:ahLst/>
              <a:cxnLst/>
              <a:rect l="0" t="0" r="0" b="0"/>
              <a:pathLst>
                <a:path w="3120" h="10706">
                  <a:moveTo>
                    <a:pt x="3120" y="107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5" name="Input_receptor__834">
              <a:extLst>
                <a:ext uri="{FF2B5EF4-FFF2-40B4-BE49-F238E27FC236}">
                  <a16:creationId xmlns:a16="http://schemas.microsoft.com/office/drawing/2014/main" id="{13932528-3DF8-A668-B2B8-B0816597FBF5}"/>
                </a:ext>
              </a:extLst>
            </p:cNvPr>
            <p:cNvSpPr>
              <a:spLocks noGrp="1"/>
            </p:cNvSpPr>
            <p:nvPr/>
          </p:nvSpPr>
          <p:spPr>
            <a:xfrm>
              <a:off x="1277159" y="5574062"/>
              <a:ext cx="12417" cy="46400"/>
            </a:xfrm>
            <a:custGeom>
              <a:avLst/>
              <a:gdLst/>
              <a:ahLst/>
              <a:cxnLst/>
              <a:rect l="0" t="0" r="0" b="0"/>
              <a:pathLst>
                <a:path w="12417" h="46400">
                  <a:moveTo>
                    <a:pt x="0" y="0"/>
                  </a:moveTo>
                  <a:lnTo>
                    <a:pt x="12417" y="4640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6" name="Input_receptor__835">
              <a:extLst>
                <a:ext uri="{FF2B5EF4-FFF2-40B4-BE49-F238E27FC236}">
                  <a16:creationId xmlns:a16="http://schemas.microsoft.com/office/drawing/2014/main" id="{9DE43580-CFCE-F8D6-DC29-6376E2320630}"/>
                </a:ext>
              </a:extLst>
            </p:cNvPr>
            <p:cNvSpPr>
              <a:spLocks noGrp="1"/>
            </p:cNvSpPr>
            <p:nvPr/>
          </p:nvSpPr>
          <p:spPr>
            <a:xfrm>
              <a:off x="997525" y="4432506"/>
              <a:ext cx="40482" cy="20021"/>
            </a:xfrm>
            <a:custGeom>
              <a:avLst/>
              <a:gdLst/>
              <a:ahLst/>
              <a:cxnLst/>
              <a:rect l="0" t="0" r="0" b="0"/>
              <a:pathLst>
                <a:path w="40482" h="20021">
                  <a:moveTo>
                    <a:pt x="0" y="0"/>
                  </a:moveTo>
                  <a:lnTo>
                    <a:pt x="40482" y="20021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7" name="Input_receptor__836">
              <a:extLst>
                <a:ext uri="{FF2B5EF4-FFF2-40B4-BE49-F238E27FC236}">
                  <a16:creationId xmlns:a16="http://schemas.microsoft.com/office/drawing/2014/main" id="{B079E564-BBE9-B6FD-45E9-58B0FD70550D}"/>
                </a:ext>
              </a:extLst>
            </p:cNvPr>
            <p:cNvSpPr>
              <a:spLocks noGrp="1"/>
            </p:cNvSpPr>
            <p:nvPr/>
          </p:nvSpPr>
          <p:spPr>
            <a:xfrm>
              <a:off x="1736353" y="4899117"/>
              <a:ext cx="36253" cy="5994"/>
            </a:xfrm>
            <a:custGeom>
              <a:avLst/>
              <a:gdLst/>
              <a:ahLst/>
              <a:cxnLst/>
              <a:rect l="0" t="0" r="0" b="0"/>
              <a:pathLst>
                <a:path w="36253" h="5994">
                  <a:moveTo>
                    <a:pt x="0" y="0"/>
                  </a:moveTo>
                  <a:lnTo>
                    <a:pt x="36253" y="5994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38" name="Input_receptor__837">
              <a:extLst>
                <a:ext uri="{FF2B5EF4-FFF2-40B4-BE49-F238E27FC236}">
                  <a16:creationId xmlns:a16="http://schemas.microsoft.com/office/drawing/2014/main" id="{A71697B1-F131-F171-FB6A-087D78BA2E9A}"/>
                </a:ext>
              </a:extLst>
            </p:cNvPr>
            <p:cNvSpPr>
              <a:spLocks noGrp="1"/>
            </p:cNvSpPr>
            <p:nvPr/>
          </p:nvSpPr>
          <p:spPr>
            <a:xfrm>
              <a:off x="1557939" y="4925345"/>
              <a:ext cx="43906" cy="19826"/>
            </a:xfrm>
            <a:custGeom>
              <a:avLst/>
              <a:gdLst/>
              <a:ahLst/>
              <a:cxnLst/>
              <a:rect l="0" t="0" r="0" b="0"/>
              <a:pathLst>
                <a:path w="43906" h="19826">
                  <a:moveTo>
                    <a:pt x="43906" y="0"/>
                  </a:moveTo>
                  <a:lnTo>
                    <a:pt x="0" y="19826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39" name="Input_receptor__838">
              <a:extLst>
                <a:ext uri="{FF2B5EF4-FFF2-40B4-BE49-F238E27FC236}">
                  <a16:creationId xmlns:a16="http://schemas.microsoft.com/office/drawing/2014/main" id="{10159F28-2342-D0CD-767D-A6F24382D954}"/>
                </a:ext>
              </a:extLst>
            </p:cNvPr>
            <p:cNvSpPr>
              <a:spLocks noGrp="1"/>
            </p:cNvSpPr>
            <p:nvPr/>
          </p:nvSpPr>
          <p:spPr>
            <a:xfrm>
              <a:off x="1285920" y="5112893"/>
              <a:ext cx="16652" cy="45632"/>
            </a:xfrm>
            <a:custGeom>
              <a:avLst/>
              <a:gdLst/>
              <a:ahLst/>
              <a:cxnLst/>
              <a:rect l="0" t="0" r="0" b="0"/>
              <a:pathLst>
                <a:path w="16652" h="45632">
                  <a:moveTo>
                    <a:pt x="16652" y="45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40" name="Input_receptor__839">
              <a:extLst>
                <a:ext uri="{FF2B5EF4-FFF2-40B4-BE49-F238E27FC236}">
                  <a16:creationId xmlns:a16="http://schemas.microsoft.com/office/drawing/2014/main" id="{9BC946DF-343D-24C1-3C2B-32A3E27EF907}"/>
                </a:ext>
              </a:extLst>
            </p:cNvPr>
            <p:cNvSpPr>
              <a:spLocks noGrp="1"/>
            </p:cNvSpPr>
            <p:nvPr/>
          </p:nvSpPr>
          <p:spPr>
            <a:xfrm>
              <a:off x="1132090" y="5002493"/>
              <a:ext cx="45389" cy="9870"/>
            </a:xfrm>
            <a:custGeom>
              <a:avLst/>
              <a:gdLst/>
              <a:ahLst/>
              <a:cxnLst/>
              <a:rect l="0" t="0" r="0" b="0"/>
              <a:pathLst>
                <a:path w="45389" h="9870">
                  <a:moveTo>
                    <a:pt x="45389" y="9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1" name="Input_receptor__840">
              <a:extLst>
                <a:ext uri="{FF2B5EF4-FFF2-40B4-BE49-F238E27FC236}">
                  <a16:creationId xmlns:a16="http://schemas.microsoft.com/office/drawing/2014/main" id="{24C46DCF-BD11-B450-A5BA-3073694BB355}"/>
                </a:ext>
              </a:extLst>
            </p:cNvPr>
            <p:cNvSpPr>
              <a:spLocks noGrp="1"/>
            </p:cNvSpPr>
            <p:nvPr/>
          </p:nvSpPr>
          <p:spPr>
            <a:xfrm>
              <a:off x="1741502" y="5181313"/>
              <a:ext cx="8457" cy="13381"/>
            </a:xfrm>
            <a:custGeom>
              <a:avLst/>
              <a:gdLst/>
              <a:ahLst/>
              <a:cxnLst/>
              <a:rect l="0" t="0" r="0" b="0"/>
              <a:pathLst>
                <a:path w="8457" h="13381">
                  <a:moveTo>
                    <a:pt x="0" y="0"/>
                  </a:moveTo>
                  <a:lnTo>
                    <a:pt x="8457" y="13381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2" name="Input_receptor__841">
              <a:extLst>
                <a:ext uri="{FF2B5EF4-FFF2-40B4-BE49-F238E27FC236}">
                  <a16:creationId xmlns:a16="http://schemas.microsoft.com/office/drawing/2014/main" id="{C3CE49FA-0B80-ADD2-6ACA-98CE8AC687CB}"/>
                </a:ext>
              </a:extLst>
            </p:cNvPr>
            <p:cNvSpPr>
              <a:spLocks noGrp="1"/>
            </p:cNvSpPr>
            <p:nvPr/>
          </p:nvSpPr>
          <p:spPr>
            <a:xfrm>
              <a:off x="1077807" y="5282843"/>
              <a:ext cx="26463" cy="37007"/>
            </a:xfrm>
            <a:custGeom>
              <a:avLst/>
              <a:gdLst/>
              <a:ahLst/>
              <a:cxnLst/>
              <a:rect l="0" t="0" r="0" b="0"/>
              <a:pathLst>
                <a:path w="26463" h="37007">
                  <a:moveTo>
                    <a:pt x="0" y="37007"/>
                  </a:moveTo>
                  <a:lnTo>
                    <a:pt x="26463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3" name="Input_receptor__842">
              <a:extLst>
                <a:ext uri="{FF2B5EF4-FFF2-40B4-BE49-F238E27FC236}">
                  <a16:creationId xmlns:a16="http://schemas.microsoft.com/office/drawing/2014/main" id="{C4530814-D9B3-70BD-DF16-1C7FEFB543AF}"/>
                </a:ext>
              </a:extLst>
            </p:cNvPr>
            <p:cNvSpPr>
              <a:spLocks noGrp="1"/>
            </p:cNvSpPr>
            <p:nvPr/>
          </p:nvSpPr>
          <p:spPr>
            <a:xfrm>
              <a:off x="1240076" y="4929364"/>
              <a:ext cx="41050" cy="19947"/>
            </a:xfrm>
            <a:custGeom>
              <a:avLst/>
              <a:gdLst/>
              <a:ahLst/>
              <a:cxnLst/>
              <a:rect l="0" t="0" r="0" b="0"/>
              <a:pathLst>
                <a:path w="41050" h="19947">
                  <a:moveTo>
                    <a:pt x="0" y="19947"/>
                  </a:moveTo>
                  <a:lnTo>
                    <a:pt x="41050" y="0"/>
                  </a:lnTo>
                </a:path>
              </a:pathLst>
            </a:custGeom>
            <a:noFill/>
            <a:ln w="20003">
              <a:solidFill>
                <a:srgbClr val="8596A4"/>
              </a:solidFill>
            </a:ln>
          </p:spPr>
        </p:sp>
        <p:sp>
          <p:nvSpPr>
            <p:cNvPr id="844" name="Input_receptor__843">
              <a:extLst>
                <a:ext uri="{FF2B5EF4-FFF2-40B4-BE49-F238E27FC236}">
                  <a16:creationId xmlns:a16="http://schemas.microsoft.com/office/drawing/2014/main" id="{DDC5A185-6B28-F00F-05CC-AFAF71D2F93A}"/>
                </a:ext>
              </a:extLst>
            </p:cNvPr>
            <p:cNvSpPr>
              <a:spLocks noGrp="1"/>
            </p:cNvSpPr>
            <p:nvPr/>
          </p:nvSpPr>
          <p:spPr>
            <a:xfrm>
              <a:off x="964241" y="4899858"/>
              <a:ext cx="40466" cy="3714"/>
            </a:xfrm>
            <a:custGeom>
              <a:avLst/>
              <a:gdLst/>
              <a:ahLst/>
              <a:cxnLst/>
              <a:rect l="0" t="0" r="0" b="0"/>
              <a:pathLst>
                <a:path w="40466" h="3714">
                  <a:moveTo>
                    <a:pt x="0" y="0"/>
                  </a:moveTo>
                  <a:lnTo>
                    <a:pt x="40466" y="3714"/>
                  </a:lnTo>
                </a:path>
              </a:pathLst>
            </a:custGeom>
            <a:noFill/>
            <a:ln w="8096">
              <a:solidFill>
                <a:srgbClr val="8596A4"/>
              </a:solidFill>
            </a:ln>
          </p:spPr>
        </p:sp>
        <p:sp>
          <p:nvSpPr>
            <p:cNvPr id="845" name="Input_receptor__844">
              <a:extLst>
                <a:ext uri="{FF2B5EF4-FFF2-40B4-BE49-F238E27FC236}">
                  <a16:creationId xmlns:a16="http://schemas.microsoft.com/office/drawing/2014/main" id="{DEA0B285-E188-0724-B215-6ADD9FD3F183}"/>
                </a:ext>
              </a:extLst>
            </p:cNvPr>
            <p:cNvSpPr>
              <a:spLocks noGrp="1"/>
            </p:cNvSpPr>
            <p:nvPr/>
          </p:nvSpPr>
          <p:spPr>
            <a:xfrm>
              <a:off x="1212061" y="5239856"/>
              <a:ext cx="16590" cy="37164"/>
            </a:xfrm>
            <a:custGeom>
              <a:avLst/>
              <a:gdLst/>
              <a:ahLst/>
              <a:cxnLst/>
              <a:rect l="0" t="0" r="0" b="0"/>
              <a:pathLst>
                <a:path w="16590" h="37164">
                  <a:moveTo>
                    <a:pt x="16590" y="0"/>
                  </a:moveTo>
                  <a:lnTo>
                    <a:pt x="0" y="37164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46" name="Input_receptor__845">
              <a:extLst>
                <a:ext uri="{FF2B5EF4-FFF2-40B4-BE49-F238E27FC236}">
                  <a16:creationId xmlns:a16="http://schemas.microsoft.com/office/drawing/2014/main" id="{07F34573-869E-0FC6-4FE9-E5C10C6EE77C}"/>
                </a:ext>
              </a:extLst>
            </p:cNvPr>
            <p:cNvSpPr>
              <a:spLocks noGrp="1"/>
            </p:cNvSpPr>
            <p:nvPr/>
          </p:nvSpPr>
          <p:spPr>
            <a:xfrm>
              <a:off x="1601846" y="4882400"/>
              <a:ext cx="21741" cy="42946"/>
            </a:xfrm>
            <a:custGeom>
              <a:avLst/>
              <a:gdLst/>
              <a:ahLst/>
              <a:cxnLst/>
              <a:rect l="0" t="0" r="0" b="0"/>
              <a:pathLst>
                <a:path w="21741" h="42946">
                  <a:moveTo>
                    <a:pt x="21741" y="0"/>
                  </a:moveTo>
                  <a:lnTo>
                    <a:pt x="0" y="42946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47" name="Input_receptor__846">
              <a:extLst>
                <a:ext uri="{FF2B5EF4-FFF2-40B4-BE49-F238E27FC236}">
                  <a16:creationId xmlns:a16="http://schemas.microsoft.com/office/drawing/2014/main" id="{DF7B8640-2B2A-56F1-B9A4-D8D20FF7A58B}"/>
                </a:ext>
              </a:extLst>
            </p:cNvPr>
            <p:cNvSpPr>
              <a:spLocks noGrp="1"/>
            </p:cNvSpPr>
            <p:nvPr/>
          </p:nvSpPr>
          <p:spPr>
            <a:xfrm>
              <a:off x="1579976" y="5354074"/>
              <a:ext cx="26602" cy="33450"/>
            </a:xfrm>
            <a:custGeom>
              <a:avLst/>
              <a:gdLst/>
              <a:ahLst/>
              <a:cxnLst/>
              <a:rect l="0" t="0" r="0" b="0"/>
              <a:pathLst>
                <a:path w="26602" h="33450">
                  <a:moveTo>
                    <a:pt x="0" y="33450"/>
                  </a:moveTo>
                  <a:lnTo>
                    <a:pt x="26602" y="0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48" name="Input_receptor__847">
              <a:extLst>
                <a:ext uri="{FF2B5EF4-FFF2-40B4-BE49-F238E27FC236}">
                  <a16:creationId xmlns:a16="http://schemas.microsoft.com/office/drawing/2014/main" id="{4AA484CE-54A6-BE66-ADF2-13FDC28A8D89}"/>
                </a:ext>
              </a:extLst>
            </p:cNvPr>
            <p:cNvSpPr>
              <a:spLocks noGrp="1"/>
            </p:cNvSpPr>
            <p:nvPr/>
          </p:nvSpPr>
          <p:spPr>
            <a:xfrm>
              <a:off x="1539716" y="4844404"/>
              <a:ext cx="12098" cy="15783"/>
            </a:xfrm>
            <a:custGeom>
              <a:avLst/>
              <a:gdLst/>
              <a:ahLst/>
              <a:cxnLst/>
              <a:rect l="0" t="0" r="0" b="0"/>
              <a:pathLst>
                <a:path w="12098" h="15783">
                  <a:moveTo>
                    <a:pt x="0" y="15783"/>
                  </a:moveTo>
                  <a:lnTo>
                    <a:pt x="12098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49" name="Input_receptor__848">
              <a:extLst>
                <a:ext uri="{FF2B5EF4-FFF2-40B4-BE49-F238E27FC236}">
                  <a16:creationId xmlns:a16="http://schemas.microsoft.com/office/drawing/2014/main" id="{D784DBAC-3D2E-6E37-175A-C1AC429BDD80}"/>
                </a:ext>
              </a:extLst>
            </p:cNvPr>
            <p:cNvSpPr>
              <a:spLocks noGrp="1"/>
            </p:cNvSpPr>
            <p:nvPr/>
          </p:nvSpPr>
          <p:spPr>
            <a:xfrm>
              <a:off x="939422" y="4899858"/>
              <a:ext cx="24818" cy="22606"/>
            </a:xfrm>
            <a:custGeom>
              <a:avLst/>
              <a:gdLst/>
              <a:ahLst/>
              <a:cxnLst/>
              <a:rect l="0" t="0" r="0" b="0"/>
              <a:pathLst>
                <a:path w="24818" h="22606">
                  <a:moveTo>
                    <a:pt x="0" y="22606"/>
                  </a:moveTo>
                  <a:lnTo>
                    <a:pt x="24818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50" name="Input_receptor__849">
              <a:extLst>
                <a:ext uri="{FF2B5EF4-FFF2-40B4-BE49-F238E27FC236}">
                  <a16:creationId xmlns:a16="http://schemas.microsoft.com/office/drawing/2014/main" id="{A52DA3F1-D4C0-4CF7-2F42-C2FBD983EE70}"/>
                </a:ext>
              </a:extLst>
            </p:cNvPr>
            <p:cNvSpPr>
              <a:spLocks noGrp="1"/>
            </p:cNvSpPr>
            <p:nvPr/>
          </p:nvSpPr>
          <p:spPr>
            <a:xfrm>
              <a:off x="948762" y="5367403"/>
              <a:ext cx="19449" cy="42182"/>
            </a:xfrm>
            <a:custGeom>
              <a:avLst/>
              <a:gdLst/>
              <a:ahLst/>
              <a:cxnLst/>
              <a:rect l="0" t="0" r="0" b="0"/>
              <a:pathLst>
                <a:path w="19449" h="42182">
                  <a:moveTo>
                    <a:pt x="0" y="42182"/>
                  </a:moveTo>
                  <a:lnTo>
                    <a:pt x="19449" y="0"/>
                  </a:lnTo>
                </a:path>
              </a:pathLst>
            </a:custGeom>
            <a:noFill/>
            <a:ln w="8096">
              <a:solidFill>
                <a:srgbClr val="8597A4"/>
              </a:solidFill>
            </a:ln>
          </p:spPr>
        </p:sp>
        <p:sp>
          <p:nvSpPr>
            <p:cNvPr id="851" name="Input_receptor__850">
              <a:extLst>
                <a:ext uri="{FF2B5EF4-FFF2-40B4-BE49-F238E27FC236}">
                  <a16:creationId xmlns:a16="http://schemas.microsoft.com/office/drawing/2014/main" id="{3A6B62A4-E83B-78B3-CC66-44ECF3CB1200}"/>
                </a:ext>
              </a:extLst>
            </p:cNvPr>
            <p:cNvSpPr>
              <a:spLocks noGrp="1"/>
            </p:cNvSpPr>
            <p:nvPr/>
          </p:nvSpPr>
          <p:spPr>
            <a:xfrm>
              <a:off x="1711795" y="5356128"/>
              <a:ext cx="39776" cy="22250"/>
            </a:xfrm>
            <a:custGeom>
              <a:avLst/>
              <a:gdLst/>
              <a:ahLst/>
              <a:cxnLst/>
              <a:rect l="0" t="0" r="0" b="0"/>
              <a:pathLst>
                <a:path w="39776" h="22250">
                  <a:moveTo>
                    <a:pt x="0" y="0"/>
                  </a:moveTo>
                  <a:lnTo>
                    <a:pt x="39776" y="22250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2" name="Input_receptor__851">
              <a:extLst>
                <a:ext uri="{FF2B5EF4-FFF2-40B4-BE49-F238E27FC236}">
                  <a16:creationId xmlns:a16="http://schemas.microsoft.com/office/drawing/2014/main" id="{FEA6486B-ECC4-5C0A-90F5-FB574EF46A75}"/>
                </a:ext>
              </a:extLst>
            </p:cNvPr>
            <p:cNvSpPr>
              <a:spLocks noGrp="1"/>
            </p:cNvSpPr>
            <p:nvPr/>
          </p:nvSpPr>
          <p:spPr>
            <a:xfrm>
              <a:off x="1053162" y="4882742"/>
              <a:ext cx="23920" cy="2559"/>
            </a:xfrm>
            <a:custGeom>
              <a:avLst/>
              <a:gdLst/>
              <a:ahLst/>
              <a:cxnLst/>
              <a:rect l="0" t="0" r="0" b="0"/>
              <a:pathLst>
                <a:path w="23920" h="2559">
                  <a:moveTo>
                    <a:pt x="0" y="0"/>
                  </a:moveTo>
                  <a:lnTo>
                    <a:pt x="23920" y="2559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3" name="Input_receptor__852">
              <a:extLst>
                <a:ext uri="{FF2B5EF4-FFF2-40B4-BE49-F238E27FC236}">
                  <a16:creationId xmlns:a16="http://schemas.microsoft.com/office/drawing/2014/main" id="{500994B4-64BE-F390-A346-B40028FC762C}"/>
                </a:ext>
              </a:extLst>
            </p:cNvPr>
            <p:cNvSpPr>
              <a:spLocks noGrp="1"/>
            </p:cNvSpPr>
            <p:nvPr/>
          </p:nvSpPr>
          <p:spPr>
            <a:xfrm>
              <a:off x="1104270" y="5282843"/>
              <a:ext cx="35381" cy="14537"/>
            </a:xfrm>
            <a:custGeom>
              <a:avLst/>
              <a:gdLst/>
              <a:ahLst/>
              <a:cxnLst/>
              <a:rect l="0" t="0" r="0" b="0"/>
              <a:pathLst>
                <a:path w="35381" h="14537">
                  <a:moveTo>
                    <a:pt x="0" y="0"/>
                  </a:moveTo>
                  <a:lnTo>
                    <a:pt x="35381" y="14537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4" name="Input_receptor__853">
              <a:extLst>
                <a:ext uri="{FF2B5EF4-FFF2-40B4-BE49-F238E27FC236}">
                  <a16:creationId xmlns:a16="http://schemas.microsoft.com/office/drawing/2014/main" id="{031FFC07-8A0A-09DD-DCDA-C834CF5C1872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5291745"/>
              <a:ext cx="48387" cy="1709"/>
            </a:xfrm>
            <a:custGeom>
              <a:avLst/>
              <a:gdLst/>
              <a:ahLst/>
              <a:cxnLst/>
              <a:rect l="0" t="0" r="0" b="0"/>
              <a:pathLst>
                <a:path w="48387" h="1709">
                  <a:moveTo>
                    <a:pt x="48387" y="0"/>
                  </a:moveTo>
                  <a:lnTo>
                    <a:pt x="0" y="1709"/>
                  </a:lnTo>
                </a:path>
              </a:pathLst>
            </a:custGeom>
            <a:noFill/>
            <a:ln w="20003">
              <a:solidFill>
                <a:srgbClr val="8597A4"/>
              </a:solidFill>
            </a:ln>
          </p:spPr>
        </p:sp>
        <p:sp>
          <p:nvSpPr>
            <p:cNvPr id="855" name="Input_receptor__854">
              <a:extLst>
                <a:ext uri="{FF2B5EF4-FFF2-40B4-BE49-F238E27FC236}">
                  <a16:creationId xmlns:a16="http://schemas.microsoft.com/office/drawing/2014/main" id="{9BDE0760-339A-806A-3879-CE25CBAFCA79}"/>
                </a:ext>
              </a:extLst>
            </p:cNvPr>
            <p:cNvSpPr>
              <a:spLocks noGrp="1"/>
            </p:cNvSpPr>
            <p:nvPr/>
          </p:nvSpPr>
          <p:spPr>
            <a:xfrm>
              <a:off x="1004707" y="4903572"/>
              <a:ext cx="27966" cy="36589"/>
            </a:xfrm>
            <a:custGeom>
              <a:avLst/>
              <a:gdLst/>
              <a:ahLst/>
              <a:cxnLst/>
              <a:rect l="0" t="0" r="0" b="0"/>
              <a:pathLst>
                <a:path w="27966" h="36589">
                  <a:moveTo>
                    <a:pt x="0" y="0"/>
                  </a:moveTo>
                  <a:lnTo>
                    <a:pt x="27966" y="36589"/>
                  </a:lnTo>
                </a:path>
              </a:pathLst>
            </a:custGeom>
            <a:noFill/>
            <a:ln w="8096">
              <a:solidFill>
                <a:srgbClr val="8597A5"/>
              </a:solidFill>
            </a:ln>
          </p:spPr>
        </p:sp>
        <p:sp>
          <p:nvSpPr>
            <p:cNvPr id="856" name="Input_receptor__855">
              <a:extLst>
                <a:ext uri="{FF2B5EF4-FFF2-40B4-BE49-F238E27FC236}">
                  <a16:creationId xmlns:a16="http://schemas.microsoft.com/office/drawing/2014/main" id="{CE82699E-DD4D-D3BD-517D-31D2157E42DB}"/>
                </a:ext>
              </a:extLst>
            </p:cNvPr>
            <p:cNvSpPr>
              <a:spLocks noGrp="1"/>
            </p:cNvSpPr>
            <p:nvPr/>
          </p:nvSpPr>
          <p:spPr>
            <a:xfrm>
              <a:off x="1495593" y="5209920"/>
              <a:ext cx="45297" cy="4126"/>
            </a:xfrm>
            <a:custGeom>
              <a:avLst/>
              <a:gdLst/>
              <a:ahLst/>
              <a:cxnLst/>
              <a:rect l="0" t="0" r="0" b="0"/>
              <a:pathLst>
                <a:path w="45297" h="4126">
                  <a:moveTo>
                    <a:pt x="45297" y="41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57" name="Input_receptor__856">
              <a:extLst>
                <a:ext uri="{FF2B5EF4-FFF2-40B4-BE49-F238E27FC236}">
                  <a16:creationId xmlns:a16="http://schemas.microsoft.com/office/drawing/2014/main" id="{3C7D5A62-B666-88CB-3104-26A7B8FEBD22}"/>
                </a:ext>
              </a:extLst>
            </p:cNvPr>
            <p:cNvSpPr>
              <a:spLocks noGrp="1"/>
            </p:cNvSpPr>
            <p:nvPr/>
          </p:nvSpPr>
          <p:spPr>
            <a:xfrm>
              <a:off x="1733935" y="5378379"/>
              <a:ext cx="17636" cy="43048"/>
            </a:xfrm>
            <a:custGeom>
              <a:avLst/>
              <a:gdLst/>
              <a:ahLst/>
              <a:cxnLst/>
              <a:rect l="0" t="0" r="0" b="0"/>
              <a:pathLst>
                <a:path w="17636" h="43048">
                  <a:moveTo>
                    <a:pt x="17636" y="0"/>
                  </a:moveTo>
                  <a:lnTo>
                    <a:pt x="0" y="43048"/>
                  </a:lnTo>
                </a:path>
              </a:pathLst>
            </a:custGeom>
            <a:noFill/>
            <a:ln w="8096">
              <a:solidFill>
                <a:srgbClr val="8597A5"/>
              </a:solidFill>
            </a:ln>
          </p:spPr>
        </p:sp>
        <p:sp>
          <p:nvSpPr>
            <p:cNvPr id="858" name="Input_receptor__857">
              <a:extLst>
                <a:ext uri="{FF2B5EF4-FFF2-40B4-BE49-F238E27FC236}">
                  <a16:creationId xmlns:a16="http://schemas.microsoft.com/office/drawing/2014/main" id="{18BEDE4E-8C72-C4EB-90C9-D1AF6D928116}"/>
                </a:ext>
              </a:extLst>
            </p:cNvPr>
            <p:cNvSpPr>
              <a:spLocks noGrp="1"/>
            </p:cNvSpPr>
            <p:nvPr/>
          </p:nvSpPr>
          <p:spPr>
            <a:xfrm>
              <a:off x="1604875" y="5142425"/>
              <a:ext cx="29133" cy="22656"/>
            </a:xfrm>
            <a:custGeom>
              <a:avLst/>
              <a:gdLst/>
              <a:ahLst/>
              <a:cxnLst/>
              <a:rect l="0" t="0" r="0" b="0"/>
              <a:pathLst>
                <a:path w="29133" h="22656">
                  <a:moveTo>
                    <a:pt x="29133" y="0"/>
                  </a:moveTo>
                  <a:lnTo>
                    <a:pt x="0" y="22656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59" name="Input_receptor__858">
              <a:extLst>
                <a:ext uri="{FF2B5EF4-FFF2-40B4-BE49-F238E27FC236}">
                  <a16:creationId xmlns:a16="http://schemas.microsoft.com/office/drawing/2014/main" id="{CF540133-66A9-3FB5-E7EA-BC4337427D53}"/>
                </a:ext>
              </a:extLst>
            </p:cNvPr>
            <p:cNvSpPr>
              <a:spLocks noGrp="1"/>
            </p:cNvSpPr>
            <p:nvPr/>
          </p:nvSpPr>
          <p:spPr>
            <a:xfrm>
              <a:off x="1132090" y="4955241"/>
              <a:ext cx="9656" cy="47252"/>
            </a:xfrm>
            <a:custGeom>
              <a:avLst/>
              <a:gdLst/>
              <a:ahLst/>
              <a:cxnLst/>
              <a:rect l="0" t="0" r="0" b="0"/>
              <a:pathLst>
                <a:path w="9656" h="47252">
                  <a:moveTo>
                    <a:pt x="0" y="47252"/>
                  </a:moveTo>
                  <a:lnTo>
                    <a:pt x="9656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0" name="Input_receptor__859">
              <a:extLst>
                <a:ext uri="{FF2B5EF4-FFF2-40B4-BE49-F238E27FC236}">
                  <a16:creationId xmlns:a16="http://schemas.microsoft.com/office/drawing/2014/main" id="{192CDA97-373E-C78C-ED7D-206A1C430A6E}"/>
                </a:ext>
              </a:extLst>
            </p:cNvPr>
            <p:cNvSpPr>
              <a:spLocks noGrp="1"/>
            </p:cNvSpPr>
            <p:nvPr/>
          </p:nvSpPr>
          <p:spPr>
            <a:xfrm>
              <a:off x="1634008" y="5104427"/>
              <a:ext cx="5314" cy="37998"/>
            </a:xfrm>
            <a:custGeom>
              <a:avLst/>
              <a:gdLst/>
              <a:ahLst/>
              <a:cxnLst/>
              <a:rect l="0" t="0" r="0" b="0"/>
              <a:pathLst>
                <a:path w="5314" h="37998">
                  <a:moveTo>
                    <a:pt x="5314" y="0"/>
                  </a:moveTo>
                  <a:lnTo>
                    <a:pt x="0" y="37998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1" name="Input_receptor__860">
              <a:extLst>
                <a:ext uri="{FF2B5EF4-FFF2-40B4-BE49-F238E27FC236}">
                  <a16:creationId xmlns:a16="http://schemas.microsoft.com/office/drawing/2014/main" id="{ED4D6F70-9AD6-14C1-AC3E-94EB2A18E14E}"/>
                </a:ext>
              </a:extLst>
            </p:cNvPr>
            <p:cNvSpPr>
              <a:spLocks noGrp="1"/>
            </p:cNvSpPr>
            <p:nvPr/>
          </p:nvSpPr>
          <p:spPr>
            <a:xfrm>
              <a:off x="1772606" y="4863472"/>
              <a:ext cx="21430" cy="41639"/>
            </a:xfrm>
            <a:custGeom>
              <a:avLst/>
              <a:gdLst/>
              <a:ahLst/>
              <a:cxnLst/>
              <a:rect l="0" t="0" r="0" b="0"/>
              <a:pathLst>
                <a:path w="21430" h="41639">
                  <a:moveTo>
                    <a:pt x="0" y="41639"/>
                  </a:moveTo>
                  <a:lnTo>
                    <a:pt x="21430" y="0"/>
                  </a:lnTo>
                </a:path>
              </a:pathLst>
            </a:custGeom>
            <a:noFill/>
            <a:ln w="20003">
              <a:solidFill>
                <a:srgbClr val="8597A5"/>
              </a:solidFill>
            </a:ln>
          </p:spPr>
        </p:sp>
        <p:sp>
          <p:nvSpPr>
            <p:cNvPr id="862" name="Input_receptor__861">
              <a:extLst>
                <a:ext uri="{FF2B5EF4-FFF2-40B4-BE49-F238E27FC236}">
                  <a16:creationId xmlns:a16="http://schemas.microsoft.com/office/drawing/2014/main" id="{5EB51973-0220-E468-4133-9110A62201F8}"/>
                </a:ext>
              </a:extLst>
            </p:cNvPr>
            <p:cNvSpPr>
              <a:spLocks noGrp="1"/>
            </p:cNvSpPr>
            <p:nvPr/>
          </p:nvSpPr>
          <p:spPr>
            <a:xfrm>
              <a:off x="1089828" y="5438287"/>
              <a:ext cx="32329" cy="29647"/>
            </a:xfrm>
            <a:custGeom>
              <a:avLst/>
              <a:gdLst/>
              <a:ahLst/>
              <a:cxnLst/>
              <a:rect l="0" t="0" r="0" b="0"/>
              <a:pathLst>
                <a:path w="32329" h="29647">
                  <a:moveTo>
                    <a:pt x="32329" y="296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3" name="Input_receptor__862">
              <a:extLst>
                <a:ext uri="{FF2B5EF4-FFF2-40B4-BE49-F238E27FC236}">
                  <a16:creationId xmlns:a16="http://schemas.microsoft.com/office/drawing/2014/main" id="{9AD52D75-51BF-160E-5D69-A10CE9B3BC77}"/>
                </a:ext>
              </a:extLst>
            </p:cNvPr>
            <p:cNvSpPr>
              <a:spLocks noGrp="1"/>
            </p:cNvSpPr>
            <p:nvPr/>
          </p:nvSpPr>
          <p:spPr>
            <a:xfrm>
              <a:off x="1051853" y="5438287"/>
              <a:ext cx="37975" cy="22461"/>
            </a:xfrm>
            <a:custGeom>
              <a:avLst/>
              <a:gdLst/>
              <a:ahLst/>
              <a:cxnLst/>
              <a:rect l="0" t="0" r="0" b="0"/>
              <a:pathLst>
                <a:path w="37975" h="22461">
                  <a:moveTo>
                    <a:pt x="37975" y="0"/>
                  </a:moveTo>
                  <a:lnTo>
                    <a:pt x="0" y="22461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4" name="Input_receptor__863">
              <a:extLst>
                <a:ext uri="{FF2B5EF4-FFF2-40B4-BE49-F238E27FC236}">
                  <a16:creationId xmlns:a16="http://schemas.microsoft.com/office/drawing/2014/main" id="{B1FFAB07-E70D-0F94-FA3C-A0D536E65BE2}"/>
                </a:ext>
              </a:extLst>
            </p:cNvPr>
            <p:cNvSpPr>
              <a:spLocks noGrp="1"/>
            </p:cNvSpPr>
            <p:nvPr/>
          </p:nvSpPr>
          <p:spPr>
            <a:xfrm>
              <a:off x="1134741" y="5297380"/>
              <a:ext cx="4911" cy="44102"/>
            </a:xfrm>
            <a:custGeom>
              <a:avLst/>
              <a:gdLst/>
              <a:ahLst/>
              <a:cxnLst/>
              <a:rect l="0" t="0" r="0" b="0"/>
              <a:pathLst>
                <a:path w="4911" h="44102">
                  <a:moveTo>
                    <a:pt x="4911" y="0"/>
                  </a:moveTo>
                  <a:lnTo>
                    <a:pt x="0" y="44102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5" name="Input_receptor__864">
              <a:extLst>
                <a:ext uri="{FF2B5EF4-FFF2-40B4-BE49-F238E27FC236}">
                  <a16:creationId xmlns:a16="http://schemas.microsoft.com/office/drawing/2014/main" id="{82F18833-67A5-B927-B293-9F4DBA5AADCA}"/>
                </a:ext>
              </a:extLst>
            </p:cNvPr>
            <p:cNvSpPr>
              <a:spLocks noGrp="1"/>
            </p:cNvSpPr>
            <p:nvPr/>
          </p:nvSpPr>
          <p:spPr>
            <a:xfrm>
              <a:off x="1407657" y="5050918"/>
              <a:ext cx="37000" cy="17797"/>
            </a:xfrm>
            <a:custGeom>
              <a:avLst/>
              <a:gdLst/>
              <a:ahLst/>
              <a:cxnLst/>
              <a:rect l="0" t="0" r="0" b="0"/>
              <a:pathLst>
                <a:path w="37000" h="17797">
                  <a:moveTo>
                    <a:pt x="0" y="17797"/>
                  </a:moveTo>
                  <a:lnTo>
                    <a:pt x="37000" y="0"/>
                  </a:lnTo>
                </a:path>
              </a:pathLst>
            </a:custGeom>
            <a:noFill/>
            <a:ln w="8096">
              <a:solidFill>
                <a:srgbClr val="8697A5"/>
              </a:solidFill>
            </a:ln>
          </p:spPr>
        </p:sp>
        <p:sp>
          <p:nvSpPr>
            <p:cNvPr id="866" name="Input_receptor__865">
              <a:extLst>
                <a:ext uri="{FF2B5EF4-FFF2-40B4-BE49-F238E27FC236}">
                  <a16:creationId xmlns:a16="http://schemas.microsoft.com/office/drawing/2014/main" id="{B045C059-65C0-4FED-4857-F40C52C6C6D3}"/>
                </a:ext>
              </a:extLst>
            </p:cNvPr>
            <p:cNvSpPr>
              <a:spLocks noGrp="1"/>
            </p:cNvSpPr>
            <p:nvPr/>
          </p:nvSpPr>
          <p:spPr>
            <a:xfrm>
              <a:off x="1199148" y="4802644"/>
              <a:ext cx="17938" cy="40560"/>
            </a:xfrm>
            <a:custGeom>
              <a:avLst/>
              <a:gdLst/>
              <a:ahLst/>
              <a:cxnLst/>
              <a:rect l="0" t="0" r="0" b="0"/>
              <a:pathLst>
                <a:path w="17938" h="40560">
                  <a:moveTo>
                    <a:pt x="0" y="0"/>
                  </a:moveTo>
                  <a:lnTo>
                    <a:pt x="17938" y="4056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7" name="Input_receptor__866">
              <a:extLst>
                <a:ext uri="{FF2B5EF4-FFF2-40B4-BE49-F238E27FC236}">
                  <a16:creationId xmlns:a16="http://schemas.microsoft.com/office/drawing/2014/main" id="{3013EDB8-3D8A-E382-4D38-0498C9B4EC6B}"/>
                </a:ext>
              </a:extLst>
            </p:cNvPr>
            <p:cNvSpPr>
              <a:spLocks noGrp="1"/>
            </p:cNvSpPr>
            <p:nvPr/>
          </p:nvSpPr>
          <p:spPr>
            <a:xfrm>
              <a:off x="1177479" y="4987180"/>
              <a:ext cx="14284" cy="25183"/>
            </a:xfrm>
            <a:custGeom>
              <a:avLst/>
              <a:gdLst/>
              <a:ahLst/>
              <a:cxnLst/>
              <a:rect l="0" t="0" r="0" b="0"/>
              <a:pathLst>
                <a:path w="14284" h="25183">
                  <a:moveTo>
                    <a:pt x="14284" y="0"/>
                  </a:moveTo>
                  <a:lnTo>
                    <a:pt x="0" y="25183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8" name="Input_receptor__867">
              <a:extLst>
                <a:ext uri="{FF2B5EF4-FFF2-40B4-BE49-F238E27FC236}">
                  <a16:creationId xmlns:a16="http://schemas.microsoft.com/office/drawing/2014/main" id="{14896117-3A54-D543-521D-13215EBF0120}"/>
                </a:ext>
              </a:extLst>
            </p:cNvPr>
            <p:cNvSpPr>
              <a:spLocks noGrp="1"/>
            </p:cNvSpPr>
            <p:nvPr/>
          </p:nvSpPr>
          <p:spPr>
            <a:xfrm>
              <a:off x="1395539" y="4743113"/>
              <a:ext cx="35207" cy="32164"/>
            </a:xfrm>
            <a:custGeom>
              <a:avLst/>
              <a:gdLst/>
              <a:ahLst/>
              <a:cxnLst/>
              <a:rect l="0" t="0" r="0" b="0"/>
              <a:pathLst>
                <a:path w="35207" h="32164">
                  <a:moveTo>
                    <a:pt x="35207" y="321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69" name="Input_receptor__868">
              <a:extLst>
                <a:ext uri="{FF2B5EF4-FFF2-40B4-BE49-F238E27FC236}">
                  <a16:creationId xmlns:a16="http://schemas.microsoft.com/office/drawing/2014/main" id="{CD9AE085-F5AA-D6A8-7FC2-740AE0E5CDB8}"/>
                </a:ext>
              </a:extLst>
            </p:cNvPr>
            <p:cNvSpPr>
              <a:spLocks noGrp="1"/>
            </p:cNvSpPr>
            <p:nvPr/>
          </p:nvSpPr>
          <p:spPr>
            <a:xfrm>
              <a:off x="1586642" y="5105493"/>
              <a:ext cx="5015" cy="1943"/>
            </a:xfrm>
            <a:custGeom>
              <a:avLst/>
              <a:gdLst/>
              <a:ahLst/>
              <a:cxnLst/>
              <a:rect l="0" t="0" r="0" b="0"/>
              <a:pathLst>
                <a:path w="5015" h="1943">
                  <a:moveTo>
                    <a:pt x="0" y="0"/>
                  </a:moveTo>
                  <a:lnTo>
                    <a:pt x="5015" y="1943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0" name="Input_receptor__869">
              <a:extLst>
                <a:ext uri="{FF2B5EF4-FFF2-40B4-BE49-F238E27FC236}">
                  <a16:creationId xmlns:a16="http://schemas.microsoft.com/office/drawing/2014/main" id="{E71F6CDC-20C0-4A45-5A48-CBEDA3C42B91}"/>
                </a:ext>
              </a:extLst>
            </p:cNvPr>
            <p:cNvSpPr>
              <a:spLocks noGrp="1"/>
            </p:cNvSpPr>
            <p:nvPr/>
          </p:nvSpPr>
          <p:spPr>
            <a:xfrm>
              <a:off x="1489495" y="4846437"/>
              <a:ext cx="11224" cy="37876"/>
            </a:xfrm>
            <a:custGeom>
              <a:avLst/>
              <a:gdLst/>
              <a:ahLst/>
              <a:cxnLst/>
              <a:rect l="0" t="0" r="0" b="0"/>
              <a:pathLst>
                <a:path w="11224" h="37876">
                  <a:moveTo>
                    <a:pt x="0" y="0"/>
                  </a:moveTo>
                  <a:lnTo>
                    <a:pt x="11224" y="37876"/>
                  </a:lnTo>
                </a:path>
              </a:pathLst>
            </a:custGeom>
            <a:noFill/>
            <a:ln w="8096">
              <a:solidFill>
                <a:srgbClr val="8697A5"/>
              </a:solidFill>
            </a:ln>
          </p:spPr>
        </p:sp>
        <p:sp>
          <p:nvSpPr>
            <p:cNvPr id="871" name="Input_receptor__870">
              <a:extLst>
                <a:ext uri="{FF2B5EF4-FFF2-40B4-BE49-F238E27FC236}">
                  <a16:creationId xmlns:a16="http://schemas.microsoft.com/office/drawing/2014/main" id="{DCB26BAB-BD35-1FAA-CE3A-E8220F84CAEA}"/>
                </a:ext>
              </a:extLst>
            </p:cNvPr>
            <p:cNvSpPr>
              <a:spLocks noGrp="1"/>
            </p:cNvSpPr>
            <p:nvPr/>
          </p:nvSpPr>
          <p:spPr>
            <a:xfrm>
              <a:off x="1095550" y="5467933"/>
              <a:ext cx="26607" cy="39029"/>
            </a:xfrm>
            <a:custGeom>
              <a:avLst/>
              <a:gdLst/>
              <a:ahLst/>
              <a:cxnLst/>
              <a:rect l="0" t="0" r="0" b="0"/>
              <a:pathLst>
                <a:path w="26607" h="39029">
                  <a:moveTo>
                    <a:pt x="0" y="39029"/>
                  </a:moveTo>
                  <a:lnTo>
                    <a:pt x="26607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2" name="Input_receptor__871">
              <a:extLst>
                <a:ext uri="{FF2B5EF4-FFF2-40B4-BE49-F238E27FC236}">
                  <a16:creationId xmlns:a16="http://schemas.microsoft.com/office/drawing/2014/main" id="{55DC1F48-E0CD-FD85-4347-D3969E850965}"/>
                </a:ext>
              </a:extLst>
            </p:cNvPr>
            <p:cNvSpPr>
              <a:spLocks noGrp="1"/>
            </p:cNvSpPr>
            <p:nvPr/>
          </p:nvSpPr>
          <p:spPr>
            <a:xfrm>
              <a:off x="1686550" y="5356128"/>
              <a:ext cx="25245" cy="16576"/>
            </a:xfrm>
            <a:custGeom>
              <a:avLst/>
              <a:gdLst/>
              <a:ahLst/>
              <a:cxnLst/>
              <a:rect l="0" t="0" r="0" b="0"/>
              <a:pathLst>
                <a:path w="25245" h="16576">
                  <a:moveTo>
                    <a:pt x="0" y="16576"/>
                  </a:moveTo>
                  <a:lnTo>
                    <a:pt x="25245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3" name="Input_receptor__872">
              <a:extLst>
                <a:ext uri="{FF2B5EF4-FFF2-40B4-BE49-F238E27FC236}">
                  <a16:creationId xmlns:a16="http://schemas.microsoft.com/office/drawing/2014/main" id="{F2F4AB37-AA2A-E839-3C7B-EEA9167C065D}"/>
                </a:ext>
              </a:extLst>
            </p:cNvPr>
            <p:cNvSpPr>
              <a:spLocks noGrp="1"/>
            </p:cNvSpPr>
            <p:nvPr/>
          </p:nvSpPr>
          <p:spPr>
            <a:xfrm>
              <a:off x="1234460" y="4563471"/>
              <a:ext cx="36790" cy="21926"/>
            </a:xfrm>
            <a:custGeom>
              <a:avLst/>
              <a:gdLst/>
              <a:ahLst/>
              <a:cxnLst/>
              <a:rect l="0" t="0" r="0" b="0"/>
              <a:pathLst>
                <a:path w="36790" h="21926">
                  <a:moveTo>
                    <a:pt x="0" y="0"/>
                  </a:moveTo>
                  <a:lnTo>
                    <a:pt x="36790" y="21926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4" name="Input_receptor__873">
              <a:extLst>
                <a:ext uri="{FF2B5EF4-FFF2-40B4-BE49-F238E27FC236}">
                  <a16:creationId xmlns:a16="http://schemas.microsoft.com/office/drawing/2014/main" id="{CA4133B3-9D60-EDCF-1452-6321B4360214}"/>
                </a:ext>
              </a:extLst>
            </p:cNvPr>
            <p:cNvSpPr>
              <a:spLocks noGrp="1"/>
            </p:cNvSpPr>
            <p:nvPr/>
          </p:nvSpPr>
          <p:spPr>
            <a:xfrm>
              <a:off x="1552231" y="5281328"/>
              <a:ext cx="26437" cy="39826"/>
            </a:xfrm>
            <a:custGeom>
              <a:avLst/>
              <a:gdLst/>
              <a:ahLst/>
              <a:cxnLst/>
              <a:rect l="0" t="0" r="0" b="0"/>
              <a:pathLst>
                <a:path w="26437" h="39826">
                  <a:moveTo>
                    <a:pt x="0" y="39826"/>
                  </a:moveTo>
                  <a:lnTo>
                    <a:pt x="26437" y="0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5" name="Input_receptor__874">
              <a:extLst>
                <a:ext uri="{FF2B5EF4-FFF2-40B4-BE49-F238E27FC236}">
                  <a16:creationId xmlns:a16="http://schemas.microsoft.com/office/drawing/2014/main" id="{4888B902-6FA2-FFC2-C41D-7D98B84F9A8E}"/>
                </a:ext>
              </a:extLst>
            </p:cNvPr>
            <p:cNvSpPr>
              <a:spLocks noGrp="1"/>
            </p:cNvSpPr>
            <p:nvPr/>
          </p:nvSpPr>
          <p:spPr>
            <a:xfrm>
              <a:off x="1669395" y="4960995"/>
              <a:ext cx="47805" cy="6466"/>
            </a:xfrm>
            <a:custGeom>
              <a:avLst/>
              <a:gdLst/>
              <a:ahLst/>
              <a:cxnLst/>
              <a:rect l="0" t="0" r="0" b="0"/>
              <a:pathLst>
                <a:path w="47805" h="6466">
                  <a:moveTo>
                    <a:pt x="0" y="0"/>
                  </a:moveTo>
                  <a:lnTo>
                    <a:pt x="47805" y="6466"/>
                  </a:lnTo>
                </a:path>
              </a:pathLst>
            </a:custGeom>
            <a:noFill/>
            <a:ln w="20003">
              <a:solidFill>
                <a:srgbClr val="8697A5"/>
              </a:solidFill>
            </a:ln>
          </p:spPr>
        </p:sp>
        <p:sp>
          <p:nvSpPr>
            <p:cNvPr id="876" name="Input_receptor__875">
              <a:extLst>
                <a:ext uri="{FF2B5EF4-FFF2-40B4-BE49-F238E27FC236}">
                  <a16:creationId xmlns:a16="http://schemas.microsoft.com/office/drawing/2014/main" id="{4D76AE2E-183F-8ABB-15E8-E834640B6C11}"/>
                </a:ext>
              </a:extLst>
            </p:cNvPr>
            <p:cNvSpPr>
              <a:spLocks noGrp="1"/>
            </p:cNvSpPr>
            <p:nvPr/>
          </p:nvSpPr>
          <p:spPr>
            <a:xfrm>
              <a:off x="1161133" y="4440884"/>
              <a:ext cx="5739" cy="34973"/>
            </a:xfrm>
            <a:custGeom>
              <a:avLst/>
              <a:gdLst/>
              <a:ahLst/>
              <a:cxnLst/>
              <a:rect l="0" t="0" r="0" b="0"/>
              <a:pathLst>
                <a:path w="5739" h="34973">
                  <a:moveTo>
                    <a:pt x="5739" y="349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77" name="Input_receptor__876">
              <a:extLst>
                <a:ext uri="{FF2B5EF4-FFF2-40B4-BE49-F238E27FC236}">
                  <a16:creationId xmlns:a16="http://schemas.microsoft.com/office/drawing/2014/main" id="{F7319ABE-D914-4B45-A0AC-EA5782071875}"/>
                </a:ext>
              </a:extLst>
            </p:cNvPr>
            <p:cNvSpPr>
              <a:spLocks noGrp="1"/>
            </p:cNvSpPr>
            <p:nvPr/>
          </p:nvSpPr>
          <p:spPr>
            <a:xfrm>
              <a:off x="1547908" y="5045008"/>
              <a:ext cx="39439" cy="14519"/>
            </a:xfrm>
            <a:custGeom>
              <a:avLst/>
              <a:gdLst/>
              <a:ahLst/>
              <a:cxnLst/>
              <a:rect l="0" t="0" r="0" b="0"/>
              <a:pathLst>
                <a:path w="39439" h="14519">
                  <a:moveTo>
                    <a:pt x="0" y="14519"/>
                  </a:moveTo>
                  <a:lnTo>
                    <a:pt x="39439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78" name="Input_receptor__877">
              <a:extLst>
                <a:ext uri="{FF2B5EF4-FFF2-40B4-BE49-F238E27FC236}">
                  <a16:creationId xmlns:a16="http://schemas.microsoft.com/office/drawing/2014/main" id="{383B7C6E-D042-D388-35EC-40FDBF97C98A}"/>
                </a:ext>
              </a:extLst>
            </p:cNvPr>
            <p:cNvSpPr>
              <a:spLocks noGrp="1"/>
            </p:cNvSpPr>
            <p:nvPr/>
          </p:nvSpPr>
          <p:spPr>
            <a:xfrm>
              <a:off x="1465713" y="4513071"/>
              <a:ext cx="36626" cy="1946"/>
            </a:xfrm>
            <a:custGeom>
              <a:avLst/>
              <a:gdLst/>
              <a:ahLst/>
              <a:cxnLst/>
              <a:rect l="0" t="0" r="0" b="0"/>
              <a:pathLst>
                <a:path w="36626" h="1946">
                  <a:moveTo>
                    <a:pt x="0" y="1946"/>
                  </a:moveTo>
                  <a:lnTo>
                    <a:pt x="36626" y="0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79" name="Input_receptor__878">
              <a:extLst>
                <a:ext uri="{FF2B5EF4-FFF2-40B4-BE49-F238E27FC236}">
                  <a16:creationId xmlns:a16="http://schemas.microsoft.com/office/drawing/2014/main" id="{3B84E1E0-908F-F7DA-6BB5-BC28AE83B9F9}"/>
                </a:ext>
              </a:extLst>
            </p:cNvPr>
            <p:cNvSpPr>
              <a:spLocks noGrp="1"/>
            </p:cNvSpPr>
            <p:nvPr/>
          </p:nvSpPr>
          <p:spPr>
            <a:xfrm>
              <a:off x="1377816" y="4847569"/>
              <a:ext cx="41732" cy="19464"/>
            </a:xfrm>
            <a:custGeom>
              <a:avLst/>
              <a:gdLst/>
              <a:ahLst/>
              <a:cxnLst/>
              <a:rect l="0" t="0" r="0" b="0"/>
              <a:pathLst>
                <a:path w="41732" h="19464">
                  <a:moveTo>
                    <a:pt x="41732" y="0"/>
                  </a:moveTo>
                  <a:lnTo>
                    <a:pt x="0" y="19464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0" name="Input_receptor__879">
              <a:extLst>
                <a:ext uri="{FF2B5EF4-FFF2-40B4-BE49-F238E27FC236}">
                  <a16:creationId xmlns:a16="http://schemas.microsoft.com/office/drawing/2014/main" id="{155F6EFB-0E4B-2EA8-92DC-151A1D6E436D}"/>
                </a:ext>
              </a:extLst>
            </p:cNvPr>
            <p:cNvSpPr>
              <a:spLocks noGrp="1"/>
            </p:cNvSpPr>
            <p:nvPr/>
          </p:nvSpPr>
          <p:spPr>
            <a:xfrm>
              <a:off x="1537371" y="4940763"/>
              <a:ext cx="20568" cy="4408"/>
            </a:xfrm>
            <a:custGeom>
              <a:avLst/>
              <a:gdLst/>
              <a:ahLst/>
              <a:cxnLst/>
              <a:rect l="0" t="0" r="0" b="0"/>
              <a:pathLst>
                <a:path w="20568" h="4408">
                  <a:moveTo>
                    <a:pt x="20568" y="44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1" name="Input_receptor__880">
              <a:extLst>
                <a:ext uri="{FF2B5EF4-FFF2-40B4-BE49-F238E27FC236}">
                  <a16:creationId xmlns:a16="http://schemas.microsoft.com/office/drawing/2014/main" id="{AB8D6DA3-39DD-91A7-2338-EDF6F9BAAC38}"/>
                </a:ext>
              </a:extLst>
            </p:cNvPr>
            <p:cNvSpPr>
              <a:spLocks noGrp="1"/>
            </p:cNvSpPr>
            <p:nvPr/>
          </p:nvSpPr>
          <p:spPr>
            <a:xfrm>
              <a:off x="1234460" y="4524705"/>
              <a:ext cx="6242" cy="38767"/>
            </a:xfrm>
            <a:custGeom>
              <a:avLst/>
              <a:gdLst/>
              <a:ahLst/>
              <a:cxnLst/>
              <a:rect l="0" t="0" r="0" b="0"/>
              <a:pathLst>
                <a:path w="6242" h="38767">
                  <a:moveTo>
                    <a:pt x="6242" y="0"/>
                  </a:moveTo>
                  <a:lnTo>
                    <a:pt x="0" y="38767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2" name="Input_receptor__881">
              <a:extLst>
                <a:ext uri="{FF2B5EF4-FFF2-40B4-BE49-F238E27FC236}">
                  <a16:creationId xmlns:a16="http://schemas.microsoft.com/office/drawing/2014/main" id="{811729A4-C182-2838-9EF8-10962710E1EA}"/>
                </a:ext>
              </a:extLst>
            </p:cNvPr>
            <p:cNvSpPr>
              <a:spLocks noGrp="1"/>
            </p:cNvSpPr>
            <p:nvPr/>
          </p:nvSpPr>
          <p:spPr>
            <a:xfrm>
              <a:off x="1032673" y="4940161"/>
              <a:ext cx="27992" cy="2369"/>
            </a:xfrm>
            <a:custGeom>
              <a:avLst/>
              <a:gdLst/>
              <a:ahLst/>
              <a:cxnLst/>
              <a:rect l="0" t="0" r="0" b="0"/>
              <a:pathLst>
                <a:path w="27992" h="2369">
                  <a:moveTo>
                    <a:pt x="0" y="0"/>
                  </a:moveTo>
                  <a:lnTo>
                    <a:pt x="27992" y="2369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3" name="Input_receptor__882">
              <a:extLst>
                <a:ext uri="{FF2B5EF4-FFF2-40B4-BE49-F238E27FC236}">
                  <a16:creationId xmlns:a16="http://schemas.microsoft.com/office/drawing/2014/main" id="{FFE4FFA4-F990-4F67-9EED-6BD10AC42FC3}"/>
                </a:ext>
              </a:extLst>
            </p:cNvPr>
            <p:cNvSpPr>
              <a:spLocks noGrp="1"/>
            </p:cNvSpPr>
            <p:nvPr/>
          </p:nvSpPr>
          <p:spPr>
            <a:xfrm>
              <a:off x="1880594" y="5291745"/>
              <a:ext cx="2971" cy="37810"/>
            </a:xfrm>
            <a:custGeom>
              <a:avLst/>
              <a:gdLst/>
              <a:ahLst/>
              <a:cxnLst/>
              <a:rect l="0" t="0" r="0" b="0"/>
              <a:pathLst>
                <a:path w="2971" h="37810">
                  <a:moveTo>
                    <a:pt x="2971" y="378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4" name="Input_receptor__883">
              <a:extLst>
                <a:ext uri="{FF2B5EF4-FFF2-40B4-BE49-F238E27FC236}">
                  <a16:creationId xmlns:a16="http://schemas.microsoft.com/office/drawing/2014/main" id="{209AC47C-60C1-E1BA-965E-3590FB9A5DB2}"/>
                </a:ext>
              </a:extLst>
            </p:cNvPr>
            <p:cNvSpPr>
              <a:spLocks noGrp="1"/>
            </p:cNvSpPr>
            <p:nvPr/>
          </p:nvSpPr>
          <p:spPr>
            <a:xfrm>
              <a:off x="1595428" y="4860857"/>
              <a:ext cx="28159" cy="21542"/>
            </a:xfrm>
            <a:custGeom>
              <a:avLst/>
              <a:gdLst/>
              <a:ahLst/>
              <a:cxnLst/>
              <a:rect l="0" t="0" r="0" b="0"/>
              <a:pathLst>
                <a:path w="28159" h="21542">
                  <a:moveTo>
                    <a:pt x="0" y="0"/>
                  </a:moveTo>
                  <a:lnTo>
                    <a:pt x="28159" y="21542"/>
                  </a:lnTo>
                </a:path>
              </a:pathLst>
            </a:custGeom>
            <a:noFill/>
            <a:ln w="8096">
              <a:solidFill>
                <a:srgbClr val="8698A5"/>
              </a:solidFill>
            </a:ln>
          </p:spPr>
        </p:sp>
        <p:sp>
          <p:nvSpPr>
            <p:cNvPr id="885" name="Input_receptor__884">
              <a:extLst>
                <a:ext uri="{FF2B5EF4-FFF2-40B4-BE49-F238E27FC236}">
                  <a16:creationId xmlns:a16="http://schemas.microsoft.com/office/drawing/2014/main" id="{B1DE8374-22E4-D6A3-71F7-5F52C2108CEA}"/>
                </a:ext>
              </a:extLst>
            </p:cNvPr>
            <p:cNvSpPr>
              <a:spLocks noGrp="1"/>
            </p:cNvSpPr>
            <p:nvPr/>
          </p:nvSpPr>
          <p:spPr>
            <a:xfrm>
              <a:off x="1675482" y="5011424"/>
              <a:ext cx="37009" cy="9556"/>
            </a:xfrm>
            <a:custGeom>
              <a:avLst/>
              <a:gdLst/>
              <a:ahLst/>
              <a:cxnLst/>
              <a:rect l="0" t="0" r="0" b="0"/>
              <a:pathLst>
                <a:path w="37009" h="9556">
                  <a:moveTo>
                    <a:pt x="37009" y="0"/>
                  </a:moveTo>
                  <a:lnTo>
                    <a:pt x="0" y="9556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6" name="Input_receptor__885">
              <a:extLst>
                <a:ext uri="{FF2B5EF4-FFF2-40B4-BE49-F238E27FC236}">
                  <a16:creationId xmlns:a16="http://schemas.microsoft.com/office/drawing/2014/main" id="{D33D3412-0CB9-9CDA-546E-73247807BD31}"/>
                </a:ext>
              </a:extLst>
            </p:cNvPr>
            <p:cNvSpPr>
              <a:spLocks noGrp="1"/>
            </p:cNvSpPr>
            <p:nvPr/>
          </p:nvSpPr>
          <p:spPr>
            <a:xfrm>
              <a:off x="1240076" y="4949311"/>
              <a:ext cx="25519" cy="31670"/>
            </a:xfrm>
            <a:custGeom>
              <a:avLst/>
              <a:gdLst/>
              <a:ahLst/>
              <a:cxnLst/>
              <a:rect l="0" t="0" r="0" b="0"/>
              <a:pathLst>
                <a:path w="25519" h="31670">
                  <a:moveTo>
                    <a:pt x="25519" y="316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7" name="Input_receptor__886">
              <a:extLst>
                <a:ext uri="{FF2B5EF4-FFF2-40B4-BE49-F238E27FC236}">
                  <a16:creationId xmlns:a16="http://schemas.microsoft.com/office/drawing/2014/main" id="{B892E858-243A-D5E5-B119-E81B47186A09}"/>
                </a:ext>
              </a:extLst>
            </p:cNvPr>
            <p:cNvSpPr>
              <a:spLocks noGrp="1"/>
            </p:cNvSpPr>
            <p:nvPr/>
          </p:nvSpPr>
          <p:spPr>
            <a:xfrm>
              <a:off x="1478892" y="5209920"/>
              <a:ext cx="16702" cy="6201"/>
            </a:xfrm>
            <a:custGeom>
              <a:avLst/>
              <a:gdLst/>
              <a:ahLst/>
              <a:cxnLst/>
              <a:rect l="0" t="0" r="0" b="0"/>
              <a:pathLst>
                <a:path w="16702" h="6201">
                  <a:moveTo>
                    <a:pt x="16702" y="0"/>
                  </a:moveTo>
                  <a:lnTo>
                    <a:pt x="0" y="6201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8" name="Input_receptor__887">
              <a:extLst>
                <a:ext uri="{FF2B5EF4-FFF2-40B4-BE49-F238E27FC236}">
                  <a16:creationId xmlns:a16="http://schemas.microsoft.com/office/drawing/2014/main" id="{E4FAB958-2DCC-0942-2AEE-0972DA47CC4B}"/>
                </a:ext>
              </a:extLst>
            </p:cNvPr>
            <p:cNvSpPr>
              <a:spLocks noGrp="1"/>
            </p:cNvSpPr>
            <p:nvPr/>
          </p:nvSpPr>
          <p:spPr>
            <a:xfrm>
              <a:off x="1852578" y="5329554"/>
              <a:ext cx="30988" cy="25081"/>
            </a:xfrm>
            <a:custGeom>
              <a:avLst/>
              <a:gdLst/>
              <a:ahLst/>
              <a:cxnLst/>
              <a:rect l="0" t="0" r="0" b="0"/>
              <a:pathLst>
                <a:path w="30988" h="25081">
                  <a:moveTo>
                    <a:pt x="0" y="25081"/>
                  </a:moveTo>
                  <a:lnTo>
                    <a:pt x="30988" y="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89" name="Input_receptor__888">
              <a:extLst>
                <a:ext uri="{FF2B5EF4-FFF2-40B4-BE49-F238E27FC236}">
                  <a16:creationId xmlns:a16="http://schemas.microsoft.com/office/drawing/2014/main" id="{BF8F7D47-E6F7-E0EC-B51E-F617F71FF2BA}"/>
                </a:ext>
              </a:extLst>
            </p:cNvPr>
            <p:cNvSpPr>
              <a:spLocks noGrp="1"/>
            </p:cNvSpPr>
            <p:nvPr/>
          </p:nvSpPr>
          <p:spPr>
            <a:xfrm>
              <a:off x="1587347" y="5045008"/>
              <a:ext cx="27974" cy="21900"/>
            </a:xfrm>
            <a:custGeom>
              <a:avLst/>
              <a:gdLst/>
              <a:ahLst/>
              <a:cxnLst/>
              <a:rect l="0" t="0" r="0" b="0"/>
              <a:pathLst>
                <a:path w="27974" h="21900">
                  <a:moveTo>
                    <a:pt x="0" y="0"/>
                  </a:moveTo>
                  <a:lnTo>
                    <a:pt x="27974" y="21900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90" name="Input_receptor__889">
              <a:extLst>
                <a:ext uri="{FF2B5EF4-FFF2-40B4-BE49-F238E27FC236}">
                  <a16:creationId xmlns:a16="http://schemas.microsoft.com/office/drawing/2014/main" id="{B13D83AC-4EAD-9246-C9AE-519E8923D1D2}"/>
                </a:ext>
              </a:extLst>
            </p:cNvPr>
            <p:cNvSpPr>
              <a:spLocks noGrp="1"/>
            </p:cNvSpPr>
            <p:nvPr/>
          </p:nvSpPr>
          <p:spPr>
            <a:xfrm>
              <a:off x="1689952" y="5134967"/>
              <a:ext cx="27577" cy="33813"/>
            </a:xfrm>
            <a:custGeom>
              <a:avLst/>
              <a:gdLst/>
              <a:ahLst/>
              <a:cxnLst/>
              <a:rect l="0" t="0" r="0" b="0"/>
              <a:pathLst>
                <a:path w="27577" h="33813">
                  <a:moveTo>
                    <a:pt x="27577" y="0"/>
                  </a:moveTo>
                  <a:lnTo>
                    <a:pt x="0" y="33813"/>
                  </a:lnTo>
                </a:path>
              </a:pathLst>
            </a:custGeom>
            <a:noFill/>
            <a:ln w="20003">
              <a:solidFill>
                <a:srgbClr val="8698A5"/>
              </a:solidFill>
            </a:ln>
          </p:spPr>
        </p:sp>
        <p:sp>
          <p:nvSpPr>
            <p:cNvPr id="891" name="Input_receptor__890">
              <a:extLst>
                <a:ext uri="{FF2B5EF4-FFF2-40B4-BE49-F238E27FC236}">
                  <a16:creationId xmlns:a16="http://schemas.microsoft.com/office/drawing/2014/main" id="{591B2EFD-766E-8099-8003-39E4CA0D8546}"/>
                </a:ext>
              </a:extLst>
            </p:cNvPr>
            <p:cNvSpPr>
              <a:spLocks noGrp="1"/>
            </p:cNvSpPr>
            <p:nvPr/>
          </p:nvSpPr>
          <p:spPr>
            <a:xfrm>
              <a:off x="1509697" y="5251564"/>
              <a:ext cx="18504" cy="23556"/>
            </a:xfrm>
            <a:custGeom>
              <a:avLst/>
              <a:gdLst/>
              <a:ahLst/>
              <a:cxnLst/>
              <a:rect l="0" t="0" r="0" b="0"/>
              <a:pathLst>
                <a:path w="18504" h="23556">
                  <a:moveTo>
                    <a:pt x="0" y="23556"/>
                  </a:moveTo>
                  <a:lnTo>
                    <a:pt x="18504" y="0"/>
                  </a:lnTo>
                </a:path>
              </a:pathLst>
            </a:custGeom>
            <a:noFill/>
            <a:ln w="20003">
              <a:solidFill>
                <a:srgbClr val="8798A5"/>
              </a:solidFill>
            </a:ln>
          </p:spPr>
        </p:sp>
        <p:sp>
          <p:nvSpPr>
            <p:cNvPr id="892" name="Input_receptor__891">
              <a:extLst>
                <a:ext uri="{FF2B5EF4-FFF2-40B4-BE49-F238E27FC236}">
                  <a16:creationId xmlns:a16="http://schemas.microsoft.com/office/drawing/2014/main" id="{89B9CC20-EA88-F937-0542-798BB0116E3A}"/>
                </a:ext>
              </a:extLst>
            </p:cNvPr>
            <p:cNvSpPr>
              <a:spLocks noGrp="1"/>
            </p:cNvSpPr>
            <p:nvPr/>
          </p:nvSpPr>
          <p:spPr>
            <a:xfrm>
              <a:off x="1434898" y="4570358"/>
              <a:ext cx="44916" cy="11755"/>
            </a:xfrm>
            <a:custGeom>
              <a:avLst/>
              <a:gdLst/>
              <a:ahLst/>
              <a:cxnLst/>
              <a:rect l="0" t="0" r="0" b="0"/>
              <a:pathLst>
                <a:path w="44916" h="11755">
                  <a:moveTo>
                    <a:pt x="44916" y="0"/>
                  </a:moveTo>
                  <a:lnTo>
                    <a:pt x="0" y="11755"/>
                  </a:lnTo>
                </a:path>
              </a:pathLst>
            </a:custGeom>
            <a:noFill/>
            <a:ln w="8096">
              <a:solidFill>
                <a:srgbClr val="8798A5"/>
              </a:solidFill>
            </a:ln>
          </p:spPr>
        </p:sp>
        <p:sp>
          <p:nvSpPr>
            <p:cNvPr id="893" name="Input_receptor__892">
              <a:extLst>
                <a:ext uri="{FF2B5EF4-FFF2-40B4-BE49-F238E27FC236}">
                  <a16:creationId xmlns:a16="http://schemas.microsoft.com/office/drawing/2014/main" id="{D49CB8DA-3793-9DDF-C3EC-ABDB9FE28E8A}"/>
                </a:ext>
              </a:extLst>
            </p:cNvPr>
            <p:cNvSpPr>
              <a:spLocks noGrp="1"/>
            </p:cNvSpPr>
            <p:nvPr/>
          </p:nvSpPr>
          <p:spPr>
            <a:xfrm>
              <a:off x="1471795" y="4609573"/>
              <a:ext cx="28101" cy="28754"/>
            </a:xfrm>
            <a:custGeom>
              <a:avLst/>
              <a:gdLst/>
              <a:ahLst/>
              <a:cxnLst/>
              <a:rect l="0" t="0" r="0" b="0"/>
              <a:pathLst>
                <a:path w="28101" h="28754">
                  <a:moveTo>
                    <a:pt x="0" y="28754"/>
                  </a:moveTo>
                  <a:lnTo>
                    <a:pt x="28101" y="0"/>
                  </a:lnTo>
                </a:path>
              </a:pathLst>
            </a:custGeom>
            <a:noFill/>
            <a:ln w="8096">
              <a:solidFill>
                <a:srgbClr val="8798A5"/>
              </a:solidFill>
            </a:ln>
          </p:spPr>
        </p:sp>
        <p:sp>
          <p:nvSpPr>
            <p:cNvPr id="894" name="Input_receptor__893">
              <a:extLst>
                <a:ext uri="{FF2B5EF4-FFF2-40B4-BE49-F238E27FC236}">
                  <a16:creationId xmlns:a16="http://schemas.microsoft.com/office/drawing/2014/main" id="{0C62C1B8-1E82-9677-E7D5-CCCDA4706FF1}"/>
                </a:ext>
              </a:extLst>
            </p:cNvPr>
            <p:cNvSpPr>
              <a:spLocks noGrp="1"/>
            </p:cNvSpPr>
            <p:nvPr/>
          </p:nvSpPr>
          <p:spPr>
            <a:xfrm>
              <a:off x="1717530" y="5134967"/>
              <a:ext cx="39867" cy="14348"/>
            </a:xfrm>
            <a:custGeom>
              <a:avLst/>
              <a:gdLst/>
              <a:ahLst/>
              <a:cxnLst/>
              <a:rect l="0" t="0" r="0" b="0"/>
              <a:pathLst>
                <a:path w="39867" h="14348">
                  <a:moveTo>
                    <a:pt x="39867" y="143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5"/>
              </a:solidFill>
            </a:ln>
          </p:spPr>
        </p:sp>
        <p:sp>
          <p:nvSpPr>
            <p:cNvPr id="895" name="Input_receptor__894">
              <a:extLst>
                <a:ext uri="{FF2B5EF4-FFF2-40B4-BE49-F238E27FC236}">
                  <a16:creationId xmlns:a16="http://schemas.microsoft.com/office/drawing/2014/main" id="{D0C72AA9-02A2-15AC-1E6F-656D627E5D2C}"/>
                </a:ext>
              </a:extLst>
            </p:cNvPr>
            <p:cNvSpPr>
              <a:spLocks noGrp="1"/>
            </p:cNvSpPr>
            <p:nvPr/>
          </p:nvSpPr>
          <p:spPr>
            <a:xfrm>
              <a:off x="1038007" y="4421126"/>
              <a:ext cx="2074" cy="31401"/>
            </a:xfrm>
            <a:custGeom>
              <a:avLst/>
              <a:gdLst/>
              <a:ahLst/>
              <a:cxnLst/>
              <a:rect l="0" t="0" r="0" b="0"/>
              <a:pathLst>
                <a:path w="2074" h="31401">
                  <a:moveTo>
                    <a:pt x="0" y="31401"/>
                  </a:moveTo>
                  <a:lnTo>
                    <a:pt x="2074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6" name="Input_receptor__895">
              <a:extLst>
                <a:ext uri="{FF2B5EF4-FFF2-40B4-BE49-F238E27FC236}">
                  <a16:creationId xmlns:a16="http://schemas.microsoft.com/office/drawing/2014/main" id="{B888DAF6-0D3B-4F94-FDA2-9D260B2885DF}"/>
                </a:ext>
              </a:extLst>
            </p:cNvPr>
            <p:cNvSpPr>
              <a:spLocks noGrp="1"/>
            </p:cNvSpPr>
            <p:nvPr/>
          </p:nvSpPr>
          <p:spPr>
            <a:xfrm>
              <a:off x="1712491" y="4967461"/>
              <a:ext cx="4709" cy="43963"/>
            </a:xfrm>
            <a:custGeom>
              <a:avLst/>
              <a:gdLst/>
              <a:ahLst/>
              <a:cxnLst/>
              <a:rect l="0" t="0" r="0" b="0"/>
              <a:pathLst>
                <a:path w="4709" h="43963">
                  <a:moveTo>
                    <a:pt x="4709" y="0"/>
                  </a:moveTo>
                  <a:lnTo>
                    <a:pt x="0" y="43963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7" name="Input_receptor__896">
              <a:extLst>
                <a:ext uri="{FF2B5EF4-FFF2-40B4-BE49-F238E27FC236}">
                  <a16:creationId xmlns:a16="http://schemas.microsoft.com/office/drawing/2014/main" id="{716000B3-2A48-A55E-1AA4-970BEEE33992}"/>
                </a:ext>
              </a:extLst>
            </p:cNvPr>
            <p:cNvSpPr>
              <a:spLocks noGrp="1"/>
            </p:cNvSpPr>
            <p:nvPr/>
          </p:nvSpPr>
          <p:spPr>
            <a:xfrm>
              <a:off x="1174046" y="5550602"/>
              <a:ext cx="35808" cy="32569"/>
            </a:xfrm>
            <a:custGeom>
              <a:avLst/>
              <a:gdLst/>
              <a:ahLst/>
              <a:cxnLst/>
              <a:rect l="0" t="0" r="0" b="0"/>
              <a:pathLst>
                <a:path w="35808" h="32569">
                  <a:moveTo>
                    <a:pt x="0" y="32569"/>
                  </a:moveTo>
                  <a:lnTo>
                    <a:pt x="35808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8" name="Input_receptor__897">
              <a:extLst>
                <a:ext uri="{FF2B5EF4-FFF2-40B4-BE49-F238E27FC236}">
                  <a16:creationId xmlns:a16="http://schemas.microsoft.com/office/drawing/2014/main" id="{A497D463-3E1B-B7E9-5649-8186376DB103}"/>
                </a:ext>
              </a:extLst>
            </p:cNvPr>
            <p:cNvSpPr>
              <a:spLocks noGrp="1"/>
            </p:cNvSpPr>
            <p:nvPr/>
          </p:nvSpPr>
          <p:spPr>
            <a:xfrm>
              <a:off x="1240702" y="4523276"/>
              <a:ext cx="46337" cy="1428"/>
            </a:xfrm>
            <a:custGeom>
              <a:avLst/>
              <a:gdLst/>
              <a:ahLst/>
              <a:cxnLst/>
              <a:rect l="0" t="0" r="0" b="0"/>
              <a:pathLst>
                <a:path w="46337" h="1428">
                  <a:moveTo>
                    <a:pt x="46337" y="0"/>
                  </a:moveTo>
                  <a:lnTo>
                    <a:pt x="0" y="1428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899" name="Input_receptor__898">
              <a:extLst>
                <a:ext uri="{FF2B5EF4-FFF2-40B4-BE49-F238E27FC236}">
                  <a16:creationId xmlns:a16="http://schemas.microsoft.com/office/drawing/2014/main" id="{EC5C13D6-5EAF-467E-F058-83A994A91AC2}"/>
                </a:ext>
              </a:extLst>
            </p:cNvPr>
            <p:cNvSpPr>
              <a:spLocks noGrp="1"/>
            </p:cNvSpPr>
            <p:nvPr/>
          </p:nvSpPr>
          <p:spPr>
            <a:xfrm>
              <a:off x="1479813" y="4570358"/>
              <a:ext cx="20083" cy="39215"/>
            </a:xfrm>
            <a:custGeom>
              <a:avLst/>
              <a:gdLst/>
              <a:ahLst/>
              <a:cxnLst/>
              <a:rect l="0" t="0" r="0" b="0"/>
              <a:pathLst>
                <a:path w="20083" h="39215">
                  <a:moveTo>
                    <a:pt x="20083" y="392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798A6"/>
              </a:solidFill>
            </a:ln>
          </p:spPr>
        </p:sp>
        <p:sp>
          <p:nvSpPr>
            <p:cNvPr id="900" name="Input_receptor__899">
              <a:extLst>
                <a:ext uri="{FF2B5EF4-FFF2-40B4-BE49-F238E27FC236}">
                  <a16:creationId xmlns:a16="http://schemas.microsoft.com/office/drawing/2014/main" id="{F90A5D1D-BC44-9556-87D9-EA0073A2EB8C}"/>
                </a:ext>
              </a:extLst>
            </p:cNvPr>
            <p:cNvSpPr>
              <a:spLocks noGrp="1"/>
            </p:cNvSpPr>
            <p:nvPr/>
          </p:nvSpPr>
          <p:spPr>
            <a:xfrm>
              <a:off x="1551855" y="4716522"/>
              <a:ext cx="144" cy="28419"/>
            </a:xfrm>
            <a:custGeom>
              <a:avLst/>
              <a:gdLst/>
              <a:ahLst/>
              <a:cxnLst/>
              <a:rect l="0" t="0" r="0" b="0"/>
              <a:pathLst>
                <a:path w="144" h="28419">
                  <a:moveTo>
                    <a:pt x="144" y="284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1" name="Input_receptor__900">
              <a:extLst>
                <a:ext uri="{FF2B5EF4-FFF2-40B4-BE49-F238E27FC236}">
                  <a16:creationId xmlns:a16="http://schemas.microsoft.com/office/drawing/2014/main" id="{60755673-3D68-28BB-EFA4-99310C59EE7D}"/>
                </a:ext>
              </a:extLst>
            </p:cNvPr>
            <p:cNvSpPr>
              <a:spLocks noGrp="1"/>
            </p:cNvSpPr>
            <p:nvPr/>
          </p:nvSpPr>
          <p:spPr>
            <a:xfrm>
              <a:off x="1155101" y="4552686"/>
              <a:ext cx="29505" cy="157"/>
            </a:xfrm>
            <a:custGeom>
              <a:avLst/>
              <a:gdLst/>
              <a:ahLst/>
              <a:cxnLst/>
              <a:rect l="0" t="0" r="0" b="0"/>
              <a:pathLst>
                <a:path w="29505" h="157">
                  <a:moveTo>
                    <a:pt x="29505" y="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2" name="Input_receptor__901">
              <a:extLst>
                <a:ext uri="{FF2B5EF4-FFF2-40B4-BE49-F238E27FC236}">
                  <a16:creationId xmlns:a16="http://schemas.microsoft.com/office/drawing/2014/main" id="{958C3A37-F3B4-ADA1-96E5-E593AB17982F}"/>
                </a:ext>
              </a:extLst>
            </p:cNvPr>
            <p:cNvSpPr>
              <a:spLocks noGrp="1"/>
            </p:cNvSpPr>
            <p:nvPr/>
          </p:nvSpPr>
          <p:spPr>
            <a:xfrm>
              <a:off x="1528201" y="5214046"/>
              <a:ext cx="12690" cy="37518"/>
            </a:xfrm>
            <a:custGeom>
              <a:avLst/>
              <a:gdLst/>
              <a:ahLst/>
              <a:cxnLst/>
              <a:rect l="0" t="0" r="0" b="0"/>
              <a:pathLst>
                <a:path w="12690" h="37518">
                  <a:moveTo>
                    <a:pt x="0" y="37518"/>
                  </a:moveTo>
                  <a:lnTo>
                    <a:pt x="12690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3" name="Input_receptor__902">
              <a:extLst>
                <a:ext uri="{FF2B5EF4-FFF2-40B4-BE49-F238E27FC236}">
                  <a16:creationId xmlns:a16="http://schemas.microsoft.com/office/drawing/2014/main" id="{910157A4-1E89-ED92-0B11-21902A91D669}"/>
                </a:ext>
              </a:extLst>
            </p:cNvPr>
            <p:cNvSpPr>
              <a:spLocks noGrp="1"/>
            </p:cNvSpPr>
            <p:nvPr/>
          </p:nvSpPr>
          <p:spPr>
            <a:xfrm>
              <a:off x="1749959" y="5149315"/>
              <a:ext cx="7437" cy="45379"/>
            </a:xfrm>
            <a:custGeom>
              <a:avLst/>
              <a:gdLst/>
              <a:ahLst/>
              <a:cxnLst/>
              <a:rect l="0" t="0" r="0" b="0"/>
              <a:pathLst>
                <a:path w="7437" h="45379">
                  <a:moveTo>
                    <a:pt x="0" y="45379"/>
                  </a:moveTo>
                  <a:lnTo>
                    <a:pt x="7437" y="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4" name="Input_receptor__903">
              <a:extLst>
                <a:ext uri="{FF2B5EF4-FFF2-40B4-BE49-F238E27FC236}">
                  <a16:creationId xmlns:a16="http://schemas.microsoft.com/office/drawing/2014/main" id="{62E8D8AA-6EA3-750D-D932-3B67110F96E3}"/>
                </a:ext>
              </a:extLst>
            </p:cNvPr>
            <p:cNvSpPr>
              <a:spLocks noGrp="1"/>
            </p:cNvSpPr>
            <p:nvPr/>
          </p:nvSpPr>
          <p:spPr>
            <a:xfrm>
              <a:off x="1227400" y="5582049"/>
              <a:ext cx="12754" cy="34650"/>
            </a:xfrm>
            <a:custGeom>
              <a:avLst/>
              <a:gdLst/>
              <a:ahLst/>
              <a:cxnLst/>
              <a:rect l="0" t="0" r="0" b="0"/>
              <a:pathLst>
                <a:path w="12754" h="34650">
                  <a:moveTo>
                    <a:pt x="12754" y="0"/>
                  </a:moveTo>
                  <a:lnTo>
                    <a:pt x="0" y="34650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5" name="Input_receptor__904">
              <a:extLst>
                <a:ext uri="{FF2B5EF4-FFF2-40B4-BE49-F238E27FC236}">
                  <a16:creationId xmlns:a16="http://schemas.microsoft.com/office/drawing/2014/main" id="{4F7C590A-1B0A-1166-B2C1-A88D10B6F3A4}"/>
                </a:ext>
              </a:extLst>
            </p:cNvPr>
            <p:cNvSpPr>
              <a:spLocks noGrp="1"/>
            </p:cNvSpPr>
            <p:nvPr/>
          </p:nvSpPr>
          <p:spPr>
            <a:xfrm>
              <a:off x="1832208" y="5293454"/>
              <a:ext cx="876" cy="1996"/>
            </a:xfrm>
            <a:custGeom>
              <a:avLst/>
              <a:gdLst/>
              <a:ahLst/>
              <a:cxnLst/>
              <a:rect l="0" t="0" r="0" b="0"/>
              <a:pathLst>
                <a:path w="876" h="1996">
                  <a:moveTo>
                    <a:pt x="0" y="0"/>
                  </a:moveTo>
                  <a:lnTo>
                    <a:pt x="876" y="1996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6" name="Input_receptor__905">
              <a:extLst>
                <a:ext uri="{FF2B5EF4-FFF2-40B4-BE49-F238E27FC236}">
                  <a16:creationId xmlns:a16="http://schemas.microsoft.com/office/drawing/2014/main" id="{A30DDED6-1386-8AF8-3540-61A151C846FE}"/>
                </a:ext>
              </a:extLst>
            </p:cNvPr>
            <p:cNvSpPr>
              <a:spLocks noGrp="1"/>
            </p:cNvSpPr>
            <p:nvPr/>
          </p:nvSpPr>
          <p:spPr>
            <a:xfrm>
              <a:off x="1448540" y="5151565"/>
              <a:ext cx="46083" cy="8957"/>
            </a:xfrm>
            <a:custGeom>
              <a:avLst/>
              <a:gdLst/>
              <a:ahLst/>
              <a:cxnLst/>
              <a:rect l="0" t="0" r="0" b="0"/>
              <a:pathLst>
                <a:path w="46083" h="8957">
                  <a:moveTo>
                    <a:pt x="46083" y="0"/>
                  </a:moveTo>
                  <a:lnTo>
                    <a:pt x="0" y="8957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7" name="Input_receptor__906">
              <a:extLst>
                <a:ext uri="{FF2B5EF4-FFF2-40B4-BE49-F238E27FC236}">
                  <a16:creationId xmlns:a16="http://schemas.microsoft.com/office/drawing/2014/main" id="{3F2A01B1-3787-764D-0C45-60CEB99202F2}"/>
                </a:ext>
              </a:extLst>
            </p:cNvPr>
            <p:cNvSpPr>
              <a:spLocks noGrp="1"/>
            </p:cNvSpPr>
            <p:nvPr/>
          </p:nvSpPr>
          <p:spPr>
            <a:xfrm>
              <a:off x="1551813" y="4844404"/>
              <a:ext cx="43614" cy="16453"/>
            </a:xfrm>
            <a:custGeom>
              <a:avLst/>
              <a:gdLst/>
              <a:ahLst/>
              <a:cxnLst/>
              <a:rect l="0" t="0" r="0" b="0"/>
              <a:pathLst>
                <a:path w="43614" h="16453">
                  <a:moveTo>
                    <a:pt x="0" y="0"/>
                  </a:moveTo>
                  <a:lnTo>
                    <a:pt x="43614" y="16453"/>
                  </a:lnTo>
                </a:path>
              </a:pathLst>
            </a:custGeom>
            <a:noFill/>
            <a:ln w="8096">
              <a:solidFill>
                <a:srgbClr val="8798A6"/>
              </a:solidFill>
            </a:ln>
          </p:spPr>
        </p:sp>
        <p:sp>
          <p:nvSpPr>
            <p:cNvPr id="908" name="Input_receptor__907">
              <a:extLst>
                <a:ext uri="{FF2B5EF4-FFF2-40B4-BE49-F238E27FC236}">
                  <a16:creationId xmlns:a16="http://schemas.microsoft.com/office/drawing/2014/main" id="{9ECDE232-7745-889D-5A5D-CF3E55EC9B24}"/>
                </a:ext>
              </a:extLst>
            </p:cNvPr>
            <p:cNvSpPr>
              <a:spLocks noGrp="1"/>
            </p:cNvSpPr>
            <p:nvPr/>
          </p:nvSpPr>
          <p:spPr>
            <a:xfrm>
              <a:off x="1356970" y="4867033"/>
              <a:ext cx="20846" cy="5486"/>
            </a:xfrm>
            <a:custGeom>
              <a:avLst/>
              <a:gdLst/>
              <a:ahLst/>
              <a:cxnLst/>
              <a:rect l="0" t="0" r="0" b="0"/>
              <a:pathLst>
                <a:path w="20846" h="5486">
                  <a:moveTo>
                    <a:pt x="20846" y="0"/>
                  </a:moveTo>
                  <a:lnTo>
                    <a:pt x="0" y="5486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09" name="Input_receptor__908">
              <a:extLst>
                <a:ext uri="{FF2B5EF4-FFF2-40B4-BE49-F238E27FC236}">
                  <a16:creationId xmlns:a16="http://schemas.microsoft.com/office/drawing/2014/main" id="{DC94ACAE-6020-33DF-3E60-3034A12AA471}"/>
                </a:ext>
              </a:extLst>
            </p:cNvPr>
            <p:cNvSpPr>
              <a:spLocks noGrp="1"/>
            </p:cNvSpPr>
            <p:nvPr/>
          </p:nvSpPr>
          <p:spPr>
            <a:xfrm>
              <a:off x="1077584" y="5310899"/>
              <a:ext cx="223" cy="8951"/>
            </a:xfrm>
            <a:custGeom>
              <a:avLst/>
              <a:gdLst/>
              <a:ahLst/>
              <a:cxnLst/>
              <a:rect l="0" t="0" r="0" b="0"/>
              <a:pathLst>
                <a:path w="223" h="8951">
                  <a:moveTo>
                    <a:pt x="0" y="0"/>
                  </a:moveTo>
                  <a:lnTo>
                    <a:pt x="223" y="8951"/>
                  </a:lnTo>
                </a:path>
              </a:pathLst>
            </a:custGeom>
            <a:noFill/>
            <a:ln w="20003">
              <a:solidFill>
                <a:srgbClr val="8798A6"/>
              </a:solidFill>
            </a:ln>
          </p:spPr>
        </p:sp>
        <p:sp>
          <p:nvSpPr>
            <p:cNvPr id="910" name="Input_receptor__909">
              <a:extLst>
                <a:ext uri="{FF2B5EF4-FFF2-40B4-BE49-F238E27FC236}">
                  <a16:creationId xmlns:a16="http://schemas.microsoft.com/office/drawing/2014/main" id="{E5C69803-A558-1DAA-8772-BB79F06E3498}"/>
                </a:ext>
              </a:extLst>
            </p:cNvPr>
            <p:cNvSpPr>
              <a:spLocks noGrp="1"/>
            </p:cNvSpPr>
            <p:nvPr/>
          </p:nvSpPr>
          <p:spPr>
            <a:xfrm>
              <a:off x="966903" y="5367403"/>
              <a:ext cx="1309" cy="15811"/>
            </a:xfrm>
            <a:custGeom>
              <a:avLst/>
              <a:gdLst/>
              <a:ahLst/>
              <a:cxnLst/>
              <a:rect l="0" t="0" r="0" b="0"/>
              <a:pathLst>
                <a:path w="1309" h="15811">
                  <a:moveTo>
                    <a:pt x="1309" y="0"/>
                  </a:moveTo>
                  <a:lnTo>
                    <a:pt x="0" y="15811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11" name="Input_receptor__910">
              <a:extLst>
                <a:ext uri="{FF2B5EF4-FFF2-40B4-BE49-F238E27FC236}">
                  <a16:creationId xmlns:a16="http://schemas.microsoft.com/office/drawing/2014/main" id="{71FAD656-957C-F122-0F64-DB32224A0A9F}"/>
                </a:ext>
              </a:extLst>
            </p:cNvPr>
            <p:cNvSpPr>
              <a:spLocks noGrp="1"/>
            </p:cNvSpPr>
            <p:nvPr/>
          </p:nvSpPr>
          <p:spPr>
            <a:xfrm>
              <a:off x="1168955" y="4802644"/>
              <a:ext cx="30193" cy="25949"/>
            </a:xfrm>
            <a:custGeom>
              <a:avLst/>
              <a:gdLst/>
              <a:ahLst/>
              <a:cxnLst/>
              <a:rect l="0" t="0" r="0" b="0"/>
              <a:pathLst>
                <a:path w="30193" h="25949">
                  <a:moveTo>
                    <a:pt x="0" y="25949"/>
                  </a:moveTo>
                  <a:lnTo>
                    <a:pt x="30193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2" name="Input_receptor__911">
              <a:extLst>
                <a:ext uri="{FF2B5EF4-FFF2-40B4-BE49-F238E27FC236}">
                  <a16:creationId xmlns:a16="http://schemas.microsoft.com/office/drawing/2014/main" id="{3A999B6A-3449-2B17-72EE-66B797A720CD}"/>
                </a:ext>
              </a:extLst>
            </p:cNvPr>
            <p:cNvSpPr>
              <a:spLocks noGrp="1"/>
            </p:cNvSpPr>
            <p:nvPr/>
          </p:nvSpPr>
          <p:spPr>
            <a:xfrm>
              <a:off x="1212061" y="5259290"/>
              <a:ext cx="22376" cy="17729"/>
            </a:xfrm>
            <a:custGeom>
              <a:avLst/>
              <a:gdLst/>
              <a:ahLst/>
              <a:cxnLst/>
              <a:rect l="0" t="0" r="0" b="0"/>
              <a:pathLst>
                <a:path w="22376" h="17729">
                  <a:moveTo>
                    <a:pt x="0" y="17729"/>
                  </a:moveTo>
                  <a:lnTo>
                    <a:pt x="22376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3" name="Input_receptor__912">
              <a:extLst>
                <a:ext uri="{FF2B5EF4-FFF2-40B4-BE49-F238E27FC236}">
                  <a16:creationId xmlns:a16="http://schemas.microsoft.com/office/drawing/2014/main" id="{5AE9E293-422A-AB0E-8EB3-CC98A4B54598}"/>
                </a:ext>
              </a:extLst>
            </p:cNvPr>
            <p:cNvSpPr>
              <a:spLocks noGrp="1"/>
            </p:cNvSpPr>
            <p:nvPr/>
          </p:nvSpPr>
          <p:spPr>
            <a:xfrm>
              <a:off x="1395539" y="4723284"/>
              <a:ext cx="20262" cy="19829"/>
            </a:xfrm>
            <a:custGeom>
              <a:avLst/>
              <a:gdLst/>
              <a:ahLst/>
              <a:cxnLst/>
              <a:rect l="0" t="0" r="0" b="0"/>
              <a:pathLst>
                <a:path w="20262" h="19829">
                  <a:moveTo>
                    <a:pt x="0" y="19829"/>
                  </a:moveTo>
                  <a:lnTo>
                    <a:pt x="20262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4" name="Input_receptor__913">
              <a:extLst>
                <a:ext uri="{FF2B5EF4-FFF2-40B4-BE49-F238E27FC236}">
                  <a16:creationId xmlns:a16="http://schemas.microsoft.com/office/drawing/2014/main" id="{088C3CA5-D8B6-561C-6C5E-5D6FFD6F88A9}"/>
                </a:ext>
              </a:extLst>
            </p:cNvPr>
            <p:cNvSpPr>
              <a:spLocks noGrp="1"/>
            </p:cNvSpPr>
            <p:nvPr/>
          </p:nvSpPr>
          <p:spPr>
            <a:xfrm>
              <a:off x="1439069" y="5008869"/>
              <a:ext cx="5588" cy="42049"/>
            </a:xfrm>
            <a:custGeom>
              <a:avLst/>
              <a:gdLst/>
              <a:ahLst/>
              <a:cxnLst/>
              <a:rect l="0" t="0" r="0" b="0"/>
              <a:pathLst>
                <a:path w="5588" h="42049">
                  <a:moveTo>
                    <a:pt x="5588" y="420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5" name="Input_receptor__914">
              <a:extLst>
                <a:ext uri="{FF2B5EF4-FFF2-40B4-BE49-F238E27FC236}">
                  <a16:creationId xmlns:a16="http://schemas.microsoft.com/office/drawing/2014/main" id="{CECB6433-99B1-6AC4-59E8-CE46C6A25E93}"/>
                </a:ext>
              </a:extLst>
            </p:cNvPr>
            <p:cNvSpPr>
              <a:spLocks noGrp="1"/>
            </p:cNvSpPr>
            <p:nvPr/>
          </p:nvSpPr>
          <p:spPr>
            <a:xfrm>
              <a:off x="1209854" y="5550602"/>
              <a:ext cx="30300" cy="31446"/>
            </a:xfrm>
            <a:custGeom>
              <a:avLst/>
              <a:gdLst/>
              <a:ahLst/>
              <a:cxnLst/>
              <a:rect l="0" t="0" r="0" b="0"/>
              <a:pathLst>
                <a:path w="30300" h="31446">
                  <a:moveTo>
                    <a:pt x="0" y="0"/>
                  </a:moveTo>
                  <a:lnTo>
                    <a:pt x="30300" y="31446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6" name="Input_receptor__915">
              <a:extLst>
                <a:ext uri="{FF2B5EF4-FFF2-40B4-BE49-F238E27FC236}">
                  <a16:creationId xmlns:a16="http://schemas.microsoft.com/office/drawing/2014/main" id="{177EFF47-B176-9A99-33FC-03FC614AFB80}"/>
                </a:ext>
              </a:extLst>
            </p:cNvPr>
            <p:cNvSpPr>
              <a:spLocks noGrp="1"/>
            </p:cNvSpPr>
            <p:nvPr/>
          </p:nvSpPr>
          <p:spPr>
            <a:xfrm>
              <a:off x="1656717" y="5304673"/>
              <a:ext cx="45788" cy="13223"/>
            </a:xfrm>
            <a:custGeom>
              <a:avLst/>
              <a:gdLst/>
              <a:ahLst/>
              <a:cxnLst/>
              <a:rect l="0" t="0" r="0" b="0"/>
              <a:pathLst>
                <a:path w="45788" h="13223">
                  <a:moveTo>
                    <a:pt x="0" y="13223"/>
                  </a:moveTo>
                  <a:lnTo>
                    <a:pt x="45788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7" name="Input_receptor__916">
              <a:extLst>
                <a:ext uri="{FF2B5EF4-FFF2-40B4-BE49-F238E27FC236}">
                  <a16:creationId xmlns:a16="http://schemas.microsoft.com/office/drawing/2014/main" id="{F072258F-03E3-BE6E-306B-DF4178B56F23}"/>
                </a:ext>
              </a:extLst>
            </p:cNvPr>
            <p:cNvSpPr>
              <a:spLocks noGrp="1"/>
            </p:cNvSpPr>
            <p:nvPr/>
          </p:nvSpPr>
          <p:spPr>
            <a:xfrm>
              <a:off x="1066431" y="4804102"/>
              <a:ext cx="28753" cy="18594"/>
            </a:xfrm>
            <a:custGeom>
              <a:avLst/>
              <a:gdLst/>
              <a:ahLst/>
              <a:cxnLst/>
              <a:rect l="0" t="0" r="0" b="0"/>
              <a:pathLst>
                <a:path w="28753" h="18594">
                  <a:moveTo>
                    <a:pt x="28753" y="185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8" name="Input_receptor__917">
              <a:extLst>
                <a:ext uri="{FF2B5EF4-FFF2-40B4-BE49-F238E27FC236}">
                  <a16:creationId xmlns:a16="http://schemas.microsoft.com/office/drawing/2014/main" id="{F521CF3D-6D0A-B640-8D92-035317639FAA}"/>
                </a:ext>
              </a:extLst>
            </p:cNvPr>
            <p:cNvSpPr>
              <a:spLocks noGrp="1"/>
            </p:cNvSpPr>
            <p:nvPr/>
          </p:nvSpPr>
          <p:spPr>
            <a:xfrm>
              <a:off x="1379560" y="4152373"/>
              <a:ext cx="46988" cy="2857"/>
            </a:xfrm>
            <a:custGeom>
              <a:avLst/>
              <a:gdLst/>
              <a:ahLst/>
              <a:cxnLst/>
              <a:rect l="0" t="0" r="0" b="0"/>
              <a:pathLst>
                <a:path w="46988" h="2857">
                  <a:moveTo>
                    <a:pt x="46988" y="2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19" name="Input_receptor__918">
              <a:extLst>
                <a:ext uri="{FF2B5EF4-FFF2-40B4-BE49-F238E27FC236}">
                  <a16:creationId xmlns:a16="http://schemas.microsoft.com/office/drawing/2014/main" id="{939EE9AB-6E7D-0B25-D2DC-11501C405957}"/>
                </a:ext>
              </a:extLst>
            </p:cNvPr>
            <p:cNvSpPr>
              <a:spLocks noGrp="1"/>
            </p:cNvSpPr>
            <p:nvPr/>
          </p:nvSpPr>
          <p:spPr>
            <a:xfrm>
              <a:off x="981896" y="4289017"/>
              <a:ext cx="29045" cy="38196"/>
            </a:xfrm>
            <a:custGeom>
              <a:avLst/>
              <a:gdLst/>
              <a:ahLst/>
              <a:cxnLst/>
              <a:rect l="0" t="0" r="0" b="0"/>
              <a:pathLst>
                <a:path w="29045" h="38196">
                  <a:moveTo>
                    <a:pt x="0" y="0"/>
                  </a:moveTo>
                  <a:lnTo>
                    <a:pt x="29045" y="38196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20" name="Input_receptor__919">
              <a:extLst>
                <a:ext uri="{FF2B5EF4-FFF2-40B4-BE49-F238E27FC236}">
                  <a16:creationId xmlns:a16="http://schemas.microsoft.com/office/drawing/2014/main" id="{0BB0CD8D-78DF-B4A4-B240-897F60327DA7}"/>
                </a:ext>
              </a:extLst>
            </p:cNvPr>
            <p:cNvSpPr>
              <a:spLocks noGrp="1"/>
            </p:cNvSpPr>
            <p:nvPr/>
          </p:nvSpPr>
          <p:spPr>
            <a:xfrm>
              <a:off x="939422" y="4889846"/>
              <a:ext cx="20253" cy="32619"/>
            </a:xfrm>
            <a:custGeom>
              <a:avLst/>
              <a:gdLst/>
              <a:ahLst/>
              <a:cxnLst/>
              <a:rect l="0" t="0" r="0" b="0"/>
              <a:pathLst>
                <a:path w="20253" h="32619">
                  <a:moveTo>
                    <a:pt x="20253" y="0"/>
                  </a:moveTo>
                  <a:lnTo>
                    <a:pt x="0" y="32619"/>
                  </a:lnTo>
                </a:path>
              </a:pathLst>
            </a:custGeom>
            <a:noFill/>
            <a:ln w="8096">
              <a:solidFill>
                <a:srgbClr val="8799A6"/>
              </a:solidFill>
            </a:ln>
          </p:spPr>
        </p:sp>
        <p:sp>
          <p:nvSpPr>
            <p:cNvPr id="921" name="Input_receptor__920">
              <a:extLst>
                <a:ext uri="{FF2B5EF4-FFF2-40B4-BE49-F238E27FC236}">
                  <a16:creationId xmlns:a16="http://schemas.microsoft.com/office/drawing/2014/main" id="{B4D6C069-5694-A113-3219-324516423E9F}"/>
                </a:ext>
              </a:extLst>
            </p:cNvPr>
            <p:cNvSpPr>
              <a:spLocks noGrp="1"/>
            </p:cNvSpPr>
            <p:nvPr/>
          </p:nvSpPr>
          <p:spPr>
            <a:xfrm>
              <a:off x="1586642" y="5066908"/>
              <a:ext cx="28680" cy="38585"/>
            </a:xfrm>
            <a:custGeom>
              <a:avLst/>
              <a:gdLst/>
              <a:ahLst/>
              <a:cxnLst/>
              <a:rect l="0" t="0" r="0" b="0"/>
              <a:pathLst>
                <a:path w="28680" h="38585">
                  <a:moveTo>
                    <a:pt x="28680" y="0"/>
                  </a:moveTo>
                  <a:lnTo>
                    <a:pt x="0" y="38585"/>
                  </a:lnTo>
                </a:path>
              </a:pathLst>
            </a:custGeom>
            <a:noFill/>
            <a:ln w="20003">
              <a:solidFill>
                <a:srgbClr val="8799A6"/>
              </a:solidFill>
            </a:ln>
          </p:spPr>
        </p:sp>
        <p:sp>
          <p:nvSpPr>
            <p:cNvPr id="922" name="Input_receptor__921">
              <a:extLst>
                <a:ext uri="{FF2B5EF4-FFF2-40B4-BE49-F238E27FC236}">
                  <a16:creationId xmlns:a16="http://schemas.microsoft.com/office/drawing/2014/main" id="{38413F4A-7F17-9049-78EC-661D111EB749}"/>
                </a:ext>
              </a:extLst>
            </p:cNvPr>
            <p:cNvSpPr>
              <a:spLocks noGrp="1"/>
            </p:cNvSpPr>
            <p:nvPr/>
          </p:nvSpPr>
          <p:spPr>
            <a:xfrm>
              <a:off x="1798796" y="5231331"/>
              <a:ext cx="41438" cy="9300"/>
            </a:xfrm>
            <a:custGeom>
              <a:avLst/>
              <a:gdLst/>
              <a:ahLst/>
              <a:cxnLst/>
              <a:rect l="0" t="0" r="0" b="0"/>
              <a:pathLst>
                <a:path w="41438" h="9300">
                  <a:moveTo>
                    <a:pt x="41438" y="0"/>
                  </a:moveTo>
                  <a:lnTo>
                    <a:pt x="0" y="930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3" name="Input_receptor__922">
              <a:extLst>
                <a:ext uri="{FF2B5EF4-FFF2-40B4-BE49-F238E27FC236}">
                  <a16:creationId xmlns:a16="http://schemas.microsoft.com/office/drawing/2014/main" id="{37DD7F1B-03E3-F45E-3DC1-3C99A1C9910C}"/>
                </a:ext>
              </a:extLst>
            </p:cNvPr>
            <p:cNvSpPr>
              <a:spLocks noGrp="1"/>
            </p:cNvSpPr>
            <p:nvPr/>
          </p:nvSpPr>
          <p:spPr>
            <a:xfrm>
              <a:off x="1523161" y="5001423"/>
              <a:ext cx="45390" cy="4933"/>
            </a:xfrm>
            <a:custGeom>
              <a:avLst/>
              <a:gdLst/>
              <a:ahLst/>
              <a:cxnLst/>
              <a:rect l="0" t="0" r="0" b="0"/>
              <a:pathLst>
                <a:path w="45390" h="4933">
                  <a:moveTo>
                    <a:pt x="0" y="4933"/>
                  </a:moveTo>
                  <a:lnTo>
                    <a:pt x="4539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4" name="Input_receptor__923">
              <a:extLst>
                <a:ext uri="{FF2B5EF4-FFF2-40B4-BE49-F238E27FC236}">
                  <a16:creationId xmlns:a16="http://schemas.microsoft.com/office/drawing/2014/main" id="{2C364CB6-1772-AD6F-5CA5-EEFA2EA386DF}"/>
                </a:ext>
              </a:extLst>
            </p:cNvPr>
            <p:cNvSpPr>
              <a:spLocks noGrp="1"/>
            </p:cNvSpPr>
            <p:nvPr/>
          </p:nvSpPr>
          <p:spPr>
            <a:xfrm>
              <a:off x="1419549" y="4847569"/>
              <a:ext cx="11142" cy="36689"/>
            </a:xfrm>
            <a:custGeom>
              <a:avLst/>
              <a:gdLst/>
              <a:ahLst/>
              <a:cxnLst/>
              <a:rect l="0" t="0" r="0" b="0"/>
              <a:pathLst>
                <a:path w="11142" h="36689">
                  <a:moveTo>
                    <a:pt x="11142" y="366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5" name="Input_receptor__924">
              <a:extLst>
                <a:ext uri="{FF2B5EF4-FFF2-40B4-BE49-F238E27FC236}">
                  <a16:creationId xmlns:a16="http://schemas.microsoft.com/office/drawing/2014/main" id="{B1CE2FCB-DE44-C439-8A92-0682CBB79E97}"/>
                </a:ext>
              </a:extLst>
            </p:cNvPr>
            <p:cNvSpPr>
              <a:spLocks noGrp="1"/>
            </p:cNvSpPr>
            <p:nvPr/>
          </p:nvSpPr>
          <p:spPr>
            <a:xfrm>
              <a:off x="1016111" y="5284529"/>
              <a:ext cx="21769" cy="36712"/>
            </a:xfrm>
            <a:custGeom>
              <a:avLst/>
              <a:gdLst/>
              <a:ahLst/>
              <a:cxnLst/>
              <a:rect l="0" t="0" r="0" b="0"/>
              <a:pathLst>
                <a:path w="21769" h="36712">
                  <a:moveTo>
                    <a:pt x="0" y="36712"/>
                  </a:moveTo>
                  <a:lnTo>
                    <a:pt x="21769" y="0"/>
                  </a:lnTo>
                </a:path>
              </a:pathLst>
            </a:custGeom>
            <a:noFill/>
            <a:ln w="8096">
              <a:solidFill>
                <a:srgbClr val="8899A6"/>
              </a:solidFill>
            </a:ln>
          </p:spPr>
        </p:sp>
        <p:sp>
          <p:nvSpPr>
            <p:cNvPr id="926" name="Input_receptor__925">
              <a:extLst>
                <a:ext uri="{FF2B5EF4-FFF2-40B4-BE49-F238E27FC236}">
                  <a16:creationId xmlns:a16="http://schemas.microsoft.com/office/drawing/2014/main" id="{B8741DB8-114E-C001-E618-4CC39CC3A0AF}"/>
                </a:ext>
              </a:extLst>
            </p:cNvPr>
            <p:cNvSpPr>
              <a:spLocks noGrp="1"/>
            </p:cNvSpPr>
            <p:nvPr/>
          </p:nvSpPr>
          <p:spPr>
            <a:xfrm>
              <a:off x="1136653" y="4475857"/>
              <a:ext cx="30220" cy="34932"/>
            </a:xfrm>
            <a:custGeom>
              <a:avLst/>
              <a:gdLst/>
              <a:ahLst/>
              <a:cxnLst/>
              <a:rect l="0" t="0" r="0" b="0"/>
              <a:pathLst>
                <a:path w="30220" h="34932">
                  <a:moveTo>
                    <a:pt x="0" y="34932"/>
                  </a:moveTo>
                  <a:lnTo>
                    <a:pt x="30220" y="0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7" name="Input_receptor__926">
              <a:extLst>
                <a:ext uri="{FF2B5EF4-FFF2-40B4-BE49-F238E27FC236}">
                  <a16:creationId xmlns:a16="http://schemas.microsoft.com/office/drawing/2014/main" id="{7B75D970-9758-A4F2-413F-ED35E6719F9E}"/>
                </a:ext>
              </a:extLst>
            </p:cNvPr>
            <p:cNvSpPr>
              <a:spLocks noGrp="1"/>
            </p:cNvSpPr>
            <p:nvPr/>
          </p:nvSpPr>
          <p:spPr>
            <a:xfrm>
              <a:off x="1312733" y="4797778"/>
              <a:ext cx="47844" cy="2276"/>
            </a:xfrm>
            <a:custGeom>
              <a:avLst/>
              <a:gdLst/>
              <a:ahLst/>
              <a:cxnLst/>
              <a:rect l="0" t="0" r="0" b="0"/>
              <a:pathLst>
                <a:path w="47844" h="2276">
                  <a:moveTo>
                    <a:pt x="47844" y="22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6"/>
              </a:solidFill>
            </a:ln>
          </p:spPr>
        </p:sp>
        <p:sp>
          <p:nvSpPr>
            <p:cNvPr id="928" name="Input_receptor__927">
              <a:extLst>
                <a:ext uri="{FF2B5EF4-FFF2-40B4-BE49-F238E27FC236}">
                  <a16:creationId xmlns:a16="http://schemas.microsoft.com/office/drawing/2014/main" id="{13956BB9-510C-5555-D20A-80CDC066F164}"/>
                </a:ext>
              </a:extLst>
            </p:cNvPr>
            <p:cNvSpPr>
              <a:spLocks noGrp="1"/>
            </p:cNvSpPr>
            <p:nvPr/>
          </p:nvSpPr>
          <p:spPr>
            <a:xfrm>
              <a:off x="1172385" y="5214769"/>
              <a:ext cx="45193" cy="15134"/>
            </a:xfrm>
            <a:custGeom>
              <a:avLst/>
              <a:gdLst/>
              <a:ahLst/>
              <a:cxnLst/>
              <a:rect l="0" t="0" r="0" b="0"/>
              <a:pathLst>
                <a:path w="45193" h="15134">
                  <a:moveTo>
                    <a:pt x="45193" y="0"/>
                  </a:moveTo>
                  <a:lnTo>
                    <a:pt x="0" y="15134"/>
                  </a:lnTo>
                </a:path>
              </a:pathLst>
            </a:custGeom>
            <a:noFill/>
            <a:ln w="20003">
              <a:solidFill>
                <a:srgbClr val="8899A6"/>
              </a:solidFill>
            </a:ln>
          </p:spPr>
        </p:sp>
        <p:sp>
          <p:nvSpPr>
            <p:cNvPr id="929" name="Input_receptor__928">
              <a:extLst>
                <a:ext uri="{FF2B5EF4-FFF2-40B4-BE49-F238E27FC236}">
                  <a16:creationId xmlns:a16="http://schemas.microsoft.com/office/drawing/2014/main" id="{A1D2FCCE-3A2A-8652-5919-427112A5298A}"/>
                </a:ext>
              </a:extLst>
            </p:cNvPr>
            <p:cNvSpPr>
              <a:spLocks noGrp="1"/>
            </p:cNvSpPr>
            <p:nvPr/>
          </p:nvSpPr>
          <p:spPr>
            <a:xfrm>
              <a:off x="1016111" y="5321241"/>
              <a:ext cx="10752" cy="39746"/>
            </a:xfrm>
            <a:custGeom>
              <a:avLst/>
              <a:gdLst/>
              <a:ahLst/>
              <a:cxnLst/>
              <a:rect l="0" t="0" r="0" b="0"/>
              <a:pathLst>
                <a:path w="10752" h="39746">
                  <a:moveTo>
                    <a:pt x="10752" y="3974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0" name="Input_receptor__929">
              <a:extLst>
                <a:ext uri="{FF2B5EF4-FFF2-40B4-BE49-F238E27FC236}">
                  <a16:creationId xmlns:a16="http://schemas.microsoft.com/office/drawing/2014/main" id="{4D711688-0A0A-7409-5196-21F951AAB093}"/>
                </a:ext>
              </a:extLst>
            </p:cNvPr>
            <p:cNvSpPr>
              <a:spLocks noGrp="1"/>
            </p:cNvSpPr>
            <p:nvPr/>
          </p:nvSpPr>
          <p:spPr>
            <a:xfrm>
              <a:off x="1051853" y="5439544"/>
              <a:ext cx="437" cy="21204"/>
            </a:xfrm>
            <a:custGeom>
              <a:avLst/>
              <a:gdLst/>
              <a:ahLst/>
              <a:cxnLst/>
              <a:rect l="0" t="0" r="0" b="0"/>
              <a:pathLst>
                <a:path w="437" h="21204">
                  <a:moveTo>
                    <a:pt x="0" y="21204"/>
                  </a:moveTo>
                  <a:lnTo>
                    <a:pt x="437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1" name="Input_receptor__930">
              <a:extLst>
                <a:ext uri="{FF2B5EF4-FFF2-40B4-BE49-F238E27FC236}">
                  <a16:creationId xmlns:a16="http://schemas.microsoft.com/office/drawing/2014/main" id="{44938420-4F65-26F4-998F-4639EF85C387}"/>
                </a:ext>
              </a:extLst>
            </p:cNvPr>
            <p:cNvSpPr>
              <a:spLocks noGrp="1"/>
            </p:cNvSpPr>
            <p:nvPr/>
          </p:nvSpPr>
          <p:spPr>
            <a:xfrm>
              <a:off x="1121341" y="4262080"/>
              <a:ext cx="7685" cy="43433"/>
            </a:xfrm>
            <a:custGeom>
              <a:avLst/>
              <a:gdLst/>
              <a:ahLst/>
              <a:cxnLst/>
              <a:rect l="0" t="0" r="0" b="0"/>
              <a:pathLst>
                <a:path w="7685" h="43433">
                  <a:moveTo>
                    <a:pt x="7685" y="0"/>
                  </a:moveTo>
                  <a:lnTo>
                    <a:pt x="0" y="43433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32" name="Input_receptor__931">
              <a:extLst>
                <a:ext uri="{FF2B5EF4-FFF2-40B4-BE49-F238E27FC236}">
                  <a16:creationId xmlns:a16="http://schemas.microsoft.com/office/drawing/2014/main" id="{7E9988F2-279D-DFBB-CA02-70295EF7A268}"/>
                </a:ext>
              </a:extLst>
            </p:cNvPr>
            <p:cNvSpPr>
              <a:spLocks noGrp="1"/>
            </p:cNvSpPr>
            <p:nvPr/>
          </p:nvSpPr>
          <p:spPr>
            <a:xfrm>
              <a:off x="945683" y="4848180"/>
              <a:ext cx="13993" cy="41665"/>
            </a:xfrm>
            <a:custGeom>
              <a:avLst/>
              <a:gdLst/>
              <a:ahLst/>
              <a:cxnLst/>
              <a:rect l="0" t="0" r="0" b="0"/>
              <a:pathLst>
                <a:path w="13993" h="41665">
                  <a:moveTo>
                    <a:pt x="0" y="0"/>
                  </a:moveTo>
                  <a:lnTo>
                    <a:pt x="13993" y="4166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3" name="Input_receptor__932">
              <a:extLst>
                <a:ext uri="{FF2B5EF4-FFF2-40B4-BE49-F238E27FC236}">
                  <a16:creationId xmlns:a16="http://schemas.microsoft.com/office/drawing/2014/main" id="{6ED67301-4EC4-96DD-BA5F-53EEDD1CE151}"/>
                </a:ext>
              </a:extLst>
            </p:cNvPr>
            <p:cNvSpPr>
              <a:spLocks noGrp="1"/>
            </p:cNvSpPr>
            <p:nvPr/>
          </p:nvSpPr>
          <p:spPr>
            <a:xfrm>
              <a:off x="902488" y="4839411"/>
              <a:ext cx="43195" cy="8769"/>
            </a:xfrm>
            <a:custGeom>
              <a:avLst/>
              <a:gdLst/>
              <a:ahLst/>
              <a:cxnLst/>
              <a:rect l="0" t="0" r="0" b="0"/>
              <a:pathLst>
                <a:path w="43195" h="8769">
                  <a:moveTo>
                    <a:pt x="0" y="0"/>
                  </a:moveTo>
                  <a:lnTo>
                    <a:pt x="43195" y="8769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4" name="Input_receptor__933">
              <a:extLst>
                <a:ext uri="{FF2B5EF4-FFF2-40B4-BE49-F238E27FC236}">
                  <a16:creationId xmlns:a16="http://schemas.microsoft.com/office/drawing/2014/main" id="{C61E446B-8747-BE68-0F9E-B9AF1ABE55F3}"/>
                </a:ext>
              </a:extLst>
            </p:cNvPr>
            <p:cNvSpPr>
              <a:spLocks noGrp="1"/>
            </p:cNvSpPr>
            <p:nvPr/>
          </p:nvSpPr>
          <p:spPr>
            <a:xfrm>
              <a:off x="1669082" y="4960995"/>
              <a:ext cx="313" cy="9605"/>
            </a:xfrm>
            <a:custGeom>
              <a:avLst/>
              <a:gdLst/>
              <a:ahLst/>
              <a:cxnLst/>
              <a:rect l="0" t="0" r="0" b="0"/>
              <a:pathLst>
                <a:path w="313" h="9605">
                  <a:moveTo>
                    <a:pt x="0" y="9605"/>
                  </a:moveTo>
                  <a:lnTo>
                    <a:pt x="313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5" name="Input_receptor__934">
              <a:extLst>
                <a:ext uri="{FF2B5EF4-FFF2-40B4-BE49-F238E27FC236}">
                  <a16:creationId xmlns:a16="http://schemas.microsoft.com/office/drawing/2014/main" id="{25C2F911-46F7-67CE-FF4E-7B09E2EFD7DA}"/>
                </a:ext>
              </a:extLst>
            </p:cNvPr>
            <p:cNvSpPr>
              <a:spLocks noGrp="1"/>
            </p:cNvSpPr>
            <p:nvPr/>
          </p:nvSpPr>
          <p:spPr>
            <a:xfrm>
              <a:off x="1439069" y="4971407"/>
              <a:ext cx="28622" cy="37462"/>
            </a:xfrm>
            <a:custGeom>
              <a:avLst/>
              <a:gdLst/>
              <a:ahLst/>
              <a:cxnLst/>
              <a:rect l="0" t="0" r="0" b="0"/>
              <a:pathLst>
                <a:path w="28622" h="37462">
                  <a:moveTo>
                    <a:pt x="0" y="37462"/>
                  </a:moveTo>
                  <a:lnTo>
                    <a:pt x="28622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6" name="Input_receptor__935">
              <a:extLst>
                <a:ext uri="{FF2B5EF4-FFF2-40B4-BE49-F238E27FC236}">
                  <a16:creationId xmlns:a16="http://schemas.microsoft.com/office/drawing/2014/main" id="{DFC18689-D5CE-2E66-3863-46B47C33CDB6}"/>
                </a:ext>
              </a:extLst>
            </p:cNvPr>
            <p:cNvSpPr>
              <a:spLocks noGrp="1"/>
            </p:cNvSpPr>
            <p:nvPr/>
          </p:nvSpPr>
          <p:spPr>
            <a:xfrm>
              <a:off x="1265595" y="4944006"/>
              <a:ext cx="25692" cy="36975"/>
            </a:xfrm>
            <a:custGeom>
              <a:avLst/>
              <a:gdLst/>
              <a:ahLst/>
              <a:cxnLst/>
              <a:rect l="0" t="0" r="0" b="0"/>
              <a:pathLst>
                <a:path w="25692" h="36975">
                  <a:moveTo>
                    <a:pt x="25692" y="0"/>
                  </a:moveTo>
                  <a:lnTo>
                    <a:pt x="0" y="3697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7" name="Input_receptor__936">
              <a:extLst>
                <a:ext uri="{FF2B5EF4-FFF2-40B4-BE49-F238E27FC236}">
                  <a16:creationId xmlns:a16="http://schemas.microsoft.com/office/drawing/2014/main" id="{DC245B51-65CC-EA16-52ED-FA05C45C05E1}"/>
                </a:ext>
              </a:extLst>
            </p:cNvPr>
            <p:cNvSpPr>
              <a:spLocks noGrp="1"/>
            </p:cNvSpPr>
            <p:nvPr/>
          </p:nvSpPr>
          <p:spPr>
            <a:xfrm>
              <a:off x="1840234" y="5231331"/>
              <a:ext cx="25109" cy="28298"/>
            </a:xfrm>
            <a:custGeom>
              <a:avLst/>
              <a:gdLst/>
              <a:ahLst/>
              <a:cxnLst/>
              <a:rect l="0" t="0" r="0" b="0"/>
              <a:pathLst>
                <a:path w="25109" h="28298">
                  <a:moveTo>
                    <a:pt x="25109" y="282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8" name="Input_receptor__937">
              <a:extLst>
                <a:ext uri="{FF2B5EF4-FFF2-40B4-BE49-F238E27FC236}">
                  <a16:creationId xmlns:a16="http://schemas.microsoft.com/office/drawing/2014/main" id="{E024921A-E3DA-4908-3AEB-AE7C12B9A84A}"/>
                </a:ext>
              </a:extLst>
            </p:cNvPr>
            <p:cNvSpPr>
              <a:spLocks noGrp="1"/>
            </p:cNvSpPr>
            <p:nvPr/>
          </p:nvSpPr>
          <p:spPr>
            <a:xfrm>
              <a:off x="1494623" y="5151565"/>
              <a:ext cx="13097" cy="29875"/>
            </a:xfrm>
            <a:custGeom>
              <a:avLst/>
              <a:gdLst/>
              <a:ahLst/>
              <a:cxnLst/>
              <a:rect l="0" t="0" r="0" b="0"/>
              <a:pathLst>
                <a:path w="13097" h="29875">
                  <a:moveTo>
                    <a:pt x="13097" y="298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39" name="Input_receptor__938">
              <a:extLst>
                <a:ext uri="{FF2B5EF4-FFF2-40B4-BE49-F238E27FC236}">
                  <a16:creationId xmlns:a16="http://schemas.microsoft.com/office/drawing/2014/main" id="{C9CF5D84-8A31-8B94-B717-CED5988B5EBB}"/>
                </a:ext>
              </a:extLst>
            </p:cNvPr>
            <p:cNvSpPr>
              <a:spLocks noGrp="1"/>
            </p:cNvSpPr>
            <p:nvPr/>
          </p:nvSpPr>
          <p:spPr>
            <a:xfrm>
              <a:off x="1461428" y="4397289"/>
              <a:ext cx="11612" cy="44168"/>
            </a:xfrm>
            <a:custGeom>
              <a:avLst/>
              <a:gdLst/>
              <a:ahLst/>
              <a:cxnLst/>
              <a:rect l="0" t="0" r="0" b="0"/>
              <a:pathLst>
                <a:path w="11612" h="44168">
                  <a:moveTo>
                    <a:pt x="0" y="0"/>
                  </a:moveTo>
                  <a:lnTo>
                    <a:pt x="11612" y="44168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0" name="Input_receptor__939">
              <a:extLst>
                <a:ext uri="{FF2B5EF4-FFF2-40B4-BE49-F238E27FC236}">
                  <a16:creationId xmlns:a16="http://schemas.microsoft.com/office/drawing/2014/main" id="{67A5F0A0-9ACF-5CC2-2CD0-8171352F1DE1}"/>
                </a:ext>
              </a:extLst>
            </p:cNvPr>
            <p:cNvSpPr>
              <a:spLocks noGrp="1"/>
            </p:cNvSpPr>
            <p:nvPr/>
          </p:nvSpPr>
          <p:spPr>
            <a:xfrm>
              <a:off x="1356449" y="4679080"/>
              <a:ext cx="46130" cy="10625"/>
            </a:xfrm>
            <a:custGeom>
              <a:avLst/>
              <a:gdLst/>
              <a:ahLst/>
              <a:cxnLst/>
              <a:rect l="0" t="0" r="0" b="0"/>
              <a:pathLst>
                <a:path w="46130" h="10625">
                  <a:moveTo>
                    <a:pt x="46130" y="0"/>
                  </a:moveTo>
                  <a:lnTo>
                    <a:pt x="0" y="10625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1" name="Input_receptor__940">
              <a:extLst>
                <a:ext uri="{FF2B5EF4-FFF2-40B4-BE49-F238E27FC236}">
                  <a16:creationId xmlns:a16="http://schemas.microsoft.com/office/drawing/2014/main" id="{05A49C00-DEF0-5FF3-3107-B49C1DF5EECB}"/>
                </a:ext>
              </a:extLst>
            </p:cNvPr>
            <p:cNvSpPr>
              <a:spLocks noGrp="1"/>
            </p:cNvSpPr>
            <p:nvPr/>
          </p:nvSpPr>
          <p:spPr>
            <a:xfrm>
              <a:off x="1161252" y="4987180"/>
              <a:ext cx="30512" cy="24918"/>
            </a:xfrm>
            <a:custGeom>
              <a:avLst/>
              <a:gdLst/>
              <a:ahLst/>
              <a:cxnLst/>
              <a:rect l="0" t="0" r="0" b="0"/>
              <a:pathLst>
                <a:path w="30512" h="24918">
                  <a:moveTo>
                    <a:pt x="0" y="24918"/>
                  </a:moveTo>
                  <a:lnTo>
                    <a:pt x="30512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2" name="Input_receptor__941">
              <a:extLst>
                <a:ext uri="{FF2B5EF4-FFF2-40B4-BE49-F238E27FC236}">
                  <a16:creationId xmlns:a16="http://schemas.microsoft.com/office/drawing/2014/main" id="{7189C7FF-D420-F7E5-EB60-FDD06EBFFC2C}"/>
                </a:ext>
              </a:extLst>
            </p:cNvPr>
            <p:cNvSpPr>
              <a:spLocks noGrp="1"/>
            </p:cNvSpPr>
            <p:nvPr/>
          </p:nvSpPr>
          <p:spPr>
            <a:xfrm>
              <a:off x="1424377" y="4371982"/>
              <a:ext cx="37052" cy="25307"/>
            </a:xfrm>
            <a:custGeom>
              <a:avLst/>
              <a:gdLst/>
              <a:ahLst/>
              <a:cxnLst/>
              <a:rect l="0" t="0" r="0" b="0"/>
              <a:pathLst>
                <a:path w="37052" h="25307">
                  <a:moveTo>
                    <a:pt x="0" y="0"/>
                  </a:moveTo>
                  <a:lnTo>
                    <a:pt x="37052" y="25307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3" name="Input_receptor__942">
              <a:extLst>
                <a:ext uri="{FF2B5EF4-FFF2-40B4-BE49-F238E27FC236}">
                  <a16:creationId xmlns:a16="http://schemas.microsoft.com/office/drawing/2014/main" id="{71690D52-CF73-E432-E331-64973A2F16C0}"/>
                </a:ext>
              </a:extLst>
            </p:cNvPr>
            <p:cNvSpPr>
              <a:spLocks noGrp="1"/>
            </p:cNvSpPr>
            <p:nvPr/>
          </p:nvSpPr>
          <p:spPr>
            <a:xfrm>
              <a:off x="1080508" y="4305512"/>
              <a:ext cx="40833" cy="5871"/>
            </a:xfrm>
            <a:custGeom>
              <a:avLst/>
              <a:gdLst/>
              <a:ahLst/>
              <a:cxnLst/>
              <a:rect l="0" t="0" r="0" b="0"/>
              <a:pathLst>
                <a:path w="40833" h="5871">
                  <a:moveTo>
                    <a:pt x="40833" y="0"/>
                  </a:moveTo>
                  <a:lnTo>
                    <a:pt x="0" y="5871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4" name="Input_receptor__943">
              <a:extLst>
                <a:ext uri="{FF2B5EF4-FFF2-40B4-BE49-F238E27FC236}">
                  <a16:creationId xmlns:a16="http://schemas.microsoft.com/office/drawing/2014/main" id="{001F0E13-2241-6EBF-9408-F555DFAEB006}"/>
                </a:ext>
              </a:extLst>
            </p:cNvPr>
            <p:cNvSpPr>
              <a:spLocks noGrp="1"/>
            </p:cNvSpPr>
            <p:nvPr/>
          </p:nvSpPr>
          <p:spPr>
            <a:xfrm>
              <a:off x="996685" y="4986094"/>
              <a:ext cx="39131" cy="8367"/>
            </a:xfrm>
            <a:custGeom>
              <a:avLst/>
              <a:gdLst/>
              <a:ahLst/>
              <a:cxnLst/>
              <a:rect l="0" t="0" r="0" b="0"/>
              <a:pathLst>
                <a:path w="39131" h="8367">
                  <a:moveTo>
                    <a:pt x="0" y="0"/>
                  </a:moveTo>
                  <a:lnTo>
                    <a:pt x="39131" y="8367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5" name="Input_receptor__944">
              <a:extLst>
                <a:ext uri="{FF2B5EF4-FFF2-40B4-BE49-F238E27FC236}">
                  <a16:creationId xmlns:a16="http://schemas.microsoft.com/office/drawing/2014/main" id="{402309AE-A366-892C-9D25-21F89B0DFFAD}"/>
                </a:ext>
              </a:extLst>
            </p:cNvPr>
            <p:cNvSpPr>
              <a:spLocks noGrp="1"/>
            </p:cNvSpPr>
            <p:nvPr/>
          </p:nvSpPr>
          <p:spPr>
            <a:xfrm>
              <a:off x="1177851" y="5039290"/>
              <a:ext cx="45317" cy="14608"/>
            </a:xfrm>
            <a:custGeom>
              <a:avLst/>
              <a:gdLst/>
              <a:ahLst/>
              <a:cxnLst/>
              <a:rect l="0" t="0" r="0" b="0"/>
              <a:pathLst>
                <a:path w="45317" h="14608">
                  <a:moveTo>
                    <a:pt x="45317" y="0"/>
                  </a:moveTo>
                  <a:lnTo>
                    <a:pt x="0" y="14608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6" name="Input_receptor__945">
              <a:extLst>
                <a:ext uri="{FF2B5EF4-FFF2-40B4-BE49-F238E27FC236}">
                  <a16:creationId xmlns:a16="http://schemas.microsoft.com/office/drawing/2014/main" id="{0B5FFDD3-7F06-3A2C-22BB-CF265A34F08B}"/>
                </a:ext>
              </a:extLst>
            </p:cNvPr>
            <p:cNvSpPr>
              <a:spLocks noGrp="1"/>
            </p:cNvSpPr>
            <p:nvPr/>
          </p:nvSpPr>
          <p:spPr>
            <a:xfrm>
              <a:off x="980886" y="4951359"/>
              <a:ext cx="15799" cy="34735"/>
            </a:xfrm>
            <a:custGeom>
              <a:avLst/>
              <a:gdLst/>
              <a:ahLst/>
              <a:cxnLst/>
              <a:rect l="0" t="0" r="0" b="0"/>
              <a:pathLst>
                <a:path w="15799" h="34735">
                  <a:moveTo>
                    <a:pt x="0" y="0"/>
                  </a:moveTo>
                  <a:lnTo>
                    <a:pt x="15799" y="34735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47" name="Input_receptor__946">
              <a:extLst>
                <a:ext uri="{FF2B5EF4-FFF2-40B4-BE49-F238E27FC236}">
                  <a16:creationId xmlns:a16="http://schemas.microsoft.com/office/drawing/2014/main" id="{DDB02A69-5658-917C-03E9-7F6EF2C6C289}"/>
                </a:ext>
              </a:extLst>
            </p:cNvPr>
            <p:cNvSpPr>
              <a:spLocks noGrp="1"/>
            </p:cNvSpPr>
            <p:nvPr/>
          </p:nvSpPr>
          <p:spPr>
            <a:xfrm>
              <a:off x="1060508" y="4865426"/>
              <a:ext cx="16574" cy="19875"/>
            </a:xfrm>
            <a:custGeom>
              <a:avLst/>
              <a:gdLst/>
              <a:ahLst/>
              <a:cxnLst/>
              <a:rect l="0" t="0" r="0" b="0"/>
              <a:pathLst>
                <a:path w="16574" h="19875">
                  <a:moveTo>
                    <a:pt x="16574" y="198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8" name="Input_receptor__947">
              <a:extLst>
                <a:ext uri="{FF2B5EF4-FFF2-40B4-BE49-F238E27FC236}">
                  <a16:creationId xmlns:a16="http://schemas.microsoft.com/office/drawing/2014/main" id="{DA0A91EC-F958-7F15-FA10-099220BC5CB3}"/>
                </a:ext>
              </a:extLst>
            </p:cNvPr>
            <p:cNvSpPr>
              <a:spLocks noGrp="1"/>
            </p:cNvSpPr>
            <p:nvPr/>
          </p:nvSpPr>
          <p:spPr>
            <a:xfrm>
              <a:off x="1402579" y="4679080"/>
              <a:ext cx="13222" cy="44204"/>
            </a:xfrm>
            <a:custGeom>
              <a:avLst/>
              <a:gdLst/>
              <a:ahLst/>
              <a:cxnLst/>
              <a:rect l="0" t="0" r="0" b="0"/>
              <a:pathLst>
                <a:path w="13222" h="44204">
                  <a:moveTo>
                    <a:pt x="13222" y="442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49" name="Input_receptor__948">
              <a:extLst>
                <a:ext uri="{FF2B5EF4-FFF2-40B4-BE49-F238E27FC236}">
                  <a16:creationId xmlns:a16="http://schemas.microsoft.com/office/drawing/2014/main" id="{5C8B9272-1DA4-0083-54D9-C7D7A254DFE0}"/>
                </a:ext>
              </a:extLst>
            </p:cNvPr>
            <p:cNvSpPr>
              <a:spLocks noGrp="1"/>
            </p:cNvSpPr>
            <p:nvPr/>
          </p:nvSpPr>
          <p:spPr>
            <a:xfrm>
              <a:off x="992914" y="4421126"/>
              <a:ext cx="47167" cy="7200"/>
            </a:xfrm>
            <a:custGeom>
              <a:avLst/>
              <a:gdLst/>
              <a:ahLst/>
              <a:cxnLst/>
              <a:rect l="0" t="0" r="0" b="0"/>
              <a:pathLst>
                <a:path w="47167" h="7200">
                  <a:moveTo>
                    <a:pt x="47167" y="0"/>
                  </a:moveTo>
                  <a:lnTo>
                    <a:pt x="0" y="720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50" name="Input_receptor__949">
              <a:extLst>
                <a:ext uri="{FF2B5EF4-FFF2-40B4-BE49-F238E27FC236}">
                  <a16:creationId xmlns:a16="http://schemas.microsoft.com/office/drawing/2014/main" id="{7BD71663-F739-ADA1-E95E-FA126842272F}"/>
                </a:ext>
              </a:extLst>
            </p:cNvPr>
            <p:cNvSpPr>
              <a:spLocks noGrp="1"/>
            </p:cNvSpPr>
            <p:nvPr/>
          </p:nvSpPr>
          <p:spPr>
            <a:xfrm>
              <a:off x="1409825" y="4558056"/>
              <a:ext cx="25073" cy="24057"/>
            </a:xfrm>
            <a:custGeom>
              <a:avLst/>
              <a:gdLst/>
              <a:ahLst/>
              <a:cxnLst/>
              <a:rect l="0" t="0" r="0" b="0"/>
              <a:pathLst>
                <a:path w="25073" h="24057">
                  <a:moveTo>
                    <a:pt x="25073" y="2405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1" name="Input_receptor__950">
              <a:extLst>
                <a:ext uri="{FF2B5EF4-FFF2-40B4-BE49-F238E27FC236}">
                  <a16:creationId xmlns:a16="http://schemas.microsoft.com/office/drawing/2014/main" id="{9AD1057D-FCC7-ACBB-3186-85346882F8B7}"/>
                </a:ext>
              </a:extLst>
            </p:cNvPr>
            <p:cNvSpPr>
              <a:spLocks noGrp="1"/>
            </p:cNvSpPr>
            <p:nvPr/>
          </p:nvSpPr>
          <p:spPr>
            <a:xfrm>
              <a:off x="1129025" y="4261656"/>
              <a:ext cx="47734" cy="423"/>
            </a:xfrm>
            <a:custGeom>
              <a:avLst/>
              <a:gdLst/>
              <a:ahLst/>
              <a:cxnLst/>
              <a:rect l="0" t="0" r="0" b="0"/>
              <a:pathLst>
                <a:path w="47734" h="423">
                  <a:moveTo>
                    <a:pt x="47734" y="0"/>
                  </a:moveTo>
                  <a:lnTo>
                    <a:pt x="0" y="423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2" name="Input_receptor__951">
              <a:extLst>
                <a:ext uri="{FF2B5EF4-FFF2-40B4-BE49-F238E27FC236}">
                  <a16:creationId xmlns:a16="http://schemas.microsoft.com/office/drawing/2014/main" id="{DE98954E-3215-A4B9-725B-966FF2994C94}"/>
                </a:ext>
              </a:extLst>
            </p:cNvPr>
            <p:cNvSpPr>
              <a:spLocks noGrp="1"/>
            </p:cNvSpPr>
            <p:nvPr/>
          </p:nvSpPr>
          <p:spPr>
            <a:xfrm>
              <a:off x="981896" y="4262217"/>
              <a:ext cx="27787" cy="26800"/>
            </a:xfrm>
            <a:custGeom>
              <a:avLst/>
              <a:gdLst/>
              <a:ahLst/>
              <a:cxnLst/>
              <a:rect l="0" t="0" r="0" b="0"/>
              <a:pathLst>
                <a:path w="27787" h="26800">
                  <a:moveTo>
                    <a:pt x="27787" y="0"/>
                  </a:moveTo>
                  <a:lnTo>
                    <a:pt x="0" y="2680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3" name="Input_receptor__952">
              <a:extLst>
                <a:ext uri="{FF2B5EF4-FFF2-40B4-BE49-F238E27FC236}">
                  <a16:creationId xmlns:a16="http://schemas.microsoft.com/office/drawing/2014/main" id="{5FD00C26-B9C9-E110-2789-195F72AE9462}"/>
                </a:ext>
              </a:extLst>
            </p:cNvPr>
            <p:cNvSpPr>
              <a:spLocks noGrp="1"/>
            </p:cNvSpPr>
            <p:nvPr/>
          </p:nvSpPr>
          <p:spPr>
            <a:xfrm>
              <a:off x="1253446" y="4574231"/>
              <a:ext cx="17804" cy="11166"/>
            </a:xfrm>
            <a:custGeom>
              <a:avLst/>
              <a:gdLst/>
              <a:ahLst/>
              <a:cxnLst/>
              <a:rect l="0" t="0" r="0" b="0"/>
              <a:pathLst>
                <a:path w="17804" h="11166">
                  <a:moveTo>
                    <a:pt x="17804" y="111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9A7"/>
              </a:solidFill>
            </a:ln>
          </p:spPr>
        </p:sp>
        <p:sp>
          <p:nvSpPr>
            <p:cNvPr id="954" name="Input_receptor__953">
              <a:extLst>
                <a:ext uri="{FF2B5EF4-FFF2-40B4-BE49-F238E27FC236}">
                  <a16:creationId xmlns:a16="http://schemas.microsoft.com/office/drawing/2014/main" id="{888FB3FD-7E29-91E5-9DFD-6C662DCE8CD0}"/>
                </a:ext>
              </a:extLst>
            </p:cNvPr>
            <p:cNvSpPr>
              <a:spLocks noGrp="1"/>
            </p:cNvSpPr>
            <p:nvPr/>
          </p:nvSpPr>
          <p:spPr>
            <a:xfrm>
              <a:off x="1502339" y="4513071"/>
              <a:ext cx="20208" cy="30218"/>
            </a:xfrm>
            <a:custGeom>
              <a:avLst/>
              <a:gdLst/>
              <a:ahLst/>
              <a:cxnLst/>
              <a:rect l="0" t="0" r="0" b="0"/>
              <a:pathLst>
                <a:path w="20208" h="30218">
                  <a:moveTo>
                    <a:pt x="0" y="0"/>
                  </a:moveTo>
                  <a:lnTo>
                    <a:pt x="20208" y="30218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5" name="Input_receptor__954">
              <a:extLst>
                <a:ext uri="{FF2B5EF4-FFF2-40B4-BE49-F238E27FC236}">
                  <a16:creationId xmlns:a16="http://schemas.microsoft.com/office/drawing/2014/main" id="{B59C218B-9B3E-65E3-B63D-640B0B39C4FF}"/>
                </a:ext>
              </a:extLst>
            </p:cNvPr>
            <p:cNvSpPr>
              <a:spLocks noGrp="1"/>
            </p:cNvSpPr>
            <p:nvPr/>
          </p:nvSpPr>
          <p:spPr>
            <a:xfrm>
              <a:off x="1480467" y="4846437"/>
              <a:ext cx="9028" cy="7385"/>
            </a:xfrm>
            <a:custGeom>
              <a:avLst/>
              <a:gdLst/>
              <a:ahLst/>
              <a:cxnLst/>
              <a:rect l="0" t="0" r="0" b="0"/>
              <a:pathLst>
                <a:path w="9028" h="7385">
                  <a:moveTo>
                    <a:pt x="0" y="7385"/>
                  </a:moveTo>
                  <a:lnTo>
                    <a:pt x="9028" y="0"/>
                  </a:lnTo>
                </a:path>
              </a:pathLst>
            </a:custGeom>
            <a:noFill/>
            <a:ln w="8096">
              <a:solidFill>
                <a:srgbClr val="8899A7"/>
              </a:solidFill>
            </a:ln>
          </p:spPr>
        </p:sp>
        <p:sp>
          <p:nvSpPr>
            <p:cNvPr id="956" name="Input_receptor__955">
              <a:extLst>
                <a:ext uri="{FF2B5EF4-FFF2-40B4-BE49-F238E27FC236}">
                  <a16:creationId xmlns:a16="http://schemas.microsoft.com/office/drawing/2014/main" id="{EE071D72-C3F1-7C99-307C-7EE0AD933452}"/>
                </a:ext>
              </a:extLst>
            </p:cNvPr>
            <p:cNvSpPr>
              <a:spLocks noGrp="1"/>
            </p:cNvSpPr>
            <p:nvPr/>
          </p:nvSpPr>
          <p:spPr>
            <a:xfrm>
              <a:off x="1050463" y="4277369"/>
              <a:ext cx="30044" cy="34015"/>
            </a:xfrm>
            <a:custGeom>
              <a:avLst/>
              <a:gdLst/>
              <a:ahLst/>
              <a:cxnLst/>
              <a:rect l="0" t="0" r="0" b="0"/>
              <a:pathLst>
                <a:path w="30044" h="34015">
                  <a:moveTo>
                    <a:pt x="30044" y="340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57" name="Input_receptor__956">
              <a:extLst>
                <a:ext uri="{FF2B5EF4-FFF2-40B4-BE49-F238E27FC236}">
                  <a16:creationId xmlns:a16="http://schemas.microsoft.com/office/drawing/2014/main" id="{1A212890-ABE4-BF36-C7FA-9CF8A408A493}"/>
                </a:ext>
              </a:extLst>
            </p:cNvPr>
            <p:cNvSpPr>
              <a:spLocks noGrp="1"/>
            </p:cNvSpPr>
            <p:nvPr/>
          </p:nvSpPr>
          <p:spPr>
            <a:xfrm>
              <a:off x="1217578" y="5214769"/>
              <a:ext cx="16859" cy="44521"/>
            </a:xfrm>
            <a:custGeom>
              <a:avLst/>
              <a:gdLst/>
              <a:ahLst/>
              <a:cxnLst/>
              <a:rect l="0" t="0" r="0" b="0"/>
              <a:pathLst>
                <a:path w="16859" h="44521">
                  <a:moveTo>
                    <a:pt x="16859" y="445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58" name="Input_receptor__957">
              <a:extLst>
                <a:ext uri="{FF2B5EF4-FFF2-40B4-BE49-F238E27FC236}">
                  <a16:creationId xmlns:a16="http://schemas.microsoft.com/office/drawing/2014/main" id="{A7FE207A-39CB-D049-C8A9-3A7B19D94E98}"/>
                </a:ext>
              </a:extLst>
            </p:cNvPr>
            <p:cNvSpPr>
              <a:spLocks noGrp="1"/>
            </p:cNvSpPr>
            <p:nvPr/>
          </p:nvSpPr>
          <p:spPr>
            <a:xfrm>
              <a:off x="1161252" y="5012098"/>
              <a:ext cx="16599" cy="41800"/>
            </a:xfrm>
            <a:custGeom>
              <a:avLst/>
              <a:gdLst/>
              <a:ahLst/>
              <a:cxnLst/>
              <a:rect l="0" t="0" r="0" b="0"/>
              <a:pathLst>
                <a:path w="16599" h="41800">
                  <a:moveTo>
                    <a:pt x="16599" y="41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59" name="Input_receptor__958">
              <a:extLst>
                <a:ext uri="{FF2B5EF4-FFF2-40B4-BE49-F238E27FC236}">
                  <a16:creationId xmlns:a16="http://schemas.microsoft.com/office/drawing/2014/main" id="{16F8B45B-74EC-0059-684D-B24B82EF8A8D}"/>
                </a:ext>
              </a:extLst>
            </p:cNvPr>
            <p:cNvSpPr>
              <a:spLocks noGrp="1"/>
            </p:cNvSpPr>
            <p:nvPr/>
          </p:nvSpPr>
          <p:spPr>
            <a:xfrm>
              <a:off x="1174046" y="5583171"/>
              <a:ext cx="10245" cy="9335"/>
            </a:xfrm>
            <a:custGeom>
              <a:avLst/>
              <a:gdLst/>
              <a:ahLst/>
              <a:cxnLst/>
              <a:rect l="0" t="0" r="0" b="0"/>
              <a:pathLst>
                <a:path w="10245" h="9335">
                  <a:moveTo>
                    <a:pt x="10245" y="93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0" name="Input_receptor__959">
              <a:extLst>
                <a:ext uri="{FF2B5EF4-FFF2-40B4-BE49-F238E27FC236}">
                  <a16:creationId xmlns:a16="http://schemas.microsoft.com/office/drawing/2014/main" id="{ED7109CC-4658-5A19-9DB3-31381C5CB545}"/>
                </a:ext>
              </a:extLst>
            </p:cNvPr>
            <p:cNvSpPr>
              <a:spLocks noGrp="1"/>
            </p:cNvSpPr>
            <p:nvPr/>
          </p:nvSpPr>
          <p:spPr>
            <a:xfrm>
              <a:off x="1164693" y="4394281"/>
              <a:ext cx="41694" cy="21282"/>
            </a:xfrm>
            <a:custGeom>
              <a:avLst/>
              <a:gdLst/>
              <a:ahLst/>
              <a:cxnLst/>
              <a:rect l="0" t="0" r="0" b="0"/>
              <a:pathLst>
                <a:path w="41694" h="21282">
                  <a:moveTo>
                    <a:pt x="0" y="21282"/>
                  </a:moveTo>
                  <a:lnTo>
                    <a:pt x="41694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1" name="Input_receptor__960">
              <a:extLst>
                <a:ext uri="{FF2B5EF4-FFF2-40B4-BE49-F238E27FC236}">
                  <a16:creationId xmlns:a16="http://schemas.microsoft.com/office/drawing/2014/main" id="{AA125B07-9978-55A0-2BE6-058E2689B33C}"/>
                </a:ext>
              </a:extLst>
            </p:cNvPr>
            <p:cNvSpPr>
              <a:spLocks noGrp="1"/>
            </p:cNvSpPr>
            <p:nvPr/>
          </p:nvSpPr>
          <p:spPr>
            <a:xfrm>
              <a:off x="1547908" y="5044138"/>
              <a:ext cx="20743" cy="15389"/>
            </a:xfrm>
            <a:custGeom>
              <a:avLst/>
              <a:gdLst/>
              <a:ahLst/>
              <a:cxnLst/>
              <a:rect l="0" t="0" r="0" b="0"/>
              <a:pathLst>
                <a:path w="20743" h="15389">
                  <a:moveTo>
                    <a:pt x="20743" y="0"/>
                  </a:moveTo>
                  <a:lnTo>
                    <a:pt x="0" y="15389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2" name="Input_receptor__961">
              <a:extLst>
                <a:ext uri="{FF2B5EF4-FFF2-40B4-BE49-F238E27FC236}">
                  <a16:creationId xmlns:a16="http://schemas.microsoft.com/office/drawing/2014/main" id="{436181C5-72FD-2381-BC48-C832F9635543}"/>
                </a:ext>
              </a:extLst>
            </p:cNvPr>
            <p:cNvSpPr>
              <a:spLocks noGrp="1"/>
            </p:cNvSpPr>
            <p:nvPr/>
          </p:nvSpPr>
          <p:spPr>
            <a:xfrm>
              <a:off x="1426548" y="4155230"/>
              <a:ext cx="18131" cy="19007"/>
            </a:xfrm>
            <a:custGeom>
              <a:avLst/>
              <a:gdLst/>
              <a:ahLst/>
              <a:cxnLst/>
              <a:rect l="0" t="0" r="0" b="0"/>
              <a:pathLst>
                <a:path w="18131" h="19007">
                  <a:moveTo>
                    <a:pt x="18131" y="190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3" name="Input_receptor__962">
              <a:extLst>
                <a:ext uri="{FF2B5EF4-FFF2-40B4-BE49-F238E27FC236}">
                  <a16:creationId xmlns:a16="http://schemas.microsoft.com/office/drawing/2014/main" id="{6FB13E4E-F392-BB8E-B377-4ACA11437B91}"/>
                </a:ext>
              </a:extLst>
            </p:cNvPr>
            <p:cNvSpPr>
              <a:spLocks noGrp="1"/>
            </p:cNvSpPr>
            <p:nvPr/>
          </p:nvSpPr>
          <p:spPr>
            <a:xfrm>
              <a:off x="1686550" y="5344080"/>
              <a:ext cx="22072" cy="28624"/>
            </a:xfrm>
            <a:custGeom>
              <a:avLst/>
              <a:gdLst/>
              <a:ahLst/>
              <a:cxnLst/>
              <a:rect l="0" t="0" r="0" b="0"/>
              <a:pathLst>
                <a:path w="22072" h="28624">
                  <a:moveTo>
                    <a:pt x="22072" y="0"/>
                  </a:moveTo>
                  <a:lnTo>
                    <a:pt x="0" y="28624"/>
                  </a:lnTo>
                </a:path>
              </a:pathLst>
            </a:custGeom>
            <a:noFill/>
            <a:ln w="20003">
              <a:solidFill>
                <a:srgbClr val="889AA7"/>
              </a:solidFill>
            </a:ln>
          </p:spPr>
        </p:sp>
        <p:sp>
          <p:nvSpPr>
            <p:cNvPr id="964" name="Input_receptor__963">
              <a:extLst>
                <a:ext uri="{FF2B5EF4-FFF2-40B4-BE49-F238E27FC236}">
                  <a16:creationId xmlns:a16="http://schemas.microsoft.com/office/drawing/2014/main" id="{E1C94E8A-3500-8E3D-F068-35E7884C3F77}"/>
                </a:ext>
              </a:extLst>
            </p:cNvPr>
            <p:cNvSpPr>
              <a:spLocks noGrp="1"/>
            </p:cNvSpPr>
            <p:nvPr/>
          </p:nvSpPr>
          <p:spPr>
            <a:xfrm>
              <a:off x="1206387" y="4394281"/>
              <a:ext cx="30234" cy="34856"/>
            </a:xfrm>
            <a:custGeom>
              <a:avLst/>
              <a:gdLst/>
              <a:ahLst/>
              <a:cxnLst/>
              <a:rect l="0" t="0" r="0" b="0"/>
              <a:pathLst>
                <a:path w="30234" h="34856">
                  <a:moveTo>
                    <a:pt x="0" y="0"/>
                  </a:moveTo>
                  <a:lnTo>
                    <a:pt x="30234" y="34856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5" name="Input_receptor__964">
              <a:extLst>
                <a:ext uri="{FF2B5EF4-FFF2-40B4-BE49-F238E27FC236}">
                  <a16:creationId xmlns:a16="http://schemas.microsoft.com/office/drawing/2014/main" id="{11115F91-D666-28CF-374D-DB20A9E85AD5}"/>
                </a:ext>
              </a:extLst>
            </p:cNvPr>
            <p:cNvSpPr>
              <a:spLocks noGrp="1"/>
            </p:cNvSpPr>
            <p:nvPr/>
          </p:nvSpPr>
          <p:spPr>
            <a:xfrm>
              <a:off x="1026863" y="5360988"/>
              <a:ext cx="34656" cy="33167"/>
            </a:xfrm>
            <a:custGeom>
              <a:avLst/>
              <a:gdLst/>
              <a:ahLst/>
              <a:cxnLst/>
              <a:rect l="0" t="0" r="0" b="0"/>
              <a:pathLst>
                <a:path w="34656" h="33167">
                  <a:moveTo>
                    <a:pt x="34656" y="3316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89AA7"/>
              </a:solidFill>
            </a:ln>
          </p:spPr>
        </p:sp>
        <p:sp>
          <p:nvSpPr>
            <p:cNvPr id="966" name="Input_receptor__965">
              <a:extLst>
                <a:ext uri="{FF2B5EF4-FFF2-40B4-BE49-F238E27FC236}">
                  <a16:creationId xmlns:a16="http://schemas.microsoft.com/office/drawing/2014/main" id="{C12873BE-6DB5-E3AD-D966-D50E5A5AFA65}"/>
                </a:ext>
              </a:extLst>
            </p:cNvPr>
            <p:cNvSpPr>
              <a:spLocks noGrp="1"/>
            </p:cNvSpPr>
            <p:nvPr/>
          </p:nvSpPr>
          <p:spPr>
            <a:xfrm>
              <a:off x="1537371" y="4924307"/>
              <a:ext cx="38985" cy="16456"/>
            </a:xfrm>
            <a:custGeom>
              <a:avLst/>
              <a:gdLst/>
              <a:ahLst/>
              <a:cxnLst/>
              <a:rect l="0" t="0" r="0" b="0"/>
              <a:pathLst>
                <a:path w="38985" h="16456">
                  <a:moveTo>
                    <a:pt x="0" y="16456"/>
                  </a:moveTo>
                  <a:lnTo>
                    <a:pt x="38985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67" name="Input_receptor__966">
              <a:extLst>
                <a:ext uri="{FF2B5EF4-FFF2-40B4-BE49-F238E27FC236}">
                  <a16:creationId xmlns:a16="http://schemas.microsoft.com/office/drawing/2014/main" id="{2F268D91-809B-008F-0273-A8300A8870BF}"/>
                </a:ext>
              </a:extLst>
            </p:cNvPr>
            <p:cNvSpPr>
              <a:spLocks noGrp="1"/>
            </p:cNvSpPr>
            <p:nvPr/>
          </p:nvSpPr>
          <p:spPr>
            <a:xfrm>
              <a:off x="1383340" y="4089661"/>
              <a:ext cx="36634" cy="13755"/>
            </a:xfrm>
            <a:custGeom>
              <a:avLst/>
              <a:gdLst/>
              <a:ahLst/>
              <a:cxnLst/>
              <a:rect l="0" t="0" r="0" b="0"/>
              <a:pathLst>
                <a:path w="36634" h="13755">
                  <a:moveTo>
                    <a:pt x="36634" y="13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68" name="Input_receptor__967">
              <a:extLst>
                <a:ext uri="{FF2B5EF4-FFF2-40B4-BE49-F238E27FC236}">
                  <a16:creationId xmlns:a16="http://schemas.microsoft.com/office/drawing/2014/main" id="{2A5C8A6C-AC5C-6441-EB3C-5A70C1A8641E}"/>
                </a:ext>
              </a:extLst>
            </p:cNvPr>
            <p:cNvSpPr>
              <a:spLocks noGrp="1"/>
            </p:cNvSpPr>
            <p:nvPr/>
          </p:nvSpPr>
          <p:spPr>
            <a:xfrm>
              <a:off x="1009683" y="4262217"/>
              <a:ext cx="40780" cy="15152"/>
            </a:xfrm>
            <a:custGeom>
              <a:avLst/>
              <a:gdLst/>
              <a:ahLst/>
              <a:cxnLst/>
              <a:rect l="0" t="0" r="0" b="0"/>
              <a:pathLst>
                <a:path w="40780" h="15152">
                  <a:moveTo>
                    <a:pt x="40780" y="15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69" name="Input_receptor__968">
              <a:extLst>
                <a:ext uri="{FF2B5EF4-FFF2-40B4-BE49-F238E27FC236}">
                  <a16:creationId xmlns:a16="http://schemas.microsoft.com/office/drawing/2014/main" id="{2BFC32DC-0999-B345-5F5B-85F9B91DDBDA}"/>
                </a:ext>
              </a:extLst>
            </p:cNvPr>
            <p:cNvSpPr>
              <a:spLocks noGrp="1"/>
            </p:cNvSpPr>
            <p:nvPr/>
          </p:nvSpPr>
          <p:spPr>
            <a:xfrm>
              <a:off x="1478892" y="5181440"/>
              <a:ext cx="28828" cy="34682"/>
            </a:xfrm>
            <a:custGeom>
              <a:avLst/>
              <a:gdLst/>
              <a:ahLst/>
              <a:cxnLst/>
              <a:rect l="0" t="0" r="0" b="0"/>
              <a:pathLst>
                <a:path w="28828" h="34682">
                  <a:moveTo>
                    <a:pt x="0" y="34682"/>
                  </a:moveTo>
                  <a:lnTo>
                    <a:pt x="28828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0" name="Input_receptor__969">
              <a:extLst>
                <a:ext uri="{FF2B5EF4-FFF2-40B4-BE49-F238E27FC236}">
                  <a16:creationId xmlns:a16="http://schemas.microsoft.com/office/drawing/2014/main" id="{5AA882B3-5879-0E01-8AA3-9A44870816BF}"/>
                </a:ext>
              </a:extLst>
            </p:cNvPr>
            <p:cNvSpPr>
              <a:spLocks noGrp="1"/>
            </p:cNvSpPr>
            <p:nvPr/>
          </p:nvSpPr>
          <p:spPr>
            <a:xfrm>
              <a:off x="992914" y="4428327"/>
              <a:ext cx="6528" cy="47581"/>
            </a:xfrm>
            <a:custGeom>
              <a:avLst/>
              <a:gdLst/>
              <a:ahLst/>
              <a:cxnLst/>
              <a:rect l="0" t="0" r="0" b="0"/>
              <a:pathLst>
                <a:path w="6528" h="47581">
                  <a:moveTo>
                    <a:pt x="0" y="0"/>
                  </a:moveTo>
                  <a:lnTo>
                    <a:pt x="6528" y="47581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1" name="Input_receptor__970">
              <a:extLst>
                <a:ext uri="{FF2B5EF4-FFF2-40B4-BE49-F238E27FC236}">
                  <a16:creationId xmlns:a16="http://schemas.microsoft.com/office/drawing/2014/main" id="{EAB307C6-1BA6-D1F4-70FC-8E7192B3462A}"/>
                </a:ext>
              </a:extLst>
            </p:cNvPr>
            <p:cNvSpPr>
              <a:spLocks noGrp="1"/>
            </p:cNvSpPr>
            <p:nvPr/>
          </p:nvSpPr>
          <p:spPr>
            <a:xfrm>
              <a:off x="1702505" y="5304673"/>
              <a:ext cx="6118" cy="39407"/>
            </a:xfrm>
            <a:custGeom>
              <a:avLst/>
              <a:gdLst/>
              <a:ahLst/>
              <a:cxnLst/>
              <a:rect l="0" t="0" r="0" b="0"/>
              <a:pathLst>
                <a:path w="6118" h="39407">
                  <a:moveTo>
                    <a:pt x="0" y="0"/>
                  </a:moveTo>
                  <a:lnTo>
                    <a:pt x="6118" y="39407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2" name="Input_receptor__971">
              <a:extLst>
                <a:ext uri="{FF2B5EF4-FFF2-40B4-BE49-F238E27FC236}">
                  <a16:creationId xmlns:a16="http://schemas.microsoft.com/office/drawing/2014/main" id="{5AC8B16A-C25B-268C-0AC2-92D61CCF2BFA}"/>
                </a:ext>
              </a:extLst>
            </p:cNvPr>
            <p:cNvSpPr>
              <a:spLocks noGrp="1"/>
            </p:cNvSpPr>
            <p:nvPr/>
          </p:nvSpPr>
          <p:spPr>
            <a:xfrm>
              <a:off x="1065782" y="4701017"/>
              <a:ext cx="10387" cy="45497"/>
            </a:xfrm>
            <a:custGeom>
              <a:avLst/>
              <a:gdLst/>
              <a:ahLst/>
              <a:cxnLst/>
              <a:rect l="0" t="0" r="0" b="0"/>
              <a:pathLst>
                <a:path w="10387" h="45497">
                  <a:moveTo>
                    <a:pt x="0" y="0"/>
                  </a:moveTo>
                  <a:lnTo>
                    <a:pt x="10387" y="45497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73" name="Input_receptor__972">
              <a:extLst>
                <a:ext uri="{FF2B5EF4-FFF2-40B4-BE49-F238E27FC236}">
                  <a16:creationId xmlns:a16="http://schemas.microsoft.com/office/drawing/2014/main" id="{041621BE-9A92-4369-88D3-7BA53667E08C}"/>
                </a:ext>
              </a:extLst>
            </p:cNvPr>
            <p:cNvSpPr>
              <a:spLocks noGrp="1"/>
            </p:cNvSpPr>
            <p:nvPr/>
          </p:nvSpPr>
          <p:spPr>
            <a:xfrm>
              <a:off x="1184606" y="4552844"/>
              <a:ext cx="25108" cy="38674"/>
            </a:xfrm>
            <a:custGeom>
              <a:avLst/>
              <a:gdLst/>
              <a:ahLst/>
              <a:cxnLst/>
              <a:rect l="0" t="0" r="0" b="0"/>
              <a:pathLst>
                <a:path w="25108" h="38674">
                  <a:moveTo>
                    <a:pt x="25108" y="386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74" name="Input_receptor__973">
              <a:extLst>
                <a:ext uri="{FF2B5EF4-FFF2-40B4-BE49-F238E27FC236}">
                  <a16:creationId xmlns:a16="http://schemas.microsoft.com/office/drawing/2014/main" id="{191DED2B-0055-92A2-E5C9-282A7047619A}"/>
                </a:ext>
              </a:extLst>
            </p:cNvPr>
            <p:cNvSpPr>
              <a:spLocks noGrp="1"/>
            </p:cNvSpPr>
            <p:nvPr/>
          </p:nvSpPr>
          <p:spPr>
            <a:xfrm>
              <a:off x="1505037" y="5006356"/>
              <a:ext cx="18124" cy="9247"/>
            </a:xfrm>
            <a:custGeom>
              <a:avLst/>
              <a:gdLst/>
              <a:ahLst/>
              <a:cxnLst/>
              <a:rect l="0" t="0" r="0" b="0"/>
              <a:pathLst>
                <a:path w="18124" h="9247">
                  <a:moveTo>
                    <a:pt x="0" y="9247"/>
                  </a:moveTo>
                  <a:lnTo>
                    <a:pt x="18124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5" name="Input_receptor__974">
              <a:extLst>
                <a:ext uri="{FF2B5EF4-FFF2-40B4-BE49-F238E27FC236}">
                  <a16:creationId xmlns:a16="http://schemas.microsoft.com/office/drawing/2014/main" id="{9AEF0838-D7C1-4F2C-C84A-A3CC7E4D93D1}"/>
                </a:ext>
              </a:extLst>
            </p:cNvPr>
            <p:cNvSpPr>
              <a:spLocks noGrp="1"/>
            </p:cNvSpPr>
            <p:nvPr/>
          </p:nvSpPr>
          <p:spPr>
            <a:xfrm>
              <a:off x="1037880" y="5284529"/>
              <a:ext cx="39704" cy="26370"/>
            </a:xfrm>
            <a:custGeom>
              <a:avLst/>
              <a:gdLst/>
              <a:ahLst/>
              <a:cxnLst/>
              <a:rect l="0" t="0" r="0" b="0"/>
              <a:pathLst>
                <a:path w="39704" h="26370">
                  <a:moveTo>
                    <a:pt x="0" y="0"/>
                  </a:moveTo>
                  <a:lnTo>
                    <a:pt x="39704" y="2637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6" name="Input_receptor__975">
              <a:extLst>
                <a:ext uri="{FF2B5EF4-FFF2-40B4-BE49-F238E27FC236}">
                  <a16:creationId xmlns:a16="http://schemas.microsoft.com/office/drawing/2014/main" id="{4D8AD24A-31A4-405E-8A8D-674F3790CDAC}"/>
                </a:ext>
              </a:extLst>
            </p:cNvPr>
            <p:cNvSpPr>
              <a:spLocks noGrp="1"/>
            </p:cNvSpPr>
            <p:nvPr/>
          </p:nvSpPr>
          <p:spPr>
            <a:xfrm>
              <a:off x="1360577" y="4800054"/>
              <a:ext cx="10200" cy="29940"/>
            </a:xfrm>
            <a:custGeom>
              <a:avLst/>
              <a:gdLst/>
              <a:ahLst/>
              <a:cxnLst/>
              <a:rect l="0" t="0" r="0" b="0"/>
              <a:pathLst>
                <a:path w="10200" h="29940">
                  <a:moveTo>
                    <a:pt x="10200" y="299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7" name="Input_receptor__976">
              <a:extLst>
                <a:ext uri="{FF2B5EF4-FFF2-40B4-BE49-F238E27FC236}">
                  <a16:creationId xmlns:a16="http://schemas.microsoft.com/office/drawing/2014/main" id="{D890F5D2-A01B-9C10-0248-3D4B9D9E625E}"/>
                </a:ext>
              </a:extLst>
            </p:cNvPr>
            <p:cNvSpPr>
              <a:spLocks noGrp="1"/>
            </p:cNvSpPr>
            <p:nvPr/>
          </p:nvSpPr>
          <p:spPr>
            <a:xfrm>
              <a:off x="1168955" y="4828594"/>
              <a:ext cx="36240" cy="28938"/>
            </a:xfrm>
            <a:custGeom>
              <a:avLst/>
              <a:gdLst/>
              <a:ahLst/>
              <a:cxnLst/>
              <a:rect l="0" t="0" r="0" b="0"/>
              <a:pathLst>
                <a:path w="36240" h="28938">
                  <a:moveTo>
                    <a:pt x="36240" y="289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8" name="Input_receptor__977">
              <a:extLst>
                <a:ext uri="{FF2B5EF4-FFF2-40B4-BE49-F238E27FC236}">
                  <a16:creationId xmlns:a16="http://schemas.microsoft.com/office/drawing/2014/main" id="{C2D98036-3F7C-5EFB-4163-41E6BBD04E84}"/>
                </a:ext>
              </a:extLst>
            </p:cNvPr>
            <p:cNvSpPr>
              <a:spLocks noGrp="1"/>
            </p:cNvSpPr>
            <p:nvPr/>
          </p:nvSpPr>
          <p:spPr>
            <a:xfrm>
              <a:off x="1647274" y="5317896"/>
              <a:ext cx="9443" cy="5620"/>
            </a:xfrm>
            <a:custGeom>
              <a:avLst/>
              <a:gdLst/>
              <a:ahLst/>
              <a:cxnLst/>
              <a:rect l="0" t="0" r="0" b="0"/>
              <a:pathLst>
                <a:path w="9443" h="5620">
                  <a:moveTo>
                    <a:pt x="0" y="5620"/>
                  </a:moveTo>
                  <a:lnTo>
                    <a:pt x="9443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79" name="Input_receptor__978">
              <a:extLst>
                <a:ext uri="{FF2B5EF4-FFF2-40B4-BE49-F238E27FC236}">
                  <a16:creationId xmlns:a16="http://schemas.microsoft.com/office/drawing/2014/main" id="{01E2C16B-F2B8-7657-3384-F3044106C5DA}"/>
                </a:ext>
              </a:extLst>
            </p:cNvPr>
            <p:cNvSpPr>
              <a:spLocks noGrp="1"/>
            </p:cNvSpPr>
            <p:nvPr/>
          </p:nvSpPr>
          <p:spPr>
            <a:xfrm>
              <a:off x="1689952" y="5164397"/>
              <a:ext cx="17098" cy="4383"/>
            </a:xfrm>
            <a:custGeom>
              <a:avLst/>
              <a:gdLst/>
              <a:ahLst/>
              <a:cxnLst/>
              <a:rect l="0" t="0" r="0" b="0"/>
              <a:pathLst>
                <a:path w="17098" h="4383">
                  <a:moveTo>
                    <a:pt x="0" y="4383"/>
                  </a:moveTo>
                  <a:lnTo>
                    <a:pt x="17098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0" name="Input_receptor__979">
              <a:extLst>
                <a:ext uri="{FF2B5EF4-FFF2-40B4-BE49-F238E27FC236}">
                  <a16:creationId xmlns:a16="http://schemas.microsoft.com/office/drawing/2014/main" id="{E9F58EB9-65D0-85D0-92AB-8201033E504C}"/>
                </a:ext>
              </a:extLst>
            </p:cNvPr>
            <p:cNvSpPr>
              <a:spLocks noGrp="1"/>
            </p:cNvSpPr>
            <p:nvPr/>
          </p:nvSpPr>
          <p:spPr>
            <a:xfrm>
              <a:off x="1350678" y="4089267"/>
              <a:ext cx="32662" cy="394"/>
            </a:xfrm>
            <a:custGeom>
              <a:avLst/>
              <a:gdLst/>
              <a:ahLst/>
              <a:cxnLst/>
              <a:rect l="0" t="0" r="0" b="0"/>
              <a:pathLst>
                <a:path w="32662" h="394">
                  <a:moveTo>
                    <a:pt x="32662" y="3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1" name="Input_receptor__980">
              <a:extLst>
                <a:ext uri="{FF2B5EF4-FFF2-40B4-BE49-F238E27FC236}">
                  <a16:creationId xmlns:a16="http://schemas.microsoft.com/office/drawing/2014/main" id="{E48207B5-D06B-2784-8774-E936F0F035B5}"/>
                </a:ext>
              </a:extLst>
            </p:cNvPr>
            <p:cNvSpPr>
              <a:spLocks noGrp="1"/>
            </p:cNvSpPr>
            <p:nvPr/>
          </p:nvSpPr>
          <p:spPr>
            <a:xfrm>
              <a:off x="1833084" y="5259629"/>
              <a:ext cx="32259" cy="35821"/>
            </a:xfrm>
            <a:custGeom>
              <a:avLst/>
              <a:gdLst/>
              <a:ahLst/>
              <a:cxnLst/>
              <a:rect l="0" t="0" r="0" b="0"/>
              <a:pathLst>
                <a:path w="32259" h="35821">
                  <a:moveTo>
                    <a:pt x="0" y="35821"/>
                  </a:moveTo>
                  <a:lnTo>
                    <a:pt x="32259" y="0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2" name="Input_receptor__981">
              <a:extLst>
                <a:ext uri="{FF2B5EF4-FFF2-40B4-BE49-F238E27FC236}">
                  <a16:creationId xmlns:a16="http://schemas.microsoft.com/office/drawing/2014/main" id="{3BDBE4F1-76FE-6165-9305-F1FDC2B9BA4A}"/>
                </a:ext>
              </a:extLst>
            </p:cNvPr>
            <p:cNvSpPr>
              <a:spLocks noGrp="1"/>
            </p:cNvSpPr>
            <p:nvPr/>
          </p:nvSpPr>
          <p:spPr>
            <a:xfrm>
              <a:off x="1052290" y="5394154"/>
              <a:ext cx="9228" cy="45389"/>
            </a:xfrm>
            <a:custGeom>
              <a:avLst/>
              <a:gdLst/>
              <a:ahLst/>
              <a:cxnLst/>
              <a:rect l="0" t="0" r="0" b="0"/>
              <a:pathLst>
                <a:path w="9228" h="45389">
                  <a:moveTo>
                    <a:pt x="0" y="45389"/>
                  </a:moveTo>
                  <a:lnTo>
                    <a:pt x="9228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3" name="Input_receptor__982">
              <a:extLst>
                <a:ext uri="{FF2B5EF4-FFF2-40B4-BE49-F238E27FC236}">
                  <a16:creationId xmlns:a16="http://schemas.microsoft.com/office/drawing/2014/main" id="{9F44053F-8C74-7943-B21C-CED33065AF3F}"/>
                </a:ext>
              </a:extLst>
            </p:cNvPr>
            <p:cNvSpPr>
              <a:spLocks noGrp="1"/>
            </p:cNvSpPr>
            <p:nvPr/>
          </p:nvSpPr>
          <p:spPr>
            <a:xfrm>
              <a:off x="1252369" y="4917234"/>
              <a:ext cx="38918" cy="26771"/>
            </a:xfrm>
            <a:custGeom>
              <a:avLst/>
              <a:gdLst/>
              <a:ahLst/>
              <a:cxnLst/>
              <a:rect l="0" t="0" r="0" b="0"/>
              <a:pathLst>
                <a:path w="38918" h="26771">
                  <a:moveTo>
                    <a:pt x="0" y="0"/>
                  </a:moveTo>
                  <a:lnTo>
                    <a:pt x="38918" y="26771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4" name="Input_receptor__983">
              <a:extLst>
                <a:ext uri="{FF2B5EF4-FFF2-40B4-BE49-F238E27FC236}">
                  <a16:creationId xmlns:a16="http://schemas.microsoft.com/office/drawing/2014/main" id="{2BAD629E-88C0-24EE-0A34-0CE3940B99F3}"/>
                </a:ext>
              </a:extLst>
            </p:cNvPr>
            <p:cNvSpPr>
              <a:spLocks noGrp="1"/>
            </p:cNvSpPr>
            <p:nvPr/>
          </p:nvSpPr>
          <p:spPr>
            <a:xfrm>
              <a:off x="1172385" y="5229904"/>
              <a:ext cx="95" cy="27192"/>
            </a:xfrm>
            <a:custGeom>
              <a:avLst/>
              <a:gdLst/>
              <a:ahLst/>
              <a:cxnLst/>
              <a:rect l="0" t="0" r="0" b="0"/>
              <a:pathLst>
                <a:path w="95" h="27192">
                  <a:moveTo>
                    <a:pt x="0" y="0"/>
                  </a:moveTo>
                  <a:lnTo>
                    <a:pt x="39" y="27192"/>
                  </a:lnTo>
                </a:path>
              </a:pathLst>
            </a:custGeom>
            <a:noFill/>
            <a:ln w="20003">
              <a:solidFill>
                <a:srgbClr val="899AA7"/>
              </a:solidFill>
            </a:ln>
          </p:spPr>
        </p:sp>
        <p:sp>
          <p:nvSpPr>
            <p:cNvPr id="985" name="Input_receptor__984">
              <a:extLst>
                <a:ext uri="{FF2B5EF4-FFF2-40B4-BE49-F238E27FC236}">
                  <a16:creationId xmlns:a16="http://schemas.microsoft.com/office/drawing/2014/main" id="{B42E682A-1C9B-38A3-43CE-961B6747E1DC}"/>
                </a:ext>
              </a:extLst>
            </p:cNvPr>
            <p:cNvSpPr>
              <a:spLocks noGrp="1"/>
            </p:cNvSpPr>
            <p:nvPr/>
          </p:nvSpPr>
          <p:spPr>
            <a:xfrm>
              <a:off x="1634002" y="4606201"/>
              <a:ext cx="13052" cy="6437"/>
            </a:xfrm>
            <a:custGeom>
              <a:avLst/>
              <a:gdLst/>
              <a:ahLst/>
              <a:cxnLst/>
              <a:rect l="0" t="0" r="0" b="0"/>
              <a:pathLst>
                <a:path w="13052" h="6437">
                  <a:moveTo>
                    <a:pt x="13052" y="64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6" name="Input_receptor__985">
              <a:extLst>
                <a:ext uri="{FF2B5EF4-FFF2-40B4-BE49-F238E27FC236}">
                  <a16:creationId xmlns:a16="http://schemas.microsoft.com/office/drawing/2014/main" id="{4D02C4DD-9FDD-A52B-5724-9FBBF9623119}"/>
                </a:ext>
              </a:extLst>
            </p:cNvPr>
            <p:cNvSpPr>
              <a:spLocks noGrp="1"/>
            </p:cNvSpPr>
            <p:nvPr/>
          </p:nvSpPr>
          <p:spPr>
            <a:xfrm>
              <a:off x="1424377" y="4333575"/>
              <a:ext cx="27637" cy="38407"/>
            </a:xfrm>
            <a:custGeom>
              <a:avLst/>
              <a:gdLst/>
              <a:ahLst/>
              <a:cxnLst/>
              <a:rect l="0" t="0" r="0" b="0"/>
              <a:pathLst>
                <a:path w="27637" h="38407">
                  <a:moveTo>
                    <a:pt x="27637" y="0"/>
                  </a:moveTo>
                  <a:lnTo>
                    <a:pt x="0" y="38407"/>
                  </a:lnTo>
                </a:path>
              </a:pathLst>
            </a:custGeom>
            <a:noFill/>
            <a:ln w="8096">
              <a:solidFill>
                <a:srgbClr val="899AA7"/>
              </a:solidFill>
            </a:ln>
          </p:spPr>
        </p:sp>
        <p:sp>
          <p:nvSpPr>
            <p:cNvPr id="987" name="Input_receptor__986">
              <a:extLst>
                <a:ext uri="{FF2B5EF4-FFF2-40B4-BE49-F238E27FC236}">
                  <a16:creationId xmlns:a16="http://schemas.microsoft.com/office/drawing/2014/main" id="{A90E90D6-8811-7A7C-0EF5-2CC71BFB3187}"/>
                </a:ext>
              </a:extLst>
            </p:cNvPr>
            <p:cNvSpPr>
              <a:spLocks noGrp="1"/>
            </p:cNvSpPr>
            <p:nvPr/>
          </p:nvSpPr>
          <p:spPr>
            <a:xfrm>
              <a:off x="1568551" y="5001423"/>
              <a:ext cx="101" cy="42715"/>
            </a:xfrm>
            <a:custGeom>
              <a:avLst/>
              <a:gdLst/>
              <a:ahLst/>
              <a:cxnLst/>
              <a:rect l="0" t="0" r="0" b="0"/>
              <a:pathLst>
                <a:path w="101" h="42715">
                  <a:moveTo>
                    <a:pt x="0" y="0"/>
                  </a:moveTo>
                  <a:lnTo>
                    <a:pt x="101" y="42715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88" name="Input_receptor__987">
              <a:extLst>
                <a:ext uri="{FF2B5EF4-FFF2-40B4-BE49-F238E27FC236}">
                  <a16:creationId xmlns:a16="http://schemas.microsoft.com/office/drawing/2014/main" id="{7BDD9C60-D128-19D6-D955-7E89F10DEA66}"/>
                </a:ext>
              </a:extLst>
            </p:cNvPr>
            <p:cNvSpPr>
              <a:spLocks noGrp="1"/>
            </p:cNvSpPr>
            <p:nvPr/>
          </p:nvSpPr>
          <p:spPr>
            <a:xfrm>
              <a:off x="1473040" y="4424022"/>
              <a:ext cx="41100" cy="17435"/>
            </a:xfrm>
            <a:custGeom>
              <a:avLst/>
              <a:gdLst/>
              <a:ahLst/>
              <a:cxnLst/>
              <a:rect l="0" t="0" r="0" b="0"/>
              <a:pathLst>
                <a:path w="41100" h="17435">
                  <a:moveTo>
                    <a:pt x="0" y="17435"/>
                  </a:moveTo>
                  <a:lnTo>
                    <a:pt x="41100" y="0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89" name="Input_receptor__988">
              <a:extLst>
                <a:ext uri="{FF2B5EF4-FFF2-40B4-BE49-F238E27FC236}">
                  <a16:creationId xmlns:a16="http://schemas.microsoft.com/office/drawing/2014/main" id="{B96C1111-8521-17F0-D58A-76ECBEE75959}"/>
                </a:ext>
              </a:extLst>
            </p:cNvPr>
            <p:cNvSpPr>
              <a:spLocks noGrp="1"/>
            </p:cNvSpPr>
            <p:nvPr/>
          </p:nvSpPr>
          <p:spPr>
            <a:xfrm>
              <a:off x="1051381" y="4922283"/>
              <a:ext cx="9284" cy="20247"/>
            </a:xfrm>
            <a:custGeom>
              <a:avLst/>
              <a:gdLst/>
              <a:ahLst/>
              <a:cxnLst/>
              <a:rect l="0" t="0" r="0" b="0"/>
              <a:pathLst>
                <a:path w="9284" h="20247">
                  <a:moveTo>
                    <a:pt x="9284" y="202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0" name="Input_receptor__989">
              <a:extLst>
                <a:ext uri="{FF2B5EF4-FFF2-40B4-BE49-F238E27FC236}">
                  <a16:creationId xmlns:a16="http://schemas.microsoft.com/office/drawing/2014/main" id="{E0481D29-A046-FA45-FB66-2648304DD55D}"/>
                </a:ext>
              </a:extLst>
            </p:cNvPr>
            <p:cNvSpPr>
              <a:spLocks noGrp="1"/>
            </p:cNvSpPr>
            <p:nvPr/>
          </p:nvSpPr>
          <p:spPr>
            <a:xfrm>
              <a:off x="1448540" y="5154324"/>
              <a:ext cx="8661" cy="6198"/>
            </a:xfrm>
            <a:custGeom>
              <a:avLst/>
              <a:gdLst/>
              <a:ahLst/>
              <a:cxnLst/>
              <a:rect l="0" t="0" r="0" b="0"/>
              <a:pathLst>
                <a:path w="8661" h="6198">
                  <a:moveTo>
                    <a:pt x="0" y="6198"/>
                  </a:moveTo>
                  <a:lnTo>
                    <a:pt x="8661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1" name="Input_receptor__990">
              <a:extLst>
                <a:ext uri="{FF2B5EF4-FFF2-40B4-BE49-F238E27FC236}">
                  <a16:creationId xmlns:a16="http://schemas.microsoft.com/office/drawing/2014/main" id="{89D91EFC-F1A9-E17D-6E35-F6B4C62AF44E}"/>
                </a:ext>
              </a:extLst>
            </p:cNvPr>
            <p:cNvSpPr>
              <a:spLocks noGrp="1"/>
            </p:cNvSpPr>
            <p:nvPr/>
          </p:nvSpPr>
          <p:spPr>
            <a:xfrm>
              <a:off x="1467691" y="4971407"/>
              <a:ext cx="14517" cy="2319"/>
            </a:xfrm>
            <a:custGeom>
              <a:avLst/>
              <a:gdLst/>
              <a:ahLst/>
              <a:cxnLst/>
              <a:rect l="0" t="0" r="0" b="0"/>
              <a:pathLst>
                <a:path w="14517" h="2319">
                  <a:moveTo>
                    <a:pt x="0" y="0"/>
                  </a:moveTo>
                  <a:lnTo>
                    <a:pt x="14517" y="2319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2" name="Input_receptor__991">
              <a:extLst>
                <a:ext uri="{FF2B5EF4-FFF2-40B4-BE49-F238E27FC236}">
                  <a16:creationId xmlns:a16="http://schemas.microsoft.com/office/drawing/2014/main" id="{89E8A4C1-1E27-B622-A6A8-B8DDB182F3D0}"/>
                </a:ext>
              </a:extLst>
            </p:cNvPr>
            <p:cNvSpPr>
              <a:spLocks noGrp="1"/>
            </p:cNvSpPr>
            <p:nvPr/>
          </p:nvSpPr>
          <p:spPr>
            <a:xfrm>
              <a:off x="1554920" y="4309005"/>
              <a:ext cx="39834" cy="1718"/>
            </a:xfrm>
            <a:custGeom>
              <a:avLst/>
              <a:gdLst/>
              <a:ahLst/>
              <a:cxnLst/>
              <a:rect l="0" t="0" r="0" b="0"/>
              <a:pathLst>
                <a:path w="39834" h="1718">
                  <a:moveTo>
                    <a:pt x="39834" y="17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3" name="Input_receptor__992">
              <a:extLst>
                <a:ext uri="{FF2B5EF4-FFF2-40B4-BE49-F238E27FC236}">
                  <a16:creationId xmlns:a16="http://schemas.microsoft.com/office/drawing/2014/main" id="{09AA0E8A-BB8B-07F3-C15F-1B004551723E}"/>
                </a:ext>
              </a:extLst>
            </p:cNvPr>
            <p:cNvSpPr>
              <a:spLocks noGrp="1"/>
            </p:cNvSpPr>
            <p:nvPr/>
          </p:nvSpPr>
          <p:spPr>
            <a:xfrm>
              <a:off x="966903" y="5383215"/>
              <a:ext cx="35815" cy="29731"/>
            </a:xfrm>
            <a:custGeom>
              <a:avLst/>
              <a:gdLst/>
              <a:ahLst/>
              <a:cxnLst/>
              <a:rect l="0" t="0" r="0" b="0"/>
              <a:pathLst>
                <a:path w="35815" h="29731">
                  <a:moveTo>
                    <a:pt x="0" y="0"/>
                  </a:moveTo>
                  <a:lnTo>
                    <a:pt x="35815" y="29731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4" name="Input_receptor__993">
              <a:extLst>
                <a:ext uri="{FF2B5EF4-FFF2-40B4-BE49-F238E27FC236}">
                  <a16:creationId xmlns:a16="http://schemas.microsoft.com/office/drawing/2014/main" id="{ED2057AB-0FC4-84F1-926D-F531F0BC996F}"/>
                </a:ext>
              </a:extLst>
            </p:cNvPr>
            <p:cNvSpPr>
              <a:spLocks noGrp="1"/>
            </p:cNvSpPr>
            <p:nvPr/>
          </p:nvSpPr>
          <p:spPr>
            <a:xfrm>
              <a:off x="1000988" y="4327212"/>
              <a:ext cx="9953" cy="3529"/>
            </a:xfrm>
            <a:custGeom>
              <a:avLst/>
              <a:gdLst/>
              <a:ahLst/>
              <a:cxnLst/>
              <a:rect l="0" t="0" r="0" b="0"/>
              <a:pathLst>
                <a:path w="9953" h="3529">
                  <a:moveTo>
                    <a:pt x="9953" y="0"/>
                  </a:moveTo>
                  <a:lnTo>
                    <a:pt x="0" y="3529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5" name="Input_receptor__994">
              <a:extLst>
                <a:ext uri="{FF2B5EF4-FFF2-40B4-BE49-F238E27FC236}">
                  <a16:creationId xmlns:a16="http://schemas.microsoft.com/office/drawing/2014/main" id="{5AE220E2-958B-41C4-59D5-B3A68233DE25}"/>
                </a:ext>
              </a:extLst>
            </p:cNvPr>
            <p:cNvSpPr>
              <a:spLocks noGrp="1"/>
            </p:cNvSpPr>
            <p:nvPr/>
          </p:nvSpPr>
          <p:spPr>
            <a:xfrm>
              <a:off x="1356970" y="4829994"/>
              <a:ext cx="13806" cy="42525"/>
            </a:xfrm>
            <a:custGeom>
              <a:avLst/>
              <a:gdLst/>
              <a:ahLst/>
              <a:cxnLst/>
              <a:rect l="0" t="0" r="0" b="0"/>
              <a:pathLst>
                <a:path w="13806" h="42525">
                  <a:moveTo>
                    <a:pt x="0" y="42525"/>
                  </a:moveTo>
                  <a:lnTo>
                    <a:pt x="13806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6" name="Input_receptor__995">
              <a:extLst>
                <a:ext uri="{FF2B5EF4-FFF2-40B4-BE49-F238E27FC236}">
                  <a16:creationId xmlns:a16="http://schemas.microsoft.com/office/drawing/2014/main" id="{D444F326-5EAC-4157-586C-3A2A570D349F}"/>
                </a:ext>
              </a:extLst>
            </p:cNvPr>
            <p:cNvSpPr>
              <a:spLocks noGrp="1"/>
            </p:cNvSpPr>
            <p:nvPr/>
          </p:nvSpPr>
          <p:spPr>
            <a:xfrm>
              <a:off x="1379560" y="4137502"/>
              <a:ext cx="12516" cy="14871"/>
            </a:xfrm>
            <a:custGeom>
              <a:avLst/>
              <a:gdLst/>
              <a:ahLst/>
              <a:cxnLst/>
              <a:rect l="0" t="0" r="0" b="0"/>
              <a:pathLst>
                <a:path w="12516" h="14871">
                  <a:moveTo>
                    <a:pt x="0" y="14871"/>
                  </a:moveTo>
                  <a:lnTo>
                    <a:pt x="12516" y="0"/>
                  </a:lnTo>
                </a:path>
              </a:pathLst>
            </a:custGeom>
            <a:noFill/>
            <a:ln w="20003">
              <a:solidFill>
                <a:srgbClr val="899AA8"/>
              </a:solidFill>
            </a:ln>
          </p:spPr>
        </p:sp>
        <p:sp>
          <p:nvSpPr>
            <p:cNvPr id="997" name="Input_receptor__996">
              <a:extLst>
                <a:ext uri="{FF2B5EF4-FFF2-40B4-BE49-F238E27FC236}">
                  <a16:creationId xmlns:a16="http://schemas.microsoft.com/office/drawing/2014/main" id="{9420708B-FB2D-84BE-CBC3-2E8AA976789B}"/>
                </a:ext>
              </a:extLst>
            </p:cNvPr>
            <p:cNvSpPr>
              <a:spLocks noGrp="1"/>
            </p:cNvSpPr>
            <p:nvPr/>
          </p:nvSpPr>
          <p:spPr>
            <a:xfrm>
              <a:off x="994290" y="5412945"/>
              <a:ext cx="8428" cy="46412"/>
            </a:xfrm>
            <a:custGeom>
              <a:avLst/>
              <a:gdLst/>
              <a:ahLst/>
              <a:cxnLst/>
              <a:rect l="0" t="0" r="0" b="0"/>
              <a:pathLst>
                <a:path w="8428" h="46412">
                  <a:moveTo>
                    <a:pt x="8428" y="0"/>
                  </a:moveTo>
                  <a:lnTo>
                    <a:pt x="0" y="4641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8" name="Input_receptor__997">
              <a:extLst>
                <a:ext uri="{FF2B5EF4-FFF2-40B4-BE49-F238E27FC236}">
                  <a16:creationId xmlns:a16="http://schemas.microsoft.com/office/drawing/2014/main" id="{BD457A62-2CD8-77BD-3065-B4775A33CAEC}"/>
                </a:ext>
              </a:extLst>
            </p:cNvPr>
            <p:cNvSpPr>
              <a:spLocks noGrp="1"/>
            </p:cNvSpPr>
            <p:nvPr/>
          </p:nvSpPr>
          <p:spPr>
            <a:xfrm>
              <a:off x="1176760" y="4249244"/>
              <a:ext cx="23879" cy="12412"/>
            </a:xfrm>
            <a:custGeom>
              <a:avLst/>
              <a:gdLst/>
              <a:ahLst/>
              <a:cxnLst/>
              <a:rect l="0" t="0" r="0" b="0"/>
              <a:pathLst>
                <a:path w="23879" h="12412">
                  <a:moveTo>
                    <a:pt x="23879" y="0"/>
                  </a:moveTo>
                  <a:lnTo>
                    <a:pt x="0" y="1241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999" name="Input_receptor__998">
              <a:extLst>
                <a:ext uri="{FF2B5EF4-FFF2-40B4-BE49-F238E27FC236}">
                  <a16:creationId xmlns:a16="http://schemas.microsoft.com/office/drawing/2014/main" id="{161E3402-D1D1-4ED2-C11F-FE55EF5E9C6D}"/>
                </a:ext>
              </a:extLst>
            </p:cNvPr>
            <p:cNvSpPr>
              <a:spLocks noGrp="1"/>
            </p:cNvSpPr>
            <p:nvPr/>
          </p:nvSpPr>
          <p:spPr>
            <a:xfrm>
              <a:off x="1551999" y="4741769"/>
              <a:ext cx="30115" cy="3172"/>
            </a:xfrm>
            <a:custGeom>
              <a:avLst/>
              <a:gdLst/>
              <a:ahLst/>
              <a:cxnLst/>
              <a:rect l="0" t="0" r="0" b="0"/>
              <a:pathLst>
                <a:path w="30115" h="3172">
                  <a:moveTo>
                    <a:pt x="30115" y="0"/>
                  </a:moveTo>
                  <a:lnTo>
                    <a:pt x="0" y="3172"/>
                  </a:lnTo>
                </a:path>
              </a:pathLst>
            </a:custGeom>
            <a:noFill/>
            <a:ln w="8096">
              <a:solidFill>
                <a:srgbClr val="899AA8"/>
              </a:solidFill>
            </a:ln>
          </p:spPr>
        </p:sp>
        <p:sp>
          <p:nvSpPr>
            <p:cNvPr id="1000" name="Input_receptor__999">
              <a:extLst>
                <a:ext uri="{FF2B5EF4-FFF2-40B4-BE49-F238E27FC236}">
                  <a16:creationId xmlns:a16="http://schemas.microsoft.com/office/drawing/2014/main" id="{61829EA4-2ED8-7CB7-69BF-D117D5DF1DA9}"/>
                </a:ext>
              </a:extLst>
            </p:cNvPr>
            <p:cNvSpPr>
              <a:spLocks noGrp="1"/>
            </p:cNvSpPr>
            <p:nvPr/>
          </p:nvSpPr>
          <p:spPr>
            <a:xfrm>
              <a:off x="1209714" y="4574231"/>
              <a:ext cx="43731" cy="17286"/>
            </a:xfrm>
            <a:custGeom>
              <a:avLst/>
              <a:gdLst/>
              <a:ahLst/>
              <a:cxnLst/>
              <a:rect l="0" t="0" r="0" b="0"/>
              <a:pathLst>
                <a:path w="43731" h="17286">
                  <a:moveTo>
                    <a:pt x="43731" y="0"/>
                  </a:moveTo>
                  <a:lnTo>
                    <a:pt x="0" y="17286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1" name="Input_receptor__1000">
              <a:extLst>
                <a:ext uri="{FF2B5EF4-FFF2-40B4-BE49-F238E27FC236}">
                  <a16:creationId xmlns:a16="http://schemas.microsoft.com/office/drawing/2014/main" id="{817EEFC9-F18D-B9AC-CEDA-AB320D164EEC}"/>
                </a:ext>
              </a:extLst>
            </p:cNvPr>
            <p:cNvSpPr>
              <a:spLocks noGrp="1"/>
            </p:cNvSpPr>
            <p:nvPr/>
          </p:nvSpPr>
          <p:spPr>
            <a:xfrm>
              <a:off x="1601225" y="5260595"/>
              <a:ext cx="38847" cy="22146"/>
            </a:xfrm>
            <a:custGeom>
              <a:avLst/>
              <a:gdLst/>
              <a:ahLst/>
              <a:cxnLst/>
              <a:rect l="0" t="0" r="0" b="0"/>
              <a:pathLst>
                <a:path w="38847" h="22146">
                  <a:moveTo>
                    <a:pt x="0" y="22146"/>
                  </a:moveTo>
                  <a:lnTo>
                    <a:pt x="38847" y="0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2" name="Input_receptor__1001">
              <a:extLst>
                <a:ext uri="{FF2B5EF4-FFF2-40B4-BE49-F238E27FC236}">
                  <a16:creationId xmlns:a16="http://schemas.microsoft.com/office/drawing/2014/main" id="{E0603939-E151-9290-02AE-514825419F37}"/>
                </a:ext>
              </a:extLst>
            </p:cNvPr>
            <p:cNvSpPr>
              <a:spLocks noGrp="1"/>
            </p:cNvSpPr>
            <p:nvPr/>
          </p:nvSpPr>
          <p:spPr>
            <a:xfrm>
              <a:off x="1236621" y="4415774"/>
              <a:ext cx="43487" cy="13364"/>
            </a:xfrm>
            <a:custGeom>
              <a:avLst/>
              <a:gdLst/>
              <a:ahLst/>
              <a:cxnLst/>
              <a:rect l="0" t="0" r="0" b="0"/>
              <a:pathLst>
                <a:path w="43487" h="13364">
                  <a:moveTo>
                    <a:pt x="0" y="13364"/>
                  </a:moveTo>
                  <a:lnTo>
                    <a:pt x="43487" y="0"/>
                  </a:lnTo>
                </a:path>
              </a:pathLst>
            </a:custGeom>
            <a:noFill/>
            <a:ln w="20003">
              <a:solidFill>
                <a:srgbClr val="899BA8"/>
              </a:solidFill>
            </a:ln>
          </p:spPr>
        </p:sp>
        <p:sp>
          <p:nvSpPr>
            <p:cNvPr id="1003" name="Input_receptor__1002">
              <a:extLst>
                <a:ext uri="{FF2B5EF4-FFF2-40B4-BE49-F238E27FC236}">
                  <a16:creationId xmlns:a16="http://schemas.microsoft.com/office/drawing/2014/main" id="{482FD45C-E18D-5CC2-7DD7-D216CDB4106A}"/>
                </a:ext>
              </a:extLst>
            </p:cNvPr>
            <p:cNvSpPr>
              <a:spLocks noGrp="1"/>
            </p:cNvSpPr>
            <p:nvPr/>
          </p:nvSpPr>
          <p:spPr>
            <a:xfrm>
              <a:off x="1065782" y="4684054"/>
              <a:ext cx="21718" cy="16963"/>
            </a:xfrm>
            <a:custGeom>
              <a:avLst/>
              <a:gdLst/>
              <a:ahLst/>
              <a:cxnLst/>
              <a:rect l="0" t="0" r="0" b="0"/>
              <a:pathLst>
                <a:path w="21718" h="16963">
                  <a:moveTo>
                    <a:pt x="21718" y="0"/>
                  </a:moveTo>
                  <a:lnTo>
                    <a:pt x="0" y="16963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04" name="Input_receptor__1003">
              <a:extLst>
                <a:ext uri="{FF2B5EF4-FFF2-40B4-BE49-F238E27FC236}">
                  <a16:creationId xmlns:a16="http://schemas.microsoft.com/office/drawing/2014/main" id="{1E0DD366-6BD0-119D-960C-93AC4FB1B961}"/>
                </a:ext>
              </a:extLst>
            </p:cNvPr>
            <p:cNvSpPr>
              <a:spLocks noGrp="1"/>
            </p:cNvSpPr>
            <p:nvPr/>
          </p:nvSpPr>
          <p:spPr>
            <a:xfrm>
              <a:off x="1563823" y="4798679"/>
              <a:ext cx="46193" cy="11866"/>
            </a:xfrm>
            <a:custGeom>
              <a:avLst/>
              <a:gdLst/>
              <a:ahLst/>
              <a:cxnLst/>
              <a:rect l="0" t="0" r="0" b="0"/>
              <a:pathLst>
                <a:path w="46193" h="11866">
                  <a:moveTo>
                    <a:pt x="0" y="0"/>
                  </a:moveTo>
                  <a:lnTo>
                    <a:pt x="46193" y="11866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5" name="Input_receptor__1004">
              <a:extLst>
                <a:ext uri="{FF2B5EF4-FFF2-40B4-BE49-F238E27FC236}">
                  <a16:creationId xmlns:a16="http://schemas.microsoft.com/office/drawing/2014/main" id="{13739D71-DEFC-EBFB-3753-B811EB7CEFCD}"/>
                </a:ext>
              </a:extLst>
            </p:cNvPr>
            <p:cNvSpPr>
              <a:spLocks noGrp="1"/>
            </p:cNvSpPr>
            <p:nvPr/>
          </p:nvSpPr>
          <p:spPr>
            <a:xfrm>
              <a:off x="1136653" y="4510789"/>
              <a:ext cx="1899" cy="26892"/>
            </a:xfrm>
            <a:custGeom>
              <a:avLst/>
              <a:gdLst/>
              <a:ahLst/>
              <a:cxnLst/>
              <a:rect l="0" t="0" r="0" b="0"/>
              <a:pathLst>
                <a:path w="1899" h="26892">
                  <a:moveTo>
                    <a:pt x="1899" y="268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6" name="Input_receptor__1005">
              <a:extLst>
                <a:ext uri="{FF2B5EF4-FFF2-40B4-BE49-F238E27FC236}">
                  <a16:creationId xmlns:a16="http://schemas.microsoft.com/office/drawing/2014/main" id="{36A169EA-DB8C-DE69-2454-C345050811AD}"/>
                </a:ext>
              </a:extLst>
            </p:cNvPr>
            <p:cNvSpPr>
              <a:spLocks noGrp="1"/>
            </p:cNvSpPr>
            <p:nvPr/>
          </p:nvSpPr>
          <p:spPr>
            <a:xfrm>
              <a:off x="1525590" y="4309005"/>
              <a:ext cx="29330" cy="9134"/>
            </a:xfrm>
            <a:custGeom>
              <a:avLst/>
              <a:gdLst/>
              <a:ahLst/>
              <a:cxnLst/>
              <a:rect l="0" t="0" r="0" b="0"/>
              <a:pathLst>
                <a:path w="29330" h="9134">
                  <a:moveTo>
                    <a:pt x="29330" y="0"/>
                  </a:moveTo>
                  <a:lnTo>
                    <a:pt x="0" y="9134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7" name="Input_receptor__1006">
              <a:extLst>
                <a:ext uri="{FF2B5EF4-FFF2-40B4-BE49-F238E27FC236}">
                  <a16:creationId xmlns:a16="http://schemas.microsoft.com/office/drawing/2014/main" id="{66561594-C935-8EA0-C51A-2C4B28DDC4BA}"/>
                </a:ext>
              </a:extLst>
            </p:cNvPr>
            <p:cNvSpPr>
              <a:spLocks noGrp="1"/>
            </p:cNvSpPr>
            <p:nvPr/>
          </p:nvSpPr>
          <p:spPr>
            <a:xfrm>
              <a:off x="1497558" y="4253675"/>
              <a:ext cx="46167" cy="8731"/>
            </a:xfrm>
            <a:custGeom>
              <a:avLst/>
              <a:gdLst/>
              <a:ahLst/>
              <a:cxnLst/>
              <a:rect l="0" t="0" r="0" b="0"/>
              <a:pathLst>
                <a:path w="46167" h="8731">
                  <a:moveTo>
                    <a:pt x="46167" y="0"/>
                  </a:moveTo>
                  <a:lnTo>
                    <a:pt x="0" y="8731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8" name="Input_receptor__1007">
              <a:extLst>
                <a:ext uri="{FF2B5EF4-FFF2-40B4-BE49-F238E27FC236}">
                  <a16:creationId xmlns:a16="http://schemas.microsoft.com/office/drawing/2014/main" id="{7CFF893B-A7AF-18A0-92E9-5117F5420A3B}"/>
                </a:ext>
              </a:extLst>
            </p:cNvPr>
            <p:cNvSpPr>
              <a:spLocks noGrp="1"/>
            </p:cNvSpPr>
            <p:nvPr/>
          </p:nvSpPr>
          <p:spPr>
            <a:xfrm>
              <a:off x="1205195" y="4819753"/>
              <a:ext cx="27524" cy="37779"/>
            </a:xfrm>
            <a:custGeom>
              <a:avLst/>
              <a:gdLst/>
              <a:ahLst/>
              <a:cxnLst/>
              <a:rect l="0" t="0" r="0" b="0"/>
              <a:pathLst>
                <a:path w="27524" h="37779">
                  <a:moveTo>
                    <a:pt x="27524" y="0"/>
                  </a:moveTo>
                  <a:lnTo>
                    <a:pt x="0" y="3777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09" name="Input_receptor__1008">
              <a:extLst>
                <a:ext uri="{FF2B5EF4-FFF2-40B4-BE49-F238E27FC236}">
                  <a16:creationId xmlns:a16="http://schemas.microsoft.com/office/drawing/2014/main" id="{E1615008-78A5-00F0-C9C5-F23863A7D332}"/>
                </a:ext>
              </a:extLst>
            </p:cNvPr>
            <p:cNvSpPr>
              <a:spLocks noGrp="1"/>
            </p:cNvSpPr>
            <p:nvPr/>
          </p:nvSpPr>
          <p:spPr>
            <a:xfrm>
              <a:off x="1665161" y="5111871"/>
              <a:ext cx="43552" cy="4362"/>
            </a:xfrm>
            <a:custGeom>
              <a:avLst/>
              <a:gdLst/>
              <a:ahLst/>
              <a:cxnLst/>
              <a:rect l="0" t="0" r="0" b="0"/>
              <a:pathLst>
                <a:path w="43552" h="4362">
                  <a:moveTo>
                    <a:pt x="43552" y="43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0" name="Input_receptor__1009">
              <a:extLst>
                <a:ext uri="{FF2B5EF4-FFF2-40B4-BE49-F238E27FC236}">
                  <a16:creationId xmlns:a16="http://schemas.microsoft.com/office/drawing/2014/main" id="{E78F5BCD-E340-E01A-B628-E642304EC949}"/>
                </a:ext>
              </a:extLst>
            </p:cNvPr>
            <p:cNvSpPr>
              <a:spLocks noGrp="1"/>
            </p:cNvSpPr>
            <p:nvPr/>
          </p:nvSpPr>
          <p:spPr>
            <a:xfrm>
              <a:off x="1802402" y="5172820"/>
              <a:ext cx="37996" cy="18661"/>
            </a:xfrm>
            <a:custGeom>
              <a:avLst/>
              <a:gdLst/>
              <a:ahLst/>
              <a:cxnLst/>
              <a:rect l="0" t="0" r="0" b="0"/>
              <a:pathLst>
                <a:path w="37996" h="18661">
                  <a:moveTo>
                    <a:pt x="37996" y="186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1" name="Input_receptor__1010">
              <a:extLst>
                <a:ext uri="{FF2B5EF4-FFF2-40B4-BE49-F238E27FC236}">
                  <a16:creationId xmlns:a16="http://schemas.microsoft.com/office/drawing/2014/main" id="{CDA2F998-9BC4-486A-3117-03B3A1741D01}"/>
                </a:ext>
              </a:extLst>
            </p:cNvPr>
            <p:cNvSpPr>
              <a:spLocks noGrp="1"/>
            </p:cNvSpPr>
            <p:nvPr/>
          </p:nvSpPr>
          <p:spPr>
            <a:xfrm>
              <a:off x="953588" y="4329758"/>
              <a:ext cx="2760" cy="44784"/>
            </a:xfrm>
            <a:custGeom>
              <a:avLst/>
              <a:gdLst/>
              <a:ahLst/>
              <a:cxnLst/>
              <a:rect l="0" t="0" r="0" b="0"/>
              <a:pathLst>
                <a:path w="2760" h="44784">
                  <a:moveTo>
                    <a:pt x="0" y="0"/>
                  </a:moveTo>
                  <a:lnTo>
                    <a:pt x="2760" y="44784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2" name="Input_receptor__1011">
              <a:extLst>
                <a:ext uri="{FF2B5EF4-FFF2-40B4-BE49-F238E27FC236}">
                  <a16:creationId xmlns:a16="http://schemas.microsoft.com/office/drawing/2014/main" id="{52B58FC3-EE0A-FFC4-FBCE-A84E07395EEB}"/>
                </a:ext>
              </a:extLst>
            </p:cNvPr>
            <p:cNvSpPr>
              <a:spLocks noGrp="1"/>
            </p:cNvSpPr>
            <p:nvPr/>
          </p:nvSpPr>
          <p:spPr>
            <a:xfrm>
              <a:off x="1312733" y="4794858"/>
              <a:ext cx="10743" cy="2919"/>
            </a:xfrm>
            <a:custGeom>
              <a:avLst/>
              <a:gdLst/>
              <a:ahLst/>
              <a:cxnLst/>
              <a:rect l="0" t="0" r="0" b="0"/>
              <a:pathLst>
                <a:path w="10743" h="2919">
                  <a:moveTo>
                    <a:pt x="0" y="2919"/>
                  </a:moveTo>
                  <a:lnTo>
                    <a:pt x="10743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3" name="Input_receptor__1012">
              <a:extLst>
                <a:ext uri="{FF2B5EF4-FFF2-40B4-BE49-F238E27FC236}">
                  <a16:creationId xmlns:a16="http://schemas.microsoft.com/office/drawing/2014/main" id="{0C317EB2-E3C6-CA86-F94A-57A19B16E5ED}"/>
                </a:ext>
              </a:extLst>
            </p:cNvPr>
            <p:cNvSpPr>
              <a:spLocks noGrp="1"/>
            </p:cNvSpPr>
            <p:nvPr/>
          </p:nvSpPr>
          <p:spPr>
            <a:xfrm>
              <a:off x="1433822" y="5093118"/>
              <a:ext cx="44280" cy="18336"/>
            </a:xfrm>
            <a:custGeom>
              <a:avLst/>
              <a:gdLst/>
              <a:ahLst/>
              <a:cxnLst/>
              <a:rect l="0" t="0" r="0" b="0"/>
              <a:pathLst>
                <a:path w="44280" h="18336">
                  <a:moveTo>
                    <a:pt x="44280" y="183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4" name="Input_receptor__1013">
              <a:extLst>
                <a:ext uri="{FF2B5EF4-FFF2-40B4-BE49-F238E27FC236}">
                  <a16:creationId xmlns:a16="http://schemas.microsoft.com/office/drawing/2014/main" id="{BF1D7E1C-0A44-E59E-6007-27C3542E99D5}"/>
                </a:ext>
              </a:extLst>
            </p:cNvPr>
            <p:cNvSpPr>
              <a:spLocks noGrp="1"/>
            </p:cNvSpPr>
            <p:nvPr/>
          </p:nvSpPr>
          <p:spPr>
            <a:xfrm>
              <a:off x="999442" y="4475730"/>
              <a:ext cx="34051" cy="178"/>
            </a:xfrm>
            <a:custGeom>
              <a:avLst/>
              <a:gdLst/>
              <a:ahLst/>
              <a:cxnLst/>
              <a:rect l="0" t="0" r="0" b="0"/>
              <a:pathLst>
                <a:path w="34051" h="178">
                  <a:moveTo>
                    <a:pt x="0" y="178"/>
                  </a:moveTo>
                  <a:lnTo>
                    <a:pt x="34051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5" name="Input_receptor__1014">
              <a:extLst>
                <a:ext uri="{FF2B5EF4-FFF2-40B4-BE49-F238E27FC236}">
                  <a16:creationId xmlns:a16="http://schemas.microsoft.com/office/drawing/2014/main" id="{3AF2772B-90CB-C2DA-4C2E-AB2E85E42837}"/>
                </a:ext>
              </a:extLst>
            </p:cNvPr>
            <p:cNvSpPr>
              <a:spLocks noGrp="1"/>
            </p:cNvSpPr>
            <p:nvPr/>
          </p:nvSpPr>
          <p:spPr>
            <a:xfrm>
              <a:off x="1213460" y="5026335"/>
              <a:ext cx="9707" cy="12954"/>
            </a:xfrm>
            <a:custGeom>
              <a:avLst/>
              <a:gdLst/>
              <a:ahLst/>
              <a:cxnLst/>
              <a:rect l="0" t="0" r="0" b="0"/>
              <a:pathLst>
                <a:path w="9707" h="12954">
                  <a:moveTo>
                    <a:pt x="0" y="0"/>
                  </a:moveTo>
                  <a:lnTo>
                    <a:pt x="9707" y="12954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6" name="Input_receptor__1015">
              <a:extLst>
                <a:ext uri="{FF2B5EF4-FFF2-40B4-BE49-F238E27FC236}">
                  <a16:creationId xmlns:a16="http://schemas.microsoft.com/office/drawing/2014/main" id="{E428D941-9492-477C-A2CC-FFDB81C4A327}"/>
                </a:ext>
              </a:extLst>
            </p:cNvPr>
            <p:cNvSpPr>
              <a:spLocks noGrp="1"/>
            </p:cNvSpPr>
            <p:nvPr/>
          </p:nvSpPr>
          <p:spPr>
            <a:xfrm>
              <a:off x="1230310" y="4917234"/>
              <a:ext cx="22059" cy="37784"/>
            </a:xfrm>
            <a:custGeom>
              <a:avLst/>
              <a:gdLst/>
              <a:ahLst/>
              <a:cxnLst/>
              <a:rect l="0" t="0" r="0" b="0"/>
              <a:pathLst>
                <a:path w="22059" h="37784">
                  <a:moveTo>
                    <a:pt x="0" y="37784"/>
                  </a:moveTo>
                  <a:lnTo>
                    <a:pt x="2205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7" name="Input_receptor__1016">
              <a:extLst>
                <a:ext uri="{FF2B5EF4-FFF2-40B4-BE49-F238E27FC236}">
                  <a16:creationId xmlns:a16="http://schemas.microsoft.com/office/drawing/2014/main" id="{6FF1E547-3E8E-3505-47D8-E5C2107EC3EC}"/>
                </a:ext>
              </a:extLst>
            </p:cNvPr>
            <p:cNvSpPr>
              <a:spLocks noGrp="1"/>
            </p:cNvSpPr>
            <p:nvPr/>
          </p:nvSpPr>
          <p:spPr>
            <a:xfrm>
              <a:off x="939159" y="4951359"/>
              <a:ext cx="41728" cy="3303"/>
            </a:xfrm>
            <a:custGeom>
              <a:avLst/>
              <a:gdLst/>
              <a:ahLst/>
              <a:cxnLst/>
              <a:rect l="0" t="0" r="0" b="0"/>
              <a:pathLst>
                <a:path w="41728" h="3303">
                  <a:moveTo>
                    <a:pt x="0" y="3303"/>
                  </a:moveTo>
                  <a:lnTo>
                    <a:pt x="41728" y="0"/>
                  </a:lnTo>
                </a:path>
              </a:pathLst>
            </a:custGeom>
            <a:noFill/>
            <a:ln w="8096">
              <a:solidFill>
                <a:srgbClr val="8A9BA8"/>
              </a:solidFill>
            </a:ln>
          </p:spPr>
        </p:sp>
        <p:sp>
          <p:nvSpPr>
            <p:cNvPr id="1018" name="Input_receptor__1017">
              <a:extLst>
                <a:ext uri="{FF2B5EF4-FFF2-40B4-BE49-F238E27FC236}">
                  <a16:creationId xmlns:a16="http://schemas.microsoft.com/office/drawing/2014/main" id="{D0AACE26-27FC-2447-0547-AE09186E08FD}"/>
                </a:ext>
              </a:extLst>
            </p:cNvPr>
            <p:cNvSpPr>
              <a:spLocks noGrp="1"/>
            </p:cNvSpPr>
            <p:nvPr/>
          </p:nvSpPr>
          <p:spPr>
            <a:xfrm>
              <a:off x="1798796" y="5231364"/>
              <a:ext cx="18245" cy="9267"/>
            </a:xfrm>
            <a:custGeom>
              <a:avLst/>
              <a:gdLst/>
              <a:ahLst/>
              <a:cxnLst/>
              <a:rect l="0" t="0" r="0" b="0"/>
              <a:pathLst>
                <a:path w="18245" h="9267">
                  <a:moveTo>
                    <a:pt x="0" y="9267"/>
                  </a:moveTo>
                  <a:lnTo>
                    <a:pt x="18245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19" name="Input_receptor__1018">
              <a:extLst>
                <a:ext uri="{FF2B5EF4-FFF2-40B4-BE49-F238E27FC236}">
                  <a16:creationId xmlns:a16="http://schemas.microsoft.com/office/drawing/2014/main" id="{E795C398-E493-8324-AE11-367628700CDA}"/>
                </a:ext>
              </a:extLst>
            </p:cNvPr>
            <p:cNvSpPr>
              <a:spLocks noGrp="1"/>
            </p:cNvSpPr>
            <p:nvPr/>
          </p:nvSpPr>
          <p:spPr>
            <a:xfrm>
              <a:off x="1161463" y="4415564"/>
              <a:ext cx="3229" cy="32923"/>
            </a:xfrm>
            <a:custGeom>
              <a:avLst/>
              <a:gdLst/>
              <a:ahLst/>
              <a:cxnLst/>
              <a:rect l="0" t="0" r="0" b="0"/>
              <a:pathLst>
                <a:path w="3229" h="32923">
                  <a:moveTo>
                    <a:pt x="0" y="32923"/>
                  </a:moveTo>
                  <a:lnTo>
                    <a:pt x="322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0" name="Input_receptor__1019">
              <a:extLst>
                <a:ext uri="{FF2B5EF4-FFF2-40B4-BE49-F238E27FC236}">
                  <a16:creationId xmlns:a16="http://schemas.microsoft.com/office/drawing/2014/main" id="{1072B2CB-9C10-3EB2-6A42-D2E093032729}"/>
                </a:ext>
              </a:extLst>
            </p:cNvPr>
            <p:cNvSpPr>
              <a:spLocks noGrp="1"/>
            </p:cNvSpPr>
            <p:nvPr/>
          </p:nvSpPr>
          <p:spPr>
            <a:xfrm>
              <a:off x="1640072" y="5260595"/>
              <a:ext cx="28347" cy="20832"/>
            </a:xfrm>
            <a:custGeom>
              <a:avLst/>
              <a:gdLst/>
              <a:ahLst/>
              <a:cxnLst/>
              <a:rect l="0" t="0" r="0" b="0"/>
              <a:pathLst>
                <a:path w="28347" h="20832">
                  <a:moveTo>
                    <a:pt x="0" y="0"/>
                  </a:moveTo>
                  <a:lnTo>
                    <a:pt x="28347" y="20832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1" name="Input_receptor__1020">
              <a:extLst>
                <a:ext uri="{FF2B5EF4-FFF2-40B4-BE49-F238E27FC236}">
                  <a16:creationId xmlns:a16="http://schemas.microsoft.com/office/drawing/2014/main" id="{085C9B3B-29B2-07A3-EC9C-648EBC6F072B}"/>
                </a:ext>
              </a:extLst>
            </p:cNvPr>
            <p:cNvSpPr>
              <a:spLocks noGrp="1"/>
            </p:cNvSpPr>
            <p:nvPr/>
          </p:nvSpPr>
          <p:spPr>
            <a:xfrm>
              <a:off x="1356449" y="4689704"/>
              <a:ext cx="10007" cy="200"/>
            </a:xfrm>
            <a:custGeom>
              <a:avLst/>
              <a:gdLst/>
              <a:ahLst/>
              <a:cxnLst/>
              <a:rect l="0" t="0" r="0" b="0"/>
              <a:pathLst>
                <a:path w="10007" h="200">
                  <a:moveTo>
                    <a:pt x="0" y="0"/>
                  </a:moveTo>
                  <a:lnTo>
                    <a:pt x="10007" y="20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2" name="Input_receptor__1021">
              <a:extLst>
                <a:ext uri="{FF2B5EF4-FFF2-40B4-BE49-F238E27FC236}">
                  <a16:creationId xmlns:a16="http://schemas.microsoft.com/office/drawing/2014/main" id="{DC14CCAF-A834-93DD-F0AA-E72DAACFE2F2}"/>
                </a:ext>
              </a:extLst>
            </p:cNvPr>
            <p:cNvSpPr>
              <a:spLocks noGrp="1"/>
            </p:cNvSpPr>
            <p:nvPr/>
          </p:nvSpPr>
          <p:spPr>
            <a:xfrm>
              <a:off x="1594753" y="4273901"/>
              <a:ext cx="31046" cy="36822"/>
            </a:xfrm>
            <a:custGeom>
              <a:avLst/>
              <a:gdLst/>
              <a:ahLst/>
              <a:cxnLst/>
              <a:rect l="0" t="0" r="0" b="0"/>
              <a:pathLst>
                <a:path w="31046" h="36822">
                  <a:moveTo>
                    <a:pt x="31046" y="0"/>
                  </a:moveTo>
                  <a:lnTo>
                    <a:pt x="0" y="36822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3" name="Input_receptor__1022">
              <a:extLst>
                <a:ext uri="{FF2B5EF4-FFF2-40B4-BE49-F238E27FC236}">
                  <a16:creationId xmlns:a16="http://schemas.microsoft.com/office/drawing/2014/main" id="{F9486497-1B14-0B02-98A1-41C821877AD0}"/>
                </a:ext>
              </a:extLst>
            </p:cNvPr>
            <p:cNvSpPr>
              <a:spLocks noGrp="1"/>
            </p:cNvSpPr>
            <p:nvPr/>
          </p:nvSpPr>
          <p:spPr>
            <a:xfrm>
              <a:off x="1122446" y="5537416"/>
              <a:ext cx="20986" cy="38511"/>
            </a:xfrm>
            <a:custGeom>
              <a:avLst/>
              <a:gdLst/>
              <a:ahLst/>
              <a:cxnLst/>
              <a:rect l="0" t="0" r="0" b="0"/>
              <a:pathLst>
                <a:path w="20986" h="38511">
                  <a:moveTo>
                    <a:pt x="0" y="38511"/>
                  </a:moveTo>
                  <a:lnTo>
                    <a:pt x="20986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4" name="Input_receptor__1023">
              <a:extLst>
                <a:ext uri="{FF2B5EF4-FFF2-40B4-BE49-F238E27FC236}">
                  <a16:creationId xmlns:a16="http://schemas.microsoft.com/office/drawing/2014/main" id="{573C7538-9AA2-6004-C511-63C79D27D51E}"/>
                </a:ext>
              </a:extLst>
            </p:cNvPr>
            <p:cNvSpPr>
              <a:spLocks noGrp="1"/>
            </p:cNvSpPr>
            <p:nvPr/>
          </p:nvSpPr>
          <p:spPr>
            <a:xfrm>
              <a:off x="1143432" y="5537416"/>
              <a:ext cx="42729" cy="8100"/>
            </a:xfrm>
            <a:custGeom>
              <a:avLst/>
              <a:gdLst/>
              <a:ahLst/>
              <a:cxnLst/>
              <a:rect l="0" t="0" r="0" b="0"/>
              <a:pathLst>
                <a:path w="42729" h="8100">
                  <a:moveTo>
                    <a:pt x="0" y="0"/>
                  </a:moveTo>
                  <a:lnTo>
                    <a:pt x="42729" y="810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5" name="Input_receptor__1024">
              <a:extLst>
                <a:ext uri="{FF2B5EF4-FFF2-40B4-BE49-F238E27FC236}">
                  <a16:creationId xmlns:a16="http://schemas.microsoft.com/office/drawing/2014/main" id="{5EB17A3C-75D0-E61A-C7C0-BA362758B512}"/>
                </a:ext>
              </a:extLst>
            </p:cNvPr>
            <p:cNvSpPr>
              <a:spLocks noGrp="1"/>
            </p:cNvSpPr>
            <p:nvPr/>
          </p:nvSpPr>
          <p:spPr>
            <a:xfrm>
              <a:off x="902488" y="4839411"/>
              <a:ext cx="21843" cy="863"/>
            </a:xfrm>
            <a:custGeom>
              <a:avLst/>
              <a:gdLst/>
              <a:ahLst/>
              <a:cxnLst/>
              <a:rect l="0" t="0" r="0" b="0"/>
              <a:pathLst>
                <a:path w="21843" h="863">
                  <a:moveTo>
                    <a:pt x="21843" y="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6" name="Input_receptor__1025">
              <a:extLst>
                <a:ext uri="{FF2B5EF4-FFF2-40B4-BE49-F238E27FC236}">
                  <a16:creationId xmlns:a16="http://schemas.microsoft.com/office/drawing/2014/main" id="{BD20883D-D0C1-9CC8-9B4A-43087A4A3BA7}"/>
                </a:ext>
              </a:extLst>
            </p:cNvPr>
            <p:cNvSpPr>
              <a:spLocks noGrp="1"/>
            </p:cNvSpPr>
            <p:nvPr/>
          </p:nvSpPr>
          <p:spPr>
            <a:xfrm>
              <a:off x="1444679" y="4154378"/>
              <a:ext cx="43435" cy="19859"/>
            </a:xfrm>
            <a:custGeom>
              <a:avLst/>
              <a:gdLst/>
              <a:ahLst/>
              <a:cxnLst/>
              <a:rect l="0" t="0" r="0" b="0"/>
              <a:pathLst>
                <a:path w="43435" h="19859">
                  <a:moveTo>
                    <a:pt x="43435" y="0"/>
                  </a:moveTo>
                  <a:lnTo>
                    <a:pt x="0" y="1985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7" name="Input_receptor__1026">
              <a:extLst>
                <a:ext uri="{FF2B5EF4-FFF2-40B4-BE49-F238E27FC236}">
                  <a16:creationId xmlns:a16="http://schemas.microsoft.com/office/drawing/2014/main" id="{6A7D876F-9B88-78DC-32A4-C0076420AE7B}"/>
                </a:ext>
              </a:extLst>
            </p:cNvPr>
            <p:cNvSpPr>
              <a:spLocks noGrp="1"/>
            </p:cNvSpPr>
            <p:nvPr/>
          </p:nvSpPr>
          <p:spPr>
            <a:xfrm>
              <a:off x="1646852" y="5111871"/>
              <a:ext cx="18308" cy="29699"/>
            </a:xfrm>
            <a:custGeom>
              <a:avLst/>
              <a:gdLst/>
              <a:ahLst/>
              <a:cxnLst/>
              <a:rect l="0" t="0" r="0" b="0"/>
              <a:pathLst>
                <a:path w="18308" h="29699">
                  <a:moveTo>
                    <a:pt x="18308" y="0"/>
                  </a:moveTo>
                  <a:lnTo>
                    <a:pt x="0" y="29699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8" name="Input_receptor__1027">
              <a:extLst>
                <a:ext uri="{FF2B5EF4-FFF2-40B4-BE49-F238E27FC236}">
                  <a16:creationId xmlns:a16="http://schemas.microsoft.com/office/drawing/2014/main" id="{F29751C7-DD60-E0E3-FFCE-846CFF0FC1D9}"/>
                </a:ext>
              </a:extLst>
            </p:cNvPr>
            <p:cNvSpPr>
              <a:spLocks noGrp="1"/>
            </p:cNvSpPr>
            <p:nvPr/>
          </p:nvSpPr>
          <p:spPr>
            <a:xfrm>
              <a:off x="1669082" y="4941827"/>
              <a:ext cx="34958" cy="28773"/>
            </a:xfrm>
            <a:custGeom>
              <a:avLst/>
              <a:gdLst/>
              <a:ahLst/>
              <a:cxnLst/>
              <a:rect l="0" t="0" r="0" b="0"/>
              <a:pathLst>
                <a:path w="34958" h="28773">
                  <a:moveTo>
                    <a:pt x="34958" y="0"/>
                  </a:moveTo>
                  <a:lnTo>
                    <a:pt x="0" y="28773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29" name="Input_receptor__1028">
              <a:extLst>
                <a:ext uri="{FF2B5EF4-FFF2-40B4-BE49-F238E27FC236}">
                  <a16:creationId xmlns:a16="http://schemas.microsoft.com/office/drawing/2014/main" id="{2699C69F-FACC-5E0A-F7AE-3E6F1FE8C229}"/>
                </a:ext>
              </a:extLst>
            </p:cNvPr>
            <p:cNvSpPr>
              <a:spLocks noGrp="1"/>
            </p:cNvSpPr>
            <p:nvPr/>
          </p:nvSpPr>
          <p:spPr>
            <a:xfrm>
              <a:off x="1772141" y="5172820"/>
              <a:ext cx="30262" cy="10361"/>
            </a:xfrm>
            <a:custGeom>
              <a:avLst/>
              <a:gdLst/>
              <a:ahLst/>
              <a:cxnLst/>
              <a:rect l="0" t="0" r="0" b="0"/>
              <a:pathLst>
                <a:path w="30262" h="10361">
                  <a:moveTo>
                    <a:pt x="30262" y="0"/>
                  </a:moveTo>
                  <a:lnTo>
                    <a:pt x="0" y="10361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0" name="Input_receptor__1029">
              <a:extLst>
                <a:ext uri="{FF2B5EF4-FFF2-40B4-BE49-F238E27FC236}">
                  <a16:creationId xmlns:a16="http://schemas.microsoft.com/office/drawing/2014/main" id="{03608807-2C51-B080-C5B6-D6425E8C4193}"/>
                </a:ext>
              </a:extLst>
            </p:cNvPr>
            <p:cNvSpPr>
              <a:spLocks noGrp="1"/>
            </p:cNvSpPr>
            <p:nvPr/>
          </p:nvSpPr>
          <p:spPr>
            <a:xfrm>
              <a:off x="1392076" y="4103416"/>
              <a:ext cx="27899" cy="34086"/>
            </a:xfrm>
            <a:custGeom>
              <a:avLst/>
              <a:gdLst/>
              <a:ahLst/>
              <a:cxnLst/>
              <a:rect l="0" t="0" r="0" b="0"/>
              <a:pathLst>
                <a:path w="27899" h="34086">
                  <a:moveTo>
                    <a:pt x="0" y="34086"/>
                  </a:moveTo>
                  <a:lnTo>
                    <a:pt x="27899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1" name="Input_receptor__1030">
              <a:extLst>
                <a:ext uri="{FF2B5EF4-FFF2-40B4-BE49-F238E27FC236}">
                  <a16:creationId xmlns:a16="http://schemas.microsoft.com/office/drawing/2014/main" id="{A04F46A4-E925-C5B1-9124-DA289A34F294}"/>
                </a:ext>
              </a:extLst>
            </p:cNvPr>
            <p:cNvSpPr>
              <a:spLocks noGrp="1"/>
            </p:cNvSpPr>
            <p:nvPr/>
          </p:nvSpPr>
          <p:spPr>
            <a:xfrm>
              <a:off x="1610016" y="4770893"/>
              <a:ext cx="15118" cy="39652"/>
            </a:xfrm>
            <a:custGeom>
              <a:avLst/>
              <a:gdLst/>
              <a:ahLst/>
              <a:cxnLst/>
              <a:rect l="0" t="0" r="0" b="0"/>
              <a:pathLst>
                <a:path w="15118" h="39652">
                  <a:moveTo>
                    <a:pt x="0" y="39652"/>
                  </a:moveTo>
                  <a:lnTo>
                    <a:pt x="15118" y="0"/>
                  </a:lnTo>
                </a:path>
              </a:pathLst>
            </a:custGeom>
            <a:noFill/>
            <a:ln w="20003">
              <a:solidFill>
                <a:srgbClr val="8A9BA8"/>
              </a:solidFill>
            </a:ln>
          </p:spPr>
        </p:sp>
        <p:sp>
          <p:nvSpPr>
            <p:cNvPr id="1032" name="Input_receptor__1031">
              <a:extLst>
                <a:ext uri="{FF2B5EF4-FFF2-40B4-BE49-F238E27FC236}">
                  <a16:creationId xmlns:a16="http://schemas.microsoft.com/office/drawing/2014/main" id="{128B41FA-715E-6861-D2A1-090A2FC770D8}"/>
                </a:ext>
              </a:extLst>
            </p:cNvPr>
            <p:cNvSpPr>
              <a:spLocks noGrp="1"/>
            </p:cNvSpPr>
            <p:nvPr/>
          </p:nvSpPr>
          <p:spPr>
            <a:xfrm>
              <a:off x="1066431" y="4802928"/>
              <a:ext cx="2013" cy="1174"/>
            </a:xfrm>
            <a:custGeom>
              <a:avLst/>
              <a:gdLst/>
              <a:ahLst/>
              <a:cxnLst/>
              <a:rect l="0" t="0" r="0" b="0"/>
              <a:pathLst>
                <a:path w="2013" h="1174">
                  <a:moveTo>
                    <a:pt x="0" y="1174"/>
                  </a:moveTo>
                  <a:lnTo>
                    <a:pt x="2013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3" name="Input_receptor__1032">
              <a:extLst>
                <a:ext uri="{FF2B5EF4-FFF2-40B4-BE49-F238E27FC236}">
                  <a16:creationId xmlns:a16="http://schemas.microsoft.com/office/drawing/2014/main" id="{A98326B6-ADE5-A376-4527-6079E776F1B1}"/>
                </a:ext>
              </a:extLst>
            </p:cNvPr>
            <p:cNvSpPr>
              <a:spLocks noGrp="1"/>
            </p:cNvSpPr>
            <p:nvPr/>
          </p:nvSpPr>
          <p:spPr>
            <a:xfrm>
              <a:off x="1421213" y="4884258"/>
              <a:ext cx="9478" cy="2628"/>
            </a:xfrm>
            <a:custGeom>
              <a:avLst/>
              <a:gdLst/>
              <a:ahLst/>
              <a:cxnLst/>
              <a:rect l="0" t="0" r="0" b="0"/>
              <a:pathLst>
                <a:path w="9478" h="2628">
                  <a:moveTo>
                    <a:pt x="0" y="2628"/>
                  </a:moveTo>
                  <a:lnTo>
                    <a:pt x="9478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4" name="Input_receptor__1033">
              <a:extLst>
                <a:ext uri="{FF2B5EF4-FFF2-40B4-BE49-F238E27FC236}">
                  <a16:creationId xmlns:a16="http://schemas.microsoft.com/office/drawing/2014/main" id="{96537BB2-7CDA-C97D-4769-455D1DE69D29}"/>
                </a:ext>
              </a:extLst>
            </p:cNvPr>
            <p:cNvSpPr>
              <a:spLocks noGrp="1"/>
            </p:cNvSpPr>
            <p:nvPr/>
          </p:nvSpPr>
          <p:spPr>
            <a:xfrm>
              <a:off x="1707050" y="5116233"/>
              <a:ext cx="1663" cy="48163"/>
            </a:xfrm>
            <a:custGeom>
              <a:avLst/>
              <a:gdLst/>
              <a:ahLst/>
              <a:cxnLst/>
              <a:rect l="0" t="0" r="0" b="0"/>
              <a:pathLst>
                <a:path w="1663" h="48163">
                  <a:moveTo>
                    <a:pt x="0" y="48163"/>
                  </a:moveTo>
                  <a:lnTo>
                    <a:pt x="1663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5" name="Input_receptor__1034">
              <a:extLst>
                <a:ext uri="{FF2B5EF4-FFF2-40B4-BE49-F238E27FC236}">
                  <a16:creationId xmlns:a16="http://schemas.microsoft.com/office/drawing/2014/main" id="{473CE71F-D6BF-CFD7-5C91-C879D682FE76}"/>
                </a:ext>
              </a:extLst>
            </p:cNvPr>
            <p:cNvSpPr>
              <a:spLocks noGrp="1"/>
            </p:cNvSpPr>
            <p:nvPr/>
          </p:nvSpPr>
          <p:spPr>
            <a:xfrm>
              <a:off x="1555235" y="4893378"/>
              <a:ext cx="21121" cy="30929"/>
            </a:xfrm>
            <a:custGeom>
              <a:avLst/>
              <a:gdLst/>
              <a:ahLst/>
              <a:cxnLst/>
              <a:rect l="0" t="0" r="0" b="0"/>
              <a:pathLst>
                <a:path w="21121" h="30929">
                  <a:moveTo>
                    <a:pt x="21121" y="309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6" name="Input_receptor__1035">
              <a:extLst>
                <a:ext uri="{FF2B5EF4-FFF2-40B4-BE49-F238E27FC236}">
                  <a16:creationId xmlns:a16="http://schemas.microsoft.com/office/drawing/2014/main" id="{4F41BCC4-04EA-31C7-49C0-1AC063C8D214}"/>
                </a:ext>
              </a:extLst>
            </p:cNvPr>
            <p:cNvSpPr>
              <a:spLocks noGrp="1"/>
            </p:cNvSpPr>
            <p:nvPr/>
          </p:nvSpPr>
          <p:spPr>
            <a:xfrm>
              <a:off x="1184291" y="5545516"/>
              <a:ext cx="1870" cy="46990"/>
            </a:xfrm>
            <a:custGeom>
              <a:avLst/>
              <a:gdLst/>
              <a:ahLst/>
              <a:cxnLst/>
              <a:rect l="0" t="0" r="0" b="0"/>
              <a:pathLst>
                <a:path w="1870" h="46990">
                  <a:moveTo>
                    <a:pt x="1870" y="0"/>
                  </a:moveTo>
                  <a:lnTo>
                    <a:pt x="0" y="4699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7" name="Input_receptor__1036">
              <a:extLst>
                <a:ext uri="{FF2B5EF4-FFF2-40B4-BE49-F238E27FC236}">
                  <a16:creationId xmlns:a16="http://schemas.microsoft.com/office/drawing/2014/main" id="{56C09D92-CF2F-E9D6-2171-33E79672DF94}"/>
                </a:ext>
              </a:extLst>
            </p:cNvPr>
            <p:cNvSpPr>
              <a:spLocks noGrp="1"/>
            </p:cNvSpPr>
            <p:nvPr/>
          </p:nvSpPr>
          <p:spPr>
            <a:xfrm>
              <a:off x="1087499" y="4684054"/>
              <a:ext cx="43844" cy="12087"/>
            </a:xfrm>
            <a:custGeom>
              <a:avLst/>
              <a:gdLst/>
              <a:ahLst/>
              <a:cxnLst/>
              <a:rect l="0" t="0" r="0" b="0"/>
              <a:pathLst>
                <a:path w="43844" h="12087">
                  <a:moveTo>
                    <a:pt x="43844" y="120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38" name="Input_receptor__1037">
              <a:extLst>
                <a:ext uri="{FF2B5EF4-FFF2-40B4-BE49-F238E27FC236}">
                  <a16:creationId xmlns:a16="http://schemas.microsoft.com/office/drawing/2014/main" id="{C80ABF41-B250-30FE-EC63-6FB7CBC83938}"/>
                </a:ext>
              </a:extLst>
            </p:cNvPr>
            <p:cNvSpPr>
              <a:spLocks noGrp="1"/>
            </p:cNvSpPr>
            <p:nvPr/>
          </p:nvSpPr>
          <p:spPr>
            <a:xfrm>
              <a:off x="1457201" y="5111454"/>
              <a:ext cx="20901" cy="42870"/>
            </a:xfrm>
            <a:custGeom>
              <a:avLst/>
              <a:gdLst/>
              <a:ahLst/>
              <a:cxnLst/>
              <a:rect l="0" t="0" r="0" b="0"/>
              <a:pathLst>
                <a:path w="20901" h="42870">
                  <a:moveTo>
                    <a:pt x="0" y="42870"/>
                  </a:moveTo>
                  <a:lnTo>
                    <a:pt x="20901" y="0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39" name="Input_receptor__1038">
              <a:extLst>
                <a:ext uri="{FF2B5EF4-FFF2-40B4-BE49-F238E27FC236}">
                  <a16:creationId xmlns:a16="http://schemas.microsoft.com/office/drawing/2014/main" id="{22EF7BF4-9C9A-A5DA-71E9-6DEC653B7B0F}"/>
                </a:ext>
              </a:extLst>
            </p:cNvPr>
            <p:cNvSpPr>
              <a:spLocks noGrp="1"/>
            </p:cNvSpPr>
            <p:nvPr/>
          </p:nvSpPr>
          <p:spPr>
            <a:xfrm>
              <a:off x="1482207" y="4973726"/>
              <a:ext cx="22830" cy="41878"/>
            </a:xfrm>
            <a:custGeom>
              <a:avLst/>
              <a:gdLst/>
              <a:ahLst/>
              <a:cxnLst/>
              <a:rect l="0" t="0" r="0" b="0"/>
              <a:pathLst>
                <a:path w="22830" h="41878">
                  <a:moveTo>
                    <a:pt x="0" y="0"/>
                  </a:moveTo>
                  <a:lnTo>
                    <a:pt x="22830" y="41878"/>
                  </a:lnTo>
                </a:path>
              </a:pathLst>
            </a:custGeom>
            <a:noFill/>
            <a:ln w="20003">
              <a:solidFill>
                <a:srgbClr val="8A9BA9"/>
              </a:solidFill>
            </a:ln>
          </p:spPr>
        </p:sp>
        <p:sp>
          <p:nvSpPr>
            <p:cNvPr id="1040" name="Input_receptor__1039">
              <a:extLst>
                <a:ext uri="{FF2B5EF4-FFF2-40B4-BE49-F238E27FC236}">
                  <a16:creationId xmlns:a16="http://schemas.microsoft.com/office/drawing/2014/main" id="{6B7F0388-4352-97F3-F812-ADCD95392B4F}"/>
                </a:ext>
              </a:extLst>
            </p:cNvPr>
            <p:cNvSpPr>
              <a:spLocks noGrp="1"/>
            </p:cNvSpPr>
            <p:nvPr/>
          </p:nvSpPr>
          <p:spPr>
            <a:xfrm>
              <a:off x="956348" y="4374543"/>
              <a:ext cx="24164" cy="15596"/>
            </a:xfrm>
            <a:custGeom>
              <a:avLst/>
              <a:gdLst/>
              <a:ahLst/>
              <a:cxnLst/>
              <a:rect l="0" t="0" r="0" b="0"/>
              <a:pathLst>
                <a:path w="24164" h="15596">
                  <a:moveTo>
                    <a:pt x="0" y="0"/>
                  </a:moveTo>
                  <a:lnTo>
                    <a:pt x="24164" y="1559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1" name="Input_receptor__1040">
              <a:extLst>
                <a:ext uri="{FF2B5EF4-FFF2-40B4-BE49-F238E27FC236}">
                  <a16:creationId xmlns:a16="http://schemas.microsoft.com/office/drawing/2014/main" id="{3FF558E7-5159-13D3-82F4-DEF372358B46}"/>
                </a:ext>
              </a:extLst>
            </p:cNvPr>
            <p:cNvSpPr>
              <a:spLocks noGrp="1"/>
            </p:cNvSpPr>
            <p:nvPr/>
          </p:nvSpPr>
          <p:spPr>
            <a:xfrm>
              <a:off x="994290" y="5459357"/>
              <a:ext cx="12778" cy="22016"/>
            </a:xfrm>
            <a:custGeom>
              <a:avLst/>
              <a:gdLst/>
              <a:ahLst/>
              <a:cxnLst/>
              <a:rect l="0" t="0" r="0" b="0"/>
              <a:pathLst>
                <a:path w="12778" h="22016">
                  <a:moveTo>
                    <a:pt x="0" y="0"/>
                  </a:moveTo>
                  <a:lnTo>
                    <a:pt x="12778" y="2201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2" name="Input_receptor__1041">
              <a:extLst>
                <a:ext uri="{FF2B5EF4-FFF2-40B4-BE49-F238E27FC236}">
                  <a16:creationId xmlns:a16="http://schemas.microsoft.com/office/drawing/2014/main" id="{588E4CBD-7A76-E9C2-7FE5-F473777F9CDE}"/>
                </a:ext>
              </a:extLst>
            </p:cNvPr>
            <p:cNvSpPr>
              <a:spLocks noGrp="1"/>
            </p:cNvSpPr>
            <p:nvPr/>
          </p:nvSpPr>
          <p:spPr>
            <a:xfrm>
              <a:off x="1404706" y="4558056"/>
              <a:ext cx="5120" cy="35026"/>
            </a:xfrm>
            <a:custGeom>
              <a:avLst/>
              <a:gdLst/>
              <a:ahLst/>
              <a:cxnLst/>
              <a:rect l="0" t="0" r="0" b="0"/>
              <a:pathLst>
                <a:path w="5120" h="35026">
                  <a:moveTo>
                    <a:pt x="5120" y="0"/>
                  </a:moveTo>
                  <a:lnTo>
                    <a:pt x="0" y="35026"/>
                  </a:lnTo>
                </a:path>
              </a:pathLst>
            </a:custGeom>
            <a:noFill/>
            <a:ln w="8096">
              <a:solidFill>
                <a:srgbClr val="8A9BA9"/>
              </a:solidFill>
            </a:ln>
          </p:spPr>
        </p:sp>
        <p:sp>
          <p:nvSpPr>
            <p:cNvPr id="1043" name="Input_receptor__1042">
              <a:extLst>
                <a:ext uri="{FF2B5EF4-FFF2-40B4-BE49-F238E27FC236}">
                  <a16:creationId xmlns:a16="http://schemas.microsoft.com/office/drawing/2014/main" id="{2824EC63-CDC5-27B7-3DCE-830FEC5339FC}"/>
                </a:ext>
              </a:extLst>
            </p:cNvPr>
            <p:cNvSpPr>
              <a:spLocks noGrp="1"/>
            </p:cNvSpPr>
            <p:nvPr/>
          </p:nvSpPr>
          <p:spPr>
            <a:xfrm>
              <a:off x="1215532" y="4298600"/>
              <a:ext cx="21210" cy="42446"/>
            </a:xfrm>
            <a:custGeom>
              <a:avLst/>
              <a:gdLst/>
              <a:ahLst/>
              <a:cxnLst/>
              <a:rect l="0" t="0" r="0" b="0"/>
              <a:pathLst>
                <a:path w="21210" h="42446">
                  <a:moveTo>
                    <a:pt x="0" y="42446"/>
                  </a:moveTo>
                  <a:lnTo>
                    <a:pt x="21210" y="0"/>
                  </a:lnTo>
                </a:path>
              </a:pathLst>
            </a:custGeom>
            <a:noFill/>
            <a:ln w="8096">
              <a:solidFill>
                <a:srgbClr val="8B9BA9"/>
              </a:solidFill>
            </a:ln>
          </p:spPr>
        </p:sp>
        <p:sp>
          <p:nvSpPr>
            <p:cNvPr id="1044" name="Input_receptor__1043">
              <a:extLst>
                <a:ext uri="{FF2B5EF4-FFF2-40B4-BE49-F238E27FC236}">
                  <a16:creationId xmlns:a16="http://schemas.microsoft.com/office/drawing/2014/main" id="{97BA1D44-CC16-373E-AD74-34E7B1BD5992}"/>
                </a:ext>
              </a:extLst>
            </p:cNvPr>
            <p:cNvSpPr>
              <a:spLocks noGrp="1"/>
            </p:cNvSpPr>
            <p:nvPr/>
          </p:nvSpPr>
          <p:spPr>
            <a:xfrm>
              <a:off x="1035817" y="4982335"/>
              <a:ext cx="12813" cy="12126"/>
            </a:xfrm>
            <a:custGeom>
              <a:avLst/>
              <a:gdLst/>
              <a:ahLst/>
              <a:cxnLst/>
              <a:rect l="0" t="0" r="0" b="0"/>
              <a:pathLst>
                <a:path w="12813" h="12126">
                  <a:moveTo>
                    <a:pt x="0" y="12126"/>
                  </a:moveTo>
                  <a:lnTo>
                    <a:pt x="12813" y="0"/>
                  </a:lnTo>
                </a:path>
              </a:pathLst>
            </a:custGeom>
            <a:noFill/>
            <a:ln w="20003">
              <a:solidFill>
                <a:srgbClr val="8B9BA9"/>
              </a:solidFill>
            </a:ln>
          </p:spPr>
        </p:sp>
        <p:sp>
          <p:nvSpPr>
            <p:cNvPr id="1045" name="Input_receptor__1044">
              <a:extLst>
                <a:ext uri="{FF2B5EF4-FFF2-40B4-BE49-F238E27FC236}">
                  <a16:creationId xmlns:a16="http://schemas.microsoft.com/office/drawing/2014/main" id="{CC0C7CB7-DC2E-AE33-59DA-843C10E533D3}"/>
                </a:ext>
              </a:extLst>
            </p:cNvPr>
            <p:cNvSpPr>
              <a:spLocks noGrp="1"/>
            </p:cNvSpPr>
            <p:nvPr/>
          </p:nvSpPr>
          <p:spPr>
            <a:xfrm>
              <a:off x="1127559" y="5358509"/>
              <a:ext cx="28546" cy="37314"/>
            </a:xfrm>
            <a:custGeom>
              <a:avLst/>
              <a:gdLst/>
              <a:ahLst/>
              <a:cxnLst/>
              <a:rect l="0" t="0" r="0" b="0"/>
              <a:pathLst>
                <a:path w="28546" h="37314">
                  <a:moveTo>
                    <a:pt x="0" y="0"/>
                  </a:moveTo>
                  <a:lnTo>
                    <a:pt x="28546" y="37314"/>
                  </a:lnTo>
                </a:path>
              </a:pathLst>
            </a:custGeom>
            <a:noFill/>
            <a:ln w="20003">
              <a:solidFill>
                <a:srgbClr val="8B9BA9"/>
              </a:solidFill>
            </a:ln>
          </p:spPr>
        </p:sp>
        <p:sp>
          <p:nvSpPr>
            <p:cNvPr id="1046" name="Input_receptor__1045">
              <a:extLst>
                <a:ext uri="{FF2B5EF4-FFF2-40B4-BE49-F238E27FC236}">
                  <a16:creationId xmlns:a16="http://schemas.microsoft.com/office/drawing/2014/main" id="{8C1FF469-6D7A-DA3E-9E6E-6281530095A3}"/>
                </a:ext>
              </a:extLst>
            </p:cNvPr>
            <p:cNvSpPr>
              <a:spLocks noGrp="1"/>
            </p:cNvSpPr>
            <p:nvPr/>
          </p:nvSpPr>
          <p:spPr>
            <a:xfrm>
              <a:off x="1060823" y="4742413"/>
              <a:ext cx="15346" cy="4101"/>
            </a:xfrm>
            <a:custGeom>
              <a:avLst/>
              <a:gdLst/>
              <a:ahLst/>
              <a:cxnLst/>
              <a:rect l="0" t="0" r="0" b="0"/>
              <a:pathLst>
                <a:path w="15346" h="4101">
                  <a:moveTo>
                    <a:pt x="15346" y="41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47" name="Input_receptor__1046">
              <a:extLst>
                <a:ext uri="{FF2B5EF4-FFF2-40B4-BE49-F238E27FC236}">
                  <a16:creationId xmlns:a16="http://schemas.microsoft.com/office/drawing/2014/main" id="{C6AE14B7-4D24-A80D-A6F1-ACCCFD2FD48F}"/>
                </a:ext>
              </a:extLst>
            </p:cNvPr>
            <p:cNvSpPr>
              <a:spLocks noGrp="1"/>
            </p:cNvSpPr>
            <p:nvPr/>
          </p:nvSpPr>
          <p:spPr>
            <a:xfrm>
              <a:off x="953588" y="4329758"/>
              <a:ext cx="47400" cy="983"/>
            </a:xfrm>
            <a:custGeom>
              <a:avLst/>
              <a:gdLst/>
              <a:ahLst/>
              <a:cxnLst/>
              <a:rect l="0" t="0" r="0" b="0"/>
              <a:pathLst>
                <a:path w="47400" h="983">
                  <a:moveTo>
                    <a:pt x="47400" y="9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48" name="Input_receptor__1047">
              <a:extLst>
                <a:ext uri="{FF2B5EF4-FFF2-40B4-BE49-F238E27FC236}">
                  <a16:creationId xmlns:a16="http://schemas.microsoft.com/office/drawing/2014/main" id="{F05D5987-35B1-E676-E4B0-6458C5CB21EA}"/>
                </a:ext>
              </a:extLst>
            </p:cNvPr>
            <p:cNvSpPr>
              <a:spLocks noGrp="1"/>
            </p:cNvSpPr>
            <p:nvPr/>
          </p:nvSpPr>
          <p:spPr>
            <a:xfrm>
              <a:off x="934460" y="4766837"/>
              <a:ext cx="23547" cy="41959"/>
            </a:xfrm>
            <a:custGeom>
              <a:avLst/>
              <a:gdLst/>
              <a:ahLst/>
              <a:cxnLst/>
              <a:rect l="0" t="0" r="0" b="0"/>
              <a:pathLst>
                <a:path w="23547" h="41959">
                  <a:moveTo>
                    <a:pt x="0" y="0"/>
                  </a:moveTo>
                  <a:lnTo>
                    <a:pt x="23547" y="4195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49" name="Input_receptor__1048">
              <a:extLst>
                <a:ext uri="{FF2B5EF4-FFF2-40B4-BE49-F238E27FC236}">
                  <a16:creationId xmlns:a16="http://schemas.microsoft.com/office/drawing/2014/main" id="{EBE17C6C-3B82-9034-A4DE-D2BE4D3D457E}"/>
                </a:ext>
              </a:extLst>
            </p:cNvPr>
            <p:cNvSpPr>
              <a:spLocks noGrp="1"/>
            </p:cNvSpPr>
            <p:nvPr/>
          </p:nvSpPr>
          <p:spPr>
            <a:xfrm>
              <a:off x="1647274" y="5281427"/>
              <a:ext cx="21144" cy="42090"/>
            </a:xfrm>
            <a:custGeom>
              <a:avLst/>
              <a:gdLst/>
              <a:ahLst/>
              <a:cxnLst/>
              <a:rect l="0" t="0" r="0" b="0"/>
              <a:pathLst>
                <a:path w="21144" h="42090">
                  <a:moveTo>
                    <a:pt x="21144" y="0"/>
                  </a:moveTo>
                  <a:lnTo>
                    <a:pt x="0" y="4209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0" name="Input_receptor__1049">
              <a:extLst>
                <a:ext uri="{FF2B5EF4-FFF2-40B4-BE49-F238E27FC236}">
                  <a16:creationId xmlns:a16="http://schemas.microsoft.com/office/drawing/2014/main" id="{0CBC0FC3-48D1-FDB1-E48D-1090E91C975F}"/>
                </a:ext>
              </a:extLst>
            </p:cNvPr>
            <p:cNvSpPr>
              <a:spLocks noGrp="1"/>
            </p:cNvSpPr>
            <p:nvPr/>
          </p:nvSpPr>
          <p:spPr>
            <a:xfrm>
              <a:off x="1117609" y="5186637"/>
              <a:ext cx="40350" cy="26028"/>
            </a:xfrm>
            <a:custGeom>
              <a:avLst/>
              <a:gdLst/>
              <a:ahLst/>
              <a:cxnLst/>
              <a:rect l="0" t="0" r="0" b="0"/>
              <a:pathLst>
                <a:path w="40350" h="26028">
                  <a:moveTo>
                    <a:pt x="40350" y="0"/>
                  </a:moveTo>
                  <a:lnTo>
                    <a:pt x="0" y="26028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1" name="Input_receptor__1050">
              <a:extLst>
                <a:ext uri="{FF2B5EF4-FFF2-40B4-BE49-F238E27FC236}">
                  <a16:creationId xmlns:a16="http://schemas.microsoft.com/office/drawing/2014/main" id="{AF557608-CE02-9707-41A1-41EB680F68C2}"/>
                </a:ext>
              </a:extLst>
            </p:cNvPr>
            <p:cNvSpPr>
              <a:spLocks noGrp="1"/>
            </p:cNvSpPr>
            <p:nvPr/>
          </p:nvSpPr>
          <p:spPr>
            <a:xfrm>
              <a:off x="1487702" y="4396766"/>
              <a:ext cx="26438" cy="27256"/>
            </a:xfrm>
            <a:custGeom>
              <a:avLst/>
              <a:gdLst/>
              <a:ahLst/>
              <a:cxnLst/>
              <a:rect l="0" t="0" r="0" b="0"/>
              <a:pathLst>
                <a:path w="26438" h="27256">
                  <a:moveTo>
                    <a:pt x="26438" y="272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2" name="Input_receptor__1051">
              <a:extLst>
                <a:ext uri="{FF2B5EF4-FFF2-40B4-BE49-F238E27FC236}">
                  <a16:creationId xmlns:a16="http://schemas.microsoft.com/office/drawing/2014/main" id="{A3A81961-ADC1-B9F1-7700-98DFD95A112B}"/>
                </a:ext>
              </a:extLst>
            </p:cNvPr>
            <p:cNvSpPr>
              <a:spLocks noGrp="1"/>
            </p:cNvSpPr>
            <p:nvPr/>
          </p:nvSpPr>
          <p:spPr>
            <a:xfrm>
              <a:off x="1131344" y="4696141"/>
              <a:ext cx="25503" cy="30355"/>
            </a:xfrm>
            <a:custGeom>
              <a:avLst/>
              <a:gdLst/>
              <a:ahLst/>
              <a:cxnLst/>
              <a:rect l="0" t="0" r="0" b="0"/>
              <a:pathLst>
                <a:path w="25503" h="30355">
                  <a:moveTo>
                    <a:pt x="25503" y="303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3" name="Input_receptor__1052">
              <a:extLst>
                <a:ext uri="{FF2B5EF4-FFF2-40B4-BE49-F238E27FC236}">
                  <a16:creationId xmlns:a16="http://schemas.microsoft.com/office/drawing/2014/main" id="{36E6016C-B435-E29C-93A3-858228D247A1}"/>
                </a:ext>
              </a:extLst>
            </p:cNvPr>
            <p:cNvSpPr>
              <a:spLocks noGrp="1"/>
            </p:cNvSpPr>
            <p:nvPr/>
          </p:nvSpPr>
          <p:spPr>
            <a:xfrm>
              <a:off x="1200639" y="4249244"/>
              <a:ext cx="36103" cy="49356"/>
            </a:xfrm>
            <a:custGeom>
              <a:avLst/>
              <a:gdLst/>
              <a:ahLst/>
              <a:cxnLst/>
              <a:rect l="0" t="0" r="0" b="0"/>
              <a:pathLst>
                <a:path w="36103" h="49356">
                  <a:moveTo>
                    <a:pt x="36103" y="493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4" name="Input_receptor__1053">
              <a:extLst>
                <a:ext uri="{FF2B5EF4-FFF2-40B4-BE49-F238E27FC236}">
                  <a16:creationId xmlns:a16="http://schemas.microsoft.com/office/drawing/2014/main" id="{76ADEBAE-2089-BAEA-C65B-6CCE93F2091D}"/>
                </a:ext>
              </a:extLst>
            </p:cNvPr>
            <p:cNvSpPr>
              <a:spLocks noGrp="1"/>
            </p:cNvSpPr>
            <p:nvPr/>
          </p:nvSpPr>
          <p:spPr>
            <a:xfrm>
              <a:off x="1450708" y="4315121"/>
              <a:ext cx="1305" cy="18454"/>
            </a:xfrm>
            <a:custGeom>
              <a:avLst/>
              <a:gdLst/>
              <a:ahLst/>
              <a:cxnLst/>
              <a:rect l="0" t="0" r="0" b="0"/>
              <a:pathLst>
                <a:path w="1305" h="18454">
                  <a:moveTo>
                    <a:pt x="0" y="0"/>
                  </a:moveTo>
                  <a:lnTo>
                    <a:pt x="1305" y="18454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5" name="Input_receptor__1054">
              <a:extLst>
                <a:ext uri="{FF2B5EF4-FFF2-40B4-BE49-F238E27FC236}">
                  <a16:creationId xmlns:a16="http://schemas.microsoft.com/office/drawing/2014/main" id="{F3C582AC-46E5-8441-1092-9E9F61084965}"/>
                </a:ext>
              </a:extLst>
            </p:cNvPr>
            <p:cNvSpPr>
              <a:spLocks noGrp="1"/>
            </p:cNvSpPr>
            <p:nvPr/>
          </p:nvSpPr>
          <p:spPr>
            <a:xfrm>
              <a:off x="1448625" y="4828047"/>
              <a:ext cx="31841" cy="25775"/>
            </a:xfrm>
            <a:custGeom>
              <a:avLst/>
              <a:gdLst/>
              <a:ahLst/>
              <a:cxnLst/>
              <a:rect l="0" t="0" r="0" b="0"/>
              <a:pathLst>
                <a:path w="31841" h="25775">
                  <a:moveTo>
                    <a:pt x="0" y="0"/>
                  </a:moveTo>
                  <a:lnTo>
                    <a:pt x="31841" y="25775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56" name="Input_receptor__1055">
              <a:extLst>
                <a:ext uri="{FF2B5EF4-FFF2-40B4-BE49-F238E27FC236}">
                  <a16:creationId xmlns:a16="http://schemas.microsoft.com/office/drawing/2014/main" id="{A45B9E7B-BF87-93E3-7B9D-78F60E9EEA15}"/>
                </a:ext>
              </a:extLst>
            </p:cNvPr>
            <p:cNvSpPr>
              <a:spLocks noGrp="1"/>
            </p:cNvSpPr>
            <p:nvPr/>
          </p:nvSpPr>
          <p:spPr>
            <a:xfrm>
              <a:off x="1482621" y="4262407"/>
              <a:ext cx="14937" cy="625"/>
            </a:xfrm>
            <a:custGeom>
              <a:avLst/>
              <a:gdLst/>
              <a:ahLst/>
              <a:cxnLst/>
              <a:rect l="0" t="0" r="0" b="0"/>
              <a:pathLst>
                <a:path w="14937" h="625">
                  <a:moveTo>
                    <a:pt x="14937" y="0"/>
                  </a:moveTo>
                  <a:lnTo>
                    <a:pt x="0" y="625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7" name="Input_receptor__1056">
              <a:extLst>
                <a:ext uri="{FF2B5EF4-FFF2-40B4-BE49-F238E27FC236}">
                  <a16:creationId xmlns:a16="http://schemas.microsoft.com/office/drawing/2014/main" id="{D60F4D3A-C904-77B3-4241-8344776D7DA4}"/>
                </a:ext>
              </a:extLst>
            </p:cNvPr>
            <p:cNvSpPr>
              <a:spLocks noGrp="1"/>
            </p:cNvSpPr>
            <p:nvPr/>
          </p:nvSpPr>
          <p:spPr>
            <a:xfrm>
              <a:off x="1118359" y="4448487"/>
              <a:ext cx="43104" cy="19553"/>
            </a:xfrm>
            <a:custGeom>
              <a:avLst/>
              <a:gdLst/>
              <a:ahLst/>
              <a:cxnLst/>
              <a:rect l="0" t="0" r="0" b="0"/>
              <a:pathLst>
                <a:path w="43104" h="19553">
                  <a:moveTo>
                    <a:pt x="0" y="19553"/>
                  </a:moveTo>
                  <a:lnTo>
                    <a:pt x="43104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8" name="Input_receptor__1057">
              <a:extLst>
                <a:ext uri="{FF2B5EF4-FFF2-40B4-BE49-F238E27FC236}">
                  <a16:creationId xmlns:a16="http://schemas.microsoft.com/office/drawing/2014/main" id="{BFBB0E37-E781-D25E-855C-F36FE0BC9C1F}"/>
                </a:ext>
              </a:extLst>
            </p:cNvPr>
            <p:cNvSpPr>
              <a:spLocks noGrp="1"/>
            </p:cNvSpPr>
            <p:nvPr/>
          </p:nvSpPr>
          <p:spPr>
            <a:xfrm>
              <a:off x="1196183" y="4798709"/>
              <a:ext cx="36536" cy="21044"/>
            </a:xfrm>
            <a:custGeom>
              <a:avLst/>
              <a:gdLst/>
              <a:ahLst/>
              <a:cxnLst/>
              <a:rect l="0" t="0" r="0" b="0"/>
              <a:pathLst>
                <a:path w="36536" h="21044">
                  <a:moveTo>
                    <a:pt x="0" y="0"/>
                  </a:moveTo>
                  <a:lnTo>
                    <a:pt x="36536" y="21044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59" name="Input_receptor__1058">
              <a:extLst>
                <a:ext uri="{FF2B5EF4-FFF2-40B4-BE49-F238E27FC236}">
                  <a16:creationId xmlns:a16="http://schemas.microsoft.com/office/drawing/2014/main" id="{D1D07EA6-4742-651A-0A64-BE57893D36A1}"/>
                </a:ext>
              </a:extLst>
            </p:cNvPr>
            <p:cNvSpPr>
              <a:spLocks noGrp="1"/>
            </p:cNvSpPr>
            <p:nvPr/>
          </p:nvSpPr>
          <p:spPr>
            <a:xfrm>
              <a:off x="1817041" y="5191481"/>
              <a:ext cx="23358" cy="39884"/>
            </a:xfrm>
            <a:custGeom>
              <a:avLst/>
              <a:gdLst/>
              <a:ahLst/>
              <a:cxnLst/>
              <a:rect l="0" t="0" r="0" b="0"/>
              <a:pathLst>
                <a:path w="23358" h="39884">
                  <a:moveTo>
                    <a:pt x="0" y="39884"/>
                  </a:moveTo>
                  <a:lnTo>
                    <a:pt x="23358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0" name="Input_receptor__1059">
              <a:extLst>
                <a:ext uri="{FF2B5EF4-FFF2-40B4-BE49-F238E27FC236}">
                  <a16:creationId xmlns:a16="http://schemas.microsoft.com/office/drawing/2014/main" id="{02670CDF-EF71-7AB0-EB7E-6575664BB040}"/>
                </a:ext>
              </a:extLst>
            </p:cNvPr>
            <p:cNvSpPr>
              <a:spLocks noGrp="1"/>
            </p:cNvSpPr>
            <p:nvPr/>
          </p:nvSpPr>
          <p:spPr>
            <a:xfrm>
              <a:off x="1060508" y="4863973"/>
              <a:ext cx="25342" cy="1453"/>
            </a:xfrm>
            <a:custGeom>
              <a:avLst/>
              <a:gdLst/>
              <a:ahLst/>
              <a:cxnLst/>
              <a:rect l="0" t="0" r="0" b="0"/>
              <a:pathLst>
                <a:path w="25342" h="1453">
                  <a:moveTo>
                    <a:pt x="0" y="1453"/>
                  </a:moveTo>
                  <a:lnTo>
                    <a:pt x="25342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1" name="Input_receptor__1060">
              <a:extLst>
                <a:ext uri="{FF2B5EF4-FFF2-40B4-BE49-F238E27FC236}">
                  <a16:creationId xmlns:a16="http://schemas.microsoft.com/office/drawing/2014/main" id="{FD002E65-F7EB-733E-F091-2EF19BADB8B6}"/>
                </a:ext>
              </a:extLst>
            </p:cNvPr>
            <p:cNvSpPr>
              <a:spLocks noGrp="1"/>
            </p:cNvSpPr>
            <p:nvPr/>
          </p:nvSpPr>
          <p:spPr>
            <a:xfrm>
              <a:off x="1508540" y="4538562"/>
              <a:ext cx="14007" cy="4727"/>
            </a:xfrm>
            <a:custGeom>
              <a:avLst/>
              <a:gdLst/>
              <a:ahLst/>
              <a:cxnLst/>
              <a:rect l="0" t="0" r="0" b="0"/>
              <a:pathLst>
                <a:path w="14007" h="4727">
                  <a:moveTo>
                    <a:pt x="14007" y="472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62" name="Input_receptor__1061">
              <a:extLst>
                <a:ext uri="{FF2B5EF4-FFF2-40B4-BE49-F238E27FC236}">
                  <a16:creationId xmlns:a16="http://schemas.microsoft.com/office/drawing/2014/main" id="{B9332E1E-B70A-1ED4-9D8C-0BAEF696C4CD}"/>
                </a:ext>
              </a:extLst>
            </p:cNvPr>
            <p:cNvSpPr>
              <a:spLocks noGrp="1"/>
            </p:cNvSpPr>
            <p:nvPr/>
          </p:nvSpPr>
          <p:spPr>
            <a:xfrm>
              <a:off x="1312235" y="4721654"/>
              <a:ext cx="36524" cy="32248"/>
            </a:xfrm>
            <a:custGeom>
              <a:avLst/>
              <a:gdLst/>
              <a:ahLst/>
              <a:cxnLst/>
              <a:rect l="0" t="0" r="0" b="0"/>
              <a:pathLst>
                <a:path w="36524" h="32248">
                  <a:moveTo>
                    <a:pt x="36524" y="322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3" name="Input_receptor__1062">
              <a:extLst>
                <a:ext uri="{FF2B5EF4-FFF2-40B4-BE49-F238E27FC236}">
                  <a16:creationId xmlns:a16="http://schemas.microsoft.com/office/drawing/2014/main" id="{90FB8DA8-E318-4297-5544-5D650CDF68B1}"/>
                </a:ext>
              </a:extLst>
            </p:cNvPr>
            <p:cNvSpPr>
              <a:spLocks noGrp="1"/>
            </p:cNvSpPr>
            <p:nvPr/>
          </p:nvSpPr>
          <p:spPr>
            <a:xfrm>
              <a:off x="924331" y="4808795"/>
              <a:ext cx="33676" cy="31478"/>
            </a:xfrm>
            <a:custGeom>
              <a:avLst/>
              <a:gdLst/>
              <a:ahLst/>
              <a:cxnLst/>
              <a:rect l="0" t="0" r="0" b="0"/>
              <a:pathLst>
                <a:path w="33676" h="31478">
                  <a:moveTo>
                    <a:pt x="33676" y="0"/>
                  </a:moveTo>
                  <a:lnTo>
                    <a:pt x="0" y="31478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4" name="Input_receptor__1063">
              <a:extLst>
                <a:ext uri="{FF2B5EF4-FFF2-40B4-BE49-F238E27FC236}">
                  <a16:creationId xmlns:a16="http://schemas.microsoft.com/office/drawing/2014/main" id="{E1653D5E-252D-FCA2-951F-3662D8DCAA4F}"/>
                </a:ext>
              </a:extLst>
            </p:cNvPr>
            <p:cNvSpPr>
              <a:spLocks noGrp="1"/>
            </p:cNvSpPr>
            <p:nvPr/>
          </p:nvSpPr>
          <p:spPr>
            <a:xfrm>
              <a:off x="1534791" y="4797017"/>
              <a:ext cx="29032" cy="1662"/>
            </a:xfrm>
            <a:custGeom>
              <a:avLst/>
              <a:gdLst/>
              <a:ahLst/>
              <a:cxnLst/>
              <a:rect l="0" t="0" r="0" b="0"/>
              <a:pathLst>
                <a:path w="29032" h="1662">
                  <a:moveTo>
                    <a:pt x="0" y="0"/>
                  </a:moveTo>
                  <a:lnTo>
                    <a:pt x="29032" y="1662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5" name="Input_receptor__1064">
              <a:extLst>
                <a:ext uri="{FF2B5EF4-FFF2-40B4-BE49-F238E27FC236}">
                  <a16:creationId xmlns:a16="http://schemas.microsoft.com/office/drawing/2014/main" id="{B7147B11-4357-59D5-F939-B64162960FEF}"/>
                </a:ext>
              </a:extLst>
            </p:cNvPr>
            <p:cNvSpPr>
              <a:spLocks noGrp="1"/>
            </p:cNvSpPr>
            <p:nvPr/>
          </p:nvSpPr>
          <p:spPr>
            <a:xfrm>
              <a:off x="1172424" y="5218491"/>
              <a:ext cx="15834" cy="38605"/>
            </a:xfrm>
            <a:custGeom>
              <a:avLst/>
              <a:gdLst/>
              <a:ahLst/>
              <a:cxnLst/>
              <a:rect l="0" t="0" r="0" b="0"/>
              <a:pathLst>
                <a:path w="15834" h="38605">
                  <a:moveTo>
                    <a:pt x="0" y="38605"/>
                  </a:moveTo>
                  <a:lnTo>
                    <a:pt x="15834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6" name="Input_receptor__1065">
              <a:extLst>
                <a:ext uri="{FF2B5EF4-FFF2-40B4-BE49-F238E27FC236}">
                  <a16:creationId xmlns:a16="http://schemas.microsoft.com/office/drawing/2014/main" id="{F72C30B2-BCBD-423E-EBAB-701C6D50E60F}"/>
                </a:ext>
              </a:extLst>
            </p:cNvPr>
            <p:cNvSpPr>
              <a:spLocks noGrp="1"/>
            </p:cNvSpPr>
            <p:nvPr/>
          </p:nvSpPr>
          <p:spPr>
            <a:xfrm>
              <a:off x="1350678" y="4067467"/>
              <a:ext cx="30069" cy="21800"/>
            </a:xfrm>
            <a:custGeom>
              <a:avLst/>
              <a:gdLst/>
              <a:ahLst/>
              <a:cxnLst/>
              <a:rect l="0" t="0" r="0" b="0"/>
              <a:pathLst>
                <a:path w="30069" h="21800">
                  <a:moveTo>
                    <a:pt x="0" y="21800"/>
                  </a:moveTo>
                  <a:lnTo>
                    <a:pt x="30069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7" name="Input_receptor__1066">
              <a:extLst>
                <a:ext uri="{FF2B5EF4-FFF2-40B4-BE49-F238E27FC236}">
                  <a16:creationId xmlns:a16="http://schemas.microsoft.com/office/drawing/2014/main" id="{588F063B-1DF6-C6EB-EFF3-F6833C2C73D8}"/>
                </a:ext>
              </a:extLst>
            </p:cNvPr>
            <p:cNvSpPr>
              <a:spLocks noGrp="1"/>
            </p:cNvSpPr>
            <p:nvPr/>
          </p:nvSpPr>
          <p:spPr>
            <a:xfrm>
              <a:off x="1573638" y="5222656"/>
              <a:ext cx="42412" cy="4790"/>
            </a:xfrm>
            <a:custGeom>
              <a:avLst/>
              <a:gdLst/>
              <a:ahLst/>
              <a:cxnLst/>
              <a:rect l="0" t="0" r="0" b="0"/>
              <a:pathLst>
                <a:path w="42412" h="4790">
                  <a:moveTo>
                    <a:pt x="0" y="4790"/>
                  </a:moveTo>
                  <a:lnTo>
                    <a:pt x="42412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68" name="Input_receptor__1067">
              <a:extLst>
                <a:ext uri="{FF2B5EF4-FFF2-40B4-BE49-F238E27FC236}">
                  <a16:creationId xmlns:a16="http://schemas.microsoft.com/office/drawing/2014/main" id="{1F9EBDA3-7DA7-BA5E-BA34-63888E8C51F5}"/>
                </a:ext>
              </a:extLst>
            </p:cNvPr>
            <p:cNvSpPr>
              <a:spLocks noGrp="1"/>
            </p:cNvSpPr>
            <p:nvPr/>
          </p:nvSpPr>
          <p:spPr>
            <a:xfrm>
              <a:off x="1427035" y="5081385"/>
              <a:ext cx="6787" cy="11733"/>
            </a:xfrm>
            <a:custGeom>
              <a:avLst/>
              <a:gdLst/>
              <a:ahLst/>
              <a:cxnLst/>
              <a:rect l="0" t="0" r="0" b="0"/>
              <a:pathLst>
                <a:path w="6787" h="11733">
                  <a:moveTo>
                    <a:pt x="6787" y="117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B9CA9"/>
              </a:solidFill>
            </a:ln>
          </p:spPr>
        </p:sp>
        <p:sp>
          <p:nvSpPr>
            <p:cNvPr id="1069" name="Input_receptor__1068">
              <a:extLst>
                <a:ext uri="{FF2B5EF4-FFF2-40B4-BE49-F238E27FC236}">
                  <a16:creationId xmlns:a16="http://schemas.microsoft.com/office/drawing/2014/main" id="{8DF7DD4F-863C-E5BD-E775-52F860FE8561}"/>
                </a:ext>
              </a:extLst>
            </p:cNvPr>
            <p:cNvSpPr>
              <a:spLocks noGrp="1"/>
            </p:cNvSpPr>
            <p:nvPr/>
          </p:nvSpPr>
          <p:spPr>
            <a:xfrm>
              <a:off x="1323476" y="4753902"/>
              <a:ext cx="25283" cy="40956"/>
            </a:xfrm>
            <a:custGeom>
              <a:avLst/>
              <a:gdLst/>
              <a:ahLst/>
              <a:cxnLst/>
              <a:rect l="0" t="0" r="0" b="0"/>
              <a:pathLst>
                <a:path w="25283" h="40956">
                  <a:moveTo>
                    <a:pt x="0" y="40956"/>
                  </a:moveTo>
                  <a:lnTo>
                    <a:pt x="25283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0" name="Input_receptor__1069">
              <a:extLst>
                <a:ext uri="{FF2B5EF4-FFF2-40B4-BE49-F238E27FC236}">
                  <a16:creationId xmlns:a16="http://schemas.microsoft.com/office/drawing/2014/main" id="{1A36E4C8-6065-4597-59E8-88F23C7E4FB0}"/>
                </a:ext>
              </a:extLst>
            </p:cNvPr>
            <p:cNvSpPr>
              <a:spLocks noGrp="1"/>
            </p:cNvSpPr>
            <p:nvPr/>
          </p:nvSpPr>
          <p:spPr>
            <a:xfrm>
              <a:off x="1132637" y="5395822"/>
              <a:ext cx="23468" cy="28936"/>
            </a:xfrm>
            <a:custGeom>
              <a:avLst/>
              <a:gdLst/>
              <a:ahLst/>
              <a:cxnLst/>
              <a:rect l="0" t="0" r="0" b="0"/>
              <a:pathLst>
                <a:path w="23468" h="28936">
                  <a:moveTo>
                    <a:pt x="23468" y="0"/>
                  </a:moveTo>
                  <a:lnTo>
                    <a:pt x="0" y="28936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1" name="Input_receptor__1070">
              <a:extLst>
                <a:ext uri="{FF2B5EF4-FFF2-40B4-BE49-F238E27FC236}">
                  <a16:creationId xmlns:a16="http://schemas.microsoft.com/office/drawing/2014/main" id="{5C793C85-673F-FBA0-A2DF-8169A49DEACB}"/>
                </a:ext>
              </a:extLst>
            </p:cNvPr>
            <p:cNvSpPr>
              <a:spLocks noGrp="1"/>
            </p:cNvSpPr>
            <p:nvPr/>
          </p:nvSpPr>
          <p:spPr>
            <a:xfrm>
              <a:off x="1157959" y="5186637"/>
              <a:ext cx="30299" cy="31854"/>
            </a:xfrm>
            <a:custGeom>
              <a:avLst/>
              <a:gdLst/>
              <a:ahLst/>
              <a:cxnLst/>
              <a:rect l="0" t="0" r="0" b="0"/>
              <a:pathLst>
                <a:path w="30299" h="31854">
                  <a:moveTo>
                    <a:pt x="30299" y="318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2" name="Input_receptor__1071">
              <a:extLst>
                <a:ext uri="{FF2B5EF4-FFF2-40B4-BE49-F238E27FC236}">
                  <a16:creationId xmlns:a16="http://schemas.microsoft.com/office/drawing/2014/main" id="{A7778BA7-A2DB-B439-9243-675EA1477763}"/>
                </a:ext>
              </a:extLst>
            </p:cNvPr>
            <p:cNvSpPr>
              <a:spLocks noGrp="1"/>
            </p:cNvSpPr>
            <p:nvPr/>
          </p:nvSpPr>
          <p:spPr>
            <a:xfrm>
              <a:off x="1280108" y="4415774"/>
              <a:ext cx="23616" cy="18399"/>
            </a:xfrm>
            <a:custGeom>
              <a:avLst/>
              <a:gdLst/>
              <a:ahLst/>
              <a:cxnLst/>
              <a:rect l="0" t="0" r="0" b="0"/>
              <a:pathLst>
                <a:path w="23616" h="18399">
                  <a:moveTo>
                    <a:pt x="0" y="0"/>
                  </a:moveTo>
                  <a:lnTo>
                    <a:pt x="23616" y="1839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3" name="Input_receptor__1072">
              <a:extLst>
                <a:ext uri="{FF2B5EF4-FFF2-40B4-BE49-F238E27FC236}">
                  <a16:creationId xmlns:a16="http://schemas.microsoft.com/office/drawing/2014/main" id="{3FF63F5B-471D-35E9-CEF1-A3E076F03BE6}"/>
                </a:ext>
              </a:extLst>
            </p:cNvPr>
            <p:cNvSpPr>
              <a:spLocks noGrp="1"/>
            </p:cNvSpPr>
            <p:nvPr/>
          </p:nvSpPr>
          <p:spPr>
            <a:xfrm>
              <a:off x="1543265" y="4253675"/>
              <a:ext cx="460" cy="28083"/>
            </a:xfrm>
            <a:custGeom>
              <a:avLst/>
              <a:gdLst/>
              <a:ahLst/>
              <a:cxnLst/>
              <a:rect l="0" t="0" r="0" b="0"/>
              <a:pathLst>
                <a:path w="460" h="28083">
                  <a:moveTo>
                    <a:pt x="0" y="28083"/>
                  </a:moveTo>
                  <a:lnTo>
                    <a:pt x="46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4" name="Input_receptor__1073">
              <a:extLst>
                <a:ext uri="{FF2B5EF4-FFF2-40B4-BE49-F238E27FC236}">
                  <a16:creationId xmlns:a16="http://schemas.microsoft.com/office/drawing/2014/main" id="{12F314CC-0508-90C3-31AC-FFB6B4173E37}"/>
                </a:ext>
              </a:extLst>
            </p:cNvPr>
            <p:cNvSpPr>
              <a:spLocks noGrp="1"/>
            </p:cNvSpPr>
            <p:nvPr/>
          </p:nvSpPr>
          <p:spPr>
            <a:xfrm>
              <a:off x="1377454" y="4025272"/>
              <a:ext cx="3293" cy="42195"/>
            </a:xfrm>
            <a:custGeom>
              <a:avLst/>
              <a:gdLst/>
              <a:ahLst/>
              <a:cxnLst/>
              <a:rect l="0" t="0" r="0" b="0"/>
              <a:pathLst>
                <a:path w="3293" h="42195">
                  <a:moveTo>
                    <a:pt x="3293" y="421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5" name="Input_receptor__1074">
              <a:extLst>
                <a:ext uri="{FF2B5EF4-FFF2-40B4-BE49-F238E27FC236}">
                  <a16:creationId xmlns:a16="http://schemas.microsoft.com/office/drawing/2014/main" id="{0EC61BB7-EC23-2873-2088-038165376B6E}"/>
                </a:ext>
              </a:extLst>
            </p:cNvPr>
            <p:cNvSpPr>
              <a:spLocks noGrp="1"/>
            </p:cNvSpPr>
            <p:nvPr/>
          </p:nvSpPr>
          <p:spPr>
            <a:xfrm>
              <a:off x="1672097" y="4911518"/>
              <a:ext cx="31943" cy="30309"/>
            </a:xfrm>
            <a:custGeom>
              <a:avLst/>
              <a:gdLst/>
              <a:ahLst/>
              <a:cxnLst/>
              <a:rect l="0" t="0" r="0" b="0"/>
              <a:pathLst>
                <a:path w="31943" h="30309">
                  <a:moveTo>
                    <a:pt x="0" y="0"/>
                  </a:moveTo>
                  <a:lnTo>
                    <a:pt x="31943" y="30309"/>
                  </a:lnTo>
                </a:path>
              </a:pathLst>
            </a:custGeom>
            <a:noFill/>
            <a:ln w="20003">
              <a:solidFill>
                <a:srgbClr val="8B9CA9"/>
              </a:solidFill>
            </a:ln>
          </p:spPr>
        </p:sp>
        <p:sp>
          <p:nvSpPr>
            <p:cNvPr id="1076" name="Input_receptor__1075">
              <a:extLst>
                <a:ext uri="{FF2B5EF4-FFF2-40B4-BE49-F238E27FC236}">
                  <a16:creationId xmlns:a16="http://schemas.microsoft.com/office/drawing/2014/main" id="{29F20049-5087-C751-2196-EFE609472110}"/>
                </a:ext>
              </a:extLst>
            </p:cNvPr>
            <p:cNvSpPr>
              <a:spLocks noGrp="1"/>
            </p:cNvSpPr>
            <p:nvPr/>
          </p:nvSpPr>
          <p:spPr>
            <a:xfrm>
              <a:off x="1620211" y="4258404"/>
              <a:ext cx="5589" cy="15498"/>
            </a:xfrm>
            <a:custGeom>
              <a:avLst/>
              <a:gdLst/>
              <a:ahLst/>
              <a:cxnLst/>
              <a:rect l="0" t="0" r="0" b="0"/>
              <a:pathLst>
                <a:path w="5589" h="15498">
                  <a:moveTo>
                    <a:pt x="0" y="0"/>
                  </a:moveTo>
                  <a:lnTo>
                    <a:pt x="5589" y="15498"/>
                  </a:lnTo>
                </a:path>
              </a:pathLst>
            </a:custGeom>
            <a:noFill/>
            <a:ln w="8096">
              <a:solidFill>
                <a:srgbClr val="8B9CAA"/>
              </a:solidFill>
            </a:ln>
          </p:spPr>
        </p:sp>
        <p:sp>
          <p:nvSpPr>
            <p:cNvPr id="1077" name="Input_receptor__1076">
              <a:extLst>
                <a:ext uri="{FF2B5EF4-FFF2-40B4-BE49-F238E27FC236}">
                  <a16:creationId xmlns:a16="http://schemas.microsoft.com/office/drawing/2014/main" id="{C180ADDD-1C2E-5EFE-B88C-1F07C5C64752}"/>
                </a:ext>
              </a:extLst>
            </p:cNvPr>
            <p:cNvSpPr>
              <a:spLocks noGrp="1"/>
            </p:cNvSpPr>
            <p:nvPr/>
          </p:nvSpPr>
          <p:spPr>
            <a:xfrm>
              <a:off x="1109073" y="4537681"/>
              <a:ext cx="29479" cy="35322"/>
            </a:xfrm>
            <a:custGeom>
              <a:avLst/>
              <a:gdLst/>
              <a:ahLst/>
              <a:cxnLst/>
              <a:rect l="0" t="0" r="0" b="0"/>
              <a:pathLst>
                <a:path w="29479" h="35322">
                  <a:moveTo>
                    <a:pt x="0" y="35322"/>
                  </a:moveTo>
                  <a:lnTo>
                    <a:pt x="29479" y="0"/>
                  </a:lnTo>
                </a:path>
              </a:pathLst>
            </a:custGeom>
            <a:noFill/>
            <a:ln w="20003">
              <a:solidFill>
                <a:srgbClr val="8B9CAA"/>
              </a:solidFill>
            </a:ln>
          </p:spPr>
        </p:sp>
        <p:sp>
          <p:nvSpPr>
            <p:cNvPr id="1078" name="Input_receptor__1077">
              <a:extLst>
                <a:ext uri="{FF2B5EF4-FFF2-40B4-BE49-F238E27FC236}">
                  <a16:creationId xmlns:a16="http://schemas.microsoft.com/office/drawing/2014/main" id="{02BE6B5A-71E3-AA02-4017-FEF65AB7B07C}"/>
                </a:ext>
              </a:extLst>
            </p:cNvPr>
            <p:cNvSpPr>
              <a:spLocks noGrp="1"/>
            </p:cNvSpPr>
            <p:nvPr/>
          </p:nvSpPr>
          <p:spPr>
            <a:xfrm>
              <a:off x="1478117" y="4120130"/>
              <a:ext cx="9998" cy="34248"/>
            </a:xfrm>
            <a:custGeom>
              <a:avLst/>
              <a:gdLst/>
              <a:ahLst/>
              <a:cxnLst/>
              <a:rect l="0" t="0" r="0" b="0"/>
              <a:pathLst>
                <a:path w="9998" h="34248">
                  <a:moveTo>
                    <a:pt x="0" y="0"/>
                  </a:moveTo>
                  <a:lnTo>
                    <a:pt x="9998" y="34248"/>
                  </a:lnTo>
                </a:path>
              </a:pathLst>
            </a:custGeom>
            <a:noFill/>
            <a:ln w="8096">
              <a:solidFill>
                <a:srgbClr val="8B9CAA"/>
              </a:solidFill>
            </a:ln>
          </p:spPr>
        </p:sp>
        <p:sp>
          <p:nvSpPr>
            <p:cNvPr id="1079" name="Input_receptor__1078">
              <a:extLst>
                <a:ext uri="{FF2B5EF4-FFF2-40B4-BE49-F238E27FC236}">
                  <a16:creationId xmlns:a16="http://schemas.microsoft.com/office/drawing/2014/main" id="{1ABC9CFD-5D53-21ED-DFBE-D25BC05FE0FA}"/>
                </a:ext>
              </a:extLst>
            </p:cNvPr>
            <p:cNvSpPr>
              <a:spLocks noGrp="1"/>
            </p:cNvSpPr>
            <p:nvPr/>
          </p:nvSpPr>
          <p:spPr>
            <a:xfrm>
              <a:off x="1208867" y="4341046"/>
              <a:ext cx="6665" cy="30850"/>
            </a:xfrm>
            <a:custGeom>
              <a:avLst/>
              <a:gdLst/>
              <a:ahLst/>
              <a:cxnLst/>
              <a:rect l="0" t="0" r="0" b="0"/>
              <a:pathLst>
                <a:path w="6665" h="30850">
                  <a:moveTo>
                    <a:pt x="0" y="30850"/>
                  </a:moveTo>
                  <a:lnTo>
                    <a:pt x="6665" y="0"/>
                  </a:lnTo>
                </a:path>
              </a:pathLst>
            </a:custGeom>
            <a:noFill/>
            <a:ln w="8096">
              <a:solidFill>
                <a:srgbClr val="8C9CAA"/>
              </a:solidFill>
            </a:ln>
          </p:spPr>
        </p:sp>
        <p:sp>
          <p:nvSpPr>
            <p:cNvPr id="1080" name="Input_receptor__1079">
              <a:extLst>
                <a:ext uri="{FF2B5EF4-FFF2-40B4-BE49-F238E27FC236}">
                  <a16:creationId xmlns:a16="http://schemas.microsoft.com/office/drawing/2014/main" id="{99A41137-2F21-A84A-3B74-BE99FC532B6C}"/>
                </a:ext>
              </a:extLst>
            </p:cNvPr>
            <p:cNvSpPr>
              <a:spLocks noGrp="1"/>
            </p:cNvSpPr>
            <p:nvPr/>
          </p:nvSpPr>
          <p:spPr>
            <a:xfrm>
              <a:off x="1404706" y="4593081"/>
              <a:ext cx="45190" cy="17087"/>
            </a:xfrm>
            <a:custGeom>
              <a:avLst/>
              <a:gdLst/>
              <a:ahLst/>
              <a:cxnLst/>
              <a:rect l="0" t="0" r="0" b="0"/>
              <a:pathLst>
                <a:path w="45190" h="17087">
                  <a:moveTo>
                    <a:pt x="0" y="0"/>
                  </a:moveTo>
                  <a:lnTo>
                    <a:pt x="45190" y="17087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1" name="Input_receptor__1080">
              <a:extLst>
                <a:ext uri="{FF2B5EF4-FFF2-40B4-BE49-F238E27FC236}">
                  <a16:creationId xmlns:a16="http://schemas.microsoft.com/office/drawing/2014/main" id="{3DE4E858-7D74-AFFB-F08C-3447DCA96735}"/>
                </a:ext>
              </a:extLst>
            </p:cNvPr>
            <p:cNvSpPr>
              <a:spLocks noGrp="1"/>
            </p:cNvSpPr>
            <p:nvPr/>
          </p:nvSpPr>
          <p:spPr>
            <a:xfrm>
              <a:off x="1230310" y="4955019"/>
              <a:ext cx="39796" cy="8357"/>
            </a:xfrm>
            <a:custGeom>
              <a:avLst/>
              <a:gdLst/>
              <a:ahLst/>
              <a:cxnLst/>
              <a:rect l="0" t="0" r="0" b="0"/>
              <a:pathLst>
                <a:path w="39796" h="8357">
                  <a:moveTo>
                    <a:pt x="39796" y="83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2" name="Input_receptor__1081">
              <a:extLst>
                <a:ext uri="{FF2B5EF4-FFF2-40B4-BE49-F238E27FC236}">
                  <a16:creationId xmlns:a16="http://schemas.microsoft.com/office/drawing/2014/main" id="{25846AAA-210C-7164-83D2-4CA96A61E228}"/>
                </a:ext>
              </a:extLst>
            </p:cNvPr>
            <p:cNvSpPr>
              <a:spLocks noGrp="1"/>
            </p:cNvSpPr>
            <p:nvPr/>
          </p:nvSpPr>
          <p:spPr>
            <a:xfrm>
              <a:off x="1051381" y="4922283"/>
              <a:ext cx="39025" cy="3754"/>
            </a:xfrm>
            <a:custGeom>
              <a:avLst/>
              <a:gdLst/>
              <a:ahLst/>
              <a:cxnLst/>
              <a:rect l="0" t="0" r="0" b="0"/>
              <a:pathLst>
                <a:path w="39025" h="3754">
                  <a:moveTo>
                    <a:pt x="0" y="0"/>
                  </a:moveTo>
                  <a:lnTo>
                    <a:pt x="39025" y="3754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3" name="Input_receptor__1082">
              <a:extLst>
                <a:ext uri="{FF2B5EF4-FFF2-40B4-BE49-F238E27FC236}">
                  <a16:creationId xmlns:a16="http://schemas.microsoft.com/office/drawing/2014/main" id="{91FDBF1A-E584-C691-2A26-179F4D0C3ACB}"/>
                </a:ext>
              </a:extLst>
            </p:cNvPr>
            <p:cNvSpPr>
              <a:spLocks noGrp="1"/>
            </p:cNvSpPr>
            <p:nvPr/>
          </p:nvSpPr>
          <p:spPr>
            <a:xfrm>
              <a:off x="1601225" y="5266885"/>
              <a:ext cx="10867" cy="15855"/>
            </a:xfrm>
            <a:custGeom>
              <a:avLst/>
              <a:gdLst/>
              <a:ahLst/>
              <a:cxnLst/>
              <a:rect l="0" t="0" r="0" b="0"/>
              <a:pathLst>
                <a:path w="10867" h="15855">
                  <a:moveTo>
                    <a:pt x="10867" y="0"/>
                  </a:moveTo>
                  <a:lnTo>
                    <a:pt x="0" y="15855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4" name="Input_receptor__1083">
              <a:extLst>
                <a:ext uri="{FF2B5EF4-FFF2-40B4-BE49-F238E27FC236}">
                  <a16:creationId xmlns:a16="http://schemas.microsoft.com/office/drawing/2014/main" id="{896445C4-B7AE-6771-FB0F-CDB17A5C1A80}"/>
                </a:ext>
              </a:extLst>
            </p:cNvPr>
            <p:cNvSpPr>
              <a:spLocks noGrp="1"/>
            </p:cNvSpPr>
            <p:nvPr/>
          </p:nvSpPr>
          <p:spPr>
            <a:xfrm>
              <a:off x="1767284" y="5115766"/>
              <a:ext cx="45042" cy="9562"/>
            </a:xfrm>
            <a:custGeom>
              <a:avLst/>
              <a:gdLst/>
              <a:ahLst/>
              <a:cxnLst/>
              <a:rect l="0" t="0" r="0" b="0"/>
              <a:pathLst>
                <a:path w="45042" h="9562">
                  <a:moveTo>
                    <a:pt x="45042" y="95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CAA"/>
              </a:solidFill>
            </a:ln>
          </p:spPr>
        </p:sp>
        <p:sp>
          <p:nvSpPr>
            <p:cNvPr id="1085" name="Input_receptor__1084">
              <a:extLst>
                <a:ext uri="{FF2B5EF4-FFF2-40B4-BE49-F238E27FC236}">
                  <a16:creationId xmlns:a16="http://schemas.microsoft.com/office/drawing/2014/main" id="{9846DFB7-BEED-AB34-2F3B-3C9A4D042624}"/>
                </a:ext>
              </a:extLst>
            </p:cNvPr>
            <p:cNvSpPr>
              <a:spLocks noGrp="1"/>
            </p:cNvSpPr>
            <p:nvPr/>
          </p:nvSpPr>
          <p:spPr>
            <a:xfrm>
              <a:off x="1643984" y="4612638"/>
              <a:ext cx="3070" cy="33974"/>
            </a:xfrm>
            <a:custGeom>
              <a:avLst/>
              <a:gdLst/>
              <a:ahLst/>
              <a:cxnLst/>
              <a:rect l="0" t="0" r="0" b="0"/>
              <a:pathLst>
                <a:path w="3070" h="33974">
                  <a:moveTo>
                    <a:pt x="0" y="33974"/>
                  </a:moveTo>
                  <a:lnTo>
                    <a:pt x="3070" y="0"/>
                  </a:lnTo>
                </a:path>
              </a:pathLst>
            </a:custGeom>
            <a:noFill/>
            <a:ln w="8096">
              <a:solidFill>
                <a:srgbClr val="8C9CAA"/>
              </a:solidFill>
            </a:ln>
          </p:spPr>
        </p:sp>
        <p:sp>
          <p:nvSpPr>
            <p:cNvPr id="1086" name="Input_receptor__1085">
              <a:extLst>
                <a:ext uri="{FF2B5EF4-FFF2-40B4-BE49-F238E27FC236}">
                  <a16:creationId xmlns:a16="http://schemas.microsoft.com/office/drawing/2014/main" id="{4898383F-9059-968E-9710-2F4E0BD38A11}"/>
                </a:ext>
              </a:extLst>
            </p:cNvPr>
            <p:cNvSpPr>
              <a:spLocks noGrp="1"/>
            </p:cNvSpPr>
            <p:nvPr/>
          </p:nvSpPr>
          <p:spPr>
            <a:xfrm>
              <a:off x="1552508" y="5227445"/>
              <a:ext cx="21130" cy="11541"/>
            </a:xfrm>
            <a:custGeom>
              <a:avLst/>
              <a:gdLst/>
              <a:ahLst/>
              <a:cxnLst/>
              <a:rect l="0" t="0" r="0" b="0"/>
              <a:pathLst>
                <a:path w="21130" h="11541">
                  <a:moveTo>
                    <a:pt x="0" y="11541"/>
                  </a:moveTo>
                  <a:lnTo>
                    <a:pt x="2113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87" name="Input_receptor__1086">
              <a:extLst>
                <a:ext uri="{FF2B5EF4-FFF2-40B4-BE49-F238E27FC236}">
                  <a16:creationId xmlns:a16="http://schemas.microsoft.com/office/drawing/2014/main" id="{52E6A4BD-7CC5-1B58-B691-0BA2F88CAD8F}"/>
                </a:ext>
              </a:extLst>
            </p:cNvPr>
            <p:cNvSpPr>
              <a:spLocks noGrp="1"/>
            </p:cNvSpPr>
            <p:nvPr/>
          </p:nvSpPr>
          <p:spPr>
            <a:xfrm>
              <a:off x="1525590" y="4281758"/>
              <a:ext cx="17675" cy="36380"/>
            </a:xfrm>
            <a:custGeom>
              <a:avLst/>
              <a:gdLst/>
              <a:ahLst/>
              <a:cxnLst/>
              <a:rect l="0" t="0" r="0" b="0"/>
              <a:pathLst>
                <a:path w="17675" h="36380">
                  <a:moveTo>
                    <a:pt x="0" y="36380"/>
                  </a:moveTo>
                  <a:lnTo>
                    <a:pt x="17675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88" name="Input_receptor__1087">
              <a:extLst>
                <a:ext uri="{FF2B5EF4-FFF2-40B4-BE49-F238E27FC236}">
                  <a16:creationId xmlns:a16="http://schemas.microsoft.com/office/drawing/2014/main" id="{B9D31DD6-3D30-85D6-9A5B-3D452548D3E5}"/>
                </a:ext>
              </a:extLst>
            </p:cNvPr>
            <p:cNvSpPr>
              <a:spLocks noGrp="1"/>
            </p:cNvSpPr>
            <p:nvPr/>
          </p:nvSpPr>
          <p:spPr>
            <a:xfrm>
              <a:off x="993424" y="5046840"/>
              <a:ext cx="17475" cy="40447"/>
            </a:xfrm>
            <a:custGeom>
              <a:avLst/>
              <a:gdLst/>
              <a:ahLst/>
              <a:cxnLst/>
              <a:rect l="0" t="0" r="0" b="0"/>
              <a:pathLst>
                <a:path w="17475" h="40447">
                  <a:moveTo>
                    <a:pt x="0" y="40447"/>
                  </a:moveTo>
                  <a:lnTo>
                    <a:pt x="17475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89" name="Input_receptor__1088">
              <a:extLst>
                <a:ext uri="{FF2B5EF4-FFF2-40B4-BE49-F238E27FC236}">
                  <a16:creationId xmlns:a16="http://schemas.microsoft.com/office/drawing/2014/main" id="{6BDDA6FE-334C-F7CE-BC9D-DDCEAA28EB6C}"/>
                </a:ext>
              </a:extLst>
            </p:cNvPr>
            <p:cNvSpPr>
              <a:spLocks noGrp="1"/>
            </p:cNvSpPr>
            <p:nvPr/>
          </p:nvSpPr>
          <p:spPr>
            <a:xfrm>
              <a:off x="1104753" y="4468040"/>
              <a:ext cx="13606" cy="29052"/>
            </a:xfrm>
            <a:custGeom>
              <a:avLst/>
              <a:gdLst/>
              <a:ahLst/>
              <a:cxnLst/>
              <a:rect l="0" t="0" r="0" b="0"/>
              <a:pathLst>
                <a:path w="13606" h="29052">
                  <a:moveTo>
                    <a:pt x="0" y="29052"/>
                  </a:moveTo>
                  <a:lnTo>
                    <a:pt x="13606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0" name="Input_receptor__1089">
              <a:extLst>
                <a:ext uri="{FF2B5EF4-FFF2-40B4-BE49-F238E27FC236}">
                  <a16:creationId xmlns:a16="http://schemas.microsoft.com/office/drawing/2014/main" id="{E682EF83-CECF-75EA-38D4-558BF8DFE8C3}"/>
                </a:ext>
              </a:extLst>
            </p:cNvPr>
            <p:cNvSpPr>
              <a:spLocks noGrp="1"/>
            </p:cNvSpPr>
            <p:nvPr/>
          </p:nvSpPr>
          <p:spPr>
            <a:xfrm>
              <a:off x="1196958" y="5026335"/>
              <a:ext cx="16502" cy="44083"/>
            </a:xfrm>
            <a:custGeom>
              <a:avLst/>
              <a:gdLst/>
              <a:ahLst/>
              <a:cxnLst/>
              <a:rect l="0" t="0" r="0" b="0"/>
              <a:pathLst>
                <a:path w="16502" h="44083">
                  <a:moveTo>
                    <a:pt x="0" y="44083"/>
                  </a:moveTo>
                  <a:lnTo>
                    <a:pt x="16502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1" name="Input_receptor__1090">
              <a:extLst>
                <a:ext uri="{FF2B5EF4-FFF2-40B4-BE49-F238E27FC236}">
                  <a16:creationId xmlns:a16="http://schemas.microsoft.com/office/drawing/2014/main" id="{23E02E62-21A9-93A6-3C62-1EE5BC856E3F}"/>
                </a:ext>
              </a:extLst>
            </p:cNvPr>
            <p:cNvSpPr>
              <a:spLocks noGrp="1"/>
            </p:cNvSpPr>
            <p:nvPr/>
          </p:nvSpPr>
          <p:spPr>
            <a:xfrm>
              <a:off x="1550196" y="4739791"/>
              <a:ext cx="31918" cy="1978"/>
            </a:xfrm>
            <a:custGeom>
              <a:avLst/>
              <a:gdLst/>
              <a:ahLst/>
              <a:cxnLst/>
              <a:rect l="0" t="0" r="0" b="0"/>
              <a:pathLst>
                <a:path w="31918" h="1978">
                  <a:moveTo>
                    <a:pt x="0" y="0"/>
                  </a:moveTo>
                  <a:lnTo>
                    <a:pt x="31918" y="1978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2" name="Input_receptor__1091">
              <a:extLst>
                <a:ext uri="{FF2B5EF4-FFF2-40B4-BE49-F238E27FC236}">
                  <a16:creationId xmlns:a16="http://schemas.microsoft.com/office/drawing/2014/main" id="{733539DB-2145-AB13-E678-99DA778DF433}"/>
                </a:ext>
              </a:extLst>
            </p:cNvPr>
            <p:cNvSpPr>
              <a:spLocks noGrp="1"/>
            </p:cNvSpPr>
            <p:nvPr/>
          </p:nvSpPr>
          <p:spPr>
            <a:xfrm>
              <a:off x="1525598" y="4893378"/>
              <a:ext cx="29638" cy="34162"/>
            </a:xfrm>
            <a:custGeom>
              <a:avLst/>
              <a:gdLst/>
              <a:ahLst/>
              <a:cxnLst/>
              <a:rect l="0" t="0" r="0" b="0"/>
              <a:pathLst>
                <a:path w="29638" h="34162">
                  <a:moveTo>
                    <a:pt x="29638" y="0"/>
                  </a:moveTo>
                  <a:lnTo>
                    <a:pt x="0" y="34162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3" name="Input_receptor__1092">
              <a:extLst>
                <a:ext uri="{FF2B5EF4-FFF2-40B4-BE49-F238E27FC236}">
                  <a16:creationId xmlns:a16="http://schemas.microsoft.com/office/drawing/2014/main" id="{CBC880FA-D8BF-BB7E-2C9F-1434F4D4F22F}"/>
                </a:ext>
              </a:extLst>
            </p:cNvPr>
            <p:cNvSpPr>
              <a:spLocks noGrp="1"/>
            </p:cNvSpPr>
            <p:nvPr/>
          </p:nvSpPr>
          <p:spPr>
            <a:xfrm>
              <a:off x="1453954" y="4396766"/>
              <a:ext cx="33748" cy="34011"/>
            </a:xfrm>
            <a:custGeom>
              <a:avLst/>
              <a:gdLst/>
              <a:ahLst/>
              <a:cxnLst/>
              <a:rect l="0" t="0" r="0" b="0"/>
              <a:pathLst>
                <a:path w="33748" h="34011">
                  <a:moveTo>
                    <a:pt x="33748" y="0"/>
                  </a:moveTo>
                  <a:lnTo>
                    <a:pt x="0" y="34011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4" name="Input_receptor__1093">
              <a:extLst>
                <a:ext uri="{FF2B5EF4-FFF2-40B4-BE49-F238E27FC236}">
                  <a16:creationId xmlns:a16="http://schemas.microsoft.com/office/drawing/2014/main" id="{249F8DF0-C9B3-8068-040F-689F485E1D8E}"/>
                </a:ext>
              </a:extLst>
            </p:cNvPr>
            <p:cNvSpPr>
              <a:spLocks noGrp="1"/>
            </p:cNvSpPr>
            <p:nvPr/>
          </p:nvSpPr>
          <p:spPr>
            <a:xfrm>
              <a:off x="939159" y="4954662"/>
              <a:ext cx="24225" cy="13152"/>
            </a:xfrm>
            <a:custGeom>
              <a:avLst/>
              <a:gdLst/>
              <a:ahLst/>
              <a:cxnLst/>
              <a:rect l="0" t="0" r="0" b="0"/>
              <a:pathLst>
                <a:path w="24225" h="13152">
                  <a:moveTo>
                    <a:pt x="24225" y="13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5" name="Input_receptor__1094">
              <a:extLst>
                <a:ext uri="{FF2B5EF4-FFF2-40B4-BE49-F238E27FC236}">
                  <a16:creationId xmlns:a16="http://schemas.microsoft.com/office/drawing/2014/main" id="{F652718A-6CC4-756C-9968-913643BEDD00}"/>
                </a:ext>
              </a:extLst>
            </p:cNvPr>
            <p:cNvSpPr>
              <a:spLocks noGrp="1"/>
            </p:cNvSpPr>
            <p:nvPr/>
          </p:nvSpPr>
          <p:spPr>
            <a:xfrm>
              <a:off x="1095335" y="4290956"/>
              <a:ext cx="45977" cy="4033"/>
            </a:xfrm>
            <a:custGeom>
              <a:avLst/>
              <a:gdLst/>
              <a:ahLst/>
              <a:cxnLst/>
              <a:rect l="0" t="0" r="0" b="0"/>
              <a:pathLst>
                <a:path w="45977" h="4033">
                  <a:moveTo>
                    <a:pt x="45977" y="40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096" name="Input_receptor__1095">
              <a:extLst>
                <a:ext uri="{FF2B5EF4-FFF2-40B4-BE49-F238E27FC236}">
                  <a16:creationId xmlns:a16="http://schemas.microsoft.com/office/drawing/2014/main" id="{9CBD2406-8A6A-B8CA-4422-CAF1A7F6C83E}"/>
                </a:ext>
              </a:extLst>
            </p:cNvPr>
            <p:cNvSpPr>
              <a:spLocks noGrp="1"/>
            </p:cNvSpPr>
            <p:nvPr/>
          </p:nvSpPr>
          <p:spPr>
            <a:xfrm>
              <a:off x="1234995" y="4441126"/>
              <a:ext cx="23262" cy="41868"/>
            </a:xfrm>
            <a:custGeom>
              <a:avLst/>
              <a:gdLst/>
              <a:ahLst/>
              <a:cxnLst/>
              <a:rect l="0" t="0" r="0" b="0"/>
              <a:pathLst>
                <a:path w="23262" h="41868">
                  <a:moveTo>
                    <a:pt x="0" y="0"/>
                  </a:moveTo>
                  <a:lnTo>
                    <a:pt x="23262" y="41868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7" name="Input_receptor__1096">
              <a:extLst>
                <a:ext uri="{FF2B5EF4-FFF2-40B4-BE49-F238E27FC236}">
                  <a16:creationId xmlns:a16="http://schemas.microsoft.com/office/drawing/2014/main" id="{5D448ADB-3914-17DF-82E1-E50BCA116860}"/>
                </a:ext>
              </a:extLst>
            </p:cNvPr>
            <p:cNvSpPr>
              <a:spLocks noGrp="1"/>
            </p:cNvSpPr>
            <p:nvPr/>
          </p:nvSpPr>
          <p:spPr>
            <a:xfrm>
              <a:off x="1013359" y="4742413"/>
              <a:ext cx="47464" cy="8926"/>
            </a:xfrm>
            <a:custGeom>
              <a:avLst/>
              <a:gdLst/>
              <a:ahLst/>
              <a:cxnLst/>
              <a:rect l="0" t="0" r="0" b="0"/>
              <a:pathLst>
                <a:path w="47464" h="8926">
                  <a:moveTo>
                    <a:pt x="47464" y="0"/>
                  </a:moveTo>
                  <a:lnTo>
                    <a:pt x="0" y="8926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8" name="Input_receptor__1097">
              <a:extLst>
                <a:ext uri="{FF2B5EF4-FFF2-40B4-BE49-F238E27FC236}">
                  <a16:creationId xmlns:a16="http://schemas.microsoft.com/office/drawing/2014/main" id="{90E64BF3-8631-90EF-8BAB-373F4C98AA9E}"/>
                </a:ext>
              </a:extLst>
            </p:cNvPr>
            <p:cNvSpPr>
              <a:spLocks noGrp="1"/>
            </p:cNvSpPr>
            <p:nvPr/>
          </p:nvSpPr>
          <p:spPr>
            <a:xfrm>
              <a:off x="1122446" y="5565460"/>
              <a:ext cx="17445" cy="10467"/>
            </a:xfrm>
            <a:custGeom>
              <a:avLst/>
              <a:gdLst/>
              <a:ahLst/>
              <a:cxnLst/>
              <a:rect l="0" t="0" r="0" b="0"/>
              <a:pathLst>
                <a:path w="17445" h="10467">
                  <a:moveTo>
                    <a:pt x="17445" y="0"/>
                  </a:moveTo>
                  <a:lnTo>
                    <a:pt x="0" y="10467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099" name="Input_receptor__1098">
              <a:extLst>
                <a:ext uri="{FF2B5EF4-FFF2-40B4-BE49-F238E27FC236}">
                  <a16:creationId xmlns:a16="http://schemas.microsoft.com/office/drawing/2014/main" id="{61255372-857E-B9C7-E112-6AD8F6D50673}"/>
                </a:ext>
              </a:extLst>
            </p:cNvPr>
            <p:cNvSpPr>
              <a:spLocks noGrp="1"/>
            </p:cNvSpPr>
            <p:nvPr/>
          </p:nvSpPr>
          <p:spPr>
            <a:xfrm>
              <a:off x="1512582" y="5172727"/>
              <a:ext cx="44355" cy="18132"/>
            </a:xfrm>
            <a:custGeom>
              <a:avLst/>
              <a:gdLst/>
              <a:ahLst/>
              <a:cxnLst/>
              <a:rect l="0" t="0" r="0" b="0"/>
              <a:pathLst>
                <a:path w="44355" h="18132">
                  <a:moveTo>
                    <a:pt x="0" y="18132"/>
                  </a:moveTo>
                  <a:lnTo>
                    <a:pt x="44355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0" name="Input_receptor__1099">
              <a:extLst>
                <a:ext uri="{FF2B5EF4-FFF2-40B4-BE49-F238E27FC236}">
                  <a16:creationId xmlns:a16="http://schemas.microsoft.com/office/drawing/2014/main" id="{767F5844-BF9F-1B8A-C25B-9F69FDEA6833}"/>
                </a:ext>
              </a:extLst>
            </p:cNvPr>
            <p:cNvSpPr>
              <a:spLocks noGrp="1"/>
            </p:cNvSpPr>
            <p:nvPr/>
          </p:nvSpPr>
          <p:spPr>
            <a:xfrm>
              <a:off x="1427542" y="4272617"/>
              <a:ext cx="23167" cy="42503"/>
            </a:xfrm>
            <a:custGeom>
              <a:avLst/>
              <a:gdLst/>
              <a:ahLst/>
              <a:cxnLst/>
              <a:rect l="0" t="0" r="0" b="0"/>
              <a:pathLst>
                <a:path w="23167" h="42503">
                  <a:moveTo>
                    <a:pt x="0" y="0"/>
                  </a:moveTo>
                  <a:lnTo>
                    <a:pt x="23167" y="42503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1" name="Input_receptor__1100">
              <a:extLst>
                <a:ext uri="{FF2B5EF4-FFF2-40B4-BE49-F238E27FC236}">
                  <a16:creationId xmlns:a16="http://schemas.microsoft.com/office/drawing/2014/main" id="{FCA62A2E-1A97-75F9-A51A-F85F0ABFF466}"/>
                </a:ext>
              </a:extLst>
            </p:cNvPr>
            <p:cNvSpPr>
              <a:spLocks noGrp="1"/>
            </p:cNvSpPr>
            <p:nvPr/>
          </p:nvSpPr>
          <p:spPr>
            <a:xfrm>
              <a:off x="1489012" y="4781021"/>
              <a:ext cx="45779" cy="15996"/>
            </a:xfrm>
            <a:custGeom>
              <a:avLst/>
              <a:gdLst/>
              <a:ahLst/>
              <a:cxnLst/>
              <a:rect l="0" t="0" r="0" b="0"/>
              <a:pathLst>
                <a:path w="45779" h="15996">
                  <a:moveTo>
                    <a:pt x="0" y="0"/>
                  </a:moveTo>
                  <a:lnTo>
                    <a:pt x="45779" y="15996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2" name="Input_receptor__1101">
              <a:extLst>
                <a:ext uri="{FF2B5EF4-FFF2-40B4-BE49-F238E27FC236}">
                  <a16:creationId xmlns:a16="http://schemas.microsoft.com/office/drawing/2014/main" id="{0D51544B-8B64-C5D3-A39F-656030A2C537}"/>
                </a:ext>
              </a:extLst>
            </p:cNvPr>
            <p:cNvSpPr>
              <a:spLocks noGrp="1"/>
            </p:cNvSpPr>
            <p:nvPr/>
          </p:nvSpPr>
          <p:spPr>
            <a:xfrm>
              <a:off x="1607562" y="5074035"/>
              <a:ext cx="45864" cy="11733"/>
            </a:xfrm>
            <a:custGeom>
              <a:avLst/>
              <a:gdLst/>
              <a:ahLst/>
              <a:cxnLst/>
              <a:rect l="0" t="0" r="0" b="0"/>
              <a:pathLst>
                <a:path w="45864" h="11733">
                  <a:moveTo>
                    <a:pt x="45864" y="0"/>
                  </a:moveTo>
                  <a:lnTo>
                    <a:pt x="0" y="11733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3" name="Input_receptor__1102">
              <a:extLst>
                <a:ext uri="{FF2B5EF4-FFF2-40B4-BE49-F238E27FC236}">
                  <a16:creationId xmlns:a16="http://schemas.microsoft.com/office/drawing/2014/main" id="{6C45B70E-F56E-DF14-6B5C-8AF8DACDD6EF}"/>
                </a:ext>
              </a:extLst>
            </p:cNvPr>
            <p:cNvSpPr>
              <a:spLocks noGrp="1"/>
            </p:cNvSpPr>
            <p:nvPr/>
          </p:nvSpPr>
          <p:spPr>
            <a:xfrm>
              <a:off x="1007068" y="5481373"/>
              <a:ext cx="1906" cy="46112"/>
            </a:xfrm>
            <a:custGeom>
              <a:avLst/>
              <a:gdLst/>
              <a:ahLst/>
              <a:cxnLst/>
              <a:rect l="0" t="0" r="0" b="0"/>
              <a:pathLst>
                <a:path w="1906" h="46112">
                  <a:moveTo>
                    <a:pt x="0" y="0"/>
                  </a:moveTo>
                  <a:lnTo>
                    <a:pt x="1906" y="46112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4" name="Input_receptor__1103">
              <a:extLst>
                <a:ext uri="{FF2B5EF4-FFF2-40B4-BE49-F238E27FC236}">
                  <a16:creationId xmlns:a16="http://schemas.microsoft.com/office/drawing/2014/main" id="{B1F085D7-C2DC-B307-0EBA-2BBBAB2345C8}"/>
                </a:ext>
              </a:extLst>
            </p:cNvPr>
            <p:cNvSpPr>
              <a:spLocks noGrp="1"/>
            </p:cNvSpPr>
            <p:nvPr/>
          </p:nvSpPr>
          <p:spPr>
            <a:xfrm>
              <a:off x="1088168" y="5406332"/>
              <a:ext cx="44468" cy="18426"/>
            </a:xfrm>
            <a:custGeom>
              <a:avLst/>
              <a:gdLst/>
              <a:ahLst/>
              <a:cxnLst/>
              <a:rect l="0" t="0" r="0" b="0"/>
              <a:pathLst>
                <a:path w="44468" h="18426">
                  <a:moveTo>
                    <a:pt x="44468" y="184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5" name="Input_receptor__1104">
              <a:extLst>
                <a:ext uri="{FF2B5EF4-FFF2-40B4-BE49-F238E27FC236}">
                  <a16:creationId xmlns:a16="http://schemas.microsoft.com/office/drawing/2014/main" id="{D40FCA31-7D73-5C35-F33B-880605260A7A}"/>
                </a:ext>
              </a:extLst>
            </p:cNvPr>
            <p:cNvSpPr>
              <a:spLocks noGrp="1"/>
            </p:cNvSpPr>
            <p:nvPr/>
          </p:nvSpPr>
          <p:spPr>
            <a:xfrm>
              <a:off x="916090" y="4766837"/>
              <a:ext cx="18369" cy="9240"/>
            </a:xfrm>
            <a:custGeom>
              <a:avLst/>
              <a:gdLst/>
              <a:ahLst/>
              <a:cxnLst/>
              <a:rect l="0" t="0" r="0" b="0"/>
              <a:pathLst>
                <a:path w="18369" h="9240">
                  <a:moveTo>
                    <a:pt x="0" y="9240"/>
                  </a:moveTo>
                  <a:lnTo>
                    <a:pt x="18369" y="0"/>
                  </a:lnTo>
                </a:path>
              </a:pathLst>
            </a:custGeom>
            <a:noFill/>
            <a:ln w="8096">
              <a:solidFill>
                <a:srgbClr val="8C9DAA"/>
              </a:solidFill>
            </a:ln>
          </p:spPr>
        </p:sp>
        <p:sp>
          <p:nvSpPr>
            <p:cNvPr id="1106" name="Input_receptor__1105">
              <a:extLst>
                <a:ext uri="{FF2B5EF4-FFF2-40B4-BE49-F238E27FC236}">
                  <a16:creationId xmlns:a16="http://schemas.microsoft.com/office/drawing/2014/main" id="{22C0D147-E3AB-79E8-0BA3-F6D92FA18123}"/>
                </a:ext>
              </a:extLst>
            </p:cNvPr>
            <p:cNvSpPr>
              <a:spLocks noGrp="1"/>
            </p:cNvSpPr>
            <p:nvPr/>
          </p:nvSpPr>
          <p:spPr>
            <a:xfrm>
              <a:off x="1610153" y="4770893"/>
              <a:ext cx="14981" cy="19167"/>
            </a:xfrm>
            <a:custGeom>
              <a:avLst/>
              <a:gdLst/>
              <a:ahLst/>
              <a:cxnLst/>
              <a:rect l="0" t="0" r="0" b="0"/>
              <a:pathLst>
                <a:path w="14981" h="19167">
                  <a:moveTo>
                    <a:pt x="14981" y="0"/>
                  </a:moveTo>
                  <a:lnTo>
                    <a:pt x="0" y="19167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7" name="Input_receptor__1106">
              <a:extLst>
                <a:ext uri="{FF2B5EF4-FFF2-40B4-BE49-F238E27FC236}">
                  <a16:creationId xmlns:a16="http://schemas.microsoft.com/office/drawing/2014/main" id="{ACC4DF97-5B93-D505-F92E-5C4BC4FDFFEB}"/>
                </a:ext>
              </a:extLst>
            </p:cNvPr>
            <p:cNvSpPr>
              <a:spLocks noGrp="1"/>
            </p:cNvSpPr>
            <p:nvPr/>
          </p:nvSpPr>
          <p:spPr>
            <a:xfrm>
              <a:off x="1010899" y="5034697"/>
              <a:ext cx="26070" cy="12143"/>
            </a:xfrm>
            <a:custGeom>
              <a:avLst/>
              <a:gdLst/>
              <a:ahLst/>
              <a:cxnLst/>
              <a:rect l="0" t="0" r="0" b="0"/>
              <a:pathLst>
                <a:path w="26070" h="12143">
                  <a:moveTo>
                    <a:pt x="0" y="12143"/>
                  </a:moveTo>
                  <a:lnTo>
                    <a:pt x="26070" y="0"/>
                  </a:lnTo>
                </a:path>
              </a:pathLst>
            </a:custGeom>
            <a:noFill/>
            <a:ln w="20003">
              <a:solidFill>
                <a:srgbClr val="8C9DAA"/>
              </a:solidFill>
            </a:ln>
          </p:spPr>
        </p:sp>
        <p:sp>
          <p:nvSpPr>
            <p:cNvPr id="1108" name="Input_receptor__1107">
              <a:extLst>
                <a:ext uri="{FF2B5EF4-FFF2-40B4-BE49-F238E27FC236}">
                  <a16:creationId xmlns:a16="http://schemas.microsoft.com/office/drawing/2014/main" id="{BB686874-7EC7-037F-62D9-62EE076DC3DA}"/>
                </a:ext>
              </a:extLst>
            </p:cNvPr>
            <p:cNvSpPr>
              <a:spLocks noGrp="1"/>
            </p:cNvSpPr>
            <p:nvPr/>
          </p:nvSpPr>
          <p:spPr>
            <a:xfrm>
              <a:off x="1612092" y="5222656"/>
              <a:ext cx="3959" cy="44230"/>
            </a:xfrm>
            <a:custGeom>
              <a:avLst/>
              <a:gdLst/>
              <a:ahLst/>
              <a:cxnLst/>
              <a:rect l="0" t="0" r="0" b="0"/>
              <a:pathLst>
                <a:path w="3959" h="44230">
                  <a:moveTo>
                    <a:pt x="3959" y="0"/>
                  </a:moveTo>
                  <a:lnTo>
                    <a:pt x="0" y="4423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09" name="Input_receptor__1108">
              <a:extLst>
                <a:ext uri="{FF2B5EF4-FFF2-40B4-BE49-F238E27FC236}">
                  <a16:creationId xmlns:a16="http://schemas.microsoft.com/office/drawing/2014/main" id="{132B2934-DD67-2FCE-206E-B44DF923DC59}"/>
                </a:ext>
              </a:extLst>
            </p:cNvPr>
            <p:cNvSpPr>
              <a:spLocks noGrp="1"/>
            </p:cNvSpPr>
            <p:nvPr/>
          </p:nvSpPr>
          <p:spPr>
            <a:xfrm>
              <a:off x="1449896" y="4597746"/>
              <a:ext cx="32868" cy="12423"/>
            </a:xfrm>
            <a:custGeom>
              <a:avLst/>
              <a:gdLst/>
              <a:ahLst/>
              <a:cxnLst/>
              <a:rect l="0" t="0" r="0" b="0"/>
              <a:pathLst>
                <a:path w="32868" h="12423">
                  <a:moveTo>
                    <a:pt x="0" y="12423"/>
                  </a:moveTo>
                  <a:lnTo>
                    <a:pt x="32868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0" name="Input_receptor__1109">
              <a:extLst>
                <a:ext uri="{FF2B5EF4-FFF2-40B4-BE49-F238E27FC236}">
                  <a16:creationId xmlns:a16="http://schemas.microsoft.com/office/drawing/2014/main" id="{3B29001F-52E8-50C0-015F-A6854A061B15}"/>
                </a:ext>
              </a:extLst>
            </p:cNvPr>
            <p:cNvSpPr>
              <a:spLocks noGrp="1"/>
            </p:cNvSpPr>
            <p:nvPr/>
          </p:nvSpPr>
          <p:spPr>
            <a:xfrm>
              <a:off x="1156847" y="4709358"/>
              <a:ext cx="38792" cy="17138"/>
            </a:xfrm>
            <a:custGeom>
              <a:avLst/>
              <a:gdLst/>
              <a:ahLst/>
              <a:cxnLst/>
              <a:rect l="0" t="0" r="0" b="0"/>
              <a:pathLst>
                <a:path w="38792" h="17138">
                  <a:moveTo>
                    <a:pt x="38792" y="0"/>
                  </a:moveTo>
                  <a:lnTo>
                    <a:pt x="0" y="17138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1" name="Input_receptor__1110">
              <a:extLst>
                <a:ext uri="{FF2B5EF4-FFF2-40B4-BE49-F238E27FC236}">
                  <a16:creationId xmlns:a16="http://schemas.microsoft.com/office/drawing/2014/main" id="{2199BDFE-816D-8CE8-CFD1-9A2617B7D6C8}"/>
                </a:ext>
              </a:extLst>
            </p:cNvPr>
            <p:cNvSpPr>
              <a:spLocks noGrp="1"/>
            </p:cNvSpPr>
            <p:nvPr/>
          </p:nvSpPr>
          <p:spPr>
            <a:xfrm>
              <a:off x="1646852" y="5117426"/>
              <a:ext cx="20079" cy="24145"/>
            </a:xfrm>
            <a:custGeom>
              <a:avLst/>
              <a:gdLst/>
              <a:ahLst/>
              <a:cxnLst/>
              <a:rect l="0" t="0" r="0" b="0"/>
              <a:pathLst>
                <a:path w="20079" h="24145">
                  <a:moveTo>
                    <a:pt x="0" y="24145"/>
                  </a:moveTo>
                  <a:lnTo>
                    <a:pt x="20079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2" name="Input_receptor__1111">
              <a:extLst>
                <a:ext uri="{FF2B5EF4-FFF2-40B4-BE49-F238E27FC236}">
                  <a16:creationId xmlns:a16="http://schemas.microsoft.com/office/drawing/2014/main" id="{B170CF40-C7AE-556D-AE99-4322AE95B0EC}"/>
                </a:ext>
              </a:extLst>
            </p:cNvPr>
            <p:cNvSpPr>
              <a:spLocks noGrp="1"/>
            </p:cNvSpPr>
            <p:nvPr/>
          </p:nvSpPr>
          <p:spPr>
            <a:xfrm>
              <a:off x="1188562" y="4798709"/>
              <a:ext cx="7621" cy="41199"/>
            </a:xfrm>
            <a:custGeom>
              <a:avLst/>
              <a:gdLst/>
              <a:ahLst/>
              <a:cxnLst/>
              <a:rect l="0" t="0" r="0" b="0"/>
              <a:pathLst>
                <a:path w="7621" h="41199">
                  <a:moveTo>
                    <a:pt x="0" y="41199"/>
                  </a:moveTo>
                  <a:lnTo>
                    <a:pt x="7621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3" name="Input_receptor__1112">
              <a:extLst>
                <a:ext uri="{FF2B5EF4-FFF2-40B4-BE49-F238E27FC236}">
                  <a16:creationId xmlns:a16="http://schemas.microsoft.com/office/drawing/2014/main" id="{D45C503B-E6DF-04D9-8943-3614553C2E50}"/>
                </a:ext>
              </a:extLst>
            </p:cNvPr>
            <p:cNvSpPr>
              <a:spLocks noGrp="1"/>
            </p:cNvSpPr>
            <p:nvPr/>
          </p:nvSpPr>
          <p:spPr>
            <a:xfrm>
              <a:off x="1127559" y="5358509"/>
              <a:ext cx="9549" cy="5196"/>
            </a:xfrm>
            <a:custGeom>
              <a:avLst/>
              <a:gdLst/>
              <a:ahLst/>
              <a:cxnLst/>
              <a:rect l="0" t="0" r="0" b="0"/>
              <a:pathLst>
                <a:path w="9549" h="5196">
                  <a:moveTo>
                    <a:pt x="9549" y="51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4" name="Input_receptor__1113">
              <a:extLst>
                <a:ext uri="{FF2B5EF4-FFF2-40B4-BE49-F238E27FC236}">
                  <a16:creationId xmlns:a16="http://schemas.microsoft.com/office/drawing/2014/main" id="{8CC43635-77F6-56E9-25E7-BFE94624FEAE}"/>
                </a:ext>
              </a:extLst>
            </p:cNvPr>
            <p:cNvSpPr>
              <a:spLocks noGrp="1"/>
            </p:cNvSpPr>
            <p:nvPr/>
          </p:nvSpPr>
          <p:spPr>
            <a:xfrm>
              <a:off x="1117609" y="5212664"/>
              <a:ext cx="10764" cy="11567"/>
            </a:xfrm>
            <a:custGeom>
              <a:avLst/>
              <a:gdLst/>
              <a:ahLst/>
              <a:cxnLst/>
              <a:rect l="0" t="0" r="0" b="0"/>
              <a:pathLst>
                <a:path w="10764" h="11567">
                  <a:moveTo>
                    <a:pt x="0" y="0"/>
                  </a:moveTo>
                  <a:lnTo>
                    <a:pt x="10764" y="11567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5" name="Input_receptor__1114">
              <a:extLst>
                <a:ext uri="{FF2B5EF4-FFF2-40B4-BE49-F238E27FC236}">
                  <a16:creationId xmlns:a16="http://schemas.microsoft.com/office/drawing/2014/main" id="{255E1967-C699-A3F1-120B-945D69CE1D4C}"/>
                </a:ext>
              </a:extLst>
            </p:cNvPr>
            <p:cNvSpPr>
              <a:spLocks noGrp="1"/>
            </p:cNvSpPr>
            <p:nvPr/>
          </p:nvSpPr>
          <p:spPr>
            <a:xfrm>
              <a:off x="1352609" y="4653384"/>
              <a:ext cx="13847" cy="36520"/>
            </a:xfrm>
            <a:custGeom>
              <a:avLst/>
              <a:gdLst/>
              <a:ahLst/>
              <a:cxnLst/>
              <a:rect l="0" t="0" r="0" b="0"/>
              <a:pathLst>
                <a:path w="13847" h="36520">
                  <a:moveTo>
                    <a:pt x="13847" y="365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6" name="Input_receptor__1115">
              <a:extLst>
                <a:ext uri="{FF2B5EF4-FFF2-40B4-BE49-F238E27FC236}">
                  <a16:creationId xmlns:a16="http://schemas.microsoft.com/office/drawing/2014/main" id="{E37552D7-F01B-2D30-5FB8-4C3AEEC51290}"/>
                </a:ext>
              </a:extLst>
            </p:cNvPr>
            <p:cNvSpPr>
              <a:spLocks noGrp="1"/>
            </p:cNvSpPr>
            <p:nvPr/>
          </p:nvSpPr>
          <p:spPr>
            <a:xfrm>
              <a:off x="1772141" y="5165070"/>
              <a:ext cx="27056" cy="18110"/>
            </a:xfrm>
            <a:custGeom>
              <a:avLst/>
              <a:gdLst/>
              <a:ahLst/>
              <a:cxnLst/>
              <a:rect l="0" t="0" r="0" b="0"/>
              <a:pathLst>
                <a:path w="27056" h="18110">
                  <a:moveTo>
                    <a:pt x="0" y="18110"/>
                  </a:moveTo>
                  <a:lnTo>
                    <a:pt x="27056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7" name="Input_receptor__1116">
              <a:extLst>
                <a:ext uri="{FF2B5EF4-FFF2-40B4-BE49-F238E27FC236}">
                  <a16:creationId xmlns:a16="http://schemas.microsoft.com/office/drawing/2014/main" id="{A6994F01-0D20-8CBE-27C3-C171D58CCAC3}"/>
                </a:ext>
              </a:extLst>
            </p:cNvPr>
            <p:cNvSpPr>
              <a:spLocks noGrp="1"/>
            </p:cNvSpPr>
            <p:nvPr/>
          </p:nvSpPr>
          <p:spPr>
            <a:xfrm>
              <a:off x="1151504" y="5070418"/>
              <a:ext cx="45454" cy="6596"/>
            </a:xfrm>
            <a:custGeom>
              <a:avLst/>
              <a:gdLst/>
              <a:ahLst/>
              <a:cxnLst/>
              <a:rect l="0" t="0" r="0" b="0"/>
              <a:pathLst>
                <a:path w="45454" h="6596">
                  <a:moveTo>
                    <a:pt x="0" y="6596"/>
                  </a:moveTo>
                  <a:lnTo>
                    <a:pt x="45454" y="0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18" name="Input_receptor__1117">
              <a:extLst>
                <a:ext uri="{FF2B5EF4-FFF2-40B4-BE49-F238E27FC236}">
                  <a16:creationId xmlns:a16="http://schemas.microsoft.com/office/drawing/2014/main" id="{97B202C4-5680-3C68-4873-BA613D464DF6}"/>
                </a:ext>
              </a:extLst>
            </p:cNvPr>
            <p:cNvSpPr>
              <a:spLocks noGrp="1"/>
            </p:cNvSpPr>
            <p:nvPr/>
          </p:nvSpPr>
          <p:spPr>
            <a:xfrm>
              <a:off x="1601007" y="4646612"/>
              <a:ext cx="42977" cy="20646"/>
            </a:xfrm>
            <a:custGeom>
              <a:avLst/>
              <a:gdLst/>
              <a:ahLst/>
              <a:cxnLst/>
              <a:rect l="0" t="0" r="0" b="0"/>
              <a:pathLst>
                <a:path w="42977" h="20646">
                  <a:moveTo>
                    <a:pt x="0" y="20646"/>
                  </a:moveTo>
                  <a:lnTo>
                    <a:pt x="42977" y="0"/>
                  </a:lnTo>
                </a:path>
              </a:pathLst>
            </a:custGeom>
            <a:noFill/>
            <a:ln w="8096">
              <a:solidFill>
                <a:srgbClr val="8D9DAA"/>
              </a:solidFill>
            </a:ln>
          </p:spPr>
        </p:sp>
        <p:sp>
          <p:nvSpPr>
            <p:cNvPr id="1119" name="Input_receptor__1118">
              <a:extLst>
                <a:ext uri="{FF2B5EF4-FFF2-40B4-BE49-F238E27FC236}">
                  <a16:creationId xmlns:a16="http://schemas.microsoft.com/office/drawing/2014/main" id="{07256E63-FBF2-1D52-175A-BE734286F4C7}"/>
                </a:ext>
              </a:extLst>
            </p:cNvPr>
            <p:cNvSpPr>
              <a:spLocks noGrp="1"/>
            </p:cNvSpPr>
            <p:nvPr/>
          </p:nvSpPr>
          <p:spPr>
            <a:xfrm>
              <a:off x="1748678" y="5115766"/>
              <a:ext cx="18605" cy="8296"/>
            </a:xfrm>
            <a:custGeom>
              <a:avLst/>
              <a:gdLst/>
              <a:ahLst/>
              <a:cxnLst/>
              <a:rect l="0" t="0" r="0" b="0"/>
              <a:pathLst>
                <a:path w="18605" h="8296">
                  <a:moveTo>
                    <a:pt x="18605" y="0"/>
                  </a:moveTo>
                  <a:lnTo>
                    <a:pt x="0" y="8296"/>
                  </a:lnTo>
                </a:path>
              </a:pathLst>
            </a:custGeom>
            <a:noFill/>
            <a:ln w="20003">
              <a:solidFill>
                <a:srgbClr val="8D9DAA"/>
              </a:solidFill>
            </a:ln>
          </p:spPr>
        </p:sp>
        <p:sp>
          <p:nvSpPr>
            <p:cNvPr id="1120" name="Input_receptor__1119">
              <a:extLst>
                <a:ext uri="{FF2B5EF4-FFF2-40B4-BE49-F238E27FC236}">
                  <a16:creationId xmlns:a16="http://schemas.microsoft.com/office/drawing/2014/main" id="{12A7575D-2C32-6C36-F1BA-696654C13980}"/>
                </a:ext>
              </a:extLst>
            </p:cNvPr>
            <p:cNvSpPr>
              <a:spLocks noGrp="1"/>
            </p:cNvSpPr>
            <p:nvPr/>
          </p:nvSpPr>
          <p:spPr>
            <a:xfrm>
              <a:off x="1048630" y="4982335"/>
              <a:ext cx="45284" cy="3166"/>
            </a:xfrm>
            <a:custGeom>
              <a:avLst/>
              <a:gdLst/>
              <a:ahLst/>
              <a:cxnLst/>
              <a:rect l="0" t="0" r="0" b="0"/>
              <a:pathLst>
                <a:path w="45284" h="3166">
                  <a:moveTo>
                    <a:pt x="0" y="0"/>
                  </a:moveTo>
                  <a:lnTo>
                    <a:pt x="45284" y="3166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1" name="Input_receptor__1120">
              <a:extLst>
                <a:ext uri="{FF2B5EF4-FFF2-40B4-BE49-F238E27FC236}">
                  <a16:creationId xmlns:a16="http://schemas.microsoft.com/office/drawing/2014/main" id="{549E95A3-53F9-BEEB-2F79-087D94B7037E}"/>
                </a:ext>
              </a:extLst>
            </p:cNvPr>
            <p:cNvSpPr>
              <a:spLocks noGrp="1"/>
            </p:cNvSpPr>
            <p:nvPr/>
          </p:nvSpPr>
          <p:spPr>
            <a:xfrm>
              <a:off x="1302938" y="4721654"/>
              <a:ext cx="9297" cy="17630"/>
            </a:xfrm>
            <a:custGeom>
              <a:avLst/>
              <a:gdLst/>
              <a:ahLst/>
              <a:cxnLst/>
              <a:rect l="0" t="0" r="0" b="0"/>
              <a:pathLst>
                <a:path w="9297" h="17630">
                  <a:moveTo>
                    <a:pt x="9297" y="0"/>
                  </a:moveTo>
                  <a:lnTo>
                    <a:pt x="0" y="17630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2" name="Input_receptor__1121">
              <a:extLst>
                <a:ext uri="{FF2B5EF4-FFF2-40B4-BE49-F238E27FC236}">
                  <a16:creationId xmlns:a16="http://schemas.microsoft.com/office/drawing/2014/main" id="{8C7577E2-6C7B-11AB-9626-167D185BF55E}"/>
                </a:ext>
              </a:extLst>
            </p:cNvPr>
            <p:cNvSpPr>
              <a:spLocks noGrp="1"/>
            </p:cNvSpPr>
            <p:nvPr/>
          </p:nvSpPr>
          <p:spPr>
            <a:xfrm>
              <a:off x="1032240" y="4475730"/>
              <a:ext cx="1253" cy="914"/>
            </a:xfrm>
            <a:custGeom>
              <a:avLst/>
              <a:gdLst/>
              <a:ahLst/>
              <a:cxnLst/>
              <a:rect l="0" t="0" r="0" b="0"/>
              <a:pathLst>
                <a:path w="1253" h="914">
                  <a:moveTo>
                    <a:pt x="1253" y="0"/>
                  </a:moveTo>
                  <a:lnTo>
                    <a:pt x="0" y="914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3" name="Input_receptor__1122">
              <a:extLst>
                <a:ext uri="{FF2B5EF4-FFF2-40B4-BE49-F238E27FC236}">
                  <a16:creationId xmlns:a16="http://schemas.microsoft.com/office/drawing/2014/main" id="{BA4DAB0F-8772-FE2A-3B27-1223BB53782B}"/>
                </a:ext>
              </a:extLst>
            </p:cNvPr>
            <p:cNvSpPr>
              <a:spLocks noGrp="1"/>
            </p:cNvSpPr>
            <p:nvPr/>
          </p:nvSpPr>
          <p:spPr>
            <a:xfrm>
              <a:off x="951802" y="4390138"/>
              <a:ext cx="28710" cy="28147"/>
            </a:xfrm>
            <a:custGeom>
              <a:avLst/>
              <a:gdLst/>
              <a:ahLst/>
              <a:cxnLst/>
              <a:rect l="0" t="0" r="0" b="0"/>
              <a:pathLst>
                <a:path w="28710" h="28147">
                  <a:moveTo>
                    <a:pt x="28710" y="0"/>
                  </a:moveTo>
                  <a:lnTo>
                    <a:pt x="0" y="28147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4" name="Input_receptor__1123">
              <a:extLst>
                <a:ext uri="{FF2B5EF4-FFF2-40B4-BE49-F238E27FC236}">
                  <a16:creationId xmlns:a16="http://schemas.microsoft.com/office/drawing/2014/main" id="{DF3F6080-ACF7-B334-655E-55BCC572CD96}"/>
                </a:ext>
              </a:extLst>
            </p:cNvPr>
            <p:cNvSpPr>
              <a:spLocks noGrp="1"/>
            </p:cNvSpPr>
            <p:nvPr/>
          </p:nvSpPr>
          <p:spPr>
            <a:xfrm>
              <a:off x="1160851" y="4371896"/>
              <a:ext cx="48017" cy="3759"/>
            </a:xfrm>
            <a:custGeom>
              <a:avLst/>
              <a:gdLst/>
              <a:ahLst/>
              <a:cxnLst/>
              <a:rect l="0" t="0" r="0" b="0"/>
              <a:pathLst>
                <a:path w="48017" h="3759">
                  <a:moveTo>
                    <a:pt x="0" y="3759"/>
                  </a:moveTo>
                  <a:lnTo>
                    <a:pt x="48017" y="0"/>
                  </a:lnTo>
                </a:path>
              </a:pathLst>
            </a:custGeom>
            <a:noFill/>
            <a:ln w="8096">
              <a:solidFill>
                <a:srgbClr val="8D9DAB"/>
              </a:solidFill>
            </a:ln>
          </p:spPr>
        </p:sp>
        <p:sp>
          <p:nvSpPr>
            <p:cNvPr id="1125" name="Input_receptor__1124">
              <a:extLst>
                <a:ext uri="{FF2B5EF4-FFF2-40B4-BE49-F238E27FC236}">
                  <a16:creationId xmlns:a16="http://schemas.microsoft.com/office/drawing/2014/main" id="{B071D8E3-CD29-83B3-5024-B46DA5DA7906}"/>
                </a:ext>
              </a:extLst>
            </p:cNvPr>
            <p:cNvSpPr>
              <a:spLocks noGrp="1"/>
            </p:cNvSpPr>
            <p:nvPr/>
          </p:nvSpPr>
          <p:spPr>
            <a:xfrm>
              <a:off x="1183325" y="5333163"/>
              <a:ext cx="7775" cy="41269"/>
            </a:xfrm>
            <a:custGeom>
              <a:avLst/>
              <a:gdLst/>
              <a:ahLst/>
              <a:cxnLst/>
              <a:rect l="0" t="0" r="0" b="0"/>
              <a:pathLst>
                <a:path w="7775" h="41269">
                  <a:moveTo>
                    <a:pt x="7775" y="0"/>
                  </a:moveTo>
                  <a:lnTo>
                    <a:pt x="0" y="41269"/>
                  </a:lnTo>
                </a:path>
              </a:pathLst>
            </a:custGeom>
            <a:noFill/>
            <a:ln w="20003">
              <a:solidFill>
                <a:srgbClr val="8D9DAB"/>
              </a:solidFill>
            </a:ln>
          </p:spPr>
        </p:sp>
        <p:sp>
          <p:nvSpPr>
            <p:cNvPr id="1126" name="Input_receptor__1125">
              <a:extLst>
                <a:ext uri="{FF2B5EF4-FFF2-40B4-BE49-F238E27FC236}">
                  <a16:creationId xmlns:a16="http://schemas.microsoft.com/office/drawing/2014/main" id="{B86423DB-BE01-1FDC-E24A-0DC1ABE4E639}"/>
                </a:ext>
              </a:extLst>
            </p:cNvPr>
            <p:cNvSpPr>
              <a:spLocks noGrp="1"/>
            </p:cNvSpPr>
            <p:nvPr/>
          </p:nvSpPr>
          <p:spPr>
            <a:xfrm>
              <a:off x="1652314" y="4911518"/>
              <a:ext cx="19783" cy="38438"/>
            </a:xfrm>
            <a:custGeom>
              <a:avLst/>
              <a:gdLst/>
              <a:ahLst/>
              <a:cxnLst/>
              <a:rect l="0" t="0" r="0" b="0"/>
              <a:pathLst>
                <a:path w="19783" h="38438">
                  <a:moveTo>
                    <a:pt x="0" y="38438"/>
                  </a:moveTo>
                  <a:lnTo>
                    <a:pt x="19783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27" name="Input_receptor__1126">
              <a:extLst>
                <a:ext uri="{FF2B5EF4-FFF2-40B4-BE49-F238E27FC236}">
                  <a16:creationId xmlns:a16="http://schemas.microsoft.com/office/drawing/2014/main" id="{D8F3929B-BF68-FD58-3045-5752D212C7A7}"/>
                </a:ext>
              </a:extLst>
            </p:cNvPr>
            <p:cNvSpPr>
              <a:spLocks noGrp="1"/>
            </p:cNvSpPr>
            <p:nvPr/>
          </p:nvSpPr>
          <p:spPr>
            <a:xfrm>
              <a:off x="1141312" y="4262223"/>
              <a:ext cx="10924" cy="32766"/>
            </a:xfrm>
            <a:custGeom>
              <a:avLst/>
              <a:gdLst/>
              <a:ahLst/>
              <a:cxnLst/>
              <a:rect l="0" t="0" r="0" b="0"/>
              <a:pathLst>
                <a:path w="10924" h="32766">
                  <a:moveTo>
                    <a:pt x="10924" y="0"/>
                  </a:moveTo>
                  <a:lnTo>
                    <a:pt x="0" y="32766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28" name="Input_receptor__1127">
              <a:extLst>
                <a:ext uri="{FF2B5EF4-FFF2-40B4-BE49-F238E27FC236}">
                  <a16:creationId xmlns:a16="http://schemas.microsoft.com/office/drawing/2014/main" id="{5BE800BD-3145-1107-20C5-32273A7B59BC}"/>
                </a:ext>
              </a:extLst>
            </p:cNvPr>
            <p:cNvSpPr>
              <a:spLocks noGrp="1"/>
            </p:cNvSpPr>
            <p:nvPr/>
          </p:nvSpPr>
          <p:spPr>
            <a:xfrm>
              <a:off x="1029800" y="4802928"/>
              <a:ext cx="38644" cy="8760"/>
            </a:xfrm>
            <a:custGeom>
              <a:avLst/>
              <a:gdLst/>
              <a:ahLst/>
              <a:cxnLst/>
              <a:rect l="0" t="0" r="0" b="0"/>
              <a:pathLst>
                <a:path w="38644" h="8760">
                  <a:moveTo>
                    <a:pt x="38644" y="0"/>
                  </a:moveTo>
                  <a:lnTo>
                    <a:pt x="0" y="876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29" name="Input_receptor__1128">
              <a:extLst>
                <a:ext uri="{FF2B5EF4-FFF2-40B4-BE49-F238E27FC236}">
                  <a16:creationId xmlns:a16="http://schemas.microsoft.com/office/drawing/2014/main" id="{4E7B1411-433E-16F1-847F-1F6D2DDD495B}"/>
                </a:ext>
              </a:extLst>
            </p:cNvPr>
            <p:cNvSpPr>
              <a:spLocks noGrp="1"/>
            </p:cNvSpPr>
            <p:nvPr/>
          </p:nvSpPr>
          <p:spPr>
            <a:xfrm>
              <a:off x="1068695" y="4497092"/>
              <a:ext cx="36058" cy="31492"/>
            </a:xfrm>
            <a:custGeom>
              <a:avLst/>
              <a:gdLst/>
              <a:ahLst/>
              <a:cxnLst/>
              <a:rect l="0" t="0" r="0" b="0"/>
              <a:pathLst>
                <a:path w="36058" h="31492">
                  <a:moveTo>
                    <a:pt x="0" y="31492"/>
                  </a:moveTo>
                  <a:lnTo>
                    <a:pt x="36058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0" name="Input_receptor__1129">
              <a:extLst>
                <a:ext uri="{FF2B5EF4-FFF2-40B4-BE49-F238E27FC236}">
                  <a16:creationId xmlns:a16="http://schemas.microsoft.com/office/drawing/2014/main" id="{1CDB4CB3-E3EC-663A-86B9-897A34D22244}"/>
                </a:ext>
              </a:extLst>
            </p:cNvPr>
            <p:cNvSpPr>
              <a:spLocks noGrp="1"/>
            </p:cNvSpPr>
            <p:nvPr/>
          </p:nvSpPr>
          <p:spPr>
            <a:xfrm>
              <a:off x="1069213" y="4250953"/>
              <a:ext cx="26122" cy="40003"/>
            </a:xfrm>
            <a:custGeom>
              <a:avLst/>
              <a:gdLst/>
              <a:ahLst/>
              <a:cxnLst/>
              <a:rect l="0" t="0" r="0" b="0"/>
              <a:pathLst>
                <a:path w="26122" h="40003">
                  <a:moveTo>
                    <a:pt x="26122" y="400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31" name="Input_receptor__1130">
              <a:extLst>
                <a:ext uri="{FF2B5EF4-FFF2-40B4-BE49-F238E27FC236}">
                  <a16:creationId xmlns:a16="http://schemas.microsoft.com/office/drawing/2014/main" id="{B2C57A41-644D-9E1D-ECE9-4C1DF40D3B26}"/>
                </a:ext>
              </a:extLst>
            </p:cNvPr>
            <p:cNvSpPr>
              <a:spLocks noGrp="1"/>
            </p:cNvSpPr>
            <p:nvPr/>
          </p:nvSpPr>
          <p:spPr>
            <a:xfrm>
              <a:off x="1634774" y="4805337"/>
              <a:ext cx="39547" cy="25241"/>
            </a:xfrm>
            <a:custGeom>
              <a:avLst/>
              <a:gdLst/>
              <a:ahLst/>
              <a:cxnLst/>
              <a:rect l="0" t="0" r="0" b="0"/>
              <a:pathLst>
                <a:path w="39547" h="25241">
                  <a:moveTo>
                    <a:pt x="0" y="25241"/>
                  </a:moveTo>
                  <a:lnTo>
                    <a:pt x="39547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2" name="Input_receptor__1131">
              <a:extLst>
                <a:ext uri="{FF2B5EF4-FFF2-40B4-BE49-F238E27FC236}">
                  <a16:creationId xmlns:a16="http://schemas.microsoft.com/office/drawing/2014/main" id="{C5B58B22-CCF2-8FD4-3E00-A3BBE6EFCFA6}"/>
                </a:ext>
              </a:extLst>
            </p:cNvPr>
            <p:cNvSpPr>
              <a:spLocks noGrp="1"/>
            </p:cNvSpPr>
            <p:nvPr/>
          </p:nvSpPr>
          <p:spPr>
            <a:xfrm>
              <a:off x="1505027" y="4725392"/>
              <a:ext cx="45169" cy="14399"/>
            </a:xfrm>
            <a:custGeom>
              <a:avLst/>
              <a:gdLst/>
              <a:ahLst/>
              <a:cxnLst/>
              <a:rect l="0" t="0" r="0" b="0"/>
              <a:pathLst>
                <a:path w="45169" h="14399">
                  <a:moveTo>
                    <a:pt x="0" y="0"/>
                  </a:moveTo>
                  <a:lnTo>
                    <a:pt x="45169" y="14399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3" name="Input_receptor__1132">
              <a:extLst>
                <a:ext uri="{FF2B5EF4-FFF2-40B4-BE49-F238E27FC236}">
                  <a16:creationId xmlns:a16="http://schemas.microsoft.com/office/drawing/2014/main" id="{483460CC-CFD8-69FE-7606-9CE4BF943EF0}"/>
                </a:ext>
              </a:extLst>
            </p:cNvPr>
            <p:cNvSpPr>
              <a:spLocks noGrp="1"/>
            </p:cNvSpPr>
            <p:nvPr/>
          </p:nvSpPr>
          <p:spPr>
            <a:xfrm>
              <a:off x="1482621" y="4221734"/>
              <a:ext cx="19498" cy="41298"/>
            </a:xfrm>
            <a:custGeom>
              <a:avLst/>
              <a:gdLst/>
              <a:ahLst/>
              <a:cxnLst/>
              <a:rect l="0" t="0" r="0" b="0"/>
              <a:pathLst>
                <a:path w="19498" h="41298">
                  <a:moveTo>
                    <a:pt x="0" y="41298"/>
                  </a:moveTo>
                  <a:lnTo>
                    <a:pt x="19498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4" name="Input_receptor__1133">
              <a:extLst>
                <a:ext uri="{FF2B5EF4-FFF2-40B4-BE49-F238E27FC236}">
                  <a16:creationId xmlns:a16="http://schemas.microsoft.com/office/drawing/2014/main" id="{004FAC8E-8533-76F4-B7D6-8131264B6491}"/>
                </a:ext>
              </a:extLst>
            </p:cNvPr>
            <p:cNvSpPr>
              <a:spLocks noGrp="1"/>
            </p:cNvSpPr>
            <p:nvPr/>
          </p:nvSpPr>
          <p:spPr>
            <a:xfrm>
              <a:off x="1269198" y="4917600"/>
              <a:ext cx="908" cy="45775"/>
            </a:xfrm>
            <a:custGeom>
              <a:avLst/>
              <a:gdLst/>
              <a:ahLst/>
              <a:cxnLst/>
              <a:rect l="0" t="0" r="0" b="0"/>
              <a:pathLst>
                <a:path w="908" h="45775">
                  <a:moveTo>
                    <a:pt x="0" y="0"/>
                  </a:moveTo>
                  <a:lnTo>
                    <a:pt x="908" y="45775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5" name="Input_receptor__1134">
              <a:extLst>
                <a:ext uri="{FF2B5EF4-FFF2-40B4-BE49-F238E27FC236}">
                  <a16:creationId xmlns:a16="http://schemas.microsoft.com/office/drawing/2014/main" id="{8F652014-583E-9F25-E58F-794CCFD033EA}"/>
                </a:ext>
              </a:extLst>
            </p:cNvPr>
            <p:cNvSpPr>
              <a:spLocks noGrp="1"/>
            </p:cNvSpPr>
            <p:nvPr/>
          </p:nvSpPr>
          <p:spPr>
            <a:xfrm>
              <a:off x="1799197" y="5125328"/>
              <a:ext cx="13129" cy="39742"/>
            </a:xfrm>
            <a:custGeom>
              <a:avLst/>
              <a:gdLst/>
              <a:ahLst/>
              <a:cxnLst/>
              <a:rect l="0" t="0" r="0" b="0"/>
              <a:pathLst>
                <a:path w="13129" h="39742">
                  <a:moveTo>
                    <a:pt x="0" y="39742"/>
                  </a:moveTo>
                  <a:lnTo>
                    <a:pt x="13129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6" name="Input_receptor__1135">
              <a:extLst>
                <a:ext uri="{FF2B5EF4-FFF2-40B4-BE49-F238E27FC236}">
                  <a16:creationId xmlns:a16="http://schemas.microsoft.com/office/drawing/2014/main" id="{1E108C13-9D33-F1F8-BD14-7CC1DA32E042}"/>
                </a:ext>
              </a:extLst>
            </p:cNvPr>
            <p:cNvSpPr>
              <a:spLocks noGrp="1"/>
            </p:cNvSpPr>
            <p:nvPr/>
          </p:nvSpPr>
          <p:spPr>
            <a:xfrm>
              <a:off x="1168110" y="5305494"/>
              <a:ext cx="22990" cy="27669"/>
            </a:xfrm>
            <a:custGeom>
              <a:avLst/>
              <a:gdLst/>
              <a:ahLst/>
              <a:cxnLst/>
              <a:rect l="0" t="0" r="0" b="0"/>
              <a:pathLst>
                <a:path w="22990" h="27669">
                  <a:moveTo>
                    <a:pt x="0" y="0"/>
                  </a:moveTo>
                  <a:lnTo>
                    <a:pt x="22990" y="27669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7" name="Input_receptor__1136">
              <a:extLst>
                <a:ext uri="{FF2B5EF4-FFF2-40B4-BE49-F238E27FC236}">
                  <a16:creationId xmlns:a16="http://schemas.microsoft.com/office/drawing/2014/main" id="{EFD8276D-59DD-138F-97AA-8A8EF20214A1}"/>
                </a:ext>
              </a:extLst>
            </p:cNvPr>
            <p:cNvSpPr>
              <a:spLocks noGrp="1"/>
            </p:cNvSpPr>
            <p:nvPr/>
          </p:nvSpPr>
          <p:spPr>
            <a:xfrm>
              <a:off x="1478117" y="4091004"/>
              <a:ext cx="35733" cy="29126"/>
            </a:xfrm>
            <a:custGeom>
              <a:avLst/>
              <a:gdLst/>
              <a:ahLst/>
              <a:cxnLst/>
              <a:rect l="0" t="0" r="0" b="0"/>
              <a:pathLst>
                <a:path w="35733" h="29126">
                  <a:moveTo>
                    <a:pt x="35733" y="0"/>
                  </a:moveTo>
                  <a:lnTo>
                    <a:pt x="0" y="29126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8" name="Input_receptor__1137">
              <a:extLst>
                <a:ext uri="{FF2B5EF4-FFF2-40B4-BE49-F238E27FC236}">
                  <a16:creationId xmlns:a16="http://schemas.microsoft.com/office/drawing/2014/main" id="{E5AE371A-4E83-0C69-8F05-278DEA642FDC}"/>
                </a:ext>
              </a:extLst>
            </p:cNvPr>
            <p:cNvSpPr>
              <a:spLocks noGrp="1"/>
            </p:cNvSpPr>
            <p:nvPr/>
          </p:nvSpPr>
          <p:spPr>
            <a:xfrm>
              <a:off x="1083519" y="5518656"/>
              <a:ext cx="45112" cy="11100"/>
            </a:xfrm>
            <a:custGeom>
              <a:avLst/>
              <a:gdLst/>
              <a:ahLst/>
              <a:cxnLst/>
              <a:rect l="0" t="0" r="0" b="0"/>
              <a:pathLst>
                <a:path w="45112" h="11100">
                  <a:moveTo>
                    <a:pt x="0" y="11100"/>
                  </a:moveTo>
                  <a:lnTo>
                    <a:pt x="45112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39" name="Input_receptor__1138">
              <a:extLst>
                <a:ext uri="{FF2B5EF4-FFF2-40B4-BE49-F238E27FC236}">
                  <a16:creationId xmlns:a16="http://schemas.microsoft.com/office/drawing/2014/main" id="{A0CE312F-CB0C-3EBF-7E7B-565CBF230713}"/>
                </a:ext>
              </a:extLst>
            </p:cNvPr>
            <p:cNvSpPr>
              <a:spLocks noGrp="1"/>
            </p:cNvSpPr>
            <p:nvPr/>
          </p:nvSpPr>
          <p:spPr>
            <a:xfrm>
              <a:off x="1525598" y="4927540"/>
              <a:ext cx="36657" cy="27001"/>
            </a:xfrm>
            <a:custGeom>
              <a:avLst/>
              <a:gdLst/>
              <a:ahLst/>
              <a:cxnLst/>
              <a:rect l="0" t="0" r="0" b="0"/>
              <a:pathLst>
                <a:path w="36657" h="27001">
                  <a:moveTo>
                    <a:pt x="0" y="0"/>
                  </a:moveTo>
                  <a:lnTo>
                    <a:pt x="36657" y="27001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0" name="Input_receptor__1139">
              <a:extLst>
                <a:ext uri="{FF2B5EF4-FFF2-40B4-BE49-F238E27FC236}">
                  <a16:creationId xmlns:a16="http://schemas.microsoft.com/office/drawing/2014/main" id="{A382E857-9D57-E1F6-1E20-6E70BDD84BFC}"/>
                </a:ext>
              </a:extLst>
            </p:cNvPr>
            <p:cNvSpPr>
              <a:spLocks noGrp="1"/>
            </p:cNvSpPr>
            <p:nvPr/>
          </p:nvSpPr>
          <p:spPr>
            <a:xfrm>
              <a:off x="1653426" y="5074035"/>
              <a:ext cx="13505" cy="43390"/>
            </a:xfrm>
            <a:custGeom>
              <a:avLst/>
              <a:gdLst/>
              <a:ahLst/>
              <a:cxnLst/>
              <a:rect l="0" t="0" r="0" b="0"/>
              <a:pathLst>
                <a:path w="13505" h="43390">
                  <a:moveTo>
                    <a:pt x="13505" y="43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1" name="Input_receptor__1140">
              <a:extLst>
                <a:ext uri="{FF2B5EF4-FFF2-40B4-BE49-F238E27FC236}">
                  <a16:creationId xmlns:a16="http://schemas.microsoft.com/office/drawing/2014/main" id="{8E75E211-E073-63E2-488D-8235BCC339D4}"/>
                </a:ext>
              </a:extLst>
            </p:cNvPr>
            <p:cNvSpPr>
              <a:spLocks noGrp="1"/>
            </p:cNvSpPr>
            <p:nvPr/>
          </p:nvSpPr>
          <p:spPr>
            <a:xfrm>
              <a:off x="1421213" y="4886886"/>
              <a:ext cx="27513" cy="14528"/>
            </a:xfrm>
            <a:custGeom>
              <a:avLst/>
              <a:gdLst/>
              <a:ahLst/>
              <a:cxnLst/>
              <a:rect l="0" t="0" r="0" b="0"/>
              <a:pathLst>
                <a:path w="27513" h="14528">
                  <a:moveTo>
                    <a:pt x="27513" y="145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2" name="Input_receptor__1141">
              <a:extLst>
                <a:ext uri="{FF2B5EF4-FFF2-40B4-BE49-F238E27FC236}">
                  <a16:creationId xmlns:a16="http://schemas.microsoft.com/office/drawing/2014/main" id="{506DEDA3-0671-44FF-439E-55A467496D14}"/>
                </a:ext>
              </a:extLst>
            </p:cNvPr>
            <p:cNvSpPr>
              <a:spLocks noGrp="1"/>
            </p:cNvSpPr>
            <p:nvPr/>
          </p:nvSpPr>
          <p:spPr>
            <a:xfrm>
              <a:off x="1448625" y="4828047"/>
              <a:ext cx="2656" cy="8712"/>
            </a:xfrm>
            <a:custGeom>
              <a:avLst/>
              <a:gdLst/>
              <a:ahLst/>
              <a:cxnLst/>
              <a:rect l="0" t="0" r="0" b="0"/>
              <a:pathLst>
                <a:path w="2656" h="8712">
                  <a:moveTo>
                    <a:pt x="2656" y="8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3" name="Input_receptor__1142">
              <a:extLst>
                <a:ext uri="{FF2B5EF4-FFF2-40B4-BE49-F238E27FC236}">
                  <a16:creationId xmlns:a16="http://schemas.microsoft.com/office/drawing/2014/main" id="{190889F5-C68B-B837-528F-A3F45657FB1B}"/>
                </a:ext>
              </a:extLst>
            </p:cNvPr>
            <p:cNvSpPr>
              <a:spLocks noGrp="1"/>
            </p:cNvSpPr>
            <p:nvPr/>
          </p:nvSpPr>
          <p:spPr>
            <a:xfrm>
              <a:off x="1556937" y="5172727"/>
              <a:ext cx="15722" cy="27620"/>
            </a:xfrm>
            <a:custGeom>
              <a:avLst/>
              <a:gdLst/>
              <a:ahLst/>
              <a:cxnLst/>
              <a:rect l="0" t="0" r="0" b="0"/>
              <a:pathLst>
                <a:path w="15722" h="27620">
                  <a:moveTo>
                    <a:pt x="0" y="0"/>
                  </a:moveTo>
                  <a:lnTo>
                    <a:pt x="15722" y="2762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4" name="Input_receptor__1143">
              <a:extLst>
                <a:ext uri="{FF2B5EF4-FFF2-40B4-BE49-F238E27FC236}">
                  <a16:creationId xmlns:a16="http://schemas.microsoft.com/office/drawing/2014/main" id="{608C1F79-DCFF-3BA5-9102-E063B9FEFD87}"/>
                </a:ext>
              </a:extLst>
            </p:cNvPr>
            <p:cNvSpPr>
              <a:spLocks noGrp="1"/>
            </p:cNvSpPr>
            <p:nvPr/>
          </p:nvSpPr>
          <p:spPr>
            <a:xfrm>
              <a:off x="1562678" y="4667258"/>
              <a:ext cx="38330" cy="8494"/>
            </a:xfrm>
            <a:custGeom>
              <a:avLst/>
              <a:gdLst/>
              <a:ahLst/>
              <a:cxnLst/>
              <a:rect l="0" t="0" r="0" b="0"/>
              <a:pathLst>
                <a:path w="38330" h="8494">
                  <a:moveTo>
                    <a:pt x="0" y="8494"/>
                  </a:moveTo>
                  <a:lnTo>
                    <a:pt x="38330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45" name="Input_receptor__1144">
              <a:extLst>
                <a:ext uri="{FF2B5EF4-FFF2-40B4-BE49-F238E27FC236}">
                  <a16:creationId xmlns:a16="http://schemas.microsoft.com/office/drawing/2014/main" id="{AD488824-1F11-C8D2-7830-46DB6EFA1C39}"/>
                </a:ext>
              </a:extLst>
            </p:cNvPr>
            <p:cNvSpPr>
              <a:spLocks noGrp="1"/>
            </p:cNvSpPr>
            <p:nvPr/>
          </p:nvSpPr>
          <p:spPr>
            <a:xfrm>
              <a:off x="1394211" y="4272617"/>
              <a:ext cx="33331" cy="9581"/>
            </a:xfrm>
            <a:custGeom>
              <a:avLst/>
              <a:gdLst/>
              <a:ahLst/>
              <a:cxnLst/>
              <a:rect l="0" t="0" r="0" b="0"/>
              <a:pathLst>
                <a:path w="33331" h="9581">
                  <a:moveTo>
                    <a:pt x="0" y="9581"/>
                  </a:moveTo>
                  <a:lnTo>
                    <a:pt x="33331" y="0"/>
                  </a:lnTo>
                </a:path>
              </a:pathLst>
            </a:custGeom>
            <a:noFill/>
            <a:ln w="8096">
              <a:solidFill>
                <a:srgbClr val="8D9EAB"/>
              </a:solidFill>
            </a:ln>
          </p:spPr>
        </p:sp>
        <p:sp>
          <p:nvSpPr>
            <p:cNvPr id="1146" name="Input_receptor__1145">
              <a:extLst>
                <a:ext uri="{FF2B5EF4-FFF2-40B4-BE49-F238E27FC236}">
                  <a16:creationId xmlns:a16="http://schemas.microsoft.com/office/drawing/2014/main" id="{640C4F39-9D6D-F676-A164-A61C32B1EE82}"/>
                </a:ext>
              </a:extLst>
            </p:cNvPr>
            <p:cNvSpPr>
              <a:spLocks noGrp="1"/>
            </p:cNvSpPr>
            <p:nvPr/>
          </p:nvSpPr>
          <p:spPr>
            <a:xfrm>
              <a:off x="1142030" y="4375655"/>
              <a:ext cx="18821" cy="37632"/>
            </a:xfrm>
            <a:custGeom>
              <a:avLst/>
              <a:gdLst/>
              <a:ahLst/>
              <a:cxnLst/>
              <a:rect l="0" t="0" r="0" b="0"/>
              <a:pathLst>
                <a:path w="18821" h="37632">
                  <a:moveTo>
                    <a:pt x="0" y="37632"/>
                  </a:moveTo>
                  <a:lnTo>
                    <a:pt x="18821" y="0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7" name="Input_receptor__1146">
              <a:extLst>
                <a:ext uri="{FF2B5EF4-FFF2-40B4-BE49-F238E27FC236}">
                  <a16:creationId xmlns:a16="http://schemas.microsoft.com/office/drawing/2014/main" id="{5B5B4C46-3EBC-E8A0-8005-00D26351A213}"/>
                </a:ext>
              </a:extLst>
            </p:cNvPr>
            <p:cNvSpPr>
              <a:spLocks noGrp="1"/>
            </p:cNvSpPr>
            <p:nvPr/>
          </p:nvSpPr>
          <p:spPr>
            <a:xfrm>
              <a:off x="1234995" y="4424078"/>
              <a:ext cx="31152" cy="17048"/>
            </a:xfrm>
            <a:custGeom>
              <a:avLst/>
              <a:gdLst/>
              <a:ahLst/>
              <a:cxnLst/>
              <a:rect l="0" t="0" r="0" b="0"/>
              <a:pathLst>
                <a:path w="31152" h="17048">
                  <a:moveTo>
                    <a:pt x="31152" y="0"/>
                  </a:moveTo>
                  <a:lnTo>
                    <a:pt x="0" y="17048"/>
                  </a:lnTo>
                </a:path>
              </a:pathLst>
            </a:custGeom>
            <a:noFill/>
            <a:ln w="20003">
              <a:solidFill>
                <a:srgbClr val="8D9EAB"/>
              </a:solidFill>
            </a:ln>
          </p:spPr>
        </p:sp>
        <p:sp>
          <p:nvSpPr>
            <p:cNvPr id="1148" name="Input_receptor__1147">
              <a:extLst>
                <a:ext uri="{FF2B5EF4-FFF2-40B4-BE49-F238E27FC236}">
                  <a16:creationId xmlns:a16="http://schemas.microsoft.com/office/drawing/2014/main" id="{8AE4308D-5AD7-8850-118B-9950728E78AE}"/>
                </a:ext>
              </a:extLst>
            </p:cNvPr>
            <p:cNvSpPr>
              <a:spLocks noGrp="1"/>
            </p:cNvSpPr>
            <p:nvPr/>
          </p:nvSpPr>
          <p:spPr>
            <a:xfrm>
              <a:off x="1603455" y="5085768"/>
              <a:ext cx="4108" cy="24047"/>
            </a:xfrm>
            <a:custGeom>
              <a:avLst/>
              <a:gdLst/>
              <a:ahLst/>
              <a:cxnLst/>
              <a:rect l="0" t="0" r="0" b="0"/>
              <a:pathLst>
                <a:path w="4108" h="24047">
                  <a:moveTo>
                    <a:pt x="4108" y="0"/>
                  </a:moveTo>
                  <a:lnTo>
                    <a:pt x="0" y="2404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49" name="Input_receptor__1148">
              <a:extLst>
                <a:ext uri="{FF2B5EF4-FFF2-40B4-BE49-F238E27FC236}">
                  <a16:creationId xmlns:a16="http://schemas.microsoft.com/office/drawing/2014/main" id="{D3A631BC-0039-1A1E-E5E4-A76D4BEBA4FD}"/>
                </a:ext>
              </a:extLst>
            </p:cNvPr>
            <p:cNvSpPr>
              <a:spLocks noGrp="1"/>
            </p:cNvSpPr>
            <p:nvPr/>
          </p:nvSpPr>
          <p:spPr>
            <a:xfrm>
              <a:off x="982875" y="4751339"/>
              <a:ext cx="30484" cy="6890"/>
            </a:xfrm>
            <a:custGeom>
              <a:avLst/>
              <a:gdLst/>
              <a:ahLst/>
              <a:cxnLst/>
              <a:rect l="0" t="0" r="0" b="0"/>
              <a:pathLst>
                <a:path w="30484" h="6890">
                  <a:moveTo>
                    <a:pt x="30484" y="0"/>
                  </a:moveTo>
                  <a:lnTo>
                    <a:pt x="0" y="689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0" name="Input_receptor__1149">
              <a:extLst>
                <a:ext uri="{FF2B5EF4-FFF2-40B4-BE49-F238E27FC236}">
                  <a16:creationId xmlns:a16="http://schemas.microsoft.com/office/drawing/2014/main" id="{060B9598-796C-2C34-FE66-7C636DAC3439}"/>
                </a:ext>
              </a:extLst>
            </p:cNvPr>
            <p:cNvSpPr>
              <a:spLocks noGrp="1"/>
            </p:cNvSpPr>
            <p:nvPr/>
          </p:nvSpPr>
          <p:spPr>
            <a:xfrm>
              <a:off x="1610153" y="4790060"/>
              <a:ext cx="24621" cy="40518"/>
            </a:xfrm>
            <a:custGeom>
              <a:avLst/>
              <a:gdLst/>
              <a:ahLst/>
              <a:cxnLst/>
              <a:rect l="0" t="0" r="0" b="0"/>
              <a:pathLst>
                <a:path w="24621" h="40518">
                  <a:moveTo>
                    <a:pt x="0" y="0"/>
                  </a:moveTo>
                  <a:lnTo>
                    <a:pt x="24621" y="40518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1" name="Input_receptor__1150">
              <a:extLst>
                <a:ext uri="{FF2B5EF4-FFF2-40B4-BE49-F238E27FC236}">
                  <a16:creationId xmlns:a16="http://schemas.microsoft.com/office/drawing/2014/main" id="{2A0CC164-21E9-6216-38AD-B65B1FA2218B}"/>
                </a:ext>
              </a:extLst>
            </p:cNvPr>
            <p:cNvSpPr>
              <a:spLocks noGrp="1"/>
            </p:cNvSpPr>
            <p:nvPr/>
          </p:nvSpPr>
          <p:spPr>
            <a:xfrm>
              <a:off x="1266146" y="4424078"/>
              <a:ext cx="37578" cy="10095"/>
            </a:xfrm>
            <a:custGeom>
              <a:avLst/>
              <a:gdLst/>
              <a:ahLst/>
              <a:cxnLst/>
              <a:rect l="0" t="0" r="0" b="0"/>
              <a:pathLst>
                <a:path w="37578" h="10095">
                  <a:moveTo>
                    <a:pt x="37578" y="10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2" name="Input_receptor__1151">
              <a:extLst>
                <a:ext uri="{FF2B5EF4-FFF2-40B4-BE49-F238E27FC236}">
                  <a16:creationId xmlns:a16="http://schemas.microsoft.com/office/drawing/2014/main" id="{AEFA515B-0057-EEDD-C98B-ED824160B201}"/>
                </a:ext>
              </a:extLst>
            </p:cNvPr>
            <p:cNvSpPr>
              <a:spLocks noGrp="1"/>
            </p:cNvSpPr>
            <p:nvPr/>
          </p:nvSpPr>
          <p:spPr>
            <a:xfrm>
              <a:off x="1109073" y="4573003"/>
              <a:ext cx="6569" cy="761"/>
            </a:xfrm>
            <a:custGeom>
              <a:avLst/>
              <a:gdLst/>
              <a:ahLst/>
              <a:cxnLst/>
              <a:rect l="0" t="0" r="0" b="0"/>
              <a:pathLst>
                <a:path w="6569" h="761">
                  <a:moveTo>
                    <a:pt x="6569" y="7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3" name="Input_receptor__1152">
              <a:extLst>
                <a:ext uri="{FF2B5EF4-FFF2-40B4-BE49-F238E27FC236}">
                  <a16:creationId xmlns:a16="http://schemas.microsoft.com/office/drawing/2014/main" id="{BED04E18-FE90-837C-7E2E-343CDD982EA0}"/>
                </a:ext>
              </a:extLst>
            </p:cNvPr>
            <p:cNvSpPr>
              <a:spLocks noGrp="1"/>
            </p:cNvSpPr>
            <p:nvPr/>
          </p:nvSpPr>
          <p:spPr>
            <a:xfrm>
              <a:off x="1482764" y="4597746"/>
              <a:ext cx="47248" cy="8537"/>
            </a:xfrm>
            <a:custGeom>
              <a:avLst/>
              <a:gdLst/>
              <a:ahLst/>
              <a:cxnLst/>
              <a:rect l="0" t="0" r="0" b="0"/>
              <a:pathLst>
                <a:path w="47248" h="8537">
                  <a:moveTo>
                    <a:pt x="0" y="0"/>
                  </a:moveTo>
                  <a:lnTo>
                    <a:pt x="47248" y="853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4" name="Input_receptor__1153">
              <a:extLst>
                <a:ext uri="{FF2B5EF4-FFF2-40B4-BE49-F238E27FC236}">
                  <a16:creationId xmlns:a16="http://schemas.microsoft.com/office/drawing/2014/main" id="{6A645DFE-CF7F-8824-5C1F-B7146930E3A9}"/>
                </a:ext>
              </a:extLst>
            </p:cNvPr>
            <p:cNvSpPr>
              <a:spLocks noGrp="1"/>
            </p:cNvSpPr>
            <p:nvPr/>
          </p:nvSpPr>
          <p:spPr>
            <a:xfrm>
              <a:off x="1520647" y="4667617"/>
              <a:ext cx="42030" cy="8135"/>
            </a:xfrm>
            <a:custGeom>
              <a:avLst/>
              <a:gdLst/>
              <a:ahLst/>
              <a:cxnLst/>
              <a:rect l="0" t="0" r="0" b="0"/>
              <a:pathLst>
                <a:path w="42030" h="8135">
                  <a:moveTo>
                    <a:pt x="0" y="0"/>
                  </a:moveTo>
                  <a:lnTo>
                    <a:pt x="42030" y="8135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5" name="Input_receptor__1154">
              <a:extLst>
                <a:ext uri="{FF2B5EF4-FFF2-40B4-BE49-F238E27FC236}">
                  <a16:creationId xmlns:a16="http://schemas.microsoft.com/office/drawing/2014/main" id="{6DD13297-EB7C-C6F0-6663-DDBB9E721375}"/>
                </a:ext>
              </a:extLst>
            </p:cNvPr>
            <p:cNvSpPr>
              <a:spLocks noGrp="1"/>
            </p:cNvSpPr>
            <p:nvPr/>
          </p:nvSpPr>
          <p:spPr>
            <a:xfrm>
              <a:off x="1728522" y="5060704"/>
              <a:ext cx="48137" cy="3169"/>
            </a:xfrm>
            <a:custGeom>
              <a:avLst/>
              <a:gdLst/>
              <a:ahLst/>
              <a:cxnLst/>
              <a:rect l="0" t="0" r="0" b="0"/>
              <a:pathLst>
                <a:path w="48137" h="3169">
                  <a:moveTo>
                    <a:pt x="48137" y="0"/>
                  </a:moveTo>
                  <a:lnTo>
                    <a:pt x="0" y="3169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6" name="Input_receptor__1155">
              <a:extLst>
                <a:ext uri="{FF2B5EF4-FFF2-40B4-BE49-F238E27FC236}">
                  <a16:creationId xmlns:a16="http://schemas.microsoft.com/office/drawing/2014/main" id="{C992CC1B-ED1B-594E-BEF2-7869228F003A}"/>
                </a:ext>
              </a:extLst>
            </p:cNvPr>
            <p:cNvSpPr>
              <a:spLocks noGrp="1"/>
            </p:cNvSpPr>
            <p:nvPr/>
          </p:nvSpPr>
          <p:spPr>
            <a:xfrm>
              <a:off x="1128631" y="5518656"/>
              <a:ext cx="11261" cy="46805"/>
            </a:xfrm>
            <a:custGeom>
              <a:avLst/>
              <a:gdLst/>
              <a:ahLst/>
              <a:cxnLst/>
              <a:rect l="0" t="0" r="0" b="0"/>
              <a:pathLst>
                <a:path w="11261" h="46805">
                  <a:moveTo>
                    <a:pt x="0" y="0"/>
                  </a:moveTo>
                  <a:lnTo>
                    <a:pt x="11261" y="46805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7" name="Input_receptor__1156">
              <a:extLst>
                <a:ext uri="{FF2B5EF4-FFF2-40B4-BE49-F238E27FC236}">
                  <a16:creationId xmlns:a16="http://schemas.microsoft.com/office/drawing/2014/main" id="{B8CCA487-B102-5537-0832-32CBAE77555E}"/>
                </a:ext>
              </a:extLst>
            </p:cNvPr>
            <p:cNvSpPr>
              <a:spLocks noGrp="1"/>
            </p:cNvSpPr>
            <p:nvPr/>
          </p:nvSpPr>
          <p:spPr>
            <a:xfrm>
              <a:off x="963383" y="4922702"/>
              <a:ext cx="17021" cy="45112"/>
            </a:xfrm>
            <a:custGeom>
              <a:avLst/>
              <a:gdLst/>
              <a:ahLst/>
              <a:cxnLst/>
              <a:rect l="0" t="0" r="0" b="0"/>
              <a:pathLst>
                <a:path w="17021" h="45112">
                  <a:moveTo>
                    <a:pt x="17021" y="0"/>
                  </a:moveTo>
                  <a:lnTo>
                    <a:pt x="0" y="45112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58" name="Input_receptor__1157">
              <a:extLst>
                <a:ext uri="{FF2B5EF4-FFF2-40B4-BE49-F238E27FC236}">
                  <a16:creationId xmlns:a16="http://schemas.microsoft.com/office/drawing/2014/main" id="{A618079B-0489-90B9-6830-CB42F3922CBF}"/>
                </a:ext>
              </a:extLst>
            </p:cNvPr>
            <p:cNvSpPr>
              <a:spLocks noGrp="1"/>
            </p:cNvSpPr>
            <p:nvPr/>
          </p:nvSpPr>
          <p:spPr>
            <a:xfrm>
              <a:off x="1188562" y="4839908"/>
              <a:ext cx="47209" cy="3854"/>
            </a:xfrm>
            <a:custGeom>
              <a:avLst/>
              <a:gdLst/>
              <a:ahLst/>
              <a:cxnLst/>
              <a:rect l="0" t="0" r="0" b="0"/>
              <a:pathLst>
                <a:path w="47209" h="3854">
                  <a:moveTo>
                    <a:pt x="47209" y="38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59" name="Input_receptor__1158">
              <a:extLst>
                <a:ext uri="{FF2B5EF4-FFF2-40B4-BE49-F238E27FC236}">
                  <a16:creationId xmlns:a16="http://schemas.microsoft.com/office/drawing/2014/main" id="{56E924A7-6939-F11E-62BC-57DE58230CA8}"/>
                </a:ext>
              </a:extLst>
            </p:cNvPr>
            <p:cNvSpPr>
              <a:spLocks noGrp="1"/>
            </p:cNvSpPr>
            <p:nvPr/>
          </p:nvSpPr>
          <p:spPr>
            <a:xfrm>
              <a:off x="1258257" y="4482994"/>
              <a:ext cx="3975" cy="4477"/>
            </a:xfrm>
            <a:custGeom>
              <a:avLst/>
              <a:gdLst/>
              <a:ahLst/>
              <a:cxnLst/>
              <a:rect l="0" t="0" r="0" b="0"/>
              <a:pathLst>
                <a:path w="3975" h="4477">
                  <a:moveTo>
                    <a:pt x="0" y="0"/>
                  </a:moveTo>
                  <a:lnTo>
                    <a:pt x="3975" y="4477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0" name="Input_receptor__1159">
              <a:extLst>
                <a:ext uri="{FF2B5EF4-FFF2-40B4-BE49-F238E27FC236}">
                  <a16:creationId xmlns:a16="http://schemas.microsoft.com/office/drawing/2014/main" id="{F5C7C686-A4FB-35CE-D6C0-55F74DF7612E}"/>
                </a:ext>
              </a:extLst>
            </p:cNvPr>
            <p:cNvSpPr>
              <a:spLocks noGrp="1"/>
            </p:cNvSpPr>
            <p:nvPr/>
          </p:nvSpPr>
          <p:spPr>
            <a:xfrm>
              <a:off x="1620211" y="4258404"/>
              <a:ext cx="4437" cy="43453"/>
            </a:xfrm>
            <a:custGeom>
              <a:avLst/>
              <a:gdLst/>
              <a:ahLst/>
              <a:cxnLst/>
              <a:rect l="0" t="0" r="0" b="0"/>
              <a:pathLst>
                <a:path w="4437" h="43453">
                  <a:moveTo>
                    <a:pt x="4437" y="434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1" name="Input_receptor__1160">
              <a:extLst>
                <a:ext uri="{FF2B5EF4-FFF2-40B4-BE49-F238E27FC236}">
                  <a16:creationId xmlns:a16="http://schemas.microsoft.com/office/drawing/2014/main" id="{64DEF7AA-A7D4-EAA8-3733-BA4486EBA016}"/>
                </a:ext>
              </a:extLst>
            </p:cNvPr>
            <p:cNvSpPr>
              <a:spLocks noGrp="1"/>
            </p:cNvSpPr>
            <p:nvPr/>
          </p:nvSpPr>
          <p:spPr>
            <a:xfrm>
              <a:off x="1453954" y="4430776"/>
              <a:ext cx="14517" cy="12951"/>
            </a:xfrm>
            <a:custGeom>
              <a:avLst/>
              <a:gdLst/>
              <a:ahLst/>
              <a:cxnLst/>
              <a:rect l="0" t="0" r="0" b="0"/>
              <a:pathLst>
                <a:path w="14517" h="12951">
                  <a:moveTo>
                    <a:pt x="0" y="0"/>
                  </a:moveTo>
                  <a:lnTo>
                    <a:pt x="14517" y="12951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2" name="Input_receptor__1161">
              <a:extLst>
                <a:ext uri="{FF2B5EF4-FFF2-40B4-BE49-F238E27FC236}">
                  <a16:creationId xmlns:a16="http://schemas.microsoft.com/office/drawing/2014/main" id="{3F91001B-E0FA-EE62-5C79-6146B7853BEF}"/>
                </a:ext>
              </a:extLst>
            </p:cNvPr>
            <p:cNvSpPr>
              <a:spLocks noGrp="1"/>
            </p:cNvSpPr>
            <p:nvPr/>
          </p:nvSpPr>
          <p:spPr>
            <a:xfrm>
              <a:off x="1508540" y="4538562"/>
              <a:ext cx="32400" cy="12003"/>
            </a:xfrm>
            <a:custGeom>
              <a:avLst/>
              <a:gdLst/>
              <a:ahLst/>
              <a:cxnLst/>
              <a:rect l="0" t="0" r="0" b="0"/>
              <a:pathLst>
                <a:path w="32400" h="12003">
                  <a:moveTo>
                    <a:pt x="0" y="0"/>
                  </a:moveTo>
                  <a:lnTo>
                    <a:pt x="32400" y="12003"/>
                  </a:lnTo>
                </a:path>
              </a:pathLst>
            </a:custGeom>
            <a:noFill/>
            <a:ln w="8096">
              <a:solidFill>
                <a:srgbClr val="8E9EAB"/>
              </a:solidFill>
            </a:ln>
          </p:spPr>
        </p:sp>
        <p:sp>
          <p:nvSpPr>
            <p:cNvPr id="1163" name="Input_receptor__1162">
              <a:extLst>
                <a:ext uri="{FF2B5EF4-FFF2-40B4-BE49-F238E27FC236}">
                  <a16:creationId xmlns:a16="http://schemas.microsoft.com/office/drawing/2014/main" id="{74D0CE19-EADD-3001-4153-762A4E332A62}"/>
                </a:ext>
              </a:extLst>
            </p:cNvPr>
            <p:cNvSpPr>
              <a:spLocks noGrp="1"/>
            </p:cNvSpPr>
            <p:nvPr/>
          </p:nvSpPr>
          <p:spPr>
            <a:xfrm>
              <a:off x="1468371" y="4188433"/>
              <a:ext cx="33749" cy="33301"/>
            </a:xfrm>
            <a:custGeom>
              <a:avLst/>
              <a:gdLst/>
              <a:ahLst/>
              <a:cxnLst/>
              <a:rect l="0" t="0" r="0" b="0"/>
              <a:pathLst>
                <a:path w="33749" h="33301">
                  <a:moveTo>
                    <a:pt x="33749" y="33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4" name="Input_receptor__1163">
              <a:extLst>
                <a:ext uri="{FF2B5EF4-FFF2-40B4-BE49-F238E27FC236}">
                  <a16:creationId xmlns:a16="http://schemas.microsoft.com/office/drawing/2014/main" id="{8D35F56F-444C-D63C-4F5C-01D50507661F}"/>
                </a:ext>
              </a:extLst>
            </p:cNvPr>
            <p:cNvSpPr>
              <a:spLocks noGrp="1"/>
            </p:cNvSpPr>
            <p:nvPr/>
          </p:nvSpPr>
          <p:spPr>
            <a:xfrm>
              <a:off x="1036969" y="5034697"/>
              <a:ext cx="46109" cy="13474"/>
            </a:xfrm>
            <a:custGeom>
              <a:avLst/>
              <a:gdLst/>
              <a:ahLst/>
              <a:cxnLst/>
              <a:rect l="0" t="0" r="0" b="0"/>
              <a:pathLst>
                <a:path w="46109" h="13474">
                  <a:moveTo>
                    <a:pt x="0" y="0"/>
                  </a:moveTo>
                  <a:lnTo>
                    <a:pt x="46109" y="13474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5" name="Input_receptor__1164">
              <a:extLst>
                <a:ext uri="{FF2B5EF4-FFF2-40B4-BE49-F238E27FC236}">
                  <a16:creationId xmlns:a16="http://schemas.microsoft.com/office/drawing/2014/main" id="{07E320E9-EB39-4889-ED8C-F65DB50BB18C}"/>
                </a:ext>
              </a:extLst>
            </p:cNvPr>
            <p:cNvSpPr>
              <a:spLocks noGrp="1"/>
            </p:cNvSpPr>
            <p:nvPr/>
          </p:nvSpPr>
          <p:spPr>
            <a:xfrm>
              <a:off x="1076064" y="5529756"/>
              <a:ext cx="7455" cy="32253"/>
            </a:xfrm>
            <a:custGeom>
              <a:avLst/>
              <a:gdLst/>
              <a:ahLst/>
              <a:cxnLst/>
              <a:rect l="0" t="0" r="0" b="0"/>
              <a:pathLst>
                <a:path w="7455" h="32253">
                  <a:moveTo>
                    <a:pt x="0" y="32253"/>
                  </a:moveTo>
                  <a:lnTo>
                    <a:pt x="7455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6" name="Input_receptor__1165">
              <a:extLst>
                <a:ext uri="{FF2B5EF4-FFF2-40B4-BE49-F238E27FC236}">
                  <a16:creationId xmlns:a16="http://schemas.microsoft.com/office/drawing/2014/main" id="{3614A127-5C5F-ED8C-FFA5-577B6AB50CEF}"/>
                </a:ext>
              </a:extLst>
            </p:cNvPr>
            <p:cNvSpPr>
              <a:spLocks noGrp="1"/>
            </p:cNvSpPr>
            <p:nvPr/>
          </p:nvSpPr>
          <p:spPr>
            <a:xfrm>
              <a:off x="1482578" y="4658425"/>
              <a:ext cx="38070" cy="9192"/>
            </a:xfrm>
            <a:custGeom>
              <a:avLst/>
              <a:gdLst/>
              <a:ahLst/>
              <a:cxnLst/>
              <a:rect l="0" t="0" r="0" b="0"/>
              <a:pathLst>
                <a:path w="38070" h="9192">
                  <a:moveTo>
                    <a:pt x="0" y="0"/>
                  </a:moveTo>
                  <a:lnTo>
                    <a:pt x="38070" y="9192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7" name="Input_receptor__1166">
              <a:extLst>
                <a:ext uri="{FF2B5EF4-FFF2-40B4-BE49-F238E27FC236}">
                  <a16:creationId xmlns:a16="http://schemas.microsoft.com/office/drawing/2014/main" id="{6573744B-E2A2-CF42-948F-9690E8F175D0}"/>
                </a:ext>
              </a:extLst>
            </p:cNvPr>
            <p:cNvSpPr>
              <a:spLocks noGrp="1"/>
            </p:cNvSpPr>
            <p:nvPr/>
          </p:nvSpPr>
          <p:spPr>
            <a:xfrm>
              <a:off x="1221639" y="4917600"/>
              <a:ext cx="47558" cy="2022"/>
            </a:xfrm>
            <a:custGeom>
              <a:avLst/>
              <a:gdLst/>
              <a:ahLst/>
              <a:cxnLst/>
              <a:rect l="0" t="0" r="0" b="0"/>
              <a:pathLst>
                <a:path w="47558" h="2022">
                  <a:moveTo>
                    <a:pt x="0" y="2022"/>
                  </a:moveTo>
                  <a:lnTo>
                    <a:pt x="47558" y="0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8" name="Input_receptor__1167">
              <a:extLst>
                <a:ext uri="{FF2B5EF4-FFF2-40B4-BE49-F238E27FC236}">
                  <a16:creationId xmlns:a16="http://schemas.microsoft.com/office/drawing/2014/main" id="{8494263E-26DB-3428-3AAA-E9E61F5CFD28}"/>
                </a:ext>
              </a:extLst>
            </p:cNvPr>
            <p:cNvSpPr>
              <a:spLocks noGrp="1"/>
            </p:cNvSpPr>
            <p:nvPr/>
          </p:nvSpPr>
          <p:spPr>
            <a:xfrm>
              <a:off x="1135546" y="5271018"/>
              <a:ext cx="32564" cy="34476"/>
            </a:xfrm>
            <a:custGeom>
              <a:avLst/>
              <a:gdLst/>
              <a:ahLst/>
              <a:cxnLst/>
              <a:rect l="0" t="0" r="0" b="0"/>
              <a:pathLst>
                <a:path w="32564" h="34476">
                  <a:moveTo>
                    <a:pt x="0" y="0"/>
                  </a:moveTo>
                  <a:lnTo>
                    <a:pt x="32564" y="34476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69" name="Input_receptor__1168">
              <a:extLst>
                <a:ext uri="{FF2B5EF4-FFF2-40B4-BE49-F238E27FC236}">
                  <a16:creationId xmlns:a16="http://schemas.microsoft.com/office/drawing/2014/main" id="{FE23F08B-1104-E9F1-8017-0806A6E8DBA1}"/>
                </a:ext>
              </a:extLst>
            </p:cNvPr>
            <p:cNvSpPr>
              <a:spLocks noGrp="1"/>
            </p:cNvSpPr>
            <p:nvPr/>
          </p:nvSpPr>
          <p:spPr>
            <a:xfrm>
              <a:off x="1470328" y="4780536"/>
              <a:ext cx="18683" cy="484"/>
            </a:xfrm>
            <a:custGeom>
              <a:avLst/>
              <a:gdLst/>
              <a:ahLst/>
              <a:cxnLst/>
              <a:rect l="0" t="0" r="0" b="0"/>
              <a:pathLst>
                <a:path w="18683" h="484">
                  <a:moveTo>
                    <a:pt x="0" y="0"/>
                  </a:moveTo>
                  <a:lnTo>
                    <a:pt x="18683" y="484"/>
                  </a:lnTo>
                </a:path>
              </a:pathLst>
            </a:custGeom>
            <a:noFill/>
            <a:ln w="20003">
              <a:solidFill>
                <a:srgbClr val="8E9EAB"/>
              </a:solidFill>
            </a:ln>
          </p:spPr>
        </p:sp>
        <p:sp>
          <p:nvSpPr>
            <p:cNvPr id="1170" name="Input_receptor__1169">
              <a:extLst>
                <a:ext uri="{FF2B5EF4-FFF2-40B4-BE49-F238E27FC236}">
                  <a16:creationId xmlns:a16="http://schemas.microsoft.com/office/drawing/2014/main" id="{F7484463-8368-31A7-19B7-D5960675C5AA}"/>
                </a:ext>
              </a:extLst>
            </p:cNvPr>
            <p:cNvSpPr>
              <a:spLocks noGrp="1"/>
            </p:cNvSpPr>
            <p:nvPr/>
          </p:nvSpPr>
          <p:spPr>
            <a:xfrm>
              <a:off x="1063660" y="4863973"/>
              <a:ext cx="22190" cy="2023"/>
            </a:xfrm>
            <a:custGeom>
              <a:avLst/>
              <a:gdLst/>
              <a:ahLst/>
              <a:cxnLst/>
              <a:rect l="0" t="0" r="0" b="0"/>
              <a:pathLst>
                <a:path w="22190" h="2023">
                  <a:moveTo>
                    <a:pt x="22190" y="0"/>
                  </a:moveTo>
                  <a:lnTo>
                    <a:pt x="0" y="2023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1" name="Input_receptor__1170">
              <a:extLst>
                <a:ext uri="{FF2B5EF4-FFF2-40B4-BE49-F238E27FC236}">
                  <a16:creationId xmlns:a16="http://schemas.microsoft.com/office/drawing/2014/main" id="{0394BE97-AF42-0CBC-5F77-F1977249CCB0}"/>
                </a:ext>
              </a:extLst>
            </p:cNvPr>
            <p:cNvSpPr>
              <a:spLocks noGrp="1"/>
            </p:cNvSpPr>
            <p:nvPr/>
          </p:nvSpPr>
          <p:spPr>
            <a:xfrm>
              <a:off x="1096094" y="4413287"/>
              <a:ext cx="45936" cy="9488"/>
            </a:xfrm>
            <a:custGeom>
              <a:avLst/>
              <a:gdLst/>
              <a:ahLst/>
              <a:cxnLst/>
              <a:rect l="0" t="0" r="0" b="0"/>
              <a:pathLst>
                <a:path w="45936" h="9488">
                  <a:moveTo>
                    <a:pt x="0" y="9488"/>
                  </a:moveTo>
                  <a:lnTo>
                    <a:pt x="45936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2" name="Input_receptor__1171">
              <a:extLst>
                <a:ext uri="{FF2B5EF4-FFF2-40B4-BE49-F238E27FC236}">
                  <a16:creationId xmlns:a16="http://schemas.microsoft.com/office/drawing/2014/main" id="{E474FADA-EC56-192A-BFA5-034587B164B4}"/>
                </a:ext>
              </a:extLst>
            </p:cNvPr>
            <p:cNvSpPr>
              <a:spLocks noGrp="1"/>
            </p:cNvSpPr>
            <p:nvPr/>
          </p:nvSpPr>
          <p:spPr>
            <a:xfrm>
              <a:off x="1128372" y="5224231"/>
              <a:ext cx="7173" cy="46786"/>
            </a:xfrm>
            <a:custGeom>
              <a:avLst/>
              <a:gdLst/>
              <a:ahLst/>
              <a:cxnLst/>
              <a:rect l="0" t="0" r="0" b="0"/>
              <a:pathLst>
                <a:path w="7173" h="46786">
                  <a:moveTo>
                    <a:pt x="0" y="0"/>
                  </a:moveTo>
                  <a:lnTo>
                    <a:pt x="7173" y="46786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3" name="Input_receptor__1172">
              <a:extLst>
                <a:ext uri="{FF2B5EF4-FFF2-40B4-BE49-F238E27FC236}">
                  <a16:creationId xmlns:a16="http://schemas.microsoft.com/office/drawing/2014/main" id="{0B165178-90BC-9C68-67FB-474CF971CC17}"/>
                </a:ext>
              </a:extLst>
            </p:cNvPr>
            <p:cNvSpPr>
              <a:spLocks noGrp="1"/>
            </p:cNvSpPr>
            <p:nvPr/>
          </p:nvSpPr>
          <p:spPr>
            <a:xfrm>
              <a:off x="1427035" y="5063040"/>
              <a:ext cx="31099" cy="18344"/>
            </a:xfrm>
            <a:custGeom>
              <a:avLst/>
              <a:gdLst/>
              <a:ahLst/>
              <a:cxnLst/>
              <a:rect l="0" t="0" r="0" b="0"/>
              <a:pathLst>
                <a:path w="31099" h="18344">
                  <a:moveTo>
                    <a:pt x="0" y="18344"/>
                  </a:moveTo>
                  <a:lnTo>
                    <a:pt x="31099" y="0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4" name="Input_receptor__1173">
              <a:extLst>
                <a:ext uri="{FF2B5EF4-FFF2-40B4-BE49-F238E27FC236}">
                  <a16:creationId xmlns:a16="http://schemas.microsoft.com/office/drawing/2014/main" id="{3CD7538A-3578-1404-4C0C-7D698226C663}"/>
                </a:ext>
              </a:extLst>
            </p:cNvPr>
            <p:cNvSpPr>
              <a:spLocks noGrp="1"/>
            </p:cNvSpPr>
            <p:nvPr/>
          </p:nvSpPr>
          <p:spPr>
            <a:xfrm>
              <a:off x="1077827" y="5406332"/>
              <a:ext cx="10341" cy="21286"/>
            </a:xfrm>
            <a:custGeom>
              <a:avLst/>
              <a:gdLst/>
              <a:ahLst/>
              <a:cxnLst/>
              <a:rect l="0" t="0" r="0" b="0"/>
              <a:pathLst>
                <a:path w="10341" h="21286">
                  <a:moveTo>
                    <a:pt x="10341" y="0"/>
                  </a:moveTo>
                  <a:lnTo>
                    <a:pt x="0" y="21286"/>
                  </a:lnTo>
                </a:path>
              </a:pathLst>
            </a:custGeom>
            <a:noFill/>
            <a:ln w="8096">
              <a:solidFill>
                <a:srgbClr val="8E9EAC"/>
              </a:solidFill>
            </a:ln>
          </p:spPr>
        </p:sp>
        <p:sp>
          <p:nvSpPr>
            <p:cNvPr id="1175" name="Input_receptor__1174">
              <a:extLst>
                <a:ext uri="{FF2B5EF4-FFF2-40B4-BE49-F238E27FC236}">
                  <a16:creationId xmlns:a16="http://schemas.microsoft.com/office/drawing/2014/main" id="{7B2BE697-4E40-E42E-50D7-14D647DDD0EC}"/>
                </a:ext>
              </a:extLst>
            </p:cNvPr>
            <p:cNvSpPr>
              <a:spLocks noGrp="1"/>
            </p:cNvSpPr>
            <p:nvPr/>
          </p:nvSpPr>
          <p:spPr>
            <a:xfrm>
              <a:off x="1137107" y="5363705"/>
              <a:ext cx="46217" cy="10727"/>
            </a:xfrm>
            <a:custGeom>
              <a:avLst/>
              <a:gdLst/>
              <a:ahLst/>
              <a:cxnLst/>
              <a:rect l="0" t="0" r="0" b="0"/>
              <a:pathLst>
                <a:path w="46217" h="10727">
                  <a:moveTo>
                    <a:pt x="46217" y="10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6" name="Input_receptor__1175">
              <a:extLst>
                <a:ext uri="{FF2B5EF4-FFF2-40B4-BE49-F238E27FC236}">
                  <a16:creationId xmlns:a16="http://schemas.microsoft.com/office/drawing/2014/main" id="{CDE2950C-C85E-F85E-CA10-F6D434310E0B}"/>
                </a:ext>
              </a:extLst>
            </p:cNvPr>
            <p:cNvSpPr>
              <a:spLocks noGrp="1"/>
            </p:cNvSpPr>
            <p:nvPr/>
          </p:nvSpPr>
          <p:spPr>
            <a:xfrm>
              <a:off x="1398206" y="4645163"/>
              <a:ext cx="41618" cy="16312"/>
            </a:xfrm>
            <a:custGeom>
              <a:avLst/>
              <a:gdLst/>
              <a:ahLst/>
              <a:cxnLst/>
              <a:rect l="0" t="0" r="0" b="0"/>
              <a:pathLst>
                <a:path w="41618" h="16312">
                  <a:moveTo>
                    <a:pt x="0" y="0"/>
                  </a:moveTo>
                  <a:lnTo>
                    <a:pt x="41618" y="16312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7" name="Input_receptor__1176">
              <a:extLst>
                <a:ext uri="{FF2B5EF4-FFF2-40B4-BE49-F238E27FC236}">
                  <a16:creationId xmlns:a16="http://schemas.microsoft.com/office/drawing/2014/main" id="{E10471DF-F264-6B61-3AA9-E891D299A1CE}"/>
                </a:ext>
              </a:extLst>
            </p:cNvPr>
            <p:cNvSpPr>
              <a:spLocks noGrp="1"/>
            </p:cNvSpPr>
            <p:nvPr/>
          </p:nvSpPr>
          <p:spPr>
            <a:xfrm>
              <a:off x="1671219" y="4778602"/>
              <a:ext cx="3102" cy="26735"/>
            </a:xfrm>
            <a:custGeom>
              <a:avLst/>
              <a:gdLst/>
              <a:ahLst/>
              <a:cxnLst/>
              <a:rect l="0" t="0" r="0" b="0"/>
              <a:pathLst>
                <a:path w="3102" h="26735">
                  <a:moveTo>
                    <a:pt x="3102" y="26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EAC"/>
              </a:solidFill>
            </a:ln>
          </p:spPr>
        </p:sp>
        <p:sp>
          <p:nvSpPr>
            <p:cNvPr id="1178" name="Input_receptor__1177">
              <a:extLst>
                <a:ext uri="{FF2B5EF4-FFF2-40B4-BE49-F238E27FC236}">
                  <a16:creationId xmlns:a16="http://schemas.microsoft.com/office/drawing/2014/main" id="{12632BC4-00F5-A938-043F-A7C8974A2A88}"/>
                </a:ext>
              </a:extLst>
            </p:cNvPr>
            <p:cNvSpPr>
              <a:spLocks noGrp="1"/>
            </p:cNvSpPr>
            <p:nvPr/>
          </p:nvSpPr>
          <p:spPr>
            <a:xfrm>
              <a:off x="1476830" y="4717989"/>
              <a:ext cx="28198" cy="7403"/>
            </a:xfrm>
            <a:custGeom>
              <a:avLst/>
              <a:gdLst/>
              <a:ahLst/>
              <a:cxnLst/>
              <a:rect l="0" t="0" r="0" b="0"/>
              <a:pathLst>
                <a:path w="28198" h="7403">
                  <a:moveTo>
                    <a:pt x="0" y="0"/>
                  </a:moveTo>
                  <a:lnTo>
                    <a:pt x="28198" y="7403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79" name="Input_receptor__1178">
              <a:extLst>
                <a:ext uri="{FF2B5EF4-FFF2-40B4-BE49-F238E27FC236}">
                  <a16:creationId xmlns:a16="http://schemas.microsoft.com/office/drawing/2014/main" id="{28B08DE4-3FBC-4862-3193-E079D33629AB}"/>
                </a:ext>
              </a:extLst>
            </p:cNvPr>
            <p:cNvSpPr>
              <a:spLocks noGrp="1"/>
            </p:cNvSpPr>
            <p:nvPr/>
          </p:nvSpPr>
          <p:spPr>
            <a:xfrm>
              <a:off x="1552508" y="5200347"/>
              <a:ext cx="20151" cy="38639"/>
            </a:xfrm>
            <a:custGeom>
              <a:avLst/>
              <a:gdLst/>
              <a:ahLst/>
              <a:cxnLst/>
              <a:rect l="0" t="0" r="0" b="0"/>
              <a:pathLst>
                <a:path w="20151" h="38639">
                  <a:moveTo>
                    <a:pt x="20151" y="0"/>
                  </a:moveTo>
                  <a:lnTo>
                    <a:pt x="0" y="38639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0" name="Input_receptor__1179">
              <a:extLst>
                <a:ext uri="{FF2B5EF4-FFF2-40B4-BE49-F238E27FC236}">
                  <a16:creationId xmlns:a16="http://schemas.microsoft.com/office/drawing/2014/main" id="{AE191675-054B-EB7E-6159-6C529EB53AC7}"/>
                </a:ext>
              </a:extLst>
            </p:cNvPr>
            <p:cNvSpPr>
              <a:spLocks noGrp="1"/>
            </p:cNvSpPr>
            <p:nvPr/>
          </p:nvSpPr>
          <p:spPr>
            <a:xfrm>
              <a:off x="937164" y="4902483"/>
              <a:ext cx="43240" cy="20219"/>
            </a:xfrm>
            <a:custGeom>
              <a:avLst/>
              <a:gdLst/>
              <a:ahLst/>
              <a:cxnLst/>
              <a:rect l="0" t="0" r="0" b="0"/>
              <a:pathLst>
                <a:path w="43240" h="20219">
                  <a:moveTo>
                    <a:pt x="0" y="0"/>
                  </a:moveTo>
                  <a:lnTo>
                    <a:pt x="43240" y="20219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1" name="Input_receptor__1180">
              <a:extLst>
                <a:ext uri="{FF2B5EF4-FFF2-40B4-BE49-F238E27FC236}">
                  <a16:creationId xmlns:a16="http://schemas.microsoft.com/office/drawing/2014/main" id="{EF97F62D-65ED-018D-9724-63B4B550E968}"/>
                </a:ext>
              </a:extLst>
            </p:cNvPr>
            <p:cNvSpPr>
              <a:spLocks noGrp="1"/>
            </p:cNvSpPr>
            <p:nvPr/>
          </p:nvSpPr>
          <p:spPr>
            <a:xfrm>
              <a:off x="983199" y="5070960"/>
              <a:ext cx="10225" cy="16326"/>
            </a:xfrm>
            <a:custGeom>
              <a:avLst/>
              <a:gdLst/>
              <a:ahLst/>
              <a:cxnLst/>
              <a:rect l="0" t="0" r="0" b="0"/>
              <a:pathLst>
                <a:path w="10225" h="16326">
                  <a:moveTo>
                    <a:pt x="0" y="0"/>
                  </a:moveTo>
                  <a:lnTo>
                    <a:pt x="10225" y="1632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2" name="Input_receptor__1181">
              <a:extLst>
                <a:ext uri="{FF2B5EF4-FFF2-40B4-BE49-F238E27FC236}">
                  <a16:creationId xmlns:a16="http://schemas.microsoft.com/office/drawing/2014/main" id="{55B29D07-883B-40F3-7CE4-573A398EADAB}"/>
                </a:ext>
              </a:extLst>
            </p:cNvPr>
            <p:cNvSpPr>
              <a:spLocks noGrp="1"/>
            </p:cNvSpPr>
            <p:nvPr/>
          </p:nvSpPr>
          <p:spPr>
            <a:xfrm>
              <a:off x="1439825" y="4658425"/>
              <a:ext cx="42753" cy="3050"/>
            </a:xfrm>
            <a:custGeom>
              <a:avLst/>
              <a:gdLst/>
              <a:ahLst/>
              <a:cxnLst/>
              <a:rect l="0" t="0" r="0" b="0"/>
              <a:pathLst>
                <a:path w="42753" h="3050">
                  <a:moveTo>
                    <a:pt x="0" y="3050"/>
                  </a:moveTo>
                  <a:lnTo>
                    <a:pt x="42753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3" name="Input_receptor__1182">
              <a:extLst>
                <a:ext uri="{FF2B5EF4-FFF2-40B4-BE49-F238E27FC236}">
                  <a16:creationId xmlns:a16="http://schemas.microsoft.com/office/drawing/2014/main" id="{FC4A02FD-3DE4-36A5-A836-937D620C188B}"/>
                </a:ext>
              </a:extLst>
            </p:cNvPr>
            <p:cNvSpPr>
              <a:spLocks noGrp="1"/>
            </p:cNvSpPr>
            <p:nvPr/>
          </p:nvSpPr>
          <p:spPr>
            <a:xfrm>
              <a:off x="1352609" y="4645163"/>
              <a:ext cx="45598" cy="8221"/>
            </a:xfrm>
            <a:custGeom>
              <a:avLst/>
              <a:gdLst/>
              <a:ahLst/>
              <a:cxnLst/>
              <a:rect l="0" t="0" r="0" b="0"/>
              <a:pathLst>
                <a:path w="45598" h="8221">
                  <a:moveTo>
                    <a:pt x="0" y="8221"/>
                  </a:moveTo>
                  <a:lnTo>
                    <a:pt x="4559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4" name="Input_receptor__1183">
              <a:extLst>
                <a:ext uri="{FF2B5EF4-FFF2-40B4-BE49-F238E27FC236}">
                  <a16:creationId xmlns:a16="http://schemas.microsoft.com/office/drawing/2014/main" id="{FF3E4C4C-94D2-D1A4-70A4-E89E52DF2E41}"/>
                </a:ext>
              </a:extLst>
            </p:cNvPr>
            <p:cNvSpPr>
              <a:spLocks noGrp="1"/>
            </p:cNvSpPr>
            <p:nvPr/>
          </p:nvSpPr>
          <p:spPr>
            <a:xfrm>
              <a:off x="1051954" y="4528584"/>
              <a:ext cx="16741" cy="19566"/>
            </a:xfrm>
            <a:custGeom>
              <a:avLst/>
              <a:gdLst/>
              <a:ahLst/>
              <a:cxnLst/>
              <a:rect l="0" t="0" r="0" b="0"/>
              <a:pathLst>
                <a:path w="16741" h="19566">
                  <a:moveTo>
                    <a:pt x="0" y="19566"/>
                  </a:moveTo>
                  <a:lnTo>
                    <a:pt x="16741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5" name="Input_receptor__1184">
              <a:extLst>
                <a:ext uri="{FF2B5EF4-FFF2-40B4-BE49-F238E27FC236}">
                  <a16:creationId xmlns:a16="http://schemas.microsoft.com/office/drawing/2014/main" id="{290FA88A-52A6-CF75-17D1-3F671003B727}"/>
                </a:ext>
              </a:extLst>
            </p:cNvPr>
            <p:cNvSpPr>
              <a:spLocks noGrp="1"/>
            </p:cNvSpPr>
            <p:nvPr/>
          </p:nvSpPr>
          <p:spPr>
            <a:xfrm>
              <a:off x="1008975" y="5527485"/>
              <a:ext cx="20507" cy="23713"/>
            </a:xfrm>
            <a:custGeom>
              <a:avLst/>
              <a:gdLst/>
              <a:ahLst/>
              <a:cxnLst/>
              <a:rect l="0" t="0" r="0" b="0"/>
              <a:pathLst>
                <a:path w="20507" h="23713">
                  <a:moveTo>
                    <a:pt x="0" y="0"/>
                  </a:moveTo>
                  <a:lnTo>
                    <a:pt x="20507" y="23713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86" name="Input_receptor__1185">
              <a:extLst>
                <a:ext uri="{FF2B5EF4-FFF2-40B4-BE49-F238E27FC236}">
                  <a16:creationId xmlns:a16="http://schemas.microsoft.com/office/drawing/2014/main" id="{E867DD5A-99FF-04C8-BB7B-96D2E71AC17D}"/>
                </a:ext>
              </a:extLst>
            </p:cNvPr>
            <p:cNvSpPr>
              <a:spLocks noGrp="1"/>
            </p:cNvSpPr>
            <p:nvPr/>
          </p:nvSpPr>
          <p:spPr>
            <a:xfrm>
              <a:off x="1512582" y="5182217"/>
              <a:ext cx="103" cy="8642"/>
            </a:xfrm>
            <a:custGeom>
              <a:avLst/>
              <a:gdLst/>
              <a:ahLst/>
              <a:cxnLst/>
              <a:rect l="0" t="0" r="0" b="0"/>
              <a:pathLst>
                <a:path w="103" h="8642">
                  <a:moveTo>
                    <a:pt x="103" y="0"/>
                  </a:moveTo>
                  <a:lnTo>
                    <a:pt x="0" y="8642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7" name="Input_receptor__1186">
              <a:extLst>
                <a:ext uri="{FF2B5EF4-FFF2-40B4-BE49-F238E27FC236}">
                  <a16:creationId xmlns:a16="http://schemas.microsoft.com/office/drawing/2014/main" id="{151613DB-4326-B04A-62CC-B151E94DADE9}"/>
                </a:ext>
              </a:extLst>
            </p:cNvPr>
            <p:cNvSpPr>
              <a:spLocks noGrp="1"/>
            </p:cNvSpPr>
            <p:nvPr/>
          </p:nvSpPr>
          <p:spPr>
            <a:xfrm>
              <a:off x="1207305" y="4512999"/>
              <a:ext cx="28538" cy="31423"/>
            </a:xfrm>
            <a:custGeom>
              <a:avLst/>
              <a:gdLst/>
              <a:ahLst/>
              <a:cxnLst/>
              <a:rect l="0" t="0" r="0" b="0"/>
              <a:pathLst>
                <a:path w="28538" h="31423">
                  <a:moveTo>
                    <a:pt x="0" y="0"/>
                  </a:moveTo>
                  <a:lnTo>
                    <a:pt x="28538" y="31423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8" name="Input_receptor__1187">
              <a:extLst>
                <a:ext uri="{FF2B5EF4-FFF2-40B4-BE49-F238E27FC236}">
                  <a16:creationId xmlns:a16="http://schemas.microsoft.com/office/drawing/2014/main" id="{38AEE742-7772-DFFF-7B2E-934FC74198C8}"/>
                </a:ext>
              </a:extLst>
            </p:cNvPr>
            <p:cNvSpPr>
              <a:spLocks noGrp="1"/>
            </p:cNvSpPr>
            <p:nvPr/>
          </p:nvSpPr>
          <p:spPr>
            <a:xfrm>
              <a:off x="1080930" y="4923129"/>
              <a:ext cx="9476" cy="2908"/>
            </a:xfrm>
            <a:custGeom>
              <a:avLst/>
              <a:gdLst/>
              <a:ahLst/>
              <a:cxnLst/>
              <a:rect l="0" t="0" r="0" b="0"/>
              <a:pathLst>
                <a:path w="9476" h="2908">
                  <a:moveTo>
                    <a:pt x="9476" y="2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89" name="Input_receptor__1188">
              <a:extLst>
                <a:ext uri="{FF2B5EF4-FFF2-40B4-BE49-F238E27FC236}">
                  <a16:creationId xmlns:a16="http://schemas.microsoft.com/office/drawing/2014/main" id="{6E2B6759-31D5-D7A7-0B19-2126A9600BF6}"/>
                </a:ext>
              </a:extLst>
            </p:cNvPr>
            <p:cNvSpPr>
              <a:spLocks noGrp="1"/>
            </p:cNvSpPr>
            <p:nvPr/>
          </p:nvSpPr>
          <p:spPr>
            <a:xfrm>
              <a:off x="1562255" y="4914636"/>
              <a:ext cx="23232" cy="39904"/>
            </a:xfrm>
            <a:custGeom>
              <a:avLst/>
              <a:gdLst/>
              <a:ahLst/>
              <a:cxnLst/>
              <a:rect l="0" t="0" r="0" b="0"/>
              <a:pathLst>
                <a:path w="23232" h="39904">
                  <a:moveTo>
                    <a:pt x="0" y="39904"/>
                  </a:moveTo>
                  <a:lnTo>
                    <a:pt x="23232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0" name="Input_receptor__1189">
              <a:extLst>
                <a:ext uri="{FF2B5EF4-FFF2-40B4-BE49-F238E27FC236}">
                  <a16:creationId xmlns:a16="http://schemas.microsoft.com/office/drawing/2014/main" id="{6891B86F-5B73-CAE8-A2CF-FE6A19ABD700}"/>
                </a:ext>
              </a:extLst>
            </p:cNvPr>
            <p:cNvSpPr>
              <a:spLocks noGrp="1"/>
            </p:cNvSpPr>
            <p:nvPr/>
          </p:nvSpPr>
          <p:spPr>
            <a:xfrm>
              <a:off x="1152236" y="4223767"/>
              <a:ext cx="27304" cy="38456"/>
            </a:xfrm>
            <a:custGeom>
              <a:avLst/>
              <a:gdLst/>
              <a:ahLst/>
              <a:cxnLst/>
              <a:rect l="0" t="0" r="0" b="0"/>
              <a:pathLst>
                <a:path w="27304" h="38456">
                  <a:moveTo>
                    <a:pt x="27304" y="0"/>
                  </a:moveTo>
                  <a:lnTo>
                    <a:pt x="0" y="3845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1" name="Input_receptor__1190">
              <a:extLst>
                <a:ext uri="{FF2B5EF4-FFF2-40B4-BE49-F238E27FC236}">
                  <a16:creationId xmlns:a16="http://schemas.microsoft.com/office/drawing/2014/main" id="{12429DC3-F67D-8635-56A5-CBAC65F7733D}"/>
                </a:ext>
              </a:extLst>
            </p:cNvPr>
            <p:cNvSpPr>
              <a:spLocks noGrp="1"/>
            </p:cNvSpPr>
            <p:nvPr/>
          </p:nvSpPr>
          <p:spPr>
            <a:xfrm>
              <a:off x="1652314" y="4949956"/>
              <a:ext cx="41052" cy="10932"/>
            </a:xfrm>
            <a:custGeom>
              <a:avLst/>
              <a:gdLst/>
              <a:ahLst/>
              <a:cxnLst/>
              <a:rect l="0" t="0" r="0" b="0"/>
              <a:pathLst>
                <a:path w="41052" h="10932">
                  <a:moveTo>
                    <a:pt x="41052" y="10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2" name="Input_receptor__1191">
              <a:extLst>
                <a:ext uri="{FF2B5EF4-FFF2-40B4-BE49-F238E27FC236}">
                  <a16:creationId xmlns:a16="http://schemas.microsoft.com/office/drawing/2014/main" id="{1A1C83CD-9AD7-2E89-E87C-78D77F8427C2}"/>
                </a:ext>
              </a:extLst>
            </p:cNvPr>
            <p:cNvSpPr>
              <a:spLocks noGrp="1"/>
            </p:cNvSpPr>
            <p:nvPr/>
          </p:nvSpPr>
          <p:spPr>
            <a:xfrm>
              <a:off x="1468371" y="4154287"/>
              <a:ext cx="32550" cy="34146"/>
            </a:xfrm>
            <a:custGeom>
              <a:avLst/>
              <a:gdLst/>
              <a:ahLst/>
              <a:cxnLst/>
              <a:rect l="0" t="0" r="0" b="0"/>
              <a:pathLst>
                <a:path w="32550" h="34146">
                  <a:moveTo>
                    <a:pt x="0" y="34146"/>
                  </a:moveTo>
                  <a:lnTo>
                    <a:pt x="3255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3" name="Input_receptor__1192">
              <a:extLst>
                <a:ext uri="{FF2B5EF4-FFF2-40B4-BE49-F238E27FC236}">
                  <a16:creationId xmlns:a16="http://schemas.microsoft.com/office/drawing/2014/main" id="{F4758E36-348D-FD21-1503-1439B10B665E}"/>
                </a:ext>
              </a:extLst>
            </p:cNvPr>
            <p:cNvSpPr>
              <a:spLocks noGrp="1"/>
            </p:cNvSpPr>
            <p:nvPr/>
          </p:nvSpPr>
          <p:spPr>
            <a:xfrm>
              <a:off x="1074539" y="4422775"/>
              <a:ext cx="21555" cy="34360"/>
            </a:xfrm>
            <a:custGeom>
              <a:avLst/>
              <a:gdLst/>
              <a:ahLst/>
              <a:cxnLst/>
              <a:rect l="0" t="0" r="0" b="0"/>
              <a:pathLst>
                <a:path w="21555" h="34360">
                  <a:moveTo>
                    <a:pt x="0" y="34360"/>
                  </a:moveTo>
                  <a:lnTo>
                    <a:pt x="21555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4" name="Input_receptor__1193">
              <a:extLst>
                <a:ext uri="{FF2B5EF4-FFF2-40B4-BE49-F238E27FC236}">
                  <a16:creationId xmlns:a16="http://schemas.microsoft.com/office/drawing/2014/main" id="{E8474A28-30C2-42CA-A907-6E1621007D7E}"/>
                </a:ext>
              </a:extLst>
            </p:cNvPr>
            <p:cNvSpPr>
              <a:spLocks noGrp="1"/>
            </p:cNvSpPr>
            <p:nvPr/>
          </p:nvSpPr>
          <p:spPr>
            <a:xfrm>
              <a:off x="916090" y="4776077"/>
              <a:ext cx="40317" cy="22099"/>
            </a:xfrm>
            <a:custGeom>
              <a:avLst/>
              <a:gdLst/>
              <a:ahLst/>
              <a:cxnLst/>
              <a:rect l="0" t="0" r="0" b="0"/>
              <a:pathLst>
                <a:path w="40317" h="22099">
                  <a:moveTo>
                    <a:pt x="40317" y="220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5" name="Input_receptor__1194">
              <a:extLst>
                <a:ext uri="{FF2B5EF4-FFF2-40B4-BE49-F238E27FC236}">
                  <a16:creationId xmlns:a16="http://schemas.microsoft.com/office/drawing/2014/main" id="{096BA1C1-FB9C-42F5-BC13-D50059860D40}"/>
                </a:ext>
              </a:extLst>
            </p:cNvPr>
            <p:cNvSpPr>
              <a:spLocks noGrp="1"/>
            </p:cNvSpPr>
            <p:nvPr/>
          </p:nvSpPr>
          <p:spPr>
            <a:xfrm>
              <a:off x="1207305" y="4479149"/>
              <a:ext cx="7561" cy="33850"/>
            </a:xfrm>
            <a:custGeom>
              <a:avLst/>
              <a:gdLst/>
              <a:ahLst/>
              <a:cxnLst/>
              <a:rect l="0" t="0" r="0" b="0"/>
              <a:pathLst>
                <a:path w="7561" h="33850">
                  <a:moveTo>
                    <a:pt x="7561" y="0"/>
                  </a:moveTo>
                  <a:lnTo>
                    <a:pt x="0" y="3385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6" name="Input_receptor__1195">
              <a:extLst>
                <a:ext uri="{FF2B5EF4-FFF2-40B4-BE49-F238E27FC236}">
                  <a16:creationId xmlns:a16="http://schemas.microsoft.com/office/drawing/2014/main" id="{6F56EAB1-0B54-5A18-B81E-7CD2516E2FB0}"/>
                </a:ext>
              </a:extLst>
            </p:cNvPr>
            <p:cNvSpPr>
              <a:spLocks noGrp="1"/>
            </p:cNvSpPr>
            <p:nvPr/>
          </p:nvSpPr>
          <p:spPr>
            <a:xfrm>
              <a:off x="1195639" y="4709358"/>
              <a:ext cx="10829" cy="31439"/>
            </a:xfrm>
            <a:custGeom>
              <a:avLst/>
              <a:gdLst/>
              <a:ahLst/>
              <a:cxnLst/>
              <a:rect l="0" t="0" r="0" b="0"/>
              <a:pathLst>
                <a:path w="10829" h="31439">
                  <a:moveTo>
                    <a:pt x="10829" y="314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197" name="Input_receptor__1196">
              <a:extLst>
                <a:ext uri="{FF2B5EF4-FFF2-40B4-BE49-F238E27FC236}">
                  <a16:creationId xmlns:a16="http://schemas.microsoft.com/office/drawing/2014/main" id="{343960B6-E205-FF1C-5542-7CFB94F35E6A}"/>
                </a:ext>
              </a:extLst>
            </p:cNvPr>
            <p:cNvSpPr>
              <a:spLocks noGrp="1"/>
            </p:cNvSpPr>
            <p:nvPr/>
          </p:nvSpPr>
          <p:spPr>
            <a:xfrm>
              <a:off x="1053444" y="4250953"/>
              <a:ext cx="15769" cy="15156"/>
            </a:xfrm>
            <a:custGeom>
              <a:avLst/>
              <a:gdLst/>
              <a:ahLst/>
              <a:cxnLst/>
              <a:rect l="0" t="0" r="0" b="0"/>
              <a:pathLst>
                <a:path w="15769" h="15156">
                  <a:moveTo>
                    <a:pt x="15769" y="0"/>
                  </a:moveTo>
                  <a:lnTo>
                    <a:pt x="0" y="1515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8" name="Input_receptor__1197">
              <a:extLst>
                <a:ext uri="{FF2B5EF4-FFF2-40B4-BE49-F238E27FC236}">
                  <a16:creationId xmlns:a16="http://schemas.microsoft.com/office/drawing/2014/main" id="{786C14FA-083F-D2EF-6D74-E6539B595DA5}"/>
                </a:ext>
              </a:extLst>
            </p:cNvPr>
            <p:cNvSpPr>
              <a:spLocks noGrp="1"/>
            </p:cNvSpPr>
            <p:nvPr/>
          </p:nvSpPr>
          <p:spPr>
            <a:xfrm>
              <a:off x="1140481" y="5077014"/>
              <a:ext cx="11024" cy="18279"/>
            </a:xfrm>
            <a:custGeom>
              <a:avLst/>
              <a:gdLst/>
              <a:ahLst/>
              <a:cxnLst/>
              <a:rect l="0" t="0" r="0" b="0"/>
              <a:pathLst>
                <a:path w="11024" h="18279">
                  <a:moveTo>
                    <a:pt x="0" y="18279"/>
                  </a:moveTo>
                  <a:lnTo>
                    <a:pt x="11024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199" name="Input_receptor__1198">
              <a:extLst>
                <a:ext uri="{FF2B5EF4-FFF2-40B4-BE49-F238E27FC236}">
                  <a16:creationId xmlns:a16="http://schemas.microsoft.com/office/drawing/2014/main" id="{8F3E1D7C-252E-080D-8CCE-8B0B435F1F32}"/>
                </a:ext>
              </a:extLst>
            </p:cNvPr>
            <p:cNvSpPr>
              <a:spLocks noGrp="1"/>
            </p:cNvSpPr>
            <p:nvPr/>
          </p:nvSpPr>
          <p:spPr>
            <a:xfrm>
              <a:off x="1776659" y="5060704"/>
              <a:ext cx="4649" cy="35961"/>
            </a:xfrm>
            <a:custGeom>
              <a:avLst/>
              <a:gdLst/>
              <a:ahLst/>
              <a:cxnLst/>
              <a:rect l="0" t="0" r="0" b="0"/>
              <a:pathLst>
                <a:path w="4649" h="35961">
                  <a:moveTo>
                    <a:pt x="4649" y="35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0" name="Input_receptor__1199">
              <a:extLst>
                <a:ext uri="{FF2B5EF4-FFF2-40B4-BE49-F238E27FC236}">
                  <a16:creationId xmlns:a16="http://schemas.microsoft.com/office/drawing/2014/main" id="{809DAC62-7E60-DA15-0F4B-A5BB1F9A4C9B}"/>
                </a:ext>
              </a:extLst>
            </p:cNvPr>
            <p:cNvSpPr>
              <a:spLocks noGrp="1"/>
            </p:cNvSpPr>
            <p:nvPr/>
          </p:nvSpPr>
          <p:spPr>
            <a:xfrm>
              <a:off x="1234181" y="4799313"/>
              <a:ext cx="1590" cy="44449"/>
            </a:xfrm>
            <a:custGeom>
              <a:avLst/>
              <a:gdLst/>
              <a:ahLst/>
              <a:cxnLst/>
              <a:rect l="0" t="0" r="0" b="0"/>
              <a:pathLst>
                <a:path w="1590" h="44449">
                  <a:moveTo>
                    <a:pt x="0" y="0"/>
                  </a:moveTo>
                  <a:lnTo>
                    <a:pt x="1590" y="44449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1" name="Input_receptor__1200">
              <a:extLst>
                <a:ext uri="{FF2B5EF4-FFF2-40B4-BE49-F238E27FC236}">
                  <a16:creationId xmlns:a16="http://schemas.microsoft.com/office/drawing/2014/main" id="{ECC45FAC-4757-AA1C-7AE5-93AE9B86A797}"/>
                </a:ext>
              </a:extLst>
            </p:cNvPr>
            <p:cNvSpPr>
              <a:spLocks noGrp="1"/>
            </p:cNvSpPr>
            <p:nvPr/>
          </p:nvSpPr>
          <p:spPr>
            <a:xfrm>
              <a:off x="1489123" y="5120119"/>
              <a:ext cx="38138" cy="16085"/>
            </a:xfrm>
            <a:custGeom>
              <a:avLst/>
              <a:gdLst/>
              <a:ahLst/>
              <a:cxnLst/>
              <a:rect l="0" t="0" r="0" b="0"/>
              <a:pathLst>
                <a:path w="38138" h="16085">
                  <a:moveTo>
                    <a:pt x="0" y="0"/>
                  </a:moveTo>
                  <a:lnTo>
                    <a:pt x="38138" y="16085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2" name="Input_receptor__1201">
              <a:extLst>
                <a:ext uri="{FF2B5EF4-FFF2-40B4-BE49-F238E27FC236}">
                  <a16:creationId xmlns:a16="http://schemas.microsoft.com/office/drawing/2014/main" id="{9C6A01DF-9AA3-E311-757B-48D38DE41417}"/>
                </a:ext>
              </a:extLst>
            </p:cNvPr>
            <p:cNvSpPr>
              <a:spLocks noGrp="1"/>
            </p:cNvSpPr>
            <p:nvPr/>
          </p:nvSpPr>
          <p:spPr>
            <a:xfrm>
              <a:off x="1450874" y="5120119"/>
              <a:ext cx="38250" cy="15017"/>
            </a:xfrm>
            <a:custGeom>
              <a:avLst/>
              <a:gdLst/>
              <a:ahLst/>
              <a:cxnLst/>
              <a:rect l="0" t="0" r="0" b="0"/>
              <a:pathLst>
                <a:path w="38250" h="15017">
                  <a:moveTo>
                    <a:pt x="0" y="15017"/>
                  </a:moveTo>
                  <a:lnTo>
                    <a:pt x="3825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3" name="Input_receptor__1202">
              <a:extLst>
                <a:ext uri="{FF2B5EF4-FFF2-40B4-BE49-F238E27FC236}">
                  <a16:creationId xmlns:a16="http://schemas.microsoft.com/office/drawing/2014/main" id="{D587F4BC-86F5-2E77-D9CE-6F4479EFD23B}"/>
                </a:ext>
              </a:extLst>
            </p:cNvPr>
            <p:cNvSpPr>
              <a:spLocks noGrp="1"/>
            </p:cNvSpPr>
            <p:nvPr/>
          </p:nvSpPr>
          <p:spPr>
            <a:xfrm>
              <a:off x="1302938" y="4734326"/>
              <a:ext cx="45868" cy="4958"/>
            </a:xfrm>
            <a:custGeom>
              <a:avLst/>
              <a:gdLst/>
              <a:ahLst/>
              <a:cxnLst/>
              <a:rect l="0" t="0" r="0" b="0"/>
              <a:pathLst>
                <a:path w="45868" h="4958">
                  <a:moveTo>
                    <a:pt x="0" y="4958"/>
                  </a:moveTo>
                  <a:lnTo>
                    <a:pt x="4586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4" name="Input_receptor__1203">
              <a:extLst>
                <a:ext uri="{FF2B5EF4-FFF2-40B4-BE49-F238E27FC236}">
                  <a16:creationId xmlns:a16="http://schemas.microsoft.com/office/drawing/2014/main" id="{7AA0C362-BC02-8EF7-E3BD-F814F8DE87DA}"/>
                </a:ext>
              </a:extLst>
            </p:cNvPr>
            <p:cNvSpPr>
              <a:spLocks noGrp="1"/>
            </p:cNvSpPr>
            <p:nvPr/>
          </p:nvSpPr>
          <p:spPr>
            <a:xfrm>
              <a:off x="1530012" y="4606283"/>
              <a:ext cx="30501" cy="14285"/>
            </a:xfrm>
            <a:custGeom>
              <a:avLst/>
              <a:gdLst/>
              <a:ahLst/>
              <a:cxnLst/>
              <a:rect l="0" t="0" r="0" b="0"/>
              <a:pathLst>
                <a:path w="30501" h="14285">
                  <a:moveTo>
                    <a:pt x="0" y="0"/>
                  </a:moveTo>
                  <a:lnTo>
                    <a:pt x="30501" y="14285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5" name="Input_receptor__1204">
              <a:extLst>
                <a:ext uri="{FF2B5EF4-FFF2-40B4-BE49-F238E27FC236}">
                  <a16:creationId xmlns:a16="http://schemas.microsoft.com/office/drawing/2014/main" id="{8BE74A3C-44C2-3A9B-2C2A-259FB76ABFC3}"/>
                </a:ext>
              </a:extLst>
            </p:cNvPr>
            <p:cNvSpPr>
              <a:spLocks noGrp="1"/>
            </p:cNvSpPr>
            <p:nvPr/>
          </p:nvSpPr>
          <p:spPr>
            <a:xfrm>
              <a:off x="1032240" y="4457135"/>
              <a:ext cx="42299" cy="19509"/>
            </a:xfrm>
            <a:custGeom>
              <a:avLst/>
              <a:gdLst/>
              <a:ahLst/>
              <a:cxnLst/>
              <a:rect l="0" t="0" r="0" b="0"/>
              <a:pathLst>
                <a:path w="42299" h="19509">
                  <a:moveTo>
                    <a:pt x="0" y="19509"/>
                  </a:moveTo>
                  <a:lnTo>
                    <a:pt x="42299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6" name="Input_receptor__1205">
              <a:extLst>
                <a:ext uri="{FF2B5EF4-FFF2-40B4-BE49-F238E27FC236}">
                  <a16:creationId xmlns:a16="http://schemas.microsoft.com/office/drawing/2014/main" id="{5C905CC0-1937-2589-96D5-B6B94C757A33}"/>
                </a:ext>
              </a:extLst>
            </p:cNvPr>
            <p:cNvSpPr>
              <a:spLocks noGrp="1"/>
            </p:cNvSpPr>
            <p:nvPr/>
          </p:nvSpPr>
          <p:spPr>
            <a:xfrm>
              <a:off x="1093914" y="4979415"/>
              <a:ext cx="2524" cy="6087"/>
            </a:xfrm>
            <a:custGeom>
              <a:avLst/>
              <a:gdLst/>
              <a:ahLst/>
              <a:cxnLst/>
              <a:rect l="0" t="0" r="0" b="0"/>
              <a:pathLst>
                <a:path w="2524" h="6087">
                  <a:moveTo>
                    <a:pt x="0" y="6087"/>
                  </a:moveTo>
                  <a:lnTo>
                    <a:pt x="2524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7" name="Input_receptor__1206">
              <a:extLst>
                <a:ext uri="{FF2B5EF4-FFF2-40B4-BE49-F238E27FC236}">
                  <a16:creationId xmlns:a16="http://schemas.microsoft.com/office/drawing/2014/main" id="{212A9009-F5DE-4FB6-B519-34DB7E42E3E0}"/>
                </a:ext>
              </a:extLst>
            </p:cNvPr>
            <p:cNvSpPr>
              <a:spLocks noGrp="1"/>
            </p:cNvSpPr>
            <p:nvPr/>
          </p:nvSpPr>
          <p:spPr>
            <a:xfrm>
              <a:off x="956407" y="4758229"/>
              <a:ext cx="26468" cy="39946"/>
            </a:xfrm>
            <a:custGeom>
              <a:avLst/>
              <a:gdLst/>
              <a:ahLst/>
              <a:cxnLst/>
              <a:rect l="0" t="0" r="0" b="0"/>
              <a:pathLst>
                <a:path w="26468" h="39946">
                  <a:moveTo>
                    <a:pt x="26468" y="0"/>
                  </a:moveTo>
                  <a:lnTo>
                    <a:pt x="0" y="39946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208" name="Input_receptor__1207">
              <a:extLst>
                <a:ext uri="{FF2B5EF4-FFF2-40B4-BE49-F238E27FC236}">
                  <a16:creationId xmlns:a16="http://schemas.microsoft.com/office/drawing/2014/main" id="{0CB36CBF-CD39-8417-43F4-D0DA2EABE72E}"/>
                </a:ext>
              </a:extLst>
            </p:cNvPr>
            <p:cNvSpPr>
              <a:spLocks noGrp="1"/>
            </p:cNvSpPr>
            <p:nvPr/>
          </p:nvSpPr>
          <p:spPr>
            <a:xfrm>
              <a:off x="1693366" y="4960888"/>
              <a:ext cx="31434" cy="35932"/>
            </a:xfrm>
            <a:custGeom>
              <a:avLst/>
              <a:gdLst/>
              <a:ahLst/>
              <a:cxnLst/>
              <a:rect l="0" t="0" r="0" b="0"/>
              <a:pathLst>
                <a:path w="31434" h="35932">
                  <a:moveTo>
                    <a:pt x="31434" y="35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09" name="Input_receptor__1208">
              <a:extLst>
                <a:ext uri="{FF2B5EF4-FFF2-40B4-BE49-F238E27FC236}">
                  <a16:creationId xmlns:a16="http://schemas.microsoft.com/office/drawing/2014/main" id="{ADA3C1C7-828F-9189-5172-EFA50E43D7C6}"/>
                </a:ext>
              </a:extLst>
            </p:cNvPr>
            <p:cNvSpPr>
              <a:spLocks noGrp="1"/>
            </p:cNvSpPr>
            <p:nvPr/>
          </p:nvSpPr>
          <p:spPr>
            <a:xfrm>
              <a:off x="1500921" y="4148065"/>
              <a:ext cx="47183" cy="6222"/>
            </a:xfrm>
            <a:custGeom>
              <a:avLst/>
              <a:gdLst/>
              <a:ahLst/>
              <a:cxnLst/>
              <a:rect l="0" t="0" r="0" b="0"/>
              <a:pathLst>
                <a:path w="47183" h="6222">
                  <a:moveTo>
                    <a:pt x="0" y="6222"/>
                  </a:moveTo>
                  <a:lnTo>
                    <a:pt x="47183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0" name="Input_receptor__1209">
              <a:extLst>
                <a:ext uri="{FF2B5EF4-FFF2-40B4-BE49-F238E27FC236}">
                  <a16:creationId xmlns:a16="http://schemas.microsoft.com/office/drawing/2014/main" id="{6C101DA1-1DD3-ABFB-B1B1-410DF2ADDC0A}"/>
                </a:ext>
              </a:extLst>
            </p:cNvPr>
            <p:cNvSpPr>
              <a:spLocks noGrp="1"/>
            </p:cNvSpPr>
            <p:nvPr/>
          </p:nvSpPr>
          <p:spPr>
            <a:xfrm>
              <a:off x="1429602" y="4717989"/>
              <a:ext cx="47228" cy="251"/>
            </a:xfrm>
            <a:custGeom>
              <a:avLst/>
              <a:gdLst/>
              <a:ahLst/>
              <a:cxnLst/>
              <a:rect l="0" t="0" r="0" b="0"/>
              <a:pathLst>
                <a:path w="47228" h="251">
                  <a:moveTo>
                    <a:pt x="0" y="251"/>
                  </a:moveTo>
                  <a:lnTo>
                    <a:pt x="47228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1" name="Input_receptor__1210">
              <a:extLst>
                <a:ext uri="{FF2B5EF4-FFF2-40B4-BE49-F238E27FC236}">
                  <a16:creationId xmlns:a16="http://schemas.microsoft.com/office/drawing/2014/main" id="{5A5EEFC6-2333-6BAD-7EEE-14DAE292AF11}"/>
                </a:ext>
              </a:extLst>
            </p:cNvPr>
            <p:cNvSpPr>
              <a:spLocks noGrp="1"/>
            </p:cNvSpPr>
            <p:nvPr/>
          </p:nvSpPr>
          <p:spPr>
            <a:xfrm>
              <a:off x="1179540" y="4223767"/>
              <a:ext cx="45873" cy="10515"/>
            </a:xfrm>
            <a:custGeom>
              <a:avLst/>
              <a:gdLst/>
              <a:ahLst/>
              <a:cxnLst/>
              <a:rect l="0" t="0" r="0" b="0"/>
              <a:pathLst>
                <a:path w="45873" h="10515">
                  <a:moveTo>
                    <a:pt x="45873" y="105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9FAC"/>
              </a:solidFill>
            </a:ln>
          </p:spPr>
        </p:sp>
        <p:sp>
          <p:nvSpPr>
            <p:cNvPr id="1212" name="Input_receptor__1211">
              <a:extLst>
                <a:ext uri="{FF2B5EF4-FFF2-40B4-BE49-F238E27FC236}">
                  <a16:creationId xmlns:a16="http://schemas.microsoft.com/office/drawing/2014/main" id="{544B80D0-0933-B647-D961-7EB1186990A8}"/>
                </a:ext>
              </a:extLst>
            </p:cNvPr>
            <p:cNvSpPr>
              <a:spLocks noGrp="1"/>
            </p:cNvSpPr>
            <p:nvPr/>
          </p:nvSpPr>
          <p:spPr>
            <a:xfrm>
              <a:off x="1748678" y="5096664"/>
              <a:ext cx="32629" cy="27398"/>
            </a:xfrm>
            <a:custGeom>
              <a:avLst/>
              <a:gdLst/>
              <a:ahLst/>
              <a:cxnLst/>
              <a:rect l="0" t="0" r="0" b="0"/>
              <a:pathLst>
                <a:path w="32629" h="27398">
                  <a:moveTo>
                    <a:pt x="0" y="27398"/>
                  </a:moveTo>
                  <a:lnTo>
                    <a:pt x="32629" y="0"/>
                  </a:lnTo>
                </a:path>
              </a:pathLst>
            </a:custGeom>
            <a:noFill/>
            <a:ln w="20003">
              <a:solidFill>
                <a:srgbClr val="8E9FAC"/>
              </a:solidFill>
            </a:ln>
          </p:spPr>
        </p:sp>
        <p:sp>
          <p:nvSpPr>
            <p:cNvPr id="1213" name="Input_receptor__1212">
              <a:extLst>
                <a:ext uri="{FF2B5EF4-FFF2-40B4-BE49-F238E27FC236}">
                  <a16:creationId xmlns:a16="http://schemas.microsoft.com/office/drawing/2014/main" id="{3317A532-4B30-0C02-5202-ED8E0B5E64C3}"/>
                </a:ext>
              </a:extLst>
            </p:cNvPr>
            <p:cNvSpPr>
              <a:spLocks noGrp="1"/>
            </p:cNvSpPr>
            <p:nvPr/>
          </p:nvSpPr>
          <p:spPr>
            <a:xfrm>
              <a:off x="1221639" y="4919622"/>
              <a:ext cx="6907" cy="40288"/>
            </a:xfrm>
            <a:custGeom>
              <a:avLst/>
              <a:gdLst/>
              <a:ahLst/>
              <a:cxnLst/>
              <a:rect l="0" t="0" r="0" b="0"/>
              <a:pathLst>
                <a:path w="6907" h="40288">
                  <a:moveTo>
                    <a:pt x="6907" y="40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A0AC"/>
              </a:solidFill>
            </a:ln>
          </p:spPr>
        </p:sp>
        <p:sp>
          <p:nvSpPr>
            <p:cNvPr id="1214" name="Input_receptor__1213">
              <a:extLst>
                <a:ext uri="{FF2B5EF4-FFF2-40B4-BE49-F238E27FC236}">
                  <a16:creationId xmlns:a16="http://schemas.microsoft.com/office/drawing/2014/main" id="{D75197C9-4E9C-8BCA-E22D-4CE542835AC0}"/>
                </a:ext>
              </a:extLst>
            </p:cNvPr>
            <p:cNvSpPr>
              <a:spLocks noGrp="1"/>
            </p:cNvSpPr>
            <p:nvPr/>
          </p:nvSpPr>
          <p:spPr>
            <a:xfrm>
              <a:off x="1550172" y="5042526"/>
              <a:ext cx="38741" cy="26912"/>
            </a:xfrm>
            <a:custGeom>
              <a:avLst/>
              <a:gdLst/>
              <a:ahLst/>
              <a:cxnLst/>
              <a:rect l="0" t="0" r="0" b="0"/>
              <a:pathLst>
                <a:path w="38741" h="26912">
                  <a:moveTo>
                    <a:pt x="38741" y="0"/>
                  </a:moveTo>
                  <a:lnTo>
                    <a:pt x="0" y="26912"/>
                  </a:lnTo>
                </a:path>
              </a:pathLst>
            </a:custGeom>
            <a:noFill/>
            <a:ln w="20003">
              <a:solidFill>
                <a:srgbClr val="8EA0AC"/>
              </a:solidFill>
            </a:ln>
          </p:spPr>
        </p:sp>
        <p:sp>
          <p:nvSpPr>
            <p:cNvPr id="1215" name="Input_receptor__1214">
              <a:extLst>
                <a:ext uri="{FF2B5EF4-FFF2-40B4-BE49-F238E27FC236}">
                  <a16:creationId xmlns:a16="http://schemas.microsoft.com/office/drawing/2014/main" id="{096FA926-8759-62BE-B998-B3ABF1BB6D91}"/>
                </a:ext>
              </a:extLst>
            </p:cNvPr>
            <p:cNvSpPr>
              <a:spLocks noGrp="1"/>
            </p:cNvSpPr>
            <p:nvPr/>
          </p:nvSpPr>
          <p:spPr>
            <a:xfrm>
              <a:off x="1083078" y="5041994"/>
              <a:ext cx="26884" cy="6177"/>
            </a:xfrm>
            <a:custGeom>
              <a:avLst/>
              <a:gdLst/>
              <a:ahLst/>
              <a:cxnLst/>
              <a:rect l="0" t="0" r="0" b="0"/>
              <a:pathLst>
                <a:path w="26884" h="6177">
                  <a:moveTo>
                    <a:pt x="0" y="6177"/>
                  </a:moveTo>
                  <a:lnTo>
                    <a:pt x="26884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6" name="Input_receptor__1215">
              <a:extLst>
                <a:ext uri="{FF2B5EF4-FFF2-40B4-BE49-F238E27FC236}">
                  <a16:creationId xmlns:a16="http://schemas.microsoft.com/office/drawing/2014/main" id="{24D11091-DA00-65D5-DD27-311598927F36}"/>
                </a:ext>
              </a:extLst>
            </p:cNvPr>
            <p:cNvSpPr>
              <a:spLocks noGrp="1"/>
            </p:cNvSpPr>
            <p:nvPr/>
          </p:nvSpPr>
          <p:spPr>
            <a:xfrm>
              <a:off x="1513850" y="4091004"/>
              <a:ext cx="3764" cy="2260"/>
            </a:xfrm>
            <a:custGeom>
              <a:avLst/>
              <a:gdLst/>
              <a:ahLst/>
              <a:cxnLst/>
              <a:rect l="0" t="0" r="0" b="0"/>
              <a:pathLst>
                <a:path w="3764" h="2260">
                  <a:moveTo>
                    <a:pt x="3764" y="22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7" name="Input_receptor__1216">
              <a:extLst>
                <a:ext uri="{FF2B5EF4-FFF2-40B4-BE49-F238E27FC236}">
                  <a16:creationId xmlns:a16="http://schemas.microsoft.com/office/drawing/2014/main" id="{D50E1FC6-4D3A-F1E4-55A3-C8A17925C744}"/>
                </a:ext>
              </a:extLst>
            </p:cNvPr>
            <p:cNvSpPr>
              <a:spLocks noGrp="1"/>
            </p:cNvSpPr>
            <p:nvPr/>
          </p:nvSpPr>
          <p:spPr>
            <a:xfrm>
              <a:off x="1029482" y="5551199"/>
              <a:ext cx="46582" cy="10811"/>
            </a:xfrm>
            <a:custGeom>
              <a:avLst/>
              <a:gdLst/>
              <a:ahLst/>
              <a:cxnLst/>
              <a:rect l="0" t="0" r="0" b="0"/>
              <a:pathLst>
                <a:path w="46582" h="10811">
                  <a:moveTo>
                    <a:pt x="0" y="0"/>
                  </a:moveTo>
                  <a:lnTo>
                    <a:pt x="46582" y="10811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18" name="Input_receptor__1217">
              <a:extLst>
                <a:ext uri="{FF2B5EF4-FFF2-40B4-BE49-F238E27FC236}">
                  <a16:creationId xmlns:a16="http://schemas.microsoft.com/office/drawing/2014/main" id="{650EDD0E-E29D-D187-997D-36C61C3CB4A2}"/>
                </a:ext>
              </a:extLst>
            </p:cNvPr>
            <p:cNvSpPr>
              <a:spLocks noGrp="1"/>
            </p:cNvSpPr>
            <p:nvPr/>
          </p:nvSpPr>
          <p:spPr>
            <a:xfrm>
              <a:off x="943387" y="4408766"/>
              <a:ext cx="8415" cy="9520"/>
            </a:xfrm>
            <a:custGeom>
              <a:avLst/>
              <a:gdLst/>
              <a:ahLst/>
              <a:cxnLst/>
              <a:rect l="0" t="0" r="0" b="0"/>
              <a:pathLst>
                <a:path w="8415" h="9520">
                  <a:moveTo>
                    <a:pt x="8415" y="95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EA0AD"/>
              </a:solidFill>
            </a:ln>
          </p:spPr>
        </p:sp>
        <p:sp>
          <p:nvSpPr>
            <p:cNvPr id="1219" name="Input_receptor__1218">
              <a:extLst>
                <a:ext uri="{FF2B5EF4-FFF2-40B4-BE49-F238E27FC236}">
                  <a16:creationId xmlns:a16="http://schemas.microsoft.com/office/drawing/2014/main" id="{977EDC9C-C434-75D8-C7EC-FB2DC37407D0}"/>
                </a:ext>
              </a:extLst>
            </p:cNvPr>
            <p:cNvSpPr>
              <a:spLocks noGrp="1"/>
            </p:cNvSpPr>
            <p:nvPr/>
          </p:nvSpPr>
          <p:spPr>
            <a:xfrm>
              <a:off x="1029800" y="4788896"/>
              <a:ext cx="4436" cy="22792"/>
            </a:xfrm>
            <a:custGeom>
              <a:avLst/>
              <a:gdLst/>
              <a:ahLst/>
              <a:cxnLst/>
              <a:rect l="0" t="0" r="0" b="0"/>
              <a:pathLst>
                <a:path w="4436" h="22792">
                  <a:moveTo>
                    <a:pt x="0" y="22792"/>
                  </a:moveTo>
                  <a:lnTo>
                    <a:pt x="4436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20" name="Input_receptor__1219">
              <a:extLst>
                <a:ext uri="{FF2B5EF4-FFF2-40B4-BE49-F238E27FC236}">
                  <a16:creationId xmlns:a16="http://schemas.microsoft.com/office/drawing/2014/main" id="{C1B8EACB-3CBF-6C1E-0BC3-26D6A6C3076B}"/>
                </a:ext>
              </a:extLst>
            </p:cNvPr>
            <p:cNvSpPr>
              <a:spLocks noGrp="1"/>
            </p:cNvSpPr>
            <p:nvPr/>
          </p:nvSpPr>
          <p:spPr>
            <a:xfrm>
              <a:off x="937164" y="4873856"/>
              <a:ext cx="14907" cy="28628"/>
            </a:xfrm>
            <a:custGeom>
              <a:avLst/>
              <a:gdLst/>
              <a:ahLst/>
              <a:cxnLst/>
              <a:rect l="0" t="0" r="0" b="0"/>
              <a:pathLst>
                <a:path w="14907" h="28628">
                  <a:moveTo>
                    <a:pt x="14907" y="0"/>
                  </a:moveTo>
                  <a:lnTo>
                    <a:pt x="0" y="28628"/>
                  </a:lnTo>
                </a:path>
              </a:pathLst>
            </a:custGeom>
            <a:noFill/>
            <a:ln w="8096">
              <a:solidFill>
                <a:srgbClr val="8EA0AD"/>
              </a:solidFill>
            </a:ln>
          </p:spPr>
        </p:sp>
        <p:sp>
          <p:nvSpPr>
            <p:cNvPr id="1221" name="Input_receptor__1220">
              <a:extLst>
                <a:ext uri="{FF2B5EF4-FFF2-40B4-BE49-F238E27FC236}">
                  <a16:creationId xmlns:a16="http://schemas.microsoft.com/office/drawing/2014/main" id="{4E09D59F-6612-B655-F97C-0F0EECCDBBE0}"/>
                </a:ext>
              </a:extLst>
            </p:cNvPr>
            <p:cNvSpPr>
              <a:spLocks noGrp="1"/>
            </p:cNvSpPr>
            <p:nvPr/>
          </p:nvSpPr>
          <p:spPr>
            <a:xfrm>
              <a:off x="1728522" y="5061465"/>
              <a:ext cx="2566" cy="2407"/>
            </a:xfrm>
            <a:custGeom>
              <a:avLst/>
              <a:gdLst/>
              <a:ahLst/>
              <a:cxnLst/>
              <a:rect l="0" t="0" r="0" b="0"/>
              <a:pathLst>
                <a:path w="2566" h="2407">
                  <a:moveTo>
                    <a:pt x="0" y="2407"/>
                  </a:moveTo>
                  <a:lnTo>
                    <a:pt x="2566" y="0"/>
                  </a:lnTo>
                </a:path>
              </a:pathLst>
            </a:custGeom>
            <a:noFill/>
            <a:ln w="20003">
              <a:solidFill>
                <a:srgbClr val="8EA0AD"/>
              </a:solidFill>
            </a:ln>
          </p:spPr>
        </p:sp>
        <p:sp>
          <p:nvSpPr>
            <p:cNvPr id="1222" name="Input_receptor__1221">
              <a:extLst>
                <a:ext uri="{FF2B5EF4-FFF2-40B4-BE49-F238E27FC236}">
                  <a16:creationId xmlns:a16="http://schemas.microsoft.com/office/drawing/2014/main" id="{04EC9DEE-8723-889C-E3E5-5F985E4F3D1A}"/>
                </a:ext>
              </a:extLst>
            </p:cNvPr>
            <p:cNvSpPr>
              <a:spLocks noGrp="1"/>
            </p:cNvSpPr>
            <p:nvPr/>
          </p:nvSpPr>
          <p:spPr>
            <a:xfrm>
              <a:off x="752317" y="4496400"/>
              <a:ext cx="11383" cy="40506"/>
            </a:xfrm>
            <a:custGeom>
              <a:avLst/>
              <a:gdLst/>
              <a:ahLst/>
              <a:cxnLst/>
              <a:rect l="0" t="0" r="0" b="0"/>
              <a:pathLst>
                <a:path w="11383" h="40506">
                  <a:moveTo>
                    <a:pt x="0" y="0"/>
                  </a:moveTo>
                  <a:lnTo>
                    <a:pt x="11383" y="40506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3" name="Input_receptor__1222">
              <a:extLst>
                <a:ext uri="{FF2B5EF4-FFF2-40B4-BE49-F238E27FC236}">
                  <a16:creationId xmlns:a16="http://schemas.microsoft.com/office/drawing/2014/main" id="{22AED941-9DFD-06E9-1D01-570C294E9060}"/>
                </a:ext>
              </a:extLst>
            </p:cNvPr>
            <p:cNvSpPr>
              <a:spLocks noGrp="1"/>
            </p:cNvSpPr>
            <p:nvPr/>
          </p:nvSpPr>
          <p:spPr>
            <a:xfrm>
              <a:off x="1214867" y="4479149"/>
              <a:ext cx="47365" cy="8322"/>
            </a:xfrm>
            <a:custGeom>
              <a:avLst/>
              <a:gdLst/>
              <a:ahLst/>
              <a:cxnLst/>
              <a:rect l="0" t="0" r="0" b="0"/>
              <a:pathLst>
                <a:path w="47365" h="8322">
                  <a:moveTo>
                    <a:pt x="47365" y="83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4" name="Input_receptor__1223">
              <a:extLst>
                <a:ext uri="{FF2B5EF4-FFF2-40B4-BE49-F238E27FC236}">
                  <a16:creationId xmlns:a16="http://schemas.microsoft.com/office/drawing/2014/main" id="{323D4CF4-4215-5E68-6E86-308F5C49C72C}"/>
                </a:ext>
              </a:extLst>
            </p:cNvPr>
            <p:cNvSpPr>
              <a:spLocks noGrp="1"/>
            </p:cNvSpPr>
            <p:nvPr/>
          </p:nvSpPr>
          <p:spPr>
            <a:xfrm>
              <a:off x="1051954" y="4548150"/>
              <a:ext cx="3446" cy="47725"/>
            </a:xfrm>
            <a:custGeom>
              <a:avLst/>
              <a:gdLst/>
              <a:ahLst/>
              <a:cxnLst/>
              <a:rect l="0" t="0" r="0" b="0"/>
              <a:pathLst>
                <a:path w="3446" h="47725">
                  <a:moveTo>
                    <a:pt x="3446" y="477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25" name="Input_receptor__1224">
              <a:extLst>
                <a:ext uri="{FF2B5EF4-FFF2-40B4-BE49-F238E27FC236}">
                  <a16:creationId xmlns:a16="http://schemas.microsoft.com/office/drawing/2014/main" id="{69EEDD0A-83AF-75A9-CBA6-C7CEA53033C1}"/>
                </a:ext>
              </a:extLst>
            </p:cNvPr>
            <p:cNvSpPr>
              <a:spLocks noGrp="1"/>
            </p:cNvSpPr>
            <p:nvPr/>
          </p:nvSpPr>
          <p:spPr>
            <a:xfrm>
              <a:off x="1422704" y="4777274"/>
              <a:ext cx="47624" cy="3262"/>
            </a:xfrm>
            <a:custGeom>
              <a:avLst/>
              <a:gdLst/>
              <a:ahLst/>
              <a:cxnLst/>
              <a:rect l="0" t="0" r="0" b="0"/>
              <a:pathLst>
                <a:path w="47624" h="3262">
                  <a:moveTo>
                    <a:pt x="0" y="0"/>
                  </a:moveTo>
                  <a:lnTo>
                    <a:pt x="47624" y="3262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6" name="Input_receptor__1225">
              <a:extLst>
                <a:ext uri="{FF2B5EF4-FFF2-40B4-BE49-F238E27FC236}">
                  <a16:creationId xmlns:a16="http://schemas.microsoft.com/office/drawing/2014/main" id="{5EBE91D8-DDAB-E6CA-3BF1-36063A304907}"/>
                </a:ext>
              </a:extLst>
            </p:cNvPr>
            <p:cNvSpPr>
              <a:spLocks noGrp="1"/>
            </p:cNvSpPr>
            <p:nvPr/>
          </p:nvSpPr>
          <p:spPr>
            <a:xfrm>
              <a:off x="1588913" y="5042526"/>
              <a:ext cx="29226" cy="27682"/>
            </a:xfrm>
            <a:custGeom>
              <a:avLst/>
              <a:gdLst/>
              <a:ahLst/>
              <a:cxnLst/>
              <a:rect l="0" t="0" r="0" b="0"/>
              <a:pathLst>
                <a:path w="29226" h="27682">
                  <a:moveTo>
                    <a:pt x="29226" y="276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7" name="Input_receptor__1226">
              <a:extLst>
                <a:ext uri="{FF2B5EF4-FFF2-40B4-BE49-F238E27FC236}">
                  <a16:creationId xmlns:a16="http://schemas.microsoft.com/office/drawing/2014/main" id="{11FF6CF7-23BF-F9D6-1316-7DF50AD041CF}"/>
                </a:ext>
              </a:extLst>
            </p:cNvPr>
            <p:cNvSpPr>
              <a:spLocks noGrp="1"/>
            </p:cNvSpPr>
            <p:nvPr/>
          </p:nvSpPr>
          <p:spPr>
            <a:xfrm>
              <a:off x="1512685" y="5136205"/>
              <a:ext cx="14576" cy="46012"/>
            </a:xfrm>
            <a:custGeom>
              <a:avLst/>
              <a:gdLst/>
              <a:ahLst/>
              <a:cxnLst/>
              <a:rect l="0" t="0" r="0" b="0"/>
              <a:pathLst>
                <a:path w="14576" h="46012">
                  <a:moveTo>
                    <a:pt x="14576" y="0"/>
                  </a:moveTo>
                  <a:lnTo>
                    <a:pt x="0" y="46012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8" name="Input_receptor__1227">
              <a:extLst>
                <a:ext uri="{FF2B5EF4-FFF2-40B4-BE49-F238E27FC236}">
                  <a16:creationId xmlns:a16="http://schemas.microsoft.com/office/drawing/2014/main" id="{A93B49B8-B380-6F91-D6C5-D94F83877D48}"/>
                </a:ext>
              </a:extLst>
            </p:cNvPr>
            <p:cNvSpPr>
              <a:spLocks noGrp="1"/>
            </p:cNvSpPr>
            <p:nvPr/>
          </p:nvSpPr>
          <p:spPr>
            <a:xfrm>
              <a:off x="1549157" y="4900033"/>
              <a:ext cx="36330" cy="14603"/>
            </a:xfrm>
            <a:custGeom>
              <a:avLst/>
              <a:gdLst/>
              <a:ahLst/>
              <a:cxnLst/>
              <a:rect l="0" t="0" r="0" b="0"/>
              <a:pathLst>
                <a:path w="36330" h="14603">
                  <a:moveTo>
                    <a:pt x="36330" y="14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29" name="Input_receptor__1228">
              <a:extLst>
                <a:ext uri="{FF2B5EF4-FFF2-40B4-BE49-F238E27FC236}">
                  <a16:creationId xmlns:a16="http://schemas.microsoft.com/office/drawing/2014/main" id="{4EF07642-1501-EFA1-DA9F-E2E37CC362B5}"/>
                </a:ext>
              </a:extLst>
            </p:cNvPr>
            <p:cNvSpPr>
              <a:spLocks noGrp="1"/>
            </p:cNvSpPr>
            <p:nvPr/>
          </p:nvSpPr>
          <p:spPr>
            <a:xfrm>
              <a:off x="1361804" y="4356876"/>
              <a:ext cx="3988" cy="46253"/>
            </a:xfrm>
            <a:custGeom>
              <a:avLst/>
              <a:gdLst/>
              <a:ahLst/>
              <a:cxnLst/>
              <a:rect l="0" t="0" r="0" b="0"/>
              <a:pathLst>
                <a:path w="3988" h="46253">
                  <a:moveTo>
                    <a:pt x="3988" y="0"/>
                  </a:moveTo>
                  <a:lnTo>
                    <a:pt x="0" y="46253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0" name="Input_receptor__1229">
              <a:extLst>
                <a:ext uri="{FF2B5EF4-FFF2-40B4-BE49-F238E27FC236}">
                  <a16:creationId xmlns:a16="http://schemas.microsoft.com/office/drawing/2014/main" id="{37F16F91-AFA2-46CE-8433-84EAB436B8A4}"/>
                </a:ext>
              </a:extLst>
            </p:cNvPr>
            <p:cNvSpPr>
              <a:spLocks noGrp="1"/>
            </p:cNvSpPr>
            <p:nvPr/>
          </p:nvSpPr>
          <p:spPr>
            <a:xfrm>
              <a:off x="1405144" y="4692791"/>
              <a:ext cx="24457" cy="25449"/>
            </a:xfrm>
            <a:custGeom>
              <a:avLst/>
              <a:gdLst/>
              <a:ahLst/>
              <a:cxnLst/>
              <a:rect l="0" t="0" r="0" b="0"/>
              <a:pathLst>
                <a:path w="24457" h="25449">
                  <a:moveTo>
                    <a:pt x="0" y="0"/>
                  </a:moveTo>
                  <a:lnTo>
                    <a:pt x="24457" y="25449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1" name="Input_receptor__1230">
              <a:extLst>
                <a:ext uri="{FF2B5EF4-FFF2-40B4-BE49-F238E27FC236}">
                  <a16:creationId xmlns:a16="http://schemas.microsoft.com/office/drawing/2014/main" id="{592F6161-953A-B3A9-AE74-502D6C6852AA}"/>
                </a:ext>
              </a:extLst>
            </p:cNvPr>
            <p:cNvSpPr>
              <a:spLocks noGrp="1"/>
            </p:cNvSpPr>
            <p:nvPr/>
          </p:nvSpPr>
          <p:spPr>
            <a:xfrm>
              <a:off x="1603455" y="5070208"/>
              <a:ext cx="14685" cy="39606"/>
            </a:xfrm>
            <a:custGeom>
              <a:avLst/>
              <a:gdLst/>
              <a:ahLst/>
              <a:cxnLst/>
              <a:rect l="0" t="0" r="0" b="0"/>
              <a:pathLst>
                <a:path w="14685" h="39606">
                  <a:moveTo>
                    <a:pt x="0" y="39606"/>
                  </a:moveTo>
                  <a:lnTo>
                    <a:pt x="14685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2" name="Input_receptor__1231">
              <a:extLst>
                <a:ext uri="{FF2B5EF4-FFF2-40B4-BE49-F238E27FC236}">
                  <a16:creationId xmlns:a16="http://schemas.microsoft.com/office/drawing/2014/main" id="{96EE22FB-2A77-0F73-7B52-C310013DA950}"/>
                </a:ext>
              </a:extLst>
            </p:cNvPr>
            <p:cNvSpPr>
              <a:spLocks noGrp="1"/>
            </p:cNvSpPr>
            <p:nvPr/>
          </p:nvSpPr>
          <p:spPr>
            <a:xfrm>
              <a:off x="1013291" y="4595875"/>
              <a:ext cx="42109" cy="23652"/>
            </a:xfrm>
            <a:custGeom>
              <a:avLst/>
              <a:gdLst/>
              <a:ahLst/>
              <a:cxnLst/>
              <a:rect l="0" t="0" r="0" b="0"/>
              <a:pathLst>
                <a:path w="42109" h="23652">
                  <a:moveTo>
                    <a:pt x="0" y="23652"/>
                  </a:moveTo>
                  <a:lnTo>
                    <a:pt x="42109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3" name="Input_receptor__1232">
              <a:extLst>
                <a:ext uri="{FF2B5EF4-FFF2-40B4-BE49-F238E27FC236}">
                  <a16:creationId xmlns:a16="http://schemas.microsoft.com/office/drawing/2014/main" id="{E2994130-A067-5DFD-29AF-5BB2CBCB2790}"/>
                </a:ext>
              </a:extLst>
            </p:cNvPr>
            <p:cNvSpPr>
              <a:spLocks noGrp="1"/>
            </p:cNvSpPr>
            <p:nvPr/>
          </p:nvSpPr>
          <p:spPr>
            <a:xfrm>
              <a:off x="1394211" y="4282199"/>
              <a:ext cx="32777" cy="10258"/>
            </a:xfrm>
            <a:custGeom>
              <a:avLst/>
              <a:gdLst/>
              <a:ahLst/>
              <a:cxnLst/>
              <a:rect l="0" t="0" r="0" b="0"/>
              <a:pathLst>
                <a:path w="32777" h="10258">
                  <a:moveTo>
                    <a:pt x="32777" y="1025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4" name="Input_receptor__1233">
              <a:extLst>
                <a:ext uri="{FF2B5EF4-FFF2-40B4-BE49-F238E27FC236}">
                  <a16:creationId xmlns:a16="http://schemas.microsoft.com/office/drawing/2014/main" id="{B0B911F8-855D-554F-B2E1-DDB150A6A88C}"/>
                </a:ext>
              </a:extLst>
            </p:cNvPr>
            <p:cNvSpPr>
              <a:spLocks noGrp="1"/>
            </p:cNvSpPr>
            <p:nvPr/>
          </p:nvSpPr>
          <p:spPr>
            <a:xfrm>
              <a:off x="1560513" y="4617089"/>
              <a:ext cx="47855" cy="3479"/>
            </a:xfrm>
            <a:custGeom>
              <a:avLst/>
              <a:gdLst/>
              <a:ahLst/>
              <a:cxnLst/>
              <a:rect l="0" t="0" r="0" b="0"/>
              <a:pathLst>
                <a:path w="47855" h="3479">
                  <a:moveTo>
                    <a:pt x="0" y="3479"/>
                  </a:moveTo>
                  <a:lnTo>
                    <a:pt x="47855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5" name="Input_receptor__1234">
              <a:extLst>
                <a:ext uri="{FF2B5EF4-FFF2-40B4-BE49-F238E27FC236}">
                  <a16:creationId xmlns:a16="http://schemas.microsoft.com/office/drawing/2014/main" id="{50F054D1-6658-54F0-924B-7115046AFC66}"/>
                </a:ext>
              </a:extLst>
            </p:cNvPr>
            <p:cNvSpPr>
              <a:spLocks noGrp="1"/>
            </p:cNvSpPr>
            <p:nvPr/>
          </p:nvSpPr>
          <p:spPr>
            <a:xfrm>
              <a:off x="1724800" y="4996820"/>
              <a:ext cx="27898" cy="21320"/>
            </a:xfrm>
            <a:custGeom>
              <a:avLst/>
              <a:gdLst/>
              <a:ahLst/>
              <a:cxnLst/>
              <a:rect l="0" t="0" r="0" b="0"/>
              <a:pathLst>
                <a:path w="27898" h="21320">
                  <a:moveTo>
                    <a:pt x="27898" y="213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6" name="Input_receptor__1235">
              <a:extLst>
                <a:ext uri="{FF2B5EF4-FFF2-40B4-BE49-F238E27FC236}">
                  <a16:creationId xmlns:a16="http://schemas.microsoft.com/office/drawing/2014/main" id="{0698E98C-92DC-AB73-654C-854E9ADDE87F}"/>
                </a:ext>
              </a:extLst>
            </p:cNvPr>
            <p:cNvSpPr>
              <a:spLocks noGrp="1"/>
            </p:cNvSpPr>
            <p:nvPr/>
          </p:nvSpPr>
          <p:spPr>
            <a:xfrm>
              <a:off x="1468471" y="4398521"/>
              <a:ext cx="1962" cy="45206"/>
            </a:xfrm>
            <a:custGeom>
              <a:avLst/>
              <a:gdLst/>
              <a:ahLst/>
              <a:cxnLst/>
              <a:rect l="0" t="0" r="0" b="0"/>
              <a:pathLst>
                <a:path w="1962" h="45206">
                  <a:moveTo>
                    <a:pt x="0" y="45206"/>
                  </a:moveTo>
                  <a:lnTo>
                    <a:pt x="1962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7" name="Input_receptor__1236">
              <a:extLst>
                <a:ext uri="{FF2B5EF4-FFF2-40B4-BE49-F238E27FC236}">
                  <a16:creationId xmlns:a16="http://schemas.microsoft.com/office/drawing/2014/main" id="{F9C7DC33-A645-B49B-9B45-873DF881A7D0}"/>
                </a:ext>
              </a:extLst>
            </p:cNvPr>
            <p:cNvSpPr>
              <a:spLocks noGrp="1"/>
            </p:cNvSpPr>
            <p:nvPr/>
          </p:nvSpPr>
          <p:spPr>
            <a:xfrm>
              <a:off x="1427797" y="4383423"/>
              <a:ext cx="42637" cy="15098"/>
            </a:xfrm>
            <a:custGeom>
              <a:avLst/>
              <a:gdLst/>
              <a:ahLst/>
              <a:cxnLst/>
              <a:rect l="0" t="0" r="0" b="0"/>
              <a:pathLst>
                <a:path w="42637" h="15098">
                  <a:moveTo>
                    <a:pt x="42637" y="150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38" name="Input_receptor__1237">
              <a:extLst>
                <a:ext uri="{FF2B5EF4-FFF2-40B4-BE49-F238E27FC236}">
                  <a16:creationId xmlns:a16="http://schemas.microsoft.com/office/drawing/2014/main" id="{F9CC5000-8FBA-6A0B-A435-B08C1BA16E66}"/>
                </a:ext>
              </a:extLst>
            </p:cNvPr>
            <p:cNvSpPr>
              <a:spLocks noGrp="1"/>
            </p:cNvSpPr>
            <p:nvPr/>
          </p:nvSpPr>
          <p:spPr>
            <a:xfrm>
              <a:off x="1094489" y="5095293"/>
              <a:ext cx="45991" cy="13664"/>
            </a:xfrm>
            <a:custGeom>
              <a:avLst/>
              <a:gdLst/>
              <a:ahLst/>
              <a:cxnLst/>
              <a:rect l="0" t="0" r="0" b="0"/>
              <a:pathLst>
                <a:path w="45991" h="13664">
                  <a:moveTo>
                    <a:pt x="0" y="13664"/>
                  </a:moveTo>
                  <a:lnTo>
                    <a:pt x="45991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39" name="Input_receptor__1238">
              <a:extLst>
                <a:ext uri="{FF2B5EF4-FFF2-40B4-BE49-F238E27FC236}">
                  <a16:creationId xmlns:a16="http://schemas.microsoft.com/office/drawing/2014/main" id="{A653D81B-E179-9867-22AE-B15C86506698}"/>
                </a:ext>
              </a:extLst>
            </p:cNvPr>
            <p:cNvSpPr>
              <a:spLocks noGrp="1"/>
            </p:cNvSpPr>
            <p:nvPr/>
          </p:nvSpPr>
          <p:spPr>
            <a:xfrm>
              <a:off x="1316231" y="4155957"/>
              <a:ext cx="46097" cy="6357"/>
            </a:xfrm>
            <a:custGeom>
              <a:avLst/>
              <a:gdLst/>
              <a:ahLst/>
              <a:cxnLst/>
              <a:rect l="0" t="0" r="0" b="0"/>
              <a:pathLst>
                <a:path w="46097" h="6357">
                  <a:moveTo>
                    <a:pt x="46097" y="635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0" name="Input_receptor__1239">
              <a:extLst>
                <a:ext uri="{FF2B5EF4-FFF2-40B4-BE49-F238E27FC236}">
                  <a16:creationId xmlns:a16="http://schemas.microsoft.com/office/drawing/2014/main" id="{DBF6B030-D020-F465-09E2-EF442094857A}"/>
                </a:ext>
              </a:extLst>
            </p:cNvPr>
            <p:cNvSpPr>
              <a:spLocks noGrp="1"/>
            </p:cNvSpPr>
            <p:nvPr/>
          </p:nvSpPr>
          <p:spPr>
            <a:xfrm>
              <a:off x="1197982" y="4297566"/>
              <a:ext cx="1548" cy="43462"/>
            </a:xfrm>
            <a:custGeom>
              <a:avLst/>
              <a:gdLst/>
              <a:ahLst/>
              <a:cxnLst/>
              <a:rect l="0" t="0" r="0" b="0"/>
              <a:pathLst>
                <a:path w="1548" h="43462">
                  <a:moveTo>
                    <a:pt x="0" y="43462"/>
                  </a:moveTo>
                  <a:lnTo>
                    <a:pt x="1548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1" name="Input_receptor__1240">
              <a:extLst>
                <a:ext uri="{FF2B5EF4-FFF2-40B4-BE49-F238E27FC236}">
                  <a16:creationId xmlns:a16="http://schemas.microsoft.com/office/drawing/2014/main" id="{E24FA3B8-9D45-DF54-4215-881697482730}"/>
                </a:ext>
              </a:extLst>
            </p:cNvPr>
            <p:cNvSpPr>
              <a:spLocks noGrp="1"/>
            </p:cNvSpPr>
            <p:nvPr/>
          </p:nvSpPr>
          <p:spPr>
            <a:xfrm>
              <a:off x="1170797" y="4538924"/>
              <a:ext cx="12492" cy="40555"/>
            </a:xfrm>
            <a:custGeom>
              <a:avLst/>
              <a:gdLst/>
              <a:ahLst/>
              <a:cxnLst/>
              <a:rect l="0" t="0" r="0" b="0"/>
              <a:pathLst>
                <a:path w="12492" h="40555">
                  <a:moveTo>
                    <a:pt x="0" y="0"/>
                  </a:moveTo>
                  <a:lnTo>
                    <a:pt x="12492" y="40555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2" name="Input_receptor__1241">
              <a:extLst>
                <a:ext uri="{FF2B5EF4-FFF2-40B4-BE49-F238E27FC236}">
                  <a16:creationId xmlns:a16="http://schemas.microsoft.com/office/drawing/2014/main" id="{38A034F7-7768-0387-C2EE-F7D547CF7C4D}"/>
                </a:ext>
              </a:extLst>
            </p:cNvPr>
            <p:cNvSpPr>
              <a:spLocks noGrp="1"/>
            </p:cNvSpPr>
            <p:nvPr/>
          </p:nvSpPr>
          <p:spPr>
            <a:xfrm>
              <a:off x="1624648" y="4286979"/>
              <a:ext cx="464" cy="14877"/>
            </a:xfrm>
            <a:custGeom>
              <a:avLst/>
              <a:gdLst/>
              <a:ahLst/>
              <a:cxnLst/>
              <a:rect l="0" t="0" r="0" b="0"/>
              <a:pathLst>
                <a:path w="464" h="14877">
                  <a:moveTo>
                    <a:pt x="464" y="0"/>
                  </a:moveTo>
                  <a:lnTo>
                    <a:pt x="0" y="14877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3" name="Input_receptor__1242">
              <a:extLst>
                <a:ext uri="{FF2B5EF4-FFF2-40B4-BE49-F238E27FC236}">
                  <a16:creationId xmlns:a16="http://schemas.microsoft.com/office/drawing/2014/main" id="{B673BFE6-7D86-4F28-2FAF-FB5F73BEF31D}"/>
                </a:ext>
              </a:extLst>
            </p:cNvPr>
            <p:cNvSpPr>
              <a:spLocks noGrp="1"/>
            </p:cNvSpPr>
            <p:nvPr/>
          </p:nvSpPr>
          <p:spPr>
            <a:xfrm>
              <a:off x="1426611" y="4898139"/>
              <a:ext cx="22115" cy="3276"/>
            </a:xfrm>
            <a:custGeom>
              <a:avLst/>
              <a:gdLst/>
              <a:ahLst/>
              <a:cxnLst/>
              <a:rect l="0" t="0" r="0" b="0"/>
              <a:pathLst>
                <a:path w="22115" h="3276">
                  <a:moveTo>
                    <a:pt x="0" y="0"/>
                  </a:moveTo>
                  <a:lnTo>
                    <a:pt x="22115" y="3276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4" name="Input_receptor__1243">
              <a:extLst>
                <a:ext uri="{FF2B5EF4-FFF2-40B4-BE49-F238E27FC236}">
                  <a16:creationId xmlns:a16="http://schemas.microsoft.com/office/drawing/2014/main" id="{0F79D1CE-4CDD-10CB-65E8-69A9B9FC845D}"/>
                </a:ext>
              </a:extLst>
            </p:cNvPr>
            <p:cNvSpPr>
              <a:spLocks noGrp="1"/>
            </p:cNvSpPr>
            <p:nvPr/>
          </p:nvSpPr>
          <p:spPr>
            <a:xfrm>
              <a:off x="1548103" y="4109561"/>
              <a:ext cx="14798" cy="38504"/>
            </a:xfrm>
            <a:custGeom>
              <a:avLst/>
              <a:gdLst/>
              <a:ahLst/>
              <a:cxnLst/>
              <a:rect l="0" t="0" r="0" b="0"/>
              <a:pathLst>
                <a:path w="14798" h="38504">
                  <a:moveTo>
                    <a:pt x="0" y="38504"/>
                  </a:moveTo>
                  <a:lnTo>
                    <a:pt x="14798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5" name="Input_receptor__1244">
              <a:extLst>
                <a:ext uri="{FF2B5EF4-FFF2-40B4-BE49-F238E27FC236}">
                  <a16:creationId xmlns:a16="http://schemas.microsoft.com/office/drawing/2014/main" id="{471A8166-B41E-76C5-5B9B-0965C7A7D01E}"/>
                </a:ext>
              </a:extLst>
            </p:cNvPr>
            <p:cNvSpPr>
              <a:spLocks noGrp="1"/>
            </p:cNvSpPr>
            <p:nvPr/>
          </p:nvSpPr>
          <p:spPr>
            <a:xfrm>
              <a:off x="1415382" y="4833363"/>
              <a:ext cx="35900" cy="3395"/>
            </a:xfrm>
            <a:custGeom>
              <a:avLst/>
              <a:gdLst/>
              <a:ahLst/>
              <a:cxnLst/>
              <a:rect l="0" t="0" r="0" b="0"/>
              <a:pathLst>
                <a:path w="35900" h="3395">
                  <a:moveTo>
                    <a:pt x="0" y="0"/>
                  </a:moveTo>
                  <a:lnTo>
                    <a:pt x="35900" y="3395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6" name="Input_receptor__1245">
              <a:extLst>
                <a:ext uri="{FF2B5EF4-FFF2-40B4-BE49-F238E27FC236}">
                  <a16:creationId xmlns:a16="http://schemas.microsoft.com/office/drawing/2014/main" id="{F4C85689-D1C3-DEE7-F7D6-185ECE5F0514}"/>
                </a:ext>
              </a:extLst>
            </p:cNvPr>
            <p:cNvSpPr>
              <a:spLocks noGrp="1"/>
            </p:cNvSpPr>
            <p:nvPr/>
          </p:nvSpPr>
          <p:spPr>
            <a:xfrm>
              <a:off x="738651" y="4476789"/>
              <a:ext cx="13666" cy="19611"/>
            </a:xfrm>
            <a:custGeom>
              <a:avLst/>
              <a:gdLst/>
              <a:ahLst/>
              <a:cxnLst/>
              <a:rect l="0" t="0" r="0" b="0"/>
              <a:pathLst>
                <a:path w="13666" h="19611">
                  <a:moveTo>
                    <a:pt x="0" y="0"/>
                  </a:moveTo>
                  <a:lnTo>
                    <a:pt x="13666" y="19611"/>
                  </a:lnTo>
                </a:path>
              </a:pathLst>
            </a:custGeom>
            <a:noFill/>
            <a:ln w="20003">
              <a:solidFill>
                <a:srgbClr val="8FA0AD"/>
              </a:solidFill>
            </a:ln>
          </p:spPr>
        </p:sp>
        <p:sp>
          <p:nvSpPr>
            <p:cNvPr id="1247" name="Input_receptor__1246">
              <a:extLst>
                <a:ext uri="{FF2B5EF4-FFF2-40B4-BE49-F238E27FC236}">
                  <a16:creationId xmlns:a16="http://schemas.microsoft.com/office/drawing/2014/main" id="{CBFFEEE7-57E4-4F6B-D6DA-66873EE6DB85}"/>
                </a:ext>
              </a:extLst>
            </p:cNvPr>
            <p:cNvSpPr>
              <a:spLocks noGrp="1"/>
            </p:cNvSpPr>
            <p:nvPr/>
          </p:nvSpPr>
          <p:spPr>
            <a:xfrm>
              <a:off x="1115642" y="4573764"/>
              <a:ext cx="20314" cy="35506"/>
            </a:xfrm>
            <a:custGeom>
              <a:avLst/>
              <a:gdLst/>
              <a:ahLst/>
              <a:cxnLst/>
              <a:rect l="0" t="0" r="0" b="0"/>
              <a:pathLst>
                <a:path w="20314" h="35506">
                  <a:moveTo>
                    <a:pt x="20314" y="355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0AD"/>
              </a:solidFill>
            </a:ln>
          </p:spPr>
        </p:sp>
        <p:sp>
          <p:nvSpPr>
            <p:cNvPr id="1248" name="Input_receptor__1247">
              <a:extLst>
                <a:ext uri="{FF2B5EF4-FFF2-40B4-BE49-F238E27FC236}">
                  <a16:creationId xmlns:a16="http://schemas.microsoft.com/office/drawing/2014/main" id="{2A52AD29-D267-F8F1-9DE6-4462F5A7C83D}"/>
                </a:ext>
              </a:extLst>
            </p:cNvPr>
            <p:cNvSpPr>
              <a:spLocks noGrp="1"/>
            </p:cNvSpPr>
            <p:nvPr/>
          </p:nvSpPr>
          <p:spPr>
            <a:xfrm>
              <a:off x="1658300" y="4778602"/>
              <a:ext cx="12919" cy="39479"/>
            </a:xfrm>
            <a:custGeom>
              <a:avLst/>
              <a:gdLst/>
              <a:ahLst/>
              <a:cxnLst/>
              <a:rect l="0" t="0" r="0" b="0"/>
              <a:pathLst>
                <a:path w="12919" h="39479">
                  <a:moveTo>
                    <a:pt x="12919" y="0"/>
                  </a:moveTo>
                  <a:lnTo>
                    <a:pt x="0" y="39479"/>
                  </a:lnTo>
                </a:path>
              </a:pathLst>
            </a:custGeom>
            <a:noFill/>
            <a:ln w="20003">
              <a:solidFill>
                <a:srgbClr val="8FA1AD"/>
              </a:solidFill>
            </a:ln>
          </p:spPr>
        </p:sp>
        <p:sp>
          <p:nvSpPr>
            <p:cNvPr id="1249" name="Input_receptor__1248">
              <a:extLst>
                <a:ext uri="{FF2B5EF4-FFF2-40B4-BE49-F238E27FC236}">
                  <a16:creationId xmlns:a16="http://schemas.microsoft.com/office/drawing/2014/main" id="{91ECDAB3-E17A-F80E-729B-6981CEABD98D}"/>
                </a:ext>
              </a:extLst>
            </p:cNvPr>
            <p:cNvSpPr>
              <a:spLocks noGrp="1"/>
            </p:cNvSpPr>
            <p:nvPr/>
          </p:nvSpPr>
          <p:spPr>
            <a:xfrm>
              <a:off x="1348807" y="4695789"/>
              <a:ext cx="8193" cy="38537"/>
            </a:xfrm>
            <a:custGeom>
              <a:avLst/>
              <a:gdLst/>
              <a:ahLst/>
              <a:cxnLst/>
              <a:rect l="0" t="0" r="0" b="0"/>
              <a:pathLst>
                <a:path w="8193" h="38537">
                  <a:moveTo>
                    <a:pt x="0" y="38537"/>
                  </a:moveTo>
                  <a:lnTo>
                    <a:pt x="8193" y="0"/>
                  </a:lnTo>
                </a:path>
              </a:pathLst>
            </a:custGeom>
            <a:noFill/>
            <a:ln w="8096">
              <a:solidFill>
                <a:srgbClr val="8FA1AD"/>
              </a:solidFill>
            </a:ln>
          </p:spPr>
        </p:sp>
        <p:sp>
          <p:nvSpPr>
            <p:cNvPr id="1250" name="Input_receptor__1249">
              <a:extLst>
                <a:ext uri="{FF2B5EF4-FFF2-40B4-BE49-F238E27FC236}">
                  <a16:creationId xmlns:a16="http://schemas.microsoft.com/office/drawing/2014/main" id="{3ECCEA8B-FF55-0A5F-6A05-FCEA865BFA3B}"/>
                </a:ext>
              </a:extLst>
            </p:cNvPr>
            <p:cNvSpPr>
              <a:spLocks noGrp="1"/>
            </p:cNvSpPr>
            <p:nvPr/>
          </p:nvSpPr>
          <p:spPr>
            <a:xfrm>
              <a:off x="1446008" y="5063040"/>
              <a:ext cx="12126" cy="31646"/>
            </a:xfrm>
            <a:custGeom>
              <a:avLst/>
              <a:gdLst/>
              <a:ahLst/>
              <a:cxnLst/>
              <a:rect l="0" t="0" r="0" b="0"/>
              <a:pathLst>
                <a:path w="12126" h="31646">
                  <a:moveTo>
                    <a:pt x="12126" y="0"/>
                  </a:moveTo>
                  <a:lnTo>
                    <a:pt x="0" y="31646"/>
                  </a:lnTo>
                </a:path>
              </a:pathLst>
            </a:custGeom>
            <a:noFill/>
            <a:ln w="8096">
              <a:solidFill>
                <a:srgbClr val="8FA1AD"/>
              </a:solidFill>
            </a:ln>
          </p:spPr>
        </p:sp>
        <p:sp>
          <p:nvSpPr>
            <p:cNvPr id="1251" name="Input_receptor__1250">
              <a:extLst>
                <a:ext uri="{FF2B5EF4-FFF2-40B4-BE49-F238E27FC236}">
                  <a16:creationId xmlns:a16="http://schemas.microsoft.com/office/drawing/2014/main" id="{1DE20AAD-197A-D528-E2BE-07CD9B3755C6}"/>
                </a:ext>
              </a:extLst>
            </p:cNvPr>
            <p:cNvSpPr>
              <a:spLocks noGrp="1"/>
            </p:cNvSpPr>
            <p:nvPr/>
          </p:nvSpPr>
          <p:spPr>
            <a:xfrm>
              <a:off x="1194299" y="4799313"/>
              <a:ext cx="39882" cy="8324"/>
            </a:xfrm>
            <a:custGeom>
              <a:avLst/>
              <a:gdLst/>
              <a:ahLst/>
              <a:cxnLst/>
              <a:rect l="0" t="0" r="0" b="0"/>
              <a:pathLst>
                <a:path w="39882" h="8324">
                  <a:moveTo>
                    <a:pt x="0" y="8324"/>
                  </a:moveTo>
                  <a:lnTo>
                    <a:pt x="39882" y="0"/>
                  </a:lnTo>
                </a:path>
              </a:pathLst>
            </a:custGeom>
            <a:noFill/>
            <a:ln w="20003">
              <a:solidFill>
                <a:srgbClr val="8FA1AD"/>
              </a:solidFill>
            </a:ln>
          </p:spPr>
        </p:sp>
        <p:sp>
          <p:nvSpPr>
            <p:cNvPr id="1252" name="Input_receptor__1251">
              <a:extLst>
                <a:ext uri="{FF2B5EF4-FFF2-40B4-BE49-F238E27FC236}">
                  <a16:creationId xmlns:a16="http://schemas.microsoft.com/office/drawing/2014/main" id="{8F86F416-AC1E-A078-0B5F-E5511B953469}"/>
                </a:ext>
              </a:extLst>
            </p:cNvPr>
            <p:cNvSpPr>
              <a:spLocks noGrp="1"/>
            </p:cNvSpPr>
            <p:nvPr/>
          </p:nvSpPr>
          <p:spPr>
            <a:xfrm>
              <a:off x="1608368" y="4617089"/>
              <a:ext cx="33504" cy="29117"/>
            </a:xfrm>
            <a:custGeom>
              <a:avLst/>
              <a:gdLst/>
              <a:ahLst/>
              <a:cxnLst/>
              <a:rect l="0" t="0" r="0" b="0"/>
              <a:pathLst>
                <a:path w="33504" h="29117">
                  <a:moveTo>
                    <a:pt x="0" y="0"/>
                  </a:moveTo>
                  <a:lnTo>
                    <a:pt x="33504" y="29117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3" name="Input_receptor__1252">
              <a:extLst>
                <a:ext uri="{FF2B5EF4-FFF2-40B4-BE49-F238E27FC236}">
                  <a16:creationId xmlns:a16="http://schemas.microsoft.com/office/drawing/2014/main" id="{A9C796C1-4888-3EEA-0A3B-A75D610AA2A8}"/>
                </a:ext>
              </a:extLst>
            </p:cNvPr>
            <p:cNvSpPr>
              <a:spLocks noGrp="1"/>
            </p:cNvSpPr>
            <p:nvPr/>
          </p:nvSpPr>
          <p:spPr>
            <a:xfrm>
              <a:off x="1522515" y="4550566"/>
              <a:ext cx="18424" cy="15116"/>
            </a:xfrm>
            <a:custGeom>
              <a:avLst/>
              <a:gdLst/>
              <a:ahLst/>
              <a:cxnLst/>
              <a:rect l="0" t="0" r="0" b="0"/>
              <a:pathLst>
                <a:path w="18424" h="15116">
                  <a:moveTo>
                    <a:pt x="18424" y="0"/>
                  </a:moveTo>
                  <a:lnTo>
                    <a:pt x="0" y="15116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4" name="Input_receptor__1253">
              <a:extLst>
                <a:ext uri="{FF2B5EF4-FFF2-40B4-BE49-F238E27FC236}">
                  <a16:creationId xmlns:a16="http://schemas.microsoft.com/office/drawing/2014/main" id="{77C3EA3C-EE9C-35E9-0153-5DDBA2AC0E5D}"/>
                </a:ext>
              </a:extLst>
            </p:cNvPr>
            <p:cNvSpPr>
              <a:spLocks noGrp="1"/>
            </p:cNvSpPr>
            <p:nvPr/>
          </p:nvSpPr>
          <p:spPr>
            <a:xfrm>
              <a:off x="1215988" y="4536695"/>
              <a:ext cx="19855" cy="7727"/>
            </a:xfrm>
            <a:custGeom>
              <a:avLst/>
              <a:gdLst/>
              <a:ahLst/>
              <a:cxnLst/>
              <a:rect l="0" t="0" r="0" b="0"/>
              <a:pathLst>
                <a:path w="19855" h="7727">
                  <a:moveTo>
                    <a:pt x="19855" y="7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8FA1AE"/>
              </a:solidFill>
            </a:ln>
          </p:spPr>
        </p:sp>
        <p:sp>
          <p:nvSpPr>
            <p:cNvPr id="1255" name="Input_receptor__1254">
              <a:extLst>
                <a:ext uri="{FF2B5EF4-FFF2-40B4-BE49-F238E27FC236}">
                  <a16:creationId xmlns:a16="http://schemas.microsoft.com/office/drawing/2014/main" id="{6D7DA310-7537-B5B6-40B5-0F038DB93A83}"/>
                </a:ext>
              </a:extLst>
            </p:cNvPr>
            <p:cNvSpPr>
              <a:spLocks noGrp="1"/>
            </p:cNvSpPr>
            <p:nvPr/>
          </p:nvSpPr>
          <p:spPr>
            <a:xfrm>
              <a:off x="1178951" y="4273127"/>
              <a:ext cx="20578" cy="24439"/>
            </a:xfrm>
            <a:custGeom>
              <a:avLst/>
              <a:gdLst/>
              <a:ahLst/>
              <a:cxnLst/>
              <a:rect l="0" t="0" r="0" b="0"/>
              <a:pathLst>
                <a:path w="20578" h="24439">
                  <a:moveTo>
                    <a:pt x="20578" y="244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8FA1AE"/>
              </a:solidFill>
            </a:ln>
          </p:spPr>
        </p:sp>
        <p:sp>
          <p:nvSpPr>
            <p:cNvPr id="1256" name="Input_receptor__1255">
              <a:extLst>
                <a:ext uri="{FF2B5EF4-FFF2-40B4-BE49-F238E27FC236}">
                  <a16:creationId xmlns:a16="http://schemas.microsoft.com/office/drawing/2014/main" id="{58250053-C960-770B-92FE-C4BFAF909326}"/>
                </a:ext>
              </a:extLst>
            </p:cNvPr>
            <p:cNvSpPr>
              <a:spLocks noGrp="1"/>
            </p:cNvSpPr>
            <p:nvPr/>
          </p:nvSpPr>
          <p:spPr>
            <a:xfrm>
              <a:off x="1109961" y="5022818"/>
              <a:ext cx="43981" cy="19177"/>
            </a:xfrm>
            <a:custGeom>
              <a:avLst/>
              <a:gdLst/>
              <a:ahLst/>
              <a:cxnLst/>
              <a:rect l="0" t="0" r="0" b="0"/>
              <a:pathLst>
                <a:path w="43981" h="19177">
                  <a:moveTo>
                    <a:pt x="0" y="19177"/>
                  </a:moveTo>
                  <a:lnTo>
                    <a:pt x="43981" y="0"/>
                  </a:lnTo>
                </a:path>
              </a:pathLst>
            </a:custGeom>
            <a:noFill/>
            <a:ln w="20003">
              <a:solidFill>
                <a:srgbClr val="8FA1AE"/>
              </a:solidFill>
            </a:ln>
          </p:spPr>
        </p:sp>
        <p:sp>
          <p:nvSpPr>
            <p:cNvPr id="1257" name="Input_receptor__1256">
              <a:extLst>
                <a:ext uri="{FF2B5EF4-FFF2-40B4-BE49-F238E27FC236}">
                  <a16:creationId xmlns:a16="http://schemas.microsoft.com/office/drawing/2014/main" id="{D618C60C-179E-DDE0-CE6E-244ECAF7429C}"/>
                </a:ext>
              </a:extLst>
            </p:cNvPr>
            <p:cNvSpPr>
              <a:spLocks noGrp="1"/>
            </p:cNvSpPr>
            <p:nvPr/>
          </p:nvSpPr>
          <p:spPr>
            <a:xfrm>
              <a:off x="1399676" y="4493860"/>
              <a:ext cx="39436" cy="22001"/>
            </a:xfrm>
            <a:custGeom>
              <a:avLst/>
              <a:gdLst/>
              <a:ahLst/>
              <a:cxnLst/>
              <a:rect l="0" t="0" r="0" b="0"/>
              <a:pathLst>
                <a:path w="39436" h="22001">
                  <a:moveTo>
                    <a:pt x="0" y="22001"/>
                  </a:moveTo>
                  <a:lnTo>
                    <a:pt x="39436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58" name="Input_receptor__1257">
              <a:extLst>
                <a:ext uri="{FF2B5EF4-FFF2-40B4-BE49-F238E27FC236}">
                  <a16:creationId xmlns:a16="http://schemas.microsoft.com/office/drawing/2014/main" id="{0BCF5347-3DBC-BB90-355D-5360D881CBD8}"/>
                </a:ext>
              </a:extLst>
            </p:cNvPr>
            <p:cNvSpPr>
              <a:spLocks noGrp="1"/>
            </p:cNvSpPr>
            <p:nvPr/>
          </p:nvSpPr>
          <p:spPr>
            <a:xfrm>
              <a:off x="1446008" y="5094687"/>
              <a:ext cx="4865" cy="40449"/>
            </a:xfrm>
            <a:custGeom>
              <a:avLst/>
              <a:gdLst/>
              <a:ahLst/>
              <a:cxnLst/>
              <a:rect l="0" t="0" r="0" b="0"/>
              <a:pathLst>
                <a:path w="4865" h="40449">
                  <a:moveTo>
                    <a:pt x="0" y="0"/>
                  </a:moveTo>
                  <a:lnTo>
                    <a:pt x="4865" y="4044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59" name="Input_receptor__1258">
              <a:extLst>
                <a:ext uri="{FF2B5EF4-FFF2-40B4-BE49-F238E27FC236}">
                  <a16:creationId xmlns:a16="http://schemas.microsoft.com/office/drawing/2014/main" id="{2386B33C-C812-A451-3393-EC816D61B289}"/>
                </a:ext>
              </a:extLst>
            </p:cNvPr>
            <p:cNvSpPr>
              <a:spLocks noGrp="1"/>
            </p:cNvSpPr>
            <p:nvPr/>
          </p:nvSpPr>
          <p:spPr>
            <a:xfrm>
              <a:off x="1148320" y="4698451"/>
              <a:ext cx="8053" cy="47448"/>
            </a:xfrm>
            <a:custGeom>
              <a:avLst/>
              <a:gdLst/>
              <a:ahLst/>
              <a:cxnLst/>
              <a:rect l="0" t="0" r="0" b="0"/>
              <a:pathLst>
                <a:path w="8053" h="47448">
                  <a:moveTo>
                    <a:pt x="0" y="47448"/>
                  </a:moveTo>
                  <a:lnTo>
                    <a:pt x="8053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0" name="Input_receptor__1259">
              <a:extLst>
                <a:ext uri="{FF2B5EF4-FFF2-40B4-BE49-F238E27FC236}">
                  <a16:creationId xmlns:a16="http://schemas.microsoft.com/office/drawing/2014/main" id="{05B3428E-7418-CAD5-69B4-ECC7E8AE9786}"/>
                </a:ext>
              </a:extLst>
            </p:cNvPr>
            <p:cNvSpPr>
              <a:spLocks noGrp="1"/>
            </p:cNvSpPr>
            <p:nvPr/>
          </p:nvSpPr>
          <p:spPr>
            <a:xfrm>
              <a:off x="1149991" y="4341028"/>
              <a:ext cx="47991" cy="1532"/>
            </a:xfrm>
            <a:custGeom>
              <a:avLst/>
              <a:gdLst/>
              <a:ahLst/>
              <a:cxnLst/>
              <a:rect l="0" t="0" r="0" b="0"/>
              <a:pathLst>
                <a:path w="47991" h="1532">
                  <a:moveTo>
                    <a:pt x="0" y="1532"/>
                  </a:moveTo>
                  <a:lnTo>
                    <a:pt x="47991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61" name="Input_receptor__1260">
              <a:extLst>
                <a:ext uri="{FF2B5EF4-FFF2-40B4-BE49-F238E27FC236}">
                  <a16:creationId xmlns:a16="http://schemas.microsoft.com/office/drawing/2014/main" id="{2BD38CFF-A150-242F-F55F-75643C9288A7}"/>
                </a:ext>
              </a:extLst>
            </p:cNvPr>
            <p:cNvSpPr>
              <a:spLocks noGrp="1"/>
            </p:cNvSpPr>
            <p:nvPr/>
          </p:nvSpPr>
          <p:spPr>
            <a:xfrm>
              <a:off x="1063660" y="4853380"/>
              <a:ext cx="30076" cy="12616"/>
            </a:xfrm>
            <a:custGeom>
              <a:avLst/>
              <a:gdLst/>
              <a:ahLst/>
              <a:cxnLst/>
              <a:rect l="0" t="0" r="0" b="0"/>
              <a:pathLst>
                <a:path w="30076" h="12616">
                  <a:moveTo>
                    <a:pt x="0" y="12616"/>
                  </a:moveTo>
                  <a:lnTo>
                    <a:pt x="30076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2" name="Input_receptor__1261">
              <a:extLst>
                <a:ext uri="{FF2B5EF4-FFF2-40B4-BE49-F238E27FC236}">
                  <a16:creationId xmlns:a16="http://schemas.microsoft.com/office/drawing/2014/main" id="{8CD1F55E-330D-3B78-E720-77515F5A1824}"/>
                </a:ext>
              </a:extLst>
            </p:cNvPr>
            <p:cNvSpPr>
              <a:spLocks noGrp="1"/>
            </p:cNvSpPr>
            <p:nvPr/>
          </p:nvSpPr>
          <p:spPr>
            <a:xfrm>
              <a:off x="779999" y="4431331"/>
              <a:ext cx="25611" cy="41091"/>
            </a:xfrm>
            <a:custGeom>
              <a:avLst/>
              <a:gdLst/>
              <a:ahLst/>
              <a:cxnLst/>
              <a:rect l="0" t="0" r="0" b="0"/>
              <a:pathLst>
                <a:path w="25611" h="41091">
                  <a:moveTo>
                    <a:pt x="0" y="0"/>
                  </a:moveTo>
                  <a:lnTo>
                    <a:pt x="25611" y="41091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3" name="Input_receptor__1262">
              <a:extLst>
                <a:ext uri="{FF2B5EF4-FFF2-40B4-BE49-F238E27FC236}">
                  <a16:creationId xmlns:a16="http://schemas.microsoft.com/office/drawing/2014/main" id="{39E91FAB-DF7F-F58B-8A6A-CC497B0F60E4}"/>
                </a:ext>
              </a:extLst>
            </p:cNvPr>
            <p:cNvSpPr>
              <a:spLocks noGrp="1"/>
            </p:cNvSpPr>
            <p:nvPr/>
          </p:nvSpPr>
          <p:spPr>
            <a:xfrm>
              <a:off x="1183289" y="4579478"/>
              <a:ext cx="17228" cy="17536"/>
            </a:xfrm>
            <a:custGeom>
              <a:avLst/>
              <a:gdLst/>
              <a:ahLst/>
              <a:cxnLst/>
              <a:rect l="0" t="0" r="0" b="0"/>
              <a:pathLst>
                <a:path w="17228" h="17536">
                  <a:moveTo>
                    <a:pt x="0" y="0"/>
                  </a:moveTo>
                  <a:lnTo>
                    <a:pt x="17228" y="17536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4" name="Input_receptor__1263">
              <a:extLst>
                <a:ext uri="{FF2B5EF4-FFF2-40B4-BE49-F238E27FC236}">
                  <a16:creationId xmlns:a16="http://schemas.microsoft.com/office/drawing/2014/main" id="{C71B2F01-2761-D78B-0C41-058C26B13DB3}"/>
                </a:ext>
              </a:extLst>
            </p:cNvPr>
            <p:cNvSpPr>
              <a:spLocks noGrp="1"/>
            </p:cNvSpPr>
            <p:nvPr/>
          </p:nvSpPr>
          <p:spPr>
            <a:xfrm>
              <a:off x="1404356" y="4368994"/>
              <a:ext cx="23441" cy="14429"/>
            </a:xfrm>
            <a:custGeom>
              <a:avLst/>
              <a:gdLst/>
              <a:ahLst/>
              <a:cxnLst/>
              <a:rect l="0" t="0" r="0" b="0"/>
              <a:pathLst>
                <a:path w="23441" h="14429">
                  <a:moveTo>
                    <a:pt x="23441" y="144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5" name="Input_receptor__1264">
              <a:extLst>
                <a:ext uri="{FF2B5EF4-FFF2-40B4-BE49-F238E27FC236}">
                  <a16:creationId xmlns:a16="http://schemas.microsoft.com/office/drawing/2014/main" id="{BD6F5D4C-C279-4D34-DEA0-E6EC5656D2B5}"/>
                </a:ext>
              </a:extLst>
            </p:cNvPr>
            <p:cNvSpPr>
              <a:spLocks noGrp="1"/>
            </p:cNvSpPr>
            <p:nvPr/>
          </p:nvSpPr>
          <p:spPr>
            <a:xfrm>
              <a:off x="1080930" y="4908900"/>
              <a:ext cx="39157" cy="14229"/>
            </a:xfrm>
            <a:custGeom>
              <a:avLst/>
              <a:gdLst/>
              <a:ahLst/>
              <a:cxnLst/>
              <a:rect l="0" t="0" r="0" b="0"/>
              <a:pathLst>
                <a:path w="39157" h="14229">
                  <a:moveTo>
                    <a:pt x="0" y="14229"/>
                  </a:moveTo>
                  <a:lnTo>
                    <a:pt x="39157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6" name="Input_receptor__1265">
              <a:extLst>
                <a:ext uri="{FF2B5EF4-FFF2-40B4-BE49-F238E27FC236}">
                  <a16:creationId xmlns:a16="http://schemas.microsoft.com/office/drawing/2014/main" id="{12095599-F608-3040-7290-3F4F83835F31}"/>
                </a:ext>
              </a:extLst>
            </p:cNvPr>
            <p:cNvSpPr>
              <a:spLocks noGrp="1"/>
            </p:cNvSpPr>
            <p:nvPr/>
          </p:nvSpPr>
          <p:spPr>
            <a:xfrm>
              <a:off x="1228547" y="4938122"/>
              <a:ext cx="36559" cy="21789"/>
            </a:xfrm>
            <a:custGeom>
              <a:avLst/>
              <a:gdLst/>
              <a:ahLst/>
              <a:cxnLst/>
              <a:rect l="0" t="0" r="0" b="0"/>
              <a:pathLst>
                <a:path w="36559" h="21789">
                  <a:moveTo>
                    <a:pt x="36559" y="0"/>
                  </a:moveTo>
                  <a:lnTo>
                    <a:pt x="0" y="2178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7" name="Input_receptor__1266">
              <a:extLst>
                <a:ext uri="{FF2B5EF4-FFF2-40B4-BE49-F238E27FC236}">
                  <a16:creationId xmlns:a16="http://schemas.microsoft.com/office/drawing/2014/main" id="{31414610-2FBD-D407-09CF-022131508C33}"/>
                </a:ext>
              </a:extLst>
            </p:cNvPr>
            <p:cNvSpPr>
              <a:spLocks noGrp="1"/>
            </p:cNvSpPr>
            <p:nvPr/>
          </p:nvSpPr>
          <p:spPr>
            <a:xfrm>
              <a:off x="1053444" y="4266109"/>
              <a:ext cx="43189" cy="5000"/>
            </a:xfrm>
            <a:custGeom>
              <a:avLst/>
              <a:gdLst/>
              <a:ahLst/>
              <a:cxnLst/>
              <a:rect l="0" t="0" r="0" b="0"/>
              <a:pathLst>
                <a:path w="43189" h="5000">
                  <a:moveTo>
                    <a:pt x="0" y="0"/>
                  </a:moveTo>
                  <a:lnTo>
                    <a:pt x="43189" y="500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68" name="Input_receptor__1267">
              <a:extLst>
                <a:ext uri="{FF2B5EF4-FFF2-40B4-BE49-F238E27FC236}">
                  <a16:creationId xmlns:a16="http://schemas.microsoft.com/office/drawing/2014/main" id="{A8A64C9D-591C-1944-9ED5-E9CC8A621C5F}"/>
                </a:ext>
              </a:extLst>
            </p:cNvPr>
            <p:cNvSpPr>
              <a:spLocks noGrp="1"/>
            </p:cNvSpPr>
            <p:nvPr/>
          </p:nvSpPr>
          <p:spPr>
            <a:xfrm>
              <a:off x="1361804" y="4403130"/>
              <a:ext cx="1724" cy="16253"/>
            </a:xfrm>
            <a:custGeom>
              <a:avLst/>
              <a:gdLst/>
              <a:ahLst/>
              <a:cxnLst/>
              <a:rect l="0" t="0" r="0" b="0"/>
              <a:pathLst>
                <a:path w="1724" h="16253">
                  <a:moveTo>
                    <a:pt x="0" y="0"/>
                  </a:moveTo>
                  <a:lnTo>
                    <a:pt x="1724" y="1625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69" name="Input_receptor__1268">
              <a:extLst>
                <a:ext uri="{FF2B5EF4-FFF2-40B4-BE49-F238E27FC236}">
                  <a16:creationId xmlns:a16="http://schemas.microsoft.com/office/drawing/2014/main" id="{2FA0A174-C5D0-3F71-F114-BA88F55DF1B1}"/>
                </a:ext>
              </a:extLst>
            </p:cNvPr>
            <p:cNvSpPr>
              <a:spLocks noGrp="1"/>
            </p:cNvSpPr>
            <p:nvPr/>
          </p:nvSpPr>
          <p:spPr>
            <a:xfrm>
              <a:off x="718345" y="4536906"/>
              <a:ext cx="45355" cy="4222"/>
            </a:xfrm>
            <a:custGeom>
              <a:avLst/>
              <a:gdLst/>
              <a:ahLst/>
              <a:cxnLst/>
              <a:rect l="0" t="0" r="0" b="0"/>
              <a:pathLst>
                <a:path w="45355" h="4222">
                  <a:moveTo>
                    <a:pt x="45355" y="0"/>
                  </a:moveTo>
                  <a:lnTo>
                    <a:pt x="0" y="4222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0" name="Input_receptor__1269">
              <a:extLst>
                <a:ext uri="{FF2B5EF4-FFF2-40B4-BE49-F238E27FC236}">
                  <a16:creationId xmlns:a16="http://schemas.microsoft.com/office/drawing/2014/main" id="{7EA9CF7A-0DE1-5955-CA07-45C2258FC5F6}"/>
                </a:ext>
              </a:extLst>
            </p:cNvPr>
            <p:cNvSpPr>
              <a:spLocks noGrp="1"/>
            </p:cNvSpPr>
            <p:nvPr/>
          </p:nvSpPr>
          <p:spPr>
            <a:xfrm>
              <a:off x="1220573" y="4234282"/>
              <a:ext cx="4840" cy="16757"/>
            </a:xfrm>
            <a:custGeom>
              <a:avLst/>
              <a:gdLst/>
              <a:ahLst/>
              <a:cxnLst/>
              <a:rect l="0" t="0" r="0" b="0"/>
              <a:pathLst>
                <a:path w="4840" h="16757">
                  <a:moveTo>
                    <a:pt x="0" y="16757"/>
                  </a:moveTo>
                  <a:lnTo>
                    <a:pt x="484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1" name="Input_receptor__1270">
              <a:extLst>
                <a:ext uri="{FF2B5EF4-FFF2-40B4-BE49-F238E27FC236}">
                  <a16:creationId xmlns:a16="http://schemas.microsoft.com/office/drawing/2014/main" id="{775ACC94-717F-D860-B817-E4E5D7BEA4A7}"/>
                </a:ext>
              </a:extLst>
            </p:cNvPr>
            <p:cNvSpPr>
              <a:spLocks noGrp="1"/>
            </p:cNvSpPr>
            <p:nvPr/>
          </p:nvSpPr>
          <p:spPr>
            <a:xfrm>
              <a:off x="1197741" y="4706818"/>
              <a:ext cx="8726" cy="33979"/>
            </a:xfrm>
            <a:custGeom>
              <a:avLst/>
              <a:gdLst/>
              <a:ahLst/>
              <a:cxnLst/>
              <a:rect l="0" t="0" r="0" b="0"/>
              <a:pathLst>
                <a:path w="8726" h="33979">
                  <a:moveTo>
                    <a:pt x="0" y="0"/>
                  </a:moveTo>
                  <a:lnTo>
                    <a:pt x="8726" y="33979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2" name="Input_receptor__1271">
              <a:extLst>
                <a:ext uri="{FF2B5EF4-FFF2-40B4-BE49-F238E27FC236}">
                  <a16:creationId xmlns:a16="http://schemas.microsoft.com/office/drawing/2014/main" id="{81A0A192-A26D-3BC3-111C-06BCB8BA635A}"/>
                </a:ext>
              </a:extLst>
            </p:cNvPr>
            <p:cNvSpPr>
              <a:spLocks noGrp="1"/>
            </p:cNvSpPr>
            <p:nvPr/>
          </p:nvSpPr>
          <p:spPr>
            <a:xfrm>
              <a:off x="1641872" y="4646206"/>
              <a:ext cx="13981" cy="45904"/>
            </a:xfrm>
            <a:custGeom>
              <a:avLst/>
              <a:gdLst/>
              <a:ahLst/>
              <a:cxnLst/>
              <a:rect l="0" t="0" r="0" b="0"/>
              <a:pathLst>
                <a:path w="13981" h="45904">
                  <a:moveTo>
                    <a:pt x="0" y="0"/>
                  </a:moveTo>
                  <a:lnTo>
                    <a:pt x="13981" y="45904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3" name="Input_receptor__1272">
              <a:extLst>
                <a:ext uri="{FF2B5EF4-FFF2-40B4-BE49-F238E27FC236}">
                  <a16:creationId xmlns:a16="http://schemas.microsoft.com/office/drawing/2014/main" id="{AD7F53C8-E87E-86B7-85A5-4AE3E91ADE80}"/>
                </a:ext>
              </a:extLst>
            </p:cNvPr>
            <p:cNvSpPr>
              <a:spLocks noGrp="1"/>
            </p:cNvSpPr>
            <p:nvPr/>
          </p:nvSpPr>
          <p:spPr>
            <a:xfrm>
              <a:off x="1517614" y="4093264"/>
              <a:ext cx="45288" cy="16297"/>
            </a:xfrm>
            <a:custGeom>
              <a:avLst/>
              <a:gdLst/>
              <a:ahLst/>
              <a:cxnLst/>
              <a:rect l="0" t="0" r="0" b="0"/>
              <a:pathLst>
                <a:path w="45288" h="16297">
                  <a:moveTo>
                    <a:pt x="45288" y="162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4" name="Input_receptor__1273">
              <a:extLst>
                <a:ext uri="{FF2B5EF4-FFF2-40B4-BE49-F238E27FC236}">
                  <a16:creationId xmlns:a16="http://schemas.microsoft.com/office/drawing/2014/main" id="{5E6E67C9-446C-C316-97BB-C0747893E46D}"/>
                </a:ext>
              </a:extLst>
            </p:cNvPr>
            <p:cNvSpPr>
              <a:spLocks noGrp="1"/>
            </p:cNvSpPr>
            <p:nvPr/>
          </p:nvSpPr>
          <p:spPr>
            <a:xfrm>
              <a:off x="1426988" y="4247463"/>
              <a:ext cx="16365" cy="44994"/>
            </a:xfrm>
            <a:custGeom>
              <a:avLst/>
              <a:gdLst/>
              <a:ahLst/>
              <a:cxnLst/>
              <a:rect l="0" t="0" r="0" b="0"/>
              <a:pathLst>
                <a:path w="16365" h="44994">
                  <a:moveTo>
                    <a:pt x="16365" y="0"/>
                  </a:moveTo>
                  <a:lnTo>
                    <a:pt x="0" y="44994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75" name="Input_receptor__1274">
              <a:extLst>
                <a:ext uri="{FF2B5EF4-FFF2-40B4-BE49-F238E27FC236}">
                  <a16:creationId xmlns:a16="http://schemas.microsoft.com/office/drawing/2014/main" id="{07BB067B-7F3F-0DF2-0D13-89FB8ADD962C}"/>
                </a:ext>
              </a:extLst>
            </p:cNvPr>
            <p:cNvSpPr>
              <a:spLocks noGrp="1"/>
            </p:cNvSpPr>
            <p:nvPr/>
          </p:nvSpPr>
          <p:spPr>
            <a:xfrm>
              <a:off x="1550172" y="5069438"/>
              <a:ext cx="13767" cy="1333"/>
            </a:xfrm>
            <a:custGeom>
              <a:avLst/>
              <a:gdLst/>
              <a:ahLst/>
              <a:cxnLst/>
              <a:rect l="0" t="0" r="0" b="0"/>
              <a:pathLst>
                <a:path w="13767" h="1333">
                  <a:moveTo>
                    <a:pt x="0" y="0"/>
                  </a:moveTo>
                  <a:lnTo>
                    <a:pt x="13767" y="133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6" name="Input_receptor__1275">
              <a:extLst>
                <a:ext uri="{FF2B5EF4-FFF2-40B4-BE49-F238E27FC236}">
                  <a16:creationId xmlns:a16="http://schemas.microsoft.com/office/drawing/2014/main" id="{672BB2BF-9D6F-FB47-3DCA-5BA557EBB303}"/>
                </a:ext>
              </a:extLst>
            </p:cNvPr>
            <p:cNvSpPr>
              <a:spLocks noGrp="1"/>
            </p:cNvSpPr>
            <p:nvPr/>
          </p:nvSpPr>
          <p:spPr>
            <a:xfrm>
              <a:off x="1621191" y="4692111"/>
              <a:ext cx="34662" cy="33173"/>
            </a:xfrm>
            <a:custGeom>
              <a:avLst/>
              <a:gdLst/>
              <a:ahLst/>
              <a:cxnLst/>
              <a:rect l="0" t="0" r="0" b="0"/>
              <a:pathLst>
                <a:path w="34662" h="33173">
                  <a:moveTo>
                    <a:pt x="34662" y="0"/>
                  </a:moveTo>
                  <a:lnTo>
                    <a:pt x="0" y="3317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7" name="Input_receptor__1276">
              <a:extLst>
                <a:ext uri="{FF2B5EF4-FFF2-40B4-BE49-F238E27FC236}">
                  <a16:creationId xmlns:a16="http://schemas.microsoft.com/office/drawing/2014/main" id="{9460A6CB-BF14-BFA7-ACD2-FA4EC311F03E}"/>
                </a:ext>
              </a:extLst>
            </p:cNvPr>
            <p:cNvSpPr>
              <a:spLocks noGrp="1"/>
            </p:cNvSpPr>
            <p:nvPr/>
          </p:nvSpPr>
          <p:spPr>
            <a:xfrm>
              <a:off x="1357000" y="4692791"/>
              <a:ext cx="48144" cy="2998"/>
            </a:xfrm>
            <a:custGeom>
              <a:avLst/>
              <a:gdLst/>
              <a:ahLst/>
              <a:cxnLst/>
              <a:rect l="0" t="0" r="0" b="0"/>
              <a:pathLst>
                <a:path w="48144" h="2998">
                  <a:moveTo>
                    <a:pt x="0" y="2998"/>
                  </a:moveTo>
                  <a:lnTo>
                    <a:pt x="48144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8" name="Input_receptor__1277">
              <a:extLst>
                <a:ext uri="{FF2B5EF4-FFF2-40B4-BE49-F238E27FC236}">
                  <a16:creationId xmlns:a16="http://schemas.microsoft.com/office/drawing/2014/main" id="{DC5D7D2D-7202-D6B0-D495-72D7F559F873}"/>
                </a:ext>
              </a:extLst>
            </p:cNvPr>
            <p:cNvSpPr>
              <a:spLocks noGrp="1"/>
            </p:cNvSpPr>
            <p:nvPr/>
          </p:nvSpPr>
          <p:spPr>
            <a:xfrm>
              <a:off x="1731088" y="5018141"/>
              <a:ext cx="21610" cy="43324"/>
            </a:xfrm>
            <a:custGeom>
              <a:avLst/>
              <a:gdLst/>
              <a:ahLst/>
              <a:cxnLst/>
              <a:rect l="0" t="0" r="0" b="0"/>
              <a:pathLst>
                <a:path w="21610" h="43324">
                  <a:moveTo>
                    <a:pt x="0" y="43324"/>
                  </a:moveTo>
                  <a:lnTo>
                    <a:pt x="2161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79" name="Input_receptor__1278">
              <a:extLst>
                <a:ext uri="{FF2B5EF4-FFF2-40B4-BE49-F238E27FC236}">
                  <a16:creationId xmlns:a16="http://schemas.microsoft.com/office/drawing/2014/main" id="{026FEB08-0662-6C3C-EBA7-1CF8221840E4}"/>
                </a:ext>
              </a:extLst>
            </p:cNvPr>
            <p:cNvSpPr>
              <a:spLocks noGrp="1"/>
            </p:cNvSpPr>
            <p:nvPr/>
          </p:nvSpPr>
          <p:spPr>
            <a:xfrm>
              <a:off x="1302099" y="4154460"/>
              <a:ext cx="14132" cy="1497"/>
            </a:xfrm>
            <a:custGeom>
              <a:avLst/>
              <a:gdLst/>
              <a:ahLst/>
              <a:cxnLst/>
              <a:rect l="0" t="0" r="0" b="0"/>
              <a:pathLst>
                <a:path w="14132" h="1497">
                  <a:moveTo>
                    <a:pt x="14132" y="14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0" name="Input_receptor__1279">
              <a:extLst>
                <a:ext uri="{FF2B5EF4-FFF2-40B4-BE49-F238E27FC236}">
                  <a16:creationId xmlns:a16="http://schemas.microsoft.com/office/drawing/2014/main" id="{3B0BF029-C727-5F8D-36E4-A47384E492A5}"/>
                </a:ext>
              </a:extLst>
            </p:cNvPr>
            <p:cNvSpPr>
              <a:spLocks noGrp="1"/>
            </p:cNvSpPr>
            <p:nvPr/>
          </p:nvSpPr>
          <p:spPr>
            <a:xfrm>
              <a:off x="983199" y="5070960"/>
              <a:ext cx="15022" cy="10607"/>
            </a:xfrm>
            <a:custGeom>
              <a:avLst/>
              <a:gdLst/>
              <a:ahLst/>
              <a:cxnLst/>
              <a:rect l="0" t="0" r="0" b="0"/>
              <a:pathLst>
                <a:path w="15022" h="10607">
                  <a:moveTo>
                    <a:pt x="15022" y="106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1" name="Input_receptor__1280">
              <a:extLst>
                <a:ext uri="{FF2B5EF4-FFF2-40B4-BE49-F238E27FC236}">
                  <a16:creationId xmlns:a16="http://schemas.microsoft.com/office/drawing/2014/main" id="{6755A300-305C-8D10-1F91-0A2CDA70C695}"/>
                </a:ext>
              </a:extLst>
            </p:cNvPr>
            <p:cNvSpPr>
              <a:spLocks noGrp="1"/>
            </p:cNvSpPr>
            <p:nvPr/>
          </p:nvSpPr>
          <p:spPr>
            <a:xfrm>
              <a:off x="1127555" y="4342560"/>
              <a:ext cx="22436" cy="37910"/>
            </a:xfrm>
            <a:custGeom>
              <a:avLst/>
              <a:gdLst/>
              <a:ahLst/>
              <a:cxnLst/>
              <a:rect l="0" t="0" r="0" b="0"/>
              <a:pathLst>
                <a:path w="22436" h="37910">
                  <a:moveTo>
                    <a:pt x="0" y="37910"/>
                  </a:moveTo>
                  <a:lnTo>
                    <a:pt x="22436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2" name="Input_receptor__1281">
              <a:extLst>
                <a:ext uri="{FF2B5EF4-FFF2-40B4-BE49-F238E27FC236}">
                  <a16:creationId xmlns:a16="http://schemas.microsoft.com/office/drawing/2014/main" id="{8A92CFFC-3BAF-75CD-818C-F571BBF81B21}"/>
                </a:ext>
              </a:extLst>
            </p:cNvPr>
            <p:cNvSpPr>
              <a:spLocks noGrp="1"/>
            </p:cNvSpPr>
            <p:nvPr/>
          </p:nvSpPr>
          <p:spPr>
            <a:xfrm>
              <a:off x="1365792" y="4356876"/>
              <a:ext cx="38565" cy="12117"/>
            </a:xfrm>
            <a:custGeom>
              <a:avLst/>
              <a:gdLst/>
              <a:ahLst/>
              <a:cxnLst/>
              <a:rect l="0" t="0" r="0" b="0"/>
              <a:pathLst>
                <a:path w="38565" h="12117">
                  <a:moveTo>
                    <a:pt x="38565" y="121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3" name="Input_receptor__1282">
              <a:extLst>
                <a:ext uri="{FF2B5EF4-FFF2-40B4-BE49-F238E27FC236}">
                  <a16:creationId xmlns:a16="http://schemas.microsoft.com/office/drawing/2014/main" id="{646ED1E1-DCEF-EA11-EB2D-07CC1E1ACAAF}"/>
                </a:ext>
              </a:extLst>
            </p:cNvPr>
            <p:cNvSpPr>
              <a:spLocks noGrp="1"/>
            </p:cNvSpPr>
            <p:nvPr/>
          </p:nvSpPr>
          <p:spPr>
            <a:xfrm>
              <a:off x="1541035" y="4900033"/>
              <a:ext cx="8123" cy="45153"/>
            </a:xfrm>
            <a:custGeom>
              <a:avLst/>
              <a:gdLst/>
              <a:ahLst/>
              <a:cxnLst/>
              <a:rect l="0" t="0" r="0" b="0"/>
              <a:pathLst>
                <a:path w="8123" h="45153">
                  <a:moveTo>
                    <a:pt x="8123" y="0"/>
                  </a:moveTo>
                  <a:lnTo>
                    <a:pt x="0" y="45153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4" name="Input_receptor__1283">
              <a:extLst>
                <a:ext uri="{FF2B5EF4-FFF2-40B4-BE49-F238E27FC236}">
                  <a16:creationId xmlns:a16="http://schemas.microsoft.com/office/drawing/2014/main" id="{033A9791-9C47-1278-097B-1C6B959B41E2}"/>
                </a:ext>
              </a:extLst>
            </p:cNvPr>
            <p:cNvSpPr>
              <a:spLocks noGrp="1"/>
            </p:cNvSpPr>
            <p:nvPr/>
          </p:nvSpPr>
          <p:spPr>
            <a:xfrm>
              <a:off x="1082442" y="4380470"/>
              <a:ext cx="45113" cy="1838"/>
            </a:xfrm>
            <a:custGeom>
              <a:avLst/>
              <a:gdLst/>
              <a:ahLst/>
              <a:cxnLst/>
              <a:rect l="0" t="0" r="0" b="0"/>
              <a:pathLst>
                <a:path w="45113" h="1838">
                  <a:moveTo>
                    <a:pt x="0" y="1838"/>
                  </a:moveTo>
                  <a:lnTo>
                    <a:pt x="45113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5" name="Input_receptor__1284">
              <a:extLst>
                <a:ext uri="{FF2B5EF4-FFF2-40B4-BE49-F238E27FC236}">
                  <a16:creationId xmlns:a16="http://schemas.microsoft.com/office/drawing/2014/main" id="{A0A689D9-635F-F0FF-ED65-1650D3B46980}"/>
                </a:ext>
              </a:extLst>
            </p:cNvPr>
            <p:cNvSpPr>
              <a:spLocks noGrp="1"/>
            </p:cNvSpPr>
            <p:nvPr/>
          </p:nvSpPr>
          <p:spPr>
            <a:xfrm>
              <a:off x="1405638" y="4755238"/>
              <a:ext cx="17066" cy="22036"/>
            </a:xfrm>
            <a:custGeom>
              <a:avLst/>
              <a:gdLst/>
              <a:ahLst/>
              <a:cxnLst/>
              <a:rect l="0" t="0" r="0" b="0"/>
              <a:pathLst>
                <a:path w="17066" h="22036">
                  <a:moveTo>
                    <a:pt x="0" y="0"/>
                  </a:moveTo>
                  <a:lnTo>
                    <a:pt x="17066" y="22036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6" name="Input_receptor__1285">
              <a:extLst>
                <a:ext uri="{FF2B5EF4-FFF2-40B4-BE49-F238E27FC236}">
                  <a16:creationId xmlns:a16="http://schemas.microsoft.com/office/drawing/2014/main" id="{61C88321-C61C-A86D-98D5-D43BB56C18F9}"/>
                </a:ext>
              </a:extLst>
            </p:cNvPr>
            <p:cNvSpPr>
              <a:spLocks noGrp="1"/>
            </p:cNvSpPr>
            <p:nvPr/>
          </p:nvSpPr>
          <p:spPr>
            <a:xfrm>
              <a:off x="1071966" y="5107776"/>
              <a:ext cx="22523" cy="1181"/>
            </a:xfrm>
            <a:custGeom>
              <a:avLst/>
              <a:gdLst/>
              <a:ahLst/>
              <a:cxnLst/>
              <a:rect l="0" t="0" r="0" b="0"/>
              <a:pathLst>
                <a:path w="22523" h="1181">
                  <a:moveTo>
                    <a:pt x="0" y="0"/>
                  </a:moveTo>
                  <a:lnTo>
                    <a:pt x="22523" y="1181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87" name="Input_receptor__1286">
              <a:extLst>
                <a:ext uri="{FF2B5EF4-FFF2-40B4-BE49-F238E27FC236}">
                  <a16:creationId xmlns:a16="http://schemas.microsoft.com/office/drawing/2014/main" id="{A2DBDEBA-97ED-89E2-6878-A79545868073}"/>
                </a:ext>
              </a:extLst>
            </p:cNvPr>
            <p:cNvSpPr>
              <a:spLocks noGrp="1"/>
            </p:cNvSpPr>
            <p:nvPr/>
          </p:nvSpPr>
          <p:spPr>
            <a:xfrm>
              <a:off x="1096438" y="4967775"/>
              <a:ext cx="42649" cy="11640"/>
            </a:xfrm>
            <a:custGeom>
              <a:avLst/>
              <a:gdLst/>
              <a:ahLst/>
              <a:cxnLst/>
              <a:rect l="0" t="0" r="0" b="0"/>
              <a:pathLst>
                <a:path w="42649" h="11640">
                  <a:moveTo>
                    <a:pt x="0" y="11640"/>
                  </a:moveTo>
                  <a:lnTo>
                    <a:pt x="42649" y="0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8" name="Input_receptor__1287">
              <a:extLst>
                <a:ext uri="{FF2B5EF4-FFF2-40B4-BE49-F238E27FC236}">
                  <a16:creationId xmlns:a16="http://schemas.microsoft.com/office/drawing/2014/main" id="{C33FA34F-C0A8-392C-DF25-947532F85510}"/>
                </a:ext>
              </a:extLst>
            </p:cNvPr>
            <p:cNvSpPr>
              <a:spLocks noGrp="1"/>
            </p:cNvSpPr>
            <p:nvPr/>
          </p:nvSpPr>
          <p:spPr>
            <a:xfrm>
              <a:off x="1156372" y="4698451"/>
              <a:ext cx="41369" cy="8367"/>
            </a:xfrm>
            <a:custGeom>
              <a:avLst/>
              <a:gdLst/>
              <a:ahLst/>
              <a:cxnLst/>
              <a:rect l="0" t="0" r="0" b="0"/>
              <a:pathLst>
                <a:path w="41369" h="8367">
                  <a:moveTo>
                    <a:pt x="0" y="0"/>
                  </a:moveTo>
                  <a:lnTo>
                    <a:pt x="41369" y="8367"/>
                  </a:lnTo>
                </a:path>
              </a:pathLst>
            </a:custGeom>
            <a:noFill/>
            <a:ln w="20003">
              <a:solidFill>
                <a:srgbClr val="90A1AE"/>
              </a:solidFill>
            </a:ln>
          </p:spPr>
        </p:sp>
        <p:sp>
          <p:nvSpPr>
            <p:cNvPr id="1289" name="Input_receptor__1288">
              <a:extLst>
                <a:ext uri="{FF2B5EF4-FFF2-40B4-BE49-F238E27FC236}">
                  <a16:creationId xmlns:a16="http://schemas.microsoft.com/office/drawing/2014/main" id="{5EFB3345-0163-94C7-B39A-46C9181D7A2F}"/>
                </a:ext>
              </a:extLst>
            </p:cNvPr>
            <p:cNvSpPr>
              <a:spLocks noGrp="1"/>
            </p:cNvSpPr>
            <p:nvPr/>
          </p:nvSpPr>
          <p:spPr>
            <a:xfrm>
              <a:off x="1351706" y="4162314"/>
              <a:ext cx="10623" cy="40661"/>
            </a:xfrm>
            <a:custGeom>
              <a:avLst/>
              <a:gdLst/>
              <a:ahLst/>
              <a:cxnLst/>
              <a:rect l="0" t="0" r="0" b="0"/>
              <a:pathLst>
                <a:path w="10623" h="40661">
                  <a:moveTo>
                    <a:pt x="0" y="40661"/>
                  </a:moveTo>
                  <a:lnTo>
                    <a:pt x="10623" y="0"/>
                  </a:lnTo>
                </a:path>
              </a:pathLst>
            </a:custGeom>
            <a:noFill/>
            <a:ln w="8096">
              <a:solidFill>
                <a:srgbClr val="90A1AE"/>
              </a:solidFill>
            </a:ln>
          </p:spPr>
        </p:sp>
        <p:sp>
          <p:nvSpPr>
            <p:cNvPr id="1290" name="Input_receptor__1289">
              <a:extLst>
                <a:ext uri="{FF2B5EF4-FFF2-40B4-BE49-F238E27FC236}">
                  <a16:creationId xmlns:a16="http://schemas.microsoft.com/office/drawing/2014/main" id="{674E5021-B185-C5FC-DB22-F70F5EF9078B}"/>
                </a:ext>
              </a:extLst>
            </p:cNvPr>
            <p:cNvSpPr>
              <a:spLocks noGrp="1"/>
            </p:cNvSpPr>
            <p:nvPr/>
          </p:nvSpPr>
          <p:spPr>
            <a:xfrm>
              <a:off x="1410716" y="4943881"/>
              <a:ext cx="46298" cy="12928"/>
            </a:xfrm>
            <a:custGeom>
              <a:avLst/>
              <a:gdLst/>
              <a:ahLst/>
              <a:cxnLst/>
              <a:rect l="0" t="0" r="0" b="0"/>
              <a:pathLst>
                <a:path w="46298" h="12928">
                  <a:moveTo>
                    <a:pt x="46298" y="129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1" name="Input_receptor__1290">
              <a:extLst>
                <a:ext uri="{FF2B5EF4-FFF2-40B4-BE49-F238E27FC236}">
                  <a16:creationId xmlns:a16="http://schemas.microsoft.com/office/drawing/2014/main" id="{2C1355CC-1634-3250-40CB-E9173621F8E6}"/>
                </a:ext>
              </a:extLst>
            </p:cNvPr>
            <p:cNvSpPr>
              <a:spLocks noGrp="1"/>
            </p:cNvSpPr>
            <p:nvPr/>
          </p:nvSpPr>
          <p:spPr>
            <a:xfrm>
              <a:off x="1443352" y="4236872"/>
              <a:ext cx="45873" cy="10590"/>
            </a:xfrm>
            <a:custGeom>
              <a:avLst/>
              <a:gdLst/>
              <a:ahLst/>
              <a:cxnLst/>
              <a:rect l="0" t="0" r="0" b="0"/>
              <a:pathLst>
                <a:path w="45873" h="10590">
                  <a:moveTo>
                    <a:pt x="45873" y="0"/>
                  </a:moveTo>
                  <a:lnTo>
                    <a:pt x="0" y="1059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2" name="Input_receptor__1291">
              <a:extLst>
                <a:ext uri="{FF2B5EF4-FFF2-40B4-BE49-F238E27FC236}">
                  <a16:creationId xmlns:a16="http://schemas.microsoft.com/office/drawing/2014/main" id="{BCD8904D-41B2-5768-B324-7C46442DB514}"/>
                </a:ext>
              </a:extLst>
            </p:cNvPr>
            <p:cNvSpPr>
              <a:spLocks noGrp="1"/>
            </p:cNvSpPr>
            <p:nvPr/>
          </p:nvSpPr>
          <p:spPr>
            <a:xfrm>
              <a:off x="996390" y="4619527"/>
              <a:ext cx="16901" cy="17111"/>
            </a:xfrm>
            <a:custGeom>
              <a:avLst/>
              <a:gdLst/>
              <a:ahLst/>
              <a:cxnLst/>
              <a:rect l="0" t="0" r="0" b="0"/>
              <a:pathLst>
                <a:path w="16901" h="17111">
                  <a:moveTo>
                    <a:pt x="0" y="17111"/>
                  </a:moveTo>
                  <a:lnTo>
                    <a:pt x="16901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3" name="Input_receptor__1292">
              <a:extLst>
                <a:ext uri="{FF2B5EF4-FFF2-40B4-BE49-F238E27FC236}">
                  <a16:creationId xmlns:a16="http://schemas.microsoft.com/office/drawing/2014/main" id="{6E601FF7-E4D5-2DEA-1E9B-1D224DA5381E}"/>
                </a:ext>
              </a:extLst>
            </p:cNvPr>
            <p:cNvSpPr>
              <a:spLocks noGrp="1"/>
            </p:cNvSpPr>
            <p:nvPr/>
          </p:nvSpPr>
          <p:spPr>
            <a:xfrm>
              <a:off x="1170797" y="4536695"/>
              <a:ext cx="45191" cy="2229"/>
            </a:xfrm>
            <a:custGeom>
              <a:avLst/>
              <a:gdLst/>
              <a:ahLst/>
              <a:cxnLst/>
              <a:rect l="0" t="0" r="0" b="0"/>
              <a:pathLst>
                <a:path w="45191" h="2229">
                  <a:moveTo>
                    <a:pt x="45191" y="0"/>
                  </a:moveTo>
                  <a:lnTo>
                    <a:pt x="0" y="2229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4" name="Input_receptor__1293">
              <a:extLst>
                <a:ext uri="{FF2B5EF4-FFF2-40B4-BE49-F238E27FC236}">
                  <a16:creationId xmlns:a16="http://schemas.microsoft.com/office/drawing/2014/main" id="{E9E217DA-68C5-36FD-282B-2480417E02DC}"/>
                </a:ext>
              </a:extLst>
            </p:cNvPr>
            <p:cNvSpPr>
              <a:spLocks noGrp="1"/>
            </p:cNvSpPr>
            <p:nvPr/>
          </p:nvSpPr>
          <p:spPr>
            <a:xfrm>
              <a:off x="1053381" y="4382308"/>
              <a:ext cx="29061" cy="31978"/>
            </a:xfrm>
            <a:custGeom>
              <a:avLst/>
              <a:gdLst/>
              <a:ahLst/>
              <a:cxnLst/>
              <a:rect l="0" t="0" r="0" b="0"/>
              <a:pathLst>
                <a:path w="29061" h="31978">
                  <a:moveTo>
                    <a:pt x="0" y="31978"/>
                  </a:moveTo>
                  <a:lnTo>
                    <a:pt x="29061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5" name="Input_receptor__1294">
              <a:extLst>
                <a:ext uri="{FF2B5EF4-FFF2-40B4-BE49-F238E27FC236}">
                  <a16:creationId xmlns:a16="http://schemas.microsoft.com/office/drawing/2014/main" id="{74086F92-3798-1BF6-2D9E-499B54EA6898}"/>
                </a:ext>
              </a:extLst>
            </p:cNvPr>
            <p:cNvSpPr>
              <a:spLocks noGrp="1"/>
            </p:cNvSpPr>
            <p:nvPr/>
          </p:nvSpPr>
          <p:spPr>
            <a:xfrm>
              <a:off x="1011289" y="4414286"/>
              <a:ext cx="42091" cy="10999"/>
            </a:xfrm>
            <a:custGeom>
              <a:avLst/>
              <a:gdLst/>
              <a:ahLst/>
              <a:cxnLst/>
              <a:rect l="0" t="0" r="0" b="0"/>
              <a:pathLst>
                <a:path w="42091" h="10999">
                  <a:moveTo>
                    <a:pt x="0" y="10999"/>
                  </a:moveTo>
                  <a:lnTo>
                    <a:pt x="42091" y="0"/>
                  </a:lnTo>
                </a:path>
              </a:pathLst>
            </a:custGeom>
            <a:noFill/>
            <a:ln w="20003">
              <a:solidFill>
                <a:srgbClr val="90A2AE"/>
              </a:solidFill>
            </a:ln>
          </p:spPr>
        </p:sp>
        <p:sp>
          <p:nvSpPr>
            <p:cNvPr id="1296" name="Input_receptor__1295">
              <a:extLst>
                <a:ext uri="{FF2B5EF4-FFF2-40B4-BE49-F238E27FC236}">
                  <a16:creationId xmlns:a16="http://schemas.microsoft.com/office/drawing/2014/main" id="{70FFC694-6835-7313-BD52-7BADA0AF4685}"/>
                </a:ext>
              </a:extLst>
            </p:cNvPr>
            <p:cNvSpPr>
              <a:spLocks noGrp="1"/>
            </p:cNvSpPr>
            <p:nvPr/>
          </p:nvSpPr>
          <p:spPr>
            <a:xfrm>
              <a:off x="1439112" y="4474468"/>
              <a:ext cx="9964" cy="19392"/>
            </a:xfrm>
            <a:custGeom>
              <a:avLst/>
              <a:gdLst/>
              <a:ahLst/>
              <a:cxnLst/>
              <a:rect l="0" t="0" r="0" b="0"/>
              <a:pathLst>
                <a:path w="9964" h="19392">
                  <a:moveTo>
                    <a:pt x="0" y="19392"/>
                  </a:moveTo>
                  <a:lnTo>
                    <a:pt x="9964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7" name="Input_receptor__1296">
              <a:extLst>
                <a:ext uri="{FF2B5EF4-FFF2-40B4-BE49-F238E27FC236}">
                  <a16:creationId xmlns:a16="http://schemas.microsoft.com/office/drawing/2014/main" id="{EB33A6BB-50BA-113C-63A8-6FB2E41E3E67}"/>
                </a:ext>
              </a:extLst>
            </p:cNvPr>
            <p:cNvSpPr>
              <a:spLocks noGrp="1"/>
            </p:cNvSpPr>
            <p:nvPr/>
          </p:nvSpPr>
          <p:spPr>
            <a:xfrm>
              <a:off x="1410716" y="4898139"/>
              <a:ext cx="15896" cy="45742"/>
            </a:xfrm>
            <a:custGeom>
              <a:avLst/>
              <a:gdLst/>
              <a:ahLst/>
              <a:cxnLst/>
              <a:rect l="0" t="0" r="0" b="0"/>
              <a:pathLst>
                <a:path w="15896" h="45742">
                  <a:moveTo>
                    <a:pt x="0" y="45742"/>
                  </a:moveTo>
                  <a:lnTo>
                    <a:pt x="15896" y="0"/>
                  </a:lnTo>
                </a:path>
              </a:pathLst>
            </a:custGeom>
            <a:noFill/>
            <a:ln w="8096">
              <a:solidFill>
                <a:srgbClr val="90A2AE"/>
              </a:solidFill>
            </a:ln>
          </p:spPr>
        </p:sp>
        <p:sp>
          <p:nvSpPr>
            <p:cNvPr id="1298" name="Input_receptor__1297">
              <a:extLst>
                <a:ext uri="{FF2B5EF4-FFF2-40B4-BE49-F238E27FC236}">
                  <a16:creationId xmlns:a16="http://schemas.microsoft.com/office/drawing/2014/main" id="{6E0567AD-5A30-1E90-C20B-C8DB6937290A}"/>
                </a:ext>
              </a:extLst>
            </p:cNvPr>
            <p:cNvSpPr>
              <a:spLocks noGrp="1"/>
            </p:cNvSpPr>
            <p:nvPr/>
          </p:nvSpPr>
          <p:spPr>
            <a:xfrm>
              <a:off x="1304322" y="4395515"/>
              <a:ext cx="2152" cy="46986"/>
            </a:xfrm>
            <a:custGeom>
              <a:avLst/>
              <a:gdLst/>
              <a:ahLst/>
              <a:cxnLst/>
              <a:rect l="0" t="0" r="0" b="0"/>
              <a:pathLst>
                <a:path w="2152" h="46986">
                  <a:moveTo>
                    <a:pt x="0" y="0"/>
                  </a:moveTo>
                  <a:lnTo>
                    <a:pt x="2152" y="4698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299" name="Input_receptor__1298">
              <a:extLst>
                <a:ext uri="{FF2B5EF4-FFF2-40B4-BE49-F238E27FC236}">
                  <a16:creationId xmlns:a16="http://schemas.microsoft.com/office/drawing/2014/main" id="{4E201CB3-0D78-327E-3403-F202816230F4}"/>
                </a:ext>
              </a:extLst>
            </p:cNvPr>
            <p:cNvSpPr>
              <a:spLocks noGrp="1"/>
            </p:cNvSpPr>
            <p:nvPr/>
          </p:nvSpPr>
          <p:spPr>
            <a:xfrm>
              <a:off x="974726" y="4425285"/>
              <a:ext cx="36564" cy="6815"/>
            </a:xfrm>
            <a:custGeom>
              <a:avLst/>
              <a:gdLst/>
              <a:ahLst/>
              <a:cxnLst/>
              <a:rect l="0" t="0" r="0" b="0"/>
              <a:pathLst>
                <a:path w="36564" h="6815">
                  <a:moveTo>
                    <a:pt x="0" y="6815"/>
                  </a:moveTo>
                  <a:lnTo>
                    <a:pt x="36564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00" name="Input_receptor__1299">
              <a:extLst>
                <a:ext uri="{FF2B5EF4-FFF2-40B4-BE49-F238E27FC236}">
                  <a16:creationId xmlns:a16="http://schemas.microsoft.com/office/drawing/2014/main" id="{4199EFFC-5BA4-0764-0B5C-5E85BCF155BB}"/>
                </a:ext>
              </a:extLst>
            </p:cNvPr>
            <p:cNvSpPr>
              <a:spLocks noGrp="1"/>
            </p:cNvSpPr>
            <p:nvPr/>
          </p:nvSpPr>
          <p:spPr>
            <a:xfrm>
              <a:off x="1619347" y="4799062"/>
              <a:ext cx="38953" cy="19019"/>
            </a:xfrm>
            <a:custGeom>
              <a:avLst/>
              <a:gdLst/>
              <a:ahLst/>
              <a:cxnLst/>
              <a:rect l="0" t="0" r="0" b="0"/>
              <a:pathLst>
                <a:path w="38953" h="19019">
                  <a:moveTo>
                    <a:pt x="38953" y="190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1" name="Input_receptor__1300">
              <a:extLst>
                <a:ext uri="{FF2B5EF4-FFF2-40B4-BE49-F238E27FC236}">
                  <a16:creationId xmlns:a16="http://schemas.microsoft.com/office/drawing/2014/main" id="{D2FAD10B-2636-D00B-C4E3-72F79FB19F9E}"/>
                </a:ext>
              </a:extLst>
            </p:cNvPr>
            <p:cNvSpPr>
              <a:spLocks noGrp="1"/>
            </p:cNvSpPr>
            <p:nvPr/>
          </p:nvSpPr>
          <p:spPr>
            <a:xfrm>
              <a:off x="1153943" y="5022818"/>
              <a:ext cx="23841" cy="4628"/>
            </a:xfrm>
            <a:custGeom>
              <a:avLst/>
              <a:gdLst/>
              <a:ahLst/>
              <a:cxnLst/>
              <a:rect l="0" t="0" r="0" b="0"/>
              <a:pathLst>
                <a:path w="23841" h="4628">
                  <a:moveTo>
                    <a:pt x="0" y="0"/>
                  </a:moveTo>
                  <a:lnTo>
                    <a:pt x="23841" y="4628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2" name="Input_receptor__1301">
              <a:extLst>
                <a:ext uri="{FF2B5EF4-FFF2-40B4-BE49-F238E27FC236}">
                  <a16:creationId xmlns:a16="http://schemas.microsoft.com/office/drawing/2014/main" id="{AB50AE7A-15A0-E36B-DBEE-9DB9A4FC38C1}"/>
                </a:ext>
              </a:extLst>
            </p:cNvPr>
            <p:cNvSpPr>
              <a:spLocks noGrp="1"/>
            </p:cNvSpPr>
            <p:nvPr/>
          </p:nvSpPr>
          <p:spPr>
            <a:xfrm>
              <a:off x="943387" y="4408766"/>
              <a:ext cx="31339" cy="23334"/>
            </a:xfrm>
            <a:custGeom>
              <a:avLst/>
              <a:gdLst/>
              <a:ahLst/>
              <a:cxnLst/>
              <a:rect l="0" t="0" r="0" b="0"/>
              <a:pathLst>
                <a:path w="31339" h="23334">
                  <a:moveTo>
                    <a:pt x="0" y="0"/>
                  </a:moveTo>
                  <a:lnTo>
                    <a:pt x="31339" y="23334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03" name="Input_receptor__1302">
              <a:extLst>
                <a:ext uri="{FF2B5EF4-FFF2-40B4-BE49-F238E27FC236}">
                  <a16:creationId xmlns:a16="http://schemas.microsoft.com/office/drawing/2014/main" id="{6DC5ADEC-21B3-7839-300E-A604ACB8AAA8}"/>
                </a:ext>
              </a:extLst>
            </p:cNvPr>
            <p:cNvSpPr>
              <a:spLocks noGrp="1"/>
            </p:cNvSpPr>
            <p:nvPr/>
          </p:nvSpPr>
          <p:spPr>
            <a:xfrm>
              <a:off x="779439" y="4472423"/>
              <a:ext cx="26171" cy="18680"/>
            </a:xfrm>
            <a:custGeom>
              <a:avLst/>
              <a:gdLst/>
              <a:ahLst/>
              <a:cxnLst/>
              <a:rect l="0" t="0" r="0" b="0"/>
              <a:pathLst>
                <a:path w="26171" h="18680">
                  <a:moveTo>
                    <a:pt x="26171" y="0"/>
                  </a:moveTo>
                  <a:lnTo>
                    <a:pt x="0" y="1868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4" name="Input_receptor__1303">
              <a:extLst>
                <a:ext uri="{FF2B5EF4-FFF2-40B4-BE49-F238E27FC236}">
                  <a16:creationId xmlns:a16="http://schemas.microsoft.com/office/drawing/2014/main" id="{8AB1A1F0-0F0A-C3E8-A048-B6B739BBEF8E}"/>
                </a:ext>
              </a:extLst>
            </p:cNvPr>
            <p:cNvSpPr>
              <a:spLocks noGrp="1"/>
            </p:cNvSpPr>
            <p:nvPr/>
          </p:nvSpPr>
          <p:spPr>
            <a:xfrm>
              <a:off x="711155" y="4648259"/>
              <a:ext cx="5960" cy="34384"/>
            </a:xfrm>
            <a:custGeom>
              <a:avLst/>
              <a:gdLst/>
              <a:ahLst/>
              <a:cxnLst/>
              <a:rect l="0" t="0" r="0" b="0"/>
              <a:pathLst>
                <a:path w="5960" h="34384">
                  <a:moveTo>
                    <a:pt x="5960" y="0"/>
                  </a:moveTo>
                  <a:lnTo>
                    <a:pt x="0" y="34384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5" name="Input_receptor__1304">
              <a:extLst>
                <a:ext uri="{FF2B5EF4-FFF2-40B4-BE49-F238E27FC236}">
                  <a16:creationId xmlns:a16="http://schemas.microsoft.com/office/drawing/2014/main" id="{CFBD749C-FF77-F9B7-D6A5-6F60CC035D2F}"/>
                </a:ext>
              </a:extLst>
            </p:cNvPr>
            <p:cNvSpPr>
              <a:spLocks noGrp="1"/>
            </p:cNvSpPr>
            <p:nvPr/>
          </p:nvSpPr>
          <p:spPr>
            <a:xfrm>
              <a:off x="768579" y="4593862"/>
              <a:ext cx="7068" cy="47090"/>
            </a:xfrm>
            <a:custGeom>
              <a:avLst/>
              <a:gdLst/>
              <a:ahLst/>
              <a:cxnLst/>
              <a:rect l="0" t="0" r="0" b="0"/>
              <a:pathLst>
                <a:path w="7068" h="47090">
                  <a:moveTo>
                    <a:pt x="0" y="0"/>
                  </a:moveTo>
                  <a:lnTo>
                    <a:pt x="7068" y="4709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6" name="Input_receptor__1305">
              <a:extLst>
                <a:ext uri="{FF2B5EF4-FFF2-40B4-BE49-F238E27FC236}">
                  <a16:creationId xmlns:a16="http://schemas.microsoft.com/office/drawing/2014/main" id="{D8CA0484-CCB6-4935-941D-97A482C155ED}"/>
                </a:ext>
              </a:extLst>
            </p:cNvPr>
            <p:cNvSpPr>
              <a:spLocks noGrp="1"/>
            </p:cNvSpPr>
            <p:nvPr/>
          </p:nvSpPr>
          <p:spPr>
            <a:xfrm>
              <a:off x="1238019" y="4899595"/>
              <a:ext cx="27087" cy="38526"/>
            </a:xfrm>
            <a:custGeom>
              <a:avLst/>
              <a:gdLst/>
              <a:ahLst/>
              <a:cxnLst/>
              <a:rect l="0" t="0" r="0" b="0"/>
              <a:pathLst>
                <a:path w="27087" h="38526">
                  <a:moveTo>
                    <a:pt x="0" y="0"/>
                  </a:moveTo>
                  <a:lnTo>
                    <a:pt x="27087" y="3852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7" name="Input_receptor__1306">
              <a:extLst>
                <a:ext uri="{FF2B5EF4-FFF2-40B4-BE49-F238E27FC236}">
                  <a16:creationId xmlns:a16="http://schemas.microsoft.com/office/drawing/2014/main" id="{34B2B7F2-3182-151B-48BC-1C84717CA3EB}"/>
                </a:ext>
              </a:extLst>
            </p:cNvPr>
            <p:cNvSpPr>
              <a:spLocks noGrp="1"/>
            </p:cNvSpPr>
            <p:nvPr/>
          </p:nvSpPr>
          <p:spPr>
            <a:xfrm>
              <a:off x="1194299" y="4807637"/>
              <a:ext cx="16275" cy="39637"/>
            </a:xfrm>
            <a:custGeom>
              <a:avLst/>
              <a:gdLst/>
              <a:ahLst/>
              <a:cxnLst/>
              <a:rect l="0" t="0" r="0" b="0"/>
              <a:pathLst>
                <a:path w="16275" h="39637">
                  <a:moveTo>
                    <a:pt x="16275" y="396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8" name="Input_receptor__1307">
              <a:extLst>
                <a:ext uri="{FF2B5EF4-FFF2-40B4-BE49-F238E27FC236}">
                  <a16:creationId xmlns:a16="http://schemas.microsoft.com/office/drawing/2014/main" id="{7A49F61D-4ADE-BAE3-0E11-D5CBD660B247}"/>
                </a:ext>
              </a:extLst>
            </p:cNvPr>
            <p:cNvSpPr>
              <a:spLocks noGrp="1"/>
            </p:cNvSpPr>
            <p:nvPr/>
          </p:nvSpPr>
          <p:spPr>
            <a:xfrm>
              <a:off x="713267" y="4615743"/>
              <a:ext cx="3848" cy="32516"/>
            </a:xfrm>
            <a:custGeom>
              <a:avLst/>
              <a:gdLst/>
              <a:ahLst/>
              <a:cxnLst/>
              <a:rect l="0" t="0" r="0" b="0"/>
              <a:pathLst>
                <a:path w="3848" h="32516">
                  <a:moveTo>
                    <a:pt x="0" y="0"/>
                  </a:moveTo>
                  <a:lnTo>
                    <a:pt x="3848" y="32516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09" name="Input_receptor__1308">
              <a:extLst>
                <a:ext uri="{FF2B5EF4-FFF2-40B4-BE49-F238E27FC236}">
                  <a16:creationId xmlns:a16="http://schemas.microsoft.com/office/drawing/2014/main" id="{44394D3D-EF23-863A-CA88-12F39CF01A3E}"/>
                </a:ext>
              </a:extLst>
            </p:cNvPr>
            <p:cNvSpPr>
              <a:spLocks noGrp="1"/>
            </p:cNvSpPr>
            <p:nvPr/>
          </p:nvSpPr>
          <p:spPr>
            <a:xfrm>
              <a:off x="1387615" y="4515861"/>
              <a:ext cx="12061" cy="38945"/>
            </a:xfrm>
            <a:custGeom>
              <a:avLst/>
              <a:gdLst/>
              <a:ahLst/>
              <a:cxnLst/>
              <a:rect l="0" t="0" r="0" b="0"/>
              <a:pathLst>
                <a:path w="12061" h="38945">
                  <a:moveTo>
                    <a:pt x="0" y="38945"/>
                  </a:moveTo>
                  <a:lnTo>
                    <a:pt x="12061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0" name="Input_receptor__1309">
              <a:extLst>
                <a:ext uri="{FF2B5EF4-FFF2-40B4-BE49-F238E27FC236}">
                  <a16:creationId xmlns:a16="http://schemas.microsoft.com/office/drawing/2014/main" id="{628CA367-5C79-7F03-D3DD-AAADBA15CA2F}"/>
                </a:ext>
              </a:extLst>
            </p:cNvPr>
            <p:cNvSpPr>
              <a:spLocks noGrp="1"/>
            </p:cNvSpPr>
            <p:nvPr/>
          </p:nvSpPr>
          <p:spPr>
            <a:xfrm>
              <a:off x="921125" y="4873856"/>
              <a:ext cx="30947" cy="525"/>
            </a:xfrm>
            <a:custGeom>
              <a:avLst/>
              <a:gdLst/>
              <a:ahLst/>
              <a:cxnLst/>
              <a:rect l="0" t="0" r="0" b="0"/>
              <a:pathLst>
                <a:path w="30947" h="525">
                  <a:moveTo>
                    <a:pt x="0" y="525"/>
                  </a:moveTo>
                  <a:lnTo>
                    <a:pt x="30947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1" name="Input_receptor__1310">
              <a:extLst>
                <a:ext uri="{FF2B5EF4-FFF2-40B4-BE49-F238E27FC236}">
                  <a16:creationId xmlns:a16="http://schemas.microsoft.com/office/drawing/2014/main" id="{29BA5066-0FAA-CAC0-5D15-7BDE41D9F8E7}"/>
                </a:ext>
              </a:extLst>
            </p:cNvPr>
            <p:cNvSpPr>
              <a:spLocks noGrp="1"/>
            </p:cNvSpPr>
            <p:nvPr/>
          </p:nvSpPr>
          <p:spPr>
            <a:xfrm>
              <a:off x="1005888" y="4788896"/>
              <a:ext cx="28348" cy="16245"/>
            </a:xfrm>
            <a:custGeom>
              <a:avLst/>
              <a:gdLst/>
              <a:ahLst/>
              <a:cxnLst/>
              <a:rect l="0" t="0" r="0" b="0"/>
              <a:pathLst>
                <a:path w="28348" h="16245">
                  <a:moveTo>
                    <a:pt x="28348" y="0"/>
                  </a:moveTo>
                  <a:lnTo>
                    <a:pt x="0" y="16245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2" name="Input_receptor__1311">
              <a:extLst>
                <a:ext uri="{FF2B5EF4-FFF2-40B4-BE49-F238E27FC236}">
                  <a16:creationId xmlns:a16="http://schemas.microsoft.com/office/drawing/2014/main" id="{78080807-7272-124E-5B47-A4B301A8F81E}"/>
                </a:ext>
              </a:extLst>
            </p:cNvPr>
            <p:cNvSpPr>
              <a:spLocks noGrp="1"/>
            </p:cNvSpPr>
            <p:nvPr/>
          </p:nvSpPr>
          <p:spPr>
            <a:xfrm>
              <a:off x="1586781" y="4319967"/>
              <a:ext cx="10222" cy="33589"/>
            </a:xfrm>
            <a:custGeom>
              <a:avLst/>
              <a:gdLst/>
              <a:ahLst/>
              <a:cxnLst/>
              <a:rect l="0" t="0" r="0" b="0"/>
              <a:pathLst>
                <a:path w="10222" h="33589">
                  <a:moveTo>
                    <a:pt x="0" y="33589"/>
                  </a:moveTo>
                  <a:lnTo>
                    <a:pt x="10222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3" name="Input_receptor__1312">
              <a:extLst>
                <a:ext uri="{FF2B5EF4-FFF2-40B4-BE49-F238E27FC236}">
                  <a16:creationId xmlns:a16="http://schemas.microsoft.com/office/drawing/2014/main" id="{7498D258-47F5-C89E-8110-51E7E6FBF102}"/>
                </a:ext>
              </a:extLst>
            </p:cNvPr>
            <p:cNvSpPr>
              <a:spLocks noGrp="1"/>
            </p:cNvSpPr>
            <p:nvPr/>
          </p:nvSpPr>
          <p:spPr>
            <a:xfrm>
              <a:off x="1584104" y="4353556"/>
              <a:ext cx="2677" cy="34367"/>
            </a:xfrm>
            <a:custGeom>
              <a:avLst/>
              <a:gdLst/>
              <a:ahLst/>
              <a:cxnLst/>
              <a:rect l="0" t="0" r="0" b="0"/>
              <a:pathLst>
                <a:path w="2677" h="34367">
                  <a:moveTo>
                    <a:pt x="0" y="34367"/>
                  </a:moveTo>
                  <a:lnTo>
                    <a:pt x="2677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4" name="Input_receptor__1313">
              <a:extLst>
                <a:ext uri="{FF2B5EF4-FFF2-40B4-BE49-F238E27FC236}">
                  <a16:creationId xmlns:a16="http://schemas.microsoft.com/office/drawing/2014/main" id="{DC90CBE6-57C1-BAC9-AC75-744DCEE92454}"/>
                </a:ext>
              </a:extLst>
            </p:cNvPr>
            <p:cNvSpPr>
              <a:spLocks noGrp="1"/>
            </p:cNvSpPr>
            <p:nvPr/>
          </p:nvSpPr>
          <p:spPr>
            <a:xfrm>
              <a:off x="1178951" y="4251039"/>
              <a:ext cx="41621" cy="22088"/>
            </a:xfrm>
            <a:custGeom>
              <a:avLst/>
              <a:gdLst/>
              <a:ahLst/>
              <a:cxnLst/>
              <a:rect l="0" t="0" r="0" b="0"/>
              <a:pathLst>
                <a:path w="41621" h="22088">
                  <a:moveTo>
                    <a:pt x="0" y="22088"/>
                  </a:moveTo>
                  <a:lnTo>
                    <a:pt x="41621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5" name="Input_receptor__1314">
              <a:extLst>
                <a:ext uri="{FF2B5EF4-FFF2-40B4-BE49-F238E27FC236}">
                  <a16:creationId xmlns:a16="http://schemas.microsoft.com/office/drawing/2014/main" id="{06CE1634-0BE3-DA82-20C4-3BED80362EF0}"/>
                </a:ext>
              </a:extLst>
            </p:cNvPr>
            <p:cNvSpPr>
              <a:spLocks noGrp="1"/>
            </p:cNvSpPr>
            <p:nvPr/>
          </p:nvSpPr>
          <p:spPr>
            <a:xfrm>
              <a:off x="1541035" y="4945186"/>
              <a:ext cx="46426" cy="2725"/>
            </a:xfrm>
            <a:custGeom>
              <a:avLst/>
              <a:gdLst/>
              <a:ahLst/>
              <a:cxnLst/>
              <a:rect l="0" t="0" r="0" b="0"/>
              <a:pathLst>
                <a:path w="46426" h="2725">
                  <a:moveTo>
                    <a:pt x="0" y="0"/>
                  </a:moveTo>
                  <a:lnTo>
                    <a:pt x="46426" y="2725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16" name="Input_receptor__1315">
              <a:extLst>
                <a:ext uri="{FF2B5EF4-FFF2-40B4-BE49-F238E27FC236}">
                  <a16:creationId xmlns:a16="http://schemas.microsoft.com/office/drawing/2014/main" id="{BEC92A0B-929D-3BC1-A9FB-C2469389CDF8}"/>
                </a:ext>
              </a:extLst>
            </p:cNvPr>
            <p:cNvSpPr>
              <a:spLocks noGrp="1"/>
            </p:cNvSpPr>
            <p:nvPr/>
          </p:nvSpPr>
          <p:spPr>
            <a:xfrm>
              <a:off x="1489225" y="4191948"/>
              <a:ext cx="6016" cy="44924"/>
            </a:xfrm>
            <a:custGeom>
              <a:avLst/>
              <a:gdLst/>
              <a:ahLst/>
              <a:cxnLst/>
              <a:rect l="0" t="0" r="0" b="0"/>
              <a:pathLst>
                <a:path w="6016" h="44924">
                  <a:moveTo>
                    <a:pt x="6016" y="0"/>
                  </a:moveTo>
                  <a:lnTo>
                    <a:pt x="0" y="44924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17" name="Input_receptor__1316">
              <a:extLst>
                <a:ext uri="{FF2B5EF4-FFF2-40B4-BE49-F238E27FC236}">
                  <a16:creationId xmlns:a16="http://schemas.microsoft.com/office/drawing/2014/main" id="{84622AD4-08BA-3667-E99B-0C70C6D97130}"/>
                </a:ext>
              </a:extLst>
            </p:cNvPr>
            <p:cNvSpPr>
              <a:spLocks noGrp="1"/>
            </p:cNvSpPr>
            <p:nvPr/>
          </p:nvSpPr>
          <p:spPr>
            <a:xfrm>
              <a:off x="987118" y="5135902"/>
              <a:ext cx="46144" cy="2383"/>
            </a:xfrm>
            <a:custGeom>
              <a:avLst/>
              <a:gdLst/>
              <a:ahLst/>
              <a:cxnLst/>
              <a:rect l="0" t="0" r="0" b="0"/>
              <a:pathLst>
                <a:path w="46144" h="2383">
                  <a:moveTo>
                    <a:pt x="0" y="2383"/>
                  </a:moveTo>
                  <a:lnTo>
                    <a:pt x="46144" y="0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8" name="Input_receptor__1317">
              <a:extLst>
                <a:ext uri="{FF2B5EF4-FFF2-40B4-BE49-F238E27FC236}">
                  <a16:creationId xmlns:a16="http://schemas.microsoft.com/office/drawing/2014/main" id="{A093CBCC-C9F2-3DD7-5AAD-A40521D1CFB3}"/>
                </a:ext>
              </a:extLst>
            </p:cNvPr>
            <p:cNvSpPr>
              <a:spLocks noGrp="1"/>
            </p:cNvSpPr>
            <p:nvPr/>
          </p:nvSpPr>
          <p:spPr>
            <a:xfrm>
              <a:off x="1135957" y="4586338"/>
              <a:ext cx="22591" cy="22932"/>
            </a:xfrm>
            <a:custGeom>
              <a:avLst/>
              <a:gdLst/>
              <a:ahLst/>
              <a:cxnLst/>
              <a:rect l="0" t="0" r="0" b="0"/>
              <a:pathLst>
                <a:path w="22591" h="22932">
                  <a:moveTo>
                    <a:pt x="22591" y="0"/>
                  </a:moveTo>
                  <a:lnTo>
                    <a:pt x="0" y="22932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19" name="Input_receptor__1318">
              <a:extLst>
                <a:ext uri="{FF2B5EF4-FFF2-40B4-BE49-F238E27FC236}">
                  <a16:creationId xmlns:a16="http://schemas.microsoft.com/office/drawing/2014/main" id="{E58D43B2-3686-384B-C773-248929BE337C}"/>
                </a:ext>
              </a:extLst>
            </p:cNvPr>
            <p:cNvSpPr>
              <a:spLocks noGrp="1"/>
            </p:cNvSpPr>
            <p:nvPr/>
          </p:nvSpPr>
          <p:spPr>
            <a:xfrm>
              <a:off x="1148320" y="4745900"/>
              <a:ext cx="8113" cy="212"/>
            </a:xfrm>
            <a:custGeom>
              <a:avLst/>
              <a:gdLst/>
              <a:ahLst/>
              <a:cxnLst/>
              <a:rect l="0" t="0" r="0" b="0"/>
              <a:pathLst>
                <a:path w="8113" h="212">
                  <a:moveTo>
                    <a:pt x="8113" y="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0" name="Input_receptor__1319">
              <a:extLst>
                <a:ext uri="{FF2B5EF4-FFF2-40B4-BE49-F238E27FC236}">
                  <a16:creationId xmlns:a16="http://schemas.microsoft.com/office/drawing/2014/main" id="{55ADE79A-C244-EBCF-BDE2-F12796821CB6}"/>
                </a:ext>
              </a:extLst>
            </p:cNvPr>
            <p:cNvSpPr>
              <a:spLocks noGrp="1"/>
            </p:cNvSpPr>
            <p:nvPr/>
          </p:nvSpPr>
          <p:spPr>
            <a:xfrm>
              <a:off x="1515381" y="5020929"/>
              <a:ext cx="46725" cy="1522"/>
            </a:xfrm>
            <a:custGeom>
              <a:avLst/>
              <a:gdLst/>
              <a:ahLst/>
              <a:cxnLst/>
              <a:rect l="0" t="0" r="0" b="0"/>
              <a:pathLst>
                <a:path w="46725" h="1522">
                  <a:moveTo>
                    <a:pt x="46725" y="15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1" name="Input_receptor__1320">
              <a:extLst>
                <a:ext uri="{FF2B5EF4-FFF2-40B4-BE49-F238E27FC236}">
                  <a16:creationId xmlns:a16="http://schemas.microsoft.com/office/drawing/2014/main" id="{D8B304D8-5AB7-E253-208E-1CE815D04E2D}"/>
                </a:ext>
              </a:extLst>
            </p:cNvPr>
            <p:cNvSpPr>
              <a:spLocks noGrp="1"/>
            </p:cNvSpPr>
            <p:nvPr/>
          </p:nvSpPr>
          <p:spPr>
            <a:xfrm>
              <a:off x="779999" y="4429012"/>
              <a:ext cx="7432" cy="2319"/>
            </a:xfrm>
            <a:custGeom>
              <a:avLst/>
              <a:gdLst/>
              <a:ahLst/>
              <a:cxnLst/>
              <a:rect l="0" t="0" r="0" b="0"/>
              <a:pathLst>
                <a:path w="7432" h="2319">
                  <a:moveTo>
                    <a:pt x="7432" y="0"/>
                  </a:moveTo>
                  <a:lnTo>
                    <a:pt x="0" y="2319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2" name="Input_receptor__1321">
              <a:extLst>
                <a:ext uri="{FF2B5EF4-FFF2-40B4-BE49-F238E27FC236}">
                  <a16:creationId xmlns:a16="http://schemas.microsoft.com/office/drawing/2014/main" id="{05EFB9EF-279F-002A-76DD-6F2D6A1AAA62}"/>
                </a:ext>
              </a:extLst>
            </p:cNvPr>
            <p:cNvSpPr>
              <a:spLocks noGrp="1"/>
            </p:cNvSpPr>
            <p:nvPr/>
          </p:nvSpPr>
          <p:spPr>
            <a:xfrm>
              <a:off x="738651" y="4476789"/>
              <a:ext cx="40787" cy="14314"/>
            </a:xfrm>
            <a:custGeom>
              <a:avLst/>
              <a:gdLst/>
              <a:ahLst/>
              <a:cxnLst/>
              <a:rect l="0" t="0" r="0" b="0"/>
              <a:pathLst>
                <a:path w="40787" h="14314">
                  <a:moveTo>
                    <a:pt x="40787" y="143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1A2AE"/>
              </a:solidFill>
            </a:ln>
          </p:spPr>
        </p:sp>
        <p:sp>
          <p:nvSpPr>
            <p:cNvPr id="1323" name="Input_receptor__1322">
              <a:extLst>
                <a:ext uri="{FF2B5EF4-FFF2-40B4-BE49-F238E27FC236}">
                  <a16:creationId xmlns:a16="http://schemas.microsoft.com/office/drawing/2014/main" id="{D3CFB16F-EC5C-BD02-C2E2-04DB737E2F9F}"/>
                </a:ext>
              </a:extLst>
            </p:cNvPr>
            <p:cNvSpPr>
              <a:spLocks noGrp="1"/>
            </p:cNvSpPr>
            <p:nvPr/>
          </p:nvSpPr>
          <p:spPr>
            <a:xfrm>
              <a:off x="1061204" y="4616109"/>
              <a:ext cx="31279" cy="32133"/>
            </a:xfrm>
            <a:custGeom>
              <a:avLst/>
              <a:gdLst/>
              <a:ahLst/>
              <a:cxnLst/>
              <a:rect l="0" t="0" r="0" b="0"/>
              <a:pathLst>
                <a:path w="31279" h="32133">
                  <a:moveTo>
                    <a:pt x="31279" y="0"/>
                  </a:moveTo>
                  <a:lnTo>
                    <a:pt x="0" y="32133"/>
                  </a:lnTo>
                </a:path>
              </a:pathLst>
            </a:custGeom>
            <a:noFill/>
            <a:ln w="8096">
              <a:solidFill>
                <a:srgbClr val="91A2AE"/>
              </a:solidFill>
            </a:ln>
          </p:spPr>
        </p:sp>
        <p:sp>
          <p:nvSpPr>
            <p:cNvPr id="1324" name="Input_receptor__1323">
              <a:extLst>
                <a:ext uri="{FF2B5EF4-FFF2-40B4-BE49-F238E27FC236}">
                  <a16:creationId xmlns:a16="http://schemas.microsoft.com/office/drawing/2014/main" id="{4A580454-1DBD-BDD2-AD2D-756B9B86DD05}"/>
                </a:ext>
              </a:extLst>
            </p:cNvPr>
            <p:cNvSpPr>
              <a:spLocks noGrp="1"/>
            </p:cNvSpPr>
            <p:nvPr/>
          </p:nvSpPr>
          <p:spPr>
            <a:xfrm>
              <a:off x="1304322" y="4386634"/>
              <a:ext cx="28802" cy="8881"/>
            </a:xfrm>
            <a:custGeom>
              <a:avLst/>
              <a:gdLst/>
              <a:ahLst/>
              <a:cxnLst/>
              <a:rect l="0" t="0" r="0" b="0"/>
              <a:pathLst>
                <a:path w="28802" h="8881">
                  <a:moveTo>
                    <a:pt x="28802" y="0"/>
                  </a:moveTo>
                  <a:lnTo>
                    <a:pt x="0" y="8881"/>
                  </a:lnTo>
                </a:path>
              </a:pathLst>
            </a:custGeom>
            <a:noFill/>
            <a:ln w="20003">
              <a:solidFill>
                <a:srgbClr val="91A3AE"/>
              </a:solidFill>
            </a:ln>
          </p:spPr>
        </p:sp>
        <p:sp>
          <p:nvSpPr>
            <p:cNvPr id="1325" name="Input_receptor__1324">
              <a:extLst>
                <a:ext uri="{FF2B5EF4-FFF2-40B4-BE49-F238E27FC236}">
                  <a16:creationId xmlns:a16="http://schemas.microsoft.com/office/drawing/2014/main" id="{72FD4317-0261-22B6-0DBD-F0466CA0A216}"/>
                </a:ext>
              </a:extLst>
            </p:cNvPr>
            <p:cNvSpPr>
              <a:spLocks noGrp="1"/>
            </p:cNvSpPr>
            <p:nvPr/>
          </p:nvSpPr>
          <p:spPr>
            <a:xfrm>
              <a:off x="935499" y="4330541"/>
              <a:ext cx="14626" cy="41194"/>
            </a:xfrm>
            <a:custGeom>
              <a:avLst/>
              <a:gdLst/>
              <a:ahLst/>
              <a:cxnLst/>
              <a:rect l="0" t="0" r="0" b="0"/>
              <a:pathLst>
                <a:path w="14626" h="41194">
                  <a:moveTo>
                    <a:pt x="0" y="0"/>
                  </a:moveTo>
                  <a:lnTo>
                    <a:pt x="14626" y="41194"/>
                  </a:lnTo>
                </a:path>
              </a:pathLst>
            </a:custGeom>
            <a:noFill/>
            <a:ln w="8096">
              <a:solidFill>
                <a:srgbClr val="91A3AE"/>
              </a:solidFill>
            </a:ln>
          </p:spPr>
        </p:sp>
        <p:sp>
          <p:nvSpPr>
            <p:cNvPr id="1326" name="Input_receptor__1325">
              <a:extLst>
                <a:ext uri="{FF2B5EF4-FFF2-40B4-BE49-F238E27FC236}">
                  <a16:creationId xmlns:a16="http://schemas.microsoft.com/office/drawing/2014/main" id="{77190D5D-9B4A-94B9-3B6E-05DFE7B3FC17}"/>
                </a:ext>
              </a:extLst>
            </p:cNvPr>
            <p:cNvSpPr>
              <a:spLocks noGrp="1"/>
            </p:cNvSpPr>
            <p:nvPr/>
          </p:nvSpPr>
          <p:spPr>
            <a:xfrm>
              <a:off x="935499" y="4307346"/>
              <a:ext cx="36895" cy="23195"/>
            </a:xfrm>
            <a:custGeom>
              <a:avLst/>
              <a:gdLst/>
              <a:ahLst/>
              <a:cxnLst/>
              <a:rect l="0" t="0" r="0" b="0"/>
              <a:pathLst>
                <a:path w="36895" h="23195">
                  <a:moveTo>
                    <a:pt x="36895" y="0"/>
                  </a:moveTo>
                  <a:lnTo>
                    <a:pt x="0" y="23195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27" name="Input_receptor__1326">
              <a:extLst>
                <a:ext uri="{FF2B5EF4-FFF2-40B4-BE49-F238E27FC236}">
                  <a16:creationId xmlns:a16="http://schemas.microsoft.com/office/drawing/2014/main" id="{8FA5EAF0-F4C1-6CF8-AB70-08E5759A0FA3}"/>
                </a:ext>
              </a:extLst>
            </p:cNvPr>
            <p:cNvSpPr>
              <a:spLocks noGrp="1"/>
            </p:cNvSpPr>
            <p:nvPr/>
          </p:nvSpPr>
          <p:spPr>
            <a:xfrm>
              <a:off x="950125" y="4367295"/>
              <a:ext cx="44812" cy="4440"/>
            </a:xfrm>
            <a:custGeom>
              <a:avLst/>
              <a:gdLst/>
              <a:ahLst/>
              <a:cxnLst/>
              <a:rect l="0" t="0" r="0" b="0"/>
              <a:pathLst>
                <a:path w="44812" h="4440">
                  <a:moveTo>
                    <a:pt x="0" y="4440"/>
                  </a:moveTo>
                  <a:lnTo>
                    <a:pt x="44812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28" name="Input_receptor__1327">
              <a:extLst>
                <a:ext uri="{FF2B5EF4-FFF2-40B4-BE49-F238E27FC236}">
                  <a16:creationId xmlns:a16="http://schemas.microsoft.com/office/drawing/2014/main" id="{25141E66-7560-B5C2-0D0E-394BA3C7861E}"/>
                </a:ext>
              </a:extLst>
            </p:cNvPr>
            <p:cNvSpPr>
              <a:spLocks noGrp="1"/>
            </p:cNvSpPr>
            <p:nvPr/>
          </p:nvSpPr>
          <p:spPr>
            <a:xfrm>
              <a:off x="1625112" y="4286599"/>
              <a:ext cx="39756" cy="381"/>
            </a:xfrm>
            <a:custGeom>
              <a:avLst/>
              <a:gdLst/>
              <a:ahLst/>
              <a:cxnLst/>
              <a:rect l="0" t="0" r="0" b="0"/>
              <a:pathLst>
                <a:path w="39756" h="381">
                  <a:moveTo>
                    <a:pt x="39756" y="0"/>
                  </a:moveTo>
                  <a:lnTo>
                    <a:pt x="0" y="381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29" name="Input_receptor__1328">
              <a:extLst>
                <a:ext uri="{FF2B5EF4-FFF2-40B4-BE49-F238E27FC236}">
                  <a16:creationId xmlns:a16="http://schemas.microsoft.com/office/drawing/2014/main" id="{A3D8BFAD-63D6-7D1D-D0F6-DB2BF4465BE5}"/>
                </a:ext>
              </a:extLst>
            </p:cNvPr>
            <p:cNvSpPr>
              <a:spLocks noGrp="1"/>
            </p:cNvSpPr>
            <p:nvPr/>
          </p:nvSpPr>
          <p:spPr>
            <a:xfrm>
              <a:off x="974865" y="4636638"/>
              <a:ext cx="21525" cy="42750"/>
            </a:xfrm>
            <a:custGeom>
              <a:avLst/>
              <a:gdLst/>
              <a:ahLst/>
              <a:cxnLst/>
              <a:rect l="0" t="0" r="0" b="0"/>
              <a:pathLst>
                <a:path w="21525" h="42750">
                  <a:moveTo>
                    <a:pt x="0" y="42750"/>
                  </a:moveTo>
                  <a:lnTo>
                    <a:pt x="21525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0" name="Input_receptor__1329">
              <a:extLst>
                <a:ext uri="{FF2B5EF4-FFF2-40B4-BE49-F238E27FC236}">
                  <a16:creationId xmlns:a16="http://schemas.microsoft.com/office/drawing/2014/main" id="{5504162C-A07C-ABB7-518F-3328D2ED57DB}"/>
                </a:ext>
              </a:extLst>
            </p:cNvPr>
            <p:cNvSpPr>
              <a:spLocks noGrp="1"/>
            </p:cNvSpPr>
            <p:nvPr/>
          </p:nvSpPr>
          <p:spPr>
            <a:xfrm>
              <a:off x="1621191" y="4725284"/>
              <a:ext cx="12725" cy="22086"/>
            </a:xfrm>
            <a:custGeom>
              <a:avLst/>
              <a:gdLst/>
              <a:ahLst/>
              <a:cxnLst/>
              <a:rect l="0" t="0" r="0" b="0"/>
              <a:pathLst>
                <a:path w="12725" h="22086">
                  <a:moveTo>
                    <a:pt x="0" y="0"/>
                  </a:moveTo>
                  <a:lnTo>
                    <a:pt x="12725" y="22086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1" name="Input_receptor__1330">
              <a:extLst>
                <a:ext uri="{FF2B5EF4-FFF2-40B4-BE49-F238E27FC236}">
                  <a16:creationId xmlns:a16="http://schemas.microsoft.com/office/drawing/2014/main" id="{001C0471-1228-940D-09EF-0DBD1F03D6D2}"/>
                </a:ext>
              </a:extLst>
            </p:cNvPr>
            <p:cNvSpPr>
              <a:spLocks noGrp="1"/>
            </p:cNvSpPr>
            <p:nvPr/>
          </p:nvSpPr>
          <p:spPr>
            <a:xfrm>
              <a:off x="945663" y="5136102"/>
              <a:ext cx="41455" cy="2182"/>
            </a:xfrm>
            <a:custGeom>
              <a:avLst/>
              <a:gdLst/>
              <a:ahLst/>
              <a:cxnLst/>
              <a:rect l="0" t="0" r="0" b="0"/>
              <a:pathLst>
                <a:path w="41455" h="2182">
                  <a:moveTo>
                    <a:pt x="0" y="0"/>
                  </a:moveTo>
                  <a:lnTo>
                    <a:pt x="41455" y="2182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32" name="Input_receptor__1331">
              <a:extLst>
                <a:ext uri="{FF2B5EF4-FFF2-40B4-BE49-F238E27FC236}">
                  <a16:creationId xmlns:a16="http://schemas.microsoft.com/office/drawing/2014/main" id="{39D9B884-B781-370A-9591-2F1815EA2A02}"/>
                </a:ext>
              </a:extLst>
            </p:cNvPr>
            <p:cNvSpPr>
              <a:spLocks noGrp="1"/>
            </p:cNvSpPr>
            <p:nvPr/>
          </p:nvSpPr>
          <p:spPr>
            <a:xfrm>
              <a:off x="1590027" y="4799062"/>
              <a:ext cx="29320" cy="38344"/>
            </a:xfrm>
            <a:custGeom>
              <a:avLst/>
              <a:gdLst/>
              <a:ahLst/>
              <a:cxnLst/>
              <a:rect l="0" t="0" r="0" b="0"/>
              <a:pathLst>
                <a:path w="29320" h="38344">
                  <a:moveTo>
                    <a:pt x="29320" y="0"/>
                  </a:moveTo>
                  <a:lnTo>
                    <a:pt x="0" y="38344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3" name="Input_receptor__1332">
              <a:extLst>
                <a:ext uri="{FF2B5EF4-FFF2-40B4-BE49-F238E27FC236}">
                  <a16:creationId xmlns:a16="http://schemas.microsoft.com/office/drawing/2014/main" id="{A1048C9A-4C03-DA6A-0CAD-1116B76EC035}"/>
                </a:ext>
              </a:extLst>
            </p:cNvPr>
            <p:cNvSpPr>
              <a:spLocks noGrp="1"/>
            </p:cNvSpPr>
            <p:nvPr/>
          </p:nvSpPr>
          <p:spPr>
            <a:xfrm>
              <a:off x="819789" y="4545237"/>
              <a:ext cx="12390" cy="41333"/>
            </a:xfrm>
            <a:custGeom>
              <a:avLst/>
              <a:gdLst/>
              <a:ahLst/>
              <a:cxnLst/>
              <a:rect l="0" t="0" r="0" b="0"/>
              <a:pathLst>
                <a:path w="12390" h="41333">
                  <a:moveTo>
                    <a:pt x="0" y="0"/>
                  </a:moveTo>
                  <a:lnTo>
                    <a:pt x="12390" y="41333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4" name="Input_receptor__1333">
              <a:extLst>
                <a:ext uri="{FF2B5EF4-FFF2-40B4-BE49-F238E27FC236}">
                  <a16:creationId xmlns:a16="http://schemas.microsoft.com/office/drawing/2014/main" id="{F57335B7-5E31-A93F-1644-7D19EB5D5B3F}"/>
                </a:ext>
              </a:extLst>
            </p:cNvPr>
            <p:cNvSpPr>
              <a:spLocks noGrp="1"/>
            </p:cNvSpPr>
            <p:nvPr/>
          </p:nvSpPr>
          <p:spPr>
            <a:xfrm>
              <a:off x="1562106" y="5022451"/>
              <a:ext cx="1833" cy="48320"/>
            </a:xfrm>
            <a:custGeom>
              <a:avLst/>
              <a:gdLst/>
              <a:ahLst/>
              <a:cxnLst/>
              <a:rect l="0" t="0" r="0" b="0"/>
              <a:pathLst>
                <a:path w="1833" h="48320">
                  <a:moveTo>
                    <a:pt x="1833" y="483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5" name="Input_receptor__1334">
              <a:extLst>
                <a:ext uri="{FF2B5EF4-FFF2-40B4-BE49-F238E27FC236}">
                  <a16:creationId xmlns:a16="http://schemas.microsoft.com/office/drawing/2014/main" id="{482B9231-4CE0-42BB-C731-0D32501119F7}"/>
                </a:ext>
              </a:extLst>
            </p:cNvPr>
            <p:cNvSpPr>
              <a:spLocks noGrp="1"/>
            </p:cNvSpPr>
            <p:nvPr/>
          </p:nvSpPr>
          <p:spPr>
            <a:xfrm>
              <a:off x="1033262" y="5107776"/>
              <a:ext cx="38704" cy="28126"/>
            </a:xfrm>
            <a:custGeom>
              <a:avLst/>
              <a:gdLst/>
              <a:ahLst/>
              <a:cxnLst/>
              <a:rect l="0" t="0" r="0" b="0"/>
              <a:pathLst>
                <a:path w="38704" h="28126">
                  <a:moveTo>
                    <a:pt x="0" y="28126"/>
                  </a:moveTo>
                  <a:lnTo>
                    <a:pt x="38704" y="0"/>
                  </a:lnTo>
                </a:path>
              </a:pathLst>
            </a:custGeom>
            <a:noFill/>
            <a:ln w="8096">
              <a:solidFill>
                <a:srgbClr val="92A3AE"/>
              </a:solidFill>
            </a:ln>
          </p:spPr>
        </p:sp>
        <p:sp>
          <p:nvSpPr>
            <p:cNvPr id="1336" name="Input_receptor__1335">
              <a:extLst>
                <a:ext uri="{FF2B5EF4-FFF2-40B4-BE49-F238E27FC236}">
                  <a16:creationId xmlns:a16="http://schemas.microsoft.com/office/drawing/2014/main" id="{D8C59CB6-5C6A-D30A-A7AB-8163DE31966D}"/>
                </a:ext>
              </a:extLst>
            </p:cNvPr>
            <p:cNvSpPr>
              <a:spLocks noGrp="1"/>
            </p:cNvSpPr>
            <p:nvPr/>
          </p:nvSpPr>
          <p:spPr>
            <a:xfrm>
              <a:off x="1411032" y="4812787"/>
              <a:ext cx="4350" cy="20576"/>
            </a:xfrm>
            <a:custGeom>
              <a:avLst/>
              <a:gdLst/>
              <a:ahLst/>
              <a:cxnLst/>
              <a:rect l="0" t="0" r="0" b="0"/>
              <a:pathLst>
                <a:path w="4350" h="20576">
                  <a:moveTo>
                    <a:pt x="0" y="0"/>
                  </a:moveTo>
                  <a:lnTo>
                    <a:pt x="4350" y="20576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7" name="Input_receptor__1336">
              <a:extLst>
                <a:ext uri="{FF2B5EF4-FFF2-40B4-BE49-F238E27FC236}">
                  <a16:creationId xmlns:a16="http://schemas.microsoft.com/office/drawing/2014/main" id="{A9C74619-2EAD-8BE6-DA80-58FEC3BD0EB0}"/>
                </a:ext>
              </a:extLst>
            </p:cNvPr>
            <p:cNvSpPr>
              <a:spLocks noGrp="1"/>
            </p:cNvSpPr>
            <p:nvPr/>
          </p:nvSpPr>
          <p:spPr>
            <a:xfrm>
              <a:off x="1457014" y="4942792"/>
              <a:ext cx="10272" cy="14017"/>
            </a:xfrm>
            <a:custGeom>
              <a:avLst/>
              <a:gdLst/>
              <a:ahLst/>
              <a:cxnLst/>
              <a:rect l="0" t="0" r="0" b="0"/>
              <a:pathLst>
                <a:path w="10272" h="14017">
                  <a:moveTo>
                    <a:pt x="10272" y="0"/>
                  </a:moveTo>
                  <a:lnTo>
                    <a:pt x="0" y="14017"/>
                  </a:lnTo>
                </a:path>
              </a:pathLst>
            </a:custGeom>
            <a:noFill/>
            <a:ln w="20003">
              <a:solidFill>
                <a:srgbClr val="92A3AE"/>
              </a:solidFill>
            </a:ln>
          </p:spPr>
        </p:sp>
        <p:sp>
          <p:nvSpPr>
            <p:cNvPr id="1338" name="Input_receptor__1337">
              <a:extLst>
                <a:ext uri="{FF2B5EF4-FFF2-40B4-BE49-F238E27FC236}">
                  <a16:creationId xmlns:a16="http://schemas.microsoft.com/office/drawing/2014/main" id="{9F1819D2-99C9-48D9-D7C5-DC0609360537}"/>
                </a:ext>
              </a:extLst>
            </p:cNvPr>
            <p:cNvSpPr>
              <a:spLocks noGrp="1"/>
            </p:cNvSpPr>
            <p:nvPr/>
          </p:nvSpPr>
          <p:spPr>
            <a:xfrm>
              <a:off x="998221" y="5042514"/>
              <a:ext cx="28652" cy="39053"/>
            </a:xfrm>
            <a:custGeom>
              <a:avLst/>
              <a:gdLst/>
              <a:ahLst/>
              <a:cxnLst/>
              <a:rect l="0" t="0" r="0" b="0"/>
              <a:pathLst>
                <a:path w="28652" h="39053">
                  <a:moveTo>
                    <a:pt x="28652" y="0"/>
                  </a:moveTo>
                  <a:lnTo>
                    <a:pt x="0" y="39053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39" name="Input_receptor__1338">
              <a:extLst>
                <a:ext uri="{FF2B5EF4-FFF2-40B4-BE49-F238E27FC236}">
                  <a16:creationId xmlns:a16="http://schemas.microsoft.com/office/drawing/2014/main" id="{2F97442F-25EB-60DE-3899-E40DB6A04FF4}"/>
                </a:ext>
              </a:extLst>
            </p:cNvPr>
            <p:cNvSpPr>
              <a:spLocks noGrp="1"/>
            </p:cNvSpPr>
            <p:nvPr/>
          </p:nvSpPr>
          <p:spPr>
            <a:xfrm>
              <a:off x="989355" y="5012536"/>
              <a:ext cx="37518" cy="29978"/>
            </a:xfrm>
            <a:custGeom>
              <a:avLst/>
              <a:gdLst/>
              <a:ahLst/>
              <a:cxnLst/>
              <a:rect l="0" t="0" r="0" b="0"/>
              <a:pathLst>
                <a:path w="37518" h="29978">
                  <a:moveTo>
                    <a:pt x="0" y="0"/>
                  </a:moveTo>
                  <a:lnTo>
                    <a:pt x="37518" y="29978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0" name="Input_receptor__1339">
              <a:extLst>
                <a:ext uri="{FF2B5EF4-FFF2-40B4-BE49-F238E27FC236}">
                  <a16:creationId xmlns:a16="http://schemas.microsoft.com/office/drawing/2014/main" id="{D2179839-0C0B-FBF7-8C46-4C7B0A7FA1B6}"/>
                </a:ext>
              </a:extLst>
            </p:cNvPr>
            <p:cNvSpPr>
              <a:spLocks noGrp="1"/>
            </p:cNvSpPr>
            <p:nvPr/>
          </p:nvSpPr>
          <p:spPr>
            <a:xfrm>
              <a:off x="1199286" y="4899595"/>
              <a:ext cx="38733" cy="24955"/>
            </a:xfrm>
            <a:custGeom>
              <a:avLst/>
              <a:gdLst/>
              <a:ahLst/>
              <a:cxnLst/>
              <a:rect l="0" t="0" r="0" b="0"/>
              <a:pathLst>
                <a:path w="38733" h="24955">
                  <a:moveTo>
                    <a:pt x="0" y="24955"/>
                  </a:moveTo>
                  <a:lnTo>
                    <a:pt x="3873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1" name="Input_receptor__1340">
              <a:extLst>
                <a:ext uri="{FF2B5EF4-FFF2-40B4-BE49-F238E27FC236}">
                  <a16:creationId xmlns:a16="http://schemas.microsoft.com/office/drawing/2014/main" id="{8FE48976-B1DA-378A-44BA-587F2FC60F61}"/>
                </a:ext>
              </a:extLst>
            </p:cNvPr>
            <p:cNvSpPr>
              <a:spLocks noGrp="1"/>
            </p:cNvSpPr>
            <p:nvPr/>
          </p:nvSpPr>
          <p:spPr>
            <a:xfrm>
              <a:off x="1158547" y="4586338"/>
              <a:ext cx="41970" cy="10677"/>
            </a:xfrm>
            <a:custGeom>
              <a:avLst/>
              <a:gdLst/>
              <a:ahLst/>
              <a:cxnLst/>
              <a:rect l="0" t="0" r="0" b="0"/>
              <a:pathLst>
                <a:path w="41970" h="10677">
                  <a:moveTo>
                    <a:pt x="41970" y="106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2" name="Input_receptor__1341">
              <a:extLst>
                <a:ext uri="{FF2B5EF4-FFF2-40B4-BE49-F238E27FC236}">
                  <a16:creationId xmlns:a16="http://schemas.microsoft.com/office/drawing/2014/main" id="{AF0D531A-9123-4B59-2D8B-C1CD0718FD89}"/>
                </a:ext>
              </a:extLst>
            </p:cNvPr>
            <p:cNvSpPr>
              <a:spLocks noGrp="1"/>
            </p:cNvSpPr>
            <p:nvPr/>
          </p:nvSpPr>
          <p:spPr>
            <a:xfrm>
              <a:off x="1495241" y="4166201"/>
              <a:ext cx="40674" cy="25747"/>
            </a:xfrm>
            <a:custGeom>
              <a:avLst/>
              <a:gdLst/>
              <a:ahLst/>
              <a:cxnLst/>
              <a:rect l="0" t="0" r="0" b="0"/>
              <a:pathLst>
                <a:path w="40674" h="25747">
                  <a:moveTo>
                    <a:pt x="40674" y="0"/>
                  </a:moveTo>
                  <a:lnTo>
                    <a:pt x="0" y="25747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3" name="Input_receptor__1342">
              <a:extLst>
                <a:ext uri="{FF2B5EF4-FFF2-40B4-BE49-F238E27FC236}">
                  <a16:creationId xmlns:a16="http://schemas.microsoft.com/office/drawing/2014/main" id="{F97FE52F-47BF-3B73-CEF6-39DE5459CC86}"/>
                </a:ext>
              </a:extLst>
            </p:cNvPr>
            <p:cNvSpPr>
              <a:spLocks noGrp="1"/>
            </p:cNvSpPr>
            <p:nvPr/>
          </p:nvSpPr>
          <p:spPr>
            <a:xfrm>
              <a:off x="1241782" y="4403015"/>
              <a:ext cx="16868" cy="33372"/>
            </a:xfrm>
            <a:custGeom>
              <a:avLst/>
              <a:gdLst/>
              <a:ahLst/>
              <a:cxnLst/>
              <a:rect l="0" t="0" r="0" b="0"/>
              <a:pathLst>
                <a:path w="16868" h="33372">
                  <a:moveTo>
                    <a:pt x="16868" y="0"/>
                  </a:moveTo>
                  <a:lnTo>
                    <a:pt x="0" y="33372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4" name="Input_receptor__1343">
              <a:extLst>
                <a:ext uri="{FF2B5EF4-FFF2-40B4-BE49-F238E27FC236}">
                  <a16:creationId xmlns:a16="http://schemas.microsoft.com/office/drawing/2014/main" id="{4344E340-C56F-7D49-2E7B-AF3C684E158E}"/>
                </a:ext>
              </a:extLst>
            </p:cNvPr>
            <p:cNvSpPr>
              <a:spLocks noGrp="1"/>
            </p:cNvSpPr>
            <p:nvPr/>
          </p:nvSpPr>
          <p:spPr>
            <a:xfrm>
              <a:off x="1351706" y="4202975"/>
              <a:ext cx="42498" cy="7213"/>
            </a:xfrm>
            <a:custGeom>
              <a:avLst/>
              <a:gdLst/>
              <a:ahLst/>
              <a:cxnLst/>
              <a:rect l="0" t="0" r="0" b="0"/>
              <a:pathLst>
                <a:path w="42498" h="7213">
                  <a:moveTo>
                    <a:pt x="42498" y="72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5" name="Input_receptor__1344">
              <a:extLst>
                <a:ext uri="{FF2B5EF4-FFF2-40B4-BE49-F238E27FC236}">
                  <a16:creationId xmlns:a16="http://schemas.microsoft.com/office/drawing/2014/main" id="{3D801542-3419-2A7B-1CE3-BE530048AAC0}"/>
                </a:ext>
              </a:extLst>
            </p:cNvPr>
            <p:cNvSpPr>
              <a:spLocks noGrp="1"/>
            </p:cNvSpPr>
            <p:nvPr/>
          </p:nvSpPr>
          <p:spPr>
            <a:xfrm>
              <a:off x="1521801" y="4362710"/>
              <a:ext cx="1765" cy="46987"/>
            </a:xfrm>
            <a:custGeom>
              <a:avLst/>
              <a:gdLst/>
              <a:ahLst/>
              <a:cxnLst/>
              <a:rect l="0" t="0" r="0" b="0"/>
              <a:pathLst>
                <a:path w="1765" h="46987">
                  <a:moveTo>
                    <a:pt x="0" y="46987"/>
                  </a:moveTo>
                  <a:lnTo>
                    <a:pt x="1765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6" name="Input_receptor__1345">
              <a:extLst>
                <a:ext uri="{FF2B5EF4-FFF2-40B4-BE49-F238E27FC236}">
                  <a16:creationId xmlns:a16="http://schemas.microsoft.com/office/drawing/2014/main" id="{9C195C45-41DC-F2F2-056B-CBB4A02F662B}"/>
                </a:ext>
              </a:extLst>
            </p:cNvPr>
            <p:cNvSpPr>
              <a:spLocks noGrp="1"/>
            </p:cNvSpPr>
            <p:nvPr/>
          </p:nvSpPr>
          <p:spPr>
            <a:xfrm>
              <a:off x="1241782" y="4436387"/>
              <a:ext cx="95" cy="35015"/>
            </a:xfrm>
            <a:custGeom>
              <a:avLst/>
              <a:gdLst/>
              <a:ahLst/>
              <a:cxnLst/>
              <a:rect l="0" t="0" r="0" b="0"/>
              <a:pathLst>
                <a:path w="95" h="35015">
                  <a:moveTo>
                    <a:pt x="0" y="0"/>
                  </a:moveTo>
                  <a:lnTo>
                    <a:pt x="21" y="3501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7" name="Input_receptor__1346">
              <a:extLst>
                <a:ext uri="{FF2B5EF4-FFF2-40B4-BE49-F238E27FC236}">
                  <a16:creationId xmlns:a16="http://schemas.microsoft.com/office/drawing/2014/main" id="{8C81EF4A-73C3-CFAF-9E4F-C665EDA4C44C}"/>
                </a:ext>
              </a:extLst>
            </p:cNvPr>
            <p:cNvSpPr>
              <a:spLocks noGrp="1"/>
            </p:cNvSpPr>
            <p:nvPr/>
          </p:nvSpPr>
          <p:spPr>
            <a:xfrm>
              <a:off x="718345" y="4522470"/>
              <a:ext cx="1124" cy="18659"/>
            </a:xfrm>
            <a:custGeom>
              <a:avLst/>
              <a:gdLst/>
              <a:ahLst/>
              <a:cxnLst/>
              <a:rect l="0" t="0" r="0" b="0"/>
              <a:pathLst>
                <a:path w="1124" h="18659">
                  <a:moveTo>
                    <a:pt x="0" y="18659"/>
                  </a:moveTo>
                  <a:lnTo>
                    <a:pt x="1124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48" name="Input_receptor__1347">
              <a:extLst>
                <a:ext uri="{FF2B5EF4-FFF2-40B4-BE49-F238E27FC236}">
                  <a16:creationId xmlns:a16="http://schemas.microsoft.com/office/drawing/2014/main" id="{FB4B33D8-5263-A2FF-3C4C-FC580EDA3F3D}"/>
                </a:ext>
              </a:extLst>
            </p:cNvPr>
            <p:cNvSpPr>
              <a:spLocks noGrp="1"/>
            </p:cNvSpPr>
            <p:nvPr/>
          </p:nvSpPr>
          <p:spPr>
            <a:xfrm>
              <a:off x="1041717" y="4648242"/>
              <a:ext cx="19487" cy="27012"/>
            </a:xfrm>
            <a:custGeom>
              <a:avLst/>
              <a:gdLst/>
              <a:ahLst/>
              <a:cxnLst/>
              <a:rect l="0" t="0" r="0" b="0"/>
              <a:pathLst>
                <a:path w="19487" h="27012">
                  <a:moveTo>
                    <a:pt x="19487" y="0"/>
                  </a:moveTo>
                  <a:lnTo>
                    <a:pt x="0" y="27012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49" name="Input_receptor__1348">
              <a:extLst>
                <a:ext uri="{FF2B5EF4-FFF2-40B4-BE49-F238E27FC236}">
                  <a16:creationId xmlns:a16="http://schemas.microsoft.com/office/drawing/2014/main" id="{F0AA67CF-F9D5-093B-8AF5-CB976A5D5EE6}"/>
                </a:ext>
              </a:extLst>
            </p:cNvPr>
            <p:cNvSpPr>
              <a:spLocks noGrp="1"/>
            </p:cNvSpPr>
            <p:nvPr/>
          </p:nvSpPr>
          <p:spPr>
            <a:xfrm>
              <a:off x="1096632" y="4247319"/>
              <a:ext cx="7053" cy="23791"/>
            </a:xfrm>
            <a:custGeom>
              <a:avLst/>
              <a:gdLst/>
              <a:ahLst/>
              <a:cxnLst/>
              <a:rect l="0" t="0" r="0" b="0"/>
              <a:pathLst>
                <a:path w="7053" h="23791">
                  <a:moveTo>
                    <a:pt x="0" y="23791"/>
                  </a:moveTo>
                  <a:lnTo>
                    <a:pt x="7053" y="0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0" name="Input_receptor__1349">
              <a:extLst>
                <a:ext uri="{FF2B5EF4-FFF2-40B4-BE49-F238E27FC236}">
                  <a16:creationId xmlns:a16="http://schemas.microsoft.com/office/drawing/2014/main" id="{5921F096-5420-377C-C318-9F242B2A2F05}"/>
                </a:ext>
              </a:extLst>
            </p:cNvPr>
            <p:cNvSpPr>
              <a:spLocks noGrp="1"/>
            </p:cNvSpPr>
            <p:nvPr/>
          </p:nvSpPr>
          <p:spPr>
            <a:xfrm>
              <a:off x="994937" y="4365064"/>
              <a:ext cx="35951" cy="2232"/>
            </a:xfrm>
            <a:custGeom>
              <a:avLst/>
              <a:gdLst/>
              <a:ahLst/>
              <a:cxnLst/>
              <a:rect l="0" t="0" r="0" b="0"/>
              <a:pathLst>
                <a:path w="35951" h="2232">
                  <a:moveTo>
                    <a:pt x="0" y="2232"/>
                  </a:moveTo>
                  <a:lnTo>
                    <a:pt x="35951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1" name="Input_receptor__1350">
              <a:extLst>
                <a:ext uri="{FF2B5EF4-FFF2-40B4-BE49-F238E27FC236}">
                  <a16:creationId xmlns:a16="http://schemas.microsoft.com/office/drawing/2014/main" id="{FDFE1B81-5B87-0F0E-7461-61EB331A1E93}"/>
                </a:ext>
              </a:extLst>
            </p:cNvPr>
            <p:cNvSpPr>
              <a:spLocks noGrp="1"/>
            </p:cNvSpPr>
            <p:nvPr/>
          </p:nvSpPr>
          <p:spPr>
            <a:xfrm>
              <a:off x="1411984" y="4059732"/>
              <a:ext cx="8206" cy="47532"/>
            </a:xfrm>
            <a:custGeom>
              <a:avLst/>
              <a:gdLst/>
              <a:ahLst/>
              <a:cxnLst/>
              <a:rect l="0" t="0" r="0" b="0"/>
              <a:pathLst>
                <a:path w="8206" h="47532">
                  <a:moveTo>
                    <a:pt x="0" y="47532"/>
                  </a:moveTo>
                  <a:lnTo>
                    <a:pt x="8206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2" name="Input_receptor__1351">
              <a:extLst>
                <a:ext uri="{FF2B5EF4-FFF2-40B4-BE49-F238E27FC236}">
                  <a16:creationId xmlns:a16="http://schemas.microsoft.com/office/drawing/2014/main" id="{9F354516-BE4D-90D8-7B7C-4D2A12144133}"/>
                </a:ext>
              </a:extLst>
            </p:cNvPr>
            <p:cNvSpPr>
              <a:spLocks noGrp="1"/>
            </p:cNvSpPr>
            <p:nvPr/>
          </p:nvSpPr>
          <p:spPr>
            <a:xfrm>
              <a:off x="1359505" y="4755238"/>
              <a:ext cx="46133" cy="2178"/>
            </a:xfrm>
            <a:custGeom>
              <a:avLst/>
              <a:gdLst/>
              <a:ahLst/>
              <a:cxnLst/>
              <a:rect l="0" t="0" r="0" b="0"/>
              <a:pathLst>
                <a:path w="46133" h="2178">
                  <a:moveTo>
                    <a:pt x="0" y="2178"/>
                  </a:moveTo>
                  <a:lnTo>
                    <a:pt x="4613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3" name="Input_receptor__1352">
              <a:extLst>
                <a:ext uri="{FF2B5EF4-FFF2-40B4-BE49-F238E27FC236}">
                  <a16:creationId xmlns:a16="http://schemas.microsoft.com/office/drawing/2014/main" id="{A719DC6F-698F-86F4-3197-33F9C18E0459}"/>
                </a:ext>
              </a:extLst>
            </p:cNvPr>
            <p:cNvSpPr>
              <a:spLocks noGrp="1"/>
            </p:cNvSpPr>
            <p:nvPr/>
          </p:nvSpPr>
          <p:spPr>
            <a:xfrm>
              <a:off x="1333124" y="4386634"/>
              <a:ext cx="30404" cy="32749"/>
            </a:xfrm>
            <a:custGeom>
              <a:avLst/>
              <a:gdLst/>
              <a:ahLst/>
              <a:cxnLst/>
              <a:rect l="0" t="0" r="0" b="0"/>
              <a:pathLst>
                <a:path w="30404" h="32749">
                  <a:moveTo>
                    <a:pt x="30404" y="327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4" name="Input_receptor__1353">
              <a:extLst>
                <a:ext uri="{FF2B5EF4-FFF2-40B4-BE49-F238E27FC236}">
                  <a16:creationId xmlns:a16="http://schemas.microsoft.com/office/drawing/2014/main" id="{F205BB27-F1F4-302C-479F-F4C1CFAC5777}"/>
                </a:ext>
              </a:extLst>
            </p:cNvPr>
            <p:cNvSpPr>
              <a:spLocks noGrp="1"/>
            </p:cNvSpPr>
            <p:nvPr/>
          </p:nvSpPr>
          <p:spPr>
            <a:xfrm>
              <a:off x="1086566" y="4567700"/>
              <a:ext cx="5917" cy="48409"/>
            </a:xfrm>
            <a:custGeom>
              <a:avLst/>
              <a:gdLst/>
              <a:ahLst/>
              <a:cxnLst/>
              <a:rect l="0" t="0" r="0" b="0"/>
              <a:pathLst>
                <a:path w="5917" h="48409">
                  <a:moveTo>
                    <a:pt x="0" y="0"/>
                  </a:moveTo>
                  <a:lnTo>
                    <a:pt x="5917" y="48409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5" name="Input_receptor__1354">
              <a:extLst>
                <a:ext uri="{FF2B5EF4-FFF2-40B4-BE49-F238E27FC236}">
                  <a16:creationId xmlns:a16="http://schemas.microsoft.com/office/drawing/2014/main" id="{84DBF428-1315-E69B-85DB-C791A647E919}"/>
                </a:ext>
              </a:extLst>
            </p:cNvPr>
            <p:cNvSpPr>
              <a:spLocks noGrp="1"/>
            </p:cNvSpPr>
            <p:nvPr/>
          </p:nvSpPr>
          <p:spPr>
            <a:xfrm>
              <a:off x="768579" y="4582904"/>
              <a:ext cx="11383" cy="10958"/>
            </a:xfrm>
            <a:custGeom>
              <a:avLst/>
              <a:gdLst/>
              <a:ahLst/>
              <a:cxnLst/>
              <a:rect l="0" t="0" r="0" b="0"/>
              <a:pathLst>
                <a:path w="11383" h="10958">
                  <a:moveTo>
                    <a:pt x="11383" y="0"/>
                  </a:moveTo>
                  <a:lnTo>
                    <a:pt x="0" y="10958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6" name="Input_receptor__1355">
              <a:extLst>
                <a:ext uri="{FF2B5EF4-FFF2-40B4-BE49-F238E27FC236}">
                  <a16:creationId xmlns:a16="http://schemas.microsoft.com/office/drawing/2014/main" id="{5237DE41-78E1-443F-80AE-C8B49E8038F1}"/>
                </a:ext>
              </a:extLst>
            </p:cNvPr>
            <p:cNvSpPr>
              <a:spLocks noGrp="1"/>
            </p:cNvSpPr>
            <p:nvPr/>
          </p:nvSpPr>
          <p:spPr>
            <a:xfrm>
              <a:off x="1501142" y="5020929"/>
              <a:ext cx="14238" cy="27023"/>
            </a:xfrm>
            <a:custGeom>
              <a:avLst/>
              <a:gdLst/>
              <a:ahLst/>
              <a:cxnLst/>
              <a:rect l="0" t="0" r="0" b="0"/>
              <a:pathLst>
                <a:path w="14238" h="27023">
                  <a:moveTo>
                    <a:pt x="14238" y="0"/>
                  </a:moveTo>
                  <a:lnTo>
                    <a:pt x="0" y="27023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7" name="Input_receptor__1356">
              <a:extLst>
                <a:ext uri="{FF2B5EF4-FFF2-40B4-BE49-F238E27FC236}">
                  <a16:creationId xmlns:a16="http://schemas.microsoft.com/office/drawing/2014/main" id="{C13E8774-9F46-A971-0CDB-3373816E6331}"/>
                </a:ext>
              </a:extLst>
            </p:cNvPr>
            <p:cNvSpPr>
              <a:spLocks noGrp="1"/>
            </p:cNvSpPr>
            <p:nvPr/>
          </p:nvSpPr>
          <p:spPr>
            <a:xfrm>
              <a:off x="1119017" y="4908900"/>
              <a:ext cx="1070" cy="6024"/>
            </a:xfrm>
            <a:custGeom>
              <a:avLst/>
              <a:gdLst/>
              <a:ahLst/>
              <a:cxnLst/>
              <a:rect l="0" t="0" r="0" b="0"/>
              <a:pathLst>
                <a:path w="1070" h="6024">
                  <a:moveTo>
                    <a:pt x="1070" y="0"/>
                  </a:moveTo>
                  <a:lnTo>
                    <a:pt x="0" y="6024"/>
                  </a:lnTo>
                </a:path>
              </a:pathLst>
            </a:custGeom>
            <a:noFill/>
            <a:ln w="8096">
              <a:solidFill>
                <a:srgbClr val="92A3AF"/>
              </a:solidFill>
            </a:ln>
          </p:spPr>
        </p:sp>
        <p:sp>
          <p:nvSpPr>
            <p:cNvPr id="1358" name="Input_receptor__1357">
              <a:extLst>
                <a:ext uri="{FF2B5EF4-FFF2-40B4-BE49-F238E27FC236}">
                  <a16:creationId xmlns:a16="http://schemas.microsoft.com/office/drawing/2014/main" id="{538B95D0-EA90-F868-65F3-D88E402A7EA4}"/>
                </a:ext>
              </a:extLst>
            </p:cNvPr>
            <p:cNvSpPr>
              <a:spLocks noGrp="1"/>
            </p:cNvSpPr>
            <p:nvPr/>
          </p:nvSpPr>
          <p:spPr>
            <a:xfrm>
              <a:off x="1339792" y="4096716"/>
              <a:ext cx="13391" cy="36633"/>
            </a:xfrm>
            <a:custGeom>
              <a:avLst/>
              <a:gdLst/>
              <a:ahLst/>
              <a:cxnLst/>
              <a:rect l="0" t="0" r="0" b="0"/>
              <a:pathLst>
                <a:path w="13391" h="36633">
                  <a:moveTo>
                    <a:pt x="0" y="36633"/>
                  </a:moveTo>
                  <a:lnTo>
                    <a:pt x="13391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59" name="Input_receptor__1358">
              <a:extLst>
                <a:ext uri="{FF2B5EF4-FFF2-40B4-BE49-F238E27FC236}">
                  <a16:creationId xmlns:a16="http://schemas.microsoft.com/office/drawing/2014/main" id="{155A02D5-2B2E-96DF-BCE7-4A6C7FA176AB}"/>
                </a:ext>
              </a:extLst>
            </p:cNvPr>
            <p:cNvSpPr>
              <a:spLocks noGrp="1"/>
            </p:cNvSpPr>
            <p:nvPr/>
          </p:nvSpPr>
          <p:spPr>
            <a:xfrm>
              <a:off x="818444" y="4586570"/>
              <a:ext cx="13735" cy="25585"/>
            </a:xfrm>
            <a:custGeom>
              <a:avLst/>
              <a:gdLst/>
              <a:ahLst/>
              <a:cxnLst/>
              <a:rect l="0" t="0" r="0" b="0"/>
              <a:pathLst>
                <a:path w="13735" h="25585">
                  <a:moveTo>
                    <a:pt x="13735" y="0"/>
                  </a:moveTo>
                  <a:lnTo>
                    <a:pt x="0" y="2558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0" name="Input_receptor__1359">
              <a:extLst>
                <a:ext uri="{FF2B5EF4-FFF2-40B4-BE49-F238E27FC236}">
                  <a16:creationId xmlns:a16="http://schemas.microsoft.com/office/drawing/2014/main" id="{F9F8F663-5112-11EC-1728-DA59D1E6F2A9}"/>
                </a:ext>
              </a:extLst>
            </p:cNvPr>
            <p:cNvSpPr>
              <a:spLocks noGrp="1"/>
            </p:cNvSpPr>
            <p:nvPr/>
          </p:nvSpPr>
          <p:spPr>
            <a:xfrm>
              <a:off x="1580710" y="4906392"/>
              <a:ext cx="6751" cy="41519"/>
            </a:xfrm>
            <a:custGeom>
              <a:avLst/>
              <a:gdLst/>
              <a:ahLst/>
              <a:cxnLst/>
              <a:rect l="0" t="0" r="0" b="0"/>
              <a:pathLst>
                <a:path w="6751" h="41519">
                  <a:moveTo>
                    <a:pt x="6751" y="415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1" name="Input_receptor__1360">
              <a:extLst>
                <a:ext uri="{FF2B5EF4-FFF2-40B4-BE49-F238E27FC236}">
                  <a16:creationId xmlns:a16="http://schemas.microsoft.com/office/drawing/2014/main" id="{462761E9-6698-DF23-F8A0-1CFFEEBB715A}"/>
                </a:ext>
              </a:extLst>
            </p:cNvPr>
            <p:cNvSpPr>
              <a:spLocks noGrp="1"/>
            </p:cNvSpPr>
            <p:nvPr/>
          </p:nvSpPr>
          <p:spPr>
            <a:xfrm>
              <a:off x="669225" y="4662189"/>
              <a:ext cx="41930" cy="20453"/>
            </a:xfrm>
            <a:custGeom>
              <a:avLst/>
              <a:gdLst/>
              <a:ahLst/>
              <a:cxnLst/>
              <a:rect l="0" t="0" r="0" b="0"/>
              <a:pathLst>
                <a:path w="41930" h="20453">
                  <a:moveTo>
                    <a:pt x="41930" y="204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2" name="Input_receptor__1361">
              <a:extLst>
                <a:ext uri="{FF2B5EF4-FFF2-40B4-BE49-F238E27FC236}">
                  <a16:creationId xmlns:a16="http://schemas.microsoft.com/office/drawing/2014/main" id="{36F911C0-0196-6F37-E865-3FB79BF3BA87}"/>
                </a:ext>
              </a:extLst>
            </p:cNvPr>
            <p:cNvSpPr>
              <a:spLocks noGrp="1"/>
            </p:cNvSpPr>
            <p:nvPr/>
          </p:nvSpPr>
          <p:spPr>
            <a:xfrm>
              <a:off x="940586" y="4679388"/>
              <a:ext cx="34279" cy="13564"/>
            </a:xfrm>
            <a:custGeom>
              <a:avLst/>
              <a:gdLst/>
              <a:ahLst/>
              <a:cxnLst/>
              <a:rect l="0" t="0" r="0" b="0"/>
              <a:pathLst>
                <a:path w="34279" h="13564">
                  <a:moveTo>
                    <a:pt x="0" y="13564"/>
                  </a:moveTo>
                  <a:lnTo>
                    <a:pt x="34279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3" name="Input_receptor__1362">
              <a:extLst>
                <a:ext uri="{FF2B5EF4-FFF2-40B4-BE49-F238E27FC236}">
                  <a16:creationId xmlns:a16="http://schemas.microsoft.com/office/drawing/2014/main" id="{50CDD366-1D4B-2751-3145-129ABABCF388}"/>
                </a:ext>
              </a:extLst>
            </p:cNvPr>
            <p:cNvSpPr>
              <a:spLocks noGrp="1"/>
            </p:cNvSpPr>
            <p:nvPr/>
          </p:nvSpPr>
          <p:spPr>
            <a:xfrm>
              <a:off x="1522515" y="4565682"/>
              <a:ext cx="14640" cy="4735"/>
            </a:xfrm>
            <a:custGeom>
              <a:avLst/>
              <a:gdLst/>
              <a:ahLst/>
              <a:cxnLst/>
              <a:rect l="0" t="0" r="0" b="0"/>
              <a:pathLst>
                <a:path w="14640" h="4735">
                  <a:moveTo>
                    <a:pt x="0" y="0"/>
                  </a:moveTo>
                  <a:lnTo>
                    <a:pt x="14640" y="4735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4" name="Input_receptor__1363">
              <a:extLst>
                <a:ext uri="{FF2B5EF4-FFF2-40B4-BE49-F238E27FC236}">
                  <a16:creationId xmlns:a16="http://schemas.microsoft.com/office/drawing/2014/main" id="{7BCAEF0D-323A-C154-797B-E5B1773307C9}"/>
                </a:ext>
              </a:extLst>
            </p:cNvPr>
            <p:cNvSpPr>
              <a:spLocks noGrp="1"/>
            </p:cNvSpPr>
            <p:nvPr/>
          </p:nvSpPr>
          <p:spPr>
            <a:xfrm>
              <a:off x="1302099" y="4133349"/>
              <a:ext cx="37693" cy="21111"/>
            </a:xfrm>
            <a:custGeom>
              <a:avLst/>
              <a:gdLst/>
              <a:ahLst/>
              <a:cxnLst/>
              <a:rect l="0" t="0" r="0" b="0"/>
              <a:pathLst>
                <a:path w="37693" h="21111">
                  <a:moveTo>
                    <a:pt x="0" y="21111"/>
                  </a:moveTo>
                  <a:lnTo>
                    <a:pt x="37693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5" name="Input_receptor__1364">
              <a:extLst>
                <a:ext uri="{FF2B5EF4-FFF2-40B4-BE49-F238E27FC236}">
                  <a16:creationId xmlns:a16="http://schemas.microsoft.com/office/drawing/2014/main" id="{0F6FC64B-0F04-C826-F338-4176FECAE29F}"/>
                </a:ext>
              </a:extLst>
            </p:cNvPr>
            <p:cNvSpPr>
              <a:spLocks noGrp="1"/>
            </p:cNvSpPr>
            <p:nvPr/>
          </p:nvSpPr>
          <p:spPr>
            <a:xfrm>
              <a:off x="1293426" y="4432488"/>
              <a:ext cx="13048" cy="10014"/>
            </a:xfrm>
            <a:custGeom>
              <a:avLst/>
              <a:gdLst/>
              <a:ahLst/>
              <a:cxnLst/>
              <a:rect l="0" t="0" r="0" b="0"/>
              <a:pathLst>
                <a:path w="13048" h="10014">
                  <a:moveTo>
                    <a:pt x="13048" y="10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2A3AF"/>
              </a:solidFill>
            </a:ln>
          </p:spPr>
        </p:sp>
        <p:sp>
          <p:nvSpPr>
            <p:cNvPr id="1366" name="Input_receptor__1365">
              <a:extLst>
                <a:ext uri="{FF2B5EF4-FFF2-40B4-BE49-F238E27FC236}">
                  <a16:creationId xmlns:a16="http://schemas.microsoft.com/office/drawing/2014/main" id="{D085FE32-2E19-BD63-5540-1B8FD310FD2D}"/>
                </a:ext>
              </a:extLst>
            </p:cNvPr>
            <p:cNvSpPr>
              <a:spLocks noGrp="1"/>
            </p:cNvSpPr>
            <p:nvPr/>
          </p:nvSpPr>
          <p:spPr>
            <a:xfrm>
              <a:off x="1093237" y="4724534"/>
              <a:ext cx="4600" cy="43774"/>
            </a:xfrm>
            <a:custGeom>
              <a:avLst/>
              <a:gdLst/>
              <a:ahLst/>
              <a:cxnLst/>
              <a:rect l="0" t="0" r="0" b="0"/>
              <a:pathLst>
                <a:path w="4600" h="43774">
                  <a:moveTo>
                    <a:pt x="4600" y="437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3AF"/>
              </a:solidFill>
            </a:ln>
          </p:spPr>
        </p:sp>
        <p:sp>
          <p:nvSpPr>
            <p:cNvPr id="1367" name="Input_receptor__1366">
              <a:extLst>
                <a:ext uri="{FF2B5EF4-FFF2-40B4-BE49-F238E27FC236}">
                  <a16:creationId xmlns:a16="http://schemas.microsoft.com/office/drawing/2014/main" id="{421D5550-B67B-2485-01FF-C2F93143C302}"/>
                </a:ext>
              </a:extLst>
            </p:cNvPr>
            <p:cNvSpPr>
              <a:spLocks noGrp="1"/>
            </p:cNvSpPr>
            <p:nvPr/>
          </p:nvSpPr>
          <p:spPr>
            <a:xfrm>
              <a:off x="1086411" y="4853380"/>
              <a:ext cx="7325" cy="5536"/>
            </a:xfrm>
            <a:custGeom>
              <a:avLst/>
              <a:gdLst/>
              <a:ahLst/>
              <a:cxnLst/>
              <a:rect l="0" t="0" r="0" b="0"/>
              <a:pathLst>
                <a:path w="7325" h="5536">
                  <a:moveTo>
                    <a:pt x="7325" y="0"/>
                  </a:moveTo>
                  <a:lnTo>
                    <a:pt x="0" y="5536"/>
                  </a:lnTo>
                </a:path>
              </a:pathLst>
            </a:custGeom>
            <a:noFill/>
            <a:ln w="20003">
              <a:solidFill>
                <a:srgbClr val="93A3AF"/>
              </a:solidFill>
            </a:ln>
          </p:spPr>
        </p:sp>
        <p:sp>
          <p:nvSpPr>
            <p:cNvPr id="1368" name="Input_receptor__1367">
              <a:extLst>
                <a:ext uri="{FF2B5EF4-FFF2-40B4-BE49-F238E27FC236}">
                  <a16:creationId xmlns:a16="http://schemas.microsoft.com/office/drawing/2014/main" id="{04366924-0E28-5CA8-4823-01D2786B9E37}"/>
                </a:ext>
              </a:extLst>
            </p:cNvPr>
            <p:cNvSpPr>
              <a:spLocks noGrp="1"/>
            </p:cNvSpPr>
            <p:nvPr/>
          </p:nvSpPr>
          <p:spPr>
            <a:xfrm>
              <a:off x="747604" y="4638989"/>
              <a:ext cx="28043" cy="1963"/>
            </a:xfrm>
            <a:custGeom>
              <a:avLst/>
              <a:gdLst/>
              <a:ahLst/>
              <a:cxnLst/>
              <a:rect l="0" t="0" r="0" b="0"/>
              <a:pathLst>
                <a:path w="28043" h="1963">
                  <a:moveTo>
                    <a:pt x="28043" y="19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69" name="Input_receptor__1368">
              <a:extLst>
                <a:ext uri="{FF2B5EF4-FFF2-40B4-BE49-F238E27FC236}">
                  <a16:creationId xmlns:a16="http://schemas.microsoft.com/office/drawing/2014/main" id="{A28A3704-53B2-D7FD-470C-3411C8460918}"/>
                </a:ext>
              </a:extLst>
            </p:cNvPr>
            <p:cNvSpPr>
              <a:spLocks noGrp="1"/>
            </p:cNvSpPr>
            <p:nvPr/>
          </p:nvSpPr>
          <p:spPr>
            <a:xfrm>
              <a:off x="1139087" y="4967775"/>
              <a:ext cx="4624" cy="7146"/>
            </a:xfrm>
            <a:custGeom>
              <a:avLst/>
              <a:gdLst/>
              <a:ahLst/>
              <a:cxnLst/>
              <a:rect l="0" t="0" r="0" b="0"/>
              <a:pathLst>
                <a:path w="4624" h="7146">
                  <a:moveTo>
                    <a:pt x="0" y="0"/>
                  </a:moveTo>
                  <a:lnTo>
                    <a:pt x="4624" y="7146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0" name="Input_receptor__1369">
              <a:extLst>
                <a:ext uri="{FF2B5EF4-FFF2-40B4-BE49-F238E27FC236}">
                  <a16:creationId xmlns:a16="http://schemas.microsoft.com/office/drawing/2014/main" id="{77CD5B36-D7AD-AB1C-24D3-A7385702FC60}"/>
                </a:ext>
              </a:extLst>
            </p:cNvPr>
            <p:cNvSpPr>
              <a:spLocks noGrp="1"/>
            </p:cNvSpPr>
            <p:nvPr/>
          </p:nvSpPr>
          <p:spPr>
            <a:xfrm>
              <a:off x="1353182" y="4069448"/>
              <a:ext cx="9213" cy="27267"/>
            </a:xfrm>
            <a:custGeom>
              <a:avLst/>
              <a:gdLst/>
              <a:ahLst/>
              <a:cxnLst/>
              <a:rect l="0" t="0" r="0" b="0"/>
              <a:pathLst>
                <a:path w="9213" h="27267">
                  <a:moveTo>
                    <a:pt x="0" y="27267"/>
                  </a:moveTo>
                  <a:lnTo>
                    <a:pt x="9213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1" name="Input_receptor__1370">
              <a:extLst>
                <a:ext uri="{FF2B5EF4-FFF2-40B4-BE49-F238E27FC236}">
                  <a16:creationId xmlns:a16="http://schemas.microsoft.com/office/drawing/2014/main" id="{FC99EA04-97DE-A0F9-54BB-044F39AAFF65}"/>
                </a:ext>
              </a:extLst>
            </p:cNvPr>
            <p:cNvSpPr>
              <a:spLocks noGrp="1"/>
            </p:cNvSpPr>
            <p:nvPr/>
          </p:nvSpPr>
          <p:spPr>
            <a:xfrm>
              <a:off x="1030888" y="4337409"/>
              <a:ext cx="36015" cy="27654"/>
            </a:xfrm>
            <a:custGeom>
              <a:avLst/>
              <a:gdLst/>
              <a:ahLst/>
              <a:cxnLst/>
              <a:rect l="0" t="0" r="0" b="0"/>
              <a:pathLst>
                <a:path w="36015" h="27654">
                  <a:moveTo>
                    <a:pt x="0" y="27654"/>
                  </a:moveTo>
                  <a:lnTo>
                    <a:pt x="36015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2" name="Input_receptor__1371">
              <a:extLst>
                <a:ext uri="{FF2B5EF4-FFF2-40B4-BE49-F238E27FC236}">
                  <a16:creationId xmlns:a16="http://schemas.microsoft.com/office/drawing/2014/main" id="{F3C1638A-1292-7E81-50FE-F12F54DB2978}"/>
                </a:ext>
              </a:extLst>
            </p:cNvPr>
            <p:cNvSpPr>
              <a:spLocks noGrp="1"/>
            </p:cNvSpPr>
            <p:nvPr/>
          </p:nvSpPr>
          <p:spPr>
            <a:xfrm>
              <a:off x="1093237" y="4706053"/>
              <a:ext cx="37227" cy="18481"/>
            </a:xfrm>
            <a:custGeom>
              <a:avLst/>
              <a:gdLst/>
              <a:ahLst/>
              <a:cxnLst/>
              <a:rect l="0" t="0" r="0" b="0"/>
              <a:pathLst>
                <a:path w="37227" h="18481">
                  <a:moveTo>
                    <a:pt x="0" y="18481"/>
                  </a:moveTo>
                  <a:lnTo>
                    <a:pt x="37227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3" name="Input_receptor__1372">
              <a:extLst>
                <a:ext uri="{FF2B5EF4-FFF2-40B4-BE49-F238E27FC236}">
                  <a16:creationId xmlns:a16="http://schemas.microsoft.com/office/drawing/2014/main" id="{7D6A4CF0-8D24-9ED4-E371-0CB056D9A57A}"/>
                </a:ext>
              </a:extLst>
            </p:cNvPr>
            <p:cNvSpPr>
              <a:spLocks noGrp="1"/>
            </p:cNvSpPr>
            <p:nvPr/>
          </p:nvSpPr>
          <p:spPr>
            <a:xfrm>
              <a:off x="1175078" y="4428062"/>
              <a:ext cx="14245" cy="45318"/>
            </a:xfrm>
            <a:custGeom>
              <a:avLst/>
              <a:gdLst/>
              <a:ahLst/>
              <a:cxnLst/>
              <a:rect l="0" t="0" r="0" b="0"/>
              <a:pathLst>
                <a:path w="14245" h="45318">
                  <a:moveTo>
                    <a:pt x="14245" y="0"/>
                  </a:moveTo>
                  <a:lnTo>
                    <a:pt x="0" y="45318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4" name="Input_receptor__1373">
              <a:extLst>
                <a:ext uri="{FF2B5EF4-FFF2-40B4-BE49-F238E27FC236}">
                  <a16:creationId xmlns:a16="http://schemas.microsoft.com/office/drawing/2014/main" id="{240A0FB1-09EA-E40A-8462-BE36DB79B7CC}"/>
                </a:ext>
              </a:extLst>
            </p:cNvPr>
            <p:cNvSpPr>
              <a:spLocks noGrp="1"/>
            </p:cNvSpPr>
            <p:nvPr/>
          </p:nvSpPr>
          <p:spPr>
            <a:xfrm>
              <a:off x="1523566" y="4353795"/>
              <a:ext cx="35273" cy="8915"/>
            </a:xfrm>
            <a:custGeom>
              <a:avLst/>
              <a:gdLst/>
              <a:ahLst/>
              <a:cxnLst/>
              <a:rect l="0" t="0" r="0" b="0"/>
              <a:pathLst>
                <a:path w="35273" h="8915">
                  <a:moveTo>
                    <a:pt x="0" y="8915"/>
                  </a:moveTo>
                  <a:lnTo>
                    <a:pt x="35273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5" name="Input_receptor__1374">
              <a:extLst>
                <a:ext uri="{FF2B5EF4-FFF2-40B4-BE49-F238E27FC236}">
                  <a16:creationId xmlns:a16="http://schemas.microsoft.com/office/drawing/2014/main" id="{7ABFDB9A-3C4D-2261-773C-618DE6F0D977}"/>
                </a:ext>
              </a:extLst>
            </p:cNvPr>
            <p:cNvSpPr>
              <a:spLocks noGrp="1"/>
            </p:cNvSpPr>
            <p:nvPr/>
          </p:nvSpPr>
          <p:spPr>
            <a:xfrm>
              <a:off x="787432" y="4427465"/>
              <a:ext cx="47275" cy="1547"/>
            </a:xfrm>
            <a:custGeom>
              <a:avLst/>
              <a:gdLst/>
              <a:ahLst/>
              <a:cxnLst/>
              <a:rect l="0" t="0" r="0" b="0"/>
              <a:pathLst>
                <a:path w="47275" h="1547">
                  <a:moveTo>
                    <a:pt x="47275" y="0"/>
                  </a:moveTo>
                  <a:lnTo>
                    <a:pt x="0" y="1547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6" name="Input_receptor__1375">
              <a:extLst>
                <a:ext uri="{FF2B5EF4-FFF2-40B4-BE49-F238E27FC236}">
                  <a16:creationId xmlns:a16="http://schemas.microsoft.com/office/drawing/2014/main" id="{D8C1D61A-1C98-52EC-FA19-FADC5198555B}"/>
                </a:ext>
              </a:extLst>
            </p:cNvPr>
            <p:cNvSpPr>
              <a:spLocks noGrp="1"/>
            </p:cNvSpPr>
            <p:nvPr/>
          </p:nvSpPr>
          <p:spPr>
            <a:xfrm>
              <a:off x="1482402" y="4036090"/>
              <a:ext cx="5514" cy="38363"/>
            </a:xfrm>
            <a:custGeom>
              <a:avLst/>
              <a:gdLst/>
              <a:ahLst/>
              <a:cxnLst/>
              <a:rect l="0" t="0" r="0" b="0"/>
              <a:pathLst>
                <a:path w="5514" h="38363">
                  <a:moveTo>
                    <a:pt x="0" y="38363"/>
                  </a:moveTo>
                  <a:lnTo>
                    <a:pt x="5514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7" name="Input_receptor__1376">
              <a:extLst>
                <a:ext uri="{FF2B5EF4-FFF2-40B4-BE49-F238E27FC236}">
                  <a16:creationId xmlns:a16="http://schemas.microsoft.com/office/drawing/2014/main" id="{606FD262-3C6A-6010-18DE-BDCE8D051FB4}"/>
                </a:ext>
              </a:extLst>
            </p:cNvPr>
            <p:cNvSpPr>
              <a:spLocks noGrp="1"/>
            </p:cNvSpPr>
            <p:nvPr/>
          </p:nvSpPr>
          <p:spPr>
            <a:xfrm>
              <a:off x="834707" y="4427465"/>
              <a:ext cx="30896" cy="36158"/>
            </a:xfrm>
            <a:custGeom>
              <a:avLst/>
              <a:gdLst/>
              <a:ahLst/>
              <a:cxnLst/>
              <a:rect l="0" t="0" r="0" b="0"/>
              <a:pathLst>
                <a:path w="30896" h="36158">
                  <a:moveTo>
                    <a:pt x="30896" y="361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8" name="Input_receptor__1377">
              <a:extLst>
                <a:ext uri="{FF2B5EF4-FFF2-40B4-BE49-F238E27FC236}">
                  <a16:creationId xmlns:a16="http://schemas.microsoft.com/office/drawing/2014/main" id="{AD4D96D3-316B-46D3-B14E-75D036E33647}"/>
                </a:ext>
              </a:extLst>
            </p:cNvPr>
            <p:cNvSpPr>
              <a:spLocks noGrp="1"/>
            </p:cNvSpPr>
            <p:nvPr/>
          </p:nvSpPr>
          <p:spPr>
            <a:xfrm>
              <a:off x="1531415" y="4126991"/>
              <a:ext cx="4500" cy="39210"/>
            </a:xfrm>
            <a:custGeom>
              <a:avLst/>
              <a:gdLst/>
              <a:ahLst/>
              <a:cxnLst/>
              <a:rect l="0" t="0" r="0" b="0"/>
              <a:pathLst>
                <a:path w="4500" h="39210">
                  <a:moveTo>
                    <a:pt x="0" y="0"/>
                  </a:moveTo>
                  <a:lnTo>
                    <a:pt x="4500" y="39210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79" name="Input_receptor__1378">
              <a:extLst>
                <a:ext uri="{FF2B5EF4-FFF2-40B4-BE49-F238E27FC236}">
                  <a16:creationId xmlns:a16="http://schemas.microsoft.com/office/drawing/2014/main" id="{0776D4AD-C58B-7BCE-623D-286525EE9C67}"/>
                </a:ext>
              </a:extLst>
            </p:cNvPr>
            <p:cNvSpPr>
              <a:spLocks noGrp="1"/>
            </p:cNvSpPr>
            <p:nvPr/>
          </p:nvSpPr>
          <p:spPr>
            <a:xfrm>
              <a:off x="1349350" y="4548457"/>
              <a:ext cx="38265" cy="6349"/>
            </a:xfrm>
            <a:custGeom>
              <a:avLst/>
              <a:gdLst/>
              <a:ahLst/>
              <a:cxnLst/>
              <a:rect l="0" t="0" r="0" b="0"/>
              <a:pathLst>
                <a:path w="38265" h="6349">
                  <a:moveTo>
                    <a:pt x="0" y="0"/>
                  </a:moveTo>
                  <a:lnTo>
                    <a:pt x="38265" y="6349"/>
                  </a:lnTo>
                </a:path>
              </a:pathLst>
            </a:custGeom>
            <a:noFill/>
            <a:ln w="20003">
              <a:solidFill>
                <a:srgbClr val="93A4AF"/>
              </a:solidFill>
            </a:ln>
          </p:spPr>
        </p:sp>
        <p:sp>
          <p:nvSpPr>
            <p:cNvPr id="1380" name="Input_receptor__1379">
              <a:extLst>
                <a:ext uri="{FF2B5EF4-FFF2-40B4-BE49-F238E27FC236}">
                  <a16:creationId xmlns:a16="http://schemas.microsoft.com/office/drawing/2014/main" id="{E764BF80-FC7B-A4D5-3E2A-7A91D3745E21}"/>
                </a:ext>
              </a:extLst>
            </p:cNvPr>
            <p:cNvSpPr>
              <a:spLocks noGrp="1"/>
            </p:cNvSpPr>
            <p:nvPr/>
          </p:nvSpPr>
          <p:spPr>
            <a:xfrm>
              <a:off x="1446776" y="4474468"/>
              <a:ext cx="2300" cy="39291"/>
            </a:xfrm>
            <a:custGeom>
              <a:avLst/>
              <a:gdLst/>
              <a:ahLst/>
              <a:cxnLst/>
              <a:rect l="0" t="0" r="0" b="0"/>
              <a:pathLst>
                <a:path w="2300" h="39291">
                  <a:moveTo>
                    <a:pt x="2300" y="0"/>
                  </a:moveTo>
                  <a:lnTo>
                    <a:pt x="0" y="39291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1" name="Input_receptor__1380">
              <a:extLst>
                <a:ext uri="{FF2B5EF4-FFF2-40B4-BE49-F238E27FC236}">
                  <a16:creationId xmlns:a16="http://schemas.microsoft.com/office/drawing/2014/main" id="{098285CB-C1EF-A6A8-DB63-39F1ED34854D}"/>
                </a:ext>
              </a:extLst>
            </p:cNvPr>
            <p:cNvSpPr>
              <a:spLocks noGrp="1"/>
            </p:cNvSpPr>
            <p:nvPr/>
          </p:nvSpPr>
          <p:spPr>
            <a:xfrm>
              <a:off x="1393836" y="4210188"/>
              <a:ext cx="367" cy="47707"/>
            </a:xfrm>
            <a:custGeom>
              <a:avLst/>
              <a:gdLst/>
              <a:ahLst/>
              <a:cxnLst/>
              <a:rect l="0" t="0" r="0" b="0"/>
              <a:pathLst>
                <a:path w="367" h="47707">
                  <a:moveTo>
                    <a:pt x="0" y="47707"/>
                  </a:moveTo>
                  <a:lnTo>
                    <a:pt x="367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2" name="Input_receptor__1381">
              <a:extLst>
                <a:ext uri="{FF2B5EF4-FFF2-40B4-BE49-F238E27FC236}">
                  <a16:creationId xmlns:a16="http://schemas.microsoft.com/office/drawing/2014/main" id="{E0D77039-4F3B-08DC-6AFB-E59C6A98AEC1}"/>
                </a:ext>
              </a:extLst>
            </p:cNvPr>
            <p:cNvSpPr>
              <a:spLocks noGrp="1"/>
            </p:cNvSpPr>
            <p:nvPr/>
          </p:nvSpPr>
          <p:spPr>
            <a:xfrm>
              <a:off x="1177784" y="4999326"/>
              <a:ext cx="34134" cy="28119"/>
            </a:xfrm>
            <a:custGeom>
              <a:avLst/>
              <a:gdLst/>
              <a:ahLst/>
              <a:cxnLst/>
              <a:rect l="0" t="0" r="0" b="0"/>
              <a:pathLst>
                <a:path w="34134" h="28119">
                  <a:moveTo>
                    <a:pt x="0" y="28119"/>
                  </a:moveTo>
                  <a:lnTo>
                    <a:pt x="34134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3" name="Input_receptor__1382">
              <a:extLst>
                <a:ext uri="{FF2B5EF4-FFF2-40B4-BE49-F238E27FC236}">
                  <a16:creationId xmlns:a16="http://schemas.microsoft.com/office/drawing/2014/main" id="{E5FD1004-6CB5-C4F0-30FF-3D9CC2FA8DEE}"/>
                </a:ext>
              </a:extLst>
            </p:cNvPr>
            <p:cNvSpPr>
              <a:spLocks noGrp="1"/>
            </p:cNvSpPr>
            <p:nvPr/>
          </p:nvSpPr>
          <p:spPr>
            <a:xfrm>
              <a:off x="968812" y="5012536"/>
              <a:ext cx="20543" cy="23676"/>
            </a:xfrm>
            <a:custGeom>
              <a:avLst/>
              <a:gdLst/>
              <a:ahLst/>
              <a:cxnLst/>
              <a:rect l="0" t="0" r="0" b="0"/>
              <a:pathLst>
                <a:path w="20543" h="23676">
                  <a:moveTo>
                    <a:pt x="0" y="23676"/>
                  </a:moveTo>
                  <a:lnTo>
                    <a:pt x="20543" y="0"/>
                  </a:lnTo>
                </a:path>
              </a:pathLst>
            </a:custGeom>
            <a:noFill/>
            <a:ln w="8096">
              <a:solidFill>
                <a:srgbClr val="93A4AF"/>
              </a:solidFill>
            </a:ln>
          </p:spPr>
        </p:sp>
        <p:sp>
          <p:nvSpPr>
            <p:cNvPr id="1384" name="Input_receptor__1383">
              <a:extLst>
                <a:ext uri="{FF2B5EF4-FFF2-40B4-BE49-F238E27FC236}">
                  <a16:creationId xmlns:a16="http://schemas.microsoft.com/office/drawing/2014/main" id="{C6FDE70C-0819-EBA9-69AB-4C447836ED8D}"/>
                </a:ext>
              </a:extLst>
            </p:cNvPr>
            <p:cNvSpPr>
              <a:spLocks noGrp="1"/>
            </p:cNvSpPr>
            <p:nvPr/>
          </p:nvSpPr>
          <p:spPr>
            <a:xfrm>
              <a:off x="1011715" y="4675254"/>
              <a:ext cx="30003" cy="37278"/>
            </a:xfrm>
            <a:custGeom>
              <a:avLst/>
              <a:gdLst/>
              <a:ahLst/>
              <a:cxnLst/>
              <a:rect l="0" t="0" r="0" b="0"/>
              <a:pathLst>
                <a:path w="30003" h="37278">
                  <a:moveTo>
                    <a:pt x="30003" y="0"/>
                  </a:moveTo>
                  <a:lnTo>
                    <a:pt x="0" y="37278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5" name="Input_receptor__1384">
              <a:extLst>
                <a:ext uri="{FF2B5EF4-FFF2-40B4-BE49-F238E27FC236}">
                  <a16:creationId xmlns:a16="http://schemas.microsoft.com/office/drawing/2014/main" id="{B6DD418A-A4C2-6385-CF34-AEAD7392FFA3}"/>
                </a:ext>
              </a:extLst>
            </p:cNvPr>
            <p:cNvSpPr>
              <a:spLocks noGrp="1"/>
            </p:cNvSpPr>
            <p:nvPr/>
          </p:nvSpPr>
          <p:spPr>
            <a:xfrm>
              <a:off x="1558839" y="4353795"/>
              <a:ext cx="25265" cy="34128"/>
            </a:xfrm>
            <a:custGeom>
              <a:avLst/>
              <a:gdLst/>
              <a:ahLst/>
              <a:cxnLst/>
              <a:rect l="0" t="0" r="0" b="0"/>
              <a:pathLst>
                <a:path w="25265" h="34128">
                  <a:moveTo>
                    <a:pt x="0" y="0"/>
                  </a:moveTo>
                  <a:lnTo>
                    <a:pt x="25265" y="34128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6" name="Input_receptor__1385">
              <a:extLst>
                <a:ext uri="{FF2B5EF4-FFF2-40B4-BE49-F238E27FC236}">
                  <a16:creationId xmlns:a16="http://schemas.microsoft.com/office/drawing/2014/main" id="{B91FFBD2-88FC-2D2D-1922-1A8C228225CD}"/>
                </a:ext>
              </a:extLst>
            </p:cNvPr>
            <p:cNvSpPr>
              <a:spLocks noGrp="1"/>
            </p:cNvSpPr>
            <p:nvPr/>
          </p:nvSpPr>
          <p:spPr>
            <a:xfrm>
              <a:off x="1066903" y="4337409"/>
              <a:ext cx="38539" cy="3603"/>
            </a:xfrm>
            <a:custGeom>
              <a:avLst/>
              <a:gdLst/>
              <a:ahLst/>
              <a:cxnLst/>
              <a:rect l="0" t="0" r="0" b="0"/>
              <a:pathLst>
                <a:path w="38539" h="3603">
                  <a:moveTo>
                    <a:pt x="0" y="0"/>
                  </a:moveTo>
                  <a:lnTo>
                    <a:pt x="38539" y="3603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7" name="Input_receptor__1386">
              <a:extLst>
                <a:ext uri="{FF2B5EF4-FFF2-40B4-BE49-F238E27FC236}">
                  <a16:creationId xmlns:a16="http://schemas.microsoft.com/office/drawing/2014/main" id="{B9129B44-EF05-0AF3-448A-20FE3607B892}"/>
                </a:ext>
              </a:extLst>
            </p:cNvPr>
            <p:cNvSpPr>
              <a:spLocks noGrp="1"/>
            </p:cNvSpPr>
            <p:nvPr/>
          </p:nvSpPr>
          <p:spPr>
            <a:xfrm>
              <a:off x="713267" y="4615743"/>
              <a:ext cx="34338" cy="23246"/>
            </a:xfrm>
            <a:custGeom>
              <a:avLst/>
              <a:gdLst/>
              <a:ahLst/>
              <a:cxnLst/>
              <a:rect l="0" t="0" r="0" b="0"/>
              <a:pathLst>
                <a:path w="34338" h="23246">
                  <a:moveTo>
                    <a:pt x="34338" y="232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8" name="Input_receptor__1387">
              <a:extLst>
                <a:ext uri="{FF2B5EF4-FFF2-40B4-BE49-F238E27FC236}">
                  <a16:creationId xmlns:a16="http://schemas.microsoft.com/office/drawing/2014/main" id="{70791EA9-3EB3-0137-ECC3-577503E0D15C}"/>
                </a:ext>
              </a:extLst>
            </p:cNvPr>
            <p:cNvSpPr>
              <a:spLocks noGrp="1"/>
            </p:cNvSpPr>
            <p:nvPr/>
          </p:nvSpPr>
          <p:spPr>
            <a:xfrm>
              <a:off x="1466168" y="4074453"/>
              <a:ext cx="16234" cy="25028"/>
            </a:xfrm>
            <a:custGeom>
              <a:avLst/>
              <a:gdLst/>
              <a:ahLst/>
              <a:cxnLst/>
              <a:rect l="0" t="0" r="0" b="0"/>
              <a:pathLst>
                <a:path w="16234" h="25028">
                  <a:moveTo>
                    <a:pt x="0" y="25028"/>
                  </a:moveTo>
                  <a:lnTo>
                    <a:pt x="16234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89" name="Input_receptor__1388">
              <a:extLst>
                <a:ext uri="{FF2B5EF4-FFF2-40B4-BE49-F238E27FC236}">
                  <a16:creationId xmlns:a16="http://schemas.microsoft.com/office/drawing/2014/main" id="{3846EF5C-FE83-5F0F-36B0-220E07867DE2}"/>
                </a:ext>
              </a:extLst>
            </p:cNvPr>
            <p:cNvSpPr>
              <a:spLocks noGrp="1"/>
            </p:cNvSpPr>
            <p:nvPr/>
          </p:nvSpPr>
          <p:spPr>
            <a:xfrm>
              <a:off x="906845" y="4836935"/>
              <a:ext cx="14279" cy="37446"/>
            </a:xfrm>
            <a:custGeom>
              <a:avLst/>
              <a:gdLst/>
              <a:ahLst/>
              <a:cxnLst/>
              <a:rect l="0" t="0" r="0" b="0"/>
              <a:pathLst>
                <a:path w="14279" h="37446">
                  <a:moveTo>
                    <a:pt x="0" y="0"/>
                  </a:moveTo>
                  <a:lnTo>
                    <a:pt x="14279" y="37446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0" name="Input_receptor__1389">
              <a:extLst>
                <a:ext uri="{FF2B5EF4-FFF2-40B4-BE49-F238E27FC236}">
                  <a16:creationId xmlns:a16="http://schemas.microsoft.com/office/drawing/2014/main" id="{73EBF900-0FBD-9088-1A0A-5E8588D7E1D7}"/>
                </a:ext>
              </a:extLst>
            </p:cNvPr>
            <p:cNvSpPr>
              <a:spLocks noGrp="1"/>
            </p:cNvSpPr>
            <p:nvPr/>
          </p:nvSpPr>
          <p:spPr>
            <a:xfrm>
              <a:off x="1210574" y="4829149"/>
              <a:ext cx="10828" cy="18125"/>
            </a:xfrm>
            <a:custGeom>
              <a:avLst/>
              <a:gdLst/>
              <a:ahLst/>
              <a:cxnLst/>
              <a:rect l="0" t="0" r="0" b="0"/>
              <a:pathLst>
                <a:path w="10828" h="18125">
                  <a:moveTo>
                    <a:pt x="10828" y="0"/>
                  </a:moveTo>
                  <a:lnTo>
                    <a:pt x="0" y="18125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1" name="Input_receptor__1390">
              <a:extLst>
                <a:ext uri="{FF2B5EF4-FFF2-40B4-BE49-F238E27FC236}">
                  <a16:creationId xmlns:a16="http://schemas.microsoft.com/office/drawing/2014/main" id="{D86A9FA4-FF5C-4F8D-5405-847825E77D8D}"/>
                </a:ext>
              </a:extLst>
            </p:cNvPr>
            <p:cNvSpPr>
              <a:spLocks noGrp="1"/>
            </p:cNvSpPr>
            <p:nvPr/>
          </p:nvSpPr>
          <p:spPr>
            <a:xfrm>
              <a:off x="1130464" y="4706053"/>
              <a:ext cx="25969" cy="40059"/>
            </a:xfrm>
            <a:custGeom>
              <a:avLst/>
              <a:gdLst/>
              <a:ahLst/>
              <a:cxnLst/>
              <a:rect l="0" t="0" r="0" b="0"/>
              <a:pathLst>
                <a:path w="25969" h="40059">
                  <a:moveTo>
                    <a:pt x="0" y="0"/>
                  </a:moveTo>
                  <a:lnTo>
                    <a:pt x="25969" y="40059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2" name="Input_receptor__1391">
              <a:extLst>
                <a:ext uri="{FF2B5EF4-FFF2-40B4-BE49-F238E27FC236}">
                  <a16:creationId xmlns:a16="http://schemas.microsoft.com/office/drawing/2014/main" id="{7A2F5FDE-1E62-1FB7-C3A2-7079997008E2}"/>
                </a:ext>
              </a:extLst>
            </p:cNvPr>
            <p:cNvSpPr>
              <a:spLocks noGrp="1"/>
            </p:cNvSpPr>
            <p:nvPr/>
          </p:nvSpPr>
          <p:spPr>
            <a:xfrm>
              <a:off x="989497" y="4771959"/>
              <a:ext cx="16390" cy="33182"/>
            </a:xfrm>
            <a:custGeom>
              <a:avLst/>
              <a:gdLst/>
              <a:ahLst/>
              <a:cxnLst/>
              <a:rect l="0" t="0" r="0" b="0"/>
              <a:pathLst>
                <a:path w="16390" h="33182">
                  <a:moveTo>
                    <a:pt x="16390" y="331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3" name="Input_receptor__1392">
              <a:extLst>
                <a:ext uri="{FF2B5EF4-FFF2-40B4-BE49-F238E27FC236}">
                  <a16:creationId xmlns:a16="http://schemas.microsoft.com/office/drawing/2014/main" id="{B9F16CF9-D666-7CEF-6D02-D36761AFD679}"/>
                </a:ext>
              </a:extLst>
            </p:cNvPr>
            <p:cNvSpPr>
              <a:spLocks noGrp="1"/>
            </p:cNvSpPr>
            <p:nvPr/>
          </p:nvSpPr>
          <p:spPr>
            <a:xfrm>
              <a:off x="1590027" y="4837406"/>
              <a:ext cx="8253" cy="9404"/>
            </a:xfrm>
            <a:custGeom>
              <a:avLst/>
              <a:gdLst/>
              <a:ahLst/>
              <a:cxnLst/>
              <a:rect l="0" t="0" r="0" b="0"/>
              <a:pathLst>
                <a:path w="8253" h="9404">
                  <a:moveTo>
                    <a:pt x="0" y="0"/>
                  </a:moveTo>
                  <a:lnTo>
                    <a:pt x="8253" y="9404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4" name="Input_receptor__1393">
              <a:extLst>
                <a:ext uri="{FF2B5EF4-FFF2-40B4-BE49-F238E27FC236}">
                  <a16:creationId xmlns:a16="http://schemas.microsoft.com/office/drawing/2014/main" id="{E7BDF1B2-B796-DE14-7DF4-E61C6B870D6B}"/>
                </a:ext>
              </a:extLst>
            </p:cNvPr>
            <p:cNvSpPr>
              <a:spLocks noGrp="1"/>
            </p:cNvSpPr>
            <p:nvPr/>
          </p:nvSpPr>
          <p:spPr>
            <a:xfrm>
              <a:off x="1597003" y="4319967"/>
              <a:ext cx="29825" cy="20064"/>
            </a:xfrm>
            <a:custGeom>
              <a:avLst/>
              <a:gdLst/>
              <a:ahLst/>
              <a:cxnLst/>
              <a:rect l="0" t="0" r="0" b="0"/>
              <a:pathLst>
                <a:path w="29825" h="20064">
                  <a:moveTo>
                    <a:pt x="0" y="0"/>
                  </a:moveTo>
                  <a:lnTo>
                    <a:pt x="29825" y="20064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5" name="Input_receptor__1394">
              <a:extLst>
                <a:ext uri="{FF2B5EF4-FFF2-40B4-BE49-F238E27FC236}">
                  <a16:creationId xmlns:a16="http://schemas.microsoft.com/office/drawing/2014/main" id="{1E8521C6-81DB-059F-F5CD-693E3C52AB32}"/>
                </a:ext>
              </a:extLst>
            </p:cNvPr>
            <p:cNvSpPr>
              <a:spLocks noGrp="1"/>
            </p:cNvSpPr>
            <p:nvPr/>
          </p:nvSpPr>
          <p:spPr>
            <a:xfrm>
              <a:off x="1467286" y="4911663"/>
              <a:ext cx="36678" cy="31129"/>
            </a:xfrm>
            <a:custGeom>
              <a:avLst/>
              <a:gdLst/>
              <a:ahLst/>
              <a:cxnLst/>
              <a:rect l="0" t="0" r="0" b="0"/>
              <a:pathLst>
                <a:path w="36678" h="31129">
                  <a:moveTo>
                    <a:pt x="36678" y="0"/>
                  </a:moveTo>
                  <a:lnTo>
                    <a:pt x="0" y="31129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6" name="Input_receptor__1395">
              <a:extLst>
                <a:ext uri="{FF2B5EF4-FFF2-40B4-BE49-F238E27FC236}">
                  <a16:creationId xmlns:a16="http://schemas.microsoft.com/office/drawing/2014/main" id="{90940AC8-74C9-F62D-F843-AEF780BB8A52}"/>
                </a:ext>
              </a:extLst>
            </p:cNvPr>
            <p:cNvSpPr>
              <a:spLocks noGrp="1"/>
            </p:cNvSpPr>
            <p:nvPr/>
          </p:nvSpPr>
          <p:spPr>
            <a:xfrm>
              <a:off x="1048948" y="4567700"/>
              <a:ext cx="37618" cy="713"/>
            </a:xfrm>
            <a:custGeom>
              <a:avLst/>
              <a:gdLst/>
              <a:ahLst/>
              <a:cxnLst/>
              <a:rect l="0" t="0" r="0" b="0"/>
              <a:pathLst>
                <a:path w="37618" h="713">
                  <a:moveTo>
                    <a:pt x="0" y="713"/>
                  </a:moveTo>
                  <a:lnTo>
                    <a:pt x="37618" y="0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7" name="Input_receptor__1396">
              <a:extLst>
                <a:ext uri="{FF2B5EF4-FFF2-40B4-BE49-F238E27FC236}">
                  <a16:creationId xmlns:a16="http://schemas.microsoft.com/office/drawing/2014/main" id="{69619BDA-A693-3876-B84D-C47CD7167588}"/>
                </a:ext>
              </a:extLst>
            </p:cNvPr>
            <p:cNvSpPr>
              <a:spLocks noGrp="1"/>
            </p:cNvSpPr>
            <p:nvPr/>
          </p:nvSpPr>
          <p:spPr>
            <a:xfrm>
              <a:off x="1531415" y="4080980"/>
              <a:ext cx="4412" cy="46011"/>
            </a:xfrm>
            <a:custGeom>
              <a:avLst/>
              <a:gdLst/>
              <a:ahLst/>
              <a:cxnLst/>
              <a:rect l="0" t="0" r="0" b="0"/>
              <a:pathLst>
                <a:path w="4412" h="46011">
                  <a:moveTo>
                    <a:pt x="4412" y="0"/>
                  </a:moveTo>
                  <a:lnTo>
                    <a:pt x="0" y="46011"/>
                  </a:lnTo>
                </a:path>
              </a:pathLst>
            </a:custGeom>
            <a:noFill/>
            <a:ln w="8096">
              <a:solidFill>
                <a:srgbClr val="93A4B0"/>
              </a:solidFill>
            </a:ln>
          </p:spPr>
        </p:sp>
        <p:sp>
          <p:nvSpPr>
            <p:cNvPr id="1398" name="Input_receptor__1397">
              <a:extLst>
                <a:ext uri="{FF2B5EF4-FFF2-40B4-BE49-F238E27FC236}">
                  <a16:creationId xmlns:a16="http://schemas.microsoft.com/office/drawing/2014/main" id="{248EC6D8-D862-47A7-FC14-CBA73AB9FCA8}"/>
                </a:ext>
              </a:extLst>
            </p:cNvPr>
            <p:cNvSpPr>
              <a:spLocks noGrp="1"/>
            </p:cNvSpPr>
            <p:nvPr/>
          </p:nvSpPr>
          <p:spPr>
            <a:xfrm>
              <a:off x="1199286" y="4924550"/>
              <a:ext cx="22426" cy="29698"/>
            </a:xfrm>
            <a:custGeom>
              <a:avLst/>
              <a:gdLst/>
              <a:ahLst/>
              <a:cxnLst/>
              <a:rect l="0" t="0" r="0" b="0"/>
              <a:pathLst>
                <a:path w="22426" h="29698">
                  <a:moveTo>
                    <a:pt x="22426" y="29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399" name="Input_receptor__1398">
              <a:extLst>
                <a:ext uri="{FF2B5EF4-FFF2-40B4-BE49-F238E27FC236}">
                  <a16:creationId xmlns:a16="http://schemas.microsoft.com/office/drawing/2014/main" id="{F8822672-930E-0432-AC84-7E8C1AB6345F}"/>
                </a:ext>
              </a:extLst>
            </p:cNvPr>
            <p:cNvSpPr>
              <a:spLocks noGrp="1"/>
            </p:cNvSpPr>
            <p:nvPr/>
          </p:nvSpPr>
          <p:spPr>
            <a:xfrm>
              <a:off x="1258650" y="4403015"/>
              <a:ext cx="34776" cy="29472"/>
            </a:xfrm>
            <a:custGeom>
              <a:avLst/>
              <a:gdLst/>
              <a:ahLst/>
              <a:cxnLst/>
              <a:rect l="0" t="0" r="0" b="0"/>
              <a:pathLst>
                <a:path w="34776" h="29472">
                  <a:moveTo>
                    <a:pt x="34776" y="294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3A4B0"/>
              </a:solidFill>
            </a:ln>
          </p:spPr>
        </p:sp>
        <p:sp>
          <p:nvSpPr>
            <p:cNvPr id="1400" name="Input_receptor__1399">
              <a:extLst>
                <a:ext uri="{FF2B5EF4-FFF2-40B4-BE49-F238E27FC236}">
                  <a16:creationId xmlns:a16="http://schemas.microsoft.com/office/drawing/2014/main" id="{07128C7B-B14C-E7FE-7F9C-7CB74B443462}"/>
                </a:ext>
              </a:extLst>
            </p:cNvPr>
            <p:cNvSpPr>
              <a:spLocks noGrp="1"/>
            </p:cNvSpPr>
            <p:nvPr/>
          </p:nvSpPr>
          <p:spPr>
            <a:xfrm>
              <a:off x="1390606" y="4105191"/>
              <a:ext cx="21379" cy="2073"/>
            </a:xfrm>
            <a:custGeom>
              <a:avLst/>
              <a:gdLst/>
              <a:ahLst/>
              <a:cxnLst/>
              <a:rect l="0" t="0" r="0" b="0"/>
              <a:pathLst>
                <a:path w="21379" h="2073">
                  <a:moveTo>
                    <a:pt x="0" y="0"/>
                  </a:moveTo>
                  <a:lnTo>
                    <a:pt x="21379" y="2073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1" name="Input_receptor__1400">
              <a:extLst>
                <a:ext uri="{FF2B5EF4-FFF2-40B4-BE49-F238E27FC236}">
                  <a16:creationId xmlns:a16="http://schemas.microsoft.com/office/drawing/2014/main" id="{21961998-D436-EF7E-7E1F-C7CE83CBA71A}"/>
                </a:ext>
              </a:extLst>
            </p:cNvPr>
            <p:cNvSpPr>
              <a:spLocks noGrp="1"/>
            </p:cNvSpPr>
            <p:nvPr/>
          </p:nvSpPr>
          <p:spPr>
            <a:xfrm>
              <a:off x="972394" y="4307346"/>
              <a:ext cx="24632" cy="19931"/>
            </a:xfrm>
            <a:custGeom>
              <a:avLst/>
              <a:gdLst/>
              <a:ahLst/>
              <a:cxnLst/>
              <a:rect l="0" t="0" r="0" b="0"/>
              <a:pathLst>
                <a:path w="24632" h="19931">
                  <a:moveTo>
                    <a:pt x="24632" y="19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2" name="Input_receptor__1401">
              <a:extLst>
                <a:ext uri="{FF2B5EF4-FFF2-40B4-BE49-F238E27FC236}">
                  <a16:creationId xmlns:a16="http://schemas.microsoft.com/office/drawing/2014/main" id="{EF0CAAE8-0B31-C03E-FA4B-CC194301FCB6}"/>
                </a:ext>
              </a:extLst>
            </p:cNvPr>
            <p:cNvSpPr>
              <a:spLocks noGrp="1"/>
            </p:cNvSpPr>
            <p:nvPr/>
          </p:nvSpPr>
          <p:spPr>
            <a:xfrm>
              <a:off x="865603" y="4446710"/>
              <a:ext cx="42677" cy="16913"/>
            </a:xfrm>
            <a:custGeom>
              <a:avLst/>
              <a:gdLst/>
              <a:ahLst/>
              <a:cxnLst/>
              <a:rect l="0" t="0" r="0" b="0"/>
              <a:pathLst>
                <a:path w="42677" h="16913">
                  <a:moveTo>
                    <a:pt x="42677" y="0"/>
                  </a:moveTo>
                  <a:lnTo>
                    <a:pt x="0" y="16913"/>
                  </a:lnTo>
                </a:path>
              </a:pathLst>
            </a:custGeom>
            <a:noFill/>
            <a:ln w="8096">
              <a:solidFill>
                <a:srgbClr val="94A4B0"/>
              </a:solidFill>
            </a:ln>
          </p:spPr>
        </p:sp>
        <p:sp>
          <p:nvSpPr>
            <p:cNvPr id="1403" name="Input_receptor__1402">
              <a:extLst>
                <a:ext uri="{FF2B5EF4-FFF2-40B4-BE49-F238E27FC236}">
                  <a16:creationId xmlns:a16="http://schemas.microsoft.com/office/drawing/2014/main" id="{EDDEA21A-F810-221E-C376-DA6C759FE73F}"/>
                </a:ext>
              </a:extLst>
            </p:cNvPr>
            <p:cNvSpPr>
              <a:spLocks noGrp="1"/>
            </p:cNvSpPr>
            <p:nvPr/>
          </p:nvSpPr>
          <p:spPr>
            <a:xfrm>
              <a:off x="969387" y="4919656"/>
              <a:ext cx="24289" cy="30095"/>
            </a:xfrm>
            <a:custGeom>
              <a:avLst/>
              <a:gdLst/>
              <a:ahLst/>
              <a:cxnLst/>
              <a:rect l="0" t="0" r="0" b="0"/>
              <a:pathLst>
                <a:path w="24289" h="30095">
                  <a:moveTo>
                    <a:pt x="24289" y="0"/>
                  </a:moveTo>
                  <a:lnTo>
                    <a:pt x="0" y="30095"/>
                  </a:lnTo>
                </a:path>
              </a:pathLst>
            </a:custGeom>
            <a:noFill/>
            <a:ln w="20003">
              <a:solidFill>
                <a:srgbClr val="94A4B0"/>
              </a:solidFill>
            </a:ln>
          </p:spPr>
        </p:sp>
        <p:sp>
          <p:nvSpPr>
            <p:cNvPr id="1404" name="Input_receptor__1403">
              <a:extLst>
                <a:ext uri="{FF2B5EF4-FFF2-40B4-BE49-F238E27FC236}">
                  <a16:creationId xmlns:a16="http://schemas.microsoft.com/office/drawing/2014/main" id="{89982579-ECFB-5CD7-AB2C-1D7896206018}"/>
                </a:ext>
              </a:extLst>
            </p:cNvPr>
            <p:cNvSpPr>
              <a:spLocks noGrp="1"/>
            </p:cNvSpPr>
            <p:nvPr/>
          </p:nvSpPr>
          <p:spPr>
            <a:xfrm>
              <a:off x="1105442" y="4314816"/>
              <a:ext cx="37954" cy="26197"/>
            </a:xfrm>
            <a:custGeom>
              <a:avLst/>
              <a:gdLst/>
              <a:ahLst/>
              <a:cxnLst/>
              <a:rect l="0" t="0" r="0" b="0"/>
              <a:pathLst>
                <a:path w="37954" h="26197">
                  <a:moveTo>
                    <a:pt x="0" y="26197"/>
                  </a:moveTo>
                  <a:lnTo>
                    <a:pt x="37954" y="0"/>
                  </a:lnTo>
                </a:path>
              </a:pathLst>
            </a:custGeom>
            <a:noFill/>
            <a:ln w="8096">
              <a:solidFill>
                <a:srgbClr val="94A4B0"/>
              </a:solidFill>
            </a:ln>
          </p:spPr>
        </p:sp>
        <p:sp>
          <p:nvSpPr>
            <p:cNvPr id="1405" name="Input_receptor__1404">
              <a:extLst>
                <a:ext uri="{FF2B5EF4-FFF2-40B4-BE49-F238E27FC236}">
                  <a16:creationId xmlns:a16="http://schemas.microsoft.com/office/drawing/2014/main" id="{735EF216-6C44-ECE2-52AD-9E03A319D1F8}"/>
                </a:ext>
              </a:extLst>
            </p:cNvPr>
            <p:cNvSpPr>
              <a:spLocks noGrp="1"/>
            </p:cNvSpPr>
            <p:nvPr/>
          </p:nvSpPr>
          <p:spPr>
            <a:xfrm>
              <a:off x="779962" y="4582904"/>
              <a:ext cx="38481" cy="29251"/>
            </a:xfrm>
            <a:custGeom>
              <a:avLst/>
              <a:gdLst/>
              <a:ahLst/>
              <a:cxnLst/>
              <a:rect l="0" t="0" r="0" b="0"/>
              <a:pathLst>
                <a:path w="38481" h="29251">
                  <a:moveTo>
                    <a:pt x="38481" y="292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6" name="Input_receptor__1405">
              <a:extLst>
                <a:ext uri="{FF2B5EF4-FFF2-40B4-BE49-F238E27FC236}">
                  <a16:creationId xmlns:a16="http://schemas.microsoft.com/office/drawing/2014/main" id="{E15BBD2C-0ED8-A02B-9892-759D447F3DB6}"/>
                </a:ext>
              </a:extLst>
            </p:cNvPr>
            <p:cNvSpPr>
              <a:spLocks noGrp="1"/>
            </p:cNvSpPr>
            <p:nvPr/>
          </p:nvSpPr>
          <p:spPr>
            <a:xfrm>
              <a:off x="1420190" y="4059732"/>
              <a:ext cx="16280" cy="3827"/>
            </a:xfrm>
            <a:custGeom>
              <a:avLst/>
              <a:gdLst/>
              <a:ahLst/>
              <a:cxnLst/>
              <a:rect l="0" t="0" r="0" b="0"/>
              <a:pathLst>
                <a:path w="16280" h="3827">
                  <a:moveTo>
                    <a:pt x="0" y="0"/>
                  </a:moveTo>
                  <a:lnTo>
                    <a:pt x="16280" y="3827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7" name="Input_receptor__1406">
              <a:extLst>
                <a:ext uri="{FF2B5EF4-FFF2-40B4-BE49-F238E27FC236}">
                  <a16:creationId xmlns:a16="http://schemas.microsoft.com/office/drawing/2014/main" id="{CB9BEE43-ACD8-3DCC-D8A9-71DBF2A8B867}"/>
                </a:ext>
              </a:extLst>
            </p:cNvPr>
            <p:cNvSpPr>
              <a:spLocks noGrp="1"/>
            </p:cNvSpPr>
            <p:nvPr/>
          </p:nvSpPr>
          <p:spPr>
            <a:xfrm>
              <a:off x="819789" y="4545237"/>
              <a:ext cx="29568" cy="7409"/>
            </a:xfrm>
            <a:custGeom>
              <a:avLst/>
              <a:gdLst/>
              <a:ahLst/>
              <a:cxnLst/>
              <a:rect l="0" t="0" r="0" b="0"/>
              <a:pathLst>
                <a:path w="29568" h="7409">
                  <a:moveTo>
                    <a:pt x="29568" y="74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08" name="Input_receptor__1407">
              <a:extLst>
                <a:ext uri="{FF2B5EF4-FFF2-40B4-BE49-F238E27FC236}">
                  <a16:creationId xmlns:a16="http://schemas.microsoft.com/office/drawing/2014/main" id="{D15D2845-FA20-43B9-2E2B-73758D8175C4}"/>
                </a:ext>
              </a:extLst>
            </p:cNvPr>
            <p:cNvSpPr>
              <a:spLocks noGrp="1"/>
            </p:cNvSpPr>
            <p:nvPr/>
          </p:nvSpPr>
          <p:spPr>
            <a:xfrm>
              <a:off x="993676" y="4884654"/>
              <a:ext cx="2151" cy="35002"/>
            </a:xfrm>
            <a:custGeom>
              <a:avLst/>
              <a:gdLst/>
              <a:ahLst/>
              <a:cxnLst/>
              <a:rect l="0" t="0" r="0" b="0"/>
              <a:pathLst>
                <a:path w="2151" h="35002">
                  <a:moveTo>
                    <a:pt x="2151" y="0"/>
                  </a:moveTo>
                  <a:lnTo>
                    <a:pt x="0" y="35002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09" name="Input_receptor__1408">
              <a:extLst>
                <a:ext uri="{FF2B5EF4-FFF2-40B4-BE49-F238E27FC236}">
                  <a16:creationId xmlns:a16="http://schemas.microsoft.com/office/drawing/2014/main" id="{FE90E925-C081-4E7E-16A0-9599E4DC0BC7}"/>
                </a:ext>
              </a:extLst>
            </p:cNvPr>
            <p:cNvSpPr>
              <a:spLocks noGrp="1"/>
            </p:cNvSpPr>
            <p:nvPr/>
          </p:nvSpPr>
          <p:spPr>
            <a:xfrm>
              <a:off x="1393836" y="4257895"/>
              <a:ext cx="42629" cy="11948"/>
            </a:xfrm>
            <a:custGeom>
              <a:avLst/>
              <a:gdLst/>
              <a:ahLst/>
              <a:cxnLst/>
              <a:rect l="0" t="0" r="0" b="0"/>
              <a:pathLst>
                <a:path w="42629" h="11948">
                  <a:moveTo>
                    <a:pt x="42629" y="119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0" name="Input_receptor__1409">
              <a:extLst>
                <a:ext uri="{FF2B5EF4-FFF2-40B4-BE49-F238E27FC236}">
                  <a16:creationId xmlns:a16="http://schemas.microsoft.com/office/drawing/2014/main" id="{73F6AD54-622E-079D-6906-C95CFE9E57A1}"/>
                </a:ext>
              </a:extLst>
            </p:cNvPr>
            <p:cNvSpPr>
              <a:spLocks noGrp="1"/>
            </p:cNvSpPr>
            <p:nvPr/>
          </p:nvSpPr>
          <p:spPr>
            <a:xfrm>
              <a:off x="1633916" y="4705966"/>
              <a:ext cx="13124" cy="41404"/>
            </a:xfrm>
            <a:custGeom>
              <a:avLst/>
              <a:gdLst/>
              <a:ahLst/>
              <a:cxnLst/>
              <a:rect l="0" t="0" r="0" b="0"/>
              <a:pathLst>
                <a:path w="13124" h="41404">
                  <a:moveTo>
                    <a:pt x="0" y="41404"/>
                  </a:moveTo>
                  <a:lnTo>
                    <a:pt x="13124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1" name="Input_receptor__1410">
              <a:extLst>
                <a:ext uri="{FF2B5EF4-FFF2-40B4-BE49-F238E27FC236}">
                  <a16:creationId xmlns:a16="http://schemas.microsoft.com/office/drawing/2014/main" id="{3E6945D3-FED4-32AF-2FC9-90EF91815DDF}"/>
                </a:ext>
              </a:extLst>
            </p:cNvPr>
            <p:cNvSpPr>
              <a:spLocks noGrp="1"/>
            </p:cNvSpPr>
            <p:nvPr/>
          </p:nvSpPr>
          <p:spPr>
            <a:xfrm>
              <a:off x="1339507" y="4733724"/>
              <a:ext cx="19998" cy="23692"/>
            </a:xfrm>
            <a:custGeom>
              <a:avLst/>
              <a:gdLst/>
              <a:ahLst/>
              <a:cxnLst/>
              <a:rect l="0" t="0" r="0" b="0"/>
              <a:pathLst>
                <a:path w="19998" h="23692">
                  <a:moveTo>
                    <a:pt x="0" y="0"/>
                  </a:moveTo>
                  <a:lnTo>
                    <a:pt x="19998" y="23692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2" name="Input_receptor__1411">
              <a:extLst>
                <a:ext uri="{FF2B5EF4-FFF2-40B4-BE49-F238E27FC236}">
                  <a16:creationId xmlns:a16="http://schemas.microsoft.com/office/drawing/2014/main" id="{23820084-2D85-47C7-A8BC-DB2B3BCDF218}"/>
                </a:ext>
              </a:extLst>
            </p:cNvPr>
            <p:cNvSpPr>
              <a:spLocks noGrp="1"/>
            </p:cNvSpPr>
            <p:nvPr/>
          </p:nvSpPr>
          <p:spPr>
            <a:xfrm>
              <a:off x="1521186" y="4399038"/>
              <a:ext cx="615" cy="10659"/>
            </a:xfrm>
            <a:custGeom>
              <a:avLst/>
              <a:gdLst/>
              <a:ahLst/>
              <a:cxnLst/>
              <a:rect l="0" t="0" r="0" b="0"/>
              <a:pathLst>
                <a:path w="615" h="10659">
                  <a:moveTo>
                    <a:pt x="0" y="0"/>
                  </a:moveTo>
                  <a:lnTo>
                    <a:pt x="615" y="10659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3" name="Input_receptor__1412">
              <a:extLst>
                <a:ext uri="{FF2B5EF4-FFF2-40B4-BE49-F238E27FC236}">
                  <a16:creationId xmlns:a16="http://schemas.microsoft.com/office/drawing/2014/main" id="{833E76CA-4D65-A463-BBA3-878B8961DD43}"/>
                </a:ext>
              </a:extLst>
            </p:cNvPr>
            <p:cNvSpPr>
              <a:spLocks noGrp="1"/>
            </p:cNvSpPr>
            <p:nvPr/>
          </p:nvSpPr>
          <p:spPr>
            <a:xfrm>
              <a:off x="926837" y="4949750"/>
              <a:ext cx="42549" cy="14559"/>
            </a:xfrm>
            <a:custGeom>
              <a:avLst/>
              <a:gdLst/>
              <a:ahLst/>
              <a:cxnLst/>
              <a:rect l="0" t="0" r="0" b="0"/>
              <a:pathLst>
                <a:path w="42549" h="14559">
                  <a:moveTo>
                    <a:pt x="42549" y="0"/>
                  </a:moveTo>
                  <a:lnTo>
                    <a:pt x="0" y="14559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4" name="Input_receptor__1413">
              <a:extLst>
                <a:ext uri="{FF2B5EF4-FFF2-40B4-BE49-F238E27FC236}">
                  <a16:creationId xmlns:a16="http://schemas.microsoft.com/office/drawing/2014/main" id="{8DE3B0AB-FEA1-A82B-3310-96444D1BB468}"/>
                </a:ext>
              </a:extLst>
            </p:cNvPr>
            <p:cNvSpPr>
              <a:spLocks noGrp="1"/>
            </p:cNvSpPr>
            <p:nvPr/>
          </p:nvSpPr>
          <p:spPr>
            <a:xfrm>
              <a:off x="1103685" y="4247319"/>
              <a:ext cx="45541" cy="8658"/>
            </a:xfrm>
            <a:custGeom>
              <a:avLst/>
              <a:gdLst/>
              <a:ahLst/>
              <a:cxnLst/>
              <a:rect l="0" t="0" r="0" b="0"/>
              <a:pathLst>
                <a:path w="45541" h="8658">
                  <a:moveTo>
                    <a:pt x="0" y="0"/>
                  </a:moveTo>
                  <a:lnTo>
                    <a:pt x="45541" y="8658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5" name="Input_receptor__1414">
              <a:extLst>
                <a:ext uri="{FF2B5EF4-FFF2-40B4-BE49-F238E27FC236}">
                  <a16:creationId xmlns:a16="http://schemas.microsoft.com/office/drawing/2014/main" id="{FF364647-EA3B-EB03-1687-6AB881F004EC}"/>
                </a:ext>
              </a:extLst>
            </p:cNvPr>
            <p:cNvSpPr>
              <a:spLocks noGrp="1"/>
            </p:cNvSpPr>
            <p:nvPr/>
          </p:nvSpPr>
          <p:spPr>
            <a:xfrm>
              <a:off x="1211918" y="4954248"/>
              <a:ext cx="9795" cy="45078"/>
            </a:xfrm>
            <a:custGeom>
              <a:avLst/>
              <a:gdLst/>
              <a:ahLst/>
              <a:cxnLst/>
              <a:rect l="0" t="0" r="0" b="0"/>
              <a:pathLst>
                <a:path w="9795" h="45078">
                  <a:moveTo>
                    <a:pt x="0" y="45078"/>
                  </a:moveTo>
                  <a:lnTo>
                    <a:pt x="9795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6" name="Input_receptor__1415">
              <a:extLst>
                <a:ext uri="{FF2B5EF4-FFF2-40B4-BE49-F238E27FC236}">
                  <a16:creationId xmlns:a16="http://schemas.microsoft.com/office/drawing/2014/main" id="{ACA3A0F5-705E-3517-FE35-2EEE18687754}"/>
                </a:ext>
              </a:extLst>
            </p:cNvPr>
            <p:cNvSpPr>
              <a:spLocks noGrp="1"/>
            </p:cNvSpPr>
            <p:nvPr/>
          </p:nvSpPr>
          <p:spPr>
            <a:xfrm>
              <a:off x="1071510" y="4908058"/>
              <a:ext cx="47507" cy="6866"/>
            </a:xfrm>
            <a:custGeom>
              <a:avLst/>
              <a:gdLst/>
              <a:ahLst/>
              <a:cxnLst/>
              <a:rect l="0" t="0" r="0" b="0"/>
              <a:pathLst>
                <a:path w="47507" h="6866">
                  <a:moveTo>
                    <a:pt x="47507" y="68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17" name="Input_receptor__1416">
              <a:extLst>
                <a:ext uri="{FF2B5EF4-FFF2-40B4-BE49-F238E27FC236}">
                  <a16:creationId xmlns:a16="http://schemas.microsoft.com/office/drawing/2014/main" id="{587DD3EB-83D5-78DD-94B3-0A623506CB9A}"/>
                </a:ext>
              </a:extLst>
            </p:cNvPr>
            <p:cNvSpPr>
              <a:spLocks noGrp="1"/>
            </p:cNvSpPr>
            <p:nvPr/>
          </p:nvSpPr>
          <p:spPr>
            <a:xfrm>
              <a:off x="1543915" y="4906392"/>
              <a:ext cx="36796" cy="21237"/>
            </a:xfrm>
            <a:custGeom>
              <a:avLst/>
              <a:gdLst/>
              <a:ahLst/>
              <a:cxnLst/>
              <a:rect l="0" t="0" r="0" b="0"/>
              <a:pathLst>
                <a:path w="36796" h="21237">
                  <a:moveTo>
                    <a:pt x="36796" y="0"/>
                  </a:moveTo>
                  <a:lnTo>
                    <a:pt x="0" y="21237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8" name="Input_receptor__1417">
              <a:extLst>
                <a:ext uri="{FF2B5EF4-FFF2-40B4-BE49-F238E27FC236}">
                  <a16:creationId xmlns:a16="http://schemas.microsoft.com/office/drawing/2014/main" id="{5F89A4D0-7BB4-DE4A-5240-04ED4AE4176E}"/>
                </a:ext>
              </a:extLst>
            </p:cNvPr>
            <p:cNvSpPr>
              <a:spLocks noGrp="1"/>
            </p:cNvSpPr>
            <p:nvPr/>
          </p:nvSpPr>
          <p:spPr>
            <a:xfrm>
              <a:off x="1173111" y="4473379"/>
              <a:ext cx="1968" cy="7595"/>
            </a:xfrm>
            <a:custGeom>
              <a:avLst/>
              <a:gdLst/>
              <a:ahLst/>
              <a:cxnLst/>
              <a:rect l="0" t="0" r="0" b="0"/>
              <a:pathLst>
                <a:path w="1968" h="7595">
                  <a:moveTo>
                    <a:pt x="1968" y="0"/>
                  </a:moveTo>
                  <a:lnTo>
                    <a:pt x="0" y="7595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19" name="Input_receptor__1418">
              <a:extLst>
                <a:ext uri="{FF2B5EF4-FFF2-40B4-BE49-F238E27FC236}">
                  <a16:creationId xmlns:a16="http://schemas.microsoft.com/office/drawing/2014/main" id="{F203C5C3-2DD6-0A7A-95B1-5847DC1C1750}"/>
                </a:ext>
              </a:extLst>
            </p:cNvPr>
            <p:cNvSpPr>
              <a:spLocks noGrp="1"/>
            </p:cNvSpPr>
            <p:nvPr/>
          </p:nvSpPr>
          <p:spPr>
            <a:xfrm>
              <a:off x="1503965" y="4911663"/>
              <a:ext cx="39950" cy="15966"/>
            </a:xfrm>
            <a:custGeom>
              <a:avLst/>
              <a:gdLst/>
              <a:ahLst/>
              <a:cxnLst/>
              <a:rect l="0" t="0" r="0" b="0"/>
              <a:pathLst>
                <a:path w="39950" h="15966">
                  <a:moveTo>
                    <a:pt x="39950" y="159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0" name="Input_receptor__1419">
              <a:extLst>
                <a:ext uri="{FF2B5EF4-FFF2-40B4-BE49-F238E27FC236}">
                  <a16:creationId xmlns:a16="http://schemas.microsoft.com/office/drawing/2014/main" id="{476BE16D-07A7-6913-D0D7-D646ED7FBB7E}"/>
                </a:ext>
              </a:extLst>
            </p:cNvPr>
            <p:cNvSpPr>
              <a:spLocks noGrp="1"/>
            </p:cNvSpPr>
            <p:nvPr/>
          </p:nvSpPr>
          <p:spPr>
            <a:xfrm>
              <a:off x="1370119" y="4806505"/>
              <a:ext cx="40912" cy="6282"/>
            </a:xfrm>
            <a:custGeom>
              <a:avLst/>
              <a:gdLst/>
              <a:ahLst/>
              <a:cxnLst/>
              <a:rect l="0" t="0" r="0" b="0"/>
              <a:pathLst>
                <a:path w="40912" h="6282">
                  <a:moveTo>
                    <a:pt x="0" y="0"/>
                  </a:moveTo>
                  <a:lnTo>
                    <a:pt x="40912" y="6282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1" name="Input_receptor__1420">
              <a:extLst>
                <a:ext uri="{FF2B5EF4-FFF2-40B4-BE49-F238E27FC236}">
                  <a16:creationId xmlns:a16="http://schemas.microsoft.com/office/drawing/2014/main" id="{1497EAAA-DABD-C56A-6E2B-D763829CC2BD}"/>
                </a:ext>
              </a:extLst>
            </p:cNvPr>
            <p:cNvSpPr>
              <a:spLocks noGrp="1"/>
            </p:cNvSpPr>
            <p:nvPr/>
          </p:nvSpPr>
          <p:spPr>
            <a:xfrm>
              <a:off x="1604713" y="4685128"/>
              <a:ext cx="42327" cy="20838"/>
            </a:xfrm>
            <a:custGeom>
              <a:avLst/>
              <a:gdLst/>
              <a:ahLst/>
              <a:cxnLst/>
              <a:rect l="0" t="0" r="0" b="0"/>
              <a:pathLst>
                <a:path w="42327" h="20838">
                  <a:moveTo>
                    <a:pt x="42327" y="208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2" name="Input_receptor__1421">
              <a:extLst>
                <a:ext uri="{FF2B5EF4-FFF2-40B4-BE49-F238E27FC236}">
                  <a16:creationId xmlns:a16="http://schemas.microsoft.com/office/drawing/2014/main" id="{D36B49B1-97EC-BAF7-C786-569C03FEB58D}"/>
                </a:ext>
              </a:extLst>
            </p:cNvPr>
            <p:cNvSpPr>
              <a:spLocks noGrp="1"/>
            </p:cNvSpPr>
            <p:nvPr/>
          </p:nvSpPr>
          <p:spPr>
            <a:xfrm>
              <a:off x="669225" y="4633225"/>
              <a:ext cx="9787" cy="28964"/>
            </a:xfrm>
            <a:custGeom>
              <a:avLst/>
              <a:gdLst/>
              <a:ahLst/>
              <a:cxnLst/>
              <a:rect l="0" t="0" r="0" b="0"/>
              <a:pathLst>
                <a:path w="9787" h="28964">
                  <a:moveTo>
                    <a:pt x="0" y="28964"/>
                  </a:moveTo>
                  <a:lnTo>
                    <a:pt x="9787" y="0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3" name="Input_receptor__1422">
              <a:extLst>
                <a:ext uri="{FF2B5EF4-FFF2-40B4-BE49-F238E27FC236}">
                  <a16:creationId xmlns:a16="http://schemas.microsoft.com/office/drawing/2014/main" id="{827185DB-2B06-3D41-C627-94A2FE9B42BE}"/>
                </a:ext>
              </a:extLst>
            </p:cNvPr>
            <p:cNvSpPr>
              <a:spLocks noGrp="1"/>
            </p:cNvSpPr>
            <p:nvPr/>
          </p:nvSpPr>
          <p:spPr>
            <a:xfrm>
              <a:off x="1189323" y="4428062"/>
              <a:ext cx="30165" cy="15379"/>
            </a:xfrm>
            <a:custGeom>
              <a:avLst/>
              <a:gdLst/>
              <a:ahLst/>
              <a:cxnLst/>
              <a:rect l="0" t="0" r="0" b="0"/>
              <a:pathLst>
                <a:path w="30165" h="15379">
                  <a:moveTo>
                    <a:pt x="30165" y="153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4" name="Input_receptor__1423">
              <a:extLst>
                <a:ext uri="{FF2B5EF4-FFF2-40B4-BE49-F238E27FC236}">
                  <a16:creationId xmlns:a16="http://schemas.microsoft.com/office/drawing/2014/main" id="{86D7540B-E20C-0808-6177-255743560981}"/>
                </a:ext>
              </a:extLst>
            </p:cNvPr>
            <p:cNvSpPr>
              <a:spLocks noGrp="1"/>
            </p:cNvSpPr>
            <p:nvPr/>
          </p:nvSpPr>
          <p:spPr>
            <a:xfrm>
              <a:off x="1626828" y="4340030"/>
              <a:ext cx="41873" cy="22621"/>
            </a:xfrm>
            <a:custGeom>
              <a:avLst/>
              <a:gdLst/>
              <a:ahLst/>
              <a:cxnLst/>
              <a:rect l="0" t="0" r="0" b="0"/>
              <a:pathLst>
                <a:path w="41873" h="22621">
                  <a:moveTo>
                    <a:pt x="0" y="0"/>
                  </a:moveTo>
                  <a:lnTo>
                    <a:pt x="41873" y="22621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5" name="Input_receptor__1424">
              <a:extLst>
                <a:ext uri="{FF2B5EF4-FFF2-40B4-BE49-F238E27FC236}">
                  <a16:creationId xmlns:a16="http://schemas.microsoft.com/office/drawing/2014/main" id="{1C4E1F1C-6AD7-CCF7-743C-33867204C8F5}"/>
                </a:ext>
              </a:extLst>
            </p:cNvPr>
            <p:cNvSpPr>
              <a:spLocks noGrp="1"/>
            </p:cNvSpPr>
            <p:nvPr/>
          </p:nvSpPr>
          <p:spPr>
            <a:xfrm>
              <a:off x="1657628" y="4277272"/>
              <a:ext cx="7240" cy="9326"/>
            </a:xfrm>
            <a:custGeom>
              <a:avLst/>
              <a:gdLst/>
              <a:ahLst/>
              <a:cxnLst/>
              <a:rect l="0" t="0" r="0" b="0"/>
              <a:pathLst>
                <a:path w="7240" h="9326">
                  <a:moveTo>
                    <a:pt x="0" y="0"/>
                  </a:moveTo>
                  <a:lnTo>
                    <a:pt x="7240" y="9326"/>
                  </a:lnTo>
                </a:path>
              </a:pathLst>
            </a:custGeom>
            <a:noFill/>
            <a:ln w="8096">
              <a:solidFill>
                <a:srgbClr val="94A5B0"/>
              </a:solidFill>
            </a:ln>
          </p:spPr>
        </p:sp>
        <p:sp>
          <p:nvSpPr>
            <p:cNvPr id="1426" name="Input_receptor__1425">
              <a:extLst>
                <a:ext uri="{FF2B5EF4-FFF2-40B4-BE49-F238E27FC236}">
                  <a16:creationId xmlns:a16="http://schemas.microsoft.com/office/drawing/2014/main" id="{3B0F2C3C-C96A-95D7-7947-4A680134B29A}"/>
                </a:ext>
              </a:extLst>
            </p:cNvPr>
            <p:cNvSpPr>
              <a:spLocks noGrp="1"/>
            </p:cNvSpPr>
            <p:nvPr/>
          </p:nvSpPr>
          <p:spPr>
            <a:xfrm>
              <a:off x="692447" y="4487396"/>
              <a:ext cx="27022" cy="35074"/>
            </a:xfrm>
            <a:custGeom>
              <a:avLst/>
              <a:gdLst/>
              <a:ahLst/>
              <a:cxnLst/>
              <a:rect l="0" t="0" r="0" b="0"/>
              <a:pathLst>
                <a:path w="27022" h="35074">
                  <a:moveTo>
                    <a:pt x="27022" y="350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0"/>
              </a:solidFill>
            </a:ln>
          </p:spPr>
        </p:sp>
        <p:sp>
          <p:nvSpPr>
            <p:cNvPr id="1427" name="Input_receptor__1426">
              <a:extLst>
                <a:ext uri="{FF2B5EF4-FFF2-40B4-BE49-F238E27FC236}">
                  <a16:creationId xmlns:a16="http://schemas.microsoft.com/office/drawing/2014/main" id="{026B7CF9-B32C-31F2-AFC0-06DD85486730}"/>
                </a:ext>
              </a:extLst>
            </p:cNvPr>
            <p:cNvSpPr>
              <a:spLocks noGrp="1"/>
            </p:cNvSpPr>
            <p:nvPr/>
          </p:nvSpPr>
          <p:spPr>
            <a:xfrm>
              <a:off x="1018908" y="4531243"/>
              <a:ext cx="30040" cy="37170"/>
            </a:xfrm>
            <a:custGeom>
              <a:avLst/>
              <a:gdLst/>
              <a:ahLst/>
              <a:cxnLst/>
              <a:rect l="0" t="0" r="0" b="0"/>
              <a:pathLst>
                <a:path w="30040" h="37170">
                  <a:moveTo>
                    <a:pt x="0" y="0"/>
                  </a:moveTo>
                  <a:lnTo>
                    <a:pt x="30040" y="37170"/>
                  </a:lnTo>
                </a:path>
              </a:pathLst>
            </a:custGeom>
            <a:noFill/>
            <a:ln w="8096">
              <a:solidFill>
                <a:srgbClr val="94A5B1"/>
              </a:solidFill>
            </a:ln>
          </p:spPr>
        </p:sp>
        <p:sp>
          <p:nvSpPr>
            <p:cNvPr id="1428" name="Input_receptor__1427">
              <a:extLst>
                <a:ext uri="{FF2B5EF4-FFF2-40B4-BE49-F238E27FC236}">
                  <a16:creationId xmlns:a16="http://schemas.microsoft.com/office/drawing/2014/main" id="{9684DB54-97DB-B010-CB7D-F2E7B7BE66D7}"/>
                </a:ext>
              </a:extLst>
            </p:cNvPr>
            <p:cNvSpPr>
              <a:spLocks noGrp="1"/>
            </p:cNvSpPr>
            <p:nvPr/>
          </p:nvSpPr>
          <p:spPr>
            <a:xfrm>
              <a:off x="1219488" y="4443441"/>
              <a:ext cx="22315" cy="27961"/>
            </a:xfrm>
            <a:custGeom>
              <a:avLst/>
              <a:gdLst/>
              <a:ahLst/>
              <a:cxnLst/>
              <a:rect l="0" t="0" r="0" b="0"/>
              <a:pathLst>
                <a:path w="22315" h="27961">
                  <a:moveTo>
                    <a:pt x="22315" y="27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29" name="Input_receptor__1428">
              <a:extLst>
                <a:ext uri="{FF2B5EF4-FFF2-40B4-BE49-F238E27FC236}">
                  <a16:creationId xmlns:a16="http://schemas.microsoft.com/office/drawing/2014/main" id="{4F44530D-0120-FE1E-DB30-EAFFBA707DA1}"/>
                </a:ext>
              </a:extLst>
            </p:cNvPr>
            <p:cNvSpPr>
              <a:spLocks noGrp="1"/>
            </p:cNvSpPr>
            <p:nvPr/>
          </p:nvSpPr>
          <p:spPr>
            <a:xfrm>
              <a:off x="1581380" y="4685128"/>
              <a:ext cx="23333" cy="39935"/>
            </a:xfrm>
            <a:custGeom>
              <a:avLst/>
              <a:gdLst/>
              <a:ahLst/>
              <a:cxnLst/>
              <a:rect l="0" t="0" r="0" b="0"/>
              <a:pathLst>
                <a:path w="23333" h="39935">
                  <a:moveTo>
                    <a:pt x="23333" y="0"/>
                  </a:moveTo>
                  <a:lnTo>
                    <a:pt x="0" y="3993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0" name="Input_receptor__1429">
              <a:extLst>
                <a:ext uri="{FF2B5EF4-FFF2-40B4-BE49-F238E27FC236}">
                  <a16:creationId xmlns:a16="http://schemas.microsoft.com/office/drawing/2014/main" id="{AFD7A331-4059-0822-78FD-F690D0C06032}"/>
                </a:ext>
              </a:extLst>
            </p:cNvPr>
            <p:cNvSpPr>
              <a:spLocks noGrp="1"/>
            </p:cNvSpPr>
            <p:nvPr/>
          </p:nvSpPr>
          <p:spPr>
            <a:xfrm>
              <a:off x="1460706" y="4365882"/>
              <a:ext cx="26152" cy="33678"/>
            </a:xfrm>
            <a:custGeom>
              <a:avLst/>
              <a:gdLst/>
              <a:ahLst/>
              <a:cxnLst/>
              <a:rect l="0" t="0" r="0" b="0"/>
              <a:pathLst>
                <a:path w="26152" h="33678">
                  <a:moveTo>
                    <a:pt x="0" y="33678"/>
                  </a:moveTo>
                  <a:lnTo>
                    <a:pt x="26152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1" name="Input_receptor__1430">
              <a:extLst>
                <a:ext uri="{FF2B5EF4-FFF2-40B4-BE49-F238E27FC236}">
                  <a16:creationId xmlns:a16="http://schemas.microsoft.com/office/drawing/2014/main" id="{610E1EFA-FEAD-26D6-6DF8-190BA0FCFBF7}"/>
                </a:ext>
              </a:extLst>
            </p:cNvPr>
            <p:cNvSpPr>
              <a:spLocks noGrp="1"/>
            </p:cNvSpPr>
            <p:nvPr/>
          </p:nvSpPr>
          <p:spPr>
            <a:xfrm>
              <a:off x="1514553" y="4064763"/>
              <a:ext cx="21274" cy="16217"/>
            </a:xfrm>
            <a:custGeom>
              <a:avLst/>
              <a:gdLst/>
              <a:ahLst/>
              <a:cxnLst/>
              <a:rect l="0" t="0" r="0" b="0"/>
              <a:pathLst>
                <a:path w="21274" h="16217">
                  <a:moveTo>
                    <a:pt x="0" y="0"/>
                  </a:moveTo>
                  <a:lnTo>
                    <a:pt x="21274" y="16217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2" name="Input_receptor__1431">
              <a:extLst>
                <a:ext uri="{FF2B5EF4-FFF2-40B4-BE49-F238E27FC236}">
                  <a16:creationId xmlns:a16="http://schemas.microsoft.com/office/drawing/2014/main" id="{F0DC2CC0-BC91-3D08-0F8D-610A1149E1EF}"/>
                </a:ext>
              </a:extLst>
            </p:cNvPr>
            <p:cNvSpPr>
              <a:spLocks noGrp="1"/>
            </p:cNvSpPr>
            <p:nvPr/>
          </p:nvSpPr>
          <p:spPr>
            <a:xfrm>
              <a:off x="1143396" y="4314816"/>
              <a:ext cx="33401" cy="9104"/>
            </a:xfrm>
            <a:custGeom>
              <a:avLst/>
              <a:gdLst/>
              <a:ahLst/>
              <a:cxnLst/>
              <a:rect l="0" t="0" r="0" b="0"/>
              <a:pathLst>
                <a:path w="33401" h="9104">
                  <a:moveTo>
                    <a:pt x="0" y="0"/>
                  </a:moveTo>
                  <a:lnTo>
                    <a:pt x="33401" y="9104"/>
                  </a:lnTo>
                </a:path>
              </a:pathLst>
            </a:custGeom>
            <a:noFill/>
            <a:ln w="8096">
              <a:solidFill>
                <a:srgbClr val="94A5B1"/>
              </a:solidFill>
            </a:ln>
          </p:spPr>
        </p:sp>
        <p:sp>
          <p:nvSpPr>
            <p:cNvPr id="1433" name="Input_receptor__1432">
              <a:extLst>
                <a:ext uri="{FF2B5EF4-FFF2-40B4-BE49-F238E27FC236}">
                  <a16:creationId xmlns:a16="http://schemas.microsoft.com/office/drawing/2014/main" id="{C5FA30F7-8D10-D887-6799-13702C19A517}"/>
                </a:ext>
              </a:extLst>
            </p:cNvPr>
            <p:cNvSpPr>
              <a:spLocks noGrp="1"/>
            </p:cNvSpPr>
            <p:nvPr/>
          </p:nvSpPr>
          <p:spPr>
            <a:xfrm>
              <a:off x="1110322" y="4453622"/>
              <a:ext cx="8941" cy="42825"/>
            </a:xfrm>
            <a:custGeom>
              <a:avLst/>
              <a:gdLst/>
              <a:ahLst/>
              <a:cxnLst/>
              <a:rect l="0" t="0" r="0" b="0"/>
              <a:pathLst>
                <a:path w="8941" h="42825">
                  <a:moveTo>
                    <a:pt x="8941" y="0"/>
                  </a:moveTo>
                  <a:lnTo>
                    <a:pt x="0" y="4282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4" name="Input_receptor__1433">
              <a:extLst>
                <a:ext uri="{FF2B5EF4-FFF2-40B4-BE49-F238E27FC236}">
                  <a16:creationId xmlns:a16="http://schemas.microsoft.com/office/drawing/2014/main" id="{70BAFB87-6BC8-127A-3168-5F4DF5C7105B}"/>
                </a:ext>
              </a:extLst>
            </p:cNvPr>
            <p:cNvSpPr>
              <a:spLocks noGrp="1"/>
            </p:cNvSpPr>
            <p:nvPr/>
          </p:nvSpPr>
          <p:spPr>
            <a:xfrm>
              <a:off x="1436465" y="4258668"/>
              <a:ext cx="46447" cy="11175"/>
            </a:xfrm>
            <a:custGeom>
              <a:avLst/>
              <a:gdLst/>
              <a:ahLst/>
              <a:cxnLst/>
              <a:rect l="0" t="0" r="0" b="0"/>
              <a:pathLst>
                <a:path w="46447" h="11175">
                  <a:moveTo>
                    <a:pt x="46447" y="0"/>
                  </a:moveTo>
                  <a:lnTo>
                    <a:pt x="0" y="11175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5" name="Input_receptor__1434">
              <a:extLst>
                <a:ext uri="{FF2B5EF4-FFF2-40B4-BE49-F238E27FC236}">
                  <a16:creationId xmlns:a16="http://schemas.microsoft.com/office/drawing/2014/main" id="{8D64B308-5408-0BBC-7768-BE9F81D65561}"/>
                </a:ext>
              </a:extLst>
            </p:cNvPr>
            <p:cNvSpPr>
              <a:spLocks noGrp="1"/>
            </p:cNvSpPr>
            <p:nvPr/>
          </p:nvSpPr>
          <p:spPr>
            <a:xfrm>
              <a:off x="994729" y="4711672"/>
              <a:ext cx="16986" cy="860"/>
            </a:xfrm>
            <a:custGeom>
              <a:avLst/>
              <a:gdLst/>
              <a:ahLst/>
              <a:cxnLst/>
              <a:rect l="0" t="0" r="0" b="0"/>
              <a:pathLst>
                <a:path w="16986" h="860">
                  <a:moveTo>
                    <a:pt x="16986" y="8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6" name="Input_receptor__1435">
              <a:extLst>
                <a:ext uri="{FF2B5EF4-FFF2-40B4-BE49-F238E27FC236}">
                  <a16:creationId xmlns:a16="http://schemas.microsoft.com/office/drawing/2014/main" id="{0E2BF47D-2888-BBEA-E2C0-CF5333F35905}"/>
                </a:ext>
              </a:extLst>
            </p:cNvPr>
            <p:cNvSpPr>
              <a:spLocks noGrp="1"/>
            </p:cNvSpPr>
            <p:nvPr/>
          </p:nvSpPr>
          <p:spPr>
            <a:xfrm>
              <a:off x="1421336" y="4513759"/>
              <a:ext cx="25440" cy="36948"/>
            </a:xfrm>
            <a:custGeom>
              <a:avLst/>
              <a:gdLst/>
              <a:ahLst/>
              <a:cxnLst/>
              <a:rect l="0" t="0" r="0" b="0"/>
              <a:pathLst>
                <a:path w="25440" h="36948">
                  <a:moveTo>
                    <a:pt x="25440" y="0"/>
                  </a:moveTo>
                  <a:lnTo>
                    <a:pt x="0" y="36948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7" name="Input_receptor__1436">
              <a:extLst>
                <a:ext uri="{FF2B5EF4-FFF2-40B4-BE49-F238E27FC236}">
                  <a16:creationId xmlns:a16="http://schemas.microsoft.com/office/drawing/2014/main" id="{CA81AA96-1DB0-1933-AB34-79CA952BD133}"/>
                </a:ext>
              </a:extLst>
            </p:cNvPr>
            <p:cNvSpPr>
              <a:spLocks noGrp="1"/>
            </p:cNvSpPr>
            <p:nvPr/>
          </p:nvSpPr>
          <p:spPr>
            <a:xfrm>
              <a:off x="1362396" y="4069448"/>
              <a:ext cx="28210" cy="35743"/>
            </a:xfrm>
            <a:custGeom>
              <a:avLst/>
              <a:gdLst/>
              <a:ahLst/>
              <a:cxnLst/>
              <a:rect l="0" t="0" r="0" b="0"/>
              <a:pathLst>
                <a:path w="28210" h="35743">
                  <a:moveTo>
                    <a:pt x="0" y="0"/>
                  </a:moveTo>
                  <a:lnTo>
                    <a:pt x="28210" y="35743"/>
                  </a:lnTo>
                </a:path>
              </a:pathLst>
            </a:custGeom>
            <a:noFill/>
            <a:ln w="20003">
              <a:solidFill>
                <a:srgbClr val="94A5B1"/>
              </a:solidFill>
            </a:ln>
          </p:spPr>
        </p:sp>
        <p:sp>
          <p:nvSpPr>
            <p:cNvPr id="1438" name="Input_receptor__1437">
              <a:extLst>
                <a:ext uri="{FF2B5EF4-FFF2-40B4-BE49-F238E27FC236}">
                  <a16:creationId xmlns:a16="http://schemas.microsoft.com/office/drawing/2014/main" id="{54AE6673-4A63-85E0-278D-370217A27A68}"/>
                </a:ext>
              </a:extLst>
            </p:cNvPr>
            <p:cNvSpPr>
              <a:spLocks noGrp="1"/>
            </p:cNvSpPr>
            <p:nvPr/>
          </p:nvSpPr>
          <p:spPr>
            <a:xfrm>
              <a:off x="1534227" y="4804137"/>
              <a:ext cx="14606" cy="40311"/>
            </a:xfrm>
            <a:custGeom>
              <a:avLst/>
              <a:gdLst/>
              <a:ahLst/>
              <a:cxnLst/>
              <a:rect l="0" t="0" r="0" b="0"/>
              <a:pathLst>
                <a:path w="14606" h="40311">
                  <a:moveTo>
                    <a:pt x="14606" y="0"/>
                  </a:moveTo>
                  <a:lnTo>
                    <a:pt x="0" y="40311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39" name="Input_receptor__1438">
              <a:extLst>
                <a:ext uri="{FF2B5EF4-FFF2-40B4-BE49-F238E27FC236}">
                  <a16:creationId xmlns:a16="http://schemas.microsoft.com/office/drawing/2014/main" id="{A1313F93-214F-B527-F404-00AAFAB64264}"/>
                </a:ext>
              </a:extLst>
            </p:cNvPr>
            <p:cNvSpPr>
              <a:spLocks noGrp="1"/>
            </p:cNvSpPr>
            <p:nvPr/>
          </p:nvSpPr>
          <p:spPr>
            <a:xfrm>
              <a:off x="1487917" y="4036090"/>
              <a:ext cx="26636" cy="28673"/>
            </a:xfrm>
            <a:custGeom>
              <a:avLst/>
              <a:gdLst/>
              <a:ahLst/>
              <a:cxnLst/>
              <a:rect l="0" t="0" r="0" b="0"/>
              <a:pathLst>
                <a:path w="26636" h="28673">
                  <a:moveTo>
                    <a:pt x="0" y="0"/>
                  </a:moveTo>
                  <a:lnTo>
                    <a:pt x="26636" y="28673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0" name="Input_receptor__1439">
              <a:extLst>
                <a:ext uri="{FF2B5EF4-FFF2-40B4-BE49-F238E27FC236}">
                  <a16:creationId xmlns:a16="http://schemas.microsoft.com/office/drawing/2014/main" id="{4F9EE77F-E672-DB26-7BF0-564F444F4707}"/>
                </a:ext>
              </a:extLst>
            </p:cNvPr>
            <p:cNvSpPr>
              <a:spLocks noGrp="1"/>
            </p:cNvSpPr>
            <p:nvPr/>
          </p:nvSpPr>
          <p:spPr>
            <a:xfrm>
              <a:off x="1093083" y="4750332"/>
              <a:ext cx="4754" cy="17976"/>
            </a:xfrm>
            <a:custGeom>
              <a:avLst/>
              <a:gdLst/>
              <a:ahLst/>
              <a:cxnLst/>
              <a:rect l="0" t="0" r="0" b="0"/>
              <a:pathLst>
                <a:path w="4754" h="17976">
                  <a:moveTo>
                    <a:pt x="0" y="0"/>
                  </a:moveTo>
                  <a:lnTo>
                    <a:pt x="4754" y="17976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1" name="Input_receptor__1440">
              <a:extLst>
                <a:ext uri="{FF2B5EF4-FFF2-40B4-BE49-F238E27FC236}">
                  <a16:creationId xmlns:a16="http://schemas.microsoft.com/office/drawing/2014/main" id="{E3ED0732-0186-E905-8BDA-84B14208CEDF}"/>
                </a:ext>
              </a:extLst>
            </p:cNvPr>
            <p:cNvSpPr>
              <a:spLocks noGrp="1"/>
            </p:cNvSpPr>
            <p:nvPr/>
          </p:nvSpPr>
          <p:spPr>
            <a:xfrm>
              <a:off x="1334566" y="4548457"/>
              <a:ext cx="14784" cy="37498"/>
            </a:xfrm>
            <a:custGeom>
              <a:avLst/>
              <a:gdLst/>
              <a:ahLst/>
              <a:cxnLst/>
              <a:rect l="0" t="0" r="0" b="0"/>
              <a:pathLst>
                <a:path w="14784" h="37498">
                  <a:moveTo>
                    <a:pt x="0" y="37498"/>
                  </a:moveTo>
                  <a:lnTo>
                    <a:pt x="14784" y="0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2" name="Input_receptor__1441">
              <a:extLst>
                <a:ext uri="{FF2B5EF4-FFF2-40B4-BE49-F238E27FC236}">
                  <a16:creationId xmlns:a16="http://schemas.microsoft.com/office/drawing/2014/main" id="{3E969C96-37FA-1DCF-3BB2-5085B7CF2085}"/>
                </a:ext>
              </a:extLst>
            </p:cNvPr>
            <p:cNvSpPr>
              <a:spLocks noGrp="1"/>
            </p:cNvSpPr>
            <p:nvPr/>
          </p:nvSpPr>
          <p:spPr>
            <a:xfrm>
              <a:off x="1460706" y="4399559"/>
              <a:ext cx="8026" cy="30258"/>
            </a:xfrm>
            <a:custGeom>
              <a:avLst/>
              <a:gdLst/>
              <a:ahLst/>
              <a:cxnLst/>
              <a:rect l="0" t="0" r="0" b="0"/>
              <a:pathLst>
                <a:path w="8026" h="30258">
                  <a:moveTo>
                    <a:pt x="8026" y="302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5B1"/>
              </a:solidFill>
            </a:ln>
          </p:spPr>
        </p:sp>
        <p:sp>
          <p:nvSpPr>
            <p:cNvPr id="1443" name="Input_receptor__1442">
              <a:extLst>
                <a:ext uri="{FF2B5EF4-FFF2-40B4-BE49-F238E27FC236}">
                  <a16:creationId xmlns:a16="http://schemas.microsoft.com/office/drawing/2014/main" id="{51F53800-4635-F9DC-5684-68ADB956DD82}"/>
                </a:ext>
              </a:extLst>
            </p:cNvPr>
            <p:cNvSpPr>
              <a:spLocks noGrp="1"/>
            </p:cNvSpPr>
            <p:nvPr/>
          </p:nvSpPr>
          <p:spPr>
            <a:xfrm>
              <a:off x="1537156" y="4570416"/>
              <a:ext cx="6356" cy="42112"/>
            </a:xfrm>
            <a:custGeom>
              <a:avLst/>
              <a:gdLst/>
              <a:ahLst/>
              <a:cxnLst/>
              <a:rect l="0" t="0" r="0" b="0"/>
              <a:pathLst>
                <a:path w="6356" h="42112">
                  <a:moveTo>
                    <a:pt x="0" y="0"/>
                  </a:moveTo>
                  <a:lnTo>
                    <a:pt x="6356" y="42112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4" name="Input_receptor__1443">
              <a:extLst>
                <a:ext uri="{FF2B5EF4-FFF2-40B4-BE49-F238E27FC236}">
                  <a16:creationId xmlns:a16="http://schemas.microsoft.com/office/drawing/2014/main" id="{5DF8D837-8013-A8ED-C501-35857D73DF14}"/>
                </a:ext>
              </a:extLst>
            </p:cNvPr>
            <p:cNvSpPr>
              <a:spLocks noGrp="1"/>
            </p:cNvSpPr>
            <p:nvPr/>
          </p:nvSpPr>
          <p:spPr>
            <a:xfrm>
              <a:off x="1436470" y="4063559"/>
              <a:ext cx="29698" cy="35922"/>
            </a:xfrm>
            <a:custGeom>
              <a:avLst/>
              <a:gdLst/>
              <a:ahLst/>
              <a:cxnLst/>
              <a:rect l="0" t="0" r="0" b="0"/>
              <a:pathLst>
                <a:path w="29698" h="35922">
                  <a:moveTo>
                    <a:pt x="0" y="0"/>
                  </a:moveTo>
                  <a:lnTo>
                    <a:pt x="29698" y="35922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5" name="Input_receptor__1444">
              <a:extLst>
                <a:ext uri="{FF2B5EF4-FFF2-40B4-BE49-F238E27FC236}">
                  <a16:creationId xmlns:a16="http://schemas.microsoft.com/office/drawing/2014/main" id="{CB13210A-A369-3226-4F8D-B9429F9973EC}"/>
                </a:ext>
              </a:extLst>
            </p:cNvPr>
            <p:cNvSpPr>
              <a:spLocks noGrp="1"/>
            </p:cNvSpPr>
            <p:nvPr/>
          </p:nvSpPr>
          <p:spPr>
            <a:xfrm>
              <a:off x="910485" y="4964309"/>
              <a:ext cx="16353" cy="6570"/>
            </a:xfrm>
            <a:custGeom>
              <a:avLst/>
              <a:gdLst/>
              <a:ahLst/>
              <a:cxnLst/>
              <a:rect l="0" t="0" r="0" b="0"/>
              <a:pathLst>
                <a:path w="16353" h="6570">
                  <a:moveTo>
                    <a:pt x="16353" y="0"/>
                  </a:moveTo>
                  <a:lnTo>
                    <a:pt x="0" y="657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6" name="Input_receptor__1445">
              <a:extLst>
                <a:ext uri="{FF2B5EF4-FFF2-40B4-BE49-F238E27FC236}">
                  <a16:creationId xmlns:a16="http://schemas.microsoft.com/office/drawing/2014/main" id="{EAF24DEC-B38B-6658-C1F6-18522CFD49B5}"/>
                </a:ext>
              </a:extLst>
            </p:cNvPr>
            <p:cNvSpPr>
              <a:spLocks noGrp="1"/>
            </p:cNvSpPr>
            <p:nvPr/>
          </p:nvSpPr>
          <p:spPr>
            <a:xfrm>
              <a:off x="1548833" y="4802477"/>
              <a:ext cx="37458" cy="1660"/>
            </a:xfrm>
            <a:custGeom>
              <a:avLst/>
              <a:gdLst/>
              <a:ahLst/>
              <a:cxnLst/>
              <a:rect l="0" t="0" r="0" b="0"/>
              <a:pathLst>
                <a:path w="37458" h="1660">
                  <a:moveTo>
                    <a:pt x="37458" y="0"/>
                  </a:moveTo>
                  <a:lnTo>
                    <a:pt x="0" y="166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7" name="Input_receptor__1446">
              <a:extLst>
                <a:ext uri="{FF2B5EF4-FFF2-40B4-BE49-F238E27FC236}">
                  <a16:creationId xmlns:a16="http://schemas.microsoft.com/office/drawing/2014/main" id="{3CFB691F-0B2F-3DE5-3284-601E28863510}"/>
                </a:ext>
              </a:extLst>
            </p:cNvPr>
            <p:cNvSpPr>
              <a:spLocks noGrp="1"/>
            </p:cNvSpPr>
            <p:nvPr/>
          </p:nvSpPr>
          <p:spPr>
            <a:xfrm>
              <a:off x="1119263" y="4441628"/>
              <a:ext cx="26758" cy="11994"/>
            </a:xfrm>
            <a:custGeom>
              <a:avLst/>
              <a:gdLst/>
              <a:ahLst/>
              <a:cxnLst/>
              <a:rect l="0" t="0" r="0" b="0"/>
              <a:pathLst>
                <a:path w="26758" h="11994">
                  <a:moveTo>
                    <a:pt x="26758" y="0"/>
                  </a:moveTo>
                  <a:lnTo>
                    <a:pt x="0" y="11994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48" name="Input_receptor__1447">
              <a:extLst>
                <a:ext uri="{FF2B5EF4-FFF2-40B4-BE49-F238E27FC236}">
                  <a16:creationId xmlns:a16="http://schemas.microsoft.com/office/drawing/2014/main" id="{83956EC2-0A2A-9BD2-FEC5-A0622B9BA5BE}"/>
                </a:ext>
              </a:extLst>
            </p:cNvPr>
            <p:cNvSpPr>
              <a:spLocks noGrp="1"/>
            </p:cNvSpPr>
            <p:nvPr/>
          </p:nvSpPr>
          <p:spPr>
            <a:xfrm>
              <a:off x="1008173" y="4492449"/>
              <a:ext cx="10735" cy="38794"/>
            </a:xfrm>
            <a:custGeom>
              <a:avLst/>
              <a:gdLst/>
              <a:ahLst/>
              <a:cxnLst/>
              <a:rect l="0" t="0" r="0" b="0"/>
              <a:pathLst>
                <a:path w="10735" h="38794">
                  <a:moveTo>
                    <a:pt x="0" y="0"/>
                  </a:moveTo>
                  <a:lnTo>
                    <a:pt x="10735" y="3879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49" name="Input_receptor__1448">
              <a:extLst>
                <a:ext uri="{FF2B5EF4-FFF2-40B4-BE49-F238E27FC236}">
                  <a16:creationId xmlns:a16="http://schemas.microsoft.com/office/drawing/2014/main" id="{92ACE1F2-CFC7-046E-497B-34BBC7CE067E}"/>
                </a:ext>
              </a:extLst>
            </p:cNvPr>
            <p:cNvSpPr>
              <a:spLocks noGrp="1"/>
            </p:cNvSpPr>
            <p:nvPr/>
          </p:nvSpPr>
          <p:spPr>
            <a:xfrm>
              <a:off x="1482912" y="4216164"/>
              <a:ext cx="12892" cy="42504"/>
            </a:xfrm>
            <a:custGeom>
              <a:avLst/>
              <a:gdLst/>
              <a:ahLst/>
              <a:cxnLst/>
              <a:rect l="0" t="0" r="0" b="0"/>
              <a:pathLst>
                <a:path w="12892" h="42504">
                  <a:moveTo>
                    <a:pt x="12892" y="0"/>
                  </a:moveTo>
                  <a:lnTo>
                    <a:pt x="0" y="42504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0" name="Input_receptor__1449">
              <a:extLst>
                <a:ext uri="{FF2B5EF4-FFF2-40B4-BE49-F238E27FC236}">
                  <a16:creationId xmlns:a16="http://schemas.microsoft.com/office/drawing/2014/main" id="{4ED8C48F-888F-F67C-A54F-90A836E74A12}"/>
                </a:ext>
              </a:extLst>
            </p:cNvPr>
            <p:cNvSpPr>
              <a:spLocks noGrp="1"/>
            </p:cNvSpPr>
            <p:nvPr/>
          </p:nvSpPr>
          <p:spPr>
            <a:xfrm>
              <a:off x="997026" y="4301858"/>
              <a:ext cx="40274" cy="25419"/>
            </a:xfrm>
            <a:custGeom>
              <a:avLst/>
              <a:gdLst/>
              <a:ahLst/>
              <a:cxnLst/>
              <a:rect l="0" t="0" r="0" b="0"/>
              <a:pathLst>
                <a:path w="40274" h="25419">
                  <a:moveTo>
                    <a:pt x="40274" y="0"/>
                  </a:moveTo>
                  <a:lnTo>
                    <a:pt x="0" y="2541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1" name="Input_receptor__1450">
              <a:extLst>
                <a:ext uri="{FF2B5EF4-FFF2-40B4-BE49-F238E27FC236}">
                  <a16:creationId xmlns:a16="http://schemas.microsoft.com/office/drawing/2014/main" id="{61FF236C-9D69-F442-5896-6934C69E3B32}"/>
                </a:ext>
              </a:extLst>
            </p:cNvPr>
            <p:cNvSpPr>
              <a:spLocks noGrp="1"/>
            </p:cNvSpPr>
            <p:nvPr/>
          </p:nvSpPr>
          <p:spPr>
            <a:xfrm>
              <a:off x="1489017" y="5035130"/>
              <a:ext cx="12126" cy="12822"/>
            </a:xfrm>
            <a:custGeom>
              <a:avLst/>
              <a:gdLst/>
              <a:ahLst/>
              <a:cxnLst/>
              <a:rect l="0" t="0" r="0" b="0"/>
              <a:pathLst>
                <a:path w="12126" h="12822">
                  <a:moveTo>
                    <a:pt x="12126" y="128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2" name="Input_receptor__1451">
              <a:extLst>
                <a:ext uri="{FF2B5EF4-FFF2-40B4-BE49-F238E27FC236}">
                  <a16:creationId xmlns:a16="http://schemas.microsoft.com/office/drawing/2014/main" id="{21AABAE5-3CE2-828E-90D9-E9E6EA41069E}"/>
                </a:ext>
              </a:extLst>
            </p:cNvPr>
            <p:cNvSpPr>
              <a:spLocks noGrp="1"/>
            </p:cNvSpPr>
            <p:nvPr/>
          </p:nvSpPr>
          <p:spPr>
            <a:xfrm>
              <a:off x="1043790" y="4908058"/>
              <a:ext cx="27719" cy="29643"/>
            </a:xfrm>
            <a:custGeom>
              <a:avLst/>
              <a:gdLst/>
              <a:ahLst/>
              <a:cxnLst/>
              <a:rect l="0" t="0" r="0" b="0"/>
              <a:pathLst>
                <a:path w="27719" h="29643">
                  <a:moveTo>
                    <a:pt x="27719" y="0"/>
                  </a:moveTo>
                  <a:lnTo>
                    <a:pt x="0" y="29643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3" name="Input_receptor__1452">
              <a:extLst>
                <a:ext uri="{FF2B5EF4-FFF2-40B4-BE49-F238E27FC236}">
                  <a16:creationId xmlns:a16="http://schemas.microsoft.com/office/drawing/2014/main" id="{0B4A1833-D567-BDBE-446C-FEE9B64B408B}"/>
                </a:ext>
              </a:extLst>
            </p:cNvPr>
            <p:cNvSpPr>
              <a:spLocks noGrp="1"/>
            </p:cNvSpPr>
            <p:nvPr/>
          </p:nvSpPr>
          <p:spPr>
            <a:xfrm>
              <a:off x="930550" y="4692952"/>
              <a:ext cx="10036" cy="3589"/>
            </a:xfrm>
            <a:custGeom>
              <a:avLst/>
              <a:gdLst/>
              <a:ahLst/>
              <a:cxnLst/>
              <a:rect l="0" t="0" r="0" b="0"/>
              <a:pathLst>
                <a:path w="10036" h="3589">
                  <a:moveTo>
                    <a:pt x="0" y="3589"/>
                  </a:moveTo>
                  <a:lnTo>
                    <a:pt x="10036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4" name="Input_receptor__1453">
              <a:extLst>
                <a:ext uri="{FF2B5EF4-FFF2-40B4-BE49-F238E27FC236}">
                  <a16:creationId xmlns:a16="http://schemas.microsoft.com/office/drawing/2014/main" id="{A61A2E03-03A0-62FD-9222-2F52E7A9C53A}"/>
                </a:ext>
              </a:extLst>
            </p:cNvPr>
            <p:cNvSpPr>
              <a:spLocks noGrp="1"/>
            </p:cNvSpPr>
            <p:nvPr/>
          </p:nvSpPr>
          <p:spPr>
            <a:xfrm>
              <a:off x="1139466" y="4861701"/>
              <a:ext cx="20655" cy="28791"/>
            </a:xfrm>
            <a:custGeom>
              <a:avLst/>
              <a:gdLst/>
              <a:ahLst/>
              <a:cxnLst/>
              <a:rect l="0" t="0" r="0" b="0"/>
              <a:pathLst>
                <a:path w="20655" h="28791">
                  <a:moveTo>
                    <a:pt x="0" y="28791"/>
                  </a:moveTo>
                  <a:lnTo>
                    <a:pt x="20655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5" name="Input_receptor__1454">
              <a:extLst>
                <a:ext uri="{FF2B5EF4-FFF2-40B4-BE49-F238E27FC236}">
                  <a16:creationId xmlns:a16="http://schemas.microsoft.com/office/drawing/2014/main" id="{EA8B02D8-2B2E-67C5-2553-B0C4E9D5A523}"/>
                </a:ext>
              </a:extLst>
            </p:cNvPr>
            <p:cNvSpPr>
              <a:spLocks noGrp="1"/>
            </p:cNvSpPr>
            <p:nvPr/>
          </p:nvSpPr>
          <p:spPr>
            <a:xfrm>
              <a:off x="1478650" y="4588361"/>
              <a:ext cx="6455" cy="42509"/>
            </a:xfrm>
            <a:custGeom>
              <a:avLst/>
              <a:gdLst/>
              <a:ahLst/>
              <a:cxnLst/>
              <a:rect l="0" t="0" r="0" b="0"/>
              <a:pathLst>
                <a:path w="6455" h="42509">
                  <a:moveTo>
                    <a:pt x="0" y="0"/>
                  </a:moveTo>
                  <a:lnTo>
                    <a:pt x="6455" y="4250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6" name="Input_receptor__1455">
              <a:extLst>
                <a:ext uri="{FF2B5EF4-FFF2-40B4-BE49-F238E27FC236}">
                  <a16:creationId xmlns:a16="http://schemas.microsoft.com/office/drawing/2014/main" id="{EE1A3B3C-288D-4E70-70F2-7478C2C3C8A0}"/>
                </a:ext>
              </a:extLst>
            </p:cNvPr>
            <p:cNvSpPr>
              <a:spLocks noGrp="1"/>
            </p:cNvSpPr>
            <p:nvPr/>
          </p:nvSpPr>
          <p:spPr>
            <a:xfrm>
              <a:off x="1339507" y="4695000"/>
              <a:ext cx="28113" cy="38724"/>
            </a:xfrm>
            <a:custGeom>
              <a:avLst/>
              <a:gdLst/>
              <a:ahLst/>
              <a:cxnLst/>
              <a:rect l="0" t="0" r="0" b="0"/>
              <a:pathLst>
                <a:path w="28113" h="38724">
                  <a:moveTo>
                    <a:pt x="28113" y="0"/>
                  </a:moveTo>
                  <a:lnTo>
                    <a:pt x="0" y="3872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7" name="Input_receptor__1456">
              <a:extLst>
                <a:ext uri="{FF2B5EF4-FFF2-40B4-BE49-F238E27FC236}">
                  <a16:creationId xmlns:a16="http://schemas.microsoft.com/office/drawing/2014/main" id="{1E522F74-2CC3-05A3-F40B-56DC08785F66}"/>
                </a:ext>
              </a:extLst>
            </p:cNvPr>
            <p:cNvSpPr>
              <a:spLocks noGrp="1"/>
            </p:cNvSpPr>
            <p:nvPr/>
          </p:nvSpPr>
          <p:spPr>
            <a:xfrm>
              <a:off x="1668702" y="4362651"/>
              <a:ext cx="17261" cy="22754"/>
            </a:xfrm>
            <a:custGeom>
              <a:avLst/>
              <a:gdLst/>
              <a:ahLst/>
              <a:cxnLst/>
              <a:rect l="0" t="0" r="0" b="0"/>
              <a:pathLst>
                <a:path w="17261" h="22754">
                  <a:moveTo>
                    <a:pt x="0" y="0"/>
                  </a:moveTo>
                  <a:lnTo>
                    <a:pt x="17261" y="2275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58" name="Input_receptor__1457">
              <a:extLst>
                <a:ext uri="{FF2B5EF4-FFF2-40B4-BE49-F238E27FC236}">
                  <a16:creationId xmlns:a16="http://schemas.microsoft.com/office/drawing/2014/main" id="{9B190CE7-EFA7-4BA2-4342-4D5317808418}"/>
                </a:ext>
              </a:extLst>
            </p:cNvPr>
            <p:cNvSpPr>
              <a:spLocks noGrp="1"/>
            </p:cNvSpPr>
            <p:nvPr/>
          </p:nvSpPr>
          <p:spPr>
            <a:xfrm>
              <a:off x="1159307" y="4827461"/>
              <a:ext cx="814" cy="34239"/>
            </a:xfrm>
            <a:custGeom>
              <a:avLst/>
              <a:gdLst/>
              <a:ahLst/>
              <a:cxnLst/>
              <a:rect l="0" t="0" r="0" b="0"/>
              <a:pathLst>
                <a:path w="814" h="34239">
                  <a:moveTo>
                    <a:pt x="814" y="34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59" name="Input_receptor__1458">
              <a:extLst>
                <a:ext uri="{FF2B5EF4-FFF2-40B4-BE49-F238E27FC236}">
                  <a16:creationId xmlns:a16="http://schemas.microsoft.com/office/drawing/2014/main" id="{62AC826F-8B54-5F17-5AA5-8936C0B144D5}"/>
                </a:ext>
              </a:extLst>
            </p:cNvPr>
            <p:cNvSpPr>
              <a:spLocks noGrp="1"/>
            </p:cNvSpPr>
            <p:nvPr/>
          </p:nvSpPr>
          <p:spPr>
            <a:xfrm>
              <a:off x="1423741" y="4641576"/>
              <a:ext cx="11818" cy="46381"/>
            </a:xfrm>
            <a:custGeom>
              <a:avLst/>
              <a:gdLst/>
              <a:ahLst/>
              <a:cxnLst/>
              <a:rect l="0" t="0" r="0" b="0"/>
              <a:pathLst>
                <a:path w="11818" h="46381">
                  <a:moveTo>
                    <a:pt x="0" y="0"/>
                  </a:moveTo>
                  <a:lnTo>
                    <a:pt x="11818" y="46381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0" name="Input_receptor__1459">
              <a:extLst>
                <a:ext uri="{FF2B5EF4-FFF2-40B4-BE49-F238E27FC236}">
                  <a16:creationId xmlns:a16="http://schemas.microsoft.com/office/drawing/2014/main" id="{3F8E31B6-D5AA-65DF-6B5E-EBFD25AC4DAB}"/>
                </a:ext>
              </a:extLst>
            </p:cNvPr>
            <p:cNvSpPr>
              <a:spLocks noGrp="1"/>
            </p:cNvSpPr>
            <p:nvPr/>
          </p:nvSpPr>
          <p:spPr>
            <a:xfrm>
              <a:off x="1143711" y="4974921"/>
              <a:ext cx="31405" cy="19980"/>
            </a:xfrm>
            <a:custGeom>
              <a:avLst/>
              <a:gdLst/>
              <a:ahLst/>
              <a:cxnLst/>
              <a:rect l="0" t="0" r="0" b="0"/>
              <a:pathLst>
                <a:path w="31405" h="19980">
                  <a:moveTo>
                    <a:pt x="0" y="0"/>
                  </a:moveTo>
                  <a:lnTo>
                    <a:pt x="31405" y="1998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1" name="Input_receptor__1460">
              <a:extLst>
                <a:ext uri="{FF2B5EF4-FFF2-40B4-BE49-F238E27FC236}">
                  <a16:creationId xmlns:a16="http://schemas.microsoft.com/office/drawing/2014/main" id="{F3255FE7-FEC2-EAAA-1510-E0700CBA779A}"/>
                </a:ext>
              </a:extLst>
            </p:cNvPr>
            <p:cNvSpPr>
              <a:spLocks noGrp="1"/>
            </p:cNvSpPr>
            <p:nvPr/>
          </p:nvSpPr>
          <p:spPr>
            <a:xfrm>
              <a:off x="1495803" y="4208135"/>
              <a:ext cx="46280" cy="8029"/>
            </a:xfrm>
            <a:custGeom>
              <a:avLst/>
              <a:gdLst/>
              <a:ahLst/>
              <a:cxnLst/>
              <a:rect l="0" t="0" r="0" b="0"/>
              <a:pathLst>
                <a:path w="46280" h="8029">
                  <a:moveTo>
                    <a:pt x="46280" y="0"/>
                  </a:moveTo>
                  <a:lnTo>
                    <a:pt x="0" y="8029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2" name="Input_receptor__1461">
              <a:extLst>
                <a:ext uri="{FF2B5EF4-FFF2-40B4-BE49-F238E27FC236}">
                  <a16:creationId xmlns:a16="http://schemas.microsoft.com/office/drawing/2014/main" id="{2AB5E7C9-992A-2891-462C-A30F5D24BFE6}"/>
                </a:ext>
              </a:extLst>
            </p:cNvPr>
            <p:cNvSpPr>
              <a:spLocks noGrp="1"/>
            </p:cNvSpPr>
            <p:nvPr/>
          </p:nvSpPr>
          <p:spPr>
            <a:xfrm>
              <a:off x="1486857" y="4365882"/>
              <a:ext cx="34329" cy="33157"/>
            </a:xfrm>
            <a:custGeom>
              <a:avLst/>
              <a:gdLst/>
              <a:ahLst/>
              <a:cxnLst/>
              <a:rect l="0" t="0" r="0" b="0"/>
              <a:pathLst>
                <a:path w="34329" h="33157">
                  <a:moveTo>
                    <a:pt x="0" y="0"/>
                  </a:moveTo>
                  <a:lnTo>
                    <a:pt x="34329" y="33157"/>
                  </a:lnTo>
                </a:path>
              </a:pathLst>
            </a:custGeom>
            <a:noFill/>
            <a:ln w="20003">
              <a:solidFill>
                <a:srgbClr val="95A6B1"/>
              </a:solidFill>
            </a:ln>
          </p:spPr>
        </p:sp>
        <p:sp>
          <p:nvSpPr>
            <p:cNvPr id="1463" name="Input_receptor__1462">
              <a:extLst>
                <a:ext uri="{FF2B5EF4-FFF2-40B4-BE49-F238E27FC236}">
                  <a16:creationId xmlns:a16="http://schemas.microsoft.com/office/drawing/2014/main" id="{928687CE-7BC9-EBD0-FA2C-C91FEC7B401C}"/>
                </a:ext>
              </a:extLst>
            </p:cNvPr>
            <p:cNvSpPr>
              <a:spLocks noGrp="1"/>
            </p:cNvSpPr>
            <p:nvPr/>
          </p:nvSpPr>
          <p:spPr>
            <a:xfrm>
              <a:off x="1008173" y="4471034"/>
              <a:ext cx="40003" cy="21414"/>
            </a:xfrm>
            <a:custGeom>
              <a:avLst/>
              <a:gdLst/>
              <a:ahLst/>
              <a:cxnLst/>
              <a:rect l="0" t="0" r="0" b="0"/>
              <a:pathLst>
                <a:path w="40003" h="21414">
                  <a:moveTo>
                    <a:pt x="40003" y="0"/>
                  </a:moveTo>
                  <a:lnTo>
                    <a:pt x="0" y="21414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4" name="Input_receptor__1463">
              <a:extLst>
                <a:ext uri="{FF2B5EF4-FFF2-40B4-BE49-F238E27FC236}">
                  <a16:creationId xmlns:a16="http://schemas.microsoft.com/office/drawing/2014/main" id="{C11F45C8-DC80-B75F-2D94-76B74BD4B704}"/>
                </a:ext>
              </a:extLst>
            </p:cNvPr>
            <p:cNvSpPr>
              <a:spLocks noGrp="1"/>
            </p:cNvSpPr>
            <p:nvPr/>
          </p:nvSpPr>
          <p:spPr>
            <a:xfrm>
              <a:off x="968812" y="5011313"/>
              <a:ext cx="24784" cy="24900"/>
            </a:xfrm>
            <a:custGeom>
              <a:avLst/>
              <a:gdLst/>
              <a:ahLst/>
              <a:cxnLst/>
              <a:rect l="0" t="0" r="0" b="0"/>
              <a:pathLst>
                <a:path w="24784" h="24900">
                  <a:moveTo>
                    <a:pt x="24784" y="0"/>
                  </a:moveTo>
                  <a:lnTo>
                    <a:pt x="0" y="2490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5" name="Input_receptor__1464">
              <a:extLst>
                <a:ext uri="{FF2B5EF4-FFF2-40B4-BE49-F238E27FC236}">
                  <a16:creationId xmlns:a16="http://schemas.microsoft.com/office/drawing/2014/main" id="{11B135F8-2DBB-2F9C-484D-C3A715B487EE}"/>
                </a:ext>
              </a:extLst>
            </p:cNvPr>
            <p:cNvSpPr>
              <a:spLocks noGrp="1"/>
            </p:cNvSpPr>
            <p:nvPr/>
          </p:nvSpPr>
          <p:spPr>
            <a:xfrm>
              <a:off x="908279" y="4446710"/>
              <a:ext cx="2123" cy="30082"/>
            </a:xfrm>
            <a:custGeom>
              <a:avLst/>
              <a:gdLst/>
              <a:ahLst/>
              <a:cxnLst/>
              <a:rect l="0" t="0" r="0" b="0"/>
              <a:pathLst>
                <a:path w="2123" h="30082">
                  <a:moveTo>
                    <a:pt x="2123" y="30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5A6B1"/>
              </a:solidFill>
            </a:ln>
          </p:spPr>
        </p:sp>
        <p:sp>
          <p:nvSpPr>
            <p:cNvPr id="1466" name="Input_receptor__1465">
              <a:extLst>
                <a:ext uri="{FF2B5EF4-FFF2-40B4-BE49-F238E27FC236}">
                  <a16:creationId xmlns:a16="http://schemas.microsoft.com/office/drawing/2014/main" id="{94A1AB0C-85E4-89D5-4512-8958AEBF5297}"/>
                </a:ext>
              </a:extLst>
            </p:cNvPr>
            <p:cNvSpPr>
              <a:spLocks noGrp="1"/>
            </p:cNvSpPr>
            <p:nvPr/>
          </p:nvSpPr>
          <p:spPr>
            <a:xfrm>
              <a:off x="1586291" y="4802477"/>
              <a:ext cx="11989" cy="44333"/>
            </a:xfrm>
            <a:custGeom>
              <a:avLst/>
              <a:gdLst/>
              <a:ahLst/>
              <a:cxnLst/>
              <a:rect l="0" t="0" r="0" b="0"/>
              <a:pathLst>
                <a:path w="11989" h="44333">
                  <a:moveTo>
                    <a:pt x="11989" y="443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5A6B2"/>
              </a:solidFill>
            </a:ln>
          </p:spPr>
        </p:sp>
        <p:sp>
          <p:nvSpPr>
            <p:cNvPr id="1467" name="Input_receptor__1466">
              <a:extLst>
                <a:ext uri="{FF2B5EF4-FFF2-40B4-BE49-F238E27FC236}">
                  <a16:creationId xmlns:a16="http://schemas.microsoft.com/office/drawing/2014/main" id="{1F574A41-9926-8CFF-A0C0-AF79920846CB}"/>
                </a:ext>
              </a:extLst>
            </p:cNvPr>
            <p:cNvSpPr>
              <a:spLocks noGrp="1"/>
            </p:cNvSpPr>
            <p:nvPr/>
          </p:nvSpPr>
          <p:spPr>
            <a:xfrm>
              <a:off x="1214268" y="4829149"/>
              <a:ext cx="7134" cy="42987"/>
            </a:xfrm>
            <a:custGeom>
              <a:avLst/>
              <a:gdLst/>
              <a:ahLst/>
              <a:cxnLst/>
              <a:rect l="0" t="0" r="0" b="0"/>
              <a:pathLst>
                <a:path w="7134" h="42987">
                  <a:moveTo>
                    <a:pt x="0" y="42987"/>
                  </a:moveTo>
                  <a:lnTo>
                    <a:pt x="7134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68" name="Input_receptor__1467">
              <a:extLst>
                <a:ext uri="{FF2B5EF4-FFF2-40B4-BE49-F238E27FC236}">
                  <a16:creationId xmlns:a16="http://schemas.microsoft.com/office/drawing/2014/main" id="{4D127E57-962B-7BB8-80FA-B3CE8A354583}"/>
                </a:ext>
              </a:extLst>
            </p:cNvPr>
            <p:cNvSpPr>
              <a:spLocks noGrp="1"/>
            </p:cNvSpPr>
            <p:nvPr/>
          </p:nvSpPr>
          <p:spPr>
            <a:xfrm>
              <a:off x="692447" y="4451797"/>
              <a:ext cx="26162" cy="35599"/>
            </a:xfrm>
            <a:custGeom>
              <a:avLst/>
              <a:gdLst/>
              <a:ahLst/>
              <a:cxnLst/>
              <a:rect l="0" t="0" r="0" b="0"/>
              <a:pathLst>
                <a:path w="26162" h="35599">
                  <a:moveTo>
                    <a:pt x="0" y="35599"/>
                  </a:moveTo>
                  <a:lnTo>
                    <a:pt x="26162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69" name="Input_receptor__1468">
              <a:extLst>
                <a:ext uri="{FF2B5EF4-FFF2-40B4-BE49-F238E27FC236}">
                  <a16:creationId xmlns:a16="http://schemas.microsoft.com/office/drawing/2014/main" id="{558907DE-4F81-0285-0F3C-D431847B002B}"/>
                </a:ext>
              </a:extLst>
            </p:cNvPr>
            <p:cNvSpPr>
              <a:spLocks noGrp="1"/>
            </p:cNvSpPr>
            <p:nvPr/>
          </p:nvSpPr>
          <p:spPr>
            <a:xfrm>
              <a:off x="863602" y="4923139"/>
              <a:ext cx="39054" cy="11538"/>
            </a:xfrm>
            <a:custGeom>
              <a:avLst/>
              <a:gdLst/>
              <a:ahLst/>
              <a:cxnLst/>
              <a:rect l="0" t="0" r="0" b="0"/>
              <a:pathLst>
                <a:path w="39054" h="11538">
                  <a:moveTo>
                    <a:pt x="39054" y="0"/>
                  </a:moveTo>
                  <a:lnTo>
                    <a:pt x="0" y="11538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0" name="Input_receptor__1469">
              <a:extLst>
                <a:ext uri="{FF2B5EF4-FFF2-40B4-BE49-F238E27FC236}">
                  <a16:creationId xmlns:a16="http://schemas.microsoft.com/office/drawing/2014/main" id="{4479B79D-F034-2FC0-0C21-3FA92984D448}"/>
                </a:ext>
              </a:extLst>
            </p:cNvPr>
            <p:cNvSpPr>
              <a:spLocks noGrp="1"/>
            </p:cNvSpPr>
            <p:nvPr/>
          </p:nvSpPr>
          <p:spPr>
            <a:xfrm>
              <a:off x="1086411" y="4857191"/>
              <a:ext cx="20267" cy="1725"/>
            </a:xfrm>
            <a:custGeom>
              <a:avLst/>
              <a:gdLst/>
              <a:ahLst/>
              <a:cxnLst/>
              <a:rect l="0" t="0" r="0" b="0"/>
              <a:pathLst>
                <a:path w="20267" h="1725">
                  <a:moveTo>
                    <a:pt x="0" y="1725"/>
                  </a:moveTo>
                  <a:lnTo>
                    <a:pt x="20267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1" name="Input_receptor__1470">
              <a:extLst>
                <a:ext uri="{FF2B5EF4-FFF2-40B4-BE49-F238E27FC236}">
                  <a16:creationId xmlns:a16="http://schemas.microsoft.com/office/drawing/2014/main" id="{E744E1FE-5592-912C-53B7-5E14AE986F3B}"/>
                </a:ext>
              </a:extLst>
            </p:cNvPr>
            <p:cNvSpPr>
              <a:spLocks noGrp="1"/>
            </p:cNvSpPr>
            <p:nvPr/>
          </p:nvSpPr>
          <p:spPr>
            <a:xfrm>
              <a:off x="655891" y="4688848"/>
              <a:ext cx="9889" cy="41688"/>
            </a:xfrm>
            <a:custGeom>
              <a:avLst/>
              <a:gdLst/>
              <a:ahLst/>
              <a:cxnLst/>
              <a:rect l="0" t="0" r="0" b="0"/>
              <a:pathLst>
                <a:path w="9889" h="41688">
                  <a:moveTo>
                    <a:pt x="9889" y="416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2" name="Input_receptor__1471">
              <a:extLst>
                <a:ext uri="{FF2B5EF4-FFF2-40B4-BE49-F238E27FC236}">
                  <a16:creationId xmlns:a16="http://schemas.microsoft.com/office/drawing/2014/main" id="{5370B3B3-E7E8-D8B2-D83F-628F95F34A2D}"/>
                </a:ext>
              </a:extLst>
            </p:cNvPr>
            <p:cNvSpPr>
              <a:spLocks noGrp="1"/>
            </p:cNvSpPr>
            <p:nvPr/>
          </p:nvSpPr>
          <p:spPr>
            <a:xfrm>
              <a:off x="906845" y="4836935"/>
              <a:ext cx="4486" cy="9847"/>
            </a:xfrm>
            <a:custGeom>
              <a:avLst/>
              <a:gdLst/>
              <a:ahLst/>
              <a:cxnLst/>
              <a:rect l="0" t="0" r="0" b="0"/>
              <a:pathLst>
                <a:path w="4486" h="9847">
                  <a:moveTo>
                    <a:pt x="4486" y="98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3" name="Input_receptor__1472">
              <a:extLst>
                <a:ext uri="{FF2B5EF4-FFF2-40B4-BE49-F238E27FC236}">
                  <a16:creationId xmlns:a16="http://schemas.microsoft.com/office/drawing/2014/main" id="{FD606604-267A-04A9-0089-087C3F8C7E97}"/>
                </a:ext>
              </a:extLst>
            </p:cNvPr>
            <p:cNvSpPr>
              <a:spLocks noGrp="1"/>
            </p:cNvSpPr>
            <p:nvPr/>
          </p:nvSpPr>
          <p:spPr>
            <a:xfrm>
              <a:off x="673378" y="4586394"/>
              <a:ext cx="5635" cy="46831"/>
            </a:xfrm>
            <a:custGeom>
              <a:avLst/>
              <a:gdLst/>
              <a:ahLst/>
              <a:cxnLst/>
              <a:rect l="0" t="0" r="0" b="0"/>
              <a:pathLst>
                <a:path w="5635" h="46831">
                  <a:moveTo>
                    <a:pt x="5635" y="46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4" name="Input_receptor__1473">
              <a:extLst>
                <a:ext uri="{FF2B5EF4-FFF2-40B4-BE49-F238E27FC236}">
                  <a16:creationId xmlns:a16="http://schemas.microsoft.com/office/drawing/2014/main" id="{D1251E2B-385A-D24F-25B8-E0F5DEAC327E}"/>
                </a:ext>
              </a:extLst>
            </p:cNvPr>
            <p:cNvSpPr>
              <a:spLocks noGrp="1"/>
            </p:cNvSpPr>
            <p:nvPr/>
          </p:nvSpPr>
          <p:spPr>
            <a:xfrm>
              <a:off x="989497" y="4771959"/>
              <a:ext cx="9945" cy="24101"/>
            </a:xfrm>
            <a:custGeom>
              <a:avLst/>
              <a:gdLst/>
              <a:ahLst/>
              <a:cxnLst/>
              <a:rect l="0" t="0" r="0" b="0"/>
              <a:pathLst>
                <a:path w="9945" h="24101">
                  <a:moveTo>
                    <a:pt x="0" y="0"/>
                  </a:moveTo>
                  <a:lnTo>
                    <a:pt x="9945" y="24101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5" name="Input_receptor__1474">
              <a:extLst>
                <a:ext uri="{FF2B5EF4-FFF2-40B4-BE49-F238E27FC236}">
                  <a16:creationId xmlns:a16="http://schemas.microsoft.com/office/drawing/2014/main" id="{7E6BB42C-0BA1-93A7-73B6-0AED003A8474}"/>
                </a:ext>
              </a:extLst>
            </p:cNvPr>
            <p:cNvSpPr>
              <a:spLocks noGrp="1"/>
            </p:cNvSpPr>
            <p:nvPr/>
          </p:nvSpPr>
          <p:spPr>
            <a:xfrm>
              <a:off x="1048176" y="4441365"/>
              <a:ext cx="24206" cy="29670"/>
            </a:xfrm>
            <a:custGeom>
              <a:avLst/>
              <a:gdLst/>
              <a:ahLst/>
              <a:cxnLst/>
              <a:rect l="0" t="0" r="0" b="0"/>
              <a:pathLst>
                <a:path w="24206" h="29670">
                  <a:moveTo>
                    <a:pt x="24206" y="0"/>
                  </a:moveTo>
                  <a:lnTo>
                    <a:pt x="0" y="29670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6" name="Input_receptor__1475">
              <a:extLst>
                <a:ext uri="{FF2B5EF4-FFF2-40B4-BE49-F238E27FC236}">
                  <a16:creationId xmlns:a16="http://schemas.microsoft.com/office/drawing/2014/main" id="{A193163A-60EC-80AF-4989-A8AA2DC31DD2}"/>
                </a:ext>
              </a:extLst>
            </p:cNvPr>
            <p:cNvSpPr>
              <a:spLocks noGrp="1"/>
            </p:cNvSpPr>
            <p:nvPr/>
          </p:nvSpPr>
          <p:spPr>
            <a:xfrm>
              <a:off x="946871" y="4523721"/>
              <a:ext cx="18196" cy="44476"/>
            </a:xfrm>
            <a:custGeom>
              <a:avLst/>
              <a:gdLst/>
              <a:ahLst/>
              <a:cxnLst/>
              <a:rect l="0" t="0" r="0" b="0"/>
              <a:pathLst>
                <a:path w="18196" h="44476">
                  <a:moveTo>
                    <a:pt x="0" y="0"/>
                  </a:moveTo>
                  <a:lnTo>
                    <a:pt x="18196" y="44476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7" name="Input_receptor__1476">
              <a:extLst>
                <a:ext uri="{FF2B5EF4-FFF2-40B4-BE49-F238E27FC236}">
                  <a16:creationId xmlns:a16="http://schemas.microsoft.com/office/drawing/2014/main" id="{66038C77-3943-ED5C-F63F-8FA849C00D00}"/>
                </a:ext>
              </a:extLst>
            </p:cNvPr>
            <p:cNvSpPr>
              <a:spLocks noGrp="1"/>
            </p:cNvSpPr>
            <p:nvPr/>
          </p:nvSpPr>
          <p:spPr>
            <a:xfrm>
              <a:off x="846566" y="4934678"/>
              <a:ext cx="17037" cy="29256"/>
            </a:xfrm>
            <a:custGeom>
              <a:avLst/>
              <a:gdLst/>
              <a:ahLst/>
              <a:cxnLst/>
              <a:rect l="0" t="0" r="0" b="0"/>
              <a:pathLst>
                <a:path w="17037" h="29256">
                  <a:moveTo>
                    <a:pt x="17037" y="0"/>
                  </a:moveTo>
                  <a:lnTo>
                    <a:pt x="0" y="29256"/>
                  </a:lnTo>
                </a:path>
              </a:pathLst>
            </a:custGeom>
            <a:noFill/>
            <a:ln w="8096">
              <a:solidFill>
                <a:srgbClr val="96A6B2"/>
              </a:solidFill>
            </a:ln>
          </p:spPr>
        </p:sp>
        <p:sp>
          <p:nvSpPr>
            <p:cNvPr id="1478" name="Input_receptor__1477">
              <a:extLst>
                <a:ext uri="{FF2B5EF4-FFF2-40B4-BE49-F238E27FC236}">
                  <a16:creationId xmlns:a16="http://schemas.microsoft.com/office/drawing/2014/main" id="{A12BEA4A-B57C-17A4-5954-3F9B8E7F517C}"/>
                </a:ext>
              </a:extLst>
            </p:cNvPr>
            <p:cNvSpPr>
              <a:spLocks noGrp="1"/>
            </p:cNvSpPr>
            <p:nvPr/>
          </p:nvSpPr>
          <p:spPr>
            <a:xfrm>
              <a:off x="1542083" y="4179570"/>
              <a:ext cx="27511" cy="28565"/>
            </a:xfrm>
            <a:custGeom>
              <a:avLst/>
              <a:gdLst/>
              <a:ahLst/>
              <a:cxnLst/>
              <a:rect l="0" t="0" r="0" b="0"/>
              <a:pathLst>
                <a:path w="27511" h="28565">
                  <a:moveTo>
                    <a:pt x="27511" y="0"/>
                  </a:moveTo>
                  <a:lnTo>
                    <a:pt x="0" y="28565"/>
                  </a:lnTo>
                </a:path>
              </a:pathLst>
            </a:custGeom>
            <a:noFill/>
            <a:ln w="20003">
              <a:solidFill>
                <a:srgbClr val="96A6B2"/>
              </a:solidFill>
            </a:ln>
          </p:spPr>
        </p:sp>
        <p:sp>
          <p:nvSpPr>
            <p:cNvPr id="1479" name="Input_receptor__1478">
              <a:extLst>
                <a:ext uri="{FF2B5EF4-FFF2-40B4-BE49-F238E27FC236}">
                  <a16:creationId xmlns:a16="http://schemas.microsoft.com/office/drawing/2014/main" id="{178A63AA-FD40-091D-BEE2-EB37F40A46A2}"/>
                </a:ext>
              </a:extLst>
            </p:cNvPr>
            <p:cNvSpPr>
              <a:spLocks noGrp="1"/>
            </p:cNvSpPr>
            <p:nvPr/>
          </p:nvSpPr>
          <p:spPr>
            <a:xfrm>
              <a:off x="1197278" y="4598860"/>
              <a:ext cx="20925" cy="42519"/>
            </a:xfrm>
            <a:custGeom>
              <a:avLst/>
              <a:gdLst/>
              <a:ahLst/>
              <a:cxnLst/>
              <a:rect l="0" t="0" r="0" b="0"/>
              <a:pathLst>
                <a:path w="20925" h="42519">
                  <a:moveTo>
                    <a:pt x="0" y="42519"/>
                  </a:moveTo>
                  <a:lnTo>
                    <a:pt x="20925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0" name="Input_receptor__1479">
              <a:extLst>
                <a:ext uri="{FF2B5EF4-FFF2-40B4-BE49-F238E27FC236}">
                  <a16:creationId xmlns:a16="http://schemas.microsoft.com/office/drawing/2014/main" id="{6D8E2C7C-E47D-D9ED-40EE-AF28894F0652}"/>
                </a:ext>
              </a:extLst>
            </p:cNvPr>
            <p:cNvSpPr>
              <a:spLocks noGrp="1"/>
            </p:cNvSpPr>
            <p:nvPr/>
          </p:nvSpPr>
          <p:spPr>
            <a:xfrm>
              <a:off x="1482732" y="4630869"/>
              <a:ext cx="2373" cy="21138"/>
            </a:xfrm>
            <a:custGeom>
              <a:avLst/>
              <a:gdLst/>
              <a:ahLst/>
              <a:cxnLst/>
              <a:rect l="0" t="0" r="0" b="0"/>
              <a:pathLst>
                <a:path w="2373" h="21138">
                  <a:moveTo>
                    <a:pt x="2373" y="0"/>
                  </a:moveTo>
                  <a:lnTo>
                    <a:pt x="0" y="21138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1" name="Input_receptor__1480">
              <a:extLst>
                <a:ext uri="{FF2B5EF4-FFF2-40B4-BE49-F238E27FC236}">
                  <a16:creationId xmlns:a16="http://schemas.microsoft.com/office/drawing/2014/main" id="{60F621E1-5032-17CD-66DC-5606A82C97E9}"/>
                </a:ext>
              </a:extLst>
            </p:cNvPr>
            <p:cNvSpPr>
              <a:spLocks noGrp="1"/>
            </p:cNvSpPr>
            <p:nvPr/>
          </p:nvSpPr>
          <p:spPr>
            <a:xfrm>
              <a:off x="1176797" y="4294439"/>
              <a:ext cx="34824" cy="29480"/>
            </a:xfrm>
            <a:custGeom>
              <a:avLst/>
              <a:gdLst/>
              <a:ahLst/>
              <a:cxnLst/>
              <a:rect l="0" t="0" r="0" b="0"/>
              <a:pathLst>
                <a:path w="34824" h="29480">
                  <a:moveTo>
                    <a:pt x="0" y="29480"/>
                  </a:moveTo>
                  <a:lnTo>
                    <a:pt x="34824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2" name="Input_receptor__1481">
              <a:extLst>
                <a:ext uri="{FF2B5EF4-FFF2-40B4-BE49-F238E27FC236}">
                  <a16:creationId xmlns:a16="http://schemas.microsoft.com/office/drawing/2014/main" id="{16E4E762-0B65-C298-B99F-37983598F3BE}"/>
                </a:ext>
              </a:extLst>
            </p:cNvPr>
            <p:cNvSpPr>
              <a:spLocks noGrp="1"/>
            </p:cNvSpPr>
            <p:nvPr/>
          </p:nvSpPr>
          <p:spPr>
            <a:xfrm>
              <a:off x="1149226" y="4255977"/>
              <a:ext cx="2807" cy="21452"/>
            </a:xfrm>
            <a:custGeom>
              <a:avLst/>
              <a:gdLst/>
              <a:ahLst/>
              <a:cxnLst/>
              <a:rect l="0" t="0" r="0" b="0"/>
              <a:pathLst>
                <a:path w="2807" h="21452">
                  <a:moveTo>
                    <a:pt x="0" y="0"/>
                  </a:moveTo>
                  <a:lnTo>
                    <a:pt x="2807" y="21452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3" name="Input_receptor__1482">
              <a:extLst>
                <a:ext uri="{FF2B5EF4-FFF2-40B4-BE49-F238E27FC236}">
                  <a16:creationId xmlns:a16="http://schemas.microsoft.com/office/drawing/2014/main" id="{9DF0322A-A7C7-0D14-841B-48BE2EF9C417}"/>
                </a:ext>
              </a:extLst>
            </p:cNvPr>
            <p:cNvSpPr>
              <a:spLocks noGrp="1"/>
            </p:cNvSpPr>
            <p:nvPr/>
          </p:nvSpPr>
          <p:spPr>
            <a:xfrm>
              <a:off x="1288012" y="4580136"/>
              <a:ext cx="46554" cy="5818"/>
            </a:xfrm>
            <a:custGeom>
              <a:avLst/>
              <a:gdLst/>
              <a:ahLst/>
              <a:cxnLst/>
              <a:rect l="0" t="0" r="0" b="0"/>
              <a:pathLst>
                <a:path w="46554" h="5818">
                  <a:moveTo>
                    <a:pt x="0" y="0"/>
                  </a:moveTo>
                  <a:lnTo>
                    <a:pt x="46554" y="5818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4" name="Input_receptor__1483">
              <a:extLst>
                <a:ext uri="{FF2B5EF4-FFF2-40B4-BE49-F238E27FC236}">
                  <a16:creationId xmlns:a16="http://schemas.microsoft.com/office/drawing/2014/main" id="{D9D50285-AC9F-E7AE-8921-3CF29ABC7F01}"/>
                </a:ext>
              </a:extLst>
            </p:cNvPr>
            <p:cNvSpPr>
              <a:spLocks noGrp="1"/>
            </p:cNvSpPr>
            <p:nvPr/>
          </p:nvSpPr>
          <p:spPr>
            <a:xfrm>
              <a:off x="1146021" y="4441628"/>
              <a:ext cx="27090" cy="39347"/>
            </a:xfrm>
            <a:custGeom>
              <a:avLst/>
              <a:gdLst/>
              <a:ahLst/>
              <a:cxnLst/>
              <a:rect l="0" t="0" r="0" b="0"/>
              <a:pathLst>
                <a:path w="27090" h="39347">
                  <a:moveTo>
                    <a:pt x="27090" y="393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5" name="Input_receptor__1484">
              <a:extLst>
                <a:ext uri="{FF2B5EF4-FFF2-40B4-BE49-F238E27FC236}">
                  <a16:creationId xmlns:a16="http://schemas.microsoft.com/office/drawing/2014/main" id="{4C183EC5-54EC-7315-1F44-9A28D073E522}"/>
                </a:ext>
              </a:extLst>
            </p:cNvPr>
            <p:cNvSpPr>
              <a:spLocks noGrp="1"/>
            </p:cNvSpPr>
            <p:nvPr/>
          </p:nvSpPr>
          <p:spPr>
            <a:xfrm>
              <a:off x="1059306" y="4716652"/>
              <a:ext cx="33778" cy="33680"/>
            </a:xfrm>
            <a:custGeom>
              <a:avLst/>
              <a:gdLst/>
              <a:ahLst/>
              <a:cxnLst/>
              <a:rect l="0" t="0" r="0" b="0"/>
              <a:pathLst>
                <a:path w="33778" h="33680">
                  <a:moveTo>
                    <a:pt x="0" y="0"/>
                  </a:moveTo>
                  <a:lnTo>
                    <a:pt x="33778" y="3368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6" name="Input_receptor__1485">
              <a:extLst>
                <a:ext uri="{FF2B5EF4-FFF2-40B4-BE49-F238E27FC236}">
                  <a16:creationId xmlns:a16="http://schemas.microsoft.com/office/drawing/2014/main" id="{6025F66F-F0CF-3F10-3CAE-933BA36C56F9}"/>
                </a:ext>
              </a:extLst>
            </p:cNvPr>
            <p:cNvSpPr>
              <a:spLocks noGrp="1"/>
            </p:cNvSpPr>
            <p:nvPr/>
          </p:nvSpPr>
          <p:spPr>
            <a:xfrm>
              <a:off x="1569594" y="4147983"/>
              <a:ext cx="28444" cy="31586"/>
            </a:xfrm>
            <a:custGeom>
              <a:avLst/>
              <a:gdLst/>
              <a:ahLst/>
              <a:cxnLst/>
              <a:rect l="0" t="0" r="0" b="0"/>
              <a:pathLst>
                <a:path w="28444" h="31586">
                  <a:moveTo>
                    <a:pt x="28444" y="0"/>
                  </a:moveTo>
                  <a:lnTo>
                    <a:pt x="0" y="31586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7" name="Input_receptor__1486">
              <a:extLst>
                <a:ext uri="{FF2B5EF4-FFF2-40B4-BE49-F238E27FC236}">
                  <a16:creationId xmlns:a16="http://schemas.microsoft.com/office/drawing/2014/main" id="{22F5EA01-6695-986F-B0D1-C3DBAC6D77AC}"/>
                </a:ext>
              </a:extLst>
            </p:cNvPr>
            <p:cNvSpPr>
              <a:spLocks noGrp="1"/>
            </p:cNvSpPr>
            <p:nvPr/>
          </p:nvSpPr>
          <p:spPr>
            <a:xfrm>
              <a:off x="995827" y="4884654"/>
              <a:ext cx="7984" cy="33082"/>
            </a:xfrm>
            <a:custGeom>
              <a:avLst/>
              <a:gdLst/>
              <a:ahLst/>
              <a:cxnLst/>
              <a:rect l="0" t="0" r="0" b="0"/>
              <a:pathLst>
                <a:path w="7984" h="33082">
                  <a:moveTo>
                    <a:pt x="7984" y="33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88" name="Input_receptor__1487">
              <a:extLst>
                <a:ext uri="{FF2B5EF4-FFF2-40B4-BE49-F238E27FC236}">
                  <a16:creationId xmlns:a16="http://schemas.microsoft.com/office/drawing/2014/main" id="{913E9F58-4492-4B52-A007-55709C682F66}"/>
                </a:ext>
              </a:extLst>
            </p:cNvPr>
            <p:cNvSpPr>
              <a:spLocks noGrp="1"/>
            </p:cNvSpPr>
            <p:nvPr/>
          </p:nvSpPr>
          <p:spPr>
            <a:xfrm>
              <a:off x="1037300" y="4301858"/>
              <a:ext cx="36390" cy="20506"/>
            </a:xfrm>
            <a:custGeom>
              <a:avLst/>
              <a:gdLst/>
              <a:ahLst/>
              <a:cxnLst/>
              <a:rect l="0" t="0" r="0" b="0"/>
              <a:pathLst>
                <a:path w="36390" h="20506">
                  <a:moveTo>
                    <a:pt x="36390" y="205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89" name="Input_receptor__1488">
              <a:extLst>
                <a:ext uri="{FF2B5EF4-FFF2-40B4-BE49-F238E27FC236}">
                  <a16:creationId xmlns:a16="http://schemas.microsoft.com/office/drawing/2014/main" id="{EFB597E2-9539-5404-B2C3-DC964E16FDC1}"/>
                </a:ext>
              </a:extLst>
            </p:cNvPr>
            <p:cNvSpPr>
              <a:spLocks noGrp="1"/>
            </p:cNvSpPr>
            <p:nvPr/>
          </p:nvSpPr>
          <p:spPr>
            <a:xfrm>
              <a:off x="1386578" y="4546616"/>
              <a:ext cx="34758" cy="4091"/>
            </a:xfrm>
            <a:custGeom>
              <a:avLst/>
              <a:gdLst/>
              <a:ahLst/>
              <a:cxnLst/>
              <a:rect l="0" t="0" r="0" b="0"/>
              <a:pathLst>
                <a:path w="34758" h="4091">
                  <a:moveTo>
                    <a:pt x="34758" y="40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0" name="Input_receptor__1489">
              <a:extLst>
                <a:ext uri="{FF2B5EF4-FFF2-40B4-BE49-F238E27FC236}">
                  <a16:creationId xmlns:a16="http://schemas.microsoft.com/office/drawing/2014/main" id="{5390C6B5-1691-81CF-B86E-256E51D6B414}"/>
                </a:ext>
              </a:extLst>
            </p:cNvPr>
            <p:cNvSpPr>
              <a:spLocks noGrp="1"/>
            </p:cNvSpPr>
            <p:nvPr/>
          </p:nvSpPr>
          <p:spPr>
            <a:xfrm>
              <a:off x="1370119" y="4774558"/>
              <a:ext cx="7989" cy="31947"/>
            </a:xfrm>
            <a:custGeom>
              <a:avLst/>
              <a:gdLst/>
              <a:ahLst/>
              <a:cxnLst/>
              <a:rect l="0" t="0" r="0" b="0"/>
              <a:pathLst>
                <a:path w="7989" h="31947">
                  <a:moveTo>
                    <a:pt x="7989" y="0"/>
                  </a:moveTo>
                  <a:lnTo>
                    <a:pt x="0" y="31947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1" name="Input_receptor__1490">
              <a:extLst>
                <a:ext uri="{FF2B5EF4-FFF2-40B4-BE49-F238E27FC236}">
                  <a16:creationId xmlns:a16="http://schemas.microsoft.com/office/drawing/2014/main" id="{437228E8-CB2C-772E-3AAD-2C0DD4BF6A3E}"/>
                </a:ext>
              </a:extLst>
            </p:cNvPr>
            <p:cNvSpPr>
              <a:spLocks noGrp="1"/>
            </p:cNvSpPr>
            <p:nvPr/>
          </p:nvSpPr>
          <p:spPr>
            <a:xfrm>
              <a:off x="1581380" y="4725063"/>
              <a:ext cx="21747" cy="1325"/>
            </a:xfrm>
            <a:custGeom>
              <a:avLst/>
              <a:gdLst/>
              <a:ahLst/>
              <a:cxnLst/>
              <a:rect l="0" t="0" r="0" b="0"/>
              <a:pathLst>
                <a:path w="21747" h="1325">
                  <a:moveTo>
                    <a:pt x="0" y="0"/>
                  </a:moveTo>
                  <a:lnTo>
                    <a:pt x="21747" y="1325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2" name="Input_receptor__1491">
              <a:extLst>
                <a:ext uri="{FF2B5EF4-FFF2-40B4-BE49-F238E27FC236}">
                  <a16:creationId xmlns:a16="http://schemas.microsoft.com/office/drawing/2014/main" id="{04EBF847-5058-F94C-BAFA-7B14A78CED0E}"/>
                </a:ext>
              </a:extLst>
            </p:cNvPr>
            <p:cNvSpPr>
              <a:spLocks noGrp="1"/>
            </p:cNvSpPr>
            <p:nvPr/>
          </p:nvSpPr>
          <p:spPr>
            <a:xfrm>
              <a:off x="1403833" y="4388221"/>
              <a:ext cx="9675" cy="47308"/>
            </a:xfrm>
            <a:custGeom>
              <a:avLst/>
              <a:gdLst/>
              <a:ahLst/>
              <a:cxnLst/>
              <a:rect l="0" t="0" r="0" b="0"/>
              <a:pathLst>
                <a:path w="9675" h="47308">
                  <a:moveTo>
                    <a:pt x="0" y="47308"/>
                  </a:moveTo>
                  <a:lnTo>
                    <a:pt x="9675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3" name="Input_receptor__1492">
              <a:extLst>
                <a:ext uri="{FF2B5EF4-FFF2-40B4-BE49-F238E27FC236}">
                  <a16:creationId xmlns:a16="http://schemas.microsoft.com/office/drawing/2014/main" id="{7C6C7876-6542-05C7-A796-3D8F3A05563A}"/>
                </a:ext>
              </a:extLst>
            </p:cNvPr>
            <p:cNvSpPr>
              <a:spLocks noGrp="1"/>
            </p:cNvSpPr>
            <p:nvPr/>
          </p:nvSpPr>
          <p:spPr>
            <a:xfrm>
              <a:off x="665780" y="4730536"/>
              <a:ext cx="21538" cy="17630"/>
            </a:xfrm>
            <a:custGeom>
              <a:avLst/>
              <a:gdLst/>
              <a:ahLst/>
              <a:cxnLst/>
              <a:rect l="0" t="0" r="0" b="0"/>
              <a:pathLst>
                <a:path w="21538" h="17630">
                  <a:moveTo>
                    <a:pt x="21538" y="176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94" name="Input_receptor__1493">
              <a:extLst>
                <a:ext uri="{FF2B5EF4-FFF2-40B4-BE49-F238E27FC236}">
                  <a16:creationId xmlns:a16="http://schemas.microsoft.com/office/drawing/2014/main" id="{EF1B25CA-330D-F9E8-5F67-3317F1869A58}"/>
                </a:ext>
              </a:extLst>
            </p:cNvPr>
            <p:cNvSpPr>
              <a:spLocks noGrp="1"/>
            </p:cNvSpPr>
            <p:nvPr/>
          </p:nvSpPr>
          <p:spPr>
            <a:xfrm>
              <a:off x="1589708" y="4112971"/>
              <a:ext cx="8330" cy="35013"/>
            </a:xfrm>
            <a:custGeom>
              <a:avLst/>
              <a:gdLst/>
              <a:ahLst/>
              <a:cxnLst/>
              <a:rect l="0" t="0" r="0" b="0"/>
              <a:pathLst>
                <a:path w="8330" h="35013">
                  <a:moveTo>
                    <a:pt x="0" y="0"/>
                  </a:moveTo>
                  <a:lnTo>
                    <a:pt x="8330" y="35013"/>
                  </a:lnTo>
                </a:path>
              </a:pathLst>
            </a:custGeom>
            <a:noFill/>
            <a:ln w="8096">
              <a:solidFill>
                <a:srgbClr val="96A7B2"/>
              </a:solidFill>
            </a:ln>
          </p:spPr>
        </p:sp>
        <p:sp>
          <p:nvSpPr>
            <p:cNvPr id="1495" name="Input_receptor__1494">
              <a:extLst>
                <a:ext uri="{FF2B5EF4-FFF2-40B4-BE49-F238E27FC236}">
                  <a16:creationId xmlns:a16="http://schemas.microsoft.com/office/drawing/2014/main" id="{D686C12C-DB8E-5D49-8C80-F67026950FE7}"/>
                </a:ext>
              </a:extLst>
            </p:cNvPr>
            <p:cNvSpPr>
              <a:spLocks noGrp="1"/>
            </p:cNvSpPr>
            <p:nvPr/>
          </p:nvSpPr>
          <p:spPr>
            <a:xfrm>
              <a:off x="1218203" y="4598860"/>
              <a:ext cx="41801" cy="23464"/>
            </a:xfrm>
            <a:custGeom>
              <a:avLst/>
              <a:gdLst/>
              <a:ahLst/>
              <a:cxnLst/>
              <a:rect l="0" t="0" r="0" b="0"/>
              <a:pathLst>
                <a:path w="41801" h="23464">
                  <a:moveTo>
                    <a:pt x="0" y="0"/>
                  </a:moveTo>
                  <a:lnTo>
                    <a:pt x="41801" y="23464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6" name="Input_receptor__1495">
              <a:extLst>
                <a:ext uri="{FF2B5EF4-FFF2-40B4-BE49-F238E27FC236}">
                  <a16:creationId xmlns:a16="http://schemas.microsoft.com/office/drawing/2014/main" id="{8A5B1D6D-21B3-1556-E7E1-C65C54836F7F}"/>
                </a:ext>
              </a:extLst>
            </p:cNvPr>
            <p:cNvSpPr>
              <a:spLocks noGrp="1"/>
            </p:cNvSpPr>
            <p:nvPr/>
          </p:nvSpPr>
          <p:spPr>
            <a:xfrm>
              <a:off x="1657628" y="4277272"/>
              <a:ext cx="26424" cy="35152"/>
            </a:xfrm>
            <a:custGeom>
              <a:avLst/>
              <a:gdLst/>
              <a:ahLst/>
              <a:cxnLst/>
              <a:rect l="0" t="0" r="0" b="0"/>
              <a:pathLst>
                <a:path w="26424" h="35152">
                  <a:moveTo>
                    <a:pt x="26424" y="351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7" name="Input_receptor__1496">
              <a:extLst>
                <a:ext uri="{FF2B5EF4-FFF2-40B4-BE49-F238E27FC236}">
                  <a16:creationId xmlns:a16="http://schemas.microsoft.com/office/drawing/2014/main" id="{05913A2B-1967-1090-0BC2-2DA045165024}"/>
                </a:ext>
              </a:extLst>
            </p:cNvPr>
            <p:cNvSpPr>
              <a:spLocks noGrp="1"/>
            </p:cNvSpPr>
            <p:nvPr/>
          </p:nvSpPr>
          <p:spPr>
            <a:xfrm>
              <a:off x="902656" y="4923139"/>
              <a:ext cx="7828" cy="47739"/>
            </a:xfrm>
            <a:custGeom>
              <a:avLst/>
              <a:gdLst/>
              <a:ahLst/>
              <a:cxnLst/>
              <a:rect l="0" t="0" r="0" b="0"/>
              <a:pathLst>
                <a:path w="7828" h="47739">
                  <a:moveTo>
                    <a:pt x="7828" y="477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6A7B2"/>
              </a:solidFill>
            </a:ln>
          </p:spPr>
        </p:sp>
        <p:sp>
          <p:nvSpPr>
            <p:cNvPr id="1498" name="Input_receptor__1497">
              <a:extLst>
                <a:ext uri="{FF2B5EF4-FFF2-40B4-BE49-F238E27FC236}">
                  <a16:creationId xmlns:a16="http://schemas.microsoft.com/office/drawing/2014/main" id="{BBBFE822-94DD-8F3D-44CE-EAFDB147B864}"/>
                </a:ext>
              </a:extLst>
            </p:cNvPr>
            <p:cNvSpPr>
              <a:spLocks noGrp="1"/>
            </p:cNvSpPr>
            <p:nvPr/>
          </p:nvSpPr>
          <p:spPr>
            <a:xfrm>
              <a:off x="828206" y="4552646"/>
              <a:ext cx="21151" cy="13720"/>
            </a:xfrm>
            <a:custGeom>
              <a:avLst/>
              <a:gdLst/>
              <a:ahLst/>
              <a:cxnLst/>
              <a:rect l="0" t="0" r="0" b="0"/>
              <a:pathLst>
                <a:path w="21151" h="13720">
                  <a:moveTo>
                    <a:pt x="0" y="13720"/>
                  </a:moveTo>
                  <a:lnTo>
                    <a:pt x="21151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499" name="Input_receptor__1498">
              <a:extLst>
                <a:ext uri="{FF2B5EF4-FFF2-40B4-BE49-F238E27FC236}">
                  <a16:creationId xmlns:a16="http://schemas.microsoft.com/office/drawing/2014/main" id="{23F1B5A2-D9CE-EDF8-BCE0-FE9941EFBBBE}"/>
                </a:ext>
              </a:extLst>
            </p:cNvPr>
            <p:cNvSpPr>
              <a:spLocks noGrp="1"/>
            </p:cNvSpPr>
            <p:nvPr/>
          </p:nvSpPr>
          <p:spPr>
            <a:xfrm>
              <a:off x="1102181" y="4475576"/>
              <a:ext cx="8141" cy="20870"/>
            </a:xfrm>
            <a:custGeom>
              <a:avLst/>
              <a:gdLst/>
              <a:ahLst/>
              <a:cxnLst/>
              <a:rect l="0" t="0" r="0" b="0"/>
              <a:pathLst>
                <a:path w="8141" h="20870">
                  <a:moveTo>
                    <a:pt x="8141" y="20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0" name="Input_receptor__1499">
              <a:extLst>
                <a:ext uri="{FF2B5EF4-FFF2-40B4-BE49-F238E27FC236}">
                  <a16:creationId xmlns:a16="http://schemas.microsoft.com/office/drawing/2014/main" id="{5B1AD45E-862D-E5F1-BB51-D64735E98981}"/>
                </a:ext>
              </a:extLst>
            </p:cNvPr>
            <p:cNvSpPr>
              <a:spLocks noGrp="1"/>
            </p:cNvSpPr>
            <p:nvPr/>
          </p:nvSpPr>
          <p:spPr>
            <a:xfrm>
              <a:off x="673378" y="4560223"/>
              <a:ext cx="38416" cy="26171"/>
            </a:xfrm>
            <a:custGeom>
              <a:avLst/>
              <a:gdLst/>
              <a:ahLst/>
              <a:cxnLst/>
              <a:rect l="0" t="0" r="0" b="0"/>
              <a:pathLst>
                <a:path w="38416" h="26171">
                  <a:moveTo>
                    <a:pt x="0" y="26171"/>
                  </a:moveTo>
                  <a:lnTo>
                    <a:pt x="38416" y="0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1" name="Input_receptor__1500">
              <a:extLst>
                <a:ext uri="{FF2B5EF4-FFF2-40B4-BE49-F238E27FC236}">
                  <a16:creationId xmlns:a16="http://schemas.microsoft.com/office/drawing/2014/main" id="{833AC5CA-C8FA-CFC0-6E0C-778CDC14C5F2}"/>
                </a:ext>
              </a:extLst>
            </p:cNvPr>
            <p:cNvSpPr>
              <a:spLocks noGrp="1"/>
            </p:cNvSpPr>
            <p:nvPr/>
          </p:nvSpPr>
          <p:spPr>
            <a:xfrm>
              <a:off x="957562" y="4711672"/>
              <a:ext cx="37166" cy="24628"/>
            </a:xfrm>
            <a:custGeom>
              <a:avLst/>
              <a:gdLst/>
              <a:ahLst/>
              <a:cxnLst/>
              <a:rect l="0" t="0" r="0" b="0"/>
              <a:pathLst>
                <a:path w="37166" h="24628">
                  <a:moveTo>
                    <a:pt x="37166" y="0"/>
                  </a:moveTo>
                  <a:lnTo>
                    <a:pt x="0" y="24628"/>
                  </a:lnTo>
                </a:path>
              </a:pathLst>
            </a:custGeom>
            <a:noFill/>
            <a:ln w="8096">
              <a:solidFill>
                <a:srgbClr val="97A7B2"/>
              </a:solidFill>
            </a:ln>
          </p:spPr>
        </p:sp>
        <p:sp>
          <p:nvSpPr>
            <p:cNvPr id="1502" name="Input_receptor__1501">
              <a:extLst>
                <a:ext uri="{FF2B5EF4-FFF2-40B4-BE49-F238E27FC236}">
                  <a16:creationId xmlns:a16="http://schemas.microsoft.com/office/drawing/2014/main" id="{55B68EEE-B74D-9AF2-BF7D-80D8CBF7D452}"/>
                </a:ext>
              </a:extLst>
            </p:cNvPr>
            <p:cNvSpPr>
              <a:spLocks noGrp="1"/>
            </p:cNvSpPr>
            <p:nvPr/>
          </p:nvSpPr>
          <p:spPr>
            <a:xfrm>
              <a:off x="1423741" y="4630055"/>
              <a:ext cx="16811" cy="11521"/>
            </a:xfrm>
            <a:custGeom>
              <a:avLst/>
              <a:gdLst/>
              <a:ahLst/>
              <a:cxnLst/>
              <a:rect l="0" t="0" r="0" b="0"/>
              <a:pathLst>
                <a:path w="16811" h="11521">
                  <a:moveTo>
                    <a:pt x="16811" y="0"/>
                  </a:moveTo>
                  <a:lnTo>
                    <a:pt x="0" y="11521"/>
                  </a:lnTo>
                </a:path>
              </a:pathLst>
            </a:custGeom>
            <a:noFill/>
            <a:ln w="20003">
              <a:solidFill>
                <a:srgbClr val="97A7B2"/>
              </a:solidFill>
            </a:ln>
          </p:spPr>
        </p:sp>
        <p:sp>
          <p:nvSpPr>
            <p:cNvPr id="1503" name="Input_receptor__1502">
              <a:extLst>
                <a:ext uri="{FF2B5EF4-FFF2-40B4-BE49-F238E27FC236}">
                  <a16:creationId xmlns:a16="http://schemas.microsoft.com/office/drawing/2014/main" id="{699E76FA-71AD-7424-484A-AA2257F21036}"/>
                </a:ext>
              </a:extLst>
            </p:cNvPr>
            <p:cNvSpPr>
              <a:spLocks noGrp="1"/>
            </p:cNvSpPr>
            <p:nvPr/>
          </p:nvSpPr>
          <p:spPr>
            <a:xfrm>
              <a:off x="999443" y="4796060"/>
              <a:ext cx="39340" cy="22116"/>
            </a:xfrm>
            <a:custGeom>
              <a:avLst/>
              <a:gdLst/>
              <a:ahLst/>
              <a:cxnLst/>
              <a:rect l="0" t="0" r="0" b="0"/>
              <a:pathLst>
                <a:path w="39340" h="22116">
                  <a:moveTo>
                    <a:pt x="0" y="0"/>
                  </a:moveTo>
                  <a:lnTo>
                    <a:pt x="39340" y="22116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4" name="Input_receptor__1503">
              <a:extLst>
                <a:ext uri="{FF2B5EF4-FFF2-40B4-BE49-F238E27FC236}">
                  <a16:creationId xmlns:a16="http://schemas.microsoft.com/office/drawing/2014/main" id="{047AE59D-85FE-B47A-5A41-E630003BAA19}"/>
                </a:ext>
              </a:extLst>
            </p:cNvPr>
            <p:cNvSpPr>
              <a:spLocks noGrp="1"/>
            </p:cNvSpPr>
            <p:nvPr/>
          </p:nvSpPr>
          <p:spPr>
            <a:xfrm>
              <a:off x="1003810" y="4917736"/>
              <a:ext cx="39980" cy="19965"/>
            </a:xfrm>
            <a:custGeom>
              <a:avLst/>
              <a:gdLst/>
              <a:ahLst/>
              <a:cxnLst/>
              <a:rect l="0" t="0" r="0" b="0"/>
              <a:pathLst>
                <a:path w="39980" h="19965">
                  <a:moveTo>
                    <a:pt x="39980" y="199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5" name="Input_receptor__1504">
              <a:extLst>
                <a:ext uri="{FF2B5EF4-FFF2-40B4-BE49-F238E27FC236}">
                  <a16:creationId xmlns:a16="http://schemas.microsoft.com/office/drawing/2014/main" id="{7BA93479-A776-DA4C-7194-BC2F54E58036}"/>
                </a:ext>
              </a:extLst>
            </p:cNvPr>
            <p:cNvSpPr>
              <a:spLocks noGrp="1"/>
            </p:cNvSpPr>
            <p:nvPr/>
          </p:nvSpPr>
          <p:spPr>
            <a:xfrm>
              <a:off x="1479463" y="4784544"/>
              <a:ext cx="34585" cy="29621"/>
            </a:xfrm>
            <a:custGeom>
              <a:avLst/>
              <a:gdLst/>
              <a:ahLst/>
              <a:cxnLst/>
              <a:rect l="0" t="0" r="0" b="0"/>
              <a:pathLst>
                <a:path w="34585" h="29621">
                  <a:moveTo>
                    <a:pt x="34585" y="0"/>
                  </a:moveTo>
                  <a:lnTo>
                    <a:pt x="0" y="29621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6" name="Input_receptor__1505">
              <a:extLst>
                <a:ext uri="{FF2B5EF4-FFF2-40B4-BE49-F238E27FC236}">
                  <a16:creationId xmlns:a16="http://schemas.microsoft.com/office/drawing/2014/main" id="{5CE35569-4427-CAA7-96DB-89A80B7AF1E2}"/>
                </a:ext>
              </a:extLst>
            </p:cNvPr>
            <p:cNvSpPr>
              <a:spLocks noGrp="1"/>
            </p:cNvSpPr>
            <p:nvPr/>
          </p:nvSpPr>
          <p:spPr>
            <a:xfrm>
              <a:off x="1106678" y="4857191"/>
              <a:ext cx="32788" cy="33301"/>
            </a:xfrm>
            <a:custGeom>
              <a:avLst/>
              <a:gdLst/>
              <a:ahLst/>
              <a:cxnLst/>
              <a:rect l="0" t="0" r="0" b="0"/>
              <a:pathLst>
                <a:path w="32788" h="33301">
                  <a:moveTo>
                    <a:pt x="0" y="0"/>
                  </a:moveTo>
                  <a:lnTo>
                    <a:pt x="32788" y="33301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7" name="Input_receptor__1506">
              <a:extLst>
                <a:ext uri="{FF2B5EF4-FFF2-40B4-BE49-F238E27FC236}">
                  <a16:creationId xmlns:a16="http://schemas.microsoft.com/office/drawing/2014/main" id="{3202E5CA-F273-E07A-C61C-300BBDCD3D14}"/>
                </a:ext>
              </a:extLst>
            </p:cNvPr>
            <p:cNvSpPr>
              <a:spLocks noGrp="1"/>
            </p:cNvSpPr>
            <p:nvPr/>
          </p:nvSpPr>
          <p:spPr>
            <a:xfrm>
              <a:off x="1367620" y="4673273"/>
              <a:ext cx="8026" cy="21728"/>
            </a:xfrm>
            <a:custGeom>
              <a:avLst/>
              <a:gdLst/>
              <a:ahLst/>
              <a:cxnLst/>
              <a:rect l="0" t="0" r="0" b="0"/>
              <a:pathLst>
                <a:path w="8026" h="21728">
                  <a:moveTo>
                    <a:pt x="8026" y="0"/>
                  </a:moveTo>
                  <a:lnTo>
                    <a:pt x="0" y="21728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08" name="Input_receptor__1507">
              <a:extLst>
                <a:ext uri="{FF2B5EF4-FFF2-40B4-BE49-F238E27FC236}">
                  <a16:creationId xmlns:a16="http://schemas.microsoft.com/office/drawing/2014/main" id="{7743BF0F-2E0B-DA56-2D63-E2F5A187E99E}"/>
                </a:ext>
              </a:extLst>
            </p:cNvPr>
            <p:cNvSpPr>
              <a:spLocks noGrp="1"/>
            </p:cNvSpPr>
            <p:nvPr/>
          </p:nvSpPr>
          <p:spPr>
            <a:xfrm>
              <a:off x="1240781" y="4358244"/>
              <a:ext cx="45961" cy="15393"/>
            </a:xfrm>
            <a:custGeom>
              <a:avLst/>
              <a:gdLst/>
              <a:ahLst/>
              <a:cxnLst/>
              <a:rect l="0" t="0" r="0" b="0"/>
              <a:pathLst>
                <a:path w="45961" h="15393">
                  <a:moveTo>
                    <a:pt x="0" y="0"/>
                  </a:moveTo>
                  <a:lnTo>
                    <a:pt x="45961" y="15393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09" name="Input_receptor__1508">
              <a:extLst>
                <a:ext uri="{FF2B5EF4-FFF2-40B4-BE49-F238E27FC236}">
                  <a16:creationId xmlns:a16="http://schemas.microsoft.com/office/drawing/2014/main" id="{800CF6B8-402E-1A4A-F0FF-4D6ACD3377ED}"/>
                </a:ext>
              </a:extLst>
            </p:cNvPr>
            <p:cNvSpPr>
              <a:spLocks noGrp="1"/>
            </p:cNvSpPr>
            <p:nvPr/>
          </p:nvSpPr>
          <p:spPr>
            <a:xfrm>
              <a:off x="1534227" y="4822356"/>
              <a:ext cx="5777" cy="22093"/>
            </a:xfrm>
            <a:custGeom>
              <a:avLst/>
              <a:gdLst/>
              <a:ahLst/>
              <a:cxnLst/>
              <a:rect l="0" t="0" r="0" b="0"/>
              <a:pathLst>
                <a:path w="5777" h="22093">
                  <a:moveTo>
                    <a:pt x="0" y="22093"/>
                  </a:moveTo>
                  <a:lnTo>
                    <a:pt x="5777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0" name="Input_receptor__1509">
              <a:extLst>
                <a:ext uri="{FF2B5EF4-FFF2-40B4-BE49-F238E27FC236}">
                  <a16:creationId xmlns:a16="http://schemas.microsoft.com/office/drawing/2014/main" id="{7E129994-4A2C-E405-E14C-9FD70DA862C8}"/>
                </a:ext>
              </a:extLst>
            </p:cNvPr>
            <p:cNvSpPr>
              <a:spLocks noGrp="1"/>
            </p:cNvSpPr>
            <p:nvPr/>
          </p:nvSpPr>
          <p:spPr>
            <a:xfrm>
              <a:off x="1211621" y="4294439"/>
              <a:ext cx="42975" cy="19036"/>
            </a:xfrm>
            <a:custGeom>
              <a:avLst/>
              <a:gdLst/>
              <a:ahLst/>
              <a:cxnLst/>
              <a:rect l="0" t="0" r="0" b="0"/>
              <a:pathLst>
                <a:path w="42975" h="19036">
                  <a:moveTo>
                    <a:pt x="0" y="0"/>
                  </a:moveTo>
                  <a:lnTo>
                    <a:pt x="42975" y="19036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1" name="Input_receptor__1510">
              <a:extLst>
                <a:ext uri="{FF2B5EF4-FFF2-40B4-BE49-F238E27FC236}">
                  <a16:creationId xmlns:a16="http://schemas.microsoft.com/office/drawing/2014/main" id="{B6A60FD3-F70F-FEFE-8B22-2F5315BE29E8}"/>
                </a:ext>
              </a:extLst>
            </p:cNvPr>
            <p:cNvSpPr>
              <a:spLocks noGrp="1"/>
            </p:cNvSpPr>
            <p:nvPr/>
          </p:nvSpPr>
          <p:spPr>
            <a:xfrm>
              <a:off x="1513310" y="4601164"/>
              <a:ext cx="30202" cy="11364"/>
            </a:xfrm>
            <a:custGeom>
              <a:avLst/>
              <a:gdLst/>
              <a:ahLst/>
              <a:cxnLst/>
              <a:rect l="0" t="0" r="0" b="0"/>
              <a:pathLst>
                <a:path w="30202" h="11364">
                  <a:moveTo>
                    <a:pt x="30202" y="113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2" name="Input_receptor__1511">
              <a:extLst>
                <a:ext uri="{FF2B5EF4-FFF2-40B4-BE49-F238E27FC236}">
                  <a16:creationId xmlns:a16="http://schemas.microsoft.com/office/drawing/2014/main" id="{D30C2470-4C2A-8A7E-0187-823ABC79EA09}"/>
                </a:ext>
              </a:extLst>
            </p:cNvPr>
            <p:cNvSpPr>
              <a:spLocks noGrp="1"/>
            </p:cNvSpPr>
            <p:nvPr/>
          </p:nvSpPr>
          <p:spPr>
            <a:xfrm>
              <a:off x="1240781" y="4313475"/>
              <a:ext cx="13816" cy="44769"/>
            </a:xfrm>
            <a:custGeom>
              <a:avLst/>
              <a:gdLst/>
              <a:ahLst/>
              <a:cxnLst/>
              <a:rect l="0" t="0" r="0" b="0"/>
              <a:pathLst>
                <a:path w="13816" h="44769">
                  <a:moveTo>
                    <a:pt x="13816" y="0"/>
                  </a:moveTo>
                  <a:lnTo>
                    <a:pt x="0" y="44769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3" name="Input_receptor__1512">
              <a:extLst>
                <a:ext uri="{FF2B5EF4-FFF2-40B4-BE49-F238E27FC236}">
                  <a16:creationId xmlns:a16="http://schemas.microsoft.com/office/drawing/2014/main" id="{5AFF9095-EE12-4AE8-C3EA-4F3BA64DE21A}"/>
                </a:ext>
              </a:extLst>
            </p:cNvPr>
            <p:cNvSpPr>
              <a:spLocks noGrp="1"/>
            </p:cNvSpPr>
            <p:nvPr/>
          </p:nvSpPr>
          <p:spPr>
            <a:xfrm>
              <a:off x="930550" y="4696541"/>
              <a:ext cx="27013" cy="39758"/>
            </a:xfrm>
            <a:custGeom>
              <a:avLst/>
              <a:gdLst/>
              <a:ahLst/>
              <a:cxnLst/>
              <a:rect l="0" t="0" r="0" b="0"/>
              <a:pathLst>
                <a:path w="27013" h="39758">
                  <a:moveTo>
                    <a:pt x="27013" y="3975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7A7B3"/>
              </a:solidFill>
            </a:ln>
          </p:spPr>
        </p:sp>
        <p:sp>
          <p:nvSpPr>
            <p:cNvPr id="1514" name="Input_receptor__1513">
              <a:extLst>
                <a:ext uri="{FF2B5EF4-FFF2-40B4-BE49-F238E27FC236}">
                  <a16:creationId xmlns:a16="http://schemas.microsoft.com/office/drawing/2014/main" id="{6B82B0E3-2BE3-397D-D8B3-1D2349236246}"/>
                </a:ext>
              </a:extLst>
            </p:cNvPr>
            <p:cNvSpPr>
              <a:spLocks noGrp="1"/>
            </p:cNvSpPr>
            <p:nvPr/>
          </p:nvSpPr>
          <p:spPr>
            <a:xfrm>
              <a:off x="909293" y="4592790"/>
              <a:ext cx="18135" cy="36164"/>
            </a:xfrm>
            <a:custGeom>
              <a:avLst/>
              <a:gdLst/>
              <a:ahLst/>
              <a:cxnLst/>
              <a:rect l="0" t="0" r="0" b="0"/>
              <a:pathLst>
                <a:path w="18135" h="36164">
                  <a:moveTo>
                    <a:pt x="0" y="0"/>
                  </a:moveTo>
                  <a:lnTo>
                    <a:pt x="18135" y="36164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5" name="Input_receptor__1514">
              <a:extLst>
                <a:ext uri="{FF2B5EF4-FFF2-40B4-BE49-F238E27FC236}">
                  <a16:creationId xmlns:a16="http://schemas.microsoft.com/office/drawing/2014/main" id="{5903EE71-A4A7-4189-8C54-B64B632C3892}"/>
                </a:ext>
              </a:extLst>
            </p:cNvPr>
            <p:cNvSpPr>
              <a:spLocks noGrp="1"/>
            </p:cNvSpPr>
            <p:nvPr/>
          </p:nvSpPr>
          <p:spPr>
            <a:xfrm>
              <a:off x="852635" y="4420232"/>
              <a:ext cx="22955" cy="42226"/>
            </a:xfrm>
            <a:custGeom>
              <a:avLst/>
              <a:gdLst/>
              <a:ahLst/>
              <a:cxnLst/>
              <a:rect l="0" t="0" r="0" b="0"/>
              <a:pathLst>
                <a:path w="22955" h="42226">
                  <a:moveTo>
                    <a:pt x="0" y="42226"/>
                  </a:moveTo>
                  <a:lnTo>
                    <a:pt x="22955" y="0"/>
                  </a:lnTo>
                </a:path>
              </a:pathLst>
            </a:custGeom>
            <a:noFill/>
            <a:ln w="20003">
              <a:solidFill>
                <a:srgbClr val="97A7B3"/>
              </a:solidFill>
            </a:ln>
          </p:spPr>
        </p:sp>
        <p:sp>
          <p:nvSpPr>
            <p:cNvPr id="1516" name="Input_receptor__1515">
              <a:extLst>
                <a:ext uri="{FF2B5EF4-FFF2-40B4-BE49-F238E27FC236}">
                  <a16:creationId xmlns:a16="http://schemas.microsoft.com/office/drawing/2014/main" id="{9BF418D9-F32A-4585-05BA-74CCD665245E}"/>
                </a:ext>
              </a:extLst>
            </p:cNvPr>
            <p:cNvSpPr>
              <a:spLocks noGrp="1"/>
            </p:cNvSpPr>
            <p:nvPr/>
          </p:nvSpPr>
          <p:spPr>
            <a:xfrm>
              <a:off x="1154328" y="4994900"/>
              <a:ext cx="20789" cy="38193"/>
            </a:xfrm>
            <a:custGeom>
              <a:avLst/>
              <a:gdLst/>
              <a:ahLst/>
              <a:cxnLst/>
              <a:rect l="0" t="0" r="0" b="0"/>
              <a:pathLst>
                <a:path w="20789" h="38193">
                  <a:moveTo>
                    <a:pt x="20789" y="0"/>
                  </a:moveTo>
                  <a:lnTo>
                    <a:pt x="0" y="38193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17" name="Input_receptor__1516">
              <a:extLst>
                <a:ext uri="{FF2B5EF4-FFF2-40B4-BE49-F238E27FC236}">
                  <a16:creationId xmlns:a16="http://schemas.microsoft.com/office/drawing/2014/main" id="{F3EB24A6-9C2B-ACF4-9CF9-FBFDC7BFA449}"/>
                </a:ext>
              </a:extLst>
            </p:cNvPr>
            <p:cNvSpPr>
              <a:spLocks noGrp="1"/>
            </p:cNvSpPr>
            <p:nvPr/>
          </p:nvSpPr>
          <p:spPr>
            <a:xfrm>
              <a:off x="1197278" y="4641380"/>
              <a:ext cx="19829" cy="18208"/>
            </a:xfrm>
            <a:custGeom>
              <a:avLst/>
              <a:gdLst/>
              <a:ahLst/>
              <a:cxnLst/>
              <a:rect l="0" t="0" r="0" b="0"/>
              <a:pathLst>
                <a:path w="19829" h="18208">
                  <a:moveTo>
                    <a:pt x="19829" y="182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18" name="Input_receptor__1517">
              <a:extLst>
                <a:ext uri="{FF2B5EF4-FFF2-40B4-BE49-F238E27FC236}">
                  <a16:creationId xmlns:a16="http://schemas.microsoft.com/office/drawing/2014/main" id="{00E59D35-B5E5-F52B-D82E-8739D674BE53}"/>
                </a:ext>
              </a:extLst>
            </p:cNvPr>
            <p:cNvSpPr>
              <a:spLocks noGrp="1"/>
            </p:cNvSpPr>
            <p:nvPr/>
          </p:nvSpPr>
          <p:spPr>
            <a:xfrm>
              <a:off x="1478650" y="4588361"/>
              <a:ext cx="34660" cy="12803"/>
            </a:xfrm>
            <a:custGeom>
              <a:avLst/>
              <a:gdLst/>
              <a:ahLst/>
              <a:cxnLst/>
              <a:rect l="0" t="0" r="0" b="0"/>
              <a:pathLst>
                <a:path w="34660" h="12803">
                  <a:moveTo>
                    <a:pt x="34660" y="128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19" name="Input_receptor__1518">
              <a:extLst>
                <a:ext uri="{FF2B5EF4-FFF2-40B4-BE49-F238E27FC236}">
                  <a16:creationId xmlns:a16="http://schemas.microsoft.com/office/drawing/2014/main" id="{925D97CE-42A4-31B4-F4C8-A914FDC88F29}"/>
                </a:ext>
              </a:extLst>
            </p:cNvPr>
            <p:cNvSpPr>
              <a:spLocks noGrp="1"/>
            </p:cNvSpPr>
            <p:nvPr/>
          </p:nvSpPr>
          <p:spPr>
            <a:xfrm>
              <a:off x="1420902" y="4687957"/>
              <a:ext cx="14657" cy="95"/>
            </a:xfrm>
            <a:custGeom>
              <a:avLst/>
              <a:gdLst/>
              <a:ahLst/>
              <a:cxnLst/>
              <a:rect l="0" t="0" r="0" b="0"/>
              <a:pathLst>
                <a:path w="14657" h="95">
                  <a:moveTo>
                    <a:pt x="14657" y="0"/>
                  </a:moveTo>
                  <a:lnTo>
                    <a:pt x="0" y="38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0" name="Input_receptor__1519">
              <a:extLst>
                <a:ext uri="{FF2B5EF4-FFF2-40B4-BE49-F238E27FC236}">
                  <a16:creationId xmlns:a16="http://schemas.microsoft.com/office/drawing/2014/main" id="{CA1A0B53-680C-4569-60C3-249AC3BDD31A}"/>
                </a:ext>
              </a:extLst>
            </p:cNvPr>
            <p:cNvSpPr>
              <a:spLocks noGrp="1"/>
            </p:cNvSpPr>
            <p:nvPr/>
          </p:nvSpPr>
          <p:spPr>
            <a:xfrm>
              <a:off x="1452333" y="4395863"/>
              <a:ext cx="16399" cy="33955"/>
            </a:xfrm>
            <a:custGeom>
              <a:avLst/>
              <a:gdLst/>
              <a:ahLst/>
              <a:cxnLst/>
              <a:rect l="0" t="0" r="0" b="0"/>
              <a:pathLst>
                <a:path w="16399" h="33955">
                  <a:moveTo>
                    <a:pt x="0" y="0"/>
                  </a:moveTo>
                  <a:lnTo>
                    <a:pt x="16399" y="33955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1" name="Input_receptor__1520">
              <a:extLst>
                <a:ext uri="{FF2B5EF4-FFF2-40B4-BE49-F238E27FC236}">
                  <a16:creationId xmlns:a16="http://schemas.microsoft.com/office/drawing/2014/main" id="{B866995C-3442-944F-1119-50A46AC213E6}"/>
                </a:ext>
              </a:extLst>
            </p:cNvPr>
            <p:cNvSpPr>
              <a:spLocks noGrp="1"/>
            </p:cNvSpPr>
            <p:nvPr/>
          </p:nvSpPr>
          <p:spPr>
            <a:xfrm>
              <a:off x="1413508" y="4388221"/>
              <a:ext cx="38824" cy="7642"/>
            </a:xfrm>
            <a:custGeom>
              <a:avLst/>
              <a:gdLst/>
              <a:ahLst/>
              <a:cxnLst/>
              <a:rect l="0" t="0" r="0" b="0"/>
              <a:pathLst>
                <a:path w="38824" h="7642">
                  <a:moveTo>
                    <a:pt x="0" y="0"/>
                  </a:moveTo>
                  <a:lnTo>
                    <a:pt x="38824" y="7642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2" name="Input_receptor__1521">
              <a:extLst>
                <a:ext uri="{FF2B5EF4-FFF2-40B4-BE49-F238E27FC236}">
                  <a16:creationId xmlns:a16="http://schemas.microsoft.com/office/drawing/2014/main" id="{7D022D67-C6CC-497F-BB03-C96747E2E684}"/>
                </a:ext>
              </a:extLst>
            </p:cNvPr>
            <p:cNvSpPr>
              <a:spLocks noGrp="1"/>
            </p:cNvSpPr>
            <p:nvPr/>
          </p:nvSpPr>
          <p:spPr>
            <a:xfrm>
              <a:off x="1038783" y="4815208"/>
              <a:ext cx="35649" cy="2968"/>
            </a:xfrm>
            <a:custGeom>
              <a:avLst/>
              <a:gdLst/>
              <a:ahLst/>
              <a:cxnLst/>
              <a:rect l="0" t="0" r="0" b="0"/>
              <a:pathLst>
                <a:path w="35649" h="2968">
                  <a:moveTo>
                    <a:pt x="0" y="2968"/>
                  </a:moveTo>
                  <a:lnTo>
                    <a:pt x="35649" y="0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23" name="Input_receptor__1522">
              <a:extLst>
                <a:ext uri="{FF2B5EF4-FFF2-40B4-BE49-F238E27FC236}">
                  <a16:creationId xmlns:a16="http://schemas.microsoft.com/office/drawing/2014/main" id="{1B3BF69A-65AD-D18B-3EB0-111C9F5AC972}"/>
                </a:ext>
              </a:extLst>
            </p:cNvPr>
            <p:cNvSpPr>
              <a:spLocks noGrp="1"/>
            </p:cNvSpPr>
            <p:nvPr/>
          </p:nvSpPr>
          <p:spPr>
            <a:xfrm>
              <a:off x="1035029" y="4716652"/>
              <a:ext cx="24276" cy="6680"/>
            </a:xfrm>
            <a:custGeom>
              <a:avLst/>
              <a:gdLst/>
              <a:ahLst/>
              <a:cxnLst/>
              <a:rect l="0" t="0" r="0" b="0"/>
              <a:pathLst>
                <a:path w="24276" h="6680">
                  <a:moveTo>
                    <a:pt x="0" y="6680"/>
                  </a:moveTo>
                  <a:lnTo>
                    <a:pt x="24276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4" name="Input_receptor__1523">
              <a:extLst>
                <a:ext uri="{FF2B5EF4-FFF2-40B4-BE49-F238E27FC236}">
                  <a16:creationId xmlns:a16="http://schemas.microsoft.com/office/drawing/2014/main" id="{51934EAD-E5B2-7BF9-203B-265867588FD3}"/>
                </a:ext>
              </a:extLst>
            </p:cNvPr>
            <p:cNvSpPr>
              <a:spLocks noGrp="1"/>
            </p:cNvSpPr>
            <p:nvPr/>
          </p:nvSpPr>
          <p:spPr>
            <a:xfrm>
              <a:off x="1363787" y="4206149"/>
              <a:ext cx="20391" cy="41678"/>
            </a:xfrm>
            <a:custGeom>
              <a:avLst/>
              <a:gdLst/>
              <a:ahLst/>
              <a:cxnLst/>
              <a:rect l="0" t="0" r="0" b="0"/>
              <a:pathLst>
                <a:path w="20391" h="41678">
                  <a:moveTo>
                    <a:pt x="0" y="41678"/>
                  </a:moveTo>
                  <a:lnTo>
                    <a:pt x="20391" y="0"/>
                  </a:lnTo>
                </a:path>
              </a:pathLst>
            </a:custGeom>
            <a:noFill/>
            <a:ln w="8096">
              <a:solidFill>
                <a:srgbClr val="97A8B3"/>
              </a:solidFill>
            </a:ln>
          </p:spPr>
        </p:sp>
        <p:sp>
          <p:nvSpPr>
            <p:cNvPr id="1525" name="Input_receptor__1524">
              <a:extLst>
                <a:ext uri="{FF2B5EF4-FFF2-40B4-BE49-F238E27FC236}">
                  <a16:creationId xmlns:a16="http://schemas.microsoft.com/office/drawing/2014/main" id="{214E2941-EF0D-85B7-216F-9E82E7A13B52}"/>
                </a:ext>
              </a:extLst>
            </p:cNvPr>
            <p:cNvSpPr>
              <a:spLocks noGrp="1"/>
            </p:cNvSpPr>
            <p:nvPr/>
          </p:nvSpPr>
          <p:spPr>
            <a:xfrm>
              <a:off x="909293" y="4561908"/>
              <a:ext cx="1653" cy="30882"/>
            </a:xfrm>
            <a:custGeom>
              <a:avLst/>
              <a:gdLst/>
              <a:ahLst/>
              <a:cxnLst/>
              <a:rect l="0" t="0" r="0" b="0"/>
              <a:pathLst>
                <a:path w="1653" h="30882">
                  <a:moveTo>
                    <a:pt x="1653" y="0"/>
                  </a:moveTo>
                  <a:lnTo>
                    <a:pt x="0" y="30882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6" name="Input_receptor__1525">
              <a:extLst>
                <a:ext uri="{FF2B5EF4-FFF2-40B4-BE49-F238E27FC236}">
                  <a16:creationId xmlns:a16="http://schemas.microsoft.com/office/drawing/2014/main" id="{FFCB0CF2-5339-58F2-BABD-B5D127A7C627}"/>
                </a:ext>
              </a:extLst>
            </p:cNvPr>
            <p:cNvSpPr>
              <a:spLocks noGrp="1"/>
            </p:cNvSpPr>
            <p:nvPr/>
          </p:nvSpPr>
          <p:spPr>
            <a:xfrm>
              <a:off x="946871" y="4509076"/>
              <a:ext cx="10846" cy="14644"/>
            </a:xfrm>
            <a:custGeom>
              <a:avLst/>
              <a:gdLst/>
              <a:ahLst/>
              <a:cxnLst/>
              <a:rect l="0" t="0" r="0" b="0"/>
              <a:pathLst>
                <a:path w="10846" h="14644">
                  <a:moveTo>
                    <a:pt x="10846" y="0"/>
                  </a:moveTo>
                  <a:lnTo>
                    <a:pt x="0" y="14644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7" name="Input_receptor__1526">
              <a:extLst>
                <a:ext uri="{FF2B5EF4-FFF2-40B4-BE49-F238E27FC236}">
                  <a16:creationId xmlns:a16="http://schemas.microsoft.com/office/drawing/2014/main" id="{52D4648D-7621-3F42-195A-43AF957197EB}"/>
                </a:ext>
              </a:extLst>
            </p:cNvPr>
            <p:cNvSpPr>
              <a:spLocks noGrp="1"/>
            </p:cNvSpPr>
            <p:nvPr/>
          </p:nvSpPr>
          <p:spPr>
            <a:xfrm>
              <a:off x="1183106" y="4856270"/>
              <a:ext cx="31162" cy="15865"/>
            </a:xfrm>
            <a:custGeom>
              <a:avLst/>
              <a:gdLst/>
              <a:ahLst/>
              <a:cxnLst/>
              <a:rect l="0" t="0" r="0" b="0"/>
              <a:pathLst>
                <a:path w="31162" h="15865">
                  <a:moveTo>
                    <a:pt x="0" y="0"/>
                  </a:moveTo>
                  <a:lnTo>
                    <a:pt x="31162" y="15865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8" name="Input_receptor__1527">
              <a:extLst>
                <a:ext uri="{FF2B5EF4-FFF2-40B4-BE49-F238E27FC236}">
                  <a16:creationId xmlns:a16="http://schemas.microsoft.com/office/drawing/2014/main" id="{43D236BA-5608-1BA5-F5CE-35EE30DDF371}"/>
                </a:ext>
              </a:extLst>
            </p:cNvPr>
            <p:cNvSpPr>
              <a:spLocks noGrp="1"/>
            </p:cNvSpPr>
            <p:nvPr/>
          </p:nvSpPr>
          <p:spPr>
            <a:xfrm>
              <a:off x="1072382" y="4441365"/>
              <a:ext cx="29799" cy="34211"/>
            </a:xfrm>
            <a:custGeom>
              <a:avLst/>
              <a:gdLst/>
              <a:ahLst/>
              <a:cxnLst/>
              <a:rect l="0" t="0" r="0" b="0"/>
              <a:pathLst>
                <a:path w="29799" h="34211">
                  <a:moveTo>
                    <a:pt x="29799" y="342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7A8B3"/>
              </a:solidFill>
            </a:ln>
          </p:spPr>
        </p:sp>
        <p:sp>
          <p:nvSpPr>
            <p:cNvPr id="1529" name="Input_receptor__1528">
              <a:extLst>
                <a:ext uri="{FF2B5EF4-FFF2-40B4-BE49-F238E27FC236}">
                  <a16:creationId xmlns:a16="http://schemas.microsoft.com/office/drawing/2014/main" id="{9DDC5A20-2164-3C44-1651-E07C222DEFA5}"/>
                </a:ext>
              </a:extLst>
            </p:cNvPr>
            <p:cNvSpPr>
              <a:spLocks noGrp="1"/>
            </p:cNvSpPr>
            <p:nvPr/>
          </p:nvSpPr>
          <p:spPr>
            <a:xfrm>
              <a:off x="1159307" y="4827461"/>
              <a:ext cx="23800" cy="28809"/>
            </a:xfrm>
            <a:custGeom>
              <a:avLst/>
              <a:gdLst/>
              <a:ahLst/>
              <a:cxnLst/>
              <a:rect l="0" t="0" r="0" b="0"/>
              <a:pathLst>
                <a:path w="23800" h="28809">
                  <a:moveTo>
                    <a:pt x="0" y="0"/>
                  </a:moveTo>
                  <a:lnTo>
                    <a:pt x="23800" y="28809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0" name="Input_receptor__1529">
              <a:extLst>
                <a:ext uri="{FF2B5EF4-FFF2-40B4-BE49-F238E27FC236}">
                  <a16:creationId xmlns:a16="http://schemas.microsoft.com/office/drawing/2014/main" id="{7547758A-6CE6-8DD5-B5F1-69E4DAA5FE18}"/>
                </a:ext>
              </a:extLst>
            </p:cNvPr>
            <p:cNvSpPr>
              <a:spLocks noGrp="1"/>
            </p:cNvSpPr>
            <p:nvPr/>
          </p:nvSpPr>
          <p:spPr>
            <a:xfrm>
              <a:off x="695984" y="4433063"/>
              <a:ext cx="22625" cy="18734"/>
            </a:xfrm>
            <a:custGeom>
              <a:avLst/>
              <a:gdLst/>
              <a:ahLst/>
              <a:cxnLst/>
              <a:rect l="0" t="0" r="0" b="0"/>
              <a:pathLst>
                <a:path w="22625" h="18734">
                  <a:moveTo>
                    <a:pt x="22625" y="187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1" name="Input_receptor__1530">
              <a:extLst>
                <a:ext uri="{FF2B5EF4-FFF2-40B4-BE49-F238E27FC236}">
                  <a16:creationId xmlns:a16="http://schemas.microsoft.com/office/drawing/2014/main" id="{C34D7F72-4BC9-42C4-1C70-121A112A077C}"/>
                </a:ext>
              </a:extLst>
            </p:cNvPr>
            <p:cNvSpPr>
              <a:spLocks noGrp="1"/>
            </p:cNvSpPr>
            <p:nvPr/>
          </p:nvSpPr>
          <p:spPr>
            <a:xfrm>
              <a:off x="1073690" y="4291233"/>
              <a:ext cx="33055" cy="31132"/>
            </a:xfrm>
            <a:custGeom>
              <a:avLst/>
              <a:gdLst/>
              <a:ahLst/>
              <a:cxnLst/>
              <a:rect l="0" t="0" r="0" b="0"/>
              <a:pathLst>
                <a:path w="33055" h="31132">
                  <a:moveTo>
                    <a:pt x="33055" y="0"/>
                  </a:moveTo>
                  <a:lnTo>
                    <a:pt x="0" y="31132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2" name="Input_receptor__1531">
              <a:extLst>
                <a:ext uri="{FF2B5EF4-FFF2-40B4-BE49-F238E27FC236}">
                  <a16:creationId xmlns:a16="http://schemas.microsoft.com/office/drawing/2014/main" id="{EC44F77D-6350-53B3-2409-C3A5286BD38F}"/>
                </a:ext>
              </a:extLst>
            </p:cNvPr>
            <p:cNvSpPr>
              <a:spLocks noGrp="1"/>
            </p:cNvSpPr>
            <p:nvPr/>
          </p:nvSpPr>
          <p:spPr>
            <a:xfrm>
              <a:off x="957114" y="4568197"/>
              <a:ext cx="7954" cy="4783"/>
            </a:xfrm>
            <a:custGeom>
              <a:avLst/>
              <a:gdLst/>
              <a:ahLst/>
              <a:cxnLst/>
              <a:rect l="0" t="0" r="0" b="0"/>
              <a:pathLst>
                <a:path w="7954" h="4783">
                  <a:moveTo>
                    <a:pt x="7954" y="0"/>
                  </a:moveTo>
                  <a:lnTo>
                    <a:pt x="0" y="4783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3" name="Input_receptor__1532">
              <a:extLst>
                <a:ext uri="{FF2B5EF4-FFF2-40B4-BE49-F238E27FC236}">
                  <a16:creationId xmlns:a16="http://schemas.microsoft.com/office/drawing/2014/main" id="{F16552CE-207E-FA4D-71AA-38C857AE80E1}"/>
                </a:ext>
              </a:extLst>
            </p:cNvPr>
            <p:cNvSpPr>
              <a:spLocks noGrp="1"/>
            </p:cNvSpPr>
            <p:nvPr/>
          </p:nvSpPr>
          <p:spPr>
            <a:xfrm>
              <a:off x="1267761" y="4559203"/>
              <a:ext cx="20251" cy="20933"/>
            </a:xfrm>
            <a:custGeom>
              <a:avLst/>
              <a:gdLst/>
              <a:ahLst/>
              <a:cxnLst/>
              <a:rect l="0" t="0" r="0" b="0"/>
              <a:pathLst>
                <a:path w="20251" h="20933">
                  <a:moveTo>
                    <a:pt x="0" y="0"/>
                  </a:moveTo>
                  <a:lnTo>
                    <a:pt x="20251" y="20933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4" name="Input_receptor__1533">
              <a:extLst>
                <a:ext uri="{FF2B5EF4-FFF2-40B4-BE49-F238E27FC236}">
                  <a16:creationId xmlns:a16="http://schemas.microsoft.com/office/drawing/2014/main" id="{B203A215-C2D1-396D-C860-A20FA4C0608F}"/>
                </a:ext>
              </a:extLst>
            </p:cNvPr>
            <p:cNvSpPr>
              <a:spLocks noGrp="1"/>
            </p:cNvSpPr>
            <p:nvPr/>
          </p:nvSpPr>
          <p:spPr>
            <a:xfrm>
              <a:off x="1667749" y="4352009"/>
              <a:ext cx="18214" cy="33396"/>
            </a:xfrm>
            <a:custGeom>
              <a:avLst/>
              <a:gdLst/>
              <a:ahLst/>
              <a:cxnLst/>
              <a:rect l="0" t="0" r="0" b="0"/>
              <a:pathLst>
                <a:path w="18214" h="33396">
                  <a:moveTo>
                    <a:pt x="18214" y="333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5" name="Input_receptor__1534">
              <a:extLst>
                <a:ext uri="{FF2B5EF4-FFF2-40B4-BE49-F238E27FC236}">
                  <a16:creationId xmlns:a16="http://schemas.microsoft.com/office/drawing/2014/main" id="{6374D4A6-90C9-0E48-3B95-2F6F96E8A966}"/>
                </a:ext>
              </a:extLst>
            </p:cNvPr>
            <p:cNvSpPr>
              <a:spLocks noGrp="1"/>
            </p:cNvSpPr>
            <p:nvPr/>
          </p:nvSpPr>
          <p:spPr>
            <a:xfrm>
              <a:off x="1479192" y="4814164"/>
              <a:ext cx="270" cy="21437"/>
            </a:xfrm>
            <a:custGeom>
              <a:avLst/>
              <a:gdLst/>
              <a:ahLst/>
              <a:cxnLst/>
              <a:rect l="0" t="0" r="0" b="0"/>
              <a:pathLst>
                <a:path w="270" h="21437">
                  <a:moveTo>
                    <a:pt x="270" y="0"/>
                  </a:moveTo>
                  <a:lnTo>
                    <a:pt x="0" y="21437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6" name="Input_receptor__1535">
              <a:extLst>
                <a:ext uri="{FF2B5EF4-FFF2-40B4-BE49-F238E27FC236}">
                  <a16:creationId xmlns:a16="http://schemas.microsoft.com/office/drawing/2014/main" id="{6888AA21-F23B-8C65-EC84-704C18F40E51}"/>
                </a:ext>
              </a:extLst>
            </p:cNvPr>
            <p:cNvSpPr>
              <a:spLocks noGrp="1"/>
            </p:cNvSpPr>
            <p:nvPr/>
          </p:nvSpPr>
          <p:spPr>
            <a:xfrm>
              <a:off x="910402" y="4438432"/>
              <a:ext cx="574" cy="38360"/>
            </a:xfrm>
            <a:custGeom>
              <a:avLst/>
              <a:gdLst/>
              <a:ahLst/>
              <a:cxnLst/>
              <a:rect l="0" t="0" r="0" b="0"/>
              <a:pathLst>
                <a:path w="574" h="38360">
                  <a:moveTo>
                    <a:pt x="574" y="0"/>
                  </a:moveTo>
                  <a:lnTo>
                    <a:pt x="0" y="3836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7" name="Input_receptor__1536">
              <a:extLst>
                <a:ext uri="{FF2B5EF4-FFF2-40B4-BE49-F238E27FC236}">
                  <a16:creationId xmlns:a16="http://schemas.microsoft.com/office/drawing/2014/main" id="{E573FE25-FE7B-447B-C503-3823B57D91F6}"/>
                </a:ext>
              </a:extLst>
            </p:cNvPr>
            <p:cNvSpPr>
              <a:spLocks noGrp="1"/>
            </p:cNvSpPr>
            <p:nvPr/>
          </p:nvSpPr>
          <p:spPr>
            <a:xfrm>
              <a:off x="632004" y="4688848"/>
              <a:ext cx="23887" cy="17885"/>
            </a:xfrm>
            <a:custGeom>
              <a:avLst/>
              <a:gdLst/>
              <a:ahLst/>
              <a:cxnLst/>
              <a:rect l="0" t="0" r="0" b="0"/>
              <a:pathLst>
                <a:path w="23887" h="17885">
                  <a:moveTo>
                    <a:pt x="23887" y="0"/>
                  </a:moveTo>
                  <a:lnTo>
                    <a:pt x="0" y="17885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38" name="Input_receptor__1537">
              <a:extLst>
                <a:ext uri="{FF2B5EF4-FFF2-40B4-BE49-F238E27FC236}">
                  <a16:creationId xmlns:a16="http://schemas.microsoft.com/office/drawing/2014/main" id="{4691DC21-F29B-A851-1DC0-F799FD2C120F}"/>
                </a:ext>
              </a:extLst>
            </p:cNvPr>
            <p:cNvSpPr>
              <a:spLocks noGrp="1"/>
            </p:cNvSpPr>
            <p:nvPr/>
          </p:nvSpPr>
          <p:spPr>
            <a:xfrm>
              <a:off x="1549402" y="4678677"/>
              <a:ext cx="46712" cy="8734"/>
            </a:xfrm>
            <a:custGeom>
              <a:avLst/>
              <a:gdLst/>
              <a:ahLst/>
              <a:cxnLst/>
              <a:rect l="0" t="0" r="0" b="0"/>
              <a:pathLst>
                <a:path w="46712" h="8734">
                  <a:moveTo>
                    <a:pt x="46712" y="0"/>
                  </a:moveTo>
                  <a:lnTo>
                    <a:pt x="0" y="8734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39" name="Input_receptor__1538">
              <a:extLst>
                <a:ext uri="{FF2B5EF4-FFF2-40B4-BE49-F238E27FC236}">
                  <a16:creationId xmlns:a16="http://schemas.microsoft.com/office/drawing/2014/main" id="{F69EF5F2-D56B-C0DB-C42D-5DE6FC79518E}"/>
                </a:ext>
              </a:extLst>
            </p:cNvPr>
            <p:cNvSpPr>
              <a:spLocks noGrp="1"/>
            </p:cNvSpPr>
            <p:nvPr/>
          </p:nvSpPr>
          <p:spPr>
            <a:xfrm>
              <a:off x="1440552" y="4630055"/>
              <a:ext cx="42180" cy="21952"/>
            </a:xfrm>
            <a:custGeom>
              <a:avLst/>
              <a:gdLst/>
              <a:ahLst/>
              <a:cxnLst/>
              <a:rect l="0" t="0" r="0" b="0"/>
              <a:pathLst>
                <a:path w="42180" h="21952">
                  <a:moveTo>
                    <a:pt x="42180" y="219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0" name="Input_receptor__1539">
              <a:extLst>
                <a:ext uri="{FF2B5EF4-FFF2-40B4-BE49-F238E27FC236}">
                  <a16:creationId xmlns:a16="http://schemas.microsoft.com/office/drawing/2014/main" id="{8384E3F3-39F2-4D66-FADC-12ADB7163C3B}"/>
                </a:ext>
              </a:extLst>
            </p:cNvPr>
            <p:cNvSpPr>
              <a:spLocks noGrp="1"/>
            </p:cNvSpPr>
            <p:nvPr/>
          </p:nvSpPr>
          <p:spPr>
            <a:xfrm>
              <a:off x="1106746" y="4277429"/>
              <a:ext cx="45287" cy="13804"/>
            </a:xfrm>
            <a:custGeom>
              <a:avLst/>
              <a:gdLst/>
              <a:ahLst/>
              <a:cxnLst/>
              <a:rect l="0" t="0" r="0" b="0"/>
              <a:pathLst>
                <a:path w="45287" h="13804">
                  <a:moveTo>
                    <a:pt x="45287" y="0"/>
                  </a:moveTo>
                  <a:lnTo>
                    <a:pt x="0" y="13804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41" name="Input_receptor__1540">
              <a:extLst>
                <a:ext uri="{FF2B5EF4-FFF2-40B4-BE49-F238E27FC236}">
                  <a16:creationId xmlns:a16="http://schemas.microsoft.com/office/drawing/2014/main" id="{563BC666-8706-1207-87C2-6E2E4355ACD1}"/>
                </a:ext>
              </a:extLst>
            </p:cNvPr>
            <p:cNvSpPr>
              <a:spLocks noGrp="1"/>
            </p:cNvSpPr>
            <p:nvPr/>
          </p:nvSpPr>
          <p:spPr>
            <a:xfrm>
              <a:off x="1514047" y="4784544"/>
              <a:ext cx="25957" cy="37812"/>
            </a:xfrm>
            <a:custGeom>
              <a:avLst/>
              <a:gdLst/>
              <a:ahLst/>
              <a:cxnLst/>
              <a:rect l="0" t="0" r="0" b="0"/>
              <a:pathLst>
                <a:path w="25957" h="37812">
                  <a:moveTo>
                    <a:pt x="25957" y="378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2" name="Input_receptor__1541">
              <a:extLst>
                <a:ext uri="{FF2B5EF4-FFF2-40B4-BE49-F238E27FC236}">
                  <a16:creationId xmlns:a16="http://schemas.microsoft.com/office/drawing/2014/main" id="{BF86158F-C661-ED0F-8593-0F7E309F9C3C}"/>
                </a:ext>
              </a:extLst>
            </p:cNvPr>
            <p:cNvSpPr>
              <a:spLocks noGrp="1"/>
            </p:cNvSpPr>
            <p:nvPr/>
          </p:nvSpPr>
          <p:spPr>
            <a:xfrm>
              <a:off x="1363787" y="4247827"/>
              <a:ext cx="27203" cy="39429"/>
            </a:xfrm>
            <a:custGeom>
              <a:avLst/>
              <a:gdLst/>
              <a:ahLst/>
              <a:cxnLst/>
              <a:rect l="0" t="0" r="0" b="0"/>
              <a:pathLst>
                <a:path w="27203" h="39429">
                  <a:moveTo>
                    <a:pt x="27203" y="394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3"/>
              </a:solidFill>
            </a:ln>
          </p:spPr>
        </p:sp>
        <p:sp>
          <p:nvSpPr>
            <p:cNvPr id="1543" name="Input_receptor__1542">
              <a:extLst>
                <a:ext uri="{FF2B5EF4-FFF2-40B4-BE49-F238E27FC236}">
                  <a16:creationId xmlns:a16="http://schemas.microsoft.com/office/drawing/2014/main" id="{3405ECB6-28C3-633A-4896-A721882745E2}"/>
                </a:ext>
              </a:extLst>
            </p:cNvPr>
            <p:cNvSpPr>
              <a:spLocks noGrp="1"/>
            </p:cNvSpPr>
            <p:nvPr/>
          </p:nvSpPr>
          <p:spPr>
            <a:xfrm>
              <a:off x="706656" y="4518480"/>
              <a:ext cx="5139" cy="41743"/>
            </a:xfrm>
            <a:custGeom>
              <a:avLst/>
              <a:gdLst/>
              <a:ahLst/>
              <a:cxnLst/>
              <a:rect l="0" t="0" r="0" b="0"/>
              <a:pathLst>
                <a:path w="5139" h="41743">
                  <a:moveTo>
                    <a:pt x="5139" y="417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4" name="Input_receptor__1543">
              <a:extLst>
                <a:ext uri="{FF2B5EF4-FFF2-40B4-BE49-F238E27FC236}">
                  <a16:creationId xmlns:a16="http://schemas.microsoft.com/office/drawing/2014/main" id="{9B25B043-DF00-B195-3EE9-7304E9E9FACB}"/>
                </a:ext>
              </a:extLst>
            </p:cNvPr>
            <p:cNvSpPr>
              <a:spLocks noGrp="1"/>
            </p:cNvSpPr>
            <p:nvPr/>
          </p:nvSpPr>
          <p:spPr>
            <a:xfrm>
              <a:off x="860157" y="4616362"/>
              <a:ext cx="10184" cy="43232"/>
            </a:xfrm>
            <a:custGeom>
              <a:avLst/>
              <a:gdLst/>
              <a:ahLst/>
              <a:cxnLst/>
              <a:rect l="0" t="0" r="0" b="0"/>
              <a:pathLst>
                <a:path w="10184" h="43232">
                  <a:moveTo>
                    <a:pt x="0" y="0"/>
                  </a:moveTo>
                  <a:lnTo>
                    <a:pt x="10184" y="43232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5" name="Input_receptor__1544">
              <a:extLst>
                <a:ext uri="{FF2B5EF4-FFF2-40B4-BE49-F238E27FC236}">
                  <a16:creationId xmlns:a16="http://schemas.microsoft.com/office/drawing/2014/main" id="{F29FC399-30A4-8551-1775-801C005C07CD}"/>
                </a:ext>
              </a:extLst>
            </p:cNvPr>
            <p:cNvSpPr>
              <a:spLocks noGrp="1"/>
            </p:cNvSpPr>
            <p:nvPr/>
          </p:nvSpPr>
          <p:spPr>
            <a:xfrm>
              <a:off x="875590" y="4420232"/>
              <a:ext cx="35386" cy="18200"/>
            </a:xfrm>
            <a:custGeom>
              <a:avLst/>
              <a:gdLst/>
              <a:ahLst/>
              <a:cxnLst/>
              <a:rect l="0" t="0" r="0" b="0"/>
              <a:pathLst>
                <a:path w="35386" h="18200">
                  <a:moveTo>
                    <a:pt x="0" y="0"/>
                  </a:moveTo>
                  <a:lnTo>
                    <a:pt x="35386" y="18200"/>
                  </a:lnTo>
                </a:path>
              </a:pathLst>
            </a:custGeom>
            <a:noFill/>
            <a:ln w="20003">
              <a:solidFill>
                <a:srgbClr val="98A8B3"/>
              </a:solidFill>
            </a:ln>
          </p:spPr>
        </p:sp>
        <p:sp>
          <p:nvSpPr>
            <p:cNvPr id="1546" name="Input_receptor__1545">
              <a:extLst>
                <a:ext uri="{FF2B5EF4-FFF2-40B4-BE49-F238E27FC236}">
                  <a16:creationId xmlns:a16="http://schemas.microsoft.com/office/drawing/2014/main" id="{CFF4F800-6D1B-2E3F-89E9-A630A4D0DA7F}"/>
                </a:ext>
              </a:extLst>
            </p:cNvPr>
            <p:cNvSpPr>
              <a:spLocks noGrp="1"/>
            </p:cNvSpPr>
            <p:nvPr/>
          </p:nvSpPr>
          <p:spPr>
            <a:xfrm>
              <a:off x="1596115" y="4678677"/>
              <a:ext cx="7012" cy="47712"/>
            </a:xfrm>
            <a:custGeom>
              <a:avLst/>
              <a:gdLst/>
              <a:ahLst/>
              <a:cxnLst/>
              <a:rect l="0" t="0" r="0" b="0"/>
              <a:pathLst>
                <a:path w="7012" h="47712">
                  <a:moveTo>
                    <a:pt x="7012" y="47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7" name="Input_receptor__1546">
              <a:extLst>
                <a:ext uri="{FF2B5EF4-FFF2-40B4-BE49-F238E27FC236}">
                  <a16:creationId xmlns:a16="http://schemas.microsoft.com/office/drawing/2014/main" id="{BEE1C2F8-C804-EB66-2C7E-5AA22DB04B13}"/>
                </a:ext>
              </a:extLst>
            </p:cNvPr>
            <p:cNvSpPr>
              <a:spLocks noGrp="1"/>
            </p:cNvSpPr>
            <p:nvPr/>
          </p:nvSpPr>
          <p:spPr>
            <a:xfrm>
              <a:off x="1667749" y="4312424"/>
              <a:ext cx="16303" cy="39585"/>
            </a:xfrm>
            <a:custGeom>
              <a:avLst/>
              <a:gdLst/>
              <a:ahLst/>
              <a:cxnLst/>
              <a:rect l="0" t="0" r="0" b="0"/>
              <a:pathLst>
                <a:path w="16303" h="39585">
                  <a:moveTo>
                    <a:pt x="0" y="39585"/>
                  </a:moveTo>
                  <a:lnTo>
                    <a:pt x="16303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8" name="Input_receptor__1547">
              <a:extLst>
                <a:ext uri="{FF2B5EF4-FFF2-40B4-BE49-F238E27FC236}">
                  <a16:creationId xmlns:a16="http://schemas.microsoft.com/office/drawing/2014/main" id="{F670AEE2-B8B8-0319-46CC-24B3A4832AE5}"/>
                </a:ext>
              </a:extLst>
            </p:cNvPr>
            <p:cNvSpPr>
              <a:spLocks noGrp="1"/>
            </p:cNvSpPr>
            <p:nvPr/>
          </p:nvSpPr>
          <p:spPr>
            <a:xfrm>
              <a:off x="1403833" y="4435529"/>
              <a:ext cx="5773" cy="2016"/>
            </a:xfrm>
            <a:custGeom>
              <a:avLst/>
              <a:gdLst/>
              <a:ahLst/>
              <a:cxnLst/>
              <a:rect l="0" t="0" r="0" b="0"/>
              <a:pathLst>
                <a:path w="5773" h="2016">
                  <a:moveTo>
                    <a:pt x="5773" y="20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8B4"/>
              </a:solidFill>
            </a:ln>
          </p:spPr>
        </p:sp>
        <p:sp>
          <p:nvSpPr>
            <p:cNvPr id="1549" name="Input_receptor__1548">
              <a:extLst>
                <a:ext uri="{FF2B5EF4-FFF2-40B4-BE49-F238E27FC236}">
                  <a16:creationId xmlns:a16="http://schemas.microsoft.com/office/drawing/2014/main" id="{A189F0CD-8D65-B288-B67C-5CB5A9C4A575}"/>
                </a:ext>
              </a:extLst>
            </p:cNvPr>
            <p:cNvSpPr>
              <a:spLocks noGrp="1"/>
            </p:cNvSpPr>
            <p:nvPr/>
          </p:nvSpPr>
          <p:spPr>
            <a:xfrm>
              <a:off x="993596" y="5011313"/>
              <a:ext cx="2992" cy="18681"/>
            </a:xfrm>
            <a:custGeom>
              <a:avLst/>
              <a:gdLst/>
              <a:ahLst/>
              <a:cxnLst/>
              <a:rect l="0" t="0" r="0" b="0"/>
              <a:pathLst>
                <a:path w="2992" h="18681">
                  <a:moveTo>
                    <a:pt x="2992" y="1868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8B4"/>
              </a:solidFill>
            </a:ln>
          </p:spPr>
        </p:sp>
        <p:sp>
          <p:nvSpPr>
            <p:cNvPr id="1550" name="Input_receptor__1549">
              <a:extLst>
                <a:ext uri="{FF2B5EF4-FFF2-40B4-BE49-F238E27FC236}">
                  <a16:creationId xmlns:a16="http://schemas.microsoft.com/office/drawing/2014/main" id="{A017696E-B9C3-C66A-DB62-F07243FC3FF5}"/>
                </a:ext>
              </a:extLst>
            </p:cNvPr>
            <p:cNvSpPr>
              <a:spLocks noGrp="1"/>
            </p:cNvSpPr>
            <p:nvPr/>
          </p:nvSpPr>
          <p:spPr>
            <a:xfrm>
              <a:off x="1384177" y="4185704"/>
              <a:ext cx="20925" cy="20446"/>
            </a:xfrm>
            <a:custGeom>
              <a:avLst/>
              <a:gdLst/>
              <a:ahLst/>
              <a:cxnLst/>
              <a:rect l="0" t="0" r="0" b="0"/>
              <a:pathLst>
                <a:path w="20925" h="20446">
                  <a:moveTo>
                    <a:pt x="0" y="20446"/>
                  </a:moveTo>
                  <a:lnTo>
                    <a:pt x="20925" y="0"/>
                  </a:lnTo>
                </a:path>
              </a:pathLst>
            </a:custGeom>
            <a:noFill/>
            <a:ln w="8096">
              <a:solidFill>
                <a:srgbClr val="98A8B4"/>
              </a:solidFill>
            </a:ln>
          </p:spPr>
        </p:sp>
        <p:sp>
          <p:nvSpPr>
            <p:cNvPr id="1551" name="Input_receptor__1550">
              <a:extLst>
                <a:ext uri="{FF2B5EF4-FFF2-40B4-BE49-F238E27FC236}">
                  <a16:creationId xmlns:a16="http://schemas.microsoft.com/office/drawing/2014/main" id="{ABE11255-F6EC-2A41-355D-88EDC639CE14}"/>
                </a:ext>
              </a:extLst>
            </p:cNvPr>
            <p:cNvSpPr>
              <a:spLocks noGrp="1"/>
            </p:cNvSpPr>
            <p:nvPr/>
          </p:nvSpPr>
          <p:spPr>
            <a:xfrm>
              <a:off x="869250" y="4846782"/>
              <a:ext cx="42080" cy="4033"/>
            </a:xfrm>
            <a:custGeom>
              <a:avLst/>
              <a:gdLst/>
              <a:ahLst/>
              <a:cxnLst/>
              <a:rect l="0" t="0" r="0" b="0"/>
              <a:pathLst>
                <a:path w="42080" h="4033">
                  <a:moveTo>
                    <a:pt x="0" y="4033"/>
                  </a:moveTo>
                  <a:lnTo>
                    <a:pt x="4208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2" name="Input_receptor__1551">
              <a:extLst>
                <a:ext uri="{FF2B5EF4-FFF2-40B4-BE49-F238E27FC236}">
                  <a16:creationId xmlns:a16="http://schemas.microsoft.com/office/drawing/2014/main" id="{C23812D1-5AC9-BA74-C86B-594B8AC2E06F}"/>
                </a:ext>
              </a:extLst>
            </p:cNvPr>
            <p:cNvSpPr>
              <a:spLocks noGrp="1"/>
            </p:cNvSpPr>
            <p:nvPr/>
          </p:nvSpPr>
          <p:spPr>
            <a:xfrm>
              <a:off x="1372496" y="4546616"/>
              <a:ext cx="14082" cy="37830"/>
            </a:xfrm>
            <a:custGeom>
              <a:avLst/>
              <a:gdLst/>
              <a:ahLst/>
              <a:cxnLst/>
              <a:rect l="0" t="0" r="0" b="0"/>
              <a:pathLst>
                <a:path w="14082" h="37830">
                  <a:moveTo>
                    <a:pt x="14082" y="0"/>
                  </a:moveTo>
                  <a:lnTo>
                    <a:pt x="0" y="3783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3" name="Input_receptor__1552">
              <a:extLst>
                <a:ext uri="{FF2B5EF4-FFF2-40B4-BE49-F238E27FC236}">
                  <a16:creationId xmlns:a16="http://schemas.microsoft.com/office/drawing/2014/main" id="{ED600FD7-E4FB-44EE-0251-82F98CFD8892}"/>
                </a:ext>
              </a:extLst>
            </p:cNvPr>
            <p:cNvSpPr>
              <a:spLocks noGrp="1"/>
            </p:cNvSpPr>
            <p:nvPr/>
          </p:nvSpPr>
          <p:spPr>
            <a:xfrm>
              <a:off x="1260004" y="4621733"/>
              <a:ext cx="8330" cy="592"/>
            </a:xfrm>
            <a:custGeom>
              <a:avLst/>
              <a:gdLst/>
              <a:ahLst/>
              <a:cxnLst/>
              <a:rect l="0" t="0" r="0" b="0"/>
              <a:pathLst>
                <a:path w="8330" h="592">
                  <a:moveTo>
                    <a:pt x="0" y="592"/>
                  </a:moveTo>
                  <a:lnTo>
                    <a:pt x="833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4" name="Input_receptor__1553">
              <a:extLst>
                <a:ext uri="{FF2B5EF4-FFF2-40B4-BE49-F238E27FC236}">
                  <a16:creationId xmlns:a16="http://schemas.microsoft.com/office/drawing/2014/main" id="{2F463B1F-70DA-F9CE-1983-B4EEABD135C8}"/>
                </a:ext>
              </a:extLst>
            </p:cNvPr>
            <p:cNvSpPr>
              <a:spLocks noGrp="1"/>
            </p:cNvSpPr>
            <p:nvPr/>
          </p:nvSpPr>
          <p:spPr>
            <a:xfrm>
              <a:off x="821641" y="4942030"/>
              <a:ext cx="24925" cy="21904"/>
            </a:xfrm>
            <a:custGeom>
              <a:avLst/>
              <a:gdLst/>
              <a:ahLst/>
              <a:cxnLst/>
              <a:rect l="0" t="0" r="0" b="0"/>
              <a:pathLst>
                <a:path w="24925" h="21904">
                  <a:moveTo>
                    <a:pt x="24925" y="219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5" name="Input_receptor__1554">
              <a:extLst>
                <a:ext uri="{FF2B5EF4-FFF2-40B4-BE49-F238E27FC236}">
                  <a16:creationId xmlns:a16="http://schemas.microsoft.com/office/drawing/2014/main" id="{C4F514D4-A3C5-9F00-0C4C-42E690F474AC}"/>
                </a:ext>
              </a:extLst>
            </p:cNvPr>
            <p:cNvSpPr>
              <a:spLocks noGrp="1"/>
            </p:cNvSpPr>
            <p:nvPr/>
          </p:nvSpPr>
          <p:spPr>
            <a:xfrm>
              <a:off x="1390990" y="4269223"/>
              <a:ext cx="42698" cy="18034"/>
            </a:xfrm>
            <a:custGeom>
              <a:avLst/>
              <a:gdLst/>
              <a:ahLst/>
              <a:cxnLst/>
              <a:rect l="0" t="0" r="0" b="0"/>
              <a:pathLst>
                <a:path w="42698" h="18034">
                  <a:moveTo>
                    <a:pt x="42698" y="0"/>
                  </a:moveTo>
                  <a:lnTo>
                    <a:pt x="0" y="18034"/>
                  </a:lnTo>
                </a:path>
              </a:pathLst>
            </a:custGeom>
            <a:noFill/>
            <a:ln w="8096">
              <a:solidFill>
                <a:srgbClr val="98A9B4"/>
              </a:solidFill>
            </a:ln>
          </p:spPr>
        </p:sp>
        <p:sp>
          <p:nvSpPr>
            <p:cNvPr id="1556" name="Input_receptor__1555">
              <a:extLst>
                <a:ext uri="{FF2B5EF4-FFF2-40B4-BE49-F238E27FC236}">
                  <a16:creationId xmlns:a16="http://schemas.microsoft.com/office/drawing/2014/main" id="{ED307859-474F-17AF-AD0A-AB3C406AF39A}"/>
                </a:ext>
              </a:extLst>
            </p:cNvPr>
            <p:cNvSpPr>
              <a:spLocks noGrp="1"/>
            </p:cNvSpPr>
            <p:nvPr/>
          </p:nvSpPr>
          <p:spPr>
            <a:xfrm>
              <a:off x="823834" y="4451353"/>
              <a:ext cx="28802" cy="11105"/>
            </a:xfrm>
            <a:custGeom>
              <a:avLst/>
              <a:gdLst/>
              <a:ahLst/>
              <a:cxnLst/>
              <a:rect l="0" t="0" r="0" b="0"/>
              <a:pathLst>
                <a:path w="28802" h="11105">
                  <a:moveTo>
                    <a:pt x="0" y="0"/>
                  </a:moveTo>
                  <a:lnTo>
                    <a:pt x="28802" y="11105"/>
                  </a:lnTo>
                </a:path>
              </a:pathLst>
            </a:custGeom>
            <a:noFill/>
            <a:ln w="20003">
              <a:solidFill>
                <a:srgbClr val="98A9B4"/>
              </a:solidFill>
            </a:ln>
          </p:spPr>
        </p:sp>
        <p:sp>
          <p:nvSpPr>
            <p:cNvPr id="1557" name="Input_receptor__1556">
              <a:extLst>
                <a:ext uri="{FF2B5EF4-FFF2-40B4-BE49-F238E27FC236}">
                  <a16:creationId xmlns:a16="http://schemas.microsoft.com/office/drawing/2014/main" id="{97F80B4C-BEAB-4683-65F9-A8B725949D25}"/>
                </a:ext>
              </a:extLst>
            </p:cNvPr>
            <p:cNvSpPr>
              <a:spLocks noGrp="1"/>
            </p:cNvSpPr>
            <p:nvPr/>
          </p:nvSpPr>
          <p:spPr>
            <a:xfrm>
              <a:off x="1375645" y="4673273"/>
              <a:ext cx="45257" cy="14722"/>
            </a:xfrm>
            <a:custGeom>
              <a:avLst/>
              <a:gdLst/>
              <a:ahLst/>
              <a:cxnLst/>
              <a:rect l="0" t="0" r="0" b="0"/>
              <a:pathLst>
                <a:path w="45257" h="14722">
                  <a:moveTo>
                    <a:pt x="45257" y="147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8A9B4"/>
              </a:solidFill>
            </a:ln>
          </p:spPr>
        </p:sp>
        <p:sp>
          <p:nvSpPr>
            <p:cNvPr id="1558" name="Input_receptor__1557">
              <a:extLst>
                <a:ext uri="{FF2B5EF4-FFF2-40B4-BE49-F238E27FC236}">
                  <a16:creationId xmlns:a16="http://schemas.microsoft.com/office/drawing/2014/main" id="{0942AE07-01A7-0EB9-39CE-C8102139227D}"/>
                </a:ext>
              </a:extLst>
            </p:cNvPr>
            <p:cNvSpPr>
              <a:spLocks noGrp="1"/>
            </p:cNvSpPr>
            <p:nvPr/>
          </p:nvSpPr>
          <p:spPr>
            <a:xfrm>
              <a:off x="1113890" y="5033093"/>
              <a:ext cx="40437" cy="13167"/>
            </a:xfrm>
            <a:custGeom>
              <a:avLst/>
              <a:gdLst/>
              <a:ahLst/>
              <a:cxnLst/>
              <a:rect l="0" t="0" r="0" b="0"/>
              <a:pathLst>
                <a:path w="40437" h="13167">
                  <a:moveTo>
                    <a:pt x="40437" y="0"/>
                  </a:moveTo>
                  <a:lnTo>
                    <a:pt x="0" y="13167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59" name="Input_receptor__1558">
              <a:extLst>
                <a:ext uri="{FF2B5EF4-FFF2-40B4-BE49-F238E27FC236}">
                  <a16:creationId xmlns:a16="http://schemas.microsoft.com/office/drawing/2014/main" id="{84E6B648-06C9-FEE2-1779-EDC1C192B2F3}"/>
                </a:ext>
              </a:extLst>
            </p:cNvPr>
            <p:cNvSpPr>
              <a:spLocks noGrp="1"/>
            </p:cNvSpPr>
            <p:nvPr/>
          </p:nvSpPr>
          <p:spPr>
            <a:xfrm>
              <a:off x="1284570" y="4356116"/>
              <a:ext cx="2172" cy="17520"/>
            </a:xfrm>
            <a:custGeom>
              <a:avLst/>
              <a:gdLst/>
              <a:ahLst/>
              <a:cxnLst/>
              <a:rect l="0" t="0" r="0" b="0"/>
              <a:pathLst>
                <a:path w="2172" h="17520">
                  <a:moveTo>
                    <a:pt x="2172" y="175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0" name="Input_receptor__1559">
              <a:extLst>
                <a:ext uri="{FF2B5EF4-FFF2-40B4-BE49-F238E27FC236}">
                  <a16:creationId xmlns:a16="http://schemas.microsoft.com/office/drawing/2014/main" id="{3862CBD8-E0F8-C00F-E4A1-3DD45FB54E34}"/>
                </a:ext>
              </a:extLst>
            </p:cNvPr>
            <p:cNvSpPr>
              <a:spLocks noGrp="1"/>
            </p:cNvSpPr>
            <p:nvPr/>
          </p:nvSpPr>
          <p:spPr>
            <a:xfrm>
              <a:off x="813900" y="4677945"/>
              <a:ext cx="17311" cy="43713"/>
            </a:xfrm>
            <a:custGeom>
              <a:avLst/>
              <a:gdLst/>
              <a:ahLst/>
              <a:cxnLst/>
              <a:rect l="0" t="0" r="0" b="0"/>
              <a:pathLst>
                <a:path w="17311" h="43713">
                  <a:moveTo>
                    <a:pt x="0" y="0"/>
                  </a:moveTo>
                  <a:lnTo>
                    <a:pt x="17311" y="4371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1" name="Input_receptor__1560">
              <a:extLst>
                <a:ext uri="{FF2B5EF4-FFF2-40B4-BE49-F238E27FC236}">
                  <a16:creationId xmlns:a16="http://schemas.microsoft.com/office/drawing/2014/main" id="{BE944677-8A0A-10DB-846C-D1F5C013011E}"/>
                </a:ext>
              </a:extLst>
            </p:cNvPr>
            <p:cNvSpPr>
              <a:spLocks noGrp="1"/>
            </p:cNvSpPr>
            <p:nvPr/>
          </p:nvSpPr>
          <p:spPr>
            <a:xfrm>
              <a:off x="1549402" y="4687411"/>
              <a:ext cx="2194" cy="35333"/>
            </a:xfrm>
            <a:custGeom>
              <a:avLst/>
              <a:gdLst/>
              <a:ahLst/>
              <a:cxnLst/>
              <a:rect l="0" t="0" r="0" b="0"/>
              <a:pathLst>
                <a:path w="2194" h="35333">
                  <a:moveTo>
                    <a:pt x="0" y="0"/>
                  </a:moveTo>
                  <a:lnTo>
                    <a:pt x="2194" y="3533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2" name="Input_receptor__1561">
              <a:extLst>
                <a:ext uri="{FF2B5EF4-FFF2-40B4-BE49-F238E27FC236}">
                  <a16:creationId xmlns:a16="http://schemas.microsoft.com/office/drawing/2014/main" id="{5D20EC7E-790D-EECF-C664-57A9BE98616E}"/>
                </a:ext>
              </a:extLst>
            </p:cNvPr>
            <p:cNvSpPr>
              <a:spLocks noGrp="1"/>
            </p:cNvSpPr>
            <p:nvPr/>
          </p:nvSpPr>
          <p:spPr>
            <a:xfrm>
              <a:off x="1433687" y="4269223"/>
              <a:ext cx="46279" cy="13114"/>
            </a:xfrm>
            <a:custGeom>
              <a:avLst/>
              <a:gdLst/>
              <a:ahLst/>
              <a:cxnLst/>
              <a:rect l="0" t="0" r="0" b="0"/>
              <a:pathLst>
                <a:path w="46279" h="13114">
                  <a:moveTo>
                    <a:pt x="46279" y="131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63" name="Input_receptor__1562">
              <a:extLst>
                <a:ext uri="{FF2B5EF4-FFF2-40B4-BE49-F238E27FC236}">
                  <a16:creationId xmlns:a16="http://schemas.microsoft.com/office/drawing/2014/main" id="{21CD5281-D29E-E6F4-1872-93E0E0ED77B3}"/>
                </a:ext>
              </a:extLst>
            </p:cNvPr>
            <p:cNvSpPr>
              <a:spLocks noGrp="1"/>
            </p:cNvSpPr>
            <p:nvPr/>
          </p:nvSpPr>
          <p:spPr>
            <a:xfrm>
              <a:off x="706656" y="4492805"/>
              <a:ext cx="40783" cy="25675"/>
            </a:xfrm>
            <a:custGeom>
              <a:avLst/>
              <a:gdLst/>
              <a:ahLst/>
              <a:cxnLst/>
              <a:rect l="0" t="0" r="0" b="0"/>
              <a:pathLst>
                <a:path w="40783" h="25675">
                  <a:moveTo>
                    <a:pt x="0" y="25675"/>
                  </a:moveTo>
                  <a:lnTo>
                    <a:pt x="40783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4" name="Input_receptor__1563">
              <a:extLst>
                <a:ext uri="{FF2B5EF4-FFF2-40B4-BE49-F238E27FC236}">
                  <a16:creationId xmlns:a16="http://schemas.microsoft.com/office/drawing/2014/main" id="{1E92AA20-8985-68DF-9772-67C027D56863}"/>
                </a:ext>
              </a:extLst>
            </p:cNvPr>
            <p:cNvSpPr>
              <a:spLocks noGrp="1"/>
            </p:cNvSpPr>
            <p:nvPr/>
          </p:nvSpPr>
          <p:spPr>
            <a:xfrm>
              <a:off x="870341" y="4659594"/>
              <a:ext cx="5070" cy="16686"/>
            </a:xfrm>
            <a:custGeom>
              <a:avLst/>
              <a:gdLst/>
              <a:ahLst/>
              <a:cxnLst/>
              <a:rect l="0" t="0" r="0" b="0"/>
              <a:pathLst>
                <a:path w="5070" h="16686">
                  <a:moveTo>
                    <a:pt x="0" y="0"/>
                  </a:moveTo>
                  <a:lnTo>
                    <a:pt x="5070" y="16686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5" name="Input_receptor__1564">
              <a:extLst>
                <a:ext uri="{FF2B5EF4-FFF2-40B4-BE49-F238E27FC236}">
                  <a16:creationId xmlns:a16="http://schemas.microsoft.com/office/drawing/2014/main" id="{2A4B1DC4-F793-4C16-B7F8-5FD86D5D9375}"/>
                </a:ext>
              </a:extLst>
            </p:cNvPr>
            <p:cNvSpPr>
              <a:spLocks noGrp="1"/>
            </p:cNvSpPr>
            <p:nvPr/>
          </p:nvSpPr>
          <p:spPr>
            <a:xfrm>
              <a:off x="766033" y="4407386"/>
              <a:ext cx="47276" cy="5249"/>
            </a:xfrm>
            <a:custGeom>
              <a:avLst/>
              <a:gdLst/>
              <a:ahLst/>
              <a:cxnLst/>
              <a:rect l="0" t="0" r="0" b="0"/>
              <a:pathLst>
                <a:path w="47276" h="5249">
                  <a:moveTo>
                    <a:pt x="0" y="5249"/>
                  </a:moveTo>
                  <a:lnTo>
                    <a:pt x="47276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6" name="Input_receptor__1565">
              <a:extLst>
                <a:ext uri="{FF2B5EF4-FFF2-40B4-BE49-F238E27FC236}">
                  <a16:creationId xmlns:a16="http://schemas.microsoft.com/office/drawing/2014/main" id="{E39D69D5-0ACB-C511-5304-A98D60BD5402}"/>
                </a:ext>
              </a:extLst>
            </p:cNvPr>
            <p:cNvSpPr>
              <a:spLocks noGrp="1"/>
            </p:cNvSpPr>
            <p:nvPr/>
          </p:nvSpPr>
          <p:spPr>
            <a:xfrm>
              <a:off x="1550849" y="4224689"/>
              <a:ext cx="39211" cy="25288"/>
            </a:xfrm>
            <a:custGeom>
              <a:avLst/>
              <a:gdLst/>
              <a:ahLst/>
              <a:cxnLst/>
              <a:rect l="0" t="0" r="0" b="0"/>
              <a:pathLst>
                <a:path w="39211" h="25288">
                  <a:moveTo>
                    <a:pt x="39211" y="0"/>
                  </a:moveTo>
                  <a:lnTo>
                    <a:pt x="0" y="25288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7" name="Input_receptor__1566">
              <a:extLst>
                <a:ext uri="{FF2B5EF4-FFF2-40B4-BE49-F238E27FC236}">
                  <a16:creationId xmlns:a16="http://schemas.microsoft.com/office/drawing/2014/main" id="{54CDFB1E-393F-BAE8-305D-D0CF85294C30}"/>
                </a:ext>
              </a:extLst>
            </p:cNvPr>
            <p:cNvSpPr>
              <a:spLocks noGrp="1"/>
            </p:cNvSpPr>
            <p:nvPr/>
          </p:nvSpPr>
          <p:spPr>
            <a:xfrm>
              <a:off x="1570094" y="4112971"/>
              <a:ext cx="19613" cy="20908"/>
            </a:xfrm>
            <a:custGeom>
              <a:avLst/>
              <a:gdLst/>
              <a:ahLst/>
              <a:cxnLst/>
              <a:rect l="0" t="0" r="0" b="0"/>
              <a:pathLst>
                <a:path w="19613" h="20908">
                  <a:moveTo>
                    <a:pt x="0" y="20908"/>
                  </a:moveTo>
                  <a:lnTo>
                    <a:pt x="19613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68" name="Input_receptor__1567">
              <a:extLst>
                <a:ext uri="{FF2B5EF4-FFF2-40B4-BE49-F238E27FC236}">
                  <a16:creationId xmlns:a16="http://schemas.microsoft.com/office/drawing/2014/main" id="{F68DE6D0-F712-708D-EC35-E852989E847A}"/>
                </a:ext>
              </a:extLst>
            </p:cNvPr>
            <p:cNvSpPr>
              <a:spLocks noGrp="1"/>
            </p:cNvSpPr>
            <p:nvPr/>
          </p:nvSpPr>
          <p:spPr>
            <a:xfrm>
              <a:off x="1505487" y="4242964"/>
              <a:ext cx="45363" cy="7012"/>
            </a:xfrm>
            <a:custGeom>
              <a:avLst/>
              <a:gdLst/>
              <a:ahLst/>
              <a:cxnLst/>
              <a:rect l="0" t="0" r="0" b="0"/>
              <a:pathLst>
                <a:path w="45363" h="7012">
                  <a:moveTo>
                    <a:pt x="45363" y="70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69" name="Input_receptor__1568">
              <a:extLst>
                <a:ext uri="{FF2B5EF4-FFF2-40B4-BE49-F238E27FC236}">
                  <a16:creationId xmlns:a16="http://schemas.microsoft.com/office/drawing/2014/main" id="{C9FBDBBD-44EA-45E0-406C-101C0FCC7BB2}"/>
                </a:ext>
              </a:extLst>
            </p:cNvPr>
            <p:cNvSpPr>
              <a:spLocks noGrp="1"/>
            </p:cNvSpPr>
            <p:nvPr/>
          </p:nvSpPr>
          <p:spPr>
            <a:xfrm>
              <a:off x="599474" y="4640357"/>
              <a:ext cx="39443" cy="12610"/>
            </a:xfrm>
            <a:custGeom>
              <a:avLst/>
              <a:gdLst/>
              <a:ahLst/>
              <a:cxnLst/>
              <a:rect l="0" t="0" r="0" b="0"/>
              <a:pathLst>
                <a:path w="39443" h="12610">
                  <a:moveTo>
                    <a:pt x="0" y="12610"/>
                  </a:moveTo>
                  <a:lnTo>
                    <a:pt x="39443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0" name="Input_receptor__1569">
              <a:extLst>
                <a:ext uri="{FF2B5EF4-FFF2-40B4-BE49-F238E27FC236}">
                  <a16:creationId xmlns:a16="http://schemas.microsoft.com/office/drawing/2014/main" id="{492F2DCE-D8F1-5640-D65D-EF24178BC450}"/>
                </a:ext>
              </a:extLst>
            </p:cNvPr>
            <p:cNvSpPr>
              <a:spLocks noGrp="1"/>
            </p:cNvSpPr>
            <p:nvPr/>
          </p:nvSpPr>
          <p:spPr>
            <a:xfrm>
              <a:off x="687318" y="4718788"/>
              <a:ext cx="13721" cy="29378"/>
            </a:xfrm>
            <a:custGeom>
              <a:avLst/>
              <a:gdLst/>
              <a:ahLst/>
              <a:cxnLst/>
              <a:rect l="0" t="0" r="0" b="0"/>
              <a:pathLst>
                <a:path w="13721" h="29378">
                  <a:moveTo>
                    <a:pt x="13721" y="0"/>
                  </a:moveTo>
                  <a:lnTo>
                    <a:pt x="0" y="29378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1" name="Input_receptor__1570">
              <a:extLst>
                <a:ext uri="{FF2B5EF4-FFF2-40B4-BE49-F238E27FC236}">
                  <a16:creationId xmlns:a16="http://schemas.microsoft.com/office/drawing/2014/main" id="{890C2022-144E-1F88-E1D1-F0C2756CD85D}"/>
                </a:ext>
              </a:extLst>
            </p:cNvPr>
            <p:cNvSpPr>
              <a:spLocks noGrp="1"/>
            </p:cNvSpPr>
            <p:nvPr/>
          </p:nvSpPr>
          <p:spPr>
            <a:xfrm>
              <a:off x="1267761" y="4518144"/>
              <a:ext cx="24178" cy="41059"/>
            </a:xfrm>
            <a:custGeom>
              <a:avLst/>
              <a:gdLst/>
              <a:ahLst/>
              <a:cxnLst/>
              <a:rect l="0" t="0" r="0" b="0"/>
              <a:pathLst>
                <a:path w="24178" h="41059">
                  <a:moveTo>
                    <a:pt x="24178" y="0"/>
                  </a:moveTo>
                  <a:lnTo>
                    <a:pt x="0" y="41059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2" name="Input_receptor__1571">
              <a:extLst>
                <a:ext uri="{FF2B5EF4-FFF2-40B4-BE49-F238E27FC236}">
                  <a16:creationId xmlns:a16="http://schemas.microsoft.com/office/drawing/2014/main" id="{6E96F89E-640C-178E-9EFE-4BFF59FF4F73}"/>
                </a:ext>
              </a:extLst>
            </p:cNvPr>
            <p:cNvSpPr>
              <a:spLocks noGrp="1"/>
            </p:cNvSpPr>
            <p:nvPr/>
          </p:nvSpPr>
          <p:spPr>
            <a:xfrm>
              <a:off x="910946" y="4561908"/>
              <a:ext cx="46167" cy="11071"/>
            </a:xfrm>
            <a:custGeom>
              <a:avLst/>
              <a:gdLst/>
              <a:ahLst/>
              <a:cxnLst/>
              <a:rect l="0" t="0" r="0" b="0"/>
              <a:pathLst>
                <a:path w="46167" h="11071">
                  <a:moveTo>
                    <a:pt x="46167" y="110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3" name="Input_receptor__1572">
              <a:extLst>
                <a:ext uri="{FF2B5EF4-FFF2-40B4-BE49-F238E27FC236}">
                  <a16:creationId xmlns:a16="http://schemas.microsoft.com/office/drawing/2014/main" id="{ADFAF5DE-E700-B553-6C5A-E1DB5F4CCE3E}"/>
                </a:ext>
              </a:extLst>
            </p:cNvPr>
            <p:cNvSpPr>
              <a:spLocks noGrp="1"/>
            </p:cNvSpPr>
            <p:nvPr/>
          </p:nvSpPr>
          <p:spPr>
            <a:xfrm>
              <a:off x="957718" y="4509076"/>
              <a:ext cx="47189" cy="8221"/>
            </a:xfrm>
            <a:custGeom>
              <a:avLst/>
              <a:gdLst/>
              <a:ahLst/>
              <a:cxnLst/>
              <a:rect l="0" t="0" r="0" b="0"/>
              <a:pathLst>
                <a:path w="47189" h="8221">
                  <a:moveTo>
                    <a:pt x="47189" y="82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4" name="Input_receptor__1573">
              <a:extLst>
                <a:ext uri="{FF2B5EF4-FFF2-40B4-BE49-F238E27FC236}">
                  <a16:creationId xmlns:a16="http://schemas.microsoft.com/office/drawing/2014/main" id="{14B149E7-2383-10C0-23CE-7D29111B7CE0}"/>
                </a:ext>
              </a:extLst>
            </p:cNvPr>
            <p:cNvSpPr>
              <a:spLocks noGrp="1"/>
            </p:cNvSpPr>
            <p:nvPr/>
          </p:nvSpPr>
          <p:spPr>
            <a:xfrm>
              <a:off x="1416841" y="4777797"/>
              <a:ext cx="23739" cy="41386"/>
            </a:xfrm>
            <a:custGeom>
              <a:avLst/>
              <a:gdLst/>
              <a:ahLst/>
              <a:cxnLst/>
              <a:rect l="0" t="0" r="0" b="0"/>
              <a:pathLst>
                <a:path w="23739" h="41386">
                  <a:moveTo>
                    <a:pt x="23739" y="0"/>
                  </a:moveTo>
                  <a:lnTo>
                    <a:pt x="0" y="41386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5" name="Input_receptor__1574">
              <a:extLst>
                <a:ext uri="{FF2B5EF4-FFF2-40B4-BE49-F238E27FC236}">
                  <a16:creationId xmlns:a16="http://schemas.microsoft.com/office/drawing/2014/main" id="{F6AAD293-DBF9-E94C-0C48-9277CCCA8A3A}"/>
                </a:ext>
              </a:extLst>
            </p:cNvPr>
            <p:cNvSpPr>
              <a:spLocks noGrp="1"/>
            </p:cNvSpPr>
            <p:nvPr/>
          </p:nvSpPr>
          <p:spPr>
            <a:xfrm>
              <a:off x="1479967" y="4242964"/>
              <a:ext cx="25520" cy="39373"/>
            </a:xfrm>
            <a:custGeom>
              <a:avLst/>
              <a:gdLst/>
              <a:ahLst/>
              <a:cxnLst/>
              <a:rect l="0" t="0" r="0" b="0"/>
              <a:pathLst>
                <a:path w="25520" h="39373">
                  <a:moveTo>
                    <a:pt x="25520" y="0"/>
                  </a:moveTo>
                  <a:lnTo>
                    <a:pt x="0" y="39373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6" name="Input_receptor__1575">
              <a:extLst>
                <a:ext uri="{FF2B5EF4-FFF2-40B4-BE49-F238E27FC236}">
                  <a16:creationId xmlns:a16="http://schemas.microsoft.com/office/drawing/2014/main" id="{96D22AF7-51A3-7AC3-0D36-806FE3C6844C}"/>
                </a:ext>
              </a:extLst>
            </p:cNvPr>
            <p:cNvSpPr>
              <a:spLocks noGrp="1"/>
            </p:cNvSpPr>
            <p:nvPr/>
          </p:nvSpPr>
          <p:spPr>
            <a:xfrm>
              <a:off x="1347563" y="4417244"/>
              <a:ext cx="4886" cy="40710"/>
            </a:xfrm>
            <a:custGeom>
              <a:avLst/>
              <a:gdLst/>
              <a:ahLst/>
              <a:cxnLst/>
              <a:rect l="0" t="0" r="0" b="0"/>
              <a:pathLst>
                <a:path w="4886" h="40710">
                  <a:moveTo>
                    <a:pt x="4886" y="407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7" name="Input_receptor__1576">
              <a:extLst>
                <a:ext uri="{FF2B5EF4-FFF2-40B4-BE49-F238E27FC236}">
                  <a16:creationId xmlns:a16="http://schemas.microsoft.com/office/drawing/2014/main" id="{2EEE2FF6-83E6-7AFC-0A1F-3D60C78B3F7C}"/>
                </a:ext>
              </a:extLst>
            </p:cNvPr>
            <p:cNvSpPr>
              <a:spLocks noGrp="1"/>
            </p:cNvSpPr>
            <p:nvPr/>
          </p:nvSpPr>
          <p:spPr>
            <a:xfrm>
              <a:off x="1156065" y="4631008"/>
              <a:ext cx="857" cy="47377"/>
            </a:xfrm>
            <a:custGeom>
              <a:avLst/>
              <a:gdLst/>
              <a:ahLst/>
              <a:cxnLst/>
              <a:rect l="0" t="0" r="0" b="0"/>
              <a:pathLst>
                <a:path w="857" h="47377">
                  <a:moveTo>
                    <a:pt x="857" y="473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4"/>
              </a:solidFill>
            </a:ln>
          </p:spPr>
        </p:sp>
        <p:sp>
          <p:nvSpPr>
            <p:cNvPr id="1578" name="Input_receptor__1577">
              <a:extLst>
                <a:ext uri="{FF2B5EF4-FFF2-40B4-BE49-F238E27FC236}">
                  <a16:creationId xmlns:a16="http://schemas.microsoft.com/office/drawing/2014/main" id="{76DEA76E-B395-34FD-91D3-C3AF9F791F9F}"/>
                </a:ext>
              </a:extLst>
            </p:cNvPr>
            <p:cNvSpPr>
              <a:spLocks noGrp="1"/>
            </p:cNvSpPr>
            <p:nvPr/>
          </p:nvSpPr>
          <p:spPr>
            <a:xfrm>
              <a:off x="1366641" y="4774558"/>
              <a:ext cx="11467" cy="8790"/>
            </a:xfrm>
            <a:custGeom>
              <a:avLst/>
              <a:gdLst/>
              <a:ahLst/>
              <a:cxnLst/>
              <a:rect l="0" t="0" r="0" b="0"/>
              <a:pathLst>
                <a:path w="11467" h="8790">
                  <a:moveTo>
                    <a:pt x="0" y="8790"/>
                  </a:moveTo>
                  <a:lnTo>
                    <a:pt x="11467" y="0"/>
                  </a:lnTo>
                </a:path>
              </a:pathLst>
            </a:custGeom>
            <a:noFill/>
            <a:ln w="8096">
              <a:solidFill>
                <a:srgbClr val="99A9B4"/>
              </a:solidFill>
            </a:ln>
          </p:spPr>
        </p:sp>
        <p:sp>
          <p:nvSpPr>
            <p:cNvPr id="1579" name="Input_receptor__1578">
              <a:extLst>
                <a:ext uri="{FF2B5EF4-FFF2-40B4-BE49-F238E27FC236}">
                  <a16:creationId xmlns:a16="http://schemas.microsoft.com/office/drawing/2014/main" id="{2F33A1E9-A343-9AB1-747A-3CA553226E0C}"/>
                </a:ext>
              </a:extLst>
            </p:cNvPr>
            <p:cNvSpPr>
              <a:spLocks noGrp="1"/>
            </p:cNvSpPr>
            <p:nvPr/>
          </p:nvSpPr>
          <p:spPr>
            <a:xfrm>
              <a:off x="1347563" y="4398391"/>
              <a:ext cx="34466" cy="18853"/>
            </a:xfrm>
            <a:custGeom>
              <a:avLst/>
              <a:gdLst/>
              <a:ahLst/>
              <a:cxnLst/>
              <a:rect l="0" t="0" r="0" b="0"/>
              <a:pathLst>
                <a:path w="34466" h="18853">
                  <a:moveTo>
                    <a:pt x="0" y="18853"/>
                  </a:moveTo>
                  <a:lnTo>
                    <a:pt x="34466" y="0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0" name="Input_receptor__1579">
              <a:extLst>
                <a:ext uri="{FF2B5EF4-FFF2-40B4-BE49-F238E27FC236}">
                  <a16:creationId xmlns:a16="http://schemas.microsoft.com/office/drawing/2014/main" id="{BFE33A92-19BB-583B-F55A-21EFD0362D69}"/>
                </a:ext>
              </a:extLst>
            </p:cNvPr>
            <p:cNvSpPr>
              <a:spLocks noGrp="1"/>
            </p:cNvSpPr>
            <p:nvPr/>
          </p:nvSpPr>
          <p:spPr>
            <a:xfrm>
              <a:off x="813309" y="4407386"/>
              <a:ext cx="10525" cy="43967"/>
            </a:xfrm>
            <a:custGeom>
              <a:avLst/>
              <a:gdLst/>
              <a:ahLst/>
              <a:cxnLst/>
              <a:rect l="0" t="0" r="0" b="0"/>
              <a:pathLst>
                <a:path w="10525" h="43967">
                  <a:moveTo>
                    <a:pt x="0" y="0"/>
                  </a:moveTo>
                  <a:lnTo>
                    <a:pt x="10525" y="43967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1" name="Input_receptor__1580">
              <a:extLst>
                <a:ext uri="{FF2B5EF4-FFF2-40B4-BE49-F238E27FC236}">
                  <a16:creationId xmlns:a16="http://schemas.microsoft.com/office/drawing/2014/main" id="{56C8B38F-A9C1-1AD3-9967-B7A537116D34}"/>
                </a:ext>
              </a:extLst>
            </p:cNvPr>
            <p:cNvSpPr>
              <a:spLocks noGrp="1"/>
            </p:cNvSpPr>
            <p:nvPr/>
          </p:nvSpPr>
          <p:spPr>
            <a:xfrm>
              <a:off x="898462" y="4618552"/>
              <a:ext cx="28966" cy="10403"/>
            </a:xfrm>
            <a:custGeom>
              <a:avLst/>
              <a:gdLst/>
              <a:ahLst/>
              <a:cxnLst/>
              <a:rect l="0" t="0" r="0" b="0"/>
              <a:pathLst>
                <a:path w="28966" h="10403">
                  <a:moveTo>
                    <a:pt x="28966" y="104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9A9B5"/>
              </a:solidFill>
            </a:ln>
          </p:spPr>
        </p:sp>
        <p:sp>
          <p:nvSpPr>
            <p:cNvPr id="1582" name="Input_receptor__1581">
              <a:extLst>
                <a:ext uri="{FF2B5EF4-FFF2-40B4-BE49-F238E27FC236}">
                  <a16:creationId xmlns:a16="http://schemas.microsoft.com/office/drawing/2014/main" id="{B6271CF0-86FF-13BD-62D4-CE2F5613B018}"/>
                </a:ext>
              </a:extLst>
            </p:cNvPr>
            <p:cNvSpPr>
              <a:spLocks noGrp="1"/>
            </p:cNvSpPr>
            <p:nvPr/>
          </p:nvSpPr>
          <p:spPr>
            <a:xfrm>
              <a:off x="869250" y="4850815"/>
              <a:ext cx="6351" cy="46819"/>
            </a:xfrm>
            <a:custGeom>
              <a:avLst/>
              <a:gdLst/>
              <a:ahLst/>
              <a:cxnLst/>
              <a:rect l="0" t="0" r="0" b="0"/>
              <a:pathLst>
                <a:path w="6351" h="46819">
                  <a:moveTo>
                    <a:pt x="6351" y="4681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9A9B5"/>
              </a:solidFill>
            </a:ln>
          </p:spPr>
        </p:sp>
        <p:sp>
          <p:nvSpPr>
            <p:cNvPr id="1583" name="Input_receptor__1582">
              <a:extLst>
                <a:ext uri="{FF2B5EF4-FFF2-40B4-BE49-F238E27FC236}">
                  <a16:creationId xmlns:a16="http://schemas.microsoft.com/office/drawing/2014/main" id="{BBB98190-AB2E-5FA9-C051-8BA4D0BAAE59}"/>
                </a:ext>
              </a:extLst>
            </p:cNvPr>
            <p:cNvSpPr>
              <a:spLocks noGrp="1"/>
            </p:cNvSpPr>
            <p:nvPr/>
          </p:nvSpPr>
          <p:spPr>
            <a:xfrm>
              <a:off x="1198636" y="4622605"/>
              <a:ext cx="18471" cy="36984"/>
            </a:xfrm>
            <a:custGeom>
              <a:avLst/>
              <a:gdLst/>
              <a:ahLst/>
              <a:cxnLst/>
              <a:rect l="0" t="0" r="0" b="0"/>
              <a:pathLst>
                <a:path w="18471" h="36984">
                  <a:moveTo>
                    <a:pt x="0" y="0"/>
                  </a:moveTo>
                  <a:lnTo>
                    <a:pt x="18471" y="36984"/>
                  </a:lnTo>
                </a:path>
              </a:pathLst>
            </a:custGeom>
            <a:noFill/>
            <a:ln w="20003">
              <a:solidFill>
                <a:srgbClr val="99AAB5"/>
              </a:solidFill>
            </a:ln>
          </p:spPr>
        </p:sp>
        <p:sp>
          <p:nvSpPr>
            <p:cNvPr id="1584" name="Input_receptor__1583">
              <a:extLst>
                <a:ext uri="{FF2B5EF4-FFF2-40B4-BE49-F238E27FC236}">
                  <a16:creationId xmlns:a16="http://schemas.microsoft.com/office/drawing/2014/main" id="{8847BC8A-78BB-1E50-B631-BCB0F967F5CD}"/>
                </a:ext>
              </a:extLst>
            </p:cNvPr>
            <p:cNvSpPr>
              <a:spLocks noGrp="1"/>
            </p:cNvSpPr>
            <p:nvPr/>
          </p:nvSpPr>
          <p:spPr>
            <a:xfrm>
              <a:off x="1156065" y="4622605"/>
              <a:ext cx="42571" cy="8404"/>
            </a:xfrm>
            <a:custGeom>
              <a:avLst/>
              <a:gdLst/>
              <a:ahLst/>
              <a:cxnLst/>
              <a:rect l="0" t="0" r="0" b="0"/>
              <a:pathLst>
                <a:path w="42571" h="8404">
                  <a:moveTo>
                    <a:pt x="0" y="8404"/>
                  </a:moveTo>
                  <a:lnTo>
                    <a:pt x="42571" y="0"/>
                  </a:lnTo>
                </a:path>
              </a:pathLst>
            </a:custGeom>
            <a:noFill/>
            <a:ln w="20003">
              <a:solidFill>
                <a:srgbClr val="99AAB5"/>
              </a:solidFill>
            </a:ln>
          </p:spPr>
        </p:sp>
        <p:sp>
          <p:nvSpPr>
            <p:cNvPr id="1585" name="Input_receptor__1584">
              <a:extLst>
                <a:ext uri="{FF2B5EF4-FFF2-40B4-BE49-F238E27FC236}">
                  <a16:creationId xmlns:a16="http://schemas.microsoft.com/office/drawing/2014/main" id="{46BCB0D6-ADE2-A758-C662-72BB9841C0F5}"/>
                </a:ext>
              </a:extLst>
            </p:cNvPr>
            <p:cNvSpPr>
              <a:spLocks noGrp="1"/>
            </p:cNvSpPr>
            <p:nvPr/>
          </p:nvSpPr>
          <p:spPr>
            <a:xfrm>
              <a:off x="860157" y="4616362"/>
              <a:ext cx="38305" cy="2190"/>
            </a:xfrm>
            <a:custGeom>
              <a:avLst/>
              <a:gdLst/>
              <a:ahLst/>
              <a:cxnLst/>
              <a:rect l="0" t="0" r="0" b="0"/>
              <a:pathLst>
                <a:path w="38305" h="2190">
                  <a:moveTo>
                    <a:pt x="38305" y="21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86" name="Input_receptor__1585">
              <a:extLst>
                <a:ext uri="{FF2B5EF4-FFF2-40B4-BE49-F238E27FC236}">
                  <a16:creationId xmlns:a16="http://schemas.microsoft.com/office/drawing/2014/main" id="{346F9928-8874-4C49-305D-54A981400BB3}"/>
                </a:ext>
              </a:extLst>
            </p:cNvPr>
            <p:cNvSpPr>
              <a:spLocks noGrp="1"/>
            </p:cNvSpPr>
            <p:nvPr/>
          </p:nvSpPr>
          <p:spPr>
            <a:xfrm>
              <a:off x="1325615" y="4584446"/>
              <a:ext cx="46881" cy="8585"/>
            </a:xfrm>
            <a:custGeom>
              <a:avLst/>
              <a:gdLst/>
              <a:ahLst/>
              <a:cxnLst/>
              <a:rect l="0" t="0" r="0" b="0"/>
              <a:pathLst>
                <a:path w="46881" h="8585">
                  <a:moveTo>
                    <a:pt x="46881" y="0"/>
                  </a:moveTo>
                  <a:lnTo>
                    <a:pt x="0" y="8585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87" name="Input_receptor__1586">
              <a:extLst>
                <a:ext uri="{FF2B5EF4-FFF2-40B4-BE49-F238E27FC236}">
                  <a16:creationId xmlns:a16="http://schemas.microsoft.com/office/drawing/2014/main" id="{39647A37-D6BB-D0E8-4880-BBACA218305C}"/>
                </a:ext>
              </a:extLst>
            </p:cNvPr>
            <p:cNvSpPr>
              <a:spLocks noGrp="1"/>
            </p:cNvSpPr>
            <p:nvPr/>
          </p:nvSpPr>
          <p:spPr>
            <a:xfrm>
              <a:off x="828206" y="4560389"/>
              <a:ext cx="13241" cy="5977"/>
            </a:xfrm>
            <a:custGeom>
              <a:avLst/>
              <a:gdLst/>
              <a:ahLst/>
              <a:cxnLst/>
              <a:rect l="0" t="0" r="0" b="0"/>
              <a:pathLst>
                <a:path w="13241" h="5977">
                  <a:moveTo>
                    <a:pt x="13241" y="0"/>
                  </a:moveTo>
                  <a:lnTo>
                    <a:pt x="0" y="5977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88" name="Input_receptor__1587">
              <a:extLst>
                <a:ext uri="{FF2B5EF4-FFF2-40B4-BE49-F238E27FC236}">
                  <a16:creationId xmlns:a16="http://schemas.microsoft.com/office/drawing/2014/main" id="{7D7B5EB2-6128-B417-6964-DA86BDB8965B}"/>
                </a:ext>
              </a:extLst>
            </p:cNvPr>
            <p:cNvSpPr>
              <a:spLocks noGrp="1"/>
            </p:cNvSpPr>
            <p:nvPr/>
          </p:nvSpPr>
          <p:spPr>
            <a:xfrm>
              <a:off x="813900" y="4658520"/>
              <a:ext cx="17995" cy="19425"/>
            </a:xfrm>
            <a:custGeom>
              <a:avLst/>
              <a:gdLst/>
              <a:ahLst/>
              <a:cxnLst/>
              <a:rect l="0" t="0" r="0" b="0"/>
              <a:pathLst>
                <a:path w="17995" h="19425">
                  <a:moveTo>
                    <a:pt x="17995" y="0"/>
                  </a:moveTo>
                  <a:lnTo>
                    <a:pt x="0" y="19425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89" name="Input_receptor__1588">
              <a:extLst>
                <a:ext uri="{FF2B5EF4-FFF2-40B4-BE49-F238E27FC236}">
                  <a16:creationId xmlns:a16="http://schemas.microsoft.com/office/drawing/2014/main" id="{5B511D56-47B8-DBEF-93FE-90A5B66663A2}"/>
                </a:ext>
              </a:extLst>
            </p:cNvPr>
            <p:cNvSpPr>
              <a:spLocks noGrp="1"/>
            </p:cNvSpPr>
            <p:nvPr/>
          </p:nvSpPr>
          <p:spPr>
            <a:xfrm>
              <a:off x="747438" y="4452882"/>
              <a:ext cx="5854" cy="39923"/>
            </a:xfrm>
            <a:custGeom>
              <a:avLst/>
              <a:gdLst/>
              <a:ahLst/>
              <a:cxnLst/>
              <a:rect l="0" t="0" r="0" b="0"/>
              <a:pathLst>
                <a:path w="5854" h="39923">
                  <a:moveTo>
                    <a:pt x="0" y="39923"/>
                  </a:moveTo>
                  <a:lnTo>
                    <a:pt x="5854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0" name="Input_receptor__1589">
              <a:extLst>
                <a:ext uri="{FF2B5EF4-FFF2-40B4-BE49-F238E27FC236}">
                  <a16:creationId xmlns:a16="http://schemas.microsoft.com/office/drawing/2014/main" id="{19BD53E2-7A34-A69B-EA43-F197AAF4E480}"/>
                </a:ext>
              </a:extLst>
            </p:cNvPr>
            <p:cNvSpPr>
              <a:spLocks noGrp="1"/>
            </p:cNvSpPr>
            <p:nvPr/>
          </p:nvSpPr>
          <p:spPr>
            <a:xfrm>
              <a:off x="1035029" y="4723332"/>
              <a:ext cx="26652" cy="25665"/>
            </a:xfrm>
            <a:custGeom>
              <a:avLst/>
              <a:gdLst/>
              <a:ahLst/>
              <a:cxnLst/>
              <a:rect l="0" t="0" r="0" b="0"/>
              <a:pathLst>
                <a:path w="26652" h="25665">
                  <a:moveTo>
                    <a:pt x="26652" y="256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1" name="Input_receptor__1590">
              <a:extLst>
                <a:ext uri="{FF2B5EF4-FFF2-40B4-BE49-F238E27FC236}">
                  <a16:creationId xmlns:a16="http://schemas.microsoft.com/office/drawing/2014/main" id="{7CBC3ED2-48A2-D88F-A570-96E206ABA4DE}"/>
                </a:ext>
              </a:extLst>
            </p:cNvPr>
            <p:cNvSpPr>
              <a:spLocks noGrp="1"/>
            </p:cNvSpPr>
            <p:nvPr/>
          </p:nvSpPr>
          <p:spPr>
            <a:xfrm>
              <a:off x="1440580" y="4777797"/>
              <a:ext cx="35958" cy="14975"/>
            </a:xfrm>
            <a:custGeom>
              <a:avLst/>
              <a:gdLst/>
              <a:ahLst/>
              <a:cxnLst/>
              <a:rect l="0" t="0" r="0" b="0"/>
              <a:pathLst>
                <a:path w="35958" h="14975">
                  <a:moveTo>
                    <a:pt x="35958" y="14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2" name="Input_receptor__1591">
              <a:extLst>
                <a:ext uri="{FF2B5EF4-FFF2-40B4-BE49-F238E27FC236}">
                  <a16:creationId xmlns:a16="http://schemas.microsoft.com/office/drawing/2014/main" id="{74868984-A02A-DFC0-52A6-3C613CC11970}"/>
                </a:ext>
              </a:extLst>
            </p:cNvPr>
            <p:cNvSpPr>
              <a:spLocks noGrp="1"/>
            </p:cNvSpPr>
            <p:nvPr/>
          </p:nvSpPr>
          <p:spPr>
            <a:xfrm>
              <a:off x="753293" y="4412635"/>
              <a:ext cx="12741" cy="40247"/>
            </a:xfrm>
            <a:custGeom>
              <a:avLst/>
              <a:gdLst/>
              <a:ahLst/>
              <a:cxnLst/>
              <a:rect l="0" t="0" r="0" b="0"/>
              <a:pathLst>
                <a:path w="12741" h="40247">
                  <a:moveTo>
                    <a:pt x="0" y="40247"/>
                  </a:moveTo>
                  <a:lnTo>
                    <a:pt x="12741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3" name="Input_receptor__1592">
              <a:extLst>
                <a:ext uri="{FF2B5EF4-FFF2-40B4-BE49-F238E27FC236}">
                  <a16:creationId xmlns:a16="http://schemas.microsoft.com/office/drawing/2014/main" id="{00A615C4-296A-5BF4-7B6C-D8A332C0AA44}"/>
                </a:ext>
              </a:extLst>
            </p:cNvPr>
            <p:cNvSpPr>
              <a:spLocks noGrp="1"/>
            </p:cNvSpPr>
            <p:nvPr/>
          </p:nvSpPr>
          <p:spPr>
            <a:xfrm>
              <a:off x="1068987" y="4796071"/>
              <a:ext cx="5445" cy="19137"/>
            </a:xfrm>
            <a:custGeom>
              <a:avLst/>
              <a:gdLst/>
              <a:ahLst/>
              <a:cxnLst/>
              <a:rect l="0" t="0" r="0" b="0"/>
              <a:pathLst>
                <a:path w="5445" h="19137">
                  <a:moveTo>
                    <a:pt x="5445" y="191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4" name="Input_receptor__1593">
              <a:extLst>
                <a:ext uri="{FF2B5EF4-FFF2-40B4-BE49-F238E27FC236}">
                  <a16:creationId xmlns:a16="http://schemas.microsoft.com/office/drawing/2014/main" id="{B327AB26-727A-CEA2-D908-4C783565244F}"/>
                </a:ext>
              </a:extLst>
            </p:cNvPr>
            <p:cNvSpPr>
              <a:spLocks noGrp="1"/>
            </p:cNvSpPr>
            <p:nvPr/>
          </p:nvSpPr>
          <p:spPr>
            <a:xfrm>
              <a:off x="638916" y="4599179"/>
              <a:ext cx="24878" cy="41178"/>
            </a:xfrm>
            <a:custGeom>
              <a:avLst/>
              <a:gdLst/>
              <a:ahLst/>
              <a:cxnLst/>
              <a:rect l="0" t="0" r="0" b="0"/>
              <a:pathLst>
                <a:path w="24878" h="41178">
                  <a:moveTo>
                    <a:pt x="0" y="41178"/>
                  </a:moveTo>
                  <a:lnTo>
                    <a:pt x="24878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5" name="Input_receptor__1594">
              <a:extLst>
                <a:ext uri="{FF2B5EF4-FFF2-40B4-BE49-F238E27FC236}">
                  <a16:creationId xmlns:a16="http://schemas.microsoft.com/office/drawing/2014/main" id="{D9BD799E-5DBA-761C-3477-78626CF19378}"/>
                </a:ext>
              </a:extLst>
            </p:cNvPr>
            <p:cNvSpPr>
              <a:spLocks noGrp="1"/>
            </p:cNvSpPr>
            <p:nvPr/>
          </p:nvSpPr>
          <p:spPr>
            <a:xfrm>
              <a:off x="1179675" y="4748806"/>
              <a:ext cx="47705" cy="8094"/>
            </a:xfrm>
            <a:custGeom>
              <a:avLst/>
              <a:gdLst/>
              <a:ahLst/>
              <a:cxnLst/>
              <a:rect l="0" t="0" r="0" b="0"/>
              <a:pathLst>
                <a:path w="47705" h="8094">
                  <a:moveTo>
                    <a:pt x="0" y="8094"/>
                  </a:moveTo>
                  <a:lnTo>
                    <a:pt x="47705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6" name="Input_receptor__1595">
              <a:extLst>
                <a:ext uri="{FF2B5EF4-FFF2-40B4-BE49-F238E27FC236}">
                  <a16:creationId xmlns:a16="http://schemas.microsoft.com/office/drawing/2014/main" id="{8D38929B-9703-FAC2-D8EA-B1DD26ED2A70}"/>
                </a:ext>
              </a:extLst>
            </p:cNvPr>
            <p:cNvSpPr>
              <a:spLocks noGrp="1"/>
            </p:cNvSpPr>
            <p:nvPr/>
          </p:nvSpPr>
          <p:spPr>
            <a:xfrm>
              <a:off x="1382029" y="4398391"/>
              <a:ext cx="27578" cy="39154"/>
            </a:xfrm>
            <a:custGeom>
              <a:avLst/>
              <a:gdLst/>
              <a:ahLst/>
              <a:cxnLst/>
              <a:rect l="0" t="0" r="0" b="0"/>
              <a:pathLst>
                <a:path w="27578" h="39154">
                  <a:moveTo>
                    <a:pt x="0" y="0"/>
                  </a:moveTo>
                  <a:lnTo>
                    <a:pt x="27578" y="39154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7" name="Input_receptor__1596">
              <a:extLst>
                <a:ext uri="{FF2B5EF4-FFF2-40B4-BE49-F238E27FC236}">
                  <a16:creationId xmlns:a16="http://schemas.microsoft.com/office/drawing/2014/main" id="{90D5F19B-0BA0-66D7-7D7A-1798990851B3}"/>
                </a:ext>
              </a:extLst>
            </p:cNvPr>
            <p:cNvSpPr>
              <a:spLocks noGrp="1"/>
            </p:cNvSpPr>
            <p:nvPr/>
          </p:nvSpPr>
          <p:spPr>
            <a:xfrm>
              <a:off x="1476538" y="4792772"/>
              <a:ext cx="2654" cy="42829"/>
            </a:xfrm>
            <a:custGeom>
              <a:avLst/>
              <a:gdLst/>
              <a:ahLst/>
              <a:cxnLst/>
              <a:rect l="0" t="0" r="0" b="0"/>
              <a:pathLst>
                <a:path w="2654" h="42829">
                  <a:moveTo>
                    <a:pt x="2654" y="428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598" name="Input_receptor__1597">
              <a:extLst>
                <a:ext uri="{FF2B5EF4-FFF2-40B4-BE49-F238E27FC236}">
                  <a16:creationId xmlns:a16="http://schemas.microsoft.com/office/drawing/2014/main" id="{1A1A7854-E4ED-79B5-5396-79D28EB146FA}"/>
                </a:ext>
              </a:extLst>
            </p:cNvPr>
            <p:cNvSpPr>
              <a:spLocks noGrp="1"/>
            </p:cNvSpPr>
            <p:nvPr/>
          </p:nvSpPr>
          <p:spPr>
            <a:xfrm>
              <a:off x="875602" y="4897634"/>
              <a:ext cx="44272" cy="14093"/>
            </a:xfrm>
            <a:custGeom>
              <a:avLst/>
              <a:gdLst/>
              <a:ahLst/>
              <a:cxnLst/>
              <a:rect l="0" t="0" r="0" b="0"/>
              <a:pathLst>
                <a:path w="44272" h="14093">
                  <a:moveTo>
                    <a:pt x="44272" y="140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599" name="Input_receptor__1598">
              <a:extLst>
                <a:ext uri="{FF2B5EF4-FFF2-40B4-BE49-F238E27FC236}">
                  <a16:creationId xmlns:a16="http://schemas.microsoft.com/office/drawing/2014/main" id="{488E7A93-D182-E55D-6A14-5794E51B0740}"/>
                </a:ext>
              </a:extLst>
            </p:cNvPr>
            <p:cNvSpPr>
              <a:spLocks noGrp="1"/>
            </p:cNvSpPr>
            <p:nvPr/>
          </p:nvSpPr>
          <p:spPr>
            <a:xfrm>
              <a:off x="769489" y="4702160"/>
              <a:ext cx="1660" cy="41331"/>
            </a:xfrm>
            <a:custGeom>
              <a:avLst/>
              <a:gdLst/>
              <a:ahLst/>
              <a:cxnLst/>
              <a:rect l="0" t="0" r="0" b="0"/>
              <a:pathLst>
                <a:path w="1660" h="41331">
                  <a:moveTo>
                    <a:pt x="1660" y="0"/>
                  </a:moveTo>
                  <a:lnTo>
                    <a:pt x="0" y="41331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0" name="Input_receptor__1599">
              <a:extLst>
                <a:ext uri="{FF2B5EF4-FFF2-40B4-BE49-F238E27FC236}">
                  <a16:creationId xmlns:a16="http://schemas.microsoft.com/office/drawing/2014/main" id="{47E61A8C-8C93-1ECB-3D97-4ABAB569006C}"/>
                </a:ext>
              </a:extLst>
            </p:cNvPr>
            <p:cNvSpPr>
              <a:spLocks noGrp="1"/>
            </p:cNvSpPr>
            <p:nvPr/>
          </p:nvSpPr>
          <p:spPr>
            <a:xfrm>
              <a:off x="1179675" y="4756900"/>
              <a:ext cx="5602" cy="47212"/>
            </a:xfrm>
            <a:custGeom>
              <a:avLst/>
              <a:gdLst/>
              <a:ahLst/>
              <a:cxnLst/>
              <a:rect l="0" t="0" r="0" b="0"/>
              <a:pathLst>
                <a:path w="5602" h="47212">
                  <a:moveTo>
                    <a:pt x="5602" y="47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1" name="Input_receptor__1600">
              <a:extLst>
                <a:ext uri="{FF2B5EF4-FFF2-40B4-BE49-F238E27FC236}">
                  <a16:creationId xmlns:a16="http://schemas.microsoft.com/office/drawing/2014/main" id="{8A452195-FA5C-461C-C9FB-A13F0AA76EB7}"/>
                </a:ext>
              </a:extLst>
            </p:cNvPr>
            <p:cNvSpPr>
              <a:spLocks noGrp="1"/>
            </p:cNvSpPr>
            <p:nvPr/>
          </p:nvSpPr>
          <p:spPr>
            <a:xfrm>
              <a:off x="1004907" y="4484673"/>
              <a:ext cx="8020" cy="32625"/>
            </a:xfrm>
            <a:custGeom>
              <a:avLst/>
              <a:gdLst/>
              <a:ahLst/>
              <a:cxnLst/>
              <a:rect l="0" t="0" r="0" b="0"/>
              <a:pathLst>
                <a:path w="8020" h="32625">
                  <a:moveTo>
                    <a:pt x="8020" y="0"/>
                  </a:moveTo>
                  <a:lnTo>
                    <a:pt x="0" y="32625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2" name="Input_receptor__1601">
              <a:extLst>
                <a:ext uri="{FF2B5EF4-FFF2-40B4-BE49-F238E27FC236}">
                  <a16:creationId xmlns:a16="http://schemas.microsoft.com/office/drawing/2014/main" id="{2A8DD3C4-3C32-1073-D81C-7335ED420B22}"/>
                </a:ext>
              </a:extLst>
            </p:cNvPr>
            <p:cNvSpPr>
              <a:spLocks noGrp="1"/>
            </p:cNvSpPr>
            <p:nvPr/>
          </p:nvSpPr>
          <p:spPr>
            <a:xfrm>
              <a:off x="695984" y="4405269"/>
              <a:ext cx="10277" cy="27795"/>
            </a:xfrm>
            <a:custGeom>
              <a:avLst/>
              <a:gdLst/>
              <a:ahLst/>
              <a:cxnLst/>
              <a:rect l="0" t="0" r="0" b="0"/>
              <a:pathLst>
                <a:path w="10277" h="27795">
                  <a:moveTo>
                    <a:pt x="0" y="27795"/>
                  </a:moveTo>
                  <a:lnTo>
                    <a:pt x="10277" y="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603" name="Input_receptor__1602">
              <a:extLst>
                <a:ext uri="{FF2B5EF4-FFF2-40B4-BE49-F238E27FC236}">
                  <a16:creationId xmlns:a16="http://schemas.microsoft.com/office/drawing/2014/main" id="{3490D938-94CF-FFEC-4578-74B0FE93C5E6}"/>
                </a:ext>
              </a:extLst>
            </p:cNvPr>
            <p:cNvSpPr>
              <a:spLocks noGrp="1"/>
            </p:cNvSpPr>
            <p:nvPr/>
          </p:nvSpPr>
          <p:spPr>
            <a:xfrm>
              <a:off x="1383676" y="4148428"/>
              <a:ext cx="21426" cy="37276"/>
            </a:xfrm>
            <a:custGeom>
              <a:avLst/>
              <a:gdLst/>
              <a:ahLst/>
              <a:cxnLst/>
              <a:rect l="0" t="0" r="0" b="0"/>
              <a:pathLst>
                <a:path w="21426" h="37276">
                  <a:moveTo>
                    <a:pt x="21426" y="37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4" name="Input_receptor__1603">
              <a:extLst>
                <a:ext uri="{FF2B5EF4-FFF2-40B4-BE49-F238E27FC236}">
                  <a16:creationId xmlns:a16="http://schemas.microsoft.com/office/drawing/2014/main" id="{C950E61D-62E2-A63C-BDA3-4EA660530005}"/>
                </a:ext>
              </a:extLst>
            </p:cNvPr>
            <p:cNvSpPr>
              <a:spLocks noGrp="1"/>
            </p:cNvSpPr>
            <p:nvPr/>
          </p:nvSpPr>
          <p:spPr>
            <a:xfrm>
              <a:off x="663795" y="4589215"/>
              <a:ext cx="45894" cy="9964"/>
            </a:xfrm>
            <a:custGeom>
              <a:avLst/>
              <a:gdLst/>
              <a:ahLst/>
              <a:cxnLst/>
              <a:rect l="0" t="0" r="0" b="0"/>
              <a:pathLst>
                <a:path w="45894" h="9964">
                  <a:moveTo>
                    <a:pt x="0" y="9964"/>
                  </a:moveTo>
                  <a:lnTo>
                    <a:pt x="45894" y="0"/>
                  </a:lnTo>
                </a:path>
              </a:pathLst>
            </a:custGeom>
            <a:noFill/>
            <a:ln w="20003">
              <a:solidFill>
                <a:srgbClr val="9AAAB5"/>
              </a:solidFill>
            </a:ln>
          </p:spPr>
        </p:sp>
        <p:sp>
          <p:nvSpPr>
            <p:cNvPr id="1605" name="Input_receptor__1604">
              <a:extLst>
                <a:ext uri="{FF2B5EF4-FFF2-40B4-BE49-F238E27FC236}">
                  <a16:creationId xmlns:a16="http://schemas.microsoft.com/office/drawing/2014/main" id="{EBAB5242-BB7E-A6D5-62B7-44C0216B0EDC}"/>
                </a:ext>
              </a:extLst>
            </p:cNvPr>
            <p:cNvSpPr>
              <a:spLocks noGrp="1"/>
            </p:cNvSpPr>
            <p:nvPr/>
          </p:nvSpPr>
          <p:spPr>
            <a:xfrm>
              <a:off x="1291939" y="4495204"/>
              <a:ext cx="6387" cy="22940"/>
            </a:xfrm>
            <a:custGeom>
              <a:avLst/>
              <a:gdLst/>
              <a:ahLst/>
              <a:cxnLst/>
              <a:rect l="0" t="0" r="0" b="0"/>
              <a:pathLst>
                <a:path w="6387" h="22940">
                  <a:moveTo>
                    <a:pt x="6387" y="0"/>
                  </a:moveTo>
                  <a:lnTo>
                    <a:pt x="0" y="22940"/>
                  </a:lnTo>
                </a:path>
              </a:pathLst>
            </a:custGeom>
            <a:noFill/>
            <a:ln w="8096">
              <a:solidFill>
                <a:srgbClr val="9AAAB5"/>
              </a:solidFill>
            </a:ln>
          </p:spPr>
        </p:sp>
        <p:sp>
          <p:nvSpPr>
            <p:cNvPr id="1606" name="Input_receptor__1605">
              <a:extLst>
                <a:ext uri="{FF2B5EF4-FFF2-40B4-BE49-F238E27FC236}">
                  <a16:creationId xmlns:a16="http://schemas.microsoft.com/office/drawing/2014/main" id="{424E4810-7019-FEA2-C78C-0150A4595024}"/>
                </a:ext>
              </a:extLst>
            </p:cNvPr>
            <p:cNvSpPr>
              <a:spLocks noGrp="1"/>
            </p:cNvSpPr>
            <p:nvPr/>
          </p:nvSpPr>
          <p:spPr>
            <a:xfrm>
              <a:off x="1110575" y="5008232"/>
              <a:ext cx="3315" cy="38028"/>
            </a:xfrm>
            <a:custGeom>
              <a:avLst/>
              <a:gdLst/>
              <a:ahLst/>
              <a:cxnLst/>
              <a:rect l="0" t="0" r="0" b="0"/>
              <a:pathLst>
                <a:path w="3315" h="38028">
                  <a:moveTo>
                    <a:pt x="3315" y="380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AAAB6"/>
              </a:solidFill>
            </a:ln>
          </p:spPr>
        </p:sp>
        <p:sp>
          <p:nvSpPr>
            <p:cNvPr id="1607" name="Input_receptor__1606">
              <a:extLst>
                <a:ext uri="{FF2B5EF4-FFF2-40B4-BE49-F238E27FC236}">
                  <a16:creationId xmlns:a16="http://schemas.microsoft.com/office/drawing/2014/main" id="{4955DB31-4896-03E1-FD32-8D8CB482220A}"/>
                </a:ext>
              </a:extLst>
            </p:cNvPr>
            <p:cNvSpPr>
              <a:spLocks noGrp="1"/>
            </p:cNvSpPr>
            <p:nvPr/>
          </p:nvSpPr>
          <p:spPr>
            <a:xfrm>
              <a:off x="1523006" y="4133879"/>
              <a:ext cx="47088" cy="2519"/>
            </a:xfrm>
            <a:custGeom>
              <a:avLst/>
              <a:gdLst/>
              <a:ahLst/>
              <a:cxnLst/>
              <a:rect l="0" t="0" r="0" b="0"/>
              <a:pathLst>
                <a:path w="47088" h="2519">
                  <a:moveTo>
                    <a:pt x="0" y="2519"/>
                  </a:moveTo>
                  <a:lnTo>
                    <a:pt x="47088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08" name="Input_receptor__1607">
              <a:extLst>
                <a:ext uri="{FF2B5EF4-FFF2-40B4-BE49-F238E27FC236}">
                  <a16:creationId xmlns:a16="http://schemas.microsoft.com/office/drawing/2014/main" id="{233BDB7F-7089-6335-520C-D40DEFCD43EB}"/>
                </a:ext>
              </a:extLst>
            </p:cNvPr>
            <p:cNvSpPr>
              <a:spLocks noGrp="1"/>
            </p:cNvSpPr>
            <p:nvPr/>
          </p:nvSpPr>
          <p:spPr>
            <a:xfrm>
              <a:off x="814174" y="4716751"/>
              <a:ext cx="17037" cy="4907"/>
            </a:xfrm>
            <a:custGeom>
              <a:avLst/>
              <a:gdLst/>
              <a:ahLst/>
              <a:cxnLst/>
              <a:rect l="0" t="0" r="0" b="0"/>
              <a:pathLst>
                <a:path w="17037" h="4907">
                  <a:moveTo>
                    <a:pt x="17037" y="49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09" name="Input_receptor__1608">
              <a:extLst>
                <a:ext uri="{FF2B5EF4-FFF2-40B4-BE49-F238E27FC236}">
                  <a16:creationId xmlns:a16="http://schemas.microsoft.com/office/drawing/2014/main" id="{C819F99A-37D0-F99A-1222-4ECE2635D306}"/>
                </a:ext>
              </a:extLst>
            </p:cNvPr>
            <p:cNvSpPr>
              <a:spLocks noGrp="1"/>
            </p:cNvSpPr>
            <p:nvPr/>
          </p:nvSpPr>
          <p:spPr>
            <a:xfrm>
              <a:off x="1250597" y="4356116"/>
              <a:ext cx="33973" cy="31680"/>
            </a:xfrm>
            <a:custGeom>
              <a:avLst/>
              <a:gdLst/>
              <a:ahLst/>
              <a:cxnLst/>
              <a:rect l="0" t="0" r="0" b="0"/>
              <a:pathLst>
                <a:path w="33973" h="31680">
                  <a:moveTo>
                    <a:pt x="33973" y="0"/>
                  </a:moveTo>
                  <a:lnTo>
                    <a:pt x="0" y="3168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0" name="Input_receptor__1609">
              <a:extLst>
                <a:ext uri="{FF2B5EF4-FFF2-40B4-BE49-F238E27FC236}">
                  <a16:creationId xmlns:a16="http://schemas.microsoft.com/office/drawing/2014/main" id="{8524D8CE-985F-0203-73F5-7C54645E98FD}"/>
                </a:ext>
              </a:extLst>
            </p:cNvPr>
            <p:cNvSpPr>
              <a:spLocks noGrp="1"/>
            </p:cNvSpPr>
            <p:nvPr/>
          </p:nvSpPr>
          <p:spPr>
            <a:xfrm>
              <a:off x="831895" y="4658520"/>
              <a:ext cx="43517" cy="17760"/>
            </a:xfrm>
            <a:custGeom>
              <a:avLst/>
              <a:gdLst/>
              <a:ahLst/>
              <a:cxnLst/>
              <a:rect l="0" t="0" r="0" b="0"/>
              <a:pathLst>
                <a:path w="43517" h="17760">
                  <a:moveTo>
                    <a:pt x="43517" y="177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1" name="Input_receptor__1610">
              <a:extLst>
                <a:ext uri="{FF2B5EF4-FFF2-40B4-BE49-F238E27FC236}">
                  <a16:creationId xmlns:a16="http://schemas.microsoft.com/office/drawing/2014/main" id="{55050DCC-8253-2EEF-3C3E-495252854AB0}"/>
                </a:ext>
              </a:extLst>
            </p:cNvPr>
            <p:cNvSpPr>
              <a:spLocks noGrp="1"/>
            </p:cNvSpPr>
            <p:nvPr/>
          </p:nvSpPr>
          <p:spPr>
            <a:xfrm>
              <a:off x="632004" y="4701147"/>
              <a:ext cx="11953" cy="5586"/>
            </a:xfrm>
            <a:custGeom>
              <a:avLst/>
              <a:gdLst/>
              <a:ahLst/>
              <a:cxnLst/>
              <a:rect l="0" t="0" r="0" b="0"/>
              <a:pathLst>
                <a:path w="11953" h="5586">
                  <a:moveTo>
                    <a:pt x="0" y="5586"/>
                  </a:moveTo>
                  <a:lnTo>
                    <a:pt x="11953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2" name="Input_receptor__1611">
              <a:extLst>
                <a:ext uri="{FF2B5EF4-FFF2-40B4-BE49-F238E27FC236}">
                  <a16:creationId xmlns:a16="http://schemas.microsoft.com/office/drawing/2014/main" id="{7C7A5942-08A4-966A-63B5-C6E60E4B7377}"/>
                </a:ext>
              </a:extLst>
            </p:cNvPr>
            <p:cNvSpPr>
              <a:spLocks noGrp="1"/>
            </p:cNvSpPr>
            <p:nvPr/>
          </p:nvSpPr>
          <p:spPr>
            <a:xfrm>
              <a:off x="821641" y="4942030"/>
              <a:ext cx="13838" cy="31223"/>
            </a:xfrm>
            <a:custGeom>
              <a:avLst/>
              <a:gdLst/>
              <a:ahLst/>
              <a:cxnLst/>
              <a:rect l="0" t="0" r="0" b="0"/>
              <a:pathLst>
                <a:path w="13838" h="31223">
                  <a:moveTo>
                    <a:pt x="0" y="0"/>
                  </a:moveTo>
                  <a:lnTo>
                    <a:pt x="13838" y="3122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3" name="Input_receptor__1612">
              <a:extLst>
                <a:ext uri="{FF2B5EF4-FFF2-40B4-BE49-F238E27FC236}">
                  <a16:creationId xmlns:a16="http://schemas.microsoft.com/office/drawing/2014/main" id="{7D95B235-A73E-D1D6-FD4A-DFEF357BEC3C}"/>
                </a:ext>
              </a:extLst>
            </p:cNvPr>
            <p:cNvSpPr>
              <a:spLocks noGrp="1"/>
            </p:cNvSpPr>
            <p:nvPr/>
          </p:nvSpPr>
          <p:spPr>
            <a:xfrm>
              <a:off x="1250597" y="4387796"/>
              <a:ext cx="29282" cy="37436"/>
            </a:xfrm>
            <a:custGeom>
              <a:avLst/>
              <a:gdLst/>
              <a:ahLst/>
              <a:cxnLst/>
              <a:rect l="0" t="0" r="0" b="0"/>
              <a:pathLst>
                <a:path w="29282" h="37436">
                  <a:moveTo>
                    <a:pt x="0" y="0"/>
                  </a:moveTo>
                  <a:lnTo>
                    <a:pt x="29282" y="37436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4" name="Input_receptor__1613">
              <a:extLst>
                <a:ext uri="{FF2B5EF4-FFF2-40B4-BE49-F238E27FC236}">
                  <a16:creationId xmlns:a16="http://schemas.microsoft.com/office/drawing/2014/main" id="{CF10BB71-2EA5-E7A9-FACA-69EE7EC98E4F}"/>
                </a:ext>
              </a:extLst>
            </p:cNvPr>
            <p:cNvSpPr>
              <a:spLocks noGrp="1"/>
            </p:cNvSpPr>
            <p:nvPr/>
          </p:nvSpPr>
          <p:spPr>
            <a:xfrm>
              <a:off x="759584" y="4743490"/>
              <a:ext cx="9905" cy="17826"/>
            </a:xfrm>
            <a:custGeom>
              <a:avLst/>
              <a:gdLst/>
              <a:ahLst/>
              <a:cxnLst/>
              <a:rect l="0" t="0" r="0" b="0"/>
              <a:pathLst>
                <a:path w="9905" h="17826">
                  <a:moveTo>
                    <a:pt x="9905" y="0"/>
                  </a:moveTo>
                  <a:lnTo>
                    <a:pt x="0" y="17826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5" name="Input_receptor__1614">
              <a:extLst>
                <a:ext uri="{FF2B5EF4-FFF2-40B4-BE49-F238E27FC236}">
                  <a16:creationId xmlns:a16="http://schemas.microsoft.com/office/drawing/2014/main" id="{CC3E45FE-F4DE-556B-FA38-206395C64F00}"/>
                </a:ext>
              </a:extLst>
            </p:cNvPr>
            <p:cNvSpPr>
              <a:spLocks noGrp="1"/>
            </p:cNvSpPr>
            <p:nvPr/>
          </p:nvSpPr>
          <p:spPr>
            <a:xfrm>
              <a:off x="1268334" y="4621733"/>
              <a:ext cx="20558" cy="35718"/>
            </a:xfrm>
            <a:custGeom>
              <a:avLst/>
              <a:gdLst/>
              <a:ahLst/>
              <a:cxnLst/>
              <a:rect l="0" t="0" r="0" b="0"/>
              <a:pathLst>
                <a:path w="20558" h="35718">
                  <a:moveTo>
                    <a:pt x="0" y="0"/>
                  </a:moveTo>
                  <a:lnTo>
                    <a:pt x="20558" y="35718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6" name="Input_receptor__1615">
              <a:extLst>
                <a:ext uri="{FF2B5EF4-FFF2-40B4-BE49-F238E27FC236}">
                  <a16:creationId xmlns:a16="http://schemas.microsoft.com/office/drawing/2014/main" id="{D7DCDE80-1058-DBA0-C9FA-0D6A007B5A42}"/>
                </a:ext>
              </a:extLst>
            </p:cNvPr>
            <p:cNvSpPr>
              <a:spLocks noGrp="1"/>
            </p:cNvSpPr>
            <p:nvPr/>
          </p:nvSpPr>
          <p:spPr>
            <a:xfrm>
              <a:off x="989915" y="4999373"/>
              <a:ext cx="6674" cy="30620"/>
            </a:xfrm>
            <a:custGeom>
              <a:avLst/>
              <a:gdLst/>
              <a:ahLst/>
              <a:cxnLst/>
              <a:rect l="0" t="0" r="0" b="0"/>
              <a:pathLst>
                <a:path w="6674" h="30620">
                  <a:moveTo>
                    <a:pt x="0" y="0"/>
                  </a:moveTo>
                  <a:lnTo>
                    <a:pt x="6674" y="3062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7" name="Input_receptor__1616">
              <a:extLst>
                <a:ext uri="{FF2B5EF4-FFF2-40B4-BE49-F238E27FC236}">
                  <a16:creationId xmlns:a16="http://schemas.microsoft.com/office/drawing/2014/main" id="{51A3B878-2307-FA9B-5183-772DA94595D6}"/>
                </a:ext>
              </a:extLst>
            </p:cNvPr>
            <p:cNvSpPr>
              <a:spLocks noGrp="1"/>
            </p:cNvSpPr>
            <p:nvPr/>
          </p:nvSpPr>
          <p:spPr>
            <a:xfrm>
              <a:off x="1584418" y="4220327"/>
              <a:ext cx="5642" cy="4361"/>
            </a:xfrm>
            <a:custGeom>
              <a:avLst/>
              <a:gdLst/>
              <a:ahLst/>
              <a:cxnLst/>
              <a:rect l="0" t="0" r="0" b="0"/>
              <a:pathLst>
                <a:path w="5642" h="4361">
                  <a:moveTo>
                    <a:pt x="0" y="0"/>
                  </a:moveTo>
                  <a:lnTo>
                    <a:pt x="5642" y="4361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18" name="Input_receptor__1617">
              <a:extLst>
                <a:ext uri="{FF2B5EF4-FFF2-40B4-BE49-F238E27FC236}">
                  <a16:creationId xmlns:a16="http://schemas.microsoft.com/office/drawing/2014/main" id="{75A1AEBB-D377-4E20-3E87-D9B1307973D8}"/>
                </a:ext>
              </a:extLst>
            </p:cNvPr>
            <p:cNvSpPr>
              <a:spLocks noGrp="1"/>
            </p:cNvSpPr>
            <p:nvPr/>
          </p:nvSpPr>
          <p:spPr>
            <a:xfrm>
              <a:off x="1416841" y="4813699"/>
              <a:ext cx="5853" cy="5484"/>
            </a:xfrm>
            <a:custGeom>
              <a:avLst/>
              <a:gdLst/>
              <a:ahLst/>
              <a:cxnLst/>
              <a:rect l="0" t="0" r="0" b="0"/>
              <a:pathLst>
                <a:path w="5853" h="5484">
                  <a:moveTo>
                    <a:pt x="0" y="5484"/>
                  </a:moveTo>
                  <a:lnTo>
                    <a:pt x="5853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19" name="Input_receptor__1618">
              <a:extLst>
                <a:ext uri="{FF2B5EF4-FFF2-40B4-BE49-F238E27FC236}">
                  <a16:creationId xmlns:a16="http://schemas.microsoft.com/office/drawing/2014/main" id="{9FCE20F1-C5F0-EC19-5DA4-DD2DB277690A}"/>
                </a:ext>
              </a:extLst>
            </p:cNvPr>
            <p:cNvSpPr>
              <a:spLocks noGrp="1"/>
            </p:cNvSpPr>
            <p:nvPr/>
          </p:nvSpPr>
          <p:spPr>
            <a:xfrm>
              <a:off x="1551596" y="4692072"/>
              <a:ext cx="18878" cy="30672"/>
            </a:xfrm>
            <a:custGeom>
              <a:avLst/>
              <a:gdLst/>
              <a:ahLst/>
              <a:cxnLst/>
              <a:rect l="0" t="0" r="0" b="0"/>
              <a:pathLst>
                <a:path w="18878" h="30672">
                  <a:moveTo>
                    <a:pt x="0" y="30672"/>
                  </a:moveTo>
                  <a:lnTo>
                    <a:pt x="18878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0" name="Input_receptor__1619">
              <a:extLst>
                <a:ext uri="{FF2B5EF4-FFF2-40B4-BE49-F238E27FC236}">
                  <a16:creationId xmlns:a16="http://schemas.microsoft.com/office/drawing/2014/main" id="{CBEFD9E1-6F6A-15F3-4BE5-5562AF68A6A1}"/>
                </a:ext>
              </a:extLst>
            </p:cNvPr>
            <p:cNvSpPr>
              <a:spLocks noGrp="1"/>
            </p:cNvSpPr>
            <p:nvPr/>
          </p:nvSpPr>
          <p:spPr>
            <a:xfrm>
              <a:off x="841447" y="4518855"/>
              <a:ext cx="23202" cy="41533"/>
            </a:xfrm>
            <a:custGeom>
              <a:avLst/>
              <a:gdLst/>
              <a:ahLst/>
              <a:cxnLst/>
              <a:rect l="0" t="0" r="0" b="0"/>
              <a:pathLst>
                <a:path w="23202" h="41533">
                  <a:moveTo>
                    <a:pt x="23202" y="0"/>
                  </a:moveTo>
                  <a:lnTo>
                    <a:pt x="0" y="4153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1" name="Input_receptor__1620">
              <a:extLst>
                <a:ext uri="{FF2B5EF4-FFF2-40B4-BE49-F238E27FC236}">
                  <a16:creationId xmlns:a16="http://schemas.microsoft.com/office/drawing/2014/main" id="{4F067568-B9DC-733D-414D-32978BD8081C}"/>
                </a:ext>
              </a:extLst>
            </p:cNvPr>
            <p:cNvSpPr>
              <a:spLocks noGrp="1"/>
            </p:cNvSpPr>
            <p:nvPr/>
          </p:nvSpPr>
          <p:spPr>
            <a:xfrm>
              <a:off x="910372" y="4749706"/>
              <a:ext cx="16849" cy="31673"/>
            </a:xfrm>
            <a:custGeom>
              <a:avLst/>
              <a:gdLst/>
              <a:ahLst/>
              <a:cxnLst/>
              <a:rect l="0" t="0" r="0" b="0"/>
              <a:pathLst>
                <a:path w="16849" h="31673">
                  <a:moveTo>
                    <a:pt x="16849" y="316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2" name="Input_receptor__1621">
              <a:extLst>
                <a:ext uri="{FF2B5EF4-FFF2-40B4-BE49-F238E27FC236}">
                  <a16:creationId xmlns:a16="http://schemas.microsoft.com/office/drawing/2014/main" id="{F580B183-1190-306F-6B8D-73EB2347D2B3}"/>
                </a:ext>
              </a:extLst>
            </p:cNvPr>
            <p:cNvSpPr>
              <a:spLocks noGrp="1"/>
            </p:cNvSpPr>
            <p:nvPr/>
          </p:nvSpPr>
          <p:spPr>
            <a:xfrm>
              <a:off x="1461088" y="4087309"/>
              <a:ext cx="14874" cy="36248"/>
            </a:xfrm>
            <a:custGeom>
              <a:avLst/>
              <a:gdLst/>
              <a:ahLst/>
              <a:cxnLst/>
              <a:rect l="0" t="0" r="0" b="0"/>
              <a:pathLst>
                <a:path w="14874" h="36248">
                  <a:moveTo>
                    <a:pt x="0" y="36248"/>
                  </a:moveTo>
                  <a:lnTo>
                    <a:pt x="14874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3" name="Input_receptor__1622">
              <a:extLst>
                <a:ext uri="{FF2B5EF4-FFF2-40B4-BE49-F238E27FC236}">
                  <a16:creationId xmlns:a16="http://schemas.microsoft.com/office/drawing/2014/main" id="{E8D43E64-AD1A-AF51-4B4D-5DB6F91C96B6}"/>
                </a:ext>
              </a:extLst>
            </p:cNvPr>
            <p:cNvSpPr>
              <a:spLocks noGrp="1"/>
            </p:cNvSpPr>
            <p:nvPr/>
          </p:nvSpPr>
          <p:spPr>
            <a:xfrm>
              <a:off x="1156922" y="4673236"/>
              <a:ext cx="14621" cy="5149"/>
            </a:xfrm>
            <a:custGeom>
              <a:avLst/>
              <a:gdLst/>
              <a:ahLst/>
              <a:cxnLst/>
              <a:rect l="0" t="0" r="0" b="0"/>
              <a:pathLst>
                <a:path w="14621" h="5149">
                  <a:moveTo>
                    <a:pt x="14621" y="0"/>
                  </a:moveTo>
                  <a:lnTo>
                    <a:pt x="0" y="5149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4" name="Input_receptor__1623">
              <a:extLst>
                <a:ext uri="{FF2B5EF4-FFF2-40B4-BE49-F238E27FC236}">
                  <a16:creationId xmlns:a16="http://schemas.microsoft.com/office/drawing/2014/main" id="{BD73C768-CDEB-E211-D2C3-50FF5444C018}"/>
                </a:ext>
              </a:extLst>
            </p:cNvPr>
            <p:cNvSpPr>
              <a:spLocks noGrp="1"/>
            </p:cNvSpPr>
            <p:nvPr/>
          </p:nvSpPr>
          <p:spPr>
            <a:xfrm>
              <a:off x="882780" y="4728174"/>
              <a:ext cx="27592" cy="21531"/>
            </a:xfrm>
            <a:custGeom>
              <a:avLst/>
              <a:gdLst/>
              <a:ahLst/>
              <a:cxnLst/>
              <a:rect l="0" t="0" r="0" b="0"/>
              <a:pathLst>
                <a:path w="27592" h="21531">
                  <a:moveTo>
                    <a:pt x="27592" y="215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5" name="Input_receptor__1624">
              <a:extLst>
                <a:ext uri="{FF2B5EF4-FFF2-40B4-BE49-F238E27FC236}">
                  <a16:creationId xmlns:a16="http://schemas.microsoft.com/office/drawing/2014/main" id="{4CBC9B87-A71B-7112-52FF-D670BC540A75}"/>
                </a:ext>
              </a:extLst>
            </p:cNvPr>
            <p:cNvSpPr>
              <a:spLocks noGrp="1"/>
            </p:cNvSpPr>
            <p:nvPr/>
          </p:nvSpPr>
          <p:spPr>
            <a:xfrm>
              <a:off x="1641971" y="4288258"/>
              <a:ext cx="46464" cy="8496"/>
            </a:xfrm>
            <a:custGeom>
              <a:avLst/>
              <a:gdLst/>
              <a:ahLst/>
              <a:cxnLst/>
              <a:rect l="0" t="0" r="0" b="0"/>
              <a:pathLst>
                <a:path w="46464" h="8496">
                  <a:moveTo>
                    <a:pt x="46464" y="84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6" name="Input_receptor__1625">
              <a:extLst>
                <a:ext uri="{FF2B5EF4-FFF2-40B4-BE49-F238E27FC236}">
                  <a16:creationId xmlns:a16="http://schemas.microsoft.com/office/drawing/2014/main" id="{70DC4542-C8DC-BCE2-0699-71ACE85C1280}"/>
                </a:ext>
              </a:extLst>
            </p:cNvPr>
            <p:cNvSpPr>
              <a:spLocks noGrp="1"/>
            </p:cNvSpPr>
            <p:nvPr/>
          </p:nvSpPr>
          <p:spPr>
            <a:xfrm>
              <a:off x="1061681" y="4748997"/>
              <a:ext cx="7305" cy="47074"/>
            </a:xfrm>
            <a:custGeom>
              <a:avLst/>
              <a:gdLst/>
              <a:ahLst/>
              <a:cxnLst/>
              <a:rect l="0" t="0" r="0" b="0"/>
              <a:pathLst>
                <a:path w="7305" h="47074">
                  <a:moveTo>
                    <a:pt x="7305" y="470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7" name="Input_receptor__1626">
              <a:extLst>
                <a:ext uri="{FF2B5EF4-FFF2-40B4-BE49-F238E27FC236}">
                  <a16:creationId xmlns:a16="http://schemas.microsoft.com/office/drawing/2014/main" id="{70C16068-D0A4-10AE-BDD5-603A8FB595BF}"/>
                </a:ext>
              </a:extLst>
            </p:cNvPr>
            <p:cNvSpPr>
              <a:spLocks noGrp="1"/>
            </p:cNvSpPr>
            <p:nvPr/>
          </p:nvSpPr>
          <p:spPr>
            <a:xfrm>
              <a:off x="1383676" y="4104282"/>
              <a:ext cx="18442" cy="44146"/>
            </a:xfrm>
            <a:custGeom>
              <a:avLst/>
              <a:gdLst/>
              <a:ahLst/>
              <a:cxnLst/>
              <a:rect l="0" t="0" r="0" b="0"/>
              <a:pathLst>
                <a:path w="18442" h="44146">
                  <a:moveTo>
                    <a:pt x="0" y="44146"/>
                  </a:moveTo>
                  <a:lnTo>
                    <a:pt x="18442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28" name="Input_receptor__1627">
              <a:extLst>
                <a:ext uri="{FF2B5EF4-FFF2-40B4-BE49-F238E27FC236}">
                  <a16:creationId xmlns:a16="http://schemas.microsoft.com/office/drawing/2014/main" id="{F50AAF2C-7453-A438-17A5-B348BA70D834}"/>
                </a:ext>
              </a:extLst>
            </p:cNvPr>
            <p:cNvSpPr>
              <a:spLocks noGrp="1"/>
            </p:cNvSpPr>
            <p:nvPr/>
          </p:nvSpPr>
          <p:spPr>
            <a:xfrm>
              <a:off x="1428814" y="4337993"/>
              <a:ext cx="29695" cy="33035"/>
            </a:xfrm>
            <a:custGeom>
              <a:avLst/>
              <a:gdLst/>
              <a:ahLst/>
              <a:cxnLst/>
              <a:rect l="0" t="0" r="0" b="0"/>
              <a:pathLst>
                <a:path w="29695" h="33035">
                  <a:moveTo>
                    <a:pt x="0" y="0"/>
                  </a:moveTo>
                  <a:lnTo>
                    <a:pt x="29695" y="33035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29" name="Input_receptor__1628">
              <a:extLst>
                <a:ext uri="{FF2B5EF4-FFF2-40B4-BE49-F238E27FC236}">
                  <a16:creationId xmlns:a16="http://schemas.microsoft.com/office/drawing/2014/main" id="{357E69A6-29E4-CF2D-76BC-F470D4388BC0}"/>
                </a:ext>
              </a:extLst>
            </p:cNvPr>
            <p:cNvSpPr>
              <a:spLocks noGrp="1"/>
            </p:cNvSpPr>
            <p:nvPr/>
          </p:nvSpPr>
          <p:spPr>
            <a:xfrm>
              <a:off x="864649" y="4504832"/>
              <a:ext cx="43649" cy="14023"/>
            </a:xfrm>
            <a:custGeom>
              <a:avLst/>
              <a:gdLst/>
              <a:ahLst/>
              <a:cxnLst/>
              <a:rect l="0" t="0" r="0" b="0"/>
              <a:pathLst>
                <a:path w="43649" h="14023">
                  <a:moveTo>
                    <a:pt x="43649" y="0"/>
                  </a:moveTo>
                  <a:lnTo>
                    <a:pt x="0" y="14023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0" name="Input_receptor__1629">
              <a:extLst>
                <a:ext uri="{FF2B5EF4-FFF2-40B4-BE49-F238E27FC236}">
                  <a16:creationId xmlns:a16="http://schemas.microsoft.com/office/drawing/2014/main" id="{1E1C7E78-3CF7-0C68-AEBA-D0AB84C2F9B1}"/>
                </a:ext>
              </a:extLst>
            </p:cNvPr>
            <p:cNvSpPr>
              <a:spLocks noGrp="1"/>
            </p:cNvSpPr>
            <p:nvPr/>
          </p:nvSpPr>
          <p:spPr>
            <a:xfrm>
              <a:off x="1306717" y="4579621"/>
              <a:ext cx="18898" cy="13410"/>
            </a:xfrm>
            <a:custGeom>
              <a:avLst/>
              <a:gdLst/>
              <a:ahLst/>
              <a:cxnLst/>
              <a:rect l="0" t="0" r="0" b="0"/>
              <a:pathLst>
                <a:path w="18898" h="13410">
                  <a:moveTo>
                    <a:pt x="18898" y="134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1" name="Input_receptor__1630">
              <a:extLst>
                <a:ext uri="{FF2B5EF4-FFF2-40B4-BE49-F238E27FC236}">
                  <a16:creationId xmlns:a16="http://schemas.microsoft.com/office/drawing/2014/main" id="{44E04A7D-F3C1-38B9-DF62-39063E06A067}"/>
                </a:ext>
              </a:extLst>
            </p:cNvPr>
            <p:cNvSpPr>
              <a:spLocks noGrp="1"/>
            </p:cNvSpPr>
            <p:nvPr/>
          </p:nvSpPr>
          <p:spPr>
            <a:xfrm>
              <a:off x="1279879" y="4401997"/>
              <a:ext cx="34778" cy="23236"/>
            </a:xfrm>
            <a:custGeom>
              <a:avLst/>
              <a:gdLst/>
              <a:ahLst/>
              <a:cxnLst/>
              <a:rect l="0" t="0" r="0" b="0"/>
              <a:pathLst>
                <a:path w="34778" h="23236">
                  <a:moveTo>
                    <a:pt x="0" y="23236"/>
                  </a:moveTo>
                  <a:lnTo>
                    <a:pt x="34778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2" name="Input_receptor__1631">
              <a:extLst>
                <a:ext uri="{FF2B5EF4-FFF2-40B4-BE49-F238E27FC236}">
                  <a16:creationId xmlns:a16="http://schemas.microsoft.com/office/drawing/2014/main" id="{C4222F98-10C6-930B-D33A-DBA034EAF65A}"/>
                </a:ext>
              </a:extLst>
            </p:cNvPr>
            <p:cNvSpPr>
              <a:spLocks noGrp="1"/>
            </p:cNvSpPr>
            <p:nvPr/>
          </p:nvSpPr>
          <p:spPr>
            <a:xfrm>
              <a:off x="1089371" y="4553211"/>
              <a:ext cx="5104" cy="45148"/>
            </a:xfrm>
            <a:custGeom>
              <a:avLst/>
              <a:gdLst/>
              <a:ahLst/>
              <a:cxnLst/>
              <a:rect l="0" t="0" r="0" b="0"/>
              <a:pathLst>
                <a:path w="5104" h="45148">
                  <a:moveTo>
                    <a:pt x="5104" y="451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3" name="Input_receptor__1632">
              <a:extLst>
                <a:ext uri="{FF2B5EF4-FFF2-40B4-BE49-F238E27FC236}">
                  <a16:creationId xmlns:a16="http://schemas.microsoft.com/office/drawing/2014/main" id="{56EEB7E4-3257-D84A-B111-F4732BBCCF37}"/>
                </a:ext>
              </a:extLst>
            </p:cNvPr>
            <p:cNvSpPr>
              <a:spLocks noGrp="1"/>
            </p:cNvSpPr>
            <p:nvPr/>
          </p:nvSpPr>
          <p:spPr>
            <a:xfrm>
              <a:off x="1187044" y="4473278"/>
              <a:ext cx="17342" cy="45027"/>
            </a:xfrm>
            <a:custGeom>
              <a:avLst/>
              <a:gdLst/>
              <a:ahLst/>
              <a:cxnLst/>
              <a:rect l="0" t="0" r="0" b="0"/>
              <a:pathLst>
                <a:path w="17342" h="45027">
                  <a:moveTo>
                    <a:pt x="17342" y="450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4" name="Input_receptor__1633">
              <a:extLst>
                <a:ext uri="{FF2B5EF4-FFF2-40B4-BE49-F238E27FC236}">
                  <a16:creationId xmlns:a16="http://schemas.microsoft.com/office/drawing/2014/main" id="{7E66B70C-D51A-AF88-199B-BC3AC1C3733F}"/>
                </a:ext>
              </a:extLst>
            </p:cNvPr>
            <p:cNvSpPr>
              <a:spLocks noGrp="1"/>
            </p:cNvSpPr>
            <p:nvPr/>
          </p:nvSpPr>
          <p:spPr>
            <a:xfrm>
              <a:off x="1059518" y="4937347"/>
              <a:ext cx="9331" cy="47148"/>
            </a:xfrm>
            <a:custGeom>
              <a:avLst/>
              <a:gdLst/>
              <a:ahLst/>
              <a:cxnLst/>
              <a:rect l="0" t="0" r="0" b="0"/>
              <a:pathLst>
                <a:path w="9331" h="47148">
                  <a:moveTo>
                    <a:pt x="9331" y="471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5" name="Input_receptor__1634">
              <a:extLst>
                <a:ext uri="{FF2B5EF4-FFF2-40B4-BE49-F238E27FC236}">
                  <a16:creationId xmlns:a16="http://schemas.microsoft.com/office/drawing/2014/main" id="{C7E6D5B8-6B44-F14F-6275-448C3C55407A}"/>
                </a:ext>
              </a:extLst>
            </p:cNvPr>
            <p:cNvSpPr>
              <a:spLocks noGrp="1"/>
            </p:cNvSpPr>
            <p:nvPr/>
          </p:nvSpPr>
          <p:spPr>
            <a:xfrm>
              <a:off x="1501579" y="4658329"/>
              <a:ext cx="36053" cy="32060"/>
            </a:xfrm>
            <a:custGeom>
              <a:avLst/>
              <a:gdLst/>
              <a:ahLst/>
              <a:cxnLst/>
              <a:rect l="0" t="0" r="0" b="0"/>
              <a:pathLst>
                <a:path w="36053" h="32060">
                  <a:moveTo>
                    <a:pt x="36053" y="0"/>
                  </a:moveTo>
                  <a:lnTo>
                    <a:pt x="0" y="3206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6" name="Input_receptor__1635">
              <a:extLst>
                <a:ext uri="{FF2B5EF4-FFF2-40B4-BE49-F238E27FC236}">
                  <a16:creationId xmlns:a16="http://schemas.microsoft.com/office/drawing/2014/main" id="{394A6F87-7E23-BBA9-E0F1-2371E380105F}"/>
                </a:ext>
              </a:extLst>
            </p:cNvPr>
            <p:cNvSpPr>
              <a:spLocks noGrp="1"/>
            </p:cNvSpPr>
            <p:nvPr/>
          </p:nvSpPr>
          <p:spPr>
            <a:xfrm>
              <a:off x="709689" y="4548048"/>
              <a:ext cx="14290" cy="41167"/>
            </a:xfrm>
            <a:custGeom>
              <a:avLst/>
              <a:gdLst/>
              <a:ahLst/>
              <a:cxnLst/>
              <a:rect l="0" t="0" r="0" b="0"/>
              <a:pathLst>
                <a:path w="14290" h="41167">
                  <a:moveTo>
                    <a:pt x="0" y="41167"/>
                  </a:moveTo>
                  <a:lnTo>
                    <a:pt x="14290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7" name="Input_receptor__1636">
              <a:extLst>
                <a:ext uri="{FF2B5EF4-FFF2-40B4-BE49-F238E27FC236}">
                  <a16:creationId xmlns:a16="http://schemas.microsoft.com/office/drawing/2014/main" id="{31EC4638-68F2-47C5-CFC1-2BF7B9A035F6}"/>
                </a:ext>
              </a:extLst>
            </p:cNvPr>
            <p:cNvSpPr>
              <a:spLocks noGrp="1"/>
            </p:cNvSpPr>
            <p:nvPr/>
          </p:nvSpPr>
          <p:spPr>
            <a:xfrm>
              <a:off x="1451102" y="4123557"/>
              <a:ext cx="9986" cy="25537"/>
            </a:xfrm>
            <a:custGeom>
              <a:avLst/>
              <a:gdLst/>
              <a:ahLst/>
              <a:cxnLst/>
              <a:rect l="0" t="0" r="0" b="0"/>
              <a:pathLst>
                <a:path w="9986" h="25537">
                  <a:moveTo>
                    <a:pt x="0" y="25537"/>
                  </a:moveTo>
                  <a:lnTo>
                    <a:pt x="9986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38" name="Input_receptor__1637">
              <a:extLst>
                <a:ext uri="{FF2B5EF4-FFF2-40B4-BE49-F238E27FC236}">
                  <a16:creationId xmlns:a16="http://schemas.microsoft.com/office/drawing/2014/main" id="{6ECF1A39-6BFF-4D0C-DB46-EE20BF2D5FCE}"/>
                </a:ext>
              </a:extLst>
            </p:cNvPr>
            <p:cNvSpPr>
              <a:spLocks noGrp="1"/>
            </p:cNvSpPr>
            <p:nvPr/>
          </p:nvSpPr>
          <p:spPr>
            <a:xfrm>
              <a:off x="1068849" y="4984494"/>
              <a:ext cx="41725" cy="23738"/>
            </a:xfrm>
            <a:custGeom>
              <a:avLst/>
              <a:gdLst/>
              <a:ahLst/>
              <a:cxnLst/>
              <a:rect l="0" t="0" r="0" b="0"/>
              <a:pathLst>
                <a:path w="41725" h="23738">
                  <a:moveTo>
                    <a:pt x="41725" y="237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39" name="Input_receptor__1638">
              <a:extLst>
                <a:ext uri="{FF2B5EF4-FFF2-40B4-BE49-F238E27FC236}">
                  <a16:creationId xmlns:a16="http://schemas.microsoft.com/office/drawing/2014/main" id="{A8089448-944C-26CC-FEB2-EE101A7B812F}"/>
                </a:ext>
              </a:extLst>
            </p:cNvPr>
            <p:cNvSpPr>
              <a:spLocks noGrp="1"/>
            </p:cNvSpPr>
            <p:nvPr/>
          </p:nvSpPr>
          <p:spPr>
            <a:xfrm>
              <a:off x="1639597" y="4389776"/>
              <a:ext cx="18861" cy="37945"/>
            </a:xfrm>
            <a:custGeom>
              <a:avLst/>
              <a:gdLst/>
              <a:ahLst/>
              <a:cxnLst/>
              <a:rect l="0" t="0" r="0" b="0"/>
              <a:pathLst>
                <a:path w="18861" h="37945">
                  <a:moveTo>
                    <a:pt x="0" y="37945"/>
                  </a:moveTo>
                  <a:lnTo>
                    <a:pt x="18861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40" name="Input_receptor__1639">
              <a:extLst>
                <a:ext uri="{FF2B5EF4-FFF2-40B4-BE49-F238E27FC236}">
                  <a16:creationId xmlns:a16="http://schemas.microsoft.com/office/drawing/2014/main" id="{A574F02E-4F67-B459-2380-00DF20BA56E6}"/>
                </a:ext>
              </a:extLst>
            </p:cNvPr>
            <p:cNvSpPr>
              <a:spLocks noGrp="1"/>
            </p:cNvSpPr>
            <p:nvPr/>
          </p:nvSpPr>
          <p:spPr>
            <a:xfrm>
              <a:off x="1346213" y="4437051"/>
              <a:ext cx="6236" cy="20904"/>
            </a:xfrm>
            <a:custGeom>
              <a:avLst/>
              <a:gdLst/>
              <a:ahLst/>
              <a:cxnLst/>
              <a:rect l="0" t="0" r="0" b="0"/>
              <a:pathLst>
                <a:path w="6236" h="20904">
                  <a:moveTo>
                    <a:pt x="0" y="0"/>
                  </a:moveTo>
                  <a:lnTo>
                    <a:pt x="6236" y="20904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41" name="Input_receptor__1640">
              <a:extLst>
                <a:ext uri="{FF2B5EF4-FFF2-40B4-BE49-F238E27FC236}">
                  <a16:creationId xmlns:a16="http://schemas.microsoft.com/office/drawing/2014/main" id="{8121FC86-83AF-EFD1-5954-7AB40F62080B}"/>
                </a:ext>
              </a:extLst>
            </p:cNvPr>
            <p:cNvSpPr>
              <a:spLocks noGrp="1"/>
            </p:cNvSpPr>
            <p:nvPr/>
          </p:nvSpPr>
          <p:spPr>
            <a:xfrm>
              <a:off x="1227379" y="4733822"/>
              <a:ext cx="8242" cy="14984"/>
            </a:xfrm>
            <a:custGeom>
              <a:avLst/>
              <a:gdLst/>
              <a:ahLst/>
              <a:cxnLst/>
              <a:rect l="0" t="0" r="0" b="0"/>
              <a:pathLst>
                <a:path w="8242" h="14984">
                  <a:moveTo>
                    <a:pt x="0" y="14984"/>
                  </a:moveTo>
                  <a:lnTo>
                    <a:pt x="8242" y="0"/>
                  </a:lnTo>
                </a:path>
              </a:pathLst>
            </a:custGeom>
            <a:noFill/>
            <a:ln w="8096">
              <a:solidFill>
                <a:srgbClr val="9BABB6"/>
              </a:solidFill>
            </a:ln>
          </p:spPr>
        </p:sp>
        <p:sp>
          <p:nvSpPr>
            <p:cNvPr id="1642" name="Input_receptor__1641">
              <a:extLst>
                <a:ext uri="{FF2B5EF4-FFF2-40B4-BE49-F238E27FC236}">
                  <a16:creationId xmlns:a16="http://schemas.microsoft.com/office/drawing/2014/main" id="{2A4D61D9-9981-EFB9-97DE-D3FCA5A2C127}"/>
                </a:ext>
              </a:extLst>
            </p:cNvPr>
            <p:cNvSpPr>
              <a:spLocks noGrp="1"/>
            </p:cNvSpPr>
            <p:nvPr/>
          </p:nvSpPr>
          <p:spPr>
            <a:xfrm>
              <a:off x="1563751" y="4405348"/>
              <a:ext cx="13166" cy="46360"/>
            </a:xfrm>
            <a:custGeom>
              <a:avLst/>
              <a:gdLst/>
              <a:ahLst/>
              <a:cxnLst/>
              <a:rect l="0" t="0" r="0" b="0"/>
              <a:pathLst>
                <a:path w="13166" h="46360">
                  <a:moveTo>
                    <a:pt x="0" y="46360"/>
                  </a:moveTo>
                  <a:lnTo>
                    <a:pt x="13166" y="0"/>
                  </a:lnTo>
                </a:path>
              </a:pathLst>
            </a:custGeom>
            <a:noFill/>
            <a:ln w="20003">
              <a:solidFill>
                <a:srgbClr val="9BABB6"/>
              </a:solidFill>
            </a:ln>
          </p:spPr>
        </p:sp>
        <p:sp>
          <p:nvSpPr>
            <p:cNvPr id="1643" name="Input_receptor__1642">
              <a:extLst>
                <a:ext uri="{FF2B5EF4-FFF2-40B4-BE49-F238E27FC236}">
                  <a16:creationId xmlns:a16="http://schemas.microsoft.com/office/drawing/2014/main" id="{05A15E1C-27A7-E96C-4D91-C9CBC566CA84}"/>
                </a:ext>
              </a:extLst>
            </p:cNvPr>
            <p:cNvSpPr>
              <a:spLocks noGrp="1"/>
            </p:cNvSpPr>
            <p:nvPr/>
          </p:nvSpPr>
          <p:spPr>
            <a:xfrm>
              <a:off x="1366641" y="4768444"/>
              <a:ext cx="39465" cy="14904"/>
            </a:xfrm>
            <a:custGeom>
              <a:avLst/>
              <a:gdLst/>
              <a:ahLst/>
              <a:cxnLst/>
              <a:rect l="0" t="0" r="0" b="0"/>
              <a:pathLst>
                <a:path w="39465" h="14904">
                  <a:moveTo>
                    <a:pt x="39465" y="0"/>
                  </a:moveTo>
                  <a:lnTo>
                    <a:pt x="0" y="14904"/>
                  </a:lnTo>
                </a:path>
              </a:pathLst>
            </a:custGeom>
            <a:noFill/>
            <a:ln w="20003">
              <a:solidFill>
                <a:srgbClr val="9CABB6"/>
              </a:solidFill>
            </a:ln>
          </p:spPr>
        </p:sp>
        <p:sp>
          <p:nvSpPr>
            <p:cNvPr id="1644" name="Input_receptor__1643">
              <a:extLst>
                <a:ext uri="{FF2B5EF4-FFF2-40B4-BE49-F238E27FC236}">
                  <a16:creationId xmlns:a16="http://schemas.microsoft.com/office/drawing/2014/main" id="{87384AA9-A386-A668-8027-0D3C36E78BAB}"/>
                </a:ext>
              </a:extLst>
            </p:cNvPr>
            <p:cNvSpPr>
              <a:spLocks noGrp="1"/>
            </p:cNvSpPr>
            <p:nvPr/>
          </p:nvSpPr>
          <p:spPr>
            <a:xfrm>
              <a:off x="1143444" y="4536675"/>
              <a:ext cx="9725" cy="38273"/>
            </a:xfrm>
            <a:custGeom>
              <a:avLst/>
              <a:gdLst/>
              <a:ahLst/>
              <a:cxnLst/>
              <a:rect l="0" t="0" r="0" b="0"/>
              <a:pathLst>
                <a:path w="9725" h="38273">
                  <a:moveTo>
                    <a:pt x="9725" y="38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BB6"/>
              </a:solidFill>
            </a:ln>
          </p:spPr>
        </p:sp>
        <p:sp>
          <p:nvSpPr>
            <p:cNvPr id="1645" name="Input_receptor__1644">
              <a:extLst>
                <a:ext uri="{FF2B5EF4-FFF2-40B4-BE49-F238E27FC236}">
                  <a16:creationId xmlns:a16="http://schemas.microsoft.com/office/drawing/2014/main" id="{2D7F3E4E-1278-FDD1-CFB3-F8C02E5020F6}"/>
                </a:ext>
              </a:extLst>
            </p:cNvPr>
            <p:cNvSpPr>
              <a:spLocks noGrp="1"/>
            </p:cNvSpPr>
            <p:nvPr/>
          </p:nvSpPr>
          <p:spPr>
            <a:xfrm>
              <a:off x="701039" y="4718788"/>
              <a:ext cx="25024" cy="8808"/>
            </a:xfrm>
            <a:custGeom>
              <a:avLst/>
              <a:gdLst/>
              <a:ahLst/>
              <a:cxnLst/>
              <a:rect l="0" t="0" r="0" b="0"/>
              <a:pathLst>
                <a:path w="25024" h="8808">
                  <a:moveTo>
                    <a:pt x="25024" y="880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46" name="Input_receptor__1645">
              <a:extLst>
                <a:ext uri="{FF2B5EF4-FFF2-40B4-BE49-F238E27FC236}">
                  <a16:creationId xmlns:a16="http://schemas.microsoft.com/office/drawing/2014/main" id="{1658FDFE-1EF1-FA77-BCE5-D85151A79098}"/>
                </a:ext>
              </a:extLst>
            </p:cNvPr>
            <p:cNvSpPr>
              <a:spLocks noGrp="1"/>
            </p:cNvSpPr>
            <p:nvPr/>
          </p:nvSpPr>
          <p:spPr>
            <a:xfrm>
              <a:off x="771149" y="4702160"/>
              <a:ext cx="43025" cy="14592"/>
            </a:xfrm>
            <a:custGeom>
              <a:avLst/>
              <a:gdLst/>
              <a:ahLst/>
              <a:cxnLst/>
              <a:rect l="0" t="0" r="0" b="0"/>
              <a:pathLst>
                <a:path w="43025" h="14592">
                  <a:moveTo>
                    <a:pt x="43025" y="14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7" name="Input_receptor__1646">
              <a:extLst>
                <a:ext uri="{FF2B5EF4-FFF2-40B4-BE49-F238E27FC236}">
                  <a16:creationId xmlns:a16="http://schemas.microsoft.com/office/drawing/2014/main" id="{657B87EA-5108-2E31-F2B6-B93961AFF13A}"/>
                </a:ext>
              </a:extLst>
            </p:cNvPr>
            <p:cNvSpPr>
              <a:spLocks noGrp="1"/>
            </p:cNvSpPr>
            <p:nvPr/>
          </p:nvSpPr>
          <p:spPr>
            <a:xfrm>
              <a:off x="1602277" y="4278207"/>
              <a:ext cx="39694" cy="10051"/>
            </a:xfrm>
            <a:custGeom>
              <a:avLst/>
              <a:gdLst/>
              <a:ahLst/>
              <a:cxnLst/>
              <a:rect l="0" t="0" r="0" b="0"/>
              <a:pathLst>
                <a:path w="39694" h="10051">
                  <a:moveTo>
                    <a:pt x="39694" y="100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8" name="Input_receptor__1647">
              <a:extLst>
                <a:ext uri="{FF2B5EF4-FFF2-40B4-BE49-F238E27FC236}">
                  <a16:creationId xmlns:a16="http://schemas.microsoft.com/office/drawing/2014/main" id="{EAE93A5F-AD92-BF17-6AC9-520C781C3B3A}"/>
                </a:ext>
              </a:extLst>
            </p:cNvPr>
            <p:cNvSpPr>
              <a:spLocks noGrp="1"/>
            </p:cNvSpPr>
            <p:nvPr/>
          </p:nvSpPr>
          <p:spPr>
            <a:xfrm>
              <a:off x="1028877" y="4600799"/>
              <a:ext cx="7678" cy="47020"/>
            </a:xfrm>
            <a:custGeom>
              <a:avLst/>
              <a:gdLst/>
              <a:ahLst/>
              <a:cxnLst/>
              <a:rect l="0" t="0" r="0" b="0"/>
              <a:pathLst>
                <a:path w="7678" h="47020">
                  <a:moveTo>
                    <a:pt x="7678" y="470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49" name="Input_receptor__1648">
              <a:extLst>
                <a:ext uri="{FF2B5EF4-FFF2-40B4-BE49-F238E27FC236}">
                  <a16:creationId xmlns:a16="http://schemas.microsoft.com/office/drawing/2014/main" id="{19E1DB0E-3CB0-B2A0-D79F-A5F7B01C438A}"/>
                </a:ext>
              </a:extLst>
            </p:cNvPr>
            <p:cNvSpPr>
              <a:spLocks noGrp="1"/>
            </p:cNvSpPr>
            <p:nvPr/>
          </p:nvSpPr>
          <p:spPr>
            <a:xfrm>
              <a:off x="1537632" y="4658329"/>
              <a:ext cx="32843" cy="33744"/>
            </a:xfrm>
            <a:custGeom>
              <a:avLst/>
              <a:gdLst/>
              <a:ahLst/>
              <a:cxnLst/>
              <a:rect l="0" t="0" r="0" b="0"/>
              <a:pathLst>
                <a:path w="32843" h="33744">
                  <a:moveTo>
                    <a:pt x="32843" y="33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0" name="Input_receptor__1649">
              <a:extLst>
                <a:ext uri="{FF2B5EF4-FFF2-40B4-BE49-F238E27FC236}">
                  <a16:creationId xmlns:a16="http://schemas.microsoft.com/office/drawing/2014/main" id="{C0423A3B-D021-013F-BA23-32728AE7DF3C}"/>
                </a:ext>
              </a:extLst>
            </p:cNvPr>
            <p:cNvSpPr>
              <a:spLocks noGrp="1"/>
            </p:cNvSpPr>
            <p:nvPr/>
          </p:nvSpPr>
          <p:spPr>
            <a:xfrm>
              <a:off x="1394745" y="4337993"/>
              <a:ext cx="34069" cy="5759"/>
            </a:xfrm>
            <a:custGeom>
              <a:avLst/>
              <a:gdLst/>
              <a:ahLst/>
              <a:cxnLst/>
              <a:rect l="0" t="0" r="0" b="0"/>
              <a:pathLst>
                <a:path w="34069" h="5759">
                  <a:moveTo>
                    <a:pt x="0" y="5759"/>
                  </a:moveTo>
                  <a:lnTo>
                    <a:pt x="34069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1" name="Input_receptor__1650">
              <a:extLst>
                <a:ext uri="{FF2B5EF4-FFF2-40B4-BE49-F238E27FC236}">
                  <a16:creationId xmlns:a16="http://schemas.microsoft.com/office/drawing/2014/main" id="{1112D1B5-D854-C8EF-3B6E-518415A13F47}"/>
                </a:ext>
              </a:extLst>
            </p:cNvPr>
            <p:cNvSpPr>
              <a:spLocks noGrp="1"/>
            </p:cNvSpPr>
            <p:nvPr/>
          </p:nvSpPr>
          <p:spPr>
            <a:xfrm>
              <a:off x="1185276" y="4793058"/>
              <a:ext cx="30364" cy="11053"/>
            </a:xfrm>
            <a:custGeom>
              <a:avLst/>
              <a:gdLst/>
              <a:ahLst/>
              <a:cxnLst/>
              <a:rect l="0" t="0" r="0" b="0"/>
              <a:pathLst>
                <a:path w="30364" h="11053">
                  <a:moveTo>
                    <a:pt x="30364" y="0"/>
                  </a:moveTo>
                  <a:lnTo>
                    <a:pt x="0" y="11053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2" name="Input_receptor__1651">
              <a:extLst>
                <a:ext uri="{FF2B5EF4-FFF2-40B4-BE49-F238E27FC236}">
                  <a16:creationId xmlns:a16="http://schemas.microsoft.com/office/drawing/2014/main" id="{22D9BE11-3FBA-15A0-833C-D8F7EB42C362}"/>
                </a:ext>
              </a:extLst>
            </p:cNvPr>
            <p:cNvSpPr>
              <a:spLocks noGrp="1"/>
            </p:cNvSpPr>
            <p:nvPr/>
          </p:nvSpPr>
          <p:spPr>
            <a:xfrm>
              <a:off x="835478" y="4967993"/>
              <a:ext cx="47570" cy="5260"/>
            </a:xfrm>
            <a:custGeom>
              <a:avLst/>
              <a:gdLst/>
              <a:ahLst/>
              <a:cxnLst/>
              <a:rect l="0" t="0" r="0" b="0"/>
              <a:pathLst>
                <a:path w="47570" h="5260">
                  <a:moveTo>
                    <a:pt x="0" y="5260"/>
                  </a:moveTo>
                  <a:lnTo>
                    <a:pt x="4757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3" name="Input_receptor__1652">
              <a:extLst>
                <a:ext uri="{FF2B5EF4-FFF2-40B4-BE49-F238E27FC236}">
                  <a16:creationId xmlns:a16="http://schemas.microsoft.com/office/drawing/2014/main" id="{AA9B9385-54D1-0E74-E161-25D61B7BD9DE}"/>
                </a:ext>
              </a:extLst>
            </p:cNvPr>
            <p:cNvSpPr>
              <a:spLocks noGrp="1"/>
            </p:cNvSpPr>
            <p:nvPr/>
          </p:nvSpPr>
          <p:spPr>
            <a:xfrm>
              <a:off x="1143414" y="4506061"/>
              <a:ext cx="95" cy="30614"/>
            </a:xfrm>
            <a:custGeom>
              <a:avLst/>
              <a:gdLst/>
              <a:ahLst/>
              <a:cxnLst/>
              <a:rect l="0" t="0" r="0" b="0"/>
              <a:pathLst>
                <a:path w="95" h="30614">
                  <a:moveTo>
                    <a:pt x="31" y="306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4" name="Input_receptor__1653">
              <a:extLst>
                <a:ext uri="{FF2B5EF4-FFF2-40B4-BE49-F238E27FC236}">
                  <a16:creationId xmlns:a16="http://schemas.microsoft.com/office/drawing/2014/main" id="{B930F16B-82C4-979A-4006-5C93D1E33037}"/>
                </a:ext>
              </a:extLst>
            </p:cNvPr>
            <p:cNvSpPr>
              <a:spLocks noGrp="1"/>
            </p:cNvSpPr>
            <p:nvPr/>
          </p:nvSpPr>
          <p:spPr>
            <a:xfrm>
              <a:off x="909734" y="4911727"/>
              <a:ext cx="10139" cy="24533"/>
            </a:xfrm>
            <a:custGeom>
              <a:avLst/>
              <a:gdLst/>
              <a:ahLst/>
              <a:cxnLst/>
              <a:rect l="0" t="0" r="0" b="0"/>
              <a:pathLst>
                <a:path w="10139" h="24533">
                  <a:moveTo>
                    <a:pt x="0" y="24533"/>
                  </a:moveTo>
                  <a:lnTo>
                    <a:pt x="10139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5" name="Input_receptor__1654">
              <a:extLst>
                <a:ext uri="{FF2B5EF4-FFF2-40B4-BE49-F238E27FC236}">
                  <a16:creationId xmlns:a16="http://schemas.microsoft.com/office/drawing/2014/main" id="{D7DE07A4-9C1C-F02C-899B-9E08F59FC934}"/>
                </a:ext>
              </a:extLst>
            </p:cNvPr>
            <p:cNvSpPr>
              <a:spLocks noGrp="1"/>
            </p:cNvSpPr>
            <p:nvPr/>
          </p:nvSpPr>
          <p:spPr>
            <a:xfrm>
              <a:off x="908298" y="4460357"/>
              <a:ext cx="16530" cy="44476"/>
            </a:xfrm>
            <a:custGeom>
              <a:avLst/>
              <a:gdLst/>
              <a:ahLst/>
              <a:cxnLst/>
              <a:rect l="0" t="0" r="0" b="0"/>
              <a:pathLst>
                <a:path w="16530" h="44476">
                  <a:moveTo>
                    <a:pt x="16530" y="0"/>
                  </a:moveTo>
                  <a:lnTo>
                    <a:pt x="0" y="44476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56" name="Input_receptor__1655">
              <a:extLst>
                <a:ext uri="{FF2B5EF4-FFF2-40B4-BE49-F238E27FC236}">
                  <a16:creationId xmlns:a16="http://schemas.microsoft.com/office/drawing/2014/main" id="{DC4EBC6C-15ED-A699-2DED-99178688E686}"/>
                </a:ext>
              </a:extLst>
            </p:cNvPr>
            <p:cNvSpPr>
              <a:spLocks noGrp="1"/>
            </p:cNvSpPr>
            <p:nvPr/>
          </p:nvSpPr>
          <p:spPr>
            <a:xfrm>
              <a:off x="1623588" y="4427720"/>
              <a:ext cx="16009" cy="19265"/>
            </a:xfrm>
            <a:custGeom>
              <a:avLst/>
              <a:gdLst/>
              <a:ahLst/>
              <a:cxnLst/>
              <a:rect l="0" t="0" r="0" b="0"/>
              <a:pathLst>
                <a:path w="16009" h="19265">
                  <a:moveTo>
                    <a:pt x="0" y="19265"/>
                  </a:moveTo>
                  <a:lnTo>
                    <a:pt x="16009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7" name="Input_receptor__1656">
              <a:extLst>
                <a:ext uri="{FF2B5EF4-FFF2-40B4-BE49-F238E27FC236}">
                  <a16:creationId xmlns:a16="http://schemas.microsoft.com/office/drawing/2014/main" id="{7C555DFA-47F6-23F6-6258-88746B3DE74A}"/>
                </a:ext>
              </a:extLst>
            </p:cNvPr>
            <p:cNvSpPr>
              <a:spLocks noGrp="1"/>
            </p:cNvSpPr>
            <p:nvPr/>
          </p:nvSpPr>
          <p:spPr>
            <a:xfrm>
              <a:off x="723979" y="4529834"/>
              <a:ext cx="44468" cy="18215"/>
            </a:xfrm>
            <a:custGeom>
              <a:avLst/>
              <a:gdLst/>
              <a:ahLst/>
              <a:cxnLst/>
              <a:rect l="0" t="0" r="0" b="0"/>
              <a:pathLst>
                <a:path w="44468" h="18215">
                  <a:moveTo>
                    <a:pt x="0" y="18215"/>
                  </a:moveTo>
                  <a:lnTo>
                    <a:pt x="44468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8" name="Input_receptor__1657">
              <a:extLst>
                <a:ext uri="{FF2B5EF4-FFF2-40B4-BE49-F238E27FC236}">
                  <a16:creationId xmlns:a16="http://schemas.microsoft.com/office/drawing/2014/main" id="{202FA1F8-422E-3F50-66A7-6B5B3E2BE393}"/>
                </a:ext>
              </a:extLst>
            </p:cNvPr>
            <p:cNvSpPr>
              <a:spLocks noGrp="1"/>
            </p:cNvSpPr>
            <p:nvPr/>
          </p:nvSpPr>
          <p:spPr>
            <a:xfrm>
              <a:off x="1556775" y="4278207"/>
              <a:ext cx="45502" cy="12086"/>
            </a:xfrm>
            <a:custGeom>
              <a:avLst/>
              <a:gdLst/>
              <a:ahLst/>
              <a:cxnLst/>
              <a:rect l="0" t="0" r="0" b="0"/>
              <a:pathLst>
                <a:path w="45502" h="12086">
                  <a:moveTo>
                    <a:pt x="45502" y="0"/>
                  </a:moveTo>
                  <a:lnTo>
                    <a:pt x="0" y="12086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59" name="Input_receptor__1658">
              <a:extLst>
                <a:ext uri="{FF2B5EF4-FFF2-40B4-BE49-F238E27FC236}">
                  <a16:creationId xmlns:a16="http://schemas.microsoft.com/office/drawing/2014/main" id="{E3BF0D71-687C-E4D5-B8B6-6FD963F050A2}"/>
                </a:ext>
              </a:extLst>
            </p:cNvPr>
            <p:cNvSpPr>
              <a:spLocks noGrp="1"/>
            </p:cNvSpPr>
            <p:nvPr/>
          </p:nvSpPr>
          <p:spPr>
            <a:xfrm>
              <a:off x="1623405" y="4356427"/>
              <a:ext cx="35053" cy="33349"/>
            </a:xfrm>
            <a:custGeom>
              <a:avLst/>
              <a:gdLst/>
              <a:ahLst/>
              <a:cxnLst/>
              <a:rect l="0" t="0" r="0" b="0"/>
              <a:pathLst>
                <a:path w="35053" h="33349">
                  <a:moveTo>
                    <a:pt x="35053" y="333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0" name="Input_receptor__1659">
              <a:extLst>
                <a:ext uri="{FF2B5EF4-FFF2-40B4-BE49-F238E27FC236}">
                  <a16:creationId xmlns:a16="http://schemas.microsoft.com/office/drawing/2014/main" id="{E5213B3C-9801-FA17-4767-425EFAFEE6B5}"/>
                </a:ext>
              </a:extLst>
            </p:cNvPr>
            <p:cNvSpPr>
              <a:spLocks noGrp="1"/>
            </p:cNvSpPr>
            <p:nvPr/>
          </p:nvSpPr>
          <p:spPr>
            <a:xfrm>
              <a:off x="974349" y="4484673"/>
              <a:ext cx="38578" cy="14344"/>
            </a:xfrm>
            <a:custGeom>
              <a:avLst/>
              <a:gdLst/>
              <a:ahLst/>
              <a:cxnLst/>
              <a:rect l="0" t="0" r="0" b="0"/>
              <a:pathLst>
                <a:path w="38578" h="14344">
                  <a:moveTo>
                    <a:pt x="0" y="14344"/>
                  </a:moveTo>
                  <a:lnTo>
                    <a:pt x="38578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1" name="Input_receptor__1660">
              <a:extLst>
                <a:ext uri="{FF2B5EF4-FFF2-40B4-BE49-F238E27FC236}">
                  <a16:creationId xmlns:a16="http://schemas.microsoft.com/office/drawing/2014/main" id="{9374C308-2EDF-B60C-5E05-52C88D639FE1}"/>
                </a:ext>
              </a:extLst>
            </p:cNvPr>
            <p:cNvSpPr>
              <a:spLocks noGrp="1"/>
            </p:cNvSpPr>
            <p:nvPr/>
          </p:nvSpPr>
          <p:spPr>
            <a:xfrm>
              <a:off x="1040176" y="4905150"/>
              <a:ext cx="19343" cy="32197"/>
            </a:xfrm>
            <a:custGeom>
              <a:avLst/>
              <a:gdLst/>
              <a:ahLst/>
              <a:cxnLst/>
              <a:rect l="0" t="0" r="0" b="0"/>
              <a:pathLst>
                <a:path w="19343" h="32197">
                  <a:moveTo>
                    <a:pt x="19343" y="32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2" name="Input_receptor__1661">
              <a:extLst>
                <a:ext uri="{FF2B5EF4-FFF2-40B4-BE49-F238E27FC236}">
                  <a16:creationId xmlns:a16="http://schemas.microsoft.com/office/drawing/2014/main" id="{79456FAA-3B59-83D4-9EB0-85191D1AF4FA}"/>
                </a:ext>
              </a:extLst>
            </p:cNvPr>
            <p:cNvSpPr>
              <a:spLocks noGrp="1"/>
            </p:cNvSpPr>
            <p:nvPr/>
          </p:nvSpPr>
          <p:spPr>
            <a:xfrm>
              <a:off x="1087670" y="4598359"/>
              <a:ext cx="6806" cy="17825"/>
            </a:xfrm>
            <a:custGeom>
              <a:avLst/>
              <a:gdLst/>
              <a:ahLst/>
              <a:cxnLst/>
              <a:rect l="0" t="0" r="0" b="0"/>
              <a:pathLst>
                <a:path w="6806" h="17825">
                  <a:moveTo>
                    <a:pt x="0" y="17825"/>
                  </a:moveTo>
                  <a:lnTo>
                    <a:pt x="6806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3" name="Input_receptor__1662">
              <a:extLst>
                <a:ext uri="{FF2B5EF4-FFF2-40B4-BE49-F238E27FC236}">
                  <a16:creationId xmlns:a16="http://schemas.microsoft.com/office/drawing/2014/main" id="{5A798CE8-B272-8016-BCFC-1D09F0C00FBB}"/>
                </a:ext>
              </a:extLst>
            </p:cNvPr>
            <p:cNvSpPr>
              <a:spLocks noGrp="1"/>
            </p:cNvSpPr>
            <p:nvPr/>
          </p:nvSpPr>
          <p:spPr>
            <a:xfrm>
              <a:off x="1500926" y="4120431"/>
              <a:ext cx="22081" cy="15968"/>
            </a:xfrm>
            <a:custGeom>
              <a:avLst/>
              <a:gdLst/>
              <a:ahLst/>
              <a:cxnLst/>
              <a:rect l="0" t="0" r="0" b="0"/>
              <a:pathLst>
                <a:path w="22081" h="15968">
                  <a:moveTo>
                    <a:pt x="0" y="0"/>
                  </a:moveTo>
                  <a:lnTo>
                    <a:pt x="22081" y="15968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4" name="Input_receptor__1663">
              <a:extLst>
                <a:ext uri="{FF2B5EF4-FFF2-40B4-BE49-F238E27FC236}">
                  <a16:creationId xmlns:a16="http://schemas.microsoft.com/office/drawing/2014/main" id="{EA47347A-983E-D6CA-8965-F28D1D8701D4}"/>
                </a:ext>
              </a:extLst>
            </p:cNvPr>
            <p:cNvSpPr>
              <a:spLocks noGrp="1"/>
            </p:cNvSpPr>
            <p:nvPr/>
          </p:nvSpPr>
          <p:spPr>
            <a:xfrm>
              <a:off x="1348608" y="4343751"/>
              <a:ext cx="46137" cy="2513"/>
            </a:xfrm>
            <a:custGeom>
              <a:avLst/>
              <a:gdLst/>
              <a:ahLst/>
              <a:cxnLst/>
              <a:rect l="0" t="0" r="0" b="0"/>
              <a:pathLst>
                <a:path w="46137" h="2513">
                  <a:moveTo>
                    <a:pt x="0" y="2513"/>
                  </a:moveTo>
                  <a:lnTo>
                    <a:pt x="46137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5" name="Input_receptor__1664">
              <a:extLst>
                <a:ext uri="{FF2B5EF4-FFF2-40B4-BE49-F238E27FC236}">
                  <a16:creationId xmlns:a16="http://schemas.microsoft.com/office/drawing/2014/main" id="{7E8B4475-6E2A-0100-B899-29C4CCBE5686}"/>
                </a:ext>
              </a:extLst>
            </p:cNvPr>
            <p:cNvSpPr>
              <a:spLocks noGrp="1"/>
            </p:cNvSpPr>
            <p:nvPr/>
          </p:nvSpPr>
          <p:spPr>
            <a:xfrm>
              <a:off x="883048" y="4936259"/>
              <a:ext cx="26686" cy="31734"/>
            </a:xfrm>
            <a:custGeom>
              <a:avLst/>
              <a:gdLst/>
              <a:ahLst/>
              <a:cxnLst/>
              <a:rect l="0" t="0" r="0" b="0"/>
              <a:pathLst>
                <a:path w="26686" h="31734">
                  <a:moveTo>
                    <a:pt x="0" y="31734"/>
                  </a:moveTo>
                  <a:lnTo>
                    <a:pt x="26686" y="0"/>
                  </a:lnTo>
                </a:path>
              </a:pathLst>
            </a:custGeom>
            <a:noFill/>
            <a:ln w="8096">
              <a:solidFill>
                <a:srgbClr val="9CACB7"/>
              </a:solidFill>
            </a:ln>
          </p:spPr>
        </p:sp>
        <p:sp>
          <p:nvSpPr>
            <p:cNvPr id="1666" name="Input_receptor__1665">
              <a:extLst>
                <a:ext uri="{FF2B5EF4-FFF2-40B4-BE49-F238E27FC236}">
                  <a16:creationId xmlns:a16="http://schemas.microsoft.com/office/drawing/2014/main" id="{9DC371D0-0881-FA45-C40F-F1FD0FEBEB7B}"/>
                </a:ext>
              </a:extLst>
            </p:cNvPr>
            <p:cNvSpPr>
              <a:spLocks noGrp="1"/>
            </p:cNvSpPr>
            <p:nvPr/>
          </p:nvSpPr>
          <p:spPr>
            <a:xfrm>
              <a:off x="1105258" y="4638898"/>
              <a:ext cx="32933" cy="29755"/>
            </a:xfrm>
            <a:custGeom>
              <a:avLst/>
              <a:gdLst/>
              <a:ahLst/>
              <a:cxnLst/>
              <a:rect l="0" t="0" r="0" b="0"/>
              <a:pathLst>
                <a:path w="32933" h="29755">
                  <a:moveTo>
                    <a:pt x="0" y="29755"/>
                  </a:moveTo>
                  <a:lnTo>
                    <a:pt x="32933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7" name="Input_receptor__1666">
              <a:extLst>
                <a:ext uri="{FF2B5EF4-FFF2-40B4-BE49-F238E27FC236}">
                  <a16:creationId xmlns:a16="http://schemas.microsoft.com/office/drawing/2014/main" id="{AED7EB73-3A07-A74F-F523-6F23267588B2}"/>
                </a:ext>
              </a:extLst>
            </p:cNvPr>
            <p:cNvSpPr>
              <a:spLocks noGrp="1"/>
            </p:cNvSpPr>
            <p:nvPr/>
          </p:nvSpPr>
          <p:spPr>
            <a:xfrm>
              <a:off x="1406106" y="4768444"/>
              <a:ext cx="16588" cy="45255"/>
            </a:xfrm>
            <a:custGeom>
              <a:avLst/>
              <a:gdLst/>
              <a:ahLst/>
              <a:cxnLst/>
              <a:rect l="0" t="0" r="0" b="0"/>
              <a:pathLst>
                <a:path w="16588" h="45255">
                  <a:moveTo>
                    <a:pt x="16588" y="452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8" name="Input_receptor__1667">
              <a:extLst>
                <a:ext uri="{FF2B5EF4-FFF2-40B4-BE49-F238E27FC236}">
                  <a16:creationId xmlns:a16="http://schemas.microsoft.com/office/drawing/2014/main" id="{F1606F10-809D-E879-64BC-9040EBCC2C8C}"/>
                </a:ext>
              </a:extLst>
            </p:cNvPr>
            <p:cNvSpPr>
              <a:spLocks noGrp="1"/>
            </p:cNvSpPr>
            <p:nvPr/>
          </p:nvSpPr>
          <p:spPr>
            <a:xfrm>
              <a:off x="1519538" y="4268790"/>
              <a:ext cx="37237" cy="21504"/>
            </a:xfrm>
            <a:custGeom>
              <a:avLst/>
              <a:gdLst/>
              <a:ahLst/>
              <a:cxnLst/>
              <a:rect l="0" t="0" r="0" b="0"/>
              <a:pathLst>
                <a:path w="37237" h="21504">
                  <a:moveTo>
                    <a:pt x="37237" y="21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CACB7"/>
              </a:solidFill>
            </a:ln>
          </p:spPr>
        </p:sp>
        <p:sp>
          <p:nvSpPr>
            <p:cNvPr id="1669" name="Input_receptor__1668">
              <a:extLst>
                <a:ext uri="{FF2B5EF4-FFF2-40B4-BE49-F238E27FC236}">
                  <a16:creationId xmlns:a16="http://schemas.microsoft.com/office/drawing/2014/main" id="{D05E7BD5-B82A-4F66-4A90-4DA2DAFDA8EF}"/>
                </a:ext>
              </a:extLst>
            </p:cNvPr>
            <p:cNvSpPr>
              <a:spLocks noGrp="1"/>
            </p:cNvSpPr>
            <p:nvPr/>
          </p:nvSpPr>
          <p:spPr>
            <a:xfrm>
              <a:off x="1281215" y="4455449"/>
              <a:ext cx="17112" cy="39755"/>
            </a:xfrm>
            <a:custGeom>
              <a:avLst/>
              <a:gdLst/>
              <a:ahLst/>
              <a:cxnLst/>
              <a:rect l="0" t="0" r="0" b="0"/>
              <a:pathLst>
                <a:path w="17112" h="39755">
                  <a:moveTo>
                    <a:pt x="0" y="0"/>
                  </a:moveTo>
                  <a:lnTo>
                    <a:pt x="17112" y="39755"/>
                  </a:lnTo>
                </a:path>
              </a:pathLst>
            </a:custGeom>
            <a:noFill/>
            <a:ln w="8096">
              <a:solidFill>
                <a:srgbClr val="9DACB7"/>
              </a:solidFill>
            </a:ln>
          </p:spPr>
        </p:sp>
        <p:sp>
          <p:nvSpPr>
            <p:cNvPr id="1670" name="Input_receptor__1669">
              <a:extLst>
                <a:ext uri="{FF2B5EF4-FFF2-40B4-BE49-F238E27FC236}">
                  <a16:creationId xmlns:a16="http://schemas.microsoft.com/office/drawing/2014/main" id="{15920BB3-E6AB-8771-AD56-0C7E4C5BE8ED}"/>
                </a:ext>
              </a:extLst>
            </p:cNvPr>
            <p:cNvSpPr>
              <a:spLocks noGrp="1"/>
            </p:cNvSpPr>
            <p:nvPr/>
          </p:nvSpPr>
          <p:spPr>
            <a:xfrm>
              <a:off x="1314657" y="4401997"/>
              <a:ext cx="31555" cy="35054"/>
            </a:xfrm>
            <a:custGeom>
              <a:avLst/>
              <a:gdLst/>
              <a:ahLst/>
              <a:cxnLst/>
              <a:rect l="0" t="0" r="0" b="0"/>
              <a:pathLst>
                <a:path w="31555" h="35054">
                  <a:moveTo>
                    <a:pt x="0" y="0"/>
                  </a:moveTo>
                  <a:lnTo>
                    <a:pt x="31555" y="35054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1" name="Input_receptor__1670">
              <a:extLst>
                <a:ext uri="{FF2B5EF4-FFF2-40B4-BE49-F238E27FC236}">
                  <a16:creationId xmlns:a16="http://schemas.microsoft.com/office/drawing/2014/main" id="{5F040391-A458-FE55-C80C-40889876D9F4}"/>
                </a:ext>
              </a:extLst>
            </p:cNvPr>
            <p:cNvSpPr>
              <a:spLocks noGrp="1"/>
            </p:cNvSpPr>
            <p:nvPr/>
          </p:nvSpPr>
          <p:spPr>
            <a:xfrm>
              <a:off x="1504559" y="4406637"/>
              <a:ext cx="18737" cy="28600"/>
            </a:xfrm>
            <a:custGeom>
              <a:avLst/>
              <a:gdLst/>
              <a:ahLst/>
              <a:cxnLst/>
              <a:rect l="0" t="0" r="0" b="0"/>
              <a:pathLst>
                <a:path w="18737" h="28600">
                  <a:moveTo>
                    <a:pt x="0" y="28600"/>
                  </a:moveTo>
                  <a:lnTo>
                    <a:pt x="18737" y="0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2" name="Input_receptor__1671">
              <a:extLst>
                <a:ext uri="{FF2B5EF4-FFF2-40B4-BE49-F238E27FC236}">
                  <a16:creationId xmlns:a16="http://schemas.microsoft.com/office/drawing/2014/main" id="{23AB4B2F-9D01-2ED4-E7FE-253277AA23BC}"/>
                </a:ext>
              </a:extLst>
            </p:cNvPr>
            <p:cNvSpPr>
              <a:spLocks noGrp="1"/>
            </p:cNvSpPr>
            <p:nvPr/>
          </p:nvSpPr>
          <p:spPr>
            <a:xfrm>
              <a:off x="1251974" y="4657450"/>
              <a:ext cx="36919" cy="15806"/>
            </a:xfrm>
            <a:custGeom>
              <a:avLst/>
              <a:gdLst/>
              <a:ahLst/>
              <a:cxnLst/>
              <a:rect l="0" t="0" r="0" b="0"/>
              <a:pathLst>
                <a:path w="36919" h="15806">
                  <a:moveTo>
                    <a:pt x="36919" y="0"/>
                  </a:moveTo>
                  <a:lnTo>
                    <a:pt x="0" y="15806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3" name="Input_receptor__1672">
              <a:extLst>
                <a:ext uri="{FF2B5EF4-FFF2-40B4-BE49-F238E27FC236}">
                  <a16:creationId xmlns:a16="http://schemas.microsoft.com/office/drawing/2014/main" id="{C7383D16-4358-E3F3-5537-45BB88A61D25}"/>
                </a:ext>
              </a:extLst>
            </p:cNvPr>
            <p:cNvSpPr>
              <a:spLocks noGrp="1"/>
            </p:cNvSpPr>
            <p:nvPr/>
          </p:nvSpPr>
          <p:spPr>
            <a:xfrm>
              <a:off x="1491943" y="4435238"/>
              <a:ext cx="12617" cy="30446"/>
            </a:xfrm>
            <a:custGeom>
              <a:avLst/>
              <a:gdLst/>
              <a:ahLst/>
              <a:cxnLst/>
              <a:rect l="0" t="0" r="0" b="0"/>
              <a:pathLst>
                <a:path w="12617" h="30446">
                  <a:moveTo>
                    <a:pt x="0" y="30446"/>
                  </a:moveTo>
                  <a:lnTo>
                    <a:pt x="12617" y="0"/>
                  </a:lnTo>
                </a:path>
              </a:pathLst>
            </a:custGeom>
            <a:noFill/>
            <a:ln w="20003">
              <a:solidFill>
                <a:srgbClr val="9DACB7"/>
              </a:solidFill>
            </a:ln>
          </p:spPr>
        </p:sp>
        <p:sp>
          <p:nvSpPr>
            <p:cNvPr id="1674" name="Input_receptor__1673">
              <a:extLst>
                <a:ext uri="{FF2B5EF4-FFF2-40B4-BE49-F238E27FC236}">
                  <a16:creationId xmlns:a16="http://schemas.microsoft.com/office/drawing/2014/main" id="{B8562CCA-838E-2061-384B-7AA6A7428008}"/>
                </a:ext>
              </a:extLst>
            </p:cNvPr>
            <p:cNvSpPr>
              <a:spLocks noGrp="1"/>
            </p:cNvSpPr>
            <p:nvPr/>
          </p:nvSpPr>
          <p:spPr>
            <a:xfrm>
              <a:off x="876814" y="4832043"/>
              <a:ext cx="46371" cy="11157"/>
            </a:xfrm>
            <a:custGeom>
              <a:avLst/>
              <a:gdLst/>
              <a:ahLst/>
              <a:cxnLst/>
              <a:rect l="0" t="0" r="0" b="0"/>
              <a:pathLst>
                <a:path w="46371" h="11157">
                  <a:moveTo>
                    <a:pt x="46371" y="111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5" name="Input_receptor__1674">
              <a:extLst>
                <a:ext uri="{FF2B5EF4-FFF2-40B4-BE49-F238E27FC236}">
                  <a16:creationId xmlns:a16="http://schemas.microsoft.com/office/drawing/2014/main" id="{057BB7F7-19B8-F9C5-AB73-AE09708908C5}"/>
                </a:ext>
              </a:extLst>
            </p:cNvPr>
            <p:cNvSpPr>
              <a:spLocks noGrp="1"/>
            </p:cNvSpPr>
            <p:nvPr/>
          </p:nvSpPr>
          <p:spPr>
            <a:xfrm>
              <a:off x="726063" y="4727596"/>
              <a:ext cx="33521" cy="33720"/>
            </a:xfrm>
            <a:custGeom>
              <a:avLst/>
              <a:gdLst/>
              <a:ahLst/>
              <a:cxnLst/>
              <a:rect l="0" t="0" r="0" b="0"/>
              <a:pathLst>
                <a:path w="33521" h="33720">
                  <a:moveTo>
                    <a:pt x="33521" y="337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76" name="Input_receptor__1675">
              <a:extLst>
                <a:ext uri="{FF2B5EF4-FFF2-40B4-BE49-F238E27FC236}">
                  <a16:creationId xmlns:a16="http://schemas.microsoft.com/office/drawing/2014/main" id="{D607645E-9444-4BAA-ED03-DBEA3EF98640}"/>
                </a:ext>
              </a:extLst>
            </p:cNvPr>
            <p:cNvSpPr>
              <a:spLocks noGrp="1"/>
            </p:cNvSpPr>
            <p:nvPr/>
          </p:nvSpPr>
          <p:spPr>
            <a:xfrm>
              <a:off x="1402118" y="4104282"/>
              <a:ext cx="24110" cy="8142"/>
            </a:xfrm>
            <a:custGeom>
              <a:avLst/>
              <a:gdLst/>
              <a:ahLst/>
              <a:cxnLst/>
              <a:rect l="0" t="0" r="0" b="0"/>
              <a:pathLst>
                <a:path w="24110" h="8142">
                  <a:moveTo>
                    <a:pt x="0" y="0"/>
                  </a:moveTo>
                  <a:lnTo>
                    <a:pt x="24110" y="8142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7" name="Input_receptor__1676">
              <a:extLst>
                <a:ext uri="{FF2B5EF4-FFF2-40B4-BE49-F238E27FC236}">
                  <a16:creationId xmlns:a16="http://schemas.microsoft.com/office/drawing/2014/main" id="{06A361D8-140F-A300-6D70-C63340BE64EF}"/>
                </a:ext>
              </a:extLst>
            </p:cNvPr>
            <p:cNvSpPr>
              <a:spLocks noGrp="1"/>
            </p:cNvSpPr>
            <p:nvPr/>
          </p:nvSpPr>
          <p:spPr>
            <a:xfrm>
              <a:off x="1258470" y="4225110"/>
              <a:ext cx="47285" cy="2851"/>
            </a:xfrm>
            <a:custGeom>
              <a:avLst/>
              <a:gdLst/>
              <a:ahLst/>
              <a:cxnLst/>
              <a:rect l="0" t="0" r="0" b="0"/>
              <a:pathLst>
                <a:path w="47285" h="2851">
                  <a:moveTo>
                    <a:pt x="47285" y="0"/>
                  </a:moveTo>
                  <a:lnTo>
                    <a:pt x="0" y="2851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78" name="Input_receptor__1677">
              <a:extLst>
                <a:ext uri="{FF2B5EF4-FFF2-40B4-BE49-F238E27FC236}">
                  <a16:creationId xmlns:a16="http://schemas.microsoft.com/office/drawing/2014/main" id="{EDC0160E-5182-DE45-6D1E-1249881F423B}"/>
                </a:ext>
              </a:extLst>
            </p:cNvPr>
            <p:cNvSpPr>
              <a:spLocks noGrp="1"/>
            </p:cNvSpPr>
            <p:nvPr/>
          </p:nvSpPr>
          <p:spPr>
            <a:xfrm>
              <a:off x="1445461" y="4371027"/>
              <a:ext cx="13048" cy="39404"/>
            </a:xfrm>
            <a:custGeom>
              <a:avLst/>
              <a:gdLst/>
              <a:ahLst/>
              <a:cxnLst/>
              <a:rect l="0" t="0" r="0" b="0"/>
              <a:pathLst>
                <a:path w="13048" h="39404">
                  <a:moveTo>
                    <a:pt x="13048" y="0"/>
                  </a:moveTo>
                  <a:lnTo>
                    <a:pt x="0" y="39404"/>
                  </a:lnTo>
                </a:path>
              </a:pathLst>
            </a:custGeom>
            <a:noFill/>
            <a:ln w="20003">
              <a:solidFill>
                <a:srgbClr val="9DADB7"/>
              </a:solidFill>
            </a:ln>
          </p:spPr>
        </p:sp>
        <p:sp>
          <p:nvSpPr>
            <p:cNvPr id="1679" name="Input_receptor__1678">
              <a:extLst>
                <a:ext uri="{FF2B5EF4-FFF2-40B4-BE49-F238E27FC236}">
                  <a16:creationId xmlns:a16="http://schemas.microsoft.com/office/drawing/2014/main" id="{D6D2587B-9A3C-592F-B3FB-C4752D16BD19}"/>
                </a:ext>
              </a:extLst>
            </p:cNvPr>
            <p:cNvSpPr>
              <a:spLocks noGrp="1"/>
            </p:cNvSpPr>
            <p:nvPr/>
          </p:nvSpPr>
          <p:spPr>
            <a:xfrm>
              <a:off x="1253852" y="4275762"/>
              <a:ext cx="44099" cy="17129"/>
            </a:xfrm>
            <a:custGeom>
              <a:avLst/>
              <a:gdLst/>
              <a:ahLst/>
              <a:cxnLst/>
              <a:rect l="0" t="0" r="0" b="0"/>
              <a:pathLst>
                <a:path w="44099" h="17129">
                  <a:moveTo>
                    <a:pt x="0" y="0"/>
                  </a:moveTo>
                  <a:lnTo>
                    <a:pt x="44099" y="17129"/>
                  </a:lnTo>
                </a:path>
              </a:pathLst>
            </a:custGeom>
            <a:noFill/>
            <a:ln w="8096">
              <a:solidFill>
                <a:srgbClr val="9DADB7"/>
              </a:solidFill>
            </a:ln>
          </p:spPr>
        </p:sp>
        <p:sp>
          <p:nvSpPr>
            <p:cNvPr id="1680" name="Input_receptor__1679">
              <a:extLst>
                <a:ext uri="{FF2B5EF4-FFF2-40B4-BE49-F238E27FC236}">
                  <a16:creationId xmlns:a16="http://schemas.microsoft.com/office/drawing/2014/main" id="{F98FA76F-BEDD-968C-6C77-0C06111454A9}"/>
                </a:ext>
              </a:extLst>
            </p:cNvPr>
            <p:cNvSpPr>
              <a:spLocks noGrp="1"/>
            </p:cNvSpPr>
            <p:nvPr/>
          </p:nvSpPr>
          <p:spPr>
            <a:xfrm>
              <a:off x="1105258" y="4668653"/>
              <a:ext cx="14897" cy="35701"/>
            </a:xfrm>
            <a:custGeom>
              <a:avLst/>
              <a:gdLst/>
              <a:ahLst/>
              <a:cxnLst/>
              <a:rect l="0" t="0" r="0" b="0"/>
              <a:pathLst>
                <a:path w="14897" h="35701">
                  <a:moveTo>
                    <a:pt x="14897" y="357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1" name="Input_receptor__1680">
              <a:extLst>
                <a:ext uri="{FF2B5EF4-FFF2-40B4-BE49-F238E27FC236}">
                  <a16:creationId xmlns:a16="http://schemas.microsoft.com/office/drawing/2014/main" id="{3879A498-B6B0-4CC2-46D6-F2F7964C20BB}"/>
                </a:ext>
              </a:extLst>
            </p:cNvPr>
            <p:cNvSpPr>
              <a:spLocks noGrp="1"/>
            </p:cNvSpPr>
            <p:nvPr/>
          </p:nvSpPr>
          <p:spPr>
            <a:xfrm>
              <a:off x="1576917" y="4405348"/>
              <a:ext cx="23644" cy="568"/>
            </a:xfrm>
            <a:custGeom>
              <a:avLst/>
              <a:gdLst/>
              <a:ahLst/>
              <a:cxnLst/>
              <a:rect l="0" t="0" r="0" b="0"/>
              <a:pathLst>
                <a:path w="23644" h="568">
                  <a:moveTo>
                    <a:pt x="0" y="0"/>
                  </a:moveTo>
                  <a:lnTo>
                    <a:pt x="23644" y="568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2" name="Input_receptor__1681">
              <a:extLst>
                <a:ext uri="{FF2B5EF4-FFF2-40B4-BE49-F238E27FC236}">
                  <a16:creationId xmlns:a16="http://schemas.microsoft.com/office/drawing/2014/main" id="{BC3248B5-7A0D-6621-BBDA-521518A569AD}"/>
                </a:ext>
              </a:extLst>
            </p:cNvPr>
            <p:cNvSpPr>
              <a:spLocks noGrp="1"/>
            </p:cNvSpPr>
            <p:nvPr/>
          </p:nvSpPr>
          <p:spPr>
            <a:xfrm>
              <a:off x="975471" y="4622721"/>
              <a:ext cx="4686" cy="38430"/>
            </a:xfrm>
            <a:custGeom>
              <a:avLst/>
              <a:gdLst/>
              <a:ahLst/>
              <a:cxnLst/>
              <a:rect l="0" t="0" r="0" b="0"/>
              <a:pathLst>
                <a:path w="4686" h="38430">
                  <a:moveTo>
                    <a:pt x="0" y="38430"/>
                  </a:moveTo>
                  <a:lnTo>
                    <a:pt x="468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3" name="Input_receptor__1682">
              <a:extLst>
                <a:ext uri="{FF2B5EF4-FFF2-40B4-BE49-F238E27FC236}">
                  <a16:creationId xmlns:a16="http://schemas.microsoft.com/office/drawing/2014/main" id="{7DDF8D8C-A156-0995-6FC6-22E70462F4CC}"/>
                </a:ext>
              </a:extLst>
            </p:cNvPr>
            <p:cNvSpPr>
              <a:spLocks noGrp="1"/>
            </p:cNvSpPr>
            <p:nvPr/>
          </p:nvSpPr>
          <p:spPr>
            <a:xfrm>
              <a:off x="1183463" y="4518304"/>
              <a:ext cx="20923" cy="8535"/>
            </a:xfrm>
            <a:custGeom>
              <a:avLst/>
              <a:gdLst/>
              <a:ahLst/>
              <a:cxnLst/>
              <a:rect l="0" t="0" r="0" b="0"/>
              <a:pathLst>
                <a:path w="20923" h="8535">
                  <a:moveTo>
                    <a:pt x="0" y="8535"/>
                  </a:moveTo>
                  <a:lnTo>
                    <a:pt x="20923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4" name="Input_receptor__1683">
              <a:extLst>
                <a:ext uri="{FF2B5EF4-FFF2-40B4-BE49-F238E27FC236}">
                  <a16:creationId xmlns:a16="http://schemas.microsoft.com/office/drawing/2014/main" id="{76F5434E-BA63-02B5-88D5-492DF8AF1E12}"/>
                </a:ext>
              </a:extLst>
            </p:cNvPr>
            <p:cNvSpPr>
              <a:spLocks noGrp="1"/>
            </p:cNvSpPr>
            <p:nvPr/>
          </p:nvSpPr>
          <p:spPr>
            <a:xfrm>
              <a:off x="1475962" y="4087309"/>
              <a:ext cx="24964" cy="33122"/>
            </a:xfrm>
            <a:custGeom>
              <a:avLst/>
              <a:gdLst/>
              <a:ahLst/>
              <a:cxnLst/>
              <a:rect l="0" t="0" r="0" b="0"/>
              <a:pathLst>
                <a:path w="24964" h="33122">
                  <a:moveTo>
                    <a:pt x="0" y="0"/>
                  </a:moveTo>
                  <a:lnTo>
                    <a:pt x="24964" y="33122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5" name="Input_receptor__1684">
              <a:extLst>
                <a:ext uri="{FF2B5EF4-FFF2-40B4-BE49-F238E27FC236}">
                  <a16:creationId xmlns:a16="http://schemas.microsoft.com/office/drawing/2014/main" id="{E88457AD-ADEC-D449-0A07-8ADBBA865EA6}"/>
                </a:ext>
              </a:extLst>
            </p:cNvPr>
            <p:cNvSpPr>
              <a:spLocks noGrp="1"/>
            </p:cNvSpPr>
            <p:nvPr/>
          </p:nvSpPr>
          <p:spPr>
            <a:xfrm>
              <a:off x="1138191" y="4638898"/>
              <a:ext cx="33351" cy="34338"/>
            </a:xfrm>
            <a:custGeom>
              <a:avLst/>
              <a:gdLst/>
              <a:ahLst/>
              <a:cxnLst/>
              <a:rect l="0" t="0" r="0" b="0"/>
              <a:pathLst>
                <a:path w="33351" h="34338">
                  <a:moveTo>
                    <a:pt x="0" y="0"/>
                  </a:moveTo>
                  <a:lnTo>
                    <a:pt x="33351" y="34338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6" name="Input_receptor__1685">
              <a:extLst>
                <a:ext uri="{FF2B5EF4-FFF2-40B4-BE49-F238E27FC236}">
                  <a16:creationId xmlns:a16="http://schemas.microsoft.com/office/drawing/2014/main" id="{597050F7-41AE-2BF6-E6D9-27BE74F8A73A}"/>
                </a:ext>
              </a:extLst>
            </p:cNvPr>
            <p:cNvSpPr>
              <a:spLocks noGrp="1"/>
            </p:cNvSpPr>
            <p:nvPr/>
          </p:nvSpPr>
          <p:spPr>
            <a:xfrm>
              <a:off x="768447" y="4488059"/>
              <a:ext cx="10235" cy="41774"/>
            </a:xfrm>
            <a:custGeom>
              <a:avLst/>
              <a:gdLst/>
              <a:ahLst/>
              <a:cxnLst/>
              <a:rect l="0" t="0" r="0" b="0"/>
              <a:pathLst>
                <a:path w="10235" h="41774">
                  <a:moveTo>
                    <a:pt x="0" y="41774"/>
                  </a:moveTo>
                  <a:lnTo>
                    <a:pt x="10235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87" name="Input_receptor__1686">
              <a:extLst>
                <a:ext uri="{FF2B5EF4-FFF2-40B4-BE49-F238E27FC236}">
                  <a16:creationId xmlns:a16="http://schemas.microsoft.com/office/drawing/2014/main" id="{9F00039B-060F-904A-18F3-6B4BB023EAD0}"/>
                </a:ext>
              </a:extLst>
            </p:cNvPr>
            <p:cNvSpPr>
              <a:spLocks noGrp="1"/>
            </p:cNvSpPr>
            <p:nvPr/>
          </p:nvSpPr>
          <p:spPr>
            <a:xfrm>
              <a:off x="1028877" y="4589807"/>
              <a:ext cx="19046" cy="10992"/>
            </a:xfrm>
            <a:custGeom>
              <a:avLst/>
              <a:gdLst/>
              <a:ahLst/>
              <a:cxnLst/>
              <a:rect l="0" t="0" r="0" b="0"/>
              <a:pathLst>
                <a:path w="19046" h="10992">
                  <a:moveTo>
                    <a:pt x="0" y="10992"/>
                  </a:moveTo>
                  <a:lnTo>
                    <a:pt x="1904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8" name="Input_receptor__1687">
              <a:extLst>
                <a:ext uri="{FF2B5EF4-FFF2-40B4-BE49-F238E27FC236}">
                  <a16:creationId xmlns:a16="http://schemas.microsoft.com/office/drawing/2014/main" id="{C3D300C7-CC49-09DD-80C2-C826A3578E17}"/>
                </a:ext>
              </a:extLst>
            </p:cNvPr>
            <p:cNvSpPr>
              <a:spLocks noGrp="1"/>
            </p:cNvSpPr>
            <p:nvPr/>
          </p:nvSpPr>
          <p:spPr>
            <a:xfrm>
              <a:off x="1501579" y="4690389"/>
              <a:ext cx="12176" cy="18052"/>
            </a:xfrm>
            <a:custGeom>
              <a:avLst/>
              <a:gdLst/>
              <a:ahLst/>
              <a:cxnLst/>
              <a:rect l="0" t="0" r="0" b="0"/>
              <a:pathLst>
                <a:path w="12176" h="18052">
                  <a:moveTo>
                    <a:pt x="0" y="0"/>
                  </a:moveTo>
                  <a:lnTo>
                    <a:pt x="12176" y="18052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89" name="Input_receptor__1688">
              <a:extLst>
                <a:ext uri="{FF2B5EF4-FFF2-40B4-BE49-F238E27FC236}">
                  <a16:creationId xmlns:a16="http://schemas.microsoft.com/office/drawing/2014/main" id="{7D5CF001-6957-9CCD-4496-2FD03C624C0F}"/>
                </a:ext>
              </a:extLst>
            </p:cNvPr>
            <p:cNvSpPr>
              <a:spLocks noGrp="1"/>
            </p:cNvSpPr>
            <p:nvPr/>
          </p:nvSpPr>
          <p:spPr>
            <a:xfrm>
              <a:off x="643957" y="4701147"/>
              <a:ext cx="10963" cy="43793"/>
            </a:xfrm>
            <a:custGeom>
              <a:avLst/>
              <a:gdLst/>
              <a:ahLst/>
              <a:cxnLst/>
              <a:rect l="0" t="0" r="0" b="0"/>
              <a:pathLst>
                <a:path w="10963" h="43793">
                  <a:moveTo>
                    <a:pt x="0" y="0"/>
                  </a:moveTo>
                  <a:lnTo>
                    <a:pt x="10963" y="43793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0" name="Input_receptor__1689">
              <a:extLst>
                <a:ext uri="{FF2B5EF4-FFF2-40B4-BE49-F238E27FC236}">
                  <a16:creationId xmlns:a16="http://schemas.microsoft.com/office/drawing/2014/main" id="{AD251E10-642B-EA9A-2DC7-5C2D671D5F0E}"/>
                </a:ext>
              </a:extLst>
            </p:cNvPr>
            <p:cNvSpPr>
              <a:spLocks noGrp="1"/>
            </p:cNvSpPr>
            <p:nvPr/>
          </p:nvSpPr>
          <p:spPr>
            <a:xfrm>
              <a:off x="886194" y="4781379"/>
              <a:ext cx="41026" cy="7481"/>
            </a:xfrm>
            <a:custGeom>
              <a:avLst/>
              <a:gdLst/>
              <a:ahLst/>
              <a:cxnLst/>
              <a:rect l="0" t="0" r="0" b="0"/>
              <a:pathLst>
                <a:path w="41026" h="7481">
                  <a:moveTo>
                    <a:pt x="0" y="7481"/>
                  </a:moveTo>
                  <a:lnTo>
                    <a:pt x="41026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1" name="Input_receptor__1690">
              <a:extLst>
                <a:ext uri="{FF2B5EF4-FFF2-40B4-BE49-F238E27FC236}">
                  <a16:creationId xmlns:a16="http://schemas.microsoft.com/office/drawing/2014/main" id="{55C3F27B-2E52-B529-597F-70F2874F9D3F}"/>
                </a:ext>
              </a:extLst>
            </p:cNvPr>
            <p:cNvSpPr>
              <a:spLocks noGrp="1"/>
            </p:cNvSpPr>
            <p:nvPr/>
          </p:nvSpPr>
          <p:spPr>
            <a:xfrm>
              <a:off x="1187044" y="4462391"/>
              <a:ext cx="12863" cy="10887"/>
            </a:xfrm>
            <a:custGeom>
              <a:avLst/>
              <a:gdLst/>
              <a:ahLst/>
              <a:cxnLst/>
              <a:rect l="0" t="0" r="0" b="0"/>
              <a:pathLst>
                <a:path w="12863" h="10887">
                  <a:moveTo>
                    <a:pt x="0" y="10887"/>
                  </a:moveTo>
                  <a:lnTo>
                    <a:pt x="12863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2" name="Input_receptor__1691">
              <a:extLst>
                <a:ext uri="{FF2B5EF4-FFF2-40B4-BE49-F238E27FC236}">
                  <a16:creationId xmlns:a16="http://schemas.microsoft.com/office/drawing/2014/main" id="{2AB7DEE6-A097-DF2F-4176-B694E509BC7A}"/>
                </a:ext>
              </a:extLst>
            </p:cNvPr>
            <p:cNvSpPr>
              <a:spLocks noGrp="1"/>
            </p:cNvSpPr>
            <p:nvPr/>
          </p:nvSpPr>
          <p:spPr>
            <a:xfrm>
              <a:off x="1313364" y="4332331"/>
              <a:ext cx="35243" cy="13933"/>
            </a:xfrm>
            <a:custGeom>
              <a:avLst/>
              <a:gdLst/>
              <a:ahLst/>
              <a:cxnLst/>
              <a:rect l="0" t="0" r="0" b="0"/>
              <a:pathLst>
                <a:path w="35243" h="13933">
                  <a:moveTo>
                    <a:pt x="0" y="0"/>
                  </a:moveTo>
                  <a:lnTo>
                    <a:pt x="35243" y="13933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3" name="Input_receptor__1692">
              <a:extLst>
                <a:ext uri="{FF2B5EF4-FFF2-40B4-BE49-F238E27FC236}">
                  <a16:creationId xmlns:a16="http://schemas.microsoft.com/office/drawing/2014/main" id="{A99360EB-6B49-FB61-EE01-F1C47807297C}"/>
                </a:ext>
              </a:extLst>
            </p:cNvPr>
            <p:cNvSpPr>
              <a:spLocks noGrp="1"/>
            </p:cNvSpPr>
            <p:nvPr/>
          </p:nvSpPr>
          <p:spPr>
            <a:xfrm>
              <a:off x="975471" y="4661151"/>
              <a:ext cx="8734" cy="32851"/>
            </a:xfrm>
            <a:custGeom>
              <a:avLst/>
              <a:gdLst/>
              <a:ahLst/>
              <a:cxnLst/>
              <a:rect l="0" t="0" r="0" b="0"/>
              <a:pathLst>
                <a:path w="8734" h="32851">
                  <a:moveTo>
                    <a:pt x="8734" y="32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4" name="Input_receptor__1693">
              <a:extLst>
                <a:ext uri="{FF2B5EF4-FFF2-40B4-BE49-F238E27FC236}">
                  <a16:creationId xmlns:a16="http://schemas.microsoft.com/office/drawing/2014/main" id="{EB738119-B0AC-802B-E6A0-7FEAB3435D7B}"/>
                </a:ext>
              </a:extLst>
            </p:cNvPr>
            <p:cNvSpPr>
              <a:spLocks noGrp="1"/>
            </p:cNvSpPr>
            <p:nvPr/>
          </p:nvSpPr>
          <p:spPr>
            <a:xfrm>
              <a:off x="1253852" y="4227961"/>
              <a:ext cx="4617" cy="47801"/>
            </a:xfrm>
            <a:custGeom>
              <a:avLst/>
              <a:gdLst/>
              <a:ahLst/>
              <a:cxnLst/>
              <a:rect l="0" t="0" r="0" b="0"/>
              <a:pathLst>
                <a:path w="4617" h="47801">
                  <a:moveTo>
                    <a:pt x="4617" y="0"/>
                  </a:moveTo>
                  <a:lnTo>
                    <a:pt x="0" y="4780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5" name="Input_receptor__1694">
              <a:extLst>
                <a:ext uri="{FF2B5EF4-FFF2-40B4-BE49-F238E27FC236}">
                  <a16:creationId xmlns:a16="http://schemas.microsoft.com/office/drawing/2014/main" id="{79443BF7-5A0E-DF8D-34D1-DCD6A5E462D4}"/>
                </a:ext>
              </a:extLst>
            </p:cNvPr>
            <p:cNvSpPr>
              <a:spLocks noGrp="1"/>
            </p:cNvSpPr>
            <p:nvPr/>
          </p:nvSpPr>
          <p:spPr>
            <a:xfrm>
              <a:off x="989915" y="4971422"/>
              <a:ext cx="28430" cy="27951"/>
            </a:xfrm>
            <a:custGeom>
              <a:avLst/>
              <a:gdLst/>
              <a:ahLst/>
              <a:cxnLst/>
              <a:rect l="0" t="0" r="0" b="0"/>
              <a:pathLst>
                <a:path w="28430" h="27951">
                  <a:moveTo>
                    <a:pt x="28430" y="0"/>
                  </a:moveTo>
                  <a:lnTo>
                    <a:pt x="0" y="2795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6" name="Input_receptor__1695">
              <a:extLst>
                <a:ext uri="{FF2B5EF4-FFF2-40B4-BE49-F238E27FC236}">
                  <a16:creationId xmlns:a16="http://schemas.microsoft.com/office/drawing/2014/main" id="{3DE5E25B-D093-A930-1C49-0DC7E765E64B}"/>
                </a:ext>
              </a:extLst>
            </p:cNvPr>
            <p:cNvSpPr>
              <a:spLocks noGrp="1"/>
            </p:cNvSpPr>
            <p:nvPr/>
          </p:nvSpPr>
          <p:spPr>
            <a:xfrm>
              <a:off x="876814" y="4788859"/>
              <a:ext cx="9380" cy="43184"/>
            </a:xfrm>
            <a:custGeom>
              <a:avLst/>
              <a:gdLst/>
              <a:ahLst/>
              <a:cxnLst/>
              <a:rect l="0" t="0" r="0" b="0"/>
              <a:pathLst>
                <a:path w="9380" h="43184">
                  <a:moveTo>
                    <a:pt x="0" y="43184"/>
                  </a:moveTo>
                  <a:lnTo>
                    <a:pt x="9380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7" name="Input_receptor__1696">
              <a:extLst>
                <a:ext uri="{FF2B5EF4-FFF2-40B4-BE49-F238E27FC236}">
                  <a16:creationId xmlns:a16="http://schemas.microsoft.com/office/drawing/2014/main" id="{B3A8F4BA-C906-B0A4-EBC6-E73C52607DF4}"/>
                </a:ext>
              </a:extLst>
            </p:cNvPr>
            <p:cNvSpPr>
              <a:spLocks noGrp="1"/>
            </p:cNvSpPr>
            <p:nvPr/>
          </p:nvSpPr>
          <p:spPr>
            <a:xfrm>
              <a:off x="706261" y="4405269"/>
              <a:ext cx="10574" cy="10996"/>
            </a:xfrm>
            <a:custGeom>
              <a:avLst/>
              <a:gdLst/>
              <a:ahLst/>
              <a:cxnLst/>
              <a:rect l="0" t="0" r="0" b="0"/>
              <a:pathLst>
                <a:path w="10574" h="10996">
                  <a:moveTo>
                    <a:pt x="0" y="0"/>
                  </a:moveTo>
                  <a:lnTo>
                    <a:pt x="10574" y="10996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698" name="Input_receptor__1697">
              <a:extLst>
                <a:ext uri="{FF2B5EF4-FFF2-40B4-BE49-F238E27FC236}">
                  <a16:creationId xmlns:a16="http://schemas.microsoft.com/office/drawing/2014/main" id="{8A67F410-6847-E3F9-60DD-1715ED3CB796}"/>
                </a:ext>
              </a:extLst>
            </p:cNvPr>
            <p:cNvSpPr>
              <a:spLocks noGrp="1"/>
            </p:cNvSpPr>
            <p:nvPr/>
          </p:nvSpPr>
          <p:spPr>
            <a:xfrm>
              <a:off x="1550607" y="4443973"/>
              <a:ext cx="13144" cy="7735"/>
            </a:xfrm>
            <a:custGeom>
              <a:avLst/>
              <a:gdLst/>
              <a:ahLst/>
              <a:cxnLst/>
              <a:rect l="0" t="0" r="0" b="0"/>
              <a:pathLst>
                <a:path w="13144" h="7735">
                  <a:moveTo>
                    <a:pt x="0" y="0"/>
                  </a:moveTo>
                  <a:lnTo>
                    <a:pt x="13144" y="7735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699" name="Input_receptor__1698">
              <a:extLst>
                <a:ext uri="{FF2B5EF4-FFF2-40B4-BE49-F238E27FC236}">
                  <a16:creationId xmlns:a16="http://schemas.microsoft.com/office/drawing/2014/main" id="{5A08537D-6740-8582-8BBA-85C16064BBF1}"/>
                </a:ext>
              </a:extLst>
            </p:cNvPr>
            <p:cNvSpPr>
              <a:spLocks noGrp="1"/>
            </p:cNvSpPr>
            <p:nvPr/>
          </p:nvSpPr>
          <p:spPr>
            <a:xfrm>
              <a:off x="882780" y="4718649"/>
              <a:ext cx="37284" cy="9526"/>
            </a:xfrm>
            <a:custGeom>
              <a:avLst/>
              <a:gdLst/>
              <a:ahLst/>
              <a:cxnLst/>
              <a:rect l="0" t="0" r="0" b="0"/>
              <a:pathLst>
                <a:path w="37284" h="9526">
                  <a:moveTo>
                    <a:pt x="0" y="9526"/>
                  </a:moveTo>
                  <a:lnTo>
                    <a:pt x="37284" y="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0" name="Input_receptor__1699">
              <a:extLst>
                <a:ext uri="{FF2B5EF4-FFF2-40B4-BE49-F238E27FC236}">
                  <a16:creationId xmlns:a16="http://schemas.microsoft.com/office/drawing/2014/main" id="{171FCB62-EC0E-4B4E-5808-A45C8B7F2FB2}"/>
                </a:ext>
              </a:extLst>
            </p:cNvPr>
            <p:cNvSpPr>
              <a:spLocks noGrp="1"/>
            </p:cNvSpPr>
            <p:nvPr/>
          </p:nvSpPr>
          <p:spPr>
            <a:xfrm>
              <a:off x="1089371" y="4553211"/>
              <a:ext cx="27642" cy="9480"/>
            </a:xfrm>
            <a:custGeom>
              <a:avLst/>
              <a:gdLst/>
              <a:ahLst/>
              <a:cxnLst/>
              <a:rect l="0" t="0" r="0" b="0"/>
              <a:pathLst>
                <a:path w="27642" h="9480">
                  <a:moveTo>
                    <a:pt x="0" y="0"/>
                  </a:moveTo>
                  <a:lnTo>
                    <a:pt x="27642" y="948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1" name="Input_receptor__1700">
              <a:extLst>
                <a:ext uri="{FF2B5EF4-FFF2-40B4-BE49-F238E27FC236}">
                  <a16:creationId xmlns:a16="http://schemas.microsoft.com/office/drawing/2014/main" id="{F9897412-E699-29C8-5962-B91B9489A28C}"/>
                </a:ext>
              </a:extLst>
            </p:cNvPr>
            <p:cNvSpPr>
              <a:spLocks noGrp="1"/>
            </p:cNvSpPr>
            <p:nvPr/>
          </p:nvSpPr>
          <p:spPr>
            <a:xfrm>
              <a:off x="1297951" y="4292891"/>
              <a:ext cx="15413" cy="39441"/>
            </a:xfrm>
            <a:custGeom>
              <a:avLst/>
              <a:gdLst/>
              <a:ahLst/>
              <a:cxnLst/>
              <a:rect l="0" t="0" r="0" b="0"/>
              <a:pathLst>
                <a:path w="15413" h="39441">
                  <a:moveTo>
                    <a:pt x="0" y="0"/>
                  </a:moveTo>
                  <a:lnTo>
                    <a:pt x="15413" y="39441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2" name="Input_receptor__1701">
              <a:extLst>
                <a:ext uri="{FF2B5EF4-FFF2-40B4-BE49-F238E27FC236}">
                  <a16:creationId xmlns:a16="http://schemas.microsoft.com/office/drawing/2014/main" id="{A4DE21A5-2348-0BCC-9020-BCACC42AEA59}"/>
                </a:ext>
              </a:extLst>
            </p:cNvPr>
            <p:cNvSpPr>
              <a:spLocks noGrp="1"/>
            </p:cNvSpPr>
            <p:nvPr/>
          </p:nvSpPr>
          <p:spPr>
            <a:xfrm>
              <a:off x="974349" y="4499017"/>
              <a:ext cx="17037" cy="45075"/>
            </a:xfrm>
            <a:custGeom>
              <a:avLst/>
              <a:gdLst/>
              <a:ahLst/>
              <a:cxnLst/>
              <a:rect l="0" t="0" r="0" b="0"/>
              <a:pathLst>
                <a:path w="17037" h="45075">
                  <a:moveTo>
                    <a:pt x="17037" y="45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3" name="Input_receptor__1702">
              <a:extLst>
                <a:ext uri="{FF2B5EF4-FFF2-40B4-BE49-F238E27FC236}">
                  <a16:creationId xmlns:a16="http://schemas.microsoft.com/office/drawing/2014/main" id="{559D8FB8-2398-3479-6589-FB1F3D9BFE24}"/>
                </a:ext>
              </a:extLst>
            </p:cNvPr>
            <p:cNvSpPr>
              <a:spLocks noGrp="1"/>
            </p:cNvSpPr>
            <p:nvPr/>
          </p:nvSpPr>
          <p:spPr>
            <a:xfrm>
              <a:off x="1475269" y="4268790"/>
              <a:ext cx="44269" cy="19084"/>
            </a:xfrm>
            <a:custGeom>
              <a:avLst/>
              <a:gdLst/>
              <a:ahLst/>
              <a:cxnLst/>
              <a:rect l="0" t="0" r="0" b="0"/>
              <a:pathLst>
                <a:path w="44269" h="19084">
                  <a:moveTo>
                    <a:pt x="44269" y="0"/>
                  </a:moveTo>
                  <a:lnTo>
                    <a:pt x="0" y="19084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4" name="Input_receptor__1703">
              <a:extLst>
                <a:ext uri="{FF2B5EF4-FFF2-40B4-BE49-F238E27FC236}">
                  <a16:creationId xmlns:a16="http://schemas.microsoft.com/office/drawing/2014/main" id="{60568B50-9924-42C4-6453-1418703D9A62}"/>
                </a:ext>
              </a:extLst>
            </p:cNvPr>
            <p:cNvSpPr>
              <a:spLocks noGrp="1"/>
            </p:cNvSpPr>
            <p:nvPr/>
          </p:nvSpPr>
          <p:spPr>
            <a:xfrm>
              <a:off x="1426228" y="4112424"/>
              <a:ext cx="24874" cy="36670"/>
            </a:xfrm>
            <a:custGeom>
              <a:avLst/>
              <a:gdLst/>
              <a:ahLst/>
              <a:cxnLst/>
              <a:rect l="0" t="0" r="0" b="0"/>
              <a:pathLst>
                <a:path w="24874" h="36670">
                  <a:moveTo>
                    <a:pt x="0" y="0"/>
                  </a:moveTo>
                  <a:lnTo>
                    <a:pt x="24874" y="36670"/>
                  </a:lnTo>
                </a:path>
              </a:pathLst>
            </a:custGeom>
            <a:noFill/>
            <a:ln w="20003">
              <a:solidFill>
                <a:srgbClr val="9DADB8"/>
              </a:solidFill>
            </a:ln>
          </p:spPr>
        </p:sp>
        <p:sp>
          <p:nvSpPr>
            <p:cNvPr id="1705" name="Input_receptor__1704">
              <a:extLst>
                <a:ext uri="{FF2B5EF4-FFF2-40B4-BE49-F238E27FC236}">
                  <a16:creationId xmlns:a16="http://schemas.microsoft.com/office/drawing/2014/main" id="{726CAA80-942D-1833-3E6C-1FEFEC787C06}"/>
                </a:ext>
              </a:extLst>
            </p:cNvPr>
            <p:cNvSpPr>
              <a:spLocks noGrp="1"/>
            </p:cNvSpPr>
            <p:nvPr/>
          </p:nvSpPr>
          <p:spPr>
            <a:xfrm>
              <a:off x="778682" y="4456202"/>
              <a:ext cx="35043" cy="31857"/>
            </a:xfrm>
            <a:custGeom>
              <a:avLst/>
              <a:gdLst/>
              <a:ahLst/>
              <a:cxnLst/>
              <a:rect l="0" t="0" r="0" b="0"/>
              <a:pathLst>
                <a:path w="35043" h="31857">
                  <a:moveTo>
                    <a:pt x="0" y="31857"/>
                  </a:moveTo>
                  <a:lnTo>
                    <a:pt x="35043" y="0"/>
                  </a:lnTo>
                </a:path>
              </a:pathLst>
            </a:custGeom>
            <a:noFill/>
            <a:ln w="8096">
              <a:solidFill>
                <a:srgbClr val="9DADB8"/>
              </a:solidFill>
            </a:ln>
          </p:spPr>
        </p:sp>
        <p:sp>
          <p:nvSpPr>
            <p:cNvPr id="1706" name="Input_receptor__1705">
              <a:extLst>
                <a:ext uri="{FF2B5EF4-FFF2-40B4-BE49-F238E27FC236}">
                  <a16:creationId xmlns:a16="http://schemas.microsoft.com/office/drawing/2014/main" id="{4FC26768-2E41-D60A-48B3-59B6D536A76A}"/>
                </a:ext>
              </a:extLst>
            </p:cNvPr>
            <p:cNvSpPr>
              <a:spLocks noGrp="1"/>
            </p:cNvSpPr>
            <p:nvPr/>
          </p:nvSpPr>
          <p:spPr>
            <a:xfrm>
              <a:off x="1584418" y="4195794"/>
              <a:ext cx="31247" cy="24534"/>
            </a:xfrm>
            <a:custGeom>
              <a:avLst/>
              <a:gdLst/>
              <a:ahLst/>
              <a:cxnLst/>
              <a:rect l="0" t="0" r="0" b="0"/>
              <a:pathLst>
                <a:path w="31247" h="24534">
                  <a:moveTo>
                    <a:pt x="31247" y="0"/>
                  </a:moveTo>
                  <a:lnTo>
                    <a:pt x="0" y="24534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07" name="Input_receptor__1706">
              <a:extLst>
                <a:ext uri="{FF2B5EF4-FFF2-40B4-BE49-F238E27FC236}">
                  <a16:creationId xmlns:a16="http://schemas.microsoft.com/office/drawing/2014/main" id="{69FD8268-167F-D3BC-5148-EEF3E6F77F68}"/>
                </a:ext>
              </a:extLst>
            </p:cNvPr>
            <p:cNvSpPr>
              <a:spLocks noGrp="1"/>
            </p:cNvSpPr>
            <p:nvPr/>
          </p:nvSpPr>
          <p:spPr>
            <a:xfrm>
              <a:off x="1117013" y="4562691"/>
              <a:ext cx="36156" cy="12256"/>
            </a:xfrm>
            <a:custGeom>
              <a:avLst/>
              <a:gdLst/>
              <a:ahLst/>
              <a:cxnLst/>
              <a:rect l="0" t="0" r="0" b="0"/>
              <a:pathLst>
                <a:path w="36156" h="12256">
                  <a:moveTo>
                    <a:pt x="0" y="0"/>
                  </a:moveTo>
                  <a:lnTo>
                    <a:pt x="36156" y="12256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08" name="Input_receptor__1707">
              <a:extLst>
                <a:ext uri="{FF2B5EF4-FFF2-40B4-BE49-F238E27FC236}">
                  <a16:creationId xmlns:a16="http://schemas.microsoft.com/office/drawing/2014/main" id="{1C2CD4E7-C7FD-FEEA-A8DB-C77A79143583}"/>
                </a:ext>
              </a:extLst>
            </p:cNvPr>
            <p:cNvSpPr>
              <a:spLocks noGrp="1"/>
            </p:cNvSpPr>
            <p:nvPr/>
          </p:nvSpPr>
          <p:spPr>
            <a:xfrm>
              <a:off x="1020078" y="4642872"/>
              <a:ext cx="16477" cy="4947"/>
            </a:xfrm>
            <a:custGeom>
              <a:avLst/>
              <a:gdLst/>
              <a:ahLst/>
              <a:cxnLst/>
              <a:rect l="0" t="0" r="0" b="0"/>
              <a:pathLst>
                <a:path w="16477" h="4947">
                  <a:moveTo>
                    <a:pt x="0" y="0"/>
                  </a:moveTo>
                  <a:lnTo>
                    <a:pt x="16477" y="4947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09" name="Input_receptor__1708">
              <a:extLst>
                <a:ext uri="{FF2B5EF4-FFF2-40B4-BE49-F238E27FC236}">
                  <a16:creationId xmlns:a16="http://schemas.microsoft.com/office/drawing/2014/main" id="{D2A5074C-950F-AA45-EA01-46DE1D19CCCE}"/>
                </a:ext>
              </a:extLst>
            </p:cNvPr>
            <p:cNvSpPr>
              <a:spLocks noGrp="1"/>
            </p:cNvSpPr>
            <p:nvPr/>
          </p:nvSpPr>
          <p:spPr>
            <a:xfrm>
              <a:off x="1603476" y="4330329"/>
              <a:ext cx="19929" cy="26097"/>
            </a:xfrm>
            <a:custGeom>
              <a:avLst/>
              <a:gdLst/>
              <a:ahLst/>
              <a:cxnLst/>
              <a:rect l="0" t="0" r="0" b="0"/>
              <a:pathLst>
                <a:path w="19929" h="26097">
                  <a:moveTo>
                    <a:pt x="19929" y="26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0" name="Input_receptor__1709">
              <a:extLst>
                <a:ext uri="{FF2B5EF4-FFF2-40B4-BE49-F238E27FC236}">
                  <a16:creationId xmlns:a16="http://schemas.microsoft.com/office/drawing/2014/main" id="{68422008-537A-F9B1-3019-70373B255265}"/>
                </a:ext>
              </a:extLst>
            </p:cNvPr>
            <p:cNvSpPr>
              <a:spLocks noGrp="1"/>
            </p:cNvSpPr>
            <p:nvPr/>
          </p:nvSpPr>
          <p:spPr>
            <a:xfrm>
              <a:off x="998099" y="4905150"/>
              <a:ext cx="42076" cy="22789"/>
            </a:xfrm>
            <a:custGeom>
              <a:avLst/>
              <a:gdLst/>
              <a:ahLst/>
              <a:cxnLst/>
              <a:rect l="0" t="0" r="0" b="0"/>
              <a:pathLst>
                <a:path w="42076" h="22789">
                  <a:moveTo>
                    <a:pt x="42076" y="0"/>
                  </a:moveTo>
                  <a:lnTo>
                    <a:pt x="0" y="22789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11" name="Input_receptor__1710">
              <a:extLst>
                <a:ext uri="{FF2B5EF4-FFF2-40B4-BE49-F238E27FC236}">
                  <a16:creationId xmlns:a16="http://schemas.microsoft.com/office/drawing/2014/main" id="{EC7278B4-6B88-BC00-503B-A3117BB4D3CD}"/>
                </a:ext>
              </a:extLst>
            </p:cNvPr>
            <p:cNvSpPr>
              <a:spLocks noGrp="1"/>
            </p:cNvSpPr>
            <p:nvPr/>
          </p:nvSpPr>
          <p:spPr>
            <a:xfrm>
              <a:off x="1181183" y="4764537"/>
              <a:ext cx="34457" cy="28522"/>
            </a:xfrm>
            <a:custGeom>
              <a:avLst/>
              <a:gdLst/>
              <a:ahLst/>
              <a:cxnLst/>
              <a:rect l="0" t="0" r="0" b="0"/>
              <a:pathLst>
                <a:path w="34457" h="28522">
                  <a:moveTo>
                    <a:pt x="0" y="0"/>
                  </a:moveTo>
                  <a:lnTo>
                    <a:pt x="34457" y="28522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2" name="Input_receptor__1711">
              <a:extLst>
                <a:ext uri="{FF2B5EF4-FFF2-40B4-BE49-F238E27FC236}">
                  <a16:creationId xmlns:a16="http://schemas.microsoft.com/office/drawing/2014/main" id="{7E514422-DCB9-9C05-4644-EBF0FFC0A4F4}"/>
                </a:ext>
              </a:extLst>
            </p:cNvPr>
            <p:cNvSpPr>
              <a:spLocks noGrp="1"/>
            </p:cNvSpPr>
            <p:nvPr/>
          </p:nvSpPr>
          <p:spPr>
            <a:xfrm>
              <a:off x="1305755" y="4225110"/>
              <a:ext cx="29204" cy="337"/>
            </a:xfrm>
            <a:custGeom>
              <a:avLst/>
              <a:gdLst/>
              <a:ahLst/>
              <a:cxnLst/>
              <a:rect l="0" t="0" r="0" b="0"/>
              <a:pathLst>
                <a:path w="29204" h="337">
                  <a:moveTo>
                    <a:pt x="29204" y="3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DB8"/>
              </a:solidFill>
            </a:ln>
          </p:spPr>
        </p:sp>
        <p:sp>
          <p:nvSpPr>
            <p:cNvPr id="1713" name="Input_receptor__1712">
              <a:extLst>
                <a:ext uri="{FF2B5EF4-FFF2-40B4-BE49-F238E27FC236}">
                  <a16:creationId xmlns:a16="http://schemas.microsoft.com/office/drawing/2014/main" id="{AEA276C5-E02E-212E-0656-9B5419063574}"/>
                </a:ext>
              </a:extLst>
            </p:cNvPr>
            <p:cNvSpPr>
              <a:spLocks noGrp="1"/>
            </p:cNvSpPr>
            <p:nvPr/>
          </p:nvSpPr>
          <p:spPr>
            <a:xfrm>
              <a:off x="1143414" y="4506061"/>
              <a:ext cx="40050" cy="20779"/>
            </a:xfrm>
            <a:custGeom>
              <a:avLst/>
              <a:gdLst/>
              <a:ahLst/>
              <a:cxnLst/>
              <a:rect l="0" t="0" r="0" b="0"/>
              <a:pathLst>
                <a:path w="40050" h="20779">
                  <a:moveTo>
                    <a:pt x="0" y="0"/>
                  </a:moveTo>
                  <a:lnTo>
                    <a:pt x="40050" y="20779"/>
                  </a:lnTo>
                </a:path>
              </a:pathLst>
            </a:custGeom>
            <a:noFill/>
            <a:ln w="20003">
              <a:solidFill>
                <a:srgbClr val="9EADB8"/>
              </a:solidFill>
            </a:ln>
          </p:spPr>
        </p:sp>
        <p:sp>
          <p:nvSpPr>
            <p:cNvPr id="1714" name="Input_receptor__1713">
              <a:extLst>
                <a:ext uri="{FF2B5EF4-FFF2-40B4-BE49-F238E27FC236}">
                  <a16:creationId xmlns:a16="http://schemas.microsoft.com/office/drawing/2014/main" id="{57013608-15A5-44D9-E147-3B914607D2A4}"/>
                </a:ext>
              </a:extLst>
            </p:cNvPr>
            <p:cNvSpPr>
              <a:spLocks noGrp="1"/>
            </p:cNvSpPr>
            <p:nvPr/>
          </p:nvSpPr>
          <p:spPr>
            <a:xfrm>
              <a:off x="1243785" y="4455449"/>
              <a:ext cx="37430" cy="26338"/>
            </a:xfrm>
            <a:custGeom>
              <a:avLst/>
              <a:gdLst/>
              <a:ahLst/>
              <a:cxnLst/>
              <a:rect l="0" t="0" r="0" b="0"/>
              <a:pathLst>
                <a:path w="37430" h="26338">
                  <a:moveTo>
                    <a:pt x="0" y="26338"/>
                  </a:moveTo>
                  <a:lnTo>
                    <a:pt x="37430" y="0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5" name="Input_receptor__1714">
              <a:extLst>
                <a:ext uri="{FF2B5EF4-FFF2-40B4-BE49-F238E27FC236}">
                  <a16:creationId xmlns:a16="http://schemas.microsoft.com/office/drawing/2014/main" id="{6D1CE5C0-1206-CF22-A0C2-B8E383C73BC5}"/>
                </a:ext>
              </a:extLst>
            </p:cNvPr>
            <p:cNvSpPr>
              <a:spLocks noGrp="1"/>
            </p:cNvSpPr>
            <p:nvPr/>
          </p:nvSpPr>
          <p:spPr>
            <a:xfrm>
              <a:off x="650876" y="4439144"/>
              <a:ext cx="33801" cy="31696"/>
            </a:xfrm>
            <a:custGeom>
              <a:avLst/>
              <a:gdLst/>
              <a:ahLst/>
              <a:cxnLst/>
              <a:rect l="0" t="0" r="0" b="0"/>
              <a:pathLst>
                <a:path w="33801" h="31696">
                  <a:moveTo>
                    <a:pt x="0" y="0"/>
                  </a:moveTo>
                  <a:lnTo>
                    <a:pt x="33801" y="31696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6" name="Input_receptor__1715">
              <a:extLst>
                <a:ext uri="{FF2B5EF4-FFF2-40B4-BE49-F238E27FC236}">
                  <a16:creationId xmlns:a16="http://schemas.microsoft.com/office/drawing/2014/main" id="{A39BDC18-1EF9-1AF1-9958-20AE29A8ED6A}"/>
                </a:ext>
              </a:extLst>
            </p:cNvPr>
            <p:cNvSpPr>
              <a:spLocks noGrp="1"/>
            </p:cNvSpPr>
            <p:nvPr/>
          </p:nvSpPr>
          <p:spPr>
            <a:xfrm>
              <a:off x="1298095" y="4579621"/>
              <a:ext cx="8622" cy="35064"/>
            </a:xfrm>
            <a:custGeom>
              <a:avLst/>
              <a:gdLst/>
              <a:ahLst/>
              <a:cxnLst/>
              <a:rect l="0" t="0" r="0" b="0"/>
              <a:pathLst>
                <a:path w="8622" h="35064">
                  <a:moveTo>
                    <a:pt x="8622" y="0"/>
                  </a:moveTo>
                  <a:lnTo>
                    <a:pt x="0" y="35064"/>
                  </a:lnTo>
                </a:path>
              </a:pathLst>
            </a:custGeom>
            <a:noFill/>
            <a:ln w="20003">
              <a:solidFill>
                <a:srgbClr val="9EAEB8"/>
              </a:solidFill>
            </a:ln>
          </p:spPr>
        </p:sp>
        <p:sp>
          <p:nvSpPr>
            <p:cNvPr id="1717" name="Input_receptor__1716">
              <a:extLst>
                <a:ext uri="{FF2B5EF4-FFF2-40B4-BE49-F238E27FC236}">
                  <a16:creationId xmlns:a16="http://schemas.microsoft.com/office/drawing/2014/main" id="{E066125A-5E93-1E64-2DA0-2578B5E7E085}"/>
                </a:ext>
              </a:extLst>
            </p:cNvPr>
            <p:cNvSpPr>
              <a:spLocks noGrp="1"/>
            </p:cNvSpPr>
            <p:nvPr/>
          </p:nvSpPr>
          <p:spPr>
            <a:xfrm>
              <a:off x="1600561" y="4405916"/>
              <a:ext cx="23027" cy="41069"/>
            </a:xfrm>
            <a:custGeom>
              <a:avLst/>
              <a:gdLst/>
              <a:ahLst/>
              <a:cxnLst/>
              <a:rect l="0" t="0" r="0" b="0"/>
              <a:pathLst>
                <a:path w="23027" h="41069">
                  <a:moveTo>
                    <a:pt x="0" y="0"/>
                  </a:moveTo>
                  <a:lnTo>
                    <a:pt x="23027" y="41069"/>
                  </a:lnTo>
                </a:path>
              </a:pathLst>
            </a:custGeom>
            <a:noFill/>
            <a:ln w="20003">
              <a:solidFill>
                <a:srgbClr val="9EAEB8"/>
              </a:solidFill>
            </a:ln>
          </p:spPr>
        </p:sp>
        <p:sp>
          <p:nvSpPr>
            <p:cNvPr id="1718" name="Input_receptor__1717">
              <a:extLst>
                <a:ext uri="{FF2B5EF4-FFF2-40B4-BE49-F238E27FC236}">
                  <a16:creationId xmlns:a16="http://schemas.microsoft.com/office/drawing/2014/main" id="{D0167309-CF41-91BB-E496-F2489ED45DE4}"/>
                </a:ext>
              </a:extLst>
            </p:cNvPr>
            <p:cNvSpPr>
              <a:spLocks noGrp="1"/>
            </p:cNvSpPr>
            <p:nvPr/>
          </p:nvSpPr>
          <p:spPr>
            <a:xfrm>
              <a:off x="998099" y="4927939"/>
              <a:ext cx="20245" cy="43483"/>
            </a:xfrm>
            <a:custGeom>
              <a:avLst/>
              <a:gdLst/>
              <a:ahLst/>
              <a:cxnLst/>
              <a:rect l="0" t="0" r="0" b="0"/>
              <a:pathLst>
                <a:path w="20245" h="43483">
                  <a:moveTo>
                    <a:pt x="0" y="0"/>
                  </a:moveTo>
                  <a:lnTo>
                    <a:pt x="20245" y="43483"/>
                  </a:lnTo>
                </a:path>
              </a:pathLst>
            </a:custGeom>
            <a:noFill/>
            <a:ln w="8096">
              <a:solidFill>
                <a:srgbClr val="9EAEB8"/>
              </a:solidFill>
            </a:ln>
          </p:spPr>
        </p:sp>
        <p:sp>
          <p:nvSpPr>
            <p:cNvPr id="1719" name="Input_receptor__1718">
              <a:extLst>
                <a:ext uri="{FF2B5EF4-FFF2-40B4-BE49-F238E27FC236}">
                  <a16:creationId xmlns:a16="http://schemas.microsoft.com/office/drawing/2014/main" id="{9C5DB841-BE4E-1191-3C46-4EC22EAAD266}"/>
                </a:ext>
              </a:extLst>
            </p:cNvPr>
            <p:cNvSpPr>
              <a:spLocks noGrp="1"/>
            </p:cNvSpPr>
            <p:nvPr/>
          </p:nvSpPr>
          <p:spPr>
            <a:xfrm>
              <a:off x="1235621" y="4733822"/>
              <a:ext cx="33546" cy="19966"/>
            </a:xfrm>
            <a:custGeom>
              <a:avLst/>
              <a:gdLst/>
              <a:ahLst/>
              <a:cxnLst/>
              <a:rect l="0" t="0" r="0" b="0"/>
              <a:pathLst>
                <a:path w="33546" h="19966">
                  <a:moveTo>
                    <a:pt x="0" y="0"/>
                  </a:moveTo>
                  <a:lnTo>
                    <a:pt x="33546" y="19966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0" name="Input_receptor__1719">
              <a:extLst>
                <a:ext uri="{FF2B5EF4-FFF2-40B4-BE49-F238E27FC236}">
                  <a16:creationId xmlns:a16="http://schemas.microsoft.com/office/drawing/2014/main" id="{93A2E9BF-BA24-4702-B1D2-BB2EBC3EE5F9}"/>
                </a:ext>
              </a:extLst>
            </p:cNvPr>
            <p:cNvSpPr>
              <a:spLocks noGrp="1"/>
            </p:cNvSpPr>
            <p:nvPr/>
          </p:nvSpPr>
          <p:spPr>
            <a:xfrm>
              <a:off x="924828" y="4460357"/>
              <a:ext cx="3671" cy="3772"/>
            </a:xfrm>
            <a:custGeom>
              <a:avLst/>
              <a:gdLst/>
              <a:ahLst/>
              <a:cxnLst/>
              <a:rect l="0" t="0" r="0" b="0"/>
              <a:pathLst>
                <a:path w="3671" h="3772">
                  <a:moveTo>
                    <a:pt x="3671" y="37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1" name="Input_receptor__1720">
              <a:extLst>
                <a:ext uri="{FF2B5EF4-FFF2-40B4-BE49-F238E27FC236}">
                  <a16:creationId xmlns:a16="http://schemas.microsoft.com/office/drawing/2014/main" id="{E50B4836-E19C-0DA0-07B0-B4AEBC94E0C1}"/>
                </a:ext>
              </a:extLst>
            </p:cNvPr>
            <p:cNvSpPr>
              <a:spLocks noGrp="1"/>
            </p:cNvSpPr>
            <p:nvPr/>
          </p:nvSpPr>
          <p:spPr>
            <a:xfrm>
              <a:off x="1442933" y="4256047"/>
              <a:ext cx="32335" cy="31827"/>
            </a:xfrm>
            <a:custGeom>
              <a:avLst/>
              <a:gdLst/>
              <a:ahLst/>
              <a:cxnLst/>
              <a:rect l="0" t="0" r="0" b="0"/>
              <a:pathLst>
                <a:path w="32335" h="31827">
                  <a:moveTo>
                    <a:pt x="32335" y="3182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2" name="Input_receptor__1721">
              <a:extLst>
                <a:ext uri="{FF2B5EF4-FFF2-40B4-BE49-F238E27FC236}">
                  <a16:creationId xmlns:a16="http://schemas.microsoft.com/office/drawing/2014/main" id="{DA98A7AA-29D2-61F2-A703-46A2DC654DB5}"/>
                </a:ext>
              </a:extLst>
            </p:cNvPr>
            <p:cNvSpPr>
              <a:spLocks noGrp="1"/>
            </p:cNvSpPr>
            <p:nvPr/>
          </p:nvSpPr>
          <p:spPr>
            <a:xfrm>
              <a:off x="610076" y="4539960"/>
              <a:ext cx="41500" cy="24561"/>
            </a:xfrm>
            <a:custGeom>
              <a:avLst/>
              <a:gdLst/>
              <a:ahLst/>
              <a:cxnLst/>
              <a:rect l="0" t="0" r="0" b="0"/>
              <a:pathLst>
                <a:path w="41500" h="24561">
                  <a:moveTo>
                    <a:pt x="0" y="0"/>
                  </a:moveTo>
                  <a:lnTo>
                    <a:pt x="41500" y="24561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3" name="Input_receptor__1722">
              <a:extLst>
                <a:ext uri="{FF2B5EF4-FFF2-40B4-BE49-F238E27FC236}">
                  <a16:creationId xmlns:a16="http://schemas.microsoft.com/office/drawing/2014/main" id="{D0503BCD-03E5-C197-2387-C82880805F8C}"/>
                </a:ext>
              </a:extLst>
            </p:cNvPr>
            <p:cNvSpPr>
              <a:spLocks noGrp="1"/>
            </p:cNvSpPr>
            <p:nvPr/>
          </p:nvSpPr>
          <p:spPr>
            <a:xfrm>
              <a:off x="1149023" y="4764537"/>
              <a:ext cx="32161" cy="35670"/>
            </a:xfrm>
            <a:custGeom>
              <a:avLst/>
              <a:gdLst/>
              <a:ahLst/>
              <a:cxnLst/>
              <a:rect l="0" t="0" r="0" b="0"/>
              <a:pathLst>
                <a:path w="32161" h="35670">
                  <a:moveTo>
                    <a:pt x="0" y="35670"/>
                  </a:moveTo>
                  <a:lnTo>
                    <a:pt x="32161" y="0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4" name="Input_receptor__1723">
              <a:extLst>
                <a:ext uri="{FF2B5EF4-FFF2-40B4-BE49-F238E27FC236}">
                  <a16:creationId xmlns:a16="http://schemas.microsoft.com/office/drawing/2014/main" id="{110E2DAA-842A-87C2-77FF-5565023FC1CF}"/>
                </a:ext>
              </a:extLst>
            </p:cNvPr>
            <p:cNvSpPr>
              <a:spLocks noGrp="1"/>
            </p:cNvSpPr>
            <p:nvPr/>
          </p:nvSpPr>
          <p:spPr>
            <a:xfrm>
              <a:off x="1047922" y="4589807"/>
              <a:ext cx="39748" cy="26377"/>
            </a:xfrm>
            <a:custGeom>
              <a:avLst/>
              <a:gdLst/>
              <a:ahLst/>
              <a:cxnLst/>
              <a:rect l="0" t="0" r="0" b="0"/>
              <a:pathLst>
                <a:path w="39748" h="26377">
                  <a:moveTo>
                    <a:pt x="0" y="0"/>
                  </a:moveTo>
                  <a:lnTo>
                    <a:pt x="39748" y="26377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5" name="Input_receptor__1724">
              <a:extLst>
                <a:ext uri="{FF2B5EF4-FFF2-40B4-BE49-F238E27FC236}">
                  <a16:creationId xmlns:a16="http://schemas.microsoft.com/office/drawing/2014/main" id="{16F7678E-1696-5360-5272-0E8AAF344D6E}"/>
                </a:ext>
              </a:extLst>
            </p:cNvPr>
            <p:cNvSpPr>
              <a:spLocks noGrp="1"/>
            </p:cNvSpPr>
            <p:nvPr/>
          </p:nvSpPr>
          <p:spPr>
            <a:xfrm>
              <a:off x="920064" y="4670591"/>
              <a:ext cx="571" cy="48058"/>
            </a:xfrm>
            <a:custGeom>
              <a:avLst/>
              <a:gdLst/>
              <a:ahLst/>
              <a:cxnLst/>
              <a:rect l="0" t="0" r="0" b="0"/>
              <a:pathLst>
                <a:path w="571" h="48058">
                  <a:moveTo>
                    <a:pt x="0" y="48058"/>
                  </a:moveTo>
                  <a:lnTo>
                    <a:pt x="571" y="0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6" name="Input_receptor__1725">
              <a:extLst>
                <a:ext uri="{FF2B5EF4-FFF2-40B4-BE49-F238E27FC236}">
                  <a16:creationId xmlns:a16="http://schemas.microsoft.com/office/drawing/2014/main" id="{9CF1A4E3-4625-9B07-E572-76F77EDEEB7A}"/>
                </a:ext>
              </a:extLst>
            </p:cNvPr>
            <p:cNvSpPr>
              <a:spLocks noGrp="1"/>
            </p:cNvSpPr>
            <p:nvPr/>
          </p:nvSpPr>
          <p:spPr>
            <a:xfrm>
              <a:off x="1523297" y="4406637"/>
              <a:ext cx="27311" cy="37336"/>
            </a:xfrm>
            <a:custGeom>
              <a:avLst/>
              <a:gdLst/>
              <a:ahLst/>
              <a:cxnLst/>
              <a:rect l="0" t="0" r="0" b="0"/>
              <a:pathLst>
                <a:path w="27311" h="37336">
                  <a:moveTo>
                    <a:pt x="0" y="0"/>
                  </a:moveTo>
                  <a:lnTo>
                    <a:pt x="27311" y="37336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7" name="Input_receptor__1726">
              <a:extLst>
                <a:ext uri="{FF2B5EF4-FFF2-40B4-BE49-F238E27FC236}">
                  <a16:creationId xmlns:a16="http://schemas.microsoft.com/office/drawing/2014/main" id="{C1400F2C-844C-F512-4064-0E54151F98B2}"/>
                </a:ext>
              </a:extLst>
            </p:cNvPr>
            <p:cNvSpPr>
              <a:spLocks noGrp="1"/>
            </p:cNvSpPr>
            <p:nvPr/>
          </p:nvSpPr>
          <p:spPr>
            <a:xfrm>
              <a:off x="1199907" y="4462391"/>
              <a:ext cx="43878" cy="19395"/>
            </a:xfrm>
            <a:custGeom>
              <a:avLst/>
              <a:gdLst/>
              <a:ahLst/>
              <a:cxnLst/>
              <a:rect l="0" t="0" r="0" b="0"/>
              <a:pathLst>
                <a:path w="43878" h="19395">
                  <a:moveTo>
                    <a:pt x="0" y="0"/>
                  </a:moveTo>
                  <a:lnTo>
                    <a:pt x="43878" y="19395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28" name="Input_receptor__1727">
              <a:extLst>
                <a:ext uri="{FF2B5EF4-FFF2-40B4-BE49-F238E27FC236}">
                  <a16:creationId xmlns:a16="http://schemas.microsoft.com/office/drawing/2014/main" id="{98538E95-755E-34F4-C657-7E47C8EBA5BA}"/>
                </a:ext>
              </a:extLst>
            </p:cNvPr>
            <p:cNvSpPr>
              <a:spLocks noGrp="1"/>
            </p:cNvSpPr>
            <p:nvPr/>
          </p:nvSpPr>
          <p:spPr>
            <a:xfrm>
              <a:off x="1334958" y="4225447"/>
              <a:ext cx="33684" cy="30068"/>
            </a:xfrm>
            <a:custGeom>
              <a:avLst/>
              <a:gdLst/>
              <a:ahLst/>
              <a:cxnLst/>
              <a:rect l="0" t="0" r="0" b="0"/>
              <a:pathLst>
                <a:path w="33684" h="30068">
                  <a:moveTo>
                    <a:pt x="33684" y="300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29" name="Input_receptor__1728">
              <a:extLst>
                <a:ext uri="{FF2B5EF4-FFF2-40B4-BE49-F238E27FC236}">
                  <a16:creationId xmlns:a16="http://schemas.microsoft.com/office/drawing/2014/main" id="{AEF304AF-B188-2D64-3055-BC676B43B983}"/>
                </a:ext>
              </a:extLst>
            </p:cNvPr>
            <p:cNvSpPr>
              <a:spLocks noGrp="1"/>
            </p:cNvSpPr>
            <p:nvPr/>
          </p:nvSpPr>
          <p:spPr>
            <a:xfrm>
              <a:off x="980158" y="4622721"/>
              <a:ext cx="39920" cy="20151"/>
            </a:xfrm>
            <a:custGeom>
              <a:avLst/>
              <a:gdLst/>
              <a:ahLst/>
              <a:cxnLst/>
              <a:rect l="0" t="0" r="0" b="0"/>
              <a:pathLst>
                <a:path w="39920" h="20151">
                  <a:moveTo>
                    <a:pt x="0" y="0"/>
                  </a:moveTo>
                  <a:lnTo>
                    <a:pt x="39920" y="20151"/>
                  </a:lnTo>
                </a:path>
              </a:pathLst>
            </a:custGeom>
            <a:noFill/>
            <a:ln w="20003">
              <a:solidFill>
                <a:srgbClr val="9EAEB9"/>
              </a:solidFill>
            </a:ln>
          </p:spPr>
        </p:sp>
        <p:sp>
          <p:nvSpPr>
            <p:cNvPr id="1730" name="Input_receptor__1729">
              <a:extLst>
                <a:ext uri="{FF2B5EF4-FFF2-40B4-BE49-F238E27FC236}">
                  <a16:creationId xmlns:a16="http://schemas.microsoft.com/office/drawing/2014/main" id="{B1571D20-6A06-2715-C345-3D53EEA11C12}"/>
                </a:ext>
              </a:extLst>
            </p:cNvPr>
            <p:cNvSpPr>
              <a:spLocks noGrp="1"/>
            </p:cNvSpPr>
            <p:nvPr/>
          </p:nvSpPr>
          <p:spPr>
            <a:xfrm>
              <a:off x="675536" y="4470840"/>
              <a:ext cx="9140" cy="33591"/>
            </a:xfrm>
            <a:custGeom>
              <a:avLst/>
              <a:gdLst/>
              <a:ahLst/>
              <a:cxnLst/>
              <a:rect l="0" t="0" r="0" b="0"/>
              <a:pathLst>
                <a:path w="9140" h="33591">
                  <a:moveTo>
                    <a:pt x="9140" y="0"/>
                  </a:moveTo>
                  <a:lnTo>
                    <a:pt x="0" y="33591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1" name="Input_receptor__1730">
              <a:extLst>
                <a:ext uri="{FF2B5EF4-FFF2-40B4-BE49-F238E27FC236}">
                  <a16:creationId xmlns:a16="http://schemas.microsoft.com/office/drawing/2014/main" id="{CDD046D9-B820-46DA-22F7-E429221CD6DB}"/>
                </a:ext>
              </a:extLst>
            </p:cNvPr>
            <p:cNvSpPr>
              <a:spLocks noGrp="1"/>
            </p:cNvSpPr>
            <p:nvPr/>
          </p:nvSpPr>
          <p:spPr>
            <a:xfrm>
              <a:off x="651576" y="4564522"/>
              <a:ext cx="6542" cy="45659"/>
            </a:xfrm>
            <a:custGeom>
              <a:avLst/>
              <a:gdLst/>
              <a:ahLst/>
              <a:cxnLst/>
              <a:rect l="0" t="0" r="0" b="0"/>
              <a:pathLst>
                <a:path w="6542" h="45659">
                  <a:moveTo>
                    <a:pt x="0" y="0"/>
                  </a:moveTo>
                  <a:lnTo>
                    <a:pt x="6542" y="45659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2" name="Input_receptor__1731">
              <a:extLst>
                <a:ext uri="{FF2B5EF4-FFF2-40B4-BE49-F238E27FC236}">
                  <a16:creationId xmlns:a16="http://schemas.microsoft.com/office/drawing/2014/main" id="{02B9C818-9817-369F-E21A-0FC6E5249E91}"/>
                </a:ext>
              </a:extLst>
            </p:cNvPr>
            <p:cNvSpPr>
              <a:spLocks noGrp="1"/>
            </p:cNvSpPr>
            <p:nvPr/>
          </p:nvSpPr>
          <p:spPr>
            <a:xfrm>
              <a:off x="991385" y="4526276"/>
              <a:ext cx="36226" cy="17816"/>
            </a:xfrm>
            <a:custGeom>
              <a:avLst/>
              <a:gdLst/>
              <a:ahLst/>
              <a:cxnLst/>
              <a:rect l="0" t="0" r="0" b="0"/>
              <a:pathLst>
                <a:path w="36226" h="17816">
                  <a:moveTo>
                    <a:pt x="36226" y="0"/>
                  </a:moveTo>
                  <a:lnTo>
                    <a:pt x="0" y="17816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3" name="Input_receptor__1732">
              <a:extLst>
                <a:ext uri="{FF2B5EF4-FFF2-40B4-BE49-F238E27FC236}">
                  <a16:creationId xmlns:a16="http://schemas.microsoft.com/office/drawing/2014/main" id="{4D7491F0-0284-1B41-730C-6DC8FEEA9F8B}"/>
                </a:ext>
              </a:extLst>
            </p:cNvPr>
            <p:cNvSpPr>
              <a:spLocks noGrp="1"/>
            </p:cNvSpPr>
            <p:nvPr/>
          </p:nvSpPr>
          <p:spPr>
            <a:xfrm>
              <a:off x="813725" y="4456202"/>
              <a:ext cx="31408" cy="9260"/>
            </a:xfrm>
            <a:custGeom>
              <a:avLst/>
              <a:gdLst/>
              <a:ahLst/>
              <a:cxnLst/>
              <a:rect l="0" t="0" r="0" b="0"/>
              <a:pathLst>
                <a:path w="31408" h="9260">
                  <a:moveTo>
                    <a:pt x="0" y="0"/>
                  </a:moveTo>
                  <a:lnTo>
                    <a:pt x="31408" y="926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4" name="Input_receptor__1733">
              <a:extLst>
                <a:ext uri="{FF2B5EF4-FFF2-40B4-BE49-F238E27FC236}">
                  <a16:creationId xmlns:a16="http://schemas.microsoft.com/office/drawing/2014/main" id="{631A9E7B-6BF8-8E99-BC55-410370C7029F}"/>
                </a:ext>
              </a:extLst>
            </p:cNvPr>
            <p:cNvSpPr>
              <a:spLocks noGrp="1"/>
            </p:cNvSpPr>
            <p:nvPr/>
          </p:nvSpPr>
          <p:spPr>
            <a:xfrm>
              <a:off x="654920" y="4744939"/>
              <a:ext cx="39956" cy="2550"/>
            </a:xfrm>
            <a:custGeom>
              <a:avLst/>
              <a:gdLst/>
              <a:ahLst/>
              <a:cxnLst/>
              <a:rect l="0" t="0" r="0" b="0"/>
              <a:pathLst>
                <a:path w="39956" h="2550">
                  <a:moveTo>
                    <a:pt x="0" y="0"/>
                  </a:moveTo>
                  <a:lnTo>
                    <a:pt x="39956" y="2550"/>
                  </a:lnTo>
                </a:path>
              </a:pathLst>
            </a:custGeom>
            <a:noFill/>
            <a:ln w="8096">
              <a:solidFill>
                <a:srgbClr val="9EAEB9"/>
              </a:solidFill>
            </a:ln>
          </p:spPr>
        </p:sp>
        <p:sp>
          <p:nvSpPr>
            <p:cNvPr id="1735" name="Input_receptor__1734">
              <a:extLst>
                <a:ext uri="{FF2B5EF4-FFF2-40B4-BE49-F238E27FC236}">
                  <a16:creationId xmlns:a16="http://schemas.microsoft.com/office/drawing/2014/main" id="{2EFC32A5-69EF-8B2C-E526-4574F0850953}"/>
                </a:ext>
              </a:extLst>
            </p:cNvPr>
            <p:cNvSpPr>
              <a:spLocks noGrp="1"/>
            </p:cNvSpPr>
            <p:nvPr/>
          </p:nvSpPr>
          <p:spPr>
            <a:xfrm>
              <a:off x="920229" y="4836630"/>
              <a:ext cx="2956" cy="6570"/>
            </a:xfrm>
            <a:custGeom>
              <a:avLst/>
              <a:gdLst/>
              <a:ahLst/>
              <a:cxnLst/>
              <a:rect l="0" t="0" r="0" b="0"/>
              <a:pathLst>
                <a:path w="2956" h="6570">
                  <a:moveTo>
                    <a:pt x="0" y="0"/>
                  </a:moveTo>
                  <a:lnTo>
                    <a:pt x="2956" y="657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6" name="Input_receptor__1735">
              <a:extLst>
                <a:ext uri="{FF2B5EF4-FFF2-40B4-BE49-F238E27FC236}">
                  <a16:creationId xmlns:a16="http://schemas.microsoft.com/office/drawing/2014/main" id="{C5B72D56-ABDF-37B7-713A-7373EE71F4CA}"/>
                </a:ext>
              </a:extLst>
            </p:cNvPr>
            <p:cNvSpPr>
              <a:spLocks noGrp="1"/>
            </p:cNvSpPr>
            <p:nvPr/>
          </p:nvSpPr>
          <p:spPr>
            <a:xfrm>
              <a:off x="1149023" y="4800206"/>
              <a:ext cx="29957" cy="31275"/>
            </a:xfrm>
            <a:custGeom>
              <a:avLst/>
              <a:gdLst/>
              <a:ahLst/>
              <a:cxnLst/>
              <a:rect l="0" t="0" r="0" b="0"/>
              <a:pathLst>
                <a:path w="29957" h="31275">
                  <a:moveTo>
                    <a:pt x="29957" y="312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7" name="Input_receptor__1736">
              <a:extLst>
                <a:ext uri="{FF2B5EF4-FFF2-40B4-BE49-F238E27FC236}">
                  <a16:creationId xmlns:a16="http://schemas.microsoft.com/office/drawing/2014/main" id="{A0946EF1-1624-AAB5-37D8-8C2DBCBC323B}"/>
                </a:ext>
              </a:extLst>
            </p:cNvPr>
            <p:cNvSpPr>
              <a:spLocks noGrp="1"/>
            </p:cNvSpPr>
            <p:nvPr/>
          </p:nvSpPr>
          <p:spPr>
            <a:xfrm>
              <a:off x="1445461" y="4410431"/>
              <a:ext cx="31271" cy="19256"/>
            </a:xfrm>
            <a:custGeom>
              <a:avLst/>
              <a:gdLst/>
              <a:ahLst/>
              <a:cxnLst/>
              <a:rect l="0" t="0" r="0" b="0"/>
              <a:pathLst>
                <a:path w="31271" h="19256">
                  <a:moveTo>
                    <a:pt x="0" y="0"/>
                  </a:moveTo>
                  <a:lnTo>
                    <a:pt x="31271" y="19256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38" name="Input_receptor__1737">
              <a:extLst>
                <a:ext uri="{FF2B5EF4-FFF2-40B4-BE49-F238E27FC236}">
                  <a16:creationId xmlns:a16="http://schemas.microsoft.com/office/drawing/2014/main" id="{D2309D3E-C9E3-5BA7-8CCF-84E6AA509740}"/>
                </a:ext>
              </a:extLst>
            </p:cNvPr>
            <p:cNvSpPr>
              <a:spLocks noGrp="1"/>
            </p:cNvSpPr>
            <p:nvPr/>
          </p:nvSpPr>
          <p:spPr>
            <a:xfrm>
              <a:off x="610076" y="4500542"/>
              <a:ext cx="17267" cy="39418"/>
            </a:xfrm>
            <a:custGeom>
              <a:avLst/>
              <a:gdLst/>
              <a:ahLst/>
              <a:cxnLst/>
              <a:rect l="0" t="0" r="0" b="0"/>
              <a:pathLst>
                <a:path w="17267" h="39418">
                  <a:moveTo>
                    <a:pt x="17267" y="0"/>
                  </a:moveTo>
                  <a:lnTo>
                    <a:pt x="0" y="39418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39" name="Input_receptor__1738">
              <a:extLst>
                <a:ext uri="{FF2B5EF4-FFF2-40B4-BE49-F238E27FC236}">
                  <a16:creationId xmlns:a16="http://schemas.microsoft.com/office/drawing/2014/main" id="{DB4C0807-B9AD-5DD5-DE1C-DE87E9CF768F}"/>
                </a:ext>
              </a:extLst>
            </p:cNvPr>
            <p:cNvSpPr>
              <a:spLocks noGrp="1"/>
            </p:cNvSpPr>
            <p:nvPr/>
          </p:nvSpPr>
          <p:spPr>
            <a:xfrm>
              <a:off x="1476733" y="4429687"/>
              <a:ext cx="15210" cy="35997"/>
            </a:xfrm>
            <a:custGeom>
              <a:avLst/>
              <a:gdLst/>
              <a:ahLst/>
              <a:cxnLst/>
              <a:rect l="0" t="0" r="0" b="0"/>
              <a:pathLst>
                <a:path w="15210" h="35997">
                  <a:moveTo>
                    <a:pt x="0" y="0"/>
                  </a:moveTo>
                  <a:lnTo>
                    <a:pt x="15210" y="35997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0" name="Input_receptor__1739">
              <a:extLst>
                <a:ext uri="{FF2B5EF4-FFF2-40B4-BE49-F238E27FC236}">
                  <a16:creationId xmlns:a16="http://schemas.microsoft.com/office/drawing/2014/main" id="{01B370AE-8259-9A9B-7E7A-D5099D294961}"/>
                </a:ext>
              </a:extLst>
            </p:cNvPr>
            <p:cNvSpPr>
              <a:spLocks noGrp="1"/>
            </p:cNvSpPr>
            <p:nvPr/>
          </p:nvSpPr>
          <p:spPr>
            <a:xfrm>
              <a:off x="1555359" y="4328959"/>
              <a:ext cx="48118" cy="1371"/>
            </a:xfrm>
            <a:custGeom>
              <a:avLst/>
              <a:gdLst/>
              <a:ahLst/>
              <a:cxnLst/>
              <a:rect l="0" t="0" r="0" b="0"/>
              <a:pathLst>
                <a:path w="48118" h="1371">
                  <a:moveTo>
                    <a:pt x="48118" y="13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1" name="Input_receptor__1740">
              <a:extLst>
                <a:ext uri="{FF2B5EF4-FFF2-40B4-BE49-F238E27FC236}">
                  <a16:creationId xmlns:a16="http://schemas.microsoft.com/office/drawing/2014/main" id="{EC30A98B-DC80-743B-50CF-75200EA9D473}"/>
                </a:ext>
              </a:extLst>
            </p:cNvPr>
            <p:cNvSpPr>
              <a:spLocks noGrp="1"/>
            </p:cNvSpPr>
            <p:nvPr/>
          </p:nvSpPr>
          <p:spPr>
            <a:xfrm>
              <a:off x="658118" y="4610181"/>
              <a:ext cx="48378" cy="1228"/>
            </a:xfrm>
            <a:custGeom>
              <a:avLst/>
              <a:gdLst/>
              <a:ahLst/>
              <a:cxnLst/>
              <a:rect l="0" t="0" r="0" b="0"/>
              <a:pathLst>
                <a:path w="48378" h="1228">
                  <a:moveTo>
                    <a:pt x="0" y="0"/>
                  </a:moveTo>
                  <a:lnTo>
                    <a:pt x="48378" y="1228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2" name="Input_receptor__1741">
              <a:extLst>
                <a:ext uri="{FF2B5EF4-FFF2-40B4-BE49-F238E27FC236}">
                  <a16:creationId xmlns:a16="http://schemas.microsoft.com/office/drawing/2014/main" id="{90D94DCA-8356-F9AB-379A-C5A8A853C896}"/>
                </a:ext>
              </a:extLst>
            </p:cNvPr>
            <p:cNvSpPr>
              <a:spLocks noGrp="1"/>
            </p:cNvSpPr>
            <p:nvPr/>
          </p:nvSpPr>
          <p:spPr>
            <a:xfrm>
              <a:off x="740589" y="4579381"/>
              <a:ext cx="42890" cy="4743"/>
            </a:xfrm>
            <a:custGeom>
              <a:avLst/>
              <a:gdLst/>
              <a:ahLst/>
              <a:cxnLst/>
              <a:rect l="0" t="0" r="0" b="0"/>
              <a:pathLst>
                <a:path w="42890" h="4743">
                  <a:moveTo>
                    <a:pt x="0" y="0"/>
                  </a:moveTo>
                  <a:lnTo>
                    <a:pt x="42890" y="4743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3" name="Input_receptor__1742">
              <a:extLst>
                <a:ext uri="{FF2B5EF4-FFF2-40B4-BE49-F238E27FC236}">
                  <a16:creationId xmlns:a16="http://schemas.microsoft.com/office/drawing/2014/main" id="{1D03E76F-D079-785D-F6C6-9A5E665CC648}"/>
                </a:ext>
              </a:extLst>
            </p:cNvPr>
            <p:cNvSpPr>
              <a:spLocks noGrp="1"/>
            </p:cNvSpPr>
            <p:nvPr/>
          </p:nvSpPr>
          <p:spPr>
            <a:xfrm>
              <a:off x="1368643" y="4255515"/>
              <a:ext cx="33077" cy="11706"/>
            </a:xfrm>
            <a:custGeom>
              <a:avLst/>
              <a:gdLst/>
              <a:ahLst/>
              <a:cxnLst/>
              <a:rect l="0" t="0" r="0" b="0"/>
              <a:pathLst>
                <a:path w="33077" h="11706">
                  <a:moveTo>
                    <a:pt x="33077" y="117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44" name="Input_receptor__1743">
              <a:extLst>
                <a:ext uri="{FF2B5EF4-FFF2-40B4-BE49-F238E27FC236}">
                  <a16:creationId xmlns:a16="http://schemas.microsoft.com/office/drawing/2014/main" id="{CC0CC1B9-39A7-0383-4D85-F3812B8866F4}"/>
                </a:ext>
              </a:extLst>
            </p:cNvPr>
            <p:cNvSpPr>
              <a:spLocks noGrp="1"/>
            </p:cNvSpPr>
            <p:nvPr/>
          </p:nvSpPr>
          <p:spPr>
            <a:xfrm>
              <a:off x="1251974" y="4673256"/>
              <a:ext cx="5477" cy="22898"/>
            </a:xfrm>
            <a:custGeom>
              <a:avLst/>
              <a:gdLst/>
              <a:ahLst/>
              <a:cxnLst/>
              <a:rect l="0" t="0" r="0" b="0"/>
              <a:pathLst>
                <a:path w="5477" h="22898">
                  <a:moveTo>
                    <a:pt x="0" y="0"/>
                  </a:moveTo>
                  <a:lnTo>
                    <a:pt x="5477" y="22898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5" name="Input_receptor__1744">
              <a:extLst>
                <a:ext uri="{FF2B5EF4-FFF2-40B4-BE49-F238E27FC236}">
                  <a16:creationId xmlns:a16="http://schemas.microsoft.com/office/drawing/2014/main" id="{5CD188D0-0FA9-A527-E322-8F2AA3ED3CA2}"/>
                </a:ext>
              </a:extLst>
            </p:cNvPr>
            <p:cNvSpPr>
              <a:spLocks noGrp="1"/>
            </p:cNvSpPr>
            <p:nvPr/>
          </p:nvSpPr>
          <p:spPr>
            <a:xfrm>
              <a:off x="783480" y="4556572"/>
              <a:ext cx="32083" cy="27551"/>
            </a:xfrm>
            <a:custGeom>
              <a:avLst/>
              <a:gdLst/>
              <a:ahLst/>
              <a:cxnLst/>
              <a:rect l="0" t="0" r="0" b="0"/>
              <a:pathLst>
                <a:path w="32083" h="27551">
                  <a:moveTo>
                    <a:pt x="0" y="27551"/>
                  </a:moveTo>
                  <a:lnTo>
                    <a:pt x="32083" y="0"/>
                  </a:lnTo>
                </a:path>
              </a:pathLst>
            </a:custGeom>
            <a:noFill/>
            <a:ln w="8096">
              <a:solidFill>
                <a:srgbClr val="9FAEB9"/>
              </a:solidFill>
            </a:ln>
          </p:spPr>
        </p:sp>
        <p:sp>
          <p:nvSpPr>
            <p:cNvPr id="1746" name="Input_receptor__1745">
              <a:extLst>
                <a:ext uri="{FF2B5EF4-FFF2-40B4-BE49-F238E27FC236}">
                  <a16:creationId xmlns:a16="http://schemas.microsoft.com/office/drawing/2014/main" id="{9E99AF41-776D-F580-333F-F0A086D1CDC1}"/>
                </a:ext>
              </a:extLst>
            </p:cNvPr>
            <p:cNvSpPr>
              <a:spLocks noGrp="1"/>
            </p:cNvSpPr>
            <p:nvPr/>
          </p:nvSpPr>
          <p:spPr>
            <a:xfrm>
              <a:off x="1510606" y="4663265"/>
              <a:ext cx="3148" cy="45176"/>
            </a:xfrm>
            <a:custGeom>
              <a:avLst/>
              <a:gdLst/>
              <a:ahLst/>
              <a:cxnLst/>
              <a:rect l="0" t="0" r="0" b="0"/>
              <a:pathLst>
                <a:path w="3148" h="45176">
                  <a:moveTo>
                    <a:pt x="3148" y="45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7" name="Input_receptor__1746">
              <a:extLst>
                <a:ext uri="{FF2B5EF4-FFF2-40B4-BE49-F238E27FC236}">
                  <a16:creationId xmlns:a16="http://schemas.microsoft.com/office/drawing/2014/main" id="{BD49CC00-F750-1C5C-27C1-60905DA9C57E}"/>
                </a:ext>
              </a:extLst>
            </p:cNvPr>
            <p:cNvSpPr>
              <a:spLocks noGrp="1"/>
            </p:cNvSpPr>
            <p:nvPr/>
          </p:nvSpPr>
          <p:spPr>
            <a:xfrm>
              <a:off x="1465220" y="4654401"/>
              <a:ext cx="45387" cy="8865"/>
            </a:xfrm>
            <a:custGeom>
              <a:avLst/>
              <a:gdLst/>
              <a:ahLst/>
              <a:cxnLst/>
              <a:rect l="0" t="0" r="0" b="0"/>
              <a:pathLst>
                <a:path w="45387" h="8865">
                  <a:moveTo>
                    <a:pt x="45387" y="88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8" name="Input_receptor__1747">
              <a:extLst>
                <a:ext uri="{FF2B5EF4-FFF2-40B4-BE49-F238E27FC236}">
                  <a16:creationId xmlns:a16="http://schemas.microsoft.com/office/drawing/2014/main" id="{71DACA7B-2CA7-0C21-9230-BBAED4C294FC}"/>
                </a:ext>
              </a:extLst>
            </p:cNvPr>
            <p:cNvSpPr>
              <a:spLocks noGrp="1"/>
            </p:cNvSpPr>
            <p:nvPr/>
          </p:nvSpPr>
          <p:spPr>
            <a:xfrm>
              <a:off x="1118882" y="4675808"/>
              <a:ext cx="1274" cy="28546"/>
            </a:xfrm>
            <a:custGeom>
              <a:avLst/>
              <a:gdLst/>
              <a:ahLst/>
              <a:cxnLst/>
              <a:rect l="0" t="0" r="0" b="0"/>
              <a:pathLst>
                <a:path w="1274" h="28546">
                  <a:moveTo>
                    <a:pt x="0" y="0"/>
                  </a:moveTo>
                  <a:lnTo>
                    <a:pt x="1274" y="28546"/>
                  </a:lnTo>
                </a:path>
              </a:pathLst>
            </a:custGeom>
            <a:noFill/>
            <a:ln w="20003">
              <a:solidFill>
                <a:srgbClr val="9FAEB9"/>
              </a:solidFill>
            </a:ln>
          </p:spPr>
        </p:sp>
        <p:sp>
          <p:nvSpPr>
            <p:cNvPr id="1749" name="Input_receptor__1748">
              <a:extLst>
                <a:ext uri="{FF2B5EF4-FFF2-40B4-BE49-F238E27FC236}">
                  <a16:creationId xmlns:a16="http://schemas.microsoft.com/office/drawing/2014/main" id="{2ED09CC2-CABC-DAC2-580E-F586AE190226}"/>
                </a:ext>
              </a:extLst>
            </p:cNvPr>
            <p:cNvSpPr>
              <a:spLocks noGrp="1"/>
            </p:cNvSpPr>
            <p:nvPr/>
          </p:nvSpPr>
          <p:spPr>
            <a:xfrm>
              <a:off x="706496" y="4579381"/>
              <a:ext cx="34094" cy="32029"/>
            </a:xfrm>
            <a:custGeom>
              <a:avLst/>
              <a:gdLst/>
              <a:ahLst/>
              <a:cxnLst/>
              <a:rect l="0" t="0" r="0" b="0"/>
              <a:pathLst>
                <a:path w="34094" h="32029">
                  <a:moveTo>
                    <a:pt x="0" y="32029"/>
                  </a:moveTo>
                  <a:lnTo>
                    <a:pt x="34094" y="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0" name="Input_receptor__1749">
              <a:extLst>
                <a:ext uri="{FF2B5EF4-FFF2-40B4-BE49-F238E27FC236}">
                  <a16:creationId xmlns:a16="http://schemas.microsoft.com/office/drawing/2014/main" id="{20072956-7B0C-1F31-0452-C8F63CCF8266}"/>
                </a:ext>
              </a:extLst>
            </p:cNvPr>
            <p:cNvSpPr>
              <a:spLocks noGrp="1"/>
            </p:cNvSpPr>
            <p:nvPr/>
          </p:nvSpPr>
          <p:spPr>
            <a:xfrm>
              <a:off x="1251379" y="4614685"/>
              <a:ext cx="46717" cy="4724"/>
            </a:xfrm>
            <a:custGeom>
              <a:avLst/>
              <a:gdLst/>
              <a:ahLst/>
              <a:cxnLst/>
              <a:rect l="0" t="0" r="0" b="0"/>
              <a:pathLst>
                <a:path w="46717" h="4724">
                  <a:moveTo>
                    <a:pt x="46717" y="0"/>
                  </a:moveTo>
                  <a:lnTo>
                    <a:pt x="0" y="4724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1" name="Input_receptor__1750">
              <a:extLst>
                <a:ext uri="{FF2B5EF4-FFF2-40B4-BE49-F238E27FC236}">
                  <a16:creationId xmlns:a16="http://schemas.microsoft.com/office/drawing/2014/main" id="{B97FC1B6-B356-B102-570D-A7D86E99A339}"/>
                </a:ext>
              </a:extLst>
            </p:cNvPr>
            <p:cNvSpPr>
              <a:spLocks noGrp="1"/>
            </p:cNvSpPr>
            <p:nvPr/>
          </p:nvSpPr>
          <p:spPr>
            <a:xfrm>
              <a:off x="1401719" y="4256047"/>
              <a:ext cx="41214" cy="11174"/>
            </a:xfrm>
            <a:custGeom>
              <a:avLst/>
              <a:gdLst/>
              <a:ahLst/>
              <a:cxnLst/>
              <a:rect l="0" t="0" r="0" b="0"/>
              <a:pathLst>
                <a:path w="41214" h="11174">
                  <a:moveTo>
                    <a:pt x="41214" y="0"/>
                  </a:moveTo>
                  <a:lnTo>
                    <a:pt x="0" y="11174"/>
                  </a:lnTo>
                </a:path>
              </a:pathLst>
            </a:custGeom>
            <a:noFill/>
            <a:ln w="8096">
              <a:solidFill>
                <a:srgbClr val="9FAEBA"/>
              </a:solidFill>
            </a:ln>
          </p:spPr>
        </p:sp>
        <p:sp>
          <p:nvSpPr>
            <p:cNvPr id="1752" name="Input_receptor__1751">
              <a:extLst>
                <a:ext uri="{FF2B5EF4-FFF2-40B4-BE49-F238E27FC236}">
                  <a16:creationId xmlns:a16="http://schemas.microsoft.com/office/drawing/2014/main" id="{BF4A7CD7-890E-C7AA-1ADC-65C405EFA3FF}"/>
                </a:ext>
              </a:extLst>
            </p:cNvPr>
            <p:cNvSpPr>
              <a:spLocks noGrp="1"/>
            </p:cNvSpPr>
            <p:nvPr/>
          </p:nvSpPr>
          <p:spPr>
            <a:xfrm>
              <a:off x="956092" y="4672933"/>
              <a:ext cx="28113" cy="21070"/>
            </a:xfrm>
            <a:custGeom>
              <a:avLst/>
              <a:gdLst/>
              <a:ahLst/>
              <a:cxnLst/>
              <a:rect l="0" t="0" r="0" b="0"/>
              <a:pathLst>
                <a:path w="28113" h="21070">
                  <a:moveTo>
                    <a:pt x="0" y="0"/>
                  </a:moveTo>
                  <a:lnTo>
                    <a:pt x="28113" y="2107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3" name="Input_receptor__1752">
              <a:extLst>
                <a:ext uri="{FF2B5EF4-FFF2-40B4-BE49-F238E27FC236}">
                  <a16:creationId xmlns:a16="http://schemas.microsoft.com/office/drawing/2014/main" id="{BF0491E3-0E22-0CE6-0747-58C2EAFF39FA}"/>
                </a:ext>
              </a:extLst>
            </p:cNvPr>
            <p:cNvSpPr>
              <a:spLocks noGrp="1"/>
            </p:cNvSpPr>
            <p:nvPr/>
          </p:nvSpPr>
          <p:spPr>
            <a:xfrm>
              <a:off x="920635" y="4670591"/>
              <a:ext cx="35457" cy="2342"/>
            </a:xfrm>
            <a:custGeom>
              <a:avLst/>
              <a:gdLst/>
              <a:ahLst/>
              <a:cxnLst/>
              <a:rect l="0" t="0" r="0" b="0"/>
              <a:pathLst>
                <a:path w="35457" h="2342">
                  <a:moveTo>
                    <a:pt x="0" y="0"/>
                  </a:moveTo>
                  <a:lnTo>
                    <a:pt x="35457" y="2342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4" name="Input_receptor__1753">
              <a:extLst>
                <a:ext uri="{FF2B5EF4-FFF2-40B4-BE49-F238E27FC236}">
                  <a16:creationId xmlns:a16="http://schemas.microsoft.com/office/drawing/2014/main" id="{50474296-7659-2A74-91B0-9FBDAE3F2887}"/>
                </a:ext>
              </a:extLst>
            </p:cNvPr>
            <p:cNvSpPr>
              <a:spLocks noGrp="1"/>
            </p:cNvSpPr>
            <p:nvPr/>
          </p:nvSpPr>
          <p:spPr>
            <a:xfrm>
              <a:off x="1057816" y="4660796"/>
              <a:ext cx="16786" cy="44922"/>
            </a:xfrm>
            <a:custGeom>
              <a:avLst/>
              <a:gdLst/>
              <a:ahLst/>
              <a:cxnLst/>
              <a:rect l="0" t="0" r="0" b="0"/>
              <a:pathLst>
                <a:path w="16786" h="44922">
                  <a:moveTo>
                    <a:pt x="0" y="44922"/>
                  </a:moveTo>
                  <a:lnTo>
                    <a:pt x="16786" y="0"/>
                  </a:lnTo>
                </a:path>
              </a:pathLst>
            </a:custGeom>
            <a:noFill/>
            <a:ln w="20003">
              <a:solidFill>
                <a:srgbClr val="9FAEBA"/>
              </a:solidFill>
            </a:ln>
          </p:spPr>
        </p:sp>
        <p:sp>
          <p:nvSpPr>
            <p:cNvPr id="1755" name="Input_receptor__1754">
              <a:extLst>
                <a:ext uri="{FF2B5EF4-FFF2-40B4-BE49-F238E27FC236}">
                  <a16:creationId xmlns:a16="http://schemas.microsoft.com/office/drawing/2014/main" id="{C8EBF897-98B4-DD84-AD98-522977BE4E18}"/>
                </a:ext>
              </a:extLst>
            </p:cNvPr>
            <p:cNvSpPr>
              <a:spLocks noGrp="1"/>
            </p:cNvSpPr>
            <p:nvPr/>
          </p:nvSpPr>
          <p:spPr>
            <a:xfrm>
              <a:off x="1580949" y="4181783"/>
              <a:ext cx="34716" cy="14011"/>
            </a:xfrm>
            <a:custGeom>
              <a:avLst/>
              <a:gdLst/>
              <a:ahLst/>
              <a:cxnLst/>
              <a:rect l="0" t="0" r="0" b="0"/>
              <a:pathLst>
                <a:path w="34716" h="14011">
                  <a:moveTo>
                    <a:pt x="0" y="0"/>
                  </a:moveTo>
                  <a:lnTo>
                    <a:pt x="34716" y="14011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6" name="Input_receptor__1755">
              <a:extLst>
                <a:ext uri="{FF2B5EF4-FFF2-40B4-BE49-F238E27FC236}">
                  <a16:creationId xmlns:a16="http://schemas.microsoft.com/office/drawing/2014/main" id="{C9E57B69-B56B-8C9C-2E46-4E00EEB4D6F2}"/>
                </a:ext>
              </a:extLst>
            </p:cNvPr>
            <p:cNvSpPr>
              <a:spLocks noGrp="1"/>
            </p:cNvSpPr>
            <p:nvPr/>
          </p:nvSpPr>
          <p:spPr>
            <a:xfrm>
              <a:off x="650876" y="4425692"/>
              <a:ext cx="29189" cy="13452"/>
            </a:xfrm>
            <a:custGeom>
              <a:avLst/>
              <a:gdLst/>
              <a:ahLst/>
              <a:cxnLst/>
              <a:rect l="0" t="0" r="0" b="0"/>
              <a:pathLst>
                <a:path w="29189" h="13452">
                  <a:moveTo>
                    <a:pt x="29189" y="0"/>
                  </a:moveTo>
                  <a:lnTo>
                    <a:pt x="0" y="13452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7" name="Input_receptor__1756">
              <a:extLst>
                <a:ext uri="{FF2B5EF4-FFF2-40B4-BE49-F238E27FC236}">
                  <a16:creationId xmlns:a16="http://schemas.microsoft.com/office/drawing/2014/main" id="{9F9A56D1-958E-0FDA-DF40-62E0AA3FE452}"/>
                </a:ext>
              </a:extLst>
            </p:cNvPr>
            <p:cNvSpPr>
              <a:spLocks noGrp="1"/>
            </p:cNvSpPr>
            <p:nvPr/>
          </p:nvSpPr>
          <p:spPr>
            <a:xfrm>
              <a:off x="627343" y="4500542"/>
              <a:ext cx="48193" cy="3890"/>
            </a:xfrm>
            <a:custGeom>
              <a:avLst/>
              <a:gdLst/>
              <a:ahLst/>
              <a:cxnLst/>
              <a:rect l="0" t="0" r="0" b="0"/>
              <a:pathLst>
                <a:path w="48193" h="3890">
                  <a:moveTo>
                    <a:pt x="48193" y="38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8" name="Input_receptor__1757">
              <a:extLst>
                <a:ext uri="{FF2B5EF4-FFF2-40B4-BE49-F238E27FC236}">
                  <a16:creationId xmlns:a16="http://schemas.microsoft.com/office/drawing/2014/main" id="{8FA0AF1C-0C3B-EAD1-018D-C41E86F12B26}"/>
                </a:ext>
              </a:extLst>
            </p:cNvPr>
            <p:cNvSpPr>
              <a:spLocks noGrp="1"/>
            </p:cNvSpPr>
            <p:nvPr/>
          </p:nvSpPr>
          <p:spPr>
            <a:xfrm>
              <a:off x="694876" y="4747490"/>
              <a:ext cx="16755" cy="44541"/>
            </a:xfrm>
            <a:custGeom>
              <a:avLst/>
              <a:gdLst/>
              <a:ahLst/>
              <a:cxnLst/>
              <a:rect l="0" t="0" r="0" b="0"/>
              <a:pathLst>
                <a:path w="16755" h="44541">
                  <a:moveTo>
                    <a:pt x="0" y="0"/>
                  </a:moveTo>
                  <a:lnTo>
                    <a:pt x="16755" y="44541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59" name="Input_receptor__1758">
              <a:extLst>
                <a:ext uri="{FF2B5EF4-FFF2-40B4-BE49-F238E27FC236}">
                  <a16:creationId xmlns:a16="http://schemas.microsoft.com/office/drawing/2014/main" id="{BDB3E3BC-D21E-ADBC-E451-D0E15D39B40F}"/>
                </a:ext>
              </a:extLst>
            </p:cNvPr>
            <p:cNvSpPr>
              <a:spLocks noGrp="1"/>
            </p:cNvSpPr>
            <p:nvPr/>
          </p:nvSpPr>
          <p:spPr>
            <a:xfrm>
              <a:off x="680065" y="4416265"/>
              <a:ext cx="36769" cy="9427"/>
            </a:xfrm>
            <a:custGeom>
              <a:avLst/>
              <a:gdLst/>
              <a:ahLst/>
              <a:cxnLst/>
              <a:rect l="0" t="0" r="0" b="0"/>
              <a:pathLst>
                <a:path w="36769" h="9427">
                  <a:moveTo>
                    <a:pt x="36769" y="0"/>
                  </a:moveTo>
                  <a:lnTo>
                    <a:pt x="0" y="9427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0" name="Input_receptor__1759">
              <a:extLst>
                <a:ext uri="{FF2B5EF4-FFF2-40B4-BE49-F238E27FC236}">
                  <a16:creationId xmlns:a16="http://schemas.microsoft.com/office/drawing/2014/main" id="{2E6F52DD-BBF8-3AFC-9E82-B39A45A8AEB6}"/>
                </a:ext>
              </a:extLst>
            </p:cNvPr>
            <p:cNvSpPr>
              <a:spLocks noGrp="1"/>
            </p:cNvSpPr>
            <p:nvPr/>
          </p:nvSpPr>
          <p:spPr>
            <a:xfrm>
              <a:off x="1537106" y="4181783"/>
              <a:ext cx="43843" cy="6840"/>
            </a:xfrm>
            <a:custGeom>
              <a:avLst/>
              <a:gdLst/>
              <a:ahLst/>
              <a:cxnLst/>
              <a:rect l="0" t="0" r="0" b="0"/>
              <a:pathLst>
                <a:path w="43843" h="6840">
                  <a:moveTo>
                    <a:pt x="0" y="6840"/>
                  </a:moveTo>
                  <a:lnTo>
                    <a:pt x="43843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1" name="Input_receptor__1760">
              <a:extLst>
                <a:ext uri="{FF2B5EF4-FFF2-40B4-BE49-F238E27FC236}">
                  <a16:creationId xmlns:a16="http://schemas.microsoft.com/office/drawing/2014/main" id="{E1EE437E-6674-BD1B-D2D5-DD7B475A1FA4}"/>
                </a:ext>
              </a:extLst>
            </p:cNvPr>
            <p:cNvSpPr>
              <a:spLocks noGrp="1"/>
            </p:cNvSpPr>
            <p:nvPr/>
          </p:nvSpPr>
          <p:spPr>
            <a:xfrm>
              <a:off x="815562" y="4554443"/>
              <a:ext cx="47778" cy="2129"/>
            </a:xfrm>
            <a:custGeom>
              <a:avLst/>
              <a:gdLst/>
              <a:ahLst/>
              <a:cxnLst/>
              <a:rect l="0" t="0" r="0" b="0"/>
              <a:pathLst>
                <a:path w="47778" h="2129">
                  <a:moveTo>
                    <a:pt x="0" y="2129"/>
                  </a:moveTo>
                  <a:lnTo>
                    <a:pt x="47778" y="0"/>
                  </a:lnTo>
                </a:path>
              </a:pathLst>
            </a:custGeom>
            <a:noFill/>
            <a:ln w="8096">
              <a:solidFill>
                <a:srgbClr val="A0AEBA"/>
              </a:solidFill>
            </a:ln>
          </p:spPr>
        </p:sp>
        <p:sp>
          <p:nvSpPr>
            <p:cNvPr id="1762" name="Input_receptor__1761">
              <a:extLst>
                <a:ext uri="{FF2B5EF4-FFF2-40B4-BE49-F238E27FC236}">
                  <a16:creationId xmlns:a16="http://schemas.microsoft.com/office/drawing/2014/main" id="{16777C4F-9847-1E05-F647-25A02F17BE8C}"/>
                </a:ext>
              </a:extLst>
            </p:cNvPr>
            <p:cNvSpPr>
              <a:spLocks noGrp="1"/>
            </p:cNvSpPr>
            <p:nvPr/>
          </p:nvSpPr>
          <p:spPr>
            <a:xfrm>
              <a:off x="1534941" y="4294982"/>
              <a:ext cx="20417" cy="33977"/>
            </a:xfrm>
            <a:custGeom>
              <a:avLst/>
              <a:gdLst/>
              <a:ahLst/>
              <a:cxnLst/>
              <a:rect l="0" t="0" r="0" b="0"/>
              <a:pathLst>
                <a:path w="20417" h="33977">
                  <a:moveTo>
                    <a:pt x="20417" y="339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0AFBA"/>
              </a:solidFill>
            </a:ln>
          </p:spPr>
        </p:sp>
        <p:sp>
          <p:nvSpPr>
            <p:cNvPr id="1763" name="Input_receptor__1762">
              <a:extLst>
                <a:ext uri="{FF2B5EF4-FFF2-40B4-BE49-F238E27FC236}">
                  <a16:creationId xmlns:a16="http://schemas.microsoft.com/office/drawing/2014/main" id="{0F621FDC-27D3-85C8-4312-0EE966182489}"/>
                </a:ext>
              </a:extLst>
            </p:cNvPr>
            <p:cNvSpPr>
              <a:spLocks noGrp="1"/>
            </p:cNvSpPr>
            <p:nvPr/>
          </p:nvSpPr>
          <p:spPr>
            <a:xfrm>
              <a:off x="1074603" y="4660796"/>
              <a:ext cx="44279" cy="15011"/>
            </a:xfrm>
            <a:custGeom>
              <a:avLst/>
              <a:gdLst/>
              <a:ahLst/>
              <a:cxnLst/>
              <a:rect l="0" t="0" r="0" b="0"/>
              <a:pathLst>
                <a:path w="44279" h="15011">
                  <a:moveTo>
                    <a:pt x="0" y="0"/>
                  </a:moveTo>
                  <a:lnTo>
                    <a:pt x="44279" y="15011"/>
                  </a:lnTo>
                </a:path>
              </a:pathLst>
            </a:custGeom>
            <a:noFill/>
            <a:ln w="20003">
              <a:solidFill>
                <a:srgbClr val="A0AFBA"/>
              </a:solidFill>
            </a:ln>
          </p:spPr>
        </p:sp>
        <p:sp>
          <p:nvSpPr>
            <p:cNvPr id="1764" name="Input_receptor__1763">
              <a:extLst>
                <a:ext uri="{FF2B5EF4-FFF2-40B4-BE49-F238E27FC236}">
                  <a16:creationId xmlns:a16="http://schemas.microsoft.com/office/drawing/2014/main" id="{A2BFF38A-D424-416B-C77A-5FF859E765A1}"/>
                </a:ext>
              </a:extLst>
            </p:cNvPr>
            <p:cNvSpPr>
              <a:spLocks noGrp="1"/>
            </p:cNvSpPr>
            <p:nvPr/>
          </p:nvSpPr>
          <p:spPr>
            <a:xfrm>
              <a:off x="928499" y="4430304"/>
              <a:ext cx="27574" cy="33825"/>
            </a:xfrm>
            <a:custGeom>
              <a:avLst/>
              <a:gdLst/>
              <a:ahLst/>
              <a:cxnLst/>
              <a:rect l="0" t="0" r="0" b="0"/>
              <a:pathLst>
                <a:path w="27574" h="33825">
                  <a:moveTo>
                    <a:pt x="27574" y="0"/>
                  </a:moveTo>
                  <a:lnTo>
                    <a:pt x="0" y="33825"/>
                  </a:lnTo>
                </a:path>
              </a:pathLst>
            </a:custGeom>
            <a:noFill/>
            <a:ln w="8096">
              <a:solidFill>
                <a:srgbClr val="A0AFBB"/>
              </a:solidFill>
            </a:ln>
          </p:spPr>
        </p:sp>
        <p:sp>
          <p:nvSpPr>
            <p:cNvPr id="1765" name="Input_receptor__1764">
              <a:extLst>
                <a:ext uri="{FF2B5EF4-FFF2-40B4-BE49-F238E27FC236}">
                  <a16:creationId xmlns:a16="http://schemas.microsoft.com/office/drawing/2014/main" id="{40A43340-C82E-7EB4-314A-7B98052B1FF4}"/>
                </a:ext>
              </a:extLst>
            </p:cNvPr>
            <p:cNvSpPr>
              <a:spLocks noGrp="1"/>
            </p:cNvSpPr>
            <p:nvPr/>
          </p:nvSpPr>
          <p:spPr>
            <a:xfrm>
              <a:off x="1248329" y="4753788"/>
              <a:ext cx="20839" cy="11612"/>
            </a:xfrm>
            <a:custGeom>
              <a:avLst/>
              <a:gdLst/>
              <a:ahLst/>
              <a:cxnLst/>
              <a:rect l="0" t="0" r="0" b="0"/>
              <a:pathLst>
                <a:path w="20839" h="11612">
                  <a:moveTo>
                    <a:pt x="20839" y="0"/>
                  </a:moveTo>
                  <a:lnTo>
                    <a:pt x="0" y="11612"/>
                  </a:lnTo>
                </a:path>
              </a:pathLst>
            </a:custGeom>
            <a:noFill/>
            <a:ln w="20003">
              <a:solidFill>
                <a:srgbClr val="A0AFBB"/>
              </a:solidFill>
            </a:ln>
          </p:spPr>
        </p:sp>
        <p:sp>
          <p:nvSpPr>
            <p:cNvPr id="1766" name="Input_receptor__1765">
              <a:extLst>
                <a:ext uri="{FF2B5EF4-FFF2-40B4-BE49-F238E27FC236}">
                  <a16:creationId xmlns:a16="http://schemas.microsoft.com/office/drawing/2014/main" id="{B2121301-11D5-D5FE-629F-4460C739A89D}"/>
                </a:ext>
              </a:extLst>
            </p:cNvPr>
            <p:cNvSpPr>
              <a:spLocks noGrp="1"/>
            </p:cNvSpPr>
            <p:nvPr/>
          </p:nvSpPr>
          <p:spPr>
            <a:xfrm>
              <a:off x="1513746" y="4188623"/>
              <a:ext cx="23360" cy="24382"/>
            </a:xfrm>
            <a:custGeom>
              <a:avLst/>
              <a:gdLst/>
              <a:ahLst/>
              <a:cxnLst/>
              <a:rect l="0" t="0" r="0" b="0"/>
              <a:pathLst>
                <a:path w="23360" h="24382">
                  <a:moveTo>
                    <a:pt x="0" y="24382"/>
                  </a:moveTo>
                  <a:lnTo>
                    <a:pt x="23360" y="0"/>
                  </a:lnTo>
                </a:path>
              </a:pathLst>
            </a:custGeom>
            <a:noFill/>
            <a:ln w="8096">
              <a:solidFill>
                <a:srgbClr val="A0AFBB"/>
              </a:solidFill>
            </a:ln>
          </p:spPr>
        </p:sp>
        <p:sp>
          <p:nvSpPr>
            <p:cNvPr id="1767" name="Input_receptor__1766">
              <a:extLst>
                <a:ext uri="{FF2B5EF4-FFF2-40B4-BE49-F238E27FC236}">
                  <a16:creationId xmlns:a16="http://schemas.microsoft.com/office/drawing/2014/main" id="{A6E370AB-92AF-5AAC-8457-C66541C9BCEC}"/>
                </a:ext>
              </a:extLst>
            </p:cNvPr>
            <p:cNvSpPr>
              <a:spLocks noGrp="1"/>
            </p:cNvSpPr>
            <p:nvPr/>
          </p:nvSpPr>
          <p:spPr>
            <a:xfrm>
              <a:off x="1326177" y="4361071"/>
              <a:ext cx="26091" cy="36353"/>
            </a:xfrm>
            <a:custGeom>
              <a:avLst/>
              <a:gdLst/>
              <a:ahLst/>
              <a:cxnLst/>
              <a:rect l="0" t="0" r="0" b="0"/>
              <a:pathLst>
                <a:path w="26091" h="36353">
                  <a:moveTo>
                    <a:pt x="0" y="0"/>
                  </a:moveTo>
                  <a:lnTo>
                    <a:pt x="26091" y="36353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68" name="Input_receptor__1767">
              <a:extLst>
                <a:ext uri="{FF2B5EF4-FFF2-40B4-BE49-F238E27FC236}">
                  <a16:creationId xmlns:a16="http://schemas.microsoft.com/office/drawing/2014/main" id="{9CC09B19-FDCB-7BC9-0358-E0B54C0B57CF}"/>
                </a:ext>
              </a:extLst>
            </p:cNvPr>
            <p:cNvSpPr>
              <a:spLocks noGrp="1"/>
            </p:cNvSpPr>
            <p:nvPr/>
          </p:nvSpPr>
          <p:spPr>
            <a:xfrm>
              <a:off x="999811" y="4506360"/>
              <a:ext cx="27801" cy="19916"/>
            </a:xfrm>
            <a:custGeom>
              <a:avLst/>
              <a:gdLst/>
              <a:ahLst/>
              <a:cxnLst/>
              <a:rect l="0" t="0" r="0" b="0"/>
              <a:pathLst>
                <a:path w="27801" h="19916">
                  <a:moveTo>
                    <a:pt x="0" y="0"/>
                  </a:moveTo>
                  <a:lnTo>
                    <a:pt x="27801" y="19916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69" name="Input_receptor__1768">
              <a:extLst>
                <a:ext uri="{FF2B5EF4-FFF2-40B4-BE49-F238E27FC236}">
                  <a16:creationId xmlns:a16="http://schemas.microsoft.com/office/drawing/2014/main" id="{25E8A0A9-8D0D-EFC4-D46D-A03459460EC6}"/>
                </a:ext>
              </a:extLst>
            </p:cNvPr>
            <p:cNvSpPr>
              <a:spLocks noGrp="1"/>
            </p:cNvSpPr>
            <p:nvPr/>
          </p:nvSpPr>
          <p:spPr>
            <a:xfrm>
              <a:off x="1057816" y="4705718"/>
              <a:ext cx="21403" cy="14395"/>
            </a:xfrm>
            <a:custGeom>
              <a:avLst/>
              <a:gdLst/>
              <a:ahLst/>
              <a:cxnLst/>
              <a:rect l="0" t="0" r="0" b="0"/>
              <a:pathLst>
                <a:path w="21403" h="14395">
                  <a:moveTo>
                    <a:pt x="21403" y="143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0" name="Input_receptor__1769">
              <a:extLst>
                <a:ext uri="{FF2B5EF4-FFF2-40B4-BE49-F238E27FC236}">
                  <a16:creationId xmlns:a16="http://schemas.microsoft.com/office/drawing/2014/main" id="{32DA7DA1-3DED-5A19-DD8A-43319E7CA977}"/>
                </a:ext>
              </a:extLst>
            </p:cNvPr>
            <p:cNvSpPr>
              <a:spLocks noGrp="1"/>
            </p:cNvSpPr>
            <p:nvPr/>
          </p:nvSpPr>
          <p:spPr>
            <a:xfrm>
              <a:off x="1178979" y="4799310"/>
              <a:ext cx="7469" cy="32171"/>
            </a:xfrm>
            <a:custGeom>
              <a:avLst/>
              <a:gdLst/>
              <a:ahLst/>
              <a:cxnLst/>
              <a:rect l="0" t="0" r="0" b="0"/>
              <a:pathLst>
                <a:path w="7469" h="32171">
                  <a:moveTo>
                    <a:pt x="7469" y="0"/>
                  </a:moveTo>
                  <a:lnTo>
                    <a:pt x="0" y="32171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1" name="Input_receptor__1770">
              <a:extLst>
                <a:ext uri="{FF2B5EF4-FFF2-40B4-BE49-F238E27FC236}">
                  <a16:creationId xmlns:a16="http://schemas.microsoft.com/office/drawing/2014/main" id="{EAF1DA27-59BB-79EB-6E9A-FBB47F2ED1FD}"/>
                </a:ext>
              </a:extLst>
            </p:cNvPr>
            <p:cNvSpPr>
              <a:spLocks noGrp="1"/>
            </p:cNvSpPr>
            <p:nvPr/>
          </p:nvSpPr>
          <p:spPr>
            <a:xfrm>
              <a:off x="845133" y="4430333"/>
              <a:ext cx="1464" cy="35129"/>
            </a:xfrm>
            <a:custGeom>
              <a:avLst/>
              <a:gdLst/>
              <a:ahLst/>
              <a:cxnLst/>
              <a:rect l="0" t="0" r="0" b="0"/>
              <a:pathLst>
                <a:path w="1464" h="35129">
                  <a:moveTo>
                    <a:pt x="0" y="35129"/>
                  </a:moveTo>
                  <a:lnTo>
                    <a:pt x="1464" y="0"/>
                  </a:lnTo>
                </a:path>
              </a:pathLst>
            </a:custGeom>
            <a:noFill/>
            <a:ln w="8096">
              <a:solidFill>
                <a:srgbClr val="A1AFBB"/>
              </a:solidFill>
            </a:ln>
          </p:spPr>
        </p:sp>
        <p:sp>
          <p:nvSpPr>
            <p:cNvPr id="1772" name="Input_receptor__1771">
              <a:extLst>
                <a:ext uri="{FF2B5EF4-FFF2-40B4-BE49-F238E27FC236}">
                  <a16:creationId xmlns:a16="http://schemas.microsoft.com/office/drawing/2014/main" id="{768E4542-D5A3-44BD-E4DB-55ED2EF1C810}"/>
                </a:ext>
              </a:extLst>
            </p:cNvPr>
            <p:cNvSpPr>
              <a:spLocks noGrp="1"/>
            </p:cNvSpPr>
            <p:nvPr/>
          </p:nvSpPr>
          <p:spPr>
            <a:xfrm>
              <a:off x="920229" y="4798149"/>
              <a:ext cx="21589" cy="38481"/>
            </a:xfrm>
            <a:custGeom>
              <a:avLst/>
              <a:gdLst/>
              <a:ahLst/>
              <a:cxnLst/>
              <a:rect l="0" t="0" r="0" b="0"/>
              <a:pathLst>
                <a:path w="21589" h="38481">
                  <a:moveTo>
                    <a:pt x="21589" y="0"/>
                  </a:moveTo>
                  <a:lnTo>
                    <a:pt x="0" y="38481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3" name="Input_receptor__1772">
              <a:extLst>
                <a:ext uri="{FF2B5EF4-FFF2-40B4-BE49-F238E27FC236}">
                  <a16:creationId xmlns:a16="http://schemas.microsoft.com/office/drawing/2014/main" id="{D72A9BC9-9A4D-EDDF-9EBA-468FA29425A3}"/>
                </a:ext>
              </a:extLst>
            </p:cNvPr>
            <p:cNvSpPr>
              <a:spLocks noGrp="1"/>
            </p:cNvSpPr>
            <p:nvPr/>
          </p:nvSpPr>
          <p:spPr>
            <a:xfrm>
              <a:off x="1236940" y="4619408"/>
              <a:ext cx="14438" cy="26478"/>
            </a:xfrm>
            <a:custGeom>
              <a:avLst/>
              <a:gdLst/>
              <a:ahLst/>
              <a:cxnLst/>
              <a:rect l="0" t="0" r="0" b="0"/>
              <a:pathLst>
                <a:path w="14438" h="26478">
                  <a:moveTo>
                    <a:pt x="14438" y="0"/>
                  </a:moveTo>
                  <a:lnTo>
                    <a:pt x="0" y="26478"/>
                  </a:lnTo>
                </a:path>
              </a:pathLst>
            </a:custGeom>
            <a:noFill/>
            <a:ln w="20003">
              <a:solidFill>
                <a:srgbClr val="A1AFBB"/>
              </a:solidFill>
            </a:ln>
          </p:spPr>
        </p:sp>
        <p:sp>
          <p:nvSpPr>
            <p:cNvPr id="1774" name="Input_receptor__1773">
              <a:extLst>
                <a:ext uri="{FF2B5EF4-FFF2-40B4-BE49-F238E27FC236}">
                  <a16:creationId xmlns:a16="http://schemas.microsoft.com/office/drawing/2014/main" id="{AA11FB7B-E1A4-1D2F-9236-7F3BEEDDB9D9}"/>
                </a:ext>
              </a:extLst>
            </p:cNvPr>
            <p:cNvSpPr>
              <a:spLocks noGrp="1"/>
            </p:cNvSpPr>
            <p:nvPr/>
          </p:nvSpPr>
          <p:spPr>
            <a:xfrm>
              <a:off x="1488299" y="4294982"/>
              <a:ext cx="46642" cy="6733"/>
            </a:xfrm>
            <a:custGeom>
              <a:avLst/>
              <a:gdLst/>
              <a:ahLst/>
              <a:cxnLst/>
              <a:rect l="0" t="0" r="0" b="0"/>
              <a:pathLst>
                <a:path w="46642" h="6733">
                  <a:moveTo>
                    <a:pt x="46642" y="0"/>
                  </a:moveTo>
                  <a:lnTo>
                    <a:pt x="0" y="6733"/>
                  </a:lnTo>
                </a:path>
              </a:pathLst>
            </a:custGeom>
            <a:noFill/>
            <a:ln w="20003">
              <a:solidFill>
                <a:srgbClr val="A1B0BB"/>
              </a:solidFill>
            </a:ln>
          </p:spPr>
        </p:sp>
        <p:sp>
          <p:nvSpPr>
            <p:cNvPr id="1775" name="Input_receptor__1774">
              <a:extLst>
                <a:ext uri="{FF2B5EF4-FFF2-40B4-BE49-F238E27FC236}">
                  <a16:creationId xmlns:a16="http://schemas.microsoft.com/office/drawing/2014/main" id="{95715920-5B96-D7DF-ABB3-F738DD673CA9}"/>
                </a:ext>
              </a:extLst>
            </p:cNvPr>
            <p:cNvSpPr>
              <a:spLocks noGrp="1"/>
            </p:cNvSpPr>
            <p:nvPr/>
          </p:nvSpPr>
          <p:spPr>
            <a:xfrm>
              <a:off x="1220935" y="4696154"/>
              <a:ext cx="36516" cy="19733"/>
            </a:xfrm>
            <a:custGeom>
              <a:avLst/>
              <a:gdLst/>
              <a:ahLst/>
              <a:cxnLst/>
              <a:rect l="0" t="0" r="0" b="0"/>
              <a:pathLst>
                <a:path w="36516" h="19733">
                  <a:moveTo>
                    <a:pt x="36516" y="0"/>
                  </a:moveTo>
                  <a:lnTo>
                    <a:pt x="0" y="19733"/>
                  </a:lnTo>
                </a:path>
              </a:pathLst>
            </a:custGeom>
            <a:noFill/>
            <a:ln w="20003">
              <a:solidFill>
                <a:srgbClr val="A1B0BB"/>
              </a:solidFill>
            </a:ln>
          </p:spPr>
        </p:sp>
        <p:sp>
          <p:nvSpPr>
            <p:cNvPr id="1776" name="Input_receptor__1775">
              <a:extLst>
                <a:ext uri="{FF2B5EF4-FFF2-40B4-BE49-F238E27FC236}">
                  <a16:creationId xmlns:a16="http://schemas.microsoft.com/office/drawing/2014/main" id="{3D7F0FA4-4B07-B7E9-FE0E-436ACD9DA79A}"/>
                </a:ext>
              </a:extLst>
            </p:cNvPr>
            <p:cNvSpPr>
              <a:spLocks noGrp="1"/>
            </p:cNvSpPr>
            <p:nvPr/>
          </p:nvSpPr>
          <p:spPr>
            <a:xfrm>
              <a:off x="1349920" y="4397424"/>
              <a:ext cx="2347" cy="22157"/>
            </a:xfrm>
            <a:custGeom>
              <a:avLst/>
              <a:gdLst/>
              <a:ahLst/>
              <a:cxnLst/>
              <a:rect l="0" t="0" r="0" b="0"/>
              <a:pathLst>
                <a:path w="2347" h="22157">
                  <a:moveTo>
                    <a:pt x="2347" y="0"/>
                  </a:moveTo>
                  <a:lnTo>
                    <a:pt x="0" y="22157"/>
                  </a:lnTo>
                </a:path>
              </a:pathLst>
            </a:custGeom>
            <a:noFill/>
            <a:ln w="8096">
              <a:solidFill>
                <a:srgbClr val="A1B0BB"/>
              </a:solidFill>
            </a:ln>
          </p:spPr>
        </p:sp>
        <p:sp>
          <p:nvSpPr>
            <p:cNvPr id="1777" name="Input_receptor__1776">
              <a:extLst>
                <a:ext uri="{FF2B5EF4-FFF2-40B4-BE49-F238E27FC236}">
                  <a16:creationId xmlns:a16="http://schemas.microsoft.com/office/drawing/2014/main" id="{E759BFCE-5CD3-62CD-6DBD-E296993BCEE9}"/>
                </a:ext>
              </a:extLst>
            </p:cNvPr>
            <p:cNvSpPr>
              <a:spLocks noGrp="1"/>
            </p:cNvSpPr>
            <p:nvPr/>
          </p:nvSpPr>
          <p:spPr>
            <a:xfrm>
              <a:off x="863340" y="4534711"/>
              <a:ext cx="5191" cy="19732"/>
            </a:xfrm>
            <a:custGeom>
              <a:avLst/>
              <a:gdLst/>
              <a:ahLst/>
              <a:cxnLst/>
              <a:rect l="0" t="0" r="0" b="0"/>
              <a:pathLst>
                <a:path w="5191" h="19732">
                  <a:moveTo>
                    <a:pt x="0" y="19732"/>
                  </a:moveTo>
                  <a:lnTo>
                    <a:pt x="5191" y="0"/>
                  </a:lnTo>
                </a:path>
              </a:pathLst>
            </a:custGeom>
            <a:noFill/>
            <a:ln w="8096">
              <a:solidFill>
                <a:srgbClr val="A2B0BB"/>
              </a:solidFill>
            </a:ln>
          </p:spPr>
        </p:sp>
        <p:sp>
          <p:nvSpPr>
            <p:cNvPr id="1778" name="Input_receptor__1777">
              <a:extLst>
                <a:ext uri="{FF2B5EF4-FFF2-40B4-BE49-F238E27FC236}">
                  <a16:creationId xmlns:a16="http://schemas.microsoft.com/office/drawing/2014/main" id="{DB14878A-126E-173B-FEFE-2995A43831D0}"/>
                </a:ext>
              </a:extLst>
            </p:cNvPr>
            <p:cNvSpPr>
              <a:spLocks noGrp="1"/>
            </p:cNvSpPr>
            <p:nvPr/>
          </p:nvSpPr>
          <p:spPr>
            <a:xfrm>
              <a:off x="788737" y="4610367"/>
              <a:ext cx="44044" cy="18398"/>
            </a:xfrm>
            <a:custGeom>
              <a:avLst/>
              <a:gdLst/>
              <a:ahLst/>
              <a:cxnLst/>
              <a:rect l="0" t="0" r="0" b="0"/>
              <a:pathLst>
                <a:path w="44044" h="18398">
                  <a:moveTo>
                    <a:pt x="0" y="18398"/>
                  </a:moveTo>
                  <a:lnTo>
                    <a:pt x="44044" y="0"/>
                  </a:lnTo>
                </a:path>
              </a:pathLst>
            </a:custGeom>
            <a:noFill/>
            <a:ln w="20003">
              <a:solidFill>
                <a:srgbClr val="A2B0BB"/>
              </a:solidFill>
            </a:ln>
          </p:spPr>
        </p:sp>
        <p:sp>
          <p:nvSpPr>
            <p:cNvPr id="1779" name="Input_receptor__1778">
              <a:extLst>
                <a:ext uri="{FF2B5EF4-FFF2-40B4-BE49-F238E27FC236}">
                  <a16:creationId xmlns:a16="http://schemas.microsoft.com/office/drawing/2014/main" id="{319FD331-3E98-5BE7-AB8C-4DD211165ED4}"/>
                </a:ext>
              </a:extLst>
            </p:cNvPr>
            <p:cNvSpPr>
              <a:spLocks noGrp="1"/>
            </p:cNvSpPr>
            <p:nvPr/>
          </p:nvSpPr>
          <p:spPr>
            <a:xfrm>
              <a:off x="1246696" y="4562288"/>
              <a:ext cx="47838" cy="4503"/>
            </a:xfrm>
            <a:custGeom>
              <a:avLst/>
              <a:gdLst/>
              <a:ahLst/>
              <a:cxnLst/>
              <a:rect l="0" t="0" r="0" b="0"/>
              <a:pathLst>
                <a:path w="47838" h="4503">
                  <a:moveTo>
                    <a:pt x="47838" y="0"/>
                  </a:moveTo>
                  <a:lnTo>
                    <a:pt x="0" y="4503"/>
                  </a:lnTo>
                </a:path>
              </a:pathLst>
            </a:custGeom>
            <a:noFill/>
            <a:ln w="20003">
              <a:solidFill>
                <a:srgbClr val="A2B0BB"/>
              </a:solidFill>
            </a:ln>
          </p:spPr>
        </p:sp>
        <p:sp>
          <p:nvSpPr>
            <p:cNvPr id="1780" name="Input_receptor__1779">
              <a:extLst>
                <a:ext uri="{FF2B5EF4-FFF2-40B4-BE49-F238E27FC236}">
                  <a16:creationId xmlns:a16="http://schemas.microsoft.com/office/drawing/2014/main" id="{C93E27AE-064B-A903-D417-D24703B78016}"/>
                </a:ext>
              </a:extLst>
            </p:cNvPr>
            <p:cNvSpPr>
              <a:spLocks noGrp="1"/>
            </p:cNvSpPr>
            <p:nvPr/>
          </p:nvSpPr>
          <p:spPr>
            <a:xfrm>
              <a:off x="711631" y="4792031"/>
              <a:ext cx="4661" cy="1707"/>
            </a:xfrm>
            <a:custGeom>
              <a:avLst/>
              <a:gdLst/>
              <a:ahLst/>
              <a:cxnLst/>
              <a:rect l="0" t="0" r="0" b="0"/>
              <a:pathLst>
                <a:path w="4661" h="1707">
                  <a:moveTo>
                    <a:pt x="0" y="0"/>
                  </a:moveTo>
                  <a:lnTo>
                    <a:pt x="4661" y="1707"/>
                  </a:lnTo>
                </a:path>
              </a:pathLst>
            </a:custGeom>
            <a:noFill/>
            <a:ln w="8096">
              <a:solidFill>
                <a:srgbClr val="A2B0BB"/>
              </a:solidFill>
            </a:ln>
          </p:spPr>
        </p:sp>
        <p:sp>
          <p:nvSpPr>
            <p:cNvPr id="1781" name="Input_receptor__1780">
              <a:extLst>
                <a:ext uri="{FF2B5EF4-FFF2-40B4-BE49-F238E27FC236}">
                  <a16:creationId xmlns:a16="http://schemas.microsoft.com/office/drawing/2014/main" id="{C86A4BE3-500A-CCDC-5F79-EA580546E5C8}"/>
                </a:ext>
              </a:extLst>
            </p:cNvPr>
            <p:cNvSpPr>
              <a:spLocks noGrp="1"/>
            </p:cNvSpPr>
            <p:nvPr/>
          </p:nvSpPr>
          <p:spPr>
            <a:xfrm>
              <a:off x="1394225" y="4313231"/>
              <a:ext cx="8262" cy="47126"/>
            </a:xfrm>
            <a:custGeom>
              <a:avLst/>
              <a:gdLst/>
              <a:ahLst/>
              <a:cxnLst/>
              <a:rect l="0" t="0" r="0" b="0"/>
              <a:pathLst>
                <a:path w="8262" h="47126">
                  <a:moveTo>
                    <a:pt x="8262" y="0"/>
                  </a:moveTo>
                  <a:lnTo>
                    <a:pt x="0" y="47126"/>
                  </a:lnTo>
                </a:path>
              </a:pathLst>
            </a:custGeom>
            <a:noFill/>
            <a:ln w="8096">
              <a:solidFill>
                <a:srgbClr val="A2B0BC"/>
              </a:solidFill>
            </a:ln>
          </p:spPr>
        </p:sp>
        <p:sp>
          <p:nvSpPr>
            <p:cNvPr id="1782" name="Input_receptor__1781">
              <a:extLst>
                <a:ext uri="{FF2B5EF4-FFF2-40B4-BE49-F238E27FC236}">
                  <a16:creationId xmlns:a16="http://schemas.microsoft.com/office/drawing/2014/main" id="{9637CCB4-5525-C9B2-DE5D-4DF5F019CE3F}"/>
                </a:ext>
              </a:extLst>
            </p:cNvPr>
            <p:cNvSpPr>
              <a:spLocks noGrp="1"/>
            </p:cNvSpPr>
            <p:nvPr/>
          </p:nvSpPr>
          <p:spPr>
            <a:xfrm>
              <a:off x="1138486" y="4794554"/>
              <a:ext cx="47961" cy="4756"/>
            </a:xfrm>
            <a:custGeom>
              <a:avLst/>
              <a:gdLst/>
              <a:ahLst/>
              <a:cxnLst/>
              <a:rect l="0" t="0" r="0" b="0"/>
              <a:pathLst>
                <a:path w="47961" h="4756">
                  <a:moveTo>
                    <a:pt x="0" y="0"/>
                  </a:moveTo>
                  <a:lnTo>
                    <a:pt x="47961" y="4756"/>
                  </a:lnTo>
                </a:path>
              </a:pathLst>
            </a:custGeom>
            <a:noFill/>
            <a:ln w="20003">
              <a:solidFill>
                <a:srgbClr val="A2B0BC"/>
              </a:solidFill>
            </a:ln>
          </p:spPr>
        </p:sp>
        <p:sp>
          <p:nvSpPr>
            <p:cNvPr id="1783" name="Input_receptor__1782">
              <a:extLst>
                <a:ext uri="{FF2B5EF4-FFF2-40B4-BE49-F238E27FC236}">
                  <a16:creationId xmlns:a16="http://schemas.microsoft.com/office/drawing/2014/main" id="{C744F59C-4B15-7952-A269-722B9D8FC773}"/>
                </a:ext>
              </a:extLst>
            </p:cNvPr>
            <p:cNvSpPr>
              <a:spLocks noGrp="1"/>
            </p:cNvSpPr>
            <p:nvPr/>
          </p:nvSpPr>
          <p:spPr>
            <a:xfrm>
              <a:off x="750757" y="4611494"/>
              <a:ext cx="37981" cy="17271"/>
            </a:xfrm>
            <a:custGeom>
              <a:avLst/>
              <a:gdLst/>
              <a:ahLst/>
              <a:cxnLst/>
              <a:rect l="0" t="0" r="0" b="0"/>
              <a:pathLst>
                <a:path w="37981" h="17271">
                  <a:moveTo>
                    <a:pt x="0" y="0"/>
                  </a:moveTo>
                  <a:lnTo>
                    <a:pt x="37981" y="17271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4" name="Input_receptor__1783">
              <a:extLst>
                <a:ext uri="{FF2B5EF4-FFF2-40B4-BE49-F238E27FC236}">
                  <a16:creationId xmlns:a16="http://schemas.microsoft.com/office/drawing/2014/main" id="{39C9A994-C812-74BF-D6B3-EBE98D350DD2}"/>
                </a:ext>
              </a:extLst>
            </p:cNvPr>
            <p:cNvSpPr>
              <a:spLocks noGrp="1"/>
            </p:cNvSpPr>
            <p:nvPr/>
          </p:nvSpPr>
          <p:spPr>
            <a:xfrm>
              <a:off x="924042" y="4415887"/>
              <a:ext cx="32030" cy="14417"/>
            </a:xfrm>
            <a:custGeom>
              <a:avLst/>
              <a:gdLst/>
              <a:ahLst/>
              <a:cxnLst/>
              <a:rect l="0" t="0" r="0" b="0"/>
              <a:pathLst>
                <a:path w="32030" h="14417">
                  <a:moveTo>
                    <a:pt x="0" y="0"/>
                  </a:moveTo>
                  <a:lnTo>
                    <a:pt x="32030" y="14417"/>
                  </a:lnTo>
                </a:path>
              </a:pathLst>
            </a:custGeom>
            <a:noFill/>
            <a:ln w="8096">
              <a:solidFill>
                <a:srgbClr val="A2B1BC"/>
              </a:solidFill>
            </a:ln>
          </p:spPr>
        </p:sp>
        <p:sp>
          <p:nvSpPr>
            <p:cNvPr id="1785" name="Input_receptor__1784">
              <a:extLst>
                <a:ext uri="{FF2B5EF4-FFF2-40B4-BE49-F238E27FC236}">
                  <a16:creationId xmlns:a16="http://schemas.microsoft.com/office/drawing/2014/main" id="{8CD98E39-567E-226A-C60B-85A8850C5B95}"/>
                </a:ext>
              </a:extLst>
            </p:cNvPr>
            <p:cNvSpPr>
              <a:spLocks noGrp="1"/>
            </p:cNvSpPr>
            <p:nvPr/>
          </p:nvSpPr>
          <p:spPr>
            <a:xfrm>
              <a:off x="1133560" y="4794554"/>
              <a:ext cx="4927" cy="47763"/>
            </a:xfrm>
            <a:custGeom>
              <a:avLst/>
              <a:gdLst/>
              <a:ahLst/>
              <a:cxnLst/>
              <a:rect l="0" t="0" r="0" b="0"/>
              <a:pathLst>
                <a:path w="4927" h="47763">
                  <a:moveTo>
                    <a:pt x="0" y="47763"/>
                  </a:moveTo>
                  <a:lnTo>
                    <a:pt x="4927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6" name="Input_receptor__1785">
              <a:extLst>
                <a:ext uri="{FF2B5EF4-FFF2-40B4-BE49-F238E27FC236}">
                  <a16:creationId xmlns:a16="http://schemas.microsoft.com/office/drawing/2014/main" id="{E6E25430-7689-DE4C-DABA-14748BF015CA}"/>
                </a:ext>
              </a:extLst>
            </p:cNvPr>
            <p:cNvSpPr>
              <a:spLocks noGrp="1"/>
            </p:cNvSpPr>
            <p:nvPr/>
          </p:nvSpPr>
          <p:spPr>
            <a:xfrm>
              <a:off x="1457679" y="4270916"/>
              <a:ext cx="30620" cy="30799"/>
            </a:xfrm>
            <a:custGeom>
              <a:avLst/>
              <a:gdLst/>
              <a:ahLst/>
              <a:cxnLst/>
              <a:rect l="0" t="0" r="0" b="0"/>
              <a:pathLst>
                <a:path w="30620" h="30799">
                  <a:moveTo>
                    <a:pt x="30620" y="307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7" name="Input_receptor__1786">
              <a:extLst>
                <a:ext uri="{FF2B5EF4-FFF2-40B4-BE49-F238E27FC236}">
                  <a16:creationId xmlns:a16="http://schemas.microsoft.com/office/drawing/2014/main" id="{133B0B17-205C-A0EB-20FC-008BAE99D2C8}"/>
                </a:ext>
              </a:extLst>
            </p:cNvPr>
            <p:cNvSpPr>
              <a:spLocks noGrp="1"/>
            </p:cNvSpPr>
            <p:nvPr/>
          </p:nvSpPr>
          <p:spPr>
            <a:xfrm>
              <a:off x="1079219" y="4719852"/>
              <a:ext cx="47235" cy="261"/>
            </a:xfrm>
            <a:custGeom>
              <a:avLst/>
              <a:gdLst/>
              <a:ahLst/>
              <a:cxnLst/>
              <a:rect l="0" t="0" r="0" b="0"/>
              <a:pathLst>
                <a:path w="47235" h="261">
                  <a:moveTo>
                    <a:pt x="47235" y="0"/>
                  </a:moveTo>
                  <a:lnTo>
                    <a:pt x="0" y="261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8" name="Input_receptor__1787">
              <a:extLst>
                <a:ext uri="{FF2B5EF4-FFF2-40B4-BE49-F238E27FC236}">
                  <a16:creationId xmlns:a16="http://schemas.microsoft.com/office/drawing/2014/main" id="{11D65247-B8FE-ED07-57EB-23FDD16167B6}"/>
                </a:ext>
              </a:extLst>
            </p:cNvPr>
            <p:cNvSpPr>
              <a:spLocks noGrp="1"/>
            </p:cNvSpPr>
            <p:nvPr/>
          </p:nvSpPr>
          <p:spPr>
            <a:xfrm>
              <a:off x="1190368" y="4645886"/>
              <a:ext cx="46573" cy="11847"/>
            </a:xfrm>
            <a:custGeom>
              <a:avLst/>
              <a:gdLst/>
              <a:ahLst/>
              <a:cxnLst/>
              <a:rect l="0" t="0" r="0" b="0"/>
              <a:pathLst>
                <a:path w="46573" h="11847">
                  <a:moveTo>
                    <a:pt x="46573" y="0"/>
                  </a:moveTo>
                  <a:lnTo>
                    <a:pt x="0" y="11847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89" name="Input_receptor__1788">
              <a:extLst>
                <a:ext uri="{FF2B5EF4-FFF2-40B4-BE49-F238E27FC236}">
                  <a16:creationId xmlns:a16="http://schemas.microsoft.com/office/drawing/2014/main" id="{18AC77EF-1FFC-C6EE-E081-090DF3C73E99}"/>
                </a:ext>
              </a:extLst>
            </p:cNvPr>
            <p:cNvSpPr>
              <a:spLocks noGrp="1"/>
            </p:cNvSpPr>
            <p:nvPr/>
          </p:nvSpPr>
          <p:spPr>
            <a:xfrm>
              <a:off x="729421" y="4832182"/>
              <a:ext cx="41634" cy="8087"/>
            </a:xfrm>
            <a:custGeom>
              <a:avLst/>
              <a:gdLst/>
              <a:ahLst/>
              <a:cxnLst/>
              <a:rect l="0" t="0" r="0" b="0"/>
              <a:pathLst>
                <a:path w="41634" h="8087">
                  <a:moveTo>
                    <a:pt x="0" y="8087"/>
                  </a:moveTo>
                  <a:lnTo>
                    <a:pt x="41634" y="0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90" name="Input_receptor__1789">
              <a:extLst>
                <a:ext uri="{FF2B5EF4-FFF2-40B4-BE49-F238E27FC236}">
                  <a16:creationId xmlns:a16="http://schemas.microsoft.com/office/drawing/2014/main" id="{A9ABE6FB-5308-E124-ABA6-FE9749143B63}"/>
                </a:ext>
              </a:extLst>
            </p:cNvPr>
            <p:cNvSpPr>
              <a:spLocks noGrp="1"/>
            </p:cNvSpPr>
            <p:nvPr/>
          </p:nvSpPr>
          <p:spPr>
            <a:xfrm>
              <a:off x="771055" y="4832182"/>
              <a:ext cx="41788" cy="3259"/>
            </a:xfrm>
            <a:custGeom>
              <a:avLst/>
              <a:gdLst/>
              <a:ahLst/>
              <a:cxnLst/>
              <a:rect l="0" t="0" r="0" b="0"/>
              <a:pathLst>
                <a:path w="41788" h="3259">
                  <a:moveTo>
                    <a:pt x="0" y="0"/>
                  </a:moveTo>
                  <a:lnTo>
                    <a:pt x="41788" y="3259"/>
                  </a:lnTo>
                </a:path>
              </a:pathLst>
            </a:custGeom>
            <a:noFill/>
            <a:ln w="20003">
              <a:solidFill>
                <a:srgbClr val="A2B1BC"/>
              </a:solidFill>
            </a:ln>
          </p:spPr>
        </p:sp>
        <p:sp>
          <p:nvSpPr>
            <p:cNvPr id="1791" name="Input_receptor__1790">
              <a:extLst>
                <a:ext uri="{FF2B5EF4-FFF2-40B4-BE49-F238E27FC236}">
                  <a16:creationId xmlns:a16="http://schemas.microsoft.com/office/drawing/2014/main" id="{25413153-2E8D-26DA-901C-DB30F407F562}"/>
                </a:ext>
              </a:extLst>
            </p:cNvPr>
            <p:cNvSpPr>
              <a:spLocks noGrp="1"/>
            </p:cNvSpPr>
            <p:nvPr/>
          </p:nvSpPr>
          <p:spPr>
            <a:xfrm>
              <a:off x="1326177" y="4361071"/>
              <a:ext cx="29814" cy="2021"/>
            </a:xfrm>
            <a:custGeom>
              <a:avLst/>
              <a:gdLst/>
              <a:ahLst/>
              <a:cxnLst/>
              <a:rect l="0" t="0" r="0" b="0"/>
              <a:pathLst>
                <a:path w="29814" h="2021">
                  <a:moveTo>
                    <a:pt x="29814" y="20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2B1BC"/>
              </a:solidFill>
            </a:ln>
          </p:spPr>
        </p:sp>
        <p:sp>
          <p:nvSpPr>
            <p:cNvPr id="1792" name="Input_receptor__1791">
              <a:extLst>
                <a:ext uri="{FF2B5EF4-FFF2-40B4-BE49-F238E27FC236}">
                  <a16:creationId xmlns:a16="http://schemas.microsoft.com/office/drawing/2014/main" id="{E46E1523-1CEF-4912-D0B5-5479BBBA84E8}"/>
                </a:ext>
              </a:extLst>
            </p:cNvPr>
            <p:cNvSpPr>
              <a:spLocks noGrp="1"/>
            </p:cNvSpPr>
            <p:nvPr/>
          </p:nvSpPr>
          <p:spPr>
            <a:xfrm>
              <a:off x="904764" y="4783873"/>
              <a:ext cx="37055" cy="14276"/>
            </a:xfrm>
            <a:custGeom>
              <a:avLst/>
              <a:gdLst/>
              <a:ahLst/>
              <a:cxnLst/>
              <a:rect l="0" t="0" r="0" b="0"/>
              <a:pathLst>
                <a:path w="37055" h="14276">
                  <a:moveTo>
                    <a:pt x="0" y="0"/>
                  </a:moveTo>
                  <a:lnTo>
                    <a:pt x="37055" y="14276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3" name="Input_receptor__1792">
              <a:extLst>
                <a:ext uri="{FF2B5EF4-FFF2-40B4-BE49-F238E27FC236}">
                  <a16:creationId xmlns:a16="http://schemas.microsoft.com/office/drawing/2014/main" id="{F75EAB06-155A-5D53-0E2B-89E6828F19C9}"/>
                </a:ext>
              </a:extLst>
            </p:cNvPr>
            <p:cNvSpPr>
              <a:spLocks noGrp="1"/>
            </p:cNvSpPr>
            <p:nvPr/>
          </p:nvSpPr>
          <p:spPr>
            <a:xfrm>
              <a:off x="1294534" y="4562288"/>
              <a:ext cx="12433" cy="40488"/>
            </a:xfrm>
            <a:custGeom>
              <a:avLst/>
              <a:gdLst/>
              <a:ahLst/>
              <a:cxnLst/>
              <a:rect l="0" t="0" r="0" b="0"/>
              <a:pathLst>
                <a:path w="12433" h="40488">
                  <a:moveTo>
                    <a:pt x="12433" y="404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4" name="Input_receptor__1793">
              <a:extLst>
                <a:ext uri="{FF2B5EF4-FFF2-40B4-BE49-F238E27FC236}">
                  <a16:creationId xmlns:a16="http://schemas.microsoft.com/office/drawing/2014/main" id="{B163B8CA-E643-C8BD-2435-C8CD09D82F92}"/>
                </a:ext>
              </a:extLst>
            </p:cNvPr>
            <p:cNvSpPr>
              <a:spLocks noGrp="1"/>
            </p:cNvSpPr>
            <p:nvPr/>
          </p:nvSpPr>
          <p:spPr>
            <a:xfrm>
              <a:off x="788563" y="4770661"/>
              <a:ext cx="40675" cy="22339"/>
            </a:xfrm>
            <a:custGeom>
              <a:avLst/>
              <a:gdLst/>
              <a:ahLst/>
              <a:cxnLst/>
              <a:rect l="0" t="0" r="0" b="0"/>
              <a:pathLst>
                <a:path w="40675" h="22339">
                  <a:moveTo>
                    <a:pt x="40675" y="223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5" name="Input_receptor__1794">
              <a:extLst>
                <a:ext uri="{FF2B5EF4-FFF2-40B4-BE49-F238E27FC236}">
                  <a16:creationId xmlns:a16="http://schemas.microsoft.com/office/drawing/2014/main" id="{E7AF3A09-C636-6960-B67A-190B778F5EB6}"/>
                </a:ext>
              </a:extLst>
            </p:cNvPr>
            <p:cNvSpPr>
              <a:spLocks noGrp="1"/>
            </p:cNvSpPr>
            <p:nvPr/>
          </p:nvSpPr>
          <p:spPr>
            <a:xfrm>
              <a:off x="1220722" y="4566791"/>
              <a:ext cx="25975" cy="21848"/>
            </a:xfrm>
            <a:custGeom>
              <a:avLst/>
              <a:gdLst/>
              <a:ahLst/>
              <a:cxnLst/>
              <a:rect l="0" t="0" r="0" b="0"/>
              <a:pathLst>
                <a:path w="25975" h="21848">
                  <a:moveTo>
                    <a:pt x="25975" y="0"/>
                  </a:moveTo>
                  <a:lnTo>
                    <a:pt x="0" y="21848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6" name="Input_receptor__1795">
              <a:extLst>
                <a:ext uri="{FF2B5EF4-FFF2-40B4-BE49-F238E27FC236}">
                  <a16:creationId xmlns:a16="http://schemas.microsoft.com/office/drawing/2014/main" id="{92DDA47C-51AE-D8F2-8B15-21A1E76FC152}"/>
                </a:ext>
              </a:extLst>
            </p:cNvPr>
            <p:cNvSpPr>
              <a:spLocks noGrp="1"/>
            </p:cNvSpPr>
            <p:nvPr/>
          </p:nvSpPr>
          <p:spPr>
            <a:xfrm>
              <a:off x="812843" y="4792999"/>
              <a:ext cx="16396" cy="42442"/>
            </a:xfrm>
            <a:custGeom>
              <a:avLst/>
              <a:gdLst/>
              <a:ahLst/>
              <a:cxnLst/>
              <a:rect l="0" t="0" r="0" b="0"/>
              <a:pathLst>
                <a:path w="16396" h="42442">
                  <a:moveTo>
                    <a:pt x="0" y="42442"/>
                  </a:moveTo>
                  <a:lnTo>
                    <a:pt x="16396" y="0"/>
                  </a:lnTo>
                </a:path>
              </a:pathLst>
            </a:custGeom>
            <a:noFill/>
            <a:ln w="20003">
              <a:solidFill>
                <a:srgbClr val="A3B1BC"/>
              </a:solidFill>
            </a:ln>
          </p:spPr>
        </p:sp>
        <p:sp>
          <p:nvSpPr>
            <p:cNvPr id="1797" name="Input_receptor__1796">
              <a:extLst>
                <a:ext uri="{FF2B5EF4-FFF2-40B4-BE49-F238E27FC236}">
                  <a16:creationId xmlns:a16="http://schemas.microsoft.com/office/drawing/2014/main" id="{E77F5096-7655-F262-5566-C24171D69148}"/>
                </a:ext>
              </a:extLst>
            </p:cNvPr>
            <p:cNvSpPr>
              <a:spLocks noGrp="1"/>
            </p:cNvSpPr>
            <p:nvPr/>
          </p:nvSpPr>
          <p:spPr>
            <a:xfrm>
              <a:off x="1355991" y="4360357"/>
              <a:ext cx="38234" cy="2735"/>
            </a:xfrm>
            <a:custGeom>
              <a:avLst/>
              <a:gdLst/>
              <a:ahLst/>
              <a:cxnLst/>
              <a:rect l="0" t="0" r="0" b="0"/>
              <a:pathLst>
                <a:path w="38234" h="2735">
                  <a:moveTo>
                    <a:pt x="38234" y="0"/>
                  </a:moveTo>
                  <a:lnTo>
                    <a:pt x="0" y="2735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8" name="Input_receptor__1797">
              <a:extLst>
                <a:ext uri="{FF2B5EF4-FFF2-40B4-BE49-F238E27FC236}">
                  <a16:creationId xmlns:a16="http://schemas.microsoft.com/office/drawing/2014/main" id="{20ED85E1-AC65-EDD6-9B41-7A99B31B1BCE}"/>
                </a:ext>
              </a:extLst>
            </p:cNvPr>
            <p:cNvSpPr>
              <a:spLocks noGrp="1"/>
            </p:cNvSpPr>
            <p:nvPr/>
          </p:nvSpPr>
          <p:spPr>
            <a:xfrm>
              <a:off x="846597" y="4430333"/>
              <a:ext cx="39768" cy="16002"/>
            </a:xfrm>
            <a:custGeom>
              <a:avLst/>
              <a:gdLst/>
              <a:ahLst/>
              <a:cxnLst/>
              <a:rect l="0" t="0" r="0" b="0"/>
              <a:pathLst>
                <a:path w="39768" h="16002">
                  <a:moveTo>
                    <a:pt x="0" y="0"/>
                  </a:moveTo>
                  <a:lnTo>
                    <a:pt x="39768" y="16002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799" name="Input_receptor__1798">
              <a:extLst>
                <a:ext uri="{FF2B5EF4-FFF2-40B4-BE49-F238E27FC236}">
                  <a16:creationId xmlns:a16="http://schemas.microsoft.com/office/drawing/2014/main" id="{F86F744D-04B8-9081-2E59-06CD865938EA}"/>
                </a:ext>
              </a:extLst>
            </p:cNvPr>
            <p:cNvSpPr>
              <a:spLocks noGrp="1"/>
            </p:cNvSpPr>
            <p:nvPr/>
          </p:nvSpPr>
          <p:spPr>
            <a:xfrm>
              <a:off x="832781" y="4604960"/>
              <a:ext cx="36738" cy="5407"/>
            </a:xfrm>
            <a:custGeom>
              <a:avLst/>
              <a:gdLst/>
              <a:ahLst/>
              <a:cxnLst/>
              <a:rect l="0" t="0" r="0" b="0"/>
              <a:pathLst>
                <a:path w="36738" h="5407">
                  <a:moveTo>
                    <a:pt x="0" y="5407"/>
                  </a:moveTo>
                  <a:lnTo>
                    <a:pt x="36738" y="0"/>
                  </a:lnTo>
                </a:path>
              </a:pathLst>
            </a:custGeom>
            <a:noFill/>
            <a:ln w="8096">
              <a:solidFill>
                <a:srgbClr val="A3B1BC"/>
              </a:solidFill>
            </a:ln>
          </p:spPr>
        </p:sp>
        <p:sp>
          <p:nvSpPr>
            <p:cNvPr id="1800" name="Input_receptor__1799">
              <a:extLst>
                <a:ext uri="{FF2B5EF4-FFF2-40B4-BE49-F238E27FC236}">
                  <a16:creationId xmlns:a16="http://schemas.microsoft.com/office/drawing/2014/main" id="{2C179B78-BEAF-4D2F-6B24-D924FAC21291}"/>
                </a:ext>
              </a:extLst>
            </p:cNvPr>
            <p:cNvSpPr>
              <a:spLocks noGrp="1"/>
            </p:cNvSpPr>
            <p:nvPr/>
          </p:nvSpPr>
          <p:spPr>
            <a:xfrm>
              <a:off x="1540084" y="4363427"/>
              <a:ext cx="25362" cy="40519"/>
            </a:xfrm>
            <a:custGeom>
              <a:avLst/>
              <a:gdLst/>
              <a:ahLst/>
              <a:cxnLst/>
              <a:rect l="0" t="0" r="0" b="0"/>
              <a:pathLst>
                <a:path w="25362" h="40519">
                  <a:moveTo>
                    <a:pt x="25362" y="4051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1" name="Input_receptor__1800">
              <a:extLst>
                <a:ext uri="{FF2B5EF4-FFF2-40B4-BE49-F238E27FC236}">
                  <a16:creationId xmlns:a16="http://schemas.microsoft.com/office/drawing/2014/main" id="{355828FE-76EB-C474-3816-E472940D2DF7}"/>
                </a:ext>
              </a:extLst>
            </p:cNvPr>
            <p:cNvSpPr>
              <a:spLocks noGrp="1"/>
            </p:cNvSpPr>
            <p:nvPr/>
          </p:nvSpPr>
          <p:spPr>
            <a:xfrm>
              <a:off x="1531724" y="4403946"/>
              <a:ext cx="33722" cy="34274"/>
            </a:xfrm>
            <a:custGeom>
              <a:avLst/>
              <a:gdLst/>
              <a:ahLst/>
              <a:cxnLst/>
              <a:rect l="0" t="0" r="0" b="0"/>
              <a:pathLst>
                <a:path w="33722" h="34274">
                  <a:moveTo>
                    <a:pt x="0" y="34274"/>
                  </a:moveTo>
                  <a:lnTo>
                    <a:pt x="33722" y="0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2" name="Input_receptor__1801">
              <a:extLst>
                <a:ext uri="{FF2B5EF4-FFF2-40B4-BE49-F238E27FC236}">
                  <a16:creationId xmlns:a16="http://schemas.microsoft.com/office/drawing/2014/main" id="{804E9843-9D8D-E719-F3FE-DE68C7CBF92C}"/>
                </a:ext>
              </a:extLst>
            </p:cNvPr>
            <p:cNvSpPr>
              <a:spLocks noGrp="1"/>
            </p:cNvSpPr>
            <p:nvPr/>
          </p:nvSpPr>
          <p:spPr>
            <a:xfrm>
              <a:off x="1513746" y="4187039"/>
              <a:ext cx="12541" cy="25966"/>
            </a:xfrm>
            <a:custGeom>
              <a:avLst/>
              <a:gdLst/>
              <a:ahLst/>
              <a:cxnLst/>
              <a:rect l="0" t="0" r="0" b="0"/>
              <a:pathLst>
                <a:path w="12541" h="25966">
                  <a:moveTo>
                    <a:pt x="12541" y="0"/>
                  </a:moveTo>
                  <a:lnTo>
                    <a:pt x="0" y="25966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3" name="Input_receptor__1802">
              <a:extLst>
                <a:ext uri="{FF2B5EF4-FFF2-40B4-BE49-F238E27FC236}">
                  <a16:creationId xmlns:a16="http://schemas.microsoft.com/office/drawing/2014/main" id="{D6DA36E3-7918-7570-B72F-2DC8862798FC}"/>
                </a:ext>
              </a:extLst>
            </p:cNvPr>
            <p:cNvSpPr>
              <a:spLocks noGrp="1"/>
            </p:cNvSpPr>
            <p:nvPr/>
          </p:nvSpPr>
          <p:spPr>
            <a:xfrm>
              <a:off x="711296" y="4611494"/>
              <a:ext cx="39461" cy="27661"/>
            </a:xfrm>
            <a:custGeom>
              <a:avLst/>
              <a:gdLst/>
              <a:ahLst/>
              <a:cxnLst/>
              <a:rect l="0" t="0" r="0" b="0"/>
              <a:pathLst>
                <a:path w="39461" h="27661">
                  <a:moveTo>
                    <a:pt x="0" y="27661"/>
                  </a:moveTo>
                  <a:lnTo>
                    <a:pt x="39461" y="0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4" name="Input_receptor__1803">
              <a:extLst>
                <a:ext uri="{FF2B5EF4-FFF2-40B4-BE49-F238E27FC236}">
                  <a16:creationId xmlns:a16="http://schemas.microsoft.com/office/drawing/2014/main" id="{01B5A141-EFDA-1CA0-4835-DA2E27BB1F8A}"/>
                </a:ext>
              </a:extLst>
            </p:cNvPr>
            <p:cNvSpPr>
              <a:spLocks noGrp="1"/>
            </p:cNvSpPr>
            <p:nvPr/>
          </p:nvSpPr>
          <p:spPr>
            <a:xfrm>
              <a:off x="666392" y="4621876"/>
              <a:ext cx="44904" cy="17279"/>
            </a:xfrm>
            <a:custGeom>
              <a:avLst/>
              <a:gdLst/>
              <a:ahLst/>
              <a:cxnLst/>
              <a:rect l="0" t="0" r="0" b="0"/>
              <a:pathLst>
                <a:path w="44904" h="17279">
                  <a:moveTo>
                    <a:pt x="0" y="0"/>
                  </a:moveTo>
                  <a:lnTo>
                    <a:pt x="44904" y="17279"/>
                  </a:lnTo>
                </a:path>
              </a:pathLst>
            </a:custGeom>
            <a:noFill/>
            <a:ln w="20003">
              <a:solidFill>
                <a:srgbClr val="A3B1BD"/>
              </a:solidFill>
            </a:ln>
          </p:spPr>
        </p:sp>
        <p:sp>
          <p:nvSpPr>
            <p:cNvPr id="1805" name="Input_receptor__1804">
              <a:extLst>
                <a:ext uri="{FF2B5EF4-FFF2-40B4-BE49-F238E27FC236}">
                  <a16:creationId xmlns:a16="http://schemas.microsoft.com/office/drawing/2014/main" id="{CFFE46B0-5A9D-BF4D-5827-B3847534C458}"/>
                </a:ext>
              </a:extLst>
            </p:cNvPr>
            <p:cNvSpPr>
              <a:spLocks noGrp="1"/>
            </p:cNvSpPr>
            <p:nvPr/>
          </p:nvSpPr>
          <p:spPr>
            <a:xfrm>
              <a:off x="1349920" y="4419224"/>
              <a:ext cx="47555" cy="357"/>
            </a:xfrm>
            <a:custGeom>
              <a:avLst/>
              <a:gdLst/>
              <a:ahLst/>
              <a:cxnLst/>
              <a:rect l="0" t="0" r="0" b="0"/>
              <a:pathLst>
                <a:path w="47555" h="357">
                  <a:moveTo>
                    <a:pt x="0" y="357"/>
                  </a:moveTo>
                  <a:lnTo>
                    <a:pt x="47555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6" name="Input_receptor__1805">
              <a:extLst>
                <a:ext uri="{FF2B5EF4-FFF2-40B4-BE49-F238E27FC236}">
                  <a16:creationId xmlns:a16="http://schemas.microsoft.com/office/drawing/2014/main" id="{C1D6AC24-D339-42B1-AA32-D5A5294354FE}"/>
                </a:ext>
              </a:extLst>
            </p:cNvPr>
            <p:cNvSpPr>
              <a:spLocks noGrp="1"/>
            </p:cNvSpPr>
            <p:nvPr/>
          </p:nvSpPr>
          <p:spPr>
            <a:xfrm>
              <a:off x="883383" y="4740848"/>
              <a:ext cx="21380" cy="43025"/>
            </a:xfrm>
            <a:custGeom>
              <a:avLst/>
              <a:gdLst/>
              <a:ahLst/>
              <a:cxnLst/>
              <a:rect l="0" t="0" r="0" b="0"/>
              <a:pathLst>
                <a:path w="21380" h="43025">
                  <a:moveTo>
                    <a:pt x="0" y="0"/>
                  </a:moveTo>
                  <a:lnTo>
                    <a:pt x="21380" y="43025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7" name="Input_receptor__1806">
              <a:extLst>
                <a:ext uri="{FF2B5EF4-FFF2-40B4-BE49-F238E27FC236}">
                  <a16:creationId xmlns:a16="http://schemas.microsoft.com/office/drawing/2014/main" id="{C204155E-2B7F-C58E-7CA2-1DC5CCB88862}"/>
                </a:ext>
              </a:extLst>
            </p:cNvPr>
            <p:cNvSpPr>
              <a:spLocks noGrp="1"/>
            </p:cNvSpPr>
            <p:nvPr/>
          </p:nvSpPr>
          <p:spPr>
            <a:xfrm>
              <a:off x="716292" y="4793738"/>
              <a:ext cx="13129" cy="46531"/>
            </a:xfrm>
            <a:custGeom>
              <a:avLst/>
              <a:gdLst/>
              <a:ahLst/>
              <a:cxnLst/>
              <a:rect l="0" t="0" r="0" b="0"/>
              <a:pathLst>
                <a:path w="13129" h="46531">
                  <a:moveTo>
                    <a:pt x="0" y="0"/>
                  </a:moveTo>
                  <a:lnTo>
                    <a:pt x="13129" y="46531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8" name="Input_receptor__1807">
              <a:extLst>
                <a:ext uri="{FF2B5EF4-FFF2-40B4-BE49-F238E27FC236}">
                  <a16:creationId xmlns:a16="http://schemas.microsoft.com/office/drawing/2014/main" id="{C86B7A87-8EA1-0C7B-FD40-6B6D5354D9B2}"/>
                </a:ext>
              </a:extLst>
            </p:cNvPr>
            <p:cNvSpPr>
              <a:spLocks noGrp="1"/>
            </p:cNvSpPr>
            <p:nvPr/>
          </p:nvSpPr>
          <p:spPr>
            <a:xfrm>
              <a:off x="999811" y="4491752"/>
              <a:ext cx="15458" cy="14608"/>
            </a:xfrm>
            <a:custGeom>
              <a:avLst/>
              <a:gdLst/>
              <a:ahLst/>
              <a:cxnLst/>
              <a:rect l="0" t="0" r="0" b="0"/>
              <a:pathLst>
                <a:path w="15458" h="14608">
                  <a:moveTo>
                    <a:pt x="15458" y="0"/>
                  </a:moveTo>
                  <a:lnTo>
                    <a:pt x="0" y="14608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09" name="Input_receptor__1808">
              <a:extLst>
                <a:ext uri="{FF2B5EF4-FFF2-40B4-BE49-F238E27FC236}">
                  <a16:creationId xmlns:a16="http://schemas.microsoft.com/office/drawing/2014/main" id="{20DB42AE-D183-59E0-C917-53EB7EBF75B8}"/>
                </a:ext>
              </a:extLst>
            </p:cNvPr>
            <p:cNvSpPr>
              <a:spLocks noGrp="1"/>
            </p:cNvSpPr>
            <p:nvPr/>
          </p:nvSpPr>
          <p:spPr>
            <a:xfrm>
              <a:off x="1248329" y="4755402"/>
              <a:ext cx="21933" cy="9998"/>
            </a:xfrm>
            <a:custGeom>
              <a:avLst/>
              <a:gdLst/>
              <a:ahLst/>
              <a:cxnLst/>
              <a:rect l="0" t="0" r="0" b="0"/>
              <a:pathLst>
                <a:path w="21933" h="9998">
                  <a:moveTo>
                    <a:pt x="0" y="9998"/>
                  </a:moveTo>
                  <a:lnTo>
                    <a:pt x="21933" y="0"/>
                  </a:lnTo>
                </a:path>
              </a:pathLst>
            </a:custGeom>
            <a:noFill/>
            <a:ln w="8096">
              <a:solidFill>
                <a:srgbClr val="A3B1BD"/>
              </a:solidFill>
            </a:ln>
          </p:spPr>
        </p:sp>
        <p:sp>
          <p:nvSpPr>
            <p:cNvPr id="1810" name="Input_receptor__1809">
              <a:extLst>
                <a:ext uri="{FF2B5EF4-FFF2-40B4-BE49-F238E27FC236}">
                  <a16:creationId xmlns:a16="http://schemas.microsoft.com/office/drawing/2014/main" id="{E65B18EC-26B7-B8F6-77AC-88786C91E80D}"/>
                </a:ext>
              </a:extLst>
            </p:cNvPr>
            <p:cNvSpPr>
              <a:spLocks noGrp="1"/>
            </p:cNvSpPr>
            <p:nvPr/>
          </p:nvSpPr>
          <p:spPr>
            <a:xfrm>
              <a:off x="886365" y="4415887"/>
              <a:ext cx="37677" cy="30447"/>
            </a:xfrm>
            <a:custGeom>
              <a:avLst/>
              <a:gdLst/>
              <a:ahLst/>
              <a:cxnLst/>
              <a:rect l="0" t="0" r="0" b="0"/>
              <a:pathLst>
                <a:path w="37677" h="30447">
                  <a:moveTo>
                    <a:pt x="0" y="30447"/>
                  </a:moveTo>
                  <a:lnTo>
                    <a:pt x="37677" y="0"/>
                  </a:lnTo>
                </a:path>
              </a:pathLst>
            </a:custGeom>
            <a:noFill/>
            <a:ln w="8096">
              <a:solidFill>
                <a:srgbClr val="A3B2BD"/>
              </a:solidFill>
            </a:ln>
          </p:spPr>
        </p:sp>
        <p:sp>
          <p:nvSpPr>
            <p:cNvPr id="1811" name="Input_receptor__1810">
              <a:extLst>
                <a:ext uri="{FF2B5EF4-FFF2-40B4-BE49-F238E27FC236}">
                  <a16:creationId xmlns:a16="http://schemas.microsoft.com/office/drawing/2014/main" id="{A2E34E8F-4ABA-919E-07DF-F43D9EE0C48B}"/>
                </a:ext>
              </a:extLst>
            </p:cNvPr>
            <p:cNvSpPr>
              <a:spLocks noGrp="1"/>
            </p:cNvSpPr>
            <p:nvPr/>
          </p:nvSpPr>
          <p:spPr>
            <a:xfrm>
              <a:off x="1228858" y="4510645"/>
              <a:ext cx="46550" cy="940"/>
            </a:xfrm>
            <a:custGeom>
              <a:avLst/>
              <a:gdLst/>
              <a:ahLst/>
              <a:cxnLst/>
              <a:rect l="0" t="0" r="0" b="0"/>
              <a:pathLst>
                <a:path w="46550" h="940">
                  <a:moveTo>
                    <a:pt x="46550" y="9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3B2BD"/>
              </a:solidFill>
            </a:ln>
          </p:spPr>
        </p:sp>
        <p:sp>
          <p:nvSpPr>
            <p:cNvPr id="1812" name="Input_receptor__1811">
              <a:extLst>
                <a:ext uri="{FF2B5EF4-FFF2-40B4-BE49-F238E27FC236}">
                  <a16:creationId xmlns:a16="http://schemas.microsoft.com/office/drawing/2014/main" id="{869D688B-257C-881D-DD98-685D4883F302}"/>
                </a:ext>
              </a:extLst>
            </p:cNvPr>
            <p:cNvSpPr>
              <a:spLocks noGrp="1"/>
            </p:cNvSpPr>
            <p:nvPr/>
          </p:nvSpPr>
          <p:spPr>
            <a:xfrm>
              <a:off x="1174538" y="4588639"/>
              <a:ext cx="46183" cy="10398"/>
            </a:xfrm>
            <a:custGeom>
              <a:avLst/>
              <a:gdLst/>
              <a:ahLst/>
              <a:cxnLst/>
              <a:rect l="0" t="0" r="0" b="0"/>
              <a:pathLst>
                <a:path w="46183" h="10398">
                  <a:moveTo>
                    <a:pt x="46183" y="0"/>
                  </a:moveTo>
                  <a:lnTo>
                    <a:pt x="0" y="10398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3" name="Input_receptor__1812">
              <a:extLst>
                <a:ext uri="{FF2B5EF4-FFF2-40B4-BE49-F238E27FC236}">
                  <a16:creationId xmlns:a16="http://schemas.microsoft.com/office/drawing/2014/main" id="{4F5CC53C-A6F8-3AB4-9AF6-5783D4E0F616}"/>
                </a:ext>
              </a:extLst>
            </p:cNvPr>
            <p:cNvSpPr>
              <a:spLocks noGrp="1"/>
            </p:cNvSpPr>
            <p:nvPr/>
          </p:nvSpPr>
          <p:spPr>
            <a:xfrm>
              <a:off x="1275408" y="4468775"/>
              <a:ext cx="20276" cy="42811"/>
            </a:xfrm>
            <a:custGeom>
              <a:avLst/>
              <a:gdLst/>
              <a:ahLst/>
              <a:cxnLst/>
              <a:rect l="0" t="0" r="0" b="0"/>
              <a:pathLst>
                <a:path w="20276" h="42811">
                  <a:moveTo>
                    <a:pt x="20276" y="0"/>
                  </a:moveTo>
                  <a:lnTo>
                    <a:pt x="0" y="42811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14" name="Input_receptor__1813">
              <a:extLst>
                <a:ext uri="{FF2B5EF4-FFF2-40B4-BE49-F238E27FC236}">
                  <a16:creationId xmlns:a16="http://schemas.microsoft.com/office/drawing/2014/main" id="{291AE100-5F31-FB49-5327-0324D42BE412}"/>
                </a:ext>
              </a:extLst>
            </p:cNvPr>
            <p:cNvSpPr>
              <a:spLocks noGrp="1"/>
            </p:cNvSpPr>
            <p:nvPr/>
          </p:nvSpPr>
          <p:spPr>
            <a:xfrm>
              <a:off x="1133560" y="4842317"/>
              <a:ext cx="33368" cy="952"/>
            </a:xfrm>
            <a:custGeom>
              <a:avLst/>
              <a:gdLst/>
              <a:ahLst/>
              <a:cxnLst/>
              <a:rect l="0" t="0" r="0" b="0"/>
              <a:pathLst>
                <a:path w="33368" h="952">
                  <a:moveTo>
                    <a:pt x="33368" y="9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5" name="Input_receptor__1814">
              <a:extLst>
                <a:ext uri="{FF2B5EF4-FFF2-40B4-BE49-F238E27FC236}">
                  <a16:creationId xmlns:a16="http://schemas.microsoft.com/office/drawing/2014/main" id="{F8146A12-1934-6398-22A1-FC79C3C5A2BB}"/>
                </a:ext>
              </a:extLst>
            </p:cNvPr>
            <p:cNvSpPr>
              <a:spLocks noGrp="1"/>
            </p:cNvSpPr>
            <p:nvPr/>
          </p:nvSpPr>
          <p:spPr>
            <a:xfrm>
              <a:off x="1540084" y="4323853"/>
              <a:ext cx="5614" cy="39574"/>
            </a:xfrm>
            <a:custGeom>
              <a:avLst/>
              <a:gdLst/>
              <a:ahLst/>
              <a:cxnLst/>
              <a:rect l="0" t="0" r="0" b="0"/>
              <a:pathLst>
                <a:path w="5614" h="39574">
                  <a:moveTo>
                    <a:pt x="0" y="39574"/>
                  </a:moveTo>
                  <a:lnTo>
                    <a:pt x="5614" y="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6" name="Input_receptor__1815">
              <a:extLst>
                <a:ext uri="{FF2B5EF4-FFF2-40B4-BE49-F238E27FC236}">
                  <a16:creationId xmlns:a16="http://schemas.microsoft.com/office/drawing/2014/main" id="{9C2D791C-56EC-2975-CBF5-6623117664C3}"/>
                </a:ext>
              </a:extLst>
            </p:cNvPr>
            <p:cNvSpPr>
              <a:spLocks noGrp="1"/>
            </p:cNvSpPr>
            <p:nvPr/>
          </p:nvSpPr>
          <p:spPr>
            <a:xfrm>
              <a:off x="1396652" y="4310689"/>
              <a:ext cx="5836" cy="2542"/>
            </a:xfrm>
            <a:custGeom>
              <a:avLst/>
              <a:gdLst/>
              <a:ahLst/>
              <a:cxnLst/>
              <a:rect l="0" t="0" r="0" b="0"/>
              <a:pathLst>
                <a:path w="5836" h="2542">
                  <a:moveTo>
                    <a:pt x="0" y="0"/>
                  </a:moveTo>
                  <a:lnTo>
                    <a:pt x="5836" y="2542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17" name="Input_receptor__1816">
              <a:extLst>
                <a:ext uri="{FF2B5EF4-FFF2-40B4-BE49-F238E27FC236}">
                  <a16:creationId xmlns:a16="http://schemas.microsoft.com/office/drawing/2014/main" id="{D9283F23-9768-04D2-ECA6-0D0D1485D713}"/>
                </a:ext>
              </a:extLst>
            </p:cNvPr>
            <p:cNvSpPr>
              <a:spLocks noGrp="1"/>
            </p:cNvSpPr>
            <p:nvPr/>
          </p:nvSpPr>
          <p:spPr>
            <a:xfrm>
              <a:off x="1212946" y="4715887"/>
              <a:ext cx="7989" cy="9156"/>
            </a:xfrm>
            <a:custGeom>
              <a:avLst/>
              <a:gdLst/>
              <a:ahLst/>
              <a:cxnLst/>
              <a:rect l="0" t="0" r="0" b="0"/>
              <a:pathLst>
                <a:path w="7989" h="9156">
                  <a:moveTo>
                    <a:pt x="7989" y="0"/>
                  </a:moveTo>
                  <a:lnTo>
                    <a:pt x="0" y="9156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8" name="Input_receptor__1817">
              <a:extLst>
                <a:ext uri="{FF2B5EF4-FFF2-40B4-BE49-F238E27FC236}">
                  <a16:creationId xmlns:a16="http://schemas.microsoft.com/office/drawing/2014/main" id="{1B568F45-9E27-0933-BB34-ED8E07AB1FB3}"/>
                </a:ext>
              </a:extLst>
            </p:cNvPr>
            <p:cNvSpPr>
              <a:spLocks noGrp="1"/>
            </p:cNvSpPr>
            <p:nvPr/>
          </p:nvSpPr>
          <p:spPr>
            <a:xfrm>
              <a:off x="868001" y="4669528"/>
              <a:ext cx="37721" cy="8720"/>
            </a:xfrm>
            <a:custGeom>
              <a:avLst/>
              <a:gdLst/>
              <a:ahLst/>
              <a:cxnLst/>
              <a:rect l="0" t="0" r="0" b="0"/>
              <a:pathLst>
                <a:path w="37721" h="8720">
                  <a:moveTo>
                    <a:pt x="0" y="0"/>
                  </a:moveTo>
                  <a:lnTo>
                    <a:pt x="37721" y="8720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19" name="Input_receptor__1818">
              <a:extLst>
                <a:ext uri="{FF2B5EF4-FFF2-40B4-BE49-F238E27FC236}">
                  <a16:creationId xmlns:a16="http://schemas.microsoft.com/office/drawing/2014/main" id="{6E8E6F67-B85F-C123-04EB-3EE6E3BF5C7F}"/>
                </a:ext>
              </a:extLst>
            </p:cNvPr>
            <p:cNvSpPr>
              <a:spLocks noGrp="1"/>
            </p:cNvSpPr>
            <p:nvPr/>
          </p:nvSpPr>
          <p:spPr>
            <a:xfrm>
              <a:off x="629903" y="4621876"/>
              <a:ext cx="36488" cy="21373"/>
            </a:xfrm>
            <a:custGeom>
              <a:avLst/>
              <a:gdLst/>
              <a:ahLst/>
              <a:cxnLst/>
              <a:rect l="0" t="0" r="0" b="0"/>
              <a:pathLst>
                <a:path w="36488" h="21373">
                  <a:moveTo>
                    <a:pt x="0" y="21373"/>
                  </a:moveTo>
                  <a:lnTo>
                    <a:pt x="36488" y="0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20" name="Input_receptor__1819">
              <a:extLst>
                <a:ext uri="{FF2B5EF4-FFF2-40B4-BE49-F238E27FC236}">
                  <a16:creationId xmlns:a16="http://schemas.microsoft.com/office/drawing/2014/main" id="{C1CB32A9-55BE-6AB1-C783-27A272BFF127}"/>
                </a:ext>
              </a:extLst>
            </p:cNvPr>
            <p:cNvSpPr>
              <a:spLocks noGrp="1"/>
            </p:cNvSpPr>
            <p:nvPr/>
          </p:nvSpPr>
          <p:spPr>
            <a:xfrm>
              <a:off x="1197962" y="4510645"/>
              <a:ext cx="30896" cy="25466"/>
            </a:xfrm>
            <a:custGeom>
              <a:avLst/>
              <a:gdLst/>
              <a:ahLst/>
              <a:cxnLst/>
              <a:rect l="0" t="0" r="0" b="0"/>
              <a:pathLst>
                <a:path w="30896" h="25466">
                  <a:moveTo>
                    <a:pt x="30896" y="0"/>
                  </a:moveTo>
                  <a:lnTo>
                    <a:pt x="0" y="25466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21" name="Input_receptor__1820">
              <a:extLst>
                <a:ext uri="{FF2B5EF4-FFF2-40B4-BE49-F238E27FC236}">
                  <a16:creationId xmlns:a16="http://schemas.microsoft.com/office/drawing/2014/main" id="{CB8451EB-5CB0-0AFC-CAFA-EC9D358939A3}"/>
                </a:ext>
              </a:extLst>
            </p:cNvPr>
            <p:cNvSpPr>
              <a:spLocks noGrp="1"/>
            </p:cNvSpPr>
            <p:nvPr/>
          </p:nvSpPr>
          <p:spPr>
            <a:xfrm>
              <a:off x="1458785" y="4159769"/>
              <a:ext cx="27662" cy="39031"/>
            </a:xfrm>
            <a:custGeom>
              <a:avLst/>
              <a:gdLst/>
              <a:ahLst/>
              <a:cxnLst/>
              <a:rect l="0" t="0" r="0" b="0"/>
              <a:pathLst>
                <a:path w="27662" h="39031">
                  <a:moveTo>
                    <a:pt x="0" y="39031"/>
                  </a:moveTo>
                  <a:lnTo>
                    <a:pt x="27662" y="0"/>
                  </a:lnTo>
                </a:path>
              </a:pathLst>
            </a:custGeom>
            <a:noFill/>
            <a:ln w="8096">
              <a:solidFill>
                <a:srgbClr val="A4B2BD"/>
              </a:solidFill>
            </a:ln>
          </p:spPr>
        </p:sp>
        <p:sp>
          <p:nvSpPr>
            <p:cNvPr id="1822" name="Input_receptor__1821">
              <a:extLst>
                <a:ext uri="{FF2B5EF4-FFF2-40B4-BE49-F238E27FC236}">
                  <a16:creationId xmlns:a16="http://schemas.microsoft.com/office/drawing/2014/main" id="{D77E75B5-ADD5-AF20-64A5-173455BFE690}"/>
                </a:ext>
              </a:extLst>
            </p:cNvPr>
            <p:cNvSpPr>
              <a:spLocks noGrp="1"/>
            </p:cNvSpPr>
            <p:nvPr/>
          </p:nvSpPr>
          <p:spPr>
            <a:xfrm>
              <a:off x="1176246" y="4657733"/>
              <a:ext cx="14121" cy="10889"/>
            </a:xfrm>
            <a:custGeom>
              <a:avLst/>
              <a:gdLst/>
              <a:ahLst/>
              <a:cxnLst/>
              <a:rect l="0" t="0" r="0" b="0"/>
              <a:pathLst>
                <a:path w="14121" h="10889">
                  <a:moveTo>
                    <a:pt x="14121" y="0"/>
                  </a:moveTo>
                  <a:lnTo>
                    <a:pt x="0" y="10889"/>
                  </a:lnTo>
                </a:path>
              </a:pathLst>
            </a:custGeom>
            <a:noFill/>
            <a:ln w="20003">
              <a:solidFill>
                <a:srgbClr val="A4B2BD"/>
              </a:solidFill>
            </a:ln>
          </p:spPr>
        </p:sp>
        <p:sp>
          <p:nvSpPr>
            <p:cNvPr id="1823" name="Input_receptor__1822">
              <a:extLst>
                <a:ext uri="{FF2B5EF4-FFF2-40B4-BE49-F238E27FC236}">
                  <a16:creationId xmlns:a16="http://schemas.microsoft.com/office/drawing/2014/main" id="{A85D2F07-5004-A89C-190E-B041BDA71849}"/>
                </a:ext>
              </a:extLst>
            </p:cNvPr>
            <p:cNvSpPr>
              <a:spLocks noGrp="1"/>
            </p:cNvSpPr>
            <p:nvPr/>
          </p:nvSpPr>
          <p:spPr>
            <a:xfrm>
              <a:off x="837651" y="4661788"/>
              <a:ext cx="30351" cy="7740"/>
            </a:xfrm>
            <a:custGeom>
              <a:avLst/>
              <a:gdLst/>
              <a:ahLst/>
              <a:cxnLst/>
              <a:rect l="0" t="0" r="0" b="0"/>
              <a:pathLst>
                <a:path w="30351" h="7740">
                  <a:moveTo>
                    <a:pt x="0" y="0"/>
                  </a:moveTo>
                  <a:lnTo>
                    <a:pt x="30351" y="774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4" name="Input_receptor__1823">
              <a:extLst>
                <a:ext uri="{FF2B5EF4-FFF2-40B4-BE49-F238E27FC236}">
                  <a16:creationId xmlns:a16="http://schemas.microsoft.com/office/drawing/2014/main" id="{645096CB-698B-961D-399E-89D7965901C5}"/>
                </a:ext>
              </a:extLst>
            </p:cNvPr>
            <p:cNvSpPr>
              <a:spLocks noGrp="1"/>
            </p:cNvSpPr>
            <p:nvPr/>
          </p:nvSpPr>
          <p:spPr>
            <a:xfrm>
              <a:off x="1126454" y="4696242"/>
              <a:ext cx="10555" cy="23610"/>
            </a:xfrm>
            <a:custGeom>
              <a:avLst/>
              <a:gdLst/>
              <a:ahLst/>
              <a:cxnLst/>
              <a:rect l="0" t="0" r="0" b="0"/>
              <a:pathLst>
                <a:path w="10555" h="23610">
                  <a:moveTo>
                    <a:pt x="10555" y="0"/>
                  </a:moveTo>
                  <a:lnTo>
                    <a:pt x="0" y="2361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5" name="Input_receptor__1824">
              <a:extLst>
                <a:ext uri="{FF2B5EF4-FFF2-40B4-BE49-F238E27FC236}">
                  <a16:creationId xmlns:a16="http://schemas.microsoft.com/office/drawing/2014/main" id="{BC0FD40A-C495-8D37-7743-B04B241549A6}"/>
                </a:ext>
              </a:extLst>
            </p:cNvPr>
            <p:cNvSpPr>
              <a:spLocks noGrp="1"/>
            </p:cNvSpPr>
            <p:nvPr/>
          </p:nvSpPr>
          <p:spPr>
            <a:xfrm>
              <a:off x="1306967" y="4602776"/>
              <a:ext cx="39800" cy="12230"/>
            </a:xfrm>
            <a:custGeom>
              <a:avLst/>
              <a:gdLst/>
              <a:ahLst/>
              <a:cxnLst/>
              <a:rect l="0" t="0" r="0" b="0"/>
              <a:pathLst>
                <a:path w="39800" h="12230">
                  <a:moveTo>
                    <a:pt x="39800" y="122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6" name="Input_receptor__1825">
              <a:extLst>
                <a:ext uri="{FF2B5EF4-FFF2-40B4-BE49-F238E27FC236}">
                  <a16:creationId xmlns:a16="http://schemas.microsoft.com/office/drawing/2014/main" id="{E23FF858-C179-3C16-87DC-5FF54A0F3172}"/>
                </a:ext>
              </a:extLst>
            </p:cNvPr>
            <p:cNvSpPr>
              <a:spLocks noGrp="1"/>
            </p:cNvSpPr>
            <p:nvPr/>
          </p:nvSpPr>
          <p:spPr>
            <a:xfrm>
              <a:off x="1486447" y="4159769"/>
              <a:ext cx="39840" cy="27270"/>
            </a:xfrm>
            <a:custGeom>
              <a:avLst/>
              <a:gdLst/>
              <a:ahLst/>
              <a:cxnLst/>
              <a:rect l="0" t="0" r="0" b="0"/>
              <a:pathLst>
                <a:path w="39840" h="27270">
                  <a:moveTo>
                    <a:pt x="0" y="0"/>
                  </a:moveTo>
                  <a:lnTo>
                    <a:pt x="39840" y="2727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7" name="Input_receptor__1826">
              <a:extLst>
                <a:ext uri="{FF2B5EF4-FFF2-40B4-BE49-F238E27FC236}">
                  <a16:creationId xmlns:a16="http://schemas.microsoft.com/office/drawing/2014/main" id="{9165AFD9-575E-DA96-8179-02939283238C}"/>
                </a:ext>
              </a:extLst>
            </p:cNvPr>
            <p:cNvSpPr>
              <a:spLocks noGrp="1"/>
            </p:cNvSpPr>
            <p:nvPr/>
          </p:nvSpPr>
          <p:spPr>
            <a:xfrm>
              <a:off x="1015269" y="4491752"/>
              <a:ext cx="45437" cy="2325"/>
            </a:xfrm>
            <a:custGeom>
              <a:avLst/>
              <a:gdLst/>
              <a:ahLst/>
              <a:cxnLst/>
              <a:rect l="0" t="0" r="0" b="0"/>
              <a:pathLst>
                <a:path w="45437" h="2325">
                  <a:moveTo>
                    <a:pt x="45437" y="23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28" name="Input_receptor__1827">
              <a:extLst>
                <a:ext uri="{FF2B5EF4-FFF2-40B4-BE49-F238E27FC236}">
                  <a16:creationId xmlns:a16="http://schemas.microsoft.com/office/drawing/2014/main" id="{D9FE0F53-4C68-6632-3693-139ED0CBEF85}"/>
                </a:ext>
              </a:extLst>
            </p:cNvPr>
            <p:cNvSpPr>
              <a:spLocks noGrp="1"/>
            </p:cNvSpPr>
            <p:nvPr/>
          </p:nvSpPr>
          <p:spPr>
            <a:xfrm>
              <a:off x="1153242" y="4536111"/>
              <a:ext cx="44720" cy="6716"/>
            </a:xfrm>
            <a:custGeom>
              <a:avLst/>
              <a:gdLst/>
              <a:ahLst/>
              <a:cxnLst/>
              <a:rect l="0" t="0" r="0" b="0"/>
              <a:pathLst>
                <a:path w="44720" h="6716">
                  <a:moveTo>
                    <a:pt x="44720" y="0"/>
                  </a:moveTo>
                  <a:lnTo>
                    <a:pt x="0" y="6716"/>
                  </a:lnTo>
                </a:path>
              </a:pathLst>
            </a:custGeom>
            <a:noFill/>
            <a:ln w="20003">
              <a:solidFill>
                <a:srgbClr val="A4B2BE"/>
              </a:solidFill>
            </a:ln>
          </p:spPr>
        </p:sp>
        <p:sp>
          <p:nvSpPr>
            <p:cNvPr id="1829" name="Input_receptor__1828">
              <a:extLst>
                <a:ext uri="{FF2B5EF4-FFF2-40B4-BE49-F238E27FC236}">
                  <a16:creationId xmlns:a16="http://schemas.microsoft.com/office/drawing/2014/main" id="{4DB3984E-081F-7F1D-0F63-47BA1BC41334}"/>
                </a:ext>
              </a:extLst>
            </p:cNvPr>
            <p:cNvSpPr>
              <a:spLocks noGrp="1"/>
            </p:cNvSpPr>
            <p:nvPr/>
          </p:nvSpPr>
          <p:spPr>
            <a:xfrm>
              <a:off x="839474" y="4534711"/>
              <a:ext cx="29058" cy="8846"/>
            </a:xfrm>
            <a:custGeom>
              <a:avLst/>
              <a:gdLst/>
              <a:ahLst/>
              <a:cxnLst/>
              <a:rect l="0" t="0" r="0" b="0"/>
              <a:pathLst>
                <a:path w="29058" h="8846">
                  <a:moveTo>
                    <a:pt x="29058" y="0"/>
                  </a:moveTo>
                  <a:lnTo>
                    <a:pt x="0" y="8846"/>
                  </a:lnTo>
                </a:path>
              </a:pathLst>
            </a:custGeom>
            <a:noFill/>
            <a:ln w="8096">
              <a:solidFill>
                <a:srgbClr val="A4B2BE"/>
              </a:solidFill>
            </a:ln>
          </p:spPr>
        </p:sp>
        <p:sp>
          <p:nvSpPr>
            <p:cNvPr id="1830" name="Input_receptor__1829">
              <a:extLst>
                <a:ext uri="{FF2B5EF4-FFF2-40B4-BE49-F238E27FC236}">
                  <a16:creationId xmlns:a16="http://schemas.microsoft.com/office/drawing/2014/main" id="{F58CC61B-7996-BF78-168A-1AC72DB3E9D6}"/>
                </a:ext>
              </a:extLst>
            </p:cNvPr>
            <p:cNvSpPr>
              <a:spLocks noGrp="1"/>
            </p:cNvSpPr>
            <p:nvPr/>
          </p:nvSpPr>
          <p:spPr>
            <a:xfrm>
              <a:off x="1147713" y="4599036"/>
              <a:ext cx="26826" cy="17452"/>
            </a:xfrm>
            <a:custGeom>
              <a:avLst/>
              <a:gdLst/>
              <a:ahLst/>
              <a:cxnLst/>
              <a:rect l="0" t="0" r="0" b="0"/>
              <a:pathLst>
                <a:path w="26826" h="17452">
                  <a:moveTo>
                    <a:pt x="26826" y="0"/>
                  </a:moveTo>
                  <a:lnTo>
                    <a:pt x="0" y="17452"/>
                  </a:lnTo>
                </a:path>
              </a:pathLst>
            </a:custGeom>
            <a:noFill/>
            <a:ln w="20003">
              <a:solidFill>
                <a:srgbClr val="A4B2BE"/>
              </a:solidFill>
            </a:ln>
          </p:spPr>
        </p:sp>
        <p:sp>
          <p:nvSpPr>
            <p:cNvPr id="1831" name="Input_receptor__1830">
              <a:extLst>
                <a:ext uri="{FF2B5EF4-FFF2-40B4-BE49-F238E27FC236}">
                  <a16:creationId xmlns:a16="http://schemas.microsoft.com/office/drawing/2014/main" id="{1B0EABA6-A7C2-C0C5-DB4F-FE1F29522AE6}"/>
                </a:ext>
              </a:extLst>
            </p:cNvPr>
            <p:cNvSpPr>
              <a:spLocks noGrp="1"/>
            </p:cNvSpPr>
            <p:nvPr/>
          </p:nvSpPr>
          <p:spPr>
            <a:xfrm>
              <a:off x="1531724" y="4438220"/>
              <a:ext cx="1097" cy="3547"/>
            </a:xfrm>
            <a:custGeom>
              <a:avLst/>
              <a:gdLst/>
              <a:ahLst/>
              <a:cxnLst/>
              <a:rect l="0" t="0" r="0" b="0"/>
              <a:pathLst>
                <a:path w="1097" h="3547">
                  <a:moveTo>
                    <a:pt x="1097" y="35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4B3BE"/>
              </a:solidFill>
            </a:ln>
          </p:spPr>
        </p:sp>
        <p:sp>
          <p:nvSpPr>
            <p:cNvPr id="1832" name="Input_receptor__1831">
              <a:extLst>
                <a:ext uri="{FF2B5EF4-FFF2-40B4-BE49-F238E27FC236}">
                  <a16:creationId xmlns:a16="http://schemas.microsoft.com/office/drawing/2014/main" id="{D436C9F8-B46E-E222-DF71-4BF84734D3C8}"/>
                </a:ext>
              </a:extLst>
            </p:cNvPr>
            <p:cNvSpPr>
              <a:spLocks noGrp="1"/>
            </p:cNvSpPr>
            <p:nvPr/>
          </p:nvSpPr>
          <p:spPr>
            <a:xfrm>
              <a:off x="883383" y="4718739"/>
              <a:ext cx="1395" cy="22109"/>
            </a:xfrm>
            <a:custGeom>
              <a:avLst/>
              <a:gdLst/>
              <a:ahLst/>
              <a:cxnLst/>
              <a:rect l="0" t="0" r="0" b="0"/>
              <a:pathLst>
                <a:path w="1395" h="22109">
                  <a:moveTo>
                    <a:pt x="1395" y="0"/>
                  </a:moveTo>
                  <a:lnTo>
                    <a:pt x="0" y="22109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3" name="Input_receptor__1832">
              <a:extLst>
                <a:ext uri="{FF2B5EF4-FFF2-40B4-BE49-F238E27FC236}">
                  <a16:creationId xmlns:a16="http://schemas.microsoft.com/office/drawing/2014/main" id="{0CAEA7E1-82A9-B3F2-0B59-96532E8B7877}"/>
                </a:ext>
              </a:extLst>
            </p:cNvPr>
            <p:cNvSpPr>
              <a:spLocks noGrp="1"/>
            </p:cNvSpPr>
            <p:nvPr/>
          </p:nvSpPr>
          <p:spPr>
            <a:xfrm>
              <a:off x="1436107" y="4270916"/>
              <a:ext cx="21573" cy="13179"/>
            </a:xfrm>
            <a:custGeom>
              <a:avLst/>
              <a:gdLst/>
              <a:ahLst/>
              <a:cxnLst/>
              <a:rect l="0" t="0" r="0" b="0"/>
              <a:pathLst>
                <a:path w="21573" h="13179">
                  <a:moveTo>
                    <a:pt x="21573" y="0"/>
                  </a:moveTo>
                  <a:lnTo>
                    <a:pt x="0" y="13179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4" name="Input_receptor__1833">
              <a:extLst>
                <a:ext uri="{FF2B5EF4-FFF2-40B4-BE49-F238E27FC236}">
                  <a16:creationId xmlns:a16="http://schemas.microsoft.com/office/drawing/2014/main" id="{193FC36F-F9A2-0FBE-858E-CD6AF39E9278}"/>
                </a:ext>
              </a:extLst>
            </p:cNvPr>
            <p:cNvSpPr>
              <a:spLocks noGrp="1"/>
            </p:cNvSpPr>
            <p:nvPr/>
          </p:nvSpPr>
          <p:spPr>
            <a:xfrm>
              <a:off x="787687" y="4770661"/>
              <a:ext cx="876" cy="22694"/>
            </a:xfrm>
            <a:custGeom>
              <a:avLst/>
              <a:gdLst/>
              <a:ahLst/>
              <a:cxnLst/>
              <a:rect l="0" t="0" r="0" b="0"/>
              <a:pathLst>
                <a:path w="876" h="22694">
                  <a:moveTo>
                    <a:pt x="876" y="0"/>
                  </a:moveTo>
                  <a:lnTo>
                    <a:pt x="0" y="22694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5" name="Input_receptor__1834">
              <a:extLst>
                <a:ext uri="{FF2B5EF4-FFF2-40B4-BE49-F238E27FC236}">
                  <a16:creationId xmlns:a16="http://schemas.microsoft.com/office/drawing/2014/main" id="{BF8EAAD0-9254-3A3F-C73F-A1D7A17D74C8}"/>
                </a:ext>
              </a:extLst>
            </p:cNvPr>
            <p:cNvSpPr>
              <a:spLocks noGrp="1"/>
            </p:cNvSpPr>
            <p:nvPr/>
          </p:nvSpPr>
          <p:spPr>
            <a:xfrm>
              <a:off x="1295684" y="4468775"/>
              <a:ext cx="26591" cy="702"/>
            </a:xfrm>
            <a:custGeom>
              <a:avLst/>
              <a:gdLst/>
              <a:ahLst/>
              <a:cxnLst/>
              <a:rect l="0" t="0" r="0" b="0"/>
              <a:pathLst>
                <a:path w="26591" h="702">
                  <a:moveTo>
                    <a:pt x="26591" y="7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6" name="Input_receptor__1835">
              <a:extLst>
                <a:ext uri="{FF2B5EF4-FFF2-40B4-BE49-F238E27FC236}">
                  <a16:creationId xmlns:a16="http://schemas.microsoft.com/office/drawing/2014/main" id="{D52156DA-E2B2-38A3-6C8D-A61E2E349AF1}"/>
                </a:ext>
              </a:extLst>
            </p:cNvPr>
            <p:cNvSpPr>
              <a:spLocks noGrp="1"/>
            </p:cNvSpPr>
            <p:nvPr/>
          </p:nvSpPr>
          <p:spPr>
            <a:xfrm>
              <a:off x="1466382" y="4398800"/>
              <a:ext cx="21130" cy="35222"/>
            </a:xfrm>
            <a:custGeom>
              <a:avLst/>
              <a:gdLst/>
              <a:ahLst/>
              <a:cxnLst/>
              <a:rect l="0" t="0" r="0" b="0"/>
              <a:pathLst>
                <a:path w="21130" h="35222">
                  <a:moveTo>
                    <a:pt x="0" y="35222"/>
                  </a:moveTo>
                  <a:lnTo>
                    <a:pt x="21130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7" name="Input_receptor__1836">
              <a:extLst>
                <a:ext uri="{FF2B5EF4-FFF2-40B4-BE49-F238E27FC236}">
                  <a16:creationId xmlns:a16="http://schemas.microsoft.com/office/drawing/2014/main" id="{F07B94B9-E56F-4EA2-30FD-525FDFB582DA}"/>
                </a:ext>
              </a:extLst>
            </p:cNvPr>
            <p:cNvSpPr>
              <a:spLocks noGrp="1"/>
            </p:cNvSpPr>
            <p:nvPr/>
          </p:nvSpPr>
          <p:spPr>
            <a:xfrm>
              <a:off x="1397475" y="4399546"/>
              <a:ext cx="11669" cy="19679"/>
            </a:xfrm>
            <a:custGeom>
              <a:avLst/>
              <a:gdLst/>
              <a:ahLst/>
              <a:cxnLst/>
              <a:rect l="0" t="0" r="0" b="0"/>
              <a:pathLst>
                <a:path w="11669" h="19679">
                  <a:moveTo>
                    <a:pt x="0" y="19679"/>
                  </a:moveTo>
                  <a:lnTo>
                    <a:pt x="11669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38" name="Input_receptor__1837">
              <a:extLst>
                <a:ext uri="{FF2B5EF4-FFF2-40B4-BE49-F238E27FC236}">
                  <a16:creationId xmlns:a16="http://schemas.microsoft.com/office/drawing/2014/main" id="{0885979A-CAD1-0987-B491-60CF7A11401C}"/>
                </a:ext>
              </a:extLst>
            </p:cNvPr>
            <p:cNvSpPr>
              <a:spLocks noGrp="1"/>
            </p:cNvSpPr>
            <p:nvPr/>
          </p:nvSpPr>
          <p:spPr>
            <a:xfrm>
              <a:off x="1060706" y="4494077"/>
              <a:ext cx="35310" cy="2934"/>
            </a:xfrm>
            <a:custGeom>
              <a:avLst/>
              <a:gdLst/>
              <a:ahLst/>
              <a:cxnLst/>
              <a:rect l="0" t="0" r="0" b="0"/>
              <a:pathLst>
                <a:path w="35310" h="2934">
                  <a:moveTo>
                    <a:pt x="35310" y="293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39" name="Input_receptor__1838">
              <a:extLst>
                <a:ext uri="{FF2B5EF4-FFF2-40B4-BE49-F238E27FC236}">
                  <a16:creationId xmlns:a16="http://schemas.microsoft.com/office/drawing/2014/main" id="{A9CC3C5D-542D-1813-BC99-55BAA53BBD2B}"/>
                </a:ext>
              </a:extLst>
            </p:cNvPr>
            <p:cNvSpPr>
              <a:spLocks noGrp="1"/>
            </p:cNvSpPr>
            <p:nvPr/>
          </p:nvSpPr>
          <p:spPr>
            <a:xfrm>
              <a:off x="1122394" y="4542827"/>
              <a:ext cx="30847" cy="13957"/>
            </a:xfrm>
            <a:custGeom>
              <a:avLst/>
              <a:gdLst/>
              <a:ahLst/>
              <a:cxnLst/>
              <a:rect l="0" t="0" r="0" b="0"/>
              <a:pathLst>
                <a:path w="30847" h="13957">
                  <a:moveTo>
                    <a:pt x="30847" y="0"/>
                  </a:moveTo>
                  <a:lnTo>
                    <a:pt x="0" y="13957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0" name="Input_receptor__1839">
              <a:extLst>
                <a:ext uri="{FF2B5EF4-FFF2-40B4-BE49-F238E27FC236}">
                  <a16:creationId xmlns:a16="http://schemas.microsoft.com/office/drawing/2014/main" id="{8F4CC82B-F5F8-9A80-36B9-AB7141581B91}"/>
                </a:ext>
              </a:extLst>
            </p:cNvPr>
            <p:cNvSpPr>
              <a:spLocks noGrp="1"/>
            </p:cNvSpPr>
            <p:nvPr/>
          </p:nvSpPr>
          <p:spPr>
            <a:xfrm>
              <a:off x="626958" y="4539154"/>
              <a:ext cx="41399" cy="23603"/>
            </a:xfrm>
            <a:custGeom>
              <a:avLst/>
              <a:gdLst/>
              <a:ahLst/>
              <a:cxnLst/>
              <a:rect l="0" t="0" r="0" b="0"/>
              <a:pathLst>
                <a:path w="41399" h="23603">
                  <a:moveTo>
                    <a:pt x="41399" y="0"/>
                  </a:moveTo>
                  <a:lnTo>
                    <a:pt x="0" y="23603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1" name="Input_receptor__1840">
              <a:extLst>
                <a:ext uri="{FF2B5EF4-FFF2-40B4-BE49-F238E27FC236}">
                  <a16:creationId xmlns:a16="http://schemas.microsoft.com/office/drawing/2014/main" id="{7740E21D-6C11-27E0-003B-4B7CFB666EB3}"/>
                </a:ext>
              </a:extLst>
            </p:cNvPr>
            <p:cNvSpPr>
              <a:spLocks noGrp="1"/>
            </p:cNvSpPr>
            <p:nvPr/>
          </p:nvSpPr>
          <p:spPr>
            <a:xfrm>
              <a:off x="1458785" y="4198799"/>
              <a:ext cx="19031" cy="24947"/>
            </a:xfrm>
            <a:custGeom>
              <a:avLst/>
              <a:gdLst/>
              <a:ahLst/>
              <a:cxnLst/>
              <a:rect l="0" t="0" r="0" b="0"/>
              <a:pathLst>
                <a:path w="19031" h="24947">
                  <a:moveTo>
                    <a:pt x="19031" y="2494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2" name="Input_receptor__1841">
              <a:extLst>
                <a:ext uri="{FF2B5EF4-FFF2-40B4-BE49-F238E27FC236}">
                  <a16:creationId xmlns:a16="http://schemas.microsoft.com/office/drawing/2014/main" id="{BB9E3DCF-941B-B330-3FB4-6FA31060DC66}"/>
                </a:ext>
              </a:extLst>
            </p:cNvPr>
            <p:cNvSpPr>
              <a:spLocks noGrp="1"/>
            </p:cNvSpPr>
            <p:nvPr/>
          </p:nvSpPr>
          <p:spPr>
            <a:xfrm>
              <a:off x="1487512" y="4395147"/>
              <a:ext cx="32897" cy="3653"/>
            </a:xfrm>
            <a:custGeom>
              <a:avLst/>
              <a:gdLst/>
              <a:ahLst/>
              <a:cxnLst/>
              <a:rect l="0" t="0" r="0" b="0"/>
              <a:pathLst>
                <a:path w="32897" h="3653">
                  <a:moveTo>
                    <a:pt x="0" y="3653"/>
                  </a:moveTo>
                  <a:lnTo>
                    <a:pt x="32897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3" name="Input_receptor__1842">
              <a:extLst>
                <a:ext uri="{FF2B5EF4-FFF2-40B4-BE49-F238E27FC236}">
                  <a16:creationId xmlns:a16="http://schemas.microsoft.com/office/drawing/2014/main" id="{66016B43-7B33-A16B-46A4-087AD173B2F7}"/>
                </a:ext>
              </a:extLst>
            </p:cNvPr>
            <p:cNvSpPr>
              <a:spLocks noGrp="1"/>
            </p:cNvSpPr>
            <p:nvPr/>
          </p:nvSpPr>
          <p:spPr>
            <a:xfrm>
              <a:off x="668097" y="4490850"/>
              <a:ext cx="259" cy="48304"/>
            </a:xfrm>
            <a:custGeom>
              <a:avLst/>
              <a:gdLst/>
              <a:ahLst/>
              <a:cxnLst/>
              <a:rect l="0" t="0" r="0" b="0"/>
              <a:pathLst>
                <a:path w="259" h="48304">
                  <a:moveTo>
                    <a:pt x="0" y="0"/>
                  </a:moveTo>
                  <a:lnTo>
                    <a:pt x="259" y="48304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4" name="Input_receptor__1843">
              <a:extLst>
                <a:ext uri="{FF2B5EF4-FFF2-40B4-BE49-F238E27FC236}">
                  <a16:creationId xmlns:a16="http://schemas.microsoft.com/office/drawing/2014/main" id="{60BC47C1-9ECE-2F5A-2ADA-93D691A3C75D}"/>
                </a:ext>
              </a:extLst>
            </p:cNvPr>
            <p:cNvSpPr>
              <a:spLocks noGrp="1"/>
            </p:cNvSpPr>
            <p:nvPr/>
          </p:nvSpPr>
          <p:spPr>
            <a:xfrm>
              <a:off x="1502596" y="4309463"/>
              <a:ext cx="43103" cy="14390"/>
            </a:xfrm>
            <a:custGeom>
              <a:avLst/>
              <a:gdLst/>
              <a:ahLst/>
              <a:cxnLst/>
              <a:rect l="0" t="0" r="0" b="0"/>
              <a:pathLst>
                <a:path w="43103" h="14390">
                  <a:moveTo>
                    <a:pt x="43103" y="14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5" name="Input_receptor__1844">
              <a:extLst>
                <a:ext uri="{FF2B5EF4-FFF2-40B4-BE49-F238E27FC236}">
                  <a16:creationId xmlns:a16="http://schemas.microsoft.com/office/drawing/2014/main" id="{0BABC456-21FF-20BF-9494-84C8F91FC8CD}"/>
                </a:ext>
              </a:extLst>
            </p:cNvPr>
            <p:cNvSpPr>
              <a:spLocks noGrp="1"/>
            </p:cNvSpPr>
            <p:nvPr/>
          </p:nvSpPr>
          <p:spPr>
            <a:xfrm>
              <a:off x="791630" y="4661788"/>
              <a:ext cx="46021" cy="12818"/>
            </a:xfrm>
            <a:custGeom>
              <a:avLst/>
              <a:gdLst/>
              <a:ahLst/>
              <a:cxnLst/>
              <a:rect l="0" t="0" r="0" b="0"/>
              <a:pathLst>
                <a:path w="46021" h="12818">
                  <a:moveTo>
                    <a:pt x="0" y="12818"/>
                  </a:moveTo>
                  <a:lnTo>
                    <a:pt x="46021" y="0"/>
                  </a:lnTo>
                </a:path>
              </a:pathLst>
            </a:custGeom>
            <a:noFill/>
            <a:ln w="20003">
              <a:solidFill>
                <a:srgbClr val="A5B3BE"/>
              </a:solidFill>
            </a:ln>
          </p:spPr>
        </p:sp>
        <p:sp>
          <p:nvSpPr>
            <p:cNvPr id="1846" name="Input_receptor__1845">
              <a:extLst>
                <a:ext uri="{FF2B5EF4-FFF2-40B4-BE49-F238E27FC236}">
                  <a16:creationId xmlns:a16="http://schemas.microsoft.com/office/drawing/2014/main" id="{0338C643-3A36-DE01-61E5-328411C4BB25}"/>
                </a:ext>
              </a:extLst>
            </p:cNvPr>
            <p:cNvSpPr>
              <a:spLocks noGrp="1"/>
            </p:cNvSpPr>
            <p:nvPr/>
          </p:nvSpPr>
          <p:spPr>
            <a:xfrm>
              <a:off x="1106782" y="4616488"/>
              <a:ext cx="40931" cy="21830"/>
            </a:xfrm>
            <a:custGeom>
              <a:avLst/>
              <a:gdLst/>
              <a:ahLst/>
              <a:cxnLst/>
              <a:rect l="0" t="0" r="0" b="0"/>
              <a:pathLst>
                <a:path w="40931" h="21830">
                  <a:moveTo>
                    <a:pt x="40931" y="0"/>
                  </a:moveTo>
                  <a:lnTo>
                    <a:pt x="0" y="21830"/>
                  </a:lnTo>
                </a:path>
              </a:pathLst>
            </a:custGeom>
            <a:noFill/>
            <a:ln w="8096">
              <a:solidFill>
                <a:srgbClr val="A5B3BE"/>
              </a:solidFill>
            </a:ln>
          </p:spPr>
        </p:sp>
        <p:sp>
          <p:nvSpPr>
            <p:cNvPr id="1847" name="Input_receptor__1846">
              <a:extLst>
                <a:ext uri="{FF2B5EF4-FFF2-40B4-BE49-F238E27FC236}">
                  <a16:creationId xmlns:a16="http://schemas.microsoft.com/office/drawing/2014/main" id="{256A3584-4CED-ECE6-BB0C-F99BCA1B2F4A}"/>
                </a:ext>
              </a:extLst>
            </p:cNvPr>
            <p:cNvSpPr>
              <a:spLocks noGrp="1"/>
            </p:cNvSpPr>
            <p:nvPr/>
          </p:nvSpPr>
          <p:spPr>
            <a:xfrm>
              <a:off x="856496" y="4597133"/>
              <a:ext cx="13023" cy="7826"/>
            </a:xfrm>
            <a:custGeom>
              <a:avLst/>
              <a:gdLst/>
              <a:ahLst/>
              <a:cxnLst/>
              <a:rect l="0" t="0" r="0" b="0"/>
              <a:pathLst>
                <a:path w="13023" h="7826">
                  <a:moveTo>
                    <a:pt x="13023" y="78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5B3BF"/>
              </a:solidFill>
            </a:ln>
          </p:spPr>
        </p:sp>
        <p:sp>
          <p:nvSpPr>
            <p:cNvPr id="1848" name="Input_receptor__1847">
              <a:extLst>
                <a:ext uri="{FF2B5EF4-FFF2-40B4-BE49-F238E27FC236}">
                  <a16:creationId xmlns:a16="http://schemas.microsoft.com/office/drawing/2014/main" id="{08EC34B5-BA47-1FEB-4E31-92C275A22636}"/>
                </a:ext>
              </a:extLst>
            </p:cNvPr>
            <p:cNvSpPr>
              <a:spLocks noGrp="1"/>
            </p:cNvSpPr>
            <p:nvPr/>
          </p:nvSpPr>
          <p:spPr>
            <a:xfrm>
              <a:off x="884778" y="4678248"/>
              <a:ext cx="20944" cy="40491"/>
            </a:xfrm>
            <a:custGeom>
              <a:avLst/>
              <a:gdLst/>
              <a:ahLst/>
              <a:cxnLst/>
              <a:rect l="0" t="0" r="0" b="0"/>
              <a:pathLst>
                <a:path w="20944" h="40491">
                  <a:moveTo>
                    <a:pt x="20944" y="0"/>
                  </a:moveTo>
                  <a:lnTo>
                    <a:pt x="0" y="40491"/>
                  </a:lnTo>
                </a:path>
              </a:pathLst>
            </a:custGeom>
            <a:noFill/>
            <a:ln w="20003">
              <a:solidFill>
                <a:srgbClr val="A5B3BF"/>
              </a:solidFill>
            </a:ln>
          </p:spPr>
        </p:sp>
        <p:sp>
          <p:nvSpPr>
            <p:cNvPr id="1849" name="Input_receptor__1848">
              <a:extLst>
                <a:ext uri="{FF2B5EF4-FFF2-40B4-BE49-F238E27FC236}">
                  <a16:creationId xmlns:a16="http://schemas.microsoft.com/office/drawing/2014/main" id="{77D54691-24A7-BA10-B948-529515787C5D}"/>
                </a:ext>
              </a:extLst>
            </p:cNvPr>
            <p:cNvSpPr>
              <a:spLocks noGrp="1"/>
            </p:cNvSpPr>
            <p:nvPr/>
          </p:nvSpPr>
          <p:spPr>
            <a:xfrm>
              <a:off x="1096016" y="4483286"/>
              <a:ext cx="42662" cy="13725"/>
            </a:xfrm>
            <a:custGeom>
              <a:avLst/>
              <a:gdLst/>
              <a:ahLst/>
              <a:cxnLst/>
              <a:rect l="0" t="0" r="0" b="0"/>
              <a:pathLst>
                <a:path w="42662" h="13725">
                  <a:moveTo>
                    <a:pt x="42662" y="0"/>
                  </a:moveTo>
                  <a:lnTo>
                    <a:pt x="0" y="13725"/>
                  </a:lnTo>
                </a:path>
              </a:pathLst>
            </a:custGeom>
            <a:noFill/>
            <a:ln w="20003">
              <a:solidFill>
                <a:srgbClr val="A5B3BF"/>
              </a:solidFill>
            </a:ln>
          </p:spPr>
        </p:sp>
        <p:sp>
          <p:nvSpPr>
            <p:cNvPr id="1850" name="Input_receptor__1849">
              <a:extLst>
                <a:ext uri="{FF2B5EF4-FFF2-40B4-BE49-F238E27FC236}">
                  <a16:creationId xmlns:a16="http://schemas.microsoft.com/office/drawing/2014/main" id="{920E9F06-1730-8176-6653-5219F7E289E5}"/>
                </a:ext>
              </a:extLst>
            </p:cNvPr>
            <p:cNvSpPr>
              <a:spLocks noGrp="1"/>
            </p:cNvSpPr>
            <p:nvPr/>
          </p:nvSpPr>
          <p:spPr>
            <a:xfrm>
              <a:off x="800718" y="4515181"/>
              <a:ext cx="38755" cy="28376"/>
            </a:xfrm>
            <a:custGeom>
              <a:avLst/>
              <a:gdLst/>
              <a:ahLst/>
              <a:cxnLst/>
              <a:rect l="0" t="0" r="0" b="0"/>
              <a:pathLst>
                <a:path w="38755" h="28376">
                  <a:moveTo>
                    <a:pt x="38755" y="283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1" name="Input_receptor__1850">
              <a:extLst>
                <a:ext uri="{FF2B5EF4-FFF2-40B4-BE49-F238E27FC236}">
                  <a16:creationId xmlns:a16="http://schemas.microsoft.com/office/drawing/2014/main" id="{3F9BC93A-00F4-9A76-2932-8C5AFA78BD89}"/>
                </a:ext>
              </a:extLst>
            </p:cNvPr>
            <p:cNvSpPr>
              <a:spLocks noGrp="1"/>
            </p:cNvSpPr>
            <p:nvPr/>
          </p:nvSpPr>
          <p:spPr>
            <a:xfrm>
              <a:off x="1083559" y="4556784"/>
              <a:ext cx="38835" cy="21955"/>
            </a:xfrm>
            <a:custGeom>
              <a:avLst/>
              <a:gdLst/>
              <a:ahLst/>
              <a:cxnLst/>
              <a:rect l="0" t="0" r="0" b="0"/>
              <a:pathLst>
                <a:path w="38835" h="21955">
                  <a:moveTo>
                    <a:pt x="38835" y="0"/>
                  </a:moveTo>
                  <a:lnTo>
                    <a:pt x="0" y="21955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2" name="Input_receptor__1851">
              <a:extLst>
                <a:ext uri="{FF2B5EF4-FFF2-40B4-BE49-F238E27FC236}">
                  <a16:creationId xmlns:a16="http://schemas.microsoft.com/office/drawing/2014/main" id="{8EC6D637-730D-E763-E490-3AF6067D9B8B}"/>
                </a:ext>
              </a:extLst>
            </p:cNvPr>
            <p:cNvSpPr>
              <a:spLocks noGrp="1"/>
            </p:cNvSpPr>
            <p:nvPr/>
          </p:nvSpPr>
          <p:spPr>
            <a:xfrm>
              <a:off x="1137009" y="4668623"/>
              <a:ext cx="39237" cy="27620"/>
            </a:xfrm>
            <a:custGeom>
              <a:avLst/>
              <a:gdLst/>
              <a:ahLst/>
              <a:cxnLst/>
              <a:rect l="0" t="0" r="0" b="0"/>
              <a:pathLst>
                <a:path w="39237" h="27620">
                  <a:moveTo>
                    <a:pt x="39237" y="0"/>
                  </a:moveTo>
                  <a:lnTo>
                    <a:pt x="0" y="27620"/>
                  </a:lnTo>
                </a:path>
              </a:pathLst>
            </a:custGeom>
            <a:noFill/>
            <a:ln w="8096">
              <a:solidFill>
                <a:srgbClr val="A6B3BF"/>
              </a:solidFill>
            </a:ln>
          </p:spPr>
        </p:sp>
        <p:sp>
          <p:nvSpPr>
            <p:cNvPr id="1853" name="Input_receptor__1852">
              <a:extLst>
                <a:ext uri="{FF2B5EF4-FFF2-40B4-BE49-F238E27FC236}">
                  <a16:creationId xmlns:a16="http://schemas.microsoft.com/office/drawing/2014/main" id="{A6B59728-3BD6-1055-5F3A-78676EDE2686}"/>
                </a:ext>
              </a:extLst>
            </p:cNvPr>
            <p:cNvSpPr>
              <a:spLocks noGrp="1"/>
            </p:cNvSpPr>
            <p:nvPr/>
          </p:nvSpPr>
          <p:spPr>
            <a:xfrm>
              <a:off x="1091465" y="4427029"/>
              <a:ext cx="45711" cy="4319"/>
            </a:xfrm>
            <a:custGeom>
              <a:avLst/>
              <a:gdLst/>
              <a:ahLst/>
              <a:cxnLst/>
              <a:rect l="0" t="0" r="0" b="0"/>
              <a:pathLst>
                <a:path w="45711" h="4319">
                  <a:moveTo>
                    <a:pt x="0" y="0"/>
                  </a:moveTo>
                  <a:lnTo>
                    <a:pt x="45711" y="4319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54" name="Input_receptor__1853">
              <a:extLst>
                <a:ext uri="{FF2B5EF4-FFF2-40B4-BE49-F238E27FC236}">
                  <a16:creationId xmlns:a16="http://schemas.microsoft.com/office/drawing/2014/main" id="{98D1B827-6387-18A2-A802-025AB8CF5274}"/>
                </a:ext>
              </a:extLst>
            </p:cNvPr>
            <p:cNvSpPr>
              <a:spLocks noGrp="1"/>
            </p:cNvSpPr>
            <p:nvPr/>
          </p:nvSpPr>
          <p:spPr>
            <a:xfrm>
              <a:off x="1270262" y="4755402"/>
              <a:ext cx="4385" cy="41218"/>
            </a:xfrm>
            <a:custGeom>
              <a:avLst/>
              <a:gdLst/>
              <a:ahLst/>
              <a:cxnLst/>
              <a:rect l="0" t="0" r="0" b="0"/>
              <a:pathLst>
                <a:path w="4385" h="41218">
                  <a:moveTo>
                    <a:pt x="0" y="0"/>
                  </a:moveTo>
                  <a:lnTo>
                    <a:pt x="4385" y="41218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5" name="Input_receptor__1854">
              <a:extLst>
                <a:ext uri="{FF2B5EF4-FFF2-40B4-BE49-F238E27FC236}">
                  <a16:creationId xmlns:a16="http://schemas.microsoft.com/office/drawing/2014/main" id="{0CD8EB1B-ED80-A369-10CB-FD3D07C2D237}"/>
                </a:ext>
              </a:extLst>
            </p:cNvPr>
            <p:cNvSpPr>
              <a:spLocks noGrp="1"/>
            </p:cNvSpPr>
            <p:nvPr/>
          </p:nvSpPr>
          <p:spPr>
            <a:xfrm>
              <a:off x="620232" y="4604102"/>
              <a:ext cx="9671" cy="39147"/>
            </a:xfrm>
            <a:custGeom>
              <a:avLst/>
              <a:gdLst/>
              <a:ahLst/>
              <a:cxnLst/>
              <a:rect l="0" t="0" r="0" b="0"/>
              <a:pathLst>
                <a:path w="9671" h="39147">
                  <a:moveTo>
                    <a:pt x="0" y="0"/>
                  </a:moveTo>
                  <a:lnTo>
                    <a:pt x="9671" y="39147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6" name="Input_receptor__1855">
              <a:extLst>
                <a:ext uri="{FF2B5EF4-FFF2-40B4-BE49-F238E27FC236}">
                  <a16:creationId xmlns:a16="http://schemas.microsoft.com/office/drawing/2014/main" id="{8751E7F0-F668-DCEA-09AF-4A39F49F0D61}"/>
                </a:ext>
              </a:extLst>
            </p:cNvPr>
            <p:cNvSpPr>
              <a:spLocks noGrp="1"/>
            </p:cNvSpPr>
            <p:nvPr/>
          </p:nvSpPr>
          <p:spPr>
            <a:xfrm>
              <a:off x="1396652" y="4284095"/>
              <a:ext cx="39455" cy="26594"/>
            </a:xfrm>
            <a:custGeom>
              <a:avLst/>
              <a:gdLst/>
              <a:ahLst/>
              <a:cxnLst/>
              <a:rect l="0" t="0" r="0" b="0"/>
              <a:pathLst>
                <a:path w="39455" h="26594">
                  <a:moveTo>
                    <a:pt x="39455" y="0"/>
                  </a:moveTo>
                  <a:lnTo>
                    <a:pt x="0" y="26594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7" name="Input_receptor__1856">
              <a:extLst>
                <a:ext uri="{FF2B5EF4-FFF2-40B4-BE49-F238E27FC236}">
                  <a16:creationId xmlns:a16="http://schemas.microsoft.com/office/drawing/2014/main" id="{1A33A676-8B9D-12F7-B22B-AF8E793AA195}"/>
                </a:ext>
              </a:extLst>
            </p:cNvPr>
            <p:cNvSpPr>
              <a:spLocks noGrp="1"/>
            </p:cNvSpPr>
            <p:nvPr/>
          </p:nvSpPr>
          <p:spPr>
            <a:xfrm>
              <a:off x="758721" y="4646751"/>
              <a:ext cx="32909" cy="27856"/>
            </a:xfrm>
            <a:custGeom>
              <a:avLst/>
              <a:gdLst/>
              <a:ahLst/>
              <a:cxnLst/>
              <a:rect l="0" t="0" r="0" b="0"/>
              <a:pathLst>
                <a:path w="32909" h="27856">
                  <a:moveTo>
                    <a:pt x="0" y="0"/>
                  </a:moveTo>
                  <a:lnTo>
                    <a:pt x="32909" y="27856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58" name="Input_receptor__1857">
              <a:extLst>
                <a:ext uri="{FF2B5EF4-FFF2-40B4-BE49-F238E27FC236}">
                  <a16:creationId xmlns:a16="http://schemas.microsoft.com/office/drawing/2014/main" id="{D3EF2323-161D-CEDE-898D-CCCBFCD92FCC}"/>
                </a:ext>
              </a:extLst>
            </p:cNvPr>
            <p:cNvSpPr>
              <a:spLocks noGrp="1"/>
            </p:cNvSpPr>
            <p:nvPr/>
          </p:nvSpPr>
          <p:spPr>
            <a:xfrm>
              <a:off x="620232" y="4562756"/>
              <a:ext cx="6725" cy="41345"/>
            </a:xfrm>
            <a:custGeom>
              <a:avLst/>
              <a:gdLst/>
              <a:ahLst/>
              <a:cxnLst/>
              <a:rect l="0" t="0" r="0" b="0"/>
              <a:pathLst>
                <a:path w="6725" h="41345">
                  <a:moveTo>
                    <a:pt x="6725" y="0"/>
                  </a:moveTo>
                  <a:lnTo>
                    <a:pt x="0" y="41345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59" name="Input_receptor__1858">
              <a:extLst>
                <a:ext uri="{FF2B5EF4-FFF2-40B4-BE49-F238E27FC236}">
                  <a16:creationId xmlns:a16="http://schemas.microsoft.com/office/drawing/2014/main" id="{467F66F1-745B-41D4-C849-A61CDF106F78}"/>
                </a:ext>
              </a:extLst>
            </p:cNvPr>
            <p:cNvSpPr>
              <a:spLocks noGrp="1"/>
            </p:cNvSpPr>
            <p:nvPr/>
          </p:nvSpPr>
          <p:spPr>
            <a:xfrm>
              <a:off x="729661" y="4447328"/>
              <a:ext cx="2507" cy="39971"/>
            </a:xfrm>
            <a:custGeom>
              <a:avLst/>
              <a:gdLst/>
              <a:ahLst/>
              <a:cxnLst/>
              <a:rect l="0" t="0" r="0" b="0"/>
              <a:pathLst>
                <a:path w="2507" h="39971">
                  <a:moveTo>
                    <a:pt x="0" y="0"/>
                  </a:moveTo>
                  <a:lnTo>
                    <a:pt x="2507" y="39971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0" name="Input_receptor__1859">
              <a:extLst>
                <a:ext uri="{FF2B5EF4-FFF2-40B4-BE49-F238E27FC236}">
                  <a16:creationId xmlns:a16="http://schemas.microsoft.com/office/drawing/2014/main" id="{19197B5A-72D7-1CBC-104B-A4D16535430E}"/>
                </a:ext>
              </a:extLst>
            </p:cNvPr>
            <p:cNvSpPr>
              <a:spLocks noGrp="1"/>
            </p:cNvSpPr>
            <p:nvPr/>
          </p:nvSpPr>
          <p:spPr>
            <a:xfrm>
              <a:off x="1138679" y="4483286"/>
              <a:ext cx="40258" cy="2217"/>
            </a:xfrm>
            <a:custGeom>
              <a:avLst/>
              <a:gdLst/>
              <a:ahLst/>
              <a:cxnLst/>
              <a:rect l="0" t="0" r="0" b="0"/>
              <a:pathLst>
                <a:path w="40258" h="2217">
                  <a:moveTo>
                    <a:pt x="40258" y="22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1" name="Input_receptor__1860">
              <a:extLst>
                <a:ext uri="{FF2B5EF4-FFF2-40B4-BE49-F238E27FC236}">
                  <a16:creationId xmlns:a16="http://schemas.microsoft.com/office/drawing/2014/main" id="{2A8DF28E-07C3-5441-7BC5-C4AB19C27214}"/>
                </a:ext>
              </a:extLst>
            </p:cNvPr>
            <p:cNvSpPr>
              <a:spLocks noGrp="1"/>
            </p:cNvSpPr>
            <p:nvPr/>
          </p:nvSpPr>
          <p:spPr>
            <a:xfrm>
              <a:off x="1141896" y="4813011"/>
              <a:ext cx="25032" cy="30257"/>
            </a:xfrm>
            <a:custGeom>
              <a:avLst/>
              <a:gdLst/>
              <a:ahLst/>
              <a:cxnLst/>
              <a:rect l="0" t="0" r="0" b="0"/>
              <a:pathLst>
                <a:path w="25032" h="30257">
                  <a:moveTo>
                    <a:pt x="0" y="0"/>
                  </a:moveTo>
                  <a:lnTo>
                    <a:pt x="25032" y="30257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2" name="Input_receptor__1861">
              <a:extLst>
                <a:ext uri="{FF2B5EF4-FFF2-40B4-BE49-F238E27FC236}">
                  <a16:creationId xmlns:a16="http://schemas.microsoft.com/office/drawing/2014/main" id="{228C270E-8898-CD3A-4811-E884D4AAB7A9}"/>
                </a:ext>
              </a:extLst>
            </p:cNvPr>
            <p:cNvSpPr>
              <a:spLocks noGrp="1"/>
            </p:cNvSpPr>
            <p:nvPr/>
          </p:nvSpPr>
          <p:spPr>
            <a:xfrm>
              <a:off x="1502596" y="4261732"/>
              <a:ext cx="4714" cy="47731"/>
            </a:xfrm>
            <a:custGeom>
              <a:avLst/>
              <a:gdLst/>
              <a:ahLst/>
              <a:cxnLst/>
              <a:rect l="0" t="0" r="0" b="0"/>
              <a:pathLst>
                <a:path w="4714" h="47731">
                  <a:moveTo>
                    <a:pt x="0" y="47731"/>
                  </a:moveTo>
                  <a:lnTo>
                    <a:pt x="4714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3" name="Input_receptor__1862">
              <a:extLst>
                <a:ext uri="{FF2B5EF4-FFF2-40B4-BE49-F238E27FC236}">
                  <a16:creationId xmlns:a16="http://schemas.microsoft.com/office/drawing/2014/main" id="{2D65FB9E-6658-BB3A-26A7-CAF4B3EFB51C}"/>
                </a:ext>
              </a:extLst>
            </p:cNvPr>
            <p:cNvSpPr>
              <a:spLocks noGrp="1"/>
            </p:cNvSpPr>
            <p:nvPr/>
          </p:nvSpPr>
          <p:spPr>
            <a:xfrm>
              <a:off x="1176203" y="4725043"/>
              <a:ext cx="36743" cy="26483"/>
            </a:xfrm>
            <a:custGeom>
              <a:avLst/>
              <a:gdLst/>
              <a:ahLst/>
              <a:cxnLst/>
              <a:rect l="0" t="0" r="0" b="0"/>
              <a:pathLst>
                <a:path w="36743" h="26483">
                  <a:moveTo>
                    <a:pt x="36743" y="0"/>
                  </a:moveTo>
                  <a:lnTo>
                    <a:pt x="0" y="26483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4" name="Input_receptor__1863">
              <a:extLst>
                <a:ext uri="{FF2B5EF4-FFF2-40B4-BE49-F238E27FC236}">
                  <a16:creationId xmlns:a16="http://schemas.microsoft.com/office/drawing/2014/main" id="{46A3738B-7E7A-0FE8-3D55-844D921843DF}"/>
                </a:ext>
              </a:extLst>
            </p:cNvPr>
            <p:cNvSpPr>
              <a:spLocks noGrp="1"/>
            </p:cNvSpPr>
            <p:nvPr/>
          </p:nvSpPr>
          <p:spPr>
            <a:xfrm>
              <a:off x="1048161" y="4427029"/>
              <a:ext cx="43303" cy="20519"/>
            </a:xfrm>
            <a:custGeom>
              <a:avLst/>
              <a:gdLst/>
              <a:ahLst/>
              <a:cxnLst/>
              <a:rect l="0" t="0" r="0" b="0"/>
              <a:pathLst>
                <a:path w="43303" h="20519">
                  <a:moveTo>
                    <a:pt x="0" y="20519"/>
                  </a:moveTo>
                  <a:lnTo>
                    <a:pt x="43303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5" name="Input_receptor__1864">
              <a:extLst>
                <a:ext uri="{FF2B5EF4-FFF2-40B4-BE49-F238E27FC236}">
                  <a16:creationId xmlns:a16="http://schemas.microsoft.com/office/drawing/2014/main" id="{B0553216-3AC8-37B0-98EF-8D1C0DBD18A7}"/>
                </a:ext>
              </a:extLst>
            </p:cNvPr>
            <p:cNvSpPr>
              <a:spLocks noGrp="1"/>
            </p:cNvSpPr>
            <p:nvPr/>
          </p:nvSpPr>
          <p:spPr>
            <a:xfrm>
              <a:off x="1178937" y="4461034"/>
              <a:ext cx="36818" cy="24469"/>
            </a:xfrm>
            <a:custGeom>
              <a:avLst/>
              <a:gdLst/>
              <a:ahLst/>
              <a:cxnLst/>
              <a:rect l="0" t="0" r="0" b="0"/>
              <a:pathLst>
                <a:path w="36818" h="24469">
                  <a:moveTo>
                    <a:pt x="36818" y="0"/>
                  </a:moveTo>
                  <a:lnTo>
                    <a:pt x="0" y="24469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6" name="Input_receptor__1865">
              <a:extLst>
                <a:ext uri="{FF2B5EF4-FFF2-40B4-BE49-F238E27FC236}">
                  <a16:creationId xmlns:a16="http://schemas.microsoft.com/office/drawing/2014/main" id="{031AA2BB-577E-A146-C10C-7F18C34A8F40}"/>
                </a:ext>
              </a:extLst>
            </p:cNvPr>
            <p:cNvSpPr>
              <a:spLocks noGrp="1"/>
            </p:cNvSpPr>
            <p:nvPr/>
          </p:nvSpPr>
          <p:spPr>
            <a:xfrm>
              <a:off x="722620" y="4487299"/>
              <a:ext cx="9548" cy="27786"/>
            </a:xfrm>
            <a:custGeom>
              <a:avLst/>
              <a:gdLst/>
              <a:ahLst/>
              <a:cxnLst/>
              <a:rect l="0" t="0" r="0" b="0"/>
              <a:pathLst>
                <a:path w="9548" h="27786">
                  <a:moveTo>
                    <a:pt x="9548" y="0"/>
                  </a:moveTo>
                  <a:lnTo>
                    <a:pt x="0" y="27786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67" name="Input_receptor__1866">
              <a:extLst>
                <a:ext uri="{FF2B5EF4-FFF2-40B4-BE49-F238E27FC236}">
                  <a16:creationId xmlns:a16="http://schemas.microsoft.com/office/drawing/2014/main" id="{702354D2-C141-BFA6-064E-7E5E4207AAE2}"/>
                </a:ext>
              </a:extLst>
            </p:cNvPr>
            <p:cNvSpPr>
              <a:spLocks noGrp="1"/>
            </p:cNvSpPr>
            <p:nvPr/>
          </p:nvSpPr>
          <p:spPr>
            <a:xfrm>
              <a:off x="1096505" y="4638318"/>
              <a:ext cx="10277" cy="24326"/>
            </a:xfrm>
            <a:custGeom>
              <a:avLst/>
              <a:gdLst/>
              <a:ahLst/>
              <a:cxnLst/>
              <a:rect l="0" t="0" r="0" b="0"/>
              <a:pathLst>
                <a:path w="10277" h="24326">
                  <a:moveTo>
                    <a:pt x="10277" y="0"/>
                  </a:moveTo>
                  <a:lnTo>
                    <a:pt x="0" y="24326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8" name="Input_receptor__1867">
              <a:extLst>
                <a:ext uri="{FF2B5EF4-FFF2-40B4-BE49-F238E27FC236}">
                  <a16:creationId xmlns:a16="http://schemas.microsoft.com/office/drawing/2014/main" id="{525AA721-485D-F2CB-8111-73EE461CDA22}"/>
                </a:ext>
              </a:extLst>
            </p:cNvPr>
            <p:cNvSpPr>
              <a:spLocks noGrp="1"/>
            </p:cNvSpPr>
            <p:nvPr/>
          </p:nvSpPr>
          <p:spPr>
            <a:xfrm>
              <a:off x="1477816" y="4223746"/>
              <a:ext cx="29495" cy="37985"/>
            </a:xfrm>
            <a:custGeom>
              <a:avLst/>
              <a:gdLst/>
              <a:ahLst/>
              <a:cxnLst/>
              <a:rect l="0" t="0" r="0" b="0"/>
              <a:pathLst>
                <a:path w="29495" h="37985">
                  <a:moveTo>
                    <a:pt x="29495" y="379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69" name="Input_receptor__1868">
              <a:extLst>
                <a:ext uri="{FF2B5EF4-FFF2-40B4-BE49-F238E27FC236}">
                  <a16:creationId xmlns:a16="http://schemas.microsoft.com/office/drawing/2014/main" id="{F63A62AF-8656-AA7C-9119-D506E9B2622B}"/>
                </a:ext>
              </a:extLst>
            </p:cNvPr>
            <p:cNvSpPr>
              <a:spLocks noGrp="1"/>
            </p:cNvSpPr>
            <p:nvPr/>
          </p:nvSpPr>
          <p:spPr>
            <a:xfrm>
              <a:off x="1520409" y="4395147"/>
              <a:ext cx="12413" cy="46620"/>
            </a:xfrm>
            <a:custGeom>
              <a:avLst/>
              <a:gdLst/>
              <a:ahLst/>
              <a:cxnLst/>
              <a:rect l="0" t="0" r="0" b="0"/>
              <a:pathLst>
                <a:path w="12413" h="46620">
                  <a:moveTo>
                    <a:pt x="0" y="0"/>
                  </a:moveTo>
                  <a:lnTo>
                    <a:pt x="12413" y="4662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0" name="Input_receptor__1869">
              <a:extLst>
                <a:ext uri="{FF2B5EF4-FFF2-40B4-BE49-F238E27FC236}">
                  <a16:creationId xmlns:a16="http://schemas.microsoft.com/office/drawing/2014/main" id="{6BADA247-583F-2FB5-4C87-2CB7575A78A1}"/>
                </a:ext>
              </a:extLst>
            </p:cNvPr>
            <p:cNvSpPr>
              <a:spLocks noGrp="1"/>
            </p:cNvSpPr>
            <p:nvPr/>
          </p:nvSpPr>
          <p:spPr>
            <a:xfrm>
              <a:off x="1215755" y="4461034"/>
              <a:ext cx="39127" cy="11507"/>
            </a:xfrm>
            <a:custGeom>
              <a:avLst/>
              <a:gdLst/>
              <a:ahLst/>
              <a:cxnLst/>
              <a:rect l="0" t="0" r="0" b="0"/>
              <a:pathLst>
                <a:path w="39127" h="11507">
                  <a:moveTo>
                    <a:pt x="39127" y="115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1" name="Input_receptor__1870">
              <a:extLst>
                <a:ext uri="{FF2B5EF4-FFF2-40B4-BE49-F238E27FC236}">
                  <a16:creationId xmlns:a16="http://schemas.microsoft.com/office/drawing/2014/main" id="{BA6C7A9D-DCC1-76C9-6993-D7EA6AC45DAB}"/>
                </a:ext>
              </a:extLst>
            </p:cNvPr>
            <p:cNvSpPr>
              <a:spLocks noGrp="1"/>
            </p:cNvSpPr>
            <p:nvPr/>
          </p:nvSpPr>
          <p:spPr>
            <a:xfrm>
              <a:off x="830019" y="4736592"/>
              <a:ext cx="3762" cy="46602"/>
            </a:xfrm>
            <a:custGeom>
              <a:avLst/>
              <a:gdLst/>
              <a:ahLst/>
              <a:cxnLst/>
              <a:rect l="0" t="0" r="0" b="0"/>
              <a:pathLst>
                <a:path w="3762" h="46602">
                  <a:moveTo>
                    <a:pt x="3762" y="466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2" name="Input_receptor__1871">
              <a:extLst>
                <a:ext uri="{FF2B5EF4-FFF2-40B4-BE49-F238E27FC236}">
                  <a16:creationId xmlns:a16="http://schemas.microsoft.com/office/drawing/2014/main" id="{91524EC7-C4F3-7269-757D-93B44C3DEF28}"/>
                </a:ext>
              </a:extLst>
            </p:cNvPr>
            <p:cNvSpPr>
              <a:spLocks noGrp="1"/>
            </p:cNvSpPr>
            <p:nvPr/>
          </p:nvSpPr>
          <p:spPr>
            <a:xfrm>
              <a:off x="785553" y="4722577"/>
              <a:ext cx="44466" cy="14015"/>
            </a:xfrm>
            <a:custGeom>
              <a:avLst/>
              <a:gdLst/>
              <a:ahLst/>
              <a:cxnLst/>
              <a:rect l="0" t="0" r="0" b="0"/>
              <a:pathLst>
                <a:path w="44466" h="14015">
                  <a:moveTo>
                    <a:pt x="44466" y="140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3" name="Input_receptor__1872">
              <a:extLst>
                <a:ext uri="{FF2B5EF4-FFF2-40B4-BE49-F238E27FC236}">
                  <a16:creationId xmlns:a16="http://schemas.microsoft.com/office/drawing/2014/main" id="{9DE77550-3D7F-50F1-40BF-25CDDEC80638}"/>
                </a:ext>
              </a:extLst>
            </p:cNvPr>
            <p:cNvSpPr>
              <a:spLocks noGrp="1"/>
            </p:cNvSpPr>
            <p:nvPr/>
          </p:nvSpPr>
          <p:spPr>
            <a:xfrm>
              <a:off x="793818" y="4476219"/>
              <a:ext cx="6900" cy="38962"/>
            </a:xfrm>
            <a:custGeom>
              <a:avLst/>
              <a:gdLst/>
              <a:ahLst/>
              <a:cxnLst/>
              <a:rect l="0" t="0" r="0" b="0"/>
              <a:pathLst>
                <a:path w="6900" h="38962">
                  <a:moveTo>
                    <a:pt x="6900" y="389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4" name="Input_receptor__1873">
              <a:extLst>
                <a:ext uri="{FF2B5EF4-FFF2-40B4-BE49-F238E27FC236}">
                  <a16:creationId xmlns:a16="http://schemas.microsoft.com/office/drawing/2014/main" id="{4DE07BE5-8E50-7A6D-A9C9-717C456BDA93}"/>
                </a:ext>
              </a:extLst>
            </p:cNvPr>
            <p:cNvSpPr>
              <a:spLocks noGrp="1"/>
            </p:cNvSpPr>
            <p:nvPr/>
          </p:nvSpPr>
          <p:spPr>
            <a:xfrm>
              <a:off x="787687" y="4783194"/>
              <a:ext cx="46094" cy="10161"/>
            </a:xfrm>
            <a:custGeom>
              <a:avLst/>
              <a:gdLst/>
              <a:ahLst/>
              <a:cxnLst/>
              <a:rect l="0" t="0" r="0" b="0"/>
              <a:pathLst>
                <a:path w="46094" h="10161">
                  <a:moveTo>
                    <a:pt x="0" y="10161"/>
                  </a:moveTo>
                  <a:lnTo>
                    <a:pt x="46094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5" name="Input_receptor__1874">
              <a:extLst>
                <a:ext uri="{FF2B5EF4-FFF2-40B4-BE49-F238E27FC236}">
                  <a16:creationId xmlns:a16="http://schemas.microsoft.com/office/drawing/2014/main" id="{3E5593AD-7349-EDF3-33E1-2FD508919B65}"/>
                </a:ext>
              </a:extLst>
            </p:cNvPr>
            <p:cNvSpPr>
              <a:spLocks noGrp="1"/>
            </p:cNvSpPr>
            <p:nvPr/>
          </p:nvSpPr>
          <p:spPr>
            <a:xfrm>
              <a:off x="1137176" y="4420371"/>
              <a:ext cx="29910" cy="10977"/>
            </a:xfrm>
            <a:custGeom>
              <a:avLst/>
              <a:gdLst/>
              <a:ahLst/>
              <a:cxnLst/>
              <a:rect l="0" t="0" r="0" b="0"/>
              <a:pathLst>
                <a:path w="29910" h="10977">
                  <a:moveTo>
                    <a:pt x="0" y="10977"/>
                  </a:moveTo>
                  <a:lnTo>
                    <a:pt x="29910" y="0"/>
                  </a:lnTo>
                </a:path>
              </a:pathLst>
            </a:custGeom>
            <a:noFill/>
            <a:ln w="20003">
              <a:solidFill>
                <a:srgbClr val="A6B4BF"/>
              </a:solidFill>
            </a:ln>
          </p:spPr>
        </p:sp>
        <p:sp>
          <p:nvSpPr>
            <p:cNvPr id="1876" name="Input_receptor__1875">
              <a:extLst>
                <a:ext uri="{FF2B5EF4-FFF2-40B4-BE49-F238E27FC236}">
                  <a16:creationId xmlns:a16="http://schemas.microsoft.com/office/drawing/2014/main" id="{CFB77969-EA02-E1CC-2C12-0BAE32CCED4A}"/>
                </a:ext>
              </a:extLst>
            </p:cNvPr>
            <p:cNvSpPr>
              <a:spLocks noGrp="1"/>
            </p:cNvSpPr>
            <p:nvPr/>
          </p:nvSpPr>
          <p:spPr>
            <a:xfrm>
              <a:off x="1065972" y="4578740"/>
              <a:ext cx="17586" cy="9516"/>
            </a:xfrm>
            <a:custGeom>
              <a:avLst/>
              <a:gdLst/>
              <a:ahLst/>
              <a:cxnLst/>
              <a:rect l="0" t="0" r="0" b="0"/>
              <a:pathLst>
                <a:path w="17586" h="9516">
                  <a:moveTo>
                    <a:pt x="17586" y="0"/>
                  </a:moveTo>
                  <a:lnTo>
                    <a:pt x="0" y="9516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7" name="Input_receptor__1876">
              <a:extLst>
                <a:ext uri="{FF2B5EF4-FFF2-40B4-BE49-F238E27FC236}">
                  <a16:creationId xmlns:a16="http://schemas.microsoft.com/office/drawing/2014/main" id="{13F7EFE8-42F0-4371-A180-6D90C14ACE8A}"/>
                </a:ext>
              </a:extLst>
            </p:cNvPr>
            <p:cNvSpPr>
              <a:spLocks noGrp="1"/>
            </p:cNvSpPr>
            <p:nvPr/>
          </p:nvSpPr>
          <p:spPr>
            <a:xfrm>
              <a:off x="1322275" y="4469476"/>
              <a:ext cx="18197" cy="43479"/>
            </a:xfrm>
            <a:custGeom>
              <a:avLst/>
              <a:gdLst/>
              <a:ahLst/>
              <a:cxnLst/>
              <a:rect l="0" t="0" r="0" b="0"/>
              <a:pathLst>
                <a:path w="18197" h="43479">
                  <a:moveTo>
                    <a:pt x="18197" y="434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6B4BF"/>
              </a:solidFill>
            </a:ln>
          </p:spPr>
        </p:sp>
        <p:sp>
          <p:nvSpPr>
            <p:cNvPr id="1878" name="Input_receptor__1877">
              <a:extLst>
                <a:ext uri="{FF2B5EF4-FFF2-40B4-BE49-F238E27FC236}">
                  <a16:creationId xmlns:a16="http://schemas.microsoft.com/office/drawing/2014/main" id="{DCCA1465-71D7-C1AE-D4A5-8A2F161C6685}"/>
                </a:ext>
              </a:extLst>
            </p:cNvPr>
            <p:cNvSpPr>
              <a:spLocks noGrp="1"/>
            </p:cNvSpPr>
            <p:nvPr/>
          </p:nvSpPr>
          <p:spPr>
            <a:xfrm>
              <a:off x="1330184" y="4600868"/>
              <a:ext cx="16583" cy="14138"/>
            </a:xfrm>
            <a:custGeom>
              <a:avLst/>
              <a:gdLst/>
              <a:ahLst/>
              <a:cxnLst/>
              <a:rect l="0" t="0" r="0" b="0"/>
              <a:pathLst>
                <a:path w="16583" h="14138">
                  <a:moveTo>
                    <a:pt x="0" y="0"/>
                  </a:moveTo>
                  <a:lnTo>
                    <a:pt x="16583" y="14138"/>
                  </a:lnTo>
                </a:path>
              </a:pathLst>
            </a:custGeom>
            <a:noFill/>
            <a:ln w="8096">
              <a:solidFill>
                <a:srgbClr val="A7B4C0"/>
              </a:solidFill>
            </a:ln>
          </p:spPr>
        </p:sp>
        <p:sp>
          <p:nvSpPr>
            <p:cNvPr id="1879" name="Input_receptor__1878">
              <a:extLst>
                <a:ext uri="{FF2B5EF4-FFF2-40B4-BE49-F238E27FC236}">
                  <a16:creationId xmlns:a16="http://schemas.microsoft.com/office/drawing/2014/main" id="{25FDB67E-E272-BFF2-AD57-CEB249061829}"/>
                </a:ext>
              </a:extLst>
            </p:cNvPr>
            <p:cNvSpPr>
              <a:spLocks noGrp="1"/>
            </p:cNvSpPr>
            <p:nvPr/>
          </p:nvSpPr>
          <p:spPr>
            <a:xfrm>
              <a:off x="1409144" y="4371181"/>
              <a:ext cx="37928" cy="28365"/>
            </a:xfrm>
            <a:custGeom>
              <a:avLst/>
              <a:gdLst/>
              <a:ahLst/>
              <a:cxnLst/>
              <a:rect l="0" t="0" r="0" b="0"/>
              <a:pathLst>
                <a:path w="37928" h="28365">
                  <a:moveTo>
                    <a:pt x="0" y="28365"/>
                  </a:moveTo>
                  <a:lnTo>
                    <a:pt x="37928" y="0"/>
                  </a:lnTo>
                </a:path>
              </a:pathLst>
            </a:custGeom>
            <a:noFill/>
            <a:ln w="20003">
              <a:solidFill>
                <a:srgbClr val="A7B4C0"/>
              </a:solidFill>
            </a:ln>
          </p:spPr>
        </p:sp>
        <p:sp>
          <p:nvSpPr>
            <p:cNvPr id="1880" name="Input_receptor__1879">
              <a:extLst>
                <a:ext uri="{FF2B5EF4-FFF2-40B4-BE49-F238E27FC236}">
                  <a16:creationId xmlns:a16="http://schemas.microsoft.com/office/drawing/2014/main" id="{FB270E35-C5DC-5A6F-F40E-FF1CDFE46D58}"/>
                </a:ext>
              </a:extLst>
            </p:cNvPr>
            <p:cNvSpPr>
              <a:spLocks noGrp="1"/>
            </p:cNvSpPr>
            <p:nvPr/>
          </p:nvSpPr>
          <p:spPr>
            <a:xfrm>
              <a:off x="711615" y="4646751"/>
              <a:ext cx="47106" cy="7489"/>
            </a:xfrm>
            <a:custGeom>
              <a:avLst/>
              <a:gdLst/>
              <a:ahLst/>
              <a:cxnLst/>
              <a:rect l="0" t="0" r="0" b="0"/>
              <a:pathLst>
                <a:path w="47106" h="7489">
                  <a:moveTo>
                    <a:pt x="0" y="7489"/>
                  </a:moveTo>
                  <a:lnTo>
                    <a:pt x="47106" y="0"/>
                  </a:lnTo>
                </a:path>
              </a:pathLst>
            </a:custGeom>
            <a:noFill/>
            <a:ln w="20003">
              <a:solidFill>
                <a:srgbClr val="A7B4C0"/>
              </a:solidFill>
            </a:ln>
          </p:spPr>
        </p:sp>
        <p:sp>
          <p:nvSpPr>
            <p:cNvPr id="1881" name="Input_receptor__1880">
              <a:extLst>
                <a:ext uri="{FF2B5EF4-FFF2-40B4-BE49-F238E27FC236}">
                  <a16:creationId xmlns:a16="http://schemas.microsoft.com/office/drawing/2014/main" id="{A773F2CB-682A-6A3B-5A99-53FB8A0B1598}"/>
                </a:ext>
              </a:extLst>
            </p:cNvPr>
            <p:cNvSpPr>
              <a:spLocks noGrp="1"/>
            </p:cNvSpPr>
            <p:nvPr/>
          </p:nvSpPr>
          <p:spPr>
            <a:xfrm>
              <a:off x="668097" y="4490493"/>
              <a:ext cx="14849" cy="357"/>
            </a:xfrm>
            <a:custGeom>
              <a:avLst/>
              <a:gdLst/>
              <a:ahLst/>
              <a:cxnLst/>
              <a:rect l="0" t="0" r="0" b="0"/>
              <a:pathLst>
                <a:path w="14849" h="357">
                  <a:moveTo>
                    <a:pt x="14849" y="0"/>
                  </a:moveTo>
                  <a:lnTo>
                    <a:pt x="0" y="357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2" name="Input_receptor__1881">
              <a:extLst>
                <a:ext uri="{FF2B5EF4-FFF2-40B4-BE49-F238E27FC236}">
                  <a16:creationId xmlns:a16="http://schemas.microsoft.com/office/drawing/2014/main" id="{7BC28E9A-DA02-FAAB-02C8-64AC2355A301}"/>
                </a:ext>
              </a:extLst>
            </p:cNvPr>
            <p:cNvSpPr>
              <a:spLocks noGrp="1"/>
            </p:cNvSpPr>
            <p:nvPr/>
          </p:nvSpPr>
          <p:spPr>
            <a:xfrm>
              <a:off x="1466382" y="4407129"/>
              <a:ext cx="4973" cy="26894"/>
            </a:xfrm>
            <a:custGeom>
              <a:avLst/>
              <a:gdLst/>
              <a:ahLst/>
              <a:cxnLst/>
              <a:rect l="0" t="0" r="0" b="0"/>
              <a:pathLst>
                <a:path w="4973" h="26894">
                  <a:moveTo>
                    <a:pt x="4973" y="0"/>
                  </a:moveTo>
                  <a:lnTo>
                    <a:pt x="0" y="26894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3" name="Input_receptor__1882">
              <a:extLst>
                <a:ext uri="{FF2B5EF4-FFF2-40B4-BE49-F238E27FC236}">
                  <a16:creationId xmlns:a16="http://schemas.microsoft.com/office/drawing/2014/main" id="{2D72DA7A-E9D9-B5E0-0A44-23FE80B9E750}"/>
                </a:ext>
              </a:extLst>
            </p:cNvPr>
            <p:cNvSpPr>
              <a:spLocks noGrp="1"/>
            </p:cNvSpPr>
            <p:nvPr/>
          </p:nvSpPr>
          <p:spPr>
            <a:xfrm>
              <a:off x="1048161" y="4447548"/>
              <a:ext cx="10212" cy="27152"/>
            </a:xfrm>
            <a:custGeom>
              <a:avLst/>
              <a:gdLst/>
              <a:ahLst/>
              <a:cxnLst/>
              <a:rect l="0" t="0" r="0" b="0"/>
              <a:pathLst>
                <a:path w="10212" h="27152">
                  <a:moveTo>
                    <a:pt x="10212" y="271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7B5C0"/>
              </a:solidFill>
            </a:ln>
          </p:spPr>
        </p:sp>
        <p:sp>
          <p:nvSpPr>
            <p:cNvPr id="1884" name="Input_receptor__1883">
              <a:extLst>
                <a:ext uri="{FF2B5EF4-FFF2-40B4-BE49-F238E27FC236}">
                  <a16:creationId xmlns:a16="http://schemas.microsoft.com/office/drawing/2014/main" id="{FE80DE3A-DE0C-33C2-A9C0-69D465B4109B}"/>
                </a:ext>
              </a:extLst>
            </p:cNvPr>
            <p:cNvSpPr>
              <a:spLocks noGrp="1"/>
            </p:cNvSpPr>
            <p:nvPr/>
          </p:nvSpPr>
          <p:spPr>
            <a:xfrm>
              <a:off x="1254882" y="4438003"/>
              <a:ext cx="33703" cy="34538"/>
            </a:xfrm>
            <a:custGeom>
              <a:avLst/>
              <a:gdLst/>
              <a:ahLst/>
              <a:cxnLst/>
              <a:rect l="0" t="0" r="0" b="0"/>
              <a:pathLst>
                <a:path w="33703" h="34538">
                  <a:moveTo>
                    <a:pt x="33703" y="0"/>
                  </a:moveTo>
                  <a:lnTo>
                    <a:pt x="0" y="34538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5" name="Input_receptor__1884">
              <a:extLst>
                <a:ext uri="{FF2B5EF4-FFF2-40B4-BE49-F238E27FC236}">
                  <a16:creationId xmlns:a16="http://schemas.microsoft.com/office/drawing/2014/main" id="{207FE305-BF38-9855-D4B1-920CCB405D89}"/>
                </a:ext>
              </a:extLst>
            </p:cNvPr>
            <p:cNvSpPr>
              <a:spLocks noGrp="1"/>
            </p:cNvSpPr>
            <p:nvPr/>
          </p:nvSpPr>
          <p:spPr>
            <a:xfrm>
              <a:off x="1291944" y="4629785"/>
              <a:ext cx="27997" cy="39466"/>
            </a:xfrm>
            <a:custGeom>
              <a:avLst/>
              <a:gdLst/>
              <a:ahLst/>
              <a:cxnLst/>
              <a:rect l="0" t="0" r="0" b="0"/>
              <a:pathLst>
                <a:path w="27997" h="39466">
                  <a:moveTo>
                    <a:pt x="27997" y="394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7B5C0"/>
              </a:solidFill>
            </a:ln>
          </p:spPr>
        </p:sp>
        <p:sp>
          <p:nvSpPr>
            <p:cNvPr id="1886" name="Input_receptor__1885">
              <a:extLst>
                <a:ext uri="{FF2B5EF4-FFF2-40B4-BE49-F238E27FC236}">
                  <a16:creationId xmlns:a16="http://schemas.microsoft.com/office/drawing/2014/main" id="{95F714DC-CFCC-F047-3BD0-2C3646BF6E5B}"/>
                </a:ext>
              </a:extLst>
            </p:cNvPr>
            <p:cNvSpPr>
              <a:spLocks noGrp="1"/>
            </p:cNvSpPr>
            <p:nvPr/>
          </p:nvSpPr>
          <p:spPr>
            <a:xfrm>
              <a:off x="1447071" y="4371181"/>
              <a:ext cx="24283" cy="35948"/>
            </a:xfrm>
            <a:custGeom>
              <a:avLst/>
              <a:gdLst/>
              <a:ahLst/>
              <a:cxnLst/>
              <a:rect l="0" t="0" r="0" b="0"/>
              <a:pathLst>
                <a:path w="24283" h="35948">
                  <a:moveTo>
                    <a:pt x="0" y="0"/>
                  </a:moveTo>
                  <a:lnTo>
                    <a:pt x="24283" y="35948"/>
                  </a:lnTo>
                </a:path>
              </a:pathLst>
            </a:custGeom>
            <a:noFill/>
            <a:ln w="20003">
              <a:solidFill>
                <a:srgbClr val="A8B5C0"/>
              </a:solidFill>
            </a:ln>
          </p:spPr>
        </p:sp>
        <p:sp>
          <p:nvSpPr>
            <p:cNvPr id="1887" name="Input_receptor__1886">
              <a:extLst>
                <a:ext uri="{FF2B5EF4-FFF2-40B4-BE49-F238E27FC236}">
                  <a16:creationId xmlns:a16="http://schemas.microsoft.com/office/drawing/2014/main" id="{65B09880-5097-2339-29E7-B1A4229A54BA}"/>
                </a:ext>
              </a:extLst>
            </p:cNvPr>
            <p:cNvSpPr>
              <a:spLocks noGrp="1"/>
            </p:cNvSpPr>
            <p:nvPr/>
          </p:nvSpPr>
          <p:spPr>
            <a:xfrm>
              <a:off x="1167882" y="4751525"/>
              <a:ext cx="8321" cy="33501"/>
            </a:xfrm>
            <a:custGeom>
              <a:avLst/>
              <a:gdLst/>
              <a:ahLst/>
              <a:cxnLst/>
              <a:rect l="0" t="0" r="0" b="0"/>
              <a:pathLst>
                <a:path w="8321" h="33501">
                  <a:moveTo>
                    <a:pt x="8321" y="0"/>
                  </a:moveTo>
                  <a:lnTo>
                    <a:pt x="0" y="33501"/>
                  </a:lnTo>
                </a:path>
              </a:pathLst>
            </a:custGeom>
            <a:noFill/>
            <a:ln w="8096">
              <a:solidFill>
                <a:srgbClr val="A8B5C0"/>
              </a:solidFill>
            </a:ln>
          </p:spPr>
        </p:sp>
        <p:sp>
          <p:nvSpPr>
            <p:cNvPr id="1888" name="Input_receptor__1887">
              <a:extLst>
                <a:ext uri="{FF2B5EF4-FFF2-40B4-BE49-F238E27FC236}">
                  <a16:creationId xmlns:a16="http://schemas.microsoft.com/office/drawing/2014/main" id="{4A30A170-9A70-AB88-98DE-7EAF96E2E315}"/>
                </a:ext>
              </a:extLst>
            </p:cNvPr>
            <p:cNvSpPr>
              <a:spLocks noGrp="1"/>
            </p:cNvSpPr>
            <p:nvPr/>
          </p:nvSpPr>
          <p:spPr>
            <a:xfrm>
              <a:off x="1167087" y="4418842"/>
              <a:ext cx="48036" cy="1529"/>
            </a:xfrm>
            <a:custGeom>
              <a:avLst/>
              <a:gdLst/>
              <a:ahLst/>
              <a:cxnLst/>
              <a:rect l="0" t="0" r="0" b="0"/>
              <a:pathLst>
                <a:path w="48036" h="1529">
                  <a:moveTo>
                    <a:pt x="0" y="1529"/>
                  </a:moveTo>
                  <a:lnTo>
                    <a:pt x="48036" y="0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89" name="Input_receptor__1888">
              <a:extLst>
                <a:ext uri="{FF2B5EF4-FFF2-40B4-BE49-F238E27FC236}">
                  <a16:creationId xmlns:a16="http://schemas.microsoft.com/office/drawing/2014/main" id="{08D73B3D-B2C2-C874-921C-5B9781AE7DD6}"/>
                </a:ext>
              </a:extLst>
            </p:cNvPr>
            <p:cNvSpPr>
              <a:spLocks noGrp="1"/>
            </p:cNvSpPr>
            <p:nvPr/>
          </p:nvSpPr>
          <p:spPr>
            <a:xfrm>
              <a:off x="693718" y="4615580"/>
              <a:ext cx="17897" cy="38661"/>
            </a:xfrm>
            <a:custGeom>
              <a:avLst/>
              <a:gdLst/>
              <a:ahLst/>
              <a:cxnLst/>
              <a:rect l="0" t="0" r="0" b="0"/>
              <a:pathLst>
                <a:path w="17897" h="38661">
                  <a:moveTo>
                    <a:pt x="0" y="0"/>
                  </a:moveTo>
                  <a:lnTo>
                    <a:pt x="17897" y="38661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0" name="Input_receptor__1889">
              <a:extLst>
                <a:ext uri="{FF2B5EF4-FFF2-40B4-BE49-F238E27FC236}">
                  <a16:creationId xmlns:a16="http://schemas.microsoft.com/office/drawing/2014/main" id="{8E2AA812-148C-89C3-9FAC-71C35C80BAAA}"/>
                </a:ext>
              </a:extLst>
            </p:cNvPr>
            <p:cNvSpPr>
              <a:spLocks noGrp="1"/>
            </p:cNvSpPr>
            <p:nvPr/>
          </p:nvSpPr>
          <p:spPr>
            <a:xfrm>
              <a:off x="1291944" y="4600868"/>
              <a:ext cx="38239" cy="28917"/>
            </a:xfrm>
            <a:custGeom>
              <a:avLst/>
              <a:gdLst/>
              <a:ahLst/>
              <a:cxnLst/>
              <a:rect l="0" t="0" r="0" b="0"/>
              <a:pathLst>
                <a:path w="38239" h="28917">
                  <a:moveTo>
                    <a:pt x="0" y="28917"/>
                  </a:moveTo>
                  <a:lnTo>
                    <a:pt x="38239" y="0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1" name="Input_receptor__1890">
              <a:extLst>
                <a:ext uri="{FF2B5EF4-FFF2-40B4-BE49-F238E27FC236}">
                  <a16:creationId xmlns:a16="http://schemas.microsoft.com/office/drawing/2014/main" id="{04F25D40-D968-4BEE-2FF2-59952CC91F92}"/>
                </a:ext>
              </a:extLst>
            </p:cNvPr>
            <p:cNvSpPr>
              <a:spLocks noGrp="1"/>
            </p:cNvSpPr>
            <p:nvPr/>
          </p:nvSpPr>
          <p:spPr>
            <a:xfrm>
              <a:off x="1141896" y="4785026"/>
              <a:ext cx="25987" cy="27985"/>
            </a:xfrm>
            <a:custGeom>
              <a:avLst/>
              <a:gdLst/>
              <a:ahLst/>
              <a:cxnLst/>
              <a:rect l="0" t="0" r="0" b="0"/>
              <a:pathLst>
                <a:path w="25987" h="27985">
                  <a:moveTo>
                    <a:pt x="25987" y="0"/>
                  </a:moveTo>
                  <a:lnTo>
                    <a:pt x="0" y="27985"/>
                  </a:lnTo>
                </a:path>
              </a:pathLst>
            </a:custGeom>
            <a:noFill/>
            <a:ln w="20003">
              <a:solidFill>
                <a:srgbClr val="A8B5C1"/>
              </a:solidFill>
            </a:ln>
          </p:spPr>
        </p:sp>
        <p:sp>
          <p:nvSpPr>
            <p:cNvPr id="1892" name="Input_receptor__1891">
              <a:extLst>
                <a:ext uri="{FF2B5EF4-FFF2-40B4-BE49-F238E27FC236}">
                  <a16:creationId xmlns:a16="http://schemas.microsoft.com/office/drawing/2014/main" id="{245857EC-99E4-B5C6-6BE1-CE5966EC722A}"/>
                </a:ext>
              </a:extLst>
            </p:cNvPr>
            <p:cNvSpPr>
              <a:spLocks noGrp="1"/>
            </p:cNvSpPr>
            <p:nvPr/>
          </p:nvSpPr>
          <p:spPr>
            <a:xfrm>
              <a:off x="1315787" y="4512956"/>
              <a:ext cx="24686" cy="28528"/>
            </a:xfrm>
            <a:custGeom>
              <a:avLst/>
              <a:gdLst/>
              <a:ahLst/>
              <a:cxnLst/>
              <a:rect l="0" t="0" r="0" b="0"/>
              <a:pathLst>
                <a:path w="24686" h="28528">
                  <a:moveTo>
                    <a:pt x="0" y="28528"/>
                  </a:moveTo>
                  <a:lnTo>
                    <a:pt x="24686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3" name="Input_receptor__1892">
              <a:extLst>
                <a:ext uri="{FF2B5EF4-FFF2-40B4-BE49-F238E27FC236}">
                  <a16:creationId xmlns:a16="http://schemas.microsoft.com/office/drawing/2014/main" id="{FE3C8200-B253-4F18-9BA8-3F61D102BEA9}"/>
                </a:ext>
              </a:extLst>
            </p:cNvPr>
            <p:cNvSpPr>
              <a:spLocks noGrp="1"/>
            </p:cNvSpPr>
            <p:nvPr/>
          </p:nvSpPr>
          <p:spPr>
            <a:xfrm>
              <a:off x="682946" y="4490493"/>
              <a:ext cx="39674" cy="24592"/>
            </a:xfrm>
            <a:custGeom>
              <a:avLst/>
              <a:gdLst/>
              <a:ahLst/>
              <a:cxnLst/>
              <a:rect l="0" t="0" r="0" b="0"/>
              <a:pathLst>
                <a:path w="39674" h="24592">
                  <a:moveTo>
                    <a:pt x="39674" y="24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4" name="Input_receptor__1893">
              <a:extLst>
                <a:ext uri="{FF2B5EF4-FFF2-40B4-BE49-F238E27FC236}">
                  <a16:creationId xmlns:a16="http://schemas.microsoft.com/office/drawing/2014/main" id="{30342186-B5EA-44CE-B99E-B455B1BBB5AA}"/>
                </a:ext>
              </a:extLst>
            </p:cNvPr>
            <p:cNvSpPr>
              <a:spLocks noGrp="1"/>
            </p:cNvSpPr>
            <p:nvPr/>
          </p:nvSpPr>
          <p:spPr>
            <a:xfrm>
              <a:off x="729661" y="4447328"/>
              <a:ext cx="25367" cy="20480"/>
            </a:xfrm>
            <a:custGeom>
              <a:avLst/>
              <a:gdLst/>
              <a:ahLst/>
              <a:cxnLst/>
              <a:rect l="0" t="0" r="0" b="0"/>
              <a:pathLst>
                <a:path w="25367" h="20480">
                  <a:moveTo>
                    <a:pt x="25367" y="204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5" name="Input_receptor__1894">
              <a:extLst>
                <a:ext uri="{FF2B5EF4-FFF2-40B4-BE49-F238E27FC236}">
                  <a16:creationId xmlns:a16="http://schemas.microsoft.com/office/drawing/2014/main" id="{BF3756BC-77D9-D25F-7625-B4243376ED11}"/>
                </a:ext>
              </a:extLst>
            </p:cNvPr>
            <p:cNvSpPr>
              <a:spLocks noGrp="1"/>
            </p:cNvSpPr>
            <p:nvPr/>
          </p:nvSpPr>
          <p:spPr>
            <a:xfrm>
              <a:off x="856496" y="4597133"/>
              <a:ext cx="39598" cy="4303"/>
            </a:xfrm>
            <a:custGeom>
              <a:avLst/>
              <a:gdLst/>
              <a:ahLst/>
              <a:cxnLst/>
              <a:rect l="0" t="0" r="0" b="0"/>
              <a:pathLst>
                <a:path w="39598" h="4303">
                  <a:moveTo>
                    <a:pt x="0" y="0"/>
                  </a:moveTo>
                  <a:lnTo>
                    <a:pt x="39598" y="4303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6" name="Input_receptor__1895">
              <a:extLst>
                <a:ext uri="{FF2B5EF4-FFF2-40B4-BE49-F238E27FC236}">
                  <a16:creationId xmlns:a16="http://schemas.microsoft.com/office/drawing/2014/main" id="{70F66CB9-3E08-41A0-7294-08999D009DCE}"/>
                </a:ext>
              </a:extLst>
            </p:cNvPr>
            <p:cNvSpPr>
              <a:spLocks noGrp="1"/>
            </p:cNvSpPr>
            <p:nvPr/>
          </p:nvSpPr>
          <p:spPr>
            <a:xfrm>
              <a:off x="785553" y="4692147"/>
              <a:ext cx="9986" cy="30430"/>
            </a:xfrm>
            <a:custGeom>
              <a:avLst/>
              <a:gdLst/>
              <a:ahLst/>
              <a:cxnLst/>
              <a:rect l="0" t="0" r="0" b="0"/>
              <a:pathLst>
                <a:path w="9986" h="30430">
                  <a:moveTo>
                    <a:pt x="0" y="30430"/>
                  </a:moveTo>
                  <a:lnTo>
                    <a:pt x="9986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7" name="Input_receptor__1896">
              <a:extLst>
                <a:ext uri="{FF2B5EF4-FFF2-40B4-BE49-F238E27FC236}">
                  <a16:creationId xmlns:a16="http://schemas.microsoft.com/office/drawing/2014/main" id="{EB0C94A4-46BE-79CA-B864-F15B7FB4168A}"/>
                </a:ext>
              </a:extLst>
            </p:cNvPr>
            <p:cNvSpPr>
              <a:spLocks noGrp="1"/>
            </p:cNvSpPr>
            <p:nvPr/>
          </p:nvSpPr>
          <p:spPr>
            <a:xfrm>
              <a:off x="1274647" y="4788234"/>
              <a:ext cx="6888" cy="8386"/>
            </a:xfrm>
            <a:custGeom>
              <a:avLst/>
              <a:gdLst/>
              <a:ahLst/>
              <a:cxnLst/>
              <a:rect l="0" t="0" r="0" b="0"/>
              <a:pathLst>
                <a:path w="6888" h="8386">
                  <a:moveTo>
                    <a:pt x="0" y="8386"/>
                  </a:moveTo>
                  <a:lnTo>
                    <a:pt x="6888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898" name="Input_receptor__1897">
              <a:extLst>
                <a:ext uri="{FF2B5EF4-FFF2-40B4-BE49-F238E27FC236}">
                  <a16:creationId xmlns:a16="http://schemas.microsoft.com/office/drawing/2014/main" id="{97691C19-5024-B617-6492-050103862DFC}"/>
                </a:ext>
              </a:extLst>
            </p:cNvPr>
            <p:cNvSpPr>
              <a:spLocks noGrp="1"/>
            </p:cNvSpPr>
            <p:nvPr/>
          </p:nvSpPr>
          <p:spPr>
            <a:xfrm>
              <a:off x="755028" y="4467808"/>
              <a:ext cx="38790" cy="8411"/>
            </a:xfrm>
            <a:custGeom>
              <a:avLst/>
              <a:gdLst/>
              <a:ahLst/>
              <a:cxnLst/>
              <a:rect l="0" t="0" r="0" b="0"/>
              <a:pathLst>
                <a:path w="38790" h="8411">
                  <a:moveTo>
                    <a:pt x="38790" y="8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8B6C1"/>
              </a:solidFill>
            </a:ln>
          </p:spPr>
        </p:sp>
        <p:sp>
          <p:nvSpPr>
            <p:cNvPr id="1899" name="Input_receptor__1898">
              <a:extLst>
                <a:ext uri="{FF2B5EF4-FFF2-40B4-BE49-F238E27FC236}">
                  <a16:creationId xmlns:a16="http://schemas.microsoft.com/office/drawing/2014/main" id="{DEE89853-BB11-43AF-2D27-126662745423}"/>
                </a:ext>
              </a:extLst>
            </p:cNvPr>
            <p:cNvSpPr>
              <a:spLocks noGrp="1"/>
            </p:cNvSpPr>
            <p:nvPr/>
          </p:nvSpPr>
          <p:spPr>
            <a:xfrm>
              <a:off x="1057231" y="4541977"/>
              <a:ext cx="8741" cy="46279"/>
            </a:xfrm>
            <a:custGeom>
              <a:avLst/>
              <a:gdLst/>
              <a:ahLst/>
              <a:cxnLst/>
              <a:rect l="0" t="0" r="0" b="0"/>
              <a:pathLst>
                <a:path w="8741" h="46279">
                  <a:moveTo>
                    <a:pt x="8741" y="462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8B6C1"/>
              </a:solidFill>
            </a:ln>
          </p:spPr>
        </p:sp>
        <p:sp>
          <p:nvSpPr>
            <p:cNvPr id="1900" name="Input_receptor__1899">
              <a:extLst>
                <a:ext uri="{FF2B5EF4-FFF2-40B4-BE49-F238E27FC236}">
                  <a16:creationId xmlns:a16="http://schemas.microsoft.com/office/drawing/2014/main" id="{D3C728AB-3120-25A6-FD68-B60D0FFF6C49}"/>
                </a:ext>
              </a:extLst>
            </p:cNvPr>
            <p:cNvSpPr>
              <a:spLocks noGrp="1"/>
            </p:cNvSpPr>
            <p:nvPr/>
          </p:nvSpPr>
          <p:spPr>
            <a:xfrm>
              <a:off x="1009649" y="4541977"/>
              <a:ext cx="47582" cy="6853"/>
            </a:xfrm>
            <a:custGeom>
              <a:avLst/>
              <a:gdLst/>
              <a:ahLst/>
              <a:cxnLst/>
              <a:rect l="0" t="0" r="0" b="0"/>
              <a:pathLst>
                <a:path w="47582" h="6853">
                  <a:moveTo>
                    <a:pt x="47582" y="0"/>
                  </a:moveTo>
                  <a:lnTo>
                    <a:pt x="0" y="6853"/>
                  </a:lnTo>
                </a:path>
              </a:pathLst>
            </a:custGeom>
            <a:noFill/>
            <a:ln w="8096">
              <a:solidFill>
                <a:srgbClr val="A9B6C1"/>
              </a:solidFill>
            </a:ln>
          </p:spPr>
        </p:sp>
        <p:sp>
          <p:nvSpPr>
            <p:cNvPr id="1901" name="Input_receptor__1900">
              <a:extLst>
                <a:ext uri="{FF2B5EF4-FFF2-40B4-BE49-F238E27FC236}">
                  <a16:creationId xmlns:a16="http://schemas.microsoft.com/office/drawing/2014/main" id="{5FC1CCC0-9B8E-0C27-826F-7AC5A18F21AC}"/>
                </a:ext>
              </a:extLst>
            </p:cNvPr>
            <p:cNvSpPr>
              <a:spLocks noGrp="1"/>
            </p:cNvSpPr>
            <p:nvPr/>
          </p:nvSpPr>
          <p:spPr>
            <a:xfrm>
              <a:off x="1319941" y="4659260"/>
              <a:ext cx="27206" cy="9991"/>
            </a:xfrm>
            <a:custGeom>
              <a:avLst/>
              <a:gdLst/>
              <a:ahLst/>
              <a:cxnLst/>
              <a:rect l="0" t="0" r="0" b="0"/>
              <a:pathLst>
                <a:path w="27206" h="9991">
                  <a:moveTo>
                    <a:pt x="27206" y="0"/>
                  </a:moveTo>
                  <a:lnTo>
                    <a:pt x="0" y="9991"/>
                  </a:lnTo>
                </a:path>
              </a:pathLst>
            </a:custGeom>
            <a:noFill/>
            <a:ln w="20003">
              <a:solidFill>
                <a:srgbClr val="A9B6C1"/>
              </a:solidFill>
            </a:ln>
          </p:spPr>
        </p:sp>
        <p:sp>
          <p:nvSpPr>
            <p:cNvPr id="1902" name="Input_receptor__1901">
              <a:extLst>
                <a:ext uri="{FF2B5EF4-FFF2-40B4-BE49-F238E27FC236}">
                  <a16:creationId xmlns:a16="http://schemas.microsoft.com/office/drawing/2014/main" id="{4C8D67DE-7040-B396-2CAE-073E3EEB3312}"/>
                </a:ext>
              </a:extLst>
            </p:cNvPr>
            <p:cNvSpPr>
              <a:spLocks noGrp="1"/>
            </p:cNvSpPr>
            <p:nvPr/>
          </p:nvSpPr>
          <p:spPr>
            <a:xfrm>
              <a:off x="1286874" y="4437782"/>
              <a:ext cx="1711" cy="221"/>
            </a:xfrm>
            <a:custGeom>
              <a:avLst/>
              <a:gdLst/>
              <a:ahLst/>
              <a:cxnLst/>
              <a:rect l="0" t="0" r="0" b="0"/>
              <a:pathLst>
                <a:path w="1711" h="221">
                  <a:moveTo>
                    <a:pt x="0" y="0"/>
                  </a:moveTo>
                  <a:lnTo>
                    <a:pt x="1711" y="221"/>
                  </a:lnTo>
                </a:path>
              </a:pathLst>
            </a:custGeom>
            <a:noFill/>
            <a:ln w="8096">
              <a:solidFill>
                <a:srgbClr val="A9B7C2"/>
              </a:solidFill>
            </a:ln>
          </p:spPr>
        </p:sp>
        <p:sp>
          <p:nvSpPr>
            <p:cNvPr id="1903" name="Input_receptor__1902">
              <a:extLst>
                <a:ext uri="{FF2B5EF4-FFF2-40B4-BE49-F238E27FC236}">
                  <a16:creationId xmlns:a16="http://schemas.microsoft.com/office/drawing/2014/main" id="{4AC92C32-ED03-A209-0F66-7A5EB3113149}"/>
                </a:ext>
              </a:extLst>
            </p:cNvPr>
            <p:cNvSpPr>
              <a:spLocks noGrp="1"/>
            </p:cNvSpPr>
            <p:nvPr/>
          </p:nvSpPr>
          <p:spPr>
            <a:xfrm>
              <a:off x="1215123" y="4418842"/>
              <a:ext cx="23547" cy="12982"/>
            </a:xfrm>
            <a:custGeom>
              <a:avLst/>
              <a:gdLst/>
              <a:ahLst/>
              <a:cxnLst/>
              <a:rect l="0" t="0" r="0" b="0"/>
              <a:pathLst>
                <a:path w="23547" h="12982">
                  <a:moveTo>
                    <a:pt x="0" y="0"/>
                  </a:moveTo>
                  <a:lnTo>
                    <a:pt x="23547" y="12982"/>
                  </a:lnTo>
                </a:path>
              </a:pathLst>
            </a:custGeom>
            <a:noFill/>
            <a:ln w="20003">
              <a:solidFill>
                <a:srgbClr val="A9B7C2"/>
              </a:solidFill>
            </a:ln>
          </p:spPr>
        </p:sp>
        <p:sp>
          <p:nvSpPr>
            <p:cNvPr id="1904" name="Input_receptor__1903">
              <a:extLst>
                <a:ext uri="{FF2B5EF4-FFF2-40B4-BE49-F238E27FC236}">
                  <a16:creationId xmlns:a16="http://schemas.microsoft.com/office/drawing/2014/main" id="{7081AAE6-1C0D-B71C-47E9-ADC333A70348}"/>
                </a:ext>
              </a:extLst>
            </p:cNvPr>
            <p:cNvSpPr>
              <a:spLocks noGrp="1"/>
            </p:cNvSpPr>
            <p:nvPr/>
          </p:nvSpPr>
          <p:spPr>
            <a:xfrm>
              <a:off x="1058373" y="4463140"/>
              <a:ext cx="34685" cy="11560"/>
            </a:xfrm>
            <a:custGeom>
              <a:avLst/>
              <a:gdLst/>
              <a:ahLst/>
              <a:cxnLst/>
              <a:rect l="0" t="0" r="0" b="0"/>
              <a:pathLst>
                <a:path w="34685" h="11560">
                  <a:moveTo>
                    <a:pt x="34685" y="0"/>
                  </a:moveTo>
                  <a:lnTo>
                    <a:pt x="0" y="1156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5" name="Input_receptor__1904">
              <a:extLst>
                <a:ext uri="{FF2B5EF4-FFF2-40B4-BE49-F238E27FC236}">
                  <a16:creationId xmlns:a16="http://schemas.microsoft.com/office/drawing/2014/main" id="{33870D5A-CDC8-A8A0-6B15-F6981289B903}"/>
                </a:ext>
              </a:extLst>
            </p:cNvPr>
            <p:cNvSpPr>
              <a:spLocks noGrp="1"/>
            </p:cNvSpPr>
            <p:nvPr/>
          </p:nvSpPr>
          <p:spPr>
            <a:xfrm>
              <a:off x="749493" y="4684359"/>
              <a:ext cx="46046" cy="7788"/>
            </a:xfrm>
            <a:custGeom>
              <a:avLst/>
              <a:gdLst/>
              <a:ahLst/>
              <a:cxnLst/>
              <a:rect l="0" t="0" r="0" b="0"/>
              <a:pathLst>
                <a:path w="46046" h="7788">
                  <a:moveTo>
                    <a:pt x="46046" y="77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AB7C2"/>
              </a:solidFill>
            </a:ln>
          </p:spPr>
        </p:sp>
        <p:sp>
          <p:nvSpPr>
            <p:cNvPr id="1906" name="Input_receptor__1905">
              <a:extLst>
                <a:ext uri="{FF2B5EF4-FFF2-40B4-BE49-F238E27FC236}">
                  <a16:creationId xmlns:a16="http://schemas.microsoft.com/office/drawing/2014/main" id="{0C933D0A-7547-01C2-69B4-5A2F7B0A4CEC}"/>
                </a:ext>
              </a:extLst>
            </p:cNvPr>
            <p:cNvSpPr>
              <a:spLocks noGrp="1"/>
            </p:cNvSpPr>
            <p:nvPr/>
          </p:nvSpPr>
          <p:spPr>
            <a:xfrm>
              <a:off x="706085" y="4684359"/>
              <a:ext cx="43408" cy="17580"/>
            </a:xfrm>
            <a:custGeom>
              <a:avLst/>
              <a:gdLst/>
              <a:ahLst/>
              <a:cxnLst/>
              <a:rect l="0" t="0" r="0" b="0"/>
              <a:pathLst>
                <a:path w="43408" h="17580">
                  <a:moveTo>
                    <a:pt x="43408" y="0"/>
                  </a:moveTo>
                  <a:lnTo>
                    <a:pt x="0" y="1758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7" name="Input_receptor__1906">
              <a:extLst>
                <a:ext uri="{FF2B5EF4-FFF2-40B4-BE49-F238E27FC236}">
                  <a16:creationId xmlns:a16="http://schemas.microsoft.com/office/drawing/2014/main" id="{FAC4C57D-A027-DCE3-1B3C-10C610BE3FF0}"/>
                </a:ext>
              </a:extLst>
            </p:cNvPr>
            <p:cNvSpPr>
              <a:spLocks noGrp="1"/>
            </p:cNvSpPr>
            <p:nvPr/>
          </p:nvSpPr>
          <p:spPr>
            <a:xfrm>
              <a:off x="1009649" y="4548830"/>
              <a:ext cx="812" cy="28697"/>
            </a:xfrm>
            <a:custGeom>
              <a:avLst/>
              <a:gdLst/>
              <a:ahLst/>
              <a:cxnLst/>
              <a:rect l="0" t="0" r="0" b="0"/>
              <a:pathLst>
                <a:path w="812" h="28697">
                  <a:moveTo>
                    <a:pt x="0" y="0"/>
                  </a:moveTo>
                  <a:lnTo>
                    <a:pt x="812" y="28697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8" name="Input_receptor__1907">
              <a:extLst>
                <a:ext uri="{FF2B5EF4-FFF2-40B4-BE49-F238E27FC236}">
                  <a16:creationId xmlns:a16="http://schemas.microsoft.com/office/drawing/2014/main" id="{1F6EF395-2C92-654E-6EF9-9D295A074AE5}"/>
                </a:ext>
              </a:extLst>
            </p:cNvPr>
            <p:cNvSpPr>
              <a:spLocks noGrp="1"/>
            </p:cNvSpPr>
            <p:nvPr/>
          </p:nvSpPr>
          <p:spPr>
            <a:xfrm>
              <a:off x="676394" y="4666760"/>
              <a:ext cx="29691" cy="35179"/>
            </a:xfrm>
            <a:custGeom>
              <a:avLst/>
              <a:gdLst/>
              <a:ahLst/>
              <a:cxnLst/>
              <a:rect l="0" t="0" r="0" b="0"/>
              <a:pathLst>
                <a:path w="29691" h="35179">
                  <a:moveTo>
                    <a:pt x="29691" y="351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AB7C2"/>
              </a:solidFill>
            </a:ln>
          </p:spPr>
        </p:sp>
        <p:sp>
          <p:nvSpPr>
            <p:cNvPr id="1909" name="Input_receptor__1908">
              <a:extLst>
                <a:ext uri="{FF2B5EF4-FFF2-40B4-BE49-F238E27FC236}">
                  <a16:creationId xmlns:a16="http://schemas.microsoft.com/office/drawing/2014/main" id="{902962A1-AFBA-7890-E62A-2751FC0F65ED}"/>
                </a:ext>
              </a:extLst>
            </p:cNvPr>
            <p:cNvSpPr>
              <a:spLocks noGrp="1"/>
            </p:cNvSpPr>
            <p:nvPr/>
          </p:nvSpPr>
          <p:spPr>
            <a:xfrm>
              <a:off x="676718" y="4615580"/>
              <a:ext cx="17000" cy="95"/>
            </a:xfrm>
            <a:custGeom>
              <a:avLst/>
              <a:gdLst/>
              <a:ahLst/>
              <a:cxnLst/>
              <a:rect l="0" t="0" r="0" b="0"/>
              <a:pathLst>
                <a:path w="17000" h="95">
                  <a:moveTo>
                    <a:pt x="0" y="74"/>
                  </a:moveTo>
                  <a:lnTo>
                    <a:pt x="17000" y="0"/>
                  </a:lnTo>
                </a:path>
              </a:pathLst>
            </a:custGeom>
            <a:noFill/>
            <a:ln w="8096">
              <a:solidFill>
                <a:srgbClr val="AAB8C2"/>
              </a:solidFill>
            </a:ln>
          </p:spPr>
        </p:sp>
        <p:sp>
          <p:nvSpPr>
            <p:cNvPr id="1910" name="Input_receptor__1909">
              <a:extLst>
                <a:ext uri="{FF2B5EF4-FFF2-40B4-BE49-F238E27FC236}">
                  <a16:creationId xmlns:a16="http://schemas.microsoft.com/office/drawing/2014/main" id="{C04861B2-C9EC-B7A1-A135-4E734889133B}"/>
                </a:ext>
              </a:extLst>
            </p:cNvPr>
            <p:cNvSpPr>
              <a:spLocks noGrp="1"/>
            </p:cNvSpPr>
            <p:nvPr/>
          </p:nvSpPr>
          <p:spPr>
            <a:xfrm>
              <a:off x="1315787" y="4541484"/>
              <a:ext cx="25012" cy="10580"/>
            </a:xfrm>
            <a:custGeom>
              <a:avLst/>
              <a:gdLst/>
              <a:ahLst/>
              <a:cxnLst/>
              <a:rect l="0" t="0" r="0" b="0"/>
              <a:pathLst>
                <a:path w="25012" h="10580">
                  <a:moveTo>
                    <a:pt x="25012" y="105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AB8C3"/>
              </a:solidFill>
            </a:ln>
          </p:spPr>
        </p:sp>
        <p:sp>
          <p:nvSpPr>
            <p:cNvPr id="1911" name="Input_receptor__1910">
              <a:extLst>
                <a:ext uri="{FF2B5EF4-FFF2-40B4-BE49-F238E27FC236}">
                  <a16:creationId xmlns:a16="http://schemas.microsoft.com/office/drawing/2014/main" id="{EA8E8036-BE5A-C31E-FC2E-1DB662BBB326}"/>
                </a:ext>
              </a:extLst>
            </p:cNvPr>
            <p:cNvSpPr>
              <a:spLocks noGrp="1"/>
            </p:cNvSpPr>
            <p:nvPr/>
          </p:nvSpPr>
          <p:spPr>
            <a:xfrm>
              <a:off x="871590" y="4601437"/>
              <a:ext cx="24503" cy="5369"/>
            </a:xfrm>
            <a:custGeom>
              <a:avLst/>
              <a:gdLst/>
              <a:ahLst/>
              <a:cxnLst/>
              <a:rect l="0" t="0" r="0" b="0"/>
              <a:pathLst>
                <a:path w="24503" h="5369">
                  <a:moveTo>
                    <a:pt x="24503" y="0"/>
                  </a:moveTo>
                  <a:lnTo>
                    <a:pt x="0" y="5369"/>
                  </a:lnTo>
                </a:path>
              </a:pathLst>
            </a:custGeom>
            <a:noFill/>
            <a:ln w="8096">
              <a:solidFill>
                <a:srgbClr val="AAB8C3"/>
              </a:solidFill>
            </a:ln>
          </p:spPr>
        </p:sp>
        <p:sp>
          <p:nvSpPr>
            <p:cNvPr id="1912" name="Input_receptor__1911">
              <a:extLst>
                <a:ext uri="{FF2B5EF4-FFF2-40B4-BE49-F238E27FC236}">
                  <a16:creationId xmlns:a16="http://schemas.microsoft.com/office/drawing/2014/main" id="{FE2DD2F6-E98C-03B1-CB64-C22B63200FA4}"/>
                </a:ext>
              </a:extLst>
            </p:cNvPr>
            <p:cNvSpPr>
              <a:spLocks noGrp="1"/>
            </p:cNvSpPr>
            <p:nvPr/>
          </p:nvSpPr>
          <p:spPr>
            <a:xfrm>
              <a:off x="1281536" y="4788234"/>
              <a:ext cx="28947" cy="30342"/>
            </a:xfrm>
            <a:custGeom>
              <a:avLst/>
              <a:gdLst/>
              <a:ahLst/>
              <a:cxnLst/>
              <a:rect l="0" t="0" r="0" b="0"/>
              <a:pathLst>
                <a:path w="28947" h="30342">
                  <a:moveTo>
                    <a:pt x="0" y="0"/>
                  </a:moveTo>
                  <a:lnTo>
                    <a:pt x="28947" y="30342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3" name="Input_receptor__1912">
              <a:extLst>
                <a:ext uri="{FF2B5EF4-FFF2-40B4-BE49-F238E27FC236}">
                  <a16:creationId xmlns:a16="http://schemas.microsoft.com/office/drawing/2014/main" id="{5587BBAB-0327-8848-6811-2A45917C34F8}"/>
                </a:ext>
              </a:extLst>
            </p:cNvPr>
            <p:cNvSpPr>
              <a:spLocks noGrp="1"/>
            </p:cNvSpPr>
            <p:nvPr/>
          </p:nvSpPr>
          <p:spPr>
            <a:xfrm>
              <a:off x="1238669" y="4431824"/>
              <a:ext cx="48205" cy="5959"/>
            </a:xfrm>
            <a:custGeom>
              <a:avLst/>
              <a:gdLst/>
              <a:ahLst/>
              <a:cxnLst/>
              <a:rect l="0" t="0" r="0" b="0"/>
              <a:pathLst>
                <a:path w="48205" h="5959">
                  <a:moveTo>
                    <a:pt x="0" y="0"/>
                  </a:moveTo>
                  <a:lnTo>
                    <a:pt x="48205" y="5959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4" name="Input_receptor__1913">
              <a:extLst>
                <a:ext uri="{FF2B5EF4-FFF2-40B4-BE49-F238E27FC236}">
                  <a16:creationId xmlns:a16="http://schemas.microsoft.com/office/drawing/2014/main" id="{FF8F100B-8CD7-04C0-6A49-90ACBEFAAD50}"/>
                </a:ext>
              </a:extLst>
            </p:cNvPr>
            <p:cNvSpPr>
              <a:spLocks noGrp="1"/>
            </p:cNvSpPr>
            <p:nvPr/>
          </p:nvSpPr>
          <p:spPr>
            <a:xfrm>
              <a:off x="1093058" y="4463140"/>
              <a:ext cx="32863" cy="35036"/>
            </a:xfrm>
            <a:custGeom>
              <a:avLst/>
              <a:gdLst/>
              <a:ahLst/>
              <a:cxnLst/>
              <a:rect l="0" t="0" r="0" b="0"/>
              <a:pathLst>
                <a:path w="32863" h="35036">
                  <a:moveTo>
                    <a:pt x="32863" y="350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5" name="Input_receptor__1914">
              <a:extLst>
                <a:ext uri="{FF2B5EF4-FFF2-40B4-BE49-F238E27FC236}">
                  <a16:creationId xmlns:a16="http://schemas.microsoft.com/office/drawing/2014/main" id="{38117FB7-5C4E-BDEF-F135-03CDD653D103}"/>
                </a:ext>
              </a:extLst>
            </p:cNvPr>
            <p:cNvSpPr>
              <a:spLocks noGrp="1"/>
            </p:cNvSpPr>
            <p:nvPr/>
          </p:nvSpPr>
          <p:spPr>
            <a:xfrm>
              <a:off x="1308031" y="4647380"/>
              <a:ext cx="39117" cy="11880"/>
            </a:xfrm>
            <a:custGeom>
              <a:avLst/>
              <a:gdLst/>
              <a:ahLst/>
              <a:cxnLst/>
              <a:rect l="0" t="0" r="0" b="0"/>
              <a:pathLst>
                <a:path w="39117" h="11880">
                  <a:moveTo>
                    <a:pt x="0" y="0"/>
                  </a:moveTo>
                  <a:lnTo>
                    <a:pt x="39117" y="11880"/>
                  </a:lnTo>
                </a:path>
              </a:pathLst>
            </a:custGeom>
            <a:noFill/>
            <a:ln w="20003">
              <a:solidFill>
                <a:srgbClr val="ABB8C3"/>
              </a:solidFill>
            </a:ln>
          </p:spPr>
        </p:sp>
        <p:sp>
          <p:nvSpPr>
            <p:cNvPr id="1916" name="Input_receptor__1915">
              <a:extLst>
                <a:ext uri="{FF2B5EF4-FFF2-40B4-BE49-F238E27FC236}">
                  <a16:creationId xmlns:a16="http://schemas.microsoft.com/office/drawing/2014/main" id="{3F0DE29B-7FB3-4AD5-DE23-F11A82629F1F}"/>
                </a:ext>
              </a:extLst>
            </p:cNvPr>
            <p:cNvSpPr>
              <a:spLocks noGrp="1"/>
            </p:cNvSpPr>
            <p:nvPr/>
          </p:nvSpPr>
          <p:spPr>
            <a:xfrm>
              <a:off x="1087445" y="4559465"/>
              <a:ext cx="35785" cy="32086"/>
            </a:xfrm>
            <a:custGeom>
              <a:avLst/>
              <a:gdLst/>
              <a:ahLst/>
              <a:cxnLst/>
              <a:rect l="0" t="0" r="0" b="0"/>
              <a:pathLst>
                <a:path w="35785" h="32086">
                  <a:moveTo>
                    <a:pt x="0" y="0"/>
                  </a:moveTo>
                  <a:lnTo>
                    <a:pt x="35785" y="32086"/>
                  </a:lnTo>
                </a:path>
              </a:pathLst>
            </a:custGeom>
            <a:noFill/>
            <a:ln w="8096">
              <a:solidFill>
                <a:srgbClr val="ABB8C3"/>
              </a:solidFill>
            </a:ln>
          </p:spPr>
        </p:sp>
        <p:sp>
          <p:nvSpPr>
            <p:cNvPr id="1917" name="Input_receptor__1916">
              <a:extLst>
                <a:ext uri="{FF2B5EF4-FFF2-40B4-BE49-F238E27FC236}">
                  <a16:creationId xmlns:a16="http://schemas.microsoft.com/office/drawing/2014/main" id="{EAB56DEC-8BB2-B74B-97DA-E606116CCF08}"/>
                </a:ext>
              </a:extLst>
            </p:cNvPr>
            <p:cNvSpPr>
              <a:spLocks noGrp="1"/>
            </p:cNvSpPr>
            <p:nvPr/>
          </p:nvSpPr>
          <p:spPr>
            <a:xfrm>
              <a:off x="1286731" y="4647380"/>
              <a:ext cx="21299" cy="41171"/>
            </a:xfrm>
            <a:custGeom>
              <a:avLst/>
              <a:gdLst/>
              <a:ahLst/>
              <a:cxnLst/>
              <a:rect l="0" t="0" r="0" b="0"/>
              <a:pathLst>
                <a:path w="21299" h="41171">
                  <a:moveTo>
                    <a:pt x="0" y="41171"/>
                  </a:moveTo>
                  <a:lnTo>
                    <a:pt x="21299" y="0"/>
                  </a:lnTo>
                </a:path>
              </a:pathLst>
            </a:custGeom>
            <a:noFill/>
            <a:ln w="20003">
              <a:solidFill>
                <a:srgbClr val="ABB9C3"/>
              </a:solidFill>
            </a:ln>
          </p:spPr>
        </p:sp>
        <p:sp>
          <p:nvSpPr>
            <p:cNvPr id="1918" name="Input_receptor__1917">
              <a:extLst>
                <a:ext uri="{FF2B5EF4-FFF2-40B4-BE49-F238E27FC236}">
                  <a16:creationId xmlns:a16="http://schemas.microsoft.com/office/drawing/2014/main" id="{D549252C-3B0B-D3A9-227D-0DA9A07E3FE2}"/>
                </a:ext>
              </a:extLst>
            </p:cNvPr>
            <p:cNvSpPr>
              <a:spLocks noGrp="1"/>
            </p:cNvSpPr>
            <p:nvPr/>
          </p:nvSpPr>
          <p:spPr>
            <a:xfrm>
              <a:off x="1286731" y="4688550"/>
              <a:ext cx="38897" cy="24254"/>
            </a:xfrm>
            <a:custGeom>
              <a:avLst/>
              <a:gdLst/>
              <a:ahLst/>
              <a:cxnLst/>
              <a:rect l="0" t="0" r="0" b="0"/>
              <a:pathLst>
                <a:path w="38897" h="24254">
                  <a:moveTo>
                    <a:pt x="38897" y="242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BB9C4"/>
              </a:solidFill>
            </a:ln>
          </p:spPr>
        </p:sp>
        <p:sp>
          <p:nvSpPr>
            <p:cNvPr id="1919" name="Input_receptor__1918">
              <a:extLst>
                <a:ext uri="{FF2B5EF4-FFF2-40B4-BE49-F238E27FC236}">
                  <a16:creationId xmlns:a16="http://schemas.microsoft.com/office/drawing/2014/main" id="{FA2BCB74-0C67-F3C8-D85B-BB1FAA6F3472}"/>
                </a:ext>
              </a:extLst>
            </p:cNvPr>
            <p:cNvSpPr>
              <a:spLocks noGrp="1"/>
            </p:cNvSpPr>
            <p:nvPr/>
          </p:nvSpPr>
          <p:spPr>
            <a:xfrm>
              <a:off x="1123230" y="4559195"/>
              <a:ext cx="34407" cy="32356"/>
            </a:xfrm>
            <a:custGeom>
              <a:avLst/>
              <a:gdLst/>
              <a:ahLst/>
              <a:cxnLst/>
              <a:rect l="0" t="0" r="0" b="0"/>
              <a:pathLst>
                <a:path w="34407" h="32356">
                  <a:moveTo>
                    <a:pt x="0" y="32356"/>
                  </a:moveTo>
                  <a:lnTo>
                    <a:pt x="34407" y="0"/>
                  </a:lnTo>
                </a:path>
              </a:pathLst>
            </a:custGeom>
            <a:noFill/>
            <a:ln w="8096">
              <a:solidFill>
                <a:srgbClr val="ABB9C4"/>
              </a:solidFill>
            </a:ln>
          </p:spPr>
        </p:sp>
        <p:sp>
          <p:nvSpPr>
            <p:cNvPr id="1920" name="Input_receptor__1919">
              <a:extLst>
                <a:ext uri="{FF2B5EF4-FFF2-40B4-BE49-F238E27FC236}">
                  <a16:creationId xmlns:a16="http://schemas.microsoft.com/office/drawing/2014/main" id="{DBC09EB9-1FCC-85F1-B728-C341441C3B4C}"/>
                </a:ext>
              </a:extLst>
            </p:cNvPr>
            <p:cNvSpPr>
              <a:spLocks noGrp="1"/>
            </p:cNvSpPr>
            <p:nvPr/>
          </p:nvSpPr>
          <p:spPr>
            <a:xfrm>
              <a:off x="1125922" y="4493001"/>
              <a:ext cx="38549" cy="5175"/>
            </a:xfrm>
            <a:custGeom>
              <a:avLst/>
              <a:gdLst/>
              <a:ahLst/>
              <a:cxnLst/>
              <a:rect l="0" t="0" r="0" b="0"/>
              <a:pathLst>
                <a:path w="38549" h="5175">
                  <a:moveTo>
                    <a:pt x="38549" y="0"/>
                  </a:moveTo>
                  <a:lnTo>
                    <a:pt x="0" y="5175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1" name="Input_receptor__1920">
              <a:extLst>
                <a:ext uri="{FF2B5EF4-FFF2-40B4-BE49-F238E27FC236}">
                  <a16:creationId xmlns:a16="http://schemas.microsoft.com/office/drawing/2014/main" id="{82248491-7046-4601-168F-1D9E10291594}"/>
                </a:ext>
              </a:extLst>
            </p:cNvPr>
            <p:cNvSpPr>
              <a:spLocks noGrp="1"/>
            </p:cNvSpPr>
            <p:nvPr/>
          </p:nvSpPr>
          <p:spPr>
            <a:xfrm>
              <a:off x="676394" y="4652873"/>
              <a:ext cx="17746" cy="13887"/>
            </a:xfrm>
            <a:custGeom>
              <a:avLst/>
              <a:gdLst/>
              <a:ahLst/>
              <a:cxnLst/>
              <a:rect l="0" t="0" r="0" b="0"/>
              <a:pathLst>
                <a:path w="17746" h="13887">
                  <a:moveTo>
                    <a:pt x="0" y="13887"/>
                  </a:moveTo>
                  <a:lnTo>
                    <a:pt x="17746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2" name="Input_receptor__1921">
              <a:extLst>
                <a:ext uri="{FF2B5EF4-FFF2-40B4-BE49-F238E27FC236}">
                  <a16:creationId xmlns:a16="http://schemas.microsoft.com/office/drawing/2014/main" id="{1CF52F43-7520-6EC5-D0F7-15DEB72049A5}"/>
                </a:ext>
              </a:extLst>
            </p:cNvPr>
            <p:cNvSpPr>
              <a:spLocks noGrp="1"/>
            </p:cNvSpPr>
            <p:nvPr/>
          </p:nvSpPr>
          <p:spPr>
            <a:xfrm>
              <a:off x="671307" y="4567494"/>
              <a:ext cx="5410" cy="48160"/>
            </a:xfrm>
            <a:custGeom>
              <a:avLst/>
              <a:gdLst/>
              <a:ahLst/>
              <a:cxnLst/>
              <a:rect l="0" t="0" r="0" b="0"/>
              <a:pathLst>
                <a:path w="5410" h="48160">
                  <a:moveTo>
                    <a:pt x="0" y="0"/>
                  </a:moveTo>
                  <a:lnTo>
                    <a:pt x="5410" y="48160"/>
                  </a:lnTo>
                </a:path>
              </a:pathLst>
            </a:custGeom>
            <a:noFill/>
            <a:ln w="20003">
              <a:solidFill>
                <a:srgbClr val="ACB9C4"/>
              </a:solidFill>
            </a:ln>
          </p:spPr>
        </p:sp>
        <p:sp>
          <p:nvSpPr>
            <p:cNvPr id="1923" name="Input_receptor__1922">
              <a:extLst>
                <a:ext uri="{FF2B5EF4-FFF2-40B4-BE49-F238E27FC236}">
                  <a16:creationId xmlns:a16="http://schemas.microsoft.com/office/drawing/2014/main" id="{3C949A31-1CA7-4996-7D9B-BC34E69150AA}"/>
                </a:ext>
              </a:extLst>
            </p:cNvPr>
            <p:cNvSpPr>
              <a:spLocks noGrp="1"/>
            </p:cNvSpPr>
            <p:nvPr/>
          </p:nvSpPr>
          <p:spPr>
            <a:xfrm>
              <a:off x="1047371" y="4559465"/>
              <a:ext cx="40075" cy="95"/>
            </a:xfrm>
            <a:custGeom>
              <a:avLst/>
              <a:gdLst/>
              <a:ahLst/>
              <a:cxnLst/>
              <a:rect l="0" t="0" r="0" b="0"/>
              <a:pathLst>
                <a:path w="40075" h="95">
                  <a:moveTo>
                    <a:pt x="0" y="95"/>
                  </a:moveTo>
                  <a:lnTo>
                    <a:pt x="40075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4" name="Input_receptor__1923">
              <a:extLst>
                <a:ext uri="{FF2B5EF4-FFF2-40B4-BE49-F238E27FC236}">
                  <a16:creationId xmlns:a16="http://schemas.microsoft.com/office/drawing/2014/main" id="{3B43D482-CA4F-32DE-443C-C95DE8FDBE74}"/>
                </a:ext>
              </a:extLst>
            </p:cNvPr>
            <p:cNvSpPr>
              <a:spLocks noGrp="1"/>
            </p:cNvSpPr>
            <p:nvPr/>
          </p:nvSpPr>
          <p:spPr>
            <a:xfrm>
              <a:off x="1010462" y="4559560"/>
              <a:ext cx="36909" cy="17966"/>
            </a:xfrm>
            <a:custGeom>
              <a:avLst/>
              <a:gdLst/>
              <a:ahLst/>
              <a:cxnLst/>
              <a:rect l="0" t="0" r="0" b="0"/>
              <a:pathLst>
                <a:path w="36909" h="17966">
                  <a:moveTo>
                    <a:pt x="0" y="17966"/>
                  </a:moveTo>
                  <a:lnTo>
                    <a:pt x="36909" y="0"/>
                  </a:lnTo>
                </a:path>
              </a:pathLst>
            </a:custGeom>
            <a:noFill/>
            <a:ln w="8096">
              <a:solidFill>
                <a:srgbClr val="ACB9C4"/>
              </a:solidFill>
            </a:ln>
          </p:spPr>
        </p:sp>
        <p:sp>
          <p:nvSpPr>
            <p:cNvPr id="1925" name="Input_receptor__1924">
              <a:extLst>
                <a:ext uri="{FF2B5EF4-FFF2-40B4-BE49-F238E27FC236}">
                  <a16:creationId xmlns:a16="http://schemas.microsoft.com/office/drawing/2014/main" id="{C6A33077-C438-3270-F030-70DA4BB87F7D}"/>
                </a:ext>
              </a:extLst>
            </p:cNvPr>
            <p:cNvSpPr>
              <a:spLocks noGrp="1"/>
            </p:cNvSpPr>
            <p:nvPr/>
          </p:nvSpPr>
          <p:spPr>
            <a:xfrm>
              <a:off x="1274564" y="4535439"/>
              <a:ext cx="11722" cy="45861"/>
            </a:xfrm>
            <a:custGeom>
              <a:avLst/>
              <a:gdLst/>
              <a:ahLst/>
              <a:cxnLst/>
              <a:rect l="0" t="0" r="0" b="0"/>
              <a:pathLst>
                <a:path w="11722" h="45861">
                  <a:moveTo>
                    <a:pt x="11722" y="458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CBAC4"/>
              </a:solidFill>
            </a:ln>
          </p:spPr>
        </p:sp>
        <p:sp>
          <p:nvSpPr>
            <p:cNvPr id="1926" name="Input_receptor__1925">
              <a:extLst>
                <a:ext uri="{FF2B5EF4-FFF2-40B4-BE49-F238E27FC236}">
                  <a16:creationId xmlns:a16="http://schemas.microsoft.com/office/drawing/2014/main" id="{E4CA3196-AB6B-202C-71D5-B57034C06657}"/>
                </a:ext>
              </a:extLst>
            </p:cNvPr>
            <p:cNvSpPr>
              <a:spLocks noGrp="1"/>
            </p:cNvSpPr>
            <p:nvPr/>
          </p:nvSpPr>
          <p:spPr>
            <a:xfrm>
              <a:off x="1274752" y="4818576"/>
              <a:ext cx="35731" cy="13574"/>
            </a:xfrm>
            <a:custGeom>
              <a:avLst/>
              <a:gdLst/>
              <a:ahLst/>
              <a:cxnLst/>
              <a:rect l="0" t="0" r="0" b="0"/>
              <a:pathLst>
                <a:path w="35731" h="13574">
                  <a:moveTo>
                    <a:pt x="35731" y="0"/>
                  </a:moveTo>
                  <a:lnTo>
                    <a:pt x="0" y="13574"/>
                  </a:lnTo>
                </a:path>
              </a:pathLst>
            </a:custGeom>
            <a:noFill/>
            <a:ln w="8096">
              <a:solidFill>
                <a:srgbClr val="ADBAC4"/>
              </a:solidFill>
            </a:ln>
          </p:spPr>
        </p:sp>
        <p:sp>
          <p:nvSpPr>
            <p:cNvPr id="1927" name="Input_receptor__1926">
              <a:extLst>
                <a:ext uri="{FF2B5EF4-FFF2-40B4-BE49-F238E27FC236}">
                  <a16:creationId xmlns:a16="http://schemas.microsoft.com/office/drawing/2014/main" id="{F86EF74F-34EC-544D-A11E-897A707C052F}"/>
                </a:ext>
              </a:extLst>
            </p:cNvPr>
            <p:cNvSpPr>
              <a:spLocks noGrp="1"/>
            </p:cNvSpPr>
            <p:nvPr/>
          </p:nvSpPr>
          <p:spPr>
            <a:xfrm>
              <a:off x="793651" y="4535427"/>
              <a:ext cx="7527" cy="46098"/>
            </a:xfrm>
            <a:custGeom>
              <a:avLst/>
              <a:gdLst/>
              <a:ahLst/>
              <a:cxnLst/>
              <a:rect l="0" t="0" r="0" b="0"/>
              <a:pathLst>
                <a:path w="7527" h="46098">
                  <a:moveTo>
                    <a:pt x="7527" y="0"/>
                  </a:moveTo>
                  <a:lnTo>
                    <a:pt x="0" y="46098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28" name="Input_receptor__1927">
              <a:extLst>
                <a:ext uri="{FF2B5EF4-FFF2-40B4-BE49-F238E27FC236}">
                  <a16:creationId xmlns:a16="http://schemas.microsoft.com/office/drawing/2014/main" id="{17683DE0-3DD8-6474-6C73-9F9999E5B42B}"/>
                </a:ext>
              </a:extLst>
            </p:cNvPr>
            <p:cNvSpPr>
              <a:spLocks noGrp="1"/>
            </p:cNvSpPr>
            <p:nvPr/>
          </p:nvSpPr>
          <p:spPr>
            <a:xfrm>
              <a:off x="1315517" y="4519584"/>
              <a:ext cx="25282" cy="32480"/>
            </a:xfrm>
            <a:custGeom>
              <a:avLst/>
              <a:gdLst/>
              <a:ahLst/>
              <a:cxnLst/>
              <a:rect l="0" t="0" r="0" b="0"/>
              <a:pathLst>
                <a:path w="25282" h="32480">
                  <a:moveTo>
                    <a:pt x="0" y="0"/>
                  </a:moveTo>
                  <a:lnTo>
                    <a:pt x="25282" y="32480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29" name="Input_receptor__1928">
              <a:extLst>
                <a:ext uri="{FF2B5EF4-FFF2-40B4-BE49-F238E27FC236}">
                  <a16:creationId xmlns:a16="http://schemas.microsoft.com/office/drawing/2014/main" id="{2DDA699F-6B23-E269-5047-1F2C29A24158}"/>
                </a:ext>
              </a:extLst>
            </p:cNvPr>
            <p:cNvSpPr>
              <a:spLocks noGrp="1"/>
            </p:cNvSpPr>
            <p:nvPr/>
          </p:nvSpPr>
          <p:spPr>
            <a:xfrm>
              <a:off x="865203" y="4545265"/>
              <a:ext cx="47761" cy="7779"/>
            </a:xfrm>
            <a:custGeom>
              <a:avLst/>
              <a:gdLst/>
              <a:ahLst/>
              <a:cxnLst/>
              <a:rect l="0" t="0" r="0" b="0"/>
              <a:pathLst>
                <a:path w="47761" h="7779">
                  <a:moveTo>
                    <a:pt x="47761" y="7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DBAC4"/>
              </a:solidFill>
            </a:ln>
          </p:spPr>
        </p:sp>
        <p:sp>
          <p:nvSpPr>
            <p:cNvPr id="1930" name="Input_receptor__1929">
              <a:extLst>
                <a:ext uri="{FF2B5EF4-FFF2-40B4-BE49-F238E27FC236}">
                  <a16:creationId xmlns:a16="http://schemas.microsoft.com/office/drawing/2014/main" id="{D617231A-54E5-4835-EFDB-4672025F01AE}"/>
                </a:ext>
              </a:extLst>
            </p:cNvPr>
            <p:cNvSpPr>
              <a:spLocks noGrp="1"/>
            </p:cNvSpPr>
            <p:nvPr/>
          </p:nvSpPr>
          <p:spPr>
            <a:xfrm>
              <a:off x="1171828" y="4598319"/>
              <a:ext cx="32721" cy="35453"/>
            </a:xfrm>
            <a:custGeom>
              <a:avLst/>
              <a:gdLst/>
              <a:ahLst/>
              <a:cxnLst/>
              <a:rect l="0" t="0" r="0" b="0"/>
              <a:pathLst>
                <a:path w="32721" h="35453">
                  <a:moveTo>
                    <a:pt x="0" y="35453"/>
                  </a:moveTo>
                  <a:lnTo>
                    <a:pt x="32721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1" name="Input_receptor__1930">
              <a:extLst>
                <a:ext uri="{FF2B5EF4-FFF2-40B4-BE49-F238E27FC236}">
                  <a16:creationId xmlns:a16="http://schemas.microsoft.com/office/drawing/2014/main" id="{F0084DF8-A979-EE3B-5B76-1F9929F0468F}"/>
                </a:ext>
              </a:extLst>
            </p:cNvPr>
            <p:cNvSpPr>
              <a:spLocks noGrp="1"/>
            </p:cNvSpPr>
            <p:nvPr/>
          </p:nvSpPr>
          <p:spPr>
            <a:xfrm>
              <a:off x="781815" y="4728054"/>
              <a:ext cx="47624" cy="8384"/>
            </a:xfrm>
            <a:custGeom>
              <a:avLst/>
              <a:gdLst/>
              <a:ahLst/>
              <a:cxnLst/>
              <a:rect l="0" t="0" r="0" b="0"/>
              <a:pathLst>
                <a:path w="47624" h="8384">
                  <a:moveTo>
                    <a:pt x="0" y="8384"/>
                  </a:moveTo>
                  <a:lnTo>
                    <a:pt x="47624" y="0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2" name="Input_receptor__1931">
              <a:extLst>
                <a:ext uri="{FF2B5EF4-FFF2-40B4-BE49-F238E27FC236}">
                  <a16:creationId xmlns:a16="http://schemas.microsoft.com/office/drawing/2014/main" id="{C14320E5-388B-84A1-7BFA-3E81F60D76B5}"/>
                </a:ext>
              </a:extLst>
            </p:cNvPr>
            <p:cNvSpPr>
              <a:spLocks noGrp="1"/>
            </p:cNvSpPr>
            <p:nvPr/>
          </p:nvSpPr>
          <p:spPr>
            <a:xfrm>
              <a:off x="734973" y="4538619"/>
              <a:ext cx="6515" cy="38008"/>
            </a:xfrm>
            <a:custGeom>
              <a:avLst/>
              <a:gdLst/>
              <a:ahLst/>
              <a:cxnLst/>
              <a:rect l="0" t="0" r="0" b="0"/>
              <a:pathLst>
                <a:path w="6515" h="38008">
                  <a:moveTo>
                    <a:pt x="6515" y="0"/>
                  </a:moveTo>
                  <a:lnTo>
                    <a:pt x="0" y="38008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3" name="Input_receptor__1932">
              <a:extLst>
                <a:ext uri="{FF2B5EF4-FFF2-40B4-BE49-F238E27FC236}">
                  <a16:creationId xmlns:a16="http://schemas.microsoft.com/office/drawing/2014/main" id="{E295353D-BF84-9C4C-E67A-6B32E02232AA}"/>
                </a:ext>
              </a:extLst>
            </p:cNvPr>
            <p:cNvSpPr>
              <a:spLocks noGrp="1"/>
            </p:cNvSpPr>
            <p:nvPr/>
          </p:nvSpPr>
          <p:spPr>
            <a:xfrm>
              <a:off x="1274564" y="4519584"/>
              <a:ext cx="40952" cy="15855"/>
            </a:xfrm>
            <a:custGeom>
              <a:avLst/>
              <a:gdLst/>
              <a:ahLst/>
              <a:cxnLst/>
              <a:rect l="0" t="0" r="0" b="0"/>
              <a:pathLst>
                <a:path w="40952" h="15855">
                  <a:moveTo>
                    <a:pt x="0" y="15855"/>
                  </a:moveTo>
                  <a:lnTo>
                    <a:pt x="40952" y="0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4" name="Input_receptor__1933">
              <a:extLst>
                <a:ext uri="{FF2B5EF4-FFF2-40B4-BE49-F238E27FC236}">
                  <a16:creationId xmlns:a16="http://schemas.microsoft.com/office/drawing/2014/main" id="{6F75B568-6102-3860-3008-9987A291E21D}"/>
                </a:ext>
              </a:extLst>
            </p:cNvPr>
            <p:cNvSpPr>
              <a:spLocks noGrp="1"/>
            </p:cNvSpPr>
            <p:nvPr/>
          </p:nvSpPr>
          <p:spPr>
            <a:xfrm>
              <a:off x="871590" y="4598644"/>
              <a:ext cx="38439" cy="8162"/>
            </a:xfrm>
            <a:custGeom>
              <a:avLst/>
              <a:gdLst/>
              <a:ahLst/>
              <a:cxnLst/>
              <a:rect l="0" t="0" r="0" b="0"/>
              <a:pathLst>
                <a:path w="38439" h="8162">
                  <a:moveTo>
                    <a:pt x="0" y="8162"/>
                  </a:moveTo>
                  <a:lnTo>
                    <a:pt x="38439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5" name="Input_receptor__1934">
              <a:extLst>
                <a:ext uri="{FF2B5EF4-FFF2-40B4-BE49-F238E27FC236}">
                  <a16:creationId xmlns:a16="http://schemas.microsoft.com/office/drawing/2014/main" id="{EF557D74-768B-AEC3-9B99-A3DA79C060D3}"/>
                </a:ext>
              </a:extLst>
            </p:cNvPr>
            <p:cNvSpPr>
              <a:spLocks noGrp="1"/>
            </p:cNvSpPr>
            <p:nvPr/>
          </p:nvSpPr>
          <p:spPr>
            <a:xfrm>
              <a:off x="723834" y="4576627"/>
              <a:ext cx="11139" cy="25778"/>
            </a:xfrm>
            <a:custGeom>
              <a:avLst/>
              <a:gdLst/>
              <a:ahLst/>
              <a:cxnLst/>
              <a:rect l="0" t="0" r="0" b="0"/>
              <a:pathLst>
                <a:path w="11139" h="25778">
                  <a:moveTo>
                    <a:pt x="11139" y="0"/>
                  </a:moveTo>
                  <a:lnTo>
                    <a:pt x="0" y="25778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36" name="Input_receptor__1935">
              <a:extLst>
                <a:ext uri="{FF2B5EF4-FFF2-40B4-BE49-F238E27FC236}">
                  <a16:creationId xmlns:a16="http://schemas.microsoft.com/office/drawing/2014/main" id="{63EBD7CB-8D3E-5EE8-205E-37DEC44B48CF}"/>
                </a:ext>
              </a:extLst>
            </p:cNvPr>
            <p:cNvSpPr>
              <a:spLocks noGrp="1"/>
            </p:cNvSpPr>
            <p:nvPr/>
          </p:nvSpPr>
          <p:spPr>
            <a:xfrm>
              <a:off x="1157637" y="4532922"/>
              <a:ext cx="933" cy="26273"/>
            </a:xfrm>
            <a:custGeom>
              <a:avLst/>
              <a:gdLst/>
              <a:ahLst/>
              <a:cxnLst/>
              <a:rect l="0" t="0" r="0" b="0"/>
              <a:pathLst>
                <a:path w="933" h="26273">
                  <a:moveTo>
                    <a:pt x="0" y="26273"/>
                  </a:moveTo>
                  <a:lnTo>
                    <a:pt x="933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7" name="Input_receptor__1936">
              <a:extLst>
                <a:ext uri="{FF2B5EF4-FFF2-40B4-BE49-F238E27FC236}">
                  <a16:creationId xmlns:a16="http://schemas.microsoft.com/office/drawing/2014/main" id="{684B9463-2FE0-DBBF-2830-E51038C6A6EA}"/>
                </a:ext>
              </a:extLst>
            </p:cNvPr>
            <p:cNvSpPr>
              <a:spLocks noGrp="1"/>
            </p:cNvSpPr>
            <p:nvPr/>
          </p:nvSpPr>
          <p:spPr>
            <a:xfrm>
              <a:off x="910029" y="4553044"/>
              <a:ext cx="2935" cy="45600"/>
            </a:xfrm>
            <a:custGeom>
              <a:avLst/>
              <a:gdLst/>
              <a:ahLst/>
              <a:cxnLst/>
              <a:rect l="0" t="0" r="0" b="0"/>
              <a:pathLst>
                <a:path w="2935" h="45600">
                  <a:moveTo>
                    <a:pt x="0" y="45600"/>
                  </a:moveTo>
                  <a:lnTo>
                    <a:pt x="2935" y="0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8" name="Input_receptor__1937">
              <a:extLst>
                <a:ext uri="{FF2B5EF4-FFF2-40B4-BE49-F238E27FC236}">
                  <a16:creationId xmlns:a16="http://schemas.microsoft.com/office/drawing/2014/main" id="{0165AD54-E55C-525D-724E-4DCE1F5D3F45}"/>
                </a:ext>
              </a:extLst>
            </p:cNvPr>
            <p:cNvSpPr>
              <a:spLocks noGrp="1"/>
            </p:cNvSpPr>
            <p:nvPr/>
          </p:nvSpPr>
          <p:spPr>
            <a:xfrm>
              <a:off x="767790" y="4694102"/>
              <a:ext cx="14025" cy="42336"/>
            </a:xfrm>
            <a:custGeom>
              <a:avLst/>
              <a:gdLst/>
              <a:ahLst/>
              <a:cxnLst/>
              <a:rect l="0" t="0" r="0" b="0"/>
              <a:pathLst>
                <a:path w="14025" h="42336">
                  <a:moveTo>
                    <a:pt x="0" y="0"/>
                  </a:moveTo>
                  <a:lnTo>
                    <a:pt x="14025" y="42336"/>
                  </a:lnTo>
                </a:path>
              </a:pathLst>
            </a:custGeom>
            <a:noFill/>
            <a:ln w="8096">
              <a:solidFill>
                <a:srgbClr val="ADBAC5"/>
              </a:solidFill>
            </a:ln>
          </p:spPr>
        </p:sp>
        <p:sp>
          <p:nvSpPr>
            <p:cNvPr id="1939" name="Input_receptor__1938">
              <a:extLst>
                <a:ext uri="{FF2B5EF4-FFF2-40B4-BE49-F238E27FC236}">
                  <a16:creationId xmlns:a16="http://schemas.microsoft.com/office/drawing/2014/main" id="{80B3896D-1F17-98E1-C7ED-9A7DB2D174FA}"/>
                </a:ext>
              </a:extLst>
            </p:cNvPr>
            <p:cNvSpPr>
              <a:spLocks noGrp="1"/>
            </p:cNvSpPr>
            <p:nvPr/>
          </p:nvSpPr>
          <p:spPr>
            <a:xfrm>
              <a:off x="1321774" y="4688530"/>
              <a:ext cx="3854" cy="24274"/>
            </a:xfrm>
            <a:custGeom>
              <a:avLst/>
              <a:gdLst/>
              <a:ahLst/>
              <a:cxnLst/>
              <a:rect l="0" t="0" r="0" b="0"/>
              <a:pathLst>
                <a:path w="3854" h="24274">
                  <a:moveTo>
                    <a:pt x="0" y="0"/>
                  </a:moveTo>
                  <a:lnTo>
                    <a:pt x="3854" y="24274"/>
                  </a:lnTo>
                </a:path>
              </a:pathLst>
            </a:custGeom>
            <a:noFill/>
            <a:ln w="20003">
              <a:solidFill>
                <a:srgbClr val="ADBAC5"/>
              </a:solidFill>
            </a:ln>
          </p:spPr>
        </p:sp>
        <p:sp>
          <p:nvSpPr>
            <p:cNvPr id="1940" name="Input_receptor__1939">
              <a:extLst>
                <a:ext uri="{FF2B5EF4-FFF2-40B4-BE49-F238E27FC236}">
                  <a16:creationId xmlns:a16="http://schemas.microsoft.com/office/drawing/2014/main" id="{A17C93AD-7906-CC45-16E6-617514922125}"/>
                </a:ext>
              </a:extLst>
            </p:cNvPr>
            <p:cNvSpPr>
              <a:spLocks noGrp="1"/>
            </p:cNvSpPr>
            <p:nvPr/>
          </p:nvSpPr>
          <p:spPr>
            <a:xfrm>
              <a:off x="1139376" y="4618409"/>
              <a:ext cx="32452" cy="15363"/>
            </a:xfrm>
            <a:custGeom>
              <a:avLst/>
              <a:gdLst/>
              <a:ahLst/>
              <a:cxnLst/>
              <a:rect l="0" t="0" r="0" b="0"/>
              <a:pathLst>
                <a:path w="32452" h="15363">
                  <a:moveTo>
                    <a:pt x="0" y="0"/>
                  </a:moveTo>
                  <a:lnTo>
                    <a:pt x="32452" y="15363"/>
                  </a:lnTo>
                </a:path>
              </a:pathLst>
            </a:custGeom>
            <a:noFill/>
            <a:ln w="8096">
              <a:solidFill>
                <a:srgbClr val="AEBBC5"/>
              </a:solidFill>
            </a:ln>
          </p:spPr>
        </p:sp>
        <p:sp>
          <p:nvSpPr>
            <p:cNvPr id="1941" name="Input_receptor__1940">
              <a:extLst>
                <a:ext uri="{FF2B5EF4-FFF2-40B4-BE49-F238E27FC236}">
                  <a16:creationId xmlns:a16="http://schemas.microsoft.com/office/drawing/2014/main" id="{2E45CBA0-C59D-7C3A-CD5C-2A5AD84CFDC6}"/>
                </a:ext>
              </a:extLst>
            </p:cNvPr>
            <p:cNvSpPr>
              <a:spLocks noGrp="1"/>
            </p:cNvSpPr>
            <p:nvPr/>
          </p:nvSpPr>
          <p:spPr>
            <a:xfrm>
              <a:off x="671307" y="4567494"/>
              <a:ext cx="19737" cy="1288"/>
            </a:xfrm>
            <a:custGeom>
              <a:avLst/>
              <a:gdLst/>
              <a:ahLst/>
              <a:cxnLst/>
              <a:rect l="0" t="0" r="0" b="0"/>
              <a:pathLst>
                <a:path w="19737" h="1288">
                  <a:moveTo>
                    <a:pt x="19737" y="1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BC5"/>
              </a:solidFill>
            </a:ln>
          </p:spPr>
        </p:sp>
        <p:sp>
          <p:nvSpPr>
            <p:cNvPr id="1942" name="Input_receptor__1941">
              <a:extLst>
                <a:ext uri="{FF2B5EF4-FFF2-40B4-BE49-F238E27FC236}">
                  <a16:creationId xmlns:a16="http://schemas.microsoft.com/office/drawing/2014/main" id="{E2F70FEA-AC86-AFD5-9926-74E84F2C9D72}"/>
                </a:ext>
              </a:extLst>
            </p:cNvPr>
            <p:cNvSpPr>
              <a:spLocks noGrp="1"/>
            </p:cNvSpPr>
            <p:nvPr/>
          </p:nvSpPr>
          <p:spPr>
            <a:xfrm>
              <a:off x="1158570" y="4493001"/>
              <a:ext cx="5901" cy="39920"/>
            </a:xfrm>
            <a:custGeom>
              <a:avLst/>
              <a:gdLst/>
              <a:ahLst/>
              <a:cxnLst/>
              <a:rect l="0" t="0" r="0" b="0"/>
              <a:pathLst>
                <a:path w="5901" h="39920">
                  <a:moveTo>
                    <a:pt x="0" y="39920"/>
                  </a:moveTo>
                  <a:lnTo>
                    <a:pt x="5901" y="0"/>
                  </a:lnTo>
                </a:path>
              </a:pathLst>
            </a:custGeom>
            <a:noFill/>
            <a:ln w="8096">
              <a:solidFill>
                <a:srgbClr val="AEBBC5"/>
              </a:solidFill>
            </a:ln>
          </p:spPr>
        </p:sp>
        <p:sp>
          <p:nvSpPr>
            <p:cNvPr id="1943" name="Input_receptor__1942">
              <a:extLst>
                <a:ext uri="{FF2B5EF4-FFF2-40B4-BE49-F238E27FC236}">
                  <a16:creationId xmlns:a16="http://schemas.microsoft.com/office/drawing/2014/main" id="{9CCECDBE-E07C-0B64-6972-4E8B9770D5AD}"/>
                </a:ext>
              </a:extLst>
            </p:cNvPr>
            <p:cNvSpPr>
              <a:spLocks noGrp="1"/>
            </p:cNvSpPr>
            <p:nvPr/>
          </p:nvSpPr>
          <p:spPr>
            <a:xfrm>
              <a:off x="801178" y="4523136"/>
              <a:ext cx="12523" cy="12291"/>
            </a:xfrm>
            <a:custGeom>
              <a:avLst/>
              <a:gdLst/>
              <a:ahLst/>
              <a:cxnLst/>
              <a:rect l="0" t="0" r="0" b="0"/>
              <a:pathLst>
                <a:path w="12523" h="12291">
                  <a:moveTo>
                    <a:pt x="12523" y="0"/>
                  </a:moveTo>
                  <a:lnTo>
                    <a:pt x="0" y="12291"/>
                  </a:lnTo>
                </a:path>
              </a:pathLst>
            </a:custGeom>
            <a:noFill/>
            <a:ln w="20003">
              <a:solidFill>
                <a:srgbClr val="AEBBC5"/>
              </a:solidFill>
            </a:ln>
          </p:spPr>
        </p:sp>
        <p:sp>
          <p:nvSpPr>
            <p:cNvPr id="1944" name="Input_receptor__1943">
              <a:extLst>
                <a:ext uri="{FF2B5EF4-FFF2-40B4-BE49-F238E27FC236}">
                  <a16:creationId xmlns:a16="http://schemas.microsoft.com/office/drawing/2014/main" id="{BCB68E8A-5C74-95B0-9535-28240F364D78}"/>
                </a:ext>
              </a:extLst>
            </p:cNvPr>
            <p:cNvSpPr>
              <a:spLocks noGrp="1"/>
            </p:cNvSpPr>
            <p:nvPr/>
          </p:nvSpPr>
          <p:spPr>
            <a:xfrm>
              <a:off x="694140" y="4652873"/>
              <a:ext cx="26228" cy="37486"/>
            </a:xfrm>
            <a:custGeom>
              <a:avLst/>
              <a:gdLst/>
              <a:ahLst/>
              <a:cxnLst/>
              <a:rect l="0" t="0" r="0" b="0"/>
              <a:pathLst>
                <a:path w="26228" h="37486">
                  <a:moveTo>
                    <a:pt x="0" y="0"/>
                  </a:moveTo>
                  <a:lnTo>
                    <a:pt x="26228" y="37486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45" name="Input_receptor__1944">
              <a:extLst>
                <a:ext uri="{FF2B5EF4-FFF2-40B4-BE49-F238E27FC236}">
                  <a16:creationId xmlns:a16="http://schemas.microsoft.com/office/drawing/2014/main" id="{42AB83DC-4CC1-2D0B-C84E-CC06B862A578}"/>
                </a:ext>
              </a:extLst>
            </p:cNvPr>
            <p:cNvSpPr>
              <a:spLocks noGrp="1"/>
            </p:cNvSpPr>
            <p:nvPr/>
          </p:nvSpPr>
          <p:spPr>
            <a:xfrm>
              <a:off x="829438" y="4728054"/>
              <a:ext cx="23150" cy="21587"/>
            </a:xfrm>
            <a:custGeom>
              <a:avLst/>
              <a:gdLst/>
              <a:ahLst/>
              <a:cxnLst/>
              <a:rect l="0" t="0" r="0" b="0"/>
              <a:pathLst>
                <a:path w="23150" h="21587">
                  <a:moveTo>
                    <a:pt x="0" y="0"/>
                  </a:moveTo>
                  <a:lnTo>
                    <a:pt x="23150" y="21587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6" name="Input_receptor__1945">
              <a:extLst>
                <a:ext uri="{FF2B5EF4-FFF2-40B4-BE49-F238E27FC236}">
                  <a16:creationId xmlns:a16="http://schemas.microsoft.com/office/drawing/2014/main" id="{018C2A18-25DD-A141-414F-717247BE3C55}"/>
                </a:ext>
              </a:extLst>
            </p:cNvPr>
            <p:cNvSpPr>
              <a:spLocks noGrp="1"/>
            </p:cNvSpPr>
            <p:nvPr/>
          </p:nvSpPr>
          <p:spPr>
            <a:xfrm>
              <a:off x="844996" y="4545265"/>
              <a:ext cx="20207" cy="14576"/>
            </a:xfrm>
            <a:custGeom>
              <a:avLst/>
              <a:gdLst/>
              <a:ahLst/>
              <a:cxnLst/>
              <a:rect l="0" t="0" r="0" b="0"/>
              <a:pathLst>
                <a:path w="20207" h="14576">
                  <a:moveTo>
                    <a:pt x="20207" y="0"/>
                  </a:moveTo>
                  <a:lnTo>
                    <a:pt x="0" y="14576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7" name="Input_receptor__1946">
              <a:extLst>
                <a:ext uri="{FF2B5EF4-FFF2-40B4-BE49-F238E27FC236}">
                  <a16:creationId xmlns:a16="http://schemas.microsoft.com/office/drawing/2014/main" id="{3F795725-429C-66E6-F4A0-D4A4E9474FC8}"/>
                </a:ext>
              </a:extLst>
            </p:cNvPr>
            <p:cNvSpPr>
              <a:spLocks noGrp="1"/>
            </p:cNvSpPr>
            <p:nvPr/>
          </p:nvSpPr>
          <p:spPr>
            <a:xfrm>
              <a:off x="720368" y="4690359"/>
              <a:ext cx="47422" cy="3743"/>
            </a:xfrm>
            <a:custGeom>
              <a:avLst/>
              <a:gdLst/>
              <a:ahLst/>
              <a:cxnLst/>
              <a:rect l="0" t="0" r="0" b="0"/>
              <a:pathLst>
                <a:path w="47422" h="3743">
                  <a:moveTo>
                    <a:pt x="0" y="0"/>
                  </a:moveTo>
                  <a:lnTo>
                    <a:pt x="47422" y="3743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48" name="Input_receptor__1947">
              <a:extLst>
                <a:ext uri="{FF2B5EF4-FFF2-40B4-BE49-F238E27FC236}">
                  <a16:creationId xmlns:a16="http://schemas.microsoft.com/office/drawing/2014/main" id="{941CD061-2AAE-4858-7081-00FE678CDA11}"/>
                </a:ext>
              </a:extLst>
            </p:cNvPr>
            <p:cNvSpPr>
              <a:spLocks noGrp="1"/>
            </p:cNvSpPr>
            <p:nvPr/>
          </p:nvSpPr>
          <p:spPr>
            <a:xfrm>
              <a:off x="1204550" y="4585751"/>
              <a:ext cx="24286" cy="12567"/>
            </a:xfrm>
            <a:custGeom>
              <a:avLst/>
              <a:gdLst/>
              <a:ahLst/>
              <a:cxnLst/>
              <a:rect l="0" t="0" r="0" b="0"/>
              <a:pathLst>
                <a:path w="24286" h="12567">
                  <a:moveTo>
                    <a:pt x="0" y="12567"/>
                  </a:moveTo>
                  <a:lnTo>
                    <a:pt x="24286" y="0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49" name="Input_receptor__1948">
              <a:extLst>
                <a:ext uri="{FF2B5EF4-FFF2-40B4-BE49-F238E27FC236}">
                  <a16:creationId xmlns:a16="http://schemas.microsoft.com/office/drawing/2014/main" id="{6FCC0FC9-D65D-7BD5-850C-0E19DF7C8889}"/>
                </a:ext>
              </a:extLst>
            </p:cNvPr>
            <p:cNvSpPr>
              <a:spLocks noGrp="1"/>
            </p:cNvSpPr>
            <p:nvPr/>
          </p:nvSpPr>
          <p:spPr>
            <a:xfrm>
              <a:off x="769238" y="4566375"/>
              <a:ext cx="24413" cy="15150"/>
            </a:xfrm>
            <a:custGeom>
              <a:avLst/>
              <a:gdLst/>
              <a:ahLst/>
              <a:cxnLst/>
              <a:rect l="0" t="0" r="0" b="0"/>
              <a:pathLst>
                <a:path w="24413" h="15150">
                  <a:moveTo>
                    <a:pt x="24413" y="151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50" name="Input_receptor__1949">
              <a:extLst>
                <a:ext uri="{FF2B5EF4-FFF2-40B4-BE49-F238E27FC236}">
                  <a16:creationId xmlns:a16="http://schemas.microsoft.com/office/drawing/2014/main" id="{71C84246-B9D8-5B34-C103-EA255EB92D69}"/>
                </a:ext>
              </a:extLst>
            </p:cNvPr>
            <p:cNvSpPr>
              <a:spLocks noGrp="1"/>
            </p:cNvSpPr>
            <p:nvPr/>
          </p:nvSpPr>
          <p:spPr>
            <a:xfrm>
              <a:off x="1286286" y="4569841"/>
              <a:ext cx="11501" cy="11459"/>
            </a:xfrm>
            <a:custGeom>
              <a:avLst/>
              <a:gdLst/>
              <a:ahLst/>
              <a:cxnLst/>
              <a:rect l="0" t="0" r="0" b="0"/>
              <a:pathLst>
                <a:path w="11501" h="11459">
                  <a:moveTo>
                    <a:pt x="11501" y="0"/>
                  </a:moveTo>
                  <a:lnTo>
                    <a:pt x="0" y="11459"/>
                  </a:lnTo>
                </a:path>
              </a:pathLst>
            </a:custGeom>
            <a:noFill/>
            <a:ln w="20003">
              <a:solidFill>
                <a:srgbClr val="AEBBC6"/>
              </a:solidFill>
            </a:ln>
          </p:spPr>
        </p:sp>
        <p:sp>
          <p:nvSpPr>
            <p:cNvPr id="1951" name="Input_receptor__1950">
              <a:extLst>
                <a:ext uri="{FF2B5EF4-FFF2-40B4-BE49-F238E27FC236}">
                  <a16:creationId xmlns:a16="http://schemas.microsoft.com/office/drawing/2014/main" id="{33357E5C-1AC6-8A81-0856-C3834D417B90}"/>
                </a:ext>
              </a:extLst>
            </p:cNvPr>
            <p:cNvSpPr>
              <a:spLocks noGrp="1"/>
            </p:cNvSpPr>
            <p:nvPr/>
          </p:nvSpPr>
          <p:spPr>
            <a:xfrm>
              <a:off x="1098668" y="4618409"/>
              <a:ext cx="40708" cy="24426"/>
            </a:xfrm>
            <a:custGeom>
              <a:avLst/>
              <a:gdLst/>
              <a:ahLst/>
              <a:cxnLst/>
              <a:rect l="0" t="0" r="0" b="0"/>
              <a:pathLst>
                <a:path w="40708" h="24426">
                  <a:moveTo>
                    <a:pt x="0" y="24426"/>
                  </a:moveTo>
                  <a:lnTo>
                    <a:pt x="40708" y="0"/>
                  </a:lnTo>
                </a:path>
              </a:pathLst>
            </a:custGeom>
            <a:noFill/>
            <a:ln w="8096">
              <a:solidFill>
                <a:srgbClr val="AEBBC6"/>
              </a:solidFill>
            </a:ln>
          </p:spPr>
        </p:sp>
        <p:sp>
          <p:nvSpPr>
            <p:cNvPr id="1952" name="Input_receptor__1951">
              <a:extLst>
                <a:ext uri="{FF2B5EF4-FFF2-40B4-BE49-F238E27FC236}">
                  <a16:creationId xmlns:a16="http://schemas.microsoft.com/office/drawing/2014/main" id="{E214264E-C77E-801E-61D7-43887CDF8BFB}"/>
                </a:ext>
              </a:extLst>
            </p:cNvPr>
            <p:cNvSpPr>
              <a:spLocks noGrp="1"/>
            </p:cNvSpPr>
            <p:nvPr/>
          </p:nvSpPr>
          <p:spPr>
            <a:xfrm>
              <a:off x="741488" y="4538619"/>
              <a:ext cx="27750" cy="27757"/>
            </a:xfrm>
            <a:custGeom>
              <a:avLst/>
              <a:gdLst/>
              <a:ahLst/>
              <a:cxnLst/>
              <a:rect l="0" t="0" r="0" b="0"/>
              <a:pathLst>
                <a:path w="27750" h="27757">
                  <a:moveTo>
                    <a:pt x="27750" y="277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3" name="Input_receptor__1952">
              <a:extLst>
                <a:ext uri="{FF2B5EF4-FFF2-40B4-BE49-F238E27FC236}">
                  <a16:creationId xmlns:a16="http://schemas.microsoft.com/office/drawing/2014/main" id="{FCC97B64-2CD3-2163-7FA5-D600E4FE40E0}"/>
                </a:ext>
              </a:extLst>
            </p:cNvPr>
            <p:cNvSpPr>
              <a:spLocks noGrp="1"/>
            </p:cNvSpPr>
            <p:nvPr/>
          </p:nvSpPr>
          <p:spPr>
            <a:xfrm>
              <a:off x="1275127" y="4700453"/>
              <a:ext cx="7108" cy="46543"/>
            </a:xfrm>
            <a:custGeom>
              <a:avLst/>
              <a:gdLst/>
              <a:ahLst/>
              <a:cxnLst/>
              <a:rect l="0" t="0" r="0" b="0"/>
              <a:pathLst>
                <a:path w="7108" h="46543">
                  <a:moveTo>
                    <a:pt x="7108" y="465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4" name="Input_receptor__1953">
              <a:extLst>
                <a:ext uri="{FF2B5EF4-FFF2-40B4-BE49-F238E27FC236}">
                  <a16:creationId xmlns:a16="http://schemas.microsoft.com/office/drawing/2014/main" id="{86BAE6A4-0226-9159-6C1F-024AE7CDF74D}"/>
                </a:ext>
              </a:extLst>
            </p:cNvPr>
            <p:cNvSpPr>
              <a:spLocks noGrp="1"/>
            </p:cNvSpPr>
            <p:nvPr/>
          </p:nvSpPr>
          <p:spPr>
            <a:xfrm>
              <a:off x="691044" y="4568781"/>
              <a:ext cx="32790" cy="33624"/>
            </a:xfrm>
            <a:custGeom>
              <a:avLst/>
              <a:gdLst/>
              <a:ahLst/>
              <a:cxnLst/>
              <a:rect l="0" t="0" r="0" b="0"/>
              <a:pathLst>
                <a:path w="32790" h="33624">
                  <a:moveTo>
                    <a:pt x="32790" y="336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5" name="Input_receptor__1954">
              <a:extLst>
                <a:ext uri="{FF2B5EF4-FFF2-40B4-BE49-F238E27FC236}">
                  <a16:creationId xmlns:a16="http://schemas.microsoft.com/office/drawing/2014/main" id="{52D9243C-C879-2052-89FE-8F034DB2C003}"/>
                </a:ext>
              </a:extLst>
            </p:cNvPr>
            <p:cNvSpPr>
              <a:spLocks noGrp="1"/>
            </p:cNvSpPr>
            <p:nvPr/>
          </p:nvSpPr>
          <p:spPr>
            <a:xfrm>
              <a:off x="1275127" y="4688530"/>
              <a:ext cx="46647" cy="11923"/>
            </a:xfrm>
            <a:custGeom>
              <a:avLst/>
              <a:gdLst/>
              <a:ahLst/>
              <a:cxnLst/>
              <a:rect l="0" t="0" r="0" b="0"/>
              <a:pathLst>
                <a:path w="46647" h="11923">
                  <a:moveTo>
                    <a:pt x="0" y="11923"/>
                  </a:moveTo>
                  <a:lnTo>
                    <a:pt x="46647" y="0"/>
                  </a:lnTo>
                </a:path>
              </a:pathLst>
            </a:custGeom>
            <a:noFill/>
            <a:ln w="20003">
              <a:solidFill>
                <a:srgbClr val="AEBCC6"/>
              </a:solidFill>
            </a:ln>
          </p:spPr>
        </p:sp>
        <p:sp>
          <p:nvSpPr>
            <p:cNvPr id="1956" name="Input_receptor__1955">
              <a:extLst>
                <a:ext uri="{FF2B5EF4-FFF2-40B4-BE49-F238E27FC236}">
                  <a16:creationId xmlns:a16="http://schemas.microsoft.com/office/drawing/2014/main" id="{466F77FF-42DF-9A60-AF74-5721DAE0C002}"/>
                </a:ext>
              </a:extLst>
            </p:cNvPr>
            <p:cNvSpPr>
              <a:spLocks noGrp="1"/>
            </p:cNvSpPr>
            <p:nvPr/>
          </p:nvSpPr>
          <p:spPr>
            <a:xfrm>
              <a:off x="813702" y="4523136"/>
              <a:ext cx="31294" cy="36705"/>
            </a:xfrm>
            <a:custGeom>
              <a:avLst/>
              <a:gdLst/>
              <a:ahLst/>
              <a:cxnLst/>
              <a:rect l="0" t="0" r="0" b="0"/>
              <a:pathLst>
                <a:path w="31294" h="36705">
                  <a:moveTo>
                    <a:pt x="31294" y="367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7" name="Input_receptor__1956">
              <a:extLst>
                <a:ext uri="{FF2B5EF4-FFF2-40B4-BE49-F238E27FC236}">
                  <a16:creationId xmlns:a16="http://schemas.microsoft.com/office/drawing/2014/main" id="{198F603B-F058-6BFB-ECC0-499C4BEBB440}"/>
                </a:ext>
              </a:extLst>
            </p:cNvPr>
            <p:cNvSpPr>
              <a:spLocks noGrp="1"/>
            </p:cNvSpPr>
            <p:nvPr/>
          </p:nvSpPr>
          <p:spPr>
            <a:xfrm>
              <a:off x="852588" y="4717871"/>
              <a:ext cx="35709" cy="31771"/>
            </a:xfrm>
            <a:custGeom>
              <a:avLst/>
              <a:gdLst/>
              <a:ahLst/>
              <a:cxnLst/>
              <a:rect l="0" t="0" r="0" b="0"/>
              <a:pathLst>
                <a:path w="35709" h="31771">
                  <a:moveTo>
                    <a:pt x="0" y="31771"/>
                  </a:moveTo>
                  <a:lnTo>
                    <a:pt x="35709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8" name="Input_receptor__1957">
              <a:extLst>
                <a:ext uri="{FF2B5EF4-FFF2-40B4-BE49-F238E27FC236}">
                  <a16:creationId xmlns:a16="http://schemas.microsoft.com/office/drawing/2014/main" id="{DBC91DD0-2271-28BA-307F-A2D207A3CE68}"/>
                </a:ext>
              </a:extLst>
            </p:cNvPr>
            <p:cNvSpPr>
              <a:spLocks noGrp="1"/>
            </p:cNvSpPr>
            <p:nvPr/>
          </p:nvSpPr>
          <p:spPr>
            <a:xfrm>
              <a:off x="1282235" y="4746997"/>
              <a:ext cx="37016" cy="3831"/>
            </a:xfrm>
            <a:custGeom>
              <a:avLst/>
              <a:gdLst/>
              <a:ahLst/>
              <a:cxnLst/>
              <a:rect l="0" t="0" r="0" b="0"/>
              <a:pathLst>
                <a:path w="37016" h="3831">
                  <a:moveTo>
                    <a:pt x="37016" y="3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EBCC7"/>
              </a:solidFill>
            </a:ln>
          </p:spPr>
        </p:sp>
        <p:sp>
          <p:nvSpPr>
            <p:cNvPr id="1959" name="Input_receptor__1958">
              <a:extLst>
                <a:ext uri="{FF2B5EF4-FFF2-40B4-BE49-F238E27FC236}">
                  <a16:creationId xmlns:a16="http://schemas.microsoft.com/office/drawing/2014/main" id="{9138C569-ADAA-0424-E3BD-359912778CA4}"/>
                </a:ext>
              </a:extLst>
            </p:cNvPr>
            <p:cNvSpPr>
              <a:spLocks noGrp="1"/>
            </p:cNvSpPr>
            <p:nvPr/>
          </p:nvSpPr>
          <p:spPr>
            <a:xfrm>
              <a:off x="856922" y="4681273"/>
              <a:ext cx="31375" cy="36598"/>
            </a:xfrm>
            <a:custGeom>
              <a:avLst/>
              <a:gdLst/>
              <a:ahLst/>
              <a:cxnLst/>
              <a:rect l="0" t="0" r="0" b="0"/>
              <a:pathLst>
                <a:path w="31375" h="36598">
                  <a:moveTo>
                    <a:pt x="31375" y="3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AFBCC7"/>
              </a:solidFill>
            </a:ln>
          </p:spPr>
        </p:sp>
        <p:sp>
          <p:nvSpPr>
            <p:cNvPr id="1960" name="Input_receptor__1959">
              <a:extLst>
                <a:ext uri="{FF2B5EF4-FFF2-40B4-BE49-F238E27FC236}">
                  <a16:creationId xmlns:a16="http://schemas.microsoft.com/office/drawing/2014/main" id="{31657FA8-5601-FE2F-0E9C-01EFF416F1FD}"/>
                </a:ext>
              </a:extLst>
            </p:cNvPr>
            <p:cNvSpPr>
              <a:spLocks noGrp="1"/>
            </p:cNvSpPr>
            <p:nvPr/>
          </p:nvSpPr>
          <p:spPr>
            <a:xfrm>
              <a:off x="1228836" y="4546998"/>
              <a:ext cx="26618" cy="38753"/>
            </a:xfrm>
            <a:custGeom>
              <a:avLst/>
              <a:gdLst/>
              <a:ahLst/>
              <a:cxnLst/>
              <a:rect l="0" t="0" r="0" b="0"/>
              <a:pathLst>
                <a:path w="26618" h="38753">
                  <a:moveTo>
                    <a:pt x="0" y="38753"/>
                  </a:moveTo>
                  <a:lnTo>
                    <a:pt x="26618" y="0"/>
                  </a:lnTo>
                </a:path>
              </a:pathLst>
            </a:custGeom>
            <a:noFill/>
            <a:ln w="20003">
              <a:solidFill>
                <a:srgbClr val="AFBDC7"/>
              </a:solidFill>
            </a:ln>
          </p:spPr>
        </p:sp>
        <p:sp>
          <p:nvSpPr>
            <p:cNvPr id="1961" name="Input_receptor__1960">
              <a:extLst>
                <a:ext uri="{FF2B5EF4-FFF2-40B4-BE49-F238E27FC236}">
                  <a16:creationId xmlns:a16="http://schemas.microsoft.com/office/drawing/2014/main" id="{1CBB070F-8C7D-9C26-1BEB-7840BFC14CBA}"/>
                </a:ext>
              </a:extLst>
            </p:cNvPr>
            <p:cNvSpPr>
              <a:spLocks noGrp="1"/>
            </p:cNvSpPr>
            <p:nvPr/>
          </p:nvSpPr>
          <p:spPr>
            <a:xfrm>
              <a:off x="1255453" y="4546998"/>
              <a:ext cx="42334" cy="22842"/>
            </a:xfrm>
            <a:custGeom>
              <a:avLst/>
              <a:gdLst/>
              <a:ahLst/>
              <a:cxnLst/>
              <a:rect l="0" t="0" r="0" b="0"/>
              <a:pathLst>
                <a:path w="42334" h="22842">
                  <a:moveTo>
                    <a:pt x="0" y="0"/>
                  </a:moveTo>
                  <a:lnTo>
                    <a:pt x="42334" y="22842"/>
                  </a:lnTo>
                </a:path>
              </a:pathLst>
            </a:custGeom>
            <a:noFill/>
            <a:ln w="20003">
              <a:solidFill>
                <a:srgbClr val="AFBDC7"/>
              </a:solidFill>
            </a:ln>
          </p:spPr>
        </p:sp>
        <p:sp>
          <p:nvSpPr>
            <p:cNvPr id="1962" name="Input_receptor__1961">
              <a:extLst>
                <a:ext uri="{FF2B5EF4-FFF2-40B4-BE49-F238E27FC236}">
                  <a16:creationId xmlns:a16="http://schemas.microsoft.com/office/drawing/2014/main" id="{1C9802BE-5901-1DF2-1D25-8D622158B947}"/>
                </a:ext>
              </a:extLst>
            </p:cNvPr>
            <p:cNvSpPr>
              <a:spLocks noGrp="1"/>
            </p:cNvSpPr>
            <p:nvPr/>
          </p:nvSpPr>
          <p:spPr>
            <a:xfrm>
              <a:off x="830741" y="4681273"/>
              <a:ext cx="26180" cy="20386"/>
            </a:xfrm>
            <a:custGeom>
              <a:avLst/>
              <a:gdLst/>
              <a:ahLst/>
              <a:cxnLst/>
              <a:rect l="0" t="0" r="0" b="0"/>
              <a:pathLst>
                <a:path w="26180" h="20386">
                  <a:moveTo>
                    <a:pt x="26180" y="0"/>
                  </a:moveTo>
                  <a:lnTo>
                    <a:pt x="0" y="20386"/>
                  </a:lnTo>
                </a:path>
              </a:pathLst>
            </a:custGeom>
            <a:noFill/>
            <a:ln w="20003">
              <a:solidFill>
                <a:srgbClr val="B0BDC8"/>
              </a:solidFill>
            </a:ln>
          </p:spPr>
        </p:sp>
        <p:sp>
          <p:nvSpPr>
            <p:cNvPr id="1963" name="Input_receptor__1962">
              <a:extLst>
                <a:ext uri="{FF2B5EF4-FFF2-40B4-BE49-F238E27FC236}">
                  <a16:creationId xmlns:a16="http://schemas.microsoft.com/office/drawing/2014/main" id="{4C06A076-9BCD-8B1E-55C9-8E31189C2FC9}"/>
                </a:ext>
              </a:extLst>
            </p:cNvPr>
            <p:cNvSpPr>
              <a:spLocks noGrp="1"/>
            </p:cNvSpPr>
            <p:nvPr/>
          </p:nvSpPr>
          <p:spPr>
            <a:xfrm>
              <a:off x="1297029" y="4726127"/>
              <a:ext cx="22222" cy="24701"/>
            </a:xfrm>
            <a:custGeom>
              <a:avLst/>
              <a:gdLst/>
              <a:ahLst/>
              <a:cxnLst/>
              <a:rect l="0" t="0" r="0" b="0"/>
              <a:pathLst>
                <a:path w="22222" h="24701">
                  <a:moveTo>
                    <a:pt x="0" y="0"/>
                  </a:moveTo>
                  <a:lnTo>
                    <a:pt x="22222" y="24701"/>
                  </a:lnTo>
                </a:path>
              </a:pathLst>
            </a:custGeom>
            <a:noFill/>
            <a:ln w="20003">
              <a:solidFill>
                <a:srgbClr val="B1BEC9"/>
              </a:solidFill>
            </a:ln>
          </p:spPr>
        </p:sp>
        <p:sp>
          <p:nvSpPr>
            <p:cNvPr id="1964" name="Input_receptor__1963">
              <a:extLst>
                <a:ext uri="{FF2B5EF4-FFF2-40B4-BE49-F238E27FC236}">
                  <a16:creationId xmlns:a16="http://schemas.microsoft.com/office/drawing/2014/main" id="{174F7C27-D8D1-7DD3-C531-11E84E4727DB}"/>
                </a:ext>
              </a:extLst>
            </p:cNvPr>
            <p:cNvSpPr>
              <a:spLocks noGrp="1"/>
            </p:cNvSpPr>
            <p:nvPr/>
          </p:nvSpPr>
          <p:spPr>
            <a:xfrm>
              <a:off x="830741" y="4701659"/>
              <a:ext cx="41220" cy="6898"/>
            </a:xfrm>
            <a:custGeom>
              <a:avLst/>
              <a:gdLst/>
              <a:ahLst/>
              <a:cxnLst/>
              <a:rect l="0" t="0" r="0" b="0"/>
              <a:pathLst>
                <a:path w="41220" h="6898">
                  <a:moveTo>
                    <a:pt x="0" y="0"/>
                  </a:moveTo>
                  <a:lnTo>
                    <a:pt x="41220" y="6898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5" name="Input_receptor__1964">
              <a:extLst>
                <a:ext uri="{FF2B5EF4-FFF2-40B4-BE49-F238E27FC236}">
                  <a16:creationId xmlns:a16="http://schemas.microsoft.com/office/drawing/2014/main" id="{BFC1BDB6-58D9-99FF-C5E8-70EB784071B1}"/>
                </a:ext>
              </a:extLst>
            </p:cNvPr>
            <p:cNvSpPr>
              <a:spLocks noGrp="1"/>
            </p:cNvSpPr>
            <p:nvPr/>
          </p:nvSpPr>
          <p:spPr>
            <a:xfrm>
              <a:off x="1258893" y="4726127"/>
              <a:ext cx="38136" cy="29167"/>
            </a:xfrm>
            <a:custGeom>
              <a:avLst/>
              <a:gdLst/>
              <a:ahLst/>
              <a:cxnLst/>
              <a:rect l="0" t="0" r="0" b="0"/>
              <a:pathLst>
                <a:path w="38136" h="29167">
                  <a:moveTo>
                    <a:pt x="0" y="29167"/>
                  </a:moveTo>
                  <a:lnTo>
                    <a:pt x="38136" y="0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6" name="Input_receptor__1965">
              <a:extLst>
                <a:ext uri="{FF2B5EF4-FFF2-40B4-BE49-F238E27FC236}">
                  <a16:creationId xmlns:a16="http://schemas.microsoft.com/office/drawing/2014/main" id="{4A0707B4-75B3-EAF1-F93F-16DBA3892299}"/>
                </a:ext>
              </a:extLst>
            </p:cNvPr>
            <p:cNvSpPr>
              <a:spLocks noGrp="1"/>
            </p:cNvSpPr>
            <p:nvPr/>
          </p:nvSpPr>
          <p:spPr>
            <a:xfrm>
              <a:off x="1258893" y="4755294"/>
              <a:ext cx="29203" cy="38192"/>
            </a:xfrm>
            <a:custGeom>
              <a:avLst/>
              <a:gdLst/>
              <a:ahLst/>
              <a:cxnLst/>
              <a:rect l="0" t="0" r="0" b="0"/>
              <a:pathLst>
                <a:path w="29203" h="38192">
                  <a:moveTo>
                    <a:pt x="29203" y="381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B2BFCA"/>
              </a:solidFill>
            </a:ln>
          </p:spPr>
        </p:sp>
        <p:sp>
          <p:nvSpPr>
            <p:cNvPr id="1967" name="Input_receptor__1966">
              <a:extLst>
                <a:ext uri="{FF2B5EF4-FFF2-40B4-BE49-F238E27FC236}">
                  <a16:creationId xmlns:a16="http://schemas.microsoft.com/office/drawing/2014/main" id="{4ACDA3B0-C604-C022-1E24-FE78607DFDBC}"/>
                </a:ext>
              </a:extLst>
            </p:cNvPr>
            <p:cNvSpPr>
              <a:spLocks noGrp="1"/>
            </p:cNvSpPr>
            <p:nvPr/>
          </p:nvSpPr>
          <p:spPr>
            <a:xfrm>
              <a:off x="871961" y="4661924"/>
              <a:ext cx="12520" cy="46632"/>
            </a:xfrm>
            <a:custGeom>
              <a:avLst/>
              <a:gdLst/>
              <a:ahLst/>
              <a:cxnLst/>
              <a:rect l="0" t="0" r="0" b="0"/>
              <a:pathLst>
                <a:path w="12520" h="46632">
                  <a:moveTo>
                    <a:pt x="0" y="46632"/>
                  </a:moveTo>
                  <a:lnTo>
                    <a:pt x="12520" y="0"/>
                  </a:lnTo>
                </a:path>
              </a:pathLst>
            </a:custGeom>
            <a:noFill/>
            <a:ln w="20003">
              <a:solidFill>
                <a:srgbClr val="B3C0CA"/>
              </a:solidFill>
            </a:ln>
          </p:spPr>
        </p:sp>
        <p:sp>
          <p:nvSpPr>
            <p:cNvPr id="1968" name="Input_receptor__1967">
              <a:extLst>
                <a:ext uri="{FF2B5EF4-FFF2-40B4-BE49-F238E27FC236}">
                  <a16:creationId xmlns:a16="http://schemas.microsoft.com/office/drawing/2014/main" id="{8A6C5F53-0734-745C-A929-968320A22F23}"/>
                </a:ext>
              </a:extLst>
            </p:cNvPr>
            <p:cNvSpPr>
              <a:spLocks noGrp="1"/>
            </p:cNvSpPr>
            <p:nvPr/>
          </p:nvSpPr>
          <p:spPr>
            <a:xfrm>
              <a:off x="842816" y="4647360"/>
              <a:ext cx="41666" cy="14564"/>
            </a:xfrm>
            <a:custGeom>
              <a:avLst/>
              <a:gdLst/>
              <a:ahLst/>
              <a:cxnLst/>
              <a:rect l="0" t="0" r="0" b="0"/>
              <a:pathLst>
                <a:path w="41666" h="14564">
                  <a:moveTo>
                    <a:pt x="41666" y="145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B3C0CB"/>
              </a:solidFill>
            </a:ln>
          </p:spPr>
        </p:sp>
        <p:sp>
          <p:nvSpPr>
            <p:cNvPr id="1969" name="Input_receptor__1968">
              <a:extLst>
                <a:ext uri="{FF2B5EF4-FFF2-40B4-BE49-F238E27FC236}">
                  <a16:creationId xmlns:a16="http://schemas.microsoft.com/office/drawing/2014/main" id="{7CA8AEA1-E672-891C-71EC-E08D3526E809}"/>
                </a:ext>
              </a:extLst>
            </p:cNvPr>
            <p:cNvSpPr>
              <a:spLocks noGrp="1"/>
            </p:cNvSpPr>
            <p:nvPr/>
          </p:nvSpPr>
          <p:spPr>
            <a:xfrm>
              <a:off x="1288096" y="4788890"/>
              <a:ext cx="12421" cy="4596"/>
            </a:xfrm>
            <a:custGeom>
              <a:avLst/>
              <a:gdLst/>
              <a:ahLst/>
              <a:cxnLst/>
              <a:rect l="0" t="0" r="0" b="0"/>
              <a:pathLst>
                <a:path w="12421" h="4596">
                  <a:moveTo>
                    <a:pt x="12421" y="0"/>
                  </a:moveTo>
                  <a:lnTo>
                    <a:pt x="0" y="4596"/>
                  </a:lnTo>
                </a:path>
              </a:pathLst>
            </a:custGeom>
            <a:noFill/>
            <a:ln w="20003">
              <a:solidFill>
                <a:srgbClr val="B4C1CB"/>
              </a:solidFill>
            </a:ln>
          </p:spPr>
        </p:sp>
        <p:sp>
          <p:nvSpPr>
            <p:cNvPr id="1970" name="Input_receptor__1969">
              <a:extLst>
                <a:ext uri="{FF2B5EF4-FFF2-40B4-BE49-F238E27FC236}">
                  <a16:creationId xmlns:a16="http://schemas.microsoft.com/office/drawing/2014/main" id="{6A49610A-7F35-757B-E74E-084EE0851139}"/>
                </a:ext>
              </a:extLst>
            </p:cNvPr>
            <p:cNvSpPr>
              <a:spLocks noGrp="1"/>
            </p:cNvSpPr>
            <p:nvPr/>
          </p:nvSpPr>
          <p:spPr>
            <a:xfrm>
              <a:off x="1231664" y="4771106"/>
              <a:ext cx="27706" cy="33167"/>
            </a:xfrm>
            <a:custGeom>
              <a:avLst/>
              <a:gdLst/>
              <a:ahLst/>
              <a:cxnLst/>
              <a:rect l="0" t="0" r="0" b="0"/>
              <a:pathLst>
                <a:path w="27706" h="33167">
                  <a:moveTo>
                    <a:pt x="0" y="33167"/>
                  </a:moveTo>
                  <a:lnTo>
                    <a:pt x="27706" y="0"/>
                  </a:lnTo>
                </a:path>
              </a:pathLst>
            </a:custGeom>
            <a:noFill/>
            <a:ln w="8096">
              <a:solidFill>
                <a:srgbClr val="B6C3CD"/>
              </a:solidFill>
            </a:ln>
          </p:spPr>
        </p:sp>
        <p:sp>
          <p:nvSpPr>
            <p:cNvPr id="1971" name="Input_receptor__1970">
              <a:extLst>
                <a:ext uri="{FF2B5EF4-FFF2-40B4-BE49-F238E27FC236}">
                  <a16:creationId xmlns:a16="http://schemas.microsoft.com/office/drawing/2014/main" id="{709B8DAE-CDA6-A103-6AE5-D238810DA313}"/>
                </a:ext>
              </a:extLst>
            </p:cNvPr>
            <p:cNvSpPr>
              <a:spLocks noGrp="1"/>
            </p:cNvSpPr>
            <p:nvPr/>
          </p:nvSpPr>
          <p:spPr>
            <a:xfrm>
              <a:off x="1259369" y="4771106"/>
              <a:ext cx="41147" cy="17784"/>
            </a:xfrm>
            <a:custGeom>
              <a:avLst/>
              <a:gdLst/>
              <a:ahLst/>
              <a:cxnLst/>
              <a:rect l="0" t="0" r="0" b="0"/>
              <a:pathLst>
                <a:path w="41147" h="17784">
                  <a:moveTo>
                    <a:pt x="0" y="0"/>
                  </a:moveTo>
                  <a:lnTo>
                    <a:pt x="41147" y="17784"/>
                  </a:lnTo>
                </a:path>
              </a:pathLst>
            </a:custGeom>
            <a:noFill/>
            <a:ln w="8096">
              <a:solidFill>
                <a:srgbClr val="B6C3CD"/>
              </a:solidFill>
            </a:ln>
          </p:spPr>
        </p:sp>
      </p:grpSp>
      <p:sp>
        <p:nvSpPr>
          <p:cNvPr id="1972" name="label__1971">
            <a:extLst>
              <a:ext uri="{FF2B5EF4-FFF2-40B4-BE49-F238E27FC236}">
                <a16:creationId xmlns:a16="http://schemas.microsoft.com/office/drawing/2014/main" id="{B0A9CD38-95C3-6199-7764-6BB2921D9839}"/>
              </a:ext>
            </a:extLst>
          </p:cNvPr>
          <p:cNvSpPr>
            <a:spLocks noGrp="1"/>
          </p:cNvSpPr>
          <p:nvPr/>
        </p:nvSpPr>
        <p:spPr>
          <a:xfrm>
            <a:off x="95250" y="5747660"/>
            <a:ext cx="1195917" cy="14287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500" b="0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63442"/>
                </a:solidFill>
                <a:latin typeface="Arial"/>
                <a:ea typeface="Arial"/>
                <a:cs typeface="Arial"/>
              </a:rPr>
              <a:t>Receptor structure</a:t>
            </a:r>
          </a:p>
        </p:txBody>
      </p:sp>
      <p:grpSp>
        <p:nvGrpSpPr>
          <p:cNvPr id="6214" name="flow_Find">
            <a:extLst>
              <a:ext uri="{FF2B5EF4-FFF2-40B4-BE49-F238E27FC236}">
                <a16:creationId xmlns:a16="http://schemas.microsoft.com/office/drawing/2014/main" id="{49354F6F-ADA4-8BD9-5E88-B33B15466B1B}"/>
              </a:ext>
            </a:extLst>
          </p:cNvPr>
          <p:cNvGrpSpPr/>
          <p:nvPr/>
        </p:nvGrpSpPr>
        <p:grpSpPr>
          <a:xfrm>
            <a:off x="1280583" y="4384675"/>
            <a:ext cx="444500" cy="63500"/>
            <a:chOff x="2305050" y="3209925"/>
            <a:chExt cx="800100" cy="114300"/>
          </a:xfrm>
        </p:grpSpPr>
        <p:sp>
          <p:nvSpPr>
            <p:cNvPr id="1974" name="flow_Find__1973">
              <a:extLst>
                <a:ext uri="{FF2B5EF4-FFF2-40B4-BE49-F238E27FC236}">
                  <a16:creationId xmlns:a16="http://schemas.microsoft.com/office/drawing/2014/main" id="{96EEA140-454D-D232-5FF3-515B5F0475E5}"/>
                </a:ext>
              </a:extLst>
            </p:cNvPr>
            <p:cNvSpPr>
              <a:spLocks noGrp="1"/>
            </p:cNvSpPr>
            <p:nvPr/>
          </p:nvSpPr>
          <p:spPr>
            <a:xfrm>
              <a:off x="2305050" y="3267075"/>
              <a:ext cx="704850" cy="95"/>
            </a:xfrm>
            <a:custGeom>
              <a:avLst/>
              <a:gdLst/>
              <a:ahLst/>
              <a:cxnLst/>
              <a:rect l="0" t="0" r="0" b="0"/>
              <a:pathLst>
                <a:path w="704850" h="95">
                  <a:moveTo>
                    <a:pt x="0" y="0"/>
                  </a:moveTo>
                  <a:lnTo>
                    <a:pt x="704850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1975" name="flow_Find__1974">
              <a:extLst>
                <a:ext uri="{FF2B5EF4-FFF2-40B4-BE49-F238E27FC236}">
                  <a16:creationId xmlns:a16="http://schemas.microsoft.com/office/drawing/2014/main" id="{AFFC6C0A-30B6-914C-4C55-DCECF466F877}"/>
                </a:ext>
              </a:extLst>
            </p:cNvPr>
            <p:cNvSpPr>
              <a:spLocks noGrp="1"/>
            </p:cNvSpPr>
            <p:nvPr/>
          </p:nvSpPr>
          <p:spPr>
            <a:xfrm>
              <a:off x="2990850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sp>
        <p:nvSpPr>
          <p:cNvPr id="1976" name="label__1975">
            <a:extLst>
              <a:ext uri="{FF2B5EF4-FFF2-40B4-BE49-F238E27FC236}">
                <a16:creationId xmlns:a16="http://schemas.microsoft.com/office/drawing/2014/main" id="{CB83DAF6-F85B-1932-6EAA-7E56B1C7EADF}"/>
              </a:ext>
            </a:extLst>
          </p:cNvPr>
          <p:cNvSpPr>
            <a:spLocks noGrp="1"/>
          </p:cNvSpPr>
          <p:nvPr/>
        </p:nvSpPr>
        <p:spPr>
          <a:xfrm>
            <a:off x="1227667" y="4188884"/>
            <a:ext cx="550333" cy="16933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950" b="1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1083" b="1">
                <a:solidFill>
                  <a:srgbClr val="263442"/>
                </a:solidFill>
                <a:latin typeface="Arial"/>
                <a:ea typeface="Arial"/>
                <a:cs typeface="Arial"/>
              </a:rPr>
              <a:t>Find</a:t>
            </a:r>
          </a:p>
        </p:txBody>
      </p:sp>
      <p:grpSp>
        <p:nvGrpSpPr>
          <p:cNvPr id="6215" name="Find：淡灰密度表面">
            <a:extLst>
              <a:ext uri="{FF2B5EF4-FFF2-40B4-BE49-F238E27FC236}">
                <a16:creationId xmlns:a16="http://schemas.microsoft.com/office/drawing/2014/main" id="{F0D9487F-C379-42E1-04EC-404A91AB0697}"/>
              </a:ext>
            </a:extLst>
          </p:cNvPr>
          <p:cNvGrpSpPr/>
          <p:nvPr/>
        </p:nvGrpSpPr>
        <p:grpSpPr>
          <a:xfrm>
            <a:off x="1855339" y="3432175"/>
            <a:ext cx="1890934" cy="2248958"/>
            <a:chOff x="3470234" y="1495425"/>
            <a:chExt cx="3403682" cy="4048125"/>
          </a:xfrm>
        </p:grpSpPr>
        <p:sp>
          <p:nvSpPr>
            <p:cNvPr id="1977" name="Candidate_density__1976">
              <a:extLst>
                <a:ext uri="{FF2B5EF4-FFF2-40B4-BE49-F238E27FC236}">
                  <a16:creationId xmlns:a16="http://schemas.microsoft.com/office/drawing/2014/main" id="{5C980954-AF88-873F-DA6A-CB846422F96A}"/>
                </a:ext>
              </a:extLst>
            </p:cNvPr>
            <p:cNvSpPr>
              <a:spLocks noGrp="1"/>
            </p:cNvSpPr>
            <p:nvPr/>
          </p:nvSpPr>
          <p:spPr>
            <a:xfrm>
              <a:off x="5090107" y="5022356"/>
              <a:ext cx="103059" cy="54832"/>
            </a:xfrm>
            <a:custGeom>
              <a:avLst/>
              <a:gdLst/>
              <a:ahLst/>
              <a:cxnLst/>
              <a:rect l="0" t="0" r="0" b="0"/>
              <a:pathLst>
                <a:path w="103059" h="54832">
                  <a:moveTo>
                    <a:pt x="0" y="4710"/>
                  </a:moveTo>
                  <a:lnTo>
                    <a:pt x="14103" y="5539"/>
                  </a:lnTo>
                  <a:lnTo>
                    <a:pt x="15755" y="7073"/>
                  </a:lnTo>
                  <a:close/>
                  <a:moveTo>
                    <a:pt x="103059" y="54832"/>
                  </a:moveTo>
                  <a:lnTo>
                    <a:pt x="71422" y="0"/>
                  </a:lnTo>
                  <a:lnTo>
                    <a:pt x="15755" y="707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78" name="Candidate_density__1977">
              <a:extLst>
                <a:ext uri="{FF2B5EF4-FFF2-40B4-BE49-F238E27FC236}">
                  <a16:creationId xmlns:a16="http://schemas.microsoft.com/office/drawing/2014/main" id="{A1638ABA-7760-6C05-5C20-C8F487258EA5}"/>
                </a:ext>
              </a:extLst>
            </p:cNvPr>
            <p:cNvSpPr>
              <a:spLocks noGrp="1"/>
            </p:cNvSpPr>
            <p:nvPr/>
          </p:nvSpPr>
          <p:spPr>
            <a:xfrm>
              <a:off x="4991506" y="4958838"/>
              <a:ext cx="112705" cy="69057"/>
            </a:xfrm>
            <a:custGeom>
              <a:avLst/>
              <a:gdLst/>
              <a:ahLst/>
              <a:cxnLst/>
              <a:rect l="0" t="0" r="0" b="0"/>
              <a:pathLst>
                <a:path w="112705" h="69057">
                  <a:moveTo>
                    <a:pt x="0" y="0"/>
                  </a:moveTo>
                  <a:lnTo>
                    <a:pt x="98601" y="68229"/>
                  </a:lnTo>
                  <a:lnTo>
                    <a:pt x="36761" y="59134"/>
                  </a:lnTo>
                  <a:close/>
                  <a:moveTo>
                    <a:pt x="112705" y="69057"/>
                  </a:moveTo>
                  <a:lnTo>
                    <a:pt x="98601" y="6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79" name="Candidate_density__1978">
              <a:extLst>
                <a:ext uri="{FF2B5EF4-FFF2-40B4-BE49-F238E27FC236}">
                  <a16:creationId xmlns:a16="http://schemas.microsoft.com/office/drawing/2014/main" id="{9B0709C3-0749-A9CC-7378-0C228B0A86ED}"/>
                </a:ext>
              </a:extLst>
            </p:cNvPr>
            <p:cNvSpPr>
              <a:spLocks noGrp="1"/>
            </p:cNvSpPr>
            <p:nvPr/>
          </p:nvSpPr>
          <p:spPr>
            <a:xfrm>
              <a:off x="5235962" y="4794077"/>
              <a:ext cx="71131" cy="87208"/>
            </a:xfrm>
            <a:custGeom>
              <a:avLst/>
              <a:gdLst/>
              <a:ahLst/>
              <a:cxnLst/>
              <a:rect l="0" t="0" r="0" b="0"/>
              <a:pathLst>
                <a:path w="71131" h="87208">
                  <a:moveTo>
                    <a:pt x="71131" y="0"/>
                  </a:moveTo>
                  <a:lnTo>
                    <a:pt x="0" y="87208"/>
                  </a:lnTo>
                  <a:lnTo>
                    <a:pt x="60081" y="7390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0" name="Candidate_density__1979">
              <a:extLst>
                <a:ext uri="{FF2B5EF4-FFF2-40B4-BE49-F238E27FC236}">
                  <a16:creationId xmlns:a16="http://schemas.microsoft.com/office/drawing/2014/main" id="{F462AA45-3AF0-FAE6-968A-3A1CEB7AF655}"/>
                </a:ext>
              </a:extLst>
            </p:cNvPr>
            <p:cNvSpPr>
              <a:spLocks noGrp="1"/>
            </p:cNvSpPr>
            <p:nvPr/>
          </p:nvSpPr>
          <p:spPr>
            <a:xfrm>
              <a:off x="4966652" y="4441228"/>
              <a:ext cx="1448809" cy="588202"/>
            </a:xfrm>
            <a:custGeom>
              <a:avLst/>
              <a:gdLst/>
              <a:ahLst/>
              <a:cxnLst/>
              <a:rect l="0" t="0" r="0" b="0"/>
              <a:pathLst>
                <a:path w="1448809" h="588202">
                  <a:moveTo>
                    <a:pt x="24854" y="517611"/>
                  </a:moveTo>
                  <a:lnTo>
                    <a:pt x="61615" y="576745"/>
                  </a:lnTo>
                  <a:lnTo>
                    <a:pt x="0" y="503624"/>
                  </a:lnTo>
                  <a:close/>
                  <a:moveTo>
                    <a:pt x="169700" y="547403"/>
                  </a:moveTo>
                  <a:lnTo>
                    <a:pt x="123455" y="585839"/>
                  </a:lnTo>
                  <a:lnTo>
                    <a:pt x="139210" y="588202"/>
                  </a:lnTo>
                  <a:close/>
                  <a:moveTo>
                    <a:pt x="123455" y="585839"/>
                  </a:moveTo>
                  <a:lnTo>
                    <a:pt x="169700" y="547403"/>
                  </a:lnTo>
                  <a:lnTo>
                    <a:pt x="61615" y="576745"/>
                  </a:lnTo>
                  <a:close/>
                  <a:moveTo>
                    <a:pt x="1448809" y="52114"/>
                  </a:moveTo>
                  <a:lnTo>
                    <a:pt x="1360340" y="0"/>
                  </a:lnTo>
                  <a:lnTo>
                    <a:pt x="1387240" y="3711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81" name="Candidate_density__1980">
              <a:extLst>
                <a:ext uri="{FF2B5EF4-FFF2-40B4-BE49-F238E27FC236}">
                  <a16:creationId xmlns:a16="http://schemas.microsoft.com/office/drawing/2014/main" id="{96D06784-92EE-B259-1EEB-28F4F5A47946}"/>
                </a:ext>
              </a:extLst>
            </p:cNvPr>
            <p:cNvSpPr>
              <a:spLocks noGrp="1"/>
            </p:cNvSpPr>
            <p:nvPr/>
          </p:nvSpPr>
          <p:spPr>
            <a:xfrm>
              <a:off x="4950183" y="4357620"/>
              <a:ext cx="1403557" cy="713225"/>
            </a:xfrm>
            <a:custGeom>
              <a:avLst/>
              <a:gdLst/>
              <a:ahLst/>
              <a:cxnLst/>
              <a:rect l="0" t="0" r="0" b="0"/>
              <a:pathLst>
                <a:path w="1403557" h="713225">
                  <a:moveTo>
                    <a:pt x="28205" y="551291"/>
                  </a:moveTo>
                  <a:lnTo>
                    <a:pt x="58082" y="669447"/>
                  </a:lnTo>
                  <a:lnTo>
                    <a:pt x="0" y="647065"/>
                  </a:lnTo>
                  <a:close/>
                  <a:moveTo>
                    <a:pt x="28205" y="551291"/>
                  </a:moveTo>
                  <a:lnTo>
                    <a:pt x="16469" y="587231"/>
                  </a:lnTo>
                  <a:lnTo>
                    <a:pt x="78084" y="660353"/>
                  </a:lnTo>
                  <a:close/>
                  <a:moveTo>
                    <a:pt x="78084" y="660353"/>
                  </a:moveTo>
                  <a:lnTo>
                    <a:pt x="111112" y="568638"/>
                  </a:lnTo>
                  <a:lnTo>
                    <a:pt x="28205" y="551291"/>
                  </a:lnTo>
                  <a:close/>
                  <a:moveTo>
                    <a:pt x="186170" y="631010"/>
                  </a:moveTo>
                  <a:lnTo>
                    <a:pt x="155679" y="671809"/>
                  </a:lnTo>
                  <a:lnTo>
                    <a:pt x="211346" y="664736"/>
                  </a:lnTo>
                  <a:close/>
                  <a:moveTo>
                    <a:pt x="186170" y="631010"/>
                  </a:moveTo>
                  <a:lnTo>
                    <a:pt x="111112" y="568638"/>
                  </a:lnTo>
                  <a:lnTo>
                    <a:pt x="78084" y="660353"/>
                  </a:lnTo>
                  <a:close/>
                  <a:moveTo>
                    <a:pt x="36700" y="504884"/>
                  </a:moveTo>
                  <a:lnTo>
                    <a:pt x="16469" y="587231"/>
                  </a:lnTo>
                  <a:lnTo>
                    <a:pt x="28205" y="551291"/>
                  </a:lnTo>
                  <a:close/>
                  <a:moveTo>
                    <a:pt x="320212" y="595763"/>
                  </a:moveTo>
                  <a:lnTo>
                    <a:pt x="238356" y="601718"/>
                  </a:lnTo>
                  <a:lnTo>
                    <a:pt x="272089" y="713225"/>
                  </a:lnTo>
                  <a:close/>
                  <a:moveTo>
                    <a:pt x="272089" y="713225"/>
                  </a:moveTo>
                  <a:lnTo>
                    <a:pt x="238356" y="601718"/>
                  </a:lnTo>
                  <a:lnTo>
                    <a:pt x="211346" y="664736"/>
                  </a:lnTo>
                  <a:close/>
                  <a:moveTo>
                    <a:pt x="251658" y="600252"/>
                  </a:moveTo>
                  <a:lnTo>
                    <a:pt x="325736" y="598561"/>
                  </a:lnTo>
                  <a:lnTo>
                    <a:pt x="272089" y="713225"/>
                  </a:lnTo>
                  <a:close/>
                  <a:moveTo>
                    <a:pt x="325736" y="598561"/>
                  </a:moveTo>
                  <a:lnTo>
                    <a:pt x="348443" y="631010"/>
                  </a:lnTo>
                  <a:lnTo>
                    <a:pt x="320212" y="595763"/>
                  </a:lnTo>
                  <a:close/>
                  <a:moveTo>
                    <a:pt x="325736" y="598561"/>
                  </a:moveTo>
                  <a:lnTo>
                    <a:pt x="330630" y="592573"/>
                  </a:lnTo>
                  <a:lnTo>
                    <a:pt x="353353" y="629411"/>
                  </a:lnTo>
                  <a:close/>
                  <a:moveTo>
                    <a:pt x="285779" y="523664"/>
                  </a:moveTo>
                  <a:lnTo>
                    <a:pt x="320212" y="595763"/>
                  </a:lnTo>
                  <a:lnTo>
                    <a:pt x="347759" y="617445"/>
                  </a:lnTo>
                  <a:close/>
                  <a:moveTo>
                    <a:pt x="130309" y="428782"/>
                  </a:moveTo>
                  <a:lnTo>
                    <a:pt x="191434" y="439680"/>
                  </a:lnTo>
                  <a:lnTo>
                    <a:pt x="151048" y="439294"/>
                  </a:lnTo>
                  <a:close/>
                  <a:moveTo>
                    <a:pt x="331275" y="404066"/>
                  </a:moveTo>
                  <a:lnTo>
                    <a:pt x="319507" y="389707"/>
                  </a:lnTo>
                  <a:lnTo>
                    <a:pt x="322151" y="394001"/>
                  </a:lnTo>
                  <a:close/>
                  <a:moveTo>
                    <a:pt x="322151" y="394001"/>
                  </a:moveTo>
                  <a:lnTo>
                    <a:pt x="356909" y="436457"/>
                  </a:lnTo>
                  <a:lnTo>
                    <a:pt x="404286" y="471922"/>
                  </a:lnTo>
                  <a:close/>
                  <a:moveTo>
                    <a:pt x="319507" y="389707"/>
                  </a:moveTo>
                  <a:lnTo>
                    <a:pt x="297970" y="313569"/>
                  </a:lnTo>
                  <a:lnTo>
                    <a:pt x="322151" y="394001"/>
                  </a:lnTo>
                  <a:close/>
                  <a:moveTo>
                    <a:pt x="1403557" y="120652"/>
                  </a:moveTo>
                  <a:lnTo>
                    <a:pt x="1374393" y="74574"/>
                  </a:lnTo>
                  <a:lnTo>
                    <a:pt x="1367592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82" name="Candidate_density__1981">
              <a:extLst>
                <a:ext uri="{FF2B5EF4-FFF2-40B4-BE49-F238E27FC236}">
                  <a16:creationId xmlns:a16="http://schemas.microsoft.com/office/drawing/2014/main" id="{86C24F4C-2F85-681B-2CEE-08BD4D816BAE}"/>
                </a:ext>
              </a:extLst>
            </p:cNvPr>
            <p:cNvSpPr>
              <a:spLocks noGrp="1"/>
            </p:cNvSpPr>
            <p:nvPr/>
          </p:nvSpPr>
          <p:spPr>
            <a:xfrm>
              <a:off x="5061295" y="4751621"/>
              <a:ext cx="293173" cy="319224"/>
            </a:xfrm>
            <a:custGeom>
              <a:avLst/>
              <a:gdLst/>
              <a:ahLst/>
              <a:cxnLst/>
              <a:rect l="0" t="0" r="0" b="0"/>
              <a:pathLst>
                <a:path w="293173" h="319224">
                  <a:moveTo>
                    <a:pt x="214624" y="204560"/>
                  </a:moveTo>
                  <a:lnTo>
                    <a:pt x="209100" y="201761"/>
                  </a:lnTo>
                  <a:lnTo>
                    <a:pt x="160977" y="319224"/>
                  </a:lnTo>
                  <a:close/>
                  <a:moveTo>
                    <a:pt x="75057" y="237009"/>
                  </a:moveTo>
                  <a:lnTo>
                    <a:pt x="100234" y="270735"/>
                  </a:lnTo>
                  <a:lnTo>
                    <a:pt x="127244" y="207717"/>
                  </a:lnTo>
                  <a:close/>
                  <a:moveTo>
                    <a:pt x="0" y="174637"/>
                  </a:moveTo>
                  <a:lnTo>
                    <a:pt x="75057" y="237009"/>
                  </a:lnTo>
                  <a:lnTo>
                    <a:pt x="94875" y="116357"/>
                  </a:lnTo>
                  <a:close/>
                  <a:moveTo>
                    <a:pt x="135160" y="186116"/>
                  </a:moveTo>
                  <a:lnTo>
                    <a:pt x="75057" y="237009"/>
                  </a:lnTo>
                  <a:lnTo>
                    <a:pt x="127244" y="207717"/>
                  </a:lnTo>
                  <a:close/>
                  <a:moveTo>
                    <a:pt x="174666" y="129663"/>
                  </a:moveTo>
                  <a:lnTo>
                    <a:pt x="135160" y="186116"/>
                  </a:lnTo>
                  <a:lnTo>
                    <a:pt x="127244" y="207717"/>
                  </a:lnTo>
                  <a:close/>
                  <a:moveTo>
                    <a:pt x="4709" y="146651"/>
                  </a:moveTo>
                  <a:lnTo>
                    <a:pt x="101137" y="58911"/>
                  </a:lnTo>
                  <a:lnTo>
                    <a:pt x="80322" y="45679"/>
                  </a:lnTo>
                  <a:close/>
                  <a:moveTo>
                    <a:pt x="4709" y="146651"/>
                  </a:moveTo>
                  <a:lnTo>
                    <a:pt x="80322" y="45679"/>
                  </a:lnTo>
                  <a:lnTo>
                    <a:pt x="19196" y="34781"/>
                  </a:lnTo>
                  <a:close/>
                  <a:moveTo>
                    <a:pt x="101137" y="58911"/>
                  </a:moveTo>
                  <a:lnTo>
                    <a:pt x="147531" y="116357"/>
                  </a:lnTo>
                  <a:lnTo>
                    <a:pt x="80322" y="45679"/>
                  </a:lnTo>
                  <a:close/>
                  <a:moveTo>
                    <a:pt x="147531" y="116357"/>
                  </a:moveTo>
                  <a:lnTo>
                    <a:pt x="174666" y="129663"/>
                  </a:lnTo>
                  <a:lnTo>
                    <a:pt x="80322" y="45679"/>
                  </a:lnTo>
                  <a:close/>
                  <a:moveTo>
                    <a:pt x="234748" y="116357"/>
                  </a:moveTo>
                  <a:lnTo>
                    <a:pt x="275151" y="160136"/>
                  </a:lnTo>
                  <a:lnTo>
                    <a:pt x="293173" y="77921"/>
                  </a:lnTo>
                  <a:close/>
                  <a:moveTo>
                    <a:pt x="293173" y="77921"/>
                  </a:moveTo>
                  <a:lnTo>
                    <a:pt x="245797" y="42455"/>
                  </a:lnTo>
                  <a:lnTo>
                    <a:pt x="234748" y="116357"/>
                  </a:lnTo>
                  <a:close/>
                  <a:moveTo>
                    <a:pt x="293173" y="77921"/>
                  </a:moveTo>
                  <a:lnTo>
                    <a:pt x="220162" y="10065"/>
                  </a:lnTo>
                  <a:lnTo>
                    <a:pt x="211039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3" name="Candidate_density__1982">
              <a:extLst>
                <a:ext uri="{FF2B5EF4-FFF2-40B4-BE49-F238E27FC236}">
                  <a16:creationId xmlns:a16="http://schemas.microsoft.com/office/drawing/2014/main" id="{42AC71B6-2554-EED2-821D-C8A5EBEDC1C6}"/>
                </a:ext>
              </a:extLst>
            </p:cNvPr>
            <p:cNvSpPr>
              <a:spLocks noGrp="1"/>
            </p:cNvSpPr>
            <p:nvPr/>
          </p:nvSpPr>
          <p:spPr>
            <a:xfrm>
              <a:off x="5061295" y="4761686"/>
              <a:ext cx="353018" cy="226944"/>
            </a:xfrm>
            <a:custGeom>
              <a:avLst/>
              <a:gdLst/>
              <a:ahLst/>
              <a:cxnLst/>
              <a:rect l="0" t="0" r="0" b="0"/>
              <a:pathLst>
                <a:path w="353018" h="226944">
                  <a:moveTo>
                    <a:pt x="4709" y="136586"/>
                  </a:moveTo>
                  <a:lnTo>
                    <a:pt x="0" y="164572"/>
                  </a:lnTo>
                  <a:lnTo>
                    <a:pt x="94875" y="106292"/>
                  </a:lnTo>
                  <a:close/>
                  <a:moveTo>
                    <a:pt x="94875" y="106292"/>
                  </a:moveTo>
                  <a:lnTo>
                    <a:pt x="75057" y="226944"/>
                  </a:lnTo>
                  <a:lnTo>
                    <a:pt x="135160" y="176051"/>
                  </a:lnTo>
                  <a:close/>
                  <a:moveTo>
                    <a:pt x="147531" y="106292"/>
                  </a:moveTo>
                  <a:lnTo>
                    <a:pt x="135160" y="176051"/>
                  </a:lnTo>
                  <a:lnTo>
                    <a:pt x="174666" y="119598"/>
                  </a:lnTo>
                  <a:close/>
                  <a:moveTo>
                    <a:pt x="174666" y="119598"/>
                  </a:moveTo>
                  <a:lnTo>
                    <a:pt x="127244" y="197652"/>
                  </a:lnTo>
                  <a:lnTo>
                    <a:pt x="209100" y="191697"/>
                  </a:lnTo>
                  <a:close/>
                  <a:moveTo>
                    <a:pt x="94875" y="106292"/>
                  </a:moveTo>
                  <a:lnTo>
                    <a:pt x="101137" y="48846"/>
                  </a:lnTo>
                  <a:lnTo>
                    <a:pt x="4709" y="136586"/>
                  </a:lnTo>
                  <a:close/>
                  <a:moveTo>
                    <a:pt x="214624" y="194495"/>
                  </a:moveTo>
                  <a:lnTo>
                    <a:pt x="261741" y="155455"/>
                  </a:lnTo>
                  <a:lnTo>
                    <a:pt x="219518" y="188507"/>
                  </a:lnTo>
                  <a:close/>
                  <a:moveTo>
                    <a:pt x="234748" y="106292"/>
                  </a:moveTo>
                  <a:lnTo>
                    <a:pt x="219518" y="188507"/>
                  </a:lnTo>
                  <a:lnTo>
                    <a:pt x="275151" y="150071"/>
                  </a:lnTo>
                  <a:close/>
                  <a:moveTo>
                    <a:pt x="101137" y="48846"/>
                  </a:moveTo>
                  <a:lnTo>
                    <a:pt x="187306" y="67856"/>
                  </a:lnTo>
                  <a:lnTo>
                    <a:pt x="147531" y="106292"/>
                  </a:lnTo>
                  <a:close/>
                  <a:moveTo>
                    <a:pt x="293173" y="67856"/>
                  </a:moveTo>
                  <a:lnTo>
                    <a:pt x="353018" y="29420"/>
                  </a:lnTo>
                  <a:lnTo>
                    <a:pt x="220162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84" name="Candidate_density__1983">
              <a:extLst>
                <a:ext uri="{FF2B5EF4-FFF2-40B4-BE49-F238E27FC236}">
                  <a16:creationId xmlns:a16="http://schemas.microsoft.com/office/drawing/2014/main" id="{B6EE1F1D-D952-7C9A-2AF4-B72545CC6A5A}"/>
                </a:ext>
              </a:extLst>
            </p:cNvPr>
            <p:cNvSpPr>
              <a:spLocks noGrp="1"/>
            </p:cNvSpPr>
            <p:nvPr/>
          </p:nvSpPr>
          <p:spPr>
            <a:xfrm>
              <a:off x="5498561" y="4972505"/>
              <a:ext cx="45902" cy="43581"/>
            </a:xfrm>
            <a:custGeom>
              <a:avLst/>
              <a:gdLst/>
              <a:ahLst/>
              <a:cxnLst/>
              <a:rect l="0" t="0" r="0" b="0"/>
              <a:pathLst>
                <a:path w="45902" h="43581">
                  <a:moveTo>
                    <a:pt x="18557" y="21467"/>
                  </a:moveTo>
                  <a:lnTo>
                    <a:pt x="45902" y="0"/>
                  </a:lnTo>
                  <a:lnTo>
                    <a:pt x="0" y="4358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85" name="Candidate_density__1984">
              <a:extLst>
                <a:ext uri="{FF2B5EF4-FFF2-40B4-BE49-F238E27FC236}">
                  <a16:creationId xmlns:a16="http://schemas.microsoft.com/office/drawing/2014/main" id="{5A450F4C-8456-17E5-C017-EA3D8F6DEB0C}"/>
                </a:ext>
              </a:extLst>
            </p:cNvPr>
            <p:cNvSpPr>
              <a:spLocks noGrp="1"/>
            </p:cNvSpPr>
            <p:nvPr/>
          </p:nvSpPr>
          <p:spPr>
            <a:xfrm>
              <a:off x="4980965" y="4449918"/>
              <a:ext cx="1559084" cy="659363"/>
            </a:xfrm>
            <a:custGeom>
              <a:avLst/>
              <a:gdLst/>
              <a:ahLst/>
              <a:cxnLst/>
              <a:rect l="0" t="0" r="0" b="0"/>
              <a:pathLst>
                <a:path w="1559084" h="659363">
                  <a:moveTo>
                    <a:pt x="27301" y="577148"/>
                  </a:moveTo>
                  <a:lnTo>
                    <a:pt x="29237" y="538712"/>
                  </a:lnTo>
                  <a:lnTo>
                    <a:pt x="0" y="659363"/>
                  </a:lnTo>
                  <a:close/>
                  <a:moveTo>
                    <a:pt x="493440" y="539306"/>
                  </a:moveTo>
                  <a:lnTo>
                    <a:pt x="453629" y="605662"/>
                  </a:lnTo>
                  <a:lnTo>
                    <a:pt x="563499" y="522586"/>
                  </a:lnTo>
                  <a:close/>
                  <a:moveTo>
                    <a:pt x="536154" y="544054"/>
                  </a:moveTo>
                  <a:lnTo>
                    <a:pt x="574076" y="505617"/>
                  </a:lnTo>
                  <a:lnTo>
                    <a:pt x="563499" y="522586"/>
                  </a:lnTo>
                  <a:close/>
                  <a:moveTo>
                    <a:pt x="626528" y="384966"/>
                  </a:moveTo>
                  <a:lnTo>
                    <a:pt x="591632" y="412569"/>
                  </a:lnTo>
                  <a:lnTo>
                    <a:pt x="574076" y="505617"/>
                  </a:lnTo>
                  <a:close/>
                  <a:moveTo>
                    <a:pt x="591632" y="412569"/>
                  </a:moveTo>
                  <a:lnTo>
                    <a:pt x="626528" y="384966"/>
                  </a:lnTo>
                  <a:lnTo>
                    <a:pt x="714816" y="379273"/>
                  </a:lnTo>
                  <a:close/>
                  <a:moveTo>
                    <a:pt x="746210" y="281447"/>
                  </a:moveTo>
                  <a:lnTo>
                    <a:pt x="735087" y="346529"/>
                  </a:lnTo>
                  <a:lnTo>
                    <a:pt x="763160" y="281364"/>
                  </a:lnTo>
                  <a:close/>
                  <a:moveTo>
                    <a:pt x="1502978" y="20808"/>
                  </a:moveTo>
                  <a:lnTo>
                    <a:pt x="1559084" y="33696"/>
                  </a:lnTo>
                  <a:lnTo>
                    <a:pt x="1480441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86" name="Candidate_density__1985">
              <a:extLst>
                <a:ext uri="{FF2B5EF4-FFF2-40B4-BE49-F238E27FC236}">
                  <a16:creationId xmlns:a16="http://schemas.microsoft.com/office/drawing/2014/main" id="{91634E0C-EB21-91DB-1254-9AC1A2DDF613}"/>
                </a:ext>
              </a:extLst>
            </p:cNvPr>
            <p:cNvSpPr>
              <a:spLocks noGrp="1"/>
            </p:cNvSpPr>
            <p:nvPr/>
          </p:nvSpPr>
          <p:spPr>
            <a:xfrm>
              <a:off x="4858477" y="4116317"/>
              <a:ext cx="1602929" cy="888368"/>
            </a:xfrm>
            <a:custGeom>
              <a:avLst/>
              <a:gdLst/>
              <a:ahLst/>
              <a:cxnLst/>
              <a:rect l="0" t="0" r="0" b="0"/>
              <a:pathLst>
                <a:path w="1602929" h="888368">
                  <a:moveTo>
                    <a:pt x="113201" y="790098"/>
                  </a:moveTo>
                  <a:lnTo>
                    <a:pt x="119911" y="792594"/>
                  </a:lnTo>
                  <a:lnTo>
                    <a:pt x="53898" y="810464"/>
                  </a:lnTo>
                  <a:close/>
                  <a:moveTo>
                    <a:pt x="119911" y="792594"/>
                  </a:moveTo>
                  <a:lnTo>
                    <a:pt x="91706" y="888368"/>
                  </a:lnTo>
                  <a:lnTo>
                    <a:pt x="53898" y="810464"/>
                  </a:lnTo>
                  <a:close/>
                  <a:moveTo>
                    <a:pt x="17852" y="714881"/>
                  </a:moveTo>
                  <a:lnTo>
                    <a:pt x="113201" y="790098"/>
                  </a:lnTo>
                  <a:lnTo>
                    <a:pt x="38929" y="754497"/>
                  </a:lnTo>
                  <a:close/>
                  <a:moveTo>
                    <a:pt x="119911" y="792594"/>
                  </a:moveTo>
                  <a:lnTo>
                    <a:pt x="113201" y="790098"/>
                  </a:lnTo>
                  <a:lnTo>
                    <a:pt x="17852" y="714881"/>
                  </a:lnTo>
                  <a:close/>
                  <a:moveTo>
                    <a:pt x="113201" y="790098"/>
                  </a:moveTo>
                  <a:lnTo>
                    <a:pt x="123853" y="789389"/>
                  </a:lnTo>
                  <a:lnTo>
                    <a:pt x="38929" y="754497"/>
                  </a:lnTo>
                  <a:close/>
                  <a:moveTo>
                    <a:pt x="38929" y="754497"/>
                  </a:moveTo>
                  <a:lnTo>
                    <a:pt x="123853" y="789389"/>
                  </a:lnTo>
                  <a:lnTo>
                    <a:pt x="152716" y="686069"/>
                  </a:lnTo>
                  <a:close/>
                  <a:moveTo>
                    <a:pt x="38929" y="754497"/>
                  </a:moveTo>
                  <a:lnTo>
                    <a:pt x="152716" y="686069"/>
                  </a:lnTo>
                  <a:lnTo>
                    <a:pt x="77101" y="682016"/>
                  </a:lnTo>
                  <a:close/>
                  <a:moveTo>
                    <a:pt x="218232" y="669446"/>
                  </a:moveTo>
                  <a:lnTo>
                    <a:pt x="152716" y="686069"/>
                  </a:lnTo>
                  <a:lnTo>
                    <a:pt x="222015" y="670084"/>
                  </a:lnTo>
                  <a:close/>
                  <a:moveTo>
                    <a:pt x="222015" y="670084"/>
                  </a:moveTo>
                  <a:lnTo>
                    <a:pt x="152716" y="686069"/>
                  </a:lnTo>
                  <a:lnTo>
                    <a:pt x="123853" y="789389"/>
                  </a:lnTo>
                  <a:close/>
                  <a:moveTo>
                    <a:pt x="222015" y="670084"/>
                  </a:moveTo>
                  <a:lnTo>
                    <a:pt x="123853" y="789389"/>
                  </a:lnTo>
                  <a:lnTo>
                    <a:pt x="207528" y="781955"/>
                  </a:lnTo>
                  <a:close/>
                  <a:moveTo>
                    <a:pt x="64213" y="669446"/>
                  </a:moveTo>
                  <a:lnTo>
                    <a:pt x="0" y="707883"/>
                  </a:lnTo>
                  <a:lnTo>
                    <a:pt x="38929" y="754497"/>
                  </a:lnTo>
                  <a:close/>
                  <a:moveTo>
                    <a:pt x="344359" y="831398"/>
                  </a:moveTo>
                  <a:lnTo>
                    <a:pt x="343364" y="841555"/>
                  </a:lnTo>
                  <a:lnTo>
                    <a:pt x="333540" y="868282"/>
                  </a:lnTo>
                  <a:close/>
                  <a:moveTo>
                    <a:pt x="297694" y="751661"/>
                  </a:moveTo>
                  <a:lnTo>
                    <a:pt x="337979" y="821420"/>
                  </a:lnTo>
                  <a:lnTo>
                    <a:pt x="320550" y="795440"/>
                  </a:lnTo>
                  <a:close/>
                  <a:moveTo>
                    <a:pt x="349910" y="713225"/>
                  </a:moveTo>
                  <a:lnTo>
                    <a:pt x="297694" y="751661"/>
                  </a:lnTo>
                  <a:lnTo>
                    <a:pt x="320550" y="795440"/>
                  </a:lnTo>
                  <a:close/>
                  <a:moveTo>
                    <a:pt x="457818" y="795440"/>
                  </a:moveTo>
                  <a:lnTo>
                    <a:pt x="344359" y="831398"/>
                  </a:lnTo>
                  <a:lnTo>
                    <a:pt x="350349" y="751661"/>
                  </a:lnTo>
                  <a:close/>
                  <a:moveTo>
                    <a:pt x="390125" y="713225"/>
                  </a:moveTo>
                  <a:lnTo>
                    <a:pt x="457818" y="795440"/>
                  </a:lnTo>
                  <a:lnTo>
                    <a:pt x="350349" y="751661"/>
                  </a:lnTo>
                  <a:close/>
                  <a:moveTo>
                    <a:pt x="362070" y="696291"/>
                  </a:moveTo>
                  <a:lnTo>
                    <a:pt x="390125" y="713225"/>
                  </a:lnTo>
                  <a:lnTo>
                    <a:pt x="303956" y="694215"/>
                  </a:lnTo>
                  <a:close/>
                  <a:moveTo>
                    <a:pt x="157638" y="661831"/>
                  </a:moveTo>
                  <a:lnTo>
                    <a:pt x="152716" y="686069"/>
                  </a:lnTo>
                  <a:lnTo>
                    <a:pt x="218232" y="669446"/>
                  </a:lnTo>
                  <a:close/>
                  <a:moveTo>
                    <a:pt x="495992" y="713225"/>
                  </a:moveTo>
                  <a:lnTo>
                    <a:pt x="477970" y="795440"/>
                  </a:lnTo>
                  <a:lnTo>
                    <a:pt x="519259" y="757004"/>
                  </a:lnTo>
                  <a:close/>
                  <a:moveTo>
                    <a:pt x="495992" y="713225"/>
                  </a:moveTo>
                  <a:lnTo>
                    <a:pt x="519259" y="757004"/>
                  </a:lnTo>
                  <a:lnTo>
                    <a:pt x="555837" y="674788"/>
                  </a:lnTo>
                  <a:close/>
                  <a:moveTo>
                    <a:pt x="411214" y="631010"/>
                  </a:moveTo>
                  <a:lnTo>
                    <a:pt x="422981" y="645369"/>
                  </a:lnTo>
                  <a:lnTo>
                    <a:pt x="474385" y="622359"/>
                  </a:lnTo>
                  <a:close/>
                  <a:moveTo>
                    <a:pt x="411214" y="631010"/>
                  </a:moveTo>
                  <a:lnTo>
                    <a:pt x="474385" y="622359"/>
                  </a:lnTo>
                  <a:lnTo>
                    <a:pt x="429852" y="592573"/>
                  </a:lnTo>
                  <a:close/>
                  <a:moveTo>
                    <a:pt x="555837" y="674788"/>
                  </a:moveTo>
                  <a:lnTo>
                    <a:pt x="474385" y="622359"/>
                  </a:lnTo>
                  <a:lnTo>
                    <a:pt x="422981" y="645369"/>
                  </a:lnTo>
                  <a:close/>
                  <a:moveTo>
                    <a:pt x="389540" y="548794"/>
                  </a:moveTo>
                  <a:lnTo>
                    <a:pt x="411214" y="631010"/>
                  </a:lnTo>
                  <a:lnTo>
                    <a:pt x="429852" y="592573"/>
                  </a:lnTo>
                  <a:close/>
                  <a:moveTo>
                    <a:pt x="389540" y="548794"/>
                  </a:moveTo>
                  <a:lnTo>
                    <a:pt x="429852" y="592573"/>
                  </a:lnTo>
                  <a:lnTo>
                    <a:pt x="376807" y="510358"/>
                  </a:lnTo>
                  <a:close/>
                  <a:moveTo>
                    <a:pt x="686513" y="642952"/>
                  </a:moveTo>
                  <a:lnTo>
                    <a:pt x="708991" y="674788"/>
                  </a:lnTo>
                  <a:lnTo>
                    <a:pt x="683841" y="637089"/>
                  </a:lnTo>
                  <a:close/>
                  <a:moveTo>
                    <a:pt x="429852" y="592573"/>
                  </a:moveTo>
                  <a:lnTo>
                    <a:pt x="474385" y="622359"/>
                  </a:lnTo>
                  <a:lnTo>
                    <a:pt x="488375" y="574723"/>
                  </a:lnTo>
                  <a:close/>
                  <a:moveTo>
                    <a:pt x="488375" y="574723"/>
                  </a:moveTo>
                  <a:lnTo>
                    <a:pt x="474385" y="622359"/>
                  </a:lnTo>
                  <a:lnTo>
                    <a:pt x="570633" y="668533"/>
                  </a:lnTo>
                  <a:close/>
                  <a:moveTo>
                    <a:pt x="429852" y="592573"/>
                  </a:moveTo>
                  <a:lnTo>
                    <a:pt x="488375" y="574723"/>
                  </a:lnTo>
                  <a:lnTo>
                    <a:pt x="376807" y="510358"/>
                  </a:lnTo>
                  <a:close/>
                  <a:moveTo>
                    <a:pt x="553688" y="482124"/>
                  </a:moveTo>
                  <a:lnTo>
                    <a:pt x="488375" y="574723"/>
                  </a:lnTo>
                  <a:lnTo>
                    <a:pt x="578810" y="561793"/>
                  </a:lnTo>
                  <a:close/>
                  <a:moveTo>
                    <a:pt x="800350" y="703054"/>
                  </a:moveTo>
                  <a:lnTo>
                    <a:pt x="686513" y="642952"/>
                  </a:lnTo>
                  <a:lnTo>
                    <a:pt x="687686" y="633963"/>
                  </a:lnTo>
                  <a:close/>
                  <a:moveTo>
                    <a:pt x="687686" y="633963"/>
                  </a:moveTo>
                  <a:lnTo>
                    <a:pt x="715889" y="636352"/>
                  </a:lnTo>
                  <a:lnTo>
                    <a:pt x="800350" y="703054"/>
                  </a:lnTo>
                  <a:close/>
                  <a:moveTo>
                    <a:pt x="1602929" y="333601"/>
                  </a:moveTo>
                  <a:lnTo>
                    <a:pt x="1538379" y="285081"/>
                  </a:lnTo>
                  <a:lnTo>
                    <a:pt x="1468515" y="324910"/>
                  </a:lnTo>
                  <a:close/>
                  <a:moveTo>
                    <a:pt x="1459019" y="130751"/>
                  </a:moveTo>
                  <a:lnTo>
                    <a:pt x="1507878" y="193423"/>
                  </a:lnTo>
                  <a:lnTo>
                    <a:pt x="1503581" y="202866"/>
                  </a:lnTo>
                  <a:close/>
                  <a:moveTo>
                    <a:pt x="1503581" y="202866"/>
                  </a:moveTo>
                  <a:lnTo>
                    <a:pt x="1507878" y="193423"/>
                  </a:lnTo>
                  <a:lnTo>
                    <a:pt x="1459299" y="241303"/>
                  </a:lnTo>
                  <a:close/>
                  <a:moveTo>
                    <a:pt x="1459430" y="75742"/>
                  </a:moveTo>
                  <a:lnTo>
                    <a:pt x="1459019" y="130751"/>
                  </a:lnTo>
                  <a:lnTo>
                    <a:pt x="1457480" y="120652"/>
                  </a:lnTo>
                  <a:close/>
                  <a:moveTo>
                    <a:pt x="1468531" y="0"/>
                  </a:moveTo>
                  <a:lnTo>
                    <a:pt x="1460877" y="29148"/>
                  </a:lnTo>
                  <a:lnTo>
                    <a:pt x="1457480" y="12065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87" name="Candidate_density__1986">
              <a:extLst>
                <a:ext uri="{FF2B5EF4-FFF2-40B4-BE49-F238E27FC236}">
                  <a16:creationId xmlns:a16="http://schemas.microsoft.com/office/drawing/2014/main" id="{9A3A2F57-7A40-53C2-979E-9B93F38D4B65}"/>
                </a:ext>
              </a:extLst>
            </p:cNvPr>
            <p:cNvSpPr>
              <a:spLocks noGrp="1"/>
            </p:cNvSpPr>
            <p:nvPr/>
          </p:nvSpPr>
          <p:spPr>
            <a:xfrm>
              <a:off x="4961343" y="4445178"/>
              <a:ext cx="1590500" cy="581889"/>
            </a:xfrm>
            <a:custGeom>
              <a:avLst/>
              <a:gdLst/>
              <a:ahLst/>
              <a:cxnLst/>
              <a:rect l="0" t="0" r="0" b="0"/>
              <a:pathLst>
                <a:path w="1590500" h="581889">
                  <a:moveTo>
                    <a:pt x="48859" y="543453"/>
                  </a:moveTo>
                  <a:lnTo>
                    <a:pt x="46922" y="581889"/>
                  </a:lnTo>
                  <a:lnTo>
                    <a:pt x="17044" y="463733"/>
                  </a:lnTo>
                  <a:close/>
                  <a:moveTo>
                    <a:pt x="47164" y="539339"/>
                  </a:moveTo>
                  <a:lnTo>
                    <a:pt x="10334" y="461238"/>
                  </a:lnTo>
                  <a:lnTo>
                    <a:pt x="0" y="449489"/>
                  </a:lnTo>
                  <a:close/>
                  <a:moveTo>
                    <a:pt x="47164" y="539339"/>
                  </a:moveTo>
                  <a:lnTo>
                    <a:pt x="48859" y="543453"/>
                  </a:lnTo>
                  <a:lnTo>
                    <a:pt x="104661" y="453095"/>
                  </a:lnTo>
                  <a:close/>
                  <a:moveTo>
                    <a:pt x="31387" y="251889"/>
                  </a:moveTo>
                  <a:lnTo>
                    <a:pt x="115366" y="340586"/>
                  </a:lnTo>
                  <a:lnTo>
                    <a:pt x="36680" y="258371"/>
                  </a:lnTo>
                  <a:close/>
                  <a:moveTo>
                    <a:pt x="583647" y="314092"/>
                  </a:moveTo>
                  <a:lnTo>
                    <a:pt x="646149" y="389707"/>
                  </a:lnTo>
                  <a:lnTo>
                    <a:pt x="606124" y="345928"/>
                  </a:lnTo>
                  <a:close/>
                  <a:moveTo>
                    <a:pt x="446744" y="143061"/>
                  </a:moveTo>
                  <a:lnTo>
                    <a:pt x="399975" y="184690"/>
                  </a:lnTo>
                  <a:lnTo>
                    <a:pt x="450822" y="153264"/>
                  </a:lnTo>
                  <a:close/>
                  <a:moveTo>
                    <a:pt x="412781" y="23506"/>
                  </a:moveTo>
                  <a:lnTo>
                    <a:pt x="409041" y="126639"/>
                  </a:lnTo>
                  <a:lnTo>
                    <a:pt x="446744" y="143061"/>
                  </a:lnTo>
                  <a:close/>
                  <a:moveTo>
                    <a:pt x="1578706" y="38437"/>
                  </a:moveTo>
                  <a:lnTo>
                    <a:pt x="1590500" y="0"/>
                  </a:lnTo>
                  <a:lnTo>
                    <a:pt x="1500062" y="474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88" name="Candidate_density__1987">
              <a:extLst>
                <a:ext uri="{FF2B5EF4-FFF2-40B4-BE49-F238E27FC236}">
                  <a16:creationId xmlns:a16="http://schemas.microsoft.com/office/drawing/2014/main" id="{F07D5C66-EB76-59D8-E34D-0F1D10F9A121}"/>
                </a:ext>
              </a:extLst>
            </p:cNvPr>
            <p:cNvSpPr>
              <a:spLocks noGrp="1"/>
            </p:cNvSpPr>
            <p:nvPr/>
          </p:nvSpPr>
          <p:spPr>
            <a:xfrm>
              <a:off x="4796851" y="4432194"/>
              <a:ext cx="1664554" cy="556436"/>
            </a:xfrm>
            <a:custGeom>
              <a:avLst/>
              <a:gdLst/>
              <a:ahLst/>
              <a:cxnLst/>
              <a:rect l="0" t="0" r="0" b="0"/>
              <a:pathLst>
                <a:path w="1664554" h="556436">
                  <a:moveTo>
                    <a:pt x="264444" y="494064"/>
                  </a:moveTo>
                  <a:lnTo>
                    <a:pt x="213350" y="556436"/>
                  </a:lnTo>
                  <a:lnTo>
                    <a:pt x="181536" y="476717"/>
                  </a:lnTo>
                  <a:close/>
                  <a:moveTo>
                    <a:pt x="123248" y="424012"/>
                  </a:moveTo>
                  <a:lnTo>
                    <a:pt x="181536" y="476717"/>
                  </a:lnTo>
                  <a:lnTo>
                    <a:pt x="79477" y="399005"/>
                  </a:lnTo>
                  <a:close/>
                  <a:moveTo>
                    <a:pt x="61625" y="392006"/>
                  </a:moveTo>
                  <a:lnTo>
                    <a:pt x="79477" y="399005"/>
                  </a:lnTo>
                  <a:lnTo>
                    <a:pt x="100554" y="438621"/>
                  </a:lnTo>
                  <a:close/>
                  <a:moveTo>
                    <a:pt x="185478" y="473513"/>
                  </a:moveTo>
                  <a:lnTo>
                    <a:pt x="174826" y="474221"/>
                  </a:lnTo>
                  <a:lnTo>
                    <a:pt x="211656" y="552323"/>
                  </a:lnTo>
                  <a:close/>
                  <a:moveTo>
                    <a:pt x="269153" y="466079"/>
                  </a:moveTo>
                  <a:lnTo>
                    <a:pt x="213350" y="556436"/>
                  </a:lnTo>
                  <a:lnTo>
                    <a:pt x="264444" y="494064"/>
                  </a:lnTo>
                  <a:close/>
                  <a:moveTo>
                    <a:pt x="185478" y="473513"/>
                  </a:moveTo>
                  <a:lnTo>
                    <a:pt x="211656" y="552323"/>
                  </a:lnTo>
                  <a:lnTo>
                    <a:pt x="269153" y="466079"/>
                  </a:lnTo>
                  <a:close/>
                  <a:moveTo>
                    <a:pt x="125838" y="353570"/>
                  </a:moveTo>
                  <a:lnTo>
                    <a:pt x="0" y="302934"/>
                  </a:lnTo>
                  <a:lnTo>
                    <a:pt x="12925" y="309791"/>
                  </a:lnTo>
                  <a:close/>
                  <a:moveTo>
                    <a:pt x="125838" y="353570"/>
                  </a:moveTo>
                  <a:lnTo>
                    <a:pt x="12925" y="309791"/>
                  </a:lnTo>
                  <a:lnTo>
                    <a:pt x="61625" y="392006"/>
                  </a:lnTo>
                  <a:close/>
                  <a:moveTo>
                    <a:pt x="279858" y="353570"/>
                  </a:moveTo>
                  <a:lnTo>
                    <a:pt x="283640" y="354208"/>
                  </a:lnTo>
                  <a:lnTo>
                    <a:pt x="201172" y="271354"/>
                  </a:lnTo>
                  <a:close/>
                  <a:moveTo>
                    <a:pt x="138677" y="350877"/>
                  </a:moveTo>
                  <a:lnTo>
                    <a:pt x="219263" y="345954"/>
                  </a:lnTo>
                  <a:lnTo>
                    <a:pt x="195879" y="264873"/>
                  </a:lnTo>
                  <a:close/>
                  <a:moveTo>
                    <a:pt x="195879" y="264873"/>
                  </a:moveTo>
                  <a:lnTo>
                    <a:pt x="219263" y="345954"/>
                  </a:lnTo>
                  <a:lnTo>
                    <a:pt x="279858" y="353570"/>
                  </a:lnTo>
                  <a:close/>
                  <a:moveTo>
                    <a:pt x="615313" y="166248"/>
                  </a:moveTo>
                  <a:lnTo>
                    <a:pt x="564467" y="197674"/>
                  </a:lnTo>
                  <a:lnTo>
                    <a:pt x="550000" y="258847"/>
                  </a:lnTo>
                  <a:close/>
                  <a:moveTo>
                    <a:pt x="640435" y="245917"/>
                  </a:moveTo>
                  <a:lnTo>
                    <a:pt x="716448" y="244711"/>
                  </a:lnTo>
                  <a:lnTo>
                    <a:pt x="615313" y="166248"/>
                  </a:lnTo>
                  <a:close/>
                  <a:moveTo>
                    <a:pt x="438432" y="194482"/>
                  </a:moveTo>
                  <a:lnTo>
                    <a:pt x="440206" y="187423"/>
                  </a:lnTo>
                  <a:lnTo>
                    <a:pt x="429722" y="95854"/>
                  </a:lnTo>
                  <a:close/>
                  <a:moveTo>
                    <a:pt x="564467" y="197674"/>
                  </a:moveTo>
                  <a:lnTo>
                    <a:pt x="611236" y="156045"/>
                  </a:lnTo>
                  <a:lnTo>
                    <a:pt x="573533" y="139622"/>
                  </a:lnTo>
                  <a:close/>
                  <a:moveTo>
                    <a:pt x="1530140" y="9034"/>
                  </a:moveTo>
                  <a:lnTo>
                    <a:pt x="1528651" y="8549"/>
                  </a:lnTo>
                  <a:lnTo>
                    <a:pt x="1557040" y="46151"/>
                  </a:lnTo>
                  <a:close/>
                  <a:moveTo>
                    <a:pt x="1528651" y="8549"/>
                  </a:moveTo>
                  <a:lnTo>
                    <a:pt x="1527724" y="0"/>
                  </a:lnTo>
                  <a:lnTo>
                    <a:pt x="1556889" y="46078"/>
                  </a:lnTo>
                  <a:close/>
                  <a:moveTo>
                    <a:pt x="1618610" y="61148"/>
                  </a:moveTo>
                  <a:lnTo>
                    <a:pt x="1664554" y="17725"/>
                  </a:lnTo>
                  <a:lnTo>
                    <a:pt x="1530140" y="9034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89" name="Candidate_density__1988">
              <a:extLst>
                <a:ext uri="{FF2B5EF4-FFF2-40B4-BE49-F238E27FC236}">
                  <a16:creationId xmlns:a16="http://schemas.microsoft.com/office/drawing/2014/main" id="{412C2C29-7A06-D8A8-28EE-CE39EB0B8C24}"/>
                </a:ext>
              </a:extLst>
            </p:cNvPr>
            <p:cNvSpPr>
              <a:spLocks noGrp="1"/>
            </p:cNvSpPr>
            <p:nvPr/>
          </p:nvSpPr>
          <p:spPr>
            <a:xfrm>
              <a:off x="5156170" y="4198532"/>
              <a:ext cx="1240686" cy="749183"/>
            </a:xfrm>
            <a:custGeom>
              <a:avLst/>
              <a:gdLst/>
              <a:ahLst/>
              <a:cxnLst/>
              <a:rect l="0" t="0" r="0" b="0"/>
              <a:pathLst>
                <a:path w="1240686" h="749183">
                  <a:moveTo>
                    <a:pt x="64376" y="614076"/>
                  </a:moveTo>
                  <a:lnTo>
                    <a:pt x="0" y="669446"/>
                  </a:lnTo>
                  <a:lnTo>
                    <a:pt x="52216" y="631010"/>
                  </a:lnTo>
                  <a:close/>
                  <a:moveTo>
                    <a:pt x="64376" y="614076"/>
                  </a:moveTo>
                  <a:lnTo>
                    <a:pt x="6262" y="612000"/>
                  </a:lnTo>
                  <a:lnTo>
                    <a:pt x="0" y="669446"/>
                  </a:lnTo>
                  <a:close/>
                  <a:moveTo>
                    <a:pt x="52656" y="669446"/>
                  </a:moveTo>
                  <a:lnTo>
                    <a:pt x="46665" y="749183"/>
                  </a:lnTo>
                  <a:lnTo>
                    <a:pt x="40285" y="739205"/>
                  </a:lnTo>
                  <a:close/>
                  <a:moveTo>
                    <a:pt x="272939" y="586318"/>
                  </a:moveTo>
                  <a:lnTo>
                    <a:pt x="176691" y="540144"/>
                  </a:lnTo>
                  <a:lnTo>
                    <a:pt x="258143" y="592573"/>
                  </a:lnTo>
                  <a:close/>
                  <a:moveTo>
                    <a:pt x="281116" y="479578"/>
                  </a:moveTo>
                  <a:lnTo>
                    <a:pt x="190681" y="492508"/>
                  </a:lnTo>
                  <a:lnTo>
                    <a:pt x="272939" y="586318"/>
                  </a:lnTo>
                  <a:close/>
                  <a:moveTo>
                    <a:pt x="272939" y="586318"/>
                  </a:moveTo>
                  <a:lnTo>
                    <a:pt x="386147" y="554875"/>
                  </a:lnTo>
                  <a:lnTo>
                    <a:pt x="357130" y="478373"/>
                  </a:lnTo>
                  <a:close/>
                  <a:moveTo>
                    <a:pt x="272939" y="586318"/>
                  </a:moveTo>
                  <a:lnTo>
                    <a:pt x="357130" y="478373"/>
                  </a:lnTo>
                  <a:lnTo>
                    <a:pt x="281116" y="479578"/>
                  </a:lnTo>
                  <a:close/>
                  <a:moveTo>
                    <a:pt x="388820" y="560738"/>
                  </a:moveTo>
                  <a:lnTo>
                    <a:pt x="395898" y="515701"/>
                  </a:lnTo>
                  <a:lnTo>
                    <a:pt x="389993" y="551748"/>
                  </a:lnTo>
                  <a:close/>
                  <a:moveTo>
                    <a:pt x="418195" y="554137"/>
                  </a:moveTo>
                  <a:lnTo>
                    <a:pt x="389993" y="551748"/>
                  </a:lnTo>
                  <a:lnTo>
                    <a:pt x="369516" y="468303"/>
                  </a:lnTo>
                  <a:close/>
                  <a:moveTo>
                    <a:pt x="369516" y="468303"/>
                  </a:moveTo>
                  <a:lnTo>
                    <a:pt x="389993" y="551748"/>
                  </a:lnTo>
                  <a:lnTo>
                    <a:pt x="324975" y="443922"/>
                  </a:lnTo>
                  <a:close/>
                  <a:moveTo>
                    <a:pt x="799981" y="337762"/>
                  </a:moveTo>
                  <a:lnTo>
                    <a:pt x="752432" y="356612"/>
                  </a:lnTo>
                  <a:lnTo>
                    <a:pt x="817229" y="346688"/>
                  </a:lnTo>
                  <a:close/>
                  <a:moveTo>
                    <a:pt x="1170821" y="242695"/>
                  </a:moveTo>
                  <a:lnTo>
                    <a:pt x="1168118" y="241303"/>
                  </a:lnTo>
                  <a:lnTo>
                    <a:pt x="1169333" y="242211"/>
                  </a:lnTo>
                  <a:close/>
                  <a:moveTo>
                    <a:pt x="1168405" y="233662"/>
                  </a:moveTo>
                  <a:lnTo>
                    <a:pt x="1169333" y="242211"/>
                  </a:lnTo>
                  <a:lnTo>
                    <a:pt x="1168118" y="241303"/>
                  </a:lnTo>
                  <a:close/>
                  <a:moveTo>
                    <a:pt x="1168118" y="241303"/>
                  </a:moveTo>
                  <a:lnTo>
                    <a:pt x="1170821" y="242695"/>
                  </a:lnTo>
                  <a:lnTo>
                    <a:pt x="1171474" y="240469"/>
                  </a:lnTo>
                  <a:close/>
                  <a:moveTo>
                    <a:pt x="1168405" y="233662"/>
                  </a:moveTo>
                  <a:lnTo>
                    <a:pt x="1168118" y="241303"/>
                  </a:lnTo>
                  <a:lnTo>
                    <a:pt x="1171474" y="240469"/>
                  </a:lnTo>
                  <a:close/>
                  <a:moveTo>
                    <a:pt x="1170821" y="242695"/>
                  </a:moveTo>
                  <a:lnTo>
                    <a:pt x="1240686" y="202867"/>
                  </a:lnTo>
                  <a:lnTo>
                    <a:pt x="1171474" y="240469"/>
                  </a:lnTo>
                  <a:close/>
                  <a:moveTo>
                    <a:pt x="1168405" y="233662"/>
                  </a:moveTo>
                  <a:lnTo>
                    <a:pt x="1171474" y="240469"/>
                  </a:lnTo>
                  <a:lnTo>
                    <a:pt x="1161605" y="159088"/>
                  </a:lnTo>
                  <a:close/>
                  <a:moveTo>
                    <a:pt x="1161605" y="159088"/>
                  </a:moveTo>
                  <a:lnTo>
                    <a:pt x="1171474" y="240469"/>
                  </a:lnTo>
                  <a:lnTo>
                    <a:pt x="1240686" y="202867"/>
                  </a:lnTo>
                  <a:close/>
                  <a:moveTo>
                    <a:pt x="1161605" y="159088"/>
                  </a:moveTo>
                  <a:lnTo>
                    <a:pt x="1240686" y="202867"/>
                  </a:lnTo>
                  <a:lnTo>
                    <a:pt x="1205887" y="120651"/>
                  </a:lnTo>
                  <a:close/>
                  <a:moveTo>
                    <a:pt x="1205887" y="120651"/>
                  </a:moveTo>
                  <a:lnTo>
                    <a:pt x="1184105" y="77158"/>
                  </a:lnTo>
                  <a:lnTo>
                    <a:pt x="1161325" y="48536"/>
                  </a:lnTo>
                  <a:close/>
                  <a:moveTo>
                    <a:pt x="1159786" y="38437"/>
                  </a:moveTo>
                  <a:lnTo>
                    <a:pt x="1161325" y="48536"/>
                  </a:lnTo>
                  <a:lnTo>
                    <a:pt x="1184105" y="77158"/>
                  </a:lnTo>
                  <a:close/>
                  <a:moveTo>
                    <a:pt x="1205555" y="0"/>
                  </a:moveTo>
                  <a:lnTo>
                    <a:pt x="1159786" y="38437"/>
                  </a:lnTo>
                  <a:lnTo>
                    <a:pt x="1184105" y="77158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90" name="Candidate_density__1989">
              <a:extLst>
                <a:ext uri="{FF2B5EF4-FFF2-40B4-BE49-F238E27FC236}">
                  <a16:creationId xmlns:a16="http://schemas.microsoft.com/office/drawing/2014/main" id="{9B62563A-25F1-A4EC-1523-463F7DD0D9CA}"/>
                </a:ext>
              </a:extLst>
            </p:cNvPr>
            <p:cNvSpPr>
              <a:spLocks noGrp="1"/>
            </p:cNvSpPr>
            <p:nvPr/>
          </p:nvSpPr>
          <p:spPr>
            <a:xfrm>
              <a:off x="5017871" y="3960278"/>
              <a:ext cx="1533972" cy="1028946"/>
            </a:xfrm>
            <a:custGeom>
              <a:avLst/>
              <a:gdLst/>
              <a:ahLst/>
              <a:cxnLst/>
              <a:rect l="0" t="0" r="0" b="0"/>
              <a:pathLst>
                <a:path w="1533972" h="1028946">
                  <a:moveTo>
                    <a:pt x="534314" y="985291"/>
                  </a:moveTo>
                  <a:lnTo>
                    <a:pt x="456534" y="1028946"/>
                  </a:lnTo>
                  <a:lnTo>
                    <a:pt x="526593" y="1012226"/>
                  </a:lnTo>
                  <a:close/>
                  <a:moveTo>
                    <a:pt x="534314" y="985291"/>
                  </a:moveTo>
                  <a:lnTo>
                    <a:pt x="467175" y="979281"/>
                  </a:lnTo>
                  <a:lnTo>
                    <a:pt x="456534" y="1028946"/>
                  </a:lnTo>
                  <a:close/>
                  <a:moveTo>
                    <a:pt x="534314" y="985291"/>
                  </a:moveTo>
                  <a:lnTo>
                    <a:pt x="526593" y="1012226"/>
                  </a:lnTo>
                  <a:lnTo>
                    <a:pt x="537169" y="995257"/>
                  </a:lnTo>
                  <a:close/>
                  <a:moveTo>
                    <a:pt x="537169" y="995257"/>
                  </a:moveTo>
                  <a:lnTo>
                    <a:pt x="554726" y="902209"/>
                  </a:lnTo>
                  <a:lnTo>
                    <a:pt x="534314" y="985291"/>
                  </a:lnTo>
                  <a:close/>
                  <a:moveTo>
                    <a:pt x="589622" y="874606"/>
                  </a:moveTo>
                  <a:lnTo>
                    <a:pt x="527119" y="798991"/>
                  </a:lnTo>
                  <a:lnTo>
                    <a:pt x="640956" y="859092"/>
                  </a:lnTo>
                  <a:close/>
                  <a:moveTo>
                    <a:pt x="31443" y="216885"/>
                  </a:moveTo>
                  <a:lnTo>
                    <a:pt x="26660" y="194214"/>
                  </a:lnTo>
                  <a:lnTo>
                    <a:pt x="0" y="221469"/>
                  </a:lnTo>
                  <a:close/>
                  <a:moveTo>
                    <a:pt x="1466072" y="510448"/>
                  </a:moveTo>
                  <a:lnTo>
                    <a:pt x="1443535" y="489640"/>
                  </a:lnTo>
                  <a:lnTo>
                    <a:pt x="1397591" y="533063"/>
                  </a:lnTo>
                  <a:close/>
                  <a:moveTo>
                    <a:pt x="1533972" y="484899"/>
                  </a:moveTo>
                  <a:lnTo>
                    <a:pt x="1522178" y="523336"/>
                  </a:lnTo>
                  <a:lnTo>
                    <a:pt x="1527931" y="526527"/>
                  </a:lnTo>
                  <a:close/>
                  <a:moveTo>
                    <a:pt x="1487622" y="238254"/>
                  </a:moveTo>
                  <a:lnTo>
                    <a:pt x="1500566" y="199817"/>
                  </a:lnTo>
                  <a:lnTo>
                    <a:pt x="1511741" y="320469"/>
                  </a:lnTo>
                  <a:close/>
                  <a:moveTo>
                    <a:pt x="1480684" y="0"/>
                  </a:moveTo>
                  <a:lnTo>
                    <a:pt x="1501550" y="117602"/>
                  </a:lnTo>
                  <a:lnTo>
                    <a:pt x="1481738" y="3538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91" name="Candidate_density__1990">
              <a:extLst>
                <a:ext uri="{FF2B5EF4-FFF2-40B4-BE49-F238E27FC236}">
                  <a16:creationId xmlns:a16="http://schemas.microsoft.com/office/drawing/2014/main" id="{48583FD7-3FBB-236D-7E3A-1BFDF06665DB}"/>
                </a:ext>
              </a:extLst>
            </p:cNvPr>
            <p:cNvSpPr>
              <a:spLocks noGrp="1"/>
            </p:cNvSpPr>
            <p:nvPr/>
          </p:nvSpPr>
          <p:spPr>
            <a:xfrm>
              <a:off x="5414313" y="4753407"/>
              <a:ext cx="130677" cy="37699"/>
            </a:xfrm>
            <a:custGeom>
              <a:avLst/>
              <a:gdLst/>
              <a:ahLst/>
              <a:cxnLst/>
              <a:rect l="0" t="0" r="0" b="0"/>
              <a:pathLst>
                <a:path w="130677" h="37699">
                  <a:moveTo>
                    <a:pt x="0" y="37699"/>
                  </a:moveTo>
                  <a:lnTo>
                    <a:pt x="63970" y="35117"/>
                  </a:lnTo>
                  <a:lnTo>
                    <a:pt x="14797" y="31443"/>
                  </a:lnTo>
                  <a:close/>
                  <a:moveTo>
                    <a:pt x="128004" y="0"/>
                  </a:moveTo>
                  <a:lnTo>
                    <a:pt x="14797" y="31443"/>
                  </a:lnTo>
                  <a:lnTo>
                    <a:pt x="130677" y="5863"/>
                  </a:lnTo>
                  <a:close/>
                  <a:moveTo>
                    <a:pt x="14797" y="31443"/>
                  </a:moveTo>
                  <a:lnTo>
                    <a:pt x="63970" y="35117"/>
                  </a:lnTo>
                  <a:lnTo>
                    <a:pt x="130677" y="5863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1992" name="Candidate_density__1991">
              <a:extLst>
                <a:ext uri="{FF2B5EF4-FFF2-40B4-BE49-F238E27FC236}">
                  <a16:creationId xmlns:a16="http://schemas.microsoft.com/office/drawing/2014/main" id="{56443E60-EA89-8A45-4007-17D6BA3D4DCF}"/>
                </a:ext>
              </a:extLst>
            </p:cNvPr>
            <p:cNvSpPr>
              <a:spLocks noGrp="1"/>
            </p:cNvSpPr>
            <p:nvPr/>
          </p:nvSpPr>
          <p:spPr>
            <a:xfrm>
              <a:off x="4707195" y="3667619"/>
              <a:ext cx="1896209" cy="1678360"/>
            </a:xfrm>
            <a:custGeom>
              <a:avLst/>
              <a:gdLst/>
              <a:ahLst/>
              <a:cxnLst/>
              <a:rect l="0" t="0" r="0" b="0"/>
              <a:pathLst>
                <a:path w="1896209" h="1678360">
                  <a:moveTo>
                    <a:pt x="328718" y="1649872"/>
                  </a:moveTo>
                  <a:lnTo>
                    <a:pt x="326945" y="1650969"/>
                  </a:lnTo>
                  <a:lnTo>
                    <a:pt x="349169" y="1678360"/>
                  </a:lnTo>
                  <a:close/>
                  <a:moveTo>
                    <a:pt x="0" y="979715"/>
                  </a:moveTo>
                  <a:lnTo>
                    <a:pt x="70889" y="1035930"/>
                  </a:lnTo>
                  <a:lnTo>
                    <a:pt x="50544" y="1023119"/>
                  </a:lnTo>
                  <a:close/>
                  <a:moveTo>
                    <a:pt x="554267" y="1611436"/>
                  </a:moveTo>
                  <a:lnTo>
                    <a:pt x="573244" y="1517283"/>
                  </a:lnTo>
                  <a:lnTo>
                    <a:pt x="539479" y="1490784"/>
                  </a:lnTo>
                  <a:close/>
                  <a:moveTo>
                    <a:pt x="573244" y="1517283"/>
                  </a:moveTo>
                  <a:lnTo>
                    <a:pt x="623762" y="1529220"/>
                  </a:lnTo>
                  <a:lnTo>
                    <a:pt x="591835" y="1438428"/>
                  </a:lnTo>
                  <a:close/>
                  <a:moveTo>
                    <a:pt x="244292" y="1002385"/>
                  </a:moveTo>
                  <a:lnTo>
                    <a:pt x="227183" y="997493"/>
                  </a:lnTo>
                  <a:lnTo>
                    <a:pt x="184505" y="1030119"/>
                  </a:lnTo>
                  <a:close/>
                  <a:moveTo>
                    <a:pt x="228333" y="1115452"/>
                  </a:moveTo>
                  <a:lnTo>
                    <a:pt x="285535" y="1029448"/>
                  </a:lnTo>
                  <a:lnTo>
                    <a:pt x="244292" y="1002385"/>
                  </a:lnTo>
                  <a:close/>
                  <a:moveTo>
                    <a:pt x="244292" y="1002385"/>
                  </a:moveTo>
                  <a:lnTo>
                    <a:pt x="185352" y="969831"/>
                  </a:lnTo>
                  <a:lnTo>
                    <a:pt x="227183" y="997493"/>
                  </a:lnTo>
                  <a:close/>
                  <a:moveTo>
                    <a:pt x="725066" y="1408569"/>
                  </a:moveTo>
                  <a:lnTo>
                    <a:pt x="727250" y="1370132"/>
                  </a:lnTo>
                  <a:lnTo>
                    <a:pt x="709506" y="1384520"/>
                  </a:lnTo>
                  <a:close/>
                  <a:moveTo>
                    <a:pt x="777850" y="1271941"/>
                  </a:moveTo>
                  <a:lnTo>
                    <a:pt x="727250" y="1370132"/>
                  </a:lnTo>
                  <a:lnTo>
                    <a:pt x="767209" y="1321606"/>
                  </a:lnTo>
                  <a:close/>
                  <a:moveTo>
                    <a:pt x="777850" y="1271941"/>
                  </a:moveTo>
                  <a:lnTo>
                    <a:pt x="844989" y="1277950"/>
                  </a:lnTo>
                  <a:lnTo>
                    <a:pt x="798707" y="1224167"/>
                  </a:lnTo>
                  <a:close/>
                  <a:moveTo>
                    <a:pt x="844989" y="1277950"/>
                  </a:moveTo>
                  <a:lnTo>
                    <a:pt x="865402" y="1194869"/>
                  </a:lnTo>
                  <a:lnTo>
                    <a:pt x="798707" y="1224167"/>
                  </a:lnTo>
                  <a:close/>
                  <a:moveTo>
                    <a:pt x="865402" y="1194869"/>
                  </a:moveTo>
                  <a:lnTo>
                    <a:pt x="918389" y="1177777"/>
                  </a:lnTo>
                  <a:lnTo>
                    <a:pt x="798707" y="1224167"/>
                  </a:lnTo>
                  <a:close/>
                  <a:moveTo>
                    <a:pt x="666929" y="801065"/>
                  </a:moveTo>
                  <a:lnTo>
                    <a:pt x="602257" y="831787"/>
                  </a:lnTo>
                  <a:lnTo>
                    <a:pt x="581950" y="909651"/>
                  </a:lnTo>
                  <a:close/>
                  <a:moveTo>
                    <a:pt x="666929" y="801065"/>
                  </a:moveTo>
                  <a:lnTo>
                    <a:pt x="581950" y="909651"/>
                  </a:lnTo>
                  <a:lnTo>
                    <a:pt x="663189" y="904198"/>
                  </a:lnTo>
                  <a:close/>
                  <a:moveTo>
                    <a:pt x="505593" y="838405"/>
                  </a:moveTo>
                  <a:lnTo>
                    <a:pt x="506308" y="810463"/>
                  </a:lnTo>
                  <a:lnTo>
                    <a:pt x="461556" y="746753"/>
                  </a:lnTo>
                  <a:close/>
                  <a:moveTo>
                    <a:pt x="295922" y="509545"/>
                  </a:moveTo>
                  <a:lnTo>
                    <a:pt x="310676" y="514129"/>
                  </a:lnTo>
                  <a:lnTo>
                    <a:pt x="337335" y="486874"/>
                  </a:lnTo>
                  <a:close/>
                  <a:moveTo>
                    <a:pt x="307143" y="500919"/>
                  </a:moveTo>
                  <a:lnTo>
                    <a:pt x="295922" y="509545"/>
                  </a:lnTo>
                  <a:lnTo>
                    <a:pt x="337335" y="486874"/>
                  </a:lnTo>
                  <a:close/>
                  <a:moveTo>
                    <a:pt x="935264" y="1104466"/>
                  </a:moveTo>
                  <a:lnTo>
                    <a:pt x="918389" y="1177777"/>
                  </a:lnTo>
                  <a:lnTo>
                    <a:pt x="1006372" y="1107249"/>
                  </a:lnTo>
                  <a:close/>
                  <a:moveTo>
                    <a:pt x="1006372" y="1107249"/>
                  </a:moveTo>
                  <a:lnTo>
                    <a:pt x="1019979" y="1063746"/>
                  </a:lnTo>
                  <a:lnTo>
                    <a:pt x="946711" y="1068465"/>
                  </a:lnTo>
                  <a:close/>
                  <a:moveTo>
                    <a:pt x="1883807" y="739122"/>
                  </a:moveTo>
                  <a:lnTo>
                    <a:pt x="1844648" y="777559"/>
                  </a:lnTo>
                  <a:lnTo>
                    <a:pt x="1896209" y="819349"/>
                  </a:lnTo>
                  <a:close/>
                  <a:moveTo>
                    <a:pt x="1791359" y="292660"/>
                  </a:moveTo>
                  <a:lnTo>
                    <a:pt x="1802459" y="383728"/>
                  </a:lnTo>
                  <a:lnTo>
                    <a:pt x="1812225" y="410262"/>
                  </a:lnTo>
                  <a:close/>
                  <a:moveTo>
                    <a:pt x="1802599" y="183430"/>
                  </a:moveTo>
                  <a:lnTo>
                    <a:pt x="1800739" y="95454"/>
                  </a:lnTo>
                  <a:lnTo>
                    <a:pt x="1735076" y="128608"/>
                  </a:lnTo>
                  <a:close/>
                  <a:moveTo>
                    <a:pt x="1801289" y="84403"/>
                  </a:moveTo>
                  <a:lnTo>
                    <a:pt x="1735076" y="128608"/>
                  </a:lnTo>
                  <a:lnTo>
                    <a:pt x="1800739" y="95454"/>
                  </a:lnTo>
                  <a:close/>
                  <a:moveTo>
                    <a:pt x="1740554" y="73187"/>
                  </a:moveTo>
                  <a:lnTo>
                    <a:pt x="1801289" y="84403"/>
                  </a:lnTo>
                  <a:lnTo>
                    <a:pt x="178199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1993" name="Candidate_density__1992">
              <a:extLst>
                <a:ext uri="{FF2B5EF4-FFF2-40B4-BE49-F238E27FC236}">
                  <a16:creationId xmlns:a16="http://schemas.microsoft.com/office/drawing/2014/main" id="{6D343D78-C641-B7FF-2C00-672DC6D98DB9}"/>
                </a:ext>
              </a:extLst>
            </p:cNvPr>
            <p:cNvSpPr>
              <a:spLocks noGrp="1"/>
            </p:cNvSpPr>
            <p:nvPr/>
          </p:nvSpPr>
          <p:spPr>
            <a:xfrm>
              <a:off x="4778084" y="3698192"/>
              <a:ext cx="1779771" cy="1620396"/>
            </a:xfrm>
            <a:custGeom>
              <a:avLst/>
              <a:gdLst/>
              <a:ahLst/>
              <a:cxnLst/>
              <a:rect l="0" t="0" r="0" b="0"/>
              <a:pathLst>
                <a:path w="1779771" h="1620396">
                  <a:moveTo>
                    <a:pt x="227363" y="1575521"/>
                  </a:moveTo>
                  <a:lnTo>
                    <a:pt x="256056" y="1620396"/>
                  </a:lnTo>
                  <a:lnTo>
                    <a:pt x="257829" y="1619299"/>
                  </a:lnTo>
                  <a:close/>
                  <a:moveTo>
                    <a:pt x="174833" y="1471111"/>
                  </a:moveTo>
                  <a:lnTo>
                    <a:pt x="224702" y="1503168"/>
                  </a:lnTo>
                  <a:lnTo>
                    <a:pt x="221429" y="1537084"/>
                  </a:lnTo>
                  <a:close/>
                  <a:moveTo>
                    <a:pt x="171896" y="1454869"/>
                  </a:moveTo>
                  <a:lnTo>
                    <a:pt x="159204" y="1383725"/>
                  </a:lnTo>
                  <a:lnTo>
                    <a:pt x="174833" y="1471111"/>
                  </a:lnTo>
                  <a:close/>
                  <a:moveTo>
                    <a:pt x="183259" y="1196475"/>
                  </a:moveTo>
                  <a:lnTo>
                    <a:pt x="193593" y="1208224"/>
                  </a:lnTo>
                  <a:lnTo>
                    <a:pt x="134290" y="1228590"/>
                  </a:lnTo>
                  <a:close/>
                  <a:moveTo>
                    <a:pt x="71196" y="1056148"/>
                  </a:moveTo>
                  <a:lnTo>
                    <a:pt x="18767" y="1036937"/>
                  </a:lnTo>
                  <a:lnTo>
                    <a:pt x="144605" y="1087572"/>
                  </a:lnTo>
                  <a:close/>
                  <a:moveTo>
                    <a:pt x="0" y="1005357"/>
                  </a:moveTo>
                  <a:lnTo>
                    <a:pt x="18767" y="1036937"/>
                  </a:lnTo>
                  <a:lnTo>
                    <a:pt x="71196" y="1056148"/>
                  </a:lnTo>
                  <a:close/>
                  <a:moveTo>
                    <a:pt x="397202" y="1439057"/>
                  </a:moveTo>
                  <a:lnTo>
                    <a:pt x="372827" y="1416432"/>
                  </a:lnTo>
                  <a:lnTo>
                    <a:pt x="458114" y="1451593"/>
                  </a:lnTo>
                  <a:close/>
                  <a:moveTo>
                    <a:pt x="397202" y="1439057"/>
                  </a:moveTo>
                  <a:lnTo>
                    <a:pt x="458114" y="1451593"/>
                  </a:lnTo>
                  <a:lnTo>
                    <a:pt x="502355" y="1486710"/>
                  </a:lnTo>
                  <a:close/>
                  <a:moveTo>
                    <a:pt x="502355" y="1486710"/>
                  </a:moveTo>
                  <a:lnTo>
                    <a:pt x="520946" y="1407854"/>
                  </a:lnTo>
                  <a:lnTo>
                    <a:pt x="486751" y="1377996"/>
                  </a:lnTo>
                  <a:close/>
                  <a:moveTo>
                    <a:pt x="71196" y="1056148"/>
                  </a:moveTo>
                  <a:lnTo>
                    <a:pt x="144605" y="1087572"/>
                  </a:lnTo>
                  <a:lnTo>
                    <a:pt x="113616" y="999546"/>
                  </a:lnTo>
                  <a:close/>
                  <a:moveTo>
                    <a:pt x="113616" y="999546"/>
                  </a:moveTo>
                  <a:lnTo>
                    <a:pt x="144605" y="1087572"/>
                  </a:lnTo>
                  <a:lnTo>
                    <a:pt x="173403" y="971812"/>
                  </a:lnTo>
                  <a:close/>
                  <a:moveTo>
                    <a:pt x="173403" y="971812"/>
                  </a:moveTo>
                  <a:lnTo>
                    <a:pt x="144605" y="1087572"/>
                  </a:lnTo>
                  <a:lnTo>
                    <a:pt x="157444" y="1084879"/>
                  </a:lnTo>
                  <a:close/>
                  <a:moveTo>
                    <a:pt x="238030" y="1079956"/>
                  </a:moveTo>
                  <a:lnTo>
                    <a:pt x="157494" y="1100142"/>
                  </a:lnTo>
                  <a:lnTo>
                    <a:pt x="233108" y="1104194"/>
                  </a:lnTo>
                  <a:close/>
                  <a:moveTo>
                    <a:pt x="638617" y="1353947"/>
                  </a:moveTo>
                  <a:lnTo>
                    <a:pt x="607246" y="1339559"/>
                  </a:lnTo>
                  <a:lnTo>
                    <a:pt x="520946" y="1407854"/>
                  </a:lnTo>
                  <a:close/>
                  <a:moveTo>
                    <a:pt x="604886" y="1443033"/>
                  </a:moveTo>
                  <a:lnTo>
                    <a:pt x="638617" y="1353947"/>
                  </a:lnTo>
                  <a:lnTo>
                    <a:pt x="520946" y="1407854"/>
                  </a:lnTo>
                  <a:close/>
                  <a:moveTo>
                    <a:pt x="463929" y="1257344"/>
                  </a:moveTo>
                  <a:lnTo>
                    <a:pt x="396907" y="1211568"/>
                  </a:lnTo>
                  <a:lnTo>
                    <a:pt x="400942" y="1213566"/>
                  </a:lnTo>
                  <a:close/>
                  <a:moveTo>
                    <a:pt x="641120" y="1334396"/>
                  </a:moveTo>
                  <a:lnTo>
                    <a:pt x="638617" y="1353947"/>
                  </a:lnTo>
                  <a:lnTo>
                    <a:pt x="656361" y="1339559"/>
                  </a:lnTo>
                  <a:close/>
                  <a:moveTo>
                    <a:pt x="641120" y="1334396"/>
                  </a:moveTo>
                  <a:lnTo>
                    <a:pt x="656361" y="1339559"/>
                  </a:lnTo>
                  <a:lnTo>
                    <a:pt x="706961" y="1241368"/>
                  </a:lnTo>
                  <a:close/>
                  <a:moveTo>
                    <a:pt x="639111" y="1235937"/>
                  </a:moveTo>
                  <a:lnTo>
                    <a:pt x="641120" y="1334396"/>
                  </a:lnTo>
                  <a:lnTo>
                    <a:pt x="706961" y="1241368"/>
                  </a:lnTo>
                  <a:close/>
                  <a:moveTo>
                    <a:pt x="639111" y="1235937"/>
                  </a:moveTo>
                  <a:lnTo>
                    <a:pt x="593345" y="1184681"/>
                  </a:lnTo>
                  <a:lnTo>
                    <a:pt x="571631" y="1230206"/>
                  </a:lnTo>
                  <a:close/>
                  <a:moveTo>
                    <a:pt x="706961" y="1241368"/>
                  </a:moveTo>
                  <a:lnTo>
                    <a:pt x="727818" y="1193594"/>
                  </a:lnTo>
                  <a:lnTo>
                    <a:pt x="639111" y="1235937"/>
                  </a:lnTo>
                  <a:close/>
                  <a:moveTo>
                    <a:pt x="639111" y="1235937"/>
                  </a:moveTo>
                  <a:lnTo>
                    <a:pt x="727818" y="1193594"/>
                  </a:lnTo>
                  <a:lnTo>
                    <a:pt x="599651" y="1175130"/>
                  </a:lnTo>
                  <a:close/>
                  <a:moveTo>
                    <a:pt x="599651" y="1175130"/>
                  </a:moveTo>
                  <a:lnTo>
                    <a:pt x="593345" y="1184681"/>
                  </a:lnTo>
                  <a:lnTo>
                    <a:pt x="639111" y="1235937"/>
                  </a:lnTo>
                  <a:close/>
                  <a:moveTo>
                    <a:pt x="479207" y="890047"/>
                  </a:moveTo>
                  <a:lnTo>
                    <a:pt x="434704" y="807832"/>
                  </a:lnTo>
                  <a:lnTo>
                    <a:pt x="448489" y="829856"/>
                  </a:lnTo>
                  <a:close/>
                  <a:moveTo>
                    <a:pt x="847500" y="1147204"/>
                  </a:moveTo>
                  <a:lnTo>
                    <a:pt x="782759" y="1098256"/>
                  </a:lnTo>
                  <a:lnTo>
                    <a:pt x="727818" y="1193594"/>
                  </a:lnTo>
                  <a:close/>
                  <a:moveTo>
                    <a:pt x="434704" y="807832"/>
                  </a:moveTo>
                  <a:lnTo>
                    <a:pt x="511061" y="879078"/>
                  </a:lnTo>
                  <a:lnTo>
                    <a:pt x="450589" y="777853"/>
                  </a:lnTo>
                  <a:close/>
                  <a:moveTo>
                    <a:pt x="864375" y="1073893"/>
                  </a:moveTo>
                  <a:lnTo>
                    <a:pt x="935483" y="1076676"/>
                  </a:lnTo>
                  <a:lnTo>
                    <a:pt x="875822" y="1037892"/>
                  </a:lnTo>
                  <a:close/>
                  <a:moveTo>
                    <a:pt x="773984" y="1016041"/>
                  </a:moveTo>
                  <a:lnTo>
                    <a:pt x="816260" y="977605"/>
                  </a:lnTo>
                  <a:lnTo>
                    <a:pt x="721035" y="953031"/>
                  </a:lnTo>
                  <a:close/>
                  <a:moveTo>
                    <a:pt x="779439" y="956193"/>
                  </a:moveTo>
                  <a:lnTo>
                    <a:pt x="695852" y="933826"/>
                  </a:lnTo>
                  <a:lnTo>
                    <a:pt x="721035" y="953031"/>
                  </a:lnTo>
                  <a:close/>
                  <a:moveTo>
                    <a:pt x="1773759" y="746986"/>
                  </a:moveTo>
                  <a:lnTo>
                    <a:pt x="1725972" y="695987"/>
                  </a:lnTo>
                  <a:lnTo>
                    <a:pt x="1683321" y="751727"/>
                  </a:lnTo>
                  <a:close/>
                  <a:moveTo>
                    <a:pt x="1751528" y="582556"/>
                  </a:moveTo>
                  <a:lnTo>
                    <a:pt x="1740145" y="546368"/>
                  </a:lnTo>
                  <a:lnTo>
                    <a:pt x="1779771" y="618477"/>
                  </a:lnTo>
                  <a:close/>
                  <a:moveTo>
                    <a:pt x="1740353" y="461904"/>
                  </a:moveTo>
                  <a:lnTo>
                    <a:pt x="1738660" y="528225"/>
                  </a:lnTo>
                  <a:lnTo>
                    <a:pt x="1751528" y="582556"/>
                  </a:lnTo>
                  <a:close/>
                  <a:moveTo>
                    <a:pt x="1629294" y="375712"/>
                  </a:moveTo>
                  <a:lnTo>
                    <a:pt x="1755938" y="377619"/>
                  </a:lnTo>
                  <a:lnTo>
                    <a:pt x="1731570" y="353155"/>
                  </a:lnTo>
                  <a:close/>
                  <a:moveTo>
                    <a:pt x="1629294" y="375712"/>
                  </a:moveTo>
                  <a:lnTo>
                    <a:pt x="1731570" y="353155"/>
                  </a:lnTo>
                  <a:lnTo>
                    <a:pt x="1720470" y="262087"/>
                  </a:lnTo>
                  <a:close/>
                  <a:moveTo>
                    <a:pt x="1720470" y="262087"/>
                  </a:moveTo>
                  <a:lnTo>
                    <a:pt x="1721022" y="247076"/>
                  </a:lnTo>
                  <a:lnTo>
                    <a:pt x="1645502" y="243379"/>
                  </a:lnTo>
                  <a:close/>
                  <a:moveTo>
                    <a:pt x="1529978" y="133044"/>
                  </a:moveTo>
                  <a:lnTo>
                    <a:pt x="1542042" y="215259"/>
                  </a:lnTo>
                  <a:lnTo>
                    <a:pt x="1585658" y="176822"/>
                  </a:lnTo>
                  <a:close/>
                  <a:moveTo>
                    <a:pt x="1505877" y="0"/>
                  </a:moveTo>
                  <a:lnTo>
                    <a:pt x="1547715" y="41665"/>
                  </a:lnTo>
                  <a:lnTo>
                    <a:pt x="1506403" y="14658"/>
                  </a:lnTo>
                  <a:close/>
                  <a:moveTo>
                    <a:pt x="1731710" y="152857"/>
                  </a:moveTo>
                  <a:lnTo>
                    <a:pt x="1645502" y="243379"/>
                  </a:lnTo>
                  <a:lnTo>
                    <a:pt x="1721022" y="24707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1994" name="Candidate_density__1993">
              <a:extLst>
                <a:ext uri="{FF2B5EF4-FFF2-40B4-BE49-F238E27FC236}">
                  <a16:creationId xmlns:a16="http://schemas.microsoft.com/office/drawing/2014/main" id="{4757A150-03E5-7B24-DE41-14267C78E8FC}"/>
                </a:ext>
              </a:extLst>
            </p:cNvPr>
            <p:cNvSpPr>
              <a:spLocks noGrp="1"/>
            </p:cNvSpPr>
            <p:nvPr/>
          </p:nvSpPr>
          <p:spPr>
            <a:xfrm>
              <a:off x="4789000" y="3523378"/>
              <a:ext cx="1802002" cy="1794112"/>
            </a:xfrm>
            <a:custGeom>
              <a:avLst/>
              <a:gdLst/>
              <a:ahLst/>
              <a:cxnLst/>
              <a:rect l="0" t="0" r="0" b="0"/>
              <a:pathLst>
                <a:path w="1802002" h="1794112">
                  <a:moveTo>
                    <a:pt x="210513" y="1711897"/>
                  </a:moveTo>
                  <a:lnTo>
                    <a:pt x="216447" y="1750334"/>
                  </a:lnTo>
                  <a:lnTo>
                    <a:pt x="246913" y="1794112"/>
                  </a:lnTo>
                  <a:close/>
                  <a:moveTo>
                    <a:pt x="160980" y="1629683"/>
                  </a:moveTo>
                  <a:lnTo>
                    <a:pt x="163917" y="1645925"/>
                  </a:lnTo>
                  <a:lnTo>
                    <a:pt x="201755" y="1696453"/>
                  </a:lnTo>
                  <a:close/>
                  <a:moveTo>
                    <a:pt x="114862" y="1465252"/>
                  </a:moveTo>
                  <a:lnTo>
                    <a:pt x="150565" y="1547467"/>
                  </a:lnTo>
                  <a:lnTo>
                    <a:pt x="154688" y="1509031"/>
                  </a:lnTo>
                  <a:close/>
                  <a:moveTo>
                    <a:pt x="133689" y="1262386"/>
                  </a:moveTo>
                  <a:lnTo>
                    <a:pt x="108405" y="1347437"/>
                  </a:lnTo>
                  <a:lnTo>
                    <a:pt x="146578" y="1274956"/>
                  </a:lnTo>
                  <a:close/>
                  <a:moveTo>
                    <a:pt x="418008" y="1591246"/>
                  </a:moveTo>
                  <a:lnTo>
                    <a:pt x="386287" y="1613871"/>
                  </a:lnTo>
                  <a:lnTo>
                    <a:pt x="491439" y="1661524"/>
                  </a:lnTo>
                  <a:close/>
                  <a:moveTo>
                    <a:pt x="475835" y="1552809"/>
                  </a:moveTo>
                  <a:lnTo>
                    <a:pt x="418008" y="1591246"/>
                  </a:lnTo>
                  <a:lnTo>
                    <a:pt x="491439" y="1661524"/>
                  </a:lnTo>
                  <a:close/>
                  <a:moveTo>
                    <a:pt x="403101" y="1470594"/>
                  </a:moveTo>
                  <a:lnTo>
                    <a:pt x="404753" y="1471221"/>
                  </a:lnTo>
                  <a:lnTo>
                    <a:pt x="405997" y="1472360"/>
                  </a:lnTo>
                  <a:close/>
                  <a:moveTo>
                    <a:pt x="405997" y="1472360"/>
                  </a:moveTo>
                  <a:lnTo>
                    <a:pt x="404753" y="1471221"/>
                  </a:lnTo>
                  <a:lnTo>
                    <a:pt x="475835" y="1552809"/>
                  </a:lnTo>
                  <a:close/>
                  <a:moveTo>
                    <a:pt x="475835" y="1552809"/>
                  </a:moveTo>
                  <a:lnTo>
                    <a:pt x="404753" y="1471221"/>
                  </a:lnTo>
                  <a:lnTo>
                    <a:pt x="397403" y="1509031"/>
                  </a:lnTo>
                  <a:close/>
                  <a:moveTo>
                    <a:pt x="475835" y="1552809"/>
                  </a:moveTo>
                  <a:lnTo>
                    <a:pt x="397403" y="1509031"/>
                  </a:lnTo>
                  <a:lnTo>
                    <a:pt x="418008" y="1591246"/>
                  </a:lnTo>
                  <a:close/>
                  <a:moveTo>
                    <a:pt x="403017" y="1461221"/>
                  </a:moveTo>
                  <a:lnTo>
                    <a:pt x="404753" y="1471221"/>
                  </a:lnTo>
                  <a:lnTo>
                    <a:pt x="403101" y="1470594"/>
                  </a:lnTo>
                  <a:close/>
                  <a:moveTo>
                    <a:pt x="403017" y="1461221"/>
                  </a:moveTo>
                  <a:lnTo>
                    <a:pt x="412841" y="1434495"/>
                  </a:lnTo>
                  <a:lnTo>
                    <a:pt x="404753" y="1471221"/>
                  </a:lnTo>
                  <a:close/>
                  <a:moveTo>
                    <a:pt x="404753" y="1471221"/>
                  </a:moveTo>
                  <a:lnTo>
                    <a:pt x="412841" y="1434495"/>
                  </a:lnTo>
                  <a:lnTo>
                    <a:pt x="397403" y="1509031"/>
                  </a:lnTo>
                  <a:close/>
                  <a:moveTo>
                    <a:pt x="146578" y="1274956"/>
                  </a:moveTo>
                  <a:lnTo>
                    <a:pt x="146528" y="1259693"/>
                  </a:lnTo>
                  <a:lnTo>
                    <a:pt x="133689" y="1262386"/>
                  </a:lnTo>
                  <a:close/>
                  <a:moveTo>
                    <a:pt x="146528" y="1259693"/>
                  </a:moveTo>
                  <a:lnTo>
                    <a:pt x="146578" y="1274956"/>
                  </a:lnTo>
                  <a:lnTo>
                    <a:pt x="227114" y="1254770"/>
                  </a:lnTo>
                  <a:close/>
                  <a:moveTo>
                    <a:pt x="475835" y="1552809"/>
                  </a:moveTo>
                  <a:lnTo>
                    <a:pt x="510030" y="1582668"/>
                  </a:lnTo>
                  <a:lnTo>
                    <a:pt x="528633" y="1531194"/>
                  </a:lnTo>
                  <a:close/>
                  <a:moveTo>
                    <a:pt x="588736" y="1349943"/>
                  </a:moveTo>
                  <a:lnTo>
                    <a:pt x="716902" y="1368408"/>
                  </a:lnTo>
                  <a:lnTo>
                    <a:pt x="659982" y="1311506"/>
                  </a:lnTo>
                  <a:close/>
                  <a:moveTo>
                    <a:pt x="492592" y="1087065"/>
                  </a:moveTo>
                  <a:lnTo>
                    <a:pt x="557851" y="1167663"/>
                  </a:lnTo>
                  <a:lnTo>
                    <a:pt x="572318" y="1106490"/>
                  </a:lnTo>
                  <a:close/>
                  <a:moveTo>
                    <a:pt x="446284" y="1103297"/>
                  </a:moveTo>
                  <a:lnTo>
                    <a:pt x="557851" y="1167663"/>
                  </a:lnTo>
                  <a:lnTo>
                    <a:pt x="492592" y="1087065"/>
                  </a:lnTo>
                  <a:close/>
                  <a:moveTo>
                    <a:pt x="448058" y="1096238"/>
                  </a:moveTo>
                  <a:lnTo>
                    <a:pt x="446284" y="1103297"/>
                  </a:lnTo>
                  <a:lnTo>
                    <a:pt x="492592" y="1087065"/>
                  </a:lnTo>
                  <a:close/>
                  <a:moveTo>
                    <a:pt x="42065" y="732453"/>
                  </a:moveTo>
                  <a:lnTo>
                    <a:pt x="0" y="774437"/>
                  </a:lnTo>
                  <a:lnTo>
                    <a:pt x="63669" y="766003"/>
                  </a:lnTo>
                  <a:close/>
                  <a:moveTo>
                    <a:pt x="63669" y="766003"/>
                  </a:moveTo>
                  <a:lnTo>
                    <a:pt x="72323" y="774437"/>
                  </a:lnTo>
                  <a:lnTo>
                    <a:pt x="42065" y="732453"/>
                  </a:lnTo>
                  <a:close/>
                  <a:moveTo>
                    <a:pt x="468292" y="1064861"/>
                  </a:moveTo>
                  <a:lnTo>
                    <a:pt x="448058" y="1096238"/>
                  </a:lnTo>
                  <a:lnTo>
                    <a:pt x="492592" y="1087065"/>
                  </a:lnTo>
                  <a:close/>
                  <a:moveTo>
                    <a:pt x="468292" y="1064861"/>
                  </a:moveTo>
                  <a:lnTo>
                    <a:pt x="437574" y="1004670"/>
                  </a:lnTo>
                  <a:lnTo>
                    <a:pt x="448058" y="1096238"/>
                  </a:lnTo>
                  <a:close/>
                  <a:moveTo>
                    <a:pt x="468292" y="1064861"/>
                  </a:moveTo>
                  <a:lnTo>
                    <a:pt x="492592" y="1087065"/>
                  </a:lnTo>
                  <a:lnTo>
                    <a:pt x="500146" y="1053892"/>
                  </a:lnTo>
                  <a:close/>
                  <a:moveTo>
                    <a:pt x="468292" y="1064861"/>
                  </a:moveTo>
                  <a:lnTo>
                    <a:pt x="500146" y="1053892"/>
                  </a:lnTo>
                  <a:lnTo>
                    <a:pt x="423788" y="982646"/>
                  </a:lnTo>
                  <a:close/>
                  <a:moveTo>
                    <a:pt x="581385" y="1048438"/>
                  </a:moveTo>
                  <a:lnTo>
                    <a:pt x="492592" y="1087065"/>
                  </a:lnTo>
                  <a:lnTo>
                    <a:pt x="572318" y="1106490"/>
                  </a:lnTo>
                  <a:close/>
                  <a:moveTo>
                    <a:pt x="581385" y="1048438"/>
                  </a:moveTo>
                  <a:lnTo>
                    <a:pt x="500146" y="1053892"/>
                  </a:lnTo>
                  <a:lnTo>
                    <a:pt x="492592" y="1087065"/>
                  </a:lnTo>
                  <a:close/>
                  <a:moveTo>
                    <a:pt x="701177" y="1094410"/>
                  </a:moveTo>
                  <a:lnTo>
                    <a:pt x="692145" y="1119076"/>
                  </a:lnTo>
                  <a:lnTo>
                    <a:pt x="684936" y="1108639"/>
                  </a:lnTo>
                  <a:close/>
                  <a:moveTo>
                    <a:pt x="692145" y="1119076"/>
                  </a:moveTo>
                  <a:lnTo>
                    <a:pt x="763068" y="1190855"/>
                  </a:lnTo>
                  <a:lnTo>
                    <a:pt x="710119" y="1127844"/>
                  </a:lnTo>
                  <a:close/>
                  <a:moveTo>
                    <a:pt x="684936" y="1108639"/>
                  </a:moveTo>
                  <a:lnTo>
                    <a:pt x="692145" y="1119076"/>
                  </a:lnTo>
                  <a:lnTo>
                    <a:pt x="710119" y="1127844"/>
                  </a:lnTo>
                  <a:close/>
                  <a:moveTo>
                    <a:pt x="836584" y="1322018"/>
                  </a:moveTo>
                  <a:lnTo>
                    <a:pt x="853460" y="1248707"/>
                  </a:lnTo>
                  <a:lnTo>
                    <a:pt x="771843" y="1273070"/>
                  </a:lnTo>
                  <a:close/>
                  <a:moveTo>
                    <a:pt x="763068" y="1190855"/>
                  </a:moveTo>
                  <a:lnTo>
                    <a:pt x="771843" y="1273070"/>
                  </a:lnTo>
                  <a:lnTo>
                    <a:pt x="805344" y="1152418"/>
                  </a:lnTo>
                  <a:close/>
                  <a:moveTo>
                    <a:pt x="320701" y="697564"/>
                  </a:moveTo>
                  <a:lnTo>
                    <a:pt x="361924" y="576912"/>
                  </a:lnTo>
                  <a:lnTo>
                    <a:pt x="286537" y="615349"/>
                  </a:lnTo>
                  <a:close/>
                  <a:moveTo>
                    <a:pt x="350679" y="494697"/>
                  </a:moveTo>
                  <a:lnTo>
                    <a:pt x="356484" y="509541"/>
                  </a:lnTo>
                  <a:lnTo>
                    <a:pt x="286537" y="615349"/>
                  </a:lnTo>
                  <a:close/>
                  <a:moveTo>
                    <a:pt x="1160872" y="1052898"/>
                  </a:moveTo>
                  <a:lnTo>
                    <a:pt x="1190945" y="1056021"/>
                  </a:lnTo>
                  <a:lnTo>
                    <a:pt x="1284976" y="1023042"/>
                  </a:lnTo>
                  <a:close/>
                  <a:moveTo>
                    <a:pt x="1689875" y="839585"/>
                  </a:moveTo>
                  <a:lnTo>
                    <a:pt x="1672406" y="926540"/>
                  </a:lnTo>
                  <a:lnTo>
                    <a:pt x="1715056" y="870801"/>
                  </a:lnTo>
                  <a:close/>
                  <a:moveTo>
                    <a:pt x="1689875" y="839585"/>
                  </a:moveTo>
                  <a:lnTo>
                    <a:pt x="1607856" y="878021"/>
                  </a:lnTo>
                  <a:lnTo>
                    <a:pt x="1672406" y="926540"/>
                  </a:lnTo>
                  <a:close/>
                  <a:moveTo>
                    <a:pt x="1762843" y="921800"/>
                  </a:moveTo>
                  <a:lnTo>
                    <a:pt x="1802002" y="883363"/>
                  </a:lnTo>
                  <a:lnTo>
                    <a:pt x="1715056" y="870801"/>
                  </a:lnTo>
                  <a:close/>
                  <a:moveTo>
                    <a:pt x="1768856" y="793291"/>
                  </a:moveTo>
                  <a:lnTo>
                    <a:pt x="1729229" y="721182"/>
                  </a:lnTo>
                  <a:lnTo>
                    <a:pt x="1736458" y="735616"/>
                  </a:lnTo>
                  <a:close/>
                  <a:moveTo>
                    <a:pt x="1596317" y="705513"/>
                  </a:moveTo>
                  <a:lnTo>
                    <a:pt x="1640267" y="757369"/>
                  </a:lnTo>
                  <a:lnTo>
                    <a:pt x="1693160" y="636718"/>
                  </a:lnTo>
                  <a:close/>
                  <a:moveTo>
                    <a:pt x="1693160" y="636718"/>
                  </a:moveTo>
                  <a:lnTo>
                    <a:pt x="1640267" y="757369"/>
                  </a:lnTo>
                  <a:lnTo>
                    <a:pt x="1727745" y="703038"/>
                  </a:lnTo>
                  <a:close/>
                  <a:moveTo>
                    <a:pt x="1740612" y="757369"/>
                  </a:moveTo>
                  <a:lnTo>
                    <a:pt x="1727745" y="703038"/>
                  </a:lnTo>
                  <a:lnTo>
                    <a:pt x="1729229" y="721182"/>
                  </a:lnTo>
                  <a:close/>
                  <a:moveTo>
                    <a:pt x="1556185" y="472288"/>
                  </a:moveTo>
                  <a:lnTo>
                    <a:pt x="1531126" y="390072"/>
                  </a:lnTo>
                  <a:lnTo>
                    <a:pt x="1519370" y="510724"/>
                  </a:lnTo>
                  <a:close/>
                  <a:moveTo>
                    <a:pt x="1693160" y="636718"/>
                  </a:moveTo>
                  <a:lnTo>
                    <a:pt x="1745022" y="552433"/>
                  </a:lnTo>
                  <a:lnTo>
                    <a:pt x="1618378" y="550526"/>
                  </a:lnTo>
                  <a:close/>
                  <a:moveTo>
                    <a:pt x="1693160" y="636718"/>
                  </a:moveTo>
                  <a:lnTo>
                    <a:pt x="1618378" y="550526"/>
                  </a:lnTo>
                  <a:lnTo>
                    <a:pt x="1614965" y="560033"/>
                  </a:lnTo>
                  <a:close/>
                  <a:moveTo>
                    <a:pt x="1734451" y="716936"/>
                  </a:moveTo>
                  <a:lnTo>
                    <a:pt x="1727745" y="703038"/>
                  </a:lnTo>
                  <a:lnTo>
                    <a:pt x="1729437" y="636718"/>
                  </a:lnTo>
                  <a:close/>
                  <a:moveTo>
                    <a:pt x="1618378" y="550526"/>
                  </a:moveTo>
                  <a:lnTo>
                    <a:pt x="1709555" y="436900"/>
                  </a:lnTo>
                  <a:lnTo>
                    <a:pt x="1628587" y="442134"/>
                  </a:lnTo>
                  <a:close/>
                  <a:moveTo>
                    <a:pt x="1628587" y="442134"/>
                  </a:moveTo>
                  <a:lnTo>
                    <a:pt x="1709555" y="436900"/>
                  </a:lnTo>
                  <a:lnTo>
                    <a:pt x="1634587" y="418193"/>
                  </a:lnTo>
                  <a:close/>
                  <a:moveTo>
                    <a:pt x="1519062" y="307857"/>
                  </a:moveTo>
                  <a:lnTo>
                    <a:pt x="1574743" y="351636"/>
                  </a:lnTo>
                  <a:lnTo>
                    <a:pt x="1551626" y="269421"/>
                  </a:lnTo>
                  <a:close/>
                  <a:moveTo>
                    <a:pt x="1495488" y="189472"/>
                  </a:moveTo>
                  <a:lnTo>
                    <a:pt x="1538681" y="274819"/>
                  </a:lnTo>
                  <a:lnTo>
                    <a:pt x="1551626" y="269421"/>
                  </a:lnTo>
                  <a:close/>
                  <a:moveTo>
                    <a:pt x="1551090" y="106012"/>
                  </a:moveTo>
                  <a:lnTo>
                    <a:pt x="1494961" y="174814"/>
                  </a:lnTo>
                  <a:lnTo>
                    <a:pt x="1564649" y="148769"/>
                  </a:lnTo>
                  <a:close/>
                  <a:moveTo>
                    <a:pt x="1509686" y="77837"/>
                  </a:moveTo>
                  <a:lnTo>
                    <a:pt x="1551341" y="104565"/>
                  </a:lnTo>
                  <a:lnTo>
                    <a:pt x="1564649" y="148769"/>
                  </a:lnTo>
                  <a:close/>
                  <a:moveTo>
                    <a:pt x="1515250" y="35469"/>
                  </a:moveTo>
                  <a:lnTo>
                    <a:pt x="1551341" y="104565"/>
                  </a:lnTo>
                  <a:lnTo>
                    <a:pt x="1509686" y="77837"/>
                  </a:lnTo>
                  <a:close/>
                  <a:moveTo>
                    <a:pt x="1515250" y="35469"/>
                  </a:moveTo>
                  <a:lnTo>
                    <a:pt x="1540317" y="52934"/>
                  </a:lnTo>
                  <a:lnTo>
                    <a:pt x="1580294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1995" name="Candidate_density__1994">
              <a:extLst>
                <a:ext uri="{FF2B5EF4-FFF2-40B4-BE49-F238E27FC236}">
                  <a16:creationId xmlns:a16="http://schemas.microsoft.com/office/drawing/2014/main" id="{AE7B9503-CD80-2DA4-E930-3295C8E4062A}"/>
                </a:ext>
              </a:extLst>
            </p:cNvPr>
            <p:cNvSpPr>
              <a:spLocks noGrp="1"/>
            </p:cNvSpPr>
            <p:nvPr/>
          </p:nvSpPr>
          <p:spPr>
            <a:xfrm>
              <a:off x="4652190" y="3752022"/>
              <a:ext cx="2003916" cy="1606359"/>
            </a:xfrm>
            <a:custGeom>
              <a:avLst/>
              <a:gdLst/>
              <a:ahLst/>
              <a:cxnLst/>
              <a:rect l="0" t="0" r="0" b="0"/>
              <a:pathLst>
                <a:path w="2003916" h="1606359">
                  <a:moveTo>
                    <a:pt x="524683" y="1606359"/>
                  </a:moveTo>
                  <a:lnTo>
                    <a:pt x="449471" y="1603812"/>
                  </a:lnTo>
                  <a:lnTo>
                    <a:pt x="404174" y="1593957"/>
                  </a:lnTo>
                  <a:close/>
                  <a:moveTo>
                    <a:pt x="105549" y="938715"/>
                  </a:moveTo>
                  <a:lnTo>
                    <a:pt x="0" y="879437"/>
                  </a:lnTo>
                  <a:lnTo>
                    <a:pt x="55005" y="895311"/>
                  </a:lnTo>
                  <a:close/>
                  <a:moveTo>
                    <a:pt x="626213" y="1492106"/>
                  </a:moveTo>
                  <a:lnTo>
                    <a:pt x="628249" y="1432880"/>
                  </a:lnTo>
                  <a:lnTo>
                    <a:pt x="609273" y="1527032"/>
                  </a:lnTo>
                  <a:close/>
                  <a:moveTo>
                    <a:pt x="646841" y="1354024"/>
                  </a:moveTo>
                  <a:lnTo>
                    <a:pt x="678767" y="1444817"/>
                  </a:lnTo>
                  <a:lnTo>
                    <a:pt x="687295" y="1441822"/>
                  </a:lnTo>
                  <a:close/>
                  <a:moveTo>
                    <a:pt x="646841" y="1354024"/>
                  </a:moveTo>
                  <a:lnTo>
                    <a:pt x="687295" y="1441822"/>
                  </a:lnTo>
                  <a:lnTo>
                    <a:pt x="730780" y="1389202"/>
                  </a:lnTo>
                  <a:close/>
                  <a:moveTo>
                    <a:pt x="780072" y="1324165"/>
                  </a:moveTo>
                  <a:lnTo>
                    <a:pt x="764512" y="1300116"/>
                  </a:lnTo>
                  <a:lnTo>
                    <a:pt x="730780" y="1389202"/>
                  </a:lnTo>
                  <a:close/>
                  <a:moveTo>
                    <a:pt x="782255" y="1285729"/>
                  </a:moveTo>
                  <a:lnTo>
                    <a:pt x="780072" y="1324165"/>
                  </a:lnTo>
                  <a:lnTo>
                    <a:pt x="822215" y="1237202"/>
                  </a:lnTo>
                  <a:close/>
                  <a:moveTo>
                    <a:pt x="973394" y="1093374"/>
                  </a:moveTo>
                  <a:lnTo>
                    <a:pt x="920407" y="1110466"/>
                  </a:lnTo>
                  <a:lnTo>
                    <a:pt x="1043591" y="1077169"/>
                  </a:lnTo>
                  <a:close/>
                  <a:moveTo>
                    <a:pt x="722613" y="715566"/>
                  </a:moveTo>
                  <a:lnTo>
                    <a:pt x="657262" y="747383"/>
                  </a:lnTo>
                  <a:lnTo>
                    <a:pt x="721934" y="716662"/>
                  </a:lnTo>
                  <a:close/>
                  <a:moveTo>
                    <a:pt x="657262" y="747383"/>
                  </a:moveTo>
                  <a:lnTo>
                    <a:pt x="722613" y="715566"/>
                  </a:lnTo>
                  <a:lnTo>
                    <a:pt x="676967" y="692627"/>
                  </a:lnTo>
                  <a:close/>
                  <a:moveTo>
                    <a:pt x="1325950" y="929942"/>
                  </a:moveTo>
                  <a:lnTo>
                    <a:pt x="1403842" y="942505"/>
                  </a:lnTo>
                  <a:lnTo>
                    <a:pt x="1453107" y="911498"/>
                  </a:lnTo>
                  <a:close/>
                  <a:moveTo>
                    <a:pt x="1453107" y="911498"/>
                  </a:moveTo>
                  <a:lnTo>
                    <a:pt x="1403842" y="942505"/>
                  </a:lnTo>
                  <a:lnTo>
                    <a:pt x="1535827" y="942120"/>
                  </a:lnTo>
                  <a:close/>
                  <a:moveTo>
                    <a:pt x="1899653" y="693156"/>
                  </a:moveTo>
                  <a:lnTo>
                    <a:pt x="1893612" y="734783"/>
                  </a:lnTo>
                  <a:lnTo>
                    <a:pt x="1951214" y="734946"/>
                  </a:lnTo>
                  <a:close/>
                  <a:moveTo>
                    <a:pt x="1938812" y="654719"/>
                  </a:moveTo>
                  <a:lnTo>
                    <a:pt x="1951214" y="734946"/>
                  </a:lnTo>
                  <a:lnTo>
                    <a:pt x="2003916" y="716787"/>
                  </a:lnTo>
                  <a:close/>
                  <a:moveTo>
                    <a:pt x="1847419" y="243644"/>
                  </a:moveTo>
                  <a:lnTo>
                    <a:pt x="1846917" y="193245"/>
                  </a:lnTo>
                  <a:lnTo>
                    <a:pt x="1846365" y="208257"/>
                  </a:lnTo>
                  <a:close/>
                  <a:moveTo>
                    <a:pt x="1857604" y="99027"/>
                  </a:moveTo>
                  <a:lnTo>
                    <a:pt x="1846917" y="193245"/>
                  </a:lnTo>
                  <a:lnTo>
                    <a:pt x="1854321" y="122992"/>
                  </a:lnTo>
                  <a:close/>
                  <a:moveTo>
                    <a:pt x="1854321" y="122992"/>
                  </a:moveTo>
                  <a:lnTo>
                    <a:pt x="1855745" y="11051"/>
                  </a:lnTo>
                  <a:lnTo>
                    <a:pt x="1857604" y="99027"/>
                  </a:lnTo>
                  <a:close/>
                  <a:moveTo>
                    <a:pt x="1856133" y="2341"/>
                  </a:moveTo>
                  <a:lnTo>
                    <a:pt x="1855745" y="11051"/>
                  </a:lnTo>
                  <a:lnTo>
                    <a:pt x="1854321" y="122992"/>
                  </a:lnTo>
                  <a:close/>
                  <a:moveTo>
                    <a:pt x="1856294" y="0"/>
                  </a:moveTo>
                  <a:lnTo>
                    <a:pt x="1855745" y="11051"/>
                  </a:lnTo>
                  <a:lnTo>
                    <a:pt x="1856133" y="2341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1996" name="Candidate_density__1995">
              <a:extLst>
                <a:ext uri="{FF2B5EF4-FFF2-40B4-BE49-F238E27FC236}">
                  <a16:creationId xmlns:a16="http://schemas.microsoft.com/office/drawing/2014/main" id="{CA5293E7-4627-DAEF-9628-7A3A346D9AA2}"/>
                </a:ext>
              </a:extLst>
            </p:cNvPr>
            <p:cNvSpPr>
              <a:spLocks noGrp="1"/>
            </p:cNvSpPr>
            <p:nvPr/>
          </p:nvSpPr>
          <p:spPr>
            <a:xfrm>
              <a:off x="5176872" y="4061854"/>
              <a:ext cx="676245" cy="1296527"/>
            </a:xfrm>
            <a:custGeom>
              <a:avLst/>
              <a:gdLst/>
              <a:ahLst/>
              <a:cxnLst/>
              <a:rect l="0" t="0" r="0" b="0"/>
              <a:pathLst>
                <a:path w="676245" h="1296527">
                  <a:moveTo>
                    <a:pt x="43945" y="1245627"/>
                  </a:moveTo>
                  <a:lnTo>
                    <a:pt x="81846" y="1240798"/>
                  </a:lnTo>
                  <a:lnTo>
                    <a:pt x="84590" y="1217200"/>
                  </a:lnTo>
                  <a:close/>
                  <a:moveTo>
                    <a:pt x="0" y="1296527"/>
                  </a:moveTo>
                  <a:lnTo>
                    <a:pt x="65552" y="1262955"/>
                  </a:lnTo>
                  <a:lnTo>
                    <a:pt x="43945" y="1245627"/>
                  </a:lnTo>
                  <a:close/>
                  <a:moveTo>
                    <a:pt x="84590" y="1217200"/>
                  </a:moveTo>
                  <a:lnTo>
                    <a:pt x="81846" y="1240798"/>
                  </a:lnTo>
                  <a:lnTo>
                    <a:pt x="101531" y="1182273"/>
                  </a:lnTo>
                  <a:close/>
                  <a:moveTo>
                    <a:pt x="103567" y="1123048"/>
                  </a:moveTo>
                  <a:lnTo>
                    <a:pt x="101531" y="1182273"/>
                  </a:lnTo>
                  <a:lnTo>
                    <a:pt x="154085" y="1134985"/>
                  </a:lnTo>
                  <a:close/>
                  <a:moveTo>
                    <a:pt x="536695" y="713014"/>
                  </a:moveTo>
                  <a:lnTo>
                    <a:pt x="448712" y="783542"/>
                  </a:lnTo>
                  <a:lnTo>
                    <a:pt x="518908" y="767337"/>
                  </a:lnTo>
                  <a:close/>
                  <a:moveTo>
                    <a:pt x="536695" y="713014"/>
                  </a:moveTo>
                  <a:lnTo>
                    <a:pt x="518908" y="767337"/>
                  </a:lnTo>
                  <a:lnTo>
                    <a:pt x="539179" y="734594"/>
                  </a:lnTo>
                  <a:close/>
                  <a:moveTo>
                    <a:pt x="536695" y="713014"/>
                  </a:moveTo>
                  <a:lnTo>
                    <a:pt x="539179" y="734594"/>
                  </a:lnTo>
                  <a:lnTo>
                    <a:pt x="550302" y="669511"/>
                  </a:lnTo>
                  <a:close/>
                  <a:moveTo>
                    <a:pt x="550302" y="669511"/>
                  </a:moveTo>
                  <a:lnTo>
                    <a:pt x="617848" y="643398"/>
                  </a:lnTo>
                  <a:lnTo>
                    <a:pt x="676245" y="646533"/>
                  </a:lnTo>
                  <a:close/>
                  <a:moveTo>
                    <a:pt x="602058" y="647814"/>
                  </a:moveTo>
                  <a:lnTo>
                    <a:pt x="550302" y="669511"/>
                  </a:lnTo>
                  <a:lnTo>
                    <a:pt x="676245" y="646533"/>
                  </a:lnTo>
                  <a:close/>
                  <a:moveTo>
                    <a:pt x="156368" y="0"/>
                  </a:moveTo>
                  <a:lnTo>
                    <a:pt x="137676" y="26200"/>
                  </a:lnTo>
                  <a:lnTo>
                    <a:pt x="128430" y="12065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1997" name="Candidate_density__1996">
              <a:extLst>
                <a:ext uri="{FF2B5EF4-FFF2-40B4-BE49-F238E27FC236}">
                  <a16:creationId xmlns:a16="http://schemas.microsoft.com/office/drawing/2014/main" id="{6FEDBFA6-A205-6BCD-7541-94BF35E39147}"/>
                </a:ext>
              </a:extLst>
            </p:cNvPr>
            <p:cNvSpPr>
              <a:spLocks noGrp="1"/>
            </p:cNvSpPr>
            <p:nvPr/>
          </p:nvSpPr>
          <p:spPr>
            <a:xfrm>
              <a:off x="4761475" y="3558847"/>
              <a:ext cx="1772549" cy="1332938"/>
            </a:xfrm>
            <a:custGeom>
              <a:avLst/>
              <a:gdLst/>
              <a:ahLst/>
              <a:cxnLst/>
              <a:rect l="0" t="0" r="0" b="0"/>
              <a:pathLst>
                <a:path w="1772549" h="1332938">
                  <a:moveTo>
                    <a:pt x="11488" y="758406"/>
                  </a:moveTo>
                  <a:lnTo>
                    <a:pt x="27525" y="738968"/>
                  </a:lnTo>
                  <a:lnTo>
                    <a:pt x="0" y="777404"/>
                  </a:lnTo>
                  <a:close/>
                  <a:moveTo>
                    <a:pt x="616260" y="1314474"/>
                  </a:moveTo>
                  <a:lnTo>
                    <a:pt x="687506" y="1276037"/>
                  </a:lnTo>
                  <a:lnTo>
                    <a:pt x="652838" y="1232258"/>
                  </a:lnTo>
                  <a:close/>
                  <a:moveTo>
                    <a:pt x="687506" y="1276037"/>
                  </a:moveTo>
                  <a:lnTo>
                    <a:pt x="744427" y="1332938"/>
                  </a:lnTo>
                  <a:lnTo>
                    <a:pt x="768520" y="1244077"/>
                  </a:lnTo>
                  <a:close/>
                  <a:moveTo>
                    <a:pt x="744427" y="1332938"/>
                  </a:moveTo>
                  <a:lnTo>
                    <a:pt x="799368" y="1237600"/>
                  </a:lnTo>
                  <a:lnTo>
                    <a:pt x="768520" y="1244077"/>
                  </a:lnTo>
                  <a:close/>
                  <a:moveTo>
                    <a:pt x="783515" y="1200422"/>
                  </a:moveTo>
                  <a:lnTo>
                    <a:pt x="768520" y="1244077"/>
                  </a:lnTo>
                  <a:lnTo>
                    <a:pt x="790593" y="1155385"/>
                  </a:lnTo>
                  <a:close/>
                  <a:moveTo>
                    <a:pt x="790593" y="1155385"/>
                  </a:moveTo>
                  <a:lnTo>
                    <a:pt x="768520" y="1244077"/>
                  </a:lnTo>
                  <a:lnTo>
                    <a:pt x="799368" y="1237600"/>
                  </a:lnTo>
                  <a:close/>
                  <a:moveTo>
                    <a:pt x="784688" y="1191433"/>
                  </a:moveTo>
                  <a:lnTo>
                    <a:pt x="790593" y="1155385"/>
                  </a:lnTo>
                  <a:lnTo>
                    <a:pt x="719670" y="1083606"/>
                  </a:lnTo>
                  <a:close/>
                  <a:moveTo>
                    <a:pt x="389449" y="541443"/>
                  </a:moveTo>
                  <a:lnTo>
                    <a:pt x="378204" y="459227"/>
                  </a:lnTo>
                  <a:lnTo>
                    <a:pt x="314061" y="579880"/>
                  </a:lnTo>
                  <a:close/>
                  <a:moveTo>
                    <a:pt x="1188397" y="1017428"/>
                  </a:moveTo>
                  <a:lnTo>
                    <a:pt x="1253894" y="983652"/>
                  </a:lnTo>
                  <a:lnTo>
                    <a:pt x="1128437" y="1008450"/>
                  </a:lnTo>
                  <a:close/>
                  <a:moveTo>
                    <a:pt x="1312501" y="987572"/>
                  </a:moveTo>
                  <a:lnTo>
                    <a:pt x="1218469" y="1020552"/>
                  </a:lnTo>
                  <a:lnTo>
                    <a:pt x="1290723" y="1001639"/>
                  </a:lnTo>
                  <a:close/>
                  <a:moveTo>
                    <a:pt x="1253894" y="983652"/>
                  </a:moveTo>
                  <a:lnTo>
                    <a:pt x="1188397" y="1017428"/>
                  </a:lnTo>
                  <a:lnTo>
                    <a:pt x="1312501" y="987572"/>
                  </a:lnTo>
                  <a:close/>
                  <a:moveTo>
                    <a:pt x="1373616" y="937416"/>
                  </a:moveTo>
                  <a:lnTo>
                    <a:pt x="1253894" y="983652"/>
                  </a:lnTo>
                  <a:lnTo>
                    <a:pt x="1312501" y="987572"/>
                  </a:lnTo>
                  <a:close/>
                  <a:moveTo>
                    <a:pt x="1351539" y="918325"/>
                  </a:moveTo>
                  <a:lnTo>
                    <a:pt x="1373616" y="937416"/>
                  </a:lnTo>
                  <a:lnTo>
                    <a:pt x="1312501" y="987572"/>
                  </a:lnTo>
                  <a:close/>
                  <a:moveTo>
                    <a:pt x="1600582" y="760336"/>
                  </a:moveTo>
                  <a:lnTo>
                    <a:pt x="1635381" y="842551"/>
                  </a:lnTo>
                  <a:lnTo>
                    <a:pt x="1717400" y="804115"/>
                  </a:lnTo>
                  <a:close/>
                  <a:moveTo>
                    <a:pt x="1600582" y="760336"/>
                  </a:moveTo>
                  <a:lnTo>
                    <a:pt x="1717400" y="804115"/>
                  </a:lnTo>
                  <a:lnTo>
                    <a:pt x="1667791" y="721900"/>
                  </a:lnTo>
                  <a:close/>
                  <a:moveTo>
                    <a:pt x="1600582" y="760336"/>
                  </a:moveTo>
                  <a:lnTo>
                    <a:pt x="1667791" y="721900"/>
                  </a:lnTo>
                  <a:lnTo>
                    <a:pt x="1578800" y="716843"/>
                  </a:lnTo>
                  <a:close/>
                  <a:moveTo>
                    <a:pt x="1667791" y="721900"/>
                  </a:moveTo>
                  <a:lnTo>
                    <a:pt x="1623841" y="670043"/>
                  </a:lnTo>
                  <a:lnTo>
                    <a:pt x="1578800" y="716843"/>
                  </a:lnTo>
                  <a:close/>
                  <a:moveTo>
                    <a:pt x="1600251" y="639685"/>
                  </a:moveTo>
                  <a:lnTo>
                    <a:pt x="1578800" y="716843"/>
                  </a:lnTo>
                  <a:lnTo>
                    <a:pt x="1623841" y="670043"/>
                  </a:lnTo>
                  <a:close/>
                  <a:moveTo>
                    <a:pt x="1600251" y="639685"/>
                  </a:moveTo>
                  <a:lnTo>
                    <a:pt x="1565533" y="557470"/>
                  </a:lnTo>
                  <a:lnTo>
                    <a:pt x="1554481" y="678122"/>
                  </a:lnTo>
                  <a:close/>
                  <a:moveTo>
                    <a:pt x="1772549" y="765679"/>
                  </a:moveTo>
                  <a:lnTo>
                    <a:pt x="1717400" y="804115"/>
                  </a:lnTo>
                  <a:lnTo>
                    <a:pt x="1742581" y="835331"/>
                  </a:lnTo>
                  <a:close/>
                  <a:moveTo>
                    <a:pt x="1667791" y="721900"/>
                  </a:moveTo>
                  <a:lnTo>
                    <a:pt x="1763983" y="700147"/>
                  </a:lnTo>
                  <a:lnTo>
                    <a:pt x="1756754" y="685712"/>
                  </a:lnTo>
                  <a:close/>
                  <a:moveTo>
                    <a:pt x="1772549" y="765679"/>
                  </a:moveTo>
                  <a:lnTo>
                    <a:pt x="1763983" y="700147"/>
                  </a:lnTo>
                  <a:lnTo>
                    <a:pt x="1667791" y="721900"/>
                  </a:lnTo>
                  <a:close/>
                  <a:moveTo>
                    <a:pt x="1717400" y="804115"/>
                  </a:moveTo>
                  <a:lnTo>
                    <a:pt x="1772549" y="765679"/>
                  </a:lnTo>
                  <a:lnTo>
                    <a:pt x="1667791" y="721900"/>
                  </a:lnTo>
                  <a:close/>
                  <a:moveTo>
                    <a:pt x="1630307" y="627827"/>
                  </a:moveTo>
                  <a:lnTo>
                    <a:pt x="1623841" y="670043"/>
                  </a:lnTo>
                  <a:lnTo>
                    <a:pt x="1720684" y="601248"/>
                  </a:lnTo>
                  <a:close/>
                  <a:moveTo>
                    <a:pt x="1755269" y="667569"/>
                  </a:moveTo>
                  <a:lnTo>
                    <a:pt x="1667791" y="721900"/>
                  </a:lnTo>
                  <a:lnTo>
                    <a:pt x="1756754" y="685712"/>
                  </a:lnTo>
                  <a:close/>
                  <a:moveTo>
                    <a:pt x="1600251" y="639685"/>
                  </a:moveTo>
                  <a:lnTo>
                    <a:pt x="1623841" y="670043"/>
                  </a:lnTo>
                  <a:lnTo>
                    <a:pt x="1630307" y="627827"/>
                  </a:lnTo>
                  <a:close/>
                  <a:moveTo>
                    <a:pt x="1638207" y="519033"/>
                  </a:moveTo>
                  <a:lnTo>
                    <a:pt x="1630307" y="627827"/>
                  </a:lnTo>
                  <a:lnTo>
                    <a:pt x="1642490" y="524564"/>
                  </a:lnTo>
                  <a:close/>
                  <a:moveTo>
                    <a:pt x="1600251" y="639685"/>
                  </a:moveTo>
                  <a:lnTo>
                    <a:pt x="1630307" y="627827"/>
                  </a:lnTo>
                  <a:lnTo>
                    <a:pt x="1638207" y="519033"/>
                  </a:lnTo>
                  <a:close/>
                  <a:moveTo>
                    <a:pt x="1565533" y="557470"/>
                  </a:moveTo>
                  <a:lnTo>
                    <a:pt x="1600251" y="639685"/>
                  </a:lnTo>
                  <a:lnTo>
                    <a:pt x="1638207" y="519033"/>
                  </a:lnTo>
                  <a:close/>
                  <a:moveTo>
                    <a:pt x="1630307" y="627827"/>
                  </a:moveTo>
                  <a:lnTo>
                    <a:pt x="1720684" y="601248"/>
                  </a:lnTo>
                  <a:lnTo>
                    <a:pt x="1642490" y="524564"/>
                  </a:lnTo>
                  <a:close/>
                  <a:moveTo>
                    <a:pt x="1546895" y="475255"/>
                  </a:moveTo>
                  <a:lnTo>
                    <a:pt x="1565533" y="557470"/>
                  </a:lnTo>
                  <a:lnTo>
                    <a:pt x="1638207" y="519033"/>
                  </a:lnTo>
                  <a:close/>
                  <a:moveTo>
                    <a:pt x="1546895" y="475255"/>
                  </a:moveTo>
                  <a:lnTo>
                    <a:pt x="1638207" y="519033"/>
                  </a:lnTo>
                  <a:lnTo>
                    <a:pt x="1583709" y="436818"/>
                  </a:lnTo>
                  <a:close/>
                  <a:moveTo>
                    <a:pt x="1638207" y="519033"/>
                  </a:moveTo>
                  <a:lnTo>
                    <a:pt x="1642490" y="524564"/>
                  </a:lnTo>
                  <a:lnTo>
                    <a:pt x="1645903" y="515056"/>
                  </a:lnTo>
                  <a:close/>
                  <a:moveTo>
                    <a:pt x="1583709" y="436818"/>
                  </a:moveTo>
                  <a:lnTo>
                    <a:pt x="1645903" y="515056"/>
                  </a:lnTo>
                  <a:lnTo>
                    <a:pt x="1656111" y="406664"/>
                  </a:lnTo>
                  <a:close/>
                  <a:moveTo>
                    <a:pt x="1583709" y="436818"/>
                  </a:moveTo>
                  <a:lnTo>
                    <a:pt x="1638207" y="519033"/>
                  </a:lnTo>
                  <a:lnTo>
                    <a:pt x="1645903" y="515056"/>
                  </a:lnTo>
                  <a:close/>
                  <a:moveTo>
                    <a:pt x="1583709" y="436818"/>
                  </a:moveTo>
                  <a:lnTo>
                    <a:pt x="1656111" y="406664"/>
                  </a:lnTo>
                  <a:lnTo>
                    <a:pt x="1602267" y="316166"/>
                  </a:lnTo>
                  <a:close/>
                  <a:moveTo>
                    <a:pt x="1558650" y="354603"/>
                  </a:moveTo>
                  <a:lnTo>
                    <a:pt x="1583709" y="436818"/>
                  </a:lnTo>
                  <a:lnTo>
                    <a:pt x="1602267" y="316166"/>
                  </a:lnTo>
                  <a:close/>
                  <a:moveTo>
                    <a:pt x="1579150" y="233951"/>
                  </a:moveTo>
                  <a:lnTo>
                    <a:pt x="1526724" y="155188"/>
                  </a:lnTo>
                  <a:lnTo>
                    <a:pt x="1523012" y="154002"/>
                  </a:lnTo>
                  <a:close/>
                  <a:moveTo>
                    <a:pt x="1523611" y="151736"/>
                  </a:moveTo>
                  <a:lnTo>
                    <a:pt x="1523012" y="154002"/>
                  </a:lnTo>
                  <a:lnTo>
                    <a:pt x="1526724" y="155188"/>
                  </a:lnTo>
                  <a:close/>
                  <a:moveTo>
                    <a:pt x="1522486" y="139344"/>
                  </a:moveTo>
                  <a:lnTo>
                    <a:pt x="1523012" y="154002"/>
                  </a:lnTo>
                  <a:lnTo>
                    <a:pt x="1523611" y="151736"/>
                  </a:lnTo>
                  <a:close/>
                  <a:moveTo>
                    <a:pt x="1529433" y="148782"/>
                  </a:moveTo>
                  <a:lnTo>
                    <a:pt x="1526724" y="155188"/>
                  </a:lnTo>
                  <a:lnTo>
                    <a:pt x="1592174" y="113300"/>
                  </a:lnTo>
                  <a:close/>
                  <a:moveTo>
                    <a:pt x="1592174" y="113300"/>
                  </a:moveTo>
                  <a:lnTo>
                    <a:pt x="1526724" y="155188"/>
                  </a:lnTo>
                  <a:lnTo>
                    <a:pt x="1579150" y="233951"/>
                  </a:lnTo>
                  <a:close/>
                  <a:moveTo>
                    <a:pt x="1523611" y="151736"/>
                  </a:moveTo>
                  <a:lnTo>
                    <a:pt x="1526724" y="155188"/>
                  </a:lnTo>
                  <a:lnTo>
                    <a:pt x="1529433" y="148782"/>
                  </a:lnTo>
                  <a:close/>
                  <a:moveTo>
                    <a:pt x="1523611" y="151736"/>
                  </a:moveTo>
                  <a:lnTo>
                    <a:pt x="1529433" y="148782"/>
                  </a:lnTo>
                  <a:lnTo>
                    <a:pt x="1522486" y="139344"/>
                  </a:lnTo>
                  <a:close/>
                  <a:moveTo>
                    <a:pt x="1592174" y="113300"/>
                  </a:moveTo>
                  <a:lnTo>
                    <a:pt x="1522486" y="139344"/>
                  </a:lnTo>
                  <a:lnTo>
                    <a:pt x="1529433" y="148782"/>
                  </a:lnTo>
                  <a:close/>
                  <a:moveTo>
                    <a:pt x="1542775" y="0"/>
                  </a:moveTo>
                  <a:lnTo>
                    <a:pt x="1537210" y="42368"/>
                  </a:lnTo>
                  <a:lnTo>
                    <a:pt x="1547049" y="3108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1998" name="Candidate_density__1997">
              <a:extLst>
                <a:ext uri="{FF2B5EF4-FFF2-40B4-BE49-F238E27FC236}">
                  <a16:creationId xmlns:a16="http://schemas.microsoft.com/office/drawing/2014/main" id="{C95CE7A5-5DA4-9717-1629-92B01FD4156D}"/>
                </a:ext>
              </a:extLst>
            </p:cNvPr>
            <p:cNvSpPr>
              <a:spLocks noGrp="1"/>
            </p:cNvSpPr>
            <p:nvPr/>
          </p:nvSpPr>
          <p:spPr>
            <a:xfrm>
              <a:off x="5414313" y="4759270"/>
              <a:ext cx="130677" cy="75615"/>
            </a:xfrm>
            <a:custGeom>
              <a:avLst/>
              <a:gdLst/>
              <a:ahLst/>
              <a:cxnLst/>
              <a:rect l="0" t="0" r="0" b="0"/>
              <a:pathLst>
                <a:path w="130677" h="75615">
                  <a:moveTo>
                    <a:pt x="34668" y="75615"/>
                  </a:moveTo>
                  <a:lnTo>
                    <a:pt x="63970" y="29254"/>
                  </a:lnTo>
                  <a:lnTo>
                    <a:pt x="0" y="31836"/>
                  </a:lnTo>
                  <a:close/>
                  <a:moveTo>
                    <a:pt x="63970" y="29254"/>
                  </a:moveTo>
                  <a:lnTo>
                    <a:pt x="34668" y="75615"/>
                  </a:lnTo>
                  <a:lnTo>
                    <a:pt x="115682" y="43655"/>
                  </a:lnTo>
                  <a:close/>
                  <a:moveTo>
                    <a:pt x="63970" y="29254"/>
                  </a:moveTo>
                  <a:lnTo>
                    <a:pt x="115682" y="43655"/>
                  </a:lnTo>
                  <a:lnTo>
                    <a:pt x="130677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1999" name="Candidate_density__1998">
              <a:extLst>
                <a:ext uri="{FF2B5EF4-FFF2-40B4-BE49-F238E27FC236}">
                  <a16:creationId xmlns:a16="http://schemas.microsoft.com/office/drawing/2014/main" id="{DD41BA8E-F657-66C7-B6BE-1D8AEF044DD8}"/>
                </a:ext>
              </a:extLst>
            </p:cNvPr>
            <p:cNvSpPr>
              <a:spLocks noGrp="1"/>
            </p:cNvSpPr>
            <p:nvPr/>
          </p:nvSpPr>
          <p:spPr>
            <a:xfrm>
              <a:off x="4789000" y="3444436"/>
              <a:ext cx="1842739" cy="1873055"/>
            </a:xfrm>
            <a:custGeom>
              <a:avLst/>
              <a:gdLst/>
              <a:ahLst/>
              <a:cxnLst/>
              <a:rect l="0" t="0" r="0" b="0"/>
              <a:pathLst>
                <a:path w="1842739" h="1873055">
                  <a:moveTo>
                    <a:pt x="210513" y="1790840"/>
                  </a:moveTo>
                  <a:lnTo>
                    <a:pt x="201755" y="1775395"/>
                  </a:lnTo>
                  <a:lnTo>
                    <a:pt x="163917" y="1724867"/>
                  </a:lnTo>
                  <a:close/>
                  <a:moveTo>
                    <a:pt x="255890" y="1752403"/>
                  </a:moveTo>
                  <a:lnTo>
                    <a:pt x="339531" y="1842872"/>
                  </a:lnTo>
                  <a:lnTo>
                    <a:pt x="346187" y="1821543"/>
                  </a:lnTo>
                  <a:close/>
                  <a:moveTo>
                    <a:pt x="246913" y="1873055"/>
                  </a:moveTo>
                  <a:lnTo>
                    <a:pt x="339531" y="1842872"/>
                  </a:lnTo>
                  <a:lnTo>
                    <a:pt x="255890" y="1752403"/>
                  </a:lnTo>
                  <a:close/>
                  <a:moveTo>
                    <a:pt x="210513" y="1790840"/>
                  </a:moveTo>
                  <a:lnTo>
                    <a:pt x="246913" y="1873055"/>
                  </a:lnTo>
                  <a:lnTo>
                    <a:pt x="255890" y="1752403"/>
                  </a:lnTo>
                  <a:close/>
                  <a:moveTo>
                    <a:pt x="339531" y="1842872"/>
                  </a:moveTo>
                  <a:lnTo>
                    <a:pt x="369047" y="1834618"/>
                  </a:lnTo>
                  <a:lnTo>
                    <a:pt x="346187" y="1821543"/>
                  </a:lnTo>
                  <a:close/>
                  <a:moveTo>
                    <a:pt x="210513" y="1790840"/>
                  </a:moveTo>
                  <a:lnTo>
                    <a:pt x="255890" y="1752403"/>
                  </a:lnTo>
                  <a:lnTo>
                    <a:pt x="201755" y="1775395"/>
                  </a:lnTo>
                  <a:close/>
                  <a:moveTo>
                    <a:pt x="255890" y="1752403"/>
                  </a:moveTo>
                  <a:lnTo>
                    <a:pt x="252388" y="1749503"/>
                  </a:lnTo>
                  <a:lnTo>
                    <a:pt x="201755" y="1775395"/>
                  </a:lnTo>
                  <a:close/>
                  <a:moveTo>
                    <a:pt x="150565" y="1626409"/>
                  </a:moveTo>
                  <a:lnTo>
                    <a:pt x="160980" y="1708625"/>
                  </a:lnTo>
                  <a:lnTo>
                    <a:pt x="198528" y="1670188"/>
                  </a:lnTo>
                  <a:close/>
                  <a:moveTo>
                    <a:pt x="150565" y="1626409"/>
                  </a:moveTo>
                  <a:lnTo>
                    <a:pt x="198528" y="1670188"/>
                  </a:lnTo>
                  <a:lnTo>
                    <a:pt x="154688" y="1587973"/>
                  </a:lnTo>
                  <a:close/>
                  <a:moveTo>
                    <a:pt x="114862" y="1544194"/>
                  </a:moveTo>
                  <a:lnTo>
                    <a:pt x="154688" y="1587973"/>
                  </a:lnTo>
                  <a:lnTo>
                    <a:pt x="146824" y="1505758"/>
                  </a:lnTo>
                  <a:close/>
                  <a:moveTo>
                    <a:pt x="423077" y="1713967"/>
                  </a:moveTo>
                  <a:lnTo>
                    <a:pt x="369047" y="1834618"/>
                  </a:lnTo>
                  <a:lnTo>
                    <a:pt x="465415" y="1796182"/>
                  </a:lnTo>
                  <a:close/>
                  <a:moveTo>
                    <a:pt x="255890" y="1752403"/>
                  </a:moveTo>
                  <a:lnTo>
                    <a:pt x="346187" y="1821543"/>
                  </a:lnTo>
                  <a:lnTo>
                    <a:pt x="367169" y="1720311"/>
                  </a:lnTo>
                  <a:close/>
                  <a:moveTo>
                    <a:pt x="367169" y="1720311"/>
                  </a:moveTo>
                  <a:lnTo>
                    <a:pt x="423077" y="1713967"/>
                  </a:lnTo>
                  <a:lnTo>
                    <a:pt x="447198" y="1705349"/>
                  </a:lnTo>
                  <a:close/>
                  <a:moveTo>
                    <a:pt x="306065" y="1569803"/>
                  </a:moveTo>
                  <a:lnTo>
                    <a:pt x="268422" y="1594249"/>
                  </a:lnTo>
                  <a:lnTo>
                    <a:pt x="267467" y="1640683"/>
                  </a:lnTo>
                  <a:close/>
                  <a:moveTo>
                    <a:pt x="237789" y="1549537"/>
                  </a:moveTo>
                  <a:lnTo>
                    <a:pt x="154076" y="1472092"/>
                  </a:lnTo>
                  <a:lnTo>
                    <a:pt x="146824" y="1505758"/>
                  </a:lnTo>
                  <a:close/>
                  <a:moveTo>
                    <a:pt x="237789" y="1549537"/>
                  </a:moveTo>
                  <a:lnTo>
                    <a:pt x="146824" y="1505758"/>
                  </a:lnTo>
                  <a:lnTo>
                    <a:pt x="154688" y="1587973"/>
                  </a:lnTo>
                  <a:close/>
                  <a:moveTo>
                    <a:pt x="155096" y="1467322"/>
                  </a:moveTo>
                  <a:lnTo>
                    <a:pt x="114907" y="1385106"/>
                  </a:lnTo>
                  <a:lnTo>
                    <a:pt x="106821" y="1410416"/>
                  </a:lnTo>
                  <a:close/>
                  <a:moveTo>
                    <a:pt x="447198" y="1705349"/>
                  </a:moveTo>
                  <a:lnTo>
                    <a:pt x="423077" y="1713967"/>
                  </a:lnTo>
                  <a:lnTo>
                    <a:pt x="491249" y="1654845"/>
                  </a:lnTo>
                  <a:close/>
                  <a:moveTo>
                    <a:pt x="440047" y="1521470"/>
                  </a:moveTo>
                  <a:lnTo>
                    <a:pt x="405997" y="1551302"/>
                  </a:lnTo>
                  <a:lnTo>
                    <a:pt x="453013" y="1511100"/>
                  </a:lnTo>
                  <a:close/>
                  <a:moveTo>
                    <a:pt x="405997" y="1551302"/>
                  </a:moveTo>
                  <a:lnTo>
                    <a:pt x="475835" y="1631751"/>
                  </a:lnTo>
                  <a:lnTo>
                    <a:pt x="453013" y="1511100"/>
                  </a:lnTo>
                  <a:close/>
                  <a:moveTo>
                    <a:pt x="453013" y="1511100"/>
                  </a:moveTo>
                  <a:lnTo>
                    <a:pt x="475835" y="1631751"/>
                  </a:lnTo>
                  <a:lnTo>
                    <a:pt x="546497" y="1582750"/>
                  </a:lnTo>
                  <a:close/>
                  <a:moveTo>
                    <a:pt x="546497" y="1582750"/>
                  </a:moveTo>
                  <a:lnTo>
                    <a:pt x="475835" y="1631751"/>
                  </a:lnTo>
                  <a:lnTo>
                    <a:pt x="528633" y="1610136"/>
                  </a:lnTo>
                  <a:close/>
                  <a:moveTo>
                    <a:pt x="528633" y="1610136"/>
                  </a:moveTo>
                  <a:lnTo>
                    <a:pt x="596331" y="1593315"/>
                  </a:lnTo>
                  <a:lnTo>
                    <a:pt x="546497" y="1582750"/>
                  </a:lnTo>
                  <a:close/>
                  <a:moveTo>
                    <a:pt x="403101" y="1549537"/>
                  </a:moveTo>
                  <a:lnTo>
                    <a:pt x="405997" y="1551302"/>
                  </a:lnTo>
                  <a:lnTo>
                    <a:pt x="440047" y="1521470"/>
                  </a:lnTo>
                  <a:close/>
                  <a:moveTo>
                    <a:pt x="403101" y="1549537"/>
                  </a:moveTo>
                  <a:lnTo>
                    <a:pt x="440047" y="1521470"/>
                  </a:lnTo>
                  <a:lnTo>
                    <a:pt x="403017" y="1540163"/>
                  </a:lnTo>
                  <a:close/>
                  <a:moveTo>
                    <a:pt x="385992" y="1465324"/>
                  </a:moveTo>
                  <a:lnTo>
                    <a:pt x="452745" y="1510887"/>
                  </a:lnTo>
                  <a:lnTo>
                    <a:pt x="363172" y="1428885"/>
                  </a:lnTo>
                  <a:close/>
                  <a:moveTo>
                    <a:pt x="452745" y="1510887"/>
                  </a:moveTo>
                  <a:lnTo>
                    <a:pt x="385992" y="1465324"/>
                  </a:lnTo>
                  <a:lnTo>
                    <a:pt x="453013" y="1511100"/>
                  </a:lnTo>
                  <a:close/>
                  <a:moveTo>
                    <a:pt x="403017" y="1540163"/>
                  </a:moveTo>
                  <a:lnTo>
                    <a:pt x="440047" y="1521470"/>
                  </a:lnTo>
                  <a:lnTo>
                    <a:pt x="453013" y="1511100"/>
                  </a:lnTo>
                  <a:close/>
                  <a:moveTo>
                    <a:pt x="390026" y="1467322"/>
                  </a:moveTo>
                  <a:lnTo>
                    <a:pt x="403017" y="1540163"/>
                  </a:lnTo>
                  <a:lnTo>
                    <a:pt x="453013" y="1511100"/>
                  </a:lnTo>
                  <a:close/>
                  <a:moveTo>
                    <a:pt x="630205" y="1588152"/>
                  </a:moveTo>
                  <a:lnTo>
                    <a:pt x="546497" y="1582750"/>
                  </a:lnTo>
                  <a:lnTo>
                    <a:pt x="596331" y="1593315"/>
                  </a:lnTo>
                  <a:close/>
                  <a:moveTo>
                    <a:pt x="560715" y="1483961"/>
                  </a:moveTo>
                  <a:lnTo>
                    <a:pt x="546497" y="1582750"/>
                  </a:lnTo>
                  <a:lnTo>
                    <a:pt x="630205" y="1588152"/>
                  </a:lnTo>
                  <a:close/>
                  <a:moveTo>
                    <a:pt x="628195" y="1489693"/>
                  </a:moveTo>
                  <a:lnTo>
                    <a:pt x="560715" y="1483961"/>
                  </a:lnTo>
                  <a:lnTo>
                    <a:pt x="630205" y="1588152"/>
                  </a:lnTo>
                  <a:close/>
                  <a:moveTo>
                    <a:pt x="453013" y="1511100"/>
                  </a:moveTo>
                  <a:lnTo>
                    <a:pt x="546497" y="1582750"/>
                  </a:lnTo>
                  <a:lnTo>
                    <a:pt x="560715" y="1483961"/>
                  </a:lnTo>
                  <a:close/>
                  <a:moveTo>
                    <a:pt x="453013" y="1511100"/>
                  </a:moveTo>
                  <a:lnTo>
                    <a:pt x="560715" y="1483961"/>
                  </a:lnTo>
                  <a:lnTo>
                    <a:pt x="452745" y="1510887"/>
                  </a:lnTo>
                  <a:close/>
                  <a:moveTo>
                    <a:pt x="452745" y="1510887"/>
                  </a:moveTo>
                  <a:lnTo>
                    <a:pt x="560715" y="1483961"/>
                  </a:lnTo>
                  <a:lnTo>
                    <a:pt x="554804" y="1398607"/>
                  </a:lnTo>
                  <a:close/>
                  <a:moveTo>
                    <a:pt x="439496" y="1390449"/>
                  </a:moveTo>
                  <a:lnTo>
                    <a:pt x="363172" y="1428885"/>
                  </a:lnTo>
                  <a:lnTo>
                    <a:pt x="452745" y="1510887"/>
                  </a:lnTo>
                  <a:close/>
                  <a:moveTo>
                    <a:pt x="439496" y="1390449"/>
                  </a:moveTo>
                  <a:lnTo>
                    <a:pt x="357028" y="1346670"/>
                  </a:lnTo>
                  <a:lnTo>
                    <a:pt x="363172" y="1428885"/>
                  </a:lnTo>
                  <a:close/>
                  <a:moveTo>
                    <a:pt x="63669" y="844945"/>
                  </a:moveTo>
                  <a:lnTo>
                    <a:pt x="0" y="853379"/>
                  </a:lnTo>
                  <a:lnTo>
                    <a:pt x="117198" y="877101"/>
                  </a:lnTo>
                  <a:close/>
                  <a:moveTo>
                    <a:pt x="771843" y="1352012"/>
                  </a:moveTo>
                  <a:lnTo>
                    <a:pt x="853460" y="1327649"/>
                  </a:lnTo>
                  <a:lnTo>
                    <a:pt x="805344" y="1231360"/>
                  </a:lnTo>
                  <a:close/>
                  <a:moveTo>
                    <a:pt x="768523" y="1209949"/>
                  </a:moveTo>
                  <a:lnTo>
                    <a:pt x="801022" y="1116253"/>
                  </a:lnTo>
                  <a:lnTo>
                    <a:pt x="698928" y="1131912"/>
                  </a:lnTo>
                  <a:close/>
                  <a:moveTo>
                    <a:pt x="698928" y="1131912"/>
                  </a:moveTo>
                  <a:lnTo>
                    <a:pt x="801022" y="1116253"/>
                  </a:lnTo>
                  <a:lnTo>
                    <a:pt x="793938" y="1110709"/>
                  </a:lnTo>
                  <a:close/>
                  <a:moveTo>
                    <a:pt x="891587" y="1192924"/>
                  </a:moveTo>
                  <a:lnTo>
                    <a:pt x="805344" y="1231360"/>
                  </a:lnTo>
                  <a:lnTo>
                    <a:pt x="864906" y="1291648"/>
                  </a:lnTo>
                  <a:close/>
                  <a:moveTo>
                    <a:pt x="893335" y="1095047"/>
                  </a:moveTo>
                  <a:lnTo>
                    <a:pt x="858759" y="1053463"/>
                  </a:lnTo>
                  <a:lnTo>
                    <a:pt x="857749" y="1072273"/>
                  </a:lnTo>
                  <a:close/>
                  <a:moveTo>
                    <a:pt x="858759" y="1053463"/>
                  </a:moveTo>
                  <a:lnTo>
                    <a:pt x="893335" y="1095047"/>
                  </a:lnTo>
                  <a:lnTo>
                    <a:pt x="989971" y="1050184"/>
                  </a:lnTo>
                  <a:close/>
                  <a:moveTo>
                    <a:pt x="534848" y="604161"/>
                  </a:moveTo>
                  <a:lnTo>
                    <a:pt x="482914" y="496767"/>
                  </a:lnTo>
                  <a:lnTo>
                    <a:pt x="461653" y="502983"/>
                  </a:lnTo>
                  <a:close/>
                  <a:moveTo>
                    <a:pt x="571206" y="458330"/>
                  </a:moveTo>
                  <a:lnTo>
                    <a:pt x="553023" y="531136"/>
                  </a:lnTo>
                  <a:lnTo>
                    <a:pt x="596220" y="477446"/>
                  </a:lnTo>
                  <a:close/>
                  <a:moveTo>
                    <a:pt x="571206" y="458330"/>
                  </a:moveTo>
                  <a:lnTo>
                    <a:pt x="482914" y="496767"/>
                  </a:lnTo>
                  <a:lnTo>
                    <a:pt x="553023" y="531136"/>
                  </a:lnTo>
                  <a:close/>
                  <a:moveTo>
                    <a:pt x="1330675" y="1182050"/>
                  </a:moveTo>
                  <a:lnTo>
                    <a:pt x="1353549" y="1143162"/>
                  </a:lnTo>
                  <a:lnTo>
                    <a:pt x="1261059" y="1178054"/>
                  </a:lnTo>
                  <a:close/>
                  <a:moveTo>
                    <a:pt x="1261059" y="1178054"/>
                  </a:moveTo>
                  <a:lnTo>
                    <a:pt x="1353549" y="1143162"/>
                  </a:lnTo>
                  <a:lnTo>
                    <a:pt x="1263198" y="1116051"/>
                  </a:lnTo>
                  <a:close/>
                  <a:moveTo>
                    <a:pt x="1367889" y="1159830"/>
                  </a:moveTo>
                  <a:lnTo>
                    <a:pt x="1330675" y="1182050"/>
                  </a:lnTo>
                  <a:lnTo>
                    <a:pt x="1316297" y="1219085"/>
                  </a:lnTo>
                  <a:close/>
                  <a:moveTo>
                    <a:pt x="1367889" y="1159830"/>
                  </a:moveTo>
                  <a:lnTo>
                    <a:pt x="1466406" y="1121393"/>
                  </a:lnTo>
                  <a:lnTo>
                    <a:pt x="1353549" y="1143162"/>
                  </a:lnTo>
                  <a:close/>
                  <a:moveTo>
                    <a:pt x="1352866" y="925406"/>
                  </a:moveTo>
                  <a:lnTo>
                    <a:pt x="1337022" y="976706"/>
                  </a:lnTo>
                  <a:lnTo>
                    <a:pt x="1338729" y="956963"/>
                  </a:lnTo>
                  <a:close/>
                  <a:moveTo>
                    <a:pt x="1802002" y="962305"/>
                  </a:moveTo>
                  <a:lnTo>
                    <a:pt x="1760891" y="905909"/>
                  </a:lnTo>
                  <a:lnTo>
                    <a:pt x="1715056" y="949743"/>
                  </a:lnTo>
                  <a:close/>
                  <a:moveTo>
                    <a:pt x="1802002" y="962305"/>
                  </a:moveTo>
                  <a:lnTo>
                    <a:pt x="1842739" y="923868"/>
                  </a:lnTo>
                  <a:lnTo>
                    <a:pt x="1760891" y="905909"/>
                  </a:lnTo>
                  <a:close/>
                  <a:moveTo>
                    <a:pt x="1734451" y="795878"/>
                  </a:moveTo>
                  <a:lnTo>
                    <a:pt x="1736458" y="814558"/>
                  </a:lnTo>
                  <a:lnTo>
                    <a:pt x="1694452" y="767805"/>
                  </a:lnTo>
                  <a:close/>
                  <a:moveTo>
                    <a:pt x="1694452" y="767805"/>
                  </a:moveTo>
                  <a:lnTo>
                    <a:pt x="1736458" y="814558"/>
                  </a:lnTo>
                  <a:lnTo>
                    <a:pt x="1772110" y="841654"/>
                  </a:lnTo>
                  <a:close/>
                  <a:moveTo>
                    <a:pt x="1693160" y="715660"/>
                  </a:moveTo>
                  <a:lnTo>
                    <a:pt x="1727745" y="781981"/>
                  </a:lnTo>
                  <a:lnTo>
                    <a:pt x="1697145" y="677223"/>
                  </a:lnTo>
                  <a:close/>
                  <a:moveTo>
                    <a:pt x="1697145" y="677223"/>
                  </a:moveTo>
                  <a:lnTo>
                    <a:pt x="1727745" y="781981"/>
                  </a:lnTo>
                  <a:lnTo>
                    <a:pt x="1694452" y="767805"/>
                  </a:lnTo>
                  <a:close/>
                  <a:moveTo>
                    <a:pt x="1694452" y="767805"/>
                  </a:moveTo>
                  <a:lnTo>
                    <a:pt x="1727745" y="781981"/>
                  </a:lnTo>
                  <a:lnTo>
                    <a:pt x="1734451" y="795878"/>
                  </a:lnTo>
                  <a:close/>
                  <a:moveTo>
                    <a:pt x="1623105" y="309927"/>
                  </a:moveTo>
                  <a:lnTo>
                    <a:pt x="1653676" y="400587"/>
                  </a:lnTo>
                  <a:lnTo>
                    <a:pt x="1653271" y="351791"/>
                  </a:lnTo>
                  <a:close/>
                  <a:moveTo>
                    <a:pt x="1564649" y="227711"/>
                  </a:moveTo>
                  <a:lnTo>
                    <a:pt x="1658749" y="296370"/>
                  </a:lnTo>
                  <a:lnTo>
                    <a:pt x="1656409" y="198180"/>
                  </a:lnTo>
                  <a:close/>
                  <a:moveTo>
                    <a:pt x="1661864" y="168713"/>
                  </a:moveTo>
                  <a:lnTo>
                    <a:pt x="1564649" y="227711"/>
                  </a:lnTo>
                  <a:lnTo>
                    <a:pt x="1656409" y="198180"/>
                  </a:lnTo>
                  <a:close/>
                  <a:moveTo>
                    <a:pt x="1631836" y="68623"/>
                  </a:moveTo>
                  <a:lnTo>
                    <a:pt x="1579725" y="107060"/>
                  </a:lnTo>
                  <a:lnTo>
                    <a:pt x="1661864" y="168713"/>
                  </a:lnTo>
                  <a:close/>
                  <a:moveTo>
                    <a:pt x="1631836" y="68623"/>
                  </a:moveTo>
                  <a:lnTo>
                    <a:pt x="1579413" y="0"/>
                  </a:lnTo>
                  <a:lnTo>
                    <a:pt x="1579082" y="24845"/>
                  </a:lnTo>
                  <a:close/>
                  <a:moveTo>
                    <a:pt x="1631836" y="68623"/>
                  </a:moveTo>
                  <a:lnTo>
                    <a:pt x="1579082" y="24845"/>
                  </a:lnTo>
                  <a:lnTo>
                    <a:pt x="1579725" y="10706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00" name="Candidate_density__1999">
              <a:extLst>
                <a:ext uri="{FF2B5EF4-FFF2-40B4-BE49-F238E27FC236}">
                  <a16:creationId xmlns:a16="http://schemas.microsoft.com/office/drawing/2014/main" id="{ED387BCF-6EDC-4F03-8308-5F4D8BB6FE01}"/>
                </a:ext>
              </a:extLst>
            </p:cNvPr>
            <p:cNvSpPr>
              <a:spLocks noGrp="1"/>
            </p:cNvSpPr>
            <p:nvPr/>
          </p:nvSpPr>
          <p:spPr>
            <a:xfrm>
              <a:off x="4523862" y="3548694"/>
              <a:ext cx="2268183" cy="1807140"/>
            </a:xfrm>
            <a:custGeom>
              <a:avLst/>
              <a:gdLst/>
              <a:ahLst/>
              <a:cxnLst/>
              <a:rect l="0" t="0" r="0" b="0"/>
              <a:pathLst>
                <a:path w="2268183" h="1807140">
                  <a:moveTo>
                    <a:pt x="512051" y="1768796"/>
                  </a:moveTo>
                  <a:lnTo>
                    <a:pt x="532502" y="1797285"/>
                  </a:lnTo>
                  <a:lnTo>
                    <a:pt x="577799" y="1807140"/>
                  </a:lnTo>
                  <a:close/>
                  <a:moveTo>
                    <a:pt x="696955" y="1758787"/>
                  </a:moveTo>
                  <a:lnTo>
                    <a:pt x="634185" y="1730360"/>
                  </a:lnTo>
                  <a:lnTo>
                    <a:pt x="577799" y="1807140"/>
                  </a:lnTo>
                  <a:close/>
                  <a:moveTo>
                    <a:pt x="0" y="1026409"/>
                  </a:moveTo>
                  <a:lnTo>
                    <a:pt x="100273" y="1072639"/>
                  </a:lnTo>
                  <a:lnTo>
                    <a:pt x="60289" y="1050345"/>
                  </a:lnTo>
                  <a:close/>
                  <a:moveTo>
                    <a:pt x="0" y="1026409"/>
                  </a:moveTo>
                  <a:lnTo>
                    <a:pt x="128328" y="1082765"/>
                  </a:lnTo>
                  <a:lnTo>
                    <a:pt x="100273" y="1072639"/>
                  </a:lnTo>
                  <a:close/>
                  <a:moveTo>
                    <a:pt x="100273" y="1072639"/>
                  </a:moveTo>
                  <a:lnTo>
                    <a:pt x="128328" y="1082765"/>
                  </a:lnTo>
                  <a:lnTo>
                    <a:pt x="147540" y="1097905"/>
                  </a:lnTo>
                  <a:close/>
                  <a:moveTo>
                    <a:pt x="233877" y="1142043"/>
                  </a:moveTo>
                  <a:lnTo>
                    <a:pt x="147540" y="1097905"/>
                  </a:lnTo>
                  <a:lnTo>
                    <a:pt x="128328" y="1082765"/>
                  </a:lnTo>
                  <a:close/>
                  <a:moveTo>
                    <a:pt x="634185" y="1730360"/>
                  </a:moveTo>
                  <a:lnTo>
                    <a:pt x="696955" y="1758787"/>
                  </a:lnTo>
                  <a:lnTo>
                    <a:pt x="727395" y="1774139"/>
                  </a:lnTo>
                  <a:close/>
                  <a:moveTo>
                    <a:pt x="254222" y="1154854"/>
                  </a:moveTo>
                  <a:lnTo>
                    <a:pt x="337175" y="1116418"/>
                  </a:lnTo>
                  <a:lnTo>
                    <a:pt x="233877" y="1142043"/>
                  </a:lnTo>
                  <a:close/>
                  <a:moveTo>
                    <a:pt x="337175" y="1116418"/>
                  </a:moveTo>
                  <a:lnTo>
                    <a:pt x="274796" y="1079833"/>
                  </a:lnTo>
                  <a:lnTo>
                    <a:pt x="233877" y="1142043"/>
                  </a:lnTo>
                  <a:close/>
                  <a:moveTo>
                    <a:pt x="147540" y="1097905"/>
                  </a:moveTo>
                  <a:lnTo>
                    <a:pt x="99264" y="1045801"/>
                  </a:lnTo>
                  <a:lnTo>
                    <a:pt x="100273" y="1072639"/>
                  </a:lnTo>
                  <a:close/>
                  <a:moveTo>
                    <a:pt x="60289" y="1050345"/>
                  </a:moveTo>
                  <a:lnTo>
                    <a:pt x="100273" y="1072639"/>
                  </a:lnTo>
                  <a:lnTo>
                    <a:pt x="99264" y="1045801"/>
                  </a:lnTo>
                  <a:close/>
                  <a:moveTo>
                    <a:pt x="147540" y="1097905"/>
                  </a:moveTo>
                  <a:lnTo>
                    <a:pt x="233877" y="1142043"/>
                  </a:lnTo>
                  <a:lnTo>
                    <a:pt x="274796" y="1079833"/>
                  </a:lnTo>
                  <a:close/>
                  <a:moveTo>
                    <a:pt x="199219" y="1075919"/>
                  </a:moveTo>
                  <a:lnTo>
                    <a:pt x="147540" y="1097905"/>
                  </a:lnTo>
                  <a:lnTo>
                    <a:pt x="274796" y="1079833"/>
                  </a:lnTo>
                  <a:close/>
                  <a:moveTo>
                    <a:pt x="549126" y="1363063"/>
                  </a:moveTo>
                  <a:lnTo>
                    <a:pt x="527054" y="1250466"/>
                  </a:lnTo>
                  <a:lnTo>
                    <a:pt x="535921" y="1333544"/>
                  </a:lnTo>
                  <a:close/>
                  <a:moveTo>
                    <a:pt x="337175" y="1116418"/>
                  </a:moveTo>
                  <a:lnTo>
                    <a:pt x="356974" y="1077981"/>
                  </a:lnTo>
                  <a:lnTo>
                    <a:pt x="274796" y="1079833"/>
                  </a:lnTo>
                  <a:close/>
                  <a:moveTo>
                    <a:pt x="397600" y="1185221"/>
                  </a:moveTo>
                  <a:lnTo>
                    <a:pt x="367839" y="1149044"/>
                  </a:lnTo>
                  <a:lnTo>
                    <a:pt x="410516" y="1116418"/>
                  </a:lnTo>
                  <a:close/>
                  <a:moveTo>
                    <a:pt x="826067" y="1286191"/>
                  </a:moveTo>
                  <a:lnTo>
                    <a:pt x="772647" y="1222774"/>
                  </a:lnTo>
                  <a:lnTo>
                    <a:pt x="812404" y="1266165"/>
                  </a:lnTo>
                  <a:close/>
                  <a:moveTo>
                    <a:pt x="822308" y="1282493"/>
                  </a:moveTo>
                  <a:lnTo>
                    <a:pt x="812404" y="1266165"/>
                  </a:lnTo>
                  <a:lnTo>
                    <a:pt x="759273" y="1173055"/>
                  </a:lnTo>
                  <a:close/>
                  <a:moveTo>
                    <a:pt x="822308" y="1282493"/>
                  </a:moveTo>
                  <a:lnTo>
                    <a:pt x="819942" y="1294349"/>
                  </a:lnTo>
                  <a:lnTo>
                    <a:pt x="826067" y="1286191"/>
                  </a:lnTo>
                  <a:close/>
                  <a:moveTo>
                    <a:pt x="822308" y="1282493"/>
                  </a:moveTo>
                  <a:lnTo>
                    <a:pt x="826067" y="1286191"/>
                  </a:lnTo>
                  <a:lnTo>
                    <a:pt x="812404" y="1266165"/>
                  </a:lnTo>
                  <a:close/>
                  <a:moveTo>
                    <a:pt x="689642" y="929387"/>
                  </a:moveTo>
                  <a:lnTo>
                    <a:pt x="688926" y="957330"/>
                  </a:lnTo>
                  <a:lnTo>
                    <a:pt x="704811" y="927351"/>
                  </a:lnTo>
                  <a:close/>
                  <a:moveTo>
                    <a:pt x="679247" y="918894"/>
                  </a:moveTo>
                  <a:lnTo>
                    <a:pt x="689642" y="929387"/>
                  </a:lnTo>
                  <a:lnTo>
                    <a:pt x="704811" y="927351"/>
                  </a:lnTo>
                  <a:close/>
                  <a:moveTo>
                    <a:pt x="679247" y="918894"/>
                  </a:moveTo>
                  <a:lnTo>
                    <a:pt x="644889" y="865678"/>
                  </a:lnTo>
                  <a:lnTo>
                    <a:pt x="689642" y="929387"/>
                  </a:lnTo>
                  <a:close/>
                  <a:moveTo>
                    <a:pt x="679247" y="918894"/>
                  </a:moveTo>
                  <a:lnTo>
                    <a:pt x="704811" y="927351"/>
                  </a:lnTo>
                  <a:lnTo>
                    <a:pt x="715017" y="908758"/>
                  </a:lnTo>
                  <a:close/>
                  <a:moveTo>
                    <a:pt x="805295" y="895955"/>
                  </a:moveTo>
                  <a:lnTo>
                    <a:pt x="704811" y="927351"/>
                  </a:lnTo>
                  <a:lnTo>
                    <a:pt x="785590" y="950711"/>
                  </a:lnTo>
                  <a:close/>
                  <a:moveTo>
                    <a:pt x="805295" y="895955"/>
                  </a:moveTo>
                  <a:lnTo>
                    <a:pt x="715017" y="908758"/>
                  </a:lnTo>
                  <a:lnTo>
                    <a:pt x="704811" y="927351"/>
                  </a:lnTo>
                  <a:close/>
                  <a:moveTo>
                    <a:pt x="1130044" y="1187390"/>
                  </a:moveTo>
                  <a:lnTo>
                    <a:pt x="1203313" y="1182671"/>
                  </a:lnTo>
                  <a:lnTo>
                    <a:pt x="1255068" y="1160974"/>
                  </a:lnTo>
                  <a:close/>
                  <a:moveTo>
                    <a:pt x="1122887" y="968014"/>
                  </a:moveTo>
                  <a:lnTo>
                    <a:pt x="1123897" y="949205"/>
                  </a:lnTo>
                  <a:lnTo>
                    <a:pt x="1112009" y="924235"/>
                  </a:lnTo>
                  <a:close/>
                  <a:moveTo>
                    <a:pt x="1122887" y="968014"/>
                  </a:moveTo>
                  <a:lnTo>
                    <a:pt x="1112009" y="924235"/>
                  </a:lnTo>
                  <a:lnTo>
                    <a:pt x="1135275" y="885799"/>
                  </a:lnTo>
                  <a:close/>
                  <a:moveTo>
                    <a:pt x="1595813" y="1077792"/>
                  </a:moveTo>
                  <a:lnTo>
                    <a:pt x="1520241" y="1164692"/>
                  </a:lnTo>
                  <a:lnTo>
                    <a:pt x="1581435" y="1114826"/>
                  </a:lnTo>
                  <a:close/>
                  <a:moveTo>
                    <a:pt x="1595813" y="1077792"/>
                  </a:moveTo>
                  <a:lnTo>
                    <a:pt x="1526197" y="1073796"/>
                  </a:lnTo>
                  <a:lnTo>
                    <a:pt x="1520241" y="1164692"/>
                  </a:lnTo>
                  <a:close/>
                  <a:moveTo>
                    <a:pt x="1698710" y="1137786"/>
                  </a:moveTo>
                  <a:lnTo>
                    <a:pt x="1700686" y="1153216"/>
                  </a:lnTo>
                  <a:lnTo>
                    <a:pt x="1724383" y="1155427"/>
                  </a:lnTo>
                  <a:close/>
                  <a:moveTo>
                    <a:pt x="1793559" y="896484"/>
                  </a:moveTo>
                  <a:lnTo>
                    <a:pt x="1774135" y="852705"/>
                  </a:lnTo>
                  <a:lnTo>
                    <a:pt x="1801187" y="814269"/>
                  </a:lnTo>
                  <a:close/>
                  <a:moveTo>
                    <a:pt x="2107877" y="819610"/>
                  </a:moveTo>
                  <a:lnTo>
                    <a:pt x="2132244" y="920115"/>
                  </a:lnTo>
                  <a:lnTo>
                    <a:pt x="2180370" y="884847"/>
                  </a:lnTo>
                  <a:close/>
                  <a:moveTo>
                    <a:pt x="2268183" y="794627"/>
                  </a:moveTo>
                  <a:lnTo>
                    <a:pt x="2200958" y="788687"/>
                  </a:lnTo>
                  <a:lnTo>
                    <a:pt x="2180370" y="884847"/>
                  </a:lnTo>
                  <a:close/>
                  <a:moveTo>
                    <a:pt x="2248128" y="710839"/>
                  </a:moveTo>
                  <a:lnTo>
                    <a:pt x="2206429" y="767075"/>
                  </a:lnTo>
                  <a:lnTo>
                    <a:pt x="2200958" y="788687"/>
                  </a:lnTo>
                  <a:close/>
                  <a:moveTo>
                    <a:pt x="1927002" y="64454"/>
                  </a:moveTo>
                  <a:lnTo>
                    <a:pt x="1921547" y="93922"/>
                  </a:lnTo>
                  <a:lnTo>
                    <a:pt x="1958664" y="2802"/>
                  </a:lnTo>
                  <a:close/>
                  <a:moveTo>
                    <a:pt x="1958664" y="2802"/>
                  </a:moveTo>
                  <a:lnTo>
                    <a:pt x="1967321" y="0"/>
                  </a:lnTo>
                  <a:lnTo>
                    <a:pt x="1927002" y="64454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01" name="Candidate_density__2000">
              <a:extLst>
                <a:ext uri="{FF2B5EF4-FFF2-40B4-BE49-F238E27FC236}">
                  <a16:creationId xmlns:a16="http://schemas.microsoft.com/office/drawing/2014/main" id="{C23C994E-94DD-AF1B-D468-7586DE65B8FF}"/>
                </a:ext>
              </a:extLst>
            </p:cNvPr>
            <p:cNvSpPr>
              <a:spLocks noGrp="1"/>
            </p:cNvSpPr>
            <p:nvPr/>
          </p:nvSpPr>
          <p:spPr>
            <a:xfrm>
              <a:off x="4778084" y="3642616"/>
              <a:ext cx="1878022" cy="1713218"/>
            </a:xfrm>
            <a:custGeom>
              <a:avLst/>
              <a:gdLst/>
              <a:ahLst/>
              <a:cxnLst/>
              <a:rect l="0" t="0" r="0" b="0"/>
              <a:pathLst>
                <a:path w="1878022" h="1713218">
                  <a:moveTo>
                    <a:pt x="257829" y="1674875"/>
                  </a:moveTo>
                  <a:lnTo>
                    <a:pt x="323577" y="1713218"/>
                  </a:lnTo>
                  <a:lnTo>
                    <a:pt x="350447" y="1644692"/>
                  </a:lnTo>
                  <a:close/>
                  <a:moveTo>
                    <a:pt x="323577" y="1713218"/>
                  </a:moveTo>
                  <a:lnTo>
                    <a:pt x="379963" y="1636438"/>
                  </a:lnTo>
                  <a:lnTo>
                    <a:pt x="350447" y="1644692"/>
                  </a:lnTo>
                  <a:close/>
                  <a:moveTo>
                    <a:pt x="458114" y="1507169"/>
                  </a:moveTo>
                  <a:lnTo>
                    <a:pt x="372827" y="1472008"/>
                  </a:lnTo>
                  <a:lnTo>
                    <a:pt x="378085" y="1522131"/>
                  </a:lnTo>
                  <a:close/>
                  <a:moveTo>
                    <a:pt x="378085" y="1522131"/>
                  </a:moveTo>
                  <a:lnTo>
                    <a:pt x="372827" y="1472008"/>
                  </a:lnTo>
                  <a:lnTo>
                    <a:pt x="359377" y="1437248"/>
                  </a:lnTo>
                  <a:close/>
                  <a:moveTo>
                    <a:pt x="502355" y="1542286"/>
                  </a:moveTo>
                  <a:lnTo>
                    <a:pt x="458114" y="1507169"/>
                  </a:lnTo>
                  <a:lnTo>
                    <a:pt x="468590" y="1515787"/>
                  </a:lnTo>
                  <a:close/>
                  <a:moveTo>
                    <a:pt x="295872" y="1351356"/>
                  </a:moveTo>
                  <a:lnTo>
                    <a:pt x="279338" y="1396069"/>
                  </a:lnTo>
                  <a:lnTo>
                    <a:pt x="316981" y="1371623"/>
                  </a:lnTo>
                  <a:close/>
                  <a:moveTo>
                    <a:pt x="316981" y="1371623"/>
                  </a:moveTo>
                  <a:lnTo>
                    <a:pt x="278382" y="1442503"/>
                  </a:lnTo>
                  <a:lnTo>
                    <a:pt x="359377" y="1437248"/>
                  </a:lnTo>
                  <a:close/>
                  <a:moveTo>
                    <a:pt x="372827" y="1472008"/>
                  </a:moveTo>
                  <a:lnTo>
                    <a:pt x="316981" y="1371623"/>
                  </a:lnTo>
                  <a:lnTo>
                    <a:pt x="359377" y="1437248"/>
                  </a:lnTo>
                  <a:close/>
                  <a:moveTo>
                    <a:pt x="316981" y="1371623"/>
                  </a:moveTo>
                  <a:lnTo>
                    <a:pt x="287365" y="1362626"/>
                  </a:lnTo>
                  <a:lnTo>
                    <a:pt x="295872" y="1351356"/>
                  </a:lnTo>
                  <a:close/>
                  <a:moveTo>
                    <a:pt x="82952" y="1022496"/>
                  </a:moveTo>
                  <a:lnTo>
                    <a:pt x="71196" y="1111723"/>
                  </a:lnTo>
                  <a:lnTo>
                    <a:pt x="113616" y="1055122"/>
                  </a:lnTo>
                  <a:close/>
                  <a:moveTo>
                    <a:pt x="82952" y="1022496"/>
                  </a:moveTo>
                  <a:lnTo>
                    <a:pt x="0" y="1060932"/>
                  </a:lnTo>
                  <a:lnTo>
                    <a:pt x="71196" y="1111723"/>
                  </a:lnTo>
                  <a:close/>
                  <a:moveTo>
                    <a:pt x="520946" y="1463430"/>
                  </a:moveTo>
                  <a:lnTo>
                    <a:pt x="607246" y="1395135"/>
                  </a:lnTo>
                  <a:lnTo>
                    <a:pt x="539548" y="1411956"/>
                  </a:lnTo>
                  <a:close/>
                  <a:moveTo>
                    <a:pt x="281699" y="1239622"/>
                  </a:moveTo>
                  <a:lnTo>
                    <a:pt x="295872" y="1351356"/>
                  </a:lnTo>
                  <a:lnTo>
                    <a:pt x="294904" y="1269141"/>
                  </a:lnTo>
                  <a:close/>
                  <a:moveTo>
                    <a:pt x="82952" y="1022496"/>
                  </a:moveTo>
                  <a:lnTo>
                    <a:pt x="113616" y="1055122"/>
                  </a:lnTo>
                  <a:lnTo>
                    <a:pt x="127331" y="1066274"/>
                  </a:lnTo>
                  <a:close/>
                  <a:moveTo>
                    <a:pt x="607246" y="1395135"/>
                  </a:moveTo>
                  <a:lnTo>
                    <a:pt x="638617" y="1409522"/>
                  </a:lnTo>
                  <a:lnTo>
                    <a:pt x="641120" y="1389972"/>
                  </a:lnTo>
                  <a:close/>
                  <a:moveTo>
                    <a:pt x="463661" y="1312707"/>
                  </a:moveTo>
                  <a:lnTo>
                    <a:pt x="565720" y="1200427"/>
                  </a:lnTo>
                  <a:lnTo>
                    <a:pt x="497614" y="1224449"/>
                  </a:lnTo>
                  <a:close/>
                  <a:moveTo>
                    <a:pt x="571631" y="1285781"/>
                  </a:moveTo>
                  <a:lnTo>
                    <a:pt x="593345" y="1240257"/>
                  </a:lnTo>
                  <a:lnTo>
                    <a:pt x="571845" y="1192269"/>
                  </a:lnTo>
                  <a:close/>
                  <a:moveTo>
                    <a:pt x="565720" y="1200427"/>
                  </a:moveTo>
                  <a:lnTo>
                    <a:pt x="571631" y="1285781"/>
                  </a:lnTo>
                  <a:lnTo>
                    <a:pt x="571845" y="1192269"/>
                  </a:lnTo>
                  <a:close/>
                  <a:moveTo>
                    <a:pt x="568085" y="1188571"/>
                  </a:moveTo>
                  <a:lnTo>
                    <a:pt x="497614" y="1224449"/>
                  </a:lnTo>
                  <a:lnTo>
                    <a:pt x="565720" y="1200427"/>
                  </a:lnTo>
                  <a:close/>
                  <a:moveTo>
                    <a:pt x="450589" y="833429"/>
                  </a:moveTo>
                  <a:lnTo>
                    <a:pt x="511061" y="934654"/>
                  </a:lnTo>
                  <a:lnTo>
                    <a:pt x="531368" y="856789"/>
                  </a:lnTo>
                  <a:close/>
                  <a:moveTo>
                    <a:pt x="425025" y="824972"/>
                  </a:moveTo>
                  <a:lnTo>
                    <a:pt x="373621" y="742756"/>
                  </a:lnTo>
                  <a:lnTo>
                    <a:pt x="390667" y="771756"/>
                  </a:lnTo>
                  <a:close/>
                  <a:moveTo>
                    <a:pt x="816260" y="1033180"/>
                  </a:moveTo>
                  <a:lnTo>
                    <a:pt x="864375" y="1129469"/>
                  </a:lnTo>
                  <a:lnTo>
                    <a:pt x="875822" y="1093468"/>
                  </a:lnTo>
                  <a:close/>
                  <a:moveTo>
                    <a:pt x="816260" y="1033180"/>
                  </a:moveTo>
                  <a:lnTo>
                    <a:pt x="779439" y="1011769"/>
                  </a:lnTo>
                  <a:lnTo>
                    <a:pt x="721035" y="1008606"/>
                  </a:lnTo>
                  <a:close/>
                  <a:moveTo>
                    <a:pt x="373621" y="742756"/>
                  </a:moveTo>
                  <a:lnTo>
                    <a:pt x="460794" y="814836"/>
                  </a:lnTo>
                  <a:lnTo>
                    <a:pt x="403726" y="721670"/>
                  </a:lnTo>
                  <a:close/>
                  <a:moveTo>
                    <a:pt x="425025" y="824972"/>
                  </a:moveTo>
                  <a:lnTo>
                    <a:pt x="460794" y="814836"/>
                  </a:lnTo>
                  <a:lnTo>
                    <a:pt x="373621" y="742756"/>
                  </a:lnTo>
                  <a:close/>
                  <a:moveTo>
                    <a:pt x="373621" y="742756"/>
                  </a:moveTo>
                  <a:lnTo>
                    <a:pt x="379362" y="720355"/>
                  </a:lnTo>
                  <a:lnTo>
                    <a:pt x="342779" y="650005"/>
                  </a:lnTo>
                  <a:close/>
                  <a:moveTo>
                    <a:pt x="762047" y="1033180"/>
                  </a:moveTo>
                  <a:lnTo>
                    <a:pt x="779439" y="1011769"/>
                  </a:lnTo>
                  <a:lnTo>
                    <a:pt x="709843" y="933732"/>
                  </a:lnTo>
                  <a:close/>
                  <a:moveTo>
                    <a:pt x="816260" y="1033180"/>
                  </a:moveTo>
                  <a:lnTo>
                    <a:pt x="902503" y="994744"/>
                  </a:lnTo>
                  <a:lnTo>
                    <a:pt x="779439" y="1011769"/>
                  </a:lnTo>
                  <a:close/>
                  <a:moveTo>
                    <a:pt x="902503" y="994744"/>
                  </a:moveTo>
                  <a:lnTo>
                    <a:pt x="811938" y="918073"/>
                  </a:lnTo>
                  <a:lnTo>
                    <a:pt x="779439" y="1011769"/>
                  </a:lnTo>
                  <a:close/>
                  <a:moveTo>
                    <a:pt x="909793" y="1005280"/>
                  </a:moveTo>
                  <a:lnTo>
                    <a:pt x="875822" y="1093468"/>
                  </a:lnTo>
                  <a:lnTo>
                    <a:pt x="1000846" y="1067052"/>
                  </a:lnTo>
                  <a:close/>
                  <a:moveTo>
                    <a:pt x="1000846" y="1067052"/>
                  </a:moveTo>
                  <a:lnTo>
                    <a:pt x="964828" y="995840"/>
                  </a:lnTo>
                  <a:lnTo>
                    <a:pt x="909793" y="1005280"/>
                  </a:lnTo>
                  <a:close/>
                  <a:moveTo>
                    <a:pt x="563938" y="332956"/>
                  </a:moveTo>
                  <a:lnTo>
                    <a:pt x="493830" y="298587"/>
                  </a:lnTo>
                  <a:lnTo>
                    <a:pt x="545763" y="405981"/>
                  </a:lnTo>
                  <a:close/>
                  <a:moveTo>
                    <a:pt x="545763" y="405981"/>
                  </a:moveTo>
                  <a:lnTo>
                    <a:pt x="472569" y="304803"/>
                  </a:lnTo>
                  <a:lnTo>
                    <a:pt x="497895" y="384305"/>
                  </a:lnTo>
                  <a:close/>
                  <a:moveTo>
                    <a:pt x="1171788" y="933660"/>
                  </a:moveTo>
                  <a:lnTo>
                    <a:pt x="1213556" y="917871"/>
                  </a:lnTo>
                  <a:lnTo>
                    <a:pt x="1201861" y="936783"/>
                  </a:lnTo>
                  <a:close/>
                  <a:moveTo>
                    <a:pt x="1201861" y="936783"/>
                  </a:moveTo>
                  <a:lnTo>
                    <a:pt x="1235648" y="957220"/>
                  </a:lnTo>
                  <a:lnTo>
                    <a:pt x="1274114" y="917871"/>
                  </a:lnTo>
                  <a:close/>
                  <a:moveTo>
                    <a:pt x="1378805" y="961649"/>
                  </a:moveTo>
                  <a:lnTo>
                    <a:pt x="1446464" y="1059294"/>
                  </a:lnTo>
                  <a:lnTo>
                    <a:pt x="1444488" y="1043864"/>
                  </a:lnTo>
                  <a:close/>
                  <a:moveTo>
                    <a:pt x="1327212" y="1020904"/>
                  </a:moveTo>
                  <a:lnTo>
                    <a:pt x="1446464" y="1059294"/>
                  </a:lnTo>
                  <a:lnTo>
                    <a:pt x="1378805" y="961649"/>
                  </a:lnTo>
                  <a:close/>
                  <a:moveTo>
                    <a:pt x="1378805" y="961649"/>
                  </a:moveTo>
                  <a:lnTo>
                    <a:pt x="1444488" y="1043864"/>
                  </a:lnTo>
                  <a:lnTo>
                    <a:pt x="1477322" y="923213"/>
                  </a:lnTo>
                  <a:close/>
                  <a:moveTo>
                    <a:pt x="1853654" y="725688"/>
                  </a:moveTo>
                  <a:lnTo>
                    <a:pt x="1812918" y="764125"/>
                  </a:lnTo>
                  <a:lnTo>
                    <a:pt x="1878022" y="826193"/>
                  </a:lnTo>
                  <a:close/>
                  <a:moveTo>
                    <a:pt x="1708061" y="479043"/>
                  </a:moveTo>
                  <a:lnTo>
                    <a:pt x="1705368" y="569625"/>
                  </a:lnTo>
                  <a:lnTo>
                    <a:pt x="1699544" y="501008"/>
                  </a:lnTo>
                  <a:close/>
                  <a:moveTo>
                    <a:pt x="1708061" y="479043"/>
                  </a:moveTo>
                  <a:lnTo>
                    <a:pt x="1755938" y="433195"/>
                  </a:lnTo>
                  <a:lnTo>
                    <a:pt x="1704075" y="517480"/>
                  </a:lnTo>
                  <a:close/>
                  <a:moveTo>
                    <a:pt x="1731710" y="208433"/>
                  </a:moveTo>
                  <a:lnTo>
                    <a:pt x="1664591" y="202407"/>
                  </a:lnTo>
                  <a:lnTo>
                    <a:pt x="1645502" y="298955"/>
                  </a:lnTo>
                  <a:close/>
                  <a:moveTo>
                    <a:pt x="1664591" y="202407"/>
                  </a:moveTo>
                  <a:lnTo>
                    <a:pt x="1731710" y="208433"/>
                  </a:lnTo>
                  <a:lnTo>
                    <a:pt x="1664187" y="153611"/>
                  </a:lnTo>
                  <a:close/>
                  <a:moveTo>
                    <a:pt x="1730400" y="109406"/>
                  </a:moveTo>
                  <a:lnTo>
                    <a:pt x="1669665" y="98190"/>
                  </a:lnTo>
                  <a:lnTo>
                    <a:pt x="1664187" y="153611"/>
                  </a:lnTo>
                  <a:close/>
                  <a:moveTo>
                    <a:pt x="1669665" y="98190"/>
                  </a:moveTo>
                  <a:lnTo>
                    <a:pt x="1711101" y="25003"/>
                  </a:lnTo>
                  <a:lnTo>
                    <a:pt x="1667325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02" name="Candidate_density__2001">
              <a:extLst>
                <a:ext uri="{FF2B5EF4-FFF2-40B4-BE49-F238E27FC236}">
                  <a16:creationId xmlns:a16="http://schemas.microsoft.com/office/drawing/2014/main" id="{29FF1C3F-BFBE-FAE8-AFA5-80CD6CB46596}"/>
                </a:ext>
              </a:extLst>
            </p:cNvPr>
            <p:cNvSpPr>
              <a:spLocks noGrp="1"/>
            </p:cNvSpPr>
            <p:nvPr/>
          </p:nvSpPr>
          <p:spPr>
            <a:xfrm>
              <a:off x="5050916" y="3975572"/>
              <a:ext cx="1741128" cy="1382809"/>
            </a:xfrm>
            <a:custGeom>
              <a:avLst/>
              <a:gdLst/>
              <a:ahLst/>
              <a:cxnLst/>
              <a:rect l="0" t="0" r="0" b="0"/>
              <a:pathLst>
                <a:path w="1741128" h="1382809">
                  <a:moveTo>
                    <a:pt x="125956" y="1382809"/>
                  </a:moveTo>
                  <a:lnTo>
                    <a:pt x="169901" y="1331909"/>
                  </a:lnTo>
                  <a:lnTo>
                    <a:pt x="50745" y="1380262"/>
                  </a:lnTo>
                  <a:close/>
                  <a:moveTo>
                    <a:pt x="5012" y="815534"/>
                  </a:moveTo>
                  <a:lnTo>
                    <a:pt x="0" y="823588"/>
                  </a:lnTo>
                  <a:lnTo>
                    <a:pt x="22072" y="936185"/>
                  </a:lnTo>
                  <a:close/>
                  <a:moveTo>
                    <a:pt x="506607" y="678813"/>
                  </a:moveTo>
                  <a:lnTo>
                    <a:pt x="489215" y="700224"/>
                  </a:lnTo>
                  <a:lnTo>
                    <a:pt x="406302" y="725835"/>
                  </a:lnTo>
                  <a:close/>
                  <a:moveTo>
                    <a:pt x="265207" y="379581"/>
                  </a:moveTo>
                  <a:lnTo>
                    <a:pt x="212462" y="415027"/>
                  </a:lnTo>
                  <a:lnTo>
                    <a:pt x="187962" y="481880"/>
                  </a:lnTo>
                  <a:close/>
                  <a:moveTo>
                    <a:pt x="265207" y="379581"/>
                  </a:moveTo>
                  <a:lnTo>
                    <a:pt x="187962" y="481880"/>
                  </a:lnTo>
                  <a:lnTo>
                    <a:pt x="278241" y="469077"/>
                  </a:lnTo>
                  <a:close/>
                  <a:moveTo>
                    <a:pt x="282325" y="86282"/>
                  </a:moveTo>
                  <a:lnTo>
                    <a:pt x="291106" y="0"/>
                  </a:lnTo>
                  <a:lnTo>
                    <a:pt x="272932" y="73025"/>
                  </a:lnTo>
                  <a:close/>
                  <a:moveTo>
                    <a:pt x="1137101" y="718570"/>
                  </a:moveTo>
                  <a:lnTo>
                    <a:pt x="1173632" y="726338"/>
                  </a:lnTo>
                  <a:lnTo>
                    <a:pt x="1054381" y="687948"/>
                  </a:lnTo>
                  <a:close/>
                  <a:moveTo>
                    <a:pt x="1272707" y="731718"/>
                  </a:moveTo>
                  <a:lnTo>
                    <a:pt x="1197329" y="728549"/>
                  </a:lnTo>
                  <a:lnTo>
                    <a:pt x="1173632" y="726338"/>
                  </a:lnTo>
                  <a:close/>
                  <a:moveTo>
                    <a:pt x="1728437" y="272081"/>
                  </a:moveTo>
                  <a:lnTo>
                    <a:pt x="1679375" y="340197"/>
                  </a:lnTo>
                  <a:lnTo>
                    <a:pt x="1721074" y="283961"/>
                  </a:lnTo>
                  <a:close/>
                  <a:moveTo>
                    <a:pt x="1721074" y="283961"/>
                  </a:moveTo>
                  <a:lnTo>
                    <a:pt x="1673904" y="361809"/>
                  </a:lnTo>
                  <a:lnTo>
                    <a:pt x="1741128" y="367749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03" name="Candidate_density__2002">
              <a:extLst>
                <a:ext uri="{FF2B5EF4-FFF2-40B4-BE49-F238E27FC236}">
                  <a16:creationId xmlns:a16="http://schemas.microsoft.com/office/drawing/2014/main" id="{D9A68663-475A-E148-C13B-A297060E31B9}"/>
                </a:ext>
              </a:extLst>
            </p:cNvPr>
            <p:cNvSpPr>
              <a:spLocks noGrp="1"/>
            </p:cNvSpPr>
            <p:nvPr/>
          </p:nvSpPr>
          <p:spPr>
            <a:xfrm>
              <a:off x="4772963" y="3469281"/>
              <a:ext cx="1858775" cy="1809774"/>
            </a:xfrm>
            <a:custGeom>
              <a:avLst/>
              <a:gdLst/>
              <a:ahLst/>
              <a:cxnLst/>
              <a:rect l="0" t="0" r="0" b="0"/>
              <a:pathLst>
                <a:path w="1858775" h="1809774">
                  <a:moveTo>
                    <a:pt x="214564" y="1645343"/>
                  </a:moveTo>
                  <a:lnTo>
                    <a:pt x="217791" y="1750551"/>
                  </a:lnTo>
                  <a:lnTo>
                    <a:pt x="268425" y="1724658"/>
                  </a:lnTo>
                  <a:close/>
                  <a:moveTo>
                    <a:pt x="214564" y="1645343"/>
                  </a:moveTo>
                  <a:lnTo>
                    <a:pt x="177017" y="1683780"/>
                  </a:lnTo>
                  <a:lnTo>
                    <a:pt x="217791" y="1750551"/>
                  </a:lnTo>
                  <a:close/>
                  <a:moveTo>
                    <a:pt x="383206" y="1695466"/>
                  </a:moveTo>
                  <a:lnTo>
                    <a:pt x="362224" y="1796699"/>
                  </a:lnTo>
                  <a:lnTo>
                    <a:pt x="439113" y="1689122"/>
                  </a:lnTo>
                  <a:close/>
                  <a:moveTo>
                    <a:pt x="439113" y="1689122"/>
                  </a:moveTo>
                  <a:lnTo>
                    <a:pt x="362224" y="1796699"/>
                  </a:lnTo>
                  <a:lnTo>
                    <a:pt x="385084" y="1809774"/>
                  </a:lnTo>
                  <a:close/>
                  <a:moveTo>
                    <a:pt x="170725" y="1563128"/>
                  </a:moveTo>
                  <a:lnTo>
                    <a:pt x="214564" y="1645343"/>
                  </a:lnTo>
                  <a:lnTo>
                    <a:pt x="253826" y="1524692"/>
                  </a:lnTo>
                  <a:close/>
                  <a:moveTo>
                    <a:pt x="133235" y="852256"/>
                  </a:moveTo>
                  <a:lnTo>
                    <a:pt x="16037" y="828535"/>
                  </a:lnTo>
                  <a:lnTo>
                    <a:pt x="0" y="847972"/>
                  </a:lnTo>
                  <a:close/>
                  <a:moveTo>
                    <a:pt x="660762" y="1151133"/>
                  </a:moveTo>
                  <a:lnTo>
                    <a:pt x="635249" y="1184170"/>
                  </a:lnTo>
                  <a:lnTo>
                    <a:pt x="667831" y="1124300"/>
                  </a:lnTo>
                  <a:close/>
                  <a:moveTo>
                    <a:pt x="667831" y="1124300"/>
                  </a:moveTo>
                  <a:lnTo>
                    <a:pt x="653673" y="1056804"/>
                  </a:lnTo>
                  <a:lnTo>
                    <a:pt x="660762" y="1151133"/>
                  </a:lnTo>
                  <a:close/>
                  <a:moveTo>
                    <a:pt x="667831" y="1124300"/>
                  </a:moveTo>
                  <a:lnTo>
                    <a:pt x="649519" y="1042085"/>
                  </a:lnTo>
                  <a:lnTo>
                    <a:pt x="653673" y="1056804"/>
                  </a:lnTo>
                  <a:close/>
                  <a:moveTo>
                    <a:pt x="907624" y="1168079"/>
                  </a:moveTo>
                  <a:lnTo>
                    <a:pt x="880943" y="1266803"/>
                  </a:lnTo>
                  <a:lnTo>
                    <a:pt x="914914" y="1178615"/>
                  </a:lnTo>
                  <a:close/>
                  <a:moveTo>
                    <a:pt x="667831" y="1124300"/>
                  </a:moveTo>
                  <a:lnTo>
                    <a:pt x="714965" y="1107067"/>
                  </a:lnTo>
                  <a:lnTo>
                    <a:pt x="649519" y="1042085"/>
                  </a:lnTo>
                  <a:close/>
                  <a:moveTo>
                    <a:pt x="362060" y="504870"/>
                  </a:moveTo>
                  <a:lnTo>
                    <a:pt x="366716" y="548794"/>
                  </a:lnTo>
                  <a:lnTo>
                    <a:pt x="356426" y="516131"/>
                  </a:lnTo>
                  <a:close/>
                  <a:moveTo>
                    <a:pt x="362060" y="504870"/>
                  </a:moveTo>
                  <a:lnTo>
                    <a:pt x="356426" y="516131"/>
                  </a:lnTo>
                  <a:lnTo>
                    <a:pt x="356327" y="510358"/>
                  </a:lnTo>
                  <a:close/>
                  <a:moveTo>
                    <a:pt x="944646" y="1129643"/>
                  </a:moveTo>
                  <a:lnTo>
                    <a:pt x="907624" y="1168079"/>
                  </a:lnTo>
                  <a:lnTo>
                    <a:pt x="914914" y="1178615"/>
                  </a:lnTo>
                  <a:close/>
                  <a:moveTo>
                    <a:pt x="907624" y="1168079"/>
                  </a:moveTo>
                  <a:lnTo>
                    <a:pt x="944646" y="1129643"/>
                  </a:lnTo>
                  <a:lnTo>
                    <a:pt x="909371" y="1070202"/>
                  </a:lnTo>
                  <a:close/>
                  <a:moveTo>
                    <a:pt x="817059" y="1091409"/>
                  </a:moveTo>
                  <a:lnTo>
                    <a:pt x="907624" y="1168079"/>
                  </a:lnTo>
                  <a:lnTo>
                    <a:pt x="909371" y="1070202"/>
                  </a:lnTo>
                  <a:close/>
                  <a:moveTo>
                    <a:pt x="1006008" y="1025339"/>
                  </a:moveTo>
                  <a:lnTo>
                    <a:pt x="909371" y="1070202"/>
                  </a:lnTo>
                  <a:lnTo>
                    <a:pt x="972803" y="1047428"/>
                  </a:lnTo>
                  <a:close/>
                  <a:moveTo>
                    <a:pt x="909371" y="1070202"/>
                  </a:moveTo>
                  <a:lnTo>
                    <a:pt x="953509" y="1107711"/>
                  </a:lnTo>
                  <a:lnTo>
                    <a:pt x="972803" y="1047428"/>
                  </a:lnTo>
                  <a:close/>
                  <a:moveTo>
                    <a:pt x="369938" y="505146"/>
                  </a:moveTo>
                  <a:lnTo>
                    <a:pt x="503016" y="557641"/>
                  </a:lnTo>
                  <a:lnTo>
                    <a:pt x="477690" y="478138"/>
                  </a:lnTo>
                  <a:close/>
                  <a:moveTo>
                    <a:pt x="362060" y="504870"/>
                  </a:moveTo>
                  <a:lnTo>
                    <a:pt x="356327" y="510358"/>
                  </a:lnTo>
                  <a:lnTo>
                    <a:pt x="369938" y="505146"/>
                  </a:lnTo>
                  <a:close/>
                  <a:moveTo>
                    <a:pt x="369938" y="505146"/>
                  </a:moveTo>
                  <a:lnTo>
                    <a:pt x="428277" y="473791"/>
                  </a:lnTo>
                  <a:lnTo>
                    <a:pt x="362060" y="504870"/>
                  </a:lnTo>
                  <a:close/>
                  <a:moveTo>
                    <a:pt x="369938" y="505146"/>
                  </a:moveTo>
                  <a:lnTo>
                    <a:pt x="477690" y="478138"/>
                  </a:lnTo>
                  <a:lnTo>
                    <a:pt x="428277" y="473791"/>
                  </a:lnTo>
                  <a:close/>
                  <a:moveTo>
                    <a:pt x="552984" y="446189"/>
                  </a:moveTo>
                  <a:lnTo>
                    <a:pt x="477690" y="478138"/>
                  </a:lnTo>
                  <a:lnTo>
                    <a:pt x="498951" y="471922"/>
                  </a:lnTo>
                  <a:close/>
                  <a:moveTo>
                    <a:pt x="428277" y="473791"/>
                  </a:moveTo>
                  <a:lnTo>
                    <a:pt x="477690" y="478138"/>
                  </a:lnTo>
                  <a:lnTo>
                    <a:pt x="552984" y="446189"/>
                  </a:lnTo>
                  <a:close/>
                  <a:moveTo>
                    <a:pt x="605379" y="426883"/>
                  </a:moveTo>
                  <a:lnTo>
                    <a:pt x="552984" y="446189"/>
                  </a:lnTo>
                  <a:lnTo>
                    <a:pt x="498951" y="471922"/>
                  </a:lnTo>
                  <a:close/>
                  <a:moveTo>
                    <a:pt x="1279235" y="1091206"/>
                  </a:moveTo>
                  <a:lnTo>
                    <a:pt x="1369586" y="1118317"/>
                  </a:lnTo>
                  <a:lnTo>
                    <a:pt x="1326501" y="1052770"/>
                  </a:lnTo>
                  <a:close/>
                  <a:moveTo>
                    <a:pt x="1346712" y="1157205"/>
                  </a:moveTo>
                  <a:lnTo>
                    <a:pt x="1383926" y="1134985"/>
                  </a:lnTo>
                  <a:lnTo>
                    <a:pt x="1369586" y="1118317"/>
                  </a:lnTo>
                  <a:close/>
                  <a:moveTo>
                    <a:pt x="1340051" y="1007892"/>
                  </a:moveTo>
                  <a:lnTo>
                    <a:pt x="1301013" y="1077139"/>
                  </a:lnTo>
                  <a:lnTo>
                    <a:pt x="1279235" y="1091206"/>
                  </a:lnTo>
                  <a:close/>
                  <a:moveTo>
                    <a:pt x="1326501" y="1052770"/>
                  </a:moveTo>
                  <a:lnTo>
                    <a:pt x="1353058" y="951861"/>
                  </a:lnTo>
                  <a:lnTo>
                    <a:pt x="1340051" y="1007892"/>
                  </a:lnTo>
                  <a:close/>
                  <a:moveTo>
                    <a:pt x="1354766" y="932118"/>
                  </a:moveTo>
                  <a:lnTo>
                    <a:pt x="1353058" y="951861"/>
                  </a:lnTo>
                  <a:lnTo>
                    <a:pt x="1326501" y="1052770"/>
                  </a:lnTo>
                  <a:close/>
                  <a:moveTo>
                    <a:pt x="1761061" y="855245"/>
                  </a:moveTo>
                  <a:lnTo>
                    <a:pt x="1731093" y="924898"/>
                  </a:lnTo>
                  <a:lnTo>
                    <a:pt x="1776928" y="881064"/>
                  </a:lnTo>
                  <a:close/>
                  <a:moveTo>
                    <a:pt x="1858775" y="899024"/>
                  </a:moveTo>
                  <a:lnTo>
                    <a:pt x="1833384" y="876942"/>
                  </a:lnTo>
                  <a:lnTo>
                    <a:pt x="1776928" y="881064"/>
                  </a:lnTo>
                  <a:close/>
                  <a:moveTo>
                    <a:pt x="1788147" y="816809"/>
                  </a:moveTo>
                  <a:lnTo>
                    <a:pt x="1776928" y="881064"/>
                  </a:lnTo>
                  <a:lnTo>
                    <a:pt x="1833384" y="876942"/>
                  </a:lnTo>
                  <a:close/>
                  <a:moveTo>
                    <a:pt x="1788147" y="816809"/>
                  </a:moveTo>
                  <a:lnTo>
                    <a:pt x="1761061" y="855245"/>
                  </a:lnTo>
                  <a:lnTo>
                    <a:pt x="1776928" y="881064"/>
                  </a:lnTo>
                  <a:close/>
                  <a:moveTo>
                    <a:pt x="1788147" y="816809"/>
                  </a:moveTo>
                  <a:lnTo>
                    <a:pt x="1752495" y="789714"/>
                  </a:lnTo>
                  <a:lnTo>
                    <a:pt x="1761061" y="855245"/>
                  </a:lnTo>
                  <a:close/>
                  <a:moveTo>
                    <a:pt x="1590779" y="405733"/>
                  </a:moveTo>
                  <a:lnTo>
                    <a:pt x="1644624" y="496231"/>
                  </a:lnTo>
                  <a:lnTo>
                    <a:pt x="1650624" y="472290"/>
                  </a:lnTo>
                  <a:close/>
                  <a:moveTo>
                    <a:pt x="1590779" y="405733"/>
                  </a:moveTo>
                  <a:lnTo>
                    <a:pt x="1650624" y="472290"/>
                  </a:lnTo>
                  <a:lnTo>
                    <a:pt x="1669712" y="375742"/>
                  </a:lnTo>
                  <a:close/>
                  <a:moveTo>
                    <a:pt x="1590779" y="405733"/>
                  </a:moveTo>
                  <a:lnTo>
                    <a:pt x="1669712" y="375742"/>
                  </a:lnTo>
                  <a:lnTo>
                    <a:pt x="1639142" y="285082"/>
                  </a:lnTo>
                  <a:close/>
                  <a:moveTo>
                    <a:pt x="1567663" y="323518"/>
                  </a:moveTo>
                  <a:lnTo>
                    <a:pt x="1590779" y="405733"/>
                  </a:lnTo>
                  <a:lnTo>
                    <a:pt x="1639142" y="285082"/>
                  </a:lnTo>
                  <a:close/>
                  <a:moveTo>
                    <a:pt x="1580686" y="202867"/>
                  </a:moveTo>
                  <a:lnTo>
                    <a:pt x="1567663" y="323518"/>
                  </a:lnTo>
                  <a:lnTo>
                    <a:pt x="1639142" y="285082"/>
                  </a:lnTo>
                  <a:close/>
                  <a:moveTo>
                    <a:pt x="1525722" y="131935"/>
                  </a:moveTo>
                  <a:lnTo>
                    <a:pt x="1543188" y="134063"/>
                  </a:lnTo>
                  <a:lnTo>
                    <a:pt x="1535561" y="120651"/>
                  </a:lnTo>
                  <a:close/>
                  <a:moveTo>
                    <a:pt x="1580686" y="202867"/>
                  </a:moveTo>
                  <a:lnTo>
                    <a:pt x="1543188" y="134063"/>
                  </a:lnTo>
                  <a:lnTo>
                    <a:pt x="1525722" y="131935"/>
                  </a:lnTo>
                  <a:close/>
                  <a:moveTo>
                    <a:pt x="1639142" y="285082"/>
                  </a:moveTo>
                  <a:lnTo>
                    <a:pt x="1669308" y="326946"/>
                  </a:lnTo>
                  <a:lnTo>
                    <a:pt x="1674786" y="271525"/>
                  </a:lnTo>
                  <a:close/>
                  <a:moveTo>
                    <a:pt x="1580686" y="202867"/>
                  </a:moveTo>
                  <a:lnTo>
                    <a:pt x="1639142" y="285082"/>
                  </a:lnTo>
                  <a:lnTo>
                    <a:pt x="1674786" y="271525"/>
                  </a:lnTo>
                  <a:close/>
                  <a:moveTo>
                    <a:pt x="1556354" y="107032"/>
                  </a:moveTo>
                  <a:lnTo>
                    <a:pt x="1543188" y="134063"/>
                  </a:lnTo>
                  <a:lnTo>
                    <a:pt x="1595762" y="82215"/>
                  </a:lnTo>
                  <a:close/>
                  <a:moveTo>
                    <a:pt x="1543188" y="134063"/>
                  </a:moveTo>
                  <a:lnTo>
                    <a:pt x="1580686" y="202867"/>
                  </a:lnTo>
                  <a:lnTo>
                    <a:pt x="1595762" y="82215"/>
                  </a:lnTo>
                  <a:close/>
                  <a:moveTo>
                    <a:pt x="1595762" y="82215"/>
                  </a:moveTo>
                  <a:lnTo>
                    <a:pt x="1580686" y="202867"/>
                  </a:lnTo>
                  <a:lnTo>
                    <a:pt x="1677900" y="143868"/>
                  </a:lnTo>
                  <a:close/>
                  <a:moveTo>
                    <a:pt x="1535561" y="120651"/>
                  </a:moveTo>
                  <a:lnTo>
                    <a:pt x="1543188" y="134063"/>
                  </a:lnTo>
                  <a:lnTo>
                    <a:pt x="1556354" y="107032"/>
                  </a:lnTo>
                  <a:close/>
                  <a:moveTo>
                    <a:pt x="1531287" y="89567"/>
                  </a:moveTo>
                  <a:lnTo>
                    <a:pt x="1535561" y="120651"/>
                  </a:lnTo>
                  <a:lnTo>
                    <a:pt x="1556354" y="107032"/>
                  </a:lnTo>
                  <a:close/>
                  <a:moveTo>
                    <a:pt x="1595118" y="0"/>
                  </a:moveTo>
                  <a:lnTo>
                    <a:pt x="1556354" y="107032"/>
                  </a:lnTo>
                  <a:lnTo>
                    <a:pt x="1595762" y="8221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04" name="Candidate_density__2003">
              <a:extLst>
                <a:ext uri="{FF2B5EF4-FFF2-40B4-BE49-F238E27FC236}">
                  <a16:creationId xmlns:a16="http://schemas.microsoft.com/office/drawing/2014/main" id="{769353B4-4CAE-0D94-DF64-F7DA4921D413}"/>
                </a:ext>
              </a:extLst>
            </p:cNvPr>
            <p:cNvSpPr>
              <a:spLocks noGrp="1"/>
            </p:cNvSpPr>
            <p:nvPr/>
          </p:nvSpPr>
          <p:spPr>
            <a:xfrm>
              <a:off x="5220817" y="3728860"/>
              <a:ext cx="1571227" cy="1604491"/>
            </a:xfrm>
            <a:custGeom>
              <a:avLst/>
              <a:gdLst/>
              <a:ahLst/>
              <a:cxnLst/>
              <a:rect l="0" t="0" r="0" b="0"/>
              <a:pathLst>
                <a:path w="1571227" h="1604491">
                  <a:moveTo>
                    <a:pt x="40645" y="1550194"/>
                  </a:moveTo>
                  <a:lnTo>
                    <a:pt x="48726" y="1604491"/>
                  </a:lnTo>
                  <a:lnTo>
                    <a:pt x="0" y="1578621"/>
                  </a:lnTo>
                  <a:close/>
                  <a:moveTo>
                    <a:pt x="103030" y="319737"/>
                  </a:moveTo>
                  <a:lnTo>
                    <a:pt x="93731" y="359194"/>
                  </a:lnTo>
                  <a:lnTo>
                    <a:pt x="112424" y="332994"/>
                  </a:lnTo>
                  <a:close/>
                  <a:moveTo>
                    <a:pt x="823285" y="984526"/>
                  </a:moveTo>
                  <a:lnTo>
                    <a:pt x="757323" y="953104"/>
                  </a:lnTo>
                  <a:lnTo>
                    <a:pt x="884479" y="934660"/>
                  </a:lnTo>
                  <a:close/>
                  <a:moveTo>
                    <a:pt x="717395" y="6465"/>
                  </a:moveTo>
                  <a:lnTo>
                    <a:pt x="666245" y="30429"/>
                  </a:lnTo>
                  <a:lnTo>
                    <a:pt x="790196" y="0"/>
                  </a:lnTo>
                  <a:close/>
                  <a:moveTo>
                    <a:pt x="1483415" y="704680"/>
                  </a:moveTo>
                  <a:lnTo>
                    <a:pt x="1435289" y="739948"/>
                  </a:lnTo>
                  <a:lnTo>
                    <a:pt x="1551332" y="679954"/>
                  </a:lnTo>
                  <a:close/>
                  <a:moveTo>
                    <a:pt x="1571227" y="614461"/>
                  </a:moveTo>
                  <a:lnTo>
                    <a:pt x="1483415" y="704680"/>
                  </a:lnTo>
                  <a:lnTo>
                    <a:pt x="1551332" y="679954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05" name="Candidate_density__2004">
              <a:extLst>
                <a:ext uri="{FF2B5EF4-FFF2-40B4-BE49-F238E27FC236}">
                  <a16:creationId xmlns:a16="http://schemas.microsoft.com/office/drawing/2014/main" id="{DA1CE566-1DD3-AB5A-4A50-5233AE05BB4A}"/>
                </a:ext>
              </a:extLst>
            </p:cNvPr>
            <p:cNvSpPr>
              <a:spLocks noGrp="1"/>
            </p:cNvSpPr>
            <p:nvPr/>
          </p:nvSpPr>
          <p:spPr>
            <a:xfrm>
              <a:off x="6052198" y="4477172"/>
              <a:ext cx="60816" cy="83314"/>
            </a:xfrm>
            <a:custGeom>
              <a:avLst/>
              <a:gdLst/>
              <a:ahLst/>
              <a:cxnLst/>
              <a:rect l="0" t="0" r="0" b="0"/>
              <a:pathLst>
                <a:path w="60816" h="83314">
                  <a:moveTo>
                    <a:pt x="60816" y="0"/>
                  </a:moveTo>
                  <a:lnTo>
                    <a:pt x="0" y="83314"/>
                  </a:lnTo>
                  <a:lnTo>
                    <a:pt x="47266" y="448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06" name="Candidate_density__2005">
              <a:extLst>
                <a:ext uri="{FF2B5EF4-FFF2-40B4-BE49-F238E27FC236}">
                  <a16:creationId xmlns:a16="http://schemas.microsoft.com/office/drawing/2014/main" id="{4666381D-EED3-BE3E-0E27-137B9B110881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386596"/>
              <a:ext cx="2332922" cy="1936237"/>
            </a:xfrm>
            <a:custGeom>
              <a:avLst/>
              <a:gdLst/>
              <a:ahLst/>
              <a:cxnLst/>
              <a:rect l="0" t="0" r="0" b="0"/>
              <a:pathLst>
                <a:path w="2332922" h="1936237">
                  <a:moveTo>
                    <a:pt x="807984" y="1854022"/>
                  </a:moveTo>
                  <a:lnTo>
                    <a:pt x="711616" y="1892458"/>
                  </a:lnTo>
                  <a:lnTo>
                    <a:pt x="804826" y="1936237"/>
                  </a:lnTo>
                  <a:close/>
                  <a:moveTo>
                    <a:pt x="194901" y="1211030"/>
                  </a:moveTo>
                  <a:lnTo>
                    <a:pt x="176695" y="1207899"/>
                  </a:lnTo>
                  <a:lnTo>
                    <a:pt x="224971" y="1260003"/>
                  </a:lnTo>
                  <a:close/>
                  <a:moveTo>
                    <a:pt x="55356" y="1145862"/>
                  </a:moveTo>
                  <a:lnTo>
                    <a:pt x="173148" y="1196301"/>
                  </a:lnTo>
                  <a:lnTo>
                    <a:pt x="106751" y="1160111"/>
                  </a:lnTo>
                  <a:close/>
                  <a:moveTo>
                    <a:pt x="55356" y="1145862"/>
                  </a:moveTo>
                  <a:lnTo>
                    <a:pt x="176695" y="1207899"/>
                  </a:lnTo>
                  <a:lnTo>
                    <a:pt x="173148" y="1196301"/>
                  </a:lnTo>
                  <a:close/>
                  <a:moveTo>
                    <a:pt x="56113" y="1152522"/>
                  </a:moveTo>
                  <a:lnTo>
                    <a:pt x="176695" y="1207899"/>
                  </a:lnTo>
                  <a:lnTo>
                    <a:pt x="55356" y="1145862"/>
                  </a:lnTo>
                  <a:close/>
                  <a:moveTo>
                    <a:pt x="173148" y="1196301"/>
                  </a:moveTo>
                  <a:lnTo>
                    <a:pt x="176695" y="1207899"/>
                  </a:lnTo>
                  <a:lnTo>
                    <a:pt x="194901" y="1211030"/>
                  </a:lnTo>
                  <a:close/>
                  <a:moveTo>
                    <a:pt x="106751" y="1160111"/>
                  </a:moveTo>
                  <a:lnTo>
                    <a:pt x="0" y="1130273"/>
                  </a:lnTo>
                  <a:lnTo>
                    <a:pt x="55356" y="1145862"/>
                  </a:lnTo>
                  <a:close/>
                  <a:moveTo>
                    <a:pt x="804826" y="1936237"/>
                  </a:moveTo>
                  <a:lnTo>
                    <a:pt x="787142" y="1915407"/>
                  </a:lnTo>
                  <a:lnTo>
                    <a:pt x="763493" y="1834541"/>
                  </a:lnTo>
                  <a:close/>
                  <a:moveTo>
                    <a:pt x="807984" y="1854022"/>
                  </a:moveTo>
                  <a:lnTo>
                    <a:pt x="763493" y="1834541"/>
                  </a:lnTo>
                  <a:lnTo>
                    <a:pt x="722288" y="1767948"/>
                  </a:lnTo>
                  <a:close/>
                  <a:moveTo>
                    <a:pt x="722166" y="1667955"/>
                  </a:moveTo>
                  <a:lnTo>
                    <a:pt x="765646" y="1771807"/>
                  </a:lnTo>
                  <a:lnTo>
                    <a:pt x="722288" y="1767948"/>
                  </a:lnTo>
                  <a:close/>
                  <a:moveTo>
                    <a:pt x="472287" y="1404510"/>
                  </a:moveTo>
                  <a:lnTo>
                    <a:pt x="511172" y="1518121"/>
                  </a:lnTo>
                  <a:lnTo>
                    <a:pt x="541686" y="1456424"/>
                  </a:lnTo>
                  <a:close/>
                  <a:moveTo>
                    <a:pt x="613352" y="1495642"/>
                  </a:moveTo>
                  <a:lnTo>
                    <a:pt x="604485" y="1412564"/>
                  </a:lnTo>
                  <a:lnTo>
                    <a:pt x="541686" y="1456424"/>
                  </a:lnTo>
                  <a:close/>
                  <a:moveTo>
                    <a:pt x="434405" y="1240079"/>
                  </a:moveTo>
                  <a:lnTo>
                    <a:pt x="414606" y="1278516"/>
                  </a:lnTo>
                  <a:lnTo>
                    <a:pt x="458985" y="1322294"/>
                  </a:lnTo>
                  <a:close/>
                  <a:moveTo>
                    <a:pt x="434405" y="1240079"/>
                  </a:moveTo>
                  <a:lnTo>
                    <a:pt x="390915" y="1171374"/>
                  </a:lnTo>
                  <a:lnTo>
                    <a:pt x="352227" y="1241931"/>
                  </a:lnTo>
                  <a:close/>
                  <a:moveTo>
                    <a:pt x="173148" y="1196301"/>
                  </a:moveTo>
                  <a:lnTo>
                    <a:pt x="194901" y="1211030"/>
                  </a:lnTo>
                  <a:lnTo>
                    <a:pt x="197107" y="1191305"/>
                  </a:lnTo>
                  <a:close/>
                  <a:moveTo>
                    <a:pt x="173148" y="1196301"/>
                  </a:moveTo>
                  <a:lnTo>
                    <a:pt x="197107" y="1191305"/>
                  </a:lnTo>
                  <a:lnTo>
                    <a:pt x="106751" y="1160111"/>
                  </a:lnTo>
                  <a:close/>
                  <a:moveTo>
                    <a:pt x="299009" y="1169052"/>
                  </a:moveTo>
                  <a:lnTo>
                    <a:pt x="194901" y="1211030"/>
                  </a:lnTo>
                  <a:lnTo>
                    <a:pt x="276650" y="1238017"/>
                  </a:lnTo>
                  <a:close/>
                  <a:moveTo>
                    <a:pt x="299009" y="1169052"/>
                  </a:moveTo>
                  <a:lnTo>
                    <a:pt x="197107" y="1191305"/>
                  </a:lnTo>
                  <a:lnTo>
                    <a:pt x="194901" y="1211030"/>
                  </a:lnTo>
                  <a:close/>
                  <a:moveTo>
                    <a:pt x="197107" y="1191305"/>
                  </a:moveTo>
                  <a:lnTo>
                    <a:pt x="299009" y="1169052"/>
                  </a:lnTo>
                  <a:lnTo>
                    <a:pt x="227997" y="1119569"/>
                  </a:lnTo>
                  <a:close/>
                  <a:moveTo>
                    <a:pt x="299009" y="1169052"/>
                  </a:moveTo>
                  <a:lnTo>
                    <a:pt x="305976" y="1132462"/>
                  </a:lnTo>
                  <a:lnTo>
                    <a:pt x="227997" y="1119569"/>
                  </a:lnTo>
                  <a:close/>
                  <a:moveTo>
                    <a:pt x="276650" y="1238017"/>
                  </a:moveTo>
                  <a:lnTo>
                    <a:pt x="368208" y="1157865"/>
                  </a:lnTo>
                  <a:lnTo>
                    <a:pt x="299009" y="1169052"/>
                  </a:lnTo>
                  <a:close/>
                  <a:moveTo>
                    <a:pt x="390915" y="1171374"/>
                  </a:moveTo>
                  <a:lnTo>
                    <a:pt x="368208" y="1157865"/>
                  </a:lnTo>
                  <a:lnTo>
                    <a:pt x="276650" y="1238017"/>
                  </a:lnTo>
                  <a:close/>
                  <a:moveTo>
                    <a:pt x="299009" y="1169052"/>
                  </a:moveTo>
                  <a:lnTo>
                    <a:pt x="368208" y="1157865"/>
                  </a:lnTo>
                  <a:lnTo>
                    <a:pt x="305976" y="1132462"/>
                  </a:lnTo>
                  <a:close/>
                  <a:moveTo>
                    <a:pt x="758528" y="1815585"/>
                  </a:moveTo>
                  <a:lnTo>
                    <a:pt x="722288" y="1767948"/>
                  </a:lnTo>
                  <a:lnTo>
                    <a:pt x="763493" y="1834541"/>
                  </a:lnTo>
                  <a:close/>
                  <a:moveTo>
                    <a:pt x="722288" y="1767948"/>
                  </a:moveTo>
                  <a:lnTo>
                    <a:pt x="716056" y="1733370"/>
                  </a:lnTo>
                  <a:lnTo>
                    <a:pt x="636682" y="1676859"/>
                  </a:lnTo>
                  <a:close/>
                  <a:moveTo>
                    <a:pt x="722166" y="1667955"/>
                  </a:moveTo>
                  <a:lnTo>
                    <a:pt x="722288" y="1767948"/>
                  </a:lnTo>
                  <a:lnTo>
                    <a:pt x="636682" y="1676859"/>
                  </a:lnTo>
                  <a:close/>
                  <a:moveTo>
                    <a:pt x="738910" y="1421296"/>
                  </a:moveTo>
                  <a:lnTo>
                    <a:pt x="686581" y="1396609"/>
                  </a:lnTo>
                  <a:lnTo>
                    <a:pt x="782065" y="1448289"/>
                  </a:lnTo>
                  <a:close/>
                  <a:moveTo>
                    <a:pt x="544548" y="1390895"/>
                  </a:moveTo>
                  <a:lnTo>
                    <a:pt x="541686" y="1456424"/>
                  </a:lnTo>
                  <a:lnTo>
                    <a:pt x="605570" y="1401876"/>
                  </a:lnTo>
                  <a:close/>
                  <a:moveTo>
                    <a:pt x="669905" y="1366073"/>
                  </a:moveTo>
                  <a:lnTo>
                    <a:pt x="686581" y="1396609"/>
                  </a:lnTo>
                  <a:lnTo>
                    <a:pt x="738910" y="1421296"/>
                  </a:lnTo>
                  <a:close/>
                  <a:moveTo>
                    <a:pt x="493620" y="1283858"/>
                  </a:moveTo>
                  <a:lnTo>
                    <a:pt x="434405" y="1240079"/>
                  </a:lnTo>
                  <a:lnTo>
                    <a:pt x="458985" y="1322294"/>
                  </a:lnTo>
                  <a:close/>
                  <a:moveTo>
                    <a:pt x="390915" y="1171374"/>
                  </a:moveTo>
                  <a:lnTo>
                    <a:pt x="434405" y="1240079"/>
                  </a:lnTo>
                  <a:lnTo>
                    <a:pt x="446988" y="1209433"/>
                  </a:lnTo>
                  <a:close/>
                  <a:moveTo>
                    <a:pt x="738910" y="1421296"/>
                  </a:moveTo>
                  <a:lnTo>
                    <a:pt x="782065" y="1448289"/>
                  </a:lnTo>
                  <a:lnTo>
                    <a:pt x="783240" y="1371833"/>
                  </a:lnTo>
                  <a:close/>
                  <a:moveTo>
                    <a:pt x="836704" y="1335153"/>
                  </a:moveTo>
                  <a:lnTo>
                    <a:pt x="782065" y="1448289"/>
                  </a:lnTo>
                  <a:lnTo>
                    <a:pt x="839919" y="1432631"/>
                  </a:lnTo>
                  <a:close/>
                  <a:moveTo>
                    <a:pt x="899739" y="1444591"/>
                  </a:moveTo>
                  <a:lnTo>
                    <a:pt x="839919" y="1432631"/>
                  </a:lnTo>
                  <a:lnTo>
                    <a:pt x="829268" y="1480469"/>
                  </a:lnTo>
                  <a:close/>
                  <a:moveTo>
                    <a:pt x="698621" y="1327637"/>
                  </a:moveTo>
                  <a:lnTo>
                    <a:pt x="655126" y="1283858"/>
                  </a:lnTo>
                  <a:lnTo>
                    <a:pt x="669905" y="1366073"/>
                  </a:lnTo>
                  <a:close/>
                  <a:moveTo>
                    <a:pt x="711016" y="976374"/>
                  </a:moveTo>
                  <a:lnTo>
                    <a:pt x="705274" y="998776"/>
                  </a:lnTo>
                  <a:lnTo>
                    <a:pt x="735380" y="977689"/>
                  </a:lnTo>
                  <a:close/>
                  <a:moveTo>
                    <a:pt x="711016" y="976374"/>
                  </a:moveTo>
                  <a:lnTo>
                    <a:pt x="735380" y="977689"/>
                  </a:lnTo>
                  <a:lnTo>
                    <a:pt x="702683" y="960340"/>
                  </a:lnTo>
                  <a:close/>
                  <a:moveTo>
                    <a:pt x="702683" y="960340"/>
                  </a:moveTo>
                  <a:lnTo>
                    <a:pt x="674432" y="906025"/>
                  </a:lnTo>
                  <a:lnTo>
                    <a:pt x="711016" y="976374"/>
                  </a:lnTo>
                  <a:close/>
                  <a:moveTo>
                    <a:pt x="702683" y="960340"/>
                  </a:moveTo>
                  <a:lnTo>
                    <a:pt x="635549" y="878125"/>
                  </a:lnTo>
                  <a:lnTo>
                    <a:pt x="674432" y="906025"/>
                  </a:lnTo>
                  <a:close/>
                  <a:moveTo>
                    <a:pt x="1104011" y="1250764"/>
                  </a:moveTo>
                  <a:lnTo>
                    <a:pt x="1093701" y="1289200"/>
                  </a:lnTo>
                  <a:lnTo>
                    <a:pt x="1041497" y="1189752"/>
                  </a:lnTo>
                  <a:close/>
                  <a:moveTo>
                    <a:pt x="970037" y="1087163"/>
                  </a:moveTo>
                  <a:lnTo>
                    <a:pt x="976051" y="1124770"/>
                  </a:lnTo>
                  <a:lnTo>
                    <a:pt x="971672" y="1088632"/>
                  </a:lnTo>
                  <a:close/>
                  <a:moveTo>
                    <a:pt x="702683" y="960340"/>
                  </a:moveTo>
                  <a:lnTo>
                    <a:pt x="735380" y="977689"/>
                  </a:lnTo>
                  <a:lnTo>
                    <a:pt x="760840" y="935869"/>
                  </a:lnTo>
                  <a:close/>
                  <a:moveTo>
                    <a:pt x="702683" y="960340"/>
                  </a:moveTo>
                  <a:lnTo>
                    <a:pt x="760840" y="935869"/>
                  </a:lnTo>
                  <a:lnTo>
                    <a:pt x="635549" y="878125"/>
                  </a:lnTo>
                  <a:close/>
                  <a:moveTo>
                    <a:pt x="635316" y="877233"/>
                  </a:moveTo>
                  <a:lnTo>
                    <a:pt x="635549" y="878125"/>
                  </a:lnTo>
                  <a:lnTo>
                    <a:pt x="690083" y="871791"/>
                  </a:lnTo>
                  <a:close/>
                  <a:moveTo>
                    <a:pt x="823179" y="921903"/>
                  </a:moveTo>
                  <a:lnTo>
                    <a:pt x="871736" y="1006396"/>
                  </a:lnTo>
                  <a:lnTo>
                    <a:pt x="872081" y="1004119"/>
                  </a:lnTo>
                  <a:close/>
                  <a:moveTo>
                    <a:pt x="735380" y="977689"/>
                  </a:moveTo>
                  <a:lnTo>
                    <a:pt x="871736" y="1006396"/>
                  </a:lnTo>
                  <a:lnTo>
                    <a:pt x="823179" y="921903"/>
                  </a:lnTo>
                  <a:close/>
                  <a:moveTo>
                    <a:pt x="823179" y="921903"/>
                  </a:moveTo>
                  <a:lnTo>
                    <a:pt x="760840" y="935869"/>
                  </a:lnTo>
                  <a:lnTo>
                    <a:pt x="735380" y="977689"/>
                  </a:lnTo>
                  <a:close/>
                  <a:moveTo>
                    <a:pt x="760840" y="935869"/>
                  </a:moveTo>
                  <a:lnTo>
                    <a:pt x="823179" y="921903"/>
                  </a:lnTo>
                  <a:lnTo>
                    <a:pt x="775486" y="912437"/>
                  </a:lnTo>
                  <a:close/>
                  <a:moveTo>
                    <a:pt x="635549" y="878125"/>
                  </a:moveTo>
                  <a:lnTo>
                    <a:pt x="635316" y="877233"/>
                  </a:lnTo>
                  <a:lnTo>
                    <a:pt x="616320" y="792583"/>
                  </a:lnTo>
                  <a:close/>
                  <a:moveTo>
                    <a:pt x="967340" y="1086333"/>
                  </a:moveTo>
                  <a:lnTo>
                    <a:pt x="970037" y="1087163"/>
                  </a:lnTo>
                  <a:lnTo>
                    <a:pt x="971672" y="1088632"/>
                  </a:lnTo>
                  <a:close/>
                  <a:moveTo>
                    <a:pt x="871736" y="1006396"/>
                  </a:moveTo>
                  <a:lnTo>
                    <a:pt x="967340" y="1086333"/>
                  </a:lnTo>
                  <a:lnTo>
                    <a:pt x="876104" y="1009978"/>
                  </a:lnTo>
                  <a:close/>
                  <a:moveTo>
                    <a:pt x="970037" y="1087163"/>
                  </a:moveTo>
                  <a:lnTo>
                    <a:pt x="967340" y="1086333"/>
                  </a:lnTo>
                  <a:lnTo>
                    <a:pt x="871736" y="1006396"/>
                  </a:lnTo>
                  <a:close/>
                  <a:moveTo>
                    <a:pt x="616576" y="839688"/>
                  </a:moveTo>
                  <a:lnTo>
                    <a:pt x="616320" y="792583"/>
                  </a:lnTo>
                  <a:lnTo>
                    <a:pt x="635316" y="877233"/>
                  </a:lnTo>
                  <a:close/>
                  <a:moveTo>
                    <a:pt x="1185568" y="1130112"/>
                  </a:moveTo>
                  <a:lnTo>
                    <a:pt x="1143591" y="1174093"/>
                  </a:lnTo>
                  <a:lnTo>
                    <a:pt x="1191678" y="1138681"/>
                  </a:lnTo>
                  <a:close/>
                  <a:moveTo>
                    <a:pt x="1136507" y="1168549"/>
                  </a:moveTo>
                  <a:lnTo>
                    <a:pt x="1143591" y="1174093"/>
                  </a:lnTo>
                  <a:lnTo>
                    <a:pt x="1185568" y="1130112"/>
                  </a:lnTo>
                  <a:close/>
                  <a:moveTo>
                    <a:pt x="1111702" y="1047897"/>
                  </a:moveTo>
                  <a:lnTo>
                    <a:pt x="1136507" y="1168549"/>
                  </a:lnTo>
                  <a:lnTo>
                    <a:pt x="1185568" y="1130112"/>
                  </a:lnTo>
                  <a:close/>
                  <a:moveTo>
                    <a:pt x="967340" y="1086333"/>
                  </a:moveTo>
                  <a:lnTo>
                    <a:pt x="971672" y="1088632"/>
                  </a:lnTo>
                  <a:lnTo>
                    <a:pt x="976363" y="1082021"/>
                  </a:lnTo>
                  <a:close/>
                  <a:moveTo>
                    <a:pt x="967340" y="1086333"/>
                  </a:moveTo>
                  <a:lnTo>
                    <a:pt x="976363" y="1082021"/>
                  </a:lnTo>
                  <a:lnTo>
                    <a:pt x="876104" y="1009978"/>
                  </a:lnTo>
                  <a:close/>
                  <a:moveTo>
                    <a:pt x="1083595" y="1055435"/>
                  </a:moveTo>
                  <a:lnTo>
                    <a:pt x="976363" y="1082021"/>
                  </a:lnTo>
                  <a:lnTo>
                    <a:pt x="971672" y="1088632"/>
                  </a:lnTo>
                  <a:close/>
                  <a:moveTo>
                    <a:pt x="976363" y="1082021"/>
                  </a:moveTo>
                  <a:lnTo>
                    <a:pt x="1083595" y="1055435"/>
                  </a:lnTo>
                  <a:lnTo>
                    <a:pt x="1016077" y="1039451"/>
                  </a:lnTo>
                  <a:close/>
                  <a:moveTo>
                    <a:pt x="1109287" y="995047"/>
                  </a:moveTo>
                  <a:lnTo>
                    <a:pt x="1086545" y="1024261"/>
                  </a:lnTo>
                  <a:lnTo>
                    <a:pt x="1083595" y="1055435"/>
                  </a:lnTo>
                  <a:close/>
                  <a:moveTo>
                    <a:pt x="1111702" y="1047897"/>
                  </a:moveTo>
                  <a:lnTo>
                    <a:pt x="1154755" y="1000631"/>
                  </a:lnTo>
                  <a:lnTo>
                    <a:pt x="1109287" y="995047"/>
                  </a:lnTo>
                  <a:close/>
                  <a:moveTo>
                    <a:pt x="1083595" y="1055435"/>
                  </a:moveTo>
                  <a:lnTo>
                    <a:pt x="1111702" y="1047897"/>
                  </a:lnTo>
                  <a:lnTo>
                    <a:pt x="1109287" y="995047"/>
                  </a:lnTo>
                  <a:close/>
                  <a:moveTo>
                    <a:pt x="1296481" y="1251860"/>
                  </a:moveTo>
                  <a:lnTo>
                    <a:pt x="1320744" y="1294542"/>
                  </a:lnTo>
                  <a:lnTo>
                    <a:pt x="1314348" y="1289297"/>
                  </a:lnTo>
                  <a:close/>
                  <a:moveTo>
                    <a:pt x="1191678" y="1138681"/>
                  </a:moveTo>
                  <a:lnTo>
                    <a:pt x="1200318" y="1130112"/>
                  </a:lnTo>
                  <a:lnTo>
                    <a:pt x="1245289" y="1184757"/>
                  </a:lnTo>
                  <a:close/>
                  <a:moveTo>
                    <a:pt x="1245289" y="1184757"/>
                  </a:moveTo>
                  <a:lnTo>
                    <a:pt x="1200318" y="1130112"/>
                  </a:lnTo>
                  <a:lnTo>
                    <a:pt x="1281995" y="1115416"/>
                  </a:lnTo>
                  <a:close/>
                  <a:moveTo>
                    <a:pt x="1200500" y="1020985"/>
                  </a:moveTo>
                  <a:lnTo>
                    <a:pt x="1212705" y="1047897"/>
                  </a:lnTo>
                  <a:lnTo>
                    <a:pt x="1154755" y="1000631"/>
                  </a:lnTo>
                  <a:close/>
                  <a:moveTo>
                    <a:pt x="1776141" y="1299884"/>
                  </a:moveTo>
                  <a:lnTo>
                    <a:pt x="1801814" y="1317525"/>
                  </a:lnTo>
                  <a:lnTo>
                    <a:pt x="1840496" y="1264600"/>
                  </a:lnTo>
                  <a:close/>
                  <a:moveTo>
                    <a:pt x="1776141" y="1299884"/>
                  </a:moveTo>
                  <a:lnTo>
                    <a:pt x="1840496" y="1264600"/>
                  </a:lnTo>
                  <a:lnTo>
                    <a:pt x="1808975" y="1179233"/>
                  </a:lnTo>
                  <a:close/>
                  <a:moveTo>
                    <a:pt x="1931696" y="1309273"/>
                  </a:moveTo>
                  <a:lnTo>
                    <a:pt x="1856405" y="1251667"/>
                  </a:lnTo>
                  <a:lnTo>
                    <a:pt x="1846580" y="1261448"/>
                  </a:lnTo>
                  <a:close/>
                  <a:moveTo>
                    <a:pt x="1893357" y="1229384"/>
                  </a:moveTo>
                  <a:lnTo>
                    <a:pt x="1856405" y="1251667"/>
                  </a:lnTo>
                  <a:lnTo>
                    <a:pt x="1931696" y="1309273"/>
                  </a:lnTo>
                  <a:close/>
                  <a:moveTo>
                    <a:pt x="1817302" y="1140797"/>
                  </a:moveTo>
                  <a:lnTo>
                    <a:pt x="1808975" y="1179233"/>
                  </a:lnTo>
                  <a:lnTo>
                    <a:pt x="1885062" y="1223012"/>
                  </a:lnTo>
                  <a:close/>
                  <a:moveTo>
                    <a:pt x="1822214" y="1058582"/>
                  </a:moveTo>
                  <a:lnTo>
                    <a:pt x="1808975" y="1179233"/>
                  </a:lnTo>
                  <a:lnTo>
                    <a:pt x="1817302" y="1140797"/>
                  </a:lnTo>
                  <a:close/>
                  <a:moveTo>
                    <a:pt x="1766380" y="1033296"/>
                  </a:moveTo>
                  <a:lnTo>
                    <a:pt x="1822214" y="1058582"/>
                  </a:lnTo>
                  <a:lnTo>
                    <a:pt x="1845234" y="937930"/>
                  </a:lnTo>
                  <a:close/>
                  <a:moveTo>
                    <a:pt x="1845234" y="937930"/>
                  </a:moveTo>
                  <a:lnTo>
                    <a:pt x="1822214" y="1058582"/>
                  </a:lnTo>
                  <a:lnTo>
                    <a:pt x="1875697" y="948156"/>
                  </a:lnTo>
                  <a:close/>
                  <a:moveTo>
                    <a:pt x="1875697" y="948156"/>
                  </a:moveTo>
                  <a:lnTo>
                    <a:pt x="1822214" y="1058582"/>
                  </a:lnTo>
                  <a:lnTo>
                    <a:pt x="1860743" y="1047957"/>
                  </a:lnTo>
                  <a:close/>
                  <a:moveTo>
                    <a:pt x="1870990" y="1058582"/>
                  </a:moveTo>
                  <a:lnTo>
                    <a:pt x="1875697" y="948156"/>
                  </a:lnTo>
                  <a:lnTo>
                    <a:pt x="1860743" y="1047957"/>
                  </a:lnTo>
                  <a:close/>
                  <a:moveTo>
                    <a:pt x="2033940" y="817278"/>
                  </a:moveTo>
                  <a:lnTo>
                    <a:pt x="2037021" y="825645"/>
                  </a:lnTo>
                  <a:lnTo>
                    <a:pt x="2050790" y="830279"/>
                  </a:lnTo>
                  <a:close/>
                  <a:moveTo>
                    <a:pt x="2031197" y="757028"/>
                  </a:moveTo>
                  <a:lnTo>
                    <a:pt x="2037021" y="825645"/>
                  </a:lnTo>
                  <a:lnTo>
                    <a:pt x="2033940" y="817278"/>
                  </a:lnTo>
                  <a:close/>
                  <a:moveTo>
                    <a:pt x="2185308" y="981708"/>
                  </a:moveTo>
                  <a:lnTo>
                    <a:pt x="2257801" y="1046945"/>
                  </a:lnTo>
                  <a:lnTo>
                    <a:pt x="2278389" y="950785"/>
                  </a:lnTo>
                  <a:close/>
                  <a:moveTo>
                    <a:pt x="2033940" y="817278"/>
                  </a:moveTo>
                  <a:lnTo>
                    <a:pt x="2030837" y="730580"/>
                  </a:lnTo>
                  <a:lnTo>
                    <a:pt x="2031197" y="757028"/>
                  </a:lnTo>
                  <a:close/>
                  <a:moveTo>
                    <a:pt x="2267420" y="740405"/>
                  </a:moveTo>
                  <a:lnTo>
                    <a:pt x="2232834" y="801850"/>
                  </a:lnTo>
                  <a:lnTo>
                    <a:pt x="2282126" y="747563"/>
                  </a:lnTo>
                  <a:close/>
                  <a:moveTo>
                    <a:pt x="2282126" y="747563"/>
                  </a:moveTo>
                  <a:lnTo>
                    <a:pt x="2232834" y="801850"/>
                  </a:lnTo>
                  <a:lnTo>
                    <a:pt x="2222565" y="835485"/>
                  </a:lnTo>
                  <a:close/>
                  <a:moveTo>
                    <a:pt x="2300240" y="822620"/>
                  </a:moveTo>
                  <a:lnTo>
                    <a:pt x="2310045" y="811873"/>
                  </a:lnTo>
                  <a:lnTo>
                    <a:pt x="2282126" y="747563"/>
                  </a:lnTo>
                  <a:close/>
                  <a:moveTo>
                    <a:pt x="2222565" y="835485"/>
                  </a:moveTo>
                  <a:lnTo>
                    <a:pt x="2300240" y="822620"/>
                  </a:lnTo>
                  <a:lnTo>
                    <a:pt x="2282126" y="747563"/>
                  </a:lnTo>
                  <a:close/>
                  <a:moveTo>
                    <a:pt x="2332922" y="861057"/>
                  </a:moveTo>
                  <a:lnTo>
                    <a:pt x="2316678" y="836673"/>
                  </a:lnTo>
                  <a:lnTo>
                    <a:pt x="2283860" y="929173"/>
                  </a:lnTo>
                  <a:close/>
                  <a:moveTo>
                    <a:pt x="2332922" y="861057"/>
                  </a:moveTo>
                  <a:lnTo>
                    <a:pt x="2317768" y="822620"/>
                  </a:lnTo>
                  <a:lnTo>
                    <a:pt x="2316678" y="836673"/>
                  </a:lnTo>
                  <a:close/>
                  <a:moveTo>
                    <a:pt x="2317768" y="822620"/>
                  </a:moveTo>
                  <a:lnTo>
                    <a:pt x="2282126" y="747563"/>
                  </a:lnTo>
                  <a:lnTo>
                    <a:pt x="2310045" y="811873"/>
                  </a:lnTo>
                  <a:close/>
                  <a:moveTo>
                    <a:pt x="2072009" y="658190"/>
                  </a:moveTo>
                  <a:lnTo>
                    <a:pt x="2026735" y="614412"/>
                  </a:lnTo>
                  <a:lnTo>
                    <a:pt x="2046411" y="696627"/>
                  </a:lnTo>
                  <a:close/>
                  <a:moveTo>
                    <a:pt x="2230134" y="629148"/>
                  </a:moveTo>
                  <a:lnTo>
                    <a:pt x="2267420" y="740405"/>
                  </a:lnTo>
                  <a:lnTo>
                    <a:pt x="2241965" y="658190"/>
                  </a:lnTo>
                  <a:close/>
                  <a:moveTo>
                    <a:pt x="1974405" y="126463"/>
                  </a:moveTo>
                  <a:lnTo>
                    <a:pt x="2004433" y="226552"/>
                  </a:lnTo>
                  <a:lnTo>
                    <a:pt x="2044752" y="162098"/>
                  </a:lnTo>
                  <a:close/>
                  <a:moveTo>
                    <a:pt x="2043824" y="88027"/>
                  </a:moveTo>
                  <a:lnTo>
                    <a:pt x="2044752" y="162098"/>
                  </a:lnTo>
                  <a:lnTo>
                    <a:pt x="2095899" y="138125"/>
                  </a:lnTo>
                  <a:close/>
                  <a:moveTo>
                    <a:pt x="2043824" y="88027"/>
                  </a:moveTo>
                  <a:lnTo>
                    <a:pt x="1974405" y="126463"/>
                  </a:lnTo>
                  <a:lnTo>
                    <a:pt x="2044752" y="162098"/>
                  </a:lnTo>
                  <a:close/>
                  <a:moveTo>
                    <a:pt x="2137271" y="49590"/>
                  </a:moveTo>
                  <a:lnTo>
                    <a:pt x="2161308" y="84549"/>
                  </a:lnTo>
                  <a:lnTo>
                    <a:pt x="206765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07" name="Candidate_density__2006">
              <a:extLst>
                <a:ext uri="{FF2B5EF4-FFF2-40B4-BE49-F238E27FC236}">
                  <a16:creationId xmlns:a16="http://schemas.microsoft.com/office/drawing/2014/main" id="{0C11BDCE-2F37-A69B-B373-8FCFB05C3659}"/>
                </a:ext>
              </a:extLst>
            </p:cNvPr>
            <p:cNvSpPr>
              <a:spLocks noGrp="1"/>
            </p:cNvSpPr>
            <p:nvPr/>
          </p:nvSpPr>
          <p:spPr>
            <a:xfrm>
              <a:off x="4752407" y="3385638"/>
              <a:ext cx="2011792" cy="1854979"/>
            </a:xfrm>
            <a:custGeom>
              <a:avLst/>
              <a:gdLst/>
              <a:ahLst/>
              <a:cxnLst/>
              <a:rect l="0" t="0" r="0" b="0"/>
              <a:pathLst>
                <a:path w="2011792" h="1854979">
                  <a:moveTo>
                    <a:pt x="403762" y="1779109"/>
                  </a:moveTo>
                  <a:lnTo>
                    <a:pt x="288981" y="1808301"/>
                  </a:lnTo>
                  <a:lnTo>
                    <a:pt x="292483" y="1811201"/>
                  </a:lnTo>
                  <a:close/>
                  <a:moveTo>
                    <a:pt x="304060" y="1699480"/>
                  </a:moveTo>
                  <a:lnTo>
                    <a:pt x="288981" y="1808301"/>
                  </a:lnTo>
                  <a:lnTo>
                    <a:pt x="403762" y="1779109"/>
                  </a:lnTo>
                  <a:close/>
                  <a:moveTo>
                    <a:pt x="385054" y="1694226"/>
                  </a:moveTo>
                  <a:lnTo>
                    <a:pt x="304060" y="1699480"/>
                  </a:lnTo>
                  <a:lnTo>
                    <a:pt x="403762" y="1779109"/>
                  </a:lnTo>
                  <a:close/>
                  <a:moveTo>
                    <a:pt x="274382" y="1608334"/>
                  </a:moveTo>
                  <a:lnTo>
                    <a:pt x="304060" y="1699480"/>
                  </a:lnTo>
                  <a:lnTo>
                    <a:pt x="305015" y="1653046"/>
                  </a:lnTo>
                  <a:close/>
                  <a:moveTo>
                    <a:pt x="235120" y="1728986"/>
                  </a:moveTo>
                  <a:lnTo>
                    <a:pt x="304060" y="1699480"/>
                  </a:lnTo>
                  <a:lnTo>
                    <a:pt x="274382" y="1608334"/>
                  </a:lnTo>
                  <a:close/>
                  <a:moveTo>
                    <a:pt x="198809" y="1534618"/>
                  </a:moveTo>
                  <a:lnTo>
                    <a:pt x="190669" y="1530889"/>
                  </a:lnTo>
                  <a:lnTo>
                    <a:pt x="274382" y="1608334"/>
                  </a:lnTo>
                  <a:close/>
                  <a:moveTo>
                    <a:pt x="191689" y="1526119"/>
                  </a:moveTo>
                  <a:lnTo>
                    <a:pt x="190669" y="1530889"/>
                  </a:lnTo>
                  <a:lnTo>
                    <a:pt x="198809" y="1534618"/>
                  </a:lnTo>
                  <a:close/>
                  <a:moveTo>
                    <a:pt x="191689" y="1526119"/>
                  </a:moveTo>
                  <a:lnTo>
                    <a:pt x="143414" y="1469214"/>
                  </a:lnTo>
                  <a:lnTo>
                    <a:pt x="190669" y="1530889"/>
                  </a:lnTo>
                  <a:close/>
                  <a:moveTo>
                    <a:pt x="459669" y="1772765"/>
                  </a:moveTo>
                  <a:lnTo>
                    <a:pt x="502008" y="1854979"/>
                  </a:lnTo>
                  <a:lnTo>
                    <a:pt x="416312" y="1768906"/>
                  </a:lnTo>
                  <a:close/>
                  <a:moveTo>
                    <a:pt x="274382" y="1608334"/>
                  </a:moveTo>
                  <a:lnTo>
                    <a:pt x="305015" y="1653046"/>
                  </a:lnTo>
                  <a:lnTo>
                    <a:pt x="311328" y="1593480"/>
                  </a:lnTo>
                  <a:close/>
                  <a:moveTo>
                    <a:pt x="311328" y="1593480"/>
                  </a:moveTo>
                  <a:lnTo>
                    <a:pt x="198809" y="1534618"/>
                  </a:lnTo>
                  <a:lnTo>
                    <a:pt x="274382" y="1608334"/>
                  </a:lnTo>
                  <a:close/>
                  <a:moveTo>
                    <a:pt x="205196" y="1519079"/>
                  </a:moveTo>
                  <a:lnTo>
                    <a:pt x="198809" y="1534618"/>
                  </a:lnTo>
                  <a:lnTo>
                    <a:pt x="311328" y="1593480"/>
                  </a:lnTo>
                  <a:close/>
                  <a:moveTo>
                    <a:pt x="307376" y="1496600"/>
                  </a:moveTo>
                  <a:lnTo>
                    <a:pt x="205196" y="1519079"/>
                  </a:lnTo>
                  <a:lnTo>
                    <a:pt x="311328" y="1593480"/>
                  </a:lnTo>
                  <a:close/>
                  <a:moveTo>
                    <a:pt x="311328" y="1593480"/>
                  </a:moveTo>
                  <a:lnTo>
                    <a:pt x="305015" y="1653046"/>
                  </a:lnTo>
                  <a:lnTo>
                    <a:pt x="321549" y="1608334"/>
                  </a:lnTo>
                  <a:close/>
                  <a:moveTo>
                    <a:pt x="307376" y="1496600"/>
                  </a:moveTo>
                  <a:lnTo>
                    <a:pt x="311328" y="1593480"/>
                  </a:lnTo>
                  <a:lnTo>
                    <a:pt x="321549" y="1608334"/>
                  </a:lnTo>
                  <a:close/>
                  <a:moveTo>
                    <a:pt x="191689" y="1526119"/>
                  </a:moveTo>
                  <a:lnTo>
                    <a:pt x="198809" y="1534618"/>
                  </a:lnTo>
                  <a:lnTo>
                    <a:pt x="205196" y="1519079"/>
                  </a:lnTo>
                  <a:close/>
                  <a:moveTo>
                    <a:pt x="191689" y="1526119"/>
                  </a:moveTo>
                  <a:lnTo>
                    <a:pt x="205196" y="1519079"/>
                  </a:lnTo>
                  <a:lnTo>
                    <a:pt x="166311" y="1405468"/>
                  </a:lnTo>
                  <a:close/>
                  <a:moveTo>
                    <a:pt x="151500" y="1443904"/>
                  </a:moveTo>
                  <a:lnTo>
                    <a:pt x="191689" y="1526119"/>
                  </a:lnTo>
                  <a:lnTo>
                    <a:pt x="166311" y="1405468"/>
                  </a:lnTo>
                  <a:close/>
                  <a:moveTo>
                    <a:pt x="205196" y="1519079"/>
                  </a:moveTo>
                  <a:lnTo>
                    <a:pt x="307376" y="1496600"/>
                  </a:lnTo>
                  <a:lnTo>
                    <a:pt x="235710" y="1457382"/>
                  </a:lnTo>
                  <a:close/>
                  <a:moveTo>
                    <a:pt x="166311" y="1405468"/>
                  </a:moveTo>
                  <a:lnTo>
                    <a:pt x="153008" y="1323252"/>
                  </a:lnTo>
                  <a:lnTo>
                    <a:pt x="151500" y="1443904"/>
                  </a:lnTo>
                  <a:close/>
                  <a:moveTo>
                    <a:pt x="476089" y="1449246"/>
                  </a:moveTo>
                  <a:lnTo>
                    <a:pt x="489338" y="1569684"/>
                  </a:lnTo>
                  <a:lnTo>
                    <a:pt x="523291" y="1481427"/>
                  </a:lnTo>
                  <a:close/>
                  <a:moveTo>
                    <a:pt x="62232" y="1158822"/>
                  </a:moveTo>
                  <a:lnTo>
                    <a:pt x="84939" y="1172332"/>
                  </a:lnTo>
                  <a:lnTo>
                    <a:pt x="71439" y="1120386"/>
                  </a:lnTo>
                  <a:close/>
                  <a:moveTo>
                    <a:pt x="62232" y="1158822"/>
                  </a:moveTo>
                  <a:lnTo>
                    <a:pt x="71439" y="1120386"/>
                  </a:lnTo>
                  <a:lnTo>
                    <a:pt x="0" y="1133420"/>
                  </a:lnTo>
                  <a:close/>
                  <a:moveTo>
                    <a:pt x="476089" y="1449246"/>
                  </a:moveTo>
                  <a:lnTo>
                    <a:pt x="523291" y="1481427"/>
                  </a:lnTo>
                  <a:lnTo>
                    <a:pt x="533943" y="1433589"/>
                  </a:lnTo>
                  <a:close/>
                  <a:moveTo>
                    <a:pt x="392645" y="1328595"/>
                  </a:moveTo>
                  <a:lnTo>
                    <a:pt x="363929" y="1367031"/>
                  </a:lnTo>
                  <a:lnTo>
                    <a:pt x="432934" y="1422254"/>
                  </a:lnTo>
                  <a:close/>
                  <a:moveTo>
                    <a:pt x="778915" y="1234235"/>
                  </a:moveTo>
                  <a:lnTo>
                    <a:pt x="688387" y="1207943"/>
                  </a:lnTo>
                  <a:lnTo>
                    <a:pt x="655806" y="1267813"/>
                  </a:lnTo>
                  <a:close/>
                  <a:moveTo>
                    <a:pt x="735521" y="1190710"/>
                  </a:moveTo>
                  <a:lnTo>
                    <a:pt x="778915" y="1234235"/>
                  </a:lnTo>
                  <a:lnTo>
                    <a:pt x="798035" y="1251722"/>
                  </a:lnTo>
                  <a:close/>
                  <a:moveTo>
                    <a:pt x="665696" y="1089590"/>
                  </a:moveTo>
                  <a:lnTo>
                    <a:pt x="735521" y="1190710"/>
                  </a:lnTo>
                  <a:lnTo>
                    <a:pt x="753016" y="1137405"/>
                  </a:lnTo>
                  <a:close/>
                  <a:moveTo>
                    <a:pt x="670075" y="1125728"/>
                  </a:moveTo>
                  <a:lnTo>
                    <a:pt x="735521" y="1190710"/>
                  </a:lnTo>
                  <a:lnTo>
                    <a:pt x="665696" y="1089590"/>
                  </a:lnTo>
                  <a:close/>
                  <a:moveTo>
                    <a:pt x="965202" y="1213285"/>
                  </a:moveTo>
                  <a:lnTo>
                    <a:pt x="935470" y="1262257"/>
                  </a:lnTo>
                  <a:lnTo>
                    <a:pt x="990505" y="1252818"/>
                  </a:lnTo>
                  <a:close/>
                  <a:moveTo>
                    <a:pt x="929928" y="1153845"/>
                  </a:moveTo>
                  <a:lnTo>
                    <a:pt x="894342" y="1131070"/>
                  </a:lnTo>
                  <a:lnTo>
                    <a:pt x="885702" y="1139639"/>
                  </a:lnTo>
                  <a:close/>
                  <a:moveTo>
                    <a:pt x="885702" y="1139639"/>
                  </a:moveTo>
                  <a:lnTo>
                    <a:pt x="837615" y="1175051"/>
                  </a:lnTo>
                  <a:lnTo>
                    <a:pt x="929928" y="1153845"/>
                  </a:lnTo>
                  <a:close/>
                  <a:moveTo>
                    <a:pt x="777619" y="1056393"/>
                  </a:moveTo>
                  <a:lnTo>
                    <a:pt x="753016" y="1137405"/>
                  </a:lnTo>
                  <a:lnTo>
                    <a:pt x="805726" y="1048855"/>
                  </a:lnTo>
                  <a:close/>
                  <a:moveTo>
                    <a:pt x="805726" y="1048855"/>
                  </a:moveTo>
                  <a:lnTo>
                    <a:pt x="753016" y="1137405"/>
                  </a:lnTo>
                  <a:lnTo>
                    <a:pt x="830531" y="1169506"/>
                  </a:lnTo>
                  <a:close/>
                  <a:moveTo>
                    <a:pt x="777619" y="1056393"/>
                  </a:moveTo>
                  <a:lnTo>
                    <a:pt x="665696" y="1089590"/>
                  </a:lnTo>
                  <a:lnTo>
                    <a:pt x="753016" y="1137405"/>
                  </a:lnTo>
                  <a:close/>
                  <a:moveTo>
                    <a:pt x="777619" y="1056393"/>
                  </a:moveTo>
                  <a:lnTo>
                    <a:pt x="780569" y="1025219"/>
                  </a:lnTo>
                  <a:lnTo>
                    <a:pt x="710101" y="1040409"/>
                  </a:lnTo>
                  <a:close/>
                  <a:moveTo>
                    <a:pt x="965202" y="1213285"/>
                  </a:moveTo>
                  <a:lnTo>
                    <a:pt x="1008372" y="1290255"/>
                  </a:lnTo>
                  <a:lnTo>
                    <a:pt x="939313" y="1185715"/>
                  </a:lnTo>
                  <a:close/>
                  <a:moveTo>
                    <a:pt x="990505" y="1252818"/>
                  </a:moveTo>
                  <a:lnTo>
                    <a:pt x="1008372" y="1290255"/>
                  </a:lnTo>
                  <a:lnTo>
                    <a:pt x="965202" y="1213285"/>
                  </a:lnTo>
                  <a:close/>
                  <a:moveTo>
                    <a:pt x="974065" y="1191353"/>
                  </a:moveTo>
                  <a:lnTo>
                    <a:pt x="965202" y="1213285"/>
                  </a:lnTo>
                  <a:lnTo>
                    <a:pt x="939313" y="1185715"/>
                  </a:lnTo>
                  <a:close/>
                  <a:moveTo>
                    <a:pt x="879592" y="1131070"/>
                  </a:moveTo>
                  <a:lnTo>
                    <a:pt x="911187" y="1092634"/>
                  </a:lnTo>
                  <a:lnTo>
                    <a:pt x="805726" y="1048855"/>
                  </a:lnTo>
                  <a:close/>
                  <a:moveTo>
                    <a:pt x="918664" y="1047676"/>
                  </a:moveTo>
                  <a:lnTo>
                    <a:pt x="906729" y="1048855"/>
                  </a:lnTo>
                  <a:lnTo>
                    <a:pt x="894524" y="1021943"/>
                  </a:lnTo>
                  <a:close/>
                  <a:moveTo>
                    <a:pt x="894524" y="1021943"/>
                  </a:moveTo>
                  <a:lnTo>
                    <a:pt x="848779" y="1001588"/>
                  </a:lnTo>
                  <a:lnTo>
                    <a:pt x="805726" y="1048855"/>
                  </a:lnTo>
                  <a:close/>
                  <a:moveTo>
                    <a:pt x="625935" y="510525"/>
                  </a:moveTo>
                  <a:lnTo>
                    <a:pt x="607799" y="517128"/>
                  </a:lnTo>
                  <a:lnTo>
                    <a:pt x="664850" y="486926"/>
                  </a:lnTo>
                  <a:close/>
                  <a:moveTo>
                    <a:pt x="1502999" y="1180191"/>
                  </a:moveTo>
                  <a:lnTo>
                    <a:pt x="1534520" y="1265558"/>
                  </a:lnTo>
                  <a:lnTo>
                    <a:pt x="1535448" y="1251377"/>
                  </a:lnTo>
                  <a:close/>
                  <a:moveTo>
                    <a:pt x="1495838" y="1318483"/>
                  </a:moveTo>
                  <a:lnTo>
                    <a:pt x="1540604" y="1262406"/>
                  </a:lnTo>
                  <a:lnTo>
                    <a:pt x="1534520" y="1265558"/>
                  </a:lnTo>
                  <a:close/>
                  <a:moveTo>
                    <a:pt x="1502999" y="1180191"/>
                  </a:moveTo>
                  <a:lnTo>
                    <a:pt x="1421957" y="1105711"/>
                  </a:lnTo>
                  <a:lnTo>
                    <a:pt x="1390142" y="1201959"/>
                  </a:lnTo>
                  <a:close/>
                  <a:moveTo>
                    <a:pt x="1579086" y="1223970"/>
                  </a:moveTo>
                  <a:lnTo>
                    <a:pt x="1535448" y="1251377"/>
                  </a:lnTo>
                  <a:lnTo>
                    <a:pt x="1550429" y="1252625"/>
                  </a:lnTo>
                  <a:close/>
                  <a:moveTo>
                    <a:pt x="1502999" y="1180191"/>
                  </a:moveTo>
                  <a:lnTo>
                    <a:pt x="1535448" y="1251377"/>
                  </a:lnTo>
                  <a:lnTo>
                    <a:pt x="1579086" y="1223970"/>
                  </a:lnTo>
                  <a:close/>
                  <a:moveTo>
                    <a:pt x="1516238" y="1059539"/>
                  </a:moveTo>
                  <a:lnTo>
                    <a:pt x="1421957" y="1105711"/>
                  </a:lnTo>
                  <a:lnTo>
                    <a:pt x="1502999" y="1180191"/>
                  </a:lnTo>
                  <a:close/>
                  <a:moveTo>
                    <a:pt x="1398251" y="977325"/>
                  </a:moveTo>
                  <a:lnTo>
                    <a:pt x="1414789" y="1097976"/>
                  </a:lnTo>
                  <a:lnTo>
                    <a:pt x="1460404" y="1034254"/>
                  </a:lnTo>
                  <a:close/>
                  <a:moveTo>
                    <a:pt x="1425504" y="1093410"/>
                  </a:moveTo>
                  <a:lnTo>
                    <a:pt x="1516238" y="1059539"/>
                  </a:lnTo>
                  <a:lnTo>
                    <a:pt x="1460404" y="1034254"/>
                  </a:lnTo>
                  <a:close/>
                  <a:moveTo>
                    <a:pt x="1398251" y="977325"/>
                  </a:moveTo>
                  <a:lnTo>
                    <a:pt x="1382885" y="895109"/>
                  </a:lnTo>
                  <a:lnTo>
                    <a:pt x="1375322" y="1015761"/>
                  </a:lnTo>
                  <a:close/>
                  <a:moveTo>
                    <a:pt x="1670661" y="1047854"/>
                  </a:moveTo>
                  <a:lnTo>
                    <a:pt x="1565014" y="1059539"/>
                  </a:lnTo>
                  <a:lnTo>
                    <a:pt x="1606982" y="1106556"/>
                  </a:lnTo>
                  <a:close/>
                  <a:moveTo>
                    <a:pt x="1808703" y="900451"/>
                  </a:moveTo>
                  <a:lnTo>
                    <a:pt x="1744814" y="831237"/>
                  </a:lnTo>
                  <a:lnTo>
                    <a:pt x="1731045" y="826603"/>
                  </a:lnTo>
                  <a:close/>
                  <a:moveTo>
                    <a:pt x="1879332" y="982666"/>
                  </a:moveTo>
                  <a:lnTo>
                    <a:pt x="1972413" y="951743"/>
                  </a:lnTo>
                  <a:lnTo>
                    <a:pt x="1853940" y="960584"/>
                  </a:lnTo>
                  <a:close/>
                  <a:moveTo>
                    <a:pt x="1853940" y="960584"/>
                  </a:moveTo>
                  <a:lnTo>
                    <a:pt x="1972413" y="951743"/>
                  </a:lnTo>
                  <a:lnTo>
                    <a:pt x="1977884" y="930131"/>
                  </a:lnTo>
                  <a:close/>
                  <a:moveTo>
                    <a:pt x="1853940" y="960584"/>
                  </a:moveTo>
                  <a:lnTo>
                    <a:pt x="1977884" y="930131"/>
                  </a:lnTo>
                  <a:lnTo>
                    <a:pt x="1891146" y="884488"/>
                  </a:lnTo>
                  <a:close/>
                  <a:moveTo>
                    <a:pt x="1867772" y="862015"/>
                  </a:moveTo>
                  <a:lnTo>
                    <a:pt x="1853940" y="960584"/>
                  </a:lnTo>
                  <a:lnTo>
                    <a:pt x="1891146" y="884488"/>
                  </a:lnTo>
                  <a:close/>
                  <a:moveTo>
                    <a:pt x="1867772" y="862015"/>
                  </a:moveTo>
                  <a:lnTo>
                    <a:pt x="1808703" y="900451"/>
                  </a:lnTo>
                  <a:lnTo>
                    <a:pt x="1853940" y="960584"/>
                  </a:lnTo>
                  <a:close/>
                  <a:moveTo>
                    <a:pt x="1808703" y="900451"/>
                  </a:moveTo>
                  <a:lnTo>
                    <a:pt x="1867772" y="862015"/>
                  </a:lnTo>
                  <a:lnTo>
                    <a:pt x="1744814" y="831237"/>
                  </a:lnTo>
                  <a:close/>
                  <a:moveTo>
                    <a:pt x="1867772" y="862015"/>
                  </a:moveTo>
                  <a:lnTo>
                    <a:pt x="1792697" y="795063"/>
                  </a:lnTo>
                  <a:lnTo>
                    <a:pt x="1744814" y="831237"/>
                  </a:lnTo>
                  <a:close/>
                  <a:moveTo>
                    <a:pt x="1769161" y="779800"/>
                  </a:moveTo>
                  <a:lnTo>
                    <a:pt x="1744814" y="831237"/>
                  </a:lnTo>
                  <a:lnTo>
                    <a:pt x="1792697" y="795063"/>
                  </a:lnTo>
                  <a:close/>
                  <a:moveTo>
                    <a:pt x="1769161" y="779800"/>
                  </a:moveTo>
                  <a:lnTo>
                    <a:pt x="1727964" y="818236"/>
                  </a:lnTo>
                  <a:lnTo>
                    <a:pt x="1744814" y="831237"/>
                  </a:lnTo>
                  <a:close/>
                  <a:moveTo>
                    <a:pt x="1740435" y="697585"/>
                  </a:moveTo>
                  <a:lnTo>
                    <a:pt x="1724861" y="731538"/>
                  </a:lnTo>
                  <a:lnTo>
                    <a:pt x="1727964" y="818236"/>
                  </a:lnTo>
                  <a:close/>
                  <a:moveTo>
                    <a:pt x="1769161" y="779800"/>
                  </a:moveTo>
                  <a:lnTo>
                    <a:pt x="1740435" y="697585"/>
                  </a:lnTo>
                  <a:lnTo>
                    <a:pt x="1727964" y="818236"/>
                  </a:lnTo>
                  <a:close/>
                  <a:moveTo>
                    <a:pt x="1740435" y="697585"/>
                  </a:moveTo>
                  <a:lnTo>
                    <a:pt x="1722191" y="633617"/>
                  </a:lnTo>
                  <a:lnTo>
                    <a:pt x="1724861" y="731538"/>
                  </a:lnTo>
                  <a:close/>
                  <a:moveTo>
                    <a:pt x="1867772" y="862015"/>
                  </a:moveTo>
                  <a:lnTo>
                    <a:pt x="1891146" y="884488"/>
                  </a:lnTo>
                  <a:lnTo>
                    <a:pt x="1916589" y="836443"/>
                  </a:lnTo>
                  <a:close/>
                  <a:moveTo>
                    <a:pt x="1867772" y="862015"/>
                  </a:moveTo>
                  <a:lnTo>
                    <a:pt x="1916589" y="836443"/>
                  </a:lnTo>
                  <a:lnTo>
                    <a:pt x="1792697" y="795063"/>
                  </a:lnTo>
                  <a:close/>
                  <a:moveTo>
                    <a:pt x="1891146" y="884488"/>
                  </a:moveTo>
                  <a:lnTo>
                    <a:pt x="1994264" y="823578"/>
                  </a:lnTo>
                  <a:lnTo>
                    <a:pt x="1916589" y="836443"/>
                  </a:lnTo>
                  <a:close/>
                  <a:moveTo>
                    <a:pt x="2010702" y="837631"/>
                  </a:moveTo>
                  <a:lnTo>
                    <a:pt x="1994264" y="823578"/>
                  </a:lnTo>
                  <a:lnTo>
                    <a:pt x="1891146" y="884488"/>
                  </a:lnTo>
                  <a:close/>
                  <a:moveTo>
                    <a:pt x="1977884" y="930131"/>
                  </a:moveTo>
                  <a:lnTo>
                    <a:pt x="2010702" y="837631"/>
                  </a:lnTo>
                  <a:lnTo>
                    <a:pt x="1891146" y="884488"/>
                  </a:lnTo>
                  <a:close/>
                  <a:moveTo>
                    <a:pt x="1994264" y="823578"/>
                  </a:moveTo>
                  <a:lnTo>
                    <a:pt x="2010702" y="837631"/>
                  </a:lnTo>
                  <a:lnTo>
                    <a:pt x="2010927" y="820340"/>
                  </a:lnTo>
                  <a:close/>
                  <a:moveTo>
                    <a:pt x="2010927" y="820340"/>
                  </a:moveTo>
                  <a:lnTo>
                    <a:pt x="2004069" y="812831"/>
                  </a:lnTo>
                  <a:lnTo>
                    <a:pt x="1994264" y="823578"/>
                  </a:lnTo>
                  <a:close/>
                  <a:moveTo>
                    <a:pt x="2010927" y="820340"/>
                  </a:moveTo>
                  <a:lnTo>
                    <a:pt x="2010702" y="837631"/>
                  </a:lnTo>
                  <a:lnTo>
                    <a:pt x="2011792" y="823578"/>
                  </a:lnTo>
                  <a:close/>
                  <a:moveTo>
                    <a:pt x="2010927" y="820340"/>
                  </a:moveTo>
                  <a:lnTo>
                    <a:pt x="2011792" y="823578"/>
                  </a:lnTo>
                  <a:lnTo>
                    <a:pt x="2004069" y="812831"/>
                  </a:lnTo>
                  <a:close/>
                  <a:moveTo>
                    <a:pt x="1668429" y="127421"/>
                  </a:moveTo>
                  <a:lnTo>
                    <a:pt x="1737848" y="88985"/>
                  </a:lnTo>
                  <a:lnTo>
                    <a:pt x="1641043" y="76309"/>
                  </a:lnTo>
                  <a:close/>
                  <a:moveTo>
                    <a:pt x="1688329" y="0"/>
                  </a:moveTo>
                  <a:lnTo>
                    <a:pt x="1821764" y="42929"/>
                  </a:lnTo>
                  <a:lnTo>
                    <a:pt x="1761682" y="958"/>
                  </a:lnTo>
                  <a:close/>
                  <a:moveTo>
                    <a:pt x="1688329" y="0"/>
                  </a:moveTo>
                  <a:lnTo>
                    <a:pt x="1753091" y="1375"/>
                  </a:lnTo>
                  <a:lnTo>
                    <a:pt x="1678603" y="1536"/>
                  </a:lnTo>
                  <a:close/>
                  <a:moveTo>
                    <a:pt x="1688329" y="0"/>
                  </a:moveTo>
                  <a:lnTo>
                    <a:pt x="1761682" y="958"/>
                  </a:lnTo>
                  <a:lnTo>
                    <a:pt x="1753091" y="137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08" name="Candidate_density__2007">
              <a:extLst>
                <a:ext uri="{FF2B5EF4-FFF2-40B4-BE49-F238E27FC236}">
                  <a16:creationId xmlns:a16="http://schemas.microsoft.com/office/drawing/2014/main" id="{2D973483-44F1-1F06-4CC0-0D07D343E08A}"/>
                </a:ext>
              </a:extLst>
            </p:cNvPr>
            <p:cNvSpPr>
              <a:spLocks noGrp="1"/>
            </p:cNvSpPr>
            <p:nvPr/>
          </p:nvSpPr>
          <p:spPr>
            <a:xfrm>
              <a:off x="4987527" y="3387013"/>
              <a:ext cx="1517970" cy="1806926"/>
            </a:xfrm>
            <a:custGeom>
              <a:avLst/>
              <a:gdLst/>
              <a:ahLst/>
              <a:cxnLst/>
              <a:rect l="0" t="0" r="0" b="0"/>
              <a:pathLst>
                <a:path w="1517970" h="1806926">
                  <a:moveTo>
                    <a:pt x="0" y="1727611"/>
                  </a:moveTo>
                  <a:lnTo>
                    <a:pt x="53860" y="1806926"/>
                  </a:lnTo>
                  <a:lnTo>
                    <a:pt x="68939" y="1698106"/>
                  </a:lnTo>
                  <a:close/>
                  <a:moveTo>
                    <a:pt x="500400" y="1189335"/>
                  </a:moveTo>
                  <a:lnTo>
                    <a:pt x="453267" y="1206568"/>
                  </a:lnTo>
                  <a:lnTo>
                    <a:pt x="543794" y="1232861"/>
                  </a:lnTo>
                  <a:close/>
                  <a:moveTo>
                    <a:pt x="500400" y="1189335"/>
                  </a:moveTo>
                  <a:lnTo>
                    <a:pt x="595410" y="1168132"/>
                  </a:lnTo>
                  <a:lnTo>
                    <a:pt x="517895" y="1136031"/>
                  </a:lnTo>
                  <a:close/>
                  <a:moveTo>
                    <a:pt x="773787" y="1320248"/>
                  </a:moveTo>
                  <a:lnTo>
                    <a:pt x="729233" y="1368871"/>
                  </a:lnTo>
                  <a:lnTo>
                    <a:pt x="710160" y="1361018"/>
                  </a:lnTo>
                  <a:close/>
                  <a:moveTo>
                    <a:pt x="694807" y="1152470"/>
                  </a:moveTo>
                  <a:lnTo>
                    <a:pt x="730082" y="1211911"/>
                  </a:lnTo>
                  <a:lnTo>
                    <a:pt x="738944" y="1189979"/>
                  </a:lnTo>
                  <a:close/>
                  <a:moveTo>
                    <a:pt x="570606" y="1047480"/>
                  </a:moveTo>
                  <a:lnTo>
                    <a:pt x="683544" y="1046302"/>
                  </a:lnTo>
                  <a:lnTo>
                    <a:pt x="659404" y="1020568"/>
                  </a:lnTo>
                  <a:close/>
                  <a:moveTo>
                    <a:pt x="390814" y="509151"/>
                  </a:moveTo>
                  <a:lnTo>
                    <a:pt x="284387" y="554190"/>
                  </a:lnTo>
                  <a:lnTo>
                    <a:pt x="372678" y="515753"/>
                  </a:lnTo>
                  <a:close/>
                  <a:moveTo>
                    <a:pt x="1299400" y="1264184"/>
                  </a:moveTo>
                  <a:lnTo>
                    <a:pt x="1305484" y="1261031"/>
                  </a:lnTo>
                  <a:lnTo>
                    <a:pt x="1300327" y="1250002"/>
                  </a:lnTo>
                  <a:close/>
                  <a:moveTo>
                    <a:pt x="1179668" y="1096602"/>
                  </a:moveTo>
                  <a:lnTo>
                    <a:pt x="1155021" y="1200585"/>
                  </a:lnTo>
                  <a:lnTo>
                    <a:pt x="1186837" y="1104336"/>
                  </a:lnTo>
                  <a:close/>
                  <a:moveTo>
                    <a:pt x="1179668" y="1096602"/>
                  </a:moveTo>
                  <a:lnTo>
                    <a:pt x="1111937" y="1135038"/>
                  </a:lnTo>
                  <a:lnTo>
                    <a:pt x="1155021" y="1200585"/>
                  </a:lnTo>
                  <a:close/>
                  <a:moveTo>
                    <a:pt x="1179668" y="1096602"/>
                  </a:moveTo>
                  <a:lnTo>
                    <a:pt x="1140201" y="1014386"/>
                  </a:lnTo>
                  <a:lnTo>
                    <a:pt x="1111937" y="1135038"/>
                  </a:lnTo>
                  <a:close/>
                  <a:moveTo>
                    <a:pt x="1300327" y="1250002"/>
                  </a:moveTo>
                  <a:lnTo>
                    <a:pt x="1305484" y="1261031"/>
                  </a:lnTo>
                  <a:lnTo>
                    <a:pt x="1315308" y="1251251"/>
                  </a:lnTo>
                  <a:close/>
                  <a:moveTo>
                    <a:pt x="1190384" y="1092036"/>
                  </a:moveTo>
                  <a:lnTo>
                    <a:pt x="1186837" y="1104336"/>
                  </a:lnTo>
                  <a:lnTo>
                    <a:pt x="1281118" y="1058165"/>
                  </a:lnTo>
                  <a:close/>
                  <a:moveTo>
                    <a:pt x="1190384" y="1092036"/>
                  </a:moveTo>
                  <a:lnTo>
                    <a:pt x="1179668" y="1096602"/>
                  </a:lnTo>
                  <a:lnTo>
                    <a:pt x="1186837" y="1104336"/>
                  </a:lnTo>
                  <a:close/>
                  <a:moveTo>
                    <a:pt x="1179668" y="1096602"/>
                  </a:moveTo>
                  <a:lnTo>
                    <a:pt x="1190384" y="1092036"/>
                  </a:lnTo>
                  <a:lnTo>
                    <a:pt x="1225283" y="1032879"/>
                  </a:lnTo>
                  <a:close/>
                  <a:moveTo>
                    <a:pt x="1140201" y="1014386"/>
                  </a:moveTo>
                  <a:lnTo>
                    <a:pt x="1179668" y="1096602"/>
                  </a:lnTo>
                  <a:lnTo>
                    <a:pt x="1163130" y="975950"/>
                  </a:lnTo>
                  <a:close/>
                  <a:moveTo>
                    <a:pt x="1281118" y="1058165"/>
                  </a:moveTo>
                  <a:lnTo>
                    <a:pt x="1371861" y="1105182"/>
                  </a:lnTo>
                  <a:lnTo>
                    <a:pt x="1319646" y="1047540"/>
                  </a:lnTo>
                  <a:close/>
                  <a:moveTo>
                    <a:pt x="1371861" y="1105182"/>
                  </a:moveTo>
                  <a:lnTo>
                    <a:pt x="1329894" y="1058165"/>
                  </a:lnTo>
                  <a:lnTo>
                    <a:pt x="1319646" y="1047540"/>
                  </a:lnTo>
                  <a:close/>
                  <a:moveTo>
                    <a:pt x="1405923" y="74934"/>
                  </a:moveTo>
                  <a:lnTo>
                    <a:pt x="1380885" y="57423"/>
                  </a:lnTo>
                  <a:lnTo>
                    <a:pt x="1433308" y="126046"/>
                  </a:lnTo>
                  <a:close/>
                  <a:moveTo>
                    <a:pt x="1388737" y="43831"/>
                  </a:moveTo>
                  <a:lnTo>
                    <a:pt x="1380885" y="57423"/>
                  </a:lnTo>
                  <a:lnTo>
                    <a:pt x="1405923" y="74934"/>
                  </a:lnTo>
                  <a:close/>
                  <a:moveTo>
                    <a:pt x="1396186" y="38531"/>
                  </a:moveTo>
                  <a:lnTo>
                    <a:pt x="1380885" y="57423"/>
                  </a:lnTo>
                  <a:lnTo>
                    <a:pt x="1388737" y="43831"/>
                  </a:lnTo>
                  <a:close/>
                  <a:moveTo>
                    <a:pt x="1502728" y="87610"/>
                  </a:moveTo>
                  <a:lnTo>
                    <a:pt x="1449463" y="22521"/>
                  </a:lnTo>
                  <a:lnTo>
                    <a:pt x="1405923" y="74934"/>
                  </a:lnTo>
                  <a:close/>
                  <a:moveTo>
                    <a:pt x="1449463" y="22521"/>
                  </a:moveTo>
                  <a:lnTo>
                    <a:pt x="1388737" y="43831"/>
                  </a:lnTo>
                  <a:lnTo>
                    <a:pt x="1405923" y="74934"/>
                  </a:lnTo>
                  <a:close/>
                  <a:moveTo>
                    <a:pt x="1517970" y="0"/>
                  </a:moveTo>
                  <a:lnTo>
                    <a:pt x="1396186" y="38531"/>
                  </a:lnTo>
                  <a:lnTo>
                    <a:pt x="1443483" y="161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09" name="Candidate_density__2008">
              <a:extLst>
                <a:ext uri="{FF2B5EF4-FFF2-40B4-BE49-F238E27FC236}">
                  <a16:creationId xmlns:a16="http://schemas.microsoft.com/office/drawing/2014/main" id="{7FD42331-125C-FA18-567F-4929D8A928B4}"/>
                </a:ext>
              </a:extLst>
            </p:cNvPr>
            <p:cNvSpPr>
              <a:spLocks noGrp="1"/>
            </p:cNvSpPr>
            <p:nvPr/>
          </p:nvSpPr>
          <p:spPr>
            <a:xfrm>
              <a:off x="4502544" y="3444122"/>
              <a:ext cx="2261655" cy="1398898"/>
            </a:xfrm>
            <a:custGeom>
              <a:avLst/>
              <a:gdLst/>
              <a:ahLst/>
              <a:cxnLst/>
              <a:rect l="0" t="0" r="0" b="0"/>
              <a:pathLst>
                <a:path w="2261655" h="1398898">
                  <a:moveTo>
                    <a:pt x="220537" y="1180491"/>
                  </a:moveTo>
                  <a:lnTo>
                    <a:pt x="138788" y="1153504"/>
                  </a:lnTo>
                  <a:lnTo>
                    <a:pt x="168858" y="1202477"/>
                  </a:lnTo>
                  <a:close/>
                  <a:moveTo>
                    <a:pt x="81607" y="1154917"/>
                  </a:moveTo>
                  <a:lnTo>
                    <a:pt x="120582" y="1150373"/>
                  </a:lnTo>
                  <a:lnTo>
                    <a:pt x="0" y="1094996"/>
                  </a:lnTo>
                  <a:close/>
                  <a:moveTo>
                    <a:pt x="296114" y="1184405"/>
                  </a:moveTo>
                  <a:lnTo>
                    <a:pt x="334802" y="1113848"/>
                  </a:lnTo>
                  <a:lnTo>
                    <a:pt x="220537" y="1180491"/>
                  </a:lnTo>
                  <a:close/>
                  <a:moveTo>
                    <a:pt x="549457" y="1344350"/>
                  </a:moveTo>
                  <a:lnTo>
                    <a:pt x="485573" y="1398898"/>
                  </a:lnTo>
                  <a:lnTo>
                    <a:pt x="548372" y="1355038"/>
                  </a:lnTo>
                  <a:close/>
                  <a:moveTo>
                    <a:pt x="548372" y="1355038"/>
                  </a:moveTo>
                  <a:lnTo>
                    <a:pt x="553384" y="1346984"/>
                  </a:lnTo>
                  <a:lnTo>
                    <a:pt x="549457" y="1344350"/>
                  </a:lnTo>
                  <a:close/>
                  <a:moveTo>
                    <a:pt x="727126" y="1314307"/>
                  </a:moveTo>
                  <a:lnTo>
                    <a:pt x="725952" y="1390762"/>
                  </a:lnTo>
                  <a:lnTo>
                    <a:pt x="780591" y="1277627"/>
                  </a:lnTo>
                  <a:close/>
                  <a:moveTo>
                    <a:pt x="780591" y="1277627"/>
                  </a:moveTo>
                  <a:lnTo>
                    <a:pt x="772544" y="1270111"/>
                  </a:lnTo>
                  <a:lnTo>
                    <a:pt x="727126" y="1314307"/>
                  </a:lnTo>
                  <a:close/>
                  <a:moveTo>
                    <a:pt x="783806" y="1375105"/>
                  </a:moveTo>
                  <a:lnTo>
                    <a:pt x="843626" y="1387065"/>
                  </a:lnTo>
                  <a:lnTo>
                    <a:pt x="780591" y="1277627"/>
                  </a:lnTo>
                  <a:close/>
                  <a:moveTo>
                    <a:pt x="679267" y="920163"/>
                  </a:moveTo>
                  <a:lnTo>
                    <a:pt x="736335" y="1013330"/>
                  </a:lnTo>
                  <a:lnTo>
                    <a:pt x="760834" y="946476"/>
                  </a:lnTo>
                  <a:close/>
                  <a:moveTo>
                    <a:pt x="760834" y="946476"/>
                  </a:moveTo>
                  <a:lnTo>
                    <a:pt x="815623" y="948870"/>
                  </a:lnTo>
                  <a:lnTo>
                    <a:pt x="679267" y="920163"/>
                  </a:lnTo>
                  <a:close/>
                  <a:moveTo>
                    <a:pt x="862138" y="971647"/>
                  </a:moveTo>
                  <a:lnTo>
                    <a:pt x="913924" y="1029637"/>
                  </a:lnTo>
                  <a:lnTo>
                    <a:pt x="815623" y="948870"/>
                  </a:lnTo>
                  <a:close/>
                  <a:moveTo>
                    <a:pt x="1054363" y="908156"/>
                  </a:moveTo>
                  <a:lnTo>
                    <a:pt x="1030432" y="966735"/>
                  </a:lnTo>
                  <a:lnTo>
                    <a:pt x="1053174" y="937521"/>
                  </a:lnTo>
                  <a:close/>
                  <a:moveTo>
                    <a:pt x="1030432" y="966735"/>
                  </a:moveTo>
                  <a:lnTo>
                    <a:pt x="1054363" y="908156"/>
                  </a:lnTo>
                  <a:lnTo>
                    <a:pt x="1042184" y="885864"/>
                  </a:lnTo>
                  <a:close/>
                  <a:moveTo>
                    <a:pt x="1875583" y="1251747"/>
                  </a:moveTo>
                  <a:lnTo>
                    <a:pt x="1790467" y="1203922"/>
                  </a:lnTo>
                  <a:lnTo>
                    <a:pt x="1745701" y="1259999"/>
                  </a:lnTo>
                  <a:close/>
                  <a:moveTo>
                    <a:pt x="1822269" y="880404"/>
                  </a:moveTo>
                  <a:lnTo>
                    <a:pt x="1819584" y="890630"/>
                  </a:lnTo>
                  <a:lnTo>
                    <a:pt x="1814877" y="1001056"/>
                  </a:lnTo>
                  <a:close/>
                  <a:moveTo>
                    <a:pt x="1822504" y="918841"/>
                  </a:moveTo>
                  <a:lnTo>
                    <a:pt x="1822269" y="880404"/>
                  </a:lnTo>
                  <a:lnTo>
                    <a:pt x="1814877" y="1001056"/>
                  </a:lnTo>
                  <a:close/>
                  <a:moveTo>
                    <a:pt x="1822058" y="876169"/>
                  </a:moveTo>
                  <a:lnTo>
                    <a:pt x="1819584" y="890630"/>
                  </a:lnTo>
                  <a:lnTo>
                    <a:pt x="1822269" y="880404"/>
                  </a:lnTo>
                  <a:close/>
                  <a:moveTo>
                    <a:pt x="2241617" y="721316"/>
                  </a:moveTo>
                  <a:lnTo>
                    <a:pt x="2226013" y="690037"/>
                  </a:lnTo>
                  <a:lnTo>
                    <a:pt x="2261655" y="765094"/>
                  </a:lnTo>
                  <a:close/>
                  <a:moveTo>
                    <a:pt x="2226013" y="690037"/>
                  </a:moveTo>
                  <a:lnTo>
                    <a:pt x="2184809" y="623443"/>
                  </a:lnTo>
                  <a:lnTo>
                    <a:pt x="2211307" y="682879"/>
                  </a:lnTo>
                  <a:close/>
                  <a:moveTo>
                    <a:pt x="2184809" y="623443"/>
                  </a:moveTo>
                  <a:lnTo>
                    <a:pt x="2185852" y="600664"/>
                  </a:lnTo>
                  <a:lnTo>
                    <a:pt x="2211307" y="682879"/>
                  </a:lnTo>
                  <a:close/>
                  <a:moveTo>
                    <a:pt x="2124839" y="511513"/>
                  </a:moveTo>
                  <a:lnTo>
                    <a:pt x="2174021" y="571622"/>
                  </a:lnTo>
                  <a:lnTo>
                    <a:pt x="2185852" y="600664"/>
                  </a:lnTo>
                  <a:close/>
                  <a:moveTo>
                    <a:pt x="2039786" y="80599"/>
                  </a:moveTo>
                  <a:lnTo>
                    <a:pt x="1988639" y="104572"/>
                  </a:lnTo>
                  <a:lnTo>
                    <a:pt x="2107048" y="53422"/>
                  </a:lnTo>
                  <a:close/>
                  <a:moveTo>
                    <a:pt x="2039786" y="80599"/>
                  </a:moveTo>
                  <a:lnTo>
                    <a:pt x="2107048" y="53422"/>
                  </a:lnTo>
                  <a:lnTo>
                    <a:pt x="2075787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10" name="Candidate_density__2009">
              <a:extLst>
                <a:ext uri="{FF2B5EF4-FFF2-40B4-BE49-F238E27FC236}">
                  <a16:creationId xmlns:a16="http://schemas.microsoft.com/office/drawing/2014/main" id="{7AD8000C-180D-D8EC-3DE7-949A7B7EF836}"/>
                </a:ext>
              </a:extLst>
            </p:cNvPr>
            <p:cNvSpPr>
              <a:spLocks noGrp="1"/>
            </p:cNvSpPr>
            <p:nvPr/>
          </p:nvSpPr>
          <p:spPr>
            <a:xfrm>
              <a:off x="4990979" y="3444122"/>
              <a:ext cx="1618613" cy="1344350"/>
            </a:xfrm>
            <a:custGeom>
              <a:avLst/>
              <a:gdLst/>
              <a:ahLst/>
              <a:cxnLst/>
              <a:rect l="0" t="0" r="0" b="0"/>
              <a:pathLst>
                <a:path w="1618613" h="1344350">
                  <a:moveTo>
                    <a:pt x="49854" y="1253338"/>
                  </a:moveTo>
                  <a:lnTo>
                    <a:pt x="17807" y="1260973"/>
                  </a:lnTo>
                  <a:lnTo>
                    <a:pt x="0" y="1333369"/>
                  </a:lnTo>
                  <a:close/>
                  <a:moveTo>
                    <a:pt x="49854" y="1253338"/>
                  </a:moveTo>
                  <a:lnTo>
                    <a:pt x="0" y="1333369"/>
                  </a:lnTo>
                  <a:lnTo>
                    <a:pt x="61023" y="1344350"/>
                  </a:lnTo>
                  <a:close/>
                  <a:moveTo>
                    <a:pt x="559463" y="1193238"/>
                  </a:moveTo>
                  <a:lnTo>
                    <a:pt x="614828" y="1275453"/>
                  </a:lnTo>
                  <a:lnTo>
                    <a:pt x="549153" y="1231674"/>
                  </a:lnTo>
                  <a:close/>
                  <a:moveTo>
                    <a:pt x="272400" y="946476"/>
                  </a:moveTo>
                  <a:lnTo>
                    <a:pt x="319879" y="902814"/>
                  </a:lnTo>
                  <a:lnTo>
                    <a:pt x="327188" y="948870"/>
                  </a:lnTo>
                  <a:close/>
                  <a:moveTo>
                    <a:pt x="482421" y="502422"/>
                  </a:moveTo>
                  <a:lnTo>
                    <a:pt x="438682" y="518451"/>
                  </a:lnTo>
                  <a:lnTo>
                    <a:pt x="438684" y="428719"/>
                  </a:lnTo>
                  <a:close/>
                  <a:moveTo>
                    <a:pt x="1441939" y="1241398"/>
                  </a:moveTo>
                  <a:lnTo>
                    <a:pt x="1348809" y="1171858"/>
                  </a:lnTo>
                  <a:lnTo>
                    <a:pt x="1387148" y="1251747"/>
                  </a:lnTo>
                  <a:close/>
                  <a:moveTo>
                    <a:pt x="1496587" y="1167062"/>
                  </a:moveTo>
                  <a:lnTo>
                    <a:pt x="1486194" y="1191660"/>
                  </a:lnTo>
                  <a:lnTo>
                    <a:pt x="1441939" y="1241398"/>
                  </a:lnTo>
                  <a:close/>
                  <a:moveTo>
                    <a:pt x="1360698" y="798189"/>
                  </a:moveTo>
                  <a:lnTo>
                    <a:pt x="1366303" y="759752"/>
                  </a:lnTo>
                  <a:lnTo>
                    <a:pt x="1333834" y="880404"/>
                  </a:lnTo>
                  <a:close/>
                  <a:moveTo>
                    <a:pt x="947233" y="291203"/>
                  </a:moveTo>
                  <a:lnTo>
                    <a:pt x="987787" y="266461"/>
                  </a:lnTo>
                  <a:lnTo>
                    <a:pt x="923300" y="265175"/>
                  </a:lnTo>
                  <a:close/>
                  <a:moveTo>
                    <a:pt x="947233" y="291203"/>
                  </a:moveTo>
                  <a:lnTo>
                    <a:pt x="923300" y="265175"/>
                  </a:lnTo>
                  <a:lnTo>
                    <a:pt x="873716" y="294991"/>
                  </a:lnTo>
                  <a:close/>
                  <a:moveTo>
                    <a:pt x="1618613" y="53422"/>
                  </a:moveTo>
                  <a:lnTo>
                    <a:pt x="1616760" y="27023"/>
                  </a:lnTo>
                  <a:lnTo>
                    <a:pt x="1587352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11" name="Candidate_density__2010">
              <a:extLst>
                <a:ext uri="{FF2B5EF4-FFF2-40B4-BE49-F238E27FC236}">
                  <a16:creationId xmlns:a16="http://schemas.microsoft.com/office/drawing/2014/main" id="{55DB0442-4051-76B5-E67C-80D22904290F}"/>
                </a:ext>
              </a:extLst>
            </p:cNvPr>
            <p:cNvSpPr>
              <a:spLocks noGrp="1"/>
            </p:cNvSpPr>
            <p:nvPr/>
          </p:nvSpPr>
          <p:spPr>
            <a:xfrm>
              <a:off x="5811423" y="3697334"/>
              <a:ext cx="306275" cy="57809"/>
            </a:xfrm>
            <a:custGeom>
              <a:avLst/>
              <a:gdLst/>
              <a:ahLst/>
              <a:cxnLst/>
              <a:rect l="0" t="0" r="0" b="0"/>
              <a:pathLst>
                <a:path w="306275" h="57809">
                  <a:moveTo>
                    <a:pt x="53271" y="41779"/>
                  </a:moveTo>
                  <a:lnTo>
                    <a:pt x="0" y="57809"/>
                  </a:lnTo>
                  <a:lnTo>
                    <a:pt x="126789" y="37991"/>
                  </a:lnTo>
                  <a:close/>
                  <a:moveTo>
                    <a:pt x="175887" y="14747"/>
                  </a:moveTo>
                  <a:lnTo>
                    <a:pt x="167343" y="13249"/>
                  </a:lnTo>
                  <a:lnTo>
                    <a:pt x="126789" y="37991"/>
                  </a:lnTo>
                  <a:close/>
                  <a:moveTo>
                    <a:pt x="180292" y="13249"/>
                  </a:moveTo>
                  <a:lnTo>
                    <a:pt x="175887" y="14747"/>
                  </a:lnTo>
                  <a:lnTo>
                    <a:pt x="249547" y="3107"/>
                  </a:lnTo>
                  <a:close/>
                  <a:moveTo>
                    <a:pt x="249547" y="3107"/>
                  </a:moveTo>
                  <a:lnTo>
                    <a:pt x="175887" y="14747"/>
                  </a:lnTo>
                  <a:lnTo>
                    <a:pt x="126789" y="37991"/>
                  </a:lnTo>
                  <a:close/>
                  <a:moveTo>
                    <a:pt x="249547" y="3107"/>
                  </a:moveTo>
                  <a:lnTo>
                    <a:pt x="126789" y="37991"/>
                  </a:lnTo>
                  <a:lnTo>
                    <a:pt x="199590" y="31526"/>
                  </a:lnTo>
                  <a:close/>
                  <a:moveTo>
                    <a:pt x="167343" y="13249"/>
                  </a:moveTo>
                  <a:lnTo>
                    <a:pt x="175887" y="14747"/>
                  </a:lnTo>
                  <a:lnTo>
                    <a:pt x="177807" y="13539"/>
                  </a:lnTo>
                  <a:close/>
                  <a:moveTo>
                    <a:pt x="180292" y="13249"/>
                  </a:moveTo>
                  <a:lnTo>
                    <a:pt x="177807" y="13539"/>
                  </a:lnTo>
                  <a:lnTo>
                    <a:pt x="175887" y="14747"/>
                  </a:lnTo>
                  <a:close/>
                  <a:moveTo>
                    <a:pt x="306275" y="0"/>
                  </a:moveTo>
                  <a:lnTo>
                    <a:pt x="180292" y="13249"/>
                  </a:lnTo>
                  <a:lnTo>
                    <a:pt x="260336" y="6684"/>
                  </a:lnTo>
                  <a:close/>
                  <a:moveTo>
                    <a:pt x="260336" y="6684"/>
                  </a:moveTo>
                  <a:lnTo>
                    <a:pt x="180292" y="13249"/>
                  </a:lnTo>
                  <a:lnTo>
                    <a:pt x="249547" y="310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12" name="Candidate_density__2011">
              <a:extLst>
                <a:ext uri="{FF2B5EF4-FFF2-40B4-BE49-F238E27FC236}">
                  <a16:creationId xmlns:a16="http://schemas.microsoft.com/office/drawing/2014/main" id="{3F4AD5E8-B1DA-788F-66A3-D1C26C1694A1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353972"/>
              <a:ext cx="2255572" cy="1948032"/>
            </a:xfrm>
            <a:custGeom>
              <a:avLst/>
              <a:gdLst/>
              <a:ahLst/>
              <a:cxnLst/>
              <a:rect l="0" t="0" r="0" b="0"/>
              <a:pathLst>
                <a:path w="2255572" h="1948032">
                  <a:moveTo>
                    <a:pt x="5712" y="1146710"/>
                  </a:moveTo>
                  <a:lnTo>
                    <a:pt x="0" y="1162898"/>
                  </a:lnTo>
                  <a:lnTo>
                    <a:pt x="28790" y="1179908"/>
                  </a:lnTo>
                  <a:close/>
                  <a:moveTo>
                    <a:pt x="5628" y="1093307"/>
                  </a:moveTo>
                  <a:lnTo>
                    <a:pt x="0" y="1162898"/>
                  </a:lnTo>
                  <a:lnTo>
                    <a:pt x="5712" y="1146710"/>
                  </a:lnTo>
                  <a:close/>
                  <a:moveTo>
                    <a:pt x="38915" y="1108274"/>
                  </a:moveTo>
                  <a:lnTo>
                    <a:pt x="5712" y="1146710"/>
                  </a:lnTo>
                  <a:lnTo>
                    <a:pt x="28790" y="1179908"/>
                  </a:lnTo>
                  <a:close/>
                  <a:moveTo>
                    <a:pt x="5712" y="1146710"/>
                  </a:moveTo>
                  <a:lnTo>
                    <a:pt x="3136" y="1060256"/>
                  </a:lnTo>
                  <a:lnTo>
                    <a:pt x="5628" y="1093307"/>
                  </a:lnTo>
                  <a:close/>
                  <a:moveTo>
                    <a:pt x="3921" y="1064495"/>
                  </a:moveTo>
                  <a:lnTo>
                    <a:pt x="5628" y="1093307"/>
                  </a:lnTo>
                  <a:lnTo>
                    <a:pt x="3136" y="1060256"/>
                  </a:lnTo>
                  <a:close/>
                  <a:moveTo>
                    <a:pt x="794512" y="1930425"/>
                  </a:moveTo>
                  <a:lnTo>
                    <a:pt x="763493" y="1867165"/>
                  </a:lnTo>
                  <a:lnTo>
                    <a:pt x="787142" y="1948032"/>
                  </a:lnTo>
                  <a:close/>
                  <a:moveTo>
                    <a:pt x="794512" y="1930425"/>
                  </a:moveTo>
                  <a:lnTo>
                    <a:pt x="758528" y="1848209"/>
                  </a:lnTo>
                  <a:lnTo>
                    <a:pt x="763493" y="1867165"/>
                  </a:lnTo>
                  <a:close/>
                  <a:moveTo>
                    <a:pt x="758528" y="1848209"/>
                  </a:moveTo>
                  <a:lnTo>
                    <a:pt x="794512" y="1930425"/>
                  </a:lnTo>
                  <a:lnTo>
                    <a:pt x="851700" y="1891988"/>
                  </a:lnTo>
                  <a:close/>
                  <a:moveTo>
                    <a:pt x="793585" y="1809773"/>
                  </a:moveTo>
                  <a:lnTo>
                    <a:pt x="722548" y="1739768"/>
                  </a:lnTo>
                  <a:lnTo>
                    <a:pt x="716056" y="1765995"/>
                  </a:lnTo>
                  <a:close/>
                  <a:moveTo>
                    <a:pt x="793585" y="1809773"/>
                  </a:moveTo>
                  <a:lnTo>
                    <a:pt x="716056" y="1765995"/>
                  </a:lnTo>
                  <a:lnTo>
                    <a:pt x="758528" y="1848209"/>
                  </a:lnTo>
                  <a:close/>
                  <a:moveTo>
                    <a:pt x="377415" y="1152052"/>
                  </a:moveTo>
                  <a:lnTo>
                    <a:pt x="359755" y="1252384"/>
                  </a:lnTo>
                  <a:lnTo>
                    <a:pt x="366692" y="1176889"/>
                  </a:lnTo>
                  <a:close/>
                  <a:moveTo>
                    <a:pt x="227997" y="1152194"/>
                  </a:moveTo>
                  <a:lnTo>
                    <a:pt x="315305" y="1069837"/>
                  </a:lnTo>
                  <a:lnTo>
                    <a:pt x="234799" y="1093194"/>
                  </a:lnTo>
                  <a:close/>
                  <a:moveTo>
                    <a:pt x="305976" y="1165086"/>
                  </a:moveTo>
                  <a:lnTo>
                    <a:pt x="350828" y="1117576"/>
                  </a:lnTo>
                  <a:lnTo>
                    <a:pt x="227997" y="1152194"/>
                  </a:lnTo>
                  <a:close/>
                  <a:moveTo>
                    <a:pt x="945110" y="1780106"/>
                  </a:moveTo>
                  <a:lnTo>
                    <a:pt x="887941" y="1732462"/>
                  </a:lnTo>
                  <a:lnTo>
                    <a:pt x="856876" y="1691155"/>
                  </a:lnTo>
                  <a:close/>
                  <a:moveTo>
                    <a:pt x="887941" y="1732462"/>
                  </a:moveTo>
                  <a:lnTo>
                    <a:pt x="945110" y="1780106"/>
                  </a:lnTo>
                  <a:lnTo>
                    <a:pt x="1028490" y="1764094"/>
                  </a:lnTo>
                  <a:close/>
                  <a:moveTo>
                    <a:pt x="463992" y="1228233"/>
                  </a:moveTo>
                  <a:lnTo>
                    <a:pt x="464366" y="1263419"/>
                  </a:lnTo>
                  <a:lnTo>
                    <a:pt x="539872" y="1195831"/>
                  </a:lnTo>
                  <a:close/>
                  <a:moveTo>
                    <a:pt x="410238" y="1211342"/>
                  </a:moveTo>
                  <a:lnTo>
                    <a:pt x="493294" y="1156371"/>
                  </a:lnTo>
                  <a:lnTo>
                    <a:pt x="377415" y="1152052"/>
                  </a:lnTo>
                  <a:close/>
                  <a:moveTo>
                    <a:pt x="377415" y="1152052"/>
                  </a:moveTo>
                  <a:lnTo>
                    <a:pt x="493294" y="1156371"/>
                  </a:lnTo>
                  <a:lnTo>
                    <a:pt x="451159" y="1113616"/>
                  </a:lnTo>
                  <a:close/>
                  <a:moveTo>
                    <a:pt x="463992" y="1228233"/>
                  </a:moveTo>
                  <a:lnTo>
                    <a:pt x="539872" y="1195831"/>
                  </a:lnTo>
                  <a:lnTo>
                    <a:pt x="493294" y="1156371"/>
                  </a:lnTo>
                  <a:close/>
                  <a:moveTo>
                    <a:pt x="451159" y="1113616"/>
                  </a:moveTo>
                  <a:lnTo>
                    <a:pt x="397874" y="1078273"/>
                  </a:lnTo>
                  <a:lnTo>
                    <a:pt x="350828" y="1117576"/>
                  </a:lnTo>
                  <a:close/>
                  <a:moveTo>
                    <a:pt x="336839" y="1031401"/>
                  </a:moveTo>
                  <a:lnTo>
                    <a:pt x="350828" y="1117576"/>
                  </a:lnTo>
                  <a:lnTo>
                    <a:pt x="397874" y="1078273"/>
                  </a:lnTo>
                  <a:close/>
                  <a:moveTo>
                    <a:pt x="698621" y="1360261"/>
                  </a:moveTo>
                  <a:lnTo>
                    <a:pt x="798833" y="1337974"/>
                  </a:lnTo>
                  <a:lnTo>
                    <a:pt x="696194" y="1357669"/>
                  </a:lnTo>
                  <a:close/>
                  <a:moveTo>
                    <a:pt x="1223023" y="1503700"/>
                  </a:moveTo>
                  <a:lnTo>
                    <a:pt x="1215192" y="1530034"/>
                  </a:lnTo>
                  <a:lnTo>
                    <a:pt x="1239285" y="1409382"/>
                  </a:lnTo>
                  <a:close/>
                  <a:moveTo>
                    <a:pt x="1239285" y="1409382"/>
                  </a:moveTo>
                  <a:lnTo>
                    <a:pt x="1215192" y="1530034"/>
                  </a:lnTo>
                  <a:lnTo>
                    <a:pt x="1234311" y="1491597"/>
                  </a:lnTo>
                  <a:close/>
                  <a:moveTo>
                    <a:pt x="1314348" y="1321922"/>
                  </a:moveTo>
                  <a:lnTo>
                    <a:pt x="1373269" y="1356384"/>
                  </a:lnTo>
                  <a:lnTo>
                    <a:pt x="1316899" y="1288731"/>
                  </a:lnTo>
                  <a:close/>
                  <a:moveTo>
                    <a:pt x="1245289" y="1217381"/>
                  </a:moveTo>
                  <a:lnTo>
                    <a:pt x="1316899" y="1288731"/>
                  </a:lnTo>
                  <a:lnTo>
                    <a:pt x="1263014" y="1222816"/>
                  </a:lnTo>
                  <a:close/>
                  <a:moveTo>
                    <a:pt x="1245289" y="1217381"/>
                  </a:moveTo>
                  <a:lnTo>
                    <a:pt x="1314348" y="1321922"/>
                  </a:lnTo>
                  <a:lnTo>
                    <a:pt x="1316899" y="1288731"/>
                  </a:lnTo>
                  <a:close/>
                  <a:moveTo>
                    <a:pt x="1217163" y="1124300"/>
                  </a:moveTo>
                  <a:lnTo>
                    <a:pt x="1224640" y="1079343"/>
                  </a:lnTo>
                  <a:lnTo>
                    <a:pt x="1111702" y="1080521"/>
                  </a:lnTo>
                  <a:close/>
                  <a:moveTo>
                    <a:pt x="1247712" y="1206515"/>
                  </a:moveTo>
                  <a:lnTo>
                    <a:pt x="1245289" y="1217381"/>
                  </a:lnTo>
                  <a:lnTo>
                    <a:pt x="1263014" y="1222816"/>
                  </a:lnTo>
                  <a:close/>
                  <a:moveTo>
                    <a:pt x="1316899" y="1288731"/>
                  </a:moveTo>
                  <a:lnTo>
                    <a:pt x="1392119" y="1250294"/>
                  </a:lnTo>
                  <a:lnTo>
                    <a:pt x="1263014" y="1222816"/>
                  </a:lnTo>
                  <a:close/>
                  <a:moveTo>
                    <a:pt x="1214229" y="1085864"/>
                  </a:moveTo>
                  <a:lnTo>
                    <a:pt x="1224640" y="1079343"/>
                  </a:lnTo>
                  <a:lnTo>
                    <a:pt x="1217163" y="1124300"/>
                  </a:lnTo>
                  <a:close/>
                  <a:moveTo>
                    <a:pt x="1411396" y="1243024"/>
                  </a:moveTo>
                  <a:lnTo>
                    <a:pt x="1491937" y="1238137"/>
                  </a:lnTo>
                  <a:lnTo>
                    <a:pt x="1474877" y="1151915"/>
                  </a:lnTo>
                  <a:close/>
                  <a:moveTo>
                    <a:pt x="1885062" y="1255636"/>
                  </a:moveTo>
                  <a:lnTo>
                    <a:pt x="1856405" y="1284292"/>
                  </a:lnTo>
                  <a:lnTo>
                    <a:pt x="1893357" y="1262008"/>
                  </a:lnTo>
                  <a:close/>
                  <a:moveTo>
                    <a:pt x="1885062" y="1255636"/>
                  </a:moveTo>
                  <a:lnTo>
                    <a:pt x="1893357" y="1262008"/>
                  </a:lnTo>
                  <a:lnTo>
                    <a:pt x="1902276" y="1246999"/>
                  </a:lnTo>
                  <a:close/>
                  <a:moveTo>
                    <a:pt x="1817302" y="1173421"/>
                  </a:moveTo>
                  <a:lnTo>
                    <a:pt x="1902276" y="1246999"/>
                  </a:lnTo>
                  <a:lnTo>
                    <a:pt x="1912958" y="1138223"/>
                  </a:lnTo>
                  <a:close/>
                  <a:moveTo>
                    <a:pt x="1893357" y="1262008"/>
                  </a:moveTo>
                  <a:lnTo>
                    <a:pt x="1956070" y="1217200"/>
                  </a:lnTo>
                  <a:lnTo>
                    <a:pt x="1902276" y="1246999"/>
                  </a:lnTo>
                  <a:close/>
                  <a:moveTo>
                    <a:pt x="2030742" y="1281810"/>
                  </a:moveTo>
                  <a:lnTo>
                    <a:pt x="1956070" y="1217200"/>
                  </a:lnTo>
                  <a:lnTo>
                    <a:pt x="1893357" y="1262008"/>
                  </a:lnTo>
                  <a:close/>
                  <a:moveTo>
                    <a:pt x="1822214" y="1091206"/>
                  </a:moveTo>
                  <a:lnTo>
                    <a:pt x="1817302" y="1173421"/>
                  </a:lnTo>
                  <a:lnTo>
                    <a:pt x="1912958" y="1138223"/>
                  </a:lnTo>
                  <a:close/>
                  <a:moveTo>
                    <a:pt x="1704227" y="1008991"/>
                  </a:moveTo>
                  <a:lnTo>
                    <a:pt x="1766380" y="1065921"/>
                  </a:lnTo>
                  <a:lnTo>
                    <a:pt x="1792459" y="975411"/>
                  </a:lnTo>
                  <a:close/>
                  <a:moveTo>
                    <a:pt x="1702284" y="888339"/>
                  </a:moveTo>
                  <a:lnTo>
                    <a:pt x="1704227" y="1008991"/>
                  </a:lnTo>
                  <a:lnTo>
                    <a:pt x="1795401" y="959224"/>
                  </a:lnTo>
                  <a:close/>
                  <a:moveTo>
                    <a:pt x="1688861" y="926776"/>
                  </a:moveTo>
                  <a:lnTo>
                    <a:pt x="1704227" y="1008991"/>
                  </a:lnTo>
                  <a:lnTo>
                    <a:pt x="1702284" y="888339"/>
                  </a:lnTo>
                  <a:close/>
                  <a:moveTo>
                    <a:pt x="1204728" y="312834"/>
                  </a:moveTo>
                  <a:lnTo>
                    <a:pt x="1223036" y="334643"/>
                  </a:lnTo>
                  <a:lnTo>
                    <a:pt x="1261553" y="356542"/>
                  </a:lnTo>
                  <a:close/>
                  <a:moveTo>
                    <a:pt x="1702284" y="888339"/>
                  </a:moveTo>
                  <a:lnTo>
                    <a:pt x="1795401" y="959224"/>
                  </a:lnTo>
                  <a:lnTo>
                    <a:pt x="1794133" y="849902"/>
                  </a:lnTo>
                  <a:close/>
                  <a:moveTo>
                    <a:pt x="1738243" y="806124"/>
                  </a:moveTo>
                  <a:lnTo>
                    <a:pt x="1702284" y="888339"/>
                  </a:lnTo>
                  <a:lnTo>
                    <a:pt x="1794133" y="849902"/>
                  </a:lnTo>
                  <a:close/>
                  <a:moveTo>
                    <a:pt x="1238942" y="272005"/>
                  </a:moveTo>
                  <a:lnTo>
                    <a:pt x="1272913" y="294093"/>
                  </a:lnTo>
                  <a:lnTo>
                    <a:pt x="1312895" y="269847"/>
                  </a:lnTo>
                  <a:close/>
                  <a:moveTo>
                    <a:pt x="1348209" y="192182"/>
                  </a:moveTo>
                  <a:lnTo>
                    <a:pt x="1272913" y="294093"/>
                  </a:lnTo>
                  <a:lnTo>
                    <a:pt x="1312904" y="274397"/>
                  </a:lnTo>
                  <a:close/>
                  <a:moveTo>
                    <a:pt x="1941101" y="1096548"/>
                  </a:moveTo>
                  <a:lnTo>
                    <a:pt x="1916462" y="1035282"/>
                  </a:lnTo>
                  <a:lnTo>
                    <a:pt x="1922792" y="1130228"/>
                  </a:lnTo>
                  <a:close/>
                  <a:moveTo>
                    <a:pt x="2098673" y="826730"/>
                  </a:moveTo>
                  <a:lnTo>
                    <a:pt x="2232834" y="834474"/>
                  </a:lnTo>
                  <a:lnTo>
                    <a:pt x="2143069" y="777519"/>
                  </a:lnTo>
                  <a:close/>
                  <a:moveTo>
                    <a:pt x="2140305" y="773030"/>
                  </a:moveTo>
                  <a:lnTo>
                    <a:pt x="2098673" y="826730"/>
                  </a:lnTo>
                  <a:lnTo>
                    <a:pt x="2143069" y="777519"/>
                  </a:lnTo>
                  <a:close/>
                  <a:moveTo>
                    <a:pt x="2140305" y="773030"/>
                  </a:moveTo>
                  <a:lnTo>
                    <a:pt x="2075137" y="811466"/>
                  </a:lnTo>
                  <a:lnTo>
                    <a:pt x="2098673" y="826730"/>
                  </a:lnTo>
                  <a:close/>
                  <a:moveTo>
                    <a:pt x="2046411" y="729251"/>
                  </a:moveTo>
                  <a:lnTo>
                    <a:pt x="2140305" y="773030"/>
                  </a:lnTo>
                  <a:lnTo>
                    <a:pt x="2072009" y="690815"/>
                  </a:lnTo>
                  <a:close/>
                  <a:moveTo>
                    <a:pt x="2072009" y="690815"/>
                  </a:moveTo>
                  <a:lnTo>
                    <a:pt x="2144442" y="770938"/>
                  </a:lnTo>
                  <a:lnTo>
                    <a:pt x="2152300" y="664457"/>
                  </a:lnTo>
                  <a:close/>
                  <a:moveTo>
                    <a:pt x="2072009" y="690815"/>
                  </a:moveTo>
                  <a:lnTo>
                    <a:pt x="2140305" y="773030"/>
                  </a:lnTo>
                  <a:lnTo>
                    <a:pt x="2144442" y="770938"/>
                  </a:lnTo>
                  <a:close/>
                  <a:moveTo>
                    <a:pt x="2255572" y="741183"/>
                  </a:moveTo>
                  <a:lnTo>
                    <a:pt x="2143069" y="777519"/>
                  </a:lnTo>
                  <a:lnTo>
                    <a:pt x="2232834" y="834474"/>
                  </a:lnTo>
                  <a:close/>
                  <a:moveTo>
                    <a:pt x="2144442" y="770938"/>
                  </a:moveTo>
                  <a:lnTo>
                    <a:pt x="2255572" y="741183"/>
                  </a:lnTo>
                  <a:lnTo>
                    <a:pt x="2230134" y="661772"/>
                  </a:lnTo>
                  <a:close/>
                  <a:moveTo>
                    <a:pt x="2144442" y="770938"/>
                  </a:moveTo>
                  <a:lnTo>
                    <a:pt x="2230134" y="661772"/>
                  </a:lnTo>
                  <a:lnTo>
                    <a:pt x="2152300" y="664457"/>
                  </a:lnTo>
                  <a:close/>
                  <a:moveTo>
                    <a:pt x="2064418" y="575219"/>
                  </a:moveTo>
                  <a:lnTo>
                    <a:pt x="2036625" y="658200"/>
                  </a:lnTo>
                  <a:lnTo>
                    <a:pt x="2152300" y="664457"/>
                  </a:lnTo>
                  <a:close/>
                  <a:moveTo>
                    <a:pt x="2138639" y="575472"/>
                  </a:moveTo>
                  <a:lnTo>
                    <a:pt x="2064418" y="575219"/>
                  </a:lnTo>
                  <a:lnTo>
                    <a:pt x="2152300" y="664457"/>
                  </a:lnTo>
                  <a:close/>
                  <a:moveTo>
                    <a:pt x="1929193" y="526385"/>
                  </a:moveTo>
                  <a:lnTo>
                    <a:pt x="1990694" y="487948"/>
                  </a:lnTo>
                  <a:lnTo>
                    <a:pt x="1924501" y="517644"/>
                  </a:lnTo>
                  <a:close/>
                  <a:moveTo>
                    <a:pt x="1910285" y="405733"/>
                  </a:moveTo>
                  <a:lnTo>
                    <a:pt x="1881221" y="444169"/>
                  </a:lnTo>
                  <a:lnTo>
                    <a:pt x="1924501" y="517644"/>
                  </a:lnTo>
                  <a:close/>
                  <a:moveTo>
                    <a:pt x="2121808" y="82214"/>
                  </a:moveTo>
                  <a:lnTo>
                    <a:pt x="2095899" y="170749"/>
                  </a:lnTo>
                  <a:lnTo>
                    <a:pt x="2131900" y="90151"/>
                  </a:lnTo>
                  <a:close/>
                  <a:moveTo>
                    <a:pt x="2121808" y="82214"/>
                  </a:moveTo>
                  <a:lnTo>
                    <a:pt x="2127740" y="74596"/>
                  </a:lnTo>
                  <a:lnTo>
                    <a:pt x="2043824" y="120651"/>
                  </a:lnTo>
                  <a:close/>
                  <a:moveTo>
                    <a:pt x="2043824" y="120651"/>
                  </a:moveTo>
                  <a:lnTo>
                    <a:pt x="2127740" y="74596"/>
                  </a:lnTo>
                  <a:lnTo>
                    <a:pt x="1994305" y="31667"/>
                  </a:lnTo>
                  <a:close/>
                  <a:moveTo>
                    <a:pt x="2043824" y="120651"/>
                  </a:moveTo>
                  <a:lnTo>
                    <a:pt x="1994305" y="31667"/>
                  </a:lnTo>
                  <a:lnTo>
                    <a:pt x="1990559" y="55562"/>
                  </a:lnTo>
                  <a:close/>
                  <a:moveTo>
                    <a:pt x="2127740" y="74596"/>
                  </a:moveTo>
                  <a:lnTo>
                    <a:pt x="2137271" y="82214"/>
                  </a:lnTo>
                  <a:lnTo>
                    <a:pt x="2067658" y="32624"/>
                  </a:lnTo>
                  <a:close/>
                  <a:moveTo>
                    <a:pt x="1984579" y="33203"/>
                  </a:moveTo>
                  <a:lnTo>
                    <a:pt x="1971833" y="0"/>
                  </a:lnTo>
                  <a:lnTo>
                    <a:pt x="1994305" y="31667"/>
                  </a:lnTo>
                  <a:close/>
                  <a:moveTo>
                    <a:pt x="2121808" y="82214"/>
                  </a:moveTo>
                  <a:lnTo>
                    <a:pt x="2131900" y="90151"/>
                  </a:lnTo>
                  <a:lnTo>
                    <a:pt x="2137258" y="76133"/>
                  </a:lnTo>
                  <a:close/>
                  <a:moveTo>
                    <a:pt x="2127740" y="74596"/>
                  </a:moveTo>
                  <a:lnTo>
                    <a:pt x="2121808" y="82214"/>
                  </a:lnTo>
                  <a:lnTo>
                    <a:pt x="2137258" y="76133"/>
                  </a:lnTo>
                  <a:close/>
                  <a:moveTo>
                    <a:pt x="2137258" y="76133"/>
                  </a:moveTo>
                  <a:lnTo>
                    <a:pt x="2131900" y="90151"/>
                  </a:lnTo>
                  <a:lnTo>
                    <a:pt x="2137271" y="82214"/>
                  </a:lnTo>
                  <a:close/>
                  <a:moveTo>
                    <a:pt x="2137258" y="76133"/>
                  </a:moveTo>
                  <a:lnTo>
                    <a:pt x="2137271" y="82214"/>
                  </a:lnTo>
                  <a:lnTo>
                    <a:pt x="2127740" y="7459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13" name="Candidate_density__2012">
              <a:extLst>
                <a:ext uri="{FF2B5EF4-FFF2-40B4-BE49-F238E27FC236}">
                  <a16:creationId xmlns:a16="http://schemas.microsoft.com/office/drawing/2014/main" id="{77A18CE5-FF98-B386-14BF-9E8199FB387E}"/>
                </a:ext>
              </a:extLst>
            </p:cNvPr>
            <p:cNvSpPr>
              <a:spLocks noGrp="1"/>
            </p:cNvSpPr>
            <p:nvPr/>
          </p:nvSpPr>
          <p:spPr>
            <a:xfrm>
              <a:off x="4446431" y="3436186"/>
              <a:ext cx="2267420" cy="1924746"/>
            </a:xfrm>
            <a:custGeom>
              <a:avLst/>
              <a:gdLst/>
              <a:ahLst/>
              <a:cxnLst/>
              <a:rect l="0" t="0" r="0" b="0"/>
              <a:pathLst>
                <a:path w="2267420" h="1924746">
                  <a:moveTo>
                    <a:pt x="106751" y="1110521"/>
                  </a:moveTo>
                  <a:lnTo>
                    <a:pt x="28790" y="1097694"/>
                  </a:lnTo>
                  <a:lnTo>
                    <a:pt x="0" y="1080683"/>
                  </a:lnTo>
                  <a:close/>
                  <a:moveTo>
                    <a:pt x="817735" y="1881623"/>
                  </a:moveTo>
                  <a:lnTo>
                    <a:pt x="787142" y="1865817"/>
                  </a:lnTo>
                  <a:lnTo>
                    <a:pt x="842788" y="1911835"/>
                  </a:lnTo>
                  <a:close/>
                  <a:moveTo>
                    <a:pt x="656950" y="1559131"/>
                  </a:moveTo>
                  <a:lnTo>
                    <a:pt x="636682" y="1627269"/>
                  </a:lnTo>
                  <a:lnTo>
                    <a:pt x="647466" y="1601565"/>
                  </a:lnTo>
                  <a:close/>
                  <a:moveTo>
                    <a:pt x="106751" y="1110521"/>
                  </a:moveTo>
                  <a:lnTo>
                    <a:pt x="197107" y="1141715"/>
                  </a:lnTo>
                  <a:lnTo>
                    <a:pt x="227997" y="1069979"/>
                  </a:lnTo>
                  <a:close/>
                  <a:moveTo>
                    <a:pt x="28790" y="1097694"/>
                  </a:moveTo>
                  <a:lnTo>
                    <a:pt x="106751" y="1110521"/>
                  </a:lnTo>
                  <a:lnTo>
                    <a:pt x="155421" y="1077288"/>
                  </a:lnTo>
                  <a:close/>
                  <a:moveTo>
                    <a:pt x="75709" y="1057914"/>
                  </a:moveTo>
                  <a:lnTo>
                    <a:pt x="28790" y="1097694"/>
                  </a:lnTo>
                  <a:lnTo>
                    <a:pt x="155421" y="1077288"/>
                  </a:lnTo>
                  <a:close/>
                  <a:moveTo>
                    <a:pt x="758528" y="1765995"/>
                  </a:moveTo>
                  <a:lnTo>
                    <a:pt x="716056" y="1683780"/>
                  </a:lnTo>
                  <a:lnTo>
                    <a:pt x="722288" y="1718358"/>
                  </a:lnTo>
                  <a:close/>
                  <a:moveTo>
                    <a:pt x="636682" y="1627269"/>
                  </a:moveTo>
                  <a:lnTo>
                    <a:pt x="716056" y="1683780"/>
                  </a:lnTo>
                  <a:lnTo>
                    <a:pt x="677184" y="1634783"/>
                  </a:lnTo>
                  <a:close/>
                  <a:moveTo>
                    <a:pt x="647466" y="1601565"/>
                  </a:moveTo>
                  <a:lnTo>
                    <a:pt x="636682" y="1627269"/>
                  </a:lnTo>
                  <a:lnTo>
                    <a:pt x="677184" y="1634783"/>
                  </a:lnTo>
                  <a:close/>
                  <a:moveTo>
                    <a:pt x="817735" y="1881623"/>
                  </a:moveTo>
                  <a:lnTo>
                    <a:pt x="903800" y="1924746"/>
                  </a:lnTo>
                  <a:lnTo>
                    <a:pt x="942627" y="1854713"/>
                  </a:lnTo>
                  <a:close/>
                  <a:moveTo>
                    <a:pt x="677184" y="1634783"/>
                  </a:moveTo>
                  <a:lnTo>
                    <a:pt x="716056" y="1683780"/>
                  </a:lnTo>
                  <a:lnTo>
                    <a:pt x="722548" y="1657554"/>
                  </a:lnTo>
                  <a:close/>
                  <a:moveTo>
                    <a:pt x="647466" y="1601565"/>
                  </a:moveTo>
                  <a:lnTo>
                    <a:pt x="722548" y="1657554"/>
                  </a:lnTo>
                  <a:lnTo>
                    <a:pt x="637610" y="1565923"/>
                  </a:lnTo>
                  <a:close/>
                  <a:moveTo>
                    <a:pt x="677184" y="1634783"/>
                  </a:moveTo>
                  <a:lnTo>
                    <a:pt x="722548" y="1657554"/>
                  </a:lnTo>
                  <a:lnTo>
                    <a:pt x="647466" y="1601565"/>
                  </a:lnTo>
                  <a:close/>
                  <a:moveTo>
                    <a:pt x="541686" y="1406834"/>
                  </a:moveTo>
                  <a:lnTo>
                    <a:pt x="544548" y="1341305"/>
                  </a:lnTo>
                  <a:lnTo>
                    <a:pt x="472287" y="1354920"/>
                  </a:lnTo>
                  <a:close/>
                  <a:moveTo>
                    <a:pt x="458985" y="1272704"/>
                  </a:moveTo>
                  <a:lnTo>
                    <a:pt x="472287" y="1354920"/>
                  </a:lnTo>
                  <a:lnTo>
                    <a:pt x="493620" y="1234268"/>
                  </a:lnTo>
                  <a:close/>
                  <a:moveTo>
                    <a:pt x="464366" y="1181204"/>
                  </a:moveTo>
                  <a:lnTo>
                    <a:pt x="446988" y="1159843"/>
                  </a:lnTo>
                  <a:lnTo>
                    <a:pt x="493620" y="1234268"/>
                  </a:lnTo>
                  <a:close/>
                  <a:moveTo>
                    <a:pt x="493620" y="1234268"/>
                  </a:moveTo>
                  <a:lnTo>
                    <a:pt x="446988" y="1159843"/>
                  </a:lnTo>
                  <a:lnTo>
                    <a:pt x="434405" y="1190489"/>
                  </a:lnTo>
                  <a:close/>
                  <a:moveTo>
                    <a:pt x="377415" y="1069838"/>
                  </a:moveTo>
                  <a:lnTo>
                    <a:pt x="390915" y="1121784"/>
                  </a:lnTo>
                  <a:lnTo>
                    <a:pt x="359755" y="1170169"/>
                  </a:lnTo>
                  <a:close/>
                  <a:moveTo>
                    <a:pt x="359755" y="1170169"/>
                  </a:moveTo>
                  <a:lnTo>
                    <a:pt x="390915" y="1121784"/>
                  </a:lnTo>
                  <a:lnTo>
                    <a:pt x="446988" y="1159843"/>
                  </a:lnTo>
                  <a:close/>
                  <a:moveTo>
                    <a:pt x="234799" y="1010980"/>
                  </a:moveTo>
                  <a:lnTo>
                    <a:pt x="155421" y="1077288"/>
                  </a:lnTo>
                  <a:lnTo>
                    <a:pt x="227997" y="1069979"/>
                  </a:lnTo>
                  <a:close/>
                  <a:moveTo>
                    <a:pt x="315305" y="987623"/>
                  </a:moveTo>
                  <a:lnTo>
                    <a:pt x="277590" y="905408"/>
                  </a:lnTo>
                  <a:lnTo>
                    <a:pt x="234799" y="1010980"/>
                  </a:lnTo>
                  <a:close/>
                  <a:moveTo>
                    <a:pt x="277590" y="905408"/>
                  </a:moveTo>
                  <a:lnTo>
                    <a:pt x="236898" y="909181"/>
                  </a:lnTo>
                  <a:lnTo>
                    <a:pt x="234799" y="1010980"/>
                  </a:lnTo>
                  <a:close/>
                  <a:moveTo>
                    <a:pt x="173775" y="867251"/>
                  </a:moveTo>
                  <a:lnTo>
                    <a:pt x="225061" y="905408"/>
                  </a:lnTo>
                  <a:lnTo>
                    <a:pt x="236898" y="909181"/>
                  </a:lnTo>
                  <a:close/>
                  <a:moveTo>
                    <a:pt x="154729" y="859498"/>
                  </a:moveTo>
                  <a:lnTo>
                    <a:pt x="225061" y="905408"/>
                  </a:lnTo>
                  <a:lnTo>
                    <a:pt x="173775" y="867251"/>
                  </a:lnTo>
                  <a:close/>
                  <a:moveTo>
                    <a:pt x="856876" y="1608940"/>
                  </a:moveTo>
                  <a:lnTo>
                    <a:pt x="887941" y="1650247"/>
                  </a:lnTo>
                  <a:lnTo>
                    <a:pt x="882311" y="1645344"/>
                  </a:lnTo>
                  <a:close/>
                  <a:moveTo>
                    <a:pt x="821606" y="1537522"/>
                  </a:moveTo>
                  <a:lnTo>
                    <a:pt x="856876" y="1608940"/>
                  </a:lnTo>
                  <a:lnTo>
                    <a:pt x="882311" y="1645344"/>
                  </a:lnTo>
                  <a:close/>
                  <a:moveTo>
                    <a:pt x="698621" y="1278047"/>
                  </a:moveTo>
                  <a:lnTo>
                    <a:pt x="738910" y="1371706"/>
                  </a:lnTo>
                  <a:lnTo>
                    <a:pt x="783240" y="1322243"/>
                  </a:lnTo>
                  <a:close/>
                  <a:moveTo>
                    <a:pt x="410238" y="1129127"/>
                  </a:moveTo>
                  <a:lnTo>
                    <a:pt x="464366" y="1181204"/>
                  </a:lnTo>
                  <a:lnTo>
                    <a:pt x="463992" y="1146019"/>
                  </a:lnTo>
                  <a:close/>
                  <a:moveTo>
                    <a:pt x="539872" y="1113617"/>
                  </a:moveTo>
                  <a:lnTo>
                    <a:pt x="464366" y="1181204"/>
                  </a:lnTo>
                  <a:lnTo>
                    <a:pt x="493620" y="1234268"/>
                  </a:lnTo>
                  <a:close/>
                  <a:moveTo>
                    <a:pt x="463992" y="1146019"/>
                  </a:moveTo>
                  <a:lnTo>
                    <a:pt x="493294" y="1074157"/>
                  </a:lnTo>
                  <a:lnTo>
                    <a:pt x="410238" y="1129127"/>
                  </a:lnTo>
                  <a:close/>
                  <a:moveTo>
                    <a:pt x="336839" y="949186"/>
                  </a:moveTo>
                  <a:lnTo>
                    <a:pt x="277590" y="905408"/>
                  </a:lnTo>
                  <a:lnTo>
                    <a:pt x="315305" y="987623"/>
                  </a:lnTo>
                  <a:close/>
                  <a:moveTo>
                    <a:pt x="291108" y="875536"/>
                  </a:moveTo>
                  <a:lnTo>
                    <a:pt x="225061" y="905408"/>
                  </a:lnTo>
                  <a:lnTo>
                    <a:pt x="268620" y="883391"/>
                  </a:lnTo>
                  <a:close/>
                  <a:moveTo>
                    <a:pt x="268620" y="883391"/>
                  </a:moveTo>
                  <a:lnTo>
                    <a:pt x="225061" y="905408"/>
                  </a:lnTo>
                  <a:lnTo>
                    <a:pt x="233084" y="812190"/>
                  </a:lnTo>
                  <a:close/>
                  <a:moveTo>
                    <a:pt x="698621" y="1278047"/>
                  </a:moveTo>
                  <a:lnTo>
                    <a:pt x="783240" y="1322243"/>
                  </a:lnTo>
                  <a:lnTo>
                    <a:pt x="798833" y="1255759"/>
                  </a:lnTo>
                  <a:close/>
                  <a:moveTo>
                    <a:pt x="696194" y="1275454"/>
                  </a:moveTo>
                  <a:lnTo>
                    <a:pt x="798833" y="1255759"/>
                  </a:lnTo>
                  <a:lnTo>
                    <a:pt x="800362" y="1171058"/>
                  </a:lnTo>
                  <a:close/>
                  <a:moveTo>
                    <a:pt x="552520" y="910750"/>
                  </a:moveTo>
                  <a:lnTo>
                    <a:pt x="526998" y="984970"/>
                  </a:lnTo>
                  <a:lnTo>
                    <a:pt x="563497" y="925530"/>
                  </a:lnTo>
                  <a:close/>
                  <a:moveTo>
                    <a:pt x="536397" y="992965"/>
                  </a:moveTo>
                  <a:lnTo>
                    <a:pt x="590290" y="942950"/>
                  </a:lnTo>
                  <a:lnTo>
                    <a:pt x="563497" y="925530"/>
                  </a:lnTo>
                  <a:close/>
                  <a:moveTo>
                    <a:pt x="690083" y="822201"/>
                  </a:moveTo>
                  <a:lnTo>
                    <a:pt x="760840" y="886279"/>
                  </a:lnTo>
                  <a:lnTo>
                    <a:pt x="775486" y="862847"/>
                  </a:lnTo>
                  <a:close/>
                  <a:moveTo>
                    <a:pt x="635549" y="828535"/>
                  </a:moveTo>
                  <a:lnTo>
                    <a:pt x="760840" y="886279"/>
                  </a:lnTo>
                  <a:lnTo>
                    <a:pt x="690083" y="822201"/>
                  </a:lnTo>
                  <a:close/>
                  <a:moveTo>
                    <a:pt x="616576" y="790098"/>
                  </a:moveTo>
                  <a:lnTo>
                    <a:pt x="635316" y="827643"/>
                  </a:lnTo>
                  <a:lnTo>
                    <a:pt x="690083" y="822201"/>
                  </a:lnTo>
                  <a:close/>
                  <a:moveTo>
                    <a:pt x="616576" y="790098"/>
                  </a:moveTo>
                  <a:lnTo>
                    <a:pt x="599032" y="707883"/>
                  </a:lnTo>
                  <a:lnTo>
                    <a:pt x="616320" y="742993"/>
                  </a:lnTo>
                  <a:close/>
                  <a:moveTo>
                    <a:pt x="1149091" y="1352967"/>
                  </a:moveTo>
                  <a:lnTo>
                    <a:pt x="1145826" y="1411516"/>
                  </a:lnTo>
                  <a:lnTo>
                    <a:pt x="1186093" y="1365604"/>
                  </a:lnTo>
                  <a:close/>
                  <a:moveTo>
                    <a:pt x="1139428" y="1260730"/>
                  </a:moveTo>
                  <a:lnTo>
                    <a:pt x="1186093" y="1365604"/>
                  </a:lnTo>
                  <a:lnTo>
                    <a:pt x="1159376" y="1283389"/>
                  </a:lnTo>
                  <a:close/>
                  <a:moveTo>
                    <a:pt x="1149091" y="1352967"/>
                  </a:moveTo>
                  <a:lnTo>
                    <a:pt x="1186093" y="1365604"/>
                  </a:lnTo>
                  <a:lnTo>
                    <a:pt x="1139428" y="1260730"/>
                  </a:lnTo>
                  <a:close/>
                  <a:moveTo>
                    <a:pt x="1149091" y="1352967"/>
                  </a:moveTo>
                  <a:lnTo>
                    <a:pt x="1139428" y="1260730"/>
                  </a:lnTo>
                  <a:lnTo>
                    <a:pt x="1136325" y="1327168"/>
                  </a:lnTo>
                  <a:close/>
                  <a:moveTo>
                    <a:pt x="1059763" y="1164812"/>
                  </a:moveTo>
                  <a:lnTo>
                    <a:pt x="1139428" y="1260730"/>
                  </a:lnTo>
                  <a:lnTo>
                    <a:pt x="1096870" y="1195237"/>
                  </a:lnTo>
                  <a:close/>
                  <a:moveTo>
                    <a:pt x="1059763" y="1164812"/>
                  </a:moveTo>
                  <a:lnTo>
                    <a:pt x="1096870" y="1195237"/>
                  </a:lnTo>
                  <a:lnTo>
                    <a:pt x="1084891" y="1183688"/>
                  </a:lnTo>
                  <a:close/>
                  <a:moveTo>
                    <a:pt x="876104" y="960388"/>
                  </a:moveTo>
                  <a:lnTo>
                    <a:pt x="976363" y="1032431"/>
                  </a:lnTo>
                  <a:lnTo>
                    <a:pt x="1016077" y="989861"/>
                  </a:lnTo>
                  <a:close/>
                  <a:moveTo>
                    <a:pt x="876104" y="960388"/>
                  </a:moveTo>
                  <a:lnTo>
                    <a:pt x="1016077" y="989861"/>
                  </a:lnTo>
                  <a:lnTo>
                    <a:pt x="935054" y="965587"/>
                  </a:lnTo>
                  <a:close/>
                  <a:moveTo>
                    <a:pt x="869445" y="916092"/>
                  </a:moveTo>
                  <a:lnTo>
                    <a:pt x="876104" y="960388"/>
                  </a:lnTo>
                  <a:lnTo>
                    <a:pt x="935054" y="965587"/>
                  </a:lnTo>
                  <a:close/>
                  <a:moveTo>
                    <a:pt x="869445" y="916092"/>
                  </a:moveTo>
                  <a:lnTo>
                    <a:pt x="872081" y="954529"/>
                  </a:lnTo>
                  <a:lnTo>
                    <a:pt x="876104" y="960388"/>
                  </a:lnTo>
                  <a:close/>
                  <a:moveTo>
                    <a:pt x="823179" y="872313"/>
                  </a:moveTo>
                  <a:lnTo>
                    <a:pt x="872081" y="954529"/>
                  </a:lnTo>
                  <a:lnTo>
                    <a:pt x="869445" y="916092"/>
                  </a:lnTo>
                  <a:close/>
                  <a:moveTo>
                    <a:pt x="823179" y="872313"/>
                  </a:moveTo>
                  <a:lnTo>
                    <a:pt x="869445" y="916092"/>
                  </a:lnTo>
                  <a:lnTo>
                    <a:pt x="833153" y="833877"/>
                  </a:lnTo>
                  <a:close/>
                  <a:moveTo>
                    <a:pt x="823179" y="872313"/>
                  </a:moveTo>
                  <a:lnTo>
                    <a:pt x="833153" y="833877"/>
                  </a:lnTo>
                  <a:lnTo>
                    <a:pt x="775486" y="862847"/>
                  </a:lnTo>
                  <a:close/>
                  <a:moveTo>
                    <a:pt x="833153" y="833877"/>
                  </a:moveTo>
                  <a:lnTo>
                    <a:pt x="816427" y="800717"/>
                  </a:lnTo>
                  <a:lnTo>
                    <a:pt x="775486" y="862847"/>
                  </a:lnTo>
                  <a:close/>
                  <a:moveTo>
                    <a:pt x="698117" y="751662"/>
                  </a:moveTo>
                  <a:lnTo>
                    <a:pt x="616576" y="790098"/>
                  </a:lnTo>
                  <a:lnTo>
                    <a:pt x="690083" y="822201"/>
                  </a:lnTo>
                  <a:close/>
                  <a:moveTo>
                    <a:pt x="698117" y="751662"/>
                  </a:moveTo>
                  <a:lnTo>
                    <a:pt x="599032" y="707883"/>
                  </a:lnTo>
                  <a:lnTo>
                    <a:pt x="616576" y="790098"/>
                  </a:lnTo>
                  <a:close/>
                  <a:moveTo>
                    <a:pt x="690083" y="822201"/>
                  </a:moveTo>
                  <a:lnTo>
                    <a:pt x="775486" y="862847"/>
                  </a:lnTo>
                  <a:lnTo>
                    <a:pt x="816427" y="800717"/>
                  </a:lnTo>
                  <a:close/>
                  <a:moveTo>
                    <a:pt x="1386779" y="1324678"/>
                  </a:moveTo>
                  <a:lnTo>
                    <a:pt x="1394306" y="1327168"/>
                  </a:lnTo>
                  <a:lnTo>
                    <a:pt x="1358816" y="1303647"/>
                  </a:lnTo>
                  <a:close/>
                  <a:moveTo>
                    <a:pt x="1386779" y="1324678"/>
                  </a:moveTo>
                  <a:lnTo>
                    <a:pt x="1393329" y="1288731"/>
                  </a:lnTo>
                  <a:lnTo>
                    <a:pt x="1407450" y="1324702"/>
                  </a:lnTo>
                  <a:close/>
                  <a:moveTo>
                    <a:pt x="1373269" y="1274169"/>
                  </a:moveTo>
                  <a:lnTo>
                    <a:pt x="1407450" y="1324702"/>
                  </a:lnTo>
                  <a:lnTo>
                    <a:pt x="1393329" y="1288731"/>
                  </a:lnTo>
                  <a:close/>
                  <a:moveTo>
                    <a:pt x="1314348" y="1239707"/>
                  </a:moveTo>
                  <a:lnTo>
                    <a:pt x="1407450" y="1324702"/>
                  </a:lnTo>
                  <a:lnTo>
                    <a:pt x="1373269" y="1274169"/>
                  </a:lnTo>
                  <a:close/>
                  <a:moveTo>
                    <a:pt x="1358816" y="1303647"/>
                  </a:moveTo>
                  <a:lnTo>
                    <a:pt x="1394306" y="1327168"/>
                  </a:lnTo>
                  <a:lnTo>
                    <a:pt x="1314883" y="1271075"/>
                  </a:lnTo>
                  <a:close/>
                  <a:moveTo>
                    <a:pt x="1247712" y="1124301"/>
                  </a:moveTo>
                  <a:lnTo>
                    <a:pt x="1191678" y="1089091"/>
                  </a:lnTo>
                  <a:lnTo>
                    <a:pt x="1245289" y="1135167"/>
                  </a:lnTo>
                  <a:close/>
                  <a:moveTo>
                    <a:pt x="1185568" y="1080522"/>
                  </a:moveTo>
                  <a:lnTo>
                    <a:pt x="1191678" y="1089091"/>
                  </a:lnTo>
                  <a:lnTo>
                    <a:pt x="1247712" y="1124301"/>
                  </a:lnTo>
                  <a:close/>
                  <a:moveTo>
                    <a:pt x="1217163" y="1042086"/>
                  </a:moveTo>
                  <a:lnTo>
                    <a:pt x="1185568" y="1080522"/>
                  </a:lnTo>
                  <a:lnTo>
                    <a:pt x="1247712" y="1124301"/>
                  </a:lnTo>
                  <a:close/>
                  <a:moveTo>
                    <a:pt x="1016077" y="989861"/>
                  </a:moveTo>
                  <a:lnTo>
                    <a:pt x="1086545" y="974671"/>
                  </a:lnTo>
                  <a:lnTo>
                    <a:pt x="1045181" y="883477"/>
                  </a:lnTo>
                  <a:close/>
                  <a:moveTo>
                    <a:pt x="816427" y="800717"/>
                  </a:moveTo>
                  <a:lnTo>
                    <a:pt x="833153" y="833877"/>
                  </a:lnTo>
                  <a:lnTo>
                    <a:pt x="828798" y="831029"/>
                  </a:lnTo>
                  <a:close/>
                  <a:moveTo>
                    <a:pt x="899767" y="633740"/>
                  </a:moveTo>
                  <a:lnTo>
                    <a:pt x="834334" y="589014"/>
                  </a:lnTo>
                  <a:lnTo>
                    <a:pt x="892781" y="631010"/>
                  </a:lnTo>
                  <a:close/>
                  <a:moveTo>
                    <a:pt x="906090" y="642097"/>
                  </a:moveTo>
                  <a:lnTo>
                    <a:pt x="899767" y="633740"/>
                  </a:lnTo>
                  <a:lnTo>
                    <a:pt x="892781" y="631010"/>
                  </a:lnTo>
                  <a:close/>
                  <a:moveTo>
                    <a:pt x="1491937" y="1155923"/>
                  </a:moveTo>
                  <a:lnTo>
                    <a:pt x="1593680" y="1133799"/>
                  </a:lnTo>
                  <a:lnTo>
                    <a:pt x="1474877" y="1069700"/>
                  </a:lnTo>
                  <a:close/>
                  <a:moveTo>
                    <a:pt x="1593680" y="1133799"/>
                  </a:moveTo>
                  <a:lnTo>
                    <a:pt x="1606594" y="1168079"/>
                  </a:lnTo>
                  <a:lnTo>
                    <a:pt x="1540850" y="1128207"/>
                  </a:lnTo>
                  <a:close/>
                  <a:moveTo>
                    <a:pt x="1817302" y="1091207"/>
                  </a:moveTo>
                  <a:lnTo>
                    <a:pt x="1885062" y="1173422"/>
                  </a:lnTo>
                  <a:lnTo>
                    <a:pt x="1902276" y="1164785"/>
                  </a:lnTo>
                  <a:close/>
                  <a:moveTo>
                    <a:pt x="1986487" y="1249334"/>
                  </a:moveTo>
                  <a:lnTo>
                    <a:pt x="2030742" y="1199596"/>
                  </a:lnTo>
                  <a:lnTo>
                    <a:pt x="1893357" y="1179794"/>
                  </a:lnTo>
                  <a:close/>
                  <a:moveTo>
                    <a:pt x="1792459" y="893196"/>
                  </a:moveTo>
                  <a:lnTo>
                    <a:pt x="1766380" y="983706"/>
                  </a:lnTo>
                  <a:lnTo>
                    <a:pt x="1845234" y="888340"/>
                  </a:lnTo>
                  <a:close/>
                  <a:moveTo>
                    <a:pt x="1704227" y="926777"/>
                  </a:moveTo>
                  <a:lnTo>
                    <a:pt x="1792459" y="893196"/>
                  </a:lnTo>
                  <a:lnTo>
                    <a:pt x="1795401" y="877010"/>
                  </a:lnTo>
                  <a:close/>
                  <a:moveTo>
                    <a:pt x="1794133" y="767688"/>
                  </a:moveTo>
                  <a:lnTo>
                    <a:pt x="1795401" y="877010"/>
                  </a:lnTo>
                  <a:lnTo>
                    <a:pt x="1830542" y="793191"/>
                  </a:lnTo>
                  <a:close/>
                  <a:moveTo>
                    <a:pt x="1784480" y="888340"/>
                  </a:moveTo>
                  <a:lnTo>
                    <a:pt x="1702069" y="806715"/>
                  </a:lnTo>
                  <a:lnTo>
                    <a:pt x="1756910" y="861504"/>
                  </a:lnTo>
                  <a:close/>
                  <a:moveTo>
                    <a:pt x="1738243" y="723910"/>
                  </a:moveTo>
                  <a:lnTo>
                    <a:pt x="1794133" y="767688"/>
                  </a:lnTo>
                  <a:lnTo>
                    <a:pt x="1737852" y="685473"/>
                  </a:lnTo>
                  <a:close/>
                  <a:moveTo>
                    <a:pt x="1334770" y="269418"/>
                  </a:moveTo>
                  <a:lnTo>
                    <a:pt x="1387663" y="251974"/>
                  </a:lnTo>
                  <a:lnTo>
                    <a:pt x="1261553" y="274327"/>
                  </a:lnTo>
                  <a:close/>
                  <a:moveTo>
                    <a:pt x="1839226" y="755083"/>
                  </a:moveTo>
                  <a:lnTo>
                    <a:pt x="1830542" y="793191"/>
                  </a:lnTo>
                  <a:lnTo>
                    <a:pt x="1910114" y="758044"/>
                  </a:lnTo>
                  <a:close/>
                  <a:moveTo>
                    <a:pt x="1529026" y="235961"/>
                  </a:moveTo>
                  <a:lnTo>
                    <a:pt x="1513013" y="226778"/>
                  </a:lnTo>
                  <a:lnTo>
                    <a:pt x="1467848" y="273111"/>
                  </a:lnTo>
                  <a:close/>
                  <a:moveTo>
                    <a:pt x="1387663" y="251974"/>
                  </a:moveTo>
                  <a:lnTo>
                    <a:pt x="1467848" y="273111"/>
                  </a:lnTo>
                  <a:lnTo>
                    <a:pt x="1513013" y="226778"/>
                  </a:lnTo>
                  <a:close/>
                  <a:moveTo>
                    <a:pt x="2098673" y="744516"/>
                  </a:moveTo>
                  <a:lnTo>
                    <a:pt x="2222565" y="785895"/>
                  </a:lnTo>
                  <a:lnTo>
                    <a:pt x="2232834" y="752260"/>
                  </a:lnTo>
                  <a:close/>
                  <a:moveTo>
                    <a:pt x="2072009" y="608600"/>
                  </a:moveTo>
                  <a:lnTo>
                    <a:pt x="2000035" y="545348"/>
                  </a:lnTo>
                  <a:lnTo>
                    <a:pt x="2026735" y="564822"/>
                  </a:lnTo>
                  <a:close/>
                  <a:moveTo>
                    <a:pt x="1882791" y="379888"/>
                  </a:moveTo>
                  <a:lnTo>
                    <a:pt x="1929193" y="444170"/>
                  </a:lnTo>
                  <a:lnTo>
                    <a:pt x="1924501" y="435430"/>
                  </a:lnTo>
                  <a:close/>
                  <a:moveTo>
                    <a:pt x="1881221" y="361955"/>
                  </a:moveTo>
                  <a:lnTo>
                    <a:pt x="1882791" y="379888"/>
                  </a:lnTo>
                  <a:lnTo>
                    <a:pt x="1924501" y="435430"/>
                  </a:lnTo>
                  <a:close/>
                  <a:moveTo>
                    <a:pt x="2232834" y="752260"/>
                  </a:moveTo>
                  <a:lnTo>
                    <a:pt x="2267420" y="690815"/>
                  </a:lnTo>
                  <a:lnTo>
                    <a:pt x="2255572" y="658969"/>
                  </a:lnTo>
                  <a:close/>
                  <a:moveTo>
                    <a:pt x="2230134" y="579558"/>
                  </a:moveTo>
                  <a:lnTo>
                    <a:pt x="2255572" y="658969"/>
                  </a:lnTo>
                  <a:lnTo>
                    <a:pt x="2267420" y="690815"/>
                  </a:lnTo>
                  <a:close/>
                  <a:moveTo>
                    <a:pt x="2152300" y="582243"/>
                  </a:moveTo>
                  <a:lnTo>
                    <a:pt x="2036625" y="575986"/>
                  </a:lnTo>
                  <a:lnTo>
                    <a:pt x="2072009" y="608600"/>
                  </a:lnTo>
                  <a:close/>
                  <a:moveTo>
                    <a:pt x="2152300" y="582243"/>
                  </a:moveTo>
                  <a:lnTo>
                    <a:pt x="2230134" y="579558"/>
                  </a:lnTo>
                  <a:lnTo>
                    <a:pt x="2180952" y="519449"/>
                  </a:lnTo>
                  <a:close/>
                  <a:moveTo>
                    <a:pt x="2152300" y="582243"/>
                  </a:moveTo>
                  <a:lnTo>
                    <a:pt x="2180952" y="519449"/>
                  </a:lnTo>
                  <a:lnTo>
                    <a:pt x="2138639" y="493257"/>
                  </a:lnTo>
                  <a:close/>
                  <a:moveTo>
                    <a:pt x="2111506" y="415223"/>
                  </a:moveTo>
                  <a:lnTo>
                    <a:pt x="2067533" y="476342"/>
                  </a:lnTo>
                  <a:lnTo>
                    <a:pt x="2064418" y="493005"/>
                  </a:lnTo>
                  <a:close/>
                  <a:moveTo>
                    <a:pt x="1910285" y="323518"/>
                  </a:moveTo>
                  <a:lnTo>
                    <a:pt x="1815139" y="274205"/>
                  </a:lnTo>
                  <a:lnTo>
                    <a:pt x="1830494" y="279740"/>
                  </a:lnTo>
                  <a:close/>
                  <a:moveTo>
                    <a:pt x="1910285" y="323518"/>
                  </a:moveTo>
                  <a:lnTo>
                    <a:pt x="1830494" y="279740"/>
                  </a:lnTo>
                  <a:lnTo>
                    <a:pt x="1881221" y="361955"/>
                  </a:lnTo>
                  <a:close/>
                  <a:moveTo>
                    <a:pt x="2121808" y="0"/>
                  </a:moveTo>
                  <a:lnTo>
                    <a:pt x="2043824" y="38437"/>
                  </a:lnTo>
                  <a:lnTo>
                    <a:pt x="2095899" y="88535"/>
                  </a:lnTo>
                  <a:close/>
                  <a:moveTo>
                    <a:pt x="2131900" y="7936"/>
                  </a:moveTo>
                  <a:lnTo>
                    <a:pt x="2161308" y="34959"/>
                  </a:lnTo>
                  <a:lnTo>
                    <a:pt x="2137271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14" name="Candidate_density__2013">
              <a:extLst>
                <a:ext uri="{FF2B5EF4-FFF2-40B4-BE49-F238E27FC236}">
                  <a16:creationId xmlns:a16="http://schemas.microsoft.com/office/drawing/2014/main" id="{243CE179-F9F9-5D45-3E23-0300CF2252E7}"/>
                </a:ext>
              </a:extLst>
            </p:cNvPr>
            <p:cNvSpPr>
              <a:spLocks noGrp="1"/>
            </p:cNvSpPr>
            <p:nvPr/>
          </p:nvSpPr>
          <p:spPr>
            <a:xfrm>
              <a:off x="4553182" y="3672147"/>
              <a:ext cx="2074201" cy="1688785"/>
            </a:xfrm>
            <a:custGeom>
              <a:avLst/>
              <a:gdLst/>
              <a:ahLst/>
              <a:cxnLst/>
              <a:rect l="0" t="0" r="0" b="0"/>
              <a:pathLst>
                <a:path w="2074201" h="1688785">
                  <a:moveTo>
                    <a:pt x="797048" y="1688785"/>
                  </a:moveTo>
                  <a:lnTo>
                    <a:pt x="710984" y="1645662"/>
                  </a:lnTo>
                  <a:lnTo>
                    <a:pt x="736037" y="1675873"/>
                  </a:lnTo>
                  <a:close/>
                  <a:moveTo>
                    <a:pt x="0" y="874560"/>
                  </a:moveTo>
                  <a:lnTo>
                    <a:pt x="121246" y="834018"/>
                  </a:lnTo>
                  <a:lnTo>
                    <a:pt x="48670" y="841327"/>
                  </a:lnTo>
                  <a:close/>
                  <a:moveTo>
                    <a:pt x="835876" y="1618752"/>
                  </a:moveTo>
                  <a:lnTo>
                    <a:pt x="797048" y="1688785"/>
                  </a:lnTo>
                  <a:lnTo>
                    <a:pt x="915561" y="1638025"/>
                  </a:lnTo>
                  <a:close/>
                  <a:moveTo>
                    <a:pt x="365535" y="1118959"/>
                  </a:moveTo>
                  <a:lnTo>
                    <a:pt x="437796" y="1105344"/>
                  </a:lnTo>
                  <a:lnTo>
                    <a:pt x="455604" y="1032948"/>
                  </a:lnTo>
                  <a:close/>
                  <a:moveTo>
                    <a:pt x="386868" y="998307"/>
                  </a:moveTo>
                  <a:lnTo>
                    <a:pt x="365535" y="1118959"/>
                  </a:lnTo>
                  <a:lnTo>
                    <a:pt x="455604" y="1032948"/>
                  </a:lnTo>
                  <a:close/>
                  <a:moveTo>
                    <a:pt x="68538" y="762807"/>
                  </a:moveTo>
                  <a:lnTo>
                    <a:pt x="48670" y="841327"/>
                  </a:lnTo>
                  <a:lnTo>
                    <a:pt x="128047" y="775019"/>
                  </a:lnTo>
                  <a:close/>
                  <a:moveTo>
                    <a:pt x="118310" y="669447"/>
                  </a:moveTo>
                  <a:lnTo>
                    <a:pt x="74656" y="723281"/>
                  </a:lnTo>
                  <a:lnTo>
                    <a:pt x="130147" y="673220"/>
                  </a:lnTo>
                  <a:close/>
                  <a:moveTo>
                    <a:pt x="130147" y="673220"/>
                  </a:moveTo>
                  <a:lnTo>
                    <a:pt x="68538" y="762807"/>
                  </a:lnTo>
                  <a:lnTo>
                    <a:pt x="128047" y="775019"/>
                  </a:lnTo>
                  <a:close/>
                  <a:moveTo>
                    <a:pt x="340236" y="923881"/>
                  </a:moveTo>
                  <a:lnTo>
                    <a:pt x="357615" y="945243"/>
                  </a:lnTo>
                  <a:lnTo>
                    <a:pt x="280010" y="1012345"/>
                  </a:lnTo>
                  <a:close/>
                  <a:moveTo>
                    <a:pt x="915561" y="1638025"/>
                  </a:moveTo>
                  <a:lnTo>
                    <a:pt x="962527" y="1598419"/>
                  </a:lnTo>
                  <a:lnTo>
                    <a:pt x="835876" y="1618752"/>
                  </a:lnTo>
                  <a:close/>
                  <a:moveTo>
                    <a:pt x="386868" y="998307"/>
                  </a:moveTo>
                  <a:lnTo>
                    <a:pt x="455604" y="1032948"/>
                  </a:lnTo>
                  <a:lnTo>
                    <a:pt x="503784" y="997886"/>
                  </a:lnTo>
                  <a:close/>
                  <a:moveTo>
                    <a:pt x="589443" y="1039493"/>
                  </a:moveTo>
                  <a:lnTo>
                    <a:pt x="529398" y="991373"/>
                  </a:lnTo>
                  <a:lnTo>
                    <a:pt x="591869" y="1042086"/>
                  </a:lnTo>
                  <a:close/>
                  <a:moveTo>
                    <a:pt x="503784" y="997886"/>
                  </a:moveTo>
                  <a:lnTo>
                    <a:pt x="455604" y="1032948"/>
                  </a:lnTo>
                  <a:lnTo>
                    <a:pt x="589443" y="1039493"/>
                  </a:lnTo>
                  <a:close/>
                  <a:moveTo>
                    <a:pt x="230088" y="713225"/>
                  </a:moveTo>
                  <a:lnTo>
                    <a:pt x="161869" y="647430"/>
                  </a:lnTo>
                  <a:lnTo>
                    <a:pt x="170839" y="669447"/>
                  </a:lnTo>
                  <a:close/>
                  <a:moveTo>
                    <a:pt x="589443" y="1039493"/>
                  </a:moveTo>
                  <a:lnTo>
                    <a:pt x="693611" y="935097"/>
                  </a:lnTo>
                  <a:lnTo>
                    <a:pt x="632483" y="985210"/>
                  </a:lnTo>
                  <a:close/>
                  <a:moveTo>
                    <a:pt x="676488" y="1086282"/>
                  </a:moveTo>
                  <a:lnTo>
                    <a:pt x="721905" y="1042086"/>
                  </a:lnTo>
                  <a:lnTo>
                    <a:pt x="692082" y="1019798"/>
                  </a:lnTo>
                  <a:close/>
                  <a:moveTo>
                    <a:pt x="721905" y="1042086"/>
                  </a:moveTo>
                  <a:lnTo>
                    <a:pt x="693611" y="935097"/>
                  </a:lnTo>
                  <a:lnTo>
                    <a:pt x="692082" y="1019798"/>
                  </a:lnTo>
                  <a:close/>
                  <a:moveTo>
                    <a:pt x="632483" y="985210"/>
                  </a:moveTo>
                  <a:lnTo>
                    <a:pt x="503784" y="997886"/>
                  </a:lnTo>
                  <a:lnTo>
                    <a:pt x="589443" y="1039493"/>
                  </a:lnTo>
                  <a:close/>
                  <a:moveTo>
                    <a:pt x="408830" y="567840"/>
                  </a:moveTo>
                  <a:lnTo>
                    <a:pt x="445768" y="674788"/>
                  </a:lnTo>
                  <a:lnTo>
                    <a:pt x="421811" y="592574"/>
                  </a:lnTo>
                  <a:close/>
                  <a:moveTo>
                    <a:pt x="1039075" y="1175554"/>
                  </a:moveTo>
                  <a:lnTo>
                    <a:pt x="1042339" y="1117006"/>
                  </a:lnTo>
                  <a:lnTo>
                    <a:pt x="1036680" y="1211858"/>
                  </a:lnTo>
                  <a:close/>
                  <a:moveTo>
                    <a:pt x="990119" y="959276"/>
                  </a:moveTo>
                  <a:lnTo>
                    <a:pt x="1032676" y="1024769"/>
                  </a:lnTo>
                  <a:lnTo>
                    <a:pt x="1052624" y="1047428"/>
                  </a:lnTo>
                  <a:close/>
                  <a:moveTo>
                    <a:pt x="591366" y="515701"/>
                  </a:moveTo>
                  <a:lnTo>
                    <a:pt x="495131" y="458178"/>
                  </a:lnTo>
                  <a:lnTo>
                    <a:pt x="492281" y="471922"/>
                  </a:lnTo>
                  <a:close/>
                  <a:moveTo>
                    <a:pt x="627291" y="535392"/>
                  </a:moveTo>
                  <a:lnTo>
                    <a:pt x="583332" y="586240"/>
                  </a:lnTo>
                  <a:lnTo>
                    <a:pt x="709676" y="564755"/>
                  </a:lnTo>
                  <a:close/>
                  <a:moveTo>
                    <a:pt x="828303" y="729626"/>
                  </a:moveTo>
                  <a:lnTo>
                    <a:pt x="909326" y="753900"/>
                  </a:lnTo>
                  <a:lnTo>
                    <a:pt x="938430" y="647516"/>
                  </a:lnTo>
                  <a:close/>
                  <a:moveTo>
                    <a:pt x="979794" y="738710"/>
                  </a:moveTo>
                  <a:lnTo>
                    <a:pt x="991546" y="657839"/>
                  </a:lnTo>
                  <a:lnTo>
                    <a:pt x="938430" y="647516"/>
                  </a:lnTo>
                  <a:close/>
                  <a:moveTo>
                    <a:pt x="793016" y="397779"/>
                  </a:moveTo>
                  <a:lnTo>
                    <a:pt x="799339" y="406135"/>
                  </a:lnTo>
                  <a:lnTo>
                    <a:pt x="844203" y="477264"/>
                  </a:lnTo>
                  <a:close/>
                  <a:moveTo>
                    <a:pt x="876140" y="530385"/>
                  </a:moveTo>
                  <a:lnTo>
                    <a:pt x="929276" y="613291"/>
                  </a:lnTo>
                  <a:lnTo>
                    <a:pt x="904932" y="559479"/>
                  </a:lnTo>
                  <a:close/>
                  <a:moveTo>
                    <a:pt x="819917" y="438828"/>
                  </a:moveTo>
                  <a:lnTo>
                    <a:pt x="799339" y="406135"/>
                  </a:lnTo>
                  <a:lnTo>
                    <a:pt x="786029" y="395049"/>
                  </a:lnTo>
                  <a:close/>
                  <a:moveTo>
                    <a:pt x="876481" y="200694"/>
                  </a:moveTo>
                  <a:lnTo>
                    <a:pt x="876479" y="290425"/>
                  </a:lnTo>
                  <a:lnTo>
                    <a:pt x="869467" y="274397"/>
                  </a:lnTo>
                  <a:close/>
                  <a:moveTo>
                    <a:pt x="1486929" y="897838"/>
                  </a:moveTo>
                  <a:lnTo>
                    <a:pt x="1532573" y="1014333"/>
                  </a:lnTo>
                  <a:lnTo>
                    <a:pt x="1499843" y="932118"/>
                  </a:lnTo>
                  <a:close/>
                  <a:moveTo>
                    <a:pt x="1385186" y="919962"/>
                  </a:moveTo>
                  <a:lnTo>
                    <a:pt x="1493838" y="992313"/>
                  </a:lnTo>
                  <a:lnTo>
                    <a:pt x="1486929" y="897838"/>
                  </a:lnTo>
                  <a:close/>
                  <a:moveTo>
                    <a:pt x="1368125" y="833739"/>
                  </a:moveTo>
                  <a:lnTo>
                    <a:pt x="1434098" y="892246"/>
                  </a:lnTo>
                  <a:lnTo>
                    <a:pt x="1385378" y="849903"/>
                  </a:lnTo>
                  <a:close/>
                  <a:moveTo>
                    <a:pt x="1486929" y="897838"/>
                  </a:moveTo>
                  <a:lnTo>
                    <a:pt x="1434098" y="892246"/>
                  </a:lnTo>
                  <a:lnTo>
                    <a:pt x="1368125" y="833739"/>
                  </a:lnTo>
                  <a:close/>
                  <a:moveTo>
                    <a:pt x="1318121" y="813800"/>
                  </a:moveTo>
                  <a:lnTo>
                    <a:pt x="1337856" y="811068"/>
                  </a:lnTo>
                  <a:lnTo>
                    <a:pt x="1323721" y="729252"/>
                  </a:lnTo>
                  <a:close/>
                  <a:moveTo>
                    <a:pt x="1368125" y="833739"/>
                  </a:moveTo>
                  <a:lnTo>
                    <a:pt x="1337856" y="811068"/>
                  </a:lnTo>
                  <a:lnTo>
                    <a:pt x="1318121" y="813800"/>
                  </a:lnTo>
                  <a:close/>
                  <a:moveTo>
                    <a:pt x="876481" y="200694"/>
                  </a:moveTo>
                  <a:lnTo>
                    <a:pt x="869467" y="274397"/>
                  </a:lnTo>
                  <a:lnTo>
                    <a:pt x="914162" y="259790"/>
                  </a:lnTo>
                  <a:close/>
                  <a:moveTo>
                    <a:pt x="1685707" y="657235"/>
                  </a:moveTo>
                  <a:lnTo>
                    <a:pt x="1738482" y="652379"/>
                  </a:lnTo>
                  <a:lnTo>
                    <a:pt x="1688650" y="641049"/>
                  </a:lnTo>
                  <a:close/>
                  <a:moveTo>
                    <a:pt x="1154801" y="38366"/>
                  </a:moveTo>
                  <a:lnTo>
                    <a:pt x="1116284" y="16467"/>
                  </a:lnTo>
                  <a:lnTo>
                    <a:pt x="1183242" y="81246"/>
                  </a:lnTo>
                  <a:close/>
                  <a:moveTo>
                    <a:pt x="1228019" y="33456"/>
                  </a:moveTo>
                  <a:lnTo>
                    <a:pt x="1154801" y="38366"/>
                  </a:lnTo>
                  <a:lnTo>
                    <a:pt x="1183242" y="81246"/>
                  </a:lnTo>
                  <a:close/>
                  <a:moveTo>
                    <a:pt x="1961439" y="981239"/>
                  </a:moveTo>
                  <a:lnTo>
                    <a:pt x="1988368" y="942802"/>
                  </a:lnTo>
                  <a:lnTo>
                    <a:pt x="1923991" y="963634"/>
                  </a:lnTo>
                  <a:close/>
                  <a:moveTo>
                    <a:pt x="1738482" y="652379"/>
                  </a:moveTo>
                  <a:lnTo>
                    <a:pt x="1768946" y="662605"/>
                  </a:lnTo>
                  <a:lnTo>
                    <a:pt x="1771420" y="648144"/>
                  </a:lnTo>
                  <a:close/>
                  <a:moveTo>
                    <a:pt x="1738482" y="652379"/>
                  </a:moveTo>
                  <a:lnTo>
                    <a:pt x="1771420" y="648144"/>
                  </a:lnTo>
                  <a:lnTo>
                    <a:pt x="1688650" y="641049"/>
                  </a:lnTo>
                  <a:close/>
                  <a:moveTo>
                    <a:pt x="1688650" y="641049"/>
                  </a:moveTo>
                  <a:lnTo>
                    <a:pt x="1771420" y="648144"/>
                  </a:lnTo>
                  <a:lnTo>
                    <a:pt x="1796255" y="549505"/>
                  </a:lnTo>
                  <a:close/>
                  <a:moveTo>
                    <a:pt x="1688650" y="641049"/>
                  </a:moveTo>
                  <a:lnTo>
                    <a:pt x="1796255" y="549505"/>
                  </a:lnTo>
                  <a:lnTo>
                    <a:pt x="1723790" y="557230"/>
                  </a:lnTo>
                  <a:close/>
                  <a:moveTo>
                    <a:pt x="1771631" y="652379"/>
                  </a:moveTo>
                  <a:lnTo>
                    <a:pt x="1796255" y="549505"/>
                  </a:lnTo>
                  <a:lnTo>
                    <a:pt x="1771420" y="648144"/>
                  </a:lnTo>
                  <a:close/>
                  <a:moveTo>
                    <a:pt x="1804100" y="531727"/>
                  </a:moveTo>
                  <a:lnTo>
                    <a:pt x="1796255" y="549505"/>
                  </a:lnTo>
                  <a:lnTo>
                    <a:pt x="1771631" y="652379"/>
                  </a:lnTo>
                  <a:close/>
                  <a:moveTo>
                    <a:pt x="1280912" y="16013"/>
                  </a:moveTo>
                  <a:lnTo>
                    <a:pt x="1228019" y="33456"/>
                  </a:lnTo>
                  <a:lnTo>
                    <a:pt x="1361096" y="37150"/>
                  </a:lnTo>
                  <a:close/>
                  <a:moveTo>
                    <a:pt x="1803363" y="522083"/>
                  </a:moveTo>
                  <a:lnTo>
                    <a:pt x="1723790" y="557230"/>
                  </a:lnTo>
                  <a:lnTo>
                    <a:pt x="1796255" y="549505"/>
                  </a:lnTo>
                  <a:close/>
                  <a:moveTo>
                    <a:pt x="1812302" y="411076"/>
                  </a:moveTo>
                  <a:lnTo>
                    <a:pt x="1755465" y="460455"/>
                  </a:lnTo>
                  <a:lnTo>
                    <a:pt x="1812213" y="414795"/>
                  </a:lnTo>
                  <a:close/>
                  <a:moveTo>
                    <a:pt x="1812213" y="414795"/>
                  </a:moveTo>
                  <a:lnTo>
                    <a:pt x="1732474" y="519122"/>
                  </a:lnTo>
                  <a:lnTo>
                    <a:pt x="1803363" y="522083"/>
                  </a:lnTo>
                  <a:close/>
                  <a:moveTo>
                    <a:pt x="1803363" y="522083"/>
                  </a:moveTo>
                  <a:lnTo>
                    <a:pt x="1796255" y="549505"/>
                  </a:lnTo>
                  <a:lnTo>
                    <a:pt x="1804100" y="531727"/>
                  </a:lnTo>
                  <a:close/>
                  <a:moveTo>
                    <a:pt x="1422275" y="0"/>
                  </a:moveTo>
                  <a:lnTo>
                    <a:pt x="1436048" y="38726"/>
                  </a:lnTo>
                  <a:lnTo>
                    <a:pt x="1491959" y="32564"/>
                  </a:lnTo>
                  <a:close/>
                  <a:moveTo>
                    <a:pt x="1425584" y="38436"/>
                  </a:moveTo>
                  <a:lnTo>
                    <a:pt x="1422275" y="0"/>
                  </a:lnTo>
                  <a:lnTo>
                    <a:pt x="1361096" y="37150"/>
                  </a:lnTo>
                  <a:close/>
                  <a:moveTo>
                    <a:pt x="1929874" y="340025"/>
                  </a:moveTo>
                  <a:lnTo>
                    <a:pt x="1893283" y="309387"/>
                  </a:lnTo>
                  <a:lnTo>
                    <a:pt x="1965257" y="372639"/>
                  </a:lnTo>
                  <a:close/>
                  <a:moveTo>
                    <a:pt x="1851075" y="290424"/>
                  </a:moveTo>
                  <a:lnTo>
                    <a:pt x="1929874" y="340025"/>
                  </a:lnTo>
                  <a:lnTo>
                    <a:pt x="1957667" y="257044"/>
                  </a:lnTo>
                  <a:close/>
                  <a:moveTo>
                    <a:pt x="2001686" y="169772"/>
                  </a:moveTo>
                  <a:lnTo>
                    <a:pt x="1960782" y="240380"/>
                  </a:lnTo>
                  <a:lnTo>
                    <a:pt x="2004755" y="179262"/>
                  </a:lnTo>
                  <a:close/>
                  <a:moveTo>
                    <a:pt x="2004755" y="179262"/>
                  </a:moveTo>
                  <a:lnTo>
                    <a:pt x="1957667" y="257044"/>
                  </a:lnTo>
                  <a:lnTo>
                    <a:pt x="2031887" y="257296"/>
                  </a:lnTo>
                  <a:close/>
                  <a:moveTo>
                    <a:pt x="2031887" y="257296"/>
                  </a:moveTo>
                  <a:lnTo>
                    <a:pt x="2074201" y="283488"/>
                  </a:lnTo>
                  <a:lnTo>
                    <a:pt x="2004755" y="179262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15" name="Candidate_density__2014">
              <a:extLst>
                <a:ext uri="{FF2B5EF4-FFF2-40B4-BE49-F238E27FC236}">
                  <a16:creationId xmlns:a16="http://schemas.microsoft.com/office/drawing/2014/main" id="{A44DF5A2-E838-3142-5131-8B96A72F5A6D}"/>
                </a:ext>
              </a:extLst>
            </p:cNvPr>
            <p:cNvSpPr>
              <a:spLocks noGrp="1"/>
            </p:cNvSpPr>
            <p:nvPr/>
          </p:nvSpPr>
          <p:spPr>
            <a:xfrm>
              <a:off x="4449567" y="3625976"/>
              <a:ext cx="2252436" cy="1691833"/>
            </a:xfrm>
            <a:custGeom>
              <a:avLst/>
              <a:gdLst/>
              <a:ahLst/>
              <a:cxnLst/>
              <a:rect l="0" t="0" r="0" b="0"/>
              <a:pathLst>
                <a:path w="2252436" h="1691833">
                  <a:moveTo>
                    <a:pt x="12248" y="754055"/>
                  </a:moveTo>
                  <a:lnTo>
                    <a:pt x="0" y="788252"/>
                  </a:lnTo>
                  <a:lnTo>
                    <a:pt x="2577" y="874706"/>
                  </a:lnTo>
                  <a:close/>
                  <a:moveTo>
                    <a:pt x="784006" y="1676027"/>
                  </a:moveTo>
                  <a:lnTo>
                    <a:pt x="814600" y="1691833"/>
                  </a:lnTo>
                  <a:lnTo>
                    <a:pt x="791377" y="1658420"/>
                  </a:lnTo>
                  <a:close/>
                  <a:moveTo>
                    <a:pt x="32066" y="716671"/>
                  </a:moveTo>
                  <a:lnTo>
                    <a:pt x="0" y="788252"/>
                  </a:lnTo>
                  <a:lnTo>
                    <a:pt x="12248" y="754055"/>
                  </a:lnTo>
                  <a:close/>
                  <a:moveTo>
                    <a:pt x="791377" y="1658420"/>
                  </a:moveTo>
                  <a:lnTo>
                    <a:pt x="814600" y="1691833"/>
                  </a:lnTo>
                  <a:lnTo>
                    <a:pt x="855125" y="1628147"/>
                  </a:lnTo>
                  <a:close/>
                  <a:moveTo>
                    <a:pt x="374279" y="880048"/>
                  </a:moveTo>
                  <a:lnTo>
                    <a:pt x="347692" y="845572"/>
                  </a:lnTo>
                  <a:lnTo>
                    <a:pt x="302840" y="893082"/>
                  </a:lnTo>
                  <a:close/>
                  <a:moveTo>
                    <a:pt x="347692" y="845572"/>
                  </a:moveTo>
                  <a:lnTo>
                    <a:pt x="312169" y="797833"/>
                  </a:lnTo>
                  <a:lnTo>
                    <a:pt x="224862" y="880189"/>
                  </a:lnTo>
                  <a:close/>
                  <a:moveTo>
                    <a:pt x="1025354" y="1492089"/>
                  </a:moveTo>
                  <a:lnTo>
                    <a:pt x="941974" y="1508101"/>
                  </a:lnTo>
                  <a:lnTo>
                    <a:pt x="1017251" y="1499332"/>
                  </a:lnTo>
                  <a:close/>
                  <a:moveTo>
                    <a:pt x="374279" y="880048"/>
                  </a:moveTo>
                  <a:lnTo>
                    <a:pt x="363557" y="904884"/>
                  </a:lnTo>
                  <a:lnTo>
                    <a:pt x="407102" y="939337"/>
                  </a:lnTo>
                  <a:close/>
                  <a:moveTo>
                    <a:pt x="374279" y="880048"/>
                  </a:moveTo>
                  <a:lnTo>
                    <a:pt x="448023" y="841612"/>
                  </a:lnTo>
                  <a:lnTo>
                    <a:pt x="347692" y="845572"/>
                  </a:lnTo>
                  <a:close/>
                  <a:moveTo>
                    <a:pt x="333704" y="759396"/>
                  </a:moveTo>
                  <a:lnTo>
                    <a:pt x="312169" y="797833"/>
                  </a:lnTo>
                  <a:lnTo>
                    <a:pt x="347692" y="845572"/>
                  </a:lnTo>
                  <a:close/>
                  <a:moveTo>
                    <a:pt x="1219887" y="1231695"/>
                  </a:moveTo>
                  <a:lnTo>
                    <a:pt x="1236150" y="1137378"/>
                  </a:lnTo>
                  <a:lnTo>
                    <a:pt x="1225134" y="1159397"/>
                  </a:lnTo>
                  <a:close/>
                  <a:moveTo>
                    <a:pt x="1225134" y="1159397"/>
                  </a:moveTo>
                  <a:lnTo>
                    <a:pt x="1236150" y="1137378"/>
                  </a:lnTo>
                  <a:lnTo>
                    <a:pt x="1248121" y="1122054"/>
                  </a:lnTo>
                  <a:close/>
                  <a:moveTo>
                    <a:pt x="1248121" y="1122054"/>
                  </a:moveTo>
                  <a:lnTo>
                    <a:pt x="1236150" y="1137378"/>
                  </a:lnTo>
                  <a:lnTo>
                    <a:pt x="1265832" y="1126311"/>
                  </a:lnTo>
                  <a:close/>
                  <a:moveTo>
                    <a:pt x="1265832" y="1126311"/>
                  </a:moveTo>
                  <a:lnTo>
                    <a:pt x="1311748" y="1081285"/>
                  </a:lnTo>
                  <a:lnTo>
                    <a:pt x="1248121" y="1122054"/>
                  </a:lnTo>
                  <a:close/>
                  <a:moveTo>
                    <a:pt x="1355680" y="1113857"/>
                  </a:moveTo>
                  <a:lnTo>
                    <a:pt x="1311748" y="1081285"/>
                  </a:lnTo>
                  <a:lnTo>
                    <a:pt x="1265832" y="1126311"/>
                  </a:lnTo>
                  <a:close/>
                  <a:moveTo>
                    <a:pt x="1388984" y="978289"/>
                  </a:moveTo>
                  <a:lnTo>
                    <a:pt x="1313763" y="1016726"/>
                  </a:lnTo>
                  <a:lnTo>
                    <a:pt x="1370134" y="1084379"/>
                  </a:lnTo>
                  <a:close/>
                  <a:moveTo>
                    <a:pt x="1952935" y="945195"/>
                  </a:moveTo>
                  <a:lnTo>
                    <a:pt x="1918872" y="862980"/>
                  </a:lnTo>
                  <a:lnTo>
                    <a:pt x="1899140" y="974995"/>
                  </a:lnTo>
                  <a:close/>
                  <a:moveTo>
                    <a:pt x="1918872" y="862980"/>
                  </a:moveTo>
                  <a:lnTo>
                    <a:pt x="1909822" y="866218"/>
                  </a:lnTo>
                  <a:lnTo>
                    <a:pt x="1899140" y="974995"/>
                  </a:lnTo>
                  <a:close/>
                  <a:moveTo>
                    <a:pt x="1909822" y="866218"/>
                  </a:moveTo>
                  <a:lnTo>
                    <a:pt x="1918872" y="862980"/>
                  </a:lnTo>
                  <a:lnTo>
                    <a:pt x="1973501" y="807516"/>
                  </a:lnTo>
                  <a:close/>
                  <a:moveTo>
                    <a:pt x="1994547" y="906758"/>
                  </a:moveTo>
                  <a:lnTo>
                    <a:pt x="1918872" y="862980"/>
                  </a:lnTo>
                  <a:lnTo>
                    <a:pt x="1952935" y="945195"/>
                  </a:lnTo>
                  <a:close/>
                  <a:moveTo>
                    <a:pt x="1997618" y="755342"/>
                  </a:moveTo>
                  <a:lnTo>
                    <a:pt x="1918872" y="862980"/>
                  </a:lnTo>
                  <a:lnTo>
                    <a:pt x="1919656" y="858223"/>
                  </a:lnTo>
                  <a:close/>
                  <a:moveTo>
                    <a:pt x="1201592" y="40829"/>
                  </a:moveTo>
                  <a:lnTo>
                    <a:pt x="1258417" y="84537"/>
                  </a:lnTo>
                  <a:lnTo>
                    <a:pt x="1269777" y="22089"/>
                  </a:lnTo>
                  <a:close/>
                  <a:moveTo>
                    <a:pt x="1235806" y="0"/>
                  </a:moveTo>
                  <a:lnTo>
                    <a:pt x="1201592" y="40829"/>
                  </a:lnTo>
                  <a:lnTo>
                    <a:pt x="1269777" y="22089"/>
                  </a:lnTo>
                  <a:close/>
                  <a:moveTo>
                    <a:pt x="1258417" y="84537"/>
                  </a:moveTo>
                  <a:lnTo>
                    <a:pt x="1309769" y="2392"/>
                  </a:lnTo>
                  <a:lnTo>
                    <a:pt x="1269777" y="22089"/>
                  </a:lnTo>
                  <a:close/>
                  <a:moveTo>
                    <a:pt x="2043276" y="457247"/>
                  </a:moveTo>
                  <a:lnTo>
                    <a:pt x="2072001" y="539462"/>
                  </a:lnTo>
                  <a:lnTo>
                    <a:pt x="2137169" y="501025"/>
                  </a:lnTo>
                  <a:close/>
                  <a:moveTo>
                    <a:pt x="2137169" y="501025"/>
                  </a:moveTo>
                  <a:lnTo>
                    <a:pt x="2139934" y="505514"/>
                  </a:lnTo>
                  <a:lnTo>
                    <a:pt x="2141306" y="498933"/>
                  </a:lnTo>
                  <a:close/>
                  <a:moveTo>
                    <a:pt x="2252436" y="469179"/>
                  </a:moveTo>
                  <a:lnTo>
                    <a:pt x="2141306" y="498933"/>
                  </a:lnTo>
                  <a:lnTo>
                    <a:pt x="2139934" y="50551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16" name="Candidate_density__2015">
              <a:extLst>
                <a:ext uri="{FF2B5EF4-FFF2-40B4-BE49-F238E27FC236}">
                  <a16:creationId xmlns:a16="http://schemas.microsoft.com/office/drawing/2014/main" id="{08A92A11-F173-51E8-3CFC-CDEB478581F2}"/>
                </a:ext>
              </a:extLst>
            </p:cNvPr>
            <p:cNvSpPr>
              <a:spLocks noGrp="1"/>
            </p:cNvSpPr>
            <p:nvPr/>
          </p:nvSpPr>
          <p:spPr>
            <a:xfrm>
              <a:off x="5350231" y="3646454"/>
              <a:ext cx="1265570" cy="1714478"/>
            </a:xfrm>
            <a:custGeom>
              <a:avLst/>
              <a:gdLst/>
              <a:ahLst/>
              <a:cxnLst/>
              <a:rect l="0" t="0" r="0" b="0"/>
              <a:pathLst>
                <a:path w="1265570" h="1714478">
                  <a:moveTo>
                    <a:pt x="0" y="1714478"/>
                  </a:moveTo>
                  <a:lnTo>
                    <a:pt x="70381" y="1698964"/>
                  </a:lnTo>
                  <a:lnTo>
                    <a:pt x="118513" y="1663718"/>
                  </a:lnTo>
                  <a:close/>
                  <a:moveTo>
                    <a:pt x="136062" y="1371092"/>
                  </a:moveTo>
                  <a:lnTo>
                    <a:pt x="216779" y="1322055"/>
                  </a:lnTo>
                  <a:lnTo>
                    <a:pt x="177379" y="1358203"/>
                  </a:lnTo>
                  <a:close/>
                  <a:moveTo>
                    <a:pt x="177379" y="1358203"/>
                  </a:moveTo>
                  <a:lnTo>
                    <a:pt x="216779" y="1322055"/>
                  </a:lnTo>
                  <a:lnTo>
                    <a:pt x="185403" y="1330979"/>
                  </a:lnTo>
                  <a:close/>
                  <a:moveTo>
                    <a:pt x="242026" y="1201248"/>
                  </a:moveTo>
                  <a:lnTo>
                    <a:pt x="239167" y="1247770"/>
                  </a:lnTo>
                  <a:lnTo>
                    <a:pt x="270000" y="1275988"/>
                  </a:lnTo>
                  <a:close/>
                  <a:moveTo>
                    <a:pt x="123169" y="300091"/>
                  </a:moveTo>
                  <a:lnTo>
                    <a:pt x="104878" y="321524"/>
                  </a:lnTo>
                  <a:lnTo>
                    <a:pt x="79430" y="316119"/>
                  </a:lnTo>
                  <a:close/>
                  <a:moveTo>
                    <a:pt x="117113" y="285483"/>
                  </a:moveTo>
                  <a:lnTo>
                    <a:pt x="104878" y="321524"/>
                  </a:lnTo>
                  <a:lnTo>
                    <a:pt x="123169" y="300091"/>
                  </a:lnTo>
                  <a:close/>
                  <a:moveTo>
                    <a:pt x="1265570" y="1013772"/>
                  </a:moveTo>
                  <a:lnTo>
                    <a:pt x="1191319" y="968496"/>
                  </a:lnTo>
                  <a:lnTo>
                    <a:pt x="1210042" y="1021367"/>
                  </a:lnTo>
                  <a:close/>
                  <a:moveTo>
                    <a:pt x="639000" y="64419"/>
                  </a:moveTo>
                  <a:lnTo>
                    <a:pt x="641485" y="64130"/>
                  </a:lnTo>
                  <a:lnTo>
                    <a:pt x="767467" y="50880"/>
                  </a:lnTo>
                  <a:close/>
                  <a:moveTo>
                    <a:pt x="789069" y="25693"/>
                  </a:moveTo>
                  <a:lnTo>
                    <a:pt x="811418" y="0"/>
                  </a:lnTo>
                  <a:lnTo>
                    <a:pt x="767467" y="5088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17" name="Candidate_density__2016">
              <a:extLst>
                <a:ext uri="{FF2B5EF4-FFF2-40B4-BE49-F238E27FC236}">
                  <a16:creationId xmlns:a16="http://schemas.microsoft.com/office/drawing/2014/main" id="{E46DF082-06EC-DC49-FE52-479F41B3A70C}"/>
                </a:ext>
              </a:extLst>
            </p:cNvPr>
            <p:cNvSpPr>
              <a:spLocks noGrp="1"/>
            </p:cNvSpPr>
            <p:nvPr/>
          </p:nvSpPr>
          <p:spPr>
            <a:xfrm>
              <a:off x="4621720" y="3646454"/>
              <a:ext cx="1938553" cy="1663718"/>
            </a:xfrm>
            <a:custGeom>
              <a:avLst/>
              <a:gdLst/>
              <a:ahLst/>
              <a:cxnLst/>
              <a:rect l="0" t="0" r="0" b="0"/>
              <a:pathLst>
                <a:path w="1938553" h="1663718">
                  <a:moveTo>
                    <a:pt x="61609" y="698913"/>
                  </a:moveTo>
                  <a:lnTo>
                    <a:pt x="6118" y="748975"/>
                  </a:lnTo>
                  <a:lnTo>
                    <a:pt x="0" y="788501"/>
                  </a:lnTo>
                  <a:close/>
                  <a:moveTo>
                    <a:pt x="917148" y="1647243"/>
                  </a:moveTo>
                  <a:lnTo>
                    <a:pt x="893989" y="1624112"/>
                  </a:lnTo>
                  <a:lnTo>
                    <a:pt x="847024" y="1663718"/>
                  </a:lnTo>
                  <a:close/>
                  <a:moveTo>
                    <a:pt x="387066" y="1058642"/>
                  </a:moveTo>
                  <a:lnTo>
                    <a:pt x="436321" y="1024000"/>
                  </a:lnTo>
                  <a:lnTo>
                    <a:pt x="520905" y="1065186"/>
                  </a:lnTo>
                  <a:close/>
                  <a:moveTo>
                    <a:pt x="631242" y="947127"/>
                  </a:moveTo>
                  <a:lnTo>
                    <a:pt x="625073" y="960790"/>
                  </a:lnTo>
                  <a:lnTo>
                    <a:pt x="653368" y="1067779"/>
                  </a:lnTo>
                  <a:close/>
                  <a:moveTo>
                    <a:pt x="925894" y="1312993"/>
                  </a:moveTo>
                  <a:lnTo>
                    <a:pt x="945290" y="1322055"/>
                  </a:lnTo>
                  <a:lnTo>
                    <a:pt x="967678" y="1247770"/>
                  </a:lnTo>
                  <a:close/>
                  <a:moveTo>
                    <a:pt x="970537" y="1201248"/>
                  </a:moveTo>
                  <a:lnTo>
                    <a:pt x="998156" y="1241055"/>
                  </a:lnTo>
                  <a:lnTo>
                    <a:pt x="1010803" y="1155336"/>
                  </a:lnTo>
                  <a:close/>
                  <a:moveTo>
                    <a:pt x="968142" y="1237551"/>
                  </a:moveTo>
                  <a:lnTo>
                    <a:pt x="967678" y="1247770"/>
                  </a:lnTo>
                  <a:lnTo>
                    <a:pt x="970537" y="1201248"/>
                  </a:lnTo>
                  <a:close/>
                  <a:moveTo>
                    <a:pt x="630959" y="939371"/>
                  </a:moveTo>
                  <a:lnTo>
                    <a:pt x="618251" y="935284"/>
                  </a:lnTo>
                  <a:lnTo>
                    <a:pt x="626422" y="908691"/>
                  </a:lnTo>
                  <a:close/>
                  <a:moveTo>
                    <a:pt x="326769" y="504435"/>
                  </a:moveTo>
                  <a:lnTo>
                    <a:pt x="340292" y="593533"/>
                  </a:lnTo>
                  <a:lnTo>
                    <a:pt x="353274" y="618267"/>
                  </a:lnTo>
                  <a:close/>
                  <a:moveTo>
                    <a:pt x="1239456" y="1199115"/>
                  </a:moveTo>
                  <a:lnTo>
                    <a:pt x="1219017" y="1116900"/>
                  </a:lnTo>
                  <a:lnTo>
                    <a:pt x="1211490" y="1114410"/>
                  </a:lnTo>
                  <a:close/>
                  <a:moveTo>
                    <a:pt x="1290407" y="1167173"/>
                  </a:moveTo>
                  <a:lnTo>
                    <a:pt x="1239456" y="1199115"/>
                  </a:lnTo>
                  <a:lnTo>
                    <a:pt x="1211490" y="1114410"/>
                  </a:lnTo>
                  <a:close/>
                  <a:moveTo>
                    <a:pt x="1232160" y="1114434"/>
                  </a:moveTo>
                  <a:lnTo>
                    <a:pt x="1290407" y="1167173"/>
                  </a:lnTo>
                  <a:lnTo>
                    <a:pt x="1211490" y="1114410"/>
                  </a:lnTo>
                  <a:close/>
                  <a:moveTo>
                    <a:pt x="869892" y="673209"/>
                  </a:moveTo>
                  <a:lnTo>
                    <a:pt x="923008" y="683532"/>
                  </a:lnTo>
                  <a:lnTo>
                    <a:pt x="881711" y="667388"/>
                  </a:lnTo>
                  <a:close/>
                  <a:moveTo>
                    <a:pt x="860739" y="638984"/>
                  </a:moveTo>
                  <a:lnTo>
                    <a:pt x="881711" y="667388"/>
                  </a:lnTo>
                  <a:lnTo>
                    <a:pt x="836533" y="593151"/>
                  </a:lnTo>
                  <a:close/>
                  <a:moveTo>
                    <a:pt x="881711" y="667388"/>
                  </a:moveTo>
                  <a:lnTo>
                    <a:pt x="923008" y="683532"/>
                  </a:lnTo>
                  <a:lnTo>
                    <a:pt x="836533" y="593151"/>
                  </a:lnTo>
                  <a:close/>
                  <a:moveTo>
                    <a:pt x="869892" y="673209"/>
                  </a:moveTo>
                  <a:lnTo>
                    <a:pt x="881711" y="667388"/>
                  </a:lnTo>
                  <a:lnTo>
                    <a:pt x="885963" y="653057"/>
                  </a:lnTo>
                  <a:close/>
                  <a:moveTo>
                    <a:pt x="885963" y="653057"/>
                  </a:moveTo>
                  <a:lnTo>
                    <a:pt x="881711" y="667388"/>
                  </a:lnTo>
                  <a:lnTo>
                    <a:pt x="860739" y="638984"/>
                  </a:lnTo>
                  <a:close/>
                  <a:moveTo>
                    <a:pt x="800930" y="300091"/>
                  </a:moveTo>
                  <a:lnTo>
                    <a:pt x="807941" y="316119"/>
                  </a:lnTo>
                  <a:lnTo>
                    <a:pt x="833389" y="321524"/>
                  </a:lnTo>
                  <a:close/>
                  <a:moveTo>
                    <a:pt x="800930" y="300091"/>
                  </a:moveTo>
                  <a:lnTo>
                    <a:pt x="833389" y="321524"/>
                  </a:lnTo>
                  <a:lnTo>
                    <a:pt x="845624" y="285483"/>
                  </a:lnTo>
                  <a:close/>
                  <a:moveTo>
                    <a:pt x="845624" y="285483"/>
                  </a:moveTo>
                  <a:lnTo>
                    <a:pt x="851680" y="300091"/>
                  </a:lnTo>
                  <a:lnTo>
                    <a:pt x="807943" y="226387"/>
                  </a:lnTo>
                  <a:close/>
                  <a:moveTo>
                    <a:pt x="1865846" y="964730"/>
                  </a:moveTo>
                  <a:lnTo>
                    <a:pt x="1892901" y="1006932"/>
                  </a:lnTo>
                  <a:lnTo>
                    <a:pt x="1855453" y="989328"/>
                  </a:lnTo>
                  <a:close/>
                  <a:moveTo>
                    <a:pt x="1938553" y="1021367"/>
                  </a:moveTo>
                  <a:lnTo>
                    <a:pt x="1919830" y="968496"/>
                  </a:lnTo>
                  <a:lnTo>
                    <a:pt x="1892901" y="1006932"/>
                  </a:lnTo>
                  <a:close/>
                  <a:moveTo>
                    <a:pt x="1159481" y="59150"/>
                  </a:moveTo>
                  <a:lnTo>
                    <a:pt x="1242974" y="92659"/>
                  </a:lnTo>
                  <a:lnTo>
                    <a:pt x="1292559" y="62844"/>
                  </a:lnTo>
                  <a:close/>
                  <a:moveTo>
                    <a:pt x="1743676" y="440488"/>
                  </a:moveTo>
                  <a:lnTo>
                    <a:pt x="1734825" y="547776"/>
                  </a:lnTo>
                  <a:lnTo>
                    <a:pt x="1735562" y="557420"/>
                  </a:lnTo>
                  <a:close/>
                  <a:moveTo>
                    <a:pt x="1353737" y="25693"/>
                  </a:moveTo>
                  <a:lnTo>
                    <a:pt x="1357046" y="64130"/>
                  </a:lnTo>
                  <a:lnTo>
                    <a:pt x="1367510" y="64419"/>
                  </a:lnTo>
                  <a:close/>
                  <a:moveTo>
                    <a:pt x="1423421" y="58258"/>
                  </a:moveTo>
                  <a:lnTo>
                    <a:pt x="1367510" y="64419"/>
                  </a:lnTo>
                  <a:lnTo>
                    <a:pt x="1495978" y="50880"/>
                  </a:lnTo>
                  <a:close/>
                  <a:moveTo>
                    <a:pt x="1495978" y="50880"/>
                  </a:moveTo>
                  <a:lnTo>
                    <a:pt x="1539928" y="0"/>
                  </a:lnTo>
                  <a:lnTo>
                    <a:pt x="1423421" y="58258"/>
                  </a:lnTo>
                  <a:close/>
                  <a:moveTo>
                    <a:pt x="1782537" y="316117"/>
                  </a:moveTo>
                  <a:lnTo>
                    <a:pt x="1824745" y="335080"/>
                  </a:lnTo>
                  <a:lnTo>
                    <a:pt x="1861336" y="365718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18" name="Candidate_density__2017">
              <a:extLst>
                <a:ext uri="{FF2B5EF4-FFF2-40B4-BE49-F238E27FC236}">
                  <a16:creationId xmlns:a16="http://schemas.microsoft.com/office/drawing/2014/main" id="{DED20C4B-8202-D46F-5C88-38B5BE89989C}"/>
                </a:ext>
              </a:extLst>
            </p:cNvPr>
            <p:cNvSpPr>
              <a:spLocks noGrp="1"/>
            </p:cNvSpPr>
            <p:nvPr/>
          </p:nvSpPr>
          <p:spPr>
            <a:xfrm>
              <a:off x="5715399" y="4484199"/>
              <a:ext cx="728715" cy="276665"/>
            </a:xfrm>
            <a:custGeom>
              <a:avLst/>
              <a:gdLst/>
              <a:ahLst/>
              <a:cxnLst/>
              <a:rect l="0" t="0" r="0" b="0"/>
              <a:pathLst>
                <a:path w="728715" h="276665">
                  <a:moveTo>
                    <a:pt x="89848" y="255634"/>
                  </a:moveTo>
                  <a:lnTo>
                    <a:pt x="0" y="268087"/>
                  </a:lnTo>
                  <a:lnTo>
                    <a:pt x="117811" y="276665"/>
                  </a:lnTo>
                  <a:close/>
                  <a:moveTo>
                    <a:pt x="728715" y="48535"/>
                  </a:moveTo>
                  <a:lnTo>
                    <a:pt x="653824" y="0"/>
                  </a:lnTo>
                  <a:lnTo>
                    <a:pt x="653040" y="475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19" name="Candidate_density__2018">
              <a:extLst>
                <a:ext uri="{FF2B5EF4-FFF2-40B4-BE49-F238E27FC236}">
                  <a16:creationId xmlns:a16="http://schemas.microsoft.com/office/drawing/2014/main" id="{CDFA31A7-6F9B-FE20-1DFC-0C9D761A01DA}"/>
                </a:ext>
              </a:extLst>
            </p:cNvPr>
            <p:cNvSpPr>
              <a:spLocks noGrp="1"/>
            </p:cNvSpPr>
            <p:nvPr/>
          </p:nvSpPr>
          <p:spPr>
            <a:xfrm>
              <a:off x="4461814" y="3436731"/>
              <a:ext cx="2204452" cy="1881077"/>
            </a:xfrm>
            <a:custGeom>
              <a:avLst/>
              <a:gdLst/>
              <a:ahLst/>
              <a:cxnLst/>
              <a:rect l="0" t="0" r="0" b="0"/>
              <a:pathLst>
                <a:path w="2204452" h="1881077">
                  <a:moveTo>
                    <a:pt x="23532" y="1025514"/>
                  </a:moveTo>
                  <a:lnTo>
                    <a:pt x="13407" y="1097148"/>
                  </a:lnTo>
                  <a:lnTo>
                    <a:pt x="60326" y="1057369"/>
                  </a:lnTo>
                  <a:close/>
                  <a:moveTo>
                    <a:pt x="743144" y="1765450"/>
                  </a:moveTo>
                  <a:lnTo>
                    <a:pt x="836316" y="1809228"/>
                  </a:lnTo>
                  <a:lnTo>
                    <a:pt x="778202" y="1727013"/>
                  </a:lnTo>
                  <a:close/>
                  <a:moveTo>
                    <a:pt x="842877" y="1817391"/>
                  </a:moveTo>
                  <a:lnTo>
                    <a:pt x="802352" y="1881077"/>
                  </a:lnTo>
                  <a:lnTo>
                    <a:pt x="927244" y="1854168"/>
                  </a:lnTo>
                  <a:close/>
                  <a:moveTo>
                    <a:pt x="728300" y="1667663"/>
                  </a:moveTo>
                  <a:lnTo>
                    <a:pt x="707165" y="1657008"/>
                  </a:lnTo>
                  <a:lnTo>
                    <a:pt x="778202" y="1727013"/>
                  </a:lnTo>
                  <a:close/>
                  <a:moveTo>
                    <a:pt x="622226" y="1565378"/>
                  </a:moveTo>
                  <a:lnTo>
                    <a:pt x="704884" y="1644798"/>
                  </a:lnTo>
                  <a:lnTo>
                    <a:pt x="627461" y="1569301"/>
                  </a:lnTo>
                  <a:close/>
                  <a:moveTo>
                    <a:pt x="622226" y="1565378"/>
                  </a:moveTo>
                  <a:lnTo>
                    <a:pt x="707165" y="1657008"/>
                  </a:lnTo>
                  <a:lnTo>
                    <a:pt x="704884" y="1644798"/>
                  </a:lnTo>
                  <a:close/>
                  <a:moveTo>
                    <a:pt x="0" y="943299"/>
                  </a:moveTo>
                  <a:lnTo>
                    <a:pt x="23532" y="1025514"/>
                  </a:lnTo>
                  <a:lnTo>
                    <a:pt x="48269" y="987078"/>
                  </a:lnTo>
                  <a:close/>
                  <a:moveTo>
                    <a:pt x="704884" y="1644798"/>
                  </a:moveTo>
                  <a:lnTo>
                    <a:pt x="707165" y="1657008"/>
                  </a:lnTo>
                  <a:lnTo>
                    <a:pt x="728300" y="1667663"/>
                  </a:lnTo>
                  <a:close/>
                  <a:moveTo>
                    <a:pt x="621152" y="1562583"/>
                  </a:moveTo>
                  <a:lnTo>
                    <a:pt x="622226" y="1565378"/>
                  </a:lnTo>
                  <a:lnTo>
                    <a:pt x="627461" y="1569301"/>
                  </a:lnTo>
                  <a:close/>
                  <a:moveTo>
                    <a:pt x="1053895" y="1833835"/>
                  </a:moveTo>
                  <a:lnTo>
                    <a:pt x="985508" y="1770792"/>
                  </a:lnTo>
                  <a:lnTo>
                    <a:pt x="927244" y="1854168"/>
                  </a:lnTo>
                  <a:close/>
                  <a:moveTo>
                    <a:pt x="841806" y="1708232"/>
                  </a:moveTo>
                  <a:lnTo>
                    <a:pt x="728300" y="1667663"/>
                  </a:lnTo>
                  <a:lnTo>
                    <a:pt x="778202" y="1727013"/>
                  </a:lnTo>
                  <a:close/>
                  <a:moveTo>
                    <a:pt x="735055" y="1634334"/>
                  </a:moveTo>
                  <a:lnTo>
                    <a:pt x="728300" y="1667663"/>
                  </a:lnTo>
                  <a:lnTo>
                    <a:pt x="841806" y="1708232"/>
                  </a:lnTo>
                  <a:close/>
                  <a:moveTo>
                    <a:pt x="841492" y="1608395"/>
                  </a:moveTo>
                  <a:lnTo>
                    <a:pt x="735055" y="1634334"/>
                  </a:lnTo>
                  <a:lnTo>
                    <a:pt x="841806" y="1708232"/>
                  </a:lnTo>
                  <a:close/>
                  <a:moveTo>
                    <a:pt x="704884" y="1644798"/>
                  </a:moveTo>
                  <a:lnTo>
                    <a:pt x="728300" y="1667663"/>
                  </a:lnTo>
                  <a:lnTo>
                    <a:pt x="735055" y="1634334"/>
                  </a:lnTo>
                  <a:close/>
                  <a:moveTo>
                    <a:pt x="631066" y="1558191"/>
                  </a:moveTo>
                  <a:lnTo>
                    <a:pt x="627461" y="1569301"/>
                  </a:lnTo>
                  <a:lnTo>
                    <a:pt x="743773" y="1524147"/>
                  </a:lnTo>
                  <a:close/>
                  <a:moveTo>
                    <a:pt x="627461" y="1569301"/>
                  </a:moveTo>
                  <a:lnTo>
                    <a:pt x="704884" y="1644798"/>
                  </a:lnTo>
                  <a:lnTo>
                    <a:pt x="743773" y="1524147"/>
                  </a:lnTo>
                  <a:close/>
                  <a:moveTo>
                    <a:pt x="743773" y="1524147"/>
                  </a:moveTo>
                  <a:lnTo>
                    <a:pt x="704884" y="1644798"/>
                  </a:lnTo>
                  <a:lnTo>
                    <a:pt x="748411" y="1527657"/>
                  </a:lnTo>
                  <a:close/>
                  <a:moveTo>
                    <a:pt x="748411" y="1527657"/>
                  </a:moveTo>
                  <a:lnTo>
                    <a:pt x="704884" y="1644798"/>
                  </a:lnTo>
                  <a:lnTo>
                    <a:pt x="735055" y="1634334"/>
                  </a:lnTo>
                  <a:close/>
                  <a:moveTo>
                    <a:pt x="621152" y="1562583"/>
                  </a:moveTo>
                  <a:lnTo>
                    <a:pt x="627461" y="1569301"/>
                  </a:lnTo>
                  <a:lnTo>
                    <a:pt x="631066" y="1558191"/>
                  </a:lnTo>
                  <a:close/>
                  <a:moveTo>
                    <a:pt x="640729" y="1441931"/>
                  </a:moveTo>
                  <a:lnTo>
                    <a:pt x="631066" y="1558191"/>
                  </a:lnTo>
                  <a:lnTo>
                    <a:pt x="651998" y="1445839"/>
                  </a:lnTo>
                  <a:close/>
                  <a:moveTo>
                    <a:pt x="621152" y="1562583"/>
                  </a:moveTo>
                  <a:lnTo>
                    <a:pt x="631066" y="1558191"/>
                  </a:lnTo>
                  <a:lnTo>
                    <a:pt x="640729" y="1441931"/>
                  </a:lnTo>
                  <a:close/>
                  <a:moveTo>
                    <a:pt x="351309" y="1094129"/>
                  </a:moveTo>
                  <a:lnTo>
                    <a:pt x="398385" y="1113071"/>
                  </a:lnTo>
                  <a:lnTo>
                    <a:pt x="394854" y="1128582"/>
                  </a:lnTo>
                  <a:close/>
                  <a:moveTo>
                    <a:pt x="985508" y="1770792"/>
                  </a:moveTo>
                  <a:lnTo>
                    <a:pt x="1078858" y="1836881"/>
                  </a:lnTo>
                  <a:lnTo>
                    <a:pt x="976305" y="1759570"/>
                  </a:lnTo>
                  <a:close/>
                  <a:moveTo>
                    <a:pt x="743773" y="1524147"/>
                  </a:moveTo>
                  <a:lnTo>
                    <a:pt x="748411" y="1527657"/>
                  </a:lnTo>
                  <a:lnTo>
                    <a:pt x="748637" y="1523200"/>
                  </a:lnTo>
                  <a:close/>
                  <a:moveTo>
                    <a:pt x="748637" y="1523200"/>
                  </a:moveTo>
                  <a:lnTo>
                    <a:pt x="734970" y="1477402"/>
                  </a:lnTo>
                  <a:lnTo>
                    <a:pt x="743773" y="1524147"/>
                  </a:lnTo>
                  <a:close/>
                  <a:moveTo>
                    <a:pt x="651998" y="1445839"/>
                  </a:moveTo>
                  <a:lnTo>
                    <a:pt x="692487" y="1441931"/>
                  </a:lnTo>
                  <a:lnTo>
                    <a:pt x="651854" y="1441198"/>
                  </a:lnTo>
                  <a:close/>
                  <a:moveTo>
                    <a:pt x="748637" y="1523200"/>
                  </a:moveTo>
                  <a:lnTo>
                    <a:pt x="748411" y="1527657"/>
                  </a:lnTo>
                  <a:lnTo>
                    <a:pt x="751736" y="1524147"/>
                  </a:lnTo>
                  <a:close/>
                  <a:moveTo>
                    <a:pt x="748637" y="1523200"/>
                  </a:moveTo>
                  <a:lnTo>
                    <a:pt x="751736" y="1524147"/>
                  </a:lnTo>
                  <a:lnTo>
                    <a:pt x="734970" y="1477402"/>
                  </a:lnTo>
                  <a:close/>
                  <a:moveTo>
                    <a:pt x="640729" y="1441931"/>
                  </a:moveTo>
                  <a:lnTo>
                    <a:pt x="651998" y="1445839"/>
                  </a:lnTo>
                  <a:lnTo>
                    <a:pt x="651854" y="1441198"/>
                  </a:lnTo>
                  <a:close/>
                  <a:moveTo>
                    <a:pt x="510639" y="1095043"/>
                  </a:moveTo>
                  <a:lnTo>
                    <a:pt x="517094" y="1004912"/>
                  </a:lnTo>
                  <a:lnTo>
                    <a:pt x="524489" y="1113071"/>
                  </a:lnTo>
                  <a:close/>
                  <a:moveTo>
                    <a:pt x="524489" y="1113071"/>
                  </a:moveTo>
                  <a:lnTo>
                    <a:pt x="517094" y="1004912"/>
                  </a:lnTo>
                  <a:lnTo>
                    <a:pt x="521013" y="992420"/>
                  </a:lnTo>
                  <a:close/>
                  <a:moveTo>
                    <a:pt x="506298" y="998480"/>
                  </a:moveTo>
                  <a:lnTo>
                    <a:pt x="477910" y="1073611"/>
                  </a:lnTo>
                  <a:lnTo>
                    <a:pt x="524489" y="1113071"/>
                  </a:lnTo>
                  <a:close/>
                  <a:moveTo>
                    <a:pt x="521013" y="992420"/>
                  </a:moveTo>
                  <a:lnTo>
                    <a:pt x="506298" y="998480"/>
                  </a:lnTo>
                  <a:lnTo>
                    <a:pt x="524489" y="1113071"/>
                  </a:lnTo>
                  <a:close/>
                  <a:moveTo>
                    <a:pt x="435775" y="1030856"/>
                  </a:moveTo>
                  <a:lnTo>
                    <a:pt x="477910" y="1073611"/>
                  </a:lnTo>
                  <a:lnTo>
                    <a:pt x="506298" y="998480"/>
                  </a:lnTo>
                  <a:close/>
                  <a:moveTo>
                    <a:pt x="517094" y="1004912"/>
                  </a:moveTo>
                  <a:lnTo>
                    <a:pt x="510639" y="1095043"/>
                  </a:lnTo>
                  <a:lnTo>
                    <a:pt x="502190" y="1074635"/>
                  </a:lnTo>
                  <a:close/>
                  <a:moveTo>
                    <a:pt x="435775" y="1030856"/>
                  </a:moveTo>
                  <a:lnTo>
                    <a:pt x="506298" y="998480"/>
                  </a:lnTo>
                  <a:lnTo>
                    <a:pt x="382491" y="995513"/>
                  </a:lnTo>
                  <a:close/>
                  <a:moveTo>
                    <a:pt x="382491" y="995513"/>
                  </a:moveTo>
                  <a:lnTo>
                    <a:pt x="506298" y="998480"/>
                  </a:lnTo>
                  <a:lnTo>
                    <a:pt x="511615" y="984424"/>
                  </a:lnTo>
                  <a:close/>
                  <a:moveTo>
                    <a:pt x="506298" y="998480"/>
                  </a:moveTo>
                  <a:lnTo>
                    <a:pt x="521013" y="992420"/>
                  </a:lnTo>
                  <a:lnTo>
                    <a:pt x="548113" y="924985"/>
                  </a:lnTo>
                  <a:close/>
                  <a:moveTo>
                    <a:pt x="517094" y="1004912"/>
                  </a:moveTo>
                  <a:lnTo>
                    <a:pt x="502190" y="1074635"/>
                  </a:lnTo>
                  <a:lnTo>
                    <a:pt x="517171" y="989641"/>
                  </a:lnTo>
                  <a:close/>
                  <a:moveTo>
                    <a:pt x="521013" y="992420"/>
                  </a:moveTo>
                  <a:lnTo>
                    <a:pt x="517094" y="1004912"/>
                  </a:lnTo>
                  <a:lnTo>
                    <a:pt x="517171" y="989641"/>
                  </a:lnTo>
                  <a:close/>
                  <a:moveTo>
                    <a:pt x="574907" y="942405"/>
                  </a:moveTo>
                  <a:lnTo>
                    <a:pt x="521013" y="992420"/>
                  </a:lnTo>
                  <a:lnTo>
                    <a:pt x="517171" y="989641"/>
                  </a:lnTo>
                  <a:close/>
                  <a:moveTo>
                    <a:pt x="1218928" y="1408837"/>
                  </a:moveTo>
                  <a:lnTo>
                    <a:pt x="1241037" y="1370401"/>
                  </a:lnTo>
                  <a:lnTo>
                    <a:pt x="1223902" y="1326622"/>
                  </a:lnTo>
                  <a:close/>
                  <a:moveTo>
                    <a:pt x="605376" y="630465"/>
                  </a:moveTo>
                  <a:lnTo>
                    <a:pt x="532483" y="576824"/>
                  </a:lnTo>
                  <a:lnTo>
                    <a:pt x="524219" y="586686"/>
                  </a:lnTo>
                  <a:close/>
                  <a:moveTo>
                    <a:pt x="605376" y="630465"/>
                  </a:moveTo>
                  <a:lnTo>
                    <a:pt x="524219" y="586686"/>
                  </a:lnTo>
                  <a:lnTo>
                    <a:pt x="550074" y="668901"/>
                  </a:lnTo>
                  <a:close/>
                  <a:moveTo>
                    <a:pt x="1376736" y="1167534"/>
                  </a:moveTo>
                  <a:lnTo>
                    <a:pt x="1299567" y="1119037"/>
                  </a:lnTo>
                  <a:lnTo>
                    <a:pt x="1247630" y="1140056"/>
                  </a:lnTo>
                  <a:close/>
                  <a:moveTo>
                    <a:pt x="1260775" y="1085319"/>
                  </a:moveTo>
                  <a:lnTo>
                    <a:pt x="1247630" y="1140056"/>
                  </a:lnTo>
                  <a:lnTo>
                    <a:pt x="1299567" y="1119037"/>
                  </a:lnTo>
                  <a:close/>
                  <a:moveTo>
                    <a:pt x="1260775" y="1085319"/>
                  </a:moveTo>
                  <a:lnTo>
                    <a:pt x="1232329" y="1123755"/>
                  </a:lnTo>
                  <a:lnTo>
                    <a:pt x="1247630" y="1140056"/>
                  </a:lnTo>
                  <a:close/>
                  <a:moveTo>
                    <a:pt x="1201780" y="1041540"/>
                  </a:moveTo>
                  <a:lnTo>
                    <a:pt x="1232329" y="1123755"/>
                  </a:lnTo>
                  <a:lnTo>
                    <a:pt x="1260775" y="1085319"/>
                  </a:lnTo>
                  <a:close/>
                  <a:moveTo>
                    <a:pt x="1201780" y="1041540"/>
                  </a:moveTo>
                  <a:lnTo>
                    <a:pt x="1260775" y="1085319"/>
                  </a:lnTo>
                  <a:lnTo>
                    <a:pt x="1198845" y="1003104"/>
                  </a:lnTo>
                  <a:close/>
                  <a:moveTo>
                    <a:pt x="1526494" y="1194957"/>
                  </a:moveTo>
                  <a:lnTo>
                    <a:pt x="1553627" y="1211313"/>
                  </a:lnTo>
                  <a:lnTo>
                    <a:pt x="1476553" y="1155378"/>
                  </a:lnTo>
                  <a:close/>
                  <a:moveTo>
                    <a:pt x="1409488" y="1049216"/>
                  </a:moveTo>
                  <a:lnTo>
                    <a:pt x="1376736" y="1167534"/>
                  </a:lnTo>
                  <a:lnTo>
                    <a:pt x="1396012" y="1160264"/>
                  </a:lnTo>
                  <a:close/>
                  <a:moveTo>
                    <a:pt x="1309154" y="1046883"/>
                  </a:moveTo>
                  <a:lnTo>
                    <a:pt x="1260775" y="1085319"/>
                  </a:lnTo>
                  <a:lnTo>
                    <a:pt x="1299567" y="1119037"/>
                  </a:lnTo>
                  <a:close/>
                  <a:moveTo>
                    <a:pt x="1309154" y="1046883"/>
                  </a:moveTo>
                  <a:lnTo>
                    <a:pt x="1198845" y="1003104"/>
                  </a:lnTo>
                  <a:lnTo>
                    <a:pt x="1260775" y="1085319"/>
                  </a:lnTo>
                  <a:close/>
                  <a:moveTo>
                    <a:pt x="1545971" y="1090661"/>
                  </a:moveTo>
                  <a:lnTo>
                    <a:pt x="1532394" y="1008446"/>
                  </a:lnTo>
                  <a:lnTo>
                    <a:pt x="1532980" y="1009412"/>
                  </a:lnTo>
                  <a:close/>
                  <a:moveTo>
                    <a:pt x="1982299" y="1096003"/>
                  </a:moveTo>
                  <a:lnTo>
                    <a:pt x="2015358" y="1199050"/>
                  </a:lnTo>
                  <a:lnTo>
                    <a:pt x="2065082" y="1169753"/>
                  </a:lnTo>
                  <a:close/>
                  <a:moveTo>
                    <a:pt x="1982299" y="1096003"/>
                  </a:moveTo>
                  <a:lnTo>
                    <a:pt x="1940687" y="1134440"/>
                  </a:lnTo>
                  <a:lnTo>
                    <a:pt x="2015358" y="1199050"/>
                  </a:lnTo>
                  <a:close/>
                  <a:moveTo>
                    <a:pt x="1741932" y="849358"/>
                  </a:moveTo>
                  <a:lnTo>
                    <a:pt x="1686686" y="806170"/>
                  </a:lnTo>
                  <a:lnTo>
                    <a:pt x="1684730" y="805579"/>
                  </a:lnTo>
                  <a:close/>
                  <a:moveTo>
                    <a:pt x="1372280" y="251429"/>
                  </a:moveTo>
                  <a:lnTo>
                    <a:pt x="1297521" y="191637"/>
                  </a:lnTo>
                  <a:lnTo>
                    <a:pt x="1246169" y="273782"/>
                  </a:lnTo>
                  <a:close/>
                  <a:moveTo>
                    <a:pt x="2079736" y="1178218"/>
                  </a:moveTo>
                  <a:lnTo>
                    <a:pt x="2145787" y="1139782"/>
                  </a:lnTo>
                  <a:lnTo>
                    <a:pt x="2065082" y="1169753"/>
                  </a:lnTo>
                  <a:close/>
                  <a:moveTo>
                    <a:pt x="2065082" y="1169753"/>
                  </a:moveTo>
                  <a:lnTo>
                    <a:pt x="2053772" y="1057567"/>
                  </a:lnTo>
                  <a:lnTo>
                    <a:pt x="1982299" y="1096003"/>
                  </a:lnTo>
                  <a:close/>
                  <a:moveTo>
                    <a:pt x="1965676" y="1076750"/>
                  </a:moveTo>
                  <a:lnTo>
                    <a:pt x="1909982" y="984784"/>
                  </a:lnTo>
                  <a:lnTo>
                    <a:pt x="1925717" y="1013788"/>
                  </a:lnTo>
                  <a:close/>
                  <a:moveTo>
                    <a:pt x="1784720" y="646491"/>
                  </a:moveTo>
                  <a:lnTo>
                    <a:pt x="1823842" y="754538"/>
                  </a:lnTo>
                  <a:lnTo>
                    <a:pt x="1846833" y="695871"/>
                  </a:lnTo>
                  <a:close/>
                  <a:moveTo>
                    <a:pt x="1778750" y="767143"/>
                  </a:moveTo>
                  <a:lnTo>
                    <a:pt x="1823842" y="754538"/>
                  </a:lnTo>
                  <a:lnTo>
                    <a:pt x="1784720" y="646491"/>
                  </a:lnTo>
                  <a:close/>
                  <a:moveTo>
                    <a:pt x="1375206" y="153200"/>
                  </a:moveTo>
                  <a:lnTo>
                    <a:pt x="1372280" y="251429"/>
                  </a:lnTo>
                  <a:lnTo>
                    <a:pt x="1404522" y="156773"/>
                  </a:lnTo>
                  <a:close/>
                  <a:moveTo>
                    <a:pt x="1375206" y="153200"/>
                  </a:moveTo>
                  <a:lnTo>
                    <a:pt x="1297521" y="191637"/>
                  </a:lnTo>
                  <a:lnTo>
                    <a:pt x="1372280" y="251429"/>
                  </a:lnTo>
                  <a:close/>
                  <a:moveTo>
                    <a:pt x="1375206" y="153200"/>
                  </a:moveTo>
                  <a:lnTo>
                    <a:pt x="1332825" y="109422"/>
                  </a:lnTo>
                  <a:lnTo>
                    <a:pt x="1297521" y="191637"/>
                  </a:lnTo>
                  <a:close/>
                  <a:moveTo>
                    <a:pt x="1404522" y="156773"/>
                  </a:moveTo>
                  <a:lnTo>
                    <a:pt x="1372280" y="251429"/>
                  </a:lnTo>
                  <a:lnTo>
                    <a:pt x="1497630" y="226233"/>
                  </a:lnTo>
                  <a:close/>
                  <a:moveTo>
                    <a:pt x="2204452" y="981775"/>
                  </a:moveTo>
                  <a:lnTo>
                    <a:pt x="2127454" y="975352"/>
                  </a:lnTo>
                  <a:lnTo>
                    <a:pt x="2130058" y="1027142"/>
                  </a:lnTo>
                  <a:close/>
                  <a:moveTo>
                    <a:pt x="1846263" y="608055"/>
                  </a:moveTo>
                  <a:lnTo>
                    <a:pt x="1784720" y="646491"/>
                  </a:lnTo>
                  <a:lnTo>
                    <a:pt x="1846833" y="695871"/>
                  </a:lnTo>
                  <a:close/>
                  <a:moveTo>
                    <a:pt x="1513643" y="235416"/>
                  </a:moveTo>
                  <a:lnTo>
                    <a:pt x="1616522" y="201347"/>
                  </a:lnTo>
                  <a:lnTo>
                    <a:pt x="1497630" y="226233"/>
                  </a:lnTo>
                  <a:close/>
                  <a:moveTo>
                    <a:pt x="1497630" y="226233"/>
                  </a:moveTo>
                  <a:lnTo>
                    <a:pt x="1616522" y="201347"/>
                  </a:lnTo>
                  <a:lnTo>
                    <a:pt x="1620603" y="192150"/>
                  </a:lnTo>
                  <a:close/>
                  <a:moveTo>
                    <a:pt x="1497630" y="226233"/>
                  </a:moveTo>
                  <a:lnTo>
                    <a:pt x="1620603" y="192150"/>
                  </a:lnTo>
                  <a:lnTo>
                    <a:pt x="1528832" y="127691"/>
                  </a:lnTo>
                  <a:close/>
                  <a:moveTo>
                    <a:pt x="1407624" y="149901"/>
                  </a:moveTo>
                  <a:lnTo>
                    <a:pt x="1375206" y="153200"/>
                  </a:lnTo>
                  <a:lnTo>
                    <a:pt x="1404522" y="156773"/>
                  </a:lnTo>
                  <a:close/>
                  <a:moveTo>
                    <a:pt x="1404522" y="156773"/>
                  </a:moveTo>
                  <a:lnTo>
                    <a:pt x="1507667" y="114764"/>
                  </a:lnTo>
                  <a:lnTo>
                    <a:pt x="1407624" y="149901"/>
                  </a:lnTo>
                  <a:close/>
                  <a:moveTo>
                    <a:pt x="1497630" y="226233"/>
                  </a:moveTo>
                  <a:lnTo>
                    <a:pt x="1528832" y="127691"/>
                  </a:lnTo>
                  <a:lnTo>
                    <a:pt x="1404522" y="156773"/>
                  </a:lnTo>
                  <a:close/>
                  <a:moveTo>
                    <a:pt x="1975311" y="405188"/>
                  </a:moveTo>
                  <a:lnTo>
                    <a:pt x="2049034" y="492460"/>
                  </a:lnTo>
                  <a:lnTo>
                    <a:pt x="2052150" y="475796"/>
                  </a:lnTo>
                  <a:close/>
                  <a:moveTo>
                    <a:pt x="1975311" y="405188"/>
                  </a:moveTo>
                  <a:lnTo>
                    <a:pt x="1954813" y="390526"/>
                  </a:lnTo>
                  <a:lnTo>
                    <a:pt x="1909118" y="434884"/>
                  </a:lnTo>
                  <a:close/>
                  <a:moveTo>
                    <a:pt x="1894901" y="322973"/>
                  </a:moveTo>
                  <a:lnTo>
                    <a:pt x="1909118" y="434884"/>
                  </a:lnTo>
                  <a:lnTo>
                    <a:pt x="1954813" y="390526"/>
                  </a:lnTo>
                  <a:close/>
                  <a:moveTo>
                    <a:pt x="1847993" y="269800"/>
                  </a:moveTo>
                  <a:lnTo>
                    <a:pt x="1799755" y="273659"/>
                  </a:lnTo>
                  <a:lnTo>
                    <a:pt x="1894901" y="322973"/>
                  </a:lnTo>
                  <a:close/>
                  <a:moveTo>
                    <a:pt x="1700554" y="76328"/>
                  </a:moveTo>
                  <a:lnTo>
                    <a:pt x="1620603" y="192150"/>
                  </a:lnTo>
                  <a:lnTo>
                    <a:pt x="1648126" y="196979"/>
                  </a:lnTo>
                  <a:close/>
                  <a:moveTo>
                    <a:pt x="1700554" y="76328"/>
                  </a:moveTo>
                  <a:lnTo>
                    <a:pt x="1648126" y="196979"/>
                  </a:lnTo>
                  <a:lnTo>
                    <a:pt x="1707260" y="158542"/>
                  </a:lnTo>
                  <a:close/>
                  <a:moveTo>
                    <a:pt x="1536600" y="105639"/>
                  </a:moveTo>
                  <a:lnTo>
                    <a:pt x="1441656" y="80409"/>
                  </a:lnTo>
                  <a:lnTo>
                    <a:pt x="1507667" y="114764"/>
                  </a:lnTo>
                  <a:close/>
                  <a:moveTo>
                    <a:pt x="1536600" y="105639"/>
                  </a:moveTo>
                  <a:lnTo>
                    <a:pt x="1596119" y="17751"/>
                  </a:lnTo>
                  <a:lnTo>
                    <a:pt x="1534199" y="7498"/>
                  </a:lnTo>
                  <a:close/>
                  <a:moveTo>
                    <a:pt x="1534199" y="7498"/>
                  </a:moveTo>
                  <a:lnTo>
                    <a:pt x="1569210" y="0"/>
                  </a:lnTo>
                  <a:lnTo>
                    <a:pt x="1496959" y="8521"/>
                  </a:lnTo>
                  <a:close/>
                  <a:moveTo>
                    <a:pt x="1534199" y="7498"/>
                  </a:moveTo>
                  <a:lnTo>
                    <a:pt x="1596119" y="17751"/>
                  </a:lnTo>
                  <a:lnTo>
                    <a:pt x="1569210" y="0"/>
                  </a:lnTo>
                  <a:close/>
                  <a:moveTo>
                    <a:pt x="1975311" y="405188"/>
                  </a:moveTo>
                  <a:lnTo>
                    <a:pt x="2052150" y="475796"/>
                  </a:lnTo>
                  <a:lnTo>
                    <a:pt x="2079124" y="367905"/>
                  </a:lnTo>
                  <a:close/>
                  <a:moveTo>
                    <a:pt x="1979877" y="287907"/>
                  </a:moveTo>
                  <a:lnTo>
                    <a:pt x="1954813" y="390526"/>
                  </a:lnTo>
                  <a:lnTo>
                    <a:pt x="2032277" y="284537"/>
                  </a:lnTo>
                  <a:close/>
                  <a:moveTo>
                    <a:pt x="1954813" y="390526"/>
                  </a:moveTo>
                  <a:lnTo>
                    <a:pt x="1975311" y="405188"/>
                  </a:lnTo>
                  <a:lnTo>
                    <a:pt x="2032277" y="284537"/>
                  </a:lnTo>
                  <a:close/>
                  <a:moveTo>
                    <a:pt x="2032277" y="284537"/>
                  </a:moveTo>
                  <a:lnTo>
                    <a:pt x="1975311" y="405188"/>
                  </a:lnTo>
                  <a:lnTo>
                    <a:pt x="2073735" y="341299"/>
                  </a:lnTo>
                  <a:close/>
                  <a:moveTo>
                    <a:pt x="1894901" y="322973"/>
                  </a:moveTo>
                  <a:lnTo>
                    <a:pt x="1954813" y="390526"/>
                  </a:lnTo>
                  <a:lnTo>
                    <a:pt x="1979877" y="287907"/>
                  </a:lnTo>
                  <a:close/>
                  <a:moveTo>
                    <a:pt x="1882260" y="206584"/>
                  </a:moveTo>
                  <a:lnTo>
                    <a:pt x="1847993" y="269800"/>
                  </a:lnTo>
                  <a:lnTo>
                    <a:pt x="1902869" y="202322"/>
                  </a:lnTo>
                  <a:close/>
                  <a:moveTo>
                    <a:pt x="1847993" y="269800"/>
                  </a:moveTo>
                  <a:lnTo>
                    <a:pt x="1894901" y="322973"/>
                  </a:lnTo>
                  <a:lnTo>
                    <a:pt x="1902869" y="202322"/>
                  </a:lnTo>
                  <a:close/>
                  <a:moveTo>
                    <a:pt x="1902869" y="202322"/>
                  </a:moveTo>
                  <a:lnTo>
                    <a:pt x="1894901" y="322973"/>
                  </a:lnTo>
                  <a:lnTo>
                    <a:pt x="1977001" y="258282"/>
                  </a:lnTo>
                  <a:close/>
                  <a:moveTo>
                    <a:pt x="1977001" y="258282"/>
                  </a:moveTo>
                  <a:lnTo>
                    <a:pt x="1894901" y="322973"/>
                  </a:lnTo>
                  <a:lnTo>
                    <a:pt x="1979877" y="287907"/>
                  </a:lnTo>
                  <a:close/>
                  <a:moveTo>
                    <a:pt x="1814617" y="240758"/>
                  </a:moveTo>
                  <a:lnTo>
                    <a:pt x="1847993" y="269800"/>
                  </a:lnTo>
                  <a:lnTo>
                    <a:pt x="1882260" y="206584"/>
                  </a:lnTo>
                  <a:close/>
                  <a:moveTo>
                    <a:pt x="1814617" y="240758"/>
                  </a:moveTo>
                  <a:lnTo>
                    <a:pt x="1882260" y="206584"/>
                  </a:lnTo>
                  <a:lnTo>
                    <a:pt x="1752589" y="191762"/>
                  </a:lnTo>
                  <a:close/>
                  <a:moveTo>
                    <a:pt x="1752589" y="191762"/>
                  </a:moveTo>
                  <a:lnTo>
                    <a:pt x="1882260" y="206584"/>
                  </a:lnTo>
                  <a:lnTo>
                    <a:pt x="1886438" y="198339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20" name="Candidate_density__2019">
              <a:extLst>
                <a:ext uri="{FF2B5EF4-FFF2-40B4-BE49-F238E27FC236}">
                  <a16:creationId xmlns:a16="http://schemas.microsoft.com/office/drawing/2014/main" id="{B9DC576D-0A1D-AC81-59A3-8FBC56D4917B}"/>
                </a:ext>
              </a:extLst>
            </p:cNvPr>
            <p:cNvSpPr>
              <a:spLocks noGrp="1"/>
            </p:cNvSpPr>
            <p:nvPr/>
          </p:nvSpPr>
          <p:spPr>
            <a:xfrm>
              <a:off x="4452143" y="3437657"/>
              <a:ext cx="2155458" cy="1853242"/>
            </a:xfrm>
            <a:custGeom>
              <a:avLst/>
              <a:gdLst/>
              <a:ahLst/>
              <a:cxnLst/>
              <a:rect l="0" t="0" r="0" b="0"/>
              <a:pathLst>
                <a:path w="2155458" h="1853242">
                  <a:moveTo>
                    <a:pt x="33203" y="1024588"/>
                  </a:moveTo>
                  <a:lnTo>
                    <a:pt x="9671" y="942374"/>
                  </a:lnTo>
                  <a:lnTo>
                    <a:pt x="0" y="1063025"/>
                  </a:lnTo>
                  <a:close/>
                  <a:moveTo>
                    <a:pt x="788800" y="1846739"/>
                  </a:moveTo>
                  <a:lnTo>
                    <a:pt x="852548" y="1816466"/>
                  </a:lnTo>
                  <a:lnTo>
                    <a:pt x="845987" y="1808303"/>
                  </a:lnTo>
                  <a:close/>
                  <a:moveTo>
                    <a:pt x="9671" y="942374"/>
                  </a:moveTo>
                  <a:lnTo>
                    <a:pt x="57940" y="986152"/>
                  </a:lnTo>
                  <a:lnTo>
                    <a:pt x="38603" y="903937"/>
                  </a:lnTo>
                  <a:close/>
                  <a:moveTo>
                    <a:pt x="70620" y="843571"/>
                  </a:moveTo>
                  <a:lnTo>
                    <a:pt x="9671" y="942374"/>
                  </a:lnTo>
                  <a:lnTo>
                    <a:pt x="38603" y="903937"/>
                  </a:lnTo>
                  <a:close/>
                  <a:moveTo>
                    <a:pt x="70620" y="843571"/>
                  </a:moveTo>
                  <a:lnTo>
                    <a:pt x="29489" y="904990"/>
                  </a:lnTo>
                  <a:lnTo>
                    <a:pt x="9671" y="942374"/>
                  </a:lnTo>
                  <a:close/>
                  <a:moveTo>
                    <a:pt x="845987" y="1808303"/>
                  </a:moveTo>
                  <a:lnTo>
                    <a:pt x="852548" y="1816466"/>
                  </a:lnTo>
                  <a:lnTo>
                    <a:pt x="853584" y="1805686"/>
                  </a:lnTo>
                  <a:close/>
                  <a:moveTo>
                    <a:pt x="787873" y="1726088"/>
                  </a:moveTo>
                  <a:lnTo>
                    <a:pt x="853584" y="1805686"/>
                  </a:lnTo>
                  <a:lnTo>
                    <a:pt x="851478" y="1707306"/>
                  </a:lnTo>
                  <a:close/>
                  <a:moveTo>
                    <a:pt x="787873" y="1726088"/>
                  </a:moveTo>
                  <a:lnTo>
                    <a:pt x="845987" y="1808303"/>
                  </a:lnTo>
                  <a:lnTo>
                    <a:pt x="853584" y="1805686"/>
                  </a:lnTo>
                  <a:close/>
                  <a:moveTo>
                    <a:pt x="958475" y="1781003"/>
                  </a:moveTo>
                  <a:lnTo>
                    <a:pt x="852548" y="1816466"/>
                  </a:lnTo>
                  <a:lnTo>
                    <a:pt x="936915" y="1853242"/>
                  </a:lnTo>
                  <a:close/>
                  <a:moveTo>
                    <a:pt x="958475" y="1781003"/>
                  </a:moveTo>
                  <a:lnTo>
                    <a:pt x="853584" y="1805686"/>
                  </a:lnTo>
                  <a:lnTo>
                    <a:pt x="852548" y="1816466"/>
                  </a:lnTo>
                  <a:close/>
                  <a:moveTo>
                    <a:pt x="853584" y="1805686"/>
                  </a:moveTo>
                  <a:lnTo>
                    <a:pt x="958475" y="1781003"/>
                  </a:lnTo>
                  <a:lnTo>
                    <a:pt x="939398" y="1696420"/>
                  </a:lnTo>
                  <a:close/>
                  <a:moveTo>
                    <a:pt x="853584" y="1805686"/>
                  </a:moveTo>
                  <a:lnTo>
                    <a:pt x="939398" y="1696420"/>
                  </a:lnTo>
                  <a:lnTo>
                    <a:pt x="851478" y="1707306"/>
                  </a:lnTo>
                  <a:close/>
                  <a:moveTo>
                    <a:pt x="936915" y="1853242"/>
                  </a:moveTo>
                  <a:lnTo>
                    <a:pt x="995179" y="1769866"/>
                  </a:lnTo>
                  <a:lnTo>
                    <a:pt x="958475" y="1781003"/>
                  </a:lnTo>
                  <a:close/>
                  <a:moveTo>
                    <a:pt x="995179" y="1769866"/>
                  </a:moveTo>
                  <a:lnTo>
                    <a:pt x="1014675" y="1687651"/>
                  </a:lnTo>
                  <a:lnTo>
                    <a:pt x="958475" y="1781003"/>
                  </a:lnTo>
                  <a:close/>
                  <a:moveTo>
                    <a:pt x="1014675" y="1687651"/>
                  </a:moveTo>
                  <a:lnTo>
                    <a:pt x="939398" y="1696420"/>
                  </a:lnTo>
                  <a:lnTo>
                    <a:pt x="958475" y="1781003"/>
                  </a:lnTo>
                  <a:close/>
                  <a:moveTo>
                    <a:pt x="851478" y="1707306"/>
                  </a:moveTo>
                  <a:lnTo>
                    <a:pt x="939398" y="1696420"/>
                  </a:lnTo>
                  <a:lnTo>
                    <a:pt x="851163" y="1607470"/>
                  </a:lnTo>
                  <a:close/>
                  <a:moveTo>
                    <a:pt x="111818" y="782398"/>
                  </a:moveTo>
                  <a:lnTo>
                    <a:pt x="110146" y="784837"/>
                  </a:lnTo>
                  <a:lnTo>
                    <a:pt x="111241" y="783285"/>
                  </a:lnTo>
                  <a:close/>
                  <a:moveTo>
                    <a:pt x="111818" y="782398"/>
                  </a:moveTo>
                  <a:lnTo>
                    <a:pt x="117752" y="783285"/>
                  </a:lnTo>
                  <a:lnTo>
                    <a:pt x="110146" y="784837"/>
                  </a:lnTo>
                  <a:close/>
                  <a:moveTo>
                    <a:pt x="995179" y="1769866"/>
                  </a:moveTo>
                  <a:lnTo>
                    <a:pt x="985976" y="1758645"/>
                  </a:lnTo>
                  <a:lnTo>
                    <a:pt x="1014675" y="1687651"/>
                  </a:lnTo>
                  <a:close/>
                  <a:moveTo>
                    <a:pt x="209310" y="744849"/>
                  </a:moveTo>
                  <a:lnTo>
                    <a:pt x="207631" y="766175"/>
                  </a:lnTo>
                  <a:lnTo>
                    <a:pt x="194986" y="814694"/>
                  </a:lnTo>
                  <a:close/>
                  <a:moveTo>
                    <a:pt x="113548" y="782071"/>
                  </a:moveTo>
                  <a:lnTo>
                    <a:pt x="117752" y="783285"/>
                  </a:lnTo>
                  <a:lnTo>
                    <a:pt x="111818" y="782398"/>
                  </a:lnTo>
                  <a:close/>
                  <a:moveTo>
                    <a:pt x="1233573" y="1325697"/>
                  </a:moveTo>
                  <a:lnTo>
                    <a:pt x="1304825" y="1316812"/>
                  </a:lnTo>
                  <a:lnTo>
                    <a:pt x="1263255" y="1314630"/>
                  </a:lnTo>
                  <a:close/>
                  <a:moveTo>
                    <a:pt x="1263255" y="1314630"/>
                  </a:moveTo>
                  <a:lnTo>
                    <a:pt x="1304825" y="1316812"/>
                  </a:lnTo>
                  <a:lnTo>
                    <a:pt x="1381067" y="1323207"/>
                  </a:lnTo>
                  <a:close/>
                  <a:moveTo>
                    <a:pt x="1427409" y="1281273"/>
                  </a:moveTo>
                  <a:lnTo>
                    <a:pt x="1381067" y="1323207"/>
                  </a:lnTo>
                  <a:lnTo>
                    <a:pt x="1304825" y="1316812"/>
                  </a:lnTo>
                  <a:close/>
                  <a:moveTo>
                    <a:pt x="1381067" y="1323207"/>
                  </a:moveTo>
                  <a:lnTo>
                    <a:pt x="1427409" y="1281273"/>
                  </a:lnTo>
                  <a:lnTo>
                    <a:pt x="1387617" y="1287260"/>
                  </a:lnTo>
                  <a:close/>
                  <a:moveTo>
                    <a:pt x="1427409" y="1281273"/>
                  </a:moveTo>
                  <a:lnTo>
                    <a:pt x="1429985" y="1248823"/>
                  </a:lnTo>
                  <a:lnTo>
                    <a:pt x="1387617" y="1287260"/>
                  </a:lnTo>
                  <a:close/>
                  <a:moveTo>
                    <a:pt x="1387617" y="1287260"/>
                  </a:moveTo>
                  <a:lnTo>
                    <a:pt x="1429985" y="1248823"/>
                  </a:lnTo>
                  <a:lnTo>
                    <a:pt x="1367557" y="1272698"/>
                  </a:lnTo>
                  <a:close/>
                  <a:moveTo>
                    <a:pt x="1429985" y="1248823"/>
                  </a:moveTo>
                  <a:lnTo>
                    <a:pt x="1407398" y="1206452"/>
                  </a:lnTo>
                  <a:lnTo>
                    <a:pt x="1367557" y="1272698"/>
                  </a:lnTo>
                  <a:close/>
                  <a:moveTo>
                    <a:pt x="1386407" y="1166608"/>
                  </a:moveTo>
                  <a:lnTo>
                    <a:pt x="1367557" y="1272698"/>
                  </a:lnTo>
                  <a:lnTo>
                    <a:pt x="1407398" y="1206452"/>
                  </a:lnTo>
                  <a:close/>
                  <a:moveTo>
                    <a:pt x="1427409" y="1281273"/>
                  </a:moveTo>
                  <a:lnTo>
                    <a:pt x="1473817" y="1304131"/>
                  </a:lnTo>
                  <a:lnTo>
                    <a:pt x="1429985" y="1248823"/>
                  </a:lnTo>
                  <a:close/>
                  <a:moveTo>
                    <a:pt x="1429985" y="1248823"/>
                  </a:moveTo>
                  <a:lnTo>
                    <a:pt x="1542110" y="1292603"/>
                  </a:lnTo>
                  <a:lnTo>
                    <a:pt x="1501245" y="1210387"/>
                  </a:lnTo>
                  <a:close/>
                  <a:moveTo>
                    <a:pt x="1501245" y="1210387"/>
                  </a:moveTo>
                  <a:lnTo>
                    <a:pt x="1536165" y="1194032"/>
                  </a:lnTo>
                  <a:lnTo>
                    <a:pt x="1429985" y="1248823"/>
                  </a:lnTo>
                  <a:close/>
                  <a:moveTo>
                    <a:pt x="1429985" y="1248823"/>
                  </a:moveTo>
                  <a:lnTo>
                    <a:pt x="1536165" y="1194032"/>
                  </a:lnTo>
                  <a:lnTo>
                    <a:pt x="1405684" y="1159338"/>
                  </a:lnTo>
                  <a:close/>
                  <a:moveTo>
                    <a:pt x="1405684" y="1159338"/>
                  </a:moveTo>
                  <a:lnTo>
                    <a:pt x="1536165" y="1194032"/>
                  </a:lnTo>
                  <a:lnTo>
                    <a:pt x="1486225" y="1154452"/>
                  </a:lnTo>
                  <a:close/>
                  <a:moveTo>
                    <a:pt x="1429985" y="1248823"/>
                  </a:moveTo>
                  <a:lnTo>
                    <a:pt x="1405684" y="1159338"/>
                  </a:lnTo>
                  <a:lnTo>
                    <a:pt x="1407398" y="1206452"/>
                  </a:lnTo>
                  <a:close/>
                  <a:moveTo>
                    <a:pt x="1386407" y="1166608"/>
                  </a:moveTo>
                  <a:lnTo>
                    <a:pt x="1407398" y="1206452"/>
                  </a:lnTo>
                  <a:lnTo>
                    <a:pt x="1405684" y="1159338"/>
                  </a:lnTo>
                  <a:close/>
                  <a:moveTo>
                    <a:pt x="1543197" y="1005122"/>
                  </a:moveTo>
                  <a:lnTo>
                    <a:pt x="1542651" y="1008486"/>
                  </a:lnTo>
                  <a:lnTo>
                    <a:pt x="1542065" y="1007521"/>
                  </a:lnTo>
                  <a:close/>
                  <a:moveTo>
                    <a:pt x="1975347" y="1075824"/>
                  </a:moveTo>
                  <a:lnTo>
                    <a:pt x="1917080" y="1046542"/>
                  </a:lnTo>
                  <a:lnTo>
                    <a:pt x="1991970" y="1095078"/>
                  </a:lnTo>
                  <a:close/>
                  <a:moveTo>
                    <a:pt x="1935388" y="1012863"/>
                  </a:moveTo>
                  <a:lnTo>
                    <a:pt x="1917080" y="1046542"/>
                  </a:lnTo>
                  <a:lnTo>
                    <a:pt x="1975347" y="1075824"/>
                  </a:lnTo>
                  <a:close/>
                  <a:moveTo>
                    <a:pt x="2155458" y="1138856"/>
                  </a:moveTo>
                  <a:lnTo>
                    <a:pt x="2116300" y="1108966"/>
                  </a:lnTo>
                  <a:lnTo>
                    <a:pt x="2074753" y="1168828"/>
                  </a:lnTo>
                  <a:close/>
                  <a:moveTo>
                    <a:pt x="2116300" y="1108966"/>
                  </a:moveTo>
                  <a:lnTo>
                    <a:pt x="2063443" y="1056641"/>
                  </a:lnTo>
                  <a:lnTo>
                    <a:pt x="2074753" y="1168828"/>
                  </a:lnTo>
                  <a:close/>
                  <a:moveTo>
                    <a:pt x="1991970" y="1095078"/>
                  </a:moveTo>
                  <a:lnTo>
                    <a:pt x="2063443" y="1056641"/>
                  </a:lnTo>
                  <a:lnTo>
                    <a:pt x="1975347" y="1075824"/>
                  </a:lnTo>
                  <a:close/>
                  <a:moveTo>
                    <a:pt x="1538504" y="126766"/>
                  </a:moveTo>
                  <a:lnTo>
                    <a:pt x="1517338" y="113839"/>
                  </a:lnTo>
                  <a:lnTo>
                    <a:pt x="1414193" y="155848"/>
                  </a:lnTo>
                  <a:close/>
                  <a:moveTo>
                    <a:pt x="1648149" y="82480"/>
                  </a:moveTo>
                  <a:lnTo>
                    <a:pt x="1630275" y="191224"/>
                  </a:lnTo>
                  <a:lnTo>
                    <a:pt x="1710225" y="75402"/>
                  </a:lnTo>
                  <a:close/>
                  <a:moveTo>
                    <a:pt x="1517338" y="113839"/>
                  </a:moveTo>
                  <a:lnTo>
                    <a:pt x="1538504" y="126766"/>
                  </a:lnTo>
                  <a:lnTo>
                    <a:pt x="1546271" y="104714"/>
                  </a:lnTo>
                  <a:close/>
                  <a:moveTo>
                    <a:pt x="1648149" y="82480"/>
                  </a:moveTo>
                  <a:lnTo>
                    <a:pt x="1538504" y="126766"/>
                  </a:lnTo>
                  <a:lnTo>
                    <a:pt x="1630275" y="191224"/>
                  </a:lnTo>
                  <a:close/>
                  <a:moveTo>
                    <a:pt x="1648149" y="82480"/>
                  </a:moveTo>
                  <a:lnTo>
                    <a:pt x="1546271" y="104714"/>
                  </a:lnTo>
                  <a:lnTo>
                    <a:pt x="1538504" y="126766"/>
                  </a:lnTo>
                  <a:close/>
                  <a:moveTo>
                    <a:pt x="1546271" y="104714"/>
                  </a:moveTo>
                  <a:lnTo>
                    <a:pt x="1648149" y="82480"/>
                  </a:lnTo>
                  <a:lnTo>
                    <a:pt x="1605790" y="16825"/>
                  </a:lnTo>
                  <a:close/>
                  <a:moveTo>
                    <a:pt x="1648149" y="82480"/>
                  </a:moveTo>
                  <a:lnTo>
                    <a:pt x="1721809" y="39596"/>
                  </a:lnTo>
                  <a:lnTo>
                    <a:pt x="1686189" y="12054"/>
                  </a:lnTo>
                  <a:close/>
                  <a:moveTo>
                    <a:pt x="1648149" y="82480"/>
                  </a:moveTo>
                  <a:lnTo>
                    <a:pt x="1686189" y="12054"/>
                  </a:lnTo>
                  <a:lnTo>
                    <a:pt x="1605790" y="16825"/>
                  </a:lnTo>
                  <a:close/>
                  <a:moveTo>
                    <a:pt x="1721809" y="39596"/>
                  </a:moveTo>
                  <a:lnTo>
                    <a:pt x="1710225" y="75402"/>
                  </a:lnTo>
                  <a:lnTo>
                    <a:pt x="1694246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21" name="Candidate_density__2020">
              <a:extLst>
                <a:ext uri="{FF2B5EF4-FFF2-40B4-BE49-F238E27FC236}">
                  <a16:creationId xmlns:a16="http://schemas.microsoft.com/office/drawing/2014/main" id="{48047946-5F51-BD45-5327-4DBE47E7CE48}"/>
                </a:ext>
              </a:extLst>
            </p:cNvPr>
            <p:cNvSpPr>
              <a:spLocks noGrp="1"/>
            </p:cNvSpPr>
            <p:nvPr/>
          </p:nvSpPr>
          <p:spPr>
            <a:xfrm>
              <a:off x="4510083" y="3319737"/>
              <a:ext cx="2000766" cy="1684920"/>
            </a:xfrm>
            <a:custGeom>
              <a:avLst/>
              <a:gdLst/>
              <a:ahLst/>
              <a:cxnLst/>
              <a:rect l="0" t="0" r="0" b="0"/>
              <a:pathLst>
                <a:path w="2000766" h="1684920">
                  <a:moveTo>
                    <a:pt x="0" y="1104072"/>
                  </a:moveTo>
                  <a:lnTo>
                    <a:pt x="12057" y="1174364"/>
                  </a:lnTo>
                  <a:lnTo>
                    <a:pt x="64012" y="1153412"/>
                  </a:lnTo>
                  <a:close/>
                  <a:moveTo>
                    <a:pt x="592460" y="1558926"/>
                  </a:moveTo>
                  <a:lnTo>
                    <a:pt x="466811" y="1508704"/>
                  </a:lnTo>
                  <a:lnTo>
                    <a:pt x="506794" y="1515148"/>
                  </a:lnTo>
                  <a:close/>
                  <a:moveTo>
                    <a:pt x="592460" y="1558926"/>
                  </a:moveTo>
                  <a:lnTo>
                    <a:pt x="506794" y="1515148"/>
                  </a:lnTo>
                  <a:lnTo>
                    <a:pt x="501160" y="1597363"/>
                  </a:lnTo>
                  <a:close/>
                  <a:moveTo>
                    <a:pt x="466811" y="1508704"/>
                  </a:moveTo>
                  <a:lnTo>
                    <a:pt x="466385" y="1476711"/>
                  </a:lnTo>
                  <a:lnTo>
                    <a:pt x="454970" y="1500508"/>
                  </a:lnTo>
                  <a:close/>
                  <a:moveTo>
                    <a:pt x="227456" y="991985"/>
                  </a:moveTo>
                  <a:lnTo>
                    <a:pt x="117755" y="1075692"/>
                  </a:lnTo>
                  <a:lnTo>
                    <a:pt x="161409" y="1021857"/>
                  </a:lnTo>
                  <a:close/>
                  <a:moveTo>
                    <a:pt x="312407" y="1027199"/>
                  </a:moveTo>
                  <a:lnTo>
                    <a:pt x="334222" y="1112508"/>
                  </a:lnTo>
                  <a:lnTo>
                    <a:pt x="379353" y="1066042"/>
                  </a:lnTo>
                  <a:close/>
                  <a:moveTo>
                    <a:pt x="273187" y="1065635"/>
                  </a:moveTo>
                  <a:lnTo>
                    <a:pt x="312407" y="1027199"/>
                  </a:lnTo>
                  <a:lnTo>
                    <a:pt x="227456" y="991985"/>
                  </a:lnTo>
                  <a:close/>
                  <a:moveTo>
                    <a:pt x="312407" y="1027199"/>
                  </a:moveTo>
                  <a:lnTo>
                    <a:pt x="290168" y="1011251"/>
                  </a:lnTo>
                  <a:lnTo>
                    <a:pt x="227456" y="991985"/>
                  </a:lnTo>
                  <a:close/>
                  <a:moveTo>
                    <a:pt x="968044" y="1684920"/>
                  </a:moveTo>
                  <a:lnTo>
                    <a:pt x="1025551" y="1657696"/>
                  </a:lnTo>
                  <a:lnTo>
                    <a:pt x="903584" y="1632764"/>
                  </a:lnTo>
                  <a:close/>
                  <a:moveTo>
                    <a:pt x="903584" y="1632764"/>
                  </a:moveTo>
                  <a:lnTo>
                    <a:pt x="1025551" y="1657696"/>
                  </a:lnTo>
                  <a:lnTo>
                    <a:pt x="1037530" y="1639710"/>
                  </a:lnTo>
                  <a:close/>
                  <a:moveTo>
                    <a:pt x="903584" y="1632764"/>
                  </a:moveTo>
                  <a:lnTo>
                    <a:pt x="1037530" y="1639710"/>
                  </a:lnTo>
                  <a:lnTo>
                    <a:pt x="961787" y="1635173"/>
                  </a:lnTo>
                  <a:close/>
                  <a:moveTo>
                    <a:pt x="961787" y="1635173"/>
                  </a:moveTo>
                  <a:lnTo>
                    <a:pt x="833329" y="1602705"/>
                  </a:lnTo>
                  <a:lnTo>
                    <a:pt x="903584" y="1632764"/>
                  </a:lnTo>
                  <a:close/>
                  <a:moveTo>
                    <a:pt x="451929" y="920250"/>
                  </a:moveTo>
                  <a:lnTo>
                    <a:pt x="438406" y="831152"/>
                  </a:lnTo>
                  <a:lnTo>
                    <a:pt x="418383" y="906548"/>
                  </a:lnTo>
                  <a:close/>
                  <a:moveTo>
                    <a:pt x="1079779" y="1564268"/>
                  </a:moveTo>
                  <a:lnTo>
                    <a:pt x="1066846" y="1534112"/>
                  </a:lnTo>
                  <a:lnTo>
                    <a:pt x="1037530" y="1639710"/>
                  </a:lnTo>
                  <a:close/>
                  <a:moveTo>
                    <a:pt x="1079779" y="1564268"/>
                  </a:moveTo>
                  <a:lnTo>
                    <a:pt x="1074170" y="1525832"/>
                  </a:lnTo>
                  <a:lnTo>
                    <a:pt x="1066846" y="1534112"/>
                  </a:lnTo>
                  <a:close/>
                  <a:moveTo>
                    <a:pt x="1079779" y="1564268"/>
                  </a:moveTo>
                  <a:lnTo>
                    <a:pt x="1085439" y="1469416"/>
                  </a:lnTo>
                  <a:lnTo>
                    <a:pt x="1072673" y="1443617"/>
                  </a:lnTo>
                  <a:close/>
                  <a:moveTo>
                    <a:pt x="1079779" y="1564268"/>
                  </a:moveTo>
                  <a:lnTo>
                    <a:pt x="1072673" y="1443617"/>
                  </a:lnTo>
                  <a:lnTo>
                    <a:pt x="1074170" y="1525832"/>
                  </a:lnTo>
                  <a:close/>
                  <a:moveTo>
                    <a:pt x="747870" y="1201208"/>
                  </a:moveTo>
                  <a:lnTo>
                    <a:pt x="714033" y="1266178"/>
                  </a:lnTo>
                  <a:lnTo>
                    <a:pt x="738058" y="1235408"/>
                  </a:lnTo>
                  <a:close/>
                  <a:moveTo>
                    <a:pt x="713949" y="1128693"/>
                  </a:moveTo>
                  <a:lnTo>
                    <a:pt x="738058" y="1235408"/>
                  </a:lnTo>
                  <a:lnTo>
                    <a:pt x="735268" y="1153192"/>
                  </a:lnTo>
                  <a:close/>
                  <a:moveTo>
                    <a:pt x="713949" y="1128693"/>
                  </a:moveTo>
                  <a:lnTo>
                    <a:pt x="747870" y="1201208"/>
                  </a:lnTo>
                  <a:lnTo>
                    <a:pt x="738058" y="1235408"/>
                  </a:lnTo>
                  <a:close/>
                  <a:moveTo>
                    <a:pt x="634465" y="868111"/>
                  </a:moveTo>
                  <a:lnTo>
                    <a:pt x="626431" y="938651"/>
                  </a:lnTo>
                  <a:lnTo>
                    <a:pt x="670390" y="887802"/>
                  </a:lnTo>
                  <a:close/>
                  <a:moveTo>
                    <a:pt x="581442" y="833899"/>
                  </a:moveTo>
                  <a:lnTo>
                    <a:pt x="538230" y="810589"/>
                  </a:lnTo>
                  <a:lnTo>
                    <a:pt x="634465" y="868111"/>
                  </a:lnTo>
                  <a:close/>
                  <a:moveTo>
                    <a:pt x="501805" y="785896"/>
                  </a:moveTo>
                  <a:lnTo>
                    <a:pt x="538230" y="810589"/>
                  </a:lnTo>
                  <a:lnTo>
                    <a:pt x="581442" y="833899"/>
                  </a:lnTo>
                  <a:close/>
                  <a:moveTo>
                    <a:pt x="501805" y="785896"/>
                  </a:moveTo>
                  <a:lnTo>
                    <a:pt x="502242" y="739754"/>
                  </a:lnTo>
                  <a:lnTo>
                    <a:pt x="538230" y="810589"/>
                  </a:lnTo>
                  <a:close/>
                  <a:moveTo>
                    <a:pt x="1032942" y="1351410"/>
                  </a:moveTo>
                  <a:lnTo>
                    <a:pt x="1003303" y="1296536"/>
                  </a:lnTo>
                  <a:lnTo>
                    <a:pt x="956002" y="1253277"/>
                  </a:lnTo>
                  <a:close/>
                  <a:moveTo>
                    <a:pt x="916238" y="1034473"/>
                  </a:moveTo>
                  <a:lnTo>
                    <a:pt x="871402" y="1082037"/>
                  </a:lnTo>
                  <a:lnTo>
                    <a:pt x="981529" y="999926"/>
                  </a:lnTo>
                  <a:close/>
                  <a:moveTo>
                    <a:pt x="634465" y="868111"/>
                  </a:moveTo>
                  <a:lnTo>
                    <a:pt x="708422" y="933002"/>
                  </a:lnTo>
                  <a:lnTo>
                    <a:pt x="604682" y="856657"/>
                  </a:lnTo>
                  <a:close/>
                  <a:moveTo>
                    <a:pt x="670390" y="887802"/>
                  </a:moveTo>
                  <a:lnTo>
                    <a:pt x="708422" y="933002"/>
                  </a:lnTo>
                  <a:lnTo>
                    <a:pt x="634465" y="868111"/>
                  </a:lnTo>
                  <a:close/>
                  <a:moveTo>
                    <a:pt x="581442" y="833899"/>
                  </a:moveTo>
                  <a:lnTo>
                    <a:pt x="634465" y="868111"/>
                  </a:lnTo>
                  <a:lnTo>
                    <a:pt x="604682" y="856657"/>
                  </a:lnTo>
                  <a:close/>
                  <a:moveTo>
                    <a:pt x="670390" y="887802"/>
                  </a:moveTo>
                  <a:lnTo>
                    <a:pt x="752775" y="917166"/>
                  </a:lnTo>
                  <a:lnTo>
                    <a:pt x="708422" y="933002"/>
                  </a:lnTo>
                  <a:close/>
                  <a:moveTo>
                    <a:pt x="752775" y="917166"/>
                  </a:moveTo>
                  <a:lnTo>
                    <a:pt x="765146" y="947479"/>
                  </a:lnTo>
                  <a:lnTo>
                    <a:pt x="708422" y="933002"/>
                  </a:lnTo>
                  <a:close/>
                  <a:moveTo>
                    <a:pt x="827675" y="982004"/>
                  </a:moveTo>
                  <a:lnTo>
                    <a:pt x="708422" y="933002"/>
                  </a:lnTo>
                  <a:lnTo>
                    <a:pt x="765146" y="947479"/>
                  </a:lnTo>
                  <a:close/>
                  <a:moveTo>
                    <a:pt x="997600" y="979774"/>
                  </a:moveTo>
                  <a:lnTo>
                    <a:pt x="941597" y="964711"/>
                  </a:lnTo>
                  <a:lnTo>
                    <a:pt x="916238" y="1034473"/>
                  </a:lnTo>
                  <a:close/>
                  <a:moveTo>
                    <a:pt x="941597" y="964711"/>
                  </a:moveTo>
                  <a:lnTo>
                    <a:pt x="997600" y="979774"/>
                  </a:lnTo>
                  <a:lnTo>
                    <a:pt x="919239" y="882795"/>
                  </a:lnTo>
                  <a:close/>
                  <a:moveTo>
                    <a:pt x="919239" y="882795"/>
                  </a:moveTo>
                  <a:lnTo>
                    <a:pt x="880424" y="814259"/>
                  </a:lnTo>
                  <a:lnTo>
                    <a:pt x="893612" y="873453"/>
                  </a:lnTo>
                  <a:close/>
                  <a:moveTo>
                    <a:pt x="1509060" y="1427240"/>
                  </a:moveTo>
                  <a:lnTo>
                    <a:pt x="1544498" y="1438669"/>
                  </a:lnTo>
                  <a:lnTo>
                    <a:pt x="1514415" y="1410523"/>
                  </a:lnTo>
                  <a:close/>
                  <a:moveTo>
                    <a:pt x="1536937" y="1344724"/>
                  </a:moveTo>
                  <a:lnTo>
                    <a:pt x="1505358" y="1328307"/>
                  </a:lnTo>
                  <a:lnTo>
                    <a:pt x="1514415" y="1410523"/>
                  </a:lnTo>
                  <a:close/>
                  <a:moveTo>
                    <a:pt x="1361220" y="1166210"/>
                  </a:moveTo>
                  <a:lnTo>
                    <a:pt x="1355923" y="1163877"/>
                  </a:lnTo>
                  <a:lnTo>
                    <a:pt x="1300791" y="1205876"/>
                  </a:lnTo>
                  <a:close/>
                  <a:moveTo>
                    <a:pt x="1359218" y="1145665"/>
                  </a:moveTo>
                  <a:lnTo>
                    <a:pt x="1361220" y="1166210"/>
                  </a:lnTo>
                  <a:lnTo>
                    <a:pt x="1366820" y="1081662"/>
                  </a:lnTo>
                  <a:close/>
                  <a:moveTo>
                    <a:pt x="1355923" y="1163877"/>
                  </a:moveTo>
                  <a:lnTo>
                    <a:pt x="1361220" y="1166210"/>
                  </a:lnTo>
                  <a:lnTo>
                    <a:pt x="1359218" y="1145665"/>
                  </a:lnTo>
                  <a:close/>
                  <a:moveTo>
                    <a:pt x="1505358" y="1328307"/>
                  </a:moveTo>
                  <a:lnTo>
                    <a:pt x="1478225" y="1311952"/>
                  </a:lnTo>
                  <a:lnTo>
                    <a:pt x="1573147" y="1315286"/>
                  </a:lnTo>
                  <a:close/>
                  <a:moveTo>
                    <a:pt x="1355569" y="1070711"/>
                  </a:moveTo>
                  <a:lnTo>
                    <a:pt x="1355923" y="1163877"/>
                  </a:lnTo>
                  <a:lnTo>
                    <a:pt x="1359218" y="1145665"/>
                  </a:lnTo>
                  <a:close/>
                  <a:moveTo>
                    <a:pt x="1310038" y="1147228"/>
                  </a:moveTo>
                  <a:lnTo>
                    <a:pt x="1355923" y="1163877"/>
                  </a:lnTo>
                  <a:lnTo>
                    <a:pt x="1355569" y="1070711"/>
                  </a:lnTo>
                  <a:close/>
                  <a:moveTo>
                    <a:pt x="1716758" y="1159032"/>
                  </a:moveTo>
                  <a:lnTo>
                    <a:pt x="1759218" y="1251434"/>
                  </a:lnTo>
                  <a:lnTo>
                    <a:pt x="1732790" y="1169219"/>
                  </a:lnTo>
                  <a:close/>
                  <a:moveTo>
                    <a:pt x="1727391" y="1050295"/>
                  </a:moveTo>
                  <a:lnTo>
                    <a:pt x="1732790" y="1169219"/>
                  </a:lnTo>
                  <a:lnTo>
                    <a:pt x="1725319" y="1087004"/>
                  </a:lnTo>
                  <a:close/>
                  <a:moveTo>
                    <a:pt x="1855401" y="763486"/>
                  </a:moveTo>
                  <a:lnTo>
                    <a:pt x="1847791" y="781713"/>
                  </a:lnTo>
                  <a:lnTo>
                    <a:pt x="1798564" y="812866"/>
                  </a:lnTo>
                  <a:close/>
                  <a:moveTo>
                    <a:pt x="1651565" y="326717"/>
                  </a:moveTo>
                  <a:lnTo>
                    <a:pt x="1599857" y="313974"/>
                  </a:lnTo>
                  <a:lnTo>
                    <a:pt x="1535058" y="384975"/>
                  </a:lnTo>
                  <a:close/>
                  <a:moveTo>
                    <a:pt x="1894174" y="642834"/>
                  </a:moveTo>
                  <a:lnTo>
                    <a:pt x="2000766" y="609454"/>
                  </a:lnTo>
                  <a:lnTo>
                    <a:pt x="1927042" y="522183"/>
                  </a:lnTo>
                  <a:close/>
                  <a:moveTo>
                    <a:pt x="1704320" y="308757"/>
                  </a:moveTo>
                  <a:lnTo>
                    <a:pt x="1694966" y="313974"/>
                  </a:lnTo>
                  <a:lnTo>
                    <a:pt x="1751486" y="390654"/>
                  </a:lnTo>
                  <a:close/>
                  <a:moveTo>
                    <a:pt x="1920356" y="213865"/>
                  </a:moveTo>
                  <a:lnTo>
                    <a:pt x="1939084" y="298731"/>
                  </a:lnTo>
                  <a:lnTo>
                    <a:pt x="1934414" y="319316"/>
                  </a:lnTo>
                  <a:close/>
                  <a:moveTo>
                    <a:pt x="1898692" y="31294"/>
                  </a:moveTo>
                  <a:lnTo>
                    <a:pt x="1949580" y="116449"/>
                  </a:lnTo>
                  <a:lnTo>
                    <a:pt x="1908180" y="34235"/>
                  </a:lnTo>
                  <a:close/>
                  <a:moveTo>
                    <a:pt x="1898692" y="31294"/>
                  </a:moveTo>
                  <a:lnTo>
                    <a:pt x="1935903" y="101134"/>
                  </a:lnTo>
                  <a:lnTo>
                    <a:pt x="1949580" y="116449"/>
                  </a:lnTo>
                  <a:close/>
                  <a:moveTo>
                    <a:pt x="1862654" y="0"/>
                  </a:moveTo>
                  <a:lnTo>
                    <a:pt x="1935903" y="101134"/>
                  </a:lnTo>
                  <a:lnTo>
                    <a:pt x="1898692" y="31294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22" name="Candidate_density__2021">
              <a:extLst>
                <a:ext uri="{FF2B5EF4-FFF2-40B4-BE49-F238E27FC236}">
                  <a16:creationId xmlns:a16="http://schemas.microsoft.com/office/drawing/2014/main" id="{84CE2E80-F559-9E69-CE7C-3C2F72AA8521}"/>
                </a:ext>
              </a:extLst>
            </p:cNvPr>
            <p:cNvSpPr>
              <a:spLocks noGrp="1"/>
            </p:cNvSpPr>
            <p:nvPr/>
          </p:nvSpPr>
          <p:spPr>
            <a:xfrm>
              <a:off x="4485346" y="3433909"/>
              <a:ext cx="2106526" cy="1839703"/>
            </a:xfrm>
            <a:custGeom>
              <a:avLst/>
              <a:gdLst/>
              <a:ahLst/>
              <a:cxnLst/>
              <a:rect l="0" t="0" r="0" b="0"/>
              <a:pathLst>
                <a:path w="2106526" h="1839703">
                  <a:moveTo>
                    <a:pt x="24737" y="989899"/>
                  </a:moveTo>
                  <a:lnTo>
                    <a:pt x="0" y="1028336"/>
                  </a:lnTo>
                  <a:lnTo>
                    <a:pt x="36794" y="1060191"/>
                  </a:lnTo>
                  <a:close/>
                  <a:moveTo>
                    <a:pt x="597620" y="1565405"/>
                  </a:moveTo>
                  <a:lnTo>
                    <a:pt x="553915" y="1504512"/>
                  </a:lnTo>
                  <a:lnTo>
                    <a:pt x="598694" y="1568200"/>
                  </a:lnTo>
                  <a:close/>
                  <a:moveTo>
                    <a:pt x="597620" y="1565405"/>
                  </a:moveTo>
                  <a:lnTo>
                    <a:pt x="525897" y="1483190"/>
                  </a:lnTo>
                  <a:lnTo>
                    <a:pt x="553915" y="1504512"/>
                  </a:lnTo>
                  <a:close/>
                  <a:moveTo>
                    <a:pt x="728204" y="1526969"/>
                  </a:moveTo>
                  <a:lnTo>
                    <a:pt x="724879" y="1530479"/>
                  </a:lnTo>
                  <a:lnTo>
                    <a:pt x="782690" y="1539799"/>
                  </a:lnTo>
                  <a:close/>
                  <a:moveTo>
                    <a:pt x="782690" y="1539799"/>
                  </a:moveTo>
                  <a:lnTo>
                    <a:pt x="724879" y="1530479"/>
                  </a:lnTo>
                  <a:lnTo>
                    <a:pt x="711523" y="1637156"/>
                  </a:lnTo>
                  <a:close/>
                  <a:moveTo>
                    <a:pt x="782690" y="1539799"/>
                  </a:moveTo>
                  <a:lnTo>
                    <a:pt x="711523" y="1637156"/>
                  </a:lnTo>
                  <a:lnTo>
                    <a:pt x="817960" y="1611217"/>
                  </a:lnTo>
                  <a:close/>
                  <a:moveTo>
                    <a:pt x="525897" y="1483190"/>
                  </a:moveTo>
                  <a:lnTo>
                    <a:pt x="597620" y="1565405"/>
                  </a:lnTo>
                  <a:lnTo>
                    <a:pt x="617197" y="1444753"/>
                  </a:lnTo>
                  <a:close/>
                  <a:moveTo>
                    <a:pt x="668955" y="1444753"/>
                  </a:moveTo>
                  <a:lnTo>
                    <a:pt x="628466" y="1448661"/>
                  </a:lnTo>
                  <a:lnTo>
                    <a:pt x="699493" y="1446752"/>
                  </a:lnTo>
                  <a:close/>
                  <a:moveTo>
                    <a:pt x="699493" y="1446752"/>
                  </a:moveTo>
                  <a:lnTo>
                    <a:pt x="628466" y="1448661"/>
                  </a:lnTo>
                  <a:lnTo>
                    <a:pt x="607534" y="1561013"/>
                  </a:lnTo>
                  <a:close/>
                  <a:moveTo>
                    <a:pt x="720241" y="1526969"/>
                  </a:moveTo>
                  <a:lnTo>
                    <a:pt x="711439" y="1480224"/>
                  </a:lnTo>
                  <a:lnTo>
                    <a:pt x="699493" y="1446752"/>
                  </a:lnTo>
                  <a:close/>
                  <a:moveTo>
                    <a:pt x="607534" y="1561013"/>
                  </a:moveTo>
                  <a:lnTo>
                    <a:pt x="720241" y="1526969"/>
                  </a:lnTo>
                  <a:lnTo>
                    <a:pt x="699493" y="1446752"/>
                  </a:lnTo>
                  <a:close/>
                  <a:moveTo>
                    <a:pt x="711439" y="1480224"/>
                  </a:moveTo>
                  <a:lnTo>
                    <a:pt x="728204" y="1526969"/>
                  </a:lnTo>
                  <a:lnTo>
                    <a:pt x="699493" y="1446752"/>
                  </a:lnTo>
                  <a:close/>
                  <a:moveTo>
                    <a:pt x="728204" y="1526969"/>
                  </a:moveTo>
                  <a:lnTo>
                    <a:pt x="782690" y="1539799"/>
                  </a:lnTo>
                  <a:lnTo>
                    <a:pt x="699493" y="1446752"/>
                  </a:lnTo>
                  <a:close/>
                  <a:moveTo>
                    <a:pt x="545983" y="1418926"/>
                  </a:moveTo>
                  <a:lnTo>
                    <a:pt x="491548" y="1394532"/>
                  </a:lnTo>
                  <a:lnTo>
                    <a:pt x="617197" y="1444753"/>
                  </a:lnTo>
                  <a:close/>
                  <a:moveTo>
                    <a:pt x="252193" y="877812"/>
                  </a:moveTo>
                  <a:lnTo>
                    <a:pt x="229705" y="885668"/>
                  </a:lnTo>
                  <a:lnTo>
                    <a:pt x="297924" y="951463"/>
                  </a:lnTo>
                  <a:close/>
                  <a:moveTo>
                    <a:pt x="952773" y="1762392"/>
                  </a:moveTo>
                  <a:lnTo>
                    <a:pt x="1055326" y="1839703"/>
                  </a:lnTo>
                  <a:lnTo>
                    <a:pt x="1032771" y="1817393"/>
                  </a:lnTo>
                  <a:close/>
                  <a:moveTo>
                    <a:pt x="1030363" y="1836656"/>
                  </a:moveTo>
                  <a:lnTo>
                    <a:pt x="1055326" y="1839703"/>
                  </a:lnTo>
                  <a:lnTo>
                    <a:pt x="961976" y="1773614"/>
                  </a:lnTo>
                  <a:close/>
                  <a:moveTo>
                    <a:pt x="618459" y="1351947"/>
                  </a:moveTo>
                  <a:lnTo>
                    <a:pt x="628322" y="1444020"/>
                  </a:lnTo>
                  <a:lnTo>
                    <a:pt x="668955" y="1444753"/>
                  </a:lnTo>
                  <a:close/>
                  <a:moveTo>
                    <a:pt x="358959" y="998335"/>
                  </a:moveTo>
                  <a:lnTo>
                    <a:pt x="488083" y="987246"/>
                  </a:lnTo>
                  <a:lnTo>
                    <a:pt x="404090" y="951869"/>
                  </a:lnTo>
                  <a:close/>
                  <a:moveTo>
                    <a:pt x="524582" y="927807"/>
                  </a:moveTo>
                  <a:lnTo>
                    <a:pt x="488083" y="987246"/>
                  </a:lnTo>
                  <a:lnTo>
                    <a:pt x="482767" y="1001302"/>
                  </a:lnTo>
                  <a:close/>
                  <a:moveTo>
                    <a:pt x="337144" y="913026"/>
                  </a:moveTo>
                  <a:lnTo>
                    <a:pt x="297924" y="951463"/>
                  </a:lnTo>
                  <a:lnTo>
                    <a:pt x="358959" y="998335"/>
                  </a:lnTo>
                  <a:close/>
                  <a:moveTo>
                    <a:pt x="488083" y="987246"/>
                  </a:moveTo>
                  <a:lnTo>
                    <a:pt x="513604" y="913026"/>
                  </a:lnTo>
                  <a:lnTo>
                    <a:pt x="510005" y="879065"/>
                  </a:lnTo>
                  <a:close/>
                  <a:moveTo>
                    <a:pt x="517424" y="881746"/>
                  </a:moveTo>
                  <a:lnTo>
                    <a:pt x="551375" y="945227"/>
                  </a:lnTo>
                  <a:lnTo>
                    <a:pt x="493639" y="992462"/>
                  </a:lnTo>
                  <a:close/>
                  <a:moveTo>
                    <a:pt x="404090" y="951869"/>
                  </a:moveTo>
                  <a:lnTo>
                    <a:pt x="488083" y="987246"/>
                  </a:lnTo>
                  <a:lnTo>
                    <a:pt x="480973" y="874590"/>
                  </a:lnTo>
                  <a:close/>
                  <a:moveTo>
                    <a:pt x="480973" y="874590"/>
                  </a:moveTo>
                  <a:lnTo>
                    <a:pt x="488083" y="987246"/>
                  </a:lnTo>
                  <a:lnTo>
                    <a:pt x="510005" y="879065"/>
                  </a:lnTo>
                  <a:close/>
                  <a:moveTo>
                    <a:pt x="476666" y="806078"/>
                  </a:moveTo>
                  <a:lnTo>
                    <a:pt x="510005" y="879065"/>
                  </a:lnTo>
                  <a:lnTo>
                    <a:pt x="513604" y="913026"/>
                  </a:lnTo>
                  <a:close/>
                  <a:moveTo>
                    <a:pt x="510005" y="879065"/>
                  </a:moveTo>
                  <a:lnTo>
                    <a:pt x="476666" y="806078"/>
                  </a:lnTo>
                  <a:lnTo>
                    <a:pt x="480973" y="874590"/>
                  </a:lnTo>
                  <a:close/>
                  <a:moveTo>
                    <a:pt x="476666" y="806078"/>
                  </a:moveTo>
                  <a:lnTo>
                    <a:pt x="443120" y="792375"/>
                  </a:lnTo>
                  <a:lnTo>
                    <a:pt x="480973" y="874590"/>
                  </a:lnTo>
                  <a:close/>
                  <a:moveTo>
                    <a:pt x="1195396" y="1411659"/>
                  </a:moveTo>
                  <a:lnTo>
                    <a:pt x="1176277" y="1450096"/>
                  </a:lnTo>
                  <a:lnTo>
                    <a:pt x="1234344" y="1493874"/>
                  </a:lnTo>
                  <a:close/>
                  <a:moveTo>
                    <a:pt x="1100512" y="1263007"/>
                  </a:moveTo>
                  <a:lnTo>
                    <a:pt x="1063215" y="1247229"/>
                  </a:lnTo>
                  <a:lnTo>
                    <a:pt x="1097410" y="1329444"/>
                  </a:lnTo>
                  <a:close/>
                  <a:moveTo>
                    <a:pt x="1028040" y="1182363"/>
                  </a:moveTo>
                  <a:lnTo>
                    <a:pt x="1063215" y="1247229"/>
                  </a:lnTo>
                  <a:lnTo>
                    <a:pt x="1020848" y="1167088"/>
                  </a:lnTo>
                  <a:close/>
                  <a:moveTo>
                    <a:pt x="1020848" y="1167088"/>
                  </a:moveTo>
                  <a:lnTo>
                    <a:pt x="1063215" y="1247229"/>
                  </a:lnTo>
                  <a:lnTo>
                    <a:pt x="1100512" y="1263007"/>
                  </a:lnTo>
                  <a:close/>
                  <a:moveTo>
                    <a:pt x="1028040" y="1182363"/>
                  </a:moveTo>
                  <a:lnTo>
                    <a:pt x="1020848" y="1167088"/>
                  </a:lnTo>
                  <a:lnTo>
                    <a:pt x="1019315" y="1165014"/>
                  </a:lnTo>
                  <a:close/>
                  <a:moveTo>
                    <a:pt x="486400" y="589508"/>
                  </a:moveTo>
                  <a:lnTo>
                    <a:pt x="487286" y="671723"/>
                  </a:lnTo>
                  <a:lnTo>
                    <a:pt x="438351" y="627945"/>
                  </a:lnTo>
                  <a:close/>
                  <a:moveTo>
                    <a:pt x="526542" y="671723"/>
                  </a:moveTo>
                  <a:lnTo>
                    <a:pt x="500687" y="589508"/>
                  </a:lnTo>
                  <a:lnTo>
                    <a:pt x="526979" y="625582"/>
                  </a:lnTo>
                  <a:close/>
                  <a:moveTo>
                    <a:pt x="1095348" y="1306705"/>
                  </a:moveTo>
                  <a:lnTo>
                    <a:pt x="1098907" y="1411659"/>
                  </a:lnTo>
                  <a:lnTo>
                    <a:pt x="1097410" y="1329444"/>
                  </a:lnTo>
                  <a:close/>
                  <a:moveTo>
                    <a:pt x="1057679" y="1237237"/>
                  </a:moveTo>
                  <a:lnTo>
                    <a:pt x="1097410" y="1329444"/>
                  </a:lnTo>
                  <a:lnTo>
                    <a:pt x="1063215" y="1247229"/>
                  </a:lnTo>
                  <a:close/>
                  <a:moveTo>
                    <a:pt x="1057679" y="1237237"/>
                  </a:moveTo>
                  <a:lnTo>
                    <a:pt x="1095348" y="1306705"/>
                  </a:lnTo>
                  <a:lnTo>
                    <a:pt x="1097410" y="1329444"/>
                  </a:lnTo>
                  <a:close/>
                  <a:moveTo>
                    <a:pt x="1057679" y="1237237"/>
                  </a:moveTo>
                  <a:lnTo>
                    <a:pt x="1063215" y="1247229"/>
                  </a:lnTo>
                  <a:lnTo>
                    <a:pt x="1028040" y="1182363"/>
                  </a:lnTo>
                  <a:close/>
                  <a:moveTo>
                    <a:pt x="869628" y="879932"/>
                  </a:moveTo>
                  <a:lnTo>
                    <a:pt x="896138" y="967864"/>
                  </a:lnTo>
                  <a:lnTo>
                    <a:pt x="940975" y="920300"/>
                  </a:lnTo>
                  <a:close/>
                  <a:moveTo>
                    <a:pt x="869628" y="879932"/>
                  </a:moveTo>
                  <a:lnTo>
                    <a:pt x="830529" y="918369"/>
                  </a:lnTo>
                  <a:lnTo>
                    <a:pt x="896138" y="967864"/>
                  </a:lnTo>
                  <a:close/>
                  <a:moveTo>
                    <a:pt x="852412" y="867831"/>
                  </a:moveTo>
                  <a:lnTo>
                    <a:pt x="789883" y="833306"/>
                  </a:lnTo>
                  <a:lnTo>
                    <a:pt x="869628" y="879932"/>
                  </a:lnTo>
                  <a:close/>
                  <a:moveTo>
                    <a:pt x="869628" y="879932"/>
                  </a:moveTo>
                  <a:lnTo>
                    <a:pt x="789883" y="833306"/>
                  </a:lnTo>
                  <a:lnTo>
                    <a:pt x="794237" y="836154"/>
                  </a:lnTo>
                  <a:close/>
                  <a:moveTo>
                    <a:pt x="869628" y="879932"/>
                  </a:moveTo>
                  <a:lnTo>
                    <a:pt x="794237" y="836154"/>
                  </a:lnTo>
                  <a:lnTo>
                    <a:pt x="830529" y="918369"/>
                  </a:lnTo>
                  <a:close/>
                  <a:moveTo>
                    <a:pt x="869628" y="879932"/>
                  </a:moveTo>
                  <a:lnTo>
                    <a:pt x="940975" y="920300"/>
                  </a:lnTo>
                  <a:lnTo>
                    <a:pt x="966334" y="850538"/>
                  </a:lnTo>
                  <a:close/>
                  <a:moveTo>
                    <a:pt x="943976" y="768623"/>
                  </a:moveTo>
                  <a:lnTo>
                    <a:pt x="869628" y="879932"/>
                  </a:lnTo>
                  <a:lnTo>
                    <a:pt x="966334" y="850538"/>
                  </a:lnTo>
                  <a:close/>
                  <a:moveTo>
                    <a:pt x="1453022" y="1158199"/>
                  </a:moveTo>
                  <a:lnTo>
                    <a:pt x="1530095" y="1214135"/>
                  </a:lnTo>
                  <a:lnTo>
                    <a:pt x="1561674" y="1230551"/>
                  </a:lnTo>
                  <a:close/>
                  <a:moveTo>
                    <a:pt x="1276035" y="1121858"/>
                  </a:moveTo>
                  <a:lnTo>
                    <a:pt x="1353204" y="1170356"/>
                  </a:lnTo>
                  <a:lnTo>
                    <a:pt x="1325528" y="1091703"/>
                  </a:lnTo>
                  <a:close/>
                  <a:moveTo>
                    <a:pt x="1325528" y="1091703"/>
                  </a:moveTo>
                  <a:lnTo>
                    <a:pt x="1353204" y="1170356"/>
                  </a:lnTo>
                  <a:lnTo>
                    <a:pt x="1385957" y="1052038"/>
                  </a:lnTo>
                  <a:close/>
                  <a:moveTo>
                    <a:pt x="1372481" y="1163086"/>
                  </a:moveTo>
                  <a:lnTo>
                    <a:pt x="1435961" y="1071977"/>
                  </a:lnTo>
                  <a:lnTo>
                    <a:pt x="1385957" y="1052038"/>
                  </a:lnTo>
                  <a:close/>
                  <a:moveTo>
                    <a:pt x="1285622" y="1049705"/>
                  </a:moveTo>
                  <a:lnTo>
                    <a:pt x="1175321" y="1002004"/>
                  </a:lnTo>
                  <a:lnTo>
                    <a:pt x="1175313" y="1005926"/>
                  </a:lnTo>
                  <a:close/>
                  <a:moveTo>
                    <a:pt x="1149293" y="926648"/>
                  </a:moveTo>
                  <a:lnTo>
                    <a:pt x="1175313" y="1005926"/>
                  </a:lnTo>
                  <a:lnTo>
                    <a:pt x="1175321" y="1002004"/>
                  </a:lnTo>
                  <a:close/>
                  <a:moveTo>
                    <a:pt x="1179771" y="967489"/>
                  </a:moveTo>
                  <a:lnTo>
                    <a:pt x="1149293" y="926648"/>
                  </a:lnTo>
                  <a:lnTo>
                    <a:pt x="1175321" y="1002004"/>
                  </a:lnTo>
                  <a:close/>
                  <a:moveTo>
                    <a:pt x="1530095" y="1214135"/>
                  </a:moveTo>
                  <a:lnTo>
                    <a:pt x="1534268" y="1292331"/>
                  </a:lnTo>
                  <a:lnTo>
                    <a:pt x="1539152" y="1296350"/>
                  </a:lnTo>
                  <a:close/>
                  <a:moveTo>
                    <a:pt x="1644978" y="1234897"/>
                  </a:moveTo>
                  <a:lnTo>
                    <a:pt x="1534268" y="1292331"/>
                  </a:lnTo>
                  <a:lnTo>
                    <a:pt x="1530095" y="1214135"/>
                  </a:lnTo>
                  <a:close/>
                  <a:moveTo>
                    <a:pt x="2056204" y="1181040"/>
                  </a:moveTo>
                  <a:lnTo>
                    <a:pt x="2041550" y="1172575"/>
                  </a:lnTo>
                  <a:lnTo>
                    <a:pt x="1991827" y="1201872"/>
                  </a:lnTo>
                  <a:close/>
                  <a:moveTo>
                    <a:pt x="1752128" y="936123"/>
                  </a:moveTo>
                  <a:lnTo>
                    <a:pt x="1741495" y="1044860"/>
                  </a:lnTo>
                  <a:lnTo>
                    <a:pt x="1757527" y="1055047"/>
                  </a:lnTo>
                  <a:close/>
                  <a:moveTo>
                    <a:pt x="1718400" y="852180"/>
                  </a:moveTo>
                  <a:lnTo>
                    <a:pt x="1661198" y="808401"/>
                  </a:lnTo>
                  <a:lnTo>
                    <a:pt x="1690863" y="769964"/>
                  </a:lnTo>
                  <a:close/>
                  <a:moveTo>
                    <a:pt x="1902185" y="1016610"/>
                  </a:moveTo>
                  <a:lnTo>
                    <a:pt x="1886450" y="987606"/>
                  </a:lnTo>
                  <a:lnTo>
                    <a:pt x="1843022" y="922820"/>
                  </a:lnTo>
                  <a:close/>
                  <a:moveTo>
                    <a:pt x="1755218" y="769964"/>
                  </a:moveTo>
                  <a:lnTo>
                    <a:pt x="1791626" y="795467"/>
                  </a:lnTo>
                  <a:lnTo>
                    <a:pt x="1800310" y="757360"/>
                  </a:lnTo>
                  <a:close/>
                  <a:moveTo>
                    <a:pt x="1698936" y="687749"/>
                  </a:moveTo>
                  <a:lnTo>
                    <a:pt x="1755218" y="769964"/>
                  </a:lnTo>
                  <a:lnTo>
                    <a:pt x="1761189" y="649313"/>
                  </a:lnTo>
                  <a:close/>
                  <a:moveTo>
                    <a:pt x="1880049" y="653033"/>
                  </a:moveTo>
                  <a:lnTo>
                    <a:pt x="1823301" y="698693"/>
                  </a:lnTo>
                  <a:lnTo>
                    <a:pt x="1800310" y="757360"/>
                  </a:lnTo>
                  <a:close/>
                  <a:moveTo>
                    <a:pt x="1792264" y="582647"/>
                  </a:moveTo>
                  <a:lnTo>
                    <a:pt x="1698936" y="687749"/>
                  </a:lnTo>
                  <a:lnTo>
                    <a:pt x="1761189" y="649313"/>
                  </a:lnTo>
                  <a:close/>
                  <a:moveTo>
                    <a:pt x="2106526" y="1029964"/>
                  </a:moveTo>
                  <a:lnTo>
                    <a:pt x="2103922" y="978173"/>
                  </a:lnTo>
                  <a:lnTo>
                    <a:pt x="2079618" y="951747"/>
                  </a:lnTo>
                  <a:close/>
                  <a:moveTo>
                    <a:pt x="1766800" y="528662"/>
                  </a:moveTo>
                  <a:lnTo>
                    <a:pt x="1798351" y="558768"/>
                  </a:lnTo>
                  <a:lnTo>
                    <a:pt x="1761189" y="649313"/>
                  </a:lnTo>
                  <a:close/>
                  <a:moveTo>
                    <a:pt x="1490111" y="238238"/>
                  </a:moveTo>
                  <a:lnTo>
                    <a:pt x="1559795" y="270802"/>
                  </a:lnTo>
                  <a:lnTo>
                    <a:pt x="1592990" y="204169"/>
                  </a:lnTo>
                  <a:close/>
                  <a:moveTo>
                    <a:pt x="1559795" y="270802"/>
                  </a:moveTo>
                  <a:lnTo>
                    <a:pt x="1624594" y="199801"/>
                  </a:lnTo>
                  <a:lnTo>
                    <a:pt x="1592990" y="204169"/>
                  </a:lnTo>
                  <a:close/>
                  <a:moveTo>
                    <a:pt x="1592990" y="204169"/>
                  </a:moveTo>
                  <a:lnTo>
                    <a:pt x="1624594" y="199801"/>
                  </a:lnTo>
                  <a:lnTo>
                    <a:pt x="1597071" y="194972"/>
                  </a:lnTo>
                  <a:close/>
                  <a:moveTo>
                    <a:pt x="1351674" y="156022"/>
                  </a:moveTo>
                  <a:lnTo>
                    <a:pt x="1384093" y="152723"/>
                  </a:lnTo>
                  <a:lnTo>
                    <a:pt x="1418124" y="83230"/>
                  </a:lnTo>
                  <a:close/>
                  <a:moveTo>
                    <a:pt x="1384093" y="152723"/>
                  </a:moveTo>
                  <a:lnTo>
                    <a:pt x="1484135" y="117586"/>
                  </a:lnTo>
                  <a:lnTo>
                    <a:pt x="1418124" y="83230"/>
                  </a:lnTo>
                  <a:close/>
                  <a:moveTo>
                    <a:pt x="1890277" y="446447"/>
                  </a:moveTo>
                  <a:lnTo>
                    <a:pt x="1918911" y="528662"/>
                  </a:lnTo>
                  <a:lnTo>
                    <a:pt x="1951779" y="408010"/>
                  </a:lnTo>
                  <a:close/>
                  <a:moveTo>
                    <a:pt x="1683728" y="161364"/>
                  </a:moveTo>
                  <a:lnTo>
                    <a:pt x="1676302" y="212544"/>
                  </a:lnTo>
                  <a:lnTo>
                    <a:pt x="1729057" y="194584"/>
                  </a:lnTo>
                  <a:close/>
                  <a:moveTo>
                    <a:pt x="1683728" y="161364"/>
                  </a:moveTo>
                  <a:lnTo>
                    <a:pt x="1624594" y="199801"/>
                  </a:lnTo>
                  <a:lnTo>
                    <a:pt x="1676302" y="212544"/>
                  </a:lnTo>
                  <a:close/>
                  <a:moveTo>
                    <a:pt x="1791085" y="243580"/>
                  </a:moveTo>
                  <a:lnTo>
                    <a:pt x="1729057" y="194584"/>
                  </a:lnTo>
                  <a:lnTo>
                    <a:pt x="1776223" y="276481"/>
                  </a:lnTo>
                  <a:close/>
                  <a:moveTo>
                    <a:pt x="1448831" y="0"/>
                  </a:moveTo>
                  <a:lnTo>
                    <a:pt x="1510668" y="10320"/>
                  </a:lnTo>
                  <a:lnTo>
                    <a:pt x="1473427" y="11343"/>
                  </a:lnTo>
                  <a:close/>
                  <a:moveTo>
                    <a:pt x="1791085" y="243580"/>
                  </a:moveTo>
                  <a:lnTo>
                    <a:pt x="1776223" y="276481"/>
                  </a:lnTo>
                  <a:lnTo>
                    <a:pt x="1824461" y="272622"/>
                  </a:lnTo>
                  <a:close/>
                  <a:moveTo>
                    <a:pt x="2050203" y="344120"/>
                  </a:moveTo>
                  <a:lnTo>
                    <a:pt x="1951779" y="408010"/>
                  </a:lnTo>
                  <a:lnTo>
                    <a:pt x="2055592" y="370727"/>
                  </a:lnTo>
                  <a:close/>
                  <a:moveTo>
                    <a:pt x="2055592" y="370727"/>
                  </a:moveTo>
                  <a:lnTo>
                    <a:pt x="2028618" y="478618"/>
                  </a:lnTo>
                  <a:lnTo>
                    <a:pt x="2069522" y="408010"/>
                  </a:lnTo>
                  <a:close/>
                  <a:moveTo>
                    <a:pt x="2069522" y="408010"/>
                  </a:moveTo>
                  <a:lnTo>
                    <a:pt x="2050203" y="344120"/>
                  </a:lnTo>
                  <a:lnTo>
                    <a:pt x="2055592" y="370727"/>
                  </a:lnTo>
                  <a:close/>
                  <a:moveTo>
                    <a:pt x="2039248" y="287358"/>
                  </a:moveTo>
                  <a:lnTo>
                    <a:pt x="2050203" y="344120"/>
                  </a:lnTo>
                  <a:lnTo>
                    <a:pt x="2069522" y="408010"/>
                  </a:lnTo>
                  <a:close/>
                  <a:moveTo>
                    <a:pt x="1959150" y="205144"/>
                  </a:moveTo>
                  <a:lnTo>
                    <a:pt x="1953469" y="261104"/>
                  </a:lnTo>
                  <a:lnTo>
                    <a:pt x="1977882" y="233720"/>
                  </a:lnTo>
                  <a:close/>
                  <a:moveTo>
                    <a:pt x="1977882" y="233720"/>
                  </a:moveTo>
                  <a:lnTo>
                    <a:pt x="1953469" y="261104"/>
                  </a:lnTo>
                  <a:lnTo>
                    <a:pt x="1956345" y="290729"/>
                  </a:lnTo>
                  <a:close/>
                  <a:moveTo>
                    <a:pt x="2008745" y="287358"/>
                  </a:moveTo>
                  <a:lnTo>
                    <a:pt x="2033060" y="280027"/>
                  </a:lnTo>
                  <a:lnTo>
                    <a:pt x="1977882" y="233720"/>
                  </a:lnTo>
                  <a:close/>
                  <a:moveTo>
                    <a:pt x="1956345" y="290729"/>
                  </a:moveTo>
                  <a:lnTo>
                    <a:pt x="2008745" y="287358"/>
                  </a:lnTo>
                  <a:lnTo>
                    <a:pt x="1977882" y="233720"/>
                  </a:lnTo>
                  <a:close/>
                  <a:moveTo>
                    <a:pt x="2008745" y="287358"/>
                  </a:moveTo>
                  <a:lnTo>
                    <a:pt x="2050203" y="344120"/>
                  </a:lnTo>
                  <a:lnTo>
                    <a:pt x="2038624" y="284429"/>
                  </a:lnTo>
                  <a:close/>
                  <a:moveTo>
                    <a:pt x="2038624" y="284429"/>
                  </a:moveTo>
                  <a:lnTo>
                    <a:pt x="2033060" y="280027"/>
                  </a:lnTo>
                  <a:lnTo>
                    <a:pt x="2008745" y="287358"/>
                  </a:lnTo>
                  <a:close/>
                  <a:moveTo>
                    <a:pt x="1953469" y="261104"/>
                  </a:moveTo>
                  <a:lnTo>
                    <a:pt x="1959150" y="205144"/>
                  </a:lnTo>
                  <a:lnTo>
                    <a:pt x="1963821" y="184559"/>
                  </a:lnTo>
                  <a:close/>
                  <a:moveTo>
                    <a:pt x="2038624" y="284429"/>
                  </a:moveTo>
                  <a:lnTo>
                    <a:pt x="2050203" y="344120"/>
                  </a:lnTo>
                  <a:lnTo>
                    <a:pt x="2039248" y="287358"/>
                  </a:lnTo>
                  <a:close/>
                  <a:moveTo>
                    <a:pt x="2038624" y="284429"/>
                  </a:moveTo>
                  <a:lnTo>
                    <a:pt x="2039248" y="287358"/>
                  </a:lnTo>
                  <a:lnTo>
                    <a:pt x="2033060" y="280027"/>
                  </a:lnTo>
                  <a:close/>
                  <a:moveTo>
                    <a:pt x="1879337" y="205144"/>
                  </a:moveTo>
                  <a:lnTo>
                    <a:pt x="1953469" y="261104"/>
                  </a:lnTo>
                  <a:lnTo>
                    <a:pt x="1963821" y="184559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23" name="Candidate_density__2022">
              <a:extLst>
                <a:ext uri="{FF2B5EF4-FFF2-40B4-BE49-F238E27FC236}">
                  <a16:creationId xmlns:a16="http://schemas.microsoft.com/office/drawing/2014/main" id="{A8E57FE8-95F3-3F75-253A-3FB7AB8E0928}"/>
                </a:ext>
              </a:extLst>
            </p:cNvPr>
            <p:cNvSpPr>
              <a:spLocks noGrp="1"/>
            </p:cNvSpPr>
            <p:nvPr/>
          </p:nvSpPr>
          <p:spPr>
            <a:xfrm>
              <a:off x="4601852" y="3436186"/>
              <a:ext cx="1857811" cy="1268087"/>
            </a:xfrm>
            <a:custGeom>
              <a:avLst/>
              <a:gdLst/>
              <a:ahLst/>
              <a:cxnLst/>
              <a:rect l="0" t="0" r="0" b="0"/>
              <a:pathLst>
                <a:path w="1857811" h="1268087">
                  <a:moveTo>
                    <a:pt x="0" y="1077288"/>
                  </a:moveTo>
                  <a:lnTo>
                    <a:pt x="19868" y="998768"/>
                  </a:lnTo>
                  <a:lnTo>
                    <a:pt x="4873" y="987623"/>
                  </a:lnTo>
                  <a:close/>
                  <a:moveTo>
                    <a:pt x="521831" y="1268087"/>
                  </a:moveTo>
                  <a:lnTo>
                    <a:pt x="494047" y="1256005"/>
                  </a:lnTo>
                  <a:lnTo>
                    <a:pt x="545728" y="1239610"/>
                  </a:lnTo>
                  <a:close/>
                  <a:moveTo>
                    <a:pt x="545728" y="1239610"/>
                  </a:moveTo>
                  <a:lnTo>
                    <a:pt x="494047" y="1256005"/>
                  </a:lnTo>
                  <a:lnTo>
                    <a:pt x="583813" y="1221171"/>
                  </a:lnTo>
                  <a:close/>
                  <a:moveTo>
                    <a:pt x="346637" y="714702"/>
                  </a:moveTo>
                  <a:lnTo>
                    <a:pt x="350825" y="707883"/>
                  </a:lnTo>
                  <a:lnTo>
                    <a:pt x="326614" y="790098"/>
                  </a:lnTo>
                  <a:close/>
                  <a:moveTo>
                    <a:pt x="1626283" y="1173422"/>
                  </a:moveTo>
                  <a:lnTo>
                    <a:pt x="1667449" y="1134985"/>
                  </a:lnTo>
                  <a:lnTo>
                    <a:pt x="1645132" y="1174930"/>
                  </a:lnTo>
                  <a:close/>
                  <a:moveTo>
                    <a:pt x="1835375" y="120652"/>
                  </a:moveTo>
                  <a:lnTo>
                    <a:pt x="1832654" y="27514"/>
                  </a:lnTo>
                  <a:lnTo>
                    <a:pt x="1828587" y="97416"/>
                  </a:lnTo>
                  <a:close/>
                  <a:moveTo>
                    <a:pt x="1857811" y="0"/>
                  </a:moveTo>
                  <a:lnTo>
                    <a:pt x="1832654" y="27514"/>
                  </a:lnTo>
                  <a:lnTo>
                    <a:pt x="1835375" y="12065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24" name="Candidate_density__2023">
              <a:extLst>
                <a:ext uri="{FF2B5EF4-FFF2-40B4-BE49-F238E27FC236}">
                  <a16:creationId xmlns:a16="http://schemas.microsoft.com/office/drawing/2014/main" id="{AEBBA937-2EB2-BA1E-053A-CB95929CB9E9}"/>
                </a:ext>
              </a:extLst>
            </p:cNvPr>
            <p:cNvSpPr>
              <a:spLocks noGrp="1"/>
            </p:cNvSpPr>
            <p:nvPr/>
          </p:nvSpPr>
          <p:spPr>
            <a:xfrm>
              <a:off x="4522140" y="3420870"/>
              <a:ext cx="1937522" cy="1868868"/>
            </a:xfrm>
            <a:custGeom>
              <a:avLst/>
              <a:gdLst/>
              <a:ahLst/>
              <a:cxnLst/>
              <a:rect l="0" t="0" r="0" b="0"/>
              <a:pathLst>
                <a:path w="1937522" h="1868868">
                  <a:moveTo>
                    <a:pt x="0" y="1073230"/>
                  </a:moveTo>
                  <a:lnTo>
                    <a:pt x="79712" y="1092604"/>
                  </a:lnTo>
                  <a:lnTo>
                    <a:pt x="51955" y="1052278"/>
                  </a:lnTo>
                  <a:close/>
                  <a:moveTo>
                    <a:pt x="442912" y="1399374"/>
                  </a:moveTo>
                  <a:lnTo>
                    <a:pt x="414505" y="1356619"/>
                  </a:lnTo>
                  <a:lnTo>
                    <a:pt x="354061" y="1345829"/>
                  </a:lnTo>
                  <a:close/>
                  <a:moveTo>
                    <a:pt x="993569" y="1849696"/>
                  </a:moveTo>
                  <a:lnTo>
                    <a:pt x="1058545" y="1868868"/>
                  </a:lnTo>
                  <a:lnTo>
                    <a:pt x="1018532" y="1852742"/>
                  </a:lnTo>
                  <a:close/>
                  <a:moveTo>
                    <a:pt x="581665" y="1364987"/>
                  </a:moveTo>
                  <a:lnTo>
                    <a:pt x="632161" y="1457792"/>
                  </a:lnTo>
                  <a:lnTo>
                    <a:pt x="586541" y="1375577"/>
                  </a:lnTo>
                  <a:close/>
                  <a:moveTo>
                    <a:pt x="1025473" y="1538576"/>
                  </a:moveTo>
                  <a:lnTo>
                    <a:pt x="1067258" y="1473353"/>
                  </a:lnTo>
                  <a:lnTo>
                    <a:pt x="1067722" y="1463135"/>
                  </a:lnTo>
                  <a:close/>
                  <a:moveTo>
                    <a:pt x="1013493" y="1556562"/>
                  </a:moveTo>
                  <a:lnTo>
                    <a:pt x="1044869" y="1547639"/>
                  </a:lnTo>
                  <a:lnTo>
                    <a:pt x="1025473" y="1538576"/>
                  </a:lnTo>
                  <a:close/>
                  <a:moveTo>
                    <a:pt x="630043" y="1174758"/>
                  </a:moveTo>
                  <a:lnTo>
                    <a:pt x="625440" y="1254926"/>
                  </a:lnTo>
                  <a:lnTo>
                    <a:pt x="663525" y="1236487"/>
                  </a:lnTo>
                  <a:close/>
                  <a:moveTo>
                    <a:pt x="630043" y="1174758"/>
                  </a:moveTo>
                  <a:lnTo>
                    <a:pt x="663525" y="1236487"/>
                  </a:lnTo>
                  <a:lnTo>
                    <a:pt x="701975" y="1165045"/>
                  </a:lnTo>
                  <a:close/>
                  <a:moveTo>
                    <a:pt x="701975" y="1165045"/>
                  </a:moveTo>
                  <a:lnTo>
                    <a:pt x="730539" y="1164954"/>
                  </a:lnTo>
                  <a:lnTo>
                    <a:pt x="726001" y="1134274"/>
                  </a:lnTo>
                  <a:close/>
                  <a:moveTo>
                    <a:pt x="724652" y="1186373"/>
                  </a:moveTo>
                  <a:lnTo>
                    <a:pt x="730539" y="1164954"/>
                  </a:lnTo>
                  <a:lnTo>
                    <a:pt x="701975" y="1165045"/>
                  </a:lnTo>
                  <a:close/>
                  <a:moveTo>
                    <a:pt x="663525" y="1236487"/>
                  </a:moveTo>
                  <a:lnTo>
                    <a:pt x="724652" y="1186373"/>
                  </a:lnTo>
                  <a:lnTo>
                    <a:pt x="701975" y="1165045"/>
                  </a:lnTo>
                  <a:close/>
                  <a:moveTo>
                    <a:pt x="450492" y="684762"/>
                  </a:moveTo>
                  <a:lnTo>
                    <a:pt x="430537" y="723199"/>
                  </a:lnTo>
                  <a:lnTo>
                    <a:pt x="401557" y="640984"/>
                  </a:lnTo>
                  <a:close/>
                  <a:moveTo>
                    <a:pt x="985543" y="878640"/>
                  </a:moveTo>
                  <a:lnTo>
                    <a:pt x="904181" y="933340"/>
                  </a:lnTo>
                  <a:lnTo>
                    <a:pt x="969472" y="898792"/>
                  </a:lnTo>
                  <a:close/>
                  <a:moveTo>
                    <a:pt x="985543" y="878640"/>
                  </a:moveTo>
                  <a:lnTo>
                    <a:pt x="960318" y="864567"/>
                  </a:lnTo>
                  <a:lnTo>
                    <a:pt x="907182" y="781662"/>
                  </a:lnTo>
                  <a:close/>
                  <a:moveTo>
                    <a:pt x="1497003" y="1326107"/>
                  </a:moveTo>
                  <a:lnTo>
                    <a:pt x="1523509" y="1361753"/>
                  </a:lnTo>
                  <a:lnTo>
                    <a:pt x="1532440" y="1337536"/>
                  </a:lnTo>
                  <a:close/>
                  <a:moveTo>
                    <a:pt x="1493791" y="1408457"/>
                  </a:moveTo>
                  <a:lnTo>
                    <a:pt x="1523509" y="1361753"/>
                  </a:lnTo>
                  <a:lnTo>
                    <a:pt x="1497003" y="1326107"/>
                  </a:lnTo>
                  <a:close/>
                  <a:moveTo>
                    <a:pt x="1532440" y="1337536"/>
                  </a:moveTo>
                  <a:lnTo>
                    <a:pt x="1524879" y="1243590"/>
                  </a:lnTo>
                  <a:lnTo>
                    <a:pt x="1502358" y="1309389"/>
                  </a:lnTo>
                  <a:close/>
                  <a:moveTo>
                    <a:pt x="1292427" y="950517"/>
                  </a:moveTo>
                  <a:lnTo>
                    <a:pt x="1343512" y="969578"/>
                  </a:lnTo>
                  <a:lnTo>
                    <a:pt x="1316979" y="891057"/>
                  </a:lnTo>
                  <a:close/>
                  <a:moveTo>
                    <a:pt x="1347161" y="1044532"/>
                  </a:moveTo>
                  <a:lnTo>
                    <a:pt x="1354762" y="980528"/>
                  </a:lnTo>
                  <a:lnTo>
                    <a:pt x="1343512" y="969578"/>
                  </a:lnTo>
                  <a:close/>
                  <a:moveTo>
                    <a:pt x="1720733" y="1068086"/>
                  </a:moveTo>
                  <a:lnTo>
                    <a:pt x="1747161" y="1150301"/>
                  </a:lnTo>
                  <a:lnTo>
                    <a:pt x="1705694" y="1106522"/>
                  </a:lnTo>
                  <a:close/>
                  <a:moveTo>
                    <a:pt x="1681201" y="876819"/>
                  </a:moveTo>
                  <a:lnTo>
                    <a:pt x="1715334" y="949162"/>
                  </a:lnTo>
                  <a:lnTo>
                    <a:pt x="1713261" y="985871"/>
                  </a:lnTo>
                  <a:close/>
                  <a:moveTo>
                    <a:pt x="1262516" y="145907"/>
                  </a:moveTo>
                  <a:lnTo>
                    <a:pt x="1314880" y="169061"/>
                  </a:lnTo>
                  <a:lnTo>
                    <a:pt x="1381330" y="96270"/>
                  </a:lnTo>
                  <a:close/>
                  <a:moveTo>
                    <a:pt x="1639508" y="225583"/>
                  </a:moveTo>
                  <a:lnTo>
                    <a:pt x="1682909" y="212840"/>
                  </a:lnTo>
                  <a:lnTo>
                    <a:pt x="1692263" y="207623"/>
                  </a:lnTo>
                  <a:close/>
                  <a:moveTo>
                    <a:pt x="1908298" y="112732"/>
                  </a:moveTo>
                  <a:lnTo>
                    <a:pt x="1922356" y="218183"/>
                  </a:lnTo>
                  <a:lnTo>
                    <a:pt x="1915087" y="135967"/>
                  </a:lnTo>
                  <a:close/>
                  <a:moveTo>
                    <a:pt x="1908298" y="112732"/>
                  </a:moveTo>
                  <a:lnTo>
                    <a:pt x="1912366" y="42830"/>
                  </a:lnTo>
                  <a:lnTo>
                    <a:pt x="1849397" y="86055"/>
                  </a:lnTo>
                  <a:close/>
                  <a:moveTo>
                    <a:pt x="1923846" y="0"/>
                  </a:moveTo>
                  <a:lnTo>
                    <a:pt x="1912366" y="42830"/>
                  </a:lnTo>
                  <a:lnTo>
                    <a:pt x="1937522" y="1531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25" name="Candidate_density__2024">
              <a:extLst>
                <a:ext uri="{FF2B5EF4-FFF2-40B4-BE49-F238E27FC236}">
                  <a16:creationId xmlns:a16="http://schemas.microsoft.com/office/drawing/2014/main" id="{72428F9A-1E9A-32F6-395F-CDB62296C402}"/>
                </a:ext>
              </a:extLst>
            </p:cNvPr>
            <p:cNvSpPr>
              <a:spLocks noGrp="1"/>
            </p:cNvSpPr>
            <p:nvPr/>
          </p:nvSpPr>
          <p:spPr>
            <a:xfrm>
              <a:off x="6100292" y="3477253"/>
              <a:ext cx="73660" cy="42885"/>
            </a:xfrm>
            <a:custGeom>
              <a:avLst/>
              <a:gdLst/>
              <a:ahLst/>
              <a:cxnLst/>
              <a:rect l="0" t="0" r="0" b="0"/>
              <a:pathLst>
                <a:path w="73660" h="42885">
                  <a:moveTo>
                    <a:pt x="62076" y="35806"/>
                  </a:moveTo>
                  <a:lnTo>
                    <a:pt x="73660" y="0"/>
                  </a:lnTo>
                  <a:lnTo>
                    <a:pt x="0" y="4288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26" name="Candidate_density__2025">
              <a:extLst>
                <a:ext uri="{FF2B5EF4-FFF2-40B4-BE49-F238E27FC236}">
                  <a16:creationId xmlns:a16="http://schemas.microsoft.com/office/drawing/2014/main" id="{5712B2F6-F18D-07E7-E534-7D0C7BE387B9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3011379"/>
              <a:ext cx="2088274" cy="2508355"/>
            </a:xfrm>
            <a:custGeom>
              <a:avLst/>
              <a:gdLst/>
              <a:ahLst/>
              <a:cxnLst/>
              <a:rect l="0" t="0" r="0" b="0"/>
              <a:pathLst>
                <a:path w="2088274" h="2508355">
                  <a:moveTo>
                    <a:pt x="607956" y="2508355"/>
                  </a:moveTo>
                  <a:lnTo>
                    <a:pt x="559483" y="2447639"/>
                  </a:lnTo>
                  <a:lnTo>
                    <a:pt x="569630" y="2475884"/>
                  </a:lnTo>
                  <a:close/>
                  <a:moveTo>
                    <a:pt x="577852" y="2459254"/>
                  </a:moveTo>
                  <a:lnTo>
                    <a:pt x="559483" y="2447639"/>
                  </a:lnTo>
                  <a:lnTo>
                    <a:pt x="607956" y="2508355"/>
                  </a:lnTo>
                  <a:close/>
                  <a:moveTo>
                    <a:pt x="569630" y="2475884"/>
                  </a:moveTo>
                  <a:lnTo>
                    <a:pt x="559483" y="2447639"/>
                  </a:lnTo>
                  <a:lnTo>
                    <a:pt x="513765" y="2384716"/>
                  </a:lnTo>
                  <a:close/>
                  <a:moveTo>
                    <a:pt x="556749" y="2437448"/>
                  </a:moveTo>
                  <a:lnTo>
                    <a:pt x="513765" y="2384716"/>
                  </a:lnTo>
                  <a:lnTo>
                    <a:pt x="559483" y="2447639"/>
                  </a:lnTo>
                  <a:close/>
                  <a:moveTo>
                    <a:pt x="556749" y="2437448"/>
                  </a:moveTo>
                  <a:lnTo>
                    <a:pt x="488053" y="2355233"/>
                  </a:lnTo>
                  <a:lnTo>
                    <a:pt x="513765" y="2384716"/>
                  </a:lnTo>
                  <a:close/>
                  <a:moveTo>
                    <a:pt x="527731" y="1841457"/>
                  </a:moveTo>
                  <a:lnTo>
                    <a:pt x="472870" y="1785069"/>
                  </a:lnTo>
                  <a:lnTo>
                    <a:pt x="473297" y="1817062"/>
                  </a:lnTo>
                  <a:close/>
                  <a:moveTo>
                    <a:pt x="348959" y="1702854"/>
                  </a:moveTo>
                  <a:lnTo>
                    <a:pt x="339991" y="1696846"/>
                  </a:lnTo>
                  <a:lnTo>
                    <a:pt x="285139" y="1706962"/>
                  </a:lnTo>
                  <a:close/>
                  <a:moveTo>
                    <a:pt x="6485" y="1412430"/>
                  </a:moveTo>
                  <a:lnTo>
                    <a:pt x="86509" y="1488777"/>
                  </a:lnTo>
                  <a:lnTo>
                    <a:pt x="0" y="1398422"/>
                  </a:lnTo>
                  <a:close/>
                  <a:moveTo>
                    <a:pt x="934522" y="2184923"/>
                  </a:moveTo>
                  <a:lnTo>
                    <a:pt x="1014519" y="2239923"/>
                  </a:lnTo>
                  <a:lnTo>
                    <a:pt x="986466" y="2226758"/>
                  </a:lnTo>
                  <a:close/>
                  <a:moveTo>
                    <a:pt x="472870" y="1785069"/>
                  </a:moveTo>
                  <a:lnTo>
                    <a:pt x="527731" y="1841457"/>
                  </a:lnTo>
                  <a:lnTo>
                    <a:pt x="531323" y="1769888"/>
                  </a:lnTo>
                  <a:close/>
                  <a:moveTo>
                    <a:pt x="531323" y="1769888"/>
                  </a:moveTo>
                  <a:lnTo>
                    <a:pt x="527731" y="1841457"/>
                  </a:lnTo>
                  <a:lnTo>
                    <a:pt x="610071" y="1866551"/>
                  </a:lnTo>
                  <a:close/>
                  <a:moveTo>
                    <a:pt x="348959" y="1702854"/>
                  </a:moveTo>
                  <a:lnTo>
                    <a:pt x="433048" y="1766110"/>
                  </a:lnTo>
                  <a:lnTo>
                    <a:pt x="415483" y="1664417"/>
                  </a:lnTo>
                  <a:close/>
                  <a:moveTo>
                    <a:pt x="472870" y="1785069"/>
                  </a:moveTo>
                  <a:lnTo>
                    <a:pt x="531323" y="1769888"/>
                  </a:lnTo>
                  <a:lnTo>
                    <a:pt x="433048" y="1766110"/>
                  </a:lnTo>
                  <a:close/>
                  <a:moveTo>
                    <a:pt x="915999" y="2157708"/>
                  </a:moveTo>
                  <a:lnTo>
                    <a:pt x="934522" y="2184923"/>
                  </a:lnTo>
                  <a:lnTo>
                    <a:pt x="986466" y="2226758"/>
                  </a:lnTo>
                  <a:close/>
                  <a:moveTo>
                    <a:pt x="986466" y="2226758"/>
                  </a:moveTo>
                  <a:lnTo>
                    <a:pt x="1014519" y="2239923"/>
                  </a:lnTo>
                  <a:lnTo>
                    <a:pt x="1011341" y="2222563"/>
                  </a:lnTo>
                  <a:close/>
                  <a:moveTo>
                    <a:pt x="986466" y="2226758"/>
                  </a:moveTo>
                  <a:lnTo>
                    <a:pt x="1011341" y="2222563"/>
                  </a:lnTo>
                  <a:lnTo>
                    <a:pt x="915999" y="2157708"/>
                  </a:lnTo>
                  <a:close/>
                  <a:moveTo>
                    <a:pt x="373206" y="1476974"/>
                  </a:moveTo>
                  <a:lnTo>
                    <a:pt x="378915" y="1499987"/>
                  </a:lnTo>
                  <a:lnTo>
                    <a:pt x="335566" y="1465098"/>
                  </a:lnTo>
                  <a:close/>
                  <a:moveTo>
                    <a:pt x="475388" y="1414993"/>
                  </a:moveTo>
                  <a:lnTo>
                    <a:pt x="460406" y="1499987"/>
                  </a:lnTo>
                  <a:lnTo>
                    <a:pt x="461093" y="1466115"/>
                  </a:lnTo>
                  <a:close/>
                  <a:moveTo>
                    <a:pt x="475388" y="1414993"/>
                  </a:moveTo>
                  <a:lnTo>
                    <a:pt x="461093" y="1466115"/>
                  </a:lnTo>
                  <a:lnTo>
                    <a:pt x="414677" y="1403758"/>
                  </a:lnTo>
                  <a:close/>
                  <a:moveTo>
                    <a:pt x="296653" y="1319609"/>
                  </a:moveTo>
                  <a:lnTo>
                    <a:pt x="314291" y="1297121"/>
                  </a:lnTo>
                  <a:lnTo>
                    <a:pt x="259279" y="1243329"/>
                  </a:lnTo>
                  <a:close/>
                  <a:moveTo>
                    <a:pt x="830298" y="1908788"/>
                  </a:moveTo>
                  <a:lnTo>
                    <a:pt x="803296" y="1884029"/>
                  </a:lnTo>
                  <a:lnTo>
                    <a:pt x="805109" y="1872626"/>
                  </a:lnTo>
                  <a:close/>
                  <a:moveTo>
                    <a:pt x="744718" y="1817678"/>
                  </a:moveTo>
                  <a:lnTo>
                    <a:pt x="805109" y="1872626"/>
                  </a:lnTo>
                  <a:lnTo>
                    <a:pt x="798901" y="1867598"/>
                  </a:lnTo>
                  <a:close/>
                  <a:moveTo>
                    <a:pt x="1030198" y="2007048"/>
                  </a:moveTo>
                  <a:lnTo>
                    <a:pt x="1079599" y="2027478"/>
                  </a:lnTo>
                  <a:lnTo>
                    <a:pt x="1055363" y="1990491"/>
                  </a:lnTo>
                  <a:close/>
                  <a:moveTo>
                    <a:pt x="926125" y="1849404"/>
                  </a:moveTo>
                  <a:lnTo>
                    <a:pt x="968272" y="1943531"/>
                  </a:lnTo>
                  <a:lnTo>
                    <a:pt x="991862" y="1838030"/>
                  </a:lnTo>
                  <a:close/>
                  <a:moveTo>
                    <a:pt x="968272" y="1943531"/>
                  </a:moveTo>
                  <a:lnTo>
                    <a:pt x="1039583" y="1834190"/>
                  </a:lnTo>
                  <a:lnTo>
                    <a:pt x="991862" y="1838030"/>
                  </a:lnTo>
                  <a:close/>
                  <a:moveTo>
                    <a:pt x="664936" y="1521670"/>
                  </a:moveTo>
                  <a:lnTo>
                    <a:pt x="582985" y="1617636"/>
                  </a:lnTo>
                  <a:lnTo>
                    <a:pt x="648586" y="1584250"/>
                  </a:lnTo>
                  <a:close/>
                  <a:moveTo>
                    <a:pt x="648586" y="1584250"/>
                  </a:moveTo>
                  <a:lnTo>
                    <a:pt x="754355" y="1509566"/>
                  </a:lnTo>
                  <a:lnTo>
                    <a:pt x="664936" y="1521670"/>
                  </a:lnTo>
                  <a:close/>
                  <a:moveTo>
                    <a:pt x="664936" y="1521670"/>
                  </a:moveTo>
                  <a:lnTo>
                    <a:pt x="754355" y="1509566"/>
                  </a:lnTo>
                  <a:lnTo>
                    <a:pt x="720434" y="1437051"/>
                  </a:lnTo>
                  <a:close/>
                  <a:moveTo>
                    <a:pt x="660611" y="1425095"/>
                  </a:moveTo>
                  <a:lnTo>
                    <a:pt x="720434" y="1437051"/>
                  </a:lnTo>
                  <a:lnTo>
                    <a:pt x="596278" y="1377304"/>
                  </a:lnTo>
                  <a:close/>
                  <a:moveTo>
                    <a:pt x="660611" y="1425095"/>
                  </a:moveTo>
                  <a:lnTo>
                    <a:pt x="596278" y="1377304"/>
                  </a:lnTo>
                  <a:lnTo>
                    <a:pt x="639264" y="1423114"/>
                  </a:lnTo>
                  <a:close/>
                  <a:moveTo>
                    <a:pt x="1039583" y="1834190"/>
                  </a:moveTo>
                  <a:lnTo>
                    <a:pt x="1073331" y="1842471"/>
                  </a:lnTo>
                  <a:lnTo>
                    <a:pt x="1076875" y="1829508"/>
                  </a:lnTo>
                  <a:close/>
                  <a:moveTo>
                    <a:pt x="1073331" y="1842471"/>
                  </a:moveTo>
                  <a:lnTo>
                    <a:pt x="1080655" y="1834190"/>
                  </a:lnTo>
                  <a:lnTo>
                    <a:pt x="1076875" y="1829508"/>
                  </a:lnTo>
                  <a:close/>
                  <a:moveTo>
                    <a:pt x="1077097" y="1729235"/>
                  </a:moveTo>
                  <a:lnTo>
                    <a:pt x="1076875" y="1829508"/>
                  </a:lnTo>
                  <a:lnTo>
                    <a:pt x="1080655" y="1834190"/>
                  </a:lnTo>
                  <a:close/>
                  <a:moveTo>
                    <a:pt x="928012" y="1641258"/>
                  </a:moveTo>
                  <a:lnTo>
                    <a:pt x="963883" y="1711921"/>
                  </a:lnTo>
                  <a:lnTo>
                    <a:pt x="964307" y="1660247"/>
                  </a:lnTo>
                  <a:close/>
                  <a:moveTo>
                    <a:pt x="900866" y="1751324"/>
                  </a:moveTo>
                  <a:lnTo>
                    <a:pt x="963883" y="1711921"/>
                  </a:lnTo>
                  <a:lnTo>
                    <a:pt x="928012" y="1641258"/>
                  </a:lnTo>
                  <a:close/>
                  <a:moveTo>
                    <a:pt x="964307" y="1660247"/>
                  </a:moveTo>
                  <a:lnTo>
                    <a:pt x="963883" y="1711921"/>
                  </a:lnTo>
                  <a:lnTo>
                    <a:pt x="1077097" y="1729235"/>
                  </a:lnTo>
                  <a:close/>
                  <a:moveTo>
                    <a:pt x="1039428" y="1659768"/>
                  </a:moveTo>
                  <a:lnTo>
                    <a:pt x="964307" y="1660247"/>
                  </a:lnTo>
                  <a:lnTo>
                    <a:pt x="1077097" y="1729235"/>
                  </a:lnTo>
                  <a:close/>
                  <a:moveTo>
                    <a:pt x="406483" y="1094254"/>
                  </a:moveTo>
                  <a:lnTo>
                    <a:pt x="494726" y="1138495"/>
                  </a:lnTo>
                  <a:lnTo>
                    <a:pt x="434583" y="1087298"/>
                  </a:lnTo>
                  <a:close/>
                  <a:moveTo>
                    <a:pt x="434583" y="1087298"/>
                  </a:moveTo>
                  <a:lnTo>
                    <a:pt x="452925" y="1176469"/>
                  </a:lnTo>
                  <a:lnTo>
                    <a:pt x="469035" y="1094254"/>
                  </a:lnTo>
                  <a:close/>
                  <a:moveTo>
                    <a:pt x="508291" y="1094254"/>
                  </a:moveTo>
                  <a:lnTo>
                    <a:pt x="587928" y="1142257"/>
                  </a:lnTo>
                  <a:lnTo>
                    <a:pt x="607938" y="1138033"/>
                  </a:lnTo>
                  <a:close/>
                  <a:moveTo>
                    <a:pt x="563593" y="1055817"/>
                  </a:moveTo>
                  <a:lnTo>
                    <a:pt x="508291" y="1094254"/>
                  </a:lnTo>
                  <a:lnTo>
                    <a:pt x="607938" y="1138033"/>
                  </a:lnTo>
                  <a:close/>
                  <a:moveTo>
                    <a:pt x="534844" y="1007241"/>
                  </a:moveTo>
                  <a:lnTo>
                    <a:pt x="490699" y="1002177"/>
                  </a:lnTo>
                  <a:lnTo>
                    <a:pt x="563593" y="1055817"/>
                  </a:lnTo>
                  <a:close/>
                  <a:moveTo>
                    <a:pt x="445159" y="978607"/>
                  </a:moveTo>
                  <a:lnTo>
                    <a:pt x="468149" y="1012039"/>
                  </a:lnTo>
                  <a:lnTo>
                    <a:pt x="404007" y="911971"/>
                  </a:lnTo>
                  <a:close/>
                  <a:moveTo>
                    <a:pt x="349289" y="895864"/>
                  </a:moveTo>
                  <a:lnTo>
                    <a:pt x="445159" y="978607"/>
                  </a:lnTo>
                  <a:lnTo>
                    <a:pt x="404007" y="911971"/>
                  </a:lnTo>
                  <a:close/>
                  <a:moveTo>
                    <a:pt x="607938" y="1138033"/>
                  </a:moveTo>
                  <a:lnTo>
                    <a:pt x="611167" y="1165015"/>
                  </a:lnTo>
                  <a:lnTo>
                    <a:pt x="658886" y="1192356"/>
                  </a:lnTo>
                  <a:close/>
                  <a:moveTo>
                    <a:pt x="1194638" y="1794361"/>
                  </a:moveTo>
                  <a:lnTo>
                    <a:pt x="1213916" y="1874232"/>
                  </a:lnTo>
                  <a:lnTo>
                    <a:pt x="1154168" y="1766670"/>
                  </a:lnTo>
                  <a:close/>
                  <a:moveTo>
                    <a:pt x="734168" y="1181811"/>
                  </a:moveTo>
                  <a:lnTo>
                    <a:pt x="689381" y="1220248"/>
                  </a:lnTo>
                  <a:lnTo>
                    <a:pt x="762611" y="1301510"/>
                  </a:lnTo>
                  <a:close/>
                  <a:moveTo>
                    <a:pt x="689381" y="1220248"/>
                  </a:moveTo>
                  <a:lnTo>
                    <a:pt x="734168" y="1181811"/>
                  </a:lnTo>
                  <a:lnTo>
                    <a:pt x="658886" y="1192356"/>
                  </a:lnTo>
                  <a:close/>
                  <a:moveTo>
                    <a:pt x="563593" y="1055817"/>
                  </a:moveTo>
                  <a:lnTo>
                    <a:pt x="607938" y="1138033"/>
                  </a:lnTo>
                  <a:lnTo>
                    <a:pt x="561614" y="1044616"/>
                  </a:lnTo>
                  <a:close/>
                  <a:moveTo>
                    <a:pt x="534844" y="1007241"/>
                  </a:moveTo>
                  <a:lnTo>
                    <a:pt x="563593" y="1055817"/>
                  </a:lnTo>
                  <a:lnTo>
                    <a:pt x="561614" y="1044616"/>
                  </a:lnTo>
                  <a:close/>
                  <a:moveTo>
                    <a:pt x="1267370" y="1472235"/>
                  </a:moveTo>
                  <a:lnTo>
                    <a:pt x="1257784" y="1544389"/>
                  </a:lnTo>
                  <a:lnTo>
                    <a:pt x="1307277" y="1514234"/>
                  </a:lnTo>
                  <a:close/>
                  <a:moveTo>
                    <a:pt x="1208363" y="1423064"/>
                  </a:moveTo>
                  <a:lnTo>
                    <a:pt x="1157070" y="1424534"/>
                  </a:lnTo>
                  <a:lnTo>
                    <a:pt x="1267370" y="1472235"/>
                  </a:lnTo>
                  <a:close/>
                  <a:moveTo>
                    <a:pt x="1111387" y="1307805"/>
                  </a:moveTo>
                  <a:lnTo>
                    <a:pt x="1130040" y="1346241"/>
                  </a:lnTo>
                  <a:lnTo>
                    <a:pt x="1161519" y="1390020"/>
                  </a:lnTo>
                  <a:close/>
                  <a:moveTo>
                    <a:pt x="908266" y="1061160"/>
                  </a:moveTo>
                  <a:lnTo>
                    <a:pt x="895332" y="1088671"/>
                  </a:lnTo>
                  <a:lnTo>
                    <a:pt x="900098" y="1181811"/>
                  </a:lnTo>
                  <a:close/>
                  <a:moveTo>
                    <a:pt x="908266" y="1061160"/>
                  </a:moveTo>
                  <a:lnTo>
                    <a:pt x="833104" y="1005676"/>
                  </a:lnTo>
                  <a:lnTo>
                    <a:pt x="881985" y="1038765"/>
                  </a:lnTo>
                  <a:close/>
                  <a:moveTo>
                    <a:pt x="787744" y="981960"/>
                  </a:moveTo>
                  <a:lnTo>
                    <a:pt x="807896" y="1040421"/>
                  </a:lnTo>
                  <a:lnTo>
                    <a:pt x="881985" y="1038765"/>
                  </a:lnTo>
                  <a:close/>
                  <a:moveTo>
                    <a:pt x="680519" y="842834"/>
                  </a:moveTo>
                  <a:lnTo>
                    <a:pt x="740817" y="896730"/>
                  </a:lnTo>
                  <a:lnTo>
                    <a:pt x="653747" y="830121"/>
                  </a:lnTo>
                  <a:close/>
                  <a:moveTo>
                    <a:pt x="1161519" y="1390020"/>
                  </a:moveTo>
                  <a:lnTo>
                    <a:pt x="1157070" y="1424534"/>
                  </a:lnTo>
                  <a:lnTo>
                    <a:pt x="1208363" y="1423064"/>
                  </a:lnTo>
                  <a:close/>
                  <a:moveTo>
                    <a:pt x="1208363" y="1423064"/>
                  </a:moveTo>
                  <a:lnTo>
                    <a:pt x="1267370" y="1472235"/>
                  </a:lnTo>
                  <a:lnTo>
                    <a:pt x="1251284" y="1368339"/>
                  </a:lnTo>
                  <a:close/>
                  <a:moveTo>
                    <a:pt x="1251284" y="1368339"/>
                  </a:moveTo>
                  <a:lnTo>
                    <a:pt x="1267370" y="1472235"/>
                  </a:lnTo>
                  <a:lnTo>
                    <a:pt x="1310969" y="1360009"/>
                  </a:lnTo>
                  <a:close/>
                  <a:moveTo>
                    <a:pt x="1310969" y="1360009"/>
                  </a:moveTo>
                  <a:lnTo>
                    <a:pt x="1267370" y="1472235"/>
                  </a:lnTo>
                  <a:lnTo>
                    <a:pt x="1316523" y="1455586"/>
                  </a:lnTo>
                  <a:close/>
                  <a:moveTo>
                    <a:pt x="1316523" y="1455586"/>
                  </a:moveTo>
                  <a:lnTo>
                    <a:pt x="1307277" y="1514234"/>
                  </a:lnTo>
                  <a:lnTo>
                    <a:pt x="1362408" y="1472235"/>
                  </a:lnTo>
                  <a:close/>
                  <a:moveTo>
                    <a:pt x="1227320" y="1351584"/>
                  </a:moveTo>
                  <a:lnTo>
                    <a:pt x="1161519" y="1390020"/>
                  </a:lnTo>
                  <a:lnTo>
                    <a:pt x="1208363" y="1423064"/>
                  </a:lnTo>
                  <a:close/>
                  <a:moveTo>
                    <a:pt x="1227320" y="1351584"/>
                  </a:moveTo>
                  <a:lnTo>
                    <a:pt x="1111387" y="1307805"/>
                  </a:lnTo>
                  <a:lnTo>
                    <a:pt x="1161519" y="1390020"/>
                  </a:lnTo>
                  <a:close/>
                  <a:moveTo>
                    <a:pt x="896345" y="1054355"/>
                  </a:moveTo>
                  <a:lnTo>
                    <a:pt x="895332" y="1088671"/>
                  </a:lnTo>
                  <a:lnTo>
                    <a:pt x="908266" y="1061160"/>
                  </a:lnTo>
                  <a:close/>
                  <a:moveTo>
                    <a:pt x="896345" y="1054355"/>
                  </a:moveTo>
                  <a:lnTo>
                    <a:pt x="908266" y="1061160"/>
                  </a:lnTo>
                  <a:lnTo>
                    <a:pt x="881985" y="1038765"/>
                  </a:lnTo>
                  <a:close/>
                  <a:moveTo>
                    <a:pt x="1651040" y="1465499"/>
                  </a:moveTo>
                  <a:lnTo>
                    <a:pt x="1723243" y="1467390"/>
                  </a:lnTo>
                  <a:lnTo>
                    <a:pt x="1733877" y="1358653"/>
                  </a:lnTo>
                  <a:close/>
                  <a:moveTo>
                    <a:pt x="1651040" y="1465499"/>
                  </a:moveTo>
                  <a:lnTo>
                    <a:pt x="1733877" y="1358653"/>
                  </a:lnTo>
                  <a:lnTo>
                    <a:pt x="1647137" y="1368579"/>
                  </a:lnTo>
                  <a:close/>
                  <a:moveTo>
                    <a:pt x="1570016" y="1370686"/>
                  </a:moveTo>
                  <a:lnTo>
                    <a:pt x="1651040" y="1465499"/>
                  </a:lnTo>
                  <a:lnTo>
                    <a:pt x="1647137" y="1368579"/>
                  </a:lnTo>
                  <a:close/>
                  <a:moveTo>
                    <a:pt x="1554506" y="1283202"/>
                  </a:moveTo>
                  <a:lnTo>
                    <a:pt x="1581560" y="1336808"/>
                  </a:lnTo>
                  <a:lnTo>
                    <a:pt x="1458020" y="1313147"/>
                  </a:lnTo>
                  <a:close/>
                  <a:moveTo>
                    <a:pt x="1654656" y="1331444"/>
                  </a:moveTo>
                  <a:lnTo>
                    <a:pt x="1581560" y="1336808"/>
                  </a:lnTo>
                  <a:lnTo>
                    <a:pt x="1537537" y="1313147"/>
                  </a:lnTo>
                  <a:close/>
                  <a:moveTo>
                    <a:pt x="1570016" y="1370686"/>
                  </a:moveTo>
                  <a:lnTo>
                    <a:pt x="1647137" y="1368579"/>
                  </a:lnTo>
                  <a:lnTo>
                    <a:pt x="1537537" y="1313147"/>
                  </a:lnTo>
                  <a:close/>
                  <a:moveTo>
                    <a:pt x="1699743" y="1286311"/>
                  </a:moveTo>
                  <a:lnTo>
                    <a:pt x="1647137" y="1368579"/>
                  </a:lnTo>
                  <a:lnTo>
                    <a:pt x="1733877" y="1358653"/>
                  </a:lnTo>
                  <a:close/>
                  <a:moveTo>
                    <a:pt x="1678131" y="1243289"/>
                  </a:moveTo>
                  <a:lnTo>
                    <a:pt x="1581560" y="1336808"/>
                  </a:lnTo>
                  <a:lnTo>
                    <a:pt x="1654656" y="1331444"/>
                  </a:lnTo>
                  <a:close/>
                  <a:moveTo>
                    <a:pt x="1678131" y="1243289"/>
                  </a:moveTo>
                  <a:lnTo>
                    <a:pt x="1654656" y="1331444"/>
                  </a:lnTo>
                  <a:lnTo>
                    <a:pt x="1700149" y="1274711"/>
                  </a:lnTo>
                  <a:close/>
                  <a:moveTo>
                    <a:pt x="1862847" y="1400704"/>
                  </a:moveTo>
                  <a:lnTo>
                    <a:pt x="1824770" y="1345351"/>
                  </a:lnTo>
                  <a:lnTo>
                    <a:pt x="1868199" y="1410137"/>
                  </a:lnTo>
                  <a:close/>
                  <a:moveTo>
                    <a:pt x="2061367" y="1374278"/>
                  </a:moveTo>
                  <a:lnTo>
                    <a:pt x="1996470" y="1366446"/>
                  </a:lnTo>
                  <a:lnTo>
                    <a:pt x="2088274" y="1452495"/>
                  </a:lnTo>
                  <a:close/>
                  <a:moveTo>
                    <a:pt x="1996470" y="1366446"/>
                  </a:moveTo>
                  <a:lnTo>
                    <a:pt x="1888470" y="1433117"/>
                  </a:lnTo>
                  <a:lnTo>
                    <a:pt x="1967124" y="1448536"/>
                  </a:lnTo>
                  <a:close/>
                  <a:moveTo>
                    <a:pt x="1996470" y="1366446"/>
                  </a:moveTo>
                  <a:lnTo>
                    <a:pt x="1897602" y="1386232"/>
                  </a:lnTo>
                  <a:lnTo>
                    <a:pt x="1888470" y="1433117"/>
                  </a:lnTo>
                  <a:close/>
                  <a:moveTo>
                    <a:pt x="1897602" y="1386232"/>
                  </a:moveTo>
                  <a:lnTo>
                    <a:pt x="1996470" y="1366446"/>
                  </a:lnTo>
                  <a:lnTo>
                    <a:pt x="1919410" y="1333596"/>
                  </a:lnTo>
                  <a:close/>
                  <a:moveTo>
                    <a:pt x="1996470" y="1366446"/>
                  </a:moveTo>
                  <a:lnTo>
                    <a:pt x="1997867" y="1348275"/>
                  </a:lnTo>
                  <a:lnTo>
                    <a:pt x="1919410" y="1333596"/>
                  </a:lnTo>
                  <a:close/>
                  <a:moveTo>
                    <a:pt x="1845411" y="1280053"/>
                  </a:moveTo>
                  <a:lnTo>
                    <a:pt x="1791185" y="1211970"/>
                  </a:lnTo>
                  <a:lnTo>
                    <a:pt x="1810369" y="1236274"/>
                  </a:lnTo>
                  <a:close/>
                  <a:moveTo>
                    <a:pt x="1845411" y="1280053"/>
                  </a:moveTo>
                  <a:lnTo>
                    <a:pt x="1810369" y="1236274"/>
                  </a:lnTo>
                  <a:lnTo>
                    <a:pt x="1821579" y="1318489"/>
                  </a:lnTo>
                  <a:close/>
                  <a:moveTo>
                    <a:pt x="1804479" y="1033407"/>
                  </a:moveTo>
                  <a:lnTo>
                    <a:pt x="1805050" y="1121224"/>
                  </a:lnTo>
                  <a:lnTo>
                    <a:pt x="1854276" y="1090071"/>
                  </a:lnTo>
                  <a:close/>
                  <a:moveTo>
                    <a:pt x="1087502" y="211257"/>
                  </a:moveTo>
                  <a:lnTo>
                    <a:pt x="1057543" y="143657"/>
                  </a:lnTo>
                  <a:lnTo>
                    <a:pt x="1090125" y="217261"/>
                  </a:lnTo>
                  <a:close/>
                  <a:moveTo>
                    <a:pt x="1997867" y="1348275"/>
                  </a:moveTo>
                  <a:lnTo>
                    <a:pt x="1992409" y="1269655"/>
                  </a:lnTo>
                  <a:lnTo>
                    <a:pt x="1919410" y="1333596"/>
                  </a:lnTo>
                  <a:close/>
                  <a:moveTo>
                    <a:pt x="1804479" y="1033407"/>
                  </a:moveTo>
                  <a:lnTo>
                    <a:pt x="1854276" y="1090071"/>
                  </a:lnTo>
                  <a:lnTo>
                    <a:pt x="1831666" y="994971"/>
                  </a:lnTo>
                  <a:close/>
                  <a:moveTo>
                    <a:pt x="1430580" y="422531"/>
                  </a:moveTo>
                  <a:lnTo>
                    <a:pt x="1399872" y="505761"/>
                  </a:lnTo>
                  <a:lnTo>
                    <a:pt x="1494816" y="530992"/>
                  </a:lnTo>
                  <a:close/>
                  <a:moveTo>
                    <a:pt x="1343578" y="358741"/>
                  </a:moveTo>
                  <a:lnTo>
                    <a:pt x="1427164" y="419465"/>
                  </a:lnTo>
                  <a:lnTo>
                    <a:pt x="1314993" y="355815"/>
                  </a:lnTo>
                  <a:close/>
                  <a:moveTo>
                    <a:pt x="1427164" y="419465"/>
                  </a:moveTo>
                  <a:lnTo>
                    <a:pt x="1430580" y="422531"/>
                  </a:lnTo>
                  <a:lnTo>
                    <a:pt x="1314993" y="355815"/>
                  </a:lnTo>
                  <a:close/>
                  <a:moveTo>
                    <a:pt x="1343578" y="358741"/>
                  </a:moveTo>
                  <a:lnTo>
                    <a:pt x="1314993" y="355815"/>
                  </a:lnTo>
                  <a:lnTo>
                    <a:pt x="1308405" y="337250"/>
                  </a:lnTo>
                  <a:close/>
                  <a:moveTo>
                    <a:pt x="1099734" y="172820"/>
                  </a:moveTo>
                  <a:lnTo>
                    <a:pt x="1047282" y="129041"/>
                  </a:lnTo>
                  <a:lnTo>
                    <a:pt x="1087502" y="211257"/>
                  </a:lnTo>
                  <a:close/>
                  <a:moveTo>
                    <a:pt x="1688429" y="545459"/>
                  </a:moveTo>
                  <a:lnTo>
                    <a:pt x="1665476" y="583895"/>
                  </a:lnTo>
                  <a:lnTo>
                    <a:pt x="1710805" y="617115"/>
                  </a:lnTo>
                  <a:close/>
                  <a:moveTo>
                    <a:pt x="1355908" y="52168"/>
                  </a:moveTo>
                  <a:lnTo>
                    <a:pt x="1260191" y="0"/>
                  </a:lnTo>
                  <a:lnTo>
                    <a:pt x="1312633" y="27841"/>
                  </a:lnTo>
                  <a:close/>
                  <a:moveTo>
                    <a:pt x="1945570" y="607089"/>
                  </a:moveTo>
                  <a:lnTo>
                    <a:pt x="1844655" y="623692"/>
                  </a:lnTo>
                  <a:lnTo>
                    <a:pt x="1861086" y="627674"/>
                  </a:lnTo>
                  <a:close/>
                  <a:moveTo>
                    <a:pt x="1868921" y="508719"/>
                  </a:moveTo>
                  <a:lnTo>
                    <a:pt x="1844655" y="623692"/>
                  </a:lnTo>
                  <a:lnTo>
                    <a:pt x="1945570" y="607089"/>
                  </a:lnTo>
                  <a:close/>
                  <a:moveTo>
                    <a:pt x="1844655" y="623692"/>
                  </a:moveTo>
                  <a:lnTo>
                    <a:pt x="1868921" y="508719"/>
                  </a:lnTo>
                  <a:lnTo>
                    <a:pt x="1799741" y="519223"/>
                  </a:lnTo>
                  <a:close/>
                  <a:moveTo>
                    <a:pt x="1757273" y="575645"/>
                  </a:moveTo>
                  <a:lnTo>
                    <a:pt x="1844655" y="623692"/>
                  </a:lnTo>
                  <a:lnTo>
                    <a:pt x="1799741" y="519223"/>
                  </a:lnTo>
                  <a:close/>
                  <a:moveTo>
                    <a:pt x="1846579" y="507023"/>
                  </a:moveTo>
                  <a:lnTo>
                    <a:pt x="1868921" y="508719"/>
                  </a:lnTo>
                  <a:lnTo>
                    <a:pt x="1867939" y="495547"/>
                  </a:lnTo>
                  <a:close/>
                  <a:moveTo>
                    <a:pt x="1335311" y="39021"/>
                  </a:moveTo>
                  <a:lnTo>
                    <a:pt x="1359206" y="134384"/>
                  </a:lnTo>
                  <a:lnTo>
                    <a:pt x="1355908" y="52168"/>
                  </a:lnTo>
                  <a:close/>
                  <a:moveTo>
                    <a:pt x="1335311" y="39021"/>
                  </a:moveTo>
                  <a:lnTo>
                    <a:pt x="1348720" y="128213"/>
                  </a:lnTo>
                  <a:lnTo>
                    <a:pt x="1359206" y="134384"/>
                  </a:lnTo>
                  <a:close/>
                  <a:moveTo>
                    <a:pt x="1258548" y="40836"/>
                  </a:moveTo>
                  <a:lnTo>
                    <a:pt x="1312633" y="27841"/>
                  </a:lnTo>
                  <a:lnTo>
                    <a:pt x="1239655" y="33645"/>
                  </a:lnTo>
                  <a:close/>
                  <a:moveTo>
                    <a:pt x="1258548" y="40836"/>
                  </a:moveTo>
                  <a:lnTo>
                    <a:pt x="1335311" y="39021"/>
                  </a:lnTo>
                  <a:lnTo>
                    <a:pt x="1312633" y="2784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27" name="Candidate_density__2026">
              <a:extLst>
                <a:ext uri="{FF2B5EF4-FFF2-40B4-BE49-F238E27FC236}">
                  <a16:creationId xmlns:a16="http://schemas.microsoft.com/office/drawing/2014/main" id="{F533B7E5-EE1A-BA99-27D4-97155B6B2F6E}"/>
                </a:ext>
              </a:extLst>
            </p:cNvPr>
            <p:cNvSpPr>
              <a:spLocks noGrp="1"/>
            </p:cNvSpPr>
            <p:nvPr/>
          </p:nvSpPr>
          <p:spPr>
            <a:xfrm>
              <a:off x="4767573" y="2119305"/>
              <a:ext cx="2106342" cy="3405233"/>
            </a:xfrm>
            <a:custGeom>
              <a:avLst/>
              <a:gdLst/>
              <a:ahLst/>
              <a:cxnLst/>
              <a:rect l="0" t="0" r="0" b="0"/>
              <a:pathLst>
                <a:path w="2106342" h="3405233">
                  <a:moveTo>
                    <a:pt x="402604" y="3404408"/>
                  </a:moveTo>
                  <a:lnTo>
                    <a:pt x="313876" y="3351328"/>
                  </a:lnTo>
                  <a:lnTo>
                    <a:pt x="343981" y="3400429"/>
                  </a:lnTo>
                  <a:close/>
                  <a:moveTo>
                    <a:pt x="477355" y="3405233"/>
                  </a:moveTo>
                  <a:lnTo>
                    <a:pt x="509491" y="3373300"/>
                  </a:lnTo>
                  <a:lnTo>
                    <a:pt x="440879" y="3332308"/>
                  </a:lnTo>
                  <a:close/>
                  <a:moveTo>
                    <a:pt x="477355" y="3405233"/>
                  </a:moveTo>
                  <a:lnTo>
                    <a:pt x="440879" y="3332308"/>
                  </a:lnTo>
                  <a:lnTo>
                    <a:pt x="402604" y="3404408"/>
                  </a:lnTo>
                  <a:close/>
                  <a:moveTo>
                    <a:pt x="509491" y="3373300"/>
                  </a:moveTo>
                  <a:lnTo>
                    <a:pt x="492264" y="3401029"/>
                  </a:lnTo>
                  <a:lnTo>
                    <a:pt x="530920" y="3390304"/>
                  </a:lnTo>
                  <a:close/>
                  <a:moveTo>
                    <a:pt x="108628" y="2647395"/>
                  </a:moveTo>
                  <a:lnTo>
                    <a:pt x="84984" y="2594928"/>
                  </a:lnTo>
                  <a:lnTo>
                    <a:pt x="90545" y="2633364"/>
                  </a:lnTo>
                  <a:close/>
                  <a:moveTo>
                    <a:pt x="169072" y="2658184"/>
                  </a:moveTo>
                  <a:lnTo>
                    <a:pt x="84984" y="2594928"/>
                  </a:lnTo>
                  <a:lnTo>
                    <a:pt x="108628" y="2647395"/>
                  </a:lnTo>
                  <a:close/>
                  <a:moveTo>
                    <a:pt x="90545" y="2633364"/>
                  </a:moveTo>
                  <a:lnTo>
                    <a:pt x="84984" y="2594928"/>
                  </a:lnTo>
                  <a:lnTo>
                    <a:pt x="21163" y="2599036"/>
                  </a:lnTo>
                  <a:close/>
                  <a:moveTo>
                    <a:pt x="197480" y="2700939"/>
                  </a:moveTo>
                  <a:lnTo>
                    <a:pt x="208895" y="2677143"/>
                  </a:lnTo>
                  <a:lnTo>
                    <a:pt x="169072" y="2658184"/>
                  </a:lnTo>
                  <a:close/>
                  <a:moveTo>
                    <a:pt x="336232" y="2666552"/>
                  </a:moveTo>
                  <a:lnTo>
                    <a:pt x="267348" y="2661962"/>
                  </a:lnTo>
                  <a:lnTo>
                    <a:pt x="346096" y="2758624"/>
                  </a:lnTo>
                  <a:close/>
                  <a:moveTo>
                    <a:pt x="169072" y="2658184"/>
                  </a:moveTo>
                  <a:lnTo>
                    <a:pt x="267348" y="2661962"/>
                  </a:lnTo>
                  <a:lnTo>
                    <a:pt x="282027" y="2586643"/>
                  </a:lnTo>
                  <a:close/>
                  <a:moveTo>
                    <a:pt x="169072" y="2658184"/>
                  </a:moveTo>
                  <a:lnTo>
                    <a:pt x="282027" y="2586643"/>
                  </a:lnTo>
                  <a:lnTo>
                    <a:pt x="209708" y="2594911"/>
                  </a:lnTo>
                  <a:close/>
                  <a:moveTo>
                    <a:pt x="750544" y="3131997"/>
                  </a:moveTo>
                  <a:lnTo>
                    <a:pt x="773100" y="3154307"/>
                  </a:lnTo>
                  <a:lnTo>
                    <a:pt x="807879" y="3159427"/>
                  </a:lnTo>
                  <a:close/>
                  <a:moveTo>
                    <a:pt x="652024" y="3049782"/>
                  </a:moveTo>
                  <a:lnTo>
                    <a:pt x="747366" y="3114636"/>
                  </a:lnTo>
                  <a:lnTo>
                    <a:pt x="643370" y="3038499"/>
                  </a:lnTo>
                  <a:close/>
                  <a:moveTo>
                    <a:pt x="371816" y="2537530"/>
                  </a:moveTo>
                  <a:lnTo>
                    <a:pt x="384610" y="2476323"/>
                  </a:lnTo>
                  <a:lnTo>
                    <a:pt x="319009" y="2509710"/>
                  </a:lnTo>
                  <a:close/>
                  <a:moveTo>
                    <a:pt x="150701" y="2295832"/>
                  </a:moveTo>
                  <a:lnTo>
                    <a:pt x="188334" y="2353624"/>
                  </a:lnTo>
                  <a:lnTo>
                    <a:pt x="132866" y="2271410"/>
                  </a:lnTo>
                  <a:close/>
                  <a:moveTo>
                    <a:pt x="197118" y="2358188"/>
                  </a:moveTo>
                  <a:lnTo>
                    <a:pt x="188334" y="2353624"/>
                  </a:lnTo>
                  <a:lnTo>
                    <a:pt x="150701" y="2295832"/>
                  </a:lnTo>
                  <a:close/>
                  <a:moveTo>
                    <a:pt x="18056" y="2227630"/>
                  </a:moveTo>
                  <a:lnTo>
                    <a:pt x="0" y="2197073"/>
                  </a:lnTo>
                  <a:lnTo>
                    <a:pt x="13689" y="2309846"/>
                  </a:lnTo>
                  <a:close/>
                  <a:moveTo>
                    <a:pt x="0" y="2197073"/>
                  </a:moveTo>
                  <a:lnTo>
                    <a:pt x="18056" y="2227630"/>
                  </a:lnTo>
                  <a:lnTo>
                    <a:pt x="32678" y="2211683"/>
                  </a:lnTo>
                  <a:close/>
                  <a:moveTo>
                    <a:pt x="121863" y="2266474"/>
                  </a:moveTo>
                  <a:lnTo>
                    <a:pt x="150701" y="2295832"/>
                  </a:lnTo>
                  <a:lnTo>
                    <a:pt x="54917" y="2227630"/>
                  </a:lnTo>
                  <a:close/>
                  <a:moveTo>
                    <a:pt x="766222" y="2899122"/>
                  </a:moveTo>
                  <a:lnTo>
                    <a:pt x="791388" y="2882565"/>
                  </a:lnTo>
                  <a:lnTo>
                    <a:pt x="711475" y="2862442"/>
                  </a:lnTo>
                  <a:close/>
                  <a:moveTo>
                    <a:pt x="637559" y="2843039"/>
                  </a:moveTo>
                  <a:lnTo>
                    <a:pt x="704297" y="2835604"/>
                  </a:lnTo>
                  <a:lnTo>
                    <a:pt x="662150" y="2741478"/>
                  </a:lnTo>
                  <a:close/>
                  <a:moveTo>
                    <a:pt x="809356" y="2734544"/>
                  </a:moveTo>
                  <a:lnTo>
                    <a:pt x="775607" y="2726263"/>
                  </a:lnTo>
                  <a:lnTo>
                    <a:pt x="704297" y="2835604"/>
                  </a:lnTo>
                  <a:close/>
                  <a:moveTo>
                    <a:pt x="780040" y="2840141"/>
                  </a:moveTo>
                  <a:lnTo>
                    <a:pt x="809356" y="2734544"/>
                  </a:lnTo>
                  <a:lnTo>
                    <a:pt x="704297" y="2835604"/>
                  </a:lnTo>
                  <a:close/>
                  <a:moveTo>
                    <a:pt x="456543" y="2466610"/>
                  </a:moveTo>
                  <a:lnTo>
                    <a:pt x="490380" y="2401640"/>
                  </a:lnTo>
                  <a:lnTo>
                    <a:pt x="384610" y="2476323"/>
                  </a:lnTo>
                  <a:close/>
                  <a:moveTo>
                    <a:pt x="332303" y="2269377"/>
                  </a:moveTo>
                  <a:lnTo>
                    <a:pt x="328429" y="2232973"/>
                  </a:lnTo>
                  <a:lnTo>
                    <a:pt x="375289" y="2315188"/>
                  </a:lnTo>
                  <a:close/>
                  <a:moveTo>
                    <a:pt x="205060" y="1986327"/>
                  </a:moveTo>
                  <a:lnTo>
                    <a:pt x="188950" y="2068543"/>
                  </a:lnTo>
                  <a:lnTo>
                    <a:pt x="185105" y="2024764"/>
                  </a:lnTo>
                  <a:close/>
                  <a:moveTo>
                    <a:pt x="664036" y="2533331"/>
                  </a:moveTo>
                  <a:lnTo>
                    <a:pt x="700332" y="2552321"/>
                  </a:lnTo>
                  <a:lnTo>
                    <a:pt x="673855" y="2523397"/>
                  </a:lnTo>
                  <a:close/>
                  <a:moveTo>
                    <a:pt x="700332" y="2552321"/>
                  </a:moveTo>
                  <a:lnTo>
                    <a:pt x="775452" y="2551842"/>
                  </a:lnTo>
                  <a:lnTo>
                    <a:pt x="698512" y="2453708"/>
                  </a:lnTo>
                  <a:close/>
                  <a:moveTo>
                    <a:pt x="347192" y="2057089"/>
                  </a:moveTo>
                  <a:lnTo>
                    <a:pt x="425405" y="2112321"/>
                  </a:lnTo>
                  <a:lnTo>
                    <a:pt x="394911" y="2084429"/>
                  </a:lnTo>
                  <a:close/>
                  <a:moveTo>
                    <a:pt x="347192" y="2057089"/>
                  </a:moveTo>
                  <a:lnTo>
                    <a:pt x="450932" y="2133433"/>
                  </a:lnTo>
                  <a:lnTo>
                    <a:pt x="425405" y="2112321"/>
                  </a:lnTo>
                  <a:close/>
                  <a:moveTo>
                    <a:pt x="343963" y="2030106"/>
                  </a:moveTo>
                  <a:lnTo>
                    <a:pt x="323952" y="2034331"/>
                  </a:lnTo>
                  <a:lnTo>
                    <a:pt x="347192" y="2057089"/>
                  </a:lnTo>
                  <a:close/>
                  <a:moveTo>
                    <a:pt x="425405" y="2112321"/>
                  </a:moveTo>
                  <a:lnTo>
                    <a:pt x="450932" y="2133433"/>
                  </a:lnTo>
                  <a:lnTo>
                    <a:pt x="498635" y="2193584"/>
                  </a:lnTo>
                  <a:close/>
                  <a:moveTo>
                    <a:pt x="570185" y="2182436"/>
                  </a:moveTo>
                  <a:lnTo>
                    <a:pt x="498635" y="2193584"/>
                  </a:lnTo>
                  <a:lnTo>
                    <a:pt x="450932" y="2133433"/>
                  </a:lnTo>
                  <a:close/>
                  <a:moveTo>
                    <a:pt x="570185" y="2182436"/>
                  </a:moveTo>
                  <a:lnTo>
                    <a:pt x="587402" y="2194536"/>
                  </a:lnTo>
                  <a:lnTo>
                    <a:pt x="605564" y="2099508"/>
                  </a:lnTo>
                  <a:close/>
                  <a:moveTo>
                    <a:pt x="605564" y="2099508"/>
                  </a:moveTo>
                  <a:lnTo>
                    <a:pt x="587402" y="2194536"/>
                  </a:lnTo>
                  <a:lnTo>
                    <a:pt x="661749" y="2083227"/>
                  </a:lnTo>
                  <a:close/>
                  <a:moveTo>
                    <a:pt x="661749" y="2083227"/>
                  </a:moveTo>
                  <a:lnTo>
                    <a:pt x="636122" y="2073885"/>
                  </a:lnTo>
                  <a:lnTo>
                    <a:pt x="605564" y="2099508"/>
                  </a:lnTo>
                  <a:close/>
                  <a:moveTo>
                    <a:pt x="498635" y="2193584"/>
                  </a:moveTo>
                  <a:lnTo>
                    <a:pt x="570185" y="2182436"/>
                  </a:lnTo>
                  <a:lnTo>
                    <a:pt x="605564" y="2099508"/>
                  </a:lnTo>
                  <a:close/>
                  <a:moveTo>
                    <a:pt x="536647" y="2120499"/>
                  </a:moveTo>
                  <a:lnTo>
                    <a:pt x="498635" y="2193584"/>
                  </a:lnTo>
                  <a:lnTo>
                    <a:pt x="605564" y="2099508"/>
                  </a:lnTo>
                  <a:close/>
                  <a:moveTo>
                    <a:pt x="1251571" y="2627672"/>
                  </a:moveTo>
                  <a:lnTo>
                    <a:pt x="1226680" y="2610954"/>
                  </a:lnTo>
                  <a:lnTo>
                    <a:pt x="1248358" y="2710023"/>
                  </a:lnTo>
                  <a:close/>
                  <a:moveTo>
                    <a:pt x="1248358" y="2710023"/>
                  </a:moveTo>
                  <a:lnTo>
                    <a:pt x="1226680" y="2610954"/>
                  </a:lnTo>
                  <a:lnTo>
                    <a:pt x="1158387" y="2622483"/>
                  </a:lnTo>
                  <a:close/>
                  <a:moveTo>
                    <a:pt x="1158387" y="2622483"/>
                  </a:moveTo>
                  <a:lnTo>
                    <a:pt x="1156192" y="2610954"/>
                  </a:lnTo>
                  <a:lnTo>
                    <a:pt x="1193487" y="2693169"/>
                  </a:lnTo>
                  <a:close/>
                  <a:moveTo>
                    <a:pt x="629435" y="2048906"/>
                  </a:moveTo>
                  <a:lnTo>
                    <a:pt x="536647" y="2120499"/>
                  </a:lnTo>
                  <a:lnTo>
                    <a:pt x="605564" y="2099508"/>
                  </a:lnTo>
                  <a:close/>
                  <a:moveTo>
                    <a:pt x="629435" y="2048906"/>
                  </a:moveTo>
                  <a:lnTo>
                    <a:pt x="605564" y="2099508"/>
                  </a:lnTo>
                  <a:lnTo>
                    <a:pt x="636122" y="2073885"/>
                  </a:lnTo>
                  <a:close/>
                  <a:moveTo>
                    <a:pt x="636122" y="2073885"/>
                  </a:moveTo>
                  <a:lnTo>
                    <a:pt x="631357" y="1980745"/>
                  </a:lnTo>
                  <a:lnTo>
                    <a:pt x="629435" y="2048906"/>
                  </a:lnTo>
                  <a:close/>
                  <a:moveTo>
                    <a:pt x="605526" y="1991670"/>
                  </a:moveTo>
                  <a:lnTo>
                    <a:pt x="644291" y="1953233"/>
                  </a:lnTo>
                  <a:lnTo>
                    <a:pt x="636122" y="2073885"/>
                  </a:lnTo>
                  <a:close/>
                  <a:moveTo>
                    <a:pt x="574213" y="1909454"/>
                  </a:moveTo>
                  <a:lnTo>
                    <a:pt x="569128" y="1897750"/>
                  </a:lnTo>
                  <a:lnTo>
                    <a:pt x="644291" y="1953233"/>
                  </a:lnTo>
                  <a:close/>
                  <a:moveTo>
                    <a:pt x="569128" y="1897750"/>
                  </a:moveTo>
                  <a:lnTo>
                    <a:pt x="523769" y="1874034"/>
                  </a:lnTo>
                  <a:lnTo>
                    <a:pt x="618009" y="1930839"/>
                  </a:lnTo>
                  <a:close/>
                  <a:moveTo>
                    <a:pt x="1204501" y="2515142"/>
                  </a:moveTo>
                  <a:lnTo>
                    <a:pt x="1252042" y="2606936"/>
                  </a:lnTo>
                  <a:lnTo>
                    <a:pt x="1280091" y="2519105"/>
                  </a:lnTo>
                  <a:close/>
                  <a:moveTo>
                    <a:pt x="1280091" y="2519105"/>
                  </a:moveTo>
                  <a:lnTo>
                    <a:pt x="1252042" y="2606936"/>
                  </a:lnTo>
                  <a:lnTo>
                    <a:pt x="1362752" y="2549501"/>
                  </a:lnTo>
                  <a:close/>
                  <a:moveTo>
                    <a:pt x="1046994" y="2252083"/>
                  </a:moveTo>
                  <a:lnTo>
                    <a:pt x="1017819" y="2243657"/>
                  </a:lnTo>
                  <a:lnTo>
                    <a:pt x="987309" y="2260413"/>
                  </a:lnTo>
                  <a:close/>
                  <a:moveTo>
                    <a:pt x="1046994" y="2252083"/>
                  </a:moveTo>
                  <a:lnTo>
                    <a:pt x="1052548" y="2347660"/>
                  </a:lnTo>
                  <a:lnTo>
                    <a:pt x="1098079" y="2271143"/>
                  </a:lnTo>
                  <a:close/>
                  <a:moveTo>
                    <a:pt x="963345" y="2243657"/>
                  </a:moveTo>
                  <a:lnTo>
                    <a:pt x="847536" y="2192962"/>
                  </a:lnTo>
                  <a:lnTo>
                    <a:pt x="847412" y="2199878"/>
                  </a:lnTo>
                  <a:close/>
                  <a:moveTo>
                    <a:pt x="1046994" y="2252083"/>
                  </a:moveTo>
                  <a:lnTo>
                    <a:pt x="1022059" y="2172262"/>
                  </a:lnTo>
                  <a:lnTo>
                    <a:pt x="1017819" y="2243657"/>
                  </a:lnTo>
                  <a:close/>
                  <a:moveTo>
                    <a:pt x="996789" y="2232307"/>
                  </a:moveTo>
                  <a:lnTo>
                    <a:pt x="1017819" y="2243657"/>
                  </a:lnTo>
                  <a:lnTo>
                    <a:pt x="1018992" y="2161442"/>
                  </a:lnTo>
                  <a:close/>
                  <a:moveTo>
                    <a:pt x="998693" y="2130667"/>
                  </a:moveTo>
                  <a:lnTo>
                    <a:pt x="1018992" y="2161442"/>
                  </a:lnTo>
                  <a:lnTo>
                    <a:pt x="959623" y="2062337"/>
                  </a:lnTo>
                  <a:close/>
                  <a:moveTo>
                    <a:pt x="1417803" y="2432675"/>
                  </a:moveTo>
                  <a:lnTo>
                    <a:pt x="1483809" y="2439604"/>
                  </a:lnTo>
                  <a:lnTo>
                    <a:pt x="1459268" y="2359464"/>
                  </a:lnTo>
                  <a:close/>
                  <a:moveTo>
                    <a:pt x="1417803" y="2432675"/>
                  </a:moveTo>
                  <a:lnTo>
                    <a:pt x="1459268" y="2359464"/>
                  </a:lnTo>
                  <a:lnTo>
                    <a:pt x="1387064" y="2357572"/>
                  </a:lnTo>
                  <a:close/>
                  <a:moveTo>
                    <a:pt x="1459268" y="2359464"/>
                  </a:moveTo>
                  <a:lnTo>
                    <a:pt x="1483809" y="2439604"/>
                  </a:lnTo>
                  <a:lnTo>
                    <a:pt x="1501728" y="2451866"/>
                  </a:lnTo>
                  <a:close/>
                  <a:moveTo>
                    <a:pt x="1306041" y="2262759"/>
                  </a:moveTo>
                  <a:lnTo>
                    <a:pt x="1380840" y="2331214"/>
                  </a:lnTo>
                  <a:lnTo>
                    <a:pt x="1387064" y="2357572"/>
                  </a:lnTo>
                  <a:close/>
                  <a:moveTo>
                    <a:pt x="1436174" y="2166784"/>
                  </a:moveTo>
                  <a:lnTo>
                    <a:pt x="1390681" y="2223517"/>
                  </a:lnTo>
                  <a:lnTo>
                    <a:pt x="1435768" y="2178385"/>
                  </a:lnTo>
                  <a:close/>
                  <a:moveTo>
                    <a:pt x="1435768" y="2178385"/>
                  </a:moveTo>
                  <a:lnTo>
                    <a:pt x="1390681" y="2223517"/>
                  </a:lnTo>
                  <a:lnTo>
                    <a:pt x="1383162" y="2260653"/>
                  </a:lnTo>
                  <a:close/>
                  <a:moveTo>
                    <a:pt x="1436174" y="2166784"/>
                  </a:moveTo>
                  <a:lnTo>
                    <a:pt x="1407526" y="2071299"/>
                  </a:lnTo>
                  <a:lnTo>
                    <a:pt x="1414156" y="2135363"/>
                  </a:lnTo>
                  <a:close/>
                  <a:moveTo>
                    <a:pt x="1406565" y="2046132"/>
                  </a:moveTo>
                  <a:lnTo>
                    <a:pt x="1407526" y="2071299"/>
                  </a:lnTo>
                  <a:lnTo>
                    <a:pt x="1436174" y="2166784"/>
                  </a:lnTo>
                  <a:close/>
                  <a:moveTo>
                    <a:pt x="1737273" y="2172126"/>
                  </a:moveTo>
                  <a:lnTo>
                    <a:pt x="1733892" y="2240348"/>
                  </a:lnTo>
                  <a:lnTo>
                    <a:pt x="1748619" y="2205911"/>
                  </a:lnTo>
                  <a:close/>
                  <a:moveTo>
                    <a:pt x="1748619" y="2205911"/>
                  </a:moveTo>
                  <a:lnTo>
                    <a:pt x="1733892" y="2240348"/>
                  </a:lnTo>
                  <a:lnTo>
                    <a:pt x="1732495" y="2258520"/>
                  </a:lnTo>
                  <a:close/>
                  <a:moveTo>
                    <a:pt x="1748619" y="2205911"/>
                  </a:moveTo>
                  <a:lnTo>
                    <a:pt x="1732495" y="2258520"/>
                  </a:lnTo>
                  <a:lnTo>
                    <a:pt x="1797392" y="2266352"/>
                  </a:lnTo>
                  <a:close/>
                  <a:moveTo>
                    <a:pt x="1407526" y="2071299"/>
                  </a:moveTo>
                  <a:lnTo>
                    <a:pt x="1406565" y="2046132"/>
                  </a:lnTo>
                  <a:lnTo>
                    <a:pt x="1417565" y="2032499"/>
                  </a:lnTo>
                  <a:close/>
                  <a:moveTo>
                    <a:pt x="1659873" y="2056783"/>
                  </a:moveTo>
                  <a:lnTo>
                    <a:pt x="1702034" y="2121240"/>
                  </a:lnTo>
                  <a:lnTo>
                    <a:pt x="1678198" y="2089911"/>
                  </a:lnTo>
                  <a:close/>
                  <a:moveTo>
                    <a:pt x="1728433" y="2161729"/>
                  </a:moveTo>
                  <a:lnTo>
                    <a:pt x="1702034" y="2121240"/>
                  </a:lnTo>
                  <a:lnTo>
                    <a:pt x="1659873" y="2056783"/>
                  </a:lnTo>
                  <a:close/>
                  <a:moveTo>
                    <a:pt x="1728433" y="2161729"/>
                  </a:moveTo>
                  <a:lnTo>
                    <a:pt x="1733892" y="2240348"/>
                  </a:lnTo>
                  <a:lnTo>
                    <a:pt x="1737273" y="2172126"/>
                  </a:lnTo>
                  <a:close/>
                  <a:moveTo>
                    <a:pt x="1728433" y="2161729"/>
                  </a:moveTo>
                  <a:lnTo>
                    <a:pt x="1737273" y="2172126"/>
                  </a:lnTo>
                  <a:lnTo>
                    <a:pt x="1702034" y="2121240"/>
                  </a:lnTo>
                  <a:close/>
                  <a:moveTo>
                    <a:pt x="1440262" y="1763286"/>
                  </a:moveTo>
                  <a:lnTo>
                    <a:pt x="1420717" y="1761051"/>
                  </a:lnTo>
                  <a:lnTo>
                    <a:pt x="1491150" y="1833083"/>
                  </a:lnTo>
                  <a:close/>
                  <a:moveTo>
                    <a:pt x="1102322" y="1432190"/>
                  </a:moveTo>
                  <a:lnTo>
                    <a:pt x="1166604" y="1314604"/>
                  </a:lnTo>
                  <a:lnTo>
                    <a:pt x="1163189" y="1311539"/>
                  </a:lnTo>
                  <a:close/>
                  <a:moveTo>
                    <a:pt x="68436" y="0"/>
                  </a:moveTo>
                  <a:lnTo>
                    <a:pt x="89120" y="83276"/>
                  </a:lnTo>
                  <a:lnTo>
                    <a:pt x="115351" y="22450"/>
                  </a:lnTo>
                  <a:close/>
                  <a:moveTo>
                    <a:pt x="2070303" y="2265757"/>
                  </a:moveTo>
                  <a:lnTo>
                    <a:pt x="2096481" y="2344566"/>
                  </a:lnTo>
                  <a:lnTo>
                    <a:pt x="2106342" y="2380335"/>
                  </a:lnTo>
                  <a:close/>
                  <a:moveTo>
                    <a:pt x="1424454" y="1437532"/>
                  </a:moveTo>
                  <a:lnTo>
                    <a:pt x="1446830" y="1509188"/>
                  </a:lnTo>
                  <a:lnTo>
                    <a:pt x="1493297" y="1467719"/>
                  </a:lnTo>
                  <a:close/>
                  <a:moveTo>
                    <a:pt x="1406174" y="1420639"/>
                  </a:moveTo>
                  <a:lnTo>
                    <a:pt x="1361068" y="1377784"/>
                  </a:lnTo>
                  <a:lnTo>
                    <a:pt x="1424454" y="1437532"/>
                  </a:lnTo>
                  <a:close/>
                  <a:moveTo>
                    <a:pt x="1662866" y="1414297"/>
                  </a:moveTo>
                  <a:lnTo>
                    <a:pt x="1604946" y="1400792"/>
                  </a:lnTo>
                  <a:lnTo>
                    <a:pt x="1681594" y="1499163"/>
                  </a:lnTo>
                  <a:close/>
                  <a:moveTo>
                    <a:pt x="1535765" y="1411296"/>
                  </a:moveTo>
                  <a:lnTo>
                    <a:pt x="1604946" y="1400792"/>
                  </a:lnTo>
                  <a:lnTo>
                    <a:pt x="1582603" y="1399096"/>
                  </a:lnTo>
                  <a:close/>
                  <a:moveTo>
                    <a:pt x="1604946" y="1400792"/>
                  </a:moveTo>
                  <a:lnTo>
                    <a:pt x="1662866" y="1414297"/>
                  </a:lnTo>
                  <a:lnTo>
                    <a:pt x="1603964" y="1387620"/>
                  </a:lnTo>
                  <a:close/>
                  <a:moveTo>
                    <a:pt x="1084744" y="1020286"/>
                  </a:moveTo>
                  <a:lnTo>
                    <a:pt x="1079798" y="1036346"/>
                  </a:lnTo>
                  <a:lnTo>
                    <a:pt x="1095230" y="102645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28" name="Candidate_density__2027">
              <a:extLst>
                <a:ext uri="{FF2B5EF4-FFF2-40B4-BE49-F238E27FC236}">
                  <a16:creationId xmlns:a16="http://schemas.microsoft.com/office/drawing/2014/main" id="{CC9F8E41-94EB-9D4D-0947-488DA225C12A}"/>
                </a:ext>
              </a:extLst>
            </p:cNvPr>
            <p:cNvSpPr>
              <a:spLocks noGrp="1"/>
            </p:cNvSpPr>
            <p:nvPr/>
          </p:nvSpPr>
          <p:spPr>
            <a:xfrm>
              <a:off x="4800251" y="2400484"/>
              <a:ext cx="2073665" cy="3124054"/>
            </a:xfrm>
            <a:custGeom>
              <a:avLst/>
              <a:gdLst/>
              <a:ahLst/>
              <a:cxnLst/>
              <a:rect l="0" t="0" r="0" b="0"/>
              <a:pathLst>
                <a:path w="2073665" h="3124054">
                  <a:moveTo>
                    <a:pt x="369926" y="3123229"/>
                  </a:moveTo>
                  <a:lnTo>
                    <a:pt x="311303" y="3119250"/>
                  </a:lnTo>
                  <a:lnTo>
                    <a:pt x="444677" y="3124054"/>
                  </a:lnTo>
                  <a:close/>
                  <a:moveTo>
                    <a:pt x="459586" y="3119850"/>
                  </a:moveTo>
                  <a:lnTo>
                    <a:pt x="476813" y="3092121"/>
                  </a:lnTo>
                  <a:lnTo>
                    <a:pt x="444677" y="3124054"/>
                  </a:lnTo>
                  <a:close/>
                  <a:moveTo>
                    <a:pt x="576432" y="3122803"/>
                  </a:moveTo>
                  <a:lnTo>
                    <a:pt x="498242" y="3109125"/>
                  </a:lnTo>
                  <a:lnTo>
                    <a:pt x="459586" y="3119850"/>
                  </a:lnTo>
                  <a:close/>
                  <a:moveTo>
                    <a:pt x="151464" y="2433346"/>
                  </a:moveTo>
                  <a:lnTo>
                    <a:pt x="215313" y="2478179"/>
                  </a:lnTo>
                  <a:lnTo>
                    <a:pt x="110305" y="2494663"/>
                  </a:lnTo>
                  <a:close/>
                  <a:moveTo>
                    <a:pt x="249350" y="2305464"/>
                  </a:moveTo>
                  <a:lnTo>
                    <a:pt x="234670" y="2380783"/>
                  </a:lnTo>
                  <a:lnTo>
                    <a:pt x="220888" y="2313749"/>
                  </a:lnTo>
                  <a:close/>
                  <a:moveTo>
                    <a:pt x="836156" y="2890948"/>
                  </a:moveTo>
                  <a:lnTo>
                    <a:pt x="717866" y="2850818"/>
                  </a:lnTo>
                  <a:lnTo>
                    <a:pt x="775201" y="2878248"/>
                  </a:lnTo>
                  <a:close/>
                  <a:moveTo>
                    <a:pt x="249350" y="2305464"/>
                  </a:moveTo>
                  <a:lnTo>
                    <a:pt x="339138" y="2256351"/>
                  </a:lnTo>
                  <a:lnTo>
                    <a:pt x="286013" y="2238949"/>
                  </a:lnTo>
                  <a:close/>
                  <a:moveTo>
                    <a:pt x="339138" y="2256351"/>
                  </a:moveTo>
                  <a:lnTo>
                    <a:pt x="347329" y="2275312"/>
                  </a:lnTo>
                  <a:lnTo>
                    <a:pt x="351932" y="2195144"/>
                  </a:lnTo>
                  <a:close/>
                  <a:moveTo>
                    <a:pt x="33200" y="1922928"/>
                  </a:moveTo>
                  <a:lnTo>
                    <a:pt x="17637" y="1908015"/>
                  </a:lnTo>
                  <a:lnTo>
                    <a:pt x="0" y="1930504"/>
                  </a:lnTo>
                  <a:close/>
                  <a:moveTo>
                    <a:pt x="22239" y="1946451"/>
                  </a:moveTo>
                  <a:lnTo>
                    <a:pt x="118023" y="2014653"/>
                  </a:lnTo>
                  <a:lnTo>
                    <a:pt x="33200" y="1922928"/>
                  </a:lnTo>
                  <a:close/>
                  <a:moveTo>
                    <a:pt x="0" y="1930504"/>
                  </a:moveTo>
                  <a:lnTo>
                    <a:pt x="22239" y="1946451"/>
                  </a:lnTo>
                  <a:lnTo>
                    <a:pt x="33200" y="1922928"/>
                  </a:lnTo>
                  <a:close/>
                  <a:moveTo>
                    <a:pt x="667654" y="2271142"/>
                  </a:moveTo>
                  <a:lnTo>
                    <a:pt x="665834" y="2172529"/>
                  </a:lnTo>
                  <a:lnTo>
                    <a:pt x="641177" y="2242218"/>
                  </a:lnTo>
                  <a:close/>
                  <a:moveTo>
                    <a:pt x="1215680" y="2428844"/>
                  </a:moveTo>
                  <a:lnTo>
                    <a:pt x="1125709" y="2341304"/>
                  </a:lnTo>
                  <a:lnTo>
                    <a:pt x="1159921" y="2413583"/>
                  </a:lnTo>
                  <a:close/>
                  <a:moveTo>
                    <a:pt x="572848" y="1710491"/>
                  </a:moveTo>
                  <a:lnTo>
                    <a:pt x="541535" y="1628275"/>
                  </a:lnTo>
                  <a:lnTo>
                    <a:pt x="611613" y="1672054"/>
                  </a:lnTo>
                  <a:close/>
                  <a:moveTo>
                    <a:pt x="989381" y="1891083"/>
                  </a:moveTo>
                  <a:lnTo>
                    <a:pt x="986314" y="1880263"/>
                  </a:lnTo>
                  <a:lnTo>
                    <a:pt x="985141" y="1962478"/>
                  </a:lnTo>
                  <a:close/>
                  <a:moveTo>
                    <a:pt x="1247413" y="2237926"/>
                  </a:moveTo>
                  <a:lnTo>
                    <a:pt x="1330074" y="2268322"/>
                  </a:lnTo>
                  <a:lnTo>
                    <a:pt x="1378677" y="2234839"/>
                  </a:lnTo>
                  <a:close/>
                  <a:moveTo>
                    <a:pt x="1378677" y="2234839"/>
                  </a:moveTo>
                  <a:lnTo>
                    <a:pt x="1330074" y="2268322"/>
                  </a:lnTo>
                  <a:lnTo>
                    <a:pt x="1446733" y="2210632"/>
                  </a:lnTo>
                  <a:close/>
                  <a:moveTo>
                    <a:pt x="1451131" y="2158425"/>
                  </a:moveTo>
                  <a:lnTo>
                    <a:pt x="1378677" y="2234839"/>
                  </a:lnTo>
                  <a:lnTo>
                    <a:pt x="1446733" y="2210632"/>
                  </a:lnTo>
                  <a:close/>
                  <a:moveTo>
                    <a:pt x="1451131" y="2158425"/>
                  </a:moveTo>
                  <a:lnTo>
                    <a:pt x="1385125" y="2151496"/>
                  </a:lnTo>
                  <a:lnTo>
                    <a:pt x="1378677" y="2234839"/>
                  </a:lnTo>
                  <a:close/>
                  <a:moveTo>
                    <a:pt x="1451131" y="2158425"/>
                  </a:moveTo>
                  <a:lnTo>
                    <a:pt x="1446733" y="2210632"/>
                  </a:lnTo>
                  <a:lnTo>
                    <a:pt x="1469050" y="2170687"/>
                  </a:lnTo>
                  <a:close/>
                  <a:moveTo>
                    <a:pt x="1375959" y="1803390"/>
                  </a:moveTo>
                  <a:lnTo>
                    <a:pt x="1373887" y="1764954"/>
                  </a:lnTo>
                  <a:lnTo>
                    <a:pt x="1403496" y="1885605"/>
                  </a:lnTo>
                  <a:close/>
                  <a:moveTo>
                    <a:pt x="1380847" y="1682739"/>
                  </a:moveTo>
                  <a:lnTo>
                    <a:pt x="1373887" y="1764954"/>
                  </a:lnTo>
                  <a:lnTo>
                    <a:pt x="1358862" y="1721175"/>
                  </a:lnTo>
                  <a:close/>
                  <a:moveTo>
                    <a:pt x="1380599" y="1654714"/>
                  </a:moveTo>
                  <a:lnTo>
                    <a:pt x="1373887" y="1764954"/>
                  </a:lnTo>
                  <a:lnTo>
                    <a:pt x="1380847" y="1682739"/>
                  </a:lnTo>
                  <a:close/>
                  <a:moveTo>
                    <a:pt x="1380599" y="1654714"/>
                  </a:moveTo>
                  <a:lnTo>
                    <a:pt x="1384887" y="1751320"/>
                  </a:lnTo>
                  <a:lnTo>
                    <a:pt x="1373887" y="1764954"/>
                  </a:lnTo>
                  <a:close/>
                  <a:moveTo>
                    <a:pt x="1363517" y="1568509"/>
                  </a:moveTo>
                  <a:lnTo>
                    <a:pt x="1380599" y="1654714"/>
                  </a:lnTo>
                  <a:lnTo>
                    <a:pt x="1380847" y="1682739"/>
                  </a:lnTo>
                  <a:close/>
                  <a:moveTo>
                    <a:pt x="1362746" y="1562087"/>
                  </a:moveTo>
                  <a:lnTo>
                    <a:pt x="1363517" y="1568509"/>
                  </a:lnTo>
                  <a:lnTo>
                    <a:pt x="1366720" y="1544525"/>
                  </a:lnTo>
                  <a:close/>
                  <a:moveTo>
                    <a:pt x="64494" y="120651"/>
                  </a:moveTo>
                  <a:lnTo>
                    <a:pt x="101227" y="0"/>
                  </a:lnTo>
                  <a:lnTo>
                    <a:pt x="107959" y="82215"/>
                  </a:lnTo>
                  <a:close/>
                  <a:moveTo>
                    <a:pt x="1103219" y="1116656"/>
                  </a:moveTo>
                  <a:lnTo>
                    <a:pt x="1133926" y="1033425"/>
                  </a:lnTo>
                  <a:lnTo>
                    <a:pt x="1069644" y="1151011"/>
                  </a:lnTo>
                  <a:close/>
                  <a:moveTo>
                    <a:pt x="1069644" y="1151011"/>
                  </a:moveTo>
                  <a:lnTo>
                    <a:pt x="1130511" y="1030360"/>
                  </a:lnTo>
                  <a:lnTo>
                    <a:pt x="1100907" y="1112575"/>
                  </a:lnTo>
                  <a:close/>
                  <a:moveTo>
                    <a:pt x="2063803" y="2063387"/>
                  </a:moveTo>
                  <a:lnTo>
                    <a:pt x="2056917" y="2181371"/>
                  </a:lnTo>
                  <a:lnTo>
                    <a:pt x="2073665" y="2099156"/>
                  </a:lnTo>
                  <a:close/>
                  <a:moveTo>
                    <a:pt x="1636076" y="1605866"/>
                  </a:moveTo>
                  <a:lnTo>
                    <a:pt x="1652475" y="1567429"/>
                  </a:lnTo>
                  <a:lnTo>
                    <a:pt x="1614625" y="1688081"/>
                  </a:lnTo>
                  <a:close/>
                  <a:moveTo>
                    <a:pt x="1652475" y="1567429"/>
                  </a:moveTo>
                  <a:lnTo>
                    <a:pt x="1636076" y="1605866"/>
                  </a:lnTo>
                  <a:lnTo>
                    <a:pt x="1615127" y="1523650"/>
                  </a:lnTo>
                  <a:close/>
                  <a:moveTo>
                    <a:pt x="975486" y="765993"/>
                  </a:moveTo>
                  <a:lnTo>
                    <a:pt x="998166" y="865929"/>
                  </a:lnTo>
                  <a:lnTo>
                    <a:pt x="1017044" y="857920"/>
                  </a:lnTo>
                  <a:close/>
                  <a:moveTo>
                    <a:pt x="1054668" y="783715"/>
                  </a:moveTo>
                  <a:lnTo>
                    <a:pt x="1062552" y="745278"/>
                  </a:lnTo>
                  <a:lnTo>
                    <a:pt x="1047120" y="755167"/>
                  </a:lnTo>
                  <a:close/>
                  <a:moveTo>
                    <a:pt x="1059255" y="663063"/>
                  </a:moveTo>
                  <a:lnTo>
                    <a:pt x="1062552" y="745278"/>
                  </a:lnTo>
                  <a:lnTo>
                    <a:pt x="1042654" y="701499"/>
                  </a:lnTo>
                  <a:close/>
                  <a:moveTo>
                    <a:pt x="1460619" y="1186540"/>
                  </a:moveTo>
                  <a:lnTo>
                    <a:pt x="1419152" y="1122910"/>
                  </a:lnTo>
                  <a:lnTo>
                    <a:pt x="1391776" y="1156353"/>
                  </a:lnTo>
                  <a:close/>
                  <a:moveTo>
                    <a:pt x="1571286" y="1106441"/>
                  </a:moveTo>
                  <a:lnTo>
                    <a:pt x="1634255" y="1063216"/>
                  </a:lnTo>
                  <a:lnTo>
                    <a:pt x="1613790" y="105015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29" name="Candidate_density__2028">
              <a:extLst>
                <a:ext uri="{FF2B5EF4-FFF2-40B4-BE49-F238E27FC236}">
                  <a16:creationId xmlns:a16="http://schemas.microsoft.com/office/drawing/2014/main" id="{9616A5C2-D00C-46CD-14DF-51FA4606C0F6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2093697"/>
              <a:ext cx="2162669" cy="2953731"/>
            </a:xfrm>
            <a:custGeom>
              <a:avLst/>
              <a:gdLst/>
              <a:ahLst/>
              <a:cxnLst/>
              <a:rect l="0" t="0" r="0" b="0"/>
              <a:pathLst>
                <a:path w="2162669" h="2953731">
                  <a:moveTo>
                    <a:pt x="0" y="2316104"/>
                  </a:moveTo>
                  <a:lnTo>
                    <a:pt x="86509" y="2406459"/>
                  </a:lnTo>
                  <a:lnTo>
                    <a:pt x="58399" y="2373891"/>
                  </a:lnTo>
                  <a:close/>
                  <a:moveTo>
                    <a:pt x="610071" y="2784233"/>
                  </a:moveTo>
                  <a:lnTo>
                    <a:pt x="527731" y="2759139"/>
                  </a:lnTo>
                  <a:lnTo>
                    <a:pt x="598945" y="2784966"/>
                  </a:lnTo>
                  <a:close/>
                  <a:moveTo>
                    <a:pt x="432734" y="2467417"/>
                  </a:moveTo>
                  <a:lnTo>
                    <a:pt x="460406" y="2417669"/>
                  </a:lnTo>
                  <a:lnTo>
                    <a:pt x="468856" y="2438078"/>
                  </a:lnTo>
                  <a:close/>
                  <a:moveTo>
                    <a:pt x="466627" y="2479390"/>
                  </a:moveTo>
                  <a:lnTo>
                    <a:pt x="432734" y="2467417"/>
                  </a:lnTo>
                  <a:lnTo>
                    <a:pt x="378915" y="2417669"/>
                  </a:lnTo>
                  <a:close/>
                  <a:moveTo>
                    <a:pt x="542147" y="2461448"/>
                  </a:moveTo>
                  <a:lnTo>
                    <a:pt x="461093" y="2383797"/>
                  </a:lnTo>
                  <a:lnTo>
                    <a:pt x="460406" y="2417669"/>
                  </a:lnTo>
                  <a:close/>
                  <a:moveTo>
                    <a:pt x="460406" y="2417669"/>
                  </a:moveTo>
                  <a:lnTo>
                    <a:pt x="432734" y="2467417"/>
                  </a:lnTo>
                  <a:lnTo>
                    <a:pt x="542147" y="2461448"/>
                  </a:lnTo>
                  <a:close/>
                  <a:moveTo>
                    <a:pt x="1079599" y="2945160"/>
                  </a:moveTo>
                  <a:lnTo>
                    <a:pt x="1030198" y="2924730"/>
                  </a:lnTo>
                  <a:lnTo>
                    <a:pt x="1125106" y="2953731"/>
                  </a:lnTo>
                  <a:close/>
                  <a:moveTo>
                    <a:pt x="1039583" y="2751872"/>
                  </a:moveTo>
                  <a:lnTo>
                    <a:pt x="1004587" y="2669657"/>
                  </a:lnTo>
                  <a:lnTo>
                    <a:pt x="991862" y="2755712"/>
                  </a:lnTo>
                  <a:close/>
                  <a:moveTo>
                    <a:pt x="1004587" y="2669657"/>
                  </a:moveTo>
                  <a:lnTo>
                    <a:pt x="959360" y="2682043"/>
                  </a:lnTo>
                  <a:lnTo>
                    <a:pt x="991862" y="2755712"/>
                  </a:lnTo>
                  <a:close/>
                  <a:moveTo>
                    <a:pt x="991862" y="2755712"/>
                  </a:moveTo>
                  <a:lnTo>
                    <a:pt x="959360" y="2682043"/>
                  </a:lnTo>
                  <a:lnTo>
                    <a:pt x="953618" y="2751872"/>
                  </a:lnTo>
                  <a:close/>
                  <a:moveTo>
                    <a:pt x="959360" y="2682043"/>
                  </a:moveTo>
                  <a:lnTo>
                    <a:pt x="905622" y="2669657"/>
                  </a:lnTo>
                  <a:lnTo>
                    <a:pt x="953618" y="2751872"/>
                  </a:lnTo>
                  <a:close/>
                  <a:moveTo>
                    <a:pt x="959360" y="2682043"/>
                  </a:moveTo>
                  <a:lnTo>
                    <a:pt x="1004587" y="2669657"/>
                  </a:lnTo>
                  <a:lnTo>
                    <a:pt x="963883" y="2629604"/>
                  </a:lnTo>
                  <a:close/>
                  <a:moveTo>
                    <a:pt x="905622" y="2669657"/>
                  </a:moveTo>
                  <a:lnTo>
                    <a:pt x="959360" y="2682043"/>
                  </a:lnTo>
                  <a:lnTo>
                    <a:pt x="963883" y="2629604"/>
                  </a:lnTo>
                  <a:close/>
                  <a:moveTo>
                    <a:pt x="660611" y="2342777"/>
                  </a:moveTo>
                  <a:lnTo>
                    <a:pt x="570593" y="2455460"/>
                  </a:lnTo>
                  <a:lnTo>
                    <a:pt x="664936" y="2439352"/>
                  </a:lnTo>
                  <a:close/>
                  <a:moveTo>
                    <a:pt x="664936" y="2439352"/>
                  </a:moveTo>
                  <a:lnTo>
                    <a:pt x="720434" y="2354733"/>
                  </a:lnTo>
                  <a:lnTo>
                    <a:pt x="660611" y="2342777"/>
                  </a:lnTo>
                  <a:close/>
                  <a:moveTo>
                    <a:pt x="1192916" y="2928602"/>
                  </a:moveTo>
                  <a:lnTo>
                    <a:pt x="1230947" y="2877866"/>
                  </a:lnTo>
                  <a:lnTo>
                    <a:pt x="1215490" y="2895275"/>
                  </a:lnTo>
                  <a:close/>
                  <a:moveTo>
                    <a:pt x="1004587" y="2669657"/>
                  </a:moveTo>
                  <a:lnTo>
                    <a:pt x="1076875" y="2747191"/>
                  </a:lnTo>
                  <a:lnTo>
                    <a:pt x="1077097" y="2646917"/>
                  </a:lnTo>
                  <a:close/>
                  <a:moveTo>
                    <a:pt x="1004587" y="2669657"/>
                  </a:moveTo>
                  <a:lnTo>
                    <a:pt x="1039583" y="2751872"/>
                  </a:lnTo>
                  <a:lnTo>
                    <a:pt x="1076875" y="2747191"/>
                  </a:lnTo>
                  <a:close/>
                  <a:moveTo>
                    <a:pt x="1213916" y="2791914"/>
                  </a:moveTo>
                  <a:lnTo>
                    <a:pt x="1214587" y="2795917"/>
                  </a:lnTo>
                  <a:lnTo>
                    <a:pt x="1214511" y="2795651"/>
                  </a:lnTo>
                  <a:close/>
                  <a:moveTo>
                    <a:pt x="905622" y="2669657"/>
                  </a:moveTo>
                  <a:lnTo>
                    <a:pt x="963883" y="2629604"/>
                  </a:lnTo>
                  <a:lnTo>
                    <a:pt x="900866" y="2669006"/>
                  </a:lnTo>
                  <a:close/>
                  <a:moveTo>
                    <a:pt x="1077097" y="2646917"/>
                  </a:moveTo>
                  <a:lnTo>
                    <a:pt x="963883" y="2629604"/>
                  </a:lnTo>
                  <a:lnTo>
                    <a:pt x="1004587" y="2669657"/>
                  </a:lnTo>
                  <a:close/>
                  <a:moveTo>
                    <a:pt x="445159" y="1896289"/>
                  </a:moveTo>
                  <a:lnTo>
                    <a:pt x="406483" y="2011936"/>
                  </a:lnTo>
                  <a:lnTo>
                    <a:pt x="434583" y="2004980"/>
                  </a:lnTo>
                  <a:close/>
                  <a:moveTo>
                    <a:pt x="469035" y="2011936"/>
                  </a:moveTo>
                  <a:lnTo>
                    <a:pt x="445159" y="1896289"/>
                  </a:lnTo>
                  <a:lnTo>
                    <a:pt x="434583" y="2004980"/>
                  </a:lnTo>
                  <a:close/>
                  <a:moveTo>
                    <a:pt x="468149" y="1929721"/>
                  </a:moveTo>
                  <a:lnTo>
                    <a:pt x="445159" y="1896289"/>
                  </a:lnTo>
                  <a:lnTo>
                    <a:pt x="469035" y="2011936"/>
                  </a:lnTo>
                  <a:close/>
                  <a:moveTo>
                    <a:pt x="469294" y="1891284"/>
                  </a:moveTo>
                  <a:lnTo>
                    <a:pt x="490699" y="1919859"/>
                  </a:lnTo>
                  <a:lnTo>
                    <a:pt x="534844" y="1924923"/>
                  </a:lnTo>
                  <a:close/>
                  <a:moveTo>
                    <a:pt x="490699" y="1919859"/>
                  </a:moveTo>
                  <a:lnTo>
                    <a:pt x="469294" y="1891284"/>
                  </a:lnTo>
                  <a:lnTo>
                    <a:pt x="514599" y="1849230"/>
                  </a:lnTo>
                  <a:close/>
                  <a:moveTo>
                    <a:pt x="349289" y="1813546"/>
                  </a:moveTo>
                  <a:lnTo>
                    <a:pt x="437741" y="1891284"/>
                  </a:lnTo>
                  <a:lnTo>
                    <a:pt x="445159" y="1896289"/>
                  </a:lnTo>
                  <a:close/>
                  <a:moveTo>
                    <a:pt x="1230947" y="2877866"/>
                  </a:moveTo>
                  <a:lnTo>
                    <a:pt x="1214587" y="2795917"/>
                  </a:lnTo>
                  <a:lnTo>
                    <a:pt x="1215490" y="2895275"/>
                  </a:lnTo>
                  <a:close/>
                  <a:moveTo>
                    <a:pt x="1230947" y="2877866"/>
                  </a:moveTo>
                  <a:lnTo>
                    <a:pt x="1214511" y="2795651"/>
                  </a:lnTo>
                  <a:lnTo>
                    <a:pt x="1214587" y="2795917"/>
                  </a:lnTo>
                  <a:close/>
                  <a:moveTo>
                    <a:pt x="469294" y="1891284"/>
                  </a:moveTo>
                  <a:lnTo>
                    <a:pt x="536196" y="1782778"/>
                  </a:lnTo>
                  <a:lnTo>
                    <a:pt x="514599" y="1849230"/>
                  </a:lnTo>
                  <a:close/>
                  <a:moveTo>
                    <a:pt x="1375955" y="2625233"/>
                  </a:moveTo>
                  <a:lnTo>
                    <a:pt x="1420168" y="2636563"/>
                  </a:lnTo>
                  <a:lnTo>
                    <a:pt x="1422362" y="2648092"/>
                  </a:lnTo>
                  <a:close/>
                  <a:moveTo>
                    <a:pt x="1352481" y="2600925"/>
                  </a:moveTo>
                  <a:lnTo>
                    <a:pt x="1420168" y="2636563"/>
                  </a:lnTo>
                  <a:lnTo>
                    <a:pt x="1375955" y="2625233"/>
                  </a:lnTo>
                  <a:close/>
                  <a:moveTo>
                    <a:pt x="1378530" y="2592784"/>
                  </a:moveTo>
                  <a:lnTo>
                    <a:pt x="1422362" y="2648092"/>
                  </a:lnTo>
                  <a:lnTo>
                    <a:pt x="1490655" y="2636563"/>
                  </a:lnTo>
                  <a:close/>
                  <a:moveTo>
                    <a:pt x="653747" y="1747803"/>
                  </a:moveTo>
                  <a:lnTo>
                    <a:pt x="558305" y="1764804"/>
                  </a:lnTo>
                  <a:lnTo>
                    <a:pt x="680519" y="1760516"/>
                  </a:lnTo>
                  <a:close/>
                  <a:moveTo>
                    <a:pt x="1490655" y="2636563"/>
                  </a:moveTo>
                  <a:lnTo>
                    <a:pt x="1515546" y="2653281"/>
                  </a:lnTo>
                  <a:lnTo>
                    <a:pt x="1516017" y="2632544"/>
                  </a:lnTo>
                  <a:close/>
                  <a:moveTo>
                    <a:pt x="1449791" y="2554347"/>
                  </a:moveTo>
                  <a:lnTo>
                    <a:pt x="1516017" y="2632544"/>
                  </a:lnTo>
                  <a:lnTo>
                    <a:pt x="1468476" y="2540750"/>
                  </a:lnTo>
                  <a:close/>
                  <a:moveTo>
                    <a:pt x="1490655" y="2636563"/>
                  </a:moveTo>
                  <a:lnTo>
                    <a:pt x="1516017" y="2632544"/>
                  </a:lnTo>
                  <a:lnTo>
                    <a:pt x="1449791" y="2554347"/>
                  </a:lnTo>
                  <a:close/>
                  <a:moveTo>
                    <a:pt x="1516017" y="2632544"/>
                  </a:moveTo>
                  <a:lnTo>
                    <a:pt x="1515546" y="2653281"/>
                  </a:lnTo>
                  <a:lnTo>
                    <a:pt x="1520901" y="2636563"/>
                  </a:lnTo>
                  <a:close/>
                  <a:moveTo>
                    <a:pt x="1433465" y="2538973"/>
                  </a:moveTo>
                  <a:lnTo>
                    <a:pt x="1484710" y="2537992"/>
                  </a:lnTo>
                  <a:lnTo>
                    <a:pt x="1449791" y="2554347"/>
                  </a:lnTo>
                  <a:close/>
                  <a:moveTo>
                    <a:pt x="1267370" y="2389918"/>
                  </a:moveTo>
                  <a:lnTo>
                    <a:pt x="1307277" y="2431916"/>
                  </a:lnTo>
                  <a:lnTo>
                    <a:pt x="1316523" y="2373268"/>
                  </a:lnTo>
                  <a:close/>
                  <a:moveTo>
                    <a:pt x="814446" y="1978027"/>
                  </a:moveTo>
                  <a:lnTo>
                    <a:pt x="896345" y="1972037"/>
                  </a:lnTo>
                  <a:lnTo>
                    <a:pt x="881985" y="1956447"/>
                  </a:lnTo>
                  <a:close/>
                  <a:moveTo>
                    <a:pt x="1491742" y="2349082"/>
                  </a:moveTo>
                  <a:lnTo>
                    <a:pt x="1490610" y="2351481"/>
                  </a:lnTo>
                  <a:lnTo>
                    <a:pt x="1536552" y="2301415"/>
                  </a:lnTo>
                  <a:close/>
                  <a:moveTo>
                    <a:pt x="1537537" y="2230829"/>
                  </a:moveTo>
                  <a:lnTo>
                    <a:pt x="1581560" y="2254490"/>
                  </a:lnTo>
                  <a:lnTo>
                    <a:pt x="1554506" y="2200884"/>
                  </a:lnTo>
                  <a:close/>
                  <a:moveTo>
                    <a:pt x="1647137" y="2286261"/>
                  </a:moveTo>
                  <a:lnTo>
                    <a:pt x="1654656" y="2249126"/>
                  </a:lnTo>
                  <a:lnTo>
                    <a:pt x="1537537" y="2230829"/>
                  </a:lnTo>
                  <a:close/>
                  <a:moveTo>
                    <a:pt x="1537537" y="2230829"/>
                  </a:moveTo>
                  <a:lnTo>
                    <a:pt x="1554506" y="2200884"/>
                  </a:lnTo>
                  <a:lnTo>
                    <a:pt x="1522430" y="2126870"/>
                  </a:lnTo>
                  <a:close/>
                  <a:moveTo>
                    <a:pt x="1888470" y="2350799"/>
                  </a:moveTo>
                  <a:lnTo>
                    <a:pt x="1868199" y="2327819"/>
                  </a:lnTo>
                  <a:lnTo>
                    <a:pt x="1923893" y="2419785"/>
                  </a:lnTo>
                  <a:close/>
                  <a:moveTo>
                    <a:pt x="1967124" y="2366218"/>
                  </a:moveTo>
                  <a:lnTo>
                    <a:pt x="1888470" y="2350799"/>
                  </a:lnTo>
                  <a:lnTo>
                    <a:pt x="1923893" y="2419785"/>
                  </a:lnTo>
                  <a:close/>
                  <a:moveTo>
                    <a:pt x="1862847" y="2318386"/>
                  </a:moveTo>
                  <a:lnTo>
                    <a:pt x="1868199" y="2327819"/>
                  </a:lnTo>
                  <a:lnTo>
                    <a:pt x="1888470" y="2350799"/>
                  </a:lnTo>
                  <a:close/>
                  <a:moveTo>
                    <a:pt x="1862847" y="2318386"/>
                  </a:moveTo>
                  <a:lnTo>
                    <a:pt x="1821579" y="2236171"/>
                  </a:lnTo>
                  <a:lnTo>
                    <a:pt x="1824770" y="2263033"/>
                  </a:lnTo>
                  <a:close/>
                  <a:moveTo>
                    <a:pt x="2131690" y="2487641"/>
                  </a:moveTo>
                  <a:lnTo>
                    <a:pt x="2077829" y="2501468"/>
                  </a:lnTo>
                  <a:lnTo>
                    <a:pt x="2092964" y="2444380"/>
                  </a:lnTo>
                  <a:close/>
                  <a:moveTo>
                    <a:pt x="2077829" y="2501468"/>
                  </a:moveTo>
                  <a:lnTo>
                    <a:pt x="2131690" y="2487641"/>
                  </a:lnTo>
                  <a:lnTo>
                    <a:pt x="2104003" y="2482817"/>
                  </a:lnTo>
                  <a:close/>
                  <a:moveTo>
                    <a:pt x="2131690" y="2487641"/>
                  </a:moveTo>
                  <a:lnTo>
                    <a:pt x="2135314" y="2444380"/>
                  </a:lnTo>
                  <a:lnTo>
                    <a:pt x="2104003" y="2482817"/>
                  </a:lnTo>
                  <a:close/>
                  <a:moveTo>
                    <a:pt x="1996470" y="2284128"/>
                  </a:moveTo>
                  <a:lnTo>
                    <a:pt x="1967124" y="2366218"/>
                  </a:lnTo>
                  <a:lnTo>
                    <a:pt x="2088274" y="2370177"/>
                  </a:lnTo>
                  <a:close/>
                  <a:moveTo>
                    <a:pt x="2088274" y="2370177"/>
                  </a:moveTo>
                  <a:lnTo>
                    <a:pt x="2111732" y="2362165"/>
                  </a:lnTo>
                  <a:lnTo>
                    <a:pt x="2162669" y="2324810"/>
                  </a:lnTo>
                  <a:close/>
                  <a:moveTo>
                    <a:pt x="1862847" y="2318386"/>
                  </a:moveTo>
                  <a:lnTo>
                    <a:pt x="1888470" y="2350799"/>
                  </a:lnTo>
                  <a:lnTo>
                    <a:pt x="1897602" y="2303915"/>
                  </a:lnTo>
                  <a:close/>
                  <a:moveTo>
                    <a:pt x="1821579" y="2236171"/>
                  </a:moveTo>
                  <a:lnTo>
                    <a:pt x="1862847" y="2318386"/>
                  </a:lnTo>
                  <a:lnTo>
                    <a:pt x="1845411" y="2197735"/>
                  </a:lnTo>
                  <a:close/>
                  <a:moveTo>
                    <a:pt x="1804479" y="1951089"/>
                  </a:moveTo>
                  <a:lnTo>
                    <a:pt x="1748549" y="1868874"/>
                  </a:lnTo>
                  <a:lnTo>
                    <a:pt x="1742937" y="1989526"/>
                  </a:lnTo>
                  <a:close/>
                  <a:moveTo>
                    <a:pt x="1184211" y="1453097"/>
                  </a:moveTo>
                  <a:lnTo>
                    <a:pt x="1196690" y="1409177"/>
                  </a:lnTo>
                  <a:lnTo>
                    <a:pt x="1193251" y="1423439"/>
                  </a:lnTo>
                  <a:close/>
                  <a:moveTo>
                    <a:pt x="1112599" y="1211154"/>
                  </a:moveTo>
                  <a:lnTo>
                    <a:pt x="1090125" y="1134943"/>
                  </a:lnTo>
                  <a:lnTo>
                    <a:pt x="1114415" y="1215288"/>
                  </a:lnTo>
                  <a:close/>
                  <a:moveTo>
                    <a:pt x="1112599" y="1211154"/>
                  </a:moveTo>
                  <a:lnTo>
                    <a:pt x="1087502" y="1128939"/>
                  </a:lnTo>
                  <a:lnTo>
                    <a:pt x="1090125" y="1134943"/>
                  </a:lnTo>
                  <a:close/>
                  <a:moveTo>
                    <a:pt x="2095659" y="2264081"/>
                  </a:moveTo>
                  <a:lnTo>
                    <a:pt x="2111732" y="2362165"/>
                  </a:lnTo>
                  <a:lnTo>
                    <a:pt x="2104289" y="2357157"/>
                  </a:lnTo>
                  <a:close/>
                  <a:moveTo>
                    <a:pt x="1797374" y="1858463"/>
                  </a:moveTo>
                  <a:lnTo>
                    <a:pt x="1755126" y="1858691"/>
                  </a:lnTo>
                  <a:lnTo>
                    <a:pt x="1831666" y="1912653"/>
                  </a:lnTo>
                  <a:close/>
                  <a:moveTo>
                    <a:pt x="1831666" y="1912653"/>
                  </a:moveTo>
                  <a:lnTo>
                    <a:pt x="1755126" y="1858691"/>
                  </a:lnTo>
                  <a:lnTo>
                    <a:pt x="1748549" y="1868874"/>
                  </a:lnTo>
                  <a:close/>
                  <a:moveTo>
                    <a:pt x="1831666" y="1912653"/>
                  </a:moveTo>
                  <a:lnTo>
                    <a:pt x="1748549" y="1868874"/>
                  </a:lnTo>
                  <a:lnTo>
                    <a:pt x="1804479" y="1951089"/>
                  </a:lnTo>
                  <a:close/>
                  <a:moveTo>
                    <a:pt x="1492416" y="1350533"/>
                  </a:moveTo>
                  <a:lnTo>
                    <a:pt x="1430580" y="1340213"/>
                  </a:lnTo>
                  <a:lnTo>
                    <a:pt x="1494816" y="1448674"/>
                  </a:lnTo>
                  <a:close/>
                  <a:moveTo>
                    <a:pt x="1047282" y="1046723"/>
                  </a:moveTo>
                  <a:lnTo>
                    <a:pt x="1042686" y="987413"/>
                  </a:lnTo>
                  <a:lnTo>
                    <a:pt x="1073989" y="926072"/>
                  </a:lnTo>
                  <a:close/>
                  <a:moveTo>
                    <a:pt x="1047282" y="1046723"/>
                  </a:moveTo>
                  <a:lnTo>
                    <a:pt x="1073989" y="926072"/>
                  </a:lnTo>
                  <a:lnTo>
                    <a:pt x="1039863" y="964508"/>
                  </a:lnTo>
                  <a:close/>
                  <a:moveTo>
                    <a:pt x="252419" y="30048"/>
                  </a:moveTo>
                  <a:lnTo>
                    <a:pt x="332411" y="25608"/>
                  </a:lnTo>
                  <a:lnTo>
                    <a:pt x="273847" y="0"/>
                  </a:lnTo>
                  <a:close/>
                  <a:moveTo>
                    <a:pt x="1766222" y="1830438"/>
                  </a:moveTo>
                  <a:lnTo>
                    <a:pt x="1755126" y="1858691"/>
                  </a:lnTo>
                  <a:lnTo>
                    <a:pt x="1797374" y="1858463"/>
                  </a:lnTo>
                  <a:close/>
                  <a:moveTo>
                    <a:pt x="1710805" y="1534797"/>
                  </a:moveTo>
                  <a:lnTo>
                    <a:pt x="1844655" y="1541374"/>
                  </a:lnTo>
                  <a:lnTo>
                    <a:pt x="1757273" y="1493327"/>
                  </a:lnTo>
                  <a:close/>
                  <a:moveTo>
                    <a:pt x="1840477" y="1549619"/>
                  </a:moveTo>
                  <a:lnTo>
                    <a:pt x="1861086" y="1545356"/>
                  </a:lnTo>
                  <a:lnTo>
                    <a:pt x="1844655" y="1541374"/>
                  </a:lnTo>
                  <a:close/>
                  <a:moveTo>
                    <a:pt x="1688429" y="1463141"/>
                  </a:moveTo>
                  <a:lnTo>
                    <a:pt x="1625044" y="1403393"/>
                  </a:lnTo>
                  <a:lnTo>
                    <a:pt x="1658771" y="1419362"/>
                  </a:lnTo>
                  <a:close/>
                  <a:moveTo>
                    <a:pt x="1688429" y="1463141"/>
                  </a:moveTo>
                  <a:lnTo>
                    <a:pt x="1658771" y="1419362"/>
                  </a:lnTo>
                  <a:lnTo>
                    <a:pt x="1665476" y="1501577"/>
                  </a:lnTo>
                  <a:close/>
                  <a:moveTo>
                    <a:pt x="1200711" y="905446"/>
                  </a:moveTo>
                  <a:lnTo>
                    <a:pt x="1124835" y="906540"/>
                  </a:lnTo>
                  <a:lnTo>
                    <a:pt x="1239655" y="951327"/>
                  </a:lnTo>
                  <a:close/>
                  <a:moveTo>
                    <a:pt x="1260191" y="917682"/>
                  </a:moveTo>
                  <a:lnTo>
                    <a:pt x="1200711" y="905446"/>
                  </a:lnTo>
                  <a:lnTo>
                    <a:pt x="1312633" y="945523"/>
                  </a:lnTo>
                  <a:close/>
                  <a:moveTo>
                    <a:pt x="1200711" y="905446"/>
                  </a:moveTo>
                  <a:lnTo>
                    <a:pt x="1239655" y="951327"/>
                  </a:lnTo>
                  <a:lnTo>
                    <a:pt x="1312633" y="945523"/>
                  </a:lnTo>
                  <a:close/>
                  <a:moveTo>
                    <a:pt x="1569934" y="1350213"/>
                  </a:moveTo>
                  <a:lnTo>
                    <a:pt x="1625044" y="1403393"/>
                  </a:lnTo>
                  <a:lnTo>
                    <a:pt x="1558430" y="1396956"/>
                  </a:lnTo>
                  <a:close/>
                  <a:moveTo>
                    <a:pt x="1335311" y="956703"/>
                  </a:moveTo>
                  <a:lnTo>
                    <a:pt x="1355908" y="969850"/>
                  </a:lnTo>
                  <a:lnTo>
                    <a:pt x="1312633" y="945523"/>
                  </a:lnTo>
                  <a:close/>
                  <a:moveTo>
                    <a:pt x="1837887" y="1364326"/>
                  </a:moveTo>
                  <a:lnTo>
                    <a:pt x="1846579" y="1424705"/>
                  </a:lnTo>
                  <a:lnTo>
                    <a:pt x="1867939" y="1413229"/>
                  </a:lnTo>
                  <a:close/>
                  <a:moveTo>
                    <a:pt x="1793070" y="1227290"/>
                  </a:moveTo>
                  <a:lnTo>
                    <a:pt x="1869139" y="1226040"/>
                  </a:lnTo>
                  <a:lnTo>
                    <a:pt x="1818402" y="1228019"/>
                  </a:lnTo>
                  <a:close/>
                  <a:moveTo>
                    <a:pt x="1869139" y="1226040"/>
                  </a:moveTo>
                  <a:lnTo>
                    <a:pt x="1793070" y="1227290"/>
                  </a:lnTo>
                  <a:lnTo>
                    <a:pt x="1880242" y="124402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30" name="Candidate_density__2029">
              <a:extLst>
                <a:ext uri="{FF2B5EF4-FFF2-40B4-BE49-F238E27FC236}">
                  <a16:creationId xmlns:a16="http://schemas.microsoft.com/office/drawing/2014/main" id="{A44A0D00-8F74-DD51-A682-9DF92B22ECEB}"/>
                </a:ext>
              </a:extLst>
            </p:cNvPr>
            <p:cNvSpPr>
              <a:spLocks noGrp="1"/>
            </p:cNvSpPr>
            <p:nvPr/>
          </p:nvSpPr>
          <p:spPr>
            <a:xfrm>
              <a:off x="4490746" y="2989537"/>
              <a:ext cx="2182857" cy="1586977"/>
            </a:xfrm>
            <a:custGeom>
              <a:avLst/>
              <a:gdLst/>
              <a:ahLst/>
              <a:cxnLst/>
              <a:rect l="0" t="0" r="0" b="0"/>
              <a:pathLst>
                <a:path w="2182857" h="1586977">
                  <a:moveTo>
                    <a:pt x="0" y="1352057"/>
                  </a:moveTo>
                  <a:lnTo>
                    <a:pt x="19337" y="1434272"/>
                  </a:lnTo>
                  <a:lnTo>
                    <a:pt x="19357" y="1314883"/>
                  </a:lnTo>
                  <a:close/>
                  <a:moveTo>
                    <a:pt x="19337" y="1434272"/>
                  </a:moveTo>
                  <a:lnTo>
                    <a:pt x="12852" y="1420264"/>
                  </a:lnTo>
                  <a:lnTo>
                    <a:pt x="19357" y="1314883"/>
                  </a:lnTo>
                  <a:close/>
                  <a:moveTo>
                    <a:pt x="72639" y="1231405"/>
                  </a:moveTo>
                  <a:lnTo>
                    <a:pt x="71543" y="1232957"/>
                  </a:lnTo>
                  <a:lnTo>
                    <a:pt x="20618" y="1312528"/>
                  </a:lnTo>
                  <a:close/>
                  <a:moveTo>
                    <a:pt x="71543" y="1232957"/>
                  </a:moveTo>
                  <a:lnTo>
                    <a:pt x="32018" y="1291691"/>
                  </a:lnTo>
                  <a:lnTo>
                    <a:pt x="20618" y="1312528"/>
                  </a:lnTo>
                  <a:close/>
                  <a:moveTo>
                    <a:pt x="20618" y="1312528"/>
                  </a:moveTo>
                  <a:lnTo>
                    <a:pt x="32018" y="1291691"/>
                  </a:lnTo>
                  <a:lnTo>
                    <a:pt x="19357" y="1314883"/>
                  </a:lnTo>
                  <a:close/>
                  <a:moveTo>
                    <a:pt x="19357" y="1314883"/>
                  </a:moveTo>
                  <a:lnTo>
                    <a:pt x="32018" y="1291691"/>
                  </a:lnTo>
                  <a:lnTo>
                    <a:pt x="0" y="1352057"/>
                  </a:lnTo>
                  <a:close/>
                  <a:moveTo>
                    <a:pt x="156383" y="1262814"/>
                  </a:moveTo>
                  <a:lnTo>
                    <a:pt x="74946" y="1230191"/>
                  </a:lnTo>
                  <a:lnTo>
                    <a:pt x="135826" y="1249408"/>
                  </a:lnTo>
                  <a:close/>
                  <a:moveTo>
                    <a:pt x="135826" y="1249408"/>
                  </a:moveTo>
                  <a:lnTo>
                    <a:pt x="170708" y="1192969"/>
                  </a:lnTo>
                  <a:lnTo>
                    <a:pt x="156383" y="1262814"/>
                  </a:lnTo>
                  <a:close/>
                  <a:moveTo>
                    <a:pt x="73215" y="1230518"/>
                  </a:moveTo>
                  <a:lnTo>
                    <a:pt x="72639" y="1231405"/>
                  </a:lnTo>
                  <a:lnTo>
                    <a:pt x="74946" y="1230191"/>
                  </a:lnTo>
                  <a:close/>
                  <a:moveTo>
                    <a:pt x="445586" y="1571577"/>
                  </a:moveTo>
                  <a:lnTo>
                    <a:pt x="479479" y="1583550"/>
                  </a:lnTo>
                  <a:lnTo>
                    <a:pt x="554999" y="1565608"/>
                  </a:lnTo>
                  <a:close/>
                  <a:moveTo>
                    <a:pt x="184886" y="1154181"/>
                  </a:moveTo>
                  <a:lnTo>
                    <a:pt x="219326" y="1173404"/>
                  </a:lnTo>
                  <a:lnTo>
                    <a:pt x="210636" y="1110754"/>
                  </a:lnTo>
                  <a:close/>
                  <a:moveTo>
                    <a:pt x="210636" y="1110754"/>
                  </a:moveTo>
                  <a:lnTo>
                    <a:pt x="219326" y="1173404"/>
                  </a:lnTo>
                  <a:lnTo>
                    <a:pt x="257393" y="1154532"/>
                  </a:lnTo>
                  <a:close/>
                  <a:moveTo>
                    <a:pt x="210636" y="1110754"/>
                  </a:moveTo>
                  <a:lnTo>
                    <a:pt x="257393" y="1154532"/>
                  </a:lnTo>
                  <a:lnTo>
                    <a:pt x="222481" y="1072317"/>
                  </a:lnTo>
                  <a:close/>
                  <a:moveTo>
                    <a:pt x="419335" y="1116096"/>
                  </a:moveTo>
                  <a:lnTo>
                    <a:pt x="350517" y="1127340"/>
                  </a:lnTo>
                  <a:lnTo>
                    <a:pt x="383423" y="1200681"/>
                  </a:lnTo>
                  <a:close/>
                  <a:moveTo>
                    <a:pt x="350517" y="1127340"/>
                  </a:moveTo>
                  <a:lnTo>
                    <a:pt x="419335" y="1116096"/>
                  </a:lnTo>
                  <a:lnTo>
                    <a:pt x="359771" y="1098981"/>
                  </a:lnTo>
                  <a:close/>
                  <a:moveTo>
                    <a:pt x="258121" y="990102"/>
                  </a:moveTo>
                  <a:lnTo>
                    <a:pt x="222481" y="1072317"/>
                  </a:lnTo>
                  <a:lnTo>
                    <a:pt x="284898" y="1033881"/>
                  </a:lnTo>
                  <a:close/>
                  <a:moveTo>
                    <a:pt x="258121" y="990102"/>
                  </a:moveTo>
                  <a:lnTo>
                    <a:pt x="284898" y="1033881"/>
                  </a:lnTo>
                  <a:lnTo>
                    <a:pt x="274835" y="951666"/>
                  </a:lnTo>
                  <a:close/>
                  <a:moveTo>
                    <a:pt x="304873" y="893728"/>
                  </a:moveTo>
                  <a:lnTo>
                    <a:pt x="274835" y="951666"/>
                  </a:lnTo>
                  <a:lnTo>
                    <a:pt x="362141" y="917706"/>
                  </a:lnTo>
                  <a:close/>
                  <a:moveTo>
                    <a:pt x="547334" y="874792"/>
                  </a:moveTo>
                  <a:lnTo>
                    <a:pt x="549048" y="886938"/>
                  </a:lnTo>
                  <a:lnTo>
                    <a:pt x="482146" y="995444"/>
                  </a:lnTo>
                  <a:close/>
                  <a:moveTo>
                    <a:pt x="2024840" y="1504762"/>
                  </a:moveTo>
                  <a:lnTo>
                    <a:pt x="1979976" y="1470378"/>
                  </a:lnTo>
                  <a:lnTo>
                    <a:pt x="1936745" y="1523945"/>
                  </a:lnTo>
                  <a:close/>
                  <a:moveTo>
                    <a:pt x="2024840" y="1504762"/>
                  </a:moveTo>
                  <a:lnTo>
                    <a:pt x="2077697" y="1557086"/>
                  </a:lnTo>
                  <a:lnTo>
                    <a:pt x="2101126" y="1474337"/>
                  </a:lnTo>
                  <a:close/>
                  <a:moveTo>
                    <a:pt x="2101126" y="1474337"/>
                  </a:moveTo>
                  <a:lnTo>
                    <a:pt x="2077697" y="1557086"/>
                  </a:lnTo>
                  <a:lnTo>
                    <a:pt x="2124583" y="1466325"/>
                  </a:lnTo>
                  <a:close/>
                  <a:moveTo>
                    <a:pt x="2124583" y="1466325"/>
                  </a:moveTo>
                  <a:lnTo>
                    <a:pt x="2077697" y="1557086"/>
                  </a:lnTo>
                  <a:lnTo>
                    <a:pt x="2116855" y="1586977"/>
                  </a:lnTo>
                  <a:close/>
                  <a:moveTo>
                    <a:pt x="2124583" y="1466325"/>
                  </a:moveTo>
                  <a:lnTo>
                    <a:pt x="2116855" y="1586977"/>
                  </a:lnTo>
                  <a:lnTo>
                    <a:pt x="2148166" y="1548540"/>
                  </a:lnTo>
                  <a:close/>
                  <a:moveTo>
                    <a:pt x="2101126" y="1474337"/>
                  </a:moveTo>
                  <a:lnTo>
                    <a:pt x="1979976" y="1470378"/>
                  </a:lnTo>
                  <a:lnTo>
                    <a:pt x="2024840" y="1504762"/>
                  </a:lnTo>
                  <a:close/>
                  <a:moveTo>
                    <a:pt x="2182857" y="1510104"/>
                  </a:moveTo>
                  <a:lnTo>
                    <a:pt x="2117141" y="1461317"/>
                  </a:lnTo>
                  <a:lnTo>
                    <a:pt x="2124583" y="1466325"/>
                  </a:lnTo>
                  <a:close/>
                  <a:moveTo>
                    <a:pt x="1106497" y="3444"/>
                  </a:moveTo>
                  <a:lnTo>
                    <a:pt x="1052714" y="68668"/>
                  </a:lnTo>
                  <a:lnTo>
                    <a:pt x="1086841" y="30232"/>
                  </a:lnTo>
                  <a:close/>
                  <a:moveTo>
                    <a:pt x="1655644" y="448120"/>
                  </a:moveTo>
                  <a:lnTo>
                    <a:pt x="1671623" y="523522"/>
                  </a:lnTo>
                  <a:lnTo>
                    <a:pt x="1637895" y="507553"/>
                  </a:lnTo>
                  <a:close/>
                  <a:moveTo>
                    <a:pt x="1137687" y="10700"/>
                  </a:moveTo>
                  <a:lnTo>
                    <a:pt x="1180108" y="0"/>
                  </a:lnTo>
                  <a:lnTo>
                    <a:pt x="1106497" y="3444"/>
                  </a:lnTo>
                  <a:close/>
                  <a:moveTo>
                    <a:pt x="1137687" y="10700"/>
                  </a:moveTo>
                  <a:lnTo>
                    <a:pt x="1213563" y="9606"/>
                  </a:lnTo>
                  <a:lnTo>
                    <a:pt x="1180108" y="0"/>
                  </a:lnTo>
                  <a:close/>
                  <a:moveTo>
                    <a:pt x="1582786" y="454373"/>
                  </a:moveTo>
                  <a:lnTo>
                    <a:pt x="1655644" y="448120"/>
                  </a:lnTo>
                  <a:lnTo>
                    <a:pt x="1637895" y="507553"/>
                  </a:lnTo>
                  <a:close/>
                  <a:moveTo>
                    <a:pt x="1750109" y="364435"/>
                  </a:moveTo>
                  <a:lnTo>
                    <a:pt x="1745918" y="380232"/>
                  </a:lnTo>
                  <a:lnTo>
                    <a:pt x="1699510" y="396926"/>
                  </a:lnTo>
                  <a:close/>
                  <a:moveTo>
                    <a:pt x="1699510" y="396926"/>
                  </a:moveTo>
                  <a:lnTo>
                    <a:pt x="1745918" y="380232"/>
                  </a:lnTo>
                  <a:lnTo>
                    <a:pt x="1721694" y="416414"/>
                  </a:lnTo>
                  <a:close/>
                  <a:moveTo>
                    <a:pt x="1762881" y="355204"/>
                  </a:moveTo>
                  <a:lnTo>
                    <a:pt x="1745918" y="380232"/>
                  </a:lnTo>
                  <a:lnTo>
                    <a:pt x="1750109" y="364435"/>
                  </a:lnTo>
                  <a:close/>
                  <a:moveTo>
                    <a:pt x="1762881" y="355204"/>
                  </a:moveTo>
                  <a:lnTo>
                    <a:pt x="1750109" y="364435"/>
                  </a:lnTo>
                  <a:lnTo>
                    <a:pt x="1805921" y="331450"/>
                  </a:lnTo>
                  <a:close/>
                  <a:moveTo>
                    <a:pt x="1805921" y="331450"/>
                  </a:moveTo>
                  <a:lnTo>
                    <a:pt x="1831254" y="332179"/>
                  </a:lnTo>
                  <a:lnTo>
                    <a:pt x="1762881" y="355204"/>
                  </a:lnTo>
                  <a:close/>
                  <a:moveTo>
                    <a:pt x="1805921" y="331450"/>
                  </a:moveTo>
                  <a:lnTo>
                    <a:pt x="1813708" y="330033"/>
                  </a:lnTo>
                  <a:lnTo>
                    <a:pt x="1893094" y="34818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31" name="Candidate_density__2030">
              <a:extLst>
                <a:ext uri="{FF2B5EF4-FFF2-40B4-BE49-F238E27FC236}">
                  <a16:creationId xmlns:a16="http://schemas.microsoft.com/office/drawing/2014/main" id="{F0138CA5-0AA4-EF87-1577-E40432A73515}"/>
                </a:ext>
              </a:extLst>
            </p:cNvPr>
            <p:cNvSpPr>
              <a:spLocks noGrp="1"/>
            </p:cNvSpPr>
            <p:nvPr/>
          </p:nvSpPr>
          <p:spPr>
            <a:xfrm>
              <a:off x="4510103" y="2992981"/>
              <a:ext cx="1794351" cy="1311439"/>
            </a:xfrm>
            <a:custGeom>
              <a:avLst/>
              <a:gdLst/>
              <a:ahLst/>
              <a:cxnLst/>
              <a:rect l="0" t="0" r="0" b="0"/>
              <a:pathLst>
                <a:path w="1794351" h="1311439">
                  <a:moveTo>
                    <a:pt x="1261" y="1309084"/>
                  </a:moveTo>
                  <a:lnTo>
                    <a:pt x="0" y="1311439"/>
                  </a:lnTo>
                  <a:lnTo>
                    <a:pt x="800" y="1310177"/>
                  </a:lnTo>
                  <a:close/>
                  <a:moveTo>
                    <a:pt x="1261" y="1309084"/>
                  </a:moveTo>
                  <a:lnTo>
                    <a:pt x="800" y="1310177"/>
                  </a:lnTo>
                  <a:lnTo>
                    <a:pt x="2777" y="1309182"/>
                  </a:lnTo>
                  <a:close/>
                  <a:moveTo>
                    <a:pt x="55588" y="1226747"/>
                  </a:moveTo>
                  <a:lnTo>
                    <a:pt x="53281" y="1227961"/>
                  </a:lnTo>
                  <a:lnTo>
                    <a:pt x="116469" y="1245964"/>
                  </a:lnTo>
                  <a:close/>
                  <a:moveTo>
                    <a:pt x="53281" y="1227961"/>
                  </a:moveTo>
                  <a:lnTo>
                    <a:pt x="1261" y="1309084"/>
                  </a:lnTo>
                  <a:lnTo>
                    <a:pt x="116469" y="1245964"/>
                  </a:lnTo>
                  <a:close/>
                  <a:moveTo>
                    <a:pt x="165529" y="1150737"/>
                  </a:moveTo>
                  <a:lnTo>
                    <a:pt x="149671" y="1210852"/>
                  </a:lnTo>
                  <a:lnTo>
                    <a:pt x="151350" y="1189525"/>
                  </a:lnTo>
                  <a:close/>
                  <a:moveTo>
                    <a:pt x="199969" y="1169960"/>
                  </a:moveTo>
                  <a:lnTo>
                    <a:pt x="151350" y="1189525"/>
                  </a:lnTo>
                  <a:lnTo>
                    <a:pt x="237377" y="1204163"/>
                  </a:lnTo>
                  <a:close/>
                  <a:moveTo>
                    <a:pt x="151350" y="1189525"/>
                  </a:moveTo>
                  <a:lnTo>
                    <a:pt x="116469" y="1245964"/>
                  </a:lnTo>
                  <a:lnTo>
                    <a:pt x="237377" y="1204163"/>
                  </a:lnTo>
                  <a:close/>
                  <a:moveTo>
                    <a:pt x="165529" y="1150737"/>
                  </a:moveTo>
                  <a:lnTo>
                    <a:pt x="151350" y="1189525"/>
                  </a:lnTo>
                  <a:lnTo>
                    <a:pt x="199969" y="1169960"/>
                  </a:lnTo>
                  <a:close/>
                  <a:moveTo>
                    <a:pt x="199969" y="1169960"/>
                  </a:moveTo>
                  <a:lnTo>
                    <a:pt x="237377" y="1204163"/>
                  </a:lnTo>
                  <a:lnTo>
                    <a:pt x="238035" y="1151088"/>
                  </a:lnTo>
                  <a:close/>
                  <a:moveTo>
                    <a:pt x="238035" y="1151088"/>
                  </a:moveTo>
                  <a:lnTo>
                    <a:pt x="331159" y="1123896"/>
                  </a:lnTo>
                  <a:lnTo>
                    <a:pt x="265540" y="1030437"/>
                  </a:lnTo>
                  <a:close/>
                  <a:moveTo>
                    <a:pt x="203123" y="1068874"/>
                  </a:moveTo>
                  <a:lnTo>
                    <a:pt x="238035" y="1151088"/>
                  </a:lnTo>
                  <a:lnTo>
                    <a:pt x="265540" y="1030437"/>
                  </a:lnTo>
                  <a:close/>
                  <a:moveTo>
                    <a:pt x="1087140" y="0"/>
                  </a:moveTo>
                  <a:lnTo>
                    <a:pt x="1067483" y="26788"/>
                  </a:lnTo>
                  <a:lnTo>
                    <a:pt x="1118330" y="7256"/>
                  </a:lnTo>
                  <a:close/>
                  <a:moveTo>
                    <a:pt x="1786564" y="328007"/>
                  </a:moveTo>
                  <a:lnTo>
                    <a:pt x="1730752" y="360991"/>
                  </a:lnTo>
                  <a:lnTo>
                    <a:pt x="1794351" y="326589"/>
                  </a:lnTo>
                  <a:close/>
                  <a:moveTo>
                    <a:pt x="1730752" y="360991"/>
                  </a:moveTo>
                  <a:lnTo>
                    <a:pt x="1680152" y="393483"/>
                  </a:lnTo>
                  <a:lnTo>
                    <a:pt x="1794351" y="32658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32" name="Candidate_density__2031">
              <a:extLst>
                <a:ext uri="{FF2B5EF4-FFF2-40B4-BE49-F238E27FC236}">
                  <a16:creationId xmlns:a16="http://schemas.microsoft.com/office/drawing/2014/main" id="{64581A49-8419-9123-6AA0-0C6C85B5B808}"/>
                </a:ext>
              </a:extLst>
            </p:cNvPr>
            <p:cNvSpPr>
              <a:spLocks noGrp="1"/>
            </p:cNvSpPr>
            <p:nvPr/>
          </p:nvSpPr>
          <p:spPr>
            <a:xfrm>
              <a:off x="5049601" y="3155651"/>
              <a:ext cx="1815150" cy="2135781"/>
            </a:xfrm>
            <a:custGeom>
              <a:avLst/>
              <a:gdLst/>
              <a:ahLst/>
              <a:cxnLst/>
              <a:rect l="0" t="0" r="0" b="0"/>
              <a:pathLst>
                <a:path w="1815150" h="2135781">
                  <a:moveTo>
                    <a:pt x="586807" y="2135781"/>
                  </a:moveTo>
                  <a:lnTo>
                    <a:pt x="525852" y="2123081"/>
                  </a:lnTo>
                  <a:lnTo>
                    <a:pt x="656908" y="2119218"/>
                  </a:lnTo>
                  <a:close/>
                  <a:moveTo>
                    <a:pt x="74082" y="1548622"/>
                  </a:moveTo>
                  <a:lnTo>
                    <a:pt x="89789" y="1501184"/>
                  </a:lnTo>
                  <a:lnTo>
                    <a:pt x="0" y="1550297"/>
                  </a:lnTo>
                  <a:close/>
                  <a:moveTo>
                    <a:pt x="89789" y="1501184"/>
                  </a:moveTo>
                  <a:lnTo>
                    <a:pt x="74082" y="1548622"/>
                  </a:lnTo>
                  <a:lnTo>
                    <a:pt x="97980" y="1520145"/>
                  </a:lnTo>
                  <a:close/>
                  <a:moveTo>
                    <a:pt x="702348" y="2073908"/>
                  </a:moveTo>
                  <a:lnTo>
                    <a:pt x="586807" y="2135781"/>
                  </a:lnTo>
                  <a:lnTo>
                    <a:pt x="656908" y="2119218"/>
                  </a:lnTo>
                  <a:close/>
                  <a:moveTo>
                    <a:pt x="1080724" y="1513155"/>
                  </a:moveTo>
                  <a:lnTo>
                    <a:pt x="1152602" y="1503239"/>
                  </a:lnTo>
                  <a:lnTo>
                    <a:pt x="1197384" y="1455465"/>
                  </a:lnTo>
                  <a:close/>
                  <a:moveTo>
                    <a:pt x="1685219" y="1519162"/>
                  </a:moveTo>
                  <a:lnTo>
                    <a:pt x="1755057" y="1501620"/>
                  </a:lnTo>
                  <a:lnTo>
                    <a:pt x="1797334" y="1444484"/>
                  </a:lnTo>
                  <a:close/>
                  <a:moveTo>
                    <a:pt x="1773679" y="1464641"/>
                  </a:moveTo>
                  <a:lnTo>
                    <a:pt x="1807567" y="1426204"/>
                  </a:lnTo>
                  <a:lnTo>
                    <a:pt x="1797334" y="1444484"/>
                  </a:lnTo>
                  <a:close/>
                  <a:moveTo>
                    <a:pt x="1365276" y="932914"/>
                  </a:moveTo>
                  <a:lnTo>
                    <a:pt x="1357192" y="937137"/>
                  </a:lnTo>
                  <a:lnTo>
                    <a:pt x="1358924" y="889135"/>
                  </a:lnTo>
                  <a:close/>
                  <a:moveTo>
                    <a:pt x="1386726" y="850699"/>
                  </a:moveTo>
                  <a:lnTo>
                    <a:pt x="1365276" y="932914"/>
                  </a:lnTo>
                  <a:lnTo>
                    <a:pt x="1358924" y="889135"/>
                  </a:lnTo>
                  <a:close/>
                  <a:moveTo>
                    <a:pt x="1815150" y="1407746"/>
                  </a:moveTo>
                  <a:lnTo>
                    <a:pt x="1797334" y="1444484"/>
                  </a:lnTo>
                  <a:lnTo>
                    <a:pt x="1807567" y="1426204"/>
                  </a:lnTo>
                  <a:close/>
                  <a:moveTo>
                    <a:pt x="805318" y="28548"/>
                  </a:moveTo>
                  <a:lnTo>
                    <a:pt x="797771" y="0"/>
                  </a:lnTo>
                  <a:lnTo>
                    <a:pt x="767695" y="10275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33" name="Candidate_density__2032">
              <a:extLst>
                <a:ext uri="{FF2B5EF4-FFF2-40B4-BE49-F238E27FC236}">
                  <a16:creationId xmlns:a16="http://schemas.microsoft.com/office/drawing/2014/main" id="{13FBB564-5A6C-B73D-ED07-DCAE8C9E219A}"/>
                </a:ext>
              </a:extLst>
            </p:cNvPr>
            <p:cNvSpPr>
              <a:spLocks noGrp="1"/>
            </p:cNvSpPr>
            <p:nvPr/>
          </p:nvSpPr>
          <p:spPr>
            <a:xfrm>
              <a:off x="4777529" y="2187318"/>
              <a:ext cx="2086525" cy="3336395"/>
            </a:xfrm>
            <a:custGeom>
              <a:avLst/>
              <a:gdLst/>
              <a:ahLst/>
              <a:cxnLst/>
              <a:rect l="0" t="0" r="0" b="0"/>
              <a:pathLst>
                <a:path w="2086525" h="3336395">
                  <a:moveTo>
                    <a:pt x="282818" y="3261508"/>
                  </a:moveTo>
                  <a:lnTo>
                    <a:pt x="285552" y="3271699"/>
                  </a:lnTo>
                  <a:lnTo>
                    <a:pt x="303920" y="3283315"/>
                  </a:lnTo>
                  <a:close/>
                  <a:moveTo>
                    <a:pt x="315777" y="3223072"/>
                  </a:moveTo>
                  <a:lnTo>
                    <a:pt x="303920" y="3283315"/>
                  </a:lnTo>
                  <a:lnTo>
                    <a:pt x="351259" y="3245103"/>
                  </a:lnTo>
                  <a:close/>
                  <a:moveTo>
                    <a:pt x="315777" y="3223072"/>
                  </a:moveTo>
                  <a:lnTo>
                    <a:pt x="282818" y="3261508"/>
                  </a:lnTo>
                  <a:lnTo>
                    <a:pt x="303920" y="3283315"/>
                  </a:lnTo>
                  <a:close/>
                  <a:moveTo>
                    <a:pt x="261120" y="3186749"/>
                  </a:moveTo>
                  <a:lnTo>
                    <a:pt x="212309" y="3170561"/>
                  </a:lnTo>
                  <a:lnTo>
                    <a:pt x="315777" y="3223072"/>
                  </a:lnTo>
                  <a:close/>
                  <a:moveTo>
                    <a:pt x="315777" y="3223072"/>
                  </a:moveTo>
                  <a:lnTo>
                    <a:pt x="212309" y="3170561"/>
                  </a:lnTo>
                  <a:lnTo>
                    <a:pt x="214121" y="3179293"/>
                  </a:lnTo>
                  <a:close/>
                  <a:moveTo>
                    <a:pt x="315777" y="3223072"/>
                  </a:moveTo>
                  <a:lnTo>
                    <a:pt x="214121" y="3179293"/>
                  </a:lnTo>
                  <a:lnTo>
                    <a:pt x="282818" y="3261508"/>
                  </a:lnTo>
                  <a:close/>
                  <a:moveTo>
                    <a:pt x="303920" y="3283315"/>
                  </a:moveTo>
                  <a:lnTo>
                    <a:pt x="392648" y="3336395"/>
                  </a:lnTo>
                  <a:lnTo>
                    <a:pt x="430923" y="3264295"/>
                  </a:lnTo>
                  <a:close/>
                  <a:moveTo>
                    <a:pt x="351259" y="3245103"/>
                  </a:moveTo>
                  <a:lnTo>
                    <a:pt x="303920" y="3283315"/>
                  </a:lnTo>
                  <a:lnTo>
                    <a:pt x="430923" y="3264295"/>
                  </a:lnTo>
                  <a:close/>
                  <a:moveTo>
                    <a:pt x="188290" y="3129651"/>
                  </a:moveTo>
                  <a:lnTo>
                    <a:pt x="214121" y="3179293"/>
                  </a:lnTo>
                  <a:lnTo>
                    <a:pt x="212309" y="3170561"/>
                  </a:lnTo>
                  <a:close/>
                  <a:moveTo>
                    <a:pt x="136474" y="3071529"/>
                  </a:moveTo>
                  <a:lnTo>
                    <a:pt x="212309" y="3170561"/>
                  </a:lnTo>
                  <a:lnTo>
                    <a:pt x="208466" y="3140857"/>
                  </a:lnTo>
                  <a:close/>
                  <a:moveTo>
                    <a:pt x="166226" y="3097078"/>
                  </a:moveTo>
                  <a:lnTo>
                    <a:pt x="212309" y="3170561"/>
                  </a:lnTo>
                  <a:lnTo>
                    <a:pt x="136474" y="3071529"/>
                  </a:lnTo>
                  <a:close/>
                  <a:moveTo>
                    <a:pt x="536785" y="3266850"/>
                  </a:moveTo>
                  <a:lnTo>
                    <a:pt x="520964" y="3322290"/>
                  </a:lnTo>
                  <a:lnTo>
                    <a:pt x="574366" y="3306747"/>
                  </a:lnTo>
                  <a:close/>
                  <a:moveTo>
                    <a:pt x="536785" y="3266850"/>
                  </a:moveTo>
                  <a:lnTo>
                    <a:pt x="499535" y="3305287"/>
                  </a:lnTo>
                  <a:lnTo>
                    <a:pt x="520964" y="3322290"/>
                  </a:lnTo>
                  <a:close/>
                  <a:moveTo>
                    <a:pt x="463882" y="3187313"/>
                  </a:moveTo>
                  <a:lnTo>
                    <a:pt x="430923" y="3264295"/>
                  </a:lnTo>
                  <a:lnTo>
                    <a:pt x="473745" y="3184635"/>
                  </a:lnTo>
                  <a:close/>
                  <a:moveTo>
                    <a:pt x="473745" y="3184635"/>
                  </a:moveTo>
                  <a:lnTo>
                    <a:pt x="430923" y="3264295"/>
                  </a:lnTo>
                  <a:lnTo>
                    <a:pt x="499535" y="3305287"/>
                  </a:lnTo>
                  <a:close/>
                  <a:moveTo>
                    <a:pt x="473745" y="3184635"/>
                  </a:moveTo>
                  <a:lnTo>
                    <a:pt x="499535" y="3305287"/>
                  </a:lnTo>
                  <a:lnTo>
                    <a:pt x="536785" y="3266850"/>
                  </a:lnTo>
                  <a:close/>
                  <a:moveTo>
                    <a:pt x="430923" y="3264295"/>
                  </a:moveTo>
                  <a:lnTo>
                    <a:pt x="463882" y="3187313"/>
                  </a:lnTo>
                  <a:lnTo>
                    <a:pt x="393468" y="3187715"/>
                  </a:lnTo>
                  <a:close/>
                  <a:moveTo>
                    <a:pt x="351259" y="3245103"/>
                  </a:moveTo>
                  <a:lnTo>
                    <a:pt x="430923" y="3264295"/>
                  </a:lnTo>
                  <a:lnTo>
                    <a:pt x="393468" y="3187715"/>
                  </a:lnTo>
                  <a:close/>
                  <a:moveTo>
                    <a:pt x="473745" y="3184635"/>
                  </a:moveTo>
                  <a:lnTo>
                    <a:pt x="533911" y="3155491"/>
                  </a:lnTo>
                  <a:lnTo>
                    <a:pt x="463882" y="3187313"/>
                  </a:lnTo>
                  <a:close/>
                  <a:moveTo>
                    <a:pt x="463882" y="3187313"/>
                  </a:moveTo>
                  <a:lnTo>
                    <a:pt x="439178" y="3107304"/>
                  </a:lnTo>
                  <a:lnTo>
                    <a:pt x="427473" y="3184635"/>
                  </a:lnTo>
                  <a:close/>
                  <a:moveTo>
                    <a:pt x="439178" y="3107304"/>
                  </a:moveTo>
                  <a:lnTo>
                    <a:pt x="426087" y="3102420"/>
                  </a:lnTo>
                  <a:lnTo>
                    <a:pt x="427473" y="3184635"/>
                  </a:lnTo>
                  <a:close/>
                  <a:moveTo>
                    <a:pt x="349746" y="3024246"/>
                  </a:moveTo>
                  <a:lnTo>
                    <a:pt x="426087" y="3102420"/>
                  </a:lnTo>
                  <a:lnTo>
                    <a:pt x="347838" y="3020877"/>
                  </a:lnTo>
                  <a:close/>
                  <a:moveTo>
                    <a:pt x="426087" y="3102420"/>
                  </a:moveTo>
                  <a:lnTo>
                    <a:pt x="439178" y="3107304"/>
                  </a:lnTo>
                  <a:lnTo>
                    <a:pt x="347838" y="3020877"/>
                  </a:lnTo>
                  <a:close/>
                  <a:moveTo>
                    <a:pt x="349746" y="3024246"/>
                  </a:moveTo>
                  <a:lnTo>
                    <a:pt x="347838" y="3020877"/>
                  </a:lnTo>
                  <a:lnTo>
                    <a:pt x="346705" y="3020205"/>
                  </a:lnTo>
                  <a:close/>
                  <a:moveTo>
                    <a:pt x="473745" y="3184635"/>
                  </a:moveTo>
                  <a:lnTo>
                    <a:pt x="536785" y="3266850"/>
                  </a:lnTo>
                  <a:lnTo>
                    <a:pt x="469548" y="3182707"/>
                  </a:lnTo>
                  <a:close/>
                  <a:moveTo>
                    <a:pt x="174186" y="2646512"/>
                  </a:moveTo>
                  <a:lnTo>
                    <a:pt x="155326" y="2639454"/>
                  </a:lnTo>
                  <a:lnTo>
                    <a:pt x="231534" y="2645726"/>
                  </a:lnTo>
                  <a:close/>
                  <a:moveTo>
                    <a:pt x="141552" y="2488478"/>
                  </a:moveTo>
                  <a:lnTo>
                    <a:pt x="159116" y="2590171"/>
                  </a:lnTo>
                  <a:lnTo>
                    <a:pt x="199752" y="2526898"/>
                  </a:lnTo>
                  <a:close/>
                  <a:moveTo>
                    <a:pt x="633414" y="2970485"/>
                  </a:moveTo>
                  <a:lnTo>
                    <a:pt x="748459" y="3025547"/>
                  </a:lnTo>
                  <a:lnTo>
                    <a:pt x="678449" y="2986830"/>
                  </a:lnTo>
                  <a:close/>
                  <a:moveTo>
                    <a:pt x="633414" y="2970485"/>
                  </a:moveTo>
                  <a:lnTo>
                    <a:pt x="737410" y="3046623"/>
                  </a:lnTo>
                  <a:lnTo>
                    <a:pt x="748459" y="3025547"/>
                  </a:lnTo>
                  <a:close/>
                  <a:moveTo>
                    <a:pt x="497695" y="2868339"/>
                  </a:moveTo>
                  <a:lnTo>
                    <a:pt x="475673" y="2877450"/>
                  </a:lnTo>
                  <a:lnTo>
                    <a:pt x="532221" y="2933971"/>
                  </a:lnTo>
                  <a:close/>
                  <a:moveTo>
                    <a:pt x="588684" y="2929875"/>
                  </a:moveTo>
                  <a:lnTo>
                    <a:pt x="497695" y="2868339"/>
                  </a:lnTo>
                  <a:lnTo>
                    <a:pt x="532221" y="2933971"/>
                  </a:lnTo>
                  <a:close/>
                  <a:moveTo>
                    <a:pt x="610268" y="2947118"/>
                  </a:moveTo>
                  <a:lnTo>
                    <a:pt x="610686" y="2943332"/>
                  </a:lnTo>
                  <a:lnTo>
                    <a:pt x="588684" y="2929875"/>
                  </a:lnTo>
                  <a:close/>
                  <a:moveTo>
                    <a:pt x="309053" y="2441697"/>
                  </a:moveTo>
                  <a:lnTo>
                    <a:pt x="268216" y="2367826"/>
                  </a:lnTo>
                  <a:lnTo>
                    <a:pt x="308735" y="2452115"/>
                  </a:lnTo>
                  <a:close/>
                  <a:moveTo>
                    <a:pt x="226716" y="2412510"/>
                  </a:moveTo>
                  <a:lnTo>
                    <a:pt x="307531" y="2450042"/>
                  </a:lnTo>
                  <a:lnTo>
                    <a:pt x="308735" y="2452115"/>
                  </a:lnTo>
                  <a:close/>
                  <a:moveTo>
                    <a:pt x="187162" y="2290175"/>
                  </a:moveTo>
                  <a:lnTo>
                    <a:pt x="196971" y="2301299"/>
                  </a:lnTo>
                  <a:lnTo>
                    <a:pt x="178378" y="2285611"/>
                  </a:lnTo>
                  <a:close/>
                  <a:moveTo>
                    <a:pt x="196971" y="2301299"/>
                  </a:moveTo>
                  <a:lnTo>
                    <a:pt x="187162" y="2290175"/>
                  </a:lnTo>
                  <a:lnTo>
                    <a:pt x="268216" y="2367826"/>
                  </a:lnTo>
                  <a:close/>
                  <a:moveTo>
                    <a:pt x="99274" y="2301034"/>
                  </a:moveTo>
                  <a:lnTo>
                    <a:pt x="61635" y="2289158"/>
                  </a:lnTo>
                  <a:lnTo>
                    <a:pt x="0" y="2221058"/>
                  </a:lnTo>
                  <a:close/>
                  <a:moveTo>
                    <a:pt x="22781" y="2302630"/>
                  </a:moveTo>
                  <a:lnTo>
                    <a:pt x="99274" y="2301034"/>
                  </a:lnTo>
                  <a:lnTo>
                    <a:pt x="0" y="2221058"/>
                  </a:lnTo>
                  <a:close/>
                  <a:moveTo>
                    <a:pt x="610686" y="2943332"/>
                  </a:moveTo>
                  <a:lnTo>
                    <a:pt x="633414" y="2970485"/>
                  </a:lnTo>
                  <a:lnTo>
                    <a:pt x="678449" y="2986830"/>
                  </a:lnTo>
                  <a:close/>
                  <a:moveTo>
                    <a:pt x="609252" y="2829445"/>
                  </a:moveTo>
                  <a:lnTo>
                    <a:pt x="690688" y="2823830"/>
                  </a:lnTo>
                  <a:lnTo>
                    <a:pt x="627603" y="2775026"/>
                  </a:lnTo>
                  <a:close/>
                  <a:moveTo>
                    <a:pt x="609252" y="2829445"/>
                  </a:moveTo>
                  <a:lnTo>
                    <a:pt x="627603" y="2775026"/>
                  </a:lnTo>
                  <a:lnTo>
                    <a:pt x="573921" y="2758076"/>
                  </a:lnTo>
                  <a:close/>
                  <a:moveTo>
                    <a:pt x="690688" y="2823830"/>
                  </a:moveTo>
                  <a:lnTo>
                    <a:pt x="756266" y="2831108"/>
                  </a:lnTo>
                  <a:lnTo>
                    <a:pt x="627603" y="2775026"/>
                  </a:lnTo>
                  <a:close/>
                  <a:moveTo>
                    <a:pt x="531178" y="2696687"/>
                  </a:moveTo>
                  <a:lnTo>
                    <a:pt x="529365" y="2708089"/>
                  </a:lnTo>
                  <a:lnTo>
                    <a:pt x="573921" y="2758076"/>
                  </a:lnTo>
                  <a:close/>
                  <a:moveTo>
                    <a:pt x="573921" y="2758076"/>
                  </a:moveTo>
                  <a:lnTo>
                    <a:pt x="627603" y="2775026"/>
                  </a:lnTo>
                  <a:lnTo>
                    <a:pt x="531178" y="2696687"/>
                  </a:lnTo>
                  <a:close/>
                  <a:moveTo>
                    <a:pt x="524970" y="2691658"/>
                  </a:moveTo>
                  <a:lnTo>
                    <a:pt x="531178" y="2696687"/>
                  </a:lnTo>
                  <a:lnTo>
                    <a:pt x="538470" y="2686805"/>
                  </a:lnTo>
                  <a:close/>
                  <a:moveTo>
                    <a:pt x="538470" y="2686805"/>
                  </a:moveTo>
                  <a:lnTo>
                    <a:pt x="554848" y="2658250"/>
                  </a:lnTo>
                  <a:lnTo>
                    <a:pt x="524970" y="2691658"/>
                  </a:lnTo>
                  <a:close/>
                  <a:moveTo>
                    <a:pt x="524970" y="2691658"/>
                  </a:moveTo>
                  <a:lnTo>
                    <a:pt x="554848" y="2658250"/>
                  </a:lnTo>
                  <a:lnTo>
                    <a:pt x="487794" y="2616121"/>
                  </a:lnTo>
                  <a:close/>
                  <a:moveTo>
                    <a:pt x="196971" y="2301299"/>
                  </a:moveTo>
                  <a:lnTo>
                    <a:pt x="296662" y="2361838"/>
                  </a:lnTo>
                  <a:lnTo>
                    <a:pt x="318131" y="2260435"/>
                  </a:lnTo>
                  <a:close/>
                  <a:moveTo>
                    <a:pt x="296662" y="2361838"/>
                  </a:moveTo>
                  <a:lnTo>
                    <a:pt x="309053" y="2441697"/>
                  </a:lnTo>
                  <a:lnTo>
                    <a:pt x="391005" y="2345731"/>
                  </a:lnTo>
                  <a:close/>
                  <a:moveTo>
                    <a:pt x="365333" y="2247175"/>
                  </a:moveTo>
                  <a:lnTo>
                    <a:pt x="318131" y="2260435"/>
                  </a:lnTo>
                  <a:lnTo>
                    <a:pt x="386680" y="2249155"/>
                  </a:lnTo>
                  <a:close/>
                  <a:moveTo>
                    <a:pt x="122910" y="2203396"/>
                  </a:moveTo>
                  <a:lnTo>
                    <a:pt x="178378" y="2285611"/>
                  </a:lnTo>
                  <a:lnTo>
                    <a:pt x="118501" y="2185311"/>
                  </a:lnTo>
                  <a:close/>
                  <a:moveTo>
                    <a:pt x="500312" y="2557143"/>
                  </a:moveTo>
                  <a:lnTo>
                    <a:pt x="568460" y="2562331"/>
                  </a:lnTo>
                  <a:lnTo>
                    <a:pt x="539545" y="2485746"/>
                  </a:lnTo>
                  <a:close/>
                  <a:moveTo>
                    <a:pt x="626934" y="2575385"/>
                  </a:moveTo>
                  <a:lnTo>
                    <a:pt x="632830" y="2455384"/>
                  </a:lnTo>
                  <a:lnTo>
                    <a:pt x="539545" y="2485746"/>
                  </a:lnTo>
                  <a:close/>
                  <a:moveTo>
                    <a:pt x="626934" y="2575385"/>
                  </a:moveTo>
                  <a:lnTo>
                    <a:pt x="539545" y="2485746"/>
                  </a:lnTo>
                  <a:lnTo>
                    <a:pt x="568460" y="2562331"/>
                  </a:lnTo>
                  <a:close/>
                  <a:moveTo>
                    <a:pt x="539545" y="2485746"/>
                  </a:moveTo>
                  <a:lnTo>
                    <a:pt x="569308" y="2427027"/>
                  </a:lnTo>
                  <a:lnTo>
                    <a:pt x="480429" y="2411605"/>
                  </a:lnTo>
                  <a:close/>
                  <a:moveTo>
                    <a:pt x="493791" y="2462352"/>
                  </a:moveTo>
                  <a:lnTo>
                    <a:pt x="539545" y="2485746"/>
                  </a:lnTo>
                  <a:lnTo>
                    <a:pt x="480429" y="2411605"/>
                  </a:lnTo>
                  <a:close/>
                  <a:moveTo>
                    <a:pt x="539545" y="2485746"/>
                  </a:moveTo>
                  <a:lnTo>
                    <a:pt x="632830" y="2455384"/>
                  </a:lnTo>
                  <a:lnTo>
                    <a:pt x="569308" y="2427027"/>
                  </a:lnTo>
                  <a:close/>
                  <a:moveTo>
                    <a:pt x="320037" y="2242742"/>
                  </a:moveTo>
                  <a:lnTo>
                    <a:pt x="318131" y="2260435"/>
                  </a:lnTo>
                  <a:lnTo>
                    <a:pt x="365333" y="2247175"/>
                  </a:lnTo>
                  <a:close/>
                  <a:moveTo>
                    <a:pt x="365333" y="2247175"/>
                  </a:moveTo>
                  <a:lnTo>
                    <a:pt x="341313" y="2131907"/>
                  </a:lnTo>
                  <a:lnTo>
                    <a:pt x="320037" y="2242742"/>
                  </a:lnTo>
                  <a:close/>
                  <a:moveTo>
                    <a:pt x="125543" y="2000529"/>
                  </a:moveTo>
                  <a:lnTo>
                    <a:pt x="220795" y="1962556"/>
                  </a:lnTo>
                  <a:lnTo>
                    <a:pt x="132552" y="1918314"/>
                  </a:lnTo>
                  <a:close/>
                  <a:moveTo>
                    <a:pt x="569308" y="2427027"/>
                  </a:moveTo>
                  <a:lnTo>
                    <a:pt x="632830" y="2455384"/>
                  </a:lnTo>
                  <a:lnTo>
                    <a:pt x="637542" y="2334732"/>
                  </a:lnTo>
                  <a:close/>
                  <a:moveTo>
                    <a:pt x="637542" y="2334732"/>
                  </a:moveTo>
                  <a:lnTo>
                    <a:pt x="632830" y="2455384"/>
                  </a:lnTo>
                  <a:lnTo>
                    <a:pt x="684008" y="2362008"/>
                  </a:lnTo>
                  <a:close/>
                  <a:moveTo>
                    <a:pt x="684008" y="2362008"/>
                  </a:moveTo>
                  <a:lnTo>
                    <a:pt x="632830" y="2455384"/>
                  </a:lnTo>
                  <a:lnTo>
                    <a:pt x="661841" y="2446914"/>
                  </a:lnTo>
                  <a:close/>
                  <a:moveTo>
                    <a:pt x="764412" y="2499162"/>
                  </a:moveTo>
                  <a:lnTo>
                    <a:pt x="757565" y="2429684"/>
                  </a:lnTo>
                  <a:lnTo>
                    <a:pt x="772902" y="2517308"/>
                  </a:lnTo>
                  <a:close/>
                  <a:moveTo>
                    <a:pt x="742628" y="2416947"/>
                  </a:moveTo>
                  <a:lnTo>
                    <a:pt x="757565" y="2429684"/>
                  </a:lnTo>
                  <a:lnTo>
                    <a:pt x="764412" y="2499162"/>
                  </a:lnTo>
                  <a:close/>
                  <a:moveTo>
                    <a:pt x="684008" y="2362008"/>
                  </a:moveTo>
                  <a:lnTo>
                    <a:pt x="757565" y="2429684"/>
                  </a:lnTo>
                  <a:lnTo>
                    <a:pt x="742628" y="2416947"/>
                  </a:lnTo>
                  <a:close/>
                  <a:moveTo>
                    <a:pt x="460237" y="2005871"/>
                  </a:moveTo>
                  <a:lnTo>
                    <a:pt x="434991" y="1988294"/>
                  </a:lnTo>
                  <a:lnTo>
                    <a:pt x="384955" y="2016416"/>
                  </a:lnTo>
                  <a:close/>
                  <a:moveTo>
                    <a:pt x="94534" y="1704335"/>
                  </a:moveTo>
                  <a:lnTo>
                    <a:pt x="132855" y="1694629"/>
                  </a:lnTo>
                  <a:lnTo>
                    <a:pt x="105165" y="1677011"/>
                  </a:lnTo>
                  <a:close/>
                  <a:moveTo>
                    <a:pt x="132855" y="1694629"/>
                  </a:moveTo>
                  <a:lnTo>
                    <a:pt x="94534" y="1704335"/>
                  </a:lnTo>
                  <a:lnTo>
                    <a:pt x="155215" y="1677011"/>
                  </a:lnTo>
                  <a:close/>
                  <a:moveTo>
                    <a:pt x="877007" y="2581377"/>
                  </a:moveTo>
                  <a:lnTo>
                    <a:pt x="880237" y="2590731"/>
                  </a:lnTo>
                  <a:lnTo>
                    <a:pt x="896560" y="2599392"/>
                  </a:lnTo>
                  <a:close/>
                  <a:moveTo>
                    <a:pt x="772902" y="2517308"/>
                  </a:moveTo>
                  <a:lnTo>
                    <a:pt x="877007" y="2581377"/>
                  </a:lnTo>
                  <a:lnTo>
                    <a:pt x="804806" y="2534998"/>
                  </a:lnTo>
                  <a:close/>
                  <a:moveTo>
                    <a:pt x="880237" y="2590731"/>
                  </a:moveTo>
                  <a:lnTo>
                    <a:pt x="877007" y="2581377"/>
                  </a:lnTo>
                  <a:lnTo>
                    <a:pt x="772902" y="2517308"/>
                  </a:lnTo>
                  <a:close/>
                  <a:moveTo>
                    <a:pt x="764412" y="2499162"/>
                  </a:moveTo>
                  <a:lnTo>
                    <a:pt x="772902" y="2517308"/>
                  </a:lnTo>
                  <a:lnTo>
                    <a:pt x="804806" y="2534998"/>
                  </a:lnTo>
                  <a:close/>
                  <a:moveTo>
                    <a:pt x="526691" y="2052485"/>
                  </a:moveTo>
                  <a:lnTo>
                    <a:pt x="547636" y="1978708"/>
                  </a:lnTo>
                  <a:lnTo>
                    <a:pt x="460237" y="2005871"/>
                  </a:lnTo>
                  <a:close/>
                  <a:moveTo>
                    <a:pt x="434991" y="1988294"/>
                  </a:moveTo>
                  <a:lnTo>
                    <a:pt x="540426" y="1888637"/>
                  </a:lnTo>
                  <a:lnTo>
                    <a:pt x="474849" y="1922115"/>
                  </a:lnTo>
                  <a:close/>
                  <a:moveTo>
                    <a:pt x="547636" y="1978708"/>
                  </a:moveTo>
                  <a:lnTo>
                    <a:pt x="526691" y="2052485"/>
                  </a:lnTo>
                  <a:lnTo>
                    <a:pt x="619479" y="1980893"/>
                  </a:lnTo>
                  <a:close/>
                  <a:moveTo>
                    <a:pt x="619479" y="1980893"/>
                  </a:moveTo>
                  <a:lnTo>
                    <a:pt x="621401" y="1912732"/>
                  </a:lnTo>
                  <a:lnTo>
                    <a:pt x="540426" y="1888637"/>
                  </a:lnTo>
                  <a:close/>
                  <a:moveTo>
                    <a:pt x="1064995" y="2422290"/>
                  </a:moveTo>
                  <a:lnTo>
                    <a:pt x="1078549" y="2507303"/>
                  </a:lnTo>
                  <a:lnTo>
                    <a:pt x="1045995" y="2460726"/>
                  </a:lnTo>
                  <a:close/>
                  <a:moveTo>
                    <a:pt x="1046461" y="2516185"/>
                  </a:moveTo>
                  <a:lnTo>
                    <a:pt x="1078549" y="2507303"/>
                  </a:lnTo>
                  <a:lnTo>
                    <a:pt x="1064995" y="2422290"/>
                  </a:lnTo>
                  <a:close/>
                  <a:moveTo>
                    <a:pt x="1107370" y="2527260"/>
                  </a:moveTo>
                  <a:lnTo>
                    <a:pt x="1078549" y="2507303"/>
                  </a:lnTo>
                  <a:lnTo>
                    <a:pt x="1046461" y="2516185"/>
                  </a:lnTo>
                  <a:close/>
                  <a:moveTo>
                    <a:pt x="1107370" y="2527260"/>
                  </a:moveTo>
                  <a:lnTo>
                    <a:pt x="1146236" y="2542941"/>
                  </a:lnTo>
                  <a:lnTo>
                    <a:pt x="1078549" y="2507303"/>
                  </a:lnTo>
                  <a:close/>
                  <a:moveTo>
                    <a:pt x="974581" y="2397239"/>
                  </a:moveTo>
                  <a:lnTo>
                    <a:pt x="944296" y="2378511"/>
                  </a:lnTo>
                  <a:lnTo>
                    <a:pt x="1035976" y="2411582"/>
                  </a:lnTo>
                  <a:close/>
                  <a:moveTo>
                    <a:pt x="953389" y="2175644"/>
                  </a:moveTo>
                  <a:lnTo>
                    <a:pt x="934431" y="2247125"/>
                  </a:lnTo>
                  <a:lnTo>
                    <a:pt x="977353" y="2192399"/>
                  </a:lnTo>
                  <a:close/>
                  <a:moveTo>
                    <a:pt x="886070" y="2129767"/>
                  </a:moveTo>
                  <a:lnTo>
                    <a:pt x="837580" y="2124949"/>
                  </a:lnTo>
                  <a:lnTo>
                    <a:pt x="953389" y="2175644"/>
                  </a:lnTo>
                  <a:close/>
                  <a:moveTo>
                    <a:pt x="781339" y="2011214"/>
                  </a:moveTo>
                  <a:lnTo>
                    <a:pt x="825417" y="2118198"/>
                  </a:lnTo>
                  <a:lnTo>
                    <a:pt x="799982" y="2094924"/>
                  </a:lnTo>
                  <a:close/>
                  <a:moveTo>
                    <a:pt x="799982" y="2094924"/>
                  </a:moveTo>
                  <a:lnTo>
                    <a:pt x="825417" y="2118198"/>
                  </a:lnTo>
                  <a:lnTo>
                    <a:pt x="837580" y="2124949"/>
                  </a:lnTo>
                  <a:close/>
                  <a:moveTo>
                    <a:pt x="540515" y="1884405"/>
                  </a:moveTo>
                  <a:lnTo>
                    <a:pt x="474849" y="1922115"/>
                  </a:lnTo>
                  <a:lnTo>
                    <a:pt x="540426" y="1888637"/>
                  </a:lnTo>
                  <a:close/>
                  <a:moveTo>
                    <a:pt x="540515" y="1884405"/>
                  </a:moveTo>
                  <a:lnTo>
                    <a:pt x="498892" y="1857651"/>
                  </a:lnTo>
                  <a:lnTo>
                    <a:pt x="474849" y="1922115"/>
                  </a:lnTo>
                  <a:close/>
                  <a:moveTo>
                    <a:pt x="498892" y="1857651"/>
                  </a:moveTo>
                  <a:lnTo>
                    <a:pt x="533965" y="1864481"/>
                  </a:lnTo>
                  <a:lnTo>
                    <a:pt x="529032" y="1764568"/>
                  </a:lnTo>
                  <a:close/>
                  <a:moveTo>
                    <a:pt x="540515" y="1884405"/>
                  </a:moveTo>
                  <a:lnTo>
                    <a:pt x="533965" y="1864481"/>
                  </a:lnTo>
                  <a:lnTo>
                    <a:pt x="498892" y="1857651"/>
                  </a:lnTo>
                  <a:close/>
                  <a:moveTo>
                    <a:pt x="466886" y="1720790"/>
                  </a:moveTo>
                  <a:lnTo>
                    <a:pt x="458243" y="1690514"/>
                  </a:lnTo>
                  <a:lnTo>
                    <a:pt x="529032" y="1764568"/>
                  </a:lnTo>
                  <a:close/>
                  <a:moveTo>
                    <a:pt x="886070" y="2129767"/>
                  </a:moveTo>
                  <a:lnTo>
                    <a:pt x="799982" y="2094924"/>
                  </a:lnTo>
                  <a:lnTo>
                    <a:pt x="837580" y="2124949"/>
                  </a:lnTo>
                  <a:close/>
                  <a:moveTo>
                    <a:pt x="1197708" y="2383853"/>
                  </a:moveTo>
                  <a:lnTo>
                    <a:pt x="1194545" y="2447129"/>
                  </a:lnTo>
                  <a:lnTo>
                    <a:pt x="1250075" y="2439545"/>
                  </a:lnTo>
                  <a:close/>
                  <a:moveTo>
                    <a:pt x="1197708" y="2383853"/>
                  </a:moveTo>
                  <a:lnTo>
                    <a:pt x="1159759" y="2422290"/>
                  </a:lnTo>
                  <a:lnTo>
                    <a:pt x="1194545" y="2447129"/>
                  </a:lnTo>
                  <a:close/>
                  <a:moveTo>
                    <a:pt x="953389" y="2175644"/>
                  </a:moveTo>
                  <a:lnTo>
                    <a:pt x="977353" y="2192399"/>
                  </a:lnTo>
                  <a:lnTo>
                    <a:pt x="986833" y="2164293"/>
                  </a:lnTo>
                  <a:close/>
                  <a:moveTo>
                    <a:pt x="886070" y="2129767"/>
                  </a:moveTo>
                  <a:lnTo>
                    <a:pt x="953389" y="2175644"/>
                  </a:lnTo>
                  <a:lnTo>
                    <a:pt x="926376" y="2065262"/>
                  </a:lnTo>
                  <a:close/>
                  <a:moveTo>
                    <a:pt x="926376" y="2065262"/>
                  </a:moveTo>
                  <a:lnTo>
                    <a:pt x="953389" y="2175644"/>
                  </a:lnTo>
                  <a:lnTo>
                    <a:pt x="988737" y="2062654"/>
                  </a:lnTo>
                  <a:close/>
                  <a:moveTo>
                    <a:pt x="988737" y="2062654"/>
                  </a:moveTo>
                  <a:lnTo>
                    <a:pt x="953389" y="2175644"/>
                  </a:lnTo>
                  <a:lnTo>
                    <a:pt x="986833" y="2164293"/>
                  </a:lnTo>
                  <a:close/>
                  <a:moveTo>
                    <a:pt x="988737" y="2062654"/>
                  </a:moveTo>
                  <a:lnTo>
                    <a:pt x="952613" y="2054992"/>
                  </a:lnTo>
                  <a:lnTo>
                    <a:pt x="926376" y="2065262"/>
                  </a:lnTo>
                  <a:close/>
                  <a:moveTo>
                    <a:pt x="1093941" y="2137208"/>
                  </a:moveTo>
                  <a:lnTo>
                    <a:pt x="1093700" y="2138004"/>
                  </a:lnTo>
                  <a:lnTo>
                    <a:pt x="1098150" y="2219423"/>
                  </a:lnTo>
                  <a:close/>
                  <a:moveTo>
                    <a:pt x="1007863" y="2175644"/>
                  </a:moveTo>
                  <a:lnTo>
                    <a:pt x="986833" y="2164293"/>
                  </a:lnTo>
                  <a:lnTo>
                    <a:pt x="977353" y="2192399"/>
                  </a:lnTo>
                  <a:close/>
                  <a:moveTo>
                    <a:pt x="986833" y="2164293"/>
                  </a:moveTo>
                  <a:lnTo>
                    <a:pt x="1009036" y="2093429"/>
                  </a:lnTo>
                  <a:lnTo>
                    <a:pt x="988737" y="2062654"/>
                  </a:lnTo>
                  <a:close/>
                  <a:moveTo>
                    <a:pt x="886070" y="2129767"/>
                  </a:moveTo>
                  <a:lnTo>
                    <a:pt x="926376" y="2065262"/>
                  </a:lnTo>
                  <a:lnTo>
                    <a:pt x="803024" y="2097930"/>
                  </a:lnTo>
                  <a:close/>
                  <a:moveTo>
                    <a:pt x="879943" y="2054992"/>
                  </a:moveTo>
                  <a:lnTo>
                    <a:pt x="780805" y="2010421"/>
                  </a:lnTo>
                  <a:lnTo>
                    <a:pt x="781339" y="2011214"/>
                  </a:lnTo>
                  <a:close/>
                  <a:moveTo>
                    <a:pt x="781339" y="2011214"/>
                  </a:moveTo>
                  <a:lnTo>
                    <a:pt x="792746" y="2059501"/>
                  </a:lnTo>
                  <a:lnTo>
                    <a:pt x="879943" y="2054992"/>
                  </a:lnTo>
                  <a:close/>
                  <a:moveTo>
                    <a:pt x="988737" y="2062654"/>
                  </a:moveTo>
                  <a:lnTo>
                    <a:pt x="949667" y="1994324"/>
                  </a:lnTo>
                  <a:lnTo>
                    <a:pt x="952613" y="2054992"/>
                  </a:lnTo>
                  <a:close/>
                  <a:moveTo>
                    <a:pt x="1037668" y="2054992"/>
                  </a:moveTo>
                  <a:lnTo>
                    <a:pt x="1093941" y="2137208"/>
                  </a:lnTo>
                  <a:lnTo>
                    <a:pt x="1095848" y="2098771"/>
                  </a:lnTo>
                  <a:close/>
                  <a:moveTo>
                    <a:pt x="1264744" y="2159633"/>
                  </a:moveTo>
                  <a:lnTo>
                    <a:pt x="1314092" y="2185032"/>
                  </a:lnTo>
                  <a:lnTo>
                    <a:pt x="1309697" y="2180986"/>
                  </a:lnTo>
                  <a:close/>
                  <a:moveTo>
                    <a:pt x="1295736" y="2094936"/>
                  </a:moveTo>
                  <a:lnTo>
                    <a:pt x="1309697" y="2180986"/>
                  </a:lnTo>
                  <a:lnTo>
                    <a:pt x="1307629" y="2160869"/>
                  </a:lnTo>
                  <a:close/>
                  <a:moveTo>
                    <a:pt x="1264744" y="2159633"/>
                  </a:moveTo>
                  <a:lnTo>
                    <a:pt x="1309697" y="2180986"/>
                  </a:lnTo>
                  <a:lnTo>
                    <a:pt x="1295736" y="2094936"/>
                  </a:lnTo>
                  <a:close/>
                  <a:moveTo>
                    <a:pt x="1316594" y="1979187"/>
                  </a:moveTo>
                  <a:lnTo>
                    <a:pt x="1313080" y="1978119"/>
                  </a:lnTo>
                  <a:lnTo>
                    <a:pt x="1295736" y="2094936"/>
                  </a:lnTo>
                  <a:close/>
                  <a:moveTo>
                    <a:pt x="1404200" y="2067350"/>
                  </a:moveTo>
                  <a:lnTo>
                    <a:pt x="1295736" y="2094936"/>
                  </a:lnTo>
                  <a:lnTo>
                    <a:pt x="1307629" y="2160869"/>
                  </a:lnTo>
                  <a:close/>
                  <a:moveTo>
                    <a:pt x="1295736" y="2094936"/>
                  </a:moveTo>
                  <a:lnTo>
                    <a:pt x="1404200" y="2067350"/>
                  </a:lnTo>
                  <a:lnTo>
                    <a:pt x="1316594" y="1979187"/>
                  </a:lnTo>
                  <a:close/>
                  <a:moveTo>
                    <a:pt x="1404200" y="2067350"/>
                  </a:moveTo>
                  <a:lnTo>
                    <a:pt x="1397570" y="2003286"/>
                  </a:lnTo>
                  <a:lnTo>
                    <a:pt x="1316594" y="1979187"/>
                  </a:lnTo>
                  <a:close/>
                  <a:moveTo>
                    <a:pt x="1221385" y="1994699"/>
                  </a:moveTo>
                  <a:lnTo>
                    <a:pt x="1313080" y="1978119"/>
                  </a:lnTo>
                  <a:lnTo>
                    <a:pt x="1222933" y="1907662"/>
                  </a:lnTo>
                  <a:close/>
                  <a:moveTo>
                    <a:pt x="1212664" y="1978119"/>
                  </a:moveTo>
                  <a:lnTo>
                    <a:pt x="1221385" y="1994699"/>
                  </a:lnTo>
                  <a:lnTo>
                    <a:pt x="1222933" y="1907662"/>
                  </a:lnTo>
                  <a:close/>
                  <a:moveTo>
                    <a:pt x="994148" y="1824791"/>
                  </a:moveTo>
                  <a:lnTo>
                    <a:pt x="1008178" y="1852126"/>
                  </a:lnTo>
                  <a:lnTo>
                    <a:pt x="1013258" y="1842533"/>
                  </a:lnTo>
                  <a:close/>
                  <a:moveTo>
                    <a:pt x="1027374" y="1813689"/>
                  </a:moveTo>
                  <a:lnTo>
                    <a:pt x="994148" y="1824791"/>
                  </a:lnTo>
                  <a:lnTo>
                    <a:pt x="1013258" y="1842533"/>
                  </a:lnTo>
                  <a:close/>
                  <a:moveTo>
                    <a:pt x="958011" y="1769911"/>
                  </a:moveTo>
                  <a:lnTo>
                    <a:pt x="994148" y="1824791"/>
                  </a:lnTo>
                  <a:lnTo>
                    <a:pt x="1027374" y="1813689"/>
                  </a:lnTo>
                  <a:close/>
                  <a:moveTo>
                    <a:pt x="948579" y="1687695"/>
                  </a:moveTo>
                  <a:lnTo>
                    <a:pt x="958011" y="1769911"/>
                  </a:lnTo>
                  <a:lnTo>
                    <a:pt x="992293" y="1731474"/>
                  </a:lnTo>
                  <a:close/>
                  <a:moveTo>
                    <a:pt x="1313080" y="1978119"/>
                  </a:moveTo>
                  <a:lnTo>
                    <a:pt x="1316594" y="1979187"/>
                  </a:lnTo>
                  <a:lnTo>
                    <a:pt x="1317868" y="1976852"/>
                  </a:lnTo>
                  <a:close/>
                  <a:moveTo>
                    <a:pt x="1222933" y="1907662"/>
                  </a:moveTo>
                  <a:lnTo>
                    <a:pt x="1313080" y="1978119"/>
                  </a:lnTo>
                  <a:lnTo>
                    <a:pt x="1333355" y="1857468"/>
                  </a:lnTo>
                  <a:close/>
                  <a:moveTo>
                    <a:pt x="1333355" y="1857468"/>
                  </a:moveTo>
                  <a:lnTo>
                    <a:pt x="1313080" y="1978119"/>
                  </a:lnTo>
                  <a:lnTo>
                    <a:pt x="1346227" y="1874777"/>
                  </a:lnTo>
                  <a:close/>
                  <a:moveTo>
                    <a:pt x="1346227" y="1874777"/>
                  </a:moveTo>
                  <a:lnTo>
                    <a:pt x="1313080" y="1978119"/>
                  </a:lnTo>
                  <a:lnTo>
                    <a:pt x="1317868" y="1976852"/>
                  </a:lnTo>
                  <a:close/>
                  <a:moveTo>
                    <a:pt x="858313" y="1207264"/>
                  </a:moveTo>
                  <a:lnTo>
                    <a:pt x="914740" y="1281962"/>
                  </a:lnTo>
                  <a:lnTo>
                    <a:pt x="876893" y="1234647"/>
                  </a:lnTo>
                  <a:close/>
                  <a:moveTo>
                    <a:pt x="1881693" y="2421986"/>
                  </a:moveTo>
                  <a:lnTo>
                    <a:pt x="2001889" y="2439037"/>
                  </a:lnTo>
                  <a:lnTo>
                    <a:pt x="1965217" y="2394537"/>
                  </a:lnTo>
                  <a:close/>
                  <a:moveTo>
                    <a:pt x="1729944" y="2324079"/>
                  </a:moveTo>
                  <a:lnTo>
                    <a:pt x="1791074" y="2334973"/>
                  </a:lnTo>
                  <a:lnTo>
                    <a:pt x="1763730" y="2321121"/>
                  </a:lnTo>
                  <a:close/>
                  <a:moveTo>
                    <a:pt x="1546195" y="2065107"/>
                  </a:moveTo>
                  <a:lnTo>
                    <a:pt x="1571479" y="2104113"/>
                  </a:lnTo>
                  <a:lnTo>
                    <a:pt x="1588120" y="2006657"/>
                  </a:lnTo>
                  <a:close/>
                  <a:moveTo>
                    <a:pt x="1588120" y="2006657"/>
                  </a:moveTo>
                  <a:lnTo>
                    <a:pt x="1571479" y="2104113"/>
                  </a:lnTo>
                  <a:lnTo>
                    <a:pt x="1649917" y="1988770"/>
                  </a:lnTo>
                  <a:close/>
                  <a:moveTo>
                    <a:pt x="1649917" y="1988770"/>
                  </a:moveTo>
                  <a:lnTo>
                    <a:pt x="1571479" y="2104113"/>
                  </a:lnTo>
                  <a:lnTo>
                    <a:pt x="1663832" y="2077549"/>
                  </a:lnTo>
                  <a:close/>
                  <a:moveTo>
                    <a:pt x="1645479" y="2157657"/>
                  </a:moveTo>
                  <a:lnTo>
                    <a:pt x="1718477" y="2093716"/>
                  </a:lnTo>
                  <a:lnTo>
                    <a:pt x="1663832" y="2077549"/>
                  </a:lnTo>
                  <a:close/>
                  <a:moveTo>
                    <a:pt x="1663832" y="2077549"/>
                  </a:moveTo>
                  <a:lnTo>
                    <a:pt x="1718477" y="2093716"/>
                  </a:lnTo>
                  <a:lnTo>
                    <a:pt x="1649917" y="1988770"/>
                  </a:lnTo>
                  <a:close/>
                  <a:moveTo>
                    <a:pt x="1547475" y="1983461"/>
                  </a:moveTo>
                  <a:lnTo>
                    <a:pt x="1546195" y="2065107"/>
                  </a:lnTo>
                  <a:lnTo>
                    <a:pt x="1588120" y="2006657"/>
                  </a:lnTo>
                  <a:close/>
                  <a:moveTo>
                    <a:pt x="1547475" y="1983461"/>
                  </a:moveTo>
                  <a:lnTo>
                    <a:pt x="1518108" y="2021898"/>
                  </a:lnTo>
                  <a:lnTo>
                    <a:pt x="1546195" y="2065107"/>
                  </a:lnTo>
                  <a:close/>
                  <a:moveTo>
                    <a:pt x="1547475" y="1983461"/>
                  </a:moveTo>
                  <a:lnTo>
                    <a:pt x="1527584" y="1995526"/>
                  </a:lnTo>
                  <a:lnTo>
                    <a:pt x="1518108" y="2021898"/>
                  </a:lnTo>
                  <a:close/>
                  <a:moveTo>
                    <a:pt x="1492291" y="1736816"/>
                  </a:moveTo>
                  <a:lnTo>
                    <a:pt x="1430306" y="1695273"/>
                  </a:lnTo>
                  <a:lnTo>
                    <a:pt x="1481194" y="1765070"/>
                  </a:lnTo>
                  <a:close/>
                  <a:moveTo>
                    <a:pt x="782725" y="946022"/>
                  </a:moveTo>
                  <a:lnTo>
                    <a:pt x="762513" y="924278"/>
                  </a:lnTo>
                  <a:lnTo>
                    <a:pt x="825803" y="996880"/>
                  </a:lnTo>
                  <a:close/>
                  <a:moveTo>
                    <a:pt x="825803" y="996880"/>
                  </a:moveTo>
                  <a:lnTo>
                    <a:pt x="762513" y="924278"/>
                  </a:lnTo>
                  <a:lnTo>
                    <a:pt x="773350" y="953102"/>
                  </a:lnTo>
                  <a:close/>
                  <a:moveTo>
                    <a:pt x="74754" y="295381"/>
                  </a:moveTo>
                  <a:lnTo>
                    <a:pt x="147527" y="360054"/>
                  </a:lnTo>
                  <a:lnTo>
                    <a:pt x="119433" y="282802"/>
                  </a:lnTo>
                  <a:close/>
                  <a:moveTo>
                    <a:pt x="28148" y="213166"/>
                  </a:moveTo>
                  <a:lnTo>
                    <a:pt x="119433" y="282802"/>
                  </a:lnTo>
                  <a:lnTo>
                    <a:pt x="95810" y="201914"/>
                  </a:lnTo>
                  <a:close/>
                  <a:moveTo>
                    <a:pt x="95810" y="201914"/>
                  </a:moveTo>
                  <a:lnTo>
                    <a:pt x="130681" y="295381"/>
                  </a:lnTo>
                  <a:lnTo>
                    <a:pt x="123949" y="213166"/>
                  </a:lnTo>
                  <a:close/>
                  <a:moveTo>
                    <a:pt x="1965217" y="2394537"/>
                  </a:moveTo>
                  <a:lnTo>
                    <a:pt x="2001889" y="2439037"/>
                  </a:lnTo>
                  <a:lnTo>
                    <a:pt x="2021081" y="2369258"/>
                  </a:lnTo>
                  <a:close/>
                  <a:moveTo>
                    <a:pt x="2075794" y="2273886"/>
                  </a:moveTo>
                  <a:lnTo>
                    <a:pt x="2029579" y="2327365"/>
                  </a:lnTo>
                  <a:lnTo>
                    <a:pt x="2086525" y="2276553"/>
                  </a:lnTo>
                  <a:close/>
                  <a:moveTo>
                    <a:pt x="2086525" y="2276553"/>
                  </a:moveTo>
                  <a:lnTo>
                    <a:pt x="2029579" y="2327365"/>
                  </a:lnTo>
                  <a:lnTo>
                    <a:pt x="2021081" y="2369258"/>
                  </a:lnTo>
                  <a:close/>
                  <a:moveTo>
                    <a:pt x="2086525" y="2276553"/>
                  </a:moveTo>
                  <a:lnTo>
                    <a:pt x="2060347" y="2197743"/>
                  </a:lnTo>
                  <a:lnTo>
                    <a:pt x="2075794" y="2273886"/>
                  </a:lnTo>
                  <a:close/>
                  <a:moveTo>
                    <a:pt x="2060347" y="2197743"/>
                  </a:moveTo>
                  <a:lnTo>
                    <a:pt x="2047732" y="2191670"/>
                  </a:lnTo>
                  <a:lnTo>
                    <a:pt x="2075794" y="2273886"/>
                  </a:lnTo>
                  <a:close/>
                  <a:moveTo>
                    <a:pt x="1892531" y="2308826"/>
                  </a:moveTo>
                  <a:lnTo>
                    <a:pt x="1801291" y="2226574"/>
                  </a:lnTo>
                  <a:lnTo>
                    <a:pt x="1803110" y="2230107"/>
                  </a:lnTo>
                  <a:close/>
                  <a:moveTo>
                    <a:pt x="2060347" y="2197743"/>
                  </a:moveTo>
                  <a:lnTo>
                    <a:pt x="1978374" y="2135920"/>
                  </a:lnTo>
                  <a:lnTo>
                    <a:pt x="2047732" y="2191670"/>
                  </a:lnTo>
                  <a:close/>
                  <a:moveTo>
                    <a:pt x="1568728" y="1894091"/>
                  </a:moveTo>
                  <a:lnTo>
                    <a:pt x="1668263" y="1812438"/>
                  </a:lnTo>
                  <a:lnTo>
                    <a:pt x="1557735" y="1819032"/>
                  </a:lnTo>
                  <a:close/>
                  <a:moveTo>
                    <a:pt x="1557735" y="1819032"/>
                  </a:moveTo>
                  <a:lnTo>
                    <a:pt x="1668263" y="1812438"/>
                  </a:lnTo>
                  <a:lnTo>
                    <a:pt x="1640839" y="1780595"/>
                  </a:lnTo>
                  <a:close/>
                  <a:moveTo>
                    <a:pt x="1640839" y="1780595"/>
                  </a:moveTo>
                  <a:lnTo>
                    <a:pt x="1573634" y="1737297"/>
                  </a:lnTo>
                  <a:lnTo>
                    <a:pt x="1523443" y="1764842"/>
                  </a:lnTo>
                  <a:close/>
                  <a:moveTo>
                    <a:pt x="1435727" y="1641350"/>
                  </a:moveTo>
                  <a:lnTo>
                    <a:pt x="1407021" y="1736816"/>
                  </a:lnTo>
                  <a:lnTo>
                    <a:pt x="1430306" y="1695273"/>
                  </a:lnTo>
                  <a:close/>
                  <a:moveTo>
                    <a:pt x="1435727" y="1641350"/>
                  </a:moveTo>
                  <a:lnTo>
                    <a:pt x="1403379" y="1594600"/>
                  </a:lnTo>
                  <a:lnTo>
                    <a:pt x="1383579" y="1623153"/>
                  </a:lnTo>
                  <a:close/>
                  <a:moveTo>
                    <a:pt x="1403379" y="1594600"/>
                  </a:moveTo>
                  <a:lnTo>
                    <a:pt x="1435727" y="1641350"/>
                  </a:lnTo>
                  <a:lnTo>
                    <a:pt x="1534333" y="1590354"/>
                  </a:lnTo>
                  <a:close/>
                  <a:moveTo>
                    <a:pt x="1149132" y="1392293"/>
                  </a:moveTo>
                  <a:lnTo>
                    <a:pt x="1123629" y="1325741"/>
                  </a:lnTo>
                  <a:lnTo>
                    <a:pt x="1118197" y="1317351"/>
                  </a:lnTo>
                  <a:close/>
                  <a:moveTo>
                    <a:pt x="1107573" y="1225896"/>
                  </a:moveTo>
                  <a:lnTo>
                    <a:pt x="1123629" y="1325741"/>
                  </a:lnTo>
                  <a:lnTo>
                    <a:pt x="1153233" y="1243526"/>
                  </a:lnTo>
                  <a:close/>
                  <a:moveTo>
                    <a:pt x="1107573" y="1225896"/>
                  </a:moveTo>
                  <a:lnTo>
                    <a:pt x="1118197" y="1317351"/>
                  </a:lnTo>
                  <a:lnTo>
                    <a:pt x="1123629" y="1325741"/>
                  </a:lnTo>
                  <a:close/>
                  <a:moveTo>
                    <a:pt x="1107573" y="1225896"/>
                  </a:moveTo>
                  <a:lnTo>
                    <a:pt x="1069646" y="1182802"/>
                  </a:lnTo>
                  <a:lnTo>
                    <a:pt x="1009683" y="1144794"/>
                  </a:lnTo>
                  <a:close/>
                  <a:moveTo>
                    <a:pt x="983412" y="1066060"/>
                  </a:moveTo>
                  <a:lnTo>
                    <a:pt x="928795" y="1079095"/>
                  </a:lnTo>
                  <a:lnTo>
                    <a:pt x="945567" y="1136327"/>
                  </a:lnTo>
                  <a:close/>
                  <a:moveTo>
                    <a:pt x="885202" y="1050511"/>
                  </a:moveTo>
                  <a:lnTo>
                    <a:pt x="998208" y="979159"/>
                  </a:lnTo>
                  <a:lnTo>
                    <a:pt x="926348" y="989147"/>
                  </a:lnTo>
                  <a:close/>
                  <a:moveTo>
                    <a:pt x="782725" y="946022"/>
                  </a:moveTo>
                  <a:lnTo>
                    <a:pt x="825803" y="996880"/>
                  </a:lnTo>
                  <a:lnTo>
                    <a:pt x="825574" y="973104"/>
                  </a:lnTo>
                  <a:close/>
                  <a:moveTo>
                    <a:pt x="23407" y="0"/>
                  </a:moveTo>
                  <a:lnTo>
                    <a:pt x="66248" y="92514"/>
                  </a:lnTo>
                  <a:lnTo>
                    <a:pt x="57959" y="10299"/>
                  </a:lnTo>
                  <a:close/>
                  <a:moveTo>
                    <a:pt x="2024899" y="2165969"/>
                  </a:moveTo>
                  <a:lnTo>
                    <a:pt x="2075794" y="2273886"/>
                  </a:lnTo>
                  <a:lnTo>
                    <a:pt x="2047732" y="2191670"/>
                  </a:lnTo>
                  <a:close/>
                  <a:moveTo>
                    <a:pt x="1901977" y="2105219"/>
                  </a:moveTo>
                  <a:lnTo>
                    <a:pt x="1978374" y="2135920"/>
                  </a:lnTo>
                  <a:lnTo>
                    <a:pt x="1920763" y="2109456"/>
                  </a:lnTo>
                  <a:close/>
                  <a:moveTo>
                    <a:pt x="2024899" y="2165969"/>
                  </a:moveTo>
                  <a:lnTo>
                    <a:pt x="1978374" y="2135920"/>
                  </a:lnTo>
                  <a:lnTo>
                    <a:pt x="1901977" y="2105219"/>
                  </a:lnTo>
                  <a:close/>
                  <a:moveTo>
                    <a:pt x="2024899" y="2165969"/>
                  </a:moveTo>
                  <a:lnTo>
                    <a:pt x="2047732" y="2191670"/>
                  </a:lnTo>
                  <a:lnTo>
                    <a:pt x="1978374" y="2135920"/>
                  </a:lnTo>
                  <a:close/>
                  <a:moveTo>
                    <a:pt x="1901977" y="2105219"/>
                  </a:moveTo>
                  <a:lnTo>
                    <a:pt x="1920763" y="2109456"/>
                  </a:lnTo>
                  <a:lnTo>
                    <a:pt x="1894592" y="2101331"/>
                  </a:lnTo>
                  <a:close/>
                  <a:moveTo>
                    <a:pt x="1640839" y="1780595"/>
                  </a:moveTo>
                  <a:lnTo>
                    <a:pt x="1668263" y="1812438"/>
                  </a:lnTo>
                  <a:lnTo>
                    <a:pt x="1677030" y="1766544"/>
                  </a:lnTo>
                  <a:close/>
                  <a:moveTo>
                    <a:pt x="1640839" y="1780595"/>
                  </a:moveTo>
                  <a:lnTo>
                    <a:pt x="1677030" y="1766544"/>
                  </a:lnTo>
                  <a:lnTo>
                    <a:pt x="1573634" y="1737297"/>
                  </a:lnTo>
                  <a:close/>
                  <a:moveTo>
                    <a:pt x="1573634" y="1737297"/>
                  </a:moveTo>
                  <a:lnTo>
                    <a:pt x="1677030" y="1766544"/>
                  </a:lnTo>
                  <a:lnTo>
                    <a:pt x="1699373" y="1713550"/>
                  </a:lnTo>
                  <a:close/>
                  <a:moveTo>
                    <a:pt x="1677030" y="1766544"/>
                  </a:moveTo>
                  <a:lnTo>
                    <a:pt x="1668263" y="1812438"/>
                  </a:lnTo>
                  <a:lnTo>
                    <a:pt x="1675197" y="1780595"/>
                  </a:lnTo>
                  <a:close/>
                  <a:moveTo>
                    <a:pt x="1074788" y="952273"/>
                  </a:moveTo>
                  <a:lnTo>
                    <a:pt x="998208" y="979159"/>
                  </a:lnTo>
                  <a:lnTo>
                    <a:pt x="1069842" y="968333"/>
                  </a:lnTo>
                  <a:close/>
                  <a:moveTo>
                    <a:pt x="1543668" y="1313911"/>
                  </a:moveTo>
                  <a:lnTo>
                    <a:pt x="1525809" y="1343283"/>
                  </a:lnTo>
                  <a:lnTo>
                    <a:pt x="1572647" y="1331083"/>
                  </a:lnTo>
                  <a:close/>
                  <a:moveTo>
                    <a:pt x="1563956" y="1270705"/>
                  </a:moveTo>
                  <a:lnTo>
                    <a:pt x="1594008" y="1319607"/>
                  </a:lnTo>
                  <a:lnTo>
                    <a:pt x="1636512" y="126332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34" name="Candidate_density__2033">
              <a:extLst>
                <a:ext uri="{FF2B5EF4-FFF2-40B4-BE49-F238E27FC236}">
                  <a16:creationId xmlns:a16="http://schemas.microsoft.com/office/drawing/2014/main" id="{3D47AE39-CEED-A046-05B0-A1A072D72F9C}"/>
                </a:ext>
              </a:extLst>
            </p:cNvPr>
            <p:cNvSpPr>
              <a:spLocks noGrp="1"/>
            </p:cNvSpPr>
            <p:nvPr/>
          </p:nvSpPr>
          <p:spPr>
            <a:xfrm>
              <a:off x="4776462" y="2202581"/>
              <a:ext cx="2088288" cy="3340969"/>
            </a:xfrm>
            <a:custGeom>
              <a:avLst/>
              <a:gdLst/>
              <a:ahLst/>
              <a:cxnLst/>
              <a:rect l="0" t="0" r="0" b="0"/>
              <a:pathLst>
                <a:path w="2088288" h="3340969">
                  <a:moveTo>
                    <a:pt x="600221" y="3320706"/>
                  </a:moveTo>
                  <a:lnTo>
                    <a:pt x="575433" y="3291484"/>
                  </a:lnTo>
                  <a:lnTo>
                    <a:pt x="522031" y="3307027"/>
                  </a:lnTo>
                  <a:close/>
                  <a:moveTo>
                    <a:pt x="133146" y="2752477"/>
                  </a:moveTo>
                  <a:lnTo>
                    <a:pt x="53929" y="2734956"/>
                  </a:lnTo>
                  <a:lnTo>
                    <a:pt x="0" y="2707123"/>
                  </a:lnTo>
                  <a:close/>
                  <a:moveTo>
                    <a:pt x="653536" y="3295366"/>
                  </a:moveTo>
                  <a:lnTo>
                    <a:pt x="643902" y="3333802"/>
                  </a:lnTo>
                  <a:lnTo>
                    <a:pt x="663199" y="3340969"/>
                  </a:lnTo>
                  <a:close/>
                  <a:moveTo>
                    <a:pt x="200819" y="2511635"/>
                  </a:moveTo>
                  <a:lnTo>
                    <a:pt x="273138" y="2503367"/>
                  </a:lnTo>
                  <a:lnTo>
                    <a:pt x="308597" y="2434779"/>
                  </a:lnTo>
                  <a:close/>
                  <a:moveTo>
                    <a:pt x="889412" y="3069336"/>
                  </a:moveTo>
                  <a:lnTo>
                    <a:pt x="911101" y="3064911"/>
                  </a:lnTo>
                  <a:lnTo>
                    <a:pt x="888568" y="3054063"/>
                  </a:lnTo>
                  <a:close/>
                  <a:moveTo>
                    <a:pt x="919283" y="3045052"/>
                  </a:moveTo>
                  <a:lnTo>
                    <a:pt x="911101" y="3064911"/>
                  </a:lnTo>
                  <a:lnTo>
                    <a:pt x="917652" y="3054063"/>
                  </a:lnTo>
                  <a:close/>
                  <a:moveTo>
                    <a:pt x="321104" y="2227479"/>
                  </a:moveTo>
                  <a:lnTo>
                    <a:pt x="267978" y="2210077"/>
                  </a:lnTo>
                  <a:lnTo>
                    <a:pt x="250738" y="2267868"/>
                  </a:lnTo>
                  <a:close/>
                  <a:moveTo>
                    <a:pt x="283675" y="2112355"/>
                  </a:moveTo>
                  <a:lnTo>
                    <a:pt x="336389" y="2094244"/>
                  </a:lnTo>
                  <a:lnTo>
                    <a:pt x="346273" y="2111260"/>
                  </a:lnTo>
                  <a:close/>
                  <a:moveTo>
                    <a:pt x="344758" y="2108156"/>
                  </a:moveTo>
                  <a:lnTo>
                    <a:pt x="336389" y="2094244"/>
                  </a:lnTo>
                  <a:lnTo>
                    <a:pt x="282094" y="2098509"/>
                  </a:lnTo>
                  <a:close/>
                  <a:moveTo>
                    <a:pt x="344758" y="2108156"/>
                  </a:moveTo>
                  <a:lnTo>
                    <a:pt x="342380" y="2116644"/>
                  </a:lnTo>
                  <a:lnTo>
                    <a:pt x="346273" y="2111260"/>
                  </a:lnTo>
                  <a:close/>
                  <a:moveTo>
                    <a:pt x="344758" y="2108156"/>
                  </a:moveTo>
                  <a:lnTo>
                    <a:pt x="346273" y="2111260"/>
                  </a:lnTo>
                  <a:lnTo>
                    <a:pt x="336389" y="2094244"/>
                  </a:lnTo>
                  <a:close/>
                  <a:moveTo>
                    <a:pt x="1195611" y="2431866"/>
                  </a:moveTo>
                  <a:lnTo>
                    <a:pt x="1271202" y="2435829"/>
                  </a:lnTo>
                  <a:lnTo>
                    <a:pt x="1330221" y="2441289"/>
                  </a:lnTo>
                  <a:close/>
                  <a:moveTo>
                    <a:pt x="1330221" y="2441289"/>
                  </a:moveTo>
                  <a:lnTo>
                    <a:pt x="1271202" y="2435829"/>
                  </a:lnTo>
                  <a:lnTo>
                    <a:pt x="1402466" y="2432742"/>
                  </a:lnTo>
                  <a:close/>
                  <a:moveTo>
                    <a:pt x="1375047" y="2393684"/>
                  </a:moveTo>
                  <a:lnTo>
                    <a:pt x="1251141" y="2424282"/>
                  </a:lnTo>
                  <a:lnTo>
                    <a:pt x="1330221" y="2441289"/>
                  </a:lnTo>
                  <a:close/>
                  <a:moveTo>
                    <a:pt x="1375047" y="2393684"/>
                  </a:moveTo>
                  <a:lnTo>
                    <a:pt x="1408913" y="2349399"/>
                  </a:lnTo>
                  <a:lnTo>
                    <a:pt x="1376282" y="2330153"/>
                  </a:lnTo>
                  <a:close/>
                  <a:moveTo>
                    <a:pt x="1402466" y="2432742"/>
                  </a:moveTo>
                  <a:lnTo>
                    <a:pt x="1408913" y="2349399"/>
                  </a:lnTo>
                  <a:lnTo>
                    <a:pt x="1375047" y="2393684"/>
                  </a:lnTo>
                  <a:close/>
                  <a:moveTo>
                    <a:pt x="1330221" y="2441289"/>
                  </a:moveTo>
                  <a:lnTo>
                    <a:pt x="1402466" y="2432742"/>
                  </a:lnTo>
                  <a:lnTo>
                    <a:pt x="1375047" y="2393684"/>
                  </a:lnTo>
                  <a:close/>
                  <a:moveTo>
                    <a:pt x="915184" y="1847278"/>
                  </a:moveTo>
                  <a:lnTo>
                    <a:pt x="939340" y="1927732"/>
                  </a:lnTo>
                  <a:lnTo>
                    <a:pt x="949632" y="1957514"/>
                  </a:lnTo>
                  <a:close/>
                  <a:moveTo>
                    <a:pt x="1296803" y="2079673"/>
                  </a:moveTo>
                  <a:lnTo>
                    <a:pt x="1222451" y="1979436"/>
                  </a:lnTo>
                  <a:lnTo>
                    <a:pt x="1247647" y="2059045"/>
                  </a:lnTo>
                  <a:close/>
                  <a:moveTo>
                    <a:pt x="1404388" y="1852617"/>
                  </a:moveTo>
                  <a:lnTo>
                    <a:pt x="1318934" y="1961589"/>
                  </a:lnTo>
                  <a:lnTo>
                    <a:pt x="1408675" y="1949223"/>
                  </a:lnTo>
                  <a:close/>
                  <a:moveTo>
                    <a:pt x="1404388" y="1852617"/>
                  </a:moveTo>
                  <a:lnTo>
                    <a:pt x="1387306" y="1766412"/>
                  </a:lnTo>
                  <a:lnTo>
                    <a:pt x="1373097" y="1842205"/>
                  </a:lnTo>
                  <a:close/>
                  <a:moveTo>
                    <a:pt x="1387306" y="1766412"/>
                  </a:moveTo>
                  <a:lnTo>
                    <a:pt x="1386534" y="1759990"/>
                  </a:lnTo>
                  <a:lnTo>
                    <a:pt x="1373097" y="1842205"/>
                  </a:lnTo>
                  <a:close/>
                  <a:moveTo>
                    <a:pt x="1872549" y="2499926"/>
                  </a:moveTo>
                  <a:lnTo>
                    <a:pt x="1879042" y="2454346"/>
                  </a:lnTo>
                  <a:lnTo>
                    <a:pt x="1882760" y="2406723"/>
                  </a:lnTo>
                  <a:close/>
                  <a:moveTo>
                    <a:pt x="2002955" y="2423774"/>
                  </a:moveTo>
                  <a:lnTo>
                    <a:pt x="1879042" y="2454346"/>
                  </a:lnTo>
                  <a:lnTo>
                    <a:pt x="1958357" y="2472232"/>
                  </a:lnTo>
                  <a:close/>
                  <a:moveTo>
                    <a:pt x="2002955" y="2423774"/>
                  </a:moveTo>
                  <a:lnTo>
                    <a:pt x="1958357" y="2472232"/>
                  </a:lnTo>
                  <a:lnTo>
                    <a:pt x="2070473" y="2397554"/>
                  </a:lnTo>
                  <a:close/>
                  <a:moveTo>
                    <a:pt x="1453351" y="1912903"/>
                  </a:moveTo>
                  <a:lnTo>
                    <a:pt x="1528650" y="1980263"/>
                  </a:lnTo>
                  <a:lnTo>
                    <a:pt x="1548542" y="1968198"/>
                  </a:lnTo>
                  <a:close/>
                  <a:moveTo>
                    <a:pt x="1446118" y="1803769"/>
                  </a:moveTo>
                  <a:lnTo>
                    <a:pt x="1373097" y="1842205"/>
                  </a:lnTo>
                  <a:lnTo>
                    <a:pt x="1386534" y="1759990"/>
                  </a:lnTo>
                  <a:close/>
                  <a:moveTo>
                    <a:pt x="1408088" y="1721553"/>
                  </a:moveTo>
                  <a:lnTo>
                    <a:pt x="1446118" y="1803769"/>
                  </a:lnTo>
                  <a:lnTo>
                    <a:pt x="1386534" y="1759990"/>
                  </a:lnTo>
                  <a:close/>
                  <a:moveTo>
                    <a:pt x="1386534" y="1759990"/>
                  </a:moveTo>
                  <a:lnTo>
                    <a:pt x="1390508" y="1742428"/>
                  </a:lnTo>
                  <a:lnTo>
                    <a:pt x="1431372" y="1680010"/>
                  </a:lnTo>
                  <a:close/>
                  <a:moveTo>
                    <a:pt x="6798" y="191518"/>
                  </a:moveTo>
                  <a:lnTo>
                    <a:pt x="29214" y="197903"/>
                  </a:lnTo>
                  <a:lnTo>
                    <a:pt x="37799" y="92223"/>
                  </a:lnTo>
                  <a:close/>
                  <a:moveTo>
                    <a:pt x="84868" y="96323"/>
                  </a:moveTo>
                  <a:lnTo>
                    <a:pt x="80230" y="0"/>
                  </a:lnTo>
                  <a:lnTo>
                    <a:pt x="67315" y="77251"/>
                  </a:lnTo>
                  <a:close/>
                  <a:moveTo>
                    <a:pt x="2088288" y="2360816"/>
                  </a:moveTo>
                  <a:lnTo>
                    <a:pt x="2002955" y="2423774"/>
                  </a:lnTo>
                  <a:lnTo>
                    <a:pt x="2070473" y="2397554"/>
                  </a:lnTo>
                  <a:close/>
                  <a:moveTo>
                    <a:pt x="2087592" y="2261290"/>
                  </a:moveTo>
                  <a:lnTo>
                    <a:pt x="2088288" y="2360816"/>
                  </a:lnTo>
                  <a:lnTo>
                    <a:pt x="2080705" y="2379274"/>
                  </a:lnTo>
                  <a:close/>
                  <a:moveTo>
                    <a:pt x="1640243" y="1882148"/>
                  </a:moveTo>
                  <a:lnTo>
                    <a:pt x="1624200" y="1968198"/>
                  </a:lnTo>
                  <a:lnTo>
                    <a:pt x="1640224" y="1903553"/>
                  </a:lnTo>
                  <a:close/>
                  <a:moveTo>
                    <a:pt x="1604268" y="1950894"/>
                  </a:moveTo>
                  <a:lnTo>
                    <a:pt x="1624200" y="1968198"/>
                  </a:lnTo>
                  <a:lnTo>
                    <a:pt x="1640243" y="1882148"/>
                  </a:lnTo>
                  <a:close/>
                  <a:moveTo>
                    <a:pt x="1676263" y="1765332"/>
                  </a:moveTo>
                  <a:lnTo>
                    <a:pt x="1669330" y="1797175"/>
                  </a:lnTo>
                  <a:lnTo>
                    <a:pt x="1638414" y="1885983"/>
                  </a:lnTo>
                  <a:close/>
                  <a:moveTo>
                    <a:pt x="1697315" y="1683117"/>
                  </a:moveTo>
                  <a:lnTo>
                    <a:pt x="1723150" y="1644681"/>
                  </a:lnTo>
                  <a:lnTo>
                    <a:pt x="1676263" y="1765332"/>
                  </a:lnTo>
                  <a:close/>
                  <a:moveTo>
                    <a:pt x="1449874" y="1318781"/>
                  </a:moveTo>
                  <a:lnTo>
                    <a:pt x="1442940" y="1320813"/>
                  </a:lnTo>
                  <a:lnTo>
                    <a:pt x="1484408" y="1384443"/>
                  </a:lnTo>
                  <a:close/>
                  <a:moveTo>
                    <a:pt x="1015967" y="925106"/>
                  </a:moveTo>
                  <a:lnTo>
                    <a:pt x="1029812" y="904745"/>
                  </a:lnTo>
                  <a:lnTo>
                    <a:pt x="999275" y="96389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35" name="Candidate_density__2034">
              <a:extLst>
                <a:ext uri="{FF2B5EF4-FFF2-40B4-BE49-F238E27FC236}">
                  <a16:creationId xmlns:a16="http://schemas.microsoft.com/office/drawing/2014/main" id="{5C766DA1-72A6-5C6D-3F6C-C6619AF1CFAA}"/>
                </a:ext>
              </a:extLst>
            </p:cNvPr>
            <p:cNvSpPr>
              <a:spLocks noGrp="1"/>
            </p:cNvSpPr>
            <p:nvPr/>
          </p:nvSpPr>
          <p:spPr>
            <a:xfrm>
              <a:off x="4690193" y="2197617"/>
              <a:ext cx="2174558" cy="3177014"/>
            </a:xfrm>
            <a:custGeom>
              <a:avLst/>
              <a:gdLst/>
              <a:ahLst/>
              <a:cxnLst/>
              <a:rect l="0" t="0" r="0" b="0"/>
              <a:pathLst>
                <a:path w="2174558" h="3177014">
                  <a:moveTo>
                    <a:pt x="551218" y="3177014"/>
                  </a:moveTo>
                  <a:lnTo>
                    <a:pt x="562537" y="3128311"/>
                  </a:lnTo>
                  <a:lnTo>
                    <a:pt x="526514" y="3097006"/>
                  </a:lnTo>
                  <a:close/>
                  <a:moveTo>
                    <a:pt x="286472" y="2724824"/>
                  </a:moveTo>
                  <a:lnTo>
                    <a:pt x="233788" y="2763261"/>
                  </a:lnTo>
                  <a:lnTo>
                    <a:pt x="301368" y="2785191"/>
                  </a:lnTo>
                  <a:close/>
                  <a:moveTo>
                    <a:pt x="325372" y="2681046"/>
                  </a:moveTo>
                  <a:lnTo>
                    <a:pt x="261522" y="2636213"/>
                  </a:lnTo>
                  <a:lnTo>
                    <a:pt x="326078" y="2642609"/>
                  </a:lnTo>
                  <a:close/>
                  <a:moveTo>
                    <a:pt x="261522" y="2636213"/>
                  </a:moveTo>
                  <a:lnTo>
                    <a:pt x="189758" y="2588453"/>
                  </a:lnTo>
                  <a:lnTo>
                    <a:pt x="242662" y="2629155"/>
                  </a:lnTo>
                  <a:close/>
                  <a:moveTo>
                    <a:pt x="0" y="2421355"/>
                  </a:moveTo>
                  <a:lnTo>
                    <a:pt x="65240" y="2516616"/>
                  </a:lnTo>
                  <a:lnTo>
                    <a:pt x="111786" y="2418489"/>
                  </a:lnTo>
                  <a:close/>
                  <a:moveTo>
                    <a:pt x="73169" y="2489310"/>
                  </a:moveTo>
                  <a:lnTo>
                    <a:pt x="153396" y="2510607"/>
                  </a:lnTo>
                  <a:lnTo>
                    <a:pt x="192405" y="2441252"/>
                  </a:lnTo>
                  <a:close/>
                  <a:moveTo>
                    <a:pt x="111786" y="2418489"/>
                  </a:moveTo>
                  <a:lnTo>
                    <a:pt x="73169" y="2489310"/>
                  </a:lnTo>
                  <a:lnTo>
                    <a:pt x="192405" y="2441252"/>
                  </a:lnTo>
                  <a:close/>
                  <a:moveTo>
                    <a:pt x="384935" y="2807040"/>
                  </a:moveTo>
                  <a:lnTo>
                    <a:pt x="409348" y="2831391"/>
                  </a:lnTo>
                  <a:lnTo>
                    <a:pt x="452999" y="2858253"/>
                  </a:lnTo>
                  <a:close/>
                  <a:moveTo>
                    <a:pt x="619557" y="2923673"/>
                  </a:moveTo>
                  <a:lnTo>
                    <a:pt x="563009" y="2867151"/>
                  </a:lnTo>
                  <a:lnTo>
                    <a:pt x="553192" y="2889254"/>
                  </a:lnTo>
                  <a:close/>
                  <a:moveTo>
                    <a:pt x="720751" y="2960187"/>
                  </a:moveTo>
                  <a:lnTo>
                    <a:pt x="698022" y="2933033"/>
                  </a:lnTo>
                  <a:lnTo>
                    <a:pt x="697604" y="2936819"/>
                  </a:lnTo>
                  <a:close/>
                  <a:moveTo>
                    <a:pt x="697604" y="2936819"/>
                  </a:moveTo>
                  <a:lnTo>
                    <a:pt x="676020" y="2919576"/>
                  </a:lnTo>
                  <a:lnTo>
                    <a:pt x="619557" y="2923673"/>
                  </a:lnTo>
                  <a:close/>
                  <a:moveTo>
                    <a:pt x="228888" y="2478179"/>
                  </a:moveTo>
                  <a:lnTo>
                    <a:pt x="287089" y="2516599"/>
                  </a:lnTo>
                  <a:lnTo>
                    <a:pt x="273140" y="2439743"/>
                  </a:lnTo>
                  <a:close/>
                  <a:moveTo>
                    <a:pt x="91069" y="2231534"/>
                  </a:moveTo>
                  <a:lnTo>
                    <a:pt x="77380" y="2118761"/>
                  </a:lnTo>
                  <a:lnTo>
                    <a:pt x="87336" y="2210759"/>
                  </a:lnTo>
                  <a:close/>
                  <a:moveTo>
                    <a:pt x="974838" y="3059027"/>
                  </a:moveTo>
                  <a:lnTo>
                    <a:pt x="914234" y="2976812"/>
                  </a:lnTo>
                  <a:lnTo>
                    <a:pt x="946215" y="3093815"/>
                  </a:lnTo>
                  <a:close/>
                  <a:moveTo>
                    <a:pt x="714939" y="2764727"/>
                  </a:moveTo>
                  <a:lnTo>
                    <a:pt x="739530" y="2663166"/>
                  </a:lnTo>
                  <a:lnTo>
                    <a:pt x="618515" y="2686388"/>
                  </a:lnTo>
                  <a:close/>
                  <a:moveTo>
                    <a:pt x="612306" y="2681359"/>
                  </a:moveTo>
                  <a:lnTo>
                    <a:pt x="575131" y="2605822"/>
                  </a:lnTo>
                  <a:lnTo>
                    <a:pt x="525974" y="2637233"/>
                  </a:lnTo>
                  <a:close/>
                  <a:moveTo>
                    <a:pt x="284308" y="2291000"/>
                  </a:moveTo>
                  <a:lnTo>
                    <a:pt x="405468" y="2250136"/>
                  </a:lnTo>
                  <a:lnTo>
                    <a:pt x="337008" y="2272832"/>
                  </a:lnTo>
                  <a:close/>
                  <a:moveTo>
                    <a:pt x="337008" y="2272832"/>
                  </a:moveTo>
                  <a:lnTo>
                    <a:pt x="265714" y="2275312"/>
                  </a:lnTo>
                  <a:lnTo>
                    <a:pt x="284308" y="2291000"/>
                  </a:lnTo>
                  <a:close/>
                  <a:moveTo>
                    <a:pt x="260716" y="2330581"/>
                  </a:moveTo>
                  <a:lnTo>
                    <a:pt x="265714" y="2275312"/>
                  </a:lnTo>
                  <a:lnTo>
                    <a:pt x="337008" y="2272832"/>
                  </a:lnTo>
                  <a:close/>
                  <a:moveTo>
                    <a:pt x="168276" y="2154661"/>
                  </a:moveTo>
                  <a:lnTo>
                    <a:pt x="165050" y="2123775"/>
                  </a:lnTo>
                  <a:lnTo>
                    <a:pt x="205837" y="2175012"/>
                  </a:lnTo>
                  <a:close/>
                  <a:moveTo>
                    <a:pt x="127696" y="2110882"/>
                  </a:moveTo>
                  <a:lnTo>
                    <a:pt x="165050" y="2123775"/>
                  </a:lnTo>
                  <a:lnTo>
                    <a:pt x="168276" y="2154661"/>
                  </a:lnTo>
                  <a:close/>
                  <a:moveTo>
                    <a:pt x="741417" y="2455019"/>
                  </a:moveTo>
                  <a:lnTo>
                    <a:pt x="720166" y="2445085"/>
                  </a:lnTo>
                  <a:lnTo>
                    <a:pt x="714271" y="2565086"/>
                  </a:lnTo>
                  <a:close/>
                  <a:moveTo>
                    <a:pt x="656644" y="2416728"/>
                  </a:moveTo>
                  <a:lnTo>
                    <a:pt x="586581" y="2433429"/>
                  </a:lnTo>
                  <a:lnTo>
                    <a:pt x="567765" y="2401306"/>
                  </a:lnTo>
                  <a:close/>
                  <a:moveTo>
                    <a:pt x="407373" y="2232443"/>
                  </a:moveTo>
                  <a:lnTo>
                    <a:pt x="337008" y="2272832"/>
                  </a:lnTo>
                  <a:lnTo>
                    <a:pt x="405468" y="2250136"/>
                  </a:lnTo>
                  <a:close/>
                  <a:moveTo>
                    <a:pt x="407373" y="2232443"/>
                  </a:moveTo>
                  <a:lnTo>
                    <a:pt x="428649" y="2121608"/>
                  </a:lnTo>
                  <a:lnTo>
                    <a:pt x="364769" y="2161425"/>
                  </a:lnTo>
                  <a:close/>
                  <a:moveTo>
                    <a:pt x="432543" y="2116224"/>
                  </a:moveTo>
                  <a:lnTo>
                    <a:pt x="428649" y="2121608"/>
                  </a:lnTo>
                  <a:lnTo>
                    <a:pt x="452669" y="2236876"/>
                  </a:lnTo>
                  <a:close/>
                  <a:moveTo>
                    <a:pt x="405810" y="2154661"/>
                  </a:moveTo>
                  <a:lnTo>
                    <a:pt x="432543" y="2116224"/>
                  </a:lnTo>
                  <a:lnTo>
                    <a:pt x="452669" y="2236876"/>
                  </a:lnTo>
                  <a:close/>
                  <a:moveTo>
                    <a:pt x="720166" y="2445085"/>
                  </a:moveTo>
                  <a:lnTo>
                    <a:pt x="741417" y="2455019"/>
                  </a:lnTo>
                  <a:lnTo>
                    <a:pt x="749177" y="2436615"/>
                  </a:lnTo>
                  <a:close/>
                  <a:moveTo>
                    <a:pt x="751235" y="2445085"/>
                  </a:moveTo>
                  <a:lnTo>
                    <a:pt x="749177" y="2436615"/>
                  </a:lnTo>
                  <a:lnTo>
                    <a:pt x="741417" y="2455019"/>
                  </a:lnTo>
                  <a:close/>
                  <a:moveTo>
                    <a:pt x="771344" y="2351709"/>
                  </a:moveTo>
                  <a:lnTo>
                    <a:pt x="749177" y="2436615"/>
                  </a:lnTo>
                  <a:lnTo>
                    <a:pt x="751235" y="2445085"/>
                  </a:lnTo>
                  <a:close/>
                  <a:moveTo>
                    <a:pt x="751235" y="2445085"/>
                  </a:moveTo>
                  <a:lnTo>
                    <a:pt x="762934" y="2362869"/>
                  </a:lnTo>
                  <a:lnTo>
                    <a:pt x="771344" y="2351709"/>
                  </a:lnTo>
                  <a:close/>
                  <a:moveTo>
                    <a:pt x="724878" y="2324433"/>
                  </a:moveTo>
                  <a:lnTo>
                    <a:pt x="753254" y="2284073"/>
                  </a:lnTo>
                  <a:lnTo>
                    <a:pt x="679247" y="2332783"/>
                  </a:lnTo>
                  <a:close/>
                  <a:moveTo>
                    <a:pt x="547573" y="1995573"/>
                  </a:moveTo>
                  <a:lnTo>
                    <a:pt x="576016" y="2115272"/>
                  </a:lnTo>
                  <a:lnTo>
                    <a:pt x="614027" y="2042187"/>
                  </a:lnTo>
                  <a:close/>
                  <a:moveTo>
                    <a:pt x="472291" y="2006117"/>
                  </a:moveTo>
                  <a:lnTo>
                    <a:pt x="430129" y="1913666"/>
                  </a:lnTo>
                  <a:lnTo>
                    <a:pt x="421343" y="1951794"/>
                  </a:lnTo>
                  <a:close/>
                  <a:moveTo>
                    <a:pt x="430750" y="1914261"/>
                  </a:moveTo>
                  <a:lnTo>
                    <a:pt x="430129" y="1913666"/>
                  </a:lnTo>
                  <a:lnTo>
                    <a:pt x="472291" y="2006117"/>
                  </a:lnTo>
                  <a:close/>
                  <a:moveTo>
                    <a:pt x="522328" y="1977995"/>
                  </a:moveTo>
                  <a:lnTo>
                    <a:pt x="430750" y="1914261"/>
                  </a:lnTo>
                  <a:lnTo>
                    <a:pt x="472291" y="2006117"/>
                  </a:lnTo>
                  <a:close/>
                  <a:moveTo>
                    <a:pt x="421343" y="1951794"/>
                  </a:moveTo>
                  <a:lnTo>
                    <a:pt x="430129" y="1913666"/>
                  </a:lnTo>
                  <a:lnTo>
                    <a:pt x="375019" y="1858377"/>
                  </a:lnTo>
                  <a:close/>
                  <a:moveTo>
                    <a:pt x="919343" y="2519550"/>
                  </a:moveTo>
                  <a:lnTo>
                    <a:pt x="967573" y="2580432"/>
                  </a:lnTo>
                  <a:lnTo>
                    <a:pt x="860238" y="2507009"/>
                  </a:lnTo>
                  <a:close/>
                  <a:moveTo>
                    <a:pt x="430750" y="1914261"/>
                  </a:moveTo>
                  <a:lnTo>
                    <a:pt x="522328" y="1977995"/>
                  </a:lnTo>
                  <a:lnTo>
                    <a:pt x="562186" y="1911816"/>
                  </a:lnTo>
                  <a:close/>
                  <a:moveTo>
                    <a:pt x="621301" y="1854183"/>
                  </a:moveTo>
                  <a:lnTo>
                    <a:pt x="601149" y="1795722"/>
                  </a:lnTo>
                  <a:lnTo>
                    <a:pt x="601894" y="1792706"/>
                  </a:lnTo>
                  <a:close/>
                  <a:moveTo>
                    <a:pt x="616369" y="1754269"/>
                  </a:moveTo>
                  <a:lnTo>
                    <a:pt x="621301" y="1854183"/>
                  </a:lnTo>
                  <a:lnTo>
                    <a:pt x="601894" y="1792706"/>
                  </a:lnTo>
                  <a:close/>
                  <a:moveTo>
                    <a:pt x="601894" y="1792706"/>
                  </a:moveTo>
                  <a:lnTo>
                    <a:pt x="554222" y="1710491"/>
                  </a:lnTo>
                  <a:lnTo>
                    <a:pt x="616369" y="1754269"/>
                  </a:lnTo>
                  <a:close/>
                  <a:moveTo>
                    <a:pt x="1337411" y="2429246"/>
                  </a:moveTo>
                  <a:lnTo>
                    <a:pt x="1281881" y="2436830"/>
                  </a:lnTo>
                  <a:lnTo>
                    <a:pt x="1416491" y="2446254"/>
                  </a:lnTo>
                  <a:close/>
                  <a:moveTo>
                    <a:pt x="1037004" y="1984025"/>
                  </a:moveTo>
                  <a:lnTo>
                    <a:pt x="1035902" y="1962478"/>
                  </a:lnTo>
                  <a:lnTo>
                    <a:pt x="1039950" y="2044693"/>
                  </a:lnTo>
                  <a:close/>
                  <a:moveTo>
                    <a:pt x="1495183" y="2354363"/>
                  </a:moveTo>
                  <a:lnTo>
                    <a:pt x="1464445" y="2279260"/>
                  </a:lnTo>
                  <a:lnTo>
                    <a:pt x="1462552" y="2335117"/>
                  </a:lnTo>
                  <a:close/>
                  <a:moveTo>
                    <a:pt x="1464445" y="2279260"/>
                  </a:moveTo>
                  <a:lnTo>
                    <a:pt x="1458220" y="2252902"/>
                  </a:lnTo>
                  <a:lnTo>
                    <a:pt x="1462552" y="2335117"/>
                  </a:lnTo>
                  <a:close/>
                  <a:moveTo>
                    <a:pt x="1401428" y="2174733"/>
                  </a:moveTo>
                  <a:lnTo>
                    <a:pt x="1383421" y="2184447"/>
                  </a:lnTo>
                  <a:lnTo>
                    <a:pt x="1397034" y="2170687"/>
                  </a:lnTo>
                  <a:close/>
                  <a:moveTo>
                    <a:pt x="1025609" y="1932696"/>
                  </a:moveTo>
                  <a:lnTo>
                    <a:pt x="1039950" y="2044693"/>
                  </a:lnTo>
                  <a:lnTo>
                    <a:pt x="1035902" y="1962478"/>
                  </a:lnTo>
                  <a:close/>
                  <a:moveTo>
                    <a:pt x="1333917" y="2064009"/>
                  </a:moveTo>
                  <a:lnTo>
                    <a:pt x="1352081" y="2149334"/>
                  </a:lnTo>
                  <a:lnTo>
                    <a:pt x="1383073" y="2084637"/>
                  </a:lnTo>
                  <a:close/>
                  <a:moveTo>
                    <a:pt x="1383073" y="2084637"/>
                  </a:moveTo>
                  <a:lnTo>
                    <a:pt x="1400417" y="1967821"/>
                  </a:lnTo>
                  <a:lnTo>
                    <a:pt x="1308721" y="1984400"/>
                  </a:lnTo>
                  <a:close/>
                  <a:moveTo>
                    <a:pt x="1494945" y="1954187"/>
                  </a:moveTo>
                  <a:lnTo>
                    <a:pt x="1403931" y="1968889"/>
                  </a:lnTo>
                  <a:lnTo>
                    <a:pt x="1484907" y="1992987"/>
                  </a:lnTo>
                  <a:close/>
                  <a:moveTo>
                    <a:pt x="1494945" y="1954187"/>
                  </a:moveTo>
                  <a:lnTo>
                    <a:pt x="1405204" y="1966554"/>
                  </a:lnTo>
                  <a:lnTo>
                    <a:pt x="1403931" y="1968889"/>
                  </a:lnTo>
                  <a:close/>
                  <a:moveTo>
                    <a:pt x="1459367" y="1847169"/>
                  </a:moveTo>
                  <a:lnTo>
                    <a:pt x="1433563" y="1864478"/>
                  </a:lnTo>
                  <a:lnTo>
                    <a:pt x="1490658" y="1857581"/>
                  </a:lnTo>
                  <a:close/>
                  <a:moveTo>
                    <a:pt x="1490658" y="1857581"/>
                  </a:moveTo>
                  <a:lnTo>
                    <a:pt x="1433563" y="1864478"/>
                  </a:lnTo>
                  <a:lnTo>
                    <a:pt x="1405204" y="1966554"/>
                  </a:lnTo>
                  <a:close/>
                  <a:moveTo>
                    <a:pt x="162090" y="285082"/>
                  </a:moveTo>
                  <a:lnTo>
                    <a:pt x="114237" y="323518"/>
                  </a:lnTo>
                  <a:lnTo>
                    <a:pt x="172611" y="367297"/>
                  </a:lnTo>
                  <a:close/>
                  <a:moveTo>
                    <a:pt x="63182" y="241304"/>
                  </a:moveTo>
                  <a:lnTo>
                    <a:pt x="114237" y="323518"/>
                  </a:lnTo>
                  <a:lnTo>
                    <a:pt x="162090" y="285082"/>
                  </a:lnTo>
                  <a:close/>
                  <a:moveTo>
                    <a:pt x="63182" y="241304"/>
                  </a:moveTo>
                  <a:lnTo>
                    <a:pt x="162090" y="285082"/>
                  </a:lnTo>
                  <a:lnTo>
                    <a:pt x="115484" y="202867"/>
                  </a:lnTo>
                  <a:close/>
                  <a:moveTo>
                    <a:pt x="1969029" y="2411687"/>
                  </a:moveTo>
                  <a:lnTo>
                    <a:pt x="1913783" y="2396009"/>
                  </a:lnTo>
                  <a:lnTo>
                    <a:pt x="1958819" y="2504890"/>
                  </a:lnTo>
                  <a:close/>
                  <a:moveTo>
                    <a:pt x="1969029" y="2411687"/>
                  </a:moveTo>
                  <a:lnTo>
                    <a:pt x="1965312" y="2459310"/>
                  </a:lnTo>
                  <a:lnTo>
                    <a:pt x="2089225" y="2428739"/>
                  </a:lnTo>
                  <a:close/>
                  <a:moveTo>
                    <a:pt x="1737253" y="1978471"/>
                  </a:moveTo>
                  <a:lnTo>
                    <a:pt x="1710470" y="1973163"/>
                  </a:lnTo>
                  <a:lnTo>
                    <a:pt x="1675456" y="1996358"/>
                  </a:lnTo>
                  <a:close/>
                  <a:moveTo>
                    <a:pt x="1477369" y="1907885"/>
                  </a:moveTo>
                  <a:lnTo>
                    <a:pt x="1433563" y="1864478"/>
                  </a:lnTo>
                  <a:lnTo>
                    <a:pt x="1459367" y="1847169"/>
                  </a:lnTo>
                  <a:close/>
                  <a:moveTo>
                    <a:pt x="1494358" y="1726517"/>
                  </a:moveTo>
                  <a:lnTo>
                    <a:pt x="1472804" y="1764954"/>
                  </a:lnTo>
                  <a:lnTo>
                    <a:pt x="1517642" y="1684974"/>
                  </a:lnTo>
                  <a:close/>
                  <a:moveTo>
                    <a:pt x="206769" y="272503"/>
                  </a:moveTo>
                  <a:lnTo>
                    <a:pt x="226224" y="367297"/>
                  </a:lnTo>
                  <a:lnTo>
                    <a:pt x="218017" y="285082"/>
                  </a:lnTo>
                  <a:close/>
                  <a:moveTo>
                    <a:pt x="171137" y="101287"/>
                  </a:moveTo>
                  <a:lnTo>
                    <a:pt x="115484" y="202867"/>
                  </a:lnTo>
                  <a:lnTo>
                    <a:pt x="183146" y="191615"/>
                  </a:lnTo>
                  <a:close/>
                  <a:moveTo>
                    <a:pt x="171137" y="101287"/>
                  </a:moveTo>
                  <a:lnTo>
                    <a:pt x="183146" y="191615"/>
                  </a:lnTo>
                  <a:lnTo>
                    <a:pt x="211285" y="202867"/>
                  </a:lnTo>
                  <a:close/>
                  <a:moveTo>
                    <a:pt x="166500" y="4964"/>
                  </a:moveTo>
                  <a:lnTo>
                    <a:pt x="145296" y="0"/>
                  </a:lnTo>
                  <a:lnTo>
                    <a:pt x="153585" y="82215"/>
                  </a:lnTo>
                  <a:close/>
                  <a:moveTo>
                    <a:pt x="2174558" y="2365780"/>
                  </a:moveTo>
                  <a:lnTo>
                    <a:pt x="2108417" y="2358959"/>
                  </a:lnTo>
                  <a:lnTo>
                    <a:pt x="2089225" y="2428739"/>
                  </a:lnTo>
                  <a:close/>
                  <a:moveTo>
                    <a:pt x="2173861" y="2266254"/>
                  </a:moveTo>
                  <a:lnTo>
                    <a:pt x="2108417" y="2358959"/>
                  </a:lnTo>
                  <a:lnTo>
                    <a:pt x="2174558" y="2365780"/>
                  </a:lnTo>
                  <a:close/>
                  <a:moveTo>
                    <a:pt x="1473203" y="1523651"/>
                  </a:moveTo>
                  <a:lnTo>
                    <a:pt x="1490716" y="1584301"/>
                  </a:lnTo>
                  <a:lnTo>
                    <a:pt x="1475876" y="1562087"/>
                  </a:lnTo>
                  <a:close/>
                  <a:moveTo>
                    <a:pt x="1470915" y="1612854"/>
                  </a:moveTo>
                  <a:lnTo>
                    <a:pt x="1490716" y="1584301"/>
                  </a:lnTo>
                  <a:lnTo>
                    <a:pt x="1473203" y="1523651"/>
                  </a:lnTo>
                  <a:close/>
                  <a:moveTo>
                    <a:pt x="1097020" y="1134495"/>
                  </a:moveTo>
                  <a:lnTo>
                    <a:pt x="1156983" y="1172503"/>
                  </a:lnTo>
                  <a:lnTo>
                    <a:pt x="1121810" y="1151011"/>
                  </a:lnTo>
                  <a:close/>
                  <a:moveTo>
                    <a:pt x="1097020" y="1134495"/>
                  </a:moveTo>
                  <a:lnTo>
                    <a:pt x="1070749" y="1055762"/>
                  </a:lnTo>
                  <a:lnTo>
                    <a:pt x="1032904" y="1126029"/>
                  </a:lnTo>
                  <a:close/>
                  <a:moveTo>
                    <a:pt x="1070749" y="1055762"/>
                  </a:moveTo>
                  <a:lnTo>
                    <a:pt x="1121810" y="1151011"/>
                  </a:lnTo>
                  <a:lnTo>
                    <a:pt x="1108224" y="1068796"/>
                  </a:lnTo>
                  <a:close/>
                  <a:moveTo>
                    <a:pt x="1070749" y="1055762"/>
                  </a:moveTo>
                  <a:lnTo>
                    <a:pt x="1097020" y="1134495"/>
                  </a:lnTo>
                  <a:lnTo>
                    <a:pt x="1121810" y="1151011"/>
                  </a:lnTo>
                  <a:close/>
                  <a:moveTo>
                    <a:pt x="1070749" y="1055762"/>
                  </a:moveTo>
                  <a:lnTo>
                    <a:pt x="1108224" y="1068796"/>
                  </a:lnTo>
                  <a:lnTo>
                    <a:pt x="1085544" y="968860"/>
                  </a:lnTo>
                  <a:close/>
                  <a:moveTo>
                    <a:pt x="1085544" y="968860"/>
                  </a:moveTo>
                  <a:lnTo>
                    <a:pt x="1127103" y="1060787"/>
                  </a:lnTo>
                  <a:lnTo>
                    <a:pt x="1157179" y="958034"/>
                  </a:lnTo>
                  <a:close/>
                  <a:moveTo>
                    <a:pt x="1762533" y="1770296"/>
                  </a:moveTo>
                  <a:lnTo>
                    <a:pt x="1786709" y="1703251"/>
                  </a:lnTo>
                  <a:lnTo>
                    <a:pt x="1764366" y="1756245"/>
                  </a:lnTo>
                  <a:close/>
                  <a:moveTo>
                    <a:pt x="1809420" y="1649645"/>
                  </a:moveTo>
                  <a:lnTo>
                    <a:pt x="1786709" y="1703251"/>
                  </a:lnTo>
                  <a:lnTo>
                    <a:pt x="1762533" y="1770296"/>
                  </a:lnTo>
                  <a:close/>
                  <a:moveTo>
                    <a:pt x="1613146" y="1332984"/>
                  </a:moveTo>
                  <a:lnTo>
                    <a:pt x="1536144" y="1323745"/>
                  </a:lnTo>
                  <a:lnTo>
                    <a:pt x="1570678" y="1389407"/>
                  </a:lnTo>
                  <a:close/>
                  <a:moveTo>
                    <a:pt x="1162125" y="941974"/>
                  </a:moveTo>
                  <a:lnTo>
                    <a:pt x="1102236" y="930071"/>
                  </a:lnTo>
                  <a:lnTo>
                    <a:pt x="1085544" y="968860"/>
                  </a:lnTo>
                  <a:close/>
                  <a:moveTo>
                    <a:pt x="1102236" y="930071"/>
                  </a:moveTo>
                  <a:lnTo>
                    <a:pt x="1162125" y="941974"/>
                  </a:lnTo>
                  <a:lnTo>
                    <a:pt x="1148716" y="852782"/>
                  </a:lnTo>
                  <a:close/>
                  <a:moveTo>
                    <a:pt x="1102236" y="930071"/>
                  </a:moveTo>
                  <a:lnTo>
                    <a:pt x="1148716" y="852782"/>
                  </a:lnTo>
                  <a:lnTo>
                    <a:pt x="1071953" y="854598"/>
                  </a:lnTo>
                  <a:close/>
                  <a:moveTo>
                    <a:pt x="1613146" y="1332984"/>
                  </a:moveTo>
                  <a:lnTo>
                    <a:pt x="1631004" y="1303612"/>
                  </a:lnTo>
                  <a:lnTo>
                    <a:pt x="1536144" y="1323745"/>
                  </a:lnTo>
                  <a:close/>
                  <a:moveTo>
                    <a:pt x="1536144" y="1323745"/>
                  </a:moveTo>
                  <a:lnTo>
                    <a:pt x="1631004" y="1303612"/>
                  </a:lnTo>
                  <a:lnTo>
                    <a:pt x="1536813" y="1319596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36" name="Candidate_density__2035">
              <a:extLst>
                <a:ext uri="{FF2B5EF4-FFF2-40B4-BE49-F238E27FC236}">
                  <a16:creationId xmlns:a16="http://schemas.microsoft.com/office/drawing/2014/main" id="{21C56836-4D50-5A97-3080-C3A83B792B7C}"/>
                </a:ext>
              </a:extLst>
            </p:cNvPr>
            <p:cNvSpPr>
              <a:spLocks noGrp="1"/>
            </p:cNvSpPr>
            <p:nvPr/>
          </p:nvSpPr>
          <p:spPr>
            <a:xfrm>
              <a:off x="4457727" y="2110815"/>
              <a:ext cx="2006084" cy="3102050"/>
            </a:xfrm>
            <a:custGeom>
              <a:avLst/>
              <a:gdLst/>
              <a:ahLst/>
              <a:cxnLst/>
              <a:rect l="0" t="0" r="0" b="0"/>
              <a:pathLst>
                <a:path w="2006084" h="3102050">
                  <a:moveTo>
                    <a:pt x="0" y="2484569"/>
                  </a:moveTo>
                  <a:lnTo>
                    <a:pt x="55003" y="2475015"/>
                  </a:lnTo>
                  <a:lnTo>
                    <a:pt x="46197" y="2477423"/>
                  </a:lnTo>
                  <a:close/>
                  <a:moveTo>
                    <a:pt x="103927" y="2379274"/>
                  </a:moveTo>
                  <a:lnTo>
                    <a:pt x="46197" y="2477423"/>
                  </a:lnTo>
                  <a:lnTo>
                    <a:pt x="85879" y="2438987"/>
                  </a:lnTo>
                  <a:close/>
                  <a:moveTo>
                    <a:pt x="45870" y="2298985"/>
                  </a:moveTo>
                  <a:lnTo>
                    <a:pt x="104269" y="2356772"/>
                  </a:lnTo>
                  <a:lnTo>
                    <a:pt x="91362" y="2332296"/>
                  </a:lnTo>
                  <a:close/>
                  <a:moveTo>
                    <a:pt x="61185" y="2274557"/>
                  </a:moveTo>
                  <a:lnTo>
                    <a:pt x="45870" y="2298985"/>
                  </a:lnTo>
                  <a:lnTo>
                    <a:pt x="91362" y="2332296"/>
                  </a:lnTo>
                  <a:close/>
                  <a:moveTo>
                    <a:pt x="461354" y="2564981"/>
                  </a:moveTo>
                  <a:lnTo>
                    <a:pt x="546518" y="2489013"/>
                  </a:lnTo>
                  <a:lnTo>
                    <a:pt x="436670" y="2463326"/>
                  </a:lnTo>
                  <a:close/>
                  <a:moveTo>
                    <a:pt x="436670" y="2463326"/>
                  </a:moveTo>
                  <a:lnTo>
                    <a:pt x="546518" y="2489013"/>
                  </a:lnTo>
                  <a:lnTo>
                    <a:pt x="512498" y="2462271"/>
                  </a:lnTo>
                  <a:close/>
                  <a:moveTo>
                    <a:pt x="436670" y="2463326"/>
                  </a:moveTo>
                  <a:lnTo>
                    <a:pt x="512498" y="2462271"/>
                  </a:lnTo>
                  <a:lnTo>
                    <a:pt x="419076" y="2377537"/>
                  </a:lnTo>
                  <a:close/>
                  <a:moveTo>
                    <a:pt x="257872" y="2287317"/>
                  </a:moveTo>
                  <a:lnTo>
                    <a:pt x="309846" y="2205563"/>
                  </a:lnTo>
                  <a:lnTo>
                    <a:pt x="224645" y="2214238"/>
                  </a:lnTo>
                  <a:close/>
                  <a:moveTo>
                    <a:pt x="1017636" y="2994616"/>
                  </a:moveTo>
                  <a:lnTo>
                    <a:pt x="998250" y="3063333"/>
                  </a:lnTo>
                  <a:lnTo>
                    <a:pt x="1105109" y="2981398"/>
                  </a:lnTo>
                  <a:close/>
                  <a:moveTo>
                    <a:pt x="1105109" y="2981398"/>
                  </a:moveTo>
                  <a:lnTo>
                    <a:pt x="1068261" y="3102050"/>
                  </a:lnTo>
                  <a:lnTo>
                    <a:pt x="1110413" y="2988834"/>
                  </a:lnTo>
                  <a:close/>
                  <a:moveTo>
                    <a:pt x="1110413" y="2988834"/>
                  </a:moveTo>
                  <a:lnTo>
                    <a:pt x="1068261" y="3102050"/>
                  </a:lnTo>
                  <a:lnTo>
                    <a:pt x="1105586" y="3083799"/>
                  </a:lnTo>
                  <a:close/>
                  <a:moveTo>
                    <a:pt x="1105586" y="3083799"/>
                  </a:moveTo>
                  <a:lnTo>
                    <a:pt x="1146699" y="3063613"/>
                  </a:lnTo>
                  <a:lnTo>
                    <a:pt x="1110413" y="2988834"/>
                  </a:lnTo>
                  <a:close/>
                  <a:moveTo>
                    <a:pt x="1105109" y="2981398"/>
                  </a:moveTo>
                  <a:lnTo>
                    <a:pt x="1106976" y="2975982"/>
                  </a:lnTo>
                  <a:lnTo>
                    <a:pt x="1017636" y="2994616"/>
                  </a:lnTo>
                  <a:close/>
                  <a:moveTo>
                    <a:pt x="1017636" y="2994616"/>
                  </a:moveTo>
                  <a:lnTo>
                    <a:pt x="1106976" y="2975982"/>
                  </a:lnTo>
                  <a:lnTo>
                    <a:pt x="1076068" y="2907611"/>
                  </a:lnTo>
                  <a:close/>
                  <a:moveTo>
                    <a:pt x="1076068" y="2907611"/>
                  </a:moveTo>
                  <a:lnTo>
                    <a:pt x="1106976" y="2975982"/>
                  </a:lnTo>
                  <a:lnTo>
                    <a:pt x="1170977" y="2936612"/>
                  </a:lnTo>
                  <a:close/>
                  <a:moveTo>
                    <a:pt x="360161" y="2197684"/>
                  </a:moveTo>
                  <a:lnTo>
                    <a:pt x="302389" y="2111533"/>
                  </a:lnTo>
                  <a:lnTo>
                    <a:pt x="305150" y="2143892"/>
                  </a:lnTo>
                  <a:close/>
                  <a:moveTo>
                    <a:pt x="445345" y="2077032"/>
                  </a:moveTo>
                  <a:lnTo>
                    <a:pt x="452354" y="1994817"/>
                  </a:lnTo>
                  <a:lnTo>
                    <a:pt x="416442" y="2079402"/>
                  </a:lnTo>
                  <a:close/>
                  <a:moveTo>
                    <a:pt x="416442" y="2079402"/>
                  </a:moveTo>
                  <a:lnTo>
                    <a:pt x="419954" y="2079268"/>
                  </a:lnTo>
                  <a:lnTo>
                    <a:pt x="445345" y="2077032"/>
                  </a:lnTo>
                  <a:close/>
                  <a:moveTo>
                    <a:pt x="317917" y="1912602"/>
                  </a:moveTo>
                  <a:lnTo>
                    <a:pt x="383536" y="2006062"/>
                  </a:lnTo>
                  <a:lnTo>
                    <a:pt x="392789" y="1977702"/>
                  </a:lnTo>
                  <a:close/>
                  <a:moveTo>
                    <a:pt x="1170977" y="2936612"/>
                  </a:moveTo>
                  <a:lnTo>
                    <a:pt x="1210188" y="2959259"/>
                  </a:lnTo>
                  <a:lnTo>
                    <a:pt x="1238786" y="2911483"/>
                  </a:lnTo>
                  <a:close/>
                  <a:moveTo>
                    <a:pt x="1238786" y="2911483"/>
                  </a:moveTo>
                  <a:lnTo>
                    <a:pt x="1210188" y="2959259"/>
                  </a:lnTo>
                  <a:lnTo>
                    <a:pt x="1276817" y="2860747"/>
                  </a:lnTo>
                  <a:close/>
                  <a:moveTo>
                    <a:pt x="392789" y="1977702"/>
                  </a:moveTo>
                  <a:lnTo>
                    <a:pt x="452354" y="1994817"/>
                  </a:lnTo>
                  <a:lnTo>
                    <a:pt x="436831" y="1927168"/>
                  </a:lnTo>
                  <a:close/>
                  <a:moveTo>
                    <a:pt x="436831" y="1927168"/>
                  </a:moveTo>
                  <a:lnTo>
                    <a:pt x="452354" y="1994817"/>
                  </a:lnTo>
                  <a:lnTo>
                    <a:pt x="491030" y="1879170"/>
                  </a:lnTo>
                  <a:close/>
                  <a:moveTo>
                    <a:pt x="398786" y="1874166"/>
                  </a:moveTo>
                  <a:lnTo>
                    <a:pt x="392789" y="1977702"/>
                  </a:lnTo>
                  <a:lnTo>
                    <a:pt x="436831" y="1927168"/>
                  </a:lnTo>
                  <a:close/>
                  <a:moveTo>
                    <a:pt x="398786" y="1874166"/>
                  </a:moveTo>
                  <a:lnTo>
                    <a:pt x="317917" y="1912602"/>
                  </a:lnTo>
                  <a:lnTo>
                    <a:pt x="392789" y="1977702"/>
                  </a:lnTo>
                  <a:close/>
                  <a:moveTo>
                    <a:pt x="307853" y="1830387"/>
                  </a:moveTo>
                  <a:lnTo>
                    <a:pt x="405053" y="1808352"/>
                  </a:lnTo>
                  <a:lnTo>
                    <a:pt x="395160" y="1796427"/>
                  </a:lnTo>
                  <a:close/>
                  <a:moveTo>
                    <a:pt x="405053" y="1808352"/>
                  </a:moveTo>
                  <a:lnTo>
                    <a:pt x="483611" y="1874166"/>
                  </a:lnTo>
                  <a:lnTo>
                    <a:pt x="395160" y="1796427"/>
                  </a:lnTo>
                  <a:close/>
                  <a:moveTo>
                    <a:pt x="1276817" y="2860747"/>
                  </a:moveTo>
                  <a:lnTo>
                    <a:pt x="1280511" y="2942962"/>
                  </a:lnTo>
                  <a:lnTo>
                    <a:pt x="1341850" y="2904525"/>
                  </a:lnTo>
                  <a:close/>
                  <a:moveTo>
                    <a:pt x="1276817" y="2860747"/>
                  </a:moveTo>
                  <a:lnTo>
                    <a:pt x="1341850" y="2904525"/>
                  </a:lnTo>
                  <a:lnTo>
                    <a:pt x="1297121" y="2822310"/>
                  </a:lnTo>
                  <a:close/>
                  <a:moveTo>
                    <a:pt x="437218" y="1862327"/>
                  </a:moveTo>
                  <a:lnTo>
                    <a:pt x="436831" y="1927168"/>
                  </a:lnTo>
                  <a:lnTo>
                    <a:pt x="483611" y="1874166"/>
                  </a:lnTo>
                  <a:close/>
                  <a:moveTo>
                    <a:pt x="483611" y="1874166"/>
                  </a:moveTo>
                  <a:lnTo>
                    <a:pt x="405053" y="1808352"/>
                  </a:lnTo>
                  <a:lnTo>
                    <a:pt x="437218" y="1862327"/>
                  </a:lnTo>
                  <a:close/>
                  <a:moveTo>
                    <a:pt x="544829" y="1835729"/>
                  </a:moveTo>
                  <a:lnTo>
                    <a:pt x="515165" y="1874166"/>
                  </a:lnTo>
                  <a:lnTo>
                    <a:pt x="566710" y="1917944"/>
                  </a:lnTo>
                  <a:close/>
                  <a:moveTo>
                    <a:pt x="544829" y="1835729"/>
                  </a:moveTo>
                  <a:lnTo>
                    <a:pt x="580353" y="1753514"/>
                  </a:lnTo>
                  <a:lnTo>
                    <a:pt x="515165" y="1874166"/>
                  </a:lnTo>
                  <a:close/>
                  <a:moveTo>
                    <a:pt x="580353" y="1753514"/>
                  </a:moveTo>
                  <a:lnTo>
                    <a:pt x="652813" y="1746965"/>
                  </a:lnTo>
                  <a:lnTo>
                    <a:pt x="604176" y="1747685"/>
                  </a:lnTo>
                  <a:close/>
                  <a:moveTo>
                    <a:pt x="604176" y="1747685"/>
                  </a:moveTo>
                  <a:lnTo>
                    <a:pt x="652813" y="1746965"/>
                  </a:lnTo>
                  <a:lnTo>
                    <a:pt x="726389" y="1743398"/>
                  </a:lnTo>
                  <a:close/>
                  <a:moveTo>
                    <a:pt x="699893" y="1769961"/>
                  </a:moveTo>
                  <a:lnTo>
                    <a:pt x="726389" y="1743398"/>
                  </a:lnTo>
                  <a:lnTo>
                    <a:pt x="652813" y="1746965"/>
                  </a:lnTo>
                  <a:close/>
                  <a:moveTo>
                    <a:pt x="699893" y="1769961"/>
                  </a:moveTo>
                  <a:lnTo>
                    <a:pt x="778045" y="1767017"/>
                  </a:lnTo>
                  <a:lnTo>
                    <a:pt x="726389" y="1743398"/>
                  </a:lnTo>
                  <a:close/>
                  <a:moveTo>
                    <a:pt x="1794413" y="2583036"/>
                  </a:moveTo>
                  <a:lnTo>
                    <a:pt x="1796613" y="2585282"/>
                  </a:lnTo>
                  <a:lnTo>
                    <a:pt x="1869139" y="2583765"/>
                  </a:lnTo>
                  <a:close/>
                  <a:moveTo>
                    <a:pt x="1231231" y="1655476"/>
                  </a:moveTo>
                  <a:lnTo>
                    <a:pt x="1220887" y="1649363"/>
                  </a:lnTo>
                  <a:lnTo>
                    <a:pt x="1270693" y="1725762"/>
                  </a:lnTo>
                  <a:close/>
                  <a:moveTo>
                    <a:pt x="1221860" y="1643547"/>
                  </a:moveTo>
                  <a:lnTo>
                    <a:pt x="1220887" y="1649363"/>
                  </a:lnTo>
                  <a:lnTo>
                    <a:pt x="1231231" y="1655476"/>
                  </a:lnTo>
                  <a:close/>
                  <a:moveTo>
                    <a:pt x="1220294" y="1614583"/>
                  </a:moveTo>
                  <a:lnTo>
                    <a:pt x="1220887" y="1649363"/>
                  </a:lnTo>
                  <a:lnTo>
                    <a:pt x="1221860" y="1643547"/>
                  </a:lnTo>
                  <a:close/>
                  <a:moveTo>
                    <a:pt x="1164453" y="1495058"/>
                  </a:moveTo>
                  <a:lnTo>
                    <a:pt x="1221770" y="1561332"/>
                  </a:lnTo>
                  <a:lnTo>
                    <a:pt x="1198546" y="1533273"/>
                  </a:lnTo>
                  <a:close/>
                  <a:moveTo>
                    <a:pt x="1165851" y="1479116"/>
                  </a:moveTo>
                  <a:lnTo>
                    <a:pt x="1164453" y="1495058"/>
                  </a:lnTo>
                  <a:lnTo>
                    <a:pt x="1198546" y="1533273"/>
                  </a:lnTo>
                  <a:close/>
                  <a:moveTo>
                    <a:pt x="1175821" y="1448310"/>
                  </a:moveTo>
                  <a:lnTo>
                    <a:pt x="1164453" y="1495058"/>
                  </a:lnTo>
                  <a:lnTo>
                    <a:pt x="1165851" y="1479116"/>
                  </a:lnTo>
                  <a:close/>
                  <a:moveTo>
                    <a:pt x="1847386" y="2072029"/>
                  </a:moveTo>
                  <a:lnTo>
                    <a:pt x="1837055" y="2112534"/>
                  </a:lnTo>
                  <a:lnTo>
                    <a:pt x="1837910" y="2098401"/>
                  </a:lnTo>
                  <a:close/>
                  <a:moveTo>
                    <a:pt x="1571106" y="1875036"/>
                  </a:moveTo>
                  <a:lnTo>
                    <a:pt x="1532101" y="1851756"/>
                  </a:lnTo>
                  <a:lnTo>
                    <a:pt x="1542207" y="1970280"/>
                  </a:lnTo>
                  <a:close/>
                  <a:moveTo>
                    <a:pt x="1220294" y="1614583"/>
                  </a:moveTo>
                  <a:lnTo>
                    <a:pt x="1221860" y="1643547"/>
                  </a:lnTo>
                  <a:lnTo>
                    <a:pt x="1244181" y="1630424"/>
                  </a:lnTo>
                  <a:close/>
                  <a:moveTo>
                    <a:pt x="1220294" y="1614583"/>
                  </a:moveTo>
                  <a:lnTo>
                    <a:pt x="1244181" y="1630424"/>
                  </a:lnTo>
                  <a:lnTo>
                    <a:pt x="1221770" y="1561332"/>
                  </a:lnTo>
                  <a:close/>
                  <a:moveTo>
                    <a:pt x="1230082" y="1435978"/>
                  </a:moveTo>
                  <a:lnTo>
                    <a:pt x="1175821" y="1448310"/>
                  </a:lnTo>
                  <a:lnTo>
                    <a:pt x="1165851" y="1479116"/>
                  </a:lnTo>
                  <a:close/>
                  <a:moveTo>
                    <a:pt x="1234542" y="1358465"/>
                  </a:moveTo>
                  <a:lnTo>
                    <a:pt x="1242561" y="1392058"/>
                  </a:lnTo>
                  <a:lnTo>
                    <a:pt x="1230082" y="1435978"/>
                  </a:lnTo>
                  <a:close/>
                  <a:moveTo>
                    <a:pt x="1230082" y="1435978"/>
                  </a:moveTo>
                  <a:lnTo>
                    <a:pt x="1239121" y="1406320"/>
                  </a:lnTo>
                  <a:lnTo>
                    <a:pt x="1175821" y="1448310"/>
                  </a:lnTo>
                  <a:close/>
                  <a:moveTo>
                    <a:pt x="176256" y="43023"/>
                  </a:moveTo>
                  <a:lnTo>
                    <a:pt x="167629" y="58562"/>
                  </a:lnTo>
                  <a:lnTo>
                    <a:pt x="125461" y="92559"/>
                  </a:lnTo>
                  <a:close/>
                  <a:moveTo>
                    <a:pt x="1837910" y="2098401"/>
                  </a:moveTo>
                  <a:lnTo>
                    <a:pt x="1837055" y="2112534"/>
                  </a:lnTo>
                  <a:lnTo>
                    <a:pt x="1865996" y="2141610"/>
                  </a:lnTo>
                  <a:close/>
                  <a:moveTo>
                    <a:pt x="184260" y="33741"/>
                  </a:moveTo>
                  <a:lnTo>
                    <a:pt x="167629" y="58562"/>
                  </a:lnTo>
                  <a:lnTo>
                    <a:pt x="176256" y="43023"/>
                  </a:lnTo>
                  <a:close/>
                  <a:moveTo>
                    <a:pt x="1234542" y="1358465"/>
                  </a:moveTo>
                  <a:lnTo>
                    <a:pt x="1316663" y="1320028"/>
                  </a:lnTo>
                  <a:lnTo>
                    <a:pt x="1196695" y="1311150"/>
                  </a:lnTo>
                  <a:close/>
                  <a:moveTo>
                    <a:pt x="1158469" y="1194035"/>
                  </a:moveTo>
                  <a:lnTo>
                    <a:pt x="1139029" y="1254950"/>
                  </a:lnTo>
                  <a:lnTo>
                    <a:pt x="1217900" y="1175230"/>
                  </a:lnTo>
                  <a:close/>
                  <a:moveTo>
                    <a:pt x="1217900" y="1175230"/>
                  </a:moveTo>
                  <a:lnTo>
                    <a:pt x="1179534" y="1182521"/>
                  </a:lnTo>
                  <a:lnTo>
                    <a:pt x="1158469" y="1194035"/>
                  </a:lnTo>
                  <a:close/>
                  <a:moveTo>
                    <a:pt x="1145605" y="1073383"/>
                  </a:moveTo>
                  <a:lnTo>
                    <a:pt x="1179534" y="1182521"/>
                  </a:lnTo>
                  <a:lnTo>
                    <a:pt x="1205004" y="1127014"/>
                  </a:lnTo>
                  <a:close/>
                  <a:moveTo>
                    <a:pt x="196691" y="34935"/>
                  </a:moveTo>
                  <a:lnTo>
                    <a:pt x="176256" y="43023"/>
                  </a:lnTo>
                  <a:lnTo>
                    <a:pt x="248754" y="59671"/>
                  </a:lnTo>
                  <a:close/>
                  <a:moveTo>
                    <a:pt x="248754" y="59671"/>
                  </a:moveTo>
                  <a:lnTo>
                    <a:pt x="176256" y="43023"/>
                  </a:lnTo>
                  <a:lnTo>
                    <a:pt x="125461" y="92559"/>
                  </a:lnTo>
                  <a:close/>
                  <a:moveTo>
                    <a:pt x="319713" y="46321"/>
                  </a:moveTo>
                  <a:lnTo>
                    <a:pt x="377761" y="86802"/>
                  </a:lnTo>
                  <a:lnTo>
                    <a:pt x="298289" y="12930"/>
                  </a:lnTo>
                  <a:close/>
                  <a:moveTo>
                    <a:pt x="184260" y="33741"/>
                  </a:moveTo>
                  <a:lnTo>
                    <a:pt x="176256" y="43023"/>
                  </a:lnTo>
                  <a:lnTo>
                    <a:pt x="196691" y="34935"/>
                  </a:lnTo>
                  <a:close/>
                  <a:moveTo>
                    <a:pt x="196691" y="34935"/>
                  </a:moveTo>
                  <a:lnTo>
                    <a:pt x="249765" y="0"/>
                  </a:lnTo>
                  <a:lnTo>
                    <a:pt x="184260" y="33741"/>
                  </a:lnTo>
                  <a:close/>
                  <a:moveTo>
                    <a:pt x="196691" y="34935"/>
                  </a:moveTo>
                  <a:lnTo>
                    <a:pt x="298289" y="12930"/>
                  </a:lnTo>
                  <a:lnTo>
                    <a:pt x="249765" y="0"/>
                  </a:lnTo>
                  <a:close/>
                  <a:moveTo>
                    <a:pt x="298289" y="12930"/>
                  </a:moveTo>
                  <a:lnTo>
                    <a:pt x="196691" y="34935"/>
                  </a:lnTo>
                  <a:lnTo>
                    <a:pt x="319713" y="46321"/>
                  </a:lnTo>
                  <a:close/>
                  <a:moveTo>
                    <a:pt x="196691" y="34935"/>
                  </a:moveTo>
                  <a:lnTo>
                    <a:pt x="248754" y="59671"/>
                  </a:lnTo>
                  <a:lnTo>
                    <a:pt x="319713" y="46321"/>
                  </a:lnTo>
                  <a:close/>
                  <a:moveTo>
                    <a:pt x="1833552" y="1692668"/>
                  </a:moveTo>
                  <a:lnTo>
                    <a:pt x="1812093" y="1813319"/>
                  </a:lnTo>
                  <a:lnTo>
                    <a:pt x="1846191" y="1774883"/>
                  </a:lnTo>
                  <a:close/>
                  <a:moveTo>
                    <a:pt x="1360837" y="1395993"/>
                  </a:moveTo>
                  <a:lnTo>
                    <a:pt x="1427375" y="1302398"/>
                  </a:lnTo>
                  <a:lnTo>
                    <a:pt x="1336025" y="1316072"/>
                  </a:lnTo>
                  <a:close/>
                  <a:moveTo>
                    <a:pt x="1248597" y="1155598"/>
                  </a:moveTo>
                  <a:lnTo>
                    <a:pt x="1303214" y="1142563"/>
                  </a:lnTo>
                  <a:lnTo>
                    <a:pt x="1205004" y="1127014"/>
                  </a:lnTo>
                  <a:close/>
                  <a:moveTo>
                    <a:pt x="1170706" y="889421"/>
                  </a:moveTo>
                  <a:lnTo>
                    <a:pt x="1119859" y="908953"/>
                  </a:lnTo>
                  <a:lnTo>
                    <a:pt x="1199337" y="890623"/>
                  </a:lnTo>
                  <a:close/>
                  <a:moveTo>
                    <a:pt x="1199337" y="890623"/>
                  </a:moveTo>
                  <a:lnTo>
                    <a:pt x="1119859" y="908953"/>
                  </a:lnTo>
                  <a:lnTo>
                    <a:pt x="1088556" y="970294"/>
                  </a:lnTo>
                  <a:close/>
                  <a:moveTo>
                    <a:pt x="1199337" y="890623"/>
                  </a:moveTo>
                  <a:lnTo>
                    <a:pt x="1088556" y="970294"/>
                  </a:lnTo>
                  <a:lnTo>
                    <a:pt x="1133089" y="921591"/>
                  </a:lnTo>
                  <a:close/>
                  <a:moveTo>
                    <a:pt x="1663170" y="1294983"/>
                  </a:moveTo>
                  <a:lnTo>
                    <a:pt x="1615804" y="1333094"/>
                  </a:lnTo>
                  <a:lnTo>
                    <a:pt x="1572204" y="1363807"/>
                  </a:lnTo>
                  <a:close/>
                  <a:moveTo>
                    <a:pt x="1732529" y="1275648"/>
                  </a:moveTo>
                  <a:lnTo>
                    <a:pt x="1615804" y="1333094"/>
                  </a:lnTo>
                  <a:lnTo>
                    <a:pt x="1663170" y="1294983"/>
                  </a:lnTo>
                  <a:close/>
                  <a:moveTo>
                    <a:pt x="1982483" y="1222462"/>
                  </a:moveTo>
                  <a:lnTo>
                    <a:pt x="1920357" y="1248498"/>
                  </a:lnTo>
                  <a:lnTo>
                    <a:pt x="2006084" y="1234971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37" name="Candidate_density__2036">
              <a:extLst>
                <a:ext uri="{FF2B5EF4-FFF2-40B4-BE49-F238E27FC236}">
                  <a16:creationId xmlns:a16="http://schemas.microsoft.com/office/drawing/2014/main" id="{D4BE3FDA-B078-969F-2EB6-2B3ABEF6DB55}"/>
                </a:ext>
              </a:extLst>
            </p:cNvPr>
            <p:cNvSpPr>
              <a:spLocks noGrp="1"/>
            </p:cNvSpPr>
            <p:nvPr/>
          </p:nvSpPr>
          <p:spPr>
            <a:xfrm>
              <a:off x="4561654" y="2119305"/>
              <a:ext cx="2291669" cy="3172126"/>
            </a:xfrm>
            <a:custGeom>
              <a:avLst/>
              <a:gdLst/>
              <a:ahLst/>
              <a:cxnLst/>
              <a:rect l="0" t="0" r="0" b="0"/>
              <a:pathLst>
                <a:path w="2291669" h="3172126">
                  <a:moveTo>
                    <a:pt x="0" y="2370784"/>
                  </a:moveTo>
                  <a:lnTo>
                    <a:pt x="342" y="2348282"/>
                  </a:lnTo>
                  <a:lnTo>
                    <a:pt x="28453" y="2380850"/>
                  </a:lnTo>
                  <a:close/>
                  <a:moveTo>
                    <a:pt x="290903" y="2594928"/>
                  </a:moveTo>
                  <a:lnTo>
                    <a:pt x="357427" y="2556491"/>
                  </a:lnTo>
                  <a:lnTo>
                    <a:pt x="281935" y="2588919"/>
                  </a:lnTo>
                  <a:close/>
                  <a:moveTo>
                    <a:pt x="357427" y="2556491"/>
                  </a:moveTo>
                  <a:lnTo>
                    <a:pt x="320944" y="2519564"/>
                  </a:lnTo>
                  <a:lnTo>
                    <a:pt x="281935" y="2588919"/>
                  </a:lnTo>
                  <a:close/>
                  <a:moveTo>
                    <a:pt x="921998" y="3158315"/>
                  </a:moveTo>
                  <a:lnTo>
                    <a:pt x="964334" y="3093560"/>
                  </a:lnTo>
                  <a:lnTo>
                    <a:pt x="953285" y="3114636"/>
                  </a:lnTo>
                  <a:close/>
                  <a:moveTo>
                    <a:pt x="401679" y="2518055"/>
                  </a:moveTo>
                  <a:lnTo>
                    <a:pt x="442591" y="2480523"/>
                  </a:lnTo>
                  <a:lnTo>
                    <a:pt x="357427" y="2556491"/>
                  </a:lnTo>
                  <a:close/>
                  <a:moveTo>
                    <a:pt x="357427" y="2556491"/>
                  </a:moveTo>
                  <a:lnTo>
                    <a:pt x="332743" y="2454836"/>
                  </a:lnTo>
                  <a:lnTo>
                    <a:pt x="320944" y="2519564"/>
                  </a:lnTo>
                  <a:close/>
                  <a:moveTo>
                    <a:pt x="524610" y="2520128"/>
                  </a:moveTo>
                  <a:lnTo>
                    <a:pt x="484091" y="2435839"/>
                  </a:lnTo>
                  <a:lnTo>
                    <a:pt x="408571" y="2453781"/>
                  </a:lnTo>
                  <a:close/>
                  <a:moveTo>
                    <a:pt x="408571" y="2453781"/>
                  </a:moveTo>
                  <a:lnTo>
                    <a:pt x="442591" y="2480523"/>
                  </a:lnTo>
                  <a:lnTo>
                    <a:pt x="524610" y="2520128"/>
                  </a:lnTo>
                  <a:close/>
                  <a:moveTo>
                    <a:pt x="332743" y="2454836"/>
                  </a:moveTo>
                  <a:lnTo>
                    <a:pt x="290945" y="2435839"/>
                  </a:lnTo>
                  <a:lnTo>
                    <a:pt x="320944" y="2519564"/>
                  </a:lnTo>
                  <a:close/>
                  <a:moveTo>
                    <a:pt x="315149" y="2369047"/>
                  </a:moveTo>
                  <a:lnTo>
                    <a:pt x="408571" y="2453781"/>
                  </a:lnTo>
                  <a:lnTo>
                    <a:pt x="320859" y="2392061"/>
                  </a:lnTo>
                  <a:close/>
                  <a:moveTo>
                    <a:pt x="238656" y="2370643"/>
                  </a:moveTo>
                  <a:lnTo>
                    <a:pt x="332743" y="2454836"/>
                  </a:lnTo>
                  <a:lnTo>
                    <a:pt x="315149" y="2369047"/>
                  </a:lnTo>
                  <a:close/>
                  <a:moveTo>
                    <a:pt x="153945" y="2278827"/>
                  </a:moveTo>
                  <a:lnTo>
                    <a:pt x="215875" y="2289071"/>
                  </a:lnTo>
                  <a:lnTo>
                    <a:pt x="205919" y="2197073"/>
                  </a:lnTo>
                  <a:close/>
                  <a:moveTo>
                    <a:pt x="201223" y="2135402"/>
                  </a:moveTo>
                  <a:lnTo>
                    <a:pt x="205919" y="2197073"/>
                  </a:lnTo>
                  <a:lnTo>
                    <a:pt x="238597" y="2211683"/>
                  </a:lnTo>
                  <a:close/>
                  <a:moveTo>
                    <a:pt x="1001659" y="3075309"/>
                  </a:moveTo>
                  <a:lnTo>
                    <a:pt x="964334" y="3093560"/>
                  </a:lnTo>
                  <a:lnTo>
                    <a:pt x="945228" y="3160687"/>
                  </a:lnTo>
                  <a:close/>
                  <a:moveTo>
                    <a:pt x="1042772" y="3055124"/>
                  </a:moveTo>
                  <a:lnTo>
                    <a:pt x="1001659" y="3075309"/>
                  </a:lnTo>
                  <a:lnTo>
                    <a:pt x="1074754" y="3172126"/>
                  </a:lnTo>
                  <a:close/>
                  <a:moveTo>
                    <a:pt x="894324" y="3054843"/>
                  </a:moveTo>
                  <a:lnTo>
                    <a:pt x="964334" y="3093560"/>
                  </a:lnTo>
                  <a:lnTo>
                    <a:pt x="1001182" y="2972909"/>
                  </a:lnTo>
                  <a:close/>
                  <a:moveTo>
                    <a:pt x="826561" y="3011345"/>
                  </a:moveTo>
                  <a:lnTo>
                    <a:pt x="894324" y="3054843"/>
                  </a:lnTo>
                  <a:lnTo>
                    <a:pt x="913709" y="2986127"/>
                  </a:lnTo>
                  <a:close/>
                  <a:moveTo>
                    <a:pt x="913709" y="2986127"/>
                  </a:moveTo>
                  <a:lnTo>
                    <a:pt x="972142" y="2899122"/>
                  </a:lnTo>
                  <a:lnTo>
                    <a:pt x="906563" y="2891844"/>
                  </a:lnTo>
                  <a:close/>
                  <a:moveTo>
                    <a:pt x="712447" y="2828381"/>
                  </a:moveTo>
                  <a:lnTo>
                    <a:pt x="745240" y="2776103"/>
                  </a:lnTo>
                  <a:lnTo>
                    <a:pt x="675987" y="2795835"/>
                  </a:lnTo>
                  <a:close/>
                  <a:moveTo>
                    <a:pt x="789796" y="2826089"/>
                  </a:moveTo>
                  <a:lnTo>
                    <a:pt x="745240" y="2776103"/>
                  </a:lnTo>
                  <a:lnTo>
                    <a:pt x="712447" y="2828381"/>
                  </a:lnTo>
                  <a:close/>
                  <a:moveTo>
                    <a:pt x="754345" y="2754818"/>
                  </a:moveTo>
                  <a:lnTo>
                    <a:pt x="797273" y="2755445"/>
                  </a:lnTo>
                  <a:lnTo>
                    <a:pt x="770723" y="2726263"/>
                  </a:lnTo>
                  <a:close/>
                  <a:moveTo>
                    <a:pt x="868069" y="2741478"/>
                  </a:moveTo>
                  <a:lnTo>
                    <a:pt x="797273" y="2755445"/>
                  </a:lnTo>
                  <a:lnTo>
                    <a:pt x="747053" y="2764700"/>
                  </a:lnTo>
                  <a:close/>
                  <a:moveTo>
                    <a:pt x="747053" y="2764700"/>
                  </a:moveTo>
                  <a:lnTo>
                    <a:pt x="797273" y="2755445"/>
                  </a:lnTo>
                  <a:lnTo>
                    <a:pt x="754345" y="2754818"/>
                  </a:lnTo>
                  <a:close/>
                  <a:moveTo>
                    <a:pt x="868069" y="2741478"/>
                  </a:moveTo>
                  <a:lnTo>
                    <a:pt x="933806" y="2730104"/>
                  </a:lnTo>
                  <a:lnTo>
                    <a:pt x="895562" y="2726263"/>
                  </a:lnTo>
                  <a:close/>
                  <a:moveTo>
                    <a:pt x="524929" y="2509710"/>
                  </a:moveTo>
                  <a:lnTo>
                    <a:pt x="512537" y="2429851"/>
                  </a:lnTo>
                  <a:lnTo>
                    <a:pt x="484091" y="2435839"/>
                  </a:lnTo>
                  <a:close/>
                  <a:moveTo>
                    <a:pt x="484091" y="2435839"/>
                  </a:moveTo>
                  <a:lnTo>
                    <a:pt x="512537" y="2429851"/>
                  </a:lnTo>
                  <a:lnTo>
                    <a:pt x="412846" y="2369312"/>
                  </a:lnTo>
                  <a:close/>
                  <a:moveTo>
                    <a:pt x="602555" y="2317168"/>
                  </a:moveTo>
                  <a:lnTo>
                    <a:pt x="534007" y="2328448"/>
                  </a:lnTo>
                  <a:lnTo>
                    <a:pt x="512537" y="2429851"/>
                  </a:lnTo>
                  <a:close/>
                  <a:moveTo>
                    <a:pt x="394253" y="2353624"/>
                  </a:moveTo>
                  <a:lnTo>
                    <a:pt x="361864" y="2331069"/>
                  </a:lnTo>
                  <a:lnTo>
                    <a:pt x="334376" y="2253324"/>
                  </a:lnTo>
                  <a:close/>
                  <a:moveTo>
                    <a:pt x="268429" y="2150758"/>
                  </a:moveTo>
                  <a:lnTo>
                    <a:pt x="316028" y="2070778"/>
                  </a:lnTo>
                  <a:lnTo>
                    <a:pt x="256234" y="2189194"/>
                  </a:lnTo>
                  <a:close/>
                  <a:moveTo>
                    <a:pt x="256234" y="2189194"/>
                  </a:moveTo>
                  <a:lnTo>
                    <a:pt x="316028" y="2070778"/>
                  </a:lnTo>
                  <a:lnTo>
                    <a:pt x="198462" y="2103043"/>
                  </a:lnTo>
                  <a:close/>
                  <a:moveTo>
                    <a:pt x="867623" y="2723317"/>
                  </a:moveTo>
                  <a:lnTo>
                    <a:pt x="797273" y="2755445"/>
                  </a:lnTo>
                  <a:lnTo>
                    <a:pt x="868069" y="2741478"/>
                  </a:lnTo>
                  <a:close/>
                  <a:moveTo>
                    <a:pt x="867623" y="2723317"/>
                  </a:moveTo>
                  <a:lnTo>
                    <a:pt x="797150" y="2720018"/>
                  </a:lnTo>
                  <a:lnTo>
                    <a:pt x="797273" y="2755445"/>
                  </a:lnTo>
                  <a:close/>
                  <a:moveTo>
                    <a:pt x="797150" y="2720018"/>
                  </a:moveTo>
                  <a:lnTo>
                    <a:pt x="867623" y="2723317"/>
                  </a:lnTo>
                  <a:lnTo>
                    <a:pt x="842809" y="2643398"/>
                  </a:lnTo>
                  <a:close/>
                  <a:moveTo>
                    <a:pt x="797150" y="2720018"/>
                  </a:moveTo>
                  <a:lnTo>
                    <a:pt x="842809" y="2643398"/>
                  </a:lnTo>
                  <a:lnTo>
                    <a:pt x="784336" y="2630344"/>
                  </a:lnTo>
                  <a:close/>
                  <a:moveTo>
                    <a:pt x="867623" y="2723317"/>
                  </a:moveTo>
                  <a:lnTo>
                    <a:pt x="868069" y="2741478"/>
                  </a:lnTo>
                  <a:lnTo>
                    <a:pt x="895562" y="2726263"/>
                  </a:lnTo>
                  <a:close/>
                  <a:moveTo>
                    <a:pt x="842809" y="2643398"/>
                  </a:moveTo>
                  <a:lnTo>
                    <a:pt x="895562" y="2726263"/>
                  </a:lnTo>
                  <a:lnTo>
                    <a:pt x="847566" y="2644048"/>
                  </a:lnTo>
                  <a:close/>
                  <a:moveTo>
                    <a:pt x="842809" y="2643398"/>
                  </a:moveTo>
                  <a:lnTo>
                    <a:pt x="867623" y="2723317"/>
                  </a:lnTo>
                  <a:lnTo>
                    <a:pt x="895562" y="2726263"/>
                  </a:lnTo>
                  <a:close/>
                  <a:moveTo>
                    <a:pt x="387103" y="1870681"/>
                  </a:moveTo>
                  <a:lnTo>
                    <a:pt x="379684" y="1865676"/>
                  </a:lnTo>
                  <a:lnTo>
                    <a:pt x="332905" y="1918678"/>
                  </a:lnTo>
                  <a:close/>
                  <a:moveTo>
                    <a:pt x="1156455" y="2770042"/>
                  </a:moveTo>
                  <a:lnTo>
                    <a:pt x="1172891" y="2852257"/>
                  </a:lnTo>
                  <a:lnTo>
                    <a:pt x="1193195" y="2813820"/>
                  </a:lnTo>
                  <a:close/>
                  <a:moveTo>
                    <a:pt x="1156455" y="2770042"/>
                  </a:moveTo>
                  <a:lnTo>
                    <a:pt x="1193195" y="2813820"/>
                  </a:lnTo>
                  <a:lnTo>
                    <a:pt x="1166254" y="2731605"/>
                  </a:lnTo>
                  <a:close/>
                  <a:moveTo>
                    <a:pt x="1096112" y="2658744"/>
                  </a:moveTo>
                  <a:lnTo>
                    <a:pt x="1155860" y="2766306"/>
                  </a:lnTo>
                  <a:lnTo>
                    <a:pt x="1166254" y="2731605"/>
                  </a:lnTo>
                  <a:close/>
                  <a:moveTo>
                    <a:pt x="1166254" y="2731605"/>
                  </a:moveTo>
                  <a:lnTo>
                    <a:pt x="1155860" y="2766306"/>
                  </a:lnTo>
                  <a:lnTo>
                    <a:pt x="1156455" y="2770042"/>
                  </a:lnTo>
                  <a:close/>
                  <a:moveTo>
                    <a:pt x="1166254" y="2731605"/>
                  </a:moveTo>
                  <a:lnTo>
                    <a:pt x="1112435" y="2667405"/>
                  </a:lnTo>
                  <a:lnTo>
                    <a:pt x="1096112" y="2658744"/>
                  </a:lnTo>
                  <a:close/>
                  <a:moveTo>
                    <a:pt x="775826" y="2336986"/>
                  </a:moveTo>
                  <a:lnTo>
                    <a:pt x="690990" y="2358967"/>
                  </a:lnTo>
                  <a:lnTo>
                    <a:pt x="807786" y="2411095"/>
                  </a:lnTo>
                  <a:close/>
                  <a:moveTo>
                    <a:pt x="462783" y="1909454"/>
                  </a:moveTo>
                  <a:lnTo>
                    <a:pt x="476788" y="1899314"/>
                  </a:lnTo>
                  <a:lnTo>
                    <a:pt x="503558" y="1936689"/>
                  </a:lnTo>
                  <a:close/>
                  <a:moveTo>
                    <a:pt x="411238" y="1865676"/>
                  </a:moveTo>
                  <a:lnTo>
                    <a:pt x="476788" y="1899314"/>
                  </a:lnTo>
                  <a:lnTo>
                    <a:pt x="462783" y="1909454"/>
                  </a:lnTo>
                  <a:close/>
                  <a:moveTo>
                    <a:pt x="503558" y="1936689"/>
                  </a:moveTo>
                  <a:lnTo>
                    <a:pt x="462609" y="1909760"/>
                  </a:lnTo>
                  <a:lnTo>
                    <a:pt x="462783" y="1909454"/>
                  </a:lnTo>
                  <a:close/>
                  <a:moveTo>
                    <a:pt x="1166254" y="2731605"/>
                  </a:moveTo>
                  <a:lnTo>
                    <a:pt x="1234865" y="2693169"/>
                  </a:lnTo>
                  <a:lnTo>
                    <a:pt x="1112435" y="2667405"/>
                  </a:lnTo>
                  <a:close/>
                  <a:moveTo>
                    <a:pt x="676112" y="2073885"/>
                  </a:moveTo>
                  <a:lnTo>
                    <a:pt x="763511" y="2046721"/>
                  </a:lnTo>
                  <a:lnTo>
                    <a:pt x="650866" y="2056307"/>
                  </a:lnTo>
                  <a:close/>
                  <a:moveTo>
                    <a:pt x="650866" y="2056307"/>
                  </a:moveTo>
                  <a:lnTo>
                    <a:pt x="763511" y="2046721"/>
                  </a:lnTo>
                  <a:lnTo>
                    <a:pt x="756301" y="1956650"/>
                  </a:lnTo>
                  <a:close/>
                  <a:moveTo>
                    <a:pt x="763511" y="2046721"/>
                  </a:moveTo>
                  <a:lnTo>
                    <a:pt x="835354" y="2048906"/>
                  </a:lnTo>
                  <a:lnTo>
                    <a:pt x="756301" y="1956650"/>
                  </a:lnTo>
                  <a:close/>
                  <a:moveTo>
                    <a:pt x="1190456" y="2465253"/>
                  </a:moveTo>
                  <a:lnTo>
                    <a:pt x="1251851" y="2479596"/>
                  </a:lnTo>
                  <a:lnTo>
                    <a:pt x="1280870" y="2490303"/>
                  </a:lnTo>
                  <a:close/>
                  <a:moveTo>
                    <a:pt x="997214" y="2079227"/>
                  </a:moveTo>
                  <a:lnTo>
                    <a:pt x="1015857" y="2162937"/>
                  </a:lnTo>
                  <a:lnTo>
                    <a:pt x="1008621" y="2127515"/>
                  </a:lnTo>
                  <a:close/>
                  <a:moveTo>
                    <a:pt x="838289" y="1946429"/>
                  </a:moveTo>
                  <a:lnTo>
                    <a:pt x="756301" y="1956650"/>
                  </a:lnTo>
                  <a:lnTo>
                    <a:pt x="837276" y="1980745"/>
                  </a:lnTo>
                  <a:close/>
                  <a:moveTo>
                    <a:pt x="838289" y="1946429"/>
                  </a:moveTo>
                  <a:lnTo>
                    <a:pt x="756390" y="1952418"/>
                  </a:lnTo>
                  <a:lnTo>
                    <a:pt x="756301" y="1956650"/>
                  </a:lnTo>
                  <a:close/>
                  <a:moveTo>
                    <a:pt x="756390" y="1952418"/>
                  </a:moveTo>
                  <a:lnTo>
                    <a:pt x="823928" y="1930839"/>
                  </a:lnTo>
                  <a:lnTo>
                    <a:pt x="749840" y="1932495"/>
                  </a:lnTo>
                  <a:close/>
                  <a:moveTo>
                    <a:pt x="744907" y="1832581"/>
                  </a:moveTo>
                  <a:lnTo>
                    <a:pt x="674118" y="1758527"/>
                  </a:lnTo>
                  <a:lnTo>
                    <a:pt x="691294" y="1777053"/>
                  </a:lnTo>
                  <a:close/>
                  <a:moveTo>
                    <a:pt x="674118" y="1758527"/>
                  </a:moveTo>
                  <a:lnTo>
                    <a:pt x="682761" y="1788803"/>
                  </a:lnTo>
                  <a:lnTo>
                    <a:pt x="622463" y="1734908"/>
                  </a:lnTo>
                  <a:close/>
                  <a:moveTo>
                    <a:pt x="1008621" y="2127515"/>
                  </a:moveTo>
                  <a:lnTo>
                    <a:pt x="1015857" y="2162937"/>
                  </a:lnTo>
                  <a:lnTo>
                    <a:pt x="1015032" y="2161442"/>
                  </a:lnTo>
                  <a:close/>
                  <a:moveTo>
                    <a:pt x="1101945" y="2197780"/>
                  </a:moveTo>
                  <a:lnTo>
                    <a:pt x="1018899" y="2165943"/>
                  </a:lnTo>
                  <a:lnTo>
                    <a:pt x="1015857" y="2162937"/>
                  </a:lnTo>
                  <a:close/>
                  <a:moveTo>
                    <a:pt x="1413583" y="2451866"/>
                  </a:moveTo>
                  <a:lnTo>
                    <a:pt x="1382465" y="2369651"/>
                  </a:lnTo>
                  <a:lnTo>
                    <a:pt x="1375635" y="2490303"/>
                  </a:lnTo>
                  <a:close/>
                  <a:moveTo>
                    <a:pt x="1314025" y="2287436"/>
                  </a:moveTo>
                  <a:lnTo>
                    <a:pt x="1309576" y="2206017"/>
                  </a:lnTo>
                  <a:lnTo>
                    <a:pt x="1315780" y="2301065"/>
                  </a:lnTo>
                  <a:close/>
                  <a:moveTo>
                    <a:pt x="1022487" y="2157546"/>
                  </a:moveTo>
                  <a:lnTo>
                    <a:pt x="1008621" y="2127515"/>
                  </a:lnTo>
                  <a:lnTo>
                    <a:pt x="1015032" y="2161442"/>
                  </a:lnTo>
                  <a:close/>
                  <a:moveTo>
                    <a:pt x="1315780" y="2301065"/>
                  </a:moveTo>
                  <a:lnTo>
                    <a:pt x="1382465" y="2369651"/>
                  </a:lnTo>
                  <a:lnTo>
                    <a:pt x="1341719" y="2321736"/>
                  </a:lnTo>
                  <a:close/>
                  <a:moveTo>
                    <a:pt x="1388111" y="2402946"/>
                  </a:moveTo>
                  <a:lnTo>
                    <a:pt x="1382465" y="2369651"/>
                  </a:lnTo>
                  <a:lnTo>
                    <a:pt x="1315780" y="2301065"/>
                  </a:lnTo>
                  <a:close/>
                  <a:moveTo>
                    <a:pt x="1314025" y="2287436"/>
                  </a:moveTo>
                  <a:lnTo>
                    <a:pt x="1315780" y="2301065"/>
                  </a:lnTo>
                  <a:lnTo>
                    <a:pt x="1341719" y="2321736"/>
                  </a:lnTo>
                  <a:close/>
                  <a:moveTo>
                    <a:pt x="1309816" y="2205221"/>
                  </a:moveTo>
                  <a:lnTo>
                    <a:pt x="1314025" y="2287436"/>
                  </a:lnTo>
                  <a:lnTo>
                    <a:pt x="1370396" y="2248999"/>
                  </a:lnTo>
                  <a:close/>
                  <a:moveTo>
                    <a:pt x="1263292" y="2084569"/>
                  </a:moveTo>
                  <a:lnTo>
                    <a:pt x="1268822" y="2002354"/>
                  </a:lnTo>
                  <a:lnTo>
                    <a:pt x="1253543" y="2123005"/>
                  </a:lnTo>
                  <a:close/>
                  <a:moveTo>
                    <a:pt x="1328143" y="1963918"/>
                  </a:moveTo>
                  <a:lnTo>
                    <a:pt x="1229133" y="1910546"/>
                  </a:lnTo>
                  <a:lnTo>
                    <a:pt x="1224053" y="1920139"/>
                  </a:lnTo>
                  <a:close/>
                  <a:moveTo>
                    <a:pt x="1328143" y="1963918"/>
                  </a:moveTo>
                  <a:lnTo>
                    <a:pt x="1224053" y="1920139"/>
                  </a:lnTo>
                  <a:lnTo>
                    <a:pt x="1268822" y="2002354"/>
                  </a:lnTo>
                  <a:close/>
                  <a:moveTo>
                    <a:pt x="1164455" y="1755709"/>
                  </a:moveTo>
                  <a:lnTo>
                    <a:pt x="1208168" y="1799487"/>
                  </a:lnTo>
                  <a:lnTo>
                    <a:pt x="1166766" y="1717272"/>
                  </a:lnTo>
                  <a:close/>
                  <a:moveTo>
                    <a:pt x="1166766" y="1717272"/>
                  </a:moveTo>
                  <a:lnTo>
                    <a:pt x="1116960" y="1640873"/>
                  </a:lnTo>
                  <a:lnTo>
                    <a:pt x="1134307" y="1673494"/>
                  </a:lnTo>
                  <a:close/>
                  <a:moveTo>
                    <a:pt x="1117843" y="1552842"/>
                  </a:moveTo>
                  <a:lnTo>
                    <a:pt x="1149999" y="1574513"/>
                  </a:lnTo>
                  <a:lnTo>
                    <a:pt x="1116367" y="1606094"/>
                  </a:lnTo>
                  <a:close/>
                  <a:moveTo>
                    <a:pt x="1116367" y="1606094"/>
                  </a:moveTo>
                  <a:lnTo>
                    <a:pt x="1146126" y="1653902"/>
                  </a:lnTo>
                  <a:lnTo>
                    <a:pt x="1116960" y="1640873"/>
                  </a:lnTo>
                  <a:close/>
                  <a:moveTo>
                    <a:pt x="1787354" y="2172126"/>
                  </a:moveTo>
                  <a:lnTo>
                    <a:pt x="1839546" y="2278306"/>
                  </a:lnTo>
                  <a:lnTo>
                    <a:pt x="1861354" y="2225670"/>
                  </a:lnTo>
                  <a:close/>
                  <a:moveTo>
                    <a:pt x="1804791" y="2292778"/>
                  </a:moveTo>
                  <a:lnTo>
                    <a:pt x="1839546" y="2278306"/>
                  </a:lnTo>
                  <a:lnTo>
                    <a:pt x="1787354" y="2172126"/>
                  </a:lnTo>
                  <a:close/>
                  <a:moveTo>
                    <a:pt x="1762070" y="2133121"/>
                  </a:moveTo>
                  <a:lnTo>
                    <a:pt x="1733129" y="2104044"/>
                  </a:lnTo>
                  <a:lnTo>
                    <a:pt x="1787354" y="2172126"/>
                  </a:lnTo>
                  <a:close/>
                  <a:moveTo>
                    <a:pt x="1438281" y="1961790"/>
                  </a:moveTo>
                  <a:lnTo>
                    <a:pt x="1428539" y="2046132"/>
                  </a:lnTo>
                  <a:lnTo>
                    <a:pt x="1438809" y="1975675"/>
                  </a:lnTo>
                  <a:close/>
                  <a:moveTo>
                    <a:pt x="1438281" y="1961790"/>
                  </a:moveTo>
                  <a:lnTo>
                    <a:pt x="1438809" y="1975675"/>
                  </a:lnTo>
                  <a:lnTo>
                    <a:pt x="1549230" y="1925481"/>
                  </a:lnTo>
                  <a:close/>
                  <a:moveTo>
                    <a:pt x="1438281" y="1961790"/>
                  </a:moveTo>
                  <a:lnTo>
                    <a:pt x="1549230" y="1925481"/>
                  </a:lnTo>
                  <a:lnTo>
                    <a:pt x="1467179" y="1866546"/>
                  </a:lnTo>
                  <a:close/>
                  <a:moveTo>
                    <a:pt x="1060127" y="1267760"/>
                  </a:moveTo>
                  <a:lnTo>
                    <a:pt x="1054543" y="1185545"/>
                  </a:lnTo>
                  <a:lnTo>
                    <a:pt x="1056359" y="1189680"/>
                  </a:lnTo>
                  <a:close/>
                  <a:moveTo>
                    <a:pt x="2006949" y="2402987"/>
                  </a:moveTo>
                  <a:lnTo>
                    <a:pt x="2073634" y="2462032"/>
                  </a:lnTo>
                  <a:lnTo>
                    <a:pt x="2034908" y="2418771"/>
                  </a:lnTo>
                  <a:close/>
                  <a:moveTo>
                    <a:pt x="2097568" y="2489999"/>
                  </a:moveTo>
                  <a:lnTo>
                    <a:pt x="2073634" y="2462032"/>
                  </a:lnTo>
                  <a:lnTo>
                    <a:pt x="2006949" y="2402987"/>
                  </a:lnTo>
                  <a:close/>
                  <a:moveTo>
                    <a:pt x="2042321" y="2474321"/>
                  </a:moveTo>
                  <a:lnTo>
                    <a:pt x="2097568" y="2489999"/>
                  </a:lnTo>
                  <a:lnTo>
                    <a:pt x="2006949" y="2402987"/>
                  </a:lnTo>
                  <a:close/>
                  <a:moveTo>
                    <a:pt x="2073634" y="2462032"/>
                  </a:moveTo>
                  <a:lnTo>
                    <a:pt x="2097568" y="2489999"/>
                  </a:lnTo>
                  <a:lnTo>
                    <a:pt x="2077258" y="2418771"/>
                  </a:lnTo>
                  <a:close/>
                  <a:moveTo>
                    <a:pt x="2077258" y="2418771"/>
                  </a:moveTo>
                  <a:lnTo>
                    <a:pt x="2097568" y="2489999"/>
                  </a:lnTo>
                  <a:lnTo>
                    <a:pt x="2181092" y="2462550"/>
                  </a:lnTo>
                  <a:close/>
                  <a:moveTo>
                    <a:pt x="2077258" y="2418771"/>
                  </a:moveTo>
                  <a:lnTo>
                    <a:pt x="2181092" y="2462550"/>
                  </a:lnTo>
                  <a:lnTo>
                    <a:pt x="2111949" y="2380335"/>
                  </a:lnTo>
                  <a:close/>
                  <a:moveTo>
                    <a:pt x="2046233" y="2331549"/>
                  </a:moveTo>
                  <a:lnTo>
                    <a:pt x="2108406" y="2376839"/>
                  </a:lnTo>
                  <a:lnTo>
                    <a:pt x="2018985" y="2298120"/>
                  </a:lnTo>
                  <a:close/>
                  <a:moveTo>
                    <a:pt x="2108406" y="2376839"/>
                  </a:moveTo>
                  <a:lnTo>
                    <a:pt x="2046233" y="2331549"/>
                  </a:lnTo>
                  <a:lnTo>
                    <a:pt x="2111949" y="2380335"/>
                  </a:lnTo>
                  <a:close/>
                  <a:moveTo>
                    <a:pt x="2111949" y="2380335"/>
                  </a:moveTo>
                  <a:lnTo>
                    <a:pt x="2053675" y="2336556"/>
                  </a:lnTo>
                  <a:lnTo>
                    <a:pt x="2077258" y="2418771"/>
                  </a:lnTo>
                  <a:close/>
                  <a:moveTo>
                    <a:pt x="1787354" y="2172126"/>
                  </a:moveTo>
                  <a:lnTo>
                    <a:pt x="1861354" y="2225670"/>
                  </a:lnTo>
                  <a:lnTo>
                    <a:pt x="1879708" y="2145563"/>
                  </a:lnTo>
                  <a:close/>
                  <a:moveTo>
                    <a:pt x="1212736" y="1311539"/>
                  </a:moveTo>
                  <a:lnTo>
                    <a:pt x="1144630" y="1281359"/>
                  </a:lnTo>
                  <a:lnTo>
                    <a:pt x="1092768" y="1302661"/>
                  </a:lnTo>
                  <a:close/>
                  <a:moveTo>
                    <a:pt x="1054543" y="1185545"/>
                  </a:moveTo>
                  <a:lnTo>
                    <a:pt x="1075607" y="1174031"/>
                  </a:lnTo>
                  <a:lnTo>
                    <a:pt x="1041678" y="1064893"/>
                  </a:lnTo>
                  <a:close/>
                  <a:moveTo>
                    <a:pt x="1029446" y="1103330"/>
                  </a:moveTo>
                  <a:lnTo>
                    <a:pt x="1054543" y="1185545"/>
                  </a:lnTo>
                  <a:lnTo>
                    <a:pt x="1041678" y="1064893"/>
                  </a:lnTo>
                  <a:close/>
                  <a:moveTo>
                    <a:pt x="978388" y="992291"/>
                  </a:moveTo>
                  <a:lnTo>
                    <a:pt x="984630" y="961805"/>
                  </a:lnTo>
                  <a:lnTo>
                    <a:pt x="989225" y="1021115"/>
                  </a:lnTo>
                  <a:close/>
                  <a:moveTo>
                    <a:pt x="244023" y="281179"/>
                  </a:moveTo>
                  <a:lnTo>
                    <a:pt x="290629" y="363394"/>
                  </a:lnTo>
                  <a:lnTo>
                    <a:pt x="335308" y="350815"/>
                  </a:lnTo>
                  <a:close/>
                  <a:moveTo>
                    <a:pt x="311685" y="269927"/>
                  </a:moveTo>
                  <a:lnTo>
                    <a:pt x="335308" y="350815"/>
                  </a:lnTo>
                  <a:lnTo>
                    <a:pt x="346556" y="363394"/>
                  </a:lnTo>
                  <a:close/>
                  <a:moveTo>
                    <a:pt x="194363" y="4440"/>
                  </a:moveTo>
                  <a:lnTo>
                    <a:pt x="273834" y="78312"/>
                  </a:lnTo>
                  <a:lnTo>
                    <a:pt x="295039" y="83276"/>
                  </a:lnTo>
                  <a:close/>
                  <a:moveTo>
                    <a:pt x="194363" y="4440"/>
                  </a:moveTo>
                  <a:lnTo>
                    <a:pt x="295039" y="83276"/>
                  </a:lnTo>
                  <a:lnTo>
                    <a:pt x="274355" y="0"/>
                  </a:lnTo>
                  <a:close/>
                  <a:moveTo>
                    <a:pt x="2046233" y="2331549"/>
                  </a:moveTo>
                  <a:lnTo>
                    <a:pt x="2018985" y="2298120"/>
                  </a:lnTo>
                  <a:lnTo>
                    <a:pt x="1976430" y="2227613"/>
                  </a:lnTo>
                  <a:close/>
                  <a:moveTo>
                    <a:pt x="971459" y="982678"/>
                  </a:moveTo>
                  <a:lnTo>
                    <a:pt x="978388" y="992291"/>
                  </a:lnTo>
                  <a:lnTo>
                    <a:pt x="998600" y="1014036"/>
                  </a:lnTo>
                  <a:close/>
                  <a:moveTo>
                    <a:pt x="984630" y="961805"/>
                  </a:moveTo>
                  <a:lnTo>
                    <a:pt x="978388" y="992291"/>
                  </a:lnTo>
                  <a:lnTo>
                    <a:pt x="971459" y="982678"/>
                  </a:lnTo>
                  <a:close/>
                  <a:moveTo>
                    <a:pt x="2181092" y="2462550"/>
                  </a:moveTo>
                  <a:lnTo>
                    <a:pt x="2236956" y="2437271"/>
                  </a:lnTo>
                  <a:lnTo>
                    <a:pt x="2198455" y="2341899"/>
                  </a:lnTo>
                  <a:close/>
                  <a:moveTo>
                    <a:pt x="2111949" y="2380335"/>
                  </a:moveTo>
                  <a:lnTo>
                    <a:pt x="2181092" y="2462550"/>
                  </a:lnTo>
                  <a:lnTo>
                    <a:pt x="2198455" y="2341899"/>
                  </a:lnTo>
                  <a:close/>
                  <a:moveTo>
                    <a:pt x="2111949" y="2380335"/>
                  </a:moveTo>
                  <a:lnTo>
                    <a:pt x="2198455" y="2341899"/>
                  </a:lnTo>
                  <a:lnTo>
                    <a:pt x="2108406" y="2376839"/>
                  </a:lnTo>
                  <a:close/>
                  <a:moveTo>
                    <a:pt x="1773610" y="1887045"/>
                  </a:moveTo>
                  <a:lnTo>
                    <a:pt x="1856714" y="1848608"/>
                  </a:lnTo>
                  <a:lnTo>
                    <a:pt x="1739318" y="1832855"/>
                  </a:lnTo>
                  <a:close/>
                  <a:moveTo>
                    <a:pt x="1739318" y="1832855"/>
                  </a:moveTo>
                  <a:lnTo>
                    <a:pt x="1742265" y="1766393"/>
                  </a:lnTo>
                  <a:lnTo>
                    <a:pt x="1708166" y="1804829"/>
                  </a:lnTo>
                  <a:close/>
                  <a:moveTo>
                    <a:pt x="1789510" y="1805310"/>
                  </a:moveTo>
                  <a:lnTo>
                    <a:pt x="1742265" y="1766393"/>
                  </a:lnTo>
                  <a:lnTo>
                    <a:pt x="1739318" y="1832855"/>
                  </a:lnTo>
                  <a:close/>
                  <a:moveTo>
                    <a:pt x="1651602" y="1709363"/>
                  </a:moveTo>
                  <a:lnTo>
                    <a:pt x="1646181" y="1763286"/>
                  </a:lnTo>
                  <a:lnTo>
                    <a:pt x="1729626" y="1684178"/>
                  </a:lnTo>
                  <a:close/>
                  <a:moveTo>
                    <a:pt x="1729626" y="1684178"/>
                  </a:moveTo>
                  <a:lnTo>
                    <a:pt x="1646181" y="1763286"/>
                  </a:lnTo>
                  <a:lnTo>
                    <a:pt x="1708166" y="1804829"/>
                  </a:lnTo>
                  <a:close/>
                  <a:moveTo>
                    <a:pt x="1750208" y="1658367"/>
                  </a:moveTo>
                  <a:lnTo>
                    <a:pt x="1651602" y="1709363"/>
                  </a:lnTo>
                  <a:lnTo>
                    <a:pt x="1729626" y="1684178"/>
                  </a:lnTo>
                  <a:close/>
                  <a:moveTo>
                    <a:pt x="1453335" y="1384380"/>
                  </a:moveTo>
                  <a:lnTo>
                    <a:pt x="1339504" y="1393754"/>
                  </a:lnTo>
                  <a:lnTo>
                    <a:pt x="1365007" y="1460306"/>
                  </a:lnTo>
                  <a:close/>
                  <a:moveTo>
                    <a:pt x="1256910" y="1387504"/>
                  </a:moveTo>
                  <a:lnTo>
                    <a:pt x="1334072" y="1385364"/>
                  </a:lnTo>
                  <a:lnTo>
                    <a:pt x="1323448" y="1293909"/>
                  </a:lnTo>
                  <a:close/>
                  <a:moveTo>
                    <a:pt x="1232099" y="1307583"/>
                  </a:moveTo>
                  <a:lnTo>
                    <a:pt x="1323448" y="1293909"/>
                  </a:lnTo>
                  <a:lnTo>
                    <a:pt x="1225558" y="1212807"/>
                  </a:lnTo>
                  <a:close/>
                  <a:moveTo>
                    <a:pt x="1323448" y="1293909"/>
                  </a:moveTo>
                  <a:lnTo>
                    <a:pt x="1369108" y="1311539"/>
                  </a:lnTo>
                  <a:lnTo>
                    <a:pt x="1285522" y="1250815"/>
                  </a:lnTo>
                  <a:close/>
                  <a:moveTo>
                    <a:pt x="1161443" y="1204341"/>
                  </a:moveTo>
                  <a:lnTo>
                    <a:pt x="1144670" y="1147108"/>
                  </a:lnTo>
                  <a:lnTo>
                    <a:pt x="1113973" y="1166740"/>
                  </a:lnTo>
                  <a:close/>
                  <a:moveTo>
                    <a:pt x="1101078" y="1118524"/>
                  </a:moveTo>
                  <a:lnTo>
                    <a:pt x="1199287" y="1134074"/>
                  </a:lnTo>
                  <a:lnTo>
                    <a:pt x="1214083" y="1047172"/>
                  </a:lnTo>
                  <a:close/>
                  <a:moveTo>
                    <a:pt x="1101078" y="1118524"/>
                  </a:moveTo>
                  <a:lnTo>
                    <a:pt x="1041449" y="1041117"/>
                  </a:lnTo>
                  <a:lnTo>
                    <a:pt x="1041678" y="1064893"/>
                  </a:lnTo>
                  <a:close/>
                  <a:moveTo>
                    <a:pt x="1029162" y="913101"/>
                  </a:moveTo>
                  <a:lnTo>
                    <a:pt x="984630" y="961805"/>
                  </a:lnTo>
                  <a:lnTo>
                    <a:pt x="971459" y="982678"/>
                  </a:lnTo>
                  <a:close/>
                  <a:moveTo>
                    <a:pt x="1066779" y="880932"/>
                  </a:moveTo>
                  <a:lnTo>
                    <a:pt x="1095410" y="882133"/>
                  </a:lnTo>
                  <a:lnTo>
                    <a:pt x="1181598" y="925718"/>
                  </a:lnTo>
                  <a:close/>
                  <a:moveTo>
                    <a:pt x="239282" y="68013"/>
                  </a:moveTo>
                  <a:lnTo>
                    <a:pt x="273834" y="78312"/>
                  </a:lnTo>
                  <a:lnTo>
                    <a:pt x="215787" y="37831"/>
                  </a:lnTo>
                  <a:close/>
                  <a:moveTo>
                    <a:pt x="2265746" y="2313773"/>
                  </a:moveTo>
                  <a:lnTo>
                    <a:pt x="2245454" y="2395379"/>
                  </a:lnTo>
                  <a:lnTo>
                    <a:pt x="2291669" y="2341899"/>
                  </a:lnTo>
                  <a:close/>
                  <a:moveTo>
                    <a:pt x="2240774" y="2233982"/>
                  </a:moveTo>
                  <a:lnTo>
                    <a:pt x="2265746" y="2313773"/>
                  </a:lnTo>
                  <a:lnTo>
                    <a:pt x="2291669" y="2341899"/>
                  </a:lnTo>
                  <a:close/>
                  <a:moveTo>
                    <a:pt x="1759543" y="1381924"/>
                  </a:moveTo>
                  <a:lnTo>
                    <a:pt x="1673255" y="1291391"/>
                  </a:lnTo>
                  <a:lnTo>
                    <a:pt x="1665352" y="1397908"/>
                  </a:lnTo>
                  <a:close/>
                  <a:moveTo>
                    <a:pt x="1759543" y="1381924"/>
                  </a:moveTo>
                  <a:lnTo>
                    <a:pt x="1788523" y="1399096"/>
                  </a:lnTo>
                  <a:lnTo>
                    <a:pt x="1779831" y="1338718"/>
                  </a:lnTo>
                  <a:close/>
                  <a:moveTo>
                    <a:pt x="1865004" y="1356779"/>
                  </a:moveTo>
                  <a:lnTo>
                    <a:pt x="1811256" y="1339882"/>
                  </a:lnTo>
                  <a:lnTo>
                    <a:pt x="1816431" y="1240008"/>
                  </a:lnTo>
                  <a:close/>
                  <a:moveTo>
                    <a:pt x="1779831" y="1338718"/>
                  </a:moveTo>
                  <a:lnTo>
                    <a:pt x="1852387" y="1331335"/>
                  </a:lnTo>
                  <a:lnTo>
                    <a:pt x="1816431" y="1240008"/>
                  </a:lnTo>
                  <a:close/>
                  <a:moveTo>
                    <a:pt x="1822186" y="1218415"/>
                  </a:moveTo>
                  <a:lnTo>
                    <a:pt x="1742800" y="1200265"/>
                  </a:lnTo>
                  <a:lnTo>
                    <a:pt x="1878556" y="1213973"/>
                  </a:lnTo>
                  <a:close/>
                  <a:moveTo>
                    <a:pt x="1902157" y="1226482"/>
                  </a:moveTo>
                  <a:lnTo>
                    <a:pt x="1930305" y="1240008"/>
                  </a:lnTo>
                  <a:lnTo>
                    <a:pt x="1878556" y="121397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38" name="Candidate_density__2037">
              <a:extLst>
                <a:ext uri="{FF2B5EF4-FFF2-40B4-BE49-F238E27FC236}">
                  <a16:creationId xmlns:a16="http://schemas.microsoft.com/office/drawing/2014/main" id="{25F1B5C8-3171-BA43-363B-E5D6C8AB0963}"/>
                </a:ext>
              </a:extLst>
            </p:cNvPr>
            <p:cNvSpPr>
              <a:spLocks noGrp="1"/>
            </p:cNvSpPr>
            <p:nvPr/>
          </p:nvSpPr>
          <p:spPr>
            <a:xfrm>
              <a:off x="4672375" y="2279833"/>
              <a:ext cx="2062444" cy="3263717"/>
            </a:xfrm>
            <a:custGeom>
              <a:avLst/>
              <a:gdLst/>
              <a:ahLst/>
              <a:cxnLst/>
              <a:rect l="0" t="0" r="0" b="0"/>
              <a:pathLst>
                <a:path w="2062444" h="3263717">
                  <a:moveTo>
                    <a:pt x="747989" y="3256551"/>
                  </a:moveTo>
                  <a:lnTo>
                    <a:pt x="758681" y="3261989"/>
                  </a:lnTo>
                  <a:lnTo>
                    <a:pt x="767286" y="3263717"/>
                  </a:lnTo>
                  <a:close/>
                  <a:moveTo>
                    <a:pt x="776246" y="3256551"/>
                  </a:moveTo>
                  <a:lnTo>
                    <a:pt x="818201" y="3238876"/>
                  </a:lnTo>
                  <a:lnTo>
                    <a:pt x="767286" y="3263717"/>
                  </a:lnTo>
                  <a:close/>
                  <a:moveTo>
                    <a:pt x="776246" y="3256551"/>
                  </a:moveTo>
                  <a:lnTo>
                    <a:pt x="860728" y="3218115"/>
                  </a:lnTo>
                  <a:lnTo>
                    <a:pt x="818201" y="3238876"/>
                  </a:lnTo>
                  <a:close/>
                  <a:moveTo>
                    <a:pt x="964033" y="3011599"/>
                  </a:moveTo>
                  <a:lnTo>
                    <a:pt x="993500" y="2992085"/>
                  </a:lnTo>
                  <a:lnTo>
                    <a:pt x="992655" y="2976812"/>
                  </a:lnTo>
                  <a:close/>
                  <a:moveTo>
                    <a:pt x="1021739" y="2976812"/>
                  </a:moveTo>
                  <a:lnTo>
                    <a:pt x="993500" y="2992085"/>
                  </a:lnTo>
                  <a:lnTo>
                    <a:pt x="1079574" y="2949727"/>
                  </a:lnTo>
                  <a:close/>
                  <a:moveTo>
                    <a:pt x="1079574" y="2949727"/>
                  </a:moveTo>
                  <a:lnTo>
                    <a:pt x="993500" y="2992085"/>
                  </a:lnTo>
                  <a:lnTo>
                    <a:pt x="964033" y="3011599"/>
                  </a:lnTo>
                  <a:close/>
                  <a:moveTo>
                    <a:pt x="1021739" y="2976812"/>
                  </a:moveTo>
                  <a:lnTo>
                    <a:pt x="1015189" y="2987660"/>
                  </a:lnTo>
                  <a:lnTo>
                    <a:pt x="993500" y="2992085"/>
                  </a:lnTo>
                  <a:close/>
                  <a:moveTo>
                    <a:pt x="1126288" y="2909183"/>
                  </a:moveTo>
                  <a:lnTo>
                    <a:pt x="1021739" y="2976812"/>
                  </a:lnTo>
                  <a:lnTo>
                    <a:pt x="1079574" y="2949727"/>
                  </a:lnTo>
                  <a:close/>
                  <a:moveTo>
                    <a:pt x="1946817" y="2461111"/>
                  </a:moveTo>
                  <a:lnTo>
                    <a:pt x="1947811" y="2460247"/>
                  </a:lnTo>
                  <a:lnTo>
                    <a:pt x="1983130" y="2377094"/>
                  </a:lnTo>
                  <a:close/>
                  <a:moveTo>
                    <a:pt x="1983130" y="2377094"/>
                  </a:moveTo>
                  <a:lnTo>
                    <a:pt x="1947811" y="2460247"/>
                  </a:lnTo>
                  <a:lnTo>
                    <a:pt x="2062444" y="2394981"/>
                  </a:lnTo>
                  <a:close/>
                  <a:moveTo>
                    <a:pt x="107445" y="120652"/>
                  </a:moveTo>
                  <a:lnTo>
                    <a:pt x="0" y="151597"/>
                  </a:lnTo>
                  <a:lnTo>
                    <a:pt x="110886" y="114266"/>
                  </a:lnTo>
                  <a:close/>
                  <a:moveTo>
                    <a:pt x="1728288" y="1890947"/>
                  </a:moveTo>
                  <a:lnTo>
                    <a:pt x="1734418" y="1812955"/>
                  </a:lnTo>
                  <a:lnTo>
                    <a:pt x="1744311" y="1826302"/>
                  </a:lnTo>
                  <a:close/>
                  <a:moveTo>
                    <a:pt x="107445" y="120652"/>
                  </a:moveTo>
                  <a:lnTo>
                    <a:pt x="110886" y="114266"/>
                  </a:lnTo>
                  <a:lnTo>
                    <a:pt x="141887" y="14972"/>
                  </a:lnTo>
                  <a:close/>
                  <a:moveTo>
                    <a:pt x="141887" y="14972"/>
                  </a:moveTo>
                  <a:lnTo>
                    <a:pt x="133302" y="120652"/>
                  </a:lnTo>
                  <a:lnTo>
                    <a:pt x="188955" y="19071"/>
                  </a:lnTo>
                  <a:close/>
                  <a:moveTo>
                    <a:pt x="188955" y="19071"/>
                  </a:moveTo>
                  <a:lnTo>
                    <a:pt x="171402" y="0"/>
                  </a:lnTo>
                  <a:lnTo>
                    <a:pt x="141887" y="14972"/>
                  </a:lnTo>
                  <a:close/>
                  <a:moveTo>
                    <a:pt x="1744330" y="1804897"/>
                  </a:moveTo>
                  <a:lnTo>
                    <a:pt x="1744311" y="1826302"/>
                  </a:lnTo>
                  <a:lnTo>
                    <a:pt x="1742501" y="1808732"/>
                  </a:lnTo>
                  <a:close/>
                  <a:moveTo>
                    <a:pt x="1742501" y="1808732"/>
                  </a:moveTo>
                  <a:lnTo>
                    <a:pt x="1773417" y="1719924"/>
                  </a:lnTo>
                  <a:lnTo>
                    <a:pt x="1744330" y="1804897"/>
                  </a:lnTo>
                  <a:close/>
                  <a:moveTo>
                    <a:pt x="1495126" y="1359220"/>
                  </a:moveTo>
                  <a:lnTo>
                    <a:pt x="1531449" y="1320784"/>
                  </a:lnTo>
                  <a:lnTo>
                    <a:pt x="1491021" y="1441435"/>
                  </a:lnTo>
                  <a:close/>
                  <a:moveTo>
                    <a:pt x="1547028" y="1243562"/>
                  </a:moveTo>
                  <a:lnTo>
                    <a:pt x="1553962" y="1241530"/>
                  </a:lnTo>
                  <a:lnTo>
                    <a:pt x="1496937" y="1277005"/>
                  </a:lnTo>
                  <a:close/>
                  <a:moveTo>
                    <a:pt x="1496937" y="1277005"/>
                  </a:moveTo>
                  <a:lnTo>
                    <a:pt x="1553962" y="1241530"/>
                  </a:lnTo>
                  <a:lnTo>
                    <a:pt x="1531449" y="1320784"/>
                  </a:lnTo>
                  <a:close/>
                  <a:moveTo>
                    <a:pt x="1501373" y="1260111"/>
                  </a:moveTo>
                  <a:lnTo>
                    <a:pt x="1519652" y="1277005"/>
                  </a:lnTo>
                  <a:lnTo>
                    <a:pt x="1547028" y="1243562"/>
                  </a:lnTo>
                  <a:close/>
                  <a:moveTo>
                    <a:pt x="1824235" y="1485214"/>
                  </a:moveTo>
                  <a:lnTo>
                    <a:pt x="1820820" y="1446778"/>
                  </a:lnTo>
                  <a:lnTo>
                    <a:pt x="1827238" y="1567429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39" name="Candidate_density__2038">
              <a:extLst>
                <a:ext uri="{FF2B5EF4-FFF2-40B4-BE49-F238E27FC236}">
                  <a16:creationId xmlns:a16="http://schemas.microsoft.com/office/drawing/2014/main" id="{6AAE24DF-9FB4-4005-A666-26ADCA1C4C9B}"/>
                </a:ext>
              </a:extLst>
            </p:cNvPr>
            <p:cNvSpPr>
              <a:spLocks noGrp="1"/>
            </p:cNvSpPr>
            <p:nvPr/>
          </p:nvSpPr>
          <p:spPr>
            <a:xfrm>
              <a:off x="4503598" y="3237829"/>
              <a:ext cx="1936612" cy="1902373"/>
            </a:xfrm>
            <a:custGeom>
              <a:avLst/>
              <a:gdLst/>
              <a:ahLst/>
              <a:cxnLst/>
              <a:rect l="0" t="0" r="0" b="0"/>
              <a:pathLst>
                <a:path w="1936612" h="1902373">
                  <a:moveTo>
                    <a:pt x="15315" y="1147543"/>
                  </a:moveTo>
                  <a:lnTo>
                    <a:pt x="6506" y="1066591"/>
                  </a:lnTo>
                  <a:lnTo>
                    <a:pt x="0" y="1171972"/>
                  </a:lnTo>
                  <a:close/>
                  <a:moveTo>
                    <a:pt x="15315" y="1147543"/>
                  </a:moveTo>
                  <a:lnTo>
                    <a:pt x="7306" y="1065328"/>
                  </a:lnTo>
                  <a:lnTo>
                    <a:pt x="6506" y="1066591"/>
                  </a:lnTo>
                  <a:close/>
                  <a:moveTo>
                    <a:pt x="58056" y="1252260"/>
                  </a:moveTo>
                  <a:lnTo>
                    <a:pt x="104400" y="1287280"/>
                  </a:lnTo>
                  <a:lnTo>
                    <a:pt x="58399" y="1229758"/>
                  </a:lnTo>
                  <a:close/>
                  <a:moveTo>
                    <a:pt x="51013" y="1130500"/>
                  </a:moveTo>
                  <a:lnTo>
                    <a:pt x="45491" y="1205283"/>
                  </a:lnTo>
                  <a:lnTo>
                    <a:pt x="99609" y="1109106"/>
                  </a:lnTo>
                  <a:close/>
                  <a:moveTo>
                    <a:pt x="99609" y="1109106"/>
                  </a:moveTo>
                  <a:lnTo>
                    <a:pt x="45491" y="1205283"/>
                  </a:lnTo>
                  <a:lnTo>
                    <a:pt x="58399" y="1229758"/>
                  </a:lnTo>
                  <a:close/>
                  <a:moveTo>
                    <a:pt x="99609" y="1109106"/>
                  </a:moveTo>
                  <a:lnTo>
                    <a:pt x="58399" y="1229758"/>
                  </a:lnTo>
                  <a:lnTo>
                    <a:pt x="114163" y="1191322"/>
                  </a:lnTo>
                  <a:close/>
                  <a:moveTo>
                    <a:pt x="15315" y="1147543"/>
                  </a:moveTo>
                  <a:lnTo>
                    <a:pt x="45491" y="1205283"/>
                  </a:lnTo>
                  <a:lnTo>
                    <a:pt x="51013" y="1130500"/>
                  </a:lnTo>
                  <a:close/>
                  <a:moveTo>
                    <a:pt x="7306" y="1065328"/>
                  </a:moveTo>
                  <a:lnTo>
                    <a:pt x="51013" y="1130500"/>
                  </a:lnTo>
                  <a:lnTo>
                    <a:pt x="9282" y="1064333"/>
                  </a:lnTo>
                  <a:close/>
                  <a:moveTo>
                    <a:pt x="7306" y="1065328"/>
                  </a:moveTo>
                  <a:lnTo>
                    <a:pt x="15315" y="1147543"/>
                  </a:lnTo>
                  <a:lnTo>
                    <a:pt x="51013" y="1130500"/>
                  </a:lnTo>
                  <a:close/>
                  <a:moveTo>
                    <a:pt x="99609" y="1109106"/>
                  </a:moveTo>
                  <a:lnTo>
                    <a:pt x="112468" y="1026892"/>
                  </a:lnTo>
                  <a:lnTo>
                    <a:pt x="51013" y="1130500"/>
                  </a:lnTo>
                  <a:close/>
                  <a:moveTo>
                    <a:pt x="112468" y="1026892"/>
                  </a:moveTo>
                  <a:lnTo>
                    <a:pt x="9282" y="1064333"/>
                  </a:lnTo>
                  <a:lnTo>
                    <a:pt x="51013" y="1130500"/>
                  </a:lnTo>
                  <a:close/>
                  <a:moveTo>
                    <a:pt x="122974" y="1001116"/>
                  </a:moveTo>
                  <a:lnTo>
                    <a:pt x="7767" y="1064236"/>
                  </a:lnTo>
                  <a:lnTo>
                    <a:pt x="112468" y="1026892"/>
                  </a:lnTo>
                  <a:close/>
                  <a:moveTo>
                    <a:pt x="112468" y="1026892"/>
                  </a:moveTo>
                  <a:lnTo>
                    <a:pt x="7767" y="1064236"/>
                  </a:lnTo>
                  <a:lnTo>
                    <a:pt x="9282" y="1064333"/>
                  </a:lnTo>
                  <a:close/>
                  <a:moveTo>
                    <a:pt x="112468" y="1026892"/>
                  </a:moveTo>
                  <a:lnTo>
                    <a:pt x="178774" y="1087224"/>
                  </a:lnTo>
                  <a:lnTo>
                    <a:pt x="138638" y="1019762"/>
                  </a:lnTo>
                  <a:close/>
                  <a:moveTo>
                    <a:pt x="112468" y="1026892"/>
                  </a:moveTo>
                  <a:lnTo>
                    <a:pt x="99609" y="1109106"/>
                  </a:lnTo>
                  <a:lnTo>
                    <a:pt x="178774" y="1087224"/>
                  </a:lnTo>
                  <a:close/>
                  <a:moveTo>
                    <a:pt x="259279" y="1016878"/>
                  </a:moveTo>
                  <a:lnTo>
                    <a:pt x="243119" y="988455"/>
                  </a:lnTo>
                  <a:lnTo>
                    <a:pt x="263975" y="1078549"/>
                  </a:lnTo>
                  <a:close/>
                  <a:moveTo>
                    <a:pt x="263975" y="1078549"/>
                  </a:moveTo>
                  <a:lnTo>
                    <a:pt x="243119" y="988455"/>
                  </a:lnTo>
                  <a:lnTo>
                    <a:pt x="138638" y="1019762"/>
                  </a:lnTo>
                  <a:close/>
                  <a:moveTo>
                    <a:pt x="263975" y="1078549"/>
                  </a:moveTo>
                  <a:lnTo>
                    <a:pt x="138638" y="1019762"/>
                  </a:lnTo>
                  <a:lnTo>
                    <a:pt x="178774" y="1087224"/>
                  </a:lnTo>
                  <a:close/>
                  <a:moveTo>
                    <a:pt x="122974" y="1001116"/>
                  </a:moveTo>
                  <a:lnTo>
                    <a:pt x="112468" y="1026892"/>
                  </a:lnTo>
                  <a:lnTo>
                    <a:pt x="138638" y="1019762"/>
                  </a:lnTo>
                  <a:close/>
                  <a:moveTo>
                    <a:pt x="243883" y="959315"/>
                  </a:moveTo>
                  <a:lnTo>
                    <a:pt x="122974" y="1001116"/>
                  </a:lnTo>
                  <a:lnTo>
                    <a:pt x="243119" y="988455"/>
                  </a:lnTo>
                  <a:close/>
                  <a:moveTo>
                    <a:pt x="243119" y="988455"/>
                  </a:moveTo>
                  <a:lnTo>
                    <a:pt x="122974" y="1001116"/>
                  </a:lnTo>
                  <a:lnTo>
                    <a:pt x="138638" y="1019762"/>
                  </a:lnTo>
                  <a:close/>
                  <a:moveTo>
                    <a:pt x="256518" y="984519"/>
                  </a:moveTo>
                  <a:lnTo>
                    <a:pt x="374084" y="952255"/>
                  </a:lnTo>
                  <a:lnTo>
                    <a:pt x="370571" y="952388"/>
                  </a:lnTo>
                  <a:close/>
                  <a:moveTo>
                    <a:pt x="243119" y="988455"/>
                  </a:moveTo>
                  <a:lnTo>
                    <a:pt x="259279" y="1016878"/>
                  </a:lnTo>
                  <a:lnTo>
                    <a:pt x="256518" y="984519"/>
                  </a:lnTo>
                  <a:close/>
                  <a:moveTo>
                    <a:pt x="243883" y="959315"/>
                  </a:moveTo>
                  <a:lnTo>
                    <a:pt x="243119" y="988455"/>
                  </a:lnTo>
                  <a:lnTo>
                    <a:pt x="256518" y="984519"/>
                  </a:lnTo>
                  <a:close/>
                  <a:moveTo>
                    <a:pt x="256518" y="984519"/>
                  </a:moveTo>
                  <a:lnTo>
                    <a:pt x="244541" y="906240"/>
                  </a:lnTo>
                  <a:lnTo>
                    <a:pt x="243883" y="959315"/>
                  </a:lnTo>
                  <a:close/>
                  <a:moveTo>
                    <a:pt x="337665" y="879048"/>
                  </a:moveTo>
                  <a:lnTo>
                    <a:pt x="244541" y="906240"/>
                  </a:lnTo>
                  <a:lnTo>
                    <a:pt x="256518" y="984519"/>
                  </a:lnTo>
                  <a:close/>
                  <a:moveTo>
                    <a:pt x="370571" y="952388"/>
                  </a:moveTo>
                  <a:lnTo>
                    <a:pt x="337665" y="879048"/>
                  </a:lnTo>
                  <a:lnTo>
                    <a:pt x="256518" y="984519"/>
                  </a:lnTo>
                  <a:close/>
                  <a:moveTo>
                    <a:pt x="1063568" y="1853560"/>
                  </a:moveTo>
                  <a:lnTo>
                    <a:pt x="1064543" y="1861820"/>
                  </a:lnTo>
                  <a:lnTo>
                    <a:pt x="1201174" y="1902373"/>
                  </a:lnTo>
                  <a:close/>
                  <a:moveTo>
                    <a:pt x="1164318" y="1832245"/>
                  </a:moveTo>
                  <a:lnTo>
                    <a:pt x="1063568" y="1853560"/>
                  </a:lnTo>
                  <a:lnTo>
                    <a:pt x="1201174" y="1902373"/>
                  </a:lnTo>
                  <a:close/>
                  <a:moveTo>
                    <a:pt x="1225759" y="1898163"/>
                  </a:moveTo>
                  <a:lnTo>
                    <a:pt x="1234641" y="1815948"/>
                  </a:lnTo>
                  <a:lnTo>
                    <a:pt x="1201174" y="1902373"/>
                  </a:lnTo>
                  <a:close/>
                  <a:moveTo>
                    <a:pt x="1234641" y="1815948"/>
                  </a:moveTo>
                  <a:lnTo>
                    <a:pt x="1164318" y="1832245"/>
                  </a:lnTo>
                  <a:lnTo>
                    <a:pt x="1201174" y="1902373"/>
                  </a:lnTo>
                  <a:close/>
                  <a:moveTo>
                    <a:pt x="1059238" y="1854385"/>
                  </a:moveTo>
                  <a:lnTo>
                    <a:pt x="1064543" y="1861820"/>
                  </a:lnTo>
                  <a:lnTo>
                    <a:pt x="1063568" y="1853560"/>
                  </a:lnTo>
                  <a:close/>
                  <a:moveTo>
                    <a:pt x="1061105" y="1848968"/>
                  </a:moveTo>
                  <a:lnTo>
                    <a:pt x="1059238" y="1854385"/>
                  </a:lnTo>
                  <a:lnTo>
                    <a:pt x="1063568" y="1853560"/>
                  </a:lnTo>
                  <a:close/>
                  <a:moveTo>
                    <a:pt x="1063568" y="1853560"/>
                  </a:moveTo>
                  <a:lnTo>
                    <a:pt x="1125106" y="1809598"/>
                  </a:lnTo>
                  <a:lnTo>
                    <a:pt x="1061105" y="1848968"/>
                  </a:lnTo>
                  <a:close/>
                  <a:moveTo>
                    <a:pt x="1063568" y="1853560"/>
                  </a:moveTo>
                  <a:lnTo>
                    <a:pt x="1164318" y="1832245"/>
                  </a:lnTo>
                  <a:lnTo>
                    <a:pt x="1125106" y="1809598"/>
                  </a:lnTo>
                  <a:close/>
                  <a:moveTo>
                    <a:pt x="1230947" y="1733733"/>
                  </a:moveTo>
                  <a:lnTo>
                    <a:pt x="1164318" y="1832245"/>
                  </a:lnTo>
                  <a:lnTo>
                    <a:pt x="1234641" y="1815948"/>
                  </a:lnTo>
                  <a:close/>
                  <a:moveTo>
                    <a:pt x="352916" y="747152"/>
                  </a:moveTo>
                  <a:lnTo>
                    <a:pt x="359183" y="681338"/>
                  </a:lnTo>
                  <a:lnTo>
                    <a:pt x="261983" y="703373"/>
                  </a:lnTo>
                  <a:close/>
                  <a:moveTo>
                    <a:pt x="272046" y="785589"/>
                  </a:moveTo>
                  <a:lnTo>
                    <a:pt x="352916" y="747152"/>
                  </a:lnTo>
                  <a:lnTo>
                    <a:pt x="261983" y="703373"/>
                  </a:lnTo>
                  <a:close/>
                  <a:moveTo>
                    <a:pt x="352916" y="747152"/>
                  </a:moveTo>
                  <a:lnTo>
                    <a:pt x="390961" y="800154"/>
                  </a:lnTo>
                  <a:lnTo>
                    <a:pt x="391348" y="735313"/>
                  </a:lnTo>
                  <a:close/>
                  <a:moveTo>
                    <a:pt x="352916" y="747152"/>
                  </a:moveTo>
                  <a:lnTo>
                    <a:pt x="391348" y="735313"/>
                  </a:lnTo>
                  <a:lnTo>
                    <a:pt x="359183" y="681338"/>
                  </a:lnTo>
                  <a:close/>
                  <a:moveTo>
                    <a:pt x="572417" y="670279"/>
                  </a:moveTo>
                  <a:lnTo>
                    <a:pt x="606943" y="619951"/>
                  </a:lnTo>
                  <a:lnTo>
                    <a:pt x="534482" y="626500"/>
                  </a:lnTo>
                  <a:close/>
                  <a:moveTo>
                    <a:pt x="498958" y="708715"/>
                  </a:moveTo>
                  <a:lnTo>
                    <a:pt x="572417" y="670279"/>
                  </a:lnTo>
                  <a:lnTo>
                    <a:pt x="534482" y="626500"/>
                  </a:lnTo>
                  <a:close/>
                  <a:moveTo>
                    <a:pt x="1175900" y="434318"/>
                  </a:moveTo>
                  <a:lnTo>
                    <a:pt x="1228467" y="395881"/>
                  </a:lnTo>
                  <a:lnTo>
                    <a:pt x="1152676" y="406260"/>
                  </a:lnTo>
                  <a:close/>
                  <a:moveTo>
                    <a:pt x="1228467" y="395881"/>
                  </a:moveTo>
                  <a:lnTo>
                    <a:pt x="1186196" y="316383"/>
                  </a:lnTo>
                  <a:lnTo>
                    <a:pt x="1152676" y="406260"/>
                  </a:lnTo>
                  <a:close/>
                  <a:moveTo>
                    <a:pt x="1184321" y="313666"/>
                  </a:moveTo>
                  <a:lnTo>
                    <a:pt x="1152676" y="406260"/>
                  </a:lnTo>
                  <a:lnTo>
                    <a:pt x="1186196" y="316383"/>
                  </a:lnTo>
                  <a:close/>
                  <a:moveTo>
                    <a:pt x="1184321" y="313666"/>
                  </a:moveTo>
                  <a:lnTo>
                    <a:pt x="1119980" y="352103"/>
                  </a:lnTo>
                  <a:lnTo>
                    <a:pt x="1152676" y="406260"/>
                  </a:lnTo>
                  <a:close/>
                  <a:moveTo>
                    <a:pt x="1184211" y="308964"/>
                  </a:moveTo>
                  <a:lnTo>
                    <a:pt x="1119980" y="352103"/>
                  </a:lnTo>
                  <a:lnTo>
                    <a:pt x="1184321" y="313666"/>
                  </a:lnTo>
                  <a:close/>
                  <a:moveTo>
                    <a:pt x="1184321" y="313666"/>
                  </a:moveTo>
                  <a:lnTo>
                    <a:pt x="1186196" y="316383"/>
                  </a:lnTo>
                  <a:lnTo>
                    <a:pt x="1186439" y="312878"/>
                  </a:lnTo>
                  <a:close/>
                  <a:moveTo>
                    <a:pt x="1184211" y="308964"/>
                  </a:moveTo>
                  <a:lnTo>
                    <a:pt x="1184321" y="313666"/>
                  </a:lnTo>
                  <a:lnTo>
                    <a:pt x="1186439" y="312878"/>
                  </a:lnTo>
                  <a:close/>
                  <a:moveTo>
                    <a:pt x="1184211" y="308964"/>
                  </a:moveTo>
                  <a:lnTo>
                    <a:pt x="1186439" y="312878"/>
                  </a:lnTo>
                  <a:lnTo>
                    <a:pt x="1188671" y="231451"/>
                  </a:lnTo>
                  <a:close/>
                  <a:moveTo>
                    <a:pt x="1188671" y="231451"/>
                  </a:moveTo>
                  <a:lnTo>
                    <a:pt x="1186439" y="312878"/>
                  </a:lnTo>
                  <a:lnTo>
                    <a:pt x="1296066" y="275230"/>
                  </a:lnTo>
                  <a:close/>
                  <a:moveTo>
                    <a:pt x="1188671" y="231451"/>
                  </a:moveTo>
                  <a:lnTo>
                    <a:pt x="1296066" y="275230"/>
                  </a:lnTo>
                  <a:lnTo>
                    <a:pt x="1270792" y="193015"/>
                  </a:lnTo>
                  <a:close/>
                  <a:moveTo>
                    <a:pt x="1133663" y="55507"/>
                  </a:moveTo>
                  <a:lnTo>
                    <a:pt x="1202726" y="28584"/>
                  </a:lnTo>
                  <a:lnTo>
                    <a:pt x="1159134" y="0"/>
                  </a:lnTo>
                  <a:close/>
                  <a:moveTo>
                    <a:pt x="1133663" y="55507"/>
                  </a:moveTo>
                  <a:lnTo>
                    <a:pt x="1172029" y="48216"/>
                  </a:lnTo>
                  <a:lnTo>
                    <a:pt x="1202726" y="28584"/>
                  </a:lnTo>
                  <a:close/>
                  <a:moveTo>
                    <a:pt x="1617300" y="167969"/>
                  </a:moveTo>
                  <a:lnTo>
                    <a:pt x="1526334" y="236794"/>
                  </a:lnTo>
                  <a:lnTo>
                    <a:pt x="1592312" y="198357"/>
                  </a:lnTo>
                  <a:close/>
                  <a:moveTo>
                    <a:pt x="1837887" y="220194"/>
                  </a:moveTo>
                  <a:lnTo>
                    <a:pt x="1783429" y="159921"/>
                  </a:lnTo>
                  <a:lnTo>
                    <a:pt x="1817599" y="263400"/>
                  </a:lnTo>
                  <a:close/>
                  <a:moveTo>
                    <a:pt x="1817599" y="263400"/>
                  </a:moveTo>
                  <a:lnTo>
                    <a:pt x="1783429" y="159921"/>
                  </a:lnTo>
                  <a:lnTo>
                    <a:pt x="1731311" y="172867"/>
                  </a:lnTo>
                  <a:close/>
                  <a:moveTo>
                    <a:pt x="1646916" y="180887"/>
                  </a:moveTo>
                  <a:lnTo>
                    <a:pt x="1686658" y="148634"/>
                  </a:lnTo>
                  <a:lnTo>
                    <a:pt x="1617300" y="167969"/>
                  </a:lnTo>
                  <a:close/>
                  <a:moveTo>
                    <a:pt x="1646916" y="180887"/>
                  </a:moveTo>
                  <a:lnTo>
                    <a:pt x="1731311" y="172867"/>
                  </a:lnTo>
                  <a:lnTo>
                    <a:pt x="1686658" y="148634"/>
                  </a:lnTo>
                  <a:close/>
                  <a:moveTo>
                    <a:pt x="1800856" y="81741"/>
                  </a:moveTo>
                  <a:lnTo>
                    <a:pt x="1686658" y="148634"/>
                  </a:lnTo>
                  <a:lnTo>
                    <a:pt x="1783429" y="159921"/>
                  </a:lnTo>
                  <a:close/>
                  <a:moveTo>
                    <a:pt x="1783429" y="159921"/>
                  </a:moveTo>
                  <a:lnTo>
                    <a:pt x="1686658" y="148634"/>
                  </a:lnTo>
                  <a:lnTo>
                    <a:pt x="1731311" y="172867"/>
                  </a:lnTo>
                  <a:close/>
                  <a:moveTo>
                    <a:pt x="1783429" y="159921"/>
                  </a:moveTo>
                  <a:lnTo>
                    <a:pt x="1837887" y="220194"/>
                  </a:lnTo>
                  <a:lnTo>
                    <a:pt x="1865785" y="124134"/>
                  </a:lnTo>
                  <a:close/>
                  <a:moveTo>
                    <a:pt x="1800856" y="81741"/>
                  </a:moveTo>
                  <a:lnTo>
                    <a:pt x="1783429" y="159921"/>
                  </a:lnTo>
                  <a:lnTo>
                    <a:pt x="1865785" y="124134"/>
                  </a:lnTo>
                  <a:close/>
                  <a:moveTo>
                    <a:pt x="1936612" y="95449"/>
                  </a:moveTo>
                  <a:lnTo>
                    <a:pt x="1865785" y="124134"/>
                  </a:lnTo>
                  <a:lnTo>
                    <a:pt x="1874487" y="121484"/>
                  </a:lnTo>
                  <a:close/>
                  <a:moveTo>
                    <a:pt x="1800856" y="81741"/>
                  </a:moveTo>
                  <a:lnTo>
                    <a:pt x="1865785" y="124134"/>
                  </a:lnTo>
                  <a:lnTo>
                    <a:pt x="1936612" y="9544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40" name="Candidate_density__2039">
              <a:extLst>
                <a:ext uri="{FF2B5EF4-FFF2-40B4-BE49-F238E27FC236}">
                  <a16:creationId xmlns:a16="http://schemas.microsoft.com/office/drawing/2014/main" id="{459E4960-F914-2645-E381-791E251FBB36}"/>
                </a:ext>
              </a:extLst>
            </p:cNvPr>
            <p:cNvSpPr>
              <a:spLocks noGrp="1"/>
            </p:cNvSpPr>
            <p:nvPr/>
          </p:nvSpPr>
          <p:spPr>
            <a:xfrm>
              <a:off x="5751949" y="4088565"/>
              <a:ext cx="664737" cy="1140994"/>
            </a:xfrm>
            <a:custGeom>
              <a:avLst/>
              <a:gdLst/>
              <a:ahLst/>
              <a:cxnLst/>
              <a:rect l="0" t="0" r="0" b="0"/>
              <a:pathLst>
                <a:path w="664737" h="1140994">
                  <a:moveTo>
                    <a:pt x="46715" y="1100451"/>
                  </a:moveTo>
                  <a:lnTo>
                    <a:pt x="0" y="1140994"/>
                  </a:lnTo>
                  <a:lnTo>
                    <a:pt x="107654" y="1049636"/>
                  </a:lnTo>
                  <a:close/>
                  <a:moveTo>
                    <a:pt x="664737" y="17570"/>
                  </a:moveTo>
                  <a:lnTo>
                    <a:pt x="654844" y="4223"/>
                  </a:lnTo>
                  <a:lnTo>
                    <a:pt x="662928" y="0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041" name="Candidate_density__2040">
              <a:extLst>
                <a:ext uri="{FF2B5EF4-FFF2-40B4-BE49-F238E27FC236}">
                  <a16:creationId xmlns:a16="http://schemas.microsoft.com/office/drawing/2014/main" id="{489BF6A2-FEF3-1406-97F0-351F541EDDC9}"/>
                </a:ext>
              </a:extLst>
            </p:cNvPr>
            <p:cNvSpPr>
              <a:spLocks noGrp="1"/>
            </p:cNvSpPr>
            <p:nvPr/>
          </p:nvSpPr>
          <p:spPr>
            <a:xfrm>
              <a:off x="4373648" y="2157136"/>
              <a:ext cx="2453752" cy="3180285"/>
            </a:xfrm>
            <a:custGeom>
              <a:avLst/>
              <a:gdLst/>
              <a:ahLst/>
              <a:cxnLst/>
              <a:rect l="0" t="0" r="0" b="0"/>
              <a:pathLst>
                <a:path w="2453752" h="3180285">
                  <a:moveTo>
                    <a:pt x="338" y="2633970"/>
                  </a:moveTo>
                  <a:lnTo>
                    <a:pt x="0" y="2637497"/>
                  </a:lnTo>
                  <a:lnTo>
                    <a:pt x="10262" y="2656114"/>
                  </a:lnTo>
                  <a:close/>
                  <a:moveTo>
                    <a:pt x="1219" y="2622307"/>
                  </a:moveTo>
                  <a:lnTo>
                    <a:pt x="0" y="2637497"/>
                  </a:lnTo>
                  <a:lnTo>
                    <a:pt x="338" y="2633970"/>
                  </a:lnTo>
                  <a:close/>
                  <a:moveTo>
                    <a:pt x="540356" y="3101711"/>
                  </a:moveTo>
                  <a:lnTo>
                    <a:pt x="612347" y="3171039"/>
                  </a:lnTo>
                  <a:lnTo>
                    <a:pt x="563797" y="3117201"/>
                  </a:lnTo>
                  <a:close/>
                  <a:moveTo>
                    <a:pt x="338" y="2633970"/>
                  </a:moveTo>
                  <a:lnTo>
                    <a:pt x="10262" y="2656114"/>
                  </a:lnTo>
                  <a:lnTo>
                    <a:pt x="35854" y="2677748"/>
                  </a:lnTo>
                  <a:close/>
                  <a:moveTo>
                    <a:pt x="535819" y="3088824"/>
                  </a:moveTo>
                  <a:lnTo>
                    <a:pt x="540356" y="3101711"/>
                  </a:lnTo>
                  <a:lnTo>
                    <a:pt x="563797" y="3117201"/>
                  </a:lnTo>
                  <a:close/>
                  <a:moveTo>
                    <a:pt x="764472" y="3094166"/>
                  </a:moveTo>
                  <a:lnTo>
                    <a:pt x="798970" y="3112739"/>
                  </a:lnTo>
                  <a:lnTo>
                    <a:pt x="705499" y="3028044"/>
                  </a:lnTo>
                  <a:close/>
                  <a:moveTo>
                    <a:pt x="705499" y="3028044"/>
                  </a:moveTo>
                  <a:lnTo>
                    <a:pt x="798970" y="3112739"/>
                  </a:lnTo>
                  <a:lnTo>
                    <a:pt x="750587" y="3050387"/>
                  </a:lnTo>
                  <a:close/>
                  <a:moveTo>
                    <a:pt x="603017" y="2765305"/>
                  </a:moveTo>
                  <a:lnTo>
                    <a:pt x="567784" y="2701701"/>
                  </a:lnTo>
                  <a:lnTo>
                    <a:pt x="535961" y="2797922"/>
                  </a:lnTo>
                  <a:close/>
                  <a:moveTo>
                    <a:pt x="489725" y="2688511"/>
                  </a:moveTo>
                  <a:lnTo>
                    <a:pt x="456743" y="2780401"/>
                  </a:lnTo>
                  <a:lnTo>
                    <a:pt x="567784" y="2701701"/>
                  </a:lnTo>
                  <a:close/>
                  <a:moveTo>
                    <a:pt x="258073" y="2379719"/>
                  </a:moveTo>
                  <a:lnTo>
                    <a:pt x="306356" y="2436445"/>
                  </a:lnTo>
                  <a:lnTo>
                    <a:pt x="316545" y="2461836"/>
                  </a:lnTo>
                  <a:close/>
                  <a:moveTo>
                    <a:pt x="770906" y="2809084"/>
                  </a:moveTo>
                  <a:lnTo>
                    <a:pt x="769544" y="2898734"/>
                  </a:lnTo>
                  <a:lnTo>
                    <a:pt x="813882" y="2849304"/>
                  </a:lnTo>
                  <a:close/>
                  <a:moveTo>
                    <a:pt x="751619" y="2726869"/>
                  </a:moveTo>
                  <a:lnTo>
                    <a:pt x="672873" y="2815955"/>
                  </a:lnTo>
                  <a:lnTo>
                    <a:pt x="701480" y="2847521"/>
                  </a:lnTo>
                  <a:close/>
                  <a:moveTo>
                    <a:pt x="477947" y="2683090"/>
                  </a:moveTo>
                  <a:lnTo>
                    <a:pt x="489725" y="2688511"/>
                  </a:lnTo>
                  <a:lnTo>
                    <a:pt x="491527" y="2680447"/>
                  </a:lnTo>
                  <a:close/>
                  <a:moveTo>
                    <a:pt x="645360" y="2676568"/>
                  </a:moveTo>
                  <a:lnTo>
                    <a:pt x="575147" y="2673057"/>
                  </a:lnTo>
                  <a:lnTo>
                    <a:pt x="680869" y="2747792"/>
                  </a:lnTo>
                  <a:close/>
                  <a:moveTo>
                    <a:pt x="418551" y="2600876"/>
                  </a:moveTo>
                  <a:lnTo>
                    <a:pt x="477947" y="2683090"/>
                  </a:lnTo>
                  <a:lnTo>
                    <a:pt x="491527" y="2680447"/>
                  </a:lnTo>
                  <a:close/>
                  <a:moveTo>
                    <a:pt x="575147" y="2673057"/>
                  </a:moveTo>
                  <a:lnTo>
                    <a:pt x="489725" y="2688511"/>
                  </a:lnTo>
                  <a:lnTo>
                    <a:pt x="567784" y="2701701"/>
                  </a:lnTo>
                  <a:close/>
                  <a:moveTo>
                    <a:pt x="575147" y="2673057"/>
                  </a:moveTo>
                  <a:lnTo>
                    <a:pt x="491527" y="2680447"/>
                  </a:lnTo>
                  <a:lnTo>
                    <a:pt x="489725" y="2688511"/>
                  </a:lnTo>
                  <a:close/>
                  <a:moveTo>
                    <a:pt x="575147" y="2673057"/>
                  </a:moveTo>
                  <a:lnTo>
                    <a:pt x="559208" y="2669636"/>
                  </a:lnTo>
                  <a:lnTo>
                    <a:pt x="498675" y="2600876"/>
                  </a:lnTo>
                  <a:close/>
                  <a:moveTo>
                    <a:pt x="482947" y="2587329"/>
                  </a:moveTo>
                  <a:lnTo>
                    <a:pt x="575147" y="2673057"/>
                  </a:lnTo>
                  <a:lnTo>
                    <a:pt x="498675" y="2600876"/>
                  </a:lnTo>
                  <a:close/>
                  <a:moveTo>
                    <a:pt x="482947" y="2587329"/>
                  </a:moveTo>
                  <a:lnTo>
                    <a:pt x="498675" y="2600876"/>
                  </a:lnTo>
                  <a:lnTo>
                    <a:pt x="459466" y="2575377"/>
                  </a:lnTo>
                  <a:close/>
                  <a:moveTo>
                    <a:pt x="401249" y="2436445"/>
                  </a:moveTo>
                  <a:lnTo>
                    <a:pt x="466727" y="2387323"/>
                  </a:lnTo>
                  <a:lnTo>
                    <a:pt x="348754" y="2335558"/>
                  </a:lnTo>
                  <a:close/>
                  <a:moveTo>
                    <a:pt x="348754" y="2335558"/>
                  </a:moveTo>
                  <a:lnTo>
                    <a:pt x="466727" y="2387323"/>
                  </a:lnTo>
                  <a:lnTo>
                    <a:pt x="426663" y="2332812"/>
                  </a:lnTo>
                  <a:close/>
                  <a:moveTo>
                    <a:pt x="401249" y="2436445"/>
                  </a:moveTo>
                  <a:lnTo>
                    <a:pt x="348754" y="2335558"/>
                  </a:lnTo>
                  <a:lnTo>
                    <a:pt x="337300" y="2397274"/>
                  </a:lnTo>
                  <a:close/>
                  <a:moveTo>
                    <a:pt x="466727" y="2387323"/>
                  </a:moveTo>
                  <a:lnTo>
                    <a:pt x="478952" y="2398009"/>
                  </a:lnTo>
                  <a:lnTo>
                    <a:pt x="426663" y="2332812"/>
                  </a:lnTo>
                  <a:close/>
                  <a:moveTo>
                    <a:pt x="426663" y="2332812"/>
                  </a:moveTo>
                  <a:lnTo>
                    <a:pt x="478952" y="2398009"/>
                  </a:lnTo>
                  <a:lnTo>
                    <a:pt x="520750" y="2417005"/>
                  </a:lnTo>
                  <a:close/>
                  <a:moveTo>
                    <a:pt x="348754" y="2335558"/>
                  </a:moveTo>
                  <a:lnTo>
                    <a:pt x="403881" y="2251240"/>
                  </a:lnTo>
                  <a:lnTo>
                    <a:pt x="341951" y="2240996"/>
                  </a:lnTo>
                  <a:close/>
                  <a:moveTo>
                    <a:pt x="889250" y="2891299"/>
                  </a:moveTo>
                  <a:lnTo>
                    <a:pt x="879555" y="2907632"/>
                  </a:lnTo>
                  <a:lnTo>
                    <a:pt x="901577" y="2898521"/>
                  </a:lnTo>
                  <a:close/>
                  <a:moveTo>
                    <a:pt x="1068237" y="3115105"/>
                  </a:moveTo>
                  <a:lnTo>
                    <a:pt x="1110005" y="3120484"/>
                  </a:lnTo>
                  <a:lnTo>
                    <a:pt x="1032364" y="3108856"/>
                  </a:lnTo>
                  <a:close/>
                  <a:moveTo>
                    <a:pt x="1068237" y="3115105"/>
                  </a:moveTo>
                  <a:lnTo>
                    <a:pt x="1133235" y="3122856"/>
                  </a:lnTo>
                  <a:lnTo>
                    <a:pt x="1110005" y="3120484"/>
                  </a:lnTo>
                  <a:close/>
                  <a:moveTo>
                    <a:pt x="1133235" y="3122856"/>
                  </a:moveTo>
                  <a:lnTo>
                    <a:pt x="1152340" y="3055729"/>
                  </a:lnTo>
                  <a:lnTo>
                    <a:pt x="1110005" y="3120484"/>
                  </a:lnTo>
                  <a:close/>
                  <a:moveTo>
                    <a:pt x="1133235" y="3122856"/>
                  </a:moveTo>
                  <a:lnTo>
                    <a:pt x="1182313" y="3175632"/>
                  </a:lnTo>
                  <a:lnTo>
                    <a:pt x="1258088" y="3180285"/>
                  </a:lnTo>
                  <a:close/>
                  <a:moveTo>
                    <a:pt x="1101716" y="2948296"/>
                  </a:moveTo>
                  <a:lnTo>
                    <a:pt x="992565" y="2960057"/>
                  </a:lnTo>
                  <a:lnTo>
                    <a:pt x="1014568" y="2973514"/>
                  </a:lnTo>
                  <a:close/>
                  <a:moveTo>
                    <a:pt x="889250" y="2891299"/>
                  </a:moveTo>
                  <a:lnTo>
                    <a:pt x="901577" y="2898521"/>
                  </a:lnTo>
                  <a:lnTo>
                    <a:pt x="904793" y="2887114"/>
                  </a:lnTo>
                  <a:close/>
                  <a:moveTo>
                    <a:pt x="904793" y="2887114"/>
                  </a:moveTo>
                  <a:lnTo>
                    <a:pt x="813882" y="2849304"/>
                  </a:lnTo>
                  <a:lnTo>
                    <a:pt x="889250" y="2891299"/>
                  </a:lnTo>
                  <a:close/>
                  <a:moveTo>
                    <a:pt x="1013133" y="2859627"/>
                  </a:moveTo>
                  <a:lnTo>
                    <a:pt x="901577" y="2898521"/>
                  </a:lnTo>
                  <a:lnTo>
                    <a:pt x="992565" y="2960057"/>
                  </a:lnTo>
                  <a:close/>
                  <a:moveTo>
                    <a:pt x="803661" y="2708556"/>
                  </a:moveTo>
                  <a:lnTo>
                    <a:pt x="863993" y="2758004"/>
                  </a:lnTo>
                  <a:lnTo>
                    <a:pt x="817669" y="2726869"/>
                  </a:lnTo>
                  <a:close/>
                  <a:moveTo>
                    <a:pt x="900453" y="2790550"/>
                  </a:moveTo>
                  <a:lnTo>
                    <a:pt x="863993" y="2758004"/>
                  </a:lnTo>
                  <a:lnTo>
                    <a:pt x="803661" y="2708556"/>
                  </a:lnTo>
                  <a:close/>
                  <a:moveTo>
                    <a:pt x="803661" y="2708556"/>
                  </a:moveTo>
                  <a:lnTo>
                    <a:pt x="764968" y="2666423"/>
                  </a:lnTo>
                  <a:lnTo>
                    <a:pt x="751619" y="2726869"/>
                  </a:lnTo>
                  <a:close/>
                  <a:moveTo>
                    <a:pt x="549870" y="2293238"/>
                  </a:moveTo>
                  <a:lnTo>
                    <a:pt x="478952" y="2398009"/>
                  </a:lnTo>
                  <a:lnTo>
                    <a:pt x="516432" y="2357959"/>
                  </a:lnTo>
                  <a:close/>
                  <a:moveTo>
                    <a:pt x="516432" y="2357959"/>
                  </a:moveTo>
                  <a:lnTo>
                    <a:pt x="547058" y="2277357"/>
                  </a:lnTo>
                  <a:lnTo>
                    <a:pt x="549870" y="2293238"/>
                  </a:lnTo>
                  <a:close/>
                  <a:moveTo>
                    <a:pt x="547058" y="2277357"/>
                  </a:moveTo>
                  <a:lnTo>
                    <a:pt x="522382" y="2215493"/>
                  </a:lnTo>
                  <a:lnTo>
                    <a:pt x="549870" y="2293238"/>
                  </a:lnTo>
                  <a:close/>
                  <a:moveTo>
                    <a:pt x="547058" y="2277357"/>
                  </a:moveTo>
                  <a:lnTo>
                    <a:pt x="484821" y="2195142"/>
                  </a:lnTo>
                  <a:lnTo>
                    <a:pt x="522382" y="2215493"/>
                  </a:lnTo>
                  <a:close/>
                  <a:moveTo>
                    <a:pt x="1230779" y="3017293"/>
                  </a:moveTo>
                  <a:lnTo>
                    <a:pt x="1322098" y="3090497"/>
                  </a:lnTo>
                  <a:lnTo>
                    <a:pt x="1331125" y="2983066"/>
                  </a:lnTo>
                  <a:close/>
                  <a:moveTo>
                    <a:pt x="1331125" y="2983066"/>
                  </a:moveTo>
                  <a:lnTo>
                    <a:pt x="1425016" y="3031880"/>
                  </a:lnTo>
                  <a:lnTo>
                    <a:pt x="1355709" y="2978857"/>
                  </a:lnTo>
                  <a:close/>
                  <a:moveTo>
                    <a:pt x="958730" y="2688433"/>
                  </a:moveTo>
                  <a:lnTo>
                    <a:pt x="985279" y="2717615"/>
                  </a:lnTo>
                  <a:lnTo>
                    <a:pt x="985157" y="2682188"/>
                  </a:lnTo>
                  <a:close/>
                  <a:moveTo>
                    <a:pt x="985157" y="2682188"/>
                  </a:moveTo>
                  <a:lnTo>
                    <a:pt x="891676" y="2646303"/>
                  </a:lnTo>
                  <a:lnTo>
                    <a:pt x="958730" y="2688433"/>
                  </a:lnTo>
                  <a:close/>
                  <a:moveTo>
                    <a:pt x="904194" y="2587325"/>
                  </a:moveTo>
                  <a:lnTo>
                    <a:pt x="891676" y="2646303"/>
                  </a:lnTo>
                  <a:lnTo>
                    <a:pt x="985157" y="2682188"/>
                  </a:lnTo>
                  <a:close/>
                  <a:moveTo>
                    <a:pt x="972342" y="2592513"/>
                  </a:moveTo>
                  <a:lnTo>
                    <a:pt x="904194" y="2587325"/>
                  </a:lnTo>
                  <a:lnTo>
                    <a:pt x="985157" y="2682188"/>
                  </a:lnTo>
                  <a:close/>
                  <a:moveTo>
                    <a:pt x="587920" y="2262305"/>
                  </a:moveTo>
                  <a:lnTo>
                    <a:pt x="547058" y="2277357"/>
                  </a:lnTo>
                  <a:lnTo>
                    <a:pt x="516432" y="2357959"/>
                  </a:lnTo>
                  <a:close/>
                  <a:moveTo>
                    <a:pt x="484821" y="2195142"/>
                  </a:moveTo>
                  <a:lnTo>
                    <a:pt x="489884" y="2181321"/>
                  </a:lnTo>
                  <a:lnTo>
                    <a:pt x="490026" y="2081113"/>
                  </a:lnTo>
                  <a:close/>
                  <a:moveTo>
                    <a:pt x="1444071" y="2940420"/>
                  </a:moveTo>
                  <a:lnTo>
                    <a:pt x="1355709" y="2978857"/>
                  </a:lnTo>
                  <a:lnTo>
                    <a:pt x="1425016" y="3031880"/>
                  </a:lnTo>
                  <a:close/>
                  <a:moveTo>
                    <a:pt x="515569" y="1992275"/>
                  </a:moveTo>
                  <a:lnTo>
                    <a:pt x="497048" y="2070284"/>
                  </a:lnTo>
                  <a:lnTo>
                    <a:pt x="494281" y="1977563"/>
                  </a:lnTo>
                  <a:close/>
                  <a:moveTo>
                    <a:pt x="1554105" y="2922971"/>
                  </a:moveTo>
                  <a:lnTo>
                    <a:pt x="1493235" y="2819769"/>
                  </a:lnTo>
                  <a:lnTo>
                    <a:pt x="1469081" y="2831411"/>
                  </a:lnTo>
                  <a:close/>
                  <a:moveTo>
                    <a:pt x="1469081" y="2831411"/>
                  </a:moveTo>
                  <a:lnTo>
                    <a:pt x="1489082" y="2841011"/>
                  </a:lnTo>
                  <a:lnTo>
                    <a:pt x="1554105" y="2922971"/>
                  </a:lnTo>
                  <a:close/>
                  <a:moveTo>
                    <a:pt x="1422871" y="2655338"/>
                  </a:moveTo>
                  <a:lnTo>
                    <a:pt x="1354772" y="2617505"/>
                  </a:lnTo>
                  <a:lnTo>
                    <a:pt x="1300441" y="2629574"/>
                  </a:lnTo>
                  <a:close/>
                  <a:moveTo>
                    <a:pt x="1310400" y="2573123"/>
                  </a:moveTo>
                  <a:lnTo>
                    <a:pt x="1300441" y="2629574"/>
                  </a:lnTo>
                  <a:lnTo>
                    <a:pt x="1354772" y="2617505"/>
                  </a:lnTo>
                  <a:close/>
                  <a:moveTo>
                    <a:pt x="1209975" y="2490908"/>
                  </a:moveTo>
                  <a:lnTo>
                    <a:pt x="1208688" y="2565180"/>
                  </a:lnTo>
                  <a:lnTo>
                    <a:pt x="1257598" y="2532844"/>
                  </a:lnTo>
                  <a:close/>
                  <a:moveTo>
                    <a:pt x="1209975" y="2490908"/>
                  </a:moveTo>
                  <a:lnTo>
                    <a:pt x="1168293" y="2529344"/>
                  </a:lnTo>
                  <a:lnTo>
                    <a:pt x="1208688" y="2565180"/>
                  </a:lnTo>
                  <a:close/>
                  <a:moveTo>
                    <a:pt x="1151503" y="2414830"/>
                  </a:moveTo>
                  <a:lnTo>
                    <a:pt x="1144299" y="2413215"/>
                  </a:lnTo>
                  <a:lnTo>
                    <a:pt x="1209975" y="2490908"/>
                  </a:lnTo>
                  <a:close/>
                  <a:moveTo>
                    <a:pt x="1209975" y="2490908"/>
                  </a:moveTo>
                  <a:lnTo>
                    <a:pt x="1144299" y="2413215"/>
                  </a:lnTo>
                  <a:lnTo>
                    <a:pt x="1146509" y="2447129"/>
                  </a:lnTo>
                  <a:close/>
                  <a:moveTo>
                    <a:pt x="1209975" y="2490908"/>
                  </a:moveTo>
                  <a:lnTo>
                    <a:pt x="1146509" y="2447129"/>
                  </a:lnTo>
                  <a:lnTo>
                    <a:pt x="1168293" y="2529344"/>
                  </a:lnTo>
                  <a:close/>
                  <a:moveTo>
                    <a:pt x="1143748" y="2408693"/>
                  </a:moveTo>
                  <a:lnTo>
                    <a:pt x="1087890" y="2392190"/>
                  </a:lnTo>
                  <a:lnTo>
                    <a:pt x="1144299" y="2413215"/>
                  </a:lnTo>
                  <a:close/>
                  <a:moveTo>
                    <a:pt x="1041423" y="2364914"/>
                  </a:moveTo>
                  <a:lnTo>
                    <a:pt x="1087890" y="2392190"/>
                  </a:lnTo>
                  <a:lnTo>
                    <a:pt x="1143748" y="2408693"/>
                  </a:lnTo>
                  <a:close/>
                  <a:moveTo>
                    <a:pt x="1143748" y="2408693"/>
                  </a:moveTo>
                  <a:lnTo>
                    <a:pt x="1144299" y="2413215"/>
                  </a:lnTo>
                  <a:lnTo>
                    <a:pt x="1151503" y="2414830"/>
                  </a:lnTo>
                  <a:close/>
                  <a:moveTo>
                    <a:pt x="1450343" y="2546368"/>
                  </a:moveTo>
                  <a:lnTo>
                    <a:pt x="1373068" y="2548598"/>
                  </a:lnTo>
                  <a:lnTo>
                    <a:pt x="1463582" y="2635697"/>
                  </a:lnTo>
                  <a:close/>
                  <a:moveTo>
                    <a:pt x="1463582" y="2635697"/>
                  </a:moveTo>
                  <a:lnTo>
                    <a:pt x="1511251" y="2557442"/>
                  </a:lnTo>
                  <a:lnTo>
                    <a:pt x="1450343" y="2546368"/>
                  </a:lnTo>
                  <a:close/>
                  <a:moveTo>
                    <a:pt x="1310400" y="2573123"/>
                  </a:moveTo>
                  <a:lnTo>
                    <a:pt x="1354772" y="2617505"/>
                  </a:lnTo>
                  <a:lnTo>
                    <a:pt x="1373068" y="2548598"/>
                  </a:lnTo>
                  <a:close/>
                  <a:moveTo>
                    <a:pt x="1373068" y="2548598"/>
                  </a:moveTo>
                  <a:lnTo>
                    <a:pt x="1257598" y="2532844"/>
                  </a:lnTo>
                  <a:lnTo>
                    <a:pt x="1310400" y="2573123"/>
                  </a:lnTo>
                  <a:close/>
                  <a:moveTo>
                    <a:pt x="1286563" y="2458241"/>
                  </a:moveTo>
                  <a:lnTo>
                    <a:pt x="1257598" y="2532844"/>
                  </a:lnTo>
                  <a:lnTo>
                    <a:pt x="1373068" y="2548598"/>
                  </a:lnTo>
                  <a:close/>
                  <a:moveTo>
                    <a:pt x="1450439" y="2481328"/>
                  </a:moveTo>
                  <a:lnTo>
                    <a:pt x="1425295" y="2452472"/>
                  </a:lnTo>
                  <a:lnTo>
                    <a:pt x="1450343" y="2546368"/>
                  </a:lnTo>
                  <a:close/>
                  <a:moveTo>
                    <a:pt x="1450343" y="2546368"/>
                  </a:moveTo>
                  <a:lnTo>
                    <a:pt x="1425295" y="2452472"/>
                  </a:lnTo>
                  <a:lnTo>
                    <a:pt x="1353534" y="2464387"/>
                  </a:lnTo>
                  <a:close/>
                  <a:moveTo>
                    <a:pt x="1450343" y="2546368"/>
                  </a:moveTo>
                  <a:lnTo>
                    <a:pt x="1353534" y="2464387"/>
                  </a:lnTo>
                  <a:lnTo>
                    <a:pt x="1373068" y="2548598"/>
                  </a:lnTo>
                  <a:close/>
                  <a:moveTo>
                    <a:pt x="1450439" y="2481328"/>
                  </a:moveTo>
                  <a:lnTo>
                    <a:pt x="1450343" y="2546368"/>
                  </a:lnTo>
                  <a:lnTo>
                    <a:pt x="1468876" y="2452472"/>
                  </a:lnTo>
                  <a:close/>
                  <a:moveTo>
                    <a:pt x="1327979" y="2385070"/>
                  </a:moveTo>
                  <a:lnTo>
                    <a:pt x="1286563" y="2458241"/>
                  </a:lnTo>
                  <a:lnTo>
                    <a:pt x="1353534" y="2464387"/>
                  </a:lnTo>
                  <a:close/>
                  <a:moveTo>
                    <a:pt x="1439857" y="2441765"/>
                  </a:moveTo>
                  <a:lnTo>
                    <a:pt x="1348178" y="2408693"/>
                  </a:lnTo>
                  <a:lnTo>
                    <a:pt x="1353534" y="2464387"/>
                  </a:lnTo>
                  <a:close/>
                  <a:moveTo>
                    <a:pt x="1143748" y="2408693"/>
                  </a:moveTo>
                  <a:lnTo>
                    <a:pt x="1151503" y="2414830"/>
                  </a:lnTo>
                  <a:lnTo>
                    <a:pt x="1162787" y="2398185"/>
                  </a:lnTo>
                  <a:close/>
                  <a:moveTo>
                    <a:pt x="906680" y="1841591"/>
                  </a:moveTo>
                  <a:lnTo>
                    <a:pt x="853344" y="1794751"/>
                  </a:lnTo>
                  <a:lnTo>
                    <a:pt x="902773" y="1887834"/>
                  </a:lnTo>
                  <a:close/>
                  <a:moveTo>
                    <a:pt x="1206905" y="2128113"/>
                  </a:moveTo>
                  <a:lnTo>
                    <a:pt x="1283824" y="2085175"/>
                  </a:lnTo>
                  <a:lnTo>
                    <a:pt x="1210494" y="2119715"/>
                  </a:lnTo>
                  <a:close/>
                  <a:moveTo>
                    <a:pt x="1196627" y="2089684"/>
                  </a:moveTo>
                  <a:lnTo>
                    <a:pt x="1210494" y="2119715"/>
                  </a:lnTo>
                  <a:lnTo>
                    <a:pt x="1283824" y="2085175"/>
                  </a:lnTo>
                  <a:close/>
                  <a:moveTo>
                    <a:pt x="1110641" y="1940117"/>
                  </a:moveTo>
                  <a:lnTo>
                    <a:pt x="1107396" y="2002960"/>
                  </a:lnTo>
                  <a:lnTo>
                    <a:pt x="1107231" y="1920745"/>
                  </a:lnTo>
                  <a:close/>
                  <a:moveTo>
                    <a:pt x="1131208" y="2023489"/>
                  </a:moveTo>
                  <a:lnTo>
                    <a:pt x="1107396" y="2002960"/>
                  </a:lnTo>
                  <a:lnTo>
                    <a:pt x="1110641" y="1940117"/>
                  </a:lnTo>
                  <a:close/>
                  <a:moveTo>
                    <a:pt x="853344" y="1794751"/>
                  </a:moveTo>
                  <a:lnTo>
                    <a:pt x="906680" y="1841591"/>
                  </a:lnTo>
                  <a:lnTo>
                    <a:pt x="915233" y="1777612"/>
                  </a:lnTo>
                  <a:close/>
                  <a:moveTo>
                    <a:pt x="915233" y="1777612"/>
                  </a:moveTo>
                  <a:lnTo>
                    <a:pt x="906680" y="1841591"/>
                  </a:lnTo>
                  <a:lnTo>
                    <a:pt x="932914" y="1794751"/>
                  </a:lnTo>
                  <a:close/>
                  <a:moveTo>
                    <a:pt x="915233" y="1777612"/>
                  </a:moveTo>
                  <a:lnTo>
                    <a:pt x="932914" y="1794751"/>
                  </a:lnTo>
                  <a:lnTo>
                    <a:pt x="879300" y="1739222"/>
                  </a:lnTo>
                  <a:close/>
                  <a:moveTo>
                    <a:pt x="1653956" y="2469727"/>
                  </a:moveTo>
                  <a:lnTo>
                    <a:pt x="1683882" y="2377596"/>
                  </a:lnTo>
                  <a:lnTo>
                    <a:pt x="1601589" y="2414035"/>
                  </a:lnTo>
                  <a:close/>
                  <a:moveTo>
                    <a:pt x="1683882" y="2377596"/>
                  </a:moveTo>
                  <a:lnTo>
                    <a:pt x="1777862" y="2439129"/>
                  </a:lnTo>
                  <a:lnTo>
                    <a:pt x="1701151" y="2375599"/>
                  </a:lnTo>
                  <a:close/>
                  <a:moveTo>
                    <a:pt x="1558402" y="2211168"/>
                  </a:moveTo>
                  <a:lnTo>
                    <a:pt x="1502031" y="2249605"/>
                  </a:lnTo>
                  <a:lnTo>
                    <a:pt x="1529725" y="2283905"/>
                  </a:lnTo>
                  <a:close/>
                  <a:moveTo>
                    <a:pt x="1497822" y="2167390"/>
                  </a:moveTo>
                  <a:lnTo>
                    <a:pt x="1558402" y="2211168"/>
                  </a:lnTo>
                  <a:lnTo>
                    <a:pt x="1499729" y="2128953"/>
                  </a:lnTo>
                  <a:close/>
                  <a:moveTo>
                    <a:pt x="1441550" y="2085175"/>
                  </a:moveTo>
                  <a:lnTo>
                    <a:pt x="1499729" y="2128953"/>
                  </a:lnTo>
                  <a:lnTo>
                    <a:pt x="1451298" y="2046738"/>
                  </a:lnTo>
                  <a:close/>
                  <a:moveTo>
                    <a:pt x="1953218" y="2537444"/>
                  </a:moveTo>
                  <a:lnTo>
                    <a:pt x="1880692" y="2538962"/>
                  </a:lnTo>
                  <a:lnTo>
                    <a:pt x="1924851" y="2419377"/>
                  </a:lnTo>
                  <a:close/>
                  <a:moveTo>
                    <a:pt x="1499729" y="2128953"/>
                  </a:moveTo>
                  <a:lnTo>
                    <a:pt x="1578181" y="2202753"/>
                  </a:lnTo>
                  <a:lnTo>
                    <a:pt x="1577032" y="2103595"/>
                  </a:lnTo>
                  <a:close/>
                  <a:moveTo>
                    <a:pt x="1548028" y="2008302"/>
                  </a:moveTo>
                  <a:lnTo>
                    <a:pt x="1577032" y="2103595"/>
                  </a:lnTo>
                  <a:lnTo>
                    <a:pt x="1583408" y="2054210"/>
                  </a:lnTo>
                  <a:close/>
                  <a:moveTo>
                    <a:pt x="1499729" y="2128953"/>
                  </a:moveTo>
                  <a:lnTo>
                    <a:pt x="1577032" y="2103595"/>
                  </a:lnTo>
                  <a:lnTo>
                    <a:pt x="1548028" y="2008302"/>
                  </a:lnTo>
                  <a:close/>
                  <a:moveTo>
                    <a:pt x="1457884" y="1863555"/>
                  </a:moveTo>
                  <a:lnTo>
                    <a:pt x="1417140" y="1872716"/>
                  </a:lnTo>
                  <a:lnTo>
                    <a:pt x="1516149" y="1926087"/>
                  </a:lnTo>
                  <a:close/>
                  <a:moveTo>
                    <a:pt x="1396175" y="1761656"/>
                  </a:moveTo>
                  <a:lnTo>
                    <a:pt x="1361892" y="1800093"/>
                  </a:lnTo>
                  <a:lnTo>
                    <a:pt x="1431256" y="1843872"/>
                  </a:lnTo>
                  <a:close/>
                  <a:moveTo>
                    <a:pt x="1431256" y="1843872"/>
                  </a:moveTo>
                  <a:lnTo>
                    <a:pt x="1417140" y="1872716"/>
                  </a:lnTo>
                  <a:lnTo>
                    <a:pt x="1457884" y="1863555"/>
                  </a:lnTo>
                  <a:close/>
                  <a:moveTo>
                    <a:pt x="2042558" y="2463156"/>
                  </a:moveTo>
                  <a:lnTo>
                    <a:pt x="1924851" y="2419377"/>
                  </a:lnTo>
                  <a:lnTo>
                    <a:pt x="1985977" y="2501592"/>
                  </a:lnTo>
                  <a:close/>
                  <a:moveTo>
                    <a:pt x="1548028" y="2008302"/>
                  </a:moveTo>
                  <a:lnTo>
                    <a:pt x="1583408" y="2054210"/>
                  </a:lnTo>
                  <a:lnTo>
                    <a:pt x="1607730" y="1978546"/>
                  </a:lnTo>
                  <a:close/>
                  <a:moveTo>
                    <a:pt x="1607730" y="1978546"/>
                  </a:moveTo>
                  <a:lnTo>
                    <a:pt x="1583408" y="2054210"/>
                  </a:lnTo>
                  <a:lnTo>
                    <a:pt x="1616545" y="2008302"/>
                  </a:lnTo>
                  <a:close/>
                  <a:moveTo>
                    <a:pt x="1607730" y="1978546"/>
                  </a:moveTo>
                  <a:lnTo>
                    <a:pt x="1616545" y="2008302"/>
                  </a:lnTo>
                  <a:lnTo>
                    <a:pt x="1626287" y="1923959"/>
                  </a:lnTo>
                  <a:close/>
                  <a:moveTo>
                    <a:pt x="1568690" y="1910192"/>
                  </a:moveTo>
                  <a:lnTo>
                    <a:pt x="1607730" y="1978546"/>
                  </a:lnTo>
                  <a:lnTo>
                    <a:pt x="1626287" y="1923959"/>
                  </a:lnTo>
                  <a:close/>
                  <a:moveTo>
                    <a:pt x="1470816" y="1723220"/>
                  </a:moveTo>
                  <a:lnTo>
                    <a:pt x="1461608" y="1836563"/>
                  </a:lnTo>
                  <a:lnTo>
                    <a:pt x="1480272" y="1732056"/>
                  </a:lnTo>
                  <a:close/>
                  <a:moveTo>
                    <a:pt x="1431256" y="1843872"/>
                  </a:moveTo>
                  <a:lnTo>
                    <a:pt x="1461608" y="1836563"/>
                  </a:lnTo>
                  <a:lnTo>
                    <a:pt x="1470816" y="1723220"/>
                  </a:lnTo>
                  <a:close/>
                  <a:moveTo>
                    <a:pt x="1523895" y="1723220"/>
                  </a:moveTo>
                  <a:lnTo>
                    <a:pt x="1480272" y="1732056"/>
                  </a:lnTo>
                  <a:lnTo>
                    <a:pt x="1550344" y="1724923"/>
                  </a:lnTo>
                  <a:close/>
                  <a:moveTo>
                    <a:pt x="1550344" y="1724923"/>
                  </a:moveTo>
                  <a:lnTo>
                    <a:pt x="1480272" y="1732056"/>
                  </a:lnTo>
                  <a:lnTo>
                    <a:pt x="1461608" y="1836563"/>
                  </a:lnTo>
                  <a:close/>
                  <a:moveTo>
                    <a:pt x="1550344" y="1724923"/>
                  </a:moveTo>
                  <a:lnTo>
                    <a:pt x="1461608" y="1836563"/>
                  </a:lnTo>
                  <a:lnTo>
                    <a:pt x="1560462" y="1816789"/>
                  </a:lnTo>
                  <a:close/>
                  <a:moveTo>
                    <a:pt x="1568558" y="1723220"/>
                  </a:moveTo>
                  <a:lnTo>
                    <a:pt x="1550344" y="1724923"/>
                  </a:lnTo>
                  <a:lnTo>
                    <a:pt x="1560462" y="1816789"/>
                  </a:lnTo>
                  <a:close/>
                  <a:moveTo>
                    <a:pt x="1551049" y="1718025"/>
                  </a:moveTo>
                  <a:lnTo>
                    <a:pt x="1550344" y="1724923"/>
                  </a:lnTo>
                  <a:lnTo>
                    <a:pt x="1568558" y="1723220"/>
                  </a:lnTo>
                  <a:close/>
                  <a:moveTo>
                    <a:pt x="1523895" y="1723220"/>
                  </a:moveTo>
                  <a:lnTo>
                    <a:pt x="1550344" y="1724923"/>
                  </a:lnTo>
                  <a:lnTo>
                    <a:pt x="1551049" y="1718025"/>
                  </a:lnTo>
                  <a:close/>
                  <a:moveTo>
                    <a:pt x="2188289" y="2510167"/>
                  </a:moveTo>
                  <a:lnTo>
                    <a:pt x="2253478" y="2457141"/>
                  </a:lnTo>
                  <a:lnTo>
                    <a:pt x="2230328" y="2436490"/>
                  </a:lnTo>
                  <a:close/>
                  <a:moveTo>
                    <a:pt x="2188289" y="2510167"/>
                  </a:moveTo>
                  <a:lnTo>
                    <a:pt x="2230328" y="2436490"/>
                  </a:lnTo>
                  <a:lnTo>
                    <a:pt x="2162932" y="2430690"/>
                  </a:lnTo>
                  <a:close/>
                  <a:moveTo>
                    <a:pt x="2065125" y="2449613"/>
                  </a:moveTo>
                  <a:lnTo>
                    <a:pt x="2162932" y="2430690"/>
                  </a:lnTo>
                  <a:lnTo>
                    <a:pt x="2133826" y="2354261"/>
                  </a:lnTo>
                  <a:close/>
                  <a:moveTo>
                    <a:pt x="2162932" y="2430690"/>
                  </a:moveTo>
                  <a:lnTo>
                    <a:pt x="2230328" y="2436490"/>
                  </a:lnTo>
                  <a:lnTo>
                    <a:pt x="2194955" y="2365156"/>
                  </a:lnTo>
                  <a:close/>
                  <a:moveTo>
                    <a:pt x="2162932" y="2430690"/>
                  </a:moveTo>
                  <a:lnTo>
                    <a:pt x="2194955" y="2365156"/>
                  </a:lnTo>
                  <a:lnTo>
                    <a:pt x="2133826" y="2354261"/>
                  </a:lnTo>
                  <a:close/>
                  <a:moveTo>
                    <a:pt x="1722182" y="1766998"/>
                  </a:moveTo>
                  <a:lnTo>
                    <a:pt x="1655185" y="1828715"/>
                  </a:lnTo>
                  <a:lnTo>
                    <a:pt x="1737236" y="1887650"/>
                  </a:lnTo>
                  <a:close/>
                  <a:moveTo>
                    <a:pt x="1722182" y="1766998"/>
                  </a:moveTo>
                  <a:lnTo>
                    <a:pt x="1737236" y="1887650"/>
                  </a:lnTo>
                  <a:lnTo>
                    <a:pt x="1738599" y="1849214"/>
                  </a:lnTo>
                  <a:close/>
                  <a:moveTo>
                    <a:pt x="1470816" y="1723220"/>
                  </a:moveTo>
                  <a:lnTo>
                    <a:pt x="1480272" y="1732056"/>
                  </a:lnTo>
                  <a:lnTo>
                    <a:pt x="1484852" y="1717575"/>
                  </a:lnTo>
                  <a:close/>
                  <a:moveTo>
                    <a:pt x="1484852" y="1717575"/>
                  </a:moveTo>
                  <a:lnTo>
                    <a:pt x="1480272" y="1732056"/>
                  </a:lnTo>
                  <a:lnTo>
                    <a:pt x="1523895" y="1723220"/>
                  </a:lnTo>
                  <a:close/>
                  <a:moveTo>
                    <a:pt x="1558506" y="1618195"/>
                  </a:moveTo>
                  <a:lnTo>
                    <a:pt x="1523895" y="1723220"/>
                  </a:lnTo>
                  <a:lnTo>
                    <a:pt x="1551049" y="1718025"/>
                  </a:lnTo>
                  <a:close/>
                  <a:moveTo>
                    <a:pt x="1484852" y="1717575"/>
                  </a:moveTo>
                  <a:lnTo>
                    <a:pt x="1523895" y="1723220"/>
                  </a:lnTo>
                  <a:lnTo>
                    <a:pt x="1558506" y="1618195"/>
                  </a:lnTo>
                  <a:close/>
                  <a:moveTo>
                    <a:pt x="1616047" y="1602568"/>
                  </a:moveTo>
                  <a:lnTo>
                    <a:pt x="1551049" y="1718025"/>
                  </a:lnTo>
                  <a:lnTo>
                    <a:pt x="1568558" y="1723220"/>
                  </a:lnTo>
                  <a:close/>
                  <a:moveTo>
                    <a:pt x="1301980" y="1128909"/>
                  </a:moveTo>
                  <a:lnTo>
                    <a:pt x="1223109" y="1208630"/>
                  </a:lnTo>
                  <a:lnTo>
                    <a:pt x="1237405" y="1166134"/>
                  </a:lnTo>
                  <a:close/>
                  <a:moveTo>
                    <a:pt x="2386462" y="2304068"/>
                  </a:moveTo>
                  <a:lnTo>
                    <a:pt x="2424962" y="2399440"/>
                  </a:lnTo>
                  <a:lnTo>
                    <a:pt x="2433460" y="2357548"/>
                  </a:lnTo>
                  <a:close/>
                  <a:moveTo>
                    <a:pt x="2386462" y="2304068"/>
                  </a:moveTo>
                  <a:lnTo>
                    <a:pt x="2337447" y="2277231"/>
                  </a:lnTo>
                  <a:lnTo>
                    <a:pt x="2296413" y="2339008"/>
                  </a:lnTo>
                  <a:close/>
                  <a:moveTo>
                    <a:pt x="1722182" y="1766998"/>
                  </a:moveTo>
                  <a:lnTo>
                    <a:pt x="1820607" y="1738135"/>
                  </a:lnTo>
                  <a:lnTo>
                    <a:pt x="1806521" y="1737932"/>
                  </a:lnTo>
                  <a:close/>
                  <a:moveTo>
                    <a:pt x="1787460" y="1653336"/>
                  </a:moveTo>
                  <a:lnTo>
                    <a:pt x="1702407" y="1661890"/>
                  </a:lnTo>
                  <a:lnTo>
                    <a:pt x="1806521" y="1737932"/>
                  </a:lnTo>
                  <a:close/>
                  <a:moveTo>
                    <a:pt x="1787460" y="1653336"/>
                  </a:moveTo>
                  <a:lnTo>
                    <a:pt x="1806521" y="1737932"/>
                  </a:lnTo>
                  <a:lnTo>
                    <a:pt x="1839608" y="1671533"/>
                  </a:lnTo>
                  <a:close/>
                  <a:moveTo>
                    <a:pt x="1693815" y="1564132"/>
                  </a:moveTo>
                  <a:lnTo>
                    <a:pt x="1702407" y="1661890"/>
                  </a:lnTo>
                  <a:lnTo>
                    <a:pt x="1701715" y="1572277"/>
                  </a:lnTo>
                  <a:close/>
                  <a:moveTo>
                    <a:pt x="1702407" y="1661890"/>
                  </a:moveTo>
                  <a:lnTo>
                    <a:pt x="1787460" y="1653336"/>
                  </a:lnTo>
                  <a:lnTo>
                    <a:pt x="1701715" y="1572277"/>
                  </a:lnTo>
                  <a:close/>
                  <a:moveTo>
                    <a:pt x="1616047" y="1602568"/>
                  </a:moveTo>
                  <a:lnTo>
                    <a:pt x="1693815" y="1564132"/>
                  </a:lnTo>
                  <a:lnTo>
                    <a:pt x="1561113" y="1540448"/>
                  </a:lnTo>
                  <a:close/>
                  <a:moveTo>
                    <a:pt x="1693815" y="1564132"/>
                  </a:moveTo>
                  <a:lnTo>
                    <a:pt x="1605778" y="1492242"/>
                  </a:lnTo>
                  <a:lnTo>
                    <a:pt x="1561113" y="1540448"/>
                  </a:lnTo>
                  <a:close/>
                  <a:moveTo>
                    <a:pt x="379074" y="8788"/>
                  </a:moveTo>
                  <a:lnTo>
                    <a:pt x="403793" y="0"/>
                  </a:lnTo>
                  <a:lnTo>
                    <a:pt x="332834" y="13351"/>
                  </a:lnTo>
                  <a:close/>
                  <a:moveTo>
                    <a:pt x="379074" y="8788"/>
                  </a:moveTo>
                  <a:lnTo>
                    <a:pt x="427288" y="30182"/>
                  </a:lnTo>
                  <a:lnTo>
                    <a:pt x="403793" y="0"/>
                  </a:lnTo>
                  <a:close/>
                  <a:moveTo>
                    <a:pt x="2433460" y="2357548"/>
                  </a:moveTo>
                  <a:lnTo>
                    <a:pt x="2453752" y="2275942"/>
                  </a:lnTo>
                  <a:lnTo>
                    <a:pt x="2386462" y="2304068"/>
                  </a:lnTo>
                  <a:close/>
                  <a:moveTo>
                    <a:pt x="2386462" y="2304068"/>
                  </a:moveTo>
                  <a:lnTo>
                    <a:pt x="2453752" y="2275942"/>
                  </a:lnTo>
                  <a:lnTo>
                    <a:pt x="2356845" y="2194041"/>
                  </a:lnTo>
                  <a:close/>
                  <a:moveTo>
                    <a:pt x="2356845" y="2194041"/>
                  </a:moveTo>
                  <a:lnTo>
                    <a:pt x="2453752" y="2275942"/>
                  </a:lnTo>
                  <a:lnTo>
                    <a:pt x="2428781" y="2196151"/>
                  </a:lnTo>
                  <a:close/>
                  <a:moveTo>
                    <a:pt x="2386462" y="2304068"/>
                  </a:moveTo>
                  <a:lnTo>
                    <a:pt x="2356845" y="2194041"/>
                  </a:lnTo>
                  <a:lnTo>
                    <a:pt x="2337447" y="2277231"/>
                  </a:lnTo>
                  <a:close/>
                  <a:moveTo>
                    <a:pt x="2330820" y="2183417"/>
                  </a:moveTo>
                  <a:lnTo>
                    <a:pt x="2337447" y="2277231"/>
                  </a:lnTo>
                  <a:lnTo>
                    <a:pt x="2356845" y="2194041"/>
                  </a:lnTo>
                  <a:close/>
                  <a:moveTo>
                    <a:pt x="2356845" y="2194041"/>
                  </a:moveTo>
                  <a:lnTo>
                    <a:pt x="2428781" y="2196151"/>
                  </a:lnTo>
                  <a:lnTo>
                    <a:pt x="2305858" y="2135401"/>
                  </a:lnTo>
                  <a:close/>
                  <a:moveTo>
                    <a:pt x="2259520" y="2112481"/>
                  </a:moveTo>
                  <a:lnTo>
                    <a:pt x="2330820" y="2183417"/>
                  </a:lnTo>
                  <a:lnTo>
                    <a:pt x="2356845" y="2194041"/>
                  </a:lnTo>
                  <a:close/>
                  <a:moveTo>
                    <a:pt x="1930271" y="1728562"/>
                  </a:moveTo>
                  <a:lnTo>
                    <a:pt x="1977516" y="1767479"/>
                  </a:lnTo>
                  <a:lnTo>
                    <a:pt x="2020507" y="1713011"/>
                  </a:lnTo>
                  <a:close/>
                  <a:moveTo>
                    <a:pt x="1930271" y="1728562"/>
                  </a:moveTo>
                  <a:lnTo>
                    <a:pt x="2020507" y="1713011"/>
                  </a:lnTo>
                  <a:lnTo>
                    <a:pt x="1981705" y="1690126"/>
                  </a:lnTo>
                  <a:close/>
                  <a:moveTo>
                    <a:pt x="1701234" y="1562752"/>
                  </a:moveTo>
                  <a:lnTo>
                    <a:pt x="1693815" y="1564132"/>
                  </a:lnTo>
                  <a:lnTo>
                    <a:pt x="1701715" y="1572277"/>
                  </a:lnTo>
                  <a:close/>
                  <a:moveTo>
                    <a:pt x="1693815" y="1564132"/>
                  </a:moveTo>
                  <a:lnTo>
                    <a:pt x="1701234" y="1562752"/>
                  </a:lnTo>
                  <a:lnTo>
                    <a:pt x="1727374" y="1453010"/>
                  </a:lnTo>
                  <a:close/>
                  <a:moveTo>
                    <a:pt x="1981705" y="1690126"/>
                  </a:moveTo>
                  <a:lnTo>
                    <a:pt x="2040456" y="1668930"/>
                  </a:lnTo>
                  <a:lnTo>
                    <a:pt x="1946384" y="1607911"/>
                  </a:lnTo>
                  <a:close/>
                  <a:moveTo>
                    <a:pt x="1805658" y="1338265"/>
                  </a:moveTo>
                  <a:lnTo>
                    <a:pt x="1853358" y="1360077"/>
                  </a:lnTo>
                  <a:lnTo>
                    <a:pt x="1861261" y="1253560"/>
                  </a:lnTo>
                  <a:close/>
                  <a:moveTo>
                    <a:pt x="2150919" y="1239350"/>
                  </a:moveTo>
                  <a:lnTo>
                    <a:pt x="2218895" y="1328171"/>
                  </a:lnTo>
                  <a:lnTo>
                    <a:pt x="2167393" y="124595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42" name="Candidate_density__2041">
              <a:extLst>
                <a:ext uri="{FF2B5EF4-FFF2-40B4-BE49-F238E27FC236}">
                  <a16:creationId xmlns:a16="http://schemas.microsoft.com/office/drawing/2014/main" id="{C10143F8-EFF4-24B7-DB07-53F0F577F9D9}"/>
                </a:ext>
              </a:extLst>
            </p:cNvPr>
            <p:cNvSpPr>
              <a:spLocks noGrp="1"/>
            </p:cNvSpPr>
            <p:nvPr/>
          </p:nvSpPr>
          <p:spPr>
            <a:xfrm>
              <a:off x="4383909" y="3323646"/>
              <a:ext cx="2346584" cy="2170420"/>
            </a:xfrm>
            <a:custGeom>
              <a:avLst/>
              <a:gdLst/>
              <a:ahLst/>
              <a:cxnLst/>
              <a:rect l="0" t="0" r="0" b="0"/>
              <a:pathLst>
                <a:path w="2346584" h="2170420">
                  <a:moveTo>
                    <a:pt x="25593" y="1511239"/>
                  </a:moveTo>
                  <a:lnTo>
                    <a:pt x="0" y="1489604"/>
                  </a:lnTo>
                  <a:lnTo>
                    <a:pt x="27680" y="1540234"/>
                  </a:lnTo>
                  <a:close/>
                  <a:moveTo>
                    <a:pt x="602085" y="2004529"/>
                  </a:moveTo>
                  <a:lnTo>
                    <a:pt x="605928" y="2034234"/>
                  </a:lnTo>
                  <a:lnTo>
                    <a:pt x="654740" y="2050422"/>
                  </a:lnTo>
                  <a:close/>
                  <a:moveTo>
                    <a:pt x="782648" y="2048308"/>
                  </a:moveTo>
                  <a:lnTo>
                    <a:pt x="709397" y="2086744"/>
                  </a:lnTo>
                  <a:lnTo>
                    <a:pt x="744879" y="2108775"/>
                  </a:lnTo>
                  <a:close/>
                  <a:moveTo>
                    <a:pt x="709397" y="2086744"/>
                  </a:moveTo>
                  <a:lnTo>
                    <a:pt x="782648" y="2048308"/>
                  </a:lnTo>
                  <a:lnTo>
                    <a:pt x="654740" y="2050422"/>
                  </a:lnTo>
                  <a:close/>
                  <a:moveTo>
                    <a:pt x="782648" y="2048308"/>
                  </a:moveTo>
                  <a:lnTo>
                    <a:pt x="695572" y="1987882"/>
                  </a:lnTo>
                  <a:lnTo>
                    <a:pt x="654740" y="2050422"/>
                  </a:lnTo>
                  <a:close/>
                  <a:moveTo>
                    <a:pt x="649111" y="1966093"/>
                  </a:moveTo>
                  <a:lnTo>
                    <a:pt x="654740" y="2050422"/>
                  </a:lnTo>
                  <a:lnTo>
                    <a:pt x="695572" y="1987882"/>
                  </a:lnTo>
                  <a:close/>
                  <a:moveTo>
                    <a:pt x="649111" y="1966093"/>
                  </a:moveTo>
                  <a:lnTo>
                    <a:pt x="602085" y="2004529"/>
                  </a:lnTo>
                  <a:lnTo>
                    <a:pt x="654740" y="2050422"/>
                  </a:lnTo>
                  <a:close/>
                  <a:moveTo>
                    <a:pt x="602085" y="2004529"/>
                  </a:moveTo>
                  <a:lnTo>
                    <a:pt x="649111" y="1966093"/>
                  </a:lnTo>
                  <a:lnTo>
                    <a:pt x="553535" y="1950691"/>
                  </a:lnTo>
                  <a:close/>
                  <a:moveTo>
                    <a:pt x="649111" y="1966093"/>
                  </a:moveTo>
                  <a:lnTo>
                    <a:pt x="609168" y="1943489"/>
                  </a:lnTo>
                  <a:lnTo>
                    <a:pt x="553535" y="1950691"/>
                  </a:lnTo>
                  <a:close/>
                  <a:moveTo>
                    <a:pt x="553535" y="1950691"/>
                  </a:moveTo>
                  <a:lnTo>
                    <a:pt x="514519" y="1887271"/>
                  </a:lnTo>
                  <a:lnTo>
                    <a:pt x="525558" y="1922314"/>
                  </a:lnTo>
                  <a:close/>
                  <a:moveTo>
                    <a:pt x="525558" y="1922314"/>
                  </a:moveTo>
                  <a:lnTo>
                    <a:pt x="514519" y="1887271"/>
                  </a:lnTo>
                  <a:lnTo>
                    <a:pt x="462152" y="1829752"/>
                  </a:lnTo>
                  <a:close/>
                  <a:moveTo>
                    <a:pt x="967986" y="2170420"/>
                  </a:moveTo>
                  <a:lnTo>
                    <a:pt x="913577" y="2105489"/>
                  </a:lnTo>
                  <a:lnTo>
                    <a:pt x="930405" y="2130523"/>
                  </a:lnTo>
                  <a:close/>
                  <a:moveTo>
                    <a:pt x="938118" y="2122203"/>
                  </a:moveTo>
                  <a:lnTo>
                    <a:pt x="913577" y="2105489"/>
                  </a:lnTo>
                  <a:lnTo>
                    <a:pt x="967986" y="2170420"/>
                  </a:lnTo>
                  <a:close/>
                  <a:moveTo>
                    <a:pt x="1024704" y="2167277"/>
                  </a:moveTo>
                  <a:lnTo>
                    <a:pt x="938118" y="2122203"/>
                  </a:lnTo>
                  <a:lnTo>
                    <a:pt x="967986" y="2170420"/>
                  </a:lnTo>
                  <a:close/>
                  <a:moveTo>
                    <a:pt x="930405" y="2130523"/>
                  </a:moveTo>
                  <a:lnTo>
                    <a:pt x="913577" y="2105489"/>
                  </a:lnTo>
                  <a:lnTo>
                    <a:pt x="863167" y="2046379"/>
                  </a:lnTo>
                  <a:close/>
                  <a:moveTo>
                    <a:pt x="913577" y="2105489"/>
                  </a:moveTo>
                  <a:lnTo>
                    <a:pt x="821093" y="2048308"/>
                  </a:lnTo>
                  <a:lnTo>
                    <a:pt x="863167" y="2046379"/>
                  </a:lnTo>
                  <a:close/>
                  <a:moveTo>
                    <a:pt x="819897" y="1958855"/>
                  </a:moveTo>
                  <a:lnTo>
                    <a:pt x="863167" y="2046379"/>
                  </a:lnTo>
                  <a:lnTo>
                    <a:pt x="819707" y="1966093"/>
                  </a:lnTo>
                  <a:close/>
                  <a:moveTo>
                    <a:pt x="819707" y="1966093"/>
                  </a:moveTo>
                  <a:lnTo>
                    <a:pt x="863167" y="2046379"/>
                  </a:lnTo>
                  <a:lnTo>
                    <a:pt x="821093" y="2048308"/>
                  </a:lnTo>
                  <a:close/>
                  <a:moveTo>
                    <a:pt x="819897" y="1958855"/>
                  </a:moveTo>
                  <a:lnTo>
                    <a:pt x="819707" y="1966093"/>
                  </a:lnTo>
                  <a:lnTo>
                    <a:pt x="788708" y="1946229"/>
                  </a:lnTo>
                  <a:close/>
                  <a:moveTo>
                    <a:pt x="895432" y="1962607"/>
                  </a:moveTo>
                  <a:lnTo>
                    <a:pt x="867365" y="2048308"/>
                  </a:lnTo>
                  <a:lnTo>
                    <a:pt x="863167" y="2046379"/>
                  </a:lnTo>
                  <a:close/>
                  <a:moveTo>
                    <a:pt x="788708" y="1946229"/>
                  </a:moveTo>
                  <a:lnTo>
                    <a:pt x="819707" y="1966093"/>
                  </a:lnTo>
                  <a:lnTo>
                    <a:pt x="743366" y="1887919"/>
                  </a:lnTo>
                  <a:close/>
                  <a:moveTo>
                    <a:pt x="740325" y="1883878"/>
                  </a:moveTo>
                  <a:lnTo>
                    <a:pt x="788708" y="1946229"/>
                  </a:lnTo>
                  <a:lnTo>
                    <a:pt x="743366" y="1887919"/>
                  </a:lnTo>
                  <a:close/>
                  <a:moveTo>
                    <a:pt x="695237" y="1861535"/>
                  </a:moveTo>
                  <a:lnTo>
                    <a:pt x="652140" y="1825498"/>
                  </a:lnTo>
                  <a:lnTo>
                    <a:pt x="611564" y="1768875"/>
                  </a:lnTo>
                  <a:close/>
                  <a:moveTo>
                    <a:pt x="695237" y="1861535"/>
                  </a:moveTo>
                  <a:lnTo>
                    <a:pt x="740325" y="1883878"/>
                  </a:lnTo>
                  <a:lnTo>
                    <a:pt x="652140" y="1825498"/>
                  </a:lnTo>
                  <a:close/>
                  <a:moveTo>
                    <a:pt x="592755" y="1598796"/>
                  </a:moveTo>
                  <a:lnTo>
                    <a:pt x="607652" y="1659163"/>
                  </a:lnTo>
                  <a:lnTo>
                    <a:pt x="662611" y="1649445"/>
                  </a:lnTo>
                  <a:close/>
                  <a:moveTo>
                    <a:pt x="540071" y="1637232"/>
                  </a:moveTo>
                  <a:lnTo>
                    <a:pt x="592755" y="1598796"/>
                  </a:lnTo>
                  <a:lnTo>
                    <a:pt x="525699" y="1631412"/>
                  </a:lnTo>
                  <a:close/>
                  <a:moveTo>
                    <a:pt x="479463" y="1522001"/>
                  </a:moveTo>
                  <a:lnTo>
                    <a:pt x="369748" y="1605652"/>
                  </a:lnTo>
                  <a:lnTo>
                    <a:pt x="446482" y="1613892"/>
                  </a:lnTo>
                  <a:close/>
                  <a:moveTo>
                    <a:pt x="446482" y="1613892"/>
                  </a:moveTo>
                  <a:lnTo>
                    <a:pt x="525699" y="1631412"/>
                  </a:lnTo>
                  <a:lnTo>
                    <a:pt x="557522" y="1535191"/>
                  </a:lnTo>
                  <a:close/>
                  <a:moveTo>
                    <a:pt x="449204" y="1408868"/>
                  </a:moveTo>
                  <a:lnTo>
                    <a:pt x="371523" y="1390587"/>
                  </a:lnTo>
                  <a:lnTo>
                    <a:pt x="377323" y="1437757"/>
                  </a:lnTo>
                  <a:close/>
                  <a:moveTo>
                    <a:pt x="377323" y="1437757"/>
                  </a:moveTo>
                  <a:lnTo>
                    <a:pt x="371523" y="1390587"/>
                  </a:lnTo>
                  <a:lnTo>
                    <a:pt x="349007" y="1360684"/>
                  </a:lnTo>
                  <a:close/>
                  <a:moveTo>
                    <a:pt x="306283" y="1295326"/>
                  </a:moveTo>
                  <a:lnTo>
                    <a:pt x="418069" y="1292460"/>
                  </a:lnTo>
                  <a:lnTo>
                    <a:pt x="390987" y="1269935"/>
                  </a:lnTo>
                  <a:close/>
                  <a:moveTo>
                    <a:pt x="306283" y="1295326"/>
                  </a:moveTo>
                  <a:lnTo>
                    <a:pt x="296095" y="1269935"/>
                  </a:lnTo>
                  <a:lnTo>
                    <a:pt x="311397" y="1352150"/>
                  </a:lnTo>
                  <a:close/>
                  <a:moveTo>
                    <a:pt x="306283" y="1295326"/>
                  </a:moveTo>
                  <a:lnTo>
                    <a:pt x="390987" y="1269935"/>
                  </a:lnTo>
                  <a:lnTo>
                    <a:pt x="327038" y="1230764"/>
                  </a:lnTo>
                  <a:close/>
                  <a:moveTo>
                    <a:pt x="327038" y="1230764"/>
                  </a:moveTo>
                  <a:lnTo>
                    <a:pt x="259355" y="1187720"/>
                  </a:lnTo>
                  <a:lnTo>
                    <a:pt x="306283" y="1295326"/>
                  </a:lnTo>
                  <a:close/>
                  <a:moveTo>
                    <a:pt x="760644" y="1642574"/>
                  </a:moveTo>
                  <a:lnTo>
                    <a:pt x="691219" y="1681011"/>
                  </a:lnTo>
                  <a:lnTo>
                    <a:pt x="759282" y="1732224"/>
                  </a:lnTo>
                  <a:close/>
                  <a:moveTo>
                    <a:pt x="869293" y="1741122"/>
                  </a:moveTo>
                  <a:lnTo>
                    <a:pt x="878988" y="1724789"/>
                  </a:lnTo>
                  <a:lnTo>
                    <a:pt x="836537" y="1742408"/>
                  </a:lnTo>
                  <a:close/>
                  <a:moveTo>
                    <a:pt x="836537" y="1742408"/>
                  </a:moveTo>
                  <a:lnTo>
                    <a:pt x="878988" y="1724789"/>
                  </a:lnTo>
                  <a:lnTo>
                    <a:pt x="803620" y="1682794"/>
                  </a:lnTo>
                  <a:close/>
                  <a:moveTo>
                    <a:pt x="754706" y="1499913"/>
                  </a:moveTo>
                  <a:lnTo>
                    <a:pt x="632362" y="1516580"/>
                  </a:lnTo>
                  <a:lnTo>
                    <a:pt x="670607" y="1581282"/>
                  </a:lnTo>
                  <a:close/>
                  <a:moveTo>
                    <a:pt x="670607" y="1581282"/>
                  </a:moveTo>
                  <a:lnTo>
                    <a:pt x="632362" y="1516580"/>
                  </a:lnTo>
                  <a:lnTo>
                    <a:pt x="635098" y="1510058"/>
                  </a:lnTo>
                  <a:close/>
                  <a:moveTo>
                    <a:pt x="564886" y="1506547"/>
                  </a:moveTo>
                  <a:lnTo>
                    <a:pt x="635098" y="1510058"/>
                  </a:lnTo>
                  <a:lnTo>
                    <a:pt x="625154" y="1509398"/>
                  </a:lnTo>
                  <a:close/>
                  <a:moveTo>
                    <a:pt x="548946" y="1503126"/>
                  </a:moveTo>
                  <a:lnTo>
                    <a:pt x="564886" y="1506547"/>
                  </a:lnTo>
                  <a:lnTo>
                    <a:pt x="625154" y="1509398"/>
                  </a:lnTo>
                  <a:close/>
                  <a:moveTo>
                    <a:pt x="390987" y="1269935"/>
                  </a:moveTo>
                  <a:lnTo>
                    <a:pt x="418069" y="1292460"/>
                  </a:lnTo>
                  <a:lnTo>
                    <a:pt x="425309" y="1313714"/>
                  </a:lnTo>
                  <a:close/>
                  <a:moveTo>
                    <a:pt x="444311" y="1231499"/>
                  </a:moveTo>
                  <a:lnTo>
                    <a:pt x="456465" y="1220813"/>
                  </a:lnTo>
                  <a:lnTo>
                    <a:pt x="390987" y="1269935"/>
                  </a:lnTo>
                  <a:close/>
                  <a:moveTo>
                    <a:pt x="498689" y="1315223"/>
                  </a:moveTo>
                  <a:lnTo>
                    <a:pt x="453116" y="1336638"/>
                  </a:lnTo>
                  <a:lnTo>
                    <a:pt x="418069" y="1292460"/>
                  </a:lnTo>
                  <a:close/>
                  <a:moveTo>
                    <a:pt x="338492" y="1169049"/>
                  </a:moveTo>
                  <a:lnTo>
                    <a:pt x="416401" y="1166302"/>
                  </a:lnTo>
                  <a:lnTo>
                    <a:pt x="393620" y="1084730"/>
                  </a:lnTo>
                  <a:close/>
                  <a:moveTo>
                    <a:pt x="793399" y="1542046"/>
                  </a:moveTo>
                  <a:lnTo>
                    <a:pt x="807407" y="1560360"/>
                  </a:lnTo>
                  <a:lnTo>
                    <a:pt x="754706" y="1499913"/>
                  </a:lnTo>
                  <a:close/>
                  <a:moveTo>
                    <a:pt x="539609" y="1126729"/>
                  </a:moveTo>
                  <a:lnTo>
                    <a:pt x="571998" y="1149283"/>
                  </a:lnTo>
                  <a:lnTo>
                    <a:pt x="566999" y="1204552"/>
                  </a:lnTo>
                  <a:close/>
                  <a:moveTo>
                    <a:pt x="446173" y="946417"/>
                  </a:moveTo>
                  <a:lnTo>
                    <a:pt x="433979" y="984854"/>
                  </a:lnTo>
                  <a:lnTo>
                    <a:pt x="474559" y="1028632"/>
                  </a:lnTo>
                  <a:close/>
                  <a:moveTo>
                    <a:pt x="1220517" y="1850783"/>
                  </a:moveTo>
                  <a:lnTo>
                    <a:pt x="1281121" y="1932998"/>
                  </a:lnTo>
                  <a:lnTo>
                    <a:pt x="1311836" y="1923987"/>
                  </a:lnTo>
                  <a:close/>
                  <a:moveTo>
                    <a:pt x="1311836" y="1923987"/>
                  </a:moveTo>
                  <a:lnTo>
                    <a:pt x="1310205" y="1932998"/>
                  </a:lnTo>
                  <a:lnTo>
                    <a:pt x="1320863" y="1816557"/>
                  </a:lnTo>
                  <a:close/>
                  <a:moveTo>
                    <a:pt x="893932" y="1420815"/>
                  </a:moveTo>
                  <a:lnTo>
                    <a:pt x="807258" y="1481190"/>
                  </a:lnTo>
                  <a:lnTo>
                    <a:pt x="881414" y="1479793"/>
                  </a:lnTo>
                  <a:close/>
                  <a:moveTo>
                    <a:pt x="893932" y="1420815"/>
                  </a:moveTo>
                  <a:lnTo>
                    <a:pt x="814949" y="1424435"/>
                  </a:lnTo>
                  <a:lnTo>
                    <a:pt x="807258" y="1481190"/>
                  </a:lnTo>
                  <a:close/>
                  <a:moveTo>
                    <a:pt x="842206" y="1319056"/>
                  </a:moveTo>
                  <a:lnTo>
                    <a:pt x="823359" y="1326189"/>
                  </a:lnTo>
                  <a:lnTo>
                    <a:pt x="887410" y="1326024"/>
                  </a:lnTo>
                  <a:close/>
                  <a:moveTo>
                    <a:pt x="887410" y="1326024"/>
                  </a:moveTo>
                  <a:lnTo>
                    <a:pt x="823359" y="1326189"/>
                  </a:lnTo>
                  <a:lnTo>
                    <a:pt x="814949" y="1424435"/>
                  </a:lnTo>
                  <a:close/>
                  <a:moveTo>
                    <a:pt x="893932" y="1420815"/>
                  </a:moveTo>
                  <a:lnTo>
                    <a:pt x="933164" y="1349419"/>
                  </a:lnTo>
                  <a:lnTo>
                    <a:pt x="887410" y="1326024"/>
                  </a:lnTo>
                  <a:close/>
                  <a:moveTo>
                    <a:pt x="474559" y="1028632"/>
                  </a:moveTo>
                  <a:lnTo>
                    <a:pt x="536796" y="1110847"/>
                  </a:lnTo>
                  <a:lnTo>
                    <a:pt x="599825" y="1047747"/>
                  </a:lnTo>
                  <a:close/>
                  <a:moveTo>
                    <a:pt x="599825" y="1047747"/>
                  </a:moveTo>
                  <a:lnTo>
                    <a:pt x="536796" y="1110847"/>
                  </a:lnTo>
                  <a:lnTo>
                    <a:pt x="577658" y="1095795"/>
                  </a:lnTo>
                  <a:close/>
                  <a:moveTo>
                    <a:pt x="479622" y="1014812"/>
                  </a:moveTo>
                  <a:lnTo>
                    <a:pt x="474559" y="1028632"/>
                  </a:lnTo>
                  <a:lnTo>
                    <a:pt x="599825" y="1047747"/>
                  </a:lnTo>
                  <a:close/>
                  <a:moveTo>
                    <a:pt x="985531" y="1206754"/>
                  </a:moveTo>
                  <a:lnTo>
                    <a:pt x="962928" y="1290700"/>
                  </a:lnTo>
                  <a:lnTo>
                    <a:pt x="1031161" y="1198405"/>
                  </a:lnTo>
                  <a:close/>
                  <a:moveTo>
                    <a:pt x="985531" y="1206754"/>
                  </a:moveTo>
                  <a:lnTo>
                    <a:pt x="868735" y="1154626"/>
                  </a:lnTo>
                  <a:lnTo>
                    <a:pt x="903332" y="1131337"/>
                  </a:lnTo>
                  <a:close/>
                  <a:moveTo>
                    <a:pt x="1300138" y="1406614"/>
                  </a:moveTo>
                  <a:lnTo>
                    <a:pt x="1270627" y="1445050"/>
                  </a:lnTo>
                  <a:lnTo>
                    <a:pt x="1290180" y="1463064"/>
                  </a:lnTo>
                  <a:close/>
                  <a:moveTo>
                    <a:pt x="1270627" y="1445050"/>
                  </a:moveTo>
                  <a:lnTo>
                    <a:pt x="1300138" y="1406614"/>
                  </a:lnTo>
                  <a:lnTo>
                    <a:pt x="1198426" y="1398670"/>
                  </a:lnTo>
                  <a:close/>
                  <a:moveTo>
                    <a:pt x="1300138" y="1406614"/>
                  </a:moveTo>
                  <a:lnTo>
                    <a:pt x="1247336" y="1366335"/>
                  </a:lnTo>
                  <a:lnTo>
                    <a:pt x="1198426" y="1398670"/>
                  </a:lnTo>
                  <a:close/>
                  <a:moveTo>
                    <a:pt x="1077628" y="1225681"/>
                  </a:moveTo>
                  <a:lnTo>
                    <a:pt x="1136247" y="1280620"/>
                  </a:lnTo>
                  <a:lnTo>
                    <a:pt x="1134037" y="1246706"/>
                  </a:lnTo>
                  <a:close/>
                  <a:moveTo>
                    <a:pt x="986417" y="1105942"/>
                  </a:moveTo>
                  <a:lnTo>
                    <a:pt x="1042174" y="1156585"/>
                  </a:lnTo>
                  <a:lnTo>
                    <a:pt x="948289" y="1077753"/>
                  </a:lnTo>
                  <a:close/>
                  <a:moveTo>
                    <a:pt x="1045654" y="1159968"/>
                  </a:moveTo>
                  <a:lnTo>
                    <a:pt x="1031161" y="1198405"/>
                  </a:lnTo>
                  <a:lnTo>
                    <a:pt x="1133486" y="1242183"/>
                  </a:lnTo>
                  <a:close/>
                  <a:moveTo>
                    <a:pt x="1045654" y="1159968"/>
                  </a:moveTo>
                  <a:lnTo>
                    <a:pt x="1059537" y="1158044"/>
                  </a:lnTo>
                  <a:lnTo>
                    <a:pt x="1031161" y="1198405"/>
                  </a:lnTo>
                  <a:close/>
                  <a:moveTo>
                    <a:pt x="1045654" y="1159968"/>
                  </a:moveTo>
                  <a:lnTo>
                    <a:pt x="1042174" y="1156585"/>
                  </a:lnTo>
                  <a:lnTo>
                    <a:pt x="986417" y="1105942"/>
                  </a:lnTo>
                  <a:close/>
                  <a:moveTo>
                    <a:pt x="1482974" y="1653259"/>
                  </a:moveTo>
                  <a:lnTo>
                    <a:pt x="1564710" y="1716971"/>
                  </a:lnTo>
                  <a:lnTo>
                    <a:pt x="1554366" y="1614822"/>
                  </a:lnTo>
                  <a:close/>
                  <a:moveTo>
                    <a:pt x="1297734" y="1203747"/>
                  </a:moveTo>
                  <a:lnTo>
                    <a:pt x="1278062" y="1266011"/>
                  </a:lnTo>
                  <a:lnTo>
                    <a:pt x="1317718" y="1218560"/>
                  </a:lnTo>
                  <a:close/>
                  <a:moveTo>
                    <a:pt x="1317718" y="1218560"/>
                  </a:moveTo>
                  <a:lnTo>
                    <a:pt x="1278062" y="1266011"/>
                  </a:lnTo>
                  <a:lnTo>
                    <a:pt x="1276301" y="1291731"/>
                  </a:lnTo>
                  <a:close/>
                  <a:moveTo>
                    <a:pt x="1343272" y="1297877"/>
                  </a:moveTo>
                  <a:lnTo>
                    <a:pt x="1337916" y="1242183"/>
                  </a:lnTo>
                  <a:lnTo>
                    <a:pt x="1317718" y="1218560"/>
                  </a:lnTo>
                  <a:close/>
                  <a:moveTo>
                    <a:pt x="1208448" y="1203747"/>
                  </a:moveTo>
                  <a:lnTo>
                    <a:pt x="1245852" y="1145585"/>
                  </a:lnTo>
                  <a:lnTo>
                    <a:pt x="1231752" y="1127765"/>
                  </a:lnTo>
                  <a:close/>
                  <a:moveTo>
                    <a:pt x="1245852" y="1145585"/>
                  </a:moveTo>
                  <a:lnTo>
                    <a:pt x="1297734" y="1203747"/>
                  </a:lnTo>
                  <a:lnTo>
                    <a:pt x="1231752" y="1127765"/>
                  </a:lnTo>
                  <a:close/>
                  <a:moveTo>
                    <a:pt x="892512" y="721324"/>
                  </a:moveTo>
                  <a:lnTo>
                    <a:pt x="800946" y="635081"/>
                  </a:lnTo>
                  <a:lnTo>
                    <a:pt x="792168" y="742310"/>
                  </a:lnTo>
                  <a:close/>
                  <a:moveTo>
                    <a:pt x="896418" y="675081"/>
                  </a:moveTo>
                  <a:lnTo>
                    <a:pt x="892512" y="721324"/>
                  </a:lnTo>
                  <a:lnTo>
                    <a:pt x="922652" y="628241"/>
                  </a:lnTo>
                  <a:close/>
                  <a:moveTo>
                    <a:pt x="1278491" y="1189859"/>
                  </a:moveTo>
                  <a:lnTo>
                    <a:pt x="1297734" y="1203747"/>
                  </a:lnTo>
                  <a:lnTo>
                    <a:pt x="1245852" y="1145585"/>
                  </a:lnTo>
                  <a:close/>
                  <a:moveTo>
                    <a:pt x="1319996" y="928935"/>
                  </a:moveTo>
                  <a:lnTo>
                    <a:pt x="1273563" y="918665"/>
                  </a:lnTo>
                  <a:lnTo>
                    <a:pt x="1196644" y="961603"/>
                  </a:lnTo>
                  <a:close/>
                  <a:moveTo>
                    <a:pt x="1240168" y="909131"/>
                  </a:moveTo>
                  <a:lnTo>
                    <a:pt x="1174425" y="874094"/>
                  </a:lnTo>
                  <a:lnTo>
                    <a:pt x="1273563" y="918665"/>
                  </a:lnTo>
                  <a:close/>
                  <a:moveTo>
                    <a:pt x="1673621" y="1211086"/>
                  </a:moveTo>
                  <a:lnTo>
                    <a:pt x="1643694" y="1303217"/>
                  </a:lnTo>
                  <a:lnTo>
                    <a:pt x="1767600" y="1272619"/>
                  </a:lnTo>
                  <a:close/>
                  <a:moveTo>
                    <a:pt x="1273563" y="918665"/>
                  </a:moveTo>
                  <a:lnTo>
                    <a:pt x="1319996" y="928935"/>
                  </a:lnTo>
                  <a:lnTo>
                    <a:pt x="1324155" y="913051"/>
                  </a:lnTo>
                  <a:close/>
                  <a:moveTo>
                    <a:pt x="1324155" y="913051"/>
                  </a:moveTo>
                  <a:lnTo>
                    <a:pt x="1319996" y="928935"/>
                  </a:lnTo>
                  <a:lnTo>
                    <a:pt x="1346233" y="918665"/>
                  </a:lnTo>
                  <a:close/>
                  <a:moveTo>
                    <a:pt x="1301915" y="715798"/>
                  </a:moveTo>
                  <a:lnTo>
                    <a:pt x="1307738" y="726213"/>
                  </a:lnTo>
                  <a:lnTo>
                    <a:pt x="1176970" y="672844"/>
                  </a:lnTo>
                  <a:close/>
                  <a:moveTo>
                    <a:pt x="1720628" y="1272963"/>
                  </a:moveTo>
                  <a:lnTo>
                    <a:pt x="1767260" y="1291304"/>
                  </a:lnTo>
                  <a:lnTo>
                    <a:pt x="1677421" y="1214110"/>
                  </a:lnTo>
                  <a:close/>
                  <a:moveTo>
                    <a:pt x="1690889" y="1209089"/>
                  </a:moveTo>
                  <a:lnTo>
                    <a:pt x="1767600" y="1272619"/>
                  </a:lnTo>
                  <a:lnTo>
                    <a:pt x="1764909" y="1197463"/>
                  </a:lnTo>
                  <a:close/>
                  <a:moveTo>
                    <a:pt x="1764938" y="1097347"/>
                  </a:moveTo>
                  <a:lnTo>
                    <a:pt x="1687643" y="1099594"/>
                  </a:lnTo>
                  <a:lnTo>
                    <a:pt x="1764909" y="1197463"/>
                  </a:lnTo>
                  <a:close/>
                  <a:moveTo>
                    <a:pt x="1687643" y="1099594"/>
                  </a:moveTo>
                  <a:lnTo>
                    <a:pt x="1764938" y="1097347"/>
                  </a:lnTo>
                  <a:lnTo>
                    <a:pt x="1658364" y="1023305"/>
                  </a:lnTo>
                  <a:close/>
                  <a:moveTo>
                    <a:pt x="1567919" y="1036244"/>
                  </a:moveTo>
                  <a:lnTo>
                    <a:pt x="1658364" y="1023305"/>
                  </a:lnTo>
                  <a:lnTo>
                    <a:pt x="1640200" y="937980"/>
                  </a:lnTo>
                  <a:close/>
                  <a:moveTo>
                    <a:pt x="1606284" y="841792"/>
                  </a:moveTo>
                  <a:lnTo>
                    <a:pt x="1573146" y="887700"/>
                  </a:lnTo>
                  <a:lnTo>
                    <a:pt x="1615004" y="858372"/>
                  </a:lnTo>
                  <a:close/>
                  <a:moveTo>
                    <a:pt x="2032296" y="1296646"/>
                  </a:moveTo>
                  <a:lnTo>
                    <a:pt x="1911288" y="1239144"/>
                  </a:lnTo>
                  <a:lnTo>
                    <a:pt x="1914589" y="1252868"/>
                  </a:lnTo>
                  <a:close/>
                  <a:moveTo>
                    <a:pt x="1855991" y="1170653"/>
                  </a:moveTo>
                  <a:lnTo>
                    <a:pt x="1911288" y="1239144"/>
                  </a:lnTo>
                  <a:lnTo>
                    <a:pt x="1820530" y="1152243"/>
                  </a:lnTo>
                  <a:close/>
                  <a:moveTo>
                    <a:pt x="1782413" y="1083140"/>
                  </a:moveTo>
                  <a:lnTo>
                    <a:pt x="1820530" y="1152243"/>
                  </a:lnTo>
                  <a:lnTo>
                    <a:pt x="1728492" y="1066384"/>
                  </a:lnTo>
                  <a:close/>
                  <a:moveTo>
                    <a:pt x="2220066" y="1269981"/>
                  </a:moveTo>
                  <a:lnTo>
                    <a:pt x="2243217" y="1290631"/>
                  </a:lnTo>
                  <a:lnTo>
                    <a:pt x="2265102" y="1378861"/>
                  </a:lnTo>
                  <a:close/>
                  <a:moveTo>
                    <a:pt x="2058160" y="1180330"/>
                  </a:moveTo>
                  <a:lnTo>
                    <a:pt x="2123564" y="1187752"/>
                  </a:lnTo>
                  <a:lnTo>
                    <a:pt x="2030045" y="1103095"/>
                  </a:lnTo>
                  <a:close/>
                  <a:moveTo>
                    <a:pt x="1726975" y="721140"/>
                  </a:moveTo>
                  <a:lnTo>
                    <a:pt x="1739847" y="738449"/>
                  </a:lnTo>
                  <a:lnTo>
                    <a:pt x="1728337" y="682704"/>
                  </a:lnTo>
                  <a:close/>
                  <a:moveTo>
                    <a:pt x="1322375" y="77019"/>
                  </a:moveTo>
                  <a:lnTo>
                    <a:pt x="1242567" y="57288"/>
                  </a:lnTo>
                  <a:lnTo>
                    <a:pt x="1270513" y="98320"/>
                  </a:lnTo>
                  <a:close/>
                  <a:moveTo>
                    <a:pt x="2248336" y="1094569"/>
                  </a:moveTo>
                  <a:lnTo>
                    <a:pt x="2194911" y="1090247"/>
                  </a:lnTo>
                  <a:lnTo>
                    <a:pt x="2286151" y="1172499"/>
                  </a:lnTo>
                  <a:close/>
                  <a:moveTo>
                    <a:pt x="2327186" y="1110722"/>
                  </a:moveTo>
                  <a:lnTo>
                    <a:pt x="2248336" y="1094569"/>
                  </a:lnTo>
                  <a:lnTo>
                    <a:pt x="2286151" y="1172499"/>
                  </a:lnTo>
                  <a:close/>
                  <a:moveTo>
                    <a:pt x="2175193" y="1036303"/>
                  </a:moveTo>
                  <a:lnTo>
                    <a:pt x="2194911" y="1090247"/>
                  </a:lnTo>
                  <a:lnTo>
                    <a:pt x="2155731" y="1061508"/>
                  </a:lnTo>
                  <a:close/>
                  <a:moveTo>
                    <a:pt x="1796259" y="571423"/>
                  </a:moveTo>
                  <a:lnTo>
                    <a:pt x="1800641" y="600489"/>
                  </a:lnTo>
                  <a:lnTo>
                    <a:pt x="1829346" y="505023"/>
                  </a:lnTo>
                  <a:close/>
                  <a:moveTo>
                    <a:pt x="1777199" y="486826"/>
                  </a:moveTo>
                  <a:lnTo>
                    <a:pt x="1776651" y="445649"/>
                  </a:lnTo>
                  <a:lnTo>
                    <a:pt x="1691453" y="405767"/>
                  </a:lnTo>
                  <a:close/>
                  <a:moveTo>
                    <a:pt x="1776651" y="445649"/>
                  </a:moveTo>
                  <a:lnTo>
                    <a:pt x="1777199" y="486826"/>
                  </a:lnTo>
                  <a:lnTo>
                    <a:pt x="1779486" y="397622"/>
                  </a:lnTo>
                  <a:close/>
                  <a:moveTo>
                    <a:pt x="1339187" y="0"/>
                  </a:moveTo>
                  <a:lnTo>
                    <a:pt x="1322375" y="77019"/>
                  </a:lnTo>
                  <a:lnTo>
                    <a:pt x="1409843" y="103242"/>
                  </a:lnTo>
                  <a:close/>
                  <a:moveTo>
                    <a:pt x="2248336" y="1094569"/>
                  </a:moveTo>
                  <a:lnTo>
                    <a:pt x="2327186" y="1110722"/>
                  </a:lnTo>
                  <a:lnTo>
                    <a:pt x="2320558" y="1016907"/>
                  </a:lnTo>
                  <a:close/>
                  <a:moveTo>
                    <a:pt x="2249258" y="945972"/>
                  </a:moveTo>
                  <a:lnTo>
                    <a:pt x="2346584" y="1027531"/>
                  </a:lnTo>
                  <a:lnTo>
                    <a:pt x="2295597" y="968891"/>
                  </a:lnTo>
                  <a:close/>
                  <a:moveTo>
                    <a:pt x="2185499" y="937214"/>
                  </a:moveTo>
                  <a:lnTo>
                    <a:pt x="2249258" y="945972"/>
                  </a:lnTo>
                  <a:lnTo>
                    <a:pt x="2204586" y="930996"/>
                  </a:lnTo>
                  <a:close/>
                  <a:moveTo>
                    <a:pt x="2249258" y="945972"/>
                  </a:moveTo>
                  <a:lnTo>
                    <a:pt x="2295597" y="968891"/>
                  </a:lnTo>
                  <a:lnTo>
                    <a:pt x="2288212" y="965004"/>
                  </a:lnTo>
                  <a:close/>
                  <a:moveTo>
                    <a:pt x="1967254" y="600969"/>
                  </a:moveTo>
                  <a:lnTo>
                    <a:pt x="2092993" y="577222"/>
                  </a:lnTo>
                  <a:lnTo>
                    <a:pt x="2010245" y="546502"/>
                  </a:lnTo>
                  <a:close/>
                  <a:moveTo>
                    <a:pt x="1775733" y="387925"/>
                  </a:moveTo>
                  <a:lnTo>
                    <a:pt x="1691453" y="405767"/>
                  </a:lnTo>
                  <a:lnTo>
                    <a:pt x="1776651" y="445649"/>
                  </a:lnTo>
                  <a:close/>
                  <a:moveTo>
                    <a:pt x="1775733" y="387925"/>
                  </a:moveTo>
                  <a:lnTo>
                    <a:pt x="1690972" y="396242"/>
                  </a:lnTo>
                  <a:lnTo>
                    <a:pt x="1691453" y="405767"/>
                  </a:lnTo>
                  <a:close/>
                  <a:moveTo>
                    <a:pt x="1690972" y="396242"/>
                  </a:moveTo>
                  <a:lnTo>
                    <a:pt x="1775733" y="387925"/>
                  </a:lnTo>
                  <a:lnTo>
                    <a:pt x="1717112" y="286500"/>
                  </a:lnTo>
                  <a:close/>
                  <a:moveTo>
                    <a:pt x="1775733" y="387925"/>
                  </a:moveTo>
                  <a:lnTo>
                    <a:pt x="1795290" y="300133"/>
                  </a:lnTo>
                  <a:lnTo>
                    <a:pt x="1717112" y="286500"/>
                  </a:lnTo>
                  <a:close/>
                  <a:moveTo>
                    <a:pt x="1971443" y="523616"/>
                  </a:moveTo>
                  <a:lnTo>
                    <a:pt x="2010245" y="546502"/>
                  </a:lnTo>
                  <a:lnTo>
                    <a:pt x="2030195" y="502421"/>
                  </a:lnTo>
                  <a:close/>
                  <a:moveTo>
                    <a:pt x="1936123" y="441401"/>
                  </a:moveTo>
                  <a:lnTo>
                    <a:pt x="1940592" y="414582"/>
                  </a:lnTo>
                  <a:lnTo>
                    <a:pt x="1900664" y="346951"/>
                  </a:lnTo>
                  <a:close/>
                  <a:moveTo>
                    <a:pt x="1795290" y="300133"/>
                  </a:moveTo>
                  <a:lnTo>
                    <a:pt x="1816619" y="254593"/>
                  </a:lnTo>
                  <a:lnTo>
                    <a:pt x="1717112" y="286500"/>
                  </a:lnTo>
                  <a:close/>
                  <a:moveTo>
                    <a:pt x="1795396" y="171755"/>
                  </a:moveTo>
                  <a:lnTo>
                    <a:pt x="1816619" y="254593"/>
                  </a:lnTo>
                  <a:lnTo>
                    <a:pt x="1843096" y="193567"/>
                  </a:lnTo>
                  <a:close/>
                  <a:moveTo>
                    <a:pt x="2157131" y="79446"/>
                  </a:moveTo>
                  <a:lnTo>
                    <a:pt x="2179076" y="102198"/>
                  </a:lnTo>
                  <a:lnTo>
                    <a:pt x="2079902" y="2214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43" name="Candidate_density__2042">
              <a:extLst>
                <a:ext uri="{FF2B5EF4-FFF2-40B4-BE49-F238E27FC236}">
                  <a16:creationId xmlns:a16="http://schemas.microsoft.com/office/drawing/2014/main" id="{5848DAE5-1203-C619-0CCD-5288CB92654C}"/>
                </a:ext>
              </a:extLst>
            </p:cNvPr>
            <p:cNvSpPr>
              <a:spLocks noGrp="1"/>
            </p:cNvSpPr>
            <p:nvPr/>
          </p:nvSpPr>
          <p:spPr>
            <a:xfrm>
              <a:off x="4373986" y="2170487"/>
              <a:ext cx="2167055" cy="2946707"/>
            </a:xfrm>
            <a:custGeom>
              <a:avLst/>
              <a:gdLst/>
              <a:ahLst/>
              <a:cxnLst/>
              <a:rect l="0" t="0" r="0" b="0"/>
              <a:pathLst>
                <a:path w="2167055" h="2946707">
                  <a:moveTo>
                    <a:pt x="42885" y="2550798"/>
                  </a:moveTo>
                  <a:lnTo>
                    <a:pt x="0" y="2620619"/>
                  </a:lnTo>
                  <a:lnTo>
                    <a:pt x="29684" y="2582183"/>
                  </a:lnTo>
                  <a:close/>
                  <a:moveTo>
                    <a:pt x="42885" y="2550798"/>
                  </a:moveTo>
                  <a:lnTo>
                    <a:pt x="881" y="2608956"/>
                  </a:lnTo>
                  <a:lnTo>
                    <a:pt x="0" y="2620619"/>
                  </a:lnTo>
                  <a:close/>
                  <a:moveTo>
                    <a:pt x="881" y="2608956"/>
                  </a:moveTo>
                  <a:lnTo>
                    <a:pt x="42885" y="2550798"/>
                  </a:lnTo>
                  <a:lnTo>
                    <a:pt x="18474" y="2538404"/>
                  </a:lnTo>
                  <a:close/>
                  <a:moveTo>
                    <a:pt x="83741" y="2424898"/>
                  </a:moveTo>
                  <a:lnTo>
                    <a:pt x="18474" y="2538404"/>
                  </a:lnTo>
                  <a:lnTo>
                    <a:pt x="48570" y="2499968"/>
                  </a:lnTo>
                  <a:close/>
                  <a:moveTo>
                    <a:pt x="138745" y="2415344"/>
                  </a:moveTo>
                  <a:lnTo>
                    <a:pt x="169620" y="2379316"/>
                  </a:lnTo>
                  <a:lnTo>
                    <a:pt x="129938" y="2417752"/>
                  </a:lnTo>
                  <a:close/>
                  <a:moveTo>
                    <a:pt x="387246" y="2590916"/>
                  </a:moveTo>
                  <a:lnTo>
                    <a:pt x="418212" y="2587525"/>
                  </a:lnTo>
                  <a:lnTo>
                    <a:pt x="459128" y="2562027"/>
                  </a:lnTo>
                  <a:close/>
                  <a:moveTo>
                    <a:pt x="316207" y="2448485"/>
                  </a:moveTo>
                  <a:lnTo>
                    <a:pt x="269278" y="2340879"/>
                  </a:lnTo>
                  <a:lnTo>
                    <a:pt x="234012" y="2354623"/>
                  </a:lnTo>
                  <a:close/>
                  <a:moveTo>
                    <a:pt x="234012" y="2354623"/>
                  </a:moveTo>
                  <a:lnTo>
                    <a:pt x="257735" y="2366368"/>
                  </a:lnTo>
                  <a:lnTo>
                    <a:pt x="316207" y="2448485"/>
                  </a:lnTo>
                  <a:close/>
                  <a:moveTo>
                    <a:pt x="680531" y="2734441"/>
                  </a:moveTo>
                  <a:lnTo>
                    <a:pt x="672534" y="2802604"/>
                  </a:lnTo>
                  <a:lnTo>
                    <a:pt x="751280" y="2713519"/>
                  </a:lnTo>
                  <a:close/>
                  <a:moveTo>
                    <a:pt x="751280" y="2713519"/>
                  </a:moveTo>
                  <a:lnTo>
                    <a:pt x="701142" y="2834170"/>
                  </a:lnTo>
                  <a:lnTo>
                    <a:pt x="770568" y="2795734"/>
                  </a:lnTo>
                  <a:close/>
                  <a:moveTo>
                    <a:pt x="602679" y="2751955"/>
                  </a:moveTo>
                  <a:lnTo>
                    <a:pt x="672534" y="2802604"/>
                  </a:lnTo>
                  <a:lnTo>
                    <a:pt x="680531" y="2734441"/>
                  </a:lnTo>
                  <a:close/>
                  <a:moveTo>
                    <a:pt x="574809" y="2659706"/>
                  </a:moveTo>
                  <a:lnTo>
                    <a:pt x="567445" y="2688350"/>
                  </a:lnTo>
                  <a:lnTo>
                    <a:pt x="680531" y="2734441"/>
                  </a:lnTo>
                  <a:close/>
                  <a:moveTo>
                    <a:pt x="680531" y="2734441"/>
                  </a:moveTo>
                  <a:lnTo>
                    <a:pt x="751280" y="2713519"/>
                  </a:lnTo>
                  <a:lnTo>
                    <a:pt x="764630" y="2653072"/>
                  </a:lnTo>
                  <a:close/>
                  <a:moveTo>
                    <a:pt x="418212" y="2587525"/>
                  </a:moveTo>
                  <a:lnTo>
                    <a:pt x="491188" y="2667096"/>
                  </a:lnTo>
                  <a:lnTo>
                    <a:pt x="482609" y="2573979"/>
                  </a:lnTo>
                  <a:close/>
                  <a:moveTo>
                    <a:pt x="491188" y="2667096"/>
                  </a:moveTo>
                  <a:lnTo>
                    <a:pt x="574809" y="2659706"/>
                  </a:lnTo>
                  <a:lnTo>
                    <a:pt x="482609" y="2573979"/>
                  </a:lnTo>
                  <a:close/>
                  <a:moveTo>
                    <a:pt x="418212" y="2587525"/>
                  </a:moveTo>
                  <a:lnTo>
                    <a:pt x="482609" y="2573979"/>
                  </a:lnTo>
                  <a:lnTo>
                    <a:pt x="459128" y="2562027"/>
                  </a:lnTo>
                  <a:close/>
                  <a:moveTo>
                    <a:pt x="269278" y="2340879"/>
                  </a:moveTo>
                  <a:lnTo>
                    <a:pt x="336961" y="2383923"/>
                  </a:lnTo>
                  <a:lnTo>
                    <a:pt x="348415" y="2322208"/>
                  </a:lnTo>
                  <a:close/>
                  <a:moveTo>
                    <a:pt x="243775" y="2258664"/>
                  </a:moveTo>
                  <a:lnTo>
                    <a:pt x="348415" y="2322208"/>
                  </a:lnTo>
                  <a:lnTo>
                    <a:pt x="341613" y="2227646"/>
                  </a:lnTo>
                  <a:close/>
                  <a:moveTo>
                    <a:pt x="1012795" y="2846276"/>
                  </a:moveTo>
                  <a:lnTo>
                    <a:pt x="992227" y="2946707"/>
                  </a:lnTo>
                  <a:lnTo>
                    <a:pt x="1101377" y="2934945"/>
                  </a:lnTo>
                  <a:close/>
                  <a:moveTo>
                    <a:pt x="1094231" y="2840662"/>
                  </a:moveTo>
                  <a:lnTo>
                    <a:pt x="1012795" y="2846276"/>
                  </a:lnTo>
                  <a:lnTo>
                    <a:pt x="1101377" y="2934945"/>
                  </a:lnTo>
                  <a:close/>
                  <a:moveTo>
                    <a:pt x="820757" y="2781124"/>
                  </a:moveTo>
                  <a:lnTo>
                    <a:pt x="813544" y="2835953"/>
                  </a:lnTo>
                  <a:lnTo>
                    <a:pt x="904455" y="2873763"/>
                  </a:lnTo>
                  <a:close/>
                  <a:moveTo>
                    <a:pt x="900115" y="2777199"/>
                  </a:moveTo>
                  <a:lnTo>
                    <a:pt x="820757" y="2781124"/>
                  </a:lnTo>
                  <a:lnTo>
                    <a:pt x="904455" y="2873763"/>
                  </a:lnTo>
                  <a:close/>
                  <a:moveTo>
                    <a:pt x="1012795" y="2846276"/>
                  </a:moveTo>
                  <a:lnTo>
                    <a:pt x="904455" y="2873763"/>
                  </a:lnTo>
                  <a:lnTo>
                    <a:pt x="901238" y="2885170"/>
                  </a:lnTo>
                  <a:close/>
                  <a:moveTo>
                    <a:pt x="904455" y="2873763"/>
                  </a:moveTo>
                  <a:lnTo>
                    <a:pt x="1012795" y="2846276"/>
                  </a:lnTo>
                  <a:lnTo>
                    <a:pt x="977464" y="2774908"/>
                  </a:lnTo>
                  <a:close/>
                  <a:moveTo>
                    <a:pt x="904455" y="2873763"/>
                  </a:moveTo>
                  <a:lnTo>
                    <a:pt x="977464" y="2774908"/>
                  </a:lnTo>
                  <a:lnTo>
                    <a:pt x="900115" y="2777199"/>
                  </a:lnTo>
                  <a:close/>
                  <a:moveTo>
                    <a:pt x="770568" y="2795734"/>
                  </a:moveTo>
                  <a:lnTo>
                    <a:pt x="813544" y="2835953"/>
                  </a:lnTo>
                  <a:lnTo>
                    <a:pt x="820757" y="2781124"/>
                  </a:lnTo>
                  <a:close/>
                  <a:moveTo>
                    <a:pt x="751280" y="2713519"/>
                  </a:moveTo>
                  <a:lnTo>
                    <a:pt x="820757" y="2781124"/>
                  </a:lnTo>
                  <a:lnTo>
                    <a:pt x="803323" y="2695205"/>
                  </a:lnTo>
                  <a:close/>
                  <a:moveTo>
                    <a:pt x="820757" y="2781124"/>
                  </a:moveTo>
                  <a:lnTo>
                    <a:pt x="900115" y="2777199"/>
                  </a:lnTo>
                  <a:lnTo>
                    <a:pt x="803323" y="2695205"/>
                  </a:lnTo>
                  <a:close/>
                  <a:moveTo>
                    <a:pt x="456097" y="2099577"/>
                  </a:moveTo>
                  <a:lnTo>
                    <a:pt x="484482" y="2181792"/>
                  </a:lnTo>
                  <a:lnTo>
                    <a:pt x="489688" y="2067763"/>
                  </a:lnTo>
                  <a:close/>
                  <a:moveTo>
                    <a:pt x="507437" y="2013834"/>
                  </a:moveTo>
                  <a:lnTo>
                    <a:pt x="503696" y="2019597"/>
                  </a:lnTo>
                  <a:lnTo>
                    <a:pt x="496709" y="2056933"/>
                  </a:lnTo>
                  <a:close/>
                  <a:moveTo>
                    <a:pt x="496709" y="2056933"/>
                  </a:moveTo>
                  <a:lnTo>
                    <a:pt x="503696" y="2019597"/>
                  </a:lnTo>
                  <a:lnTo>
                    <a:pt x="489688" y="2067763"/>
                  </a:lnTo>
                  <a:close/>
                  <a:moveTo>
                    <a:pt x="489688" y="2067763"/>
                  </a:moveTo>
                  <a:lnTo>
                    <a:pt x="503696" y="2019597"/>
                  </a:lnTo>
                  <a:lnTo>
                    <a:pt x="456097" y="2099577"/>
                  </a:lnTo>
                  <a:close/>
                  <a:moveTo>
                    <a:pt x="1380862" y="2762639"/>
                  </a:moveTo>
                  <a:lnTo>
                    <a:pt x="1425591" y="2844854"/>
                  </a:lnTo>
                  <a:lnTo>
                    <a:pt x="1449361" y="2724203"/>
                  </a:lnTo>
                  <a:close/>
                  <a:moveTo>
                    <a:pt x="1353922" y="2680424"/>
                  </a:moveTo>
                  <a:lnTo>
                    <a:pt x="1380862" y="2762639"/>
                  </a:lnTo>
                  <a:lnTo>
                    <a:pt x="1449361" y="2724203"/>
                  </a:lnTo>
                  <a:close/>
                  <a:moveTo>
                    <a:pt x="1353922" y="2680424"/>
                  </a:moveTo>
                  <a:lnTo>
                    <a:pt x="1449361" y="2724203"/>
                  </a:lnTo>
                  <a:lnTo>
                    <a:pt x="1422533" y="2641988"/>
                  </a:lnTo>
                  <a:close/>
                  <a:moveTo>
                    <a:pt x="704568" y="1846360"/>
                  </a:moveTo>
                  <a:lnTo>
                    <a:pt x="650277" y="1858579"/>
                  </a:lnTo>
                  <a:lnTo>
                    <a:pt x="577526" y="1865232"/>
                  </a:lnTo>
                  <a:close/>
                  <a:moveTo>
                    <a:pt x="704568" y="1846360"/>
                  </a:moveTo>
                  <a:lnTo>
                    <a:pt x="577526" y="1865232"/>
                  </a:lnTo>
                  <a:lnTo>
                    <a:pt x="630894" y="1849563"/>
                  </a:lnTo>
                  <a:close/>
                  <a:moveTo>
                    <a:pt x="1463243" y="2622347"/>
                  </a:moveTo>
                  <a:lnTo>
                    <a:pt x="1354433" y="2604155"/>
                  </a:lnTo>
                  <a:lnTo>
                    <a:pt x="1422533" y="2641988"/>
                  </a:lnTo>
                  <a:close/>
                  <a:moveTo>
                    <a:pt x="1372729" y="2535248"/>
                  </a:moveTo>
                  <a:lnTo>
                    <a:pt x="1354433" y="2604155"/>
                  </a:lnTo>
                  <a:lnTo>
                    <a:pt x="1463243" y="2622347"/>
                  </a:lnTo>
                  <a:close/>
                  <a:moveTo>
                    <a:pt x="1500607" y="2603551"/>
                  </a:moveTo>
                  <a:lnTo>
                    <a:pt x="1549323" y="2560294"/>
                  </a:lnTo>
                  <a:lnTo>
                    <a:pt x="1463243" y="2622347"/>
                  </a:lnTo>
                  <a:close/>
                  <a:moveTo>
                    <a:pt x="1463243" y="2622347"/>
                  </a:moveTo>
                  <a:lnTo>
                    <a:pt x="1549323" y="2560294"/>
                  </a:lnTo>
                  <a:lnTo>
                    <a:pt x="1510913" y="2544091"/>
                  </a:lnTo>
                  <a:close/>
                  <a:moveTo>
                    <a:pt x="1353196" y="2451036"/>
                  </a:moveTo>
                  <a:lnTo>
                    <a:pt x="1286224" y="2444891"/>
                  </a:lnTo>
                  <a:lnTo>
                    <a:pt x="1372729" y="2535248"/>
                  </a:lnTo>
                  <a:close/>
                  <a:moveTo>
                    <a:pt x="1353196" y="2451036"/>
                  </a:moveTo>
                  <a:lnTo>
                    <a:pt x="1424957" y="2439121"/>
                  </a:lnTo>
                  <a:lnTo>
                    <a:pt x="1439519" y="2428414"/>
                  </a:lnTo>
                  <a:close/>
                  <a:moveTo>
                    <a:pt x="1206567" y="2114762"/>
                  </a:moveTo>
                  <a:lnTo>
                    <a:pt x="1202700" y="2110261"/>
                  </a:lnTo>
                  <a:lnTo>
                    <a:pt x="1203525" y="2111756"/>
                  </a:lnTo>
                  <a:close/>
                  <a:moveTo>
                    <a:pt x="902435" y="1874483"/>
                  </a:moveTo>
                  <a:lnTo>
                    <a:pt x="853005" y="1781400"/>
                  </a:lnTo>
                  <a:lnTo>
                    <a:pt x="810869" y="1788241"/>
                  </a:lnTo>
                  <a:close/>
                  <a:moveTo>
                    <a:pt x="810869" y="1788241"/>
                  </a:moveTo>
                  <a:lnTo>
                    <a:pt x="878962" y="1725872"/>
                  </a:lnTo>
                  <a:lnTo>
                    <a:pt x="861786" y="1707346"/>
                  </a:lnTo>
                  <a:close/>
                  <a:moveTo>
                    <a:pt x="1424957" y="2439121"/>
                  </a:moveTo>
                  <a:lnTo>
                    <a:pt x="1450101" y="2467977"/>
                  </a:lnTo>
                  <a:lnTo>
                    <a:pt x="1450920" y="2432181"/>
                  </a:lnTo>
                  <a:close/>
                  <a:moveTo>
                    <a:pt x="1439519" y="2428414"/>
                  </a:moveTo>
                  <a:lnTo>
                    <a:pt x="1424957" y="2439121"/>
                  </a:lnTo>
                  <a:lnTo>
                    <a:pt x="1450920" y="2432181"/>
                  </a:lnTo>
                  <a:close/>
                  <a:moveTo>
                    <a:pt x="1450920" y="2432181"/>
                  </a:moveTo>
                  <a:lnTo>
                    <a:pt x="1450101" y="2467977"/>
                  </a:lnTo>
                  <a:lnTo>
                    <a:pt x="1468538" y="2439121"/>
                  </a:lnTo>
                  <a:close/>
                  <a:moveTo>
                    <a:pt x="1450920" y="2432181"/>
                  </a:moveTo>
                  <a:lnTo>
                    <a:pt x="1468538" y="2439121"/>
                  </a:lnTo>
                  <a:lnTo>
                    <a:pt x="1439519" y="2428414"/>
                  </a:lnTo>
                  <a:close/>
                  <a:moveTo>
                    <a:pt x="1202700" y="2110261"/>
                  </a:moveTo>
                  <a:lnTo>
                    <a:pt x="1206567" y="2114762"/>
                  </a:lnTo>
                  <a:lnTo>
                    <a:pt x="1210155" y="2106365"/>
                  </a:lnTo>
                  <a:close/>
                  <a:moveTo>
                    <a:pt x="878962" y="1725872"/>
                  </a:moveTo>
                  <a:lnTo>
                    <a:pt x="853005" y="1781400"/>
                  </a:lnTo>
                  <a:lnTo>
                    <a:pt x="914895" y="1764262"/>
                  </a:lnTo>
                  <a:close/>
                  <a:moveTo>
                    <a:pt x="1601251" y="2400685"/>
                  </a:moveTo>
                  <a:lnTo>
                    <a:pt x="1683544" y="2364245"/>
                  </a:lnTo>
                  <a:lnTo>
                    <a:pt x="1627752" y="2280033"/>
                  </a:lnTo>
                  <a:close/>
                  <a:moveTo>
                    <a:pt x="1570133" y="2318470"/>
                  </a:moveTo>
                  <a:lnTo>
                    <a:pt x="1601251" y="2400685"/>
                  </a:lnTo>
                  <a:lnTo>
                    <a:pt x="1627752" y="2280033"/>
                  </a:lnTo>
                  <a:close/>
                  <a:moveTo>
                    <a:pt x="1570133" y="2318470"/>
                  </a:moveTo>
                  <a:lnTo>
                    <a:pt x="1627752" y="2280033"/>
                  </a:lnTo>
                  <a:lnTo>
                    <a:pt x="1529387" y="2270555"/>
                  </a:lnTo>
                  <a:close/>
                  <a:moveTo>
                    <a:pt x="1627752" y="2280033"/>
                  </a:moveTo>
                  <a:lnTo>
                    <a:pt x="1571420" y="2212509"/>
                  </a:lnTo>
                  <a:lnTo>
                    <a:pt x="1529387" y="2270555"/>
                  </a:lnTo>
                  <a:close/>
                  <a:moveTo>
                    <a:pt x="1558064" y="2197818"/>
                  </a:moveTo>
                  <a:lnTo>
                    <a:pt x="1529387" y="2270555"/>
                  </a:lnTo>
                  <a:lnTo>
                    <a:pt x="1571420" y="2212509"/>
                  </a:lnTo>
                  <a:close/>
                  <a:moveTo>
                    <a:pt x="1880354" y="2525611"/>
                  </a:moveTo>
                  <a:lnTo>
                    <a:pt x="1873373" y="2526678"/>
                  </a:lnTo>
                  <a:lnTo>
                    <a:pt x="1948057" y="2569518"/>
                  </a:lnTo>
                  <a:close/>
                  <a:moveTo>
                    <a:pt x="1878155" y="2523365"/>
                  </a:moveTo>
                  <a:lnTo>
                    <a:pt x="1873373" y="2526678"/>
                  </a:lnTo>
                  <a:lnTo>
                    <a:pt x="1880354" y="2525611"/>
                  </a:lnTo>
                  <a:close/>
                  <a:moveTo>
                    <a:pt x="1924513" y="2406027"/>
                  </a:moveTo>
                  <a:lnTo>
                    <a:pt x="1880354" y="2525611"/>
                  </a:lnTo>
                  <a:lnTo>
                    <a:pt x="1985639" y="2488242"/>
                  </a:lnTo>
                  <a:close/>
                  <a:moveTo>
                    <a:pt x="1880354" y="2525611"/>
                  </a:moveTo>
                  <a:lnTo>
                    <a:pt x="1948057" y="2569518"/>
                  </a:lnTo>
                  <a:lnTo>
                    <a:pt x="1985639" y="2488242"/>
                  </a:lnTo>
                  <a:close/>
                  <a:moveTo>
                    <a:pt x="1774833" y="2350622"/>
                  </a:moveTo>
                  <a:lnTo>
                    <a:pt x="1684953" y="2358329"/>
                  </a:lnTo>
                  <a:lnTo>
                    <a:pt x="1700812" y="2362248"/>
                  </a:lnTo>
                  <a:close/>
                  <a:moveTo>
                    <a:pt x="1697567" y="2252753"/>
                  </a:moveTo>
                  <a:lnTo>
                    <a:pt x="1684953" y="2358329"/>
                  </a:lnTo>
                  <a:lnTo>
                    <a:pt x="1774833" y="2350622"/>
                  </a:lnTo>
                  <a:close/>
                  <a:moveTo>
                    <a:pt x="1627752" y="2280033"/>
                  </a:moveTo>
                  <a:lnTo>
                    <a:pt x="1684953" y="2358329"/>
                  </a:lnTo>
                  <a:lnTo>
                    <a:pt x="1697567" y="2252753"/>
                  </a:lnTo>
                  <a:close/>
                  <a:moveTo>
                    <a:pt x="1697567" y="2252753"/>
                  </a:moveTo>
                  <a:lnTo>
                    <a:pt x="1571420" y="2212509"/>
                  </a:lnTo>
                  <a:lnTo>
                    <a:pt x="1627752" y="2280033"/>
                  </a:lnTo>
                  <a:close/>
                  <a:moveTo>
                    <a:pt x="1577842" y="2189403"/>
                  </a:moveTo>
                  <a:lnTo>
                    <a:pt x="1571420" y="2212509"/>
                  </a:lnTo>
                  <a:lnTo>
                    <a:pt x="1697567" y="2252753"/>
                  </a:lnTo>
                  <a:close/>
                  <a:moveTo>
                    <a:pt x="1668287" y="2176465"/>
                  </a:moveTo>
                  <a:lnTo>
                    <a:pt x="1577842" y="2189403"/>
                  </a:lnTo>
                  <a:lnTo>
                    <a:pt x="1697567" y="2252753"/>
                  </a:lnTo>
                  <a:close/>
                  <a:moveTo>
                    <a:pt x="1558064" y="2197818"/>
                  </a:moveTo>
                  <a:lnTo>
                    <a:pt x="1571420" y="2212509"/>
                  </a:lnTo>
                  <a:lnTo>
                    <a:pt x="1577842" y="2189403"/>
                  </a:lnTo>
                  <a:close/>
                  <a:moveTo>
                    <a:pt x="1499391" y="2115603"/>
                  </a:moveTo>
                  <a:lnTo>
                    <a:pt x="1558064" y="2197818"/>
                  </a:lnTo>
                  <a:lnTo>
                    <a:pt x="1577842" y="2189403"/>
                  </a:lnTo>
                  <a:close/>
                  <a:moveTo>
                    <a:pt x="1450960" y="2033387"/>
                  </a:moveTo>
                  <a:lnTo>
                    <a:pt x="1499391" y="2115603"/>
                  </a:lnTo>
                  <a:lnTo>
                    <a:pt x="1547689" y="1994951"/>
                  </a:lnTo>
                  <a:close/>
                  <a:moveTo>
                    <a:pt x="1456490" y="1951172"/>
                  </a:moveTo>
                  <a:lnTo>
                    <a:pt x="1450960" y="2033387"/>
                  </a:lnTo>
                  <a:lnTo>
                    <a:pt x="1547689" y="1994951"/>
                  </a:lnTo>
                  <a:close/>
                  <a:moveTo>
                    <a:pt x="1456490" y="1951172"/>
                  </a:moveTo>
                  <a:lnTo>
                    <a:pt x="1547689" y="1994951"/>
                  </a:lnTo>
                  <a:lnTo>
                    <a:pt x="1515810" y="1912736"/>
                  </a:lnTo>
                  <a:close/>
                  <a:moveTo>
                    <a:pt x="1985639" y="2488242"/>
                  </a:moveTo>
                  <a:lnTo>
                    <a:pt x="1948057" y="2569518"/>
                  </a:lnTo>
                  <a:lnTo>
                    <a:pt x="2059328" y="2540792"/>
                  </a:lnTo>
                  <a:close/>
                  <a:moveTo>
                    <a:pt x="2042219" y="2449805"/>
                  </a:moveTo>
                  <a:lnTo>
                    <a:pt x="1985639" y="2488242"/>
                  </a:lnTo>
                  <a:lnTo>
                    <a:pt x="2059328" y="2540792"/>
                  </a:lnTo>
                  <a:close/>
                  <a:moveTo>
                    <a:pt x="1515810" y="1912736"/>
                  </a:moveTo>
                  <a:lnTo>
                    <a:pt x="1607391" y="1965195"/>
                  </a:lnTo>
                  <a:lnTo>
                    <a:pt x="1568352" y="1896842"/>
                  </a:lnTo>
                  <a:close/>
                  <a:moveTo>
                    <a:pt x="1515810" y="1912736"/>
                  </a:moveTo>
                  <a:lnTo>
                    <a:pt x="1547689" y="1994951"/>
                  </a:lnTo>
                  <a:lnTo>
                    <a:pt x="1607391" y="1965195"/>
                  </a:lnTo>
                  <a:close/>
                  <a:moveTo>
                    <a:pt x="1568352" y="1896842"/>
                  </a:moveTo>
                  <a:lnTo>
                    <a:pt x="1457545" y="1850205"/>
                  </a:lnTo>
                  <a:lnTo>
                    <a:pt x="1515810" y="1912736"/>
                  </a:lnTo>
                  <a:close/>
                  <a:moveTo>
                    <a:pt x="1461270" y="1823213"/>
                  </a:moveTo>
                  <a:lnTo>
                    <a:pt x="1457545" y="1850205"/>
                  </a:lnTo>
                  <a:lnTo>
                    <a:pt x="1568352" y="1896842"/>
                  </a:lnTo>
                  <a:close/>
                  <a:moveTo>
                    <a:pt x="1560124" y="1803439"/>
                  </a:moveTo>
                  <a:lnTo>
                    <a:pt x="1461270" y="1823213"/>
                  </a:lnTo>
                  <a:lnTo>
                    <a:pt x="1568352" y="1896842"/>
                  </a:lnTo>
                  <a:close/>
                  <a:moveTo>
                    <a:pt x="1625949" y="1910609"/>
                  </a:moveTo>
                  <a:lnTo>
                    <a:pt x="1615842" y="1792085"/>
                  </a:lnTo>
                  <a:lnTo>
                    <a:pt x="1560124" y="1803439"/>
                  </a:lnTo>
                  <a:close/>
                  <a:moveTo>
                    <a:pt x="1625949" y="1910609"/>
                  </a:moveTo>
                  <a:lnTo>
                    <a:pt x="1560124" y="1803439"/>
                  </a:lnTo>
                  <a:lnTo>
                    <a:pt x="1568352" y="1896842"/>
                  </a:lnTo>
                  <a:close/>
                  <a:moveTo>
                    <a:pt x="1430917" y="1830521"/>
                  </a:moveTo>
                  <a:lnTo>
                    <a:pt x="1457545" y="1850205"/>
                  </a:lnTo>
                  <a:lnTo>
                    <a:pt x="1461270" y="1823213"/>
                  </a:lnTo>
                  <a:close/>
                  <a:moveTo>
                    <a:pt x="1395836" y="1748306"/>
                  </a:moveTo>
                  <a:lnTo>
                    <a:pt x="1430917" y="1830521"/>
                  </a:lnTo>
                  <a:lnTo>
                    <a:pt x="1470477" y="1709870"/>
                  </a:lnTo>
                  <a:close/>
                  <a:moveTo>
                    <a:pt x="1615842" y="1792085"/>
                  </a:moveTo>
                  <a:lnTo>
                    <a:pt x="1568220" y="1709870"/>
                  </a:lnTo>
                  <a:lnTo>
                    <a:pt x="1560124" y="1803439"/>
                  </a:lnTo>
                  <a:close/>
                  <a:moveTo>
                    <a:pt x="1354434" y="1666090"/>
                  </a:moveTo>
                  <a:lnTo>
                    <a:pt x="1395836" y="1748306"/>
                  </a:lnTo>
                  <a:lnTo>
                    <a:pt x="1470477" y="1709870"/>
                  </a:lnTo>
                  <a:close/>
                  <a:moveTo>
                    <a:pt x="1354434" y="1666090"/>
                  </a:moveTo>
                  <a:lnTo>
                    <a:pt x="1470477" y="1709870"/>
                  </a:lnTo>
                  <a:lnTo>
                    <a:pt x="1428389" y="1627654"/>
                  </a:lnTo>
                  <a:close/>
                  <a:moveTo>
                    <a:pt x="1327922" y="1570753"/>
                  </a:moveTo>
                  <a:lnTo>
                    <a:pt x="1314972" y="1595805"/>
                  </a:lnTo>
                  <a:lnTo>
                    <a:pt x="1368497" y="1545439"/>
                  </a:lnTo>
                  <a:close/>
                  <a:moveTo>
                    <a:pt x="1368497" y="1545439"/>
                  </a:moveTo>
                  <a:lnTo>
                    <a:pt x="1314972" y="1595805"/>
                  </a:lnTo>
                  <a:lnTo>
                    <a:pt x="1354434" y="1666090"/>
                  </a:lnTo>
                  <a:close/>
                  <a:moveTo>
                    <a:pt x="1368497" y="1545439"/>
                  </a:moveTo>
                  <a:lnTo>
                    <a:pt x="1354434" y="1666090"/>
                  </a:lnTo>
                  <a:lnTo>
                    <a:pt x="1428389" y="1627654"/>
                  </a:lnTo>
                  <a:close/>
                  <a:moveTo>
                    <a:pt x="1305601" y="1583876"/>
                  </a:moveTo>
                  <a:lnTo>
                    <a:pt x="1314972" y="1595805"/>
                  </a:lnTo>
                  <a:lnTo>
                    <a:pt x="1327922" y="1570753"/>
                  </a:lnTo>
                  <a:close/>
                  <a:moveTo>
                    <a:pt x="1305511" y="1501661"/>
                  </a:moveTo>
                  <a:lnTo>
                    <a:pt x="1327922" y="1570753"/>
                  </a:lnTo>
                  <a:lnTo>
                    <a:pt x="1368497" y="1545439"/>
                  </a:lnTo>
                  <a:close/>
                  <a:moveTo>
                    <a:pt x="1675946" y="1769870"/>
                  </a:moveTo>
                  <a:lnTo>
                    <a:pt x="1654847" y="1815365"/>
                  </a:lnTo>
                  <a:lnTo>
                    <a:pt x="1721843" y="1753648"/>
                  </a:lnTo>
                  <a:close/>
                  <a:moveTo>
                    <a:pt x="1615842" y="1792085"/>
                  </a:moveTo>
                  <a:lnTo>
                    <a:pt x="1654847" y="1815365"/>
                  </a:lnTo>
                  <a:lnTo>
                    <a:pt x="1675946" y="1769870"/>
                  </a:lnTo>
                  <a:close/>
                  <a:moveTo>
                    <a:pt x="1650165" y="1671433"/>
                  </a:moveTo>
                  <a:lnTo>
                    <a:pt x="1675946" y="1769870"/>
                  </a:lnTo>
                  <a:lnTo>
                    <a:pt x="1687613" y="1722666"/>
                  </a:lnTo>
                  <a:close/>
                  <a:moveTo>
                    <a:pt x="1615842" y="1792085"/>
                  </a:moveTo>
                  <a:lnTo>
                    <a:pt x="1675946" y="1769870"/>
                  </a:lnTo>
                  <a:lnTo>
                    <a:pt x="1650165" y="1671433"/>
                  </a:lnTo>
                  <a:close/>
                  <a:moveTo>
                    <a:pt x="1568220" y="1709870"/>
                  </a:moveTo>
                  <a:lnTo>
                    <a:pt x="1615842" y="1792085"/>
                  </a:lnTo>
                  <a:lnTo>
                    <a:pt x="1650165" y="1671433"/>
                  </a:lnTo>
                  <a:close/>
                  <a:moveTo>
                    <a:pt x="1675946" y="1769870"/>
                  </a:moveTo>
                  <a:lnTo>
                    <a:pt x="1721843" y="1753648"/>
                  </a:lnTo>
                  <a:lnTo>
                    <a:pt x="1687613" y="1722666"/>
                  </a:lnTo>
                  <a:close/>
                  <a:moveTo>
                    <a:pt x="1428389" y="1627654"/>
                  </a:moveTo>
                  <a:lnTo>
                    <a:pt x="1484514" y="1704224"/>
                  </a:lnTo>
                  <a:lnTo>
                    <a:pt x="1476321" y="1610792"/>
                  </a:lnTo>
                  <a:close/>
                  <a:moveTo>
                    <a:pt x="1428389" y="1627654"/>
                  </a:moveTo>
                  <a:lnTo>
                    <a:pt x="1470477" y="1709870"/>
                  </a:lnTo>
                  <a:lnTo>
                    <a:pt x="1484514" y="1704224"/>
                  </a:lnTo>
                  <a:close/>
                  <a:moveTo>
                    <a:pt x="1476321" y="1610792"/>
                  </a:moveTo>
                  <a:lnTo>
                    <a:pt x="1484514" y="1704224"/>
                  </a:lnTo>
                  <a:lnTo>
                    <a:pt x="1558167" y="1604845"/>
                  </a:lnTo>
                  <a:close/>
                  <a:moveTo>
                    <a:pt x="1558167" y="1604845"/>
                  </a:moveTo>
                  <a:lnTo>
                    <a:pt x="1550711" y="1704675"/>
                  </a:lnTo>
                  <a:lnTo>
                    <a:pt x="1615708" y="1589218"/>
                  </a:lnTo>
                  <a:close/>
                  <a:moveTo>
                    <a:pt x="1615708" y="1589218"/>
                  </a:moveTo>
                  <a:lnTo>
                    <a:pt x="1568220" y="1709870"/>
                  </a:lnTo>
                  <a:lnTo>
                    <a:pt x="1650165" y="1671433"/>
                  </a:lnTo>
                  <a:close/>
                  <a:moveTo>
                    <a:pt x="1473798" y="1507003"/>
                  </a:moveTo>
                  <a:lnTo>
                    <a:pt x="1476321" y="1610792"/>
                  </a:lnTo>
                  <a:lnTo>
                    <a:pt x="1483829" y="1518068"/>
                  </a:lnTo>
                  <a:close/>
                  <a:moveTo>
                    <a:pt x="1428389" y="1627654"/>
                  </a:moveTo>
                  <a:lnTo>
                    <a:pt x="1476321" y="1610792"/>
                  </a:lnTo>
                  <a:lnTo>
                    <a:pt x="1473798" y="1507003"/>
                  </a:lnTo>
                  <a:close/>
                  <a:moveTo>
                    <a:pt x="1476321" y="1610792"/>
                  </a:moveTo>
                  <a:lnTo>
                    <a:pt x="1558167" y="1604845"/>
                  </a:lnTo>
                  <a:lnTo>
                    <a:pt x="1483829" y="1518068"/>
                  </a:lnTo>
                  <a:close/>
                  <a:moveTo>
                    <a:pt x="1558167" y="1604845"/>
                  </a:moveTo>
                  <a:lnTo>
                    <a:pt x="1560774" y="1527097"/>
                  </a:lnTo>
                  <a:lnTo>
                    <a:pt x="1483829" y="1518068"/>
                  </a:lnTo>
                  <a:close/>
                  <a:moveTo>
                    <a:pt x="1560774" y="1527097"/>
                  </a:moveTo>
                  <a:lnTo>
                    <a:pt x="1558167" y="1604845"/>
                  </a:lnTo>
                  <a:lnTo>
                    <a:pt x="1615708" y="1589218"/>
                  </a:lnTo>
                  <a:close/>
                  <a:moveTo>
                    <a:pt x="332495" y="0"/>
                  </a:moveTo>
                  <a:lnTo>
                    <a:pt x="209202" y="32888"/>
                  </a:lnTo>
                  <a:lnTo>
                    <a:pt x="262075" y="15370"/>
                  </a:lnTo>
                  <a:close/>
                  <a:moveTo>
                    <a:pt x="1806182" y="1724582"/>
                  </a:moveTo>
                  <a:lnTo>
                    <a:pt x="1687613" y="1722666"/>
                  </a:lnTo>
                  <a:lnTo>
                    <a:pt x="1721843" y="1753648"/>
                  </a:lnTo>
                  <a:close/>
                  <a:moveTo>
                    <a:pt x="1702069" y="1648540"/>
                  </a:moveTo>
                  <a:lnTo>
                    <a:pt x="1687613" y="1722666"/>
                  </a:lnTo>
                  <a:lnTo>
                    <a:pt x="1806182" y="1724582"/>
                  </a:lnTo>
                  <a:close/>
                  <a:moveTo>
                    <a:pt x="1650165" y="1671433"/>
                  </a:moveTo>
                  <a:lnTo>
                    <a:pt x="1687613" y="1722666"/>
                  </a:lnTo>
                  <a:lnTo>
                    <a:pt x="1702069" y="1648540"/>
                  </a:lnTo>
                  <a:close/>
                  <a:moveTo>
                    <a:pt x="1650165" y="1671433"/>
                  </a:moveTo>
                  <a:lnTo>
                    <a:pt x="1702069" y="1648540"/>
                  </a:lnTo>
                  <a:lnTo>
                    <a:pt x="1693477" y="1550781"/>
                  </a:lnTo>
                  <a:close/>
                  <a:moveTo>
                    <a:pt x="1615708" y="1589218"/>
                  </a:moveTo>
                  <a:lnTo>
                    <a:pt x="1650165" y="1671433"/>
                  </a:lnTo>
                  <a:lnTo>
                    <a:pt x="1693477" y="1550781"/>
                  </a:lnTo>
                  <a:close/>
                  <a:moveTo>
                    <a:pt x="1605440" y="1478892"/>
                  </a:moveTo>
                  <a:lnTo>
                    <a:pt x="1483829" y="1518068"/>
                  </a:lnTo>
                  <a:lnTo>
                    <a:pt x="1560774" y="1527097"/>
                  </a:lnTo>
                  <a:close/>
                  <a:moveTo>
                    <a:pt x="1521740" y="1334183"/>
                  </a:moveTo>
                  <a:lnTo>
                    <a:pt x="1444578" y="1336322"/>
                  </a:lnTo>
                  <a:lnTo>
                    <a:pt x="1552675" y="1409125"/>
                  </a:lnTo>
                  <a:close/>
                  <a:moveTo>
                    <a:pt x="1419767" y="1256401"/>
                  </a:moveTo>
                  <a:lnTo>
                    <a:pt x="1332298" y="1230178"/>
                  </a:lnTo>
                  <a:lnTo>
                    <a:pt x="1400404" y="1260357"/>
                  </a:lnTo>
                  <a:close/>
                  <a:moveTo>
                    <a:pt x="1216830" y="861919"/>
                  </a:moveTo>
                  <a:lnTo>
                    <a:pt x="1159127" y="931497"/>
                  </a:lnTo>
                  <a:lnTo>
                    <a:pt x="1186350" y="893061"/>
                  </a:lnTo>
                  <a:close/>
                  <a:moveTo>
                    <a:pt x="1917294" y="1632997"/>
                  </a:moveTo>
                  <a:lnTo>
                    <a:pt x="1929933" y="1715212"/>
                  </a:lnTo>
                  <a:lnTo>
                    <a:pt x="1981366" y="1676775"/>
                  </a:lnTo>
                  <a:close/>
                  <a:moveTo>
                    <a:pt x="1917294" y="1632997"/>
                  </a:moveTo>
                  <a:lnTo>
                    <a:pt x="1981366" y="1676775"/>
                  </a:lnTo>
                  <a:lnTo>
                    <a:pt x="1946046" y="1594560"/>
                  </a:lnTo>
                  <a:close/>
                  <a:moveTo>
                    <a:pt x="1260693" y="810712"/>
                  </a:moveTo>
                  <a:lnTo>
                    <a:pt x="1186350" y="893061"/>
                  </a:lnTo>
                  <a:lnTo>
                    <a:pt x="1219269" y="854624"/>
                  </a:lnTo>
                  <a:close/>
                  <a:moveTo>
                    <a:pt x="1260693" y="810712"/>
                  </a:moveTo>
                  <a:lnTo>
                    <a:pt x="1216830" y="861919"/>
                  </a:lnTo>
                  <a:lnTo>
                    <a:pt x="1186350" y="893061"/>
                  </a:lnTo>
                  <a:close/>
                  <a:moveTo>
                    <a:pt x="1805320" y="1324914"/>
                  </a:moveTo>
                  <a:lnTo>
                    <a:pt x="1712018" y="1347915"/>
                  </a:lnTo>
                  <a:lnTo>
                    <a:pt x="1735801" y="1420932"/>
                  </a:lnTo>
                  <a:close/>
                  <a:moveTo>
                    <a:pt x="1963368" y="1335548"/>
                  </a:moveTo>
                  <a:lnTo>
                    <a:pt x="1998924" y="1288701"/>
                  </a:lnTo>
                  <a:lnTo>
                    <a:pt x="1975915" y="1319001"/>
                  </a:lnTo>
                  <a:close/>
                  <a:moveTo>
                    <a:pt x="1963368" y="1335548"/>
                  </a:moveTo>
                  <a:lnTo>
                    <a:pt x="1975915" y="1319001"/>
                  </a:lnTo>
                  <a:lnTo>
                    <a:pt x="1914363" y="1367529"/>
                  </a:lnTo>
                  <a:close/>
                  <a:moveTo>
                    <a:pt x="2089825" y="1175300"/>
                  </a:moveTo>
                  <a:lnTo>
                    <a:pt x="2004099" y="1188827"/>
                  </a:lnTo>
                  <a:lnTo>
                    <a:pt x="2137696" y="1214810"/>
                  </a:lnTo>
                  <a:close/>
                  <a:moveTo>
                    <a:pt x="2137696" y="1214810"/>
                  </a:moveTo>
                  <a:lnTo>
                    <a:pt x="2167055" y="1232605"/>
                  </a:lnTo>
                  <a:lnTo>
                    <a:pt x="2089825" y="1175300"/>
                  </a:lnTo>
                  <a:close/>
                  <a:moveTo>
                    <a:pt x="2137696" y="1214810"/>
                  </a:moveTo>
                  <a:lnTo>
                    <a:pt x="2115311" y="1232605"/>
                  </a:lnTo>
                  <a:lnTo>
                    <a:pt x="2150581" y="1225999"/>
                  </a:lnTo>
                  <a:close/>
                  <a:moveTo>
                    <a:pt x="2150581" y="1225999"/>
                  </a:moveTo>
                  <a:lnTo>
                    <a:pt x="2167055" y="1232605"/>
                  </a:lnTo>
                  <a:lnTo>
                    <a:pt x="2137696" y="121481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44" name="Candidate_density__2043">
              <a:extLst>
                <a:ext uri="{FF2B5EF4-FFF2-40B4-BE49-F238E27FC236}">
                  <a16:creationId xmlns:a16="http://schemas.microsoft.com/office/drawing/2014/main" id="{B051C88D-524F-FFDD-3CCC-9D6CD7512965}"/>
                </a:ext>
              </a:extLst>
            </p:cNvPr>
            <p:cNvSpPr>
              <a:spLocks noGrp="1"/>
            </p:cNvSpPr>
            <p:nvPr/>
          </p:nvSpPr>
          <p:spPr>
            <a:xfrm>
              <a:off x="4392460" y="3359313"/>
              <a:ext cx="2119221" cy="1815116"/>
            </a:xfrm>
            <a:custGeom>
              <a:avLst/>
              <a:gdLst/>
              <a:ahLst/>
              <a:cxnLst/>
              <a:rect l="0" t="0" r="0" b="0"/>
              <a:pathLst>
                <a:path w="2119221" h="1815116">
                  <a:moveTo>
                    <a:pt x="24410" y="1361972"/>
                  </a:moveTo>
                  <a:lnTo>
                    <a:pt x="30096" y="1311141"/>
                  </a:lnTo>
                  <a:lnTo>
                    <a:pt x="0" y="1349577"/>
                  </a:lnTo>
                  <a:close/>
                  <a:moveTo>
                    <a:pt x="120270" y="1226517"/>
                  </a:moveTo>
                  <a:lnTo>
                    <a:pt x="30096" y="1311141"/>
                  </a:lnTo>
                  <a:lnTo>
                    <a:pt x="102373" y="1272704"/>
                  </a:lnTo>
                  <a:close/>
                  <a:moveTo>
                    <a:pt x="120270" y="1226517"/>
                  </a:moveTo>
                  <a:lnTo>
                    <a:pt x="65267" y="1236071"/>
                  </a:lnTo>
                  <a:lnTo>
                    <a:pt x="30096" y="1311141"/>
                  </a:lnTo>
                  <a:close/>
                  <a:moveTo>
                    <a:pt x="215538" y="1165796"/>
                  </a:moveTo>
                  <a:lnTo>
                    <a:pt x="151146" y="1190489"/>
                  </a:lnTo>
                  <a:lnTo>
                    <a:pt x="239260" y="1177542"/>
                  </a:lnTo>
                  <a:close/>
                  <a:moveTo>
                    <a:pt x="151146" y="1190489"/>
                  </a:moveTo>
                  <a:lnTo>
                    <a:pt x="120270" y="1226517"/>
                  </a:lnTo>
                  <a:lnTo>
                    <a:pt x="239260" y="1177542"/>
                  </a:lnTo>
                  <a:close/>
                  <a:moveTo>
                    <a:pt x="239260" y="1177542"/>
                  </a:moveTo>
                  <a:lnTo>
                    <a:pt x="120270" y="1226517"/>
                  </a:lnTo>
                  <a:lnTo>
                    <a:pt x="222974" y="1234268"/>
                  </a:lnTo>
                  <a:close/>
                  <a:moveTo>
                    <a:pt x="169194" y="1130776"/>
                  </a:moveTo>
                  <a:lnTo>
                    <a:pt x="151146" y="1190489"/>
                  </a:lnTo>
                  <a:lnTo>
                    <a:pt x="215538" y="1165796"/>
                  </a:lnTo>
                  <a:close/>
                  <a:moveTo>
                    <a:pt x="169536" y="1108274"/>
                  </a:moveTo>
                  <a:lnTo>
                    <a:pt x="215538" y="1165796"/>
                  </a:lnTo>
                  <a:lnTo>
                    <a:pt x="250804" y="1152053"/>
                  </a:lnTo>
                  <a:close/>
                  <a:moveTo>
                    <a:pt x="169536" y="1108274"/>
                  </a:moveTo>
                  <a:lnTo>
                    <a:pt x="250804" y="1152053"/>
                  </a:lnTo>
                  <a:lnTo>
                    <a:pt x="225301" y="1069838"/>
                  </a:lnTo>
                  <a:close/>
                  <a:moveTo>
                    <a:pt x="662056" y="1545615"/>
                  </a:moveTo>
                  <a:lnTo>
                    <a:pt x="548971" y="1499524"/>
                  </a:lnTo>
                  <a:lnTo>
                    <a:pt x="584204" y="1563128"/>
                  </a:lnTo>
                  <a:close/>
                  <a:moveTo>
                    <a:pt x="225301" y="1069838"/>
                  </a:moveTo>
                  <a:lnTo>
                    <a:pt x="250804" y="1152053"/>
                  </a:lnTo>
                  <a:lnTo>
                    <a:pt x="329941" y="1133381"/>
                  </a:lnTo>
                  <a:close/>
                  <a:moveTo>
                    <a:pt x="210746" y="987622"/>
                  </a:moveTo>
                  <a:lnTo>
                    <a:pt x="323139" y="1038819"/>
                  </a:lnTo>
                  <a:lnTo>
                    <a:pt x="289912" y="965740"/>
                  </a:lnTo>
                  <a:close/>
                  <a:moveTo>
                    <a:pt x="210746" y="987622"/>
                  </a:moveTo>
                  <a:lnTo>
                    <a:pt x="225301" y="1069838"/>
                  </a:lnTo>
                  <a:lnTo>
                    <a:pt x="323139" y="1038819"/>
                  </a:lnTo>
                  <a:close/>
                  <a:moveTo>
                    <a:pt x="732806" y="1524692"/>
                  </a:moveTo>
                  <a:lnTo>
                    <a:pt x="752093" y="1606907"/>
                  </a:lnTo>
                  <a:lnTo>
                    <a:pt x="802283" y="1592297"/>
                  </a:lnTo>
                  <a:close/>
                  <a:moveTo>
                    <a:pt x="1312312" y="1780889"/>
                  </a:moveTo>
                  <a:lnTo>
                    <a:pt x="1175680" y="1740336"/>
                  </a:lnTo>
                  <a:lnTo>
                    <a:pt x="1211966" y="1815116"/>
                  </a:lnTo>
                  <a:close/>
                  <a:moveTo>
                    <a:pt x="1345778" y="1694464"/>
                  </a:moveTo>
                  <a:lnTo>
                    <a:pt x="1336896" y="1776679"/>
                  </a:lnTo>
                  <a:lnTo>
                    <a:pt x="1425258" y="1738243"/>
                  </a:lnTo>
                  <a:close/>
                  <a:moveTo>
                    <a:pt x="1345778" y="1694464"/>
                  </a:moveTo>
                  <a:lnTo>
                    <a:pt x="1425258" y="1738243"/>
                  </a:lnTo>
                  <a:lnTo>
                    <a:pt x="1407116" y="1656028"/>
                  </a:lnTo>
                  <a:close/>
                  <a:moveTo>
                    <a:pt x="1407116" y="1656028"/>
                  </a:moveTo>
                  <a:lnTo>
                    <a:pt x="1470270" y="1638833"/>
                  </a:lnTo>
                  <a:lnTo>
                    <a:pt x="1450268" y="1629234"/>
                  </a:lnTo>
                  <a:close/>
                  <a:moveTo>
                    <a:pt x="1456169" y="1699807"/>
                  </a:moveTo>
                  <a:lnTo>
                    <a:pt x="1470270" y="1638833"/>
                  </a:lnTo>
                  <a:lnTo>
                    <a:pt x="1407116" y="1656028"/>
                  </a:lnTo>
                  <a:close/>
                  <a:moveTo>
                    <a:pt x="1425258" y="1738243"/>
                  </a:moveTo>
                  <a:lnTo>
                    <a:pt x="1456169" y="1699807"/>
                  </a:lnTo>
                  <a:lnTo>
                    <a:pt x="1407116" y="1656028"/>
                  </a:lnTo>
                  <a:close/>
                  <a:moveTo>
                    <a:pt x="1430887" y="1535376"/>
                  </a:moveTo>
                  <a:lnTo>
                    <a:pt x="1450268" y="1629234"/>
                  </a:lnTo>
                  <a:lnTo>
                    <a:pt x="1460004" y="1600450"/>
                  </a:lnTo>
                  <a:close/>
                  <a:moveTo>
                    <a:pt x="1407116" y="1656028"/>
                  </a:moveTo>
                  <a:lnTo>
                    <a:pt x="1450268" y="1629234"/>
                  </a:lnTo>
                  <a:lnTo>
                    <a:pt x="1430887" y="1535376"/>
                  </a:lnTo>
                  <a:close/>
                  <a:moveTo>
                    <a:pt x="1450268" y="1629234"/>
                  </a:moveTo>
                  <a:lnTo>
                    <a:pt x="1474423" y="1617592"/>
                  </a:lnTo>
                  <a:lnTo>
                    <a:pt x="1460004" y="1600450"/>
                  </a:lnTo>
                  <a:close/>
                  <a:moveTo>
                    <a:pt x="631803" y="669752"/>
                  </a:moveTo>
                  <a:lnTo>
                    <a:pt x="686093" y="657534"/>
                  </a:lnTo>
                  <a:lnTo>
                    <a:pt x="631977" y="669446"/>
                  </a:lnTo>
                  <a:close/>
                  <a:moveTo>
                    <a:pt x="686093" y="657534"/>
                  </a:moveTo>
                  <a:lnTo>
                    <a:pt x="690776" y="631010"/>
                  </a:lnTo>
                  <a:lnTo>
                    <a:pt x="631977" y="669446"/>
                  </a:lnTo>
                  <a:close/>
                  <a:moveTo>
                    <a:pt x="610096" y="587231"/>
                  </a:moveTo>
                  <a:lnTo>
                    <a:pt x="631977" y="669446"/>
                  </a:lnTo>
                  <a:lnTo>
                    <a:pt x="690776" y="631010"/>
                  </a:lnTo>
                  <a:close/>
                  <a:moveTo>
                    <a:pt x="610096" y="587231"/>
                  </a:moveTo>
                  <a:lnTo>
                    <a:pt x="690776" y="631010"/>
                  </a:lnTo>
                  <a:lnTo>
                    <a:pt x="683555" y="548795"/>
                  </a:lnTo>
                  <a:close/>
                  <a:moveTo>
                    <a:pt x="1466448" y="1515987"/>
                  </a:moveTo>
                  <a:lnTo>
                    <a:pt x="1460004" y="1600450"/>
                  </a:lnTo>
                  <a:lnTo>
                    <a:pt x="1500789" y="1496940"/>
                  </a:lnTo>
                  <a:close/>
                  <a:moveTo>
                    <a:pt x="1500789" y="1496940"/>
                  </a:moveTo>
                  <a:lnTo>
                    <a:pt x="1460004" y="1600450"/>
                  </a:lnTo>
                  <a:lnTo>
                    <a:pt x="1474423" y="1617592"/>
                  </a:lnTo>
                  <a:close/>
                  <a:moveTo>
                    <a:pt x="1430887" y="1535376"/>
                  </a:moveTo>
                  <a:lnTo>
                    <a:pt x="1460004" y="1600450"/>
                  </a:lnTo>
                  <a:lnTo>
                    <a:pt x="1466448" y="1515987"/>
                  </a:lnTo>
                  <a:close/>
                  <a:moveTo>
                    <a:pt x="1404058" y="1453161"/>
                  </a:moveTo>
                  <a:lnTo>
                    <a:pt x="1466448" y="1515987"/>
                  </a:lnTo>
                  <a:lnTo>
                    <a:pt x="1444769" y="1433520"/>
                  </a:lnTo>
                  <a:close/>
                  <a:moveTo>
                    <a:pt x="1404058" y="1453161"/>
                  </a:moveTo>
                  <a:lnTo>
                    <a:pt x="1430887" y="1535376"/>
                  </a:lnTo>
                  <a:lnTo>
                    <a:pt x="1466448" y="1515987"/>
                  </a:lnTo>
                  <a:close/>
                  <a:moveTo>
                    <a:pt x="1500789" y="1496940"/>
                  </a:moveTo>
                  <a:lnTo>
                    <a:pt x="1482133" y="1414725"/>
                  </a:lnTo>
                  <a:lnTo>
                    <a:pt x="1466448" y="1515987"/>
                  </a:lnTo>
                  <a:close/>
                  <a:moveTo>
                    <a:pt x="1482133" y="1414725"/>
                  </a:moveTo>
                  <a:lnTo>
                    <a:pt x="1444769" y="1433520"/>
                  </a:lnTo>
                  <a:lnTo>
                    <a:pt x="1466448" y="1515987"/>
                  </a:lnTo>
                  <a:close/>
                  <a:moveTo>
                    <a:pt x="683555" y="548795"/>
                  </a:moveTo>
                  <a:lnTo>
                    <a:pt x="792395" y="599414"/>
                  </a:lnTo>
                  <a:lnTo>
                    <a:pt x="765160" y="521463"/>
                  </a:lnTo>
                  <a:close/>
                  <a:moveTo>
                    <a:pt x="683555" y="548795"/>
                  </a:moveTo>
                  <a:lnTo>
                    <a:pt x="690776" y="631010"/>
                  </a:lnTo>
                  <a:lnTo>
                    <a:pt x="792395" y="599414"/>
                  </a:lnTo>
                  <a:close/>
                  <a:moveTo>
                    <a:pt x="834531" y="592573"/>
                  </a:moveTo>
                  <a:lnTo>
                    <a:pt x="860488" y="537045"/>
                  </a:lnTo>
                  <a:lnTo>
                    <a:pt x="792395" y="599414"/>
                  </a:lnTo>
                  <a:close/>
                  <a:moveTo>
                    <a:pt x="792395" y="599414"/>
                  </a:moveTo>
                  <a:lnTo>
                    <a:pt x="843312" y="518519"/>
                  </a:lnTo>
                  <a:lnTo>
                    <a:pt x="765160" y="521463"/>
                  </a:lnTo>
                  <a:close/>
                  <a:moveTo>
                    <a:pt x="718080" y="498467"/>
                  </a:moveTo>
                  <a:lnTo>
                    <a:pt x="683555" y="548795"/>
                  </a:lnTo>
                  <a:lnTo>
                    <a:pt x="765160" y="521463"/>
                  </a:lnTo>
                  <a:close/>
                  <a:moveTo>
                    <a:pt x="1609278" y="1091207"/>
                  </a:moveTo>
                  <a:lnTo>
                    <a:pt x="1665070" y="1175419"/>
                  </a:lnTo>
                  <a:lnTo>
                    <a:pt x="1666478" y="1169502"/>
                  </a:lnTo>
                  <a:close/>
                  <a:moveTo>
                    <a:pt x="1665070" y="1175419"/>
                  </a:moveTo>
                  <a:lnTo>
                    <a:pt x="1682338" y="1173421"/>
                  </a:lnTo>
                  <a:lnTo>
                    <a:pt x="1666478" y="1169502"/>
                  </a:lnTo>
                  <a:close/>
                  <a:moveTo>
                    <a:pt x="1287037" y="312834"/>
                  </a:moveTo>
                  <a:lnTo>
                    <a:pt x="1350022" y="356613"/>
                  </a:lnTo>
                  <a:lnTo>
                    <a:pt x="1339605" y="274397"/>
                  </a:lnTo>
                  <a:close/>
                  <a:moveTo>
                    <a:pt x="1350022" y="356613"/>
                  </a:moveTo>
                  <a:lnTo>
                    <a:pt x="1409915" y="438828"/>
                  </a:lnTo>
                  <a:lnTo>
                    <a:pt x="1455323" y="318176"/>
                  </a:lnTo>
                  <a:close/>
                  <a:moveTo>
                    <a:pt x="1339605" y="274397"/>
                  </a:moveTo>
                  <a:lnTo>
                    <a:pt x="1451554" y="277644"/>
                  </a:lnTo>
                  <a:lnTo>
                    <a:pt x="1436873" y="238832"/>
                  </a:lnTo>
                  <a:close/>
                  <a:moveTo>
                    <a:pt x="1455323" y="318176"/>
                  </a:moveTo>
                  <a:lnTo>
                    <a:pt x="1451554" y="277644"/>
                  </a:lnTo>
                  <a:lnTo>
                    <a:pt x="1339605" y="274397"/>
                  </a:lnTo>
                  <a:close/>
                  <a:moveTo>
                    <a:pt x="1350022" y="356613"/>
                  </a:moveTo>
                  <a:lnTo>
                    <a:pt x="1455323" y="318176"/>
                  </a:lnTo>
                  <a:lnTo>
                    <a:pt x="1339605" y="274397"/>
                  </a:lnTo>
                  <a:close/>
                  <a:moveTo>
                    <a:pt x="1297576" y="191394"/>
                  </a:moveTo>
                  <a:lnTo>
                    <a:pt x="1297333" y="194899"/>
                  </a:lnTo>
                  <a:lnTo>
                    <a:pt x="1407203" y="153746"/>
                  </a:lnTo>
                  <a:close/>
                  <a:moveTo>
                    <a:pt x="1297333" y="194899"/>
                  </a:moveTo>
                  <a:lnTo>
                    <a:pt x="1339605" y="274397"/>
                  </a:lnTo>
                  <a:lnTo>
                    <a:pt x="1407203" y="153746"/>
                  </a:lnTo>
                  <a:close/>
                  <a:moveTo>
                    <a:pt x="1407203" y="153746"/>
                  </a:moveTo>
                  <a:lnTo>
                    <a:pt x="1339605" y="274397"/>
                  </a:lnTo>
                  <a:lnTo>
                    <a:pt x="1431262" y="201777"/>
                  </a:lnTo>
                  <a:close/>
                  <a:moveTo>
                    <a:pt x="1431262" y="201777"/>
                  </a:moveTo>
                  <a:lnTo>
                    <a:pt x="1339605" y="274397"/>
                  </a:lnTo>
                  <a:lnTo>
                    <a:pt x="1436873" y="238832"/>
                  </a:lnTo>
                  <a:close/>
                  <a:moveTo>
                    <a:pt x="1436873" y="238832"/>
                  </a:moveTo>
                  <a:lnTo>
                    <a:pt x="1459139" y="235961"/>
                  </a:lnTo>
                  <a:lnTo>
                    <a:pt x="1431262" y="201777"/>
                  </a:lnTo>
                  <a:close/>
                  <a:moveTo>
                    <a:pt x="1436873" y="238832"/>
                  </a:moveTo>
                  <a:lnTo>
                    <a:pt x="1451554" y="277644"/>
                  </a:lnTo>
                  <a:lnTo>
                    <a:pt x="1459139" y="235961"/>
                  </a:lnTo>
                  <a:close/>
                  <a:moveTo>
                    <a:pt x="1465355" y="329242"/>
                  </a:moveTo>
                  <a:lnTo>
                    <a:pt x="1478029" y="305466"/>
                  </a:lnTo>
                  <a:lnTo>
                    <a:pt x="1455323" y="318176"/>
                  </a:lnTo>
                  <a:close/>
                  <a:moveTo>
                    <a:pt x="1451554" y="277644"/>
                  </a:moveTo>
                  <a:lnTo>
                    <a:pt x="1455323" y="318176"/>
                  </a:lnTo>
                  <a:lnTo>
                    <a:pt x="1478029" y="305466"/>
                  </a:lnTo>
                  <a:close/>
                  <a:moveTo>
                    <a:pt x="1534201" y="220298"/>
                  </a:moveTo>
                  <a:lnTo>
                    <a:pt x="1459139" y="235961"/>
                  </a:lnTo>
                  <a:lnTo>
                    <a:pt x="1581697" y="270368"/>
                  </a:lnTo>
                  <a:close/>
                  <a:moveTo>
                    <a:pt x="1459139" y="235961"/>
                  </a:moveTo>
                  <a:lnTo>
                    <a:pt x="1451554" y="277644"/>
                  </a:lnTo>
                  <a:lnTo>
                    <a:pt x="1581697" y="270368"/>
                  </a:lnTo>
                  <a:close/>
                  <a:moveTo>
                    <a:pt x="1581697" y="270368"/>
                  </a:moveTo>
                  <a:lnTo>
                    <a:pt x="1451554" y="277644"/>
                  </a:lnTo>
                  <a:lnTo>
                    <a:pt x="1567760" y="279740"/>
                  </a:lnTo>
                  <a:close/>
                  <a:moveTo>
                    <a:pt x="1567760" y="279740"/>
                  </a:moveTo>
                  <a:lnTo>
                    <a:pt x="1451554" y="277644"/>
                  </a:lnTo>
                  <a:lnTo>
                    <a:pt x="1478029" y="305466"/>
                  </a:lnTo>
                  <a:close/>
                  <a:moveTo>
                    <a:pt x="1534201" y="220298"/>
                  </a:moveTo>
                  <a:lnTo>
                    <a:pt x="1431262" y="201777"/>
                  </a:lnTo>
                  <a:lnTo>
                    <a:pt x="1459139" y="235961"/>
                  </a:lnTo>
                  <a:close/>
                  <a:moveTo>
                    <a:pt x="1426104" y="147496"/>
                  </a:moveTo>
                  <a:lnTo>
                    <a:pt x="1431262" y="201777"/>
                  </a:lnTo>
                  <a:lnTo>
                    <a:pt x="1534201" y="220298"/>
                  </a:lnTo>
                  <a:close/>
                  <a:moveTo>
                    <a:pt x="1534201" y="220298"/>
                  </a:moveTo>
                  <a:lnTo>
                    <a:pt x="1606672" y="197524"/>
                  </a:lnTo>
                  <a:lnTo>
                    <a:pt x="1622528" y="144372"/>
                  </a:lnTo>
                  <a:close/>
                  <a:moveTo>
                    <a:pt x="1534201" y="220298"/>
                  </a:moveTo>
                  <a:lnTo>
                    <a:pt x="1581697" y="270368"/>
                  </a:lnTo>
                  <a:lnTo>
                    <a:pt x="1606672" y="197524"/>
                  </a:lnTo>
                  <a:close/>
                  <a:moveTo>
                    <a:pt x="1407203" y="153746"/>
                  </a:moveTo>
                  <a:lnTo>
                    <a:pt x="1431262" y="201777"/>
                  </a:lnTo>
                  <a:lnTo>
                    <a:pt x="1426104" y="147496"/>
                  </a:lnTo>
                  <a:close/>
                  <a:moveTo>
                    <a:pt x="1381930" y="71531"/>
                  </a:moveTo>
                  <a:lnTo>
                    <a:pt x="1426104" y="147496"/>
                  </a:lnTo>
                  <a:lnTo>
                    <a:pt x="1401292" y="67575"/>
                  </a:lnTo>
                  <a:close/>
                  <a:moveTo>
                    <a:pt x="1381930" y="71531"/>
                  </a:moveTo>
                  <a:lnTo>
                    <a:pt x="1407203" y="153746"/>
                  </a:lnTo>
                  <a:lnTo>
                    <a:pt x="1426104" y="147496"/>
                  </a:lnTo>
                  <a:close/>
                  <a:moveTo>
                    <a:pt x="1673045" y="168013"/>
                  </a:moveTo>
                  <a:lnTo>
                    <a:pt x="1606672" y="197524"/>
                  </a:lnTo>
                  <a:lnTo>
                    <a:pt x="1693661" y="195121"/>
                  </a:lnTo>
                  <a:close/>
                  <a:moveTo>
                    <a:pt x="1693661" y="195121"/>
                  </a:moveTo>
                  <a:lnTo>
                    <a:pt x="1606672" y="197524"/>
                  </a:lnTo>
                  <a:lnTo>
                    <a:pt x="1581697" y="270368"/>
                  </a:lnTo>
                  <a:close/>
                  <a:moveTo>
                    <a:pt x="1622528" y="144372"/>
                  </a:moveTo>
                  <a:lnTo>
                    <a:pt x="1606672" y="197524"/>
                  </a:lnTo>
                  <a:lnTo>
                    <a:pt x="1673045" y="168013"/>
                  </a:lnTo>
                  <a:close/>
                  <a:moveTo>
                    <a:pt x="1622528" y="144372"/>
                  </a:moveTo>
                  <a:lnTo>
                    <a:pt x="1673045" y="168013"/>
                  </a:lnTo>
                  <a:lnTo>
                    <a:pt x="1637471" y="115310"/>
                  </a:lnTo>
                  <a:close/>
                  <a:moveTo>
                    <a:pt x="1637471" y="115310"/>
                  </a:moveTo>
                  <a:lnTo>
                    <a:pt x="1673045" y="168013"/>
                  </a:lnTo>
                  <a:lnTo>
                    <a:pt x="1693543" y="159088"/>
                  </a:lnTo>
                  <a:close/>
                  <a:moveTo>
                    <a:pt x="1637471" y="115310"/>
                  </a:moveTo>
                  <a:lnTo>
                    <a:pt x="1693543" y="159088"/>
                  </a:lnTo>
                  <a:lnTo>
                    <a:pt x="1703449" y="76873"/>
                  </a:lnTo>
                  <a:close/>
                  <a:moveTo>
                    <a:pt x="1673045" y="168013"/>
                  </a:moveTo>
                  <a:lnTo>
                    <a:pt x="1693661" y="195121"/>
                  </a:lnTo>
                  <a:lnTo>
                    <a:pt x="1693543" y="159088"/>
                  </a:lnTo>
                  <a:close/>
                  <a:moveTo>
                    <a:pt x="1703449" y="76873"/>
                  </a:moveTo>
                  <a:lnTo>
                    <a:pt x="1786845" y="136088"/>
                  </a:lnTo>
                  <a:lnTo>
                    <a:pt x="1758053" y="59403"/>
                  </a:lnTo>
                  <a:close/>
                  <a:moveTo>
                    <a:pt x="1703449" y="76873"/>
                  </a:moveTo>
                  <a:lnTo>
                    <a:pt x="1693543" y="159088"/>
                  </a:lnTo>
                  <a:lnTo>
                    <a:pt x="1786845" y="136088"/>
                  </a:lnTo>
                  <a:close/>
                  <a:moveTo>
                    <a:pt x="1786845" y="136088"/>
                  </a:moveTo>
                  <a:lnTo>
                    <a:pt x="1842449" y="51383"/>
                  </a:lnTo>
                  <a:lnTo>
                    <a:pt x="1758053" y="59403"/>
                  </a:lnTo>
                  <a:close/>
                  <a:moveTo>
                    <a:pt x="1728437" y="46485"/>
                  </a:moveTo>
                  <a:lnTo>
                    <a:pt x="1703449" y="76873"/>
                  </a:lnTo>
                  <a:lnTo>
                    <a:pt x="1758053" y="59403"/>
                  </a:lnTo>
                  <a:close/>
                  <a:moveTo>
                    <a:pt x="1995520" y="82215"/>
                  </a:moveTo>
                  <a:lnTo>
                    <a:pt x="1980449" y="99874"/>
                  </a:lnTo>
                  <a:lnTo>
                    <a:pt x="1944894" y="146722"/>
                  </a:lnTo>
                  <a:close/>
                  <a:moveTo>
                    <a:pt x="1984427" y="15874"/>
                  </a:moveTo>
                  <a:lnTo>
                    <a:pt x="1980449" y="99874"/>
                  </a:lnTo>
                  <a:lnTo>
                    <a:pt x="1995520" y="82215"/>
                  </a:lnTo>
                  <a:close/>
                  <a:moveTo>
                    <a:pt x="1985624" y="0"/>
                  </a:moveTo>
                  <a:lnTo>
                    <a:pt x="1980449" y="99874"/>
                  </a:lnTo>
                  <a:lnTo>
                    <a:pt x="1984427" y="15874"/>
                  </a:lnTo>
                  <a:close/>
                  <a:moveTo>
                    <a:pt x="1985624" y="0"/>
                  </a:moveTo>
                  <a:lnTo>
                    <a:pt x="1976923" y="2650"/>
                  </a:lnTo>
                  <a:lnTo>
                    <a:pt x="1949024" y="98710"/>
                  </a:lnTo>
                  <a:close/>
                  <a:moveTo>
                    <a:pt x="2014957" y="71821"/>
                  </a:moveTo>
                  <a:lnTo>
                    <a:pt x="1995520" y="82215"/>
                  </a:lnTo>
                  <a:lnTo>
                    <a:pt x="2063499" y="96307"/>
                  </a:lnTo>
                  <a:close/>
                  <a:moveTo>
                    <a:pt x="1984427" y="15874"/>
                  </a:moveTo>
                  <a:lnTo>
                    <a:pt x="1995520" y="82215"/>
                  </a:lnTo>
                  <a:lnTo>
                    <a:pt x="2014957" y="71821"/>
                  </a:lnTo>
                  <a:close/>
                  <a:moveTo>
                    <a:pt x="1985624" y="0"/>
                  </a:moveTo>
                  <a:lnTo>
                    <a:pt x="1984427" y="15874"/>
                  </a:lnTo>
                  <a:lnTo>
                    <a:pt x="2119221" y="25984"/>
                  </a:lnTo>
                  <a:close/>
                  <a:moveTo>
                    <a:pt x="2119221" y="25984"/>
                  </a:moveTo>
                  <a:lnTo>
                    <a:pt x="1984427" y="15874"/>
                  </a:lnTo>
                  <a:lnTo>
                    <a:pt x="2096837" y="43779"/>
                  </a:lnTo>
                  <a:close/>
                  <a:moveTo>
                    <a:pt x="2096837" y="43779"/>
                  </a:moveTo>
                  <a:lnTo>
                    <a:pt x="1984427" y="15874"/>
                  </a:lnTo>
                  <a:lnTo>
                    <a:pt x="2014957" y="71821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45" name="Candidate_density__2044">
              <a:extLst>
                <a:ext uri="{FF2B5EF4-FFF2-40B4-BE49-F238E27FC236}">
                  <a16:creationId xmlns:a16="http://schemas.microsoft.com/office/drawing/2014/main" id="{3A608403-9271-6AD7-6591-2E2BEEE478A8}"/>
                </a:ext>
              </a:extLst>
            </p:cNvPr>
            <p:cNvSpPr>
              <a:spLocks noGrp="1"/>
            </p:cNvSpPr>
            <p:nvPr/>
          </p:nvSpPr>
          <p:spPr>
            <a:xfrm>
              <a:off x="4677152" y="2165924"/>
              <a:ext cx="1955093" cy="3370459"/>
            </a:xfrm>
            <a:custGeom>
              <a:avLst/>
              <a:gdLst/>
              <a:ahLst/>
              <a:cxnLst/>
              <a:rect l="0" t="0" r="0" b="0"/>
              <a:pathLst>
                <a:path w="1955093" h="3370459">
                  <a:moveTo>
                    <a:pt x="489406" y="3206029"/>
                  </a:moveTo>
                  <a:lnTo>
                    <a:pt x="451636" y="3266497"/>
                  </a:lnTo>
                  <a:lnTo>
                    <a:pt x="493846" y="3209109"/>
                  </a:lnTo>
                  <a:close/>
                  <a:moveTo>
                    <a:pt x="493846" y="3209109"/>
                  </a:moveTo>
                  <a:lnTo>
                    <a:pt x="564259" y="3208707"/>
                  </a:lnTo>
                  <a:lnTo>
                    <a:pt x="527850" y="3206029"/>
                  </a:lnTo>
                  <a:close/>
                  <a:moveTo>
                    <a:pt x="0" y="2712738"/>
                  </a:moveTo>
                  <a:lnTo>
                    <a:pt x="37051" y="2733804"/>
                  </a:lnTo>
                  <a:lnTo>
                    <a:pt x="76505" y="2763373"/>
                  </a:lnTo>
                  <a:close/>
                  <a:moveTo>
                    <a:pt x="153239" y="2771613"/>
                  </a:moveTo>
                  <a:lnTo>
                    <a:pt x="76505" y="2763373"/>
                  </a:lnTo>
                  <a:lnTo>
                    <a:pt x="37051" y="2733804"/>
                  </a:lnTo>
                  <a:close/>
                  <a:moveTo>
                    <a:pt x="743212" y="3370459"/>
                  </a:moveTo>
                  <a:lnTo>
                    <a:pt x="752847" y="3332023"/>
                  </a:lnTo>
                  <a:lnTo>
                    <a:pt x="674743" y="3328141"/>
                  </a:lnTo>
                  <a:close/>
                  <a:moveTo>
                    <a:pt x="752847" y="3332023"/>
                  </a:moveTo>
                  <a:lnTo>
                    <a:pt x="731462" y="3324999"/>
                  </a:lnTo>
                  <a:lnTo>
                    <a:pt x="674743" y="3328141"/>
                  </a:lnTo>
                  <a:close/>
                  <a:moveTo>
                    <a:pt x="493846" y="3209109"/>
                  </a:moveTo>
                  <a:lnTo>
                    <a:pt x="457474" y="3174337"/>
                  </a:lnTo>
                  <a:lnTo>
                    <a:pt x="489406" y="3206029"/>
                  </a:lnTo>
                  <a:close/>
                  <a:moveTo>
                    <a:pt x="557453" y="3231723"/>
                  </a:moveTo>
                  <a:lnTo>
                    <a:pt x="527850" y="3206029"/>
                  </a:lnTo>
                  <a:lnTo>
                    <a:pt x="620334" y="3263211"/>
                  </a:lnTo>
                  <a:close/>
                  <a:moveTo>
                    <a:pt x="493846" y="3209109"/>
                  </a:moveTo>
                  <a:lnTo>
                    <a:pt x="527850" y="3206029"/>
                  </a:lnTo>
                  <a:lnTo>
                    <a:pt x="557453" y="3231723"/>
                  </a:lnTo>
                  <a:close/>
                  <a:moveTo>
                    <a:pt x="397976" y="2838733"/>
                  </a:moveTo>
                  <a:lnTo>
                    <a:pt x="369369" y="2807167"/>
                  </a:lnTo>
                  <a:lnTo>
                    <a:pt x="422389" y="2863084"/>
                  </a:lnTo>
                  <a:close/>
                  <a:moveTo>
                    <a:pt x="55764" y="2518406"/>
                  </a:moveTo>
                  <a:lnTo>
                    <a:pt x="13041" y="2453048"/>
                  </a:lnTo>
                  <a:lnTo>
                    <a:pt x="18154" y="2509872"/>
                  </a:lnTo>
                  <a:close/>
                  <a:moveTo>
                    <a:pt x="807010" y="3293586"/>
                  </a:moveTo>
                  <a:lnTo>
                    <a:pt x="752847" y="3332023"/>
                  </a:lnTo>
                  <a:lnTo>
                    <a:pt x="813424" y="3352784"/>
                  </a:lnTo>
                  <a:close/>
                  <a:moveTo>
                    <a:pt x="752847" y="3332023"/>
                  </a:moveTo>
                  <a:lnTo>
                    <a:pt x="807010" y="3293586"/>
                  </a:lnTo>
                  <a:lnTo>
                    <a:pt x="731462" y="3324999"/>
                  </a:lnTo>
                  <a:close/>
                  <a:moveTo>
                    <a:pt x="543294" y="2900130"/>
                  </a:moveTo>
                  <a:lnTo>
                    <a:pt x="510378" y="2840515"/>
                  </a:lnTo>
                  <a:lnTo>
                    <a:pt x="466040" y="2889946"/>
                  </a:lnTo>
                  <a:close/>
                  <a:moveTo>
                    <a:pt x="151069" y="2389220"/>
                  </a:moveTo>
                  <a:lnTo>
                    <a:pt x="97745" y="2427657"/>
                  </a:lnTo>
                  <a:lnTo>
                    <a:pt x="132067" y="2471436"/>
                  </a:lnTo>
                  <a:close/>
                  <a:moveTo>
                    <a:pt x="175448" y="2389220"/>
                  </a:moveTo>
                  <a:lnTo>
                    <a:pt x="159873" y="2494359"/>
                  </a:lnTo>
                  <a:lnTo>
                    <a:pt x="205446" y="2472944"/>
                  </a:lnTo>
                  <a:close/>
                  <a:moveTo>
                    <a:pt x="467152" y="2626508"/>
                  </a:moveTo>
                  <a:lnTo>
                    <a:pt x="514015" y="2638912"/>
                  </a:lnTo>
                  <a:lnTo>
                    <a:pt x="407104" y="2614734"/>
                  </a:lnTo>
                  <a:close/>
                  <a:moveTo>
                    <a:pt x="480971" y="2635866"/>
                  </a:moveTo>
                  <a:lnTo>
                    <a:pt x="539015" y="2668926"/>
                  </a:lnTo>
                  <a:lnTo>
                    <a:pt x="514015" y="2638912"/>
                  </a:lnTo>
                  <a:close/>
                  <a:moveTo>
                    <a:pt x="514015" y="2638912"/>
                  </a:moveTo>
                  <a:lnTo>
                    <a:pt x="539015" y="2668926"/>
                  </a:lnTo>
                  <a:lnTo>
                    <a:pt x="588172" y="2637515"/>
                  </a:lnTo>
                  <a:close/>
                  <a:moveTo>
                    <a:pt x="480971" y="2635866"/>
                  </a:moveTo>
                  <a:lnTo>
                    <a:pt x="514015" y="2638912"/>
                  </a:lnTo>
                  <a:lnTo>
                    <a:pt x="467152" y="2626508"/>
                  </a:lnTo>
                  <a:close/>
                  <a:moveTo>
                    <a:pt x="956199" y="3171935"/>
                  </a:moveTo>
                  <a:lnTo>
                    <a:pt x="955514" y="3174974"/>
                  </a:lnTo>
                  <a:lnTo>
                    <a:pt x="955529" y="3172935"/>
                  </a:lnTo>
                  <a:close/>
                  <a:moveTo>
                    <a:pt x="956199" y="3171935"/>
                  </a:moveTo>
                  <a:lnTo>
                    <a:pt x="955529" y="3172935"/>
                  </a:lnTo>
                  <a:lnTo>
                    <a:pt x="954584" y="3171497"/>
                  </a:lnTo>
                  <a:close/>
                  <a:moveTo>
                    <a:pt x="1027620" y="2974278"/>
                  </a:moveTo>
                  <a:lnTo>
                    <a:pt x="1016962" y="3090720"/>
                  </a:lnTo>
                  <a:lnTo>
                    <a:pt x="1121512" y="3023092"/>
                  </a:lnTo>
                  <a:close/>
                  <a:moveTo>
                    <a:pt x="594168" y="2483746"/>
                  </a:moveTo>
                  <a:lnTo>
                    <a:pt x="521707" y="2582156"/>
                  </a:lnTo>
                  <a:lnTo>
                    <a:pt x="600689" y="2578537"/>
                  </a:lnTo>
                  <a:close/>
                  <a:moveTo>
                    <a:pt x="459001" y="2432999"/>
                  </a:moveTo>
                  <a:lnTo>
                    <a:pt x="599622" y="2465122"/>
                  </a:lnTo>
                  <a:lnTo>
                    <a:pt x="548964" y="2476778"/>
                  </a:lnTo>
                  <a:close/>
                  <a:moveTo>
                    <a:pt x="548964" y="2476778"/>
                  </a:moveTo>
                  <a:lnTo>
                    <a:pt x="594168" y="2483746"/>
                  </a:lnTo>
                  <a:lnTo>
                    <a:pt x="459001" y="2432999"/>
                  </a:lnTo>
                  <a:close/>
                  <a:moveTo>
                    <a:pt x="284416" y="2253517"/>
                  </a:moveTo>
                  <a:lnTo>
                    <a:pt x="322246" y="2322853"/>
                  </a:lnTo>
                  <a:lnTo>
                    <a:pt x="367289" y="2246734"/>
                  </a:lnTo>
                  <a:close/>
                  <a:moveTo>
                    <a:pt x="284416" y="2253517"/>
                  </a:moveTo>
                  <a:lnTo>
                    <a:pt x="367289" y="2246734"/>
                  </a:lnTo>
                  <a:lnTo>
                    <a:pt x="306582" y="2205468"/>
                  </a:lnTo>
                  <a:close/>
                  <a:moveTo>
                    <a:pt x="367289" y="2246734"/>
                  </a:moveTo>
                  <a:lnTo>
                    <a:pt x="420414" y="2264136"/>
                  </a:lnTo>
                  <a:lnTo>
                    <a:pt x="377810" y="2193118"/>
                  </a:lnTo>
                  <a:close/>
                  <a:moveTo>
                    <a:pt x="1140567" y="2931632"/>
                  </a:moveTo>
                  <a:lnTo>
                    <a:pt x="1121512" y="3023092"/>
                  </a:lnTo>
                  <a:lnTo>
                    <a:pt x="1169541" y="2987465"/>
                  </a:lnTo>
                  <a:close/>
                  <a:moveTo>
                    <a:pt x="639785" y="2400080"/>
                  </a:moveTo>
                  <a:lnTo>
                    <a:pt x="692288" y="2364476"/>
                  </a:lnTo>
                  <a:lnTo>
                    <a:pt x="680761" y="2356126"/>
                  </a:lnTo>
                  <a:close/>
                  <a:moveTo>
                    <a:pt x="669685" y="2448421"/>
                  </a:moveTo>
                  <a:lnTo>
                    <a:pt x="692288" y="2364476"/>
                  </a:lnTo>
                  <a:lnTo>
                    <a:pt x="639785" y="2400080"/>
                  </a:lnTo>
                  <a:close/>
                  <a:moveTo>
                    <a:pt x="599622" y="2465122"/>
                  </a:moveTo>
                  <a:lnTo>
                    <a:pt x="669685" y="2448421"/>
                  </a:lnTo>
                  <a:lnTo>
                    <a:pt x="639785" y="2400080"/>
                  </a:lnTo>
                  <a:close/>
                  <a:moveTo>
                    <a:pt x="692288" y="2364476"/>
                  </a:moveTo>
                  <a:lnTo>
                    <a:pt x="610090" y="2289058"/>
                  </a:lnTo>
                  <a:lnTo>
                    <a:pt x="680761" y="2356126"/>
                  </a:lnTo>
                  <a:close/>
                  <a:moveTo>
                    <a:pt x="444069" y="2144813"/>
                  </a:moveTo>
                  <a:lnTo>
                    <a:pt x="381405" y="2135166"/>
                  </a:lnTo>
                  <a:lnTo>
                    <a:pt x="377810" y="2193118"/>
                  </a:lnTo>
                  <a:close/>
                  <a:moveTo>
                    <a:pt x="1271467" y="2874692"/>
                  </a:moveTo>
                  <a:lnTo>
                    <a:pt x="1189731" y="2810980"/>
                  </a:lnTo>
                  <a:lnTo>
                    <a:pt x="1250601" y="2914183"/>
                  </a:lnTo>
                  <a:close/>
                  <a:moveTo>
                    <a:pt x="1185578" y="2832222"/>
                  </a:moveTo>
                  <a:lnTo>
                    <a:pt x="1246634" y="2893195"/>
                  </a:lnTo>
                  <a:lnTo>
                    <a:pt x="1250601" y="2914183"/>
                  </a:lnTo>
                  <a:close/>
                  <a:moveTo>
                    <a:pt x="662226" y="2328324"/>
                  </a:moveTo>
                  <a:lnTo>
                    <a:pt x="680761" y="2356126"/>
                  </a:lnTo>
                  <a:lnTo>
                    <a:pt x="610090" y="2289058"/>
                  </a:lnTo>
                  <a:close/>
                  <a:moveTo>
                    <a:pt x="493571" y="1916869"/>
                  </a:moveTo>
                  <a:lnTo>
                    <a:pt x="443791" y="1945954"/>
                  </a:lnTo>
                  <a:lnTo>
                    <a:pt x="575227" y="1943509"/>
                  </a:lnTo>
                  <a:close/>
                  <a:moveTo>
                    <a:pt x="233232" y="1716023"/>
                  </a:moveTo>
                  <a:lnTo>
                    <a:pt x="176418" y="1680171"/>
                  </a:lnTo>
                  <a:lnTo>
                    <a:pt x="205543" y="1698405"/>
                  </a:lnTo>
                  <a:close/>
                  <a:moveTo>
                    <a:pt x="935230" y="2279253"/>
                  </a:moveTo>
                  <a:lnTo>
                    <a:pt x="890448" y="2349549"/>
                  </a:lnTo>
                  <a:lnTo>
                    <a:pt x="938509" y="2285486"/>
                  </a:lnTo>
                  <a:close/>
                  <a:moveTo>
                    <a:pt x="1004491" y="2361468"/>
                  </a:moveTo>
                  <a:lnTo>
                    <a:pt x="1024475" y="2376282"/>
                  </a:lnTo>
                  <a:lnTo>
                    <a:pt x="938509" y="2285486"/>
                  </a:lnTo>
                  <a:close/>
                  <a:moveTo>
                    <a:pt x="599269" y="1879045"/>
                  </a:moveTo>
                  <a:lnTo>
                    <a:pt x="493571" y="1916869"/>
                  </a:lnTo>
                  <a:lnTo>
                    <a:pt x="575227" y="1943509"/>
                  </a:lnTo>
                  <a:close/>
                  <a:moveTo>
                    <a:pt x="498926" y="1900032"/>
                  </a:moveTo>
                  <a:lnTo>
                    <a:pt x="493571" y="1916869"/>
                  </a:lnTo>
                  <a:lnTo>
                    <a:pt x="599269" y="1879045"/>
                  </a:lnTo>
                  <a:close/>
                  <a:moveTo>
                    <a:pt x="827704" y="2014701"/>
                  </a:moveTo>
                  <a:lnTo>
                    <a:pt x="946925" y="2066852"/>
                  </a:lnTo>
                  <a:lnTo>
                    <a:pt x="860316" y="2021687"/>
                  </a:lnTo>
                  <a:close/>
                  <a:moveTo>
                    <a:pt x="881183" y="2031815"/>
                  </a:moveTo>
                  <a:lnTo>
                    <a:pt x="946925" y="2066852"/>
                  </a:lnTo>
                  <a:lnTo>
                    <a:pt x="827704" y="2014701"/>
                  </a:lnTo>
                  <a:close/>
                  <a:moveTo>
                    <a:pt x="364912" y="1418666"/>
                  </a:moveTo>
                  <a:lnTo>
                    <a:pt x="325118" y="1457103"/>
                  </a:lnTo>
                  <a:lnTo>
                    <a:pt x="394935" y="1500881"/>
                  </a:lnTo>
                  <a:close/>
                  <a:moveTo>
                    <a:pt x="946925" y="2066852"/>
                  </a:moveTo>
                  <a:lnTo>
                    <a:pt x="980320" y="2076386"/>
                  </a:lnTo>
                  <a:lnTo>
                    <a:pt x="991927" y="2019900"/>
                  </a:lnTo>
                  <a:close/>
                  <a:moveTo>
                    <a:pt x="1038650" y="1964389"/>
                  </a:moveTo>
                  <a:lnTo>
                    <a:pt x="980320" y="2076386"/>
                  </a:lnTo>
                  <a:lnTo>
                    <a:pt x="1030913" y="2070772"/>
                  </a:lnTo>
                  <a:close/>
                  <a:moveTo>
                    <a:pt x="1038650" y="1964389"/>
                  </a:moveTo>
                  <a:lnTo>
                    <a:pt x="1030913" y="2070772"/>
                  </a:lnTo>
                  <a:lnTo>
                    <a:pt x="1052991" y="2076386"/>
                  </a:lnTo>
                  <a:close/>
                  <a:moveTo>
                    <a:pt x="1038650" y="1964389"/>
                  </a:moveTo>
                  <a:lnTo>
                    <a:pt x="1014495" y="1883935"/>
                  </a:lnTo>
                  <a:lnTo>
                    <a:pt x="1033154" y="1955735"/>
                  </a:lnTo>
                  <a:close/>
                  <a:moveTo>
                    <a:pt x="1014495" y="1883935"/>
                  </a:moveTo>
                  <a:lnTo>
                    <a:pt x="1008672" y="1873520"/>
                  </a:lnTo>
                  <a:lnTo>
                    <a:pt x="1033154" y="1955735"/>
                  </a:lnTo>
                  <a:close/>
                  <a:moveTo>
                    <a:pt x="1474358" y="2430341"/>
                  </a:moveTo>
                  <a:lnTo>
                    <a:pt x="1475593" y="2366810"/>
                  </a:lnTo>
                  <a:lnTo>
                    <a:pt x="1471667" y="2355184"/>
                  </a:lnTo>
                  <a:close/>
                  <a:moveTo>
                    <a:pt x="1471667" y="2355184"/>
                  </a:moveTo>
                  <a:lnTo>
                    <a:pt x="1475593" y="2366810"/>
                  </a:lnTo>
                  <a:lnTo>
                    <a:pt x="1471695" y="2255069"/>
                  </a:lnTo>
                  <a:close/>
                  <a:moveTo>
                    <a:pt x="1274676" y="2193965"/>
                  </a:moveTo>
                  <a:lnTo>
                    <a:pt x="1346957" y="2095702"/>
                  </a:lnTo>
                  <a:lnTo>
                    <a:pt x="1273528" y="2094807"/>
                  </a:lnTo>
                  <a:close/>
                  <a:moveTo>
                    <a:pt x="1321762" y="2016093"/>
                  </a:moveTo>
                  <a:lnTo>
                    <a:pt x="1279904" y="2045422"/>
                  </a:lnTo>
                  <a:lnTo>
                    <a:pt x="1273528" y="2094807"/>
                  </a:lnTo>
                  <a:close/>
                  <a:moveTo>
                    <a:pt x="1008672" y="1873520"/>
                  </a:moveTo>
                  <a:lnTo>
                    <a:pt x="1047193" y="1835084"/>
                  </a:lnTo>
                  <a:lnTo>
                    <a:pt x="1033154" y="1955735"/>
                  </a:lnTo>
                  <a:close/>
                  <a:moveTo>
                    <a:pt x="1647853" y="2004855"/>
                  </a:moveTo>
                  <a:lnTo>
                    <a:pt x="1688497" y="2028051"/>
                  </a:lnTo>
                  <a:lnTo>
                    <a:pt x="1703579" y="1987551"/>
                  </a:lnTo>
                  <a:close/>
                  <a:moveTo>
                    <a:pt x="1703579" y="1987551"/>
                  </a:moveTo>
                  <a:lnTo>
                    <a:pt x="1688497" y="2028051"/>
                  </a:lnTo>
                  <a:lnTo>
                    <a:pt x="1723511" y="2004855"/>
                  </a:lnTo>
                  <a:close/>
                  <a:moveTo>
                    <a:pt x="1110061" y="1166188"/>
                  </a:moveTo>
                  <a:lnTo>
                    <a:pt x="1045945" y="1157721"/>
                  </a:lnTo>
                  <a:lnTo>
                    <a:pt x="1116601" y="1260964"/>
                  </a:lnTo>
                  <a:close/>
                  <a:moveTo>
                    <a:pt x="998475" y="1120121"/>
                  </a:moveTo>
                  <a:lnTo>
                    <a:pt x="1034252" y="1144268"/>
                  </a:lnTo>
                  <a:lnTo>
                    <a:pt x="1045945" y="1157721"/>
                  </a:lnTo>
                  <a:close/>
                  <a:moveTo>
                    <a:pt x="958469" y="1033997"/>
                  </a:moveTo>
                  <a:lnTo>
                    <a:pt x="925951" y="994498"/>
                  </a:lnTo>
                  <a:lnTo>
                    <a:pt x="985580" y="1071905"/>
                  </a:lnTo>
                  <a:close/>
                  <a:moveTo>
                    <a:pt x="1026726" y="1010541"/>
                  </a:moveTo>
                  <a:lnTo>
                    <a:pt x="958469" y="1033997"/>
                  </a:lnTo>
                  <a:lnTo>
                    <a:pt x="985580" y="1071905"/>
                  </a:lnTo>
                  <a:close/>
                  <a:moveTo>
                    <a:pt x="123784" y="21394"/>
                  </a:moveTo>
                  <a:lnTo>
                    <a:pt x="161807" y="90575"/>
                  </a:lnTo>
                  <a:lnTo>
                    <a:pt x="166626" y="113908"/>
                  </a:lnTo>
                  <a:close/>
                  <a:moveTo>
                    <a:pt x="75569" y="0"/>
                  </a:moveTo>
                  <a:lnTo>
                    <a:pt x="161807" y="90575"/>
                  </a:lnTo>
                  <a:lnTo>
                    <a:pt x="123784" y="21394"/>
                  </a:lnTo>
                  <a:close/>
                  <a:moveTo>
                    <a:pt x="1955093" y="2252291"/>
                  </a:moveTo>
                  <a:lnTo>
                    <a:pt x="1862488" y="2219230"/>
                  </a:lnTo>
                  <a:lnTo>
                    <a:pt x="1901668" y="2247968"/>
                  </a:lnTo>
                  <a:close/>
                  <a:moveTo>
                    <a:pt x="1482490" y="1545647"/>
                  </a:moveTo>
                  <a:lnTo>
                    <a:pt x="1483409" y="1603371"/>
                  </a:lnTo>
                  <a:lnTo>
                    <a:pt x="1486244" y="1555344"/>
                  </a:lnTo>
                  <a:close/>
                  <a:moveTo>
                    <a:pt x="1486244" y="1555344"/>
                  </a:moveTo>
                  <a:lnTo>
                    <a:pt x="1502047" y="1457855"/>
                  </a:lnTo>
                  <a:lnTo>
                    <a:pt x="1482490" y="1545647"/>
                  </a:lnTo>
                  <a:close/>
                  <a:moveTo>
                    <a:pt x="1815832" y="1656607"/>
                  </a:moveTo>
                  <a:lnTo>
                    <a:pt x="1717002" y="1704223"/>
                  </a:lnTo>
                  <a:lnTo>
                    <a:pt x="1799750" y="1734944"/>
                  </a:lnTo>
                  <a:close/>
                  <a:moveTo>
                    <a:pt x="1815832" y="1656607"/>
                  </a:moveTo>
                  <a:lnTo>
                    <a:pt x="1736952" y="1660142"/>
                  </a:lnTo>
                  <a:lnTo>
                    <a:pt x="1717002" y="1704223"/>
                  </a:lnTo>
                  <a:close/>
                  <a:moveTo>
                    <a:pt x="1736952" y="1660142"/>
                  </a:moveTo>
                  <a:lnTo>
                    <a:pt x="1815832" y="1656607"/>
                  </a:lnTo>
                  <a:lnTo>
                    <a:pt x="1753186" y="1624304"/>
                  </a:lnTo>
                  <a:close/>
                  <a:moveTo>
                    <a:pt x="1502047" y="1457855"/>
                  </a:moveTo>
                  <a:lnTo>
                    <a:pt x="1526672" y="1434693"/>
                  </a:lnTo>
                  <a:lnTo>
                    <a:pt x="1523377" y="1412315"/>
                  </a:lnTo>
                  <a:close/>
                  <a:moveTo>
                    <a:pt x="1523377" y="1412315"/>
                  </a:moveTo>
                  <a:lnTo>
                    <a:pt x="1526672" y="1434693"/>
                  </a:lnTo>
                  <a:lnTo>
                    <a:pt x="1549185" y="1355438"/>
                  </a:lnTo>
                  <a:close/>
                  <a:moveTo>
                    <a:pt x="1549854" y="1351289"/>
                  </a:moveTo>
                  <a:lnTo>
                    <a:pt x="1523377" y="1412315"/>
                  </a:lnTo>
                  <a:lnTo>
                    <a:pt x="1549185" y="1355438"/>
                  </a:lnTo>
                  <a:close/>
                  <a:moveTo>
                    <a:pt x="1888350" y="1357819"/>
                  </a:moveTo>
                  <a:lnTo>
                    <a:pt x="1863889" y="1237168"/>
                  </a:lnTo>
                  <a:lnTo>
                    <a:pt x="1915391" y="131938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46" name="Candidate_density__2045">
              <a:extLst>
                <a:ext uri="{FF2B5EF4-FFF2-40B4-BE49-F238E27FC236}">
                  <a16:creationId xmlns:a16="http://schemas.microsoft.com/office/drawing/2014/main" id="{7A624B27-252F-9D30-3BAF-B13BEB72F304}"/>
                </a:ext>
              </a:extLst>
            </p:cNvPr>
            <p:cNvSpPr>
              <a:spLocks noGrp="1"/>
            </p:cNvSpPr>
            <p:nvPr/>
          </p:nvSpPr>
          <p:spPr>
            <a:xfrm>
              <a:off x="4599460" y="2165924"/>
              <a:ext cx="1900153" cy="3377626"/>
            </a:xfrm>
            <a:custGeom>
              <a:avLst/>
              <a:gdLst/>
              <a:ahLst/>
              <a:cxnLst/>
              <a:rect l="0" t="0" r="0" b="0"/>
              <a:pathLst>
                <a:path w="1900153" h="3377626">
                  <a:moveTo>
                    <a:pt x="0" y="2666404"/>
                  </a:moveTo>
                  <a:lnTo>
                    <a:pt x="77692" y="2712738"/>
                  </a:lnTo>
                  <a:lnTo>
                    <a:pt x="63708" y="2703708"/>
                  </a:lnTo>
                  <a:close/>
                  <a:moveTo>
                    <a:pt x="0" y="2666404"/>
                  </a:moveTo>
                  <a:lnTo>
                    <a:pt x="114742" y="2733804"/>
                  </a:lnTo>
                  <a:lnTo>
                    <a:pt x="77692" y="2712738"/>
                  </a:lnTo>
                  <a:close/>
                  <a:moveTo>
                    <a:pt x="230931" y="2771613"/>
                  </a:moveTo>
                  <a:lnTo>
                    <a:pt x="114742" y="2733804"/>
                  </a:lnTo>
                  <a:lnTo>
                    <a:pt x="177002" y="2743780"/>
                  </a:lnTo>
                  <a:close/>
                  <a:moveTo>
                    <a:pt x="830539" y="3332023"/>
                  </a:moveTo>
                  <a:lnTo>
                    <a:pt x="840201" y="3377626"/>
                  </a:lnTo>
                  <a:lnTo>
                    <a:pt x="891116" y="3352784"/>
                  </a:lnTo>
                  <a:close/>
                  <a:moveTo>
                    <a:pt x="884702" y="3293586"/>
                  </a:moveTo>
                  <a:lnTo>
                    <a:pt x="891116" y="3352784"/>
                  </a:lnTo>
                  <a:lnTo>
                    <a:pt x="940391" y="3321812"/>
                  </a:lnTo>
                  <a:close/>
                  <a:moveTo>
                    <a:pt x="1016019" y="3255150"/>
                  </a:moveTo>
                  <a:lnTo>
                    <a:pt x="982843" y="3293586"/>
                  </a:lnTo>
                  <a:lnTo>
                    <a:pt x="1033206" y="3174974"/>
                  </a:lnTo>
                  <a:close/>
                  <a:moveTo>
                    <a:pt x="484796" y="2614734"/>
                  </a:moveTo>
                  <a:lnTo>
                    <a:pt x="445905" y="2597429"/>
                  </a:lnTo>
                  <a:lnTo>
                    <a:pt x="438060" y="2558314"/>
                  </a:lnTo>
                  <a:close/>
                  <a:moveTo>
                    <a:pt x="530019" y="2623471"/>
                  </a:moveTo>
                  <a:lnTo>
                    <a:pt x="544844" y="2626508"/>
                  </a:lnTo>
                  <a:lnTo>
                    <a:pt x="484796" y="2614734"/>
                  </a:lnTo>
                  <a:close/>
                  <a:moveTo>
                    <a:pt x="1065570" y="3090720"/>
                  </a:moveTo>
                  <a:lnTo>
                    <a:pt x="1088104" y="3101568"/>
                  </a:lnTo>
                  <a:lnTo>
                    <a:pt x="1096286" y="3081709"/>
                  </a:lnTo>
                  <a:close/>
                  <a:moveTo>
                    <a:pt x="444981" y="2246734"/>
                  </a:moveTo>
                  <a:lnTo>
                    <a:pt x="384628" y="2350784"/>
                  </a:lnTo>
                  <a:lnTo>
                    <a:pt x="427740" y="2304525"/>
                  </a:lnTo>
                  <a:close/>
                  <a:moveTo>
                    <a:pt x="444981" y="2246734"/>
                  </a:moveTo>
                  <a:lnTo>
                    <a:pt x="455502" y="2193118"/>
                  </a:lnTo>
                  <a:lnTo>
                    <a:pt x="384274" y="2205468"/>
                  </a:lnTo>
                  <a:close/>
                  <a:moveTo>
                    <a:pt x="455502" y="2193118"/>
                  </a:moveTo>
                  <a:lnTo>
                    <a:pt x="459096" y="2135166"/>
                  </a:lnTo>
                  <a:lnTo>
                    <a:pt x="434776" y="2179083"/>
                  </a:lnTo>
                  <a:close/>
                  <a:moveTo>
                    <a:pt x="521761" y="2144813"/>
                  </a:moveTo>
                  <a:lnTo>
                    <a:pt x="455502" y="2193118"/>
                  </a:lnTo>
                  <a:lnTo>
                    <a:pt x="519382" y="2153301"/>
                  </a:lnTo>
                  <a:close/>
                  <a:moveTo>
                    <a:pt x="459096" y="2135166"/>
                  </a:moveTo>
                  <a:lnTo>
                    <a:pt x="513391" y="2130901"/>
                  </a:lnTo>
                  <a:lnTo>
                    <a:pt x="469398" y="2027266"/>
                  </a:lnTo>
                  <a:close/>
                  <a:moveTo>
                    <a:pt x="449504" y="2109481"/>
                  </a:moveTo>
                  <a:lnTo>
                    <a:pt x="459096" y="2135166"/>
                  </a:lnTo>
                  <a:lnTo>
                    <a:pt x="468858" y="2027856"/>
                  </a:lnTo>
                  <a:close/>
                  <a:moveTo>
                    <a:pt x="288796" y="1696748"/>
                  </a:moveTo>
                  <a:lnTo>
                    <a:pt x="254110" y="1680171"/>
                  </a:lnTo>
                  <a:lnTo>
                    <a:pt x="310924" y="1716023"/>
                  </a:lnTo>
                  <a:close/>
                  <a:moveTo>
                    <a:pt x="360399" y="1685801"/>
                  </a:moveTo>
                  <a:lnTo>
                    <a:pt x="288796" y="1696748"/>
                  </a:lnTo>
                  <a:lnTo>
                    <a:pt x="310924" y="1716023"/>
                  </a:lnTo>
                  <a:close/>
                  <a:moveTo>
                    <a:pt x="333285" y="1698405"/>
                  </a:moveTo>
                  <a:lnTo>
                    <a:pt x="360399" y="1685801"/>
                  </a:lnTo>
                  <a:lnTo>
                    <a:pt x="310924" y="1716023"/>
                  </a:lnTo>
                  <a:close/>
                  <a:moveTo>
                    <a:pt x="1551710" y="2449025"/>
                  </a:moveTo>
                  <a:lnTo>
                    <a:pt x="1452311" y="2473582"/>
                  </a:lnTo>
                  <a:lnTo>
                    <a:pt x="1461870" y="2371832"/>
                  </a:lnTo>
                  <a:close/>
                  <a:moveTo>
                    <a:pt x="1069619" y="2019900"/>
                  </a:moveTo>
                  <a:lnTo>
                    <a:pt x="1058012" y="2076386"/>
                  </a:lnTo>
                  <a:lnTo>
                    <a:pt x="1116342" y="1964389"/>
                  </a:lnTo>
                  <a:close/>
                  <a:moveTo>
                    <a:pt x="1116342" y="1964389"/>
                  </a:moveTo>
                  <a:lnTo>
                    <a:pt x="1110845" y="1955735"/>
                  </a:lnTo>
                  <a:lnTo>
                    <a:pt x="1069619" y="2019900"/>
                  </a:lnTo>
                  <a:close/>
                  <a:moveTo>
                    <a:pt x="1399454" y="2016093"/>
                  </a:moveTo>
                  <a:lnTo>
                    <a:pt x="1351220" y="2094807"/>
                  </a:lnTo>
                  <a:lnTo>
                    <a:pt x="1424649" y="2095702"/>
                  </a:lnTo>
                  <a:close/>
                  <a:moveTo>
                    <a:pt x="1678759" y="1979823"/>
                  </a:moveTo>
                  <a:lnTo>
                    <a:pt x="1725545" y="2004855"/>
                  </a:lnTo>
                  <a:lnTo>
                    <a:pt x="1728144" y="1949263"/>
                  </a:lnTo>
                  <a:close/>
                  <a:moveTo>
                    <a:pt x="1106824" y="1234740"/>
                  </a:moveTo>
                  <a:lnTo>
                    <a:pt x="1123637" y="1157721"/>
                  </a:lnTo>
                  <a:lnTo>
                    <a:pt x="1081733" y="1204387"/>
                  </a:lnTo>
                  <a:close/>
                  <a:moveTo>
                    <a:pt x="1027016" y="1215009"/>
                  </a:moveTo>
                  <a:lnTo>
                    <a:pt x="1106824" y="1234740"/>
                  </a:lnTo>
                  <a:lnTo>
                    <a:pt x="1081733" y="1204387"/>
                  </a:lnTo>
                  <a:close/>
                  <a:moveTo>
                    <a:pt x="187807" y="91405"/>
                  </a:moveTo>
                  <a:lnTo>
                    <a:pt x="214802" y="128880"/>
                  </a:lnTo>
                  <a:lnTo>
                    <a:pt x="239499" y="90575"/>
                  </a:lnTo>
                  <a:close/>
                  <a:moveTo>
                    <a:pt x="177412" y="196123"/>
                  </a:moveTo>
                  <a:lnTo>
                    <a:pt x="214802" y="128880"/>
                  </a:lnTo>
                  <a:lnTo>
                    <a:pt x="176606" y="181206"/>
                  </a:lnTo>
                  <a:close/>
                  <a:moveTo>
                    <a:pt x="239499" y="90575"/>
                  </a:moveTo>
                  <a:lnTo>
                    <a:pt x="214802" y="128880"/>
                  </a:lnTo>
                  <a:lnTo>
                    <a:pt x="244318" y="113908"/>
                  </a:lnTo>
                  <a:close/>
                  <a:moveTo>
                    <a:pt x="153261" y="0"/>
                  </a:moveTo>
                  <a:lnTo>
                    <a:pt x="219048" y="75472"/>
                  </a:lnTo>
                  <a:lnTo>
                    <a:pt x="239499" y="90575"/>
                  </a:lnTo>
                  <a:close/>
                  <a:moveTo>
                    <a:pt x="1604364" y="1434693"/>
                  </a:moveTo>
                  <a:lnTo>
                    <a:pt x="1579739" y="1457855"/>
                  </a:lnTo>
                  <a:lnTo>
                    <a:pt x="1563936" y="1555344"/>
                  </a:lnTo>
                  <a:close/>
                  <a:moveTo>
                    <a:pt x="1893524" y="1656607"/>
                  </a:moveTo>
                  <a:lnTo>
                    <a:pt x="1890562" y="1568794"/>
                  </a:lnTo>
                  <a:lnTo>
                    <a:pt x="1830877" y="1624304"/>
                  </a:lnTo>
                  <a:close/>
                  <a:moveTo>
                    <a:pt x="1893524" y="1656607"/>
                  </a:moveTo>
                  <a:lnTo>
                    <a:pt x="1877442" y="1734944"/>
                  </a:lnTo>
                  <a:lnTo>
                    <a:pt x="1900153" y="1681338"/>
                  </a:lnTo>
                  <a:close/>
                  <a:moveTo>
                    <a:pt x="1900153" y="1681338"/>
                  </a:moveTo>
                  <a:lnTo>
                    <a:pt x="1890562" y="1568794"/>
                  </a:lnTo>
                  <a:lnTo>
                    <a:pt x="1893524" y="1656607"/>
                  </a:lnTo>
                  <a:close/>
                  <a:moveTo>
                    <a:pt x="1893735" y="1560686"/>
                  </a:moveTo>
                  <a:lnTo>
                    <a:pt x="1890562" y="1568794"/>
                  </a:lnTo>
                  <a:lnTo>
                    <a:pt x="1900153" y="1681338"/>
                  </a:lnTo>
                  <a:close/>
                  <a:moveTo>
                    <a:pt x="1892915" y="1557011"/>
                  </a:moveTo>
                  <a:lnTo>
                    <a:pt x="1896425" y="1522250"/>
                  </a:lnTo>
                  <a:lnTo>
                    <a:pt x="1890562" y="1568794"/>
                  </a:lnTo>
                  <a:close/>
                  <a:moveTo>
                    <a:pt x="1892915" y="1557011"/>
                  </a:moveTo>
                  <a:lnTo>
                    <a:pt x="1890562" y="1568794"/>
                  </a:lnTo>
                  <a:lnTo>
                    <a:pt x="1893735" y="156068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47" name="Candidate_density__2046">
              <a:extLst>
                <a:ext uri="{FF2B5EF4-FFF2-40B4-BE49-F238E27FC236}">
                  <a16:creationId xmlns:a16="http://schemas.microsoft.com/office/drawing/2014/main" id="{C50323EC-8480-4DF0-9EAF-29D8105FAD1F}"/>
                </a:ext>
              </a:extLst>
            </p:cNvPr>
            <p:cNvSpPr>
              <a:spLocks noGrp="1"/>
            </p:cNvSpPr>
            <p:nvPr/>
          </p:nvSpPr>
          <p:spPr>
            <a:xfrm>
              <a:off x="4767309" y="2294804"/>
              <a:ext cx="1754040" cy="3223904"/>
            </a:xfrm>
            <a:custGeom>
              <a:avLst/>
              <a:gdLst/>
              <a:ahLst/>
              <a:cxnLst/>
              <a:rect l="0" t="0" r="0" b="0"/>
              <a:pathLst>
                <a:path w="1754040" h="3223904">
                  <a:moveTo>
                    <a:pt x="765794" y="3203143"/>
                  </a:moveTo>
                  <a:lnTo>
                    <a:pt x="772542" y="3192932"/>
                  </a:lnTo>
                  <a:lnTo>
                    <a:pt x="723267" y="3223904"/>
                  </a:lnTo>
                  <a:close/>
                  <a:moveTo>
                    <a:pt x="765794" y="3203143"/>
                  </a:moveTo>
                  <a:lnTo>
                    <a:pt x="814994" y="3164706"/>
                  </a:lnTo>
                  <a:lnTo>
                    <a:pt x="772542" y="3192932"/>
                  </a:lnTo>
                  <a:close/>
                  <a:moveTo>
                    <a:pt x="814994" y="3164706"/>
                  </a:moveTo>
                  <a:lnTo>
                    <a:pt x="831512" y="3134757"/>
                  </a:lnTo>
                  <a:lnTo>
                    <a:pt x="865357" y="3046094"/>
                  </a:lnTo>
                  <a:close/>
                  <a:moveTo>
                    <a:pt x="1079384" y="2858585"/>
                  </a:moveTo>
                  <a:lnTo>
                    <a:pt x="1031355" y="2894211"/>
                  </a:lnTo>
                  <a:lnTo>
                    <a:pt x="1142623" y="2816369"/>
                  </a:lnTo>
                  <a:close/>
                  <a:moveTo>
                    <a:pt x="1142623" y="2816369"/>
                  </a:moveTo>
                  <a:lnTo>
                    <a:pt x="1105755" y="2869265"/>
                  </a:lnTo>
                  <a:lnTo>
                    <a:pt x="1079384" y="2858585"/>
                  </a:lnTo>
                  <a:close/>
                  <a:moveTo>
                    <a:pt x="301549" y="1898385"/>
                  </a:moveTo>
                  <a:lnTo>
                    <a:pt x="353634" y="1817074"/>
                  </a:lnTo>
                  <a:lnTo>
                    <a:pt x="403414" y="1787989"/>
                  </a:lnTo>
                  <a:close/>
                  <a:moveTo>
                    <a:pt x="398635" y="1859949"/>
                  </a:moveTo>
                  <a:lnTo>
                    <a:pt x="403414" y="1787989"/>
                  </a:lnTo>
                  <a:lnTo>
                    <a:pt x="408769" y="1771151"/>
                  </a:lnTo>
                  <a:close/>
                  <a:moveTo>
                    <a:pt x="1629467" y="2661154"/>
                  </a:moveTo>
                  <a:lnTo>
                    <a:pt x="1566179" y="2637223"/>
                  </a:lnTo>
                  <a:lnTo>
                    <a:pt x="1580624" y="2649006"/>
                  </a:lnTo>
                  <a:close/>
                  <a:moveTo>
                    <a:pt x="1642822" y="2649006"/>
                  </a:moveTo>
                  <a:lnTo>
                    <a:pt x="1679620" y="2633470"/>
                  </a:lnTo>
                  <a:lnTo>
                    <a:pt x="1629467" y="2661154"/>
                  </a:lnTo>
                  <a:close/>
                  <a:moveTo>
                    <a:pt x="1642822" y="2649006"/>
                  </a:moveTo>
                  <a:lnTo>
                    <a:pt x="1705216" y="2610569"/>
                  </a:lnTo>
                  <a:lnTo>
                    <a:pt x="1679620" y="2633470"/>
                  </a:lnTo>
                  <a:close/>
                  <a:moveTo>
                    <a:pt x="12511" y="105680"/>
                  </a:moveTo>
                  <a:lnTo>
                    <a:pt x="9563" y="67243"/>
                  </a:lnTo>
                  <a:lnTo>
                    <a:pt x="0" y="103105"/>
                  </a:lnTo>
                  <a:close/>
                  <a:moveTo>
                    <a:pt x="9563" y="67243"/>
                  </a:moveTo>
                  <a:lnTo>
                    <a:pt x="12511" y="105680"/>
                  </a:lnTo>
                  <a:lnTo>
                    <a:pt x="46953" y="0"/>
                  </a:lnTo>
                  <a:close/>
                  <a:moveTo>
                    <a:pt x="1008428" y="871673"/>
                  </a:moveTo>
                  <a:lnTo>
                    <a:pt x="985781" y="904366"/>
                  </a:lnTo>
                  <a:lnTo>
                    <a:pt x="936569" y="881661"/>
                  </a:lnTo>
                  <a:close/>
                  <a:moveTo>
                    <a:pt x="1725887" y="1431806"/>
                  </a:moveTo>
                  <a:lnTo>
                    <a:pt x="1754040" y="1341836"/>
                  </a:lnTo>
                  <a:lnTo>
                    <a:pt x="1725066" y="1428131"/>
                  </a:lnTo>
                  <a:close/>
                  <a:moveTo>
                    <a:pt x="1728576" y="1393369"/>
                  </a:moveTo>
                  <a:lnTo>
                    <a:pt x="1725066" y="1428131"/>
                  </a:lnTo>
                  <a:lnTo>
                    <a:pt x="1754040" y="1341836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48" name="Candidate_density__2047">
              <a:extLst>
                <a:ext uri="{FF2B5EF4-FFF2-40B4-BE49-F238E27FC236}">
                  <a16:creationId xmlns:a16="http://schemas.microsoft.com/office/drawing/2014/main" id="{E7075F2B-2988-1F71-2445-C5DC2A2555F4}"/>
                </a:ext>
              </a:extLst>
            </p:cNvPr>
            <p:cNvSpPr>
              <a:spLocks noGrp="1"/>
            </p:cNvSpPr>
            <p:nvPr/>
          </p:nvSpPr>
          <p:spPr>
            <a:xfrm>
              <a:off x="4373986" y="2929282"/>
              <a:ext cx="2344279" cy="2509743"/>
            </a:xfrm>
            <a:custGeom>
              <a:avLst/>
              <a:gdLst/>
              <a:ahLst/>
              <a:cxnLst/>
              <a:rect l="0" t="0" r="0" b="0"/>
              <a:pathLst>
                <a:path w="2344279" h="2509743">
                  <a:moveTo>
                    <a:pt x="29684" y="1823387"/>
                  </a:moveTo>
                  <a:lnTo>
                    <a:pt x="0" y="1861823"/>
                  </a:lnTo>
                  <a:lnTo>
                    <a:pt x="35516" y="1905602"/>
                  </a:lnTo>
                  <a:close/>
                  <a:moveTo>
                    <a:pt x="35516" y="1905602"/>
                  </a:moveTo>
                  <a:lnTo>
                    <a:pt x="94748" y="1784950"/>
                  </a:lnTo>
                  <a:lnTo>
                    <a:pt x="29684" y="1823387"/>
                  </a:lnTo>
                  <a:close/>
                  <a:moveTo>
                    <a:pt x="392951" y="1927574"/>
                  </a:moveTo>
                  <a:lnTo>
                    <a:pt x="489386" y="1916364"/>
                  </a:lnTo>
                  <a:lnTo>
                    <a:pt x="477608" y="1910944"/>
                  </a:lnTo>
                  <a:close/>
                  <a:moveTo>
                    <a:pt x="477608" y="1910944"/>
                  </a:moveTo>
                  <a:lnTo>
                    <a:pt x="418212" y="1828729"/>
                  </a:lnTo>
                  <a:lnTo>
                    <a:pt x="392951" y="1927574"/>
                  </a:lnTo>
                  <a:close/>
                  <a:moveTo>
                    <a:pt x="418212" y="1828729"/>
                  </a:moveTo>
                  <a:lnTo>
                    <a:pt x="387246" y="1832120"/>
                  </a:lnTo>
                  <a:lnTo>
                    <a:pt x="392951" y="1927574"/>
                  </a:lnTo>
                  <a:close/>
                  <a:moveTo>
                    <a:pt x="309298" y="1834898"/>
                  </a:moveTo>
                  <a:lnTo>
                    <a:pt x="253233" y="1746514"/>
                  </a:lnTo>
                  <a:lnTo>
                    <a:pt x="214087" y="1751619"/>
                  </a:lnTo>
                  <a:close/>
                  <a:moveTo>
                    <a:pt x="214087" y="1751619"/>
                  </a:moveTo>
                  <a:lnTo>
                    <a:pt x="225693" y="1766430"/>
                  </a:lnTo>
                  <a:lnTo>
                    <a:pt x="309298" y="1834898"/>
                  </a:lnTo>
                  <a:close/>
                  <a:moveTo>
                    <a:pt x="303197" y="1639674"/>
                  </a:moveTo>
                  <a:lnTo>
                    <a:pt x="306018" y="1664298"/>
                  </a:lnTo>
                  <a:lnTo>
                    <a:pt x="257735" y="1607572"/>
                  </a:lnTo>
                  <a:close/>
                  <a:moveTo>
                    <a:pt x="1097704" y="2418820"/>
                  </a:moveTo>
                  <a:lnTo>
                    <a:pt x="1078305" y="2509743"/>
                  </a:lnTo>
                  <a:lnTo>
                    <a:pt x="1172113" y="2409577"/>
                  </a:lnTo>
                  <a:close/>
                  <a:moveTo>
                    <a:pt x="1000869" y="2436952"/>
                  </a:moveTo>
                  <a:lnTo>
                    <a:pt x="1097704" y="2418820"/>
                  </a:lnTo>
                  <a:lnTo>
                    <a:pt x="1067898" y="2342959"/>
                  </a:lnTo>
                  <a:close/>
                  <a:moveTo>
                    <a:pt x="1097704" y="2418820"/>
                  </a:moveTo>
                  <a:lnTo>
                    <a:pt x="1181975" y="2403486"/>
                  </a:lnTo>
                  <a:lnTo>
                    <a:pt x="1132896" y="2350709"/>
                  </a:lnTo>
                  <a:close/>
                  <a:moveTo>
                    <a:pt x="1097704" y="2418820"/>
                  </a:moveTo>
                  <a:lnTo>
                    <a:pt x="1132896" y="2350709"/>
                  </a:lnTo>
                  <a:lnTo>
                    <a:pt x="1067898" y="2342959"/>
                  </a:lnTo>
                  <a:close/>
                  <a:moveTo>
                    <a:pt x="1172113" y="2409577"/>
                  </a:moveTo>
                  <a:lnTo>
                    <a:pt x="1229126" y="2472660"/>
                  </a:lnTo>
                  <a:lnTo>
                    <a:pt x="1189684" y="2404634"/>
                  </a:lnTo>
                  <a:close/>
                  <a:moveTo>
                    <a:pt x="1181975" y="2403486"/>
                  </a:moveTo>
                  <a:lnTo>
                    <a:pt x="1172113" y="2409577"/>
                  </a:lnTo>
                  <a:lnTo>
                    <a:pt x="1189684" y="2404634"/>
                  </a:lnTo>
                  <a:close/>
                  <a:moveTo>
                    <a:pt x="496939" y="1384559"/>
                  </a:moveTo>
                  <a:lnTo>
                    <a:pt x="496061" y="1302344"/>
                  </a:lnTo>
                  <a:lnTo>
                    <a:pt x="489688" y="1308967"/>
                  </a:lnTo>
                  <a:close/>
                  <a:moveTo>
                    <a:pt x="496709" y="1298137"/>
                  </a:moveTo>
                  <a:lnTo>
                    <a:pt x="489688" y="1308967"/>
                  </a:lnTo>
                  <a:lnTo>
                    <a:pt x="496061" y="1302344"/>
                  </a:lnTo>
                  <a:close/>
                  <a:moveTo>
                    <a:pt x="496061" y="1302344"/>
                  </a:moveTo>
                  <a:lnTo>
                    <a:pt x="496939" y="1384559"/>
                  </a:lnTo>
                  <a:lnTo>
                    <a:pt x="503787" y="1346123"/>
                  </a:lnTo>
                  <a:close/>
                  <a:moveTo>
                    <a:pt x="496061" y="1302344"/>
                  </a:moveTo>
                  <a:lnTo>
                    <a:pt x="503787" y="1346123"/>
                  </a:lnTo>
                  <a:lnTo>
                    <a:pt x="516775" y="1263907"/>
                  </a:lnTo>
                  <a:close/>
                  <a:moveTo>
                    <a:pt x="496061" y="1302344"/>
                  </a:moveTo>
                  <a:lnTo>
                    <a:pt x="493942" y="1205417"/>
                  </a:lnTo>
                  <a:lnTo>
                    <a:pt x="496709" y="1298137"/>
                  </a:lnTo>
                  <a:close/>
                  <a:moveTo>
                    <a:pt x="494635" y="1181692"/>
                  </a:moveTo>
                  <a:lnTo>
                    <a:pt x="493942" y="1205417"/>
                  </a:lnTo>
                  <a:lnTo>
                    <a:pt x="496061" y="1302344"/>
                  </a:lnTo>
                  <a:close/>
                  <a:moveTo>
                    <a:pt x="516775" y="1263907"/>
                  </a:moveTo>
                  <a:lnTo>
                    <a:pt x="494635" y="1181692"/>
                  </a:lnTo>
                  <a:lnTo>
                    <a:pt x="496061" y="1302344"/>
                  </a:lnTo>
                  <a:close/>
                  <a:moveTo>
                    <a:pt x="508819" y="1128209"/>
                  </a:moveTo>
                  <a:lnTo>
                    <a:pt x="493942" y="1205417"/>
                  </a:lnTo>
                  <a:lnTo>
                    <a:pt x="494635" y="1181692"/>
                  </a:lnTo>
                  <a:close/>
                  <a:moveTo>
                    <a:pt x="1474644" y="2129837"/>
                  </a:moveTo>
                  <a:lnTo>
                    <a:pt x="1443732" y="2168273"/>
                  </a:lnTo>
                  <a:lnTo>
                    <a:pt x="1488185" y="2212052"/>
                  </a:lnTo>
                  <a:close/>
                  <a:moveTo>
                    <a:pt x="630894" y="1090767"/>
                  </a:moveTo>
                  <a:lnTo>
                    <a:pt x="577526" y="1106436"/>
                  </a:lnTo>
                  <a:lnTo>
                    <a:pt x="508819" y="1128209"/>
                  </a:lnTo>
                  <a:close/>
                  <a:moveTo>
                    <a:pt x="630894" y="1090767"/>
                  </a:moveTo>
                  <a:lnTo>
                    <a:pt x="508819" y="1128209"/>
                  </a:lnTo>
                  <a:lnTo>
                    <a:pt x="562485" y="1113658"/>
                  </a:lnTo>
                  <a:close/>
                  <a:moveTo>
                    <a:pt x="691753" y="1105192"/>
                  </a:moveTo>
                  <a:lnTo>
                    <a:pt x="704568" y="1087564"/>
                  </a:lnTo>
                  <a:lnTo>
                    <a:pt x="630894" y="1090767"/>
                  </a:lnTo>
                  <a:close/>
                  <a:moveTo>
                    <a:pt x="691753" y="1105192"/>
                  </a:moveTo>
                  <a:lnTo>
                    <a:pt x="757577" y="1112271"/>
                  </a:lnTo>
                  <a:lnTo>
                    <a:pt x="704568" y="1087564"/>
                  </a:lnTo>
                  <a:close/>
                  <a:moveTo>
                    <a:pt x="810869" y="1029445"/>
                  </a:moveTo>
                  <a:lnTo>
                    <a:pt x="709251" y="1061041"/>
                  </a:lnTo>
                  <a:lnTo>
                    <a:pt x="757577" y="1112271"/>
                  </a:lnTo>
                  <a:close/>
                  <a:moveTo>
                    <a:pt x="471519" y="896611"/>
                  </a:moveTo>
                  <a:lnTo>
                    <a:pt x="467606" y="822373"/>
                  </a:lnTo>
                  <a:lnTo>
                    <a:pt x="475036" y="775959"/>
                  </a:lnTo>
                  <a:close/>
                  <a:moveTo>
                    <a:pt x="475036" y="775959"/>
                  </a:moveTo>
                  <a:lnTo>
                    <a:pt x="510069" y="702478"/>
                  </a:lnTo>
                  <a:lnTo>
                    <a:pt x="419855" y="814396"/>
                  </a:lnTo>
                  <a:close/>
                  <a:moveTo>
                    <a:pt x="1611739" y="1970749"/>
                  </a:moveTo>
                  <a:lnTo>
                    <a:pt x="1564289" y="2009186"/>
                  </a:lnTo>
                  <a:lnTo>
                    <a:pt x="1666083" y="2052964"/>
                  </a:lnTo>
                  <a:close/>
                  <a:moveTo>
                    <a:pt x="1519264" y="1926971"/>
                  </a:moveTo>
                  <a:lnTo>
                    <a:pt x="1564289" y="2009186"/>
                  </a:lnTo>
                  <a:lnTo>
                    <a:pt x="1611739" y="1970749"/>
                  </a:lnTo>
                  <a:close/>
                  <a:moveTo>
                    <a:pt x="1519264" y="1926971"/>
                  </a:moveTo>
                  <a:lnTo>
                    <a:pt x="1611739" y="1970749"/>
                  </a:lnTo>
                  <a:lnTo>
                    <a:pt x="1571998" y="1888534"/>
                  </a:lnTo>
                  <a:close/>
                  <a:moveTo>
                    <a:pt x="1500607" y="1844755"/>
                  </a:moveTo>
                  <a:lnTo>
                    <a:pt x="1571998" y="1888534"/>
                  </a:lnTo>
                  <a:lnTo>
                    <a:pt x="1533852" y="1806319"/>
                  </a:lnTo>
                  <a:close/>
                  <a:moveTo>
                    <a:pt x="573453" y="740406"/>
                  </a:moveTo>
                  <a:lnTo>
                    <a:pt x="586327" y="708937"/>
                  </a:lnTo>
                  <a:lnTo>
                    <a:pt x="510069" y="702478"/>
                  </a:lnTo>
                  <a:close/>
                  <a:moveTo>
                    <a:pt x="573453" y="740406"/>
                  </a:moveTo>
                  <a:lnTo>
                    <a:pt x="640766" y="746274"/>
                  </a:lnTo>
                  <a:lnTo>
                    <a:pt x="586327" y="708937"/>
                  </a:lnTo>
                  <a:close/>
                  <a:moveTo>
                    <a:pt x="640766" y="746274"/>
                  </a:moveTo>
                  <a:lnTo>
                    <a:pt x="573453" y="740406"/>
                  </a:lnTo>
                  <a:lnTo>
                    <a:pt x="661737" y="775681"/>
                  </a:lnTo>
                  <a:close/>
                  <a:moveTo>
                    <a:pt x="1147969" y="1192377"/>
                  </a:moveTo>
                  <a:lnTo>
                    <a:pt x="1106892" y="1148598"/>
                  </a:lnTo>
                  <a:lnTo>
                    <a:pt x="1107057" y="1230813"/>
                  </a:lnTo>
                  <a:close/>
                  <a:moveTo>
                    <a:pt x="767564" y="699086"/>
                  </a:moveTo>
                  <a:lnTo>
                    <a:pt x="786655" y="688262"/>
                  </a:lnTo>
                  <a:lnTo>
                    <a:pt x="762180" y="657360"/>
                  </a:lnTo>
                  <a:close/>
                  <a:moveTo>
                    <a:pt x="2059328" y="1781996"/>
                  </a:moveTo>
                  <a:lnTo>
                    <a:pt x="2083574" y="1773225"/>
                  </a:lnTo>
                  <a:lnTo>
                    <a:pt x="2053773" y="1712118"/>
                  </a:lnTo>
                  <a:close/>
                  <a:moveTo>
                    <a:pt x="2187951" y="1738020"/>
                  </a:moveTo>
                  <a:lnTo>
                    <a:pt x="2083574" y="1773225"/>
                  </a:lnTo>
                  <a:lnTo>
                    <a:pt x="2193487" y="1740621"/>
                  </a:lnTo>
                  <a:close/>
                  <a:moveTo>
                    <a:pt x="2193487" y="1740621"/>
                  </a:moveTo>
                  <a:lnTo>
                    <a:pt x="2078752" y="1805507"/>
                  </a:lnTo>
                  <a:lnTo>
                    <a:pt x="2169017" y="1817003"/>
                  </a:lnTo>
                  <a:close/>
                  <a:moveTo>
                    <a:pt x="2187951" y="1738020"/>
                  </a:moveTo>
                  <a:lnTo>
                    <a:pt x="2053773" y="1712118"/>
                  </a:lnTo>
                  <a:lnTo>
                    <a:pt x="2083574" y="1773225"/>
                  </a:lnTo>
                  <a:close/>
                  <a:moveTo>
                    <a:pt x="2196202" y="1734788"/>
                  </a:moveTo>
                  <a:lnTo>
                    <a:pt x="2253140" y="1684995"/>
                  </a:lnTo>
                  <a:lnTo>
                    <a:pt x="2187951" y="1738020"/>
                  </a:lnTo>
                  <a:close/>
                  <a:moveTo>
                    <a:pt x="2187951" y="1738020"/>
                  </a:moveTo>
                  <a:lnTo>
                    <a:pt x="2193487" y="1740621"/>
                  </a:lnTo>
                  <a:lnTo>
                    <a:pt x="2196202" y="1734788"/>
                  </a:lnTo>
                  <a:close/>
                  <a:moveTo>
                    <a:pt x="1866030" y="1567490"/>
                  </a:moveTo>
                  <a:lnTo>
                    <a:pt x="1998792" y="1570435"/>
                  </a:lnTo>
                  <a:lnTo>
                    <a:pt x="1998828" y="1570137"/>
                  </a:lnTo>
                  <a:close/>
                  <a:moveTo>
                    <a:pt x="1866030" y="1567490"/>
                  </a:moveTo>
                  <a:lnTo>
                    <a:pt x="1998828" y="1570137"/>
                  </a:lnTo>
                  <a:lnTo>
                    <a:pt x="1902796" y="1489749"/>
                  </a:lnTo>
                  <a:close/>
                  <a:moveTo>
                    <a:pt x="1901491" y="1488143"/>
                  </a:moveTo>
                  <a:lnTo>
                    <a:pt x="1837865" y="1526579"/>
                  </a:lnTo>
                  <a:lnTo>
                    <a:pt x="1866030" y="1567490"/>
                  </a:lnTo>
                  <a:close/>
                  <a:moveTo>
                    <a:pt x="1772587" y="1066376"/>
                  </a:moveTo>
                  <a:lnTo>
                    <a:pt x="1771199" y="1038631"/>
                  </a:lnTo>
                  <a:lnTo>
                    <a:pt x="1738260" y="1077067"/>
                  </a:lnTo>
                  <a:close/>
                  <a:moveTo>
                    <a:pt x="1712135" y="625151"/>
                  </a:moveTo>
                  <a:lnTo>
                    <a:pt x="1600171" y="700399"/>
                  </a:lnTo>
                  <a:lnTo>
                    <a:pt x="1646785" y="659479"/>
                  </a:lnTo>
                  <a:close/>
                  <a:moveTo>
                    <a:pt x="2263022" y="1411270"/>
                  </a:moveTo>
                  <a:lnTo>
                    <a:pt x="2344279" y="1471337"/>
                  </a:lnTo>
                  <a:lnTo>
                    <a:pt x="2310934" y="1398353"/>
                  </a:lnTo>
                  <a:close/>
                  <a:moveTo>
                    <a:pt x="2285590" y="1375917"/>
                  </a:moveTo>
                  <a:lnTo>
                    <a:pt x="2263022" y="1411270"/>
                  </a:lnTo>
                  <a:lnTo>
                    <a:pt x="2310934" y="1398353"/>
                  </a:lnTo>
                  <a:close/>
                  <a:moveTo>
                    <a:pt x="2310934" y="1398353"/>
                  </a:moveTo>
                  <a:lnTo>
                    <a:pt x="2330482" y="1411270"/>
                  </a:lnTo>
                  <a:lnTo>
                    <a:pt x="2285590" y="1375917"/>
                  </a:lnTo>
                  <a:close/>
                  <a:moveTo>
                    <a:pt x="1735801" y="662136"/>
                  </a:moveTo>
                  <a:lnTo>
                    <a:pt x="1712018" y="589119"/>
                  </a:lnTo>
                  <a:lnTo>
                    <a:pt x="1712135" y="625151"/>
                  </a:lnTo>
                  <a:close/>
                  <a:moveTo>
                    <a:pt x="1884250" y="632897"/>
                  </a:moveTo>
                  <a:lnTo>
                    <a:pt x="1861324" y="720772"/>
                  </a:lnTo>
                  <a:lnTo>
                    <a:pt x="1859925" y="683854"/>
                  </a:lnTo>
                  <a:close/>
                  <a:moveTo>
                    <a:pt x="1304366" y="0"/>
                  </a:moveTo>
                  <a:lnTo>
                    <a:pt x="1219269" y="95828"/>
                  </a:lnTo>
                  <a:lnTo>
                    <a:pt x="1272701" y="57391"/>
                  </a:lnTo>
                  <a:close/>
                  <a:moveTo>
                    <a:pt x="1906537" y="642926"/>
                  </a:moveTo>
                  <a:lnTo>
                    <a:pt x="1859925" y="683854"/>
                  </a:lnTo>
                  <a:lnTo>
                    <a:pt x="1854476" y="715113"/>
                  </a:lnTo>
                  <a:close/>
                  <a:moveTo>
                    <a:pt x="1963368" y="576753"/>
                  </a:moveTo>
                  <a:lnTo>
                    <a:pt x="1914363" y="608733"/>
                  </a:lnTo>
                  <a:lnTo>
                    <a:pt x="1884250" y="632897"/>
                  </a:lnTo>
                  <a:close/>
                  <a:moveTo>
                    <a:pt x="2192343" y="533343"/>
                  </a:moveTo>
                  <a:lnTo>
                    <a:pt x="2150581" y="467203"/>
                  </a:lnTo>
                  <a:lnTo>
                    <a:pt x="2101498" y="546607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49" name="Candidate_density__2048">
              <a:extLst>
                <a:ext uri="{FF2B5EF4-FFF2-40B4-BE49-F238E27FC236}">
                  <a16:creationId xmlns:a16="http://schemas.microsoft.com/office/drawing/2014/main" id="{062E2D6E-7DD4-57FA-DE8D-DCDC1F4625D4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165924"/>
              <a:ext cx="2356076" cy="3321812"/>
            </a:xfrm>
            <a:custGeom>
              <a:avLst/>
              <a:gdLst/>
              <a:ahLst/>
              <a:cxnLst/>
              <a:rect l="0" t="0" r="0" b="0"/>
              <a:pathLst>
                <a:path w="2356076" h="3321812">
                  <a:moveTo>
                    <a:pt x="0" y="2668960"/>
                  </a:moveTo>
                  <a:lnTo>
                    <a:pt x="2087" y="2697956"/>
                  </a:lnTo>
                  <a:lnTo>
                    <a:pt x="52631" y="2724589"/>
                  </a:lnTo>
                  <a:close/>
                  <a:moveTo>
                    <a:pt x="52631" y="2724589"/>
                  </a:moveTo>
                  <a:lnTo>
                    <a:pt x="98538" y="2719635"/>
                  </a:lnTo>
                  <a:lnTo>
                    <a:pt x="0" y="2668960"/>
                  </a:lnTo>
                  <a:close/>
                  <a:moveTo>
                    <a:pt x="485503" y="3041599"/>
                  </a:moveTo>
                  <a:lnTo>
                    <a:pt x="488926" y="3044993"/>
                  </a:lnTo>
                  <a:lnTo>
                    <a:pt x="494548" y="3047010"/>
                  </a:lnTo>
                  <a:close/>
                  <a:moveTo>
                    <a:pt x="485503" y="3041599"/>
                  </a:moveTo>
                  <a:lnTo>
                    <a:pt x="436559" y="2987474"/>
                  </a:lnTo>
                  <a:lnTo>
                    <a:pt x="488926" y="3044993"/>
                  </a:lnTo>
                  <a:close/>
                  <a:moveTo>
                    <a:pt x="737522" y="3182934"/>
                  </a:moveTo>
                  <a:lnTo>
                    <a:pt x="725124" y="3174337"/>
                  </a:lnTo>
                  <a:lnTo>
                    <a:pt x="761495" y="3209109"/>
                  </a:lnTo>
                  <a:close/>
                  <a:moveTo>
                    <a:pt x="825103" y="3231723"/>
                  </a:moveTo>
                  <a:lnTo>
                    <a:pt x="737522" y="3182934"/>
                  </a:lnTo>
                  <a:lnTo>
                    <a:pt x="761495" y="3209109"/>
                  </a:lnTo>
                  <a:close/>
                  <a:moveTo>
                    <a:pt x="669979" y="3145604"/>
                  </a:moveTo>
                  <a:lnTo>
                    <a:pt x="757056" y="3206029"/>
                  </a:lnTo>
                  <a:lnTo>
                    <a:pt x="725124" y="3174337"/>
                  </a:lnTo>
                  <a:close/>
                  <a:moveTo>
                    <a:pt x="858643" y="3249808"/>
                  </a:moveTo>
                  <a:lnTo>
                    <a:pt x="825103" y="3231723"/>
                  </a:lnTo>
                  <a:lnTo>
                    <a:pt x="887984" y="3263211"/>
                  </a:lnTo>
                  <a:close/>
                  <a:moveTo>
                    <a:pt x="691735" y="3167593"/>
                  </a:moveTo>
                  <a:lnTo>
                    <a:pt x="669979" y="3145604"/>
                  </a:lnTo>
                  <a:lnTo>
                    <a:pt x="725124" y="3174337"/>
                  </a:lnTo>
                  <a:close/>
                  <a:moveTo>
                    <a:pt x="623518" y="3123814"/>
                  </a:moveTo>
                  <a:lnTo>
                    <a:pt x="669979" y="3145604"/>
                  </a:lnTo>
                  <a:lnTo>
                    <a:pt x="691735" y="3167593"/>
                  </a:lnTo>
                  <a:close/>
                  <a:moveTo>
                    <a:pt x="485503" y="3041599"/>
                  </a:moveTo>
                  <a:lnTo>
                    <a:pt x="494548" y="3047010"/>
                  </a:lnTo>
                  <a:lnTo>
                    <a:pt x="514563" y="3024150"/>
                  </a:lnTo>
                  <a:close/>
                  <a:moveTo>
                    <a:pt x="485503" y="3041599"/>
                  </a:moveTo>
                  <a:lnTo>
                    <a:pt x="514563" y="3024150"/>
                  </a:lnTo>
                  <a:lnTo>
                    <a:pt x="407815" y="2959384"/>
                  </a:lnTo>
                  <a:close/>
                  <a:moveTo>
                    <a:pt x="579795" y="2920947"/>
                  </a:moveTo>
                  <a:lnTo>
                    <a:pt x="538094" y="2994621"/>
                  </a:lnTo>
                  <a:lnTo>
                    <a:pt x="585972" y="2926596"/>
                  </a:lnTo>
                  <a:close/>
                  <a:moveTo>
                    <a:pt x="585972" y="2926596"/>
                  </a:moveTo>
                  <a:lnTo>
                    <a:pt x="538094" y="2994621"/>
                  </a:lnTo>
                  <a:lnTo>
                    <a:pt x="514563" y="3024150"/>
                  </a:lnTo>
                  <a:close/>
                  <a:moveTo>
                    <a:pt x="585972" y="2926596"/>
                  </a:moveTo>
                  <a:lnTo>
                    <a:pt x="514563" y="3024150"/>
                  </a:lnTo>
                  <a:lnTo>
                    <a:pt x="594107" y="3020075"/>
                  </a:lnTo>
                  <a:close/>
                  <a:moveTo>
                    <a:pt x="273782" y="2598256"/>
                  </a:moveTo>
                  <a:lnTo>
                    <a:pt x="262430" y="2592087"/>
                  </a:lnTo>
                  <a:lnTo>
                    <a:pt x="253666" y="2703708"/>
                  </a:lnTo>
                  <a:close/>
                  <a:moveTo>
                    <a:pt x="858643" y="3249808"/>
                  </a:moveTo>
                  <a:lnTo>
                    <a:pt x="887984" y="3263211"/>
                  </a:lnTo>
                  <a:lnTo>
                    <a:pt x="912525" y="3279924"/>
                  </a:lnTo>
                  <a:close/>
                  <a:moveTo>
                    <a:pt x="912525" y="3279924"/>
                  </a:moveTo>
                  <a:lnTo>
                    <a:pt x="855940" y="3228670"/>
                  </a:lnTo>
                  <a:lnTo>
                    <a:pt x="858643" y="3249808"/>
                  </a:lnTo>
                  <a:close/>
                  <a:moveTo>
                    <a:pt x="880871" y="3225031"/>
                  </a:moveTo>
                  <a:lnTo>
                    <a:pt x="855940" y="3228670"/>
                  </a:lnTo>
                  <a:lnTo>
                    <a:pt x="912525" y="3279924"/>
                  </a:lnTo>
                  <a:close/>
                  <a:moveTo>
                    <a:pt x="956915" y="3230687"/>
                  </a:moveTo>
                  <a:lnTo>
                    <a:pt x="880871" y="3225031"/>
                  </a:lnTo>
                  <a:lnTo>
                    <a:pt x="912525" y="3279924"/>
                  </a:lnTo>
                  <a:close/>
                  <a:moveTo>
                    <a:pt x="825103" y="3231723"/>
                  </a:moveTo>
                  <a:lnTo>
                    <a:pt x="858643" y="3249808"/>
                  </a:lnTo>
                  <a:lnTo>
                    <a:pt x="855940" y="3228670"/>
                  </a:lnTo>
                  <a:close/>
                  <a:moveTo>
                    <a:pt x="572260" y="2882511"/>
                  </a:moveTo>
                  <a:lnTo>
                    <a:pt x="579795" y="2920947"/>
                  </a:lnTo>
                  <a:lnTo>
                    <a:pt x="540490" y="2838733"/>
                  </a:lnTo>
                  <a:close/>
                  <a:moveTo>
                    <a:pt x="217717" y="2509872"/>
                  </a:moveTo>
                  <a:lnTo>
                    <a:pt x="271327" y="2554537"/>
                  </a:lnTo>
                  <a:lnTo>
                    <a:pt x="310096" y="2484287"/>
                  </a:lnTo>
                  <a:close/>
                  <a:moveTo>
                    <a:pt x="285804" y="2509872"/>
                  </a:moveTo>
                  <a:lnTo>
                    <a:pt x="310096" y="2484287"/>
                  </a:lnTo>
                  <a:lnTo>
                    <a:pt x="271327" y="2554537"/>
                  </a:lnTo>
                  <a:close/>
                  <a:moveTo>
                    <a:pt x="1128094" y="3255150"/>
                  </a:moveTo>
                  <a:lnTo>
                    <a:pt x="1130349" y="3321812"/>
                  </a:lnTo>
                  <a:lnTo>
                    <a:pt x="1173073" y="3266351"/>
                  </a:lnTo>
                  <a:close/>
                  <a:moveTo>
                    <a:pt x="1128094" y="3255150"/>
                  </a:moveTo>
                  <a:lnTo>
                    <a:pt x="1074660" y="3293586"/>
                  </a:lnTo>
                  <a:lnTo>
                    <a:pt x="1130349" y="3321812"/>
                  </a:lnTo>
                  <a:close/>
                  <a:moveTo>
                    <a:pt x="674754" y="2614734"/>
                  </a:moveTo>
                  <a:lnTo>
                    <a:pt x="781665" y="2638912"/>
                  </a:lnTo>
                  <a:lnTo>
                    <a:pt x="709416" y="2647443"/>
                  </a:lnTo>
                  <a:close/>
                  <a:moveTo>
                    <a:pt x="569804" y="2619318"/>
                  </a:moveTo>
                  <a:lnTo>
                    <a:pt x="510844" y="2526713"/>
                  </a:lnTo>
                  <a:lnTo>
                    <a:pt x="506865" y="2553651"/>
                  </a:lnTo>
                  <a:close/>
                  <a:moveTo>
                    <a:pt x="528148" y="2527029"/>
                  </a:moveTo>
                  <a:lnTo>
                    <a:pt x="510844" y="2526713"/>
                  </a:lnTo>
                  <a:lnTo>
                    <a:pt x="569804" y="2619318"/>
                  </a:lnTo>
                  <a:close/>
                  <a:moveTo>
                    <a:pt x="620248" y="2592718"/>
                  </a:moveTo>
                  <a:lnTo>
                    <a:pt x="528148" y="2527029"/>
                  </a:lnTo>
                  <a:lnTo>
                    <a:pt x="569804" y="2619318"/>
                  </a:lnTo>
                  <a:close/>
                  <a:moveTo>
                    <a:pt x="469825" y="2524172"/>
                  </a:moveTo>
                  <a:lnTo>
                    <a:pt x="514145" y="2471436"/>
                  </a:lnTo>
                  <a:lnTo>
                    <a:pt x="510844" y="2526713"/>
                  </a:lnTo>
                  <a:close/>
                  <a:moveTo>
                    <a:pt x="535542" y="2491218"/>
                  </a:moveTo>
                  <a:lnTo>
                    <a:pt x="506865" y="2553651"/>
                  </a:lnTo>
                  <a:lnTo>
                    <a:pt x="510844" y="2526713"/>
                  </a:lnTo>
                  <a:close/>
                  <a:moveTo>
                    <a:pt x="628018" y="2558314"/>
                  </a:moveTo>
                  <a:lnTo>
                    <a:pt x="635862" y="2597429"/>
                  </a:lnTo>
                  <a:lnTo>
                    <a:pt x="620248" y="2592718"/>
                  </a:lnTo>
                  <a:close/>
                  <a:moveTo>
                    <a:pt x="387877" y="2465999"/>
                  </a:moveTo>
                  <a:lnTo>
                    <a:pt x="510844" y="2526713"/>
                  </a:lnTo>
                  <a:lnTo>
                    <a:pt x="477546" y="2515214"/>
                  </a:lnTo>
                  <a:close/>
                  <a:moveTo>
                    <a:pt x="399717" y="2471436"/>
                  </a:moveTo>
                  <a:lnTo>
                    <a:pt x="510844" y="2526713"/>
                  </a:lnTo>
                  <a:lnTo>
                    <a:pt x="387877" y="2465999"/>
                  </a:lnTo>
                  <a:close/>
                  <a:moveTo>
                    <a:pt x="469825" y="2524172"/>
                  </a:moveTo>
                  <a:lnTo>
                    <a:pt x="510844" y="2526713"/>
                  </a:lnTo>
                  <a:lnTo>
                    <a:pt x="399717" y="2471436"/>
                  </a:lnTo>
                  <a:close/>
                  <a:moveTo>
                    <a:pt x="635862" y="2597429"/>
                  </a:moveTo>
                  <a:lnTo>
                    <a:pt x="674754" y="2614734"/>
                  </a:lnTo>
                  <a:lnTo>
                    <a:pt x="709416" y="2647443"/>
                  </a:lnTo>
                  <a:close/>
                  <a:moveTo>
                    <a:pt x="1193610" y="3236018"/>
                  </a:moveTo>
                  <a:lnTo>
                    <a:pt x="1173073" y="3266351"/>
                  </a:lnTo>
                  <a:lnTo>
                    <a:pt x="1205977" y="3255150"/>
                  </a:lnTo>
                  <a:close/>
                  <a:moveTo>
                    <a:pt x="1193610" y="3236018"/>
                  </a:moveTo>
                  <a:lnTo>
                    <a:pt x="1205977" y="3255150"/>
                  </a:lnTo>
                  <a:lnTo>
                    <a:pt x="1223849" y="3171935"/>
                  </a:lnTo>
                  <a:close/>
                  <a:moveTo>
                    <a:pt x="635862" y="2597429"/>
                  </a:moveTo>
                  <a:lnTo>
                    <a:pt x="709416" y="2647443"/>
                  </a:lnTo>
                  <a:lnTo>
                    <a:pt x="720829" y="2577275"/>
                  </a:lnTo>
                  <a:close/>
                  <a:moveTo>
                    <a:pt x="789356" y="2582156"/>
                  </a:moveTo>
                  <a:lnTo>
                    <a:pt x="709416" y="2647443"/>
                  </a:lnTo>
                  <a:lnTo>
                    <a:pt x="781665" y="2638912"/>
                  </a:lnTo>
                  <a:close/>
                  <a:moveTo>
                    <a:pt x="789356" y="2582156"/>
                  </a:moveTo>
                  <a:lnTo>
                    <a:pt x="720829" y="2577275"/>
                  </a:lnTo>
                  <a:lnTo>
                    <a:pt x="709416" y="2647443"/>
                  </a:lnTo>
                  <a:close/>
                  <a:moveTo>
                    <a:pt x="710865" y="2485284"/>
                  </a:moveTo>
                  <a:lnTo>
                    <a:pt x="693970" y="2398927"/>
                  </a:lnTo>
                  <a:lnTo>
                    <a:pt x="693587" y="2476778"/>
                  </a:lnTo>
                  <a:close/>
                  <a:moveTo>
                    <a:pt x="761492" y="2411746"/>
                  </a:moveTo>
                  <a:lnTo>
                    <a:pt x="801290" y="2472362"/>
                  </a:lnTo>
                  <a:lnTo>
                    <a:pt x="836517" y="2413589"/>
                  </a:lnTo>
                  <a:close/>
                  <a:moveTo>
                    <a:pt x="717510" y="2394562"/>
                  </a:moveTo>
                  <a:lnTo>
                    <a:pt x="801290" y="2472362"/>
                  </a:lnTo>
                  <a:lnTo>
                    <a:pt x="761492" y="2411746"/>
                  </a:lnTo>
                  <a:close/>
                  <a:moveTo>
                    <a:pt x="836517" y="2413589"/>
                  </a:moveTo>
                  <a:lnTo>
                    <a:pt x="816614" y="2476778"/>
                  </a:lnTo>
                  <a:lnTo>
                    <a:pt x="867271" y="2465122"/>
                  </a:lnTo>
                  <a:close/>
                  <a:moveTo>
                    <a:pt x="873317" y="2335977"/>
                  </a:moveTo>
                  <a:lnTo>
                    <a:pt x="929876" y="2328324"/>
                  </a:lnTo>
                  <a:lnTo>
                    <a:pt x="897405" y="2317690"/>
                  </a:lnTo>
                  <a:close/>
                  <a:moveTo>
                    <a:pt x="339363" y="1504518"/>
                  </a:moveTo>
                  <a:lnTo>
                    <a:pt x="384339" y="1577754"/>
                  </a:lnTo>
                  <a:lnTo>
                    <a:pt x="362092" y="1539222"/>
                  </a:lnTo>
                  <a:close/>
                  <a:moveTo>
                    <a:pt x="1514284" y="2893195"/>
                  </a:moveTo>
                  <a:lnTo>
                    <a:pt x="1498419" y="2869714"/>
                  </a:lnTo>
                  <a:lnTo>
                    <a:pt x="1578286" y="2936974"/>
                  </a:lnTo>
                  <a:close/>
                  <a:moveTo>
                    <a:pt x="1528773" y="2772544"/>
                  </a:moveTo>
                  <a:lnTo>
                    <a:pt x="1539117" y="2874692"/>
                  </a:lnTo>
                  <a:lnTo>
                    <a:pt x="1587203" y="2839274"/>
                  </a:lnTo>
                  <a:close/>
                  <a:moveTo>
                    <a:pt x="922487" y="2234238"/>
                  </a:moveTo>
                  <a:lnTo>
                    <a:pt x="979561" y="2287931"/>
                  </a:lnTo>
                  <a:lnTo>
                    <a:pt x="862246" y="2222621"/>
                  </a:lnTo>
                  <a:close/>
                  <a:moveTo>
                    <a:pt x="979561" y="2287931"/>
                  </a:moveTo>
                  <a:lnTo>
                    <a:pt x="922697" y="2235475"/>
                  </a:lnTo>
                  <a:lnTo>
                    <a:pt x="1061463" y="2266907"/>
                  </a:lnTo>
                  <a:close/>
                  <a:moveTo>
                    <a:pt x="922487" y="2234238"/>
                  </a:moveTo>
                  <a:lnTo>
                    <a:pt x="922697" y="2235475"/>
                  </a:lnTo>
                  <a:lnTo>
                    <a:pt x="979561" y="2287931"/>
                  </a:lnTo>
                  <a:close/>
                  <a:moveTo>
                    <a:pt x="384339" y="1577754"/>
                  </a:moveTo>
                  <a:lnTo>
                    <a:pt x="374394" y="1476038"/>
                  </a:lnTo>
                  <a:lnTo>
                    <a:pt x="362092" y="1539222"/>
                  </a:lnTo>
                  <a:close/>
                  <a:moveTo>
                    <a:pt x="1630567" y="2816323"/>
                  </a:moveTo>
                  <a:lnTo>
                    <a:pt x="1587203" y="2839274"/>
                  </a:lnTo>
                  <a:lnTo>
                    <a:pt x="1629199" y="2823984"/>
                  </a:lnTo>
                  <a:close/>
                  <a:moveTo>
                    <a:pt x="1164495" y="2197038"/>
                  </a:moveTo>
                  <a:lnTo>
                    <a:pt x="1136733" y="2181245"/>
                  </a:lnTo>
                  <a:lnTo>
                    <a:pt x="1203959" y="2240817"/>
                  </a:lnTo>
                  <a:close/>
                  <a:moveTo>
                    <a:pt x="1202880" y="2279253"/>
                  </a:moveTo>
                  <a:lnTo>
                    <a:pt x="1164495" y="2197038"/>
                  </a:lnTo>
                  <a:lnTo>
                    <a:pt x="1203959" y="2240817"/>
                  </a:lnTo>
                  <a:close/>
                  <a:moveTo>
                    <a:pt x="1082738" y="2076386"/>
                  </a:moveTo>
                  <a:lnTo>
                    <a:pt x="1105766" y="2153891"/>
                  </a:lnTo>
                  <a:lnTo>
                    <a:pt x="1077134" y="2114823"/>
                  </a:lnTo>
                  <a:close/>
                  <a:moveTo>
                    <a:pt x="1080748" y="2166167"/>
                  </a:moveTo>
                  <a:lnTo>
                    <a:pt x="1105766" y="2153891"/>
                  </a:lnTo>
                  <a:lnTo>
                    <a:pt x="1082738" y="2076386"/>
                  </a:lnTo>
                  <a:close/>
                  <a:moveTo>
                    <a:pt x="1136733" y="2181245"/>
                  </a:moveTo>
                  <a:lnTo>
                    <a:pt x="1105766" y="2153891"/>
                  </a:lnTo>
                  <a:lnTo>
                    <a:pt x="1080748" y="2166167"/>
                  </a:lnTo>
                  <a:close/>
                  <a:moveTo>
                    <a:pt x="1077593" y="2112014"/>
                  </a:moveTo>
                  <a:lnTo>
                    <a:pt x="1080748" y="2166167"/>
                  </a:lnTo>
                  <a:lnTo>
                    <a:pt x="1082738" y="2076386"/>
                  </a:lnTo>
                  <a:close/>
                  <a:moveTo>
                    <a:pt x="425480" y="1345814"/>
                  </a:moveTo>
                  <a:lnTo>
                    <a:pt x="391112" y="1432522"/>
                  </a:lnTo>
                  <a:lnTo>
                    <a:pt x="513663" y="1396860"/>
                  </a:lnTo>
                  <a:close/>
                  <a:moveTo>
                    <a:pt x="1721968" y="2849275"/>
                  </a:moveTo>
                  <a:lnTo>
                    <a:pt x="1643778" y="2835595"/>
                  </a:lnTo>
                  <a:lnTo>
                    <a:pt x="1629199" y="2823984"/>
                  </a:lnTo>
                  <a:close/>
                  <a:moveTo>
                    <a:pt x="1737039" y="2796904"/>
                  </a:moveTo>
                  <a:lnTo>
                    <a:pt x="1643778" y="2835595"/>
                  </a:lnTo>
                  <a:lnTo>
                    <a:pt x="1721968" y="2849275"/>
                  </a:lnTo>
                  <a:close/>
                  <a:moveTo>
                    <a:pt x="1112453" y="1955735"/>
                  </a:moveTo>
                  <a:lnTo>
                    <a:pt x="1127965" y="2021687"/>
                  </a:lnTo>
                  <a:lnTo>
                    <a:pt x="1187896" y="2030556"/>
                  </a:lnTo>
                  <a:close/>
                  <a:moveTo>
                    <a:pt x="1127965" y="2021687"/>
                  </a:moveTo>
                  <a:lnTo>
                    <a:pt x="1214575" y="2066852"/>
                  </a:lnTo>
                  <a:lnTo>
                    <a:pt x="1259576" y="2019900"/>
                  </a:lnTo>
                  <a:close/>
                  <a:moveTo>
                    <a:pt x="632562" y="1418666"/>
                  </a:moveTo>
                  <a:lnTo>
                    <a:pt x="732048" y="1462444"/>
                  </a:lnTo>
                  <a:lnTo>
                    <a:pt x="710087" y="1384902"/>
                  </a:lnTo>
                  <a:close/>
                  <a:moveTo>
                    <a:pt x="513663" y="1396860"/>
                  </a:moveTo>
                  <a:lnTo>
                    <a:pt x="588668" y="1398633"/>
                  </a:lnTo>
                  <a:lnTo>
                    <a:pt x="557836" y="1387494"/>
                  </a:lnTo>
                  <a:close/>
                  <a:moveTo>
                    <a:pt x="1284169" y="1921789"/>
                  </a:moveTo>
                  <a:lnTo>
                    <a:pt x="1259576" y="2019900"/>
                  </a:lnTo>
                  <a:lnTo>
                    <a:pt x="1300803" y="1955735"/>
                  </a:lnTo>
                  <a:close/>
                  <a:moveTo>
                    <a:pt x="1300803" y="1955735"/>
                  </a:moveTo>
                  <a:lnTo>
                    <a:pt x="1286548" y="1905543"/>
                  </a:lnTo>
                  <a:lnTo>
                    <a:pt x="1284169" y="1921789"/>
                  </a:lnTo>
                  <a:close/>
                  <a:moveTo>
                    <a:pt x="1314843" y="1835084"/>
                  </a:moveTo>
                  <a:lnTo>
                    <a:pt x="1286548" y="1905543"/>
                  </a:lnTo>
                  <a:lnTo>
                    <a:pt x="1300803" y="1955735"/>
                  </a:lnTo>
                  <a:close/>
                  <a:moveTo>
                    <a:pt x="1673406" y="2147991"/>
                  </a:moveTo>
                  <a:lnTo>
                    <a:pt x="1702900" y="2224106"/>
                  </a:lnTo>
                  <a:lnTo>
                    <a:pt x="1617464" y="2132879"/>
                  </a:lnTo>
                  <a:close/>
                  <a:moveTo>
                    <a:pt x="1608317" y="2125507"/>
                  </a:moveTo>
                  <a:lnTo>
                    <a:pt x="1617464" y="2132879"/>
                  </a:lnTo>
                  <a:lnTo>
                    <a:pt x="1629638" y="2137124"/>
                  </a:lnTo>
                  <a:close/>
                  <a:moveTo>
                    <a:pt x="1608317" y="2125507"/>
                  </a:moveTo>
                  <a:lnTo>
                    <a:pt x="1569332" y="2071918"/>
                  </a:lnTo>
                  <a:lnTo>
                    <a:pt x="1617464" y="2132879"/>
                  </a:lnTo>
                  <a:close/>
                  <a:moveTo>
                    <a:pt x="1970055" y="2143507"/>
                  </a:moveTo>
                  <a:lnTo>
                    <a:pt x="1939532" y="2152912"/>
                  </a:lnTo>
                  <a:lnTo>
                    <a:pt x="2057075" y="2190202"/>
                  </a:lnTo>
                  <a:close/>
                  <a:moveTo>
                    <a:pt x="2013800" y="2153125"/>
                  </a:moveTo>
                  <a:lnTo>
                    <a:pt x="2117322" y="2213065"/>
                  </a:lnTo>
                  <a:lnTo>
                    <a:pt x="2057075" y="2190202"/>
                  </a:lnTo>
                  <a:close/>
                  <a:moveTo>
                    <a:pt x="2013800" y="2153125"/>
                  </a:moveTo>
                  <a:lnTo>
                    <a:pt x="2130138" y="2219230"/>
                  </a:lnTo>
                  <a:lnTo>
                    <a:pt x="2117322" y="2213065"/>
                  </a:lnTo>
                  <a:close/>
                  <a:moveTo>
                    <a:pt x="315559" y="162080"/>
                  </a:moveTo>
                  <a:lnTo>
                    <a:pt x="366564" y="181206"/>
                  </a:lnTo>
                  <a:lnTo>
                    <a:pt x="309767" y="115832"/>
                  </a:lnTo>
                  <a:close/>
                  <a:moveTo>
                    <a:pt x="366564" y="181206"/>
                  </a:moveTo>
                  <a:lnTo>
                    <a:pt x="377765" y="91405"/>
                  </a:lnTo>
                  <a:lnTo>
                    <a:pt x="309767" y="115832"/>
                  </a:lnTo>
                  <a:close/>
                  <a:moveTo>
                    <a:pt x="358853" y="20696"/>
                  </a:moveTo>
                  <a:lnTo>
                    <a:pt x="409006" y="75472"/>
                  </a:lnTo>
                  <a:lnTo>
                    <a:pt x="343219" y="0"/>
                  </a:lnTo>
                  <a:close/>
                  <a:moveTo>
                    <a:pt x="2117322" y="2213065"/>
                  </a:moveTo>
                  <a:lnTo>
                    <a:pt x="2130138" y="2219230"/>
                  </a:lnTo>
                  <a:lnTo>
                    <a:pt x="2139222" y="2218676"/>
                  </a:lnTo>
                  <a:close/>
                  <a:moveTo>
                    <a:pt x="2222743" y="2252291"/>
                  </a:moveTo>
                  <a:lnTo>
                    <a:pt x="2139222" y="2218676"/>
                  </a:lnTo>
                  <a:lnTo>
                    <a:pt x="2130138" y="2219230"/>
                  </a:lnTo>
                  <a:close/>
                  <a:moveTo>
                    <a:pt x="2117322" y="2213065"/>
                  </a:moveTo>
                  <a:lnTo>
                    <a:pt x="2139222" y="2218676"/>
                  </a:lnTo>
                  <a:lnTo>
                    <a:pt x="2150473" y="2202697"/>
                  </a:lnTo>
                  <a:close/>
                  <a:moveTo>
                    <a:pt x="2222743" y="2252291"/>
                  </a:moveTo>
                  <a:lnTo>
                    <a:pt x="2273335" y="2263496"/>
                  </a:lnTo>
                  <a:lnTo>
                    <a:pt x="2139222" y="2218676"/>
                  </a:lnTo>
                  <a:close/>
                  <a:moveTo>
                    <a:pt x="1959936" y="1936140"/>
                  </a:moveTo>
                  <a:lnTo>
                    <a:pt x="1950513" y="1927983"/>
                  </a:lnTo>
                  <a:lnTo>
                    <a:pt x="1918102" y="1949263"/>
                  </a:lnTo>
                  <a:close/>
                  <a:moveTo>
                    <a:pt x="1979754" y="1927983"/>
                  </a:moveTo>
                  <a:lnTo>
                    <a:pt x="1959936" y="1936140"/>
                  </a:lnTo>
                  <a:lnTo>
                    <a:pt x="1965975" y="1884204"/>
                  </a:lnTo>
                  <a:close/>
                  <a:moveTo>
                    <a:pt x="1973680" y="1845768"/>
                  </a:moveTo>
                  <a:lnTo>
                    <a:pt x="1979754" y="1927983"/>
                  </a:lnTo>
                  <a:lnTo>
                    <a:pt x="1965975" y="1884204"/>
                  </a:lnTo>
                  <a:close/>
                  <a:moveTo>
                    <a:pt x="1691520" y="1444221"/>
                  </a:moveTo>
                  <a:lnTo>
                    <a:pt x="1607582" y="1540360"/>
                  </a:lnTo>
                  <a:lnTo>
                    <a:pt x="1569924" y="1483454"/>
                  </a:lnTo>
                  <a:close/>
                  <a:moveTo>
                    <a:pt x="630879" y="387783"/>
                  </a:moveTo>
                  <a:lnTo>
                    <a:pt x="644350" y="476923"/>
                  </a:lnTo>
                  <a:lnTo>
                    <a:pt x="698211" y="453527"/>
                  </a:lnTo>
                  <a:close/>
                  <a:moveTo>
                    <a:pt x="664137" y="321245"/>
                  </a:moveTo>
                  <a:lnTo>
                    <a:pt x="720657" y="375387"/>
                  </a:lnTo>
                  <a:lnTo>
                    <a:pt x="651454" y="342167"/>
                  </a:lnTo>
                  <a:close/>
                  <a:moveTo>
                    <a:pt x="2308763" y="2234695"/>
                  </a:moveTo>
                  <a:lnTo>
                    <a:pt x="2318788" y="2326636"/>
                  </a:lnTo>
                  <a:lnTo>
                    <a:pt x="2356076" y="2256822"/>
                  </a:lnTo>
                  <a:close/>
                  <a:moveTo>
                    <a:pt x="1939736" y="1599745"/>
                  </a:moveTo>
                  <a:lnTo>
                    <a:pt x="2004602" y="1660142"/>
                  </a:lnTo>
                  <a:lnTo>
                    <a:pt x="2020835" y="1624304"/>
                  </a:lnTo>
                  <a:close/>
                  <a:moveTo>
                    <a:pt x="1910530" y="1599122"/>
                  </a:moveTo>
                  <a:lnTo>
                    <a:pt x="2004602" y="1660142"/>
                  </a:lnTo>
                  <a:lnTo>
                    <a:pt x="1939736" y="1599745"/>
                  </a:lnTo>
                  <a:close/>
                  <a:moveTo>
                    <a:pt x="1691520" y="1444221"/>
                  </a:moveTo>
                  <a:lnTo>
                    <a:pt x="1700285" y="1425494"/>
                  </a:lnTo>
                  <a:lnTo>
                    <a:pt x="1667145" y="1516907"/>
                  </a:lnTo>
                  <a:close/>
                  <a:moveTo>
                    <a:pt x="898015" y="448111"/>
                  </a:moveTo>
                  <a:lnTo>
                    <a:pt x="870163" y="414526"/>
                  </a:lnTo>
                  <a:lnTo>
                    <a:pt x="914381" y="491890"/>
                  </a:lnTo>
                  <a:close/>
                  <a:moveTo>
                    <a:pt x="842047" y="337291"/>
                  </a:moveTo>
                  <a:lnTo>
                    <a:pt x="868886" y="319133"/>
                  </a:lnTo>
                  <a:lnTo>
                    <a:pt x="868467" y="245244"/>
                  </a:lnTo>
                  <a:close/>
                  <a:moveTo>
                    <a:pt x="904496" y="347114"/>
                  </a:moveTo>
                  <a:lnTo>
                    <a:pt x="868886" y="319133"/>
                  </a:lnTo>
                  <a:lnTo>
                    <a:pt x="842047" y="337291"/>
                  </a:lnTo>
                  <a:close/>
                  <a:moveTo>
                    <a:pt x="863062" y="220115"/>
                  </a:moveTo>
                  <a:lnTo>
                    <a:pt x="868467" y="245244"/>
                  </a:lnTo>
                  <a:lnTo>
                    <a:pt x="814787" y="180323"/>
                  </a:lnTo>
                  <a:close/>
                  <a:moveTo>
                    <a:pt x="1533542" y="765277"/>
                  </a:moveTo>
                  <a:lnTo>
                    <a:pt x="1576470" y="764915"/>
                  </a:lnTo>
                  <a:lnTo>
                    <a:pt x="1549332" y="743877"/>
                  </a:lnTo>
                  <a:close/>
                  <a:moveTo>
                    <a:pt x="2156827" y="1296702"/>
                  </a:moveTo>
                  <a:lnTo>
                    <a:pt x="2187300" y="1401598"/>
                  </a:lnTo>
                  <a:lnTo>
                    <a:pt x="2183041" y="1319383"/>
                  </a:lnTo>
                  <a:close/>
                  <a:moveTo>
                    <a:pt x="2156827" y="1296702"/>
                  </a:moveTo>
                  <a:lnTo>
                    <a:pt x="2189467" y="1370258"/>
                  </a:lnTo>
                  <a:lnTo>
                    <a:pt x="2187300" y="140159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50" name="Candidate_density__2049">
              <a:extLst>
                <a:ext uri="{FF2B5EF4-FFF2-40B4-BE49-F238E27FC236}">
                  <a16:creationId xmlns:a16="http://schemas.microsoft.com/office/drawing/2014/main" id="{EB7E00F8-F4A2-8D3A-FFC3-3C7AB91157B5}"/>
                </a:ext>
              </a:extLst>
            </p:cNvPr>
            <p:cNvSpPr>
              <a:spLocks noGrp="1"/>
            </p:cNvSpPr>
            <p:nvPr/>
          </p:nvSpPr>
          <p:spPr>
            <a:xfrm>
              <a:off x="4663168" y="2346247"/>
              <a:ext cx="2102410" cy="3144676"/>
            </a:xfrm>
            <a:custGeom>
              <a:avLst/>
              <a:gdLst/>
              <a:ahLst/>
              <a:cxnLst/>
              <a:rect l="0" t="0" r="0" b="0"/>
              <a:pathLst>
                <a:path w="2102410" h="3144676">
                  <a:moveTo>
                    <a:pt x="240882" y="2866687"/>
                  </a:moveTo>
                  <a:lnTo>
                    <a:pt x="235260" y="2864670"/>
                  </a:lnTo>
                  <a:lnTo>
                    <a:pt x="274277" y="2928089"/>
                  </a:lnTo>
                  <a:close/>
                  <a:moveTo>
                    <a:pt x="329909" y="2920888"/>
                  </a:moveTo>
                  <a:lnTo>
                    <a:pt x="240882" y="2866687"/>
                  </a:lnTo>
                  <a:lnTo>
                    <a:pt x="274277" y="2928089"/>
                  </a:lnTo>
                  <a:close/>
                  <a:moveTo>
                    <a:pt x="231837" y="2861276"/>
                  </a:moveTo>
                  <a:lnTo>
                    <a:pt x="154149" y="2779061"/>
                  </a:lnTo>
                  <a:lnTo>
                    <a:pt x="182894" y="2807150"/>
                  </a:lnTo>
                  <a:close/>
                  <a:moveTo>
                    <a:pt x="101432" y="2712694"/>
                  </a:moveTo>
                  <a:lnTo>
                    <a:pt x="154149" y="2779061"/>
                  </a:lnTo>
                  <a:lnTo>
                    <a:pt x="137231" y="2757809"/>
                  </a:lnTo>
                  <a:close/>
                  <a:moveTo>
                    <a:pt x="369853" y="2943491"/>
                  </a:moveTo>
                  <a:lnTo>
                    <a:pt x="454048" y="2891160"/>
                  </a:lnTo>
                  <a:lnTo>
                    <a:pt x="340441" y="2839751"/>
                  </a:lnTo>
                  <a:close/>
                  <a:moveTo>
                    <a:pt x="369853" y="2943491"/>
                  </a:moveTo>
                  <a:lnTo>
                    <a:pt x="340441" y="2839751"/>
                  </a:lnTo>
                  <a:lnTo>
                    <a:pt x="329909" y="2920888"/>
                  </a:lnTo>
                  <a:close/>
                  <a:moveTo>
                    <a:pt x="340441" y="2839751"/>
                  </a:moveTo>
                  <a:lnTo>
                    <a:pt x="240882" y="2866687"/>
                  </a:lnTo>
                  <a:lnTo>
                    <a:pt x="329909" y="2920888"/>
                  </a:lnTo>
                  <a:close/>
                  <a:moveTo>
                    <a:pt x="340441" y="2839751"/>
                  </a:moveTo>
                  <a:lnTo>
                    <a:pt x="260898" y="2843827"/>
                  </a:lnTo>
                  <a:lnTo>
                    <a:pt x="240882" y="2866687"/>
                  </a:lnTo>
                  <a:close/>
                  <a:moveTo>
                    <a:pt x="340441" y="2839751"/>
                  </a:moveTo>
                  <a:lnTo>
                    <a:pt x="415978" y="2838933"/>
                  </a:lnTo>
                  <a:lnTo>
                    <a:pt x="332306" y="2746273"/>
                  </a:lnTo>
                  <a:close/>
                  <a:moveTo>
                    <a:pt x="137231" y="2757809"/>
                  </a:moveTo>
                  <a:lnTo>
                    <a:pt x="154149" y="2779061"/>
                  </a:lnTo>
                  <a:lnTo>
                    <a:pt x="180528" y="2748482"/>
                  </a:lnTo>
                  <a:close/>
                  <a:moveTo>
                    <a:pt x="137231" y="2757809"/>
                  </a:moveTo>
                  <a:lnTo>
                    <a:pt x="180528" y="2748482"/>
                  </a:lnTo>
                  <a:lnTo>
                    <a:pt x="91146" y="2696846"/>
                  </a:lnTo>
                  <a:close/>
                  <a:moveTo>
                    <a:pt x="90489" y="2583050"/>
                  </a:moveTo>
                  <a:lnTo>
                    <a:pt x="103769" y="2510609"/>
                  </a:lnTo>
                  <a:lnTo>
                    <a:pt x="13984" y="2532415"/>
                  </a:lnTo>
                  <a:close/>
                  <a:moveTo>
                    <a:pt x="103769" y="2510609"/>
                  </a:moveTo>
                  <a:lnTo>
                    <a:pt x="0" y="2523385"/>
                  </a:lnTo>
                  <a:lnTo>
                    <a:pt x="13984" y="2532415"/>
                  </a:lnTo>
                  <a:close/>
                  <a:moveTo>
                    <a:pt x="20116" y="2417933"/>
                  </a:moveTo>
                  <a:lnTo>
                    <a:pt x="0" y="2523385"/>
                  </a:lnTo>
                  <a:lnTo>
                    <a:pt x="103769" y="2510609"/>
                  </a:lnTo>
                  <a:close/>
                  <a:moveTo>
                    <a:pt x="32138" y="2329549"/>
                  </a:moveTo>
                  <a:lnTo>
                    <a:pt x="17661" y="2374214"/>
                  </a:lnTo>
                  <a:lnTo>
                    <a:pt x="69748" y="2338083"/>
                  </a:lnTo>
                  <a:close/>
                  <a:moveTo>
                    <a:pt x="69748" y="2338083"/>
                  </a:moveTo>
                  <a:lnTo>
                    <a:pt x="17661" y="2374214"/>
                  </a:lnTo>
                  <a:lnTo>
                    <a:pt x="20116" y="2417933"/>
                  </a:lnTo>
                  <a:close/>
                  <a:moveTo>
                    <a:pt x="820994" y="3113263"/>
                  </a:moveTo>
                  <a:lnTo>
                    <a:pt x="789123" y="3092778"/>
                  </a:lnTo>
                  <a:lnTo>
                    <a:pt x="745446" y="3144676"/>
                  </a:lnTo>
                  <a:close/>
                  <a:moveTo>
                    <a:pt x="658860" y="3099601"/>
                  </a:moveTo>
                  <a:lnTo>
                    <a:pt x="745446" y="3144676"/>
                  </a:lnTo>
                  <a:lnTo>
                    <a:pt x="789123" y="3092778"/>
                  </a:lnTo>
                  <a:close/>
                  <a:moveTo>
                    <a:pt x="703249" y="3050364"/>
                  </a:moveTo>
                  <a:lnTo>
                    <a:pt x="658860" y="3099601"/>
                  </a:lnTo>
                  <a:lnTo>
                    <a:pt x="789123" y="3092778"/>
                  </a:lnTo>
                  <a:close/>
                  <a:moveTo>
                    <a:pt x="16836" y="2247333"/>
                  </a:moveTo>
                  <a:lnTo>
                    <a:pt x="14015" y="2222709"/>
                  </a:lnTo>
                  <a:lnTo>
                    <a:pt x="73907" y="2291113"/>
                  </a:lnTo>
                  <a:close/>
                  <a:moveTo>
                    <a:pt x="32138" y="2329549"/>
                  </a:moveTo>
                  <a:lnTo>
                    <a:pt x="16836" y="2247333"/>
                  </a:lnTo>
                  <a:lnTo>
                    <a:pt x="73907" y="2291113"/>
                  </a:lnTo>
                  <a:close/>
                  <a:moveTo>
                    <a:pt x="640656" y="2917051"/>
                  </a:moveTo>
                  <a:lnTo>
                    <a:pt x="663962" y="2903476"/>
                  </a:lnTo>
                  <a:lnTo>
                    <a:pt x="582802" y="2878688"/>
                  </a:lnTo>
                  <a:close/>
                  <a:moveTo>
                    <a:pt x="874428" y="3074827"/>
                  </a:moveTo>
                  <a:lnTo>
                    <a:pt x="919408" y="3086028"/>
                  </a:lnTo>
                  <a:lnTo>
                    <a:pt x="939944" y="3055695"/>
                  </a:lnTo>
                  <a:close/>
                  <a:moveTo>
                    <a:pt x="900502" y="2987669"/>
                  </a:moveTo>
                  <a:lnTo>
                    <a:pt x="939944" y="3055695"/>
                  </a:lnTo>
                  <a:lnTo>
                    <a:pt x="970183" y="2991611"/>
                  </a:lnTo>
                  <a:close/>
                  <a:moveTo>
                    <a:pt x="900502" y="2987669"/>
                  </a:moveTo>
                  <a:lnTo>
                    <a:pt x="970183" y="2991611"/>
                  </a:lnTo>
                  <a:lnTo>
                    <a:pt x="968568" y="2991174"/>
                  </a:lnTo>
                  <a:close/>
                  <a:moveTo>
                    <a:pt x="411211" y="2364051"/>
                  </a:moveTo>
                  <a:lnTo>
                    <a:pt x="382197" y="2417106"/>
                  </a:lnTo>
                  <a:lnTo>
                    <a:pt x="457200" y="2304960"/>
                  </a:lnTo>
                  <a:close/>
                  <a:moveTo>
                    <a:pt x="457200" y="2304960"/>
                  </a:moveTo>
                  <a:lnTo>
                    <a:pt x="382197" y="2417106"/>
                  </a:lnTo>
                  <a:lnTo>
                    <a:pt x="467163" y="2396952"/>
                  </a:lnTo>
                  <a:close/>
                  <a:moveTo>
                    <a:pt x="457200" y="2304960"/>
                  </a:moveTo>
                  <a:lnTo>
                    <a:pt x="439921" y="2296455"/>
                  </a:lnTo>
                  <a:lnTo>
                    <a:pt x="411211" y="2364051"/>
                  </a:lnTo>
                  <a:close/>
                  <a:moveTo>
                    <a:pt x="544100" y="2303587"/>
                  </a:moveTo>
                  <a:lnTo>
                    <a:pt x="529249" y="2296455"/>
                  </a:lnTo>
                  <a:lnTo>
                    <a:pt x="535691" y="2401833"/>
                  </a:lnTo>
                  <a:close/>
                  <a:moveTo>
                    <a:pt x="535691" y="2401833"/>
                  </a:moveTo>
                  <a:lnTo>
                    <a:pt x="529249" y="2296455"/>
                  </a:lnTo>
                  <a:lnTo>
                    <a:pt x="457200" y="2304960"/>
                  </a:lnTo>
                  <a:close/>
                  <a:moveTo>
                    <a:pt x="535691" y="2401833"/>
                  </a:moveTo>
                  <a:lnTo>
                    <a:pt x="457200" y="2304960"/>
                  </a:lnTo>
                  <a:lnTo>
                    <a:pt x="467163" y="2396952"/>
                  </a:lnTo>
                  <a:close/>
                  <a:moveTo>
                    <a:pt x="529249" y="2296455"/>
                  </a:moveTo>
                  <a:lnTo>
                    <a:pt x="463845" y="2214239"/>
                  </a:lnTo>
                  <a:lnTo>
                    <a:pt x="457200" y="2304960"/>
                  </a:lnTo>
                  <a:close/>
                  <a:moveTo>
                    <a:pt x="230918" y="2167555"/>
                  </a:moveTo>
                  <a:lnTo>
                    <a:pt x="298400" y="2073193"/>
                  </a:lnTo>
                  <a:lnTo>
                    <a:pt x="226912" y="2168848"/>
                  </a:lnTo>
                  <a:close/>
                  <a:moveTo>
                    <a:pt x="437167" y="2214239"/>
                  </a:moveTo>
                  <a:lnTo>
                    <a:pt x="413556" y="2279849"/>
                  </a:lnTo>
                  <a:lnTo>
                    <a:pt x="439921" y="2296455"/>
                  </a:lnTo>
                  <a:close/>
                  <a:moveTo>
                    <a:pt x="529249" y="2296455"/>
                  </a:moveTo>
                  <a:lnTo>
                    <a:pt x="547624" y="2292039"/>
                  </a:lnTo>
                  <a:lnTo>
                    <a:pt x="463845" y="2214239"/>
                  </a:lnTo>
                  <a:close/>
                  <a:moveTo>
                    <a:pt x="547624" y="2292039"/>
                  </a:moveTo>
                  <a:lnTo>
                    <a:pt x="562948" y="2296455"/>
                  </a:lnTo>
                  <a:lnTo>
                    <a:pt x="582851" y="2233265"/>
                  </a:lnTo>
                  <a:close/>
                  <a:moveTo>
                    <a:pt x="1154551" y="2751308"/>
                  </a:moveTo>
                  <a:lnTo>
                    <a:pt x="1183525" y="2807142"/>
                  </a:lnTo>
                  <a:lnTo>
                    <a:pt x="1199003" y="2795087"/>
                  </a:lnTo>
                  <a:close/>
                  <a:moveTo>
                    <a:pt x="819751" y="2098930"/>
                  </a:moveTo>
                  <a:lnTo>
                    <a:pt x="873267" y="2209073"/>
                  </a:lnTo>
                  <a:lnTo>
                    <a:pt x="904432" y="2169226"/>
                  </a:lnTo>
                  <a:close/>
                  <a:moveTo>
                    <a:pt x="854228" y="2219582"/>
                  </a:moveTo>
                  <a:lnTo>
                    <a:pt x="873267" y="2209073"/>
                  </a:lnTo>
                  <a:lnTo>
                    <a:pt x="819751" y="2098930"/>
                  </a:lnTo>
                  <a:close/>
                  <a:moveTo>
                    <a:pt x="766396" y="2137367"/>
                  </a:moveTo>
                  <a:lnTo>
                    <a:pt x="854228" y="2219582"/>
                  </a:lnTo>
                  <a:lnTo>
                    <a:pt x="819751" y="2098930"/>
                  </a:lnTo>
                  <a:close/>
                  <a:moveTo>
                    <a:pt x="952494" y="2105163"/>
                  </a:moveTo>
                  <a:lnTo>
                    <a:pt x="904432" y="2169226"/>
                  </a:lnTo>
                  <a:lnTo>
                    <a:pt x="873267" y="2209073"/>
                  </a:lnTo>
                  <a:close/>
                  <a:moveTo>
                    <a:pt x="873267" y="2209073"/>
                  </a:moveTo>
                  <a:lnTo>
                    <a:pt x="929190" y="2181145"/>
                  </a:lnTo>
                  <a:lnTo>
                    <a:pt x="952494" y="2105163"/>
                  </a:lnTo>
                  <a:close/>
                  <a:moveTo>
                    <a:pt x="766396" y="2137367"/>
                  </a:moveTo>
                  <a:lnTo>
                    <a:pt x="819751" y="2098930"/>
                  </a:lnTo>
                  <a:lnTo>
                    <a:pt x="762916" y="2133983"/>
                  </a:lnTo>
                  <a:close/>
                  <a:moveTo>
                    <a:pt x="819751" y="2098930"/>
                  </a:moveTo>
                  <a:lnTo>
                    <a:pt x="807797" y="2086584"/>
                  </a:lnTo>
                  <a:lnTo>
                    <a:pt x="762916" y="2133983"/>
                  </a:lnTo>
                  <a:close/>
                  <a:moveTo>
                    <a:pt x="807797" y="2086584"/>
                  </a:moveTo>
                  <a:lnTo>
                    <a:pt x="669031" y="2055151"/>
                  </a:lnTo>
                  <a:lnTo>
                    <a:pt x="762916" y="2133983"/>
                  </a:lnTo>
                  <a:close/>
                  <a:moveTo>
                    <a:pt x="663975" y="2042716"/>
                  </a:moveTo>
                  <a:lnTo>
                    <a:pt x="669031" y="2055151"/>
                  </a:lnTo>
                  <a:lnTo>
                    <a:pt x="668821" y="2053915"/>
                  </a:lnTo>
                  <a:close/>
                  <a:moveTo>
                    <a:pt x="623465" y="1972936"/>
                  </a:moveTo>
                  <a:lnTo>
                    <a:pt x="663975" y="2042716"/>
                  </a:lnTo>
                  <a:lnTo>
                    <a:pt x="609799" y="1941215"/>
                  </a:lnTo>
                  <a:close/>
                  <a:moveTo>
                    <a:pt x="609799" y="1941215"/>
                  </a:moveTo>
                  <a:lnTo>
                    <a:pt x="663975" y="2042716"/>
                  </a:lnTo>
                  <a:lnTo>
                    <a:pt x="668821" y="2053915"/>
                  </a:lnTo>
                  <a:close/>
                  <a:moveTo>
                    <a:pt x="609799" y="1941215"/>
                  </a:moveTo>
                  <a:lnTo>
                    <a:pt x="668821" y="2053915"/>
                  </a:lnTo>
                  <a:lnTo>
                    <a:pt x="608580" y="2042298"/>
                  </a:lnTo>
                  <a:close/>
                  <a:moveTo>
                    <a:pt x="623465" y="1972936"/>
                  </a:moveTo>
                  <a:lnTo>
                    <a:pt x="609799" y="1941215"/>
                  </a:lnTo>
                  <a:lnTo>
                    <a:pt x="560493" y="1881208"/>
                  </a:lnTo>
                  <a:close/>
                  <a:moveTo>
                    <a:pt x="130674" y="1397431"/>
                  </a:moveTo>
                  <a:lnTo>
                    <a:pt x="220887" y="1285513"/>
                  </a:lnTo>
                  <a:lnTo>
                    <a:pt x="120729" y="1295715"/>
                  </a:lnTo>
                  <a:close/>
                  <a:moveTo>
                    <a:pt x="120729" y="1295715"/>
                  </a:moveTo>
                  <a:lnTo>
                    <a:pt x="220887" y="1285513"/>
                  </a:lnTo>
                  <a:lnTo>
                    <a:pt x="199308" y="1292424"/>
                  </a:lnTo>
                  <a:close/>
                  <a:moveTo>
                    <a:pt x="609694" y="1934500"/>
                  </a:moveTo>
                  <a:lnTo>
                    <a:pt x="560493" y="1881208"/>
                  </a:lnTo>
                  <a:lnTo>
                    <a:pt x="609799" y="1941215"/>
                  </a:lnTo>
                  <a:close/>
                  <a:moveTo>
                    <a:pt x="1275107" y="2592221"/>
                  </a:moveTo>
                  <a:lnTo>
                    <a:pt x="1333537" y="2658951"/>
                  </a:lnTo>
                  <a:lnTo>
                    <a:pt x="1376901" y="2635999"/>
                  </a:lnTo>
                  <a:close/>
                  <a:moveTo>
                    <a:pt x="1244670" y="2389354"/>
                  </a:moveTo>
                  <a:lnTo>
                    <a:pt x="1301717" y="2324775"/>
                  </a:lnTo>
                  <a:lnTo>
                    <a:pt x="1211425" y="2427790"/>
                  </a:lnTo>
                  <a:close/>
                  <a:moveTo>
                    <a:pt x="941783" y="2093673"/>
                  </a:moveTo>
                  <a:lnTo>
                    <a:pt x="949214" y="2098930"/>
                  </a:lnTo>
                  <a:lnTo>
                    <a:pt x="950293" y="2060493"/>
                  </a:lnTo>
                  <a:close/>
                  <a:moveTo>
                    <a:pt x="904432" y="2169226"/>
                  </a:moveTo>
                  <a:lnTo>
                    <a:pt x="949214" y="2098930"/>
                  </a:lnTo>
                  <a:lnTo>
                    <a:pt x="941783" y="2093673"/>
                  </a:lnTo>
                  <a:close/>
                  <a:moveTo>
                    <a:pt x="966594" y="2122983"/>
                  </a:moveTo>
                  <a:lnTo>
                    <a:pt x="929190" y="2181145"/>
                  </a:lnTo>
                  <a:lnTo>
                    <a:pt x="999233" y="2167257"/>
                  </a:lnTo>
                  <a:close/>
                  <a:moveTo>
                    <a:pt x="901411" y="2060493"/>
                  </a:moveTo>
                  <a:lnTo>
                    <a:pt x="904432" y="2169226"/>
                  </a:lnTo>
                  <a:lnTo>
                    <a:pt x="941783" y="2093673"/>
                  </a:lnTo>
                  <a:close/>
                  <a:moveTo>
                    <a:pt x="819751" y="2098930"/>
                  </a:moveTo>
                  <a:lnTo>
                    <a:pt x="926997" y="2038391"/>
                  </a:lnTo>
                  <a:lnTo>
                    <a:pt x="827082" y="1985844"/>
                  </a:lnTo>
                  <a:close/>
                  <a:moveTo>
                    <a:pt x="827082" y="1985844"/>
                  </a:moveTo>
                  <a:lnTo>
                    <a:pt x="926997" y="2038391"/>
                  </a:lnTo>
                  <a:lnTo>
                    <a:pt x="883067" y="2000922"/>
                  </a:lnTo>
                  <a:close/>
                  <a:moveTo>
                    <a:pt x="819751" y="2098930"/>
                  </a:moveTo>
                  <a:lnTo>
                    <a:pt x="827082" y="1985844"/>
                  </a:lnTo>
                  <a:lnTo>
                    <a:pt x="807797" y="2086584"/>
                  </a:lnTo>
                  <a:close/>
                  <a:moveTo>
                    <a:pt x="950293" y="2060493"/>
                  </a:moveTo>
                  <a:lnTo>
                    <a:pt x="883067" y="2000922"/>
                  </a:lnTo>
                  <a:lnTo>
                    <a:pt x="926997" y="2038391"/>
                  </a:lnTo>
                  <a:close/>
                  <a:moveTo>
                    <a:pt x="841688" y="1834378"/>
                  </a:moveTo>
                  <a:lnTo>
                    <a:pt x="874300" y="1841364"/>
                  </a:lnTo>
                  <a:lnTo>
                    <a:pt x="817875" y="1813848"/>
                  </a:lnTo>
                  <a:close/>
                  <a:moveTo>
                    <a:pt x="803750" y="1856251"/>
                  </a:moveTo>
                  <a:lnTo>
                    <a:pt x="829072" y="1896063"/>
                  </a:lnTo>
                  <a:lnTo>
                    <a:pt x="784695" y="1852285"/>
                  </a:lnTo>
                  <a:close/>
                  <a:moveTo>
                    <a:pt x="372555" y="1358716"/>
                  </a:moveTo>
                  <a:lnTo>
                    <a:pt x="385085" y="1358994"/>
                  </a:lnTo>
                  <a:lnTo>
                    <a:pt x="351584" y="1329309"/>
                  </a:lnTo>
                  <a:close/>
                  <a:moveTo>
                    <a:pt x="372555" y="1358716"/>
                  </a:moveTo>
                  <a:lnTo>
                    <a:pt x="408919" y="1320558"/>
                  </a:lnTo>
                  <a:lnTo>
                    <a:pt x="402230" y="1348727"/>
                  </a:lnTo>
                  <a:close/>
                  <a:moveTo>
                    <a:pt x="137446" y="1252199"/>
                  </a:moveTo>
                  <a:lnTo>
                    <a:pt x="214545" y="1261803"/>
                  </a:lnTo>
                  <a:lnTo>
                    <a:pt x="259997" y="1216537"/>
                  </a:lnTo>
                  <a:close/>
                  <a:moveTo>
                    <a:pt x="259997" y="1216537"/>
                  </a:moveTo>
                  <a:lnTo>
                    <a:pt x="214545" y="1261803"/>
                  </a:lnTo>
                  <a:lnTo>
                    <a:pt x="335002" y="1218310"/>
                  </a:lnTo>
                  <a:close/>
                  <a:moveTo>
                    <a:pt x="1230205" y="2200758"/>
                  </a:moveTo>
                  <a:lnTo>
                    <a:pt x="1149281" y="2307139"/>
                  </a:lnTo>
                  <a:lnTo>
                    <a:pt x="1149869" y="2305569"/>
                  </a:lnTo>
                  <a:close/>
                  <a:moveTo>
                    <a:pt x="737833" y="1797625"/>
                  </a:moveTo>
                  <a:lnTo>
                    <a:pt x="803750" y="1856251"/>
                  </a:lnTo>
                  <a:lnTo>
                    <a:pt x="756957" y="1813848"/>
                  </a:lnTo>
                  <a:close/>
                  <a:moveTo>
                    <a:pt x="828115" y="1884913"/>
                  </a:moveTo>
                  <a:lnTo>
                    <a:pt x="823928" y="1931691"/>
                  </a:lnTo>
                  <a:lnTo>
                    <a:pt x="829072" y="1896063"/>
                  </a:lnTo>
                  <a:close/>
                  <a:moveTo>
                    <a:pt x="829072" y="1896063"/>
                  </a:moveTo>
                  <a:lnTo>
                    <a:pt x="803750" y="1856251"/>
                  </a:lnTo>
                  <a:lnTo>
                    <a:pt x="828115" y="1884913"/>
                  </a:lnTo>
                  <a:close/>
                  <a:moveTo>
                    <a:pt x="717497" y="1731633"/>
                  </a:moveTo>
                  <a:lnTo>
                    <a:pt x="742808" y="1693490"/>
                  </a:lnTo>
                  <a:lnTo>
                    <a:pt x="756957" y="1813848"/>
                  </a:lnTo>
                  <a:close/>
                  <a:moveTo>
                    <a:pt x="858787" y="1775412"/>
                  </a:moveTo>
                  <a:lnTo>
                    <a:pt x="793456" y="1712905"/>
                  </a:lnTo>
                  <a:lnTo>
                    <a:pt x="817711" y="1731633"/>
                  </a:lnTo>
                  <a:close/>
                  <a:moveTo>
                    <a:pt x="1030504" y="1741466"/>
                  </a:moveTo>
                  <a:lnTo>
                    <a:pt x="939314" y="1755009"/>
                  </a:lnTo>
                  <a:lnTo>
                    <a:pt x="934231" y="1850233"/>
                  </a:lnTo>
                  <a:close/>
                  <a:moveTo>
                    <a:pt x="1770146" y="2365031"/>
                  </a:moveTo>
                  <a:lnTo>
                    <a:pt x="1693597" y="2308370"/>
                  </a:lnTo>
                  <a:lnTo>
                    <a:pt x="1769638" y="2356260"/>
                  </a:lnTo>
                  <a:close/>
                  <a:moveTo>
                    <a:pt x="1674920" y="2238540"/>
                  </a:moveTo>
                  <a:lnTo>
                    <a:pt x="1632029" y="2216542"/>
                  </a:lnTo>
                  <a:lnTo>
                    <a:pt x="1753037" y="2274045"/>
                  </a:lnTo>
                  <a:close/>
                  <a:moveTo>
                    <a:pt x="1624900" y="2191829"/>
                  </a:moveTo>
                  <a:lnTo>
                    <a:pt x="1632029" y="2216542"/>
                  </a:lnTo>
                  <a:lnTo>
                    <a:pt x="1674920" y="2238540"/>
                  </a:lnTo>
                  <a:close/>
                  <a:moveTo>
                    <a:pt x="1363798" y="1952556"/>
                  </a:moveTo>
                  <a:lnTo>
                    <a:pt x="1454141" y="2027399"/>
                  </a:lnTo>
                  <a:lnTo>
                    <a:pt x="1375973" y="1956801"/>
                  </a:lnTo>
                  <a:close/>
                  <a:moveTo>
                    <a:pt x="1449234" y="2043783"/>
                  </a:moveTo>
                  <a:lnTo>
                    <a:pt x="1454141" y="2027399"/>
                  </a:lnTo>
                  <a:lnTo>
                    <a:pt x="1363798" y="1952556"/>
                  </a:lnTo>
                  <a:close/>
                  <a:moveTo>
                    <a:pt x="1354652" y="1945184"/>
                  </a:moveTo>
                  <a:lnTo>
                    <a:pt x="1290721" y="1862969"/>
                  </a:lnTo>
                  <a:lnTo>
                    <a:pt x="1315666" y="1891595"/>
                  </a:lnTo>
                  <a:close/>
                  <a:moveTo>
                    <a:pt x="1736927" y="2331446"/>
                  </a:moveTo>
                  <a:lnTo>
                    <a:pt x="1817130" y="2426927"/>
                  </a:lnTo>
                  <a:lnTo>
                    <a:pt x="1769638" y="2356260"/>
                  </a:lnTo>
                  <a:close/>
                  <a:moveTo>
                    <a:pt x="1769638" y="2356260"/>
                  </a:moveTo>
                  <a:lnTo>
                    <a:pt x="1817130" y="2426927"/>
                  </a:lnTo>
                  <a:lnTo>
                    <a:pt x="1789570" y="2388542"/>
                  </a:lnTo>
                  <a:close/>
                  <a:moveTo>
                    <a:pt x="1775604" y="2260502"/>
                  </a:moveTo>
                  <a:lnTo>
                    <a:pt x="1674920" y="2238540"/>
                  </a:lnTo>
                  <a:lnTo>
                    <a:pt x="1753037" y="2274045"/>
                  </a:lnTo>
                  <a:close/>
                  <a:moveTo>
                    <a:pt x="1732143" y="2071178"/>
                  </a:moveTo>
                  <a:lnTo>
                    <a:pt x="1709646" y="2153172"/>
                  </a:lnTo>
                  <a:lnTo>
                    <a:pt x="1750787" y="2080494"/>
                  </a:lnTo>
                  <a:close/>
                  <a:moveTo>
                    <a:pt x="1454141" y="2027399"/>
                  </a:moveTo>
                  <a:lnTo>
                    <a:pt x="1493876" y="2007489"/>
                  </a:lnTo>
                  <a:lnTo>
                    <a:pt x="1375973" y="1956801"/>
                  </a:lnTo>
                  <a:close/>
                  <a:moveTo>
                    <a:pt x="1699303" y="2061757"/>
                  </a:moveTo>
                  <a:lnTo>
                    <a:pt x="1672186" y="2013114"/>
                  </a:lnTo>
                  <a:lnTo>
                    <a:pt x="1645969" y="1988963"/>
                  </a:lnTo>
                  <a:close/>
                  <a:moveTo>
                    <a:pt x="1635551" y="1952902"/>
                  </a:moveTo>
                  <a:lnTo>
                    <a:pt x="1699303" y="2061757"/>
                  </a:lnTo>
                  <a:lnTo>
                    <a:pt x="1645969" y="1988963"/>
                  </a:lnTo>
                  <a:close/>
                  <a:moveTo>
                    <a:pt x="1803409" y="2009879"/>
                  </a:moveTo>
                  <a:lnTo>
                    <a:pt x="1863656" y="2032741"/>
                  </a:lnTo>
                  <a:lnTo>
                    <a:pt x="1849328" y="1966361"/>
                  </a:lnTo>
                  <a:close/>
                  <a:moveTo>
                    <a:pt x="1849328" y="1966361"/>
                  </a:moveTo>
                  <a:lnTo>
                    <a:pt x="1863656" y="2032741"/>
                  </a:lnTo>
                  <a:lnTo>
                    <a:pt x="1906241" y="1914613"/>
                  </a:lnTo>
                  <a:close/>
                  <a:moveTo>
                    <a:pt x="1906241" y="1914613"/>
                  </a:moveTo>
                  <a:lnTo>
                    <a:pt x="1863656" y="2032741"/>
                  </a:lnTo>
                  <a:lnTo>
                    <a:pt x="1896808" y="2022374"/>
                  </a:lnTo>
                  <a:close/>
                  <a:moveTo>
                    <a:pt x="1906241" y="1914613"/>
                  </a:moveTo>
                  <a:lnTo>
                    <a:pt x="1901854" y="1912090"/>
                  </a:lnTo>
                  <a:lnTo>
                    <a:pt x="1849328" y="1966361"/>
                  </a:lnTo>
                  <a:close/>
                  <a:moveTo>
                    <a:pt x="1973840" y="1994305"/>
                  </a:moveTo>
                  <a:lnTo>
                    <a:pt x="2019670" y="2083173"/>
                  </a:lnTo>
                  <a:lnTo>
                    <a:pt x="2007323" y="2076520"/>
                  </a:lnTo>
                  <a:close/>
                  <a:moveTo>
                    <a:pt x="1885556" y="2038353"/>
                  </a:moveTo>
                  <a:lnTo>
                    <a:pt x="2019670" y="2083173"/>
                  </a:lnTo>
                  <a:lnTo>
                    <a:pt x="1973840" y="1994305"/>
                  </a:lnTo>
                  <a:close/>
                  <a:moveTo>
                    <a:pt x="1973840" y="1994305"/>
                  </a:moveTo>
                  <a:lnTo>
                    <a:pt x="1896808" y="2022374"/>
                  </a:lnTo>
                  <a:lnTo>
                    <a:pt x="1885556" y="2038353"/>
                  </a:lnTo>
                  <a:close/>
                  <a:moveTo>
                    <a:pt x="1896808" y="2022374"/>
                  </a:moveTo>
                  <a:lnTo>
                    <a:pt x="1996408" y="1958952"/>
                  </a:lnTo>
                  <a:lnTo>
                    <a:pt x="1970000" y="1923370"/>
                  </a:lnTo>
                  <a:close/>
                  <a:moveTo>
                    <a:pt x="1896808" y="2022374"/>
                  </a:moveTo>
                  <a:lnTo>
                    <a:pt x="1970000" y="1923370"/>
                  </a:lnTo>
                  <a:lnTo>
                    <a:pt x="1906241" y="1914613"/>
                  </a:lnTo>
                  <a:close/>
                  <a:moveTo>
                    <a:pt x="2019670" y="2083173"/>
                  </a:moveTo>
                  <a:lnTo>
                    <a:pt x="1969077" y="2071967"/>
                  </a:lnTo>
                  <a:lnTo>
                    <a:pt x="2041300" y="1994305"/>
                  </a:lnTo>
                  <a:close/>
                  <a:moveTo>
                    <a:pt x="1906241" y="1914613"/>
                  </a:moveTo>
                  <a:lnTo>
                    <a:pt x="1842677" y="1878036"/>
                  </a:lnTo>
                  <a:lnTo>
                    <a:pt x="1901854" y="1912090"/>
                  </a:lnTo>
                  <a:close/>
                  <a:moveTo>
                    <a:pt x="1901854" y="1912090"/>
                  </a:moveTo>
                  <a:lnTo>
                    <a:pt x="1820431" y="1868312"/>
                  </a:lnTo>
                  <a:lnTo>
                    <a:pt x="1820781" y="1829875"/>
                  </a:lnTo>
                  <a:close/>
                  <a:moveTo>
                    <a:pt x="1750991" y="1813898"/>
                  </a:moveTo>
                  <a:lnTo>
                    <a:pt x="1809298" y="1816697"/>
                  </a:lnTo>
                  <a:lnTo>
                    <a:pt x="1820781" y="1829875"/>
                  </a:lnTo>
                  <a:close/>
                  <a:moveTo>
                    <a:pt x="1664436" y="1768940"/>
                  </a:moveTo>
                  <a:lnTo>
                    <a:pt x="1638278" y="1734592"/>
                  </a:lnTo>
                  <a:lnTo>
                    <a:pt x="1578830" y="1727528"/>
                  </a:lnTo>
                  <a:close/>
                  <a:moveTo>
                    <a:pt x="1297052" y="1292806"/>
                  </a:moveTo>
                  <a:lnTo>
                    <a:pt x="1316258" y="1303131"/>
                  </a:lnTo>
                  <a:lnTo>
                    <a:pt x="1353916" y="1360037"/>
                  </a:lnTo>
                  <a:close/>
                  <a:moveTo>
                    <a:pt x="2021753" y="1981388"/>
                  </a:moveTo>
                  <a:lnTo>
                    <a:pt x="2102374" y="2076482"/>
                  </a:lnTo>
                  <a:lnTo>
                    <a:pt x="2041300" y="1994305"/>
                  </a:lnTo>
                  <a:close/>
                  <a:moveTo>
                    <a:pt x="2055097" y="2054372"/>
                  </a:moveTo>
                  <a:lnTo>
                    <a:pt x="2102410" y="2076498"/>
                  </a:lnTo>
                  <a:lnTo>
                    <a:pt x="2021753" y="1981388"/>
                  </a:lnTo>
                  <a:close/>
                  <a:moveTo>
                    <a:pt x="1661334" y="1391980"/>
                  </a:moveTo>
                  <a:lnTo>
                    <a:pt x="1656864" y="1418799"/>
                  </a:lnTo>
                  <a:lnTo>
                    <a:pt x="1686071" y="1419422"/>
                  </a:lnTo>
                  <a:close/>
                  <a:moveTo>
                    <a:pt x="1422953" y="1208186"/>
                  </a:moveTo>
                  <a:lnTo>
                    <a:pt x="1461835" y="1215932"/>
                  </a:lnTo>
                  <a:lnTo>
                    <a:pt x="1446619" y="1245171"/>
                  </a:lnTo>
                  <a:close/>
                  <a:moveTo>
                    <a:pt x="1388429" y="1142561"/>
                  </a:moveTo>
                  <a:lnTo>
                    <a:pt x="1461835" y="1215932"/>
                  </a:lnTo>
                  <a:lnTo>
                    <a:pt x="1422953" y="1208186"/>
                  </a:lnTo>
                  <a:close/>
                  <a:moveTo>
                    <a:pt x="588381" y="156968"/>
                  </a:moveTo>
                  <a:lnTo>
                    <a:pt x="616497" y="234203"/>
                  </a:lnTo>
                  <a:lnTo>
                    <a:pt x="650830" y="166790"/>
                  </a:lnTo>
                  <a:close/>
                  <a:moveTo>
                    <a:pt x="591838" y="114844"/>
                  </a:moveTo>
                  <a:lnTo>
                    <a:pt x="588381" y="156968"/>
                  </a:lnTo>
                  <a:lnTo>
                    <a:pt x="614802" y="64921"/>
                  </a:lnTo>
                  <a:close/>
                  <a:moveTo>
                    <a:pt x="509994" y="24042"/>
                  </a:moveTo>
                  <a:lnTo>
                    <a:pt x="496698" y="37789"/>
                  </a:lnTo>
                  <a:lnTo>
                    <a:pt x="561121" y="0"/>
                  </a:lnTo>
                  <a:close/>
                  <a:moveTo>
                    <a:pt x="1661334" y="1391980"/>
                  </a:moveTo>
                  <a:lnTo>
                    <a:pt x="1642602" y="1380363"/>
                  </a:lnTo>
                  <a:lnTo>
                    <a:pt x="1572142" y="1303807"/>
                  </a:lnTo>
                  <a:close/>
                  <a:moveTo>
                    <a:pt x="1621406" y="1324349"/>
                  </a:moveTo>
                  <a:lnTo>
                    <a:pt x="1661334" y="1391980"/>
                  </a:lnTo>
                  <a:lnTo>
                    <a:pt x="1572142" y="1303807"/>
                  </a:lnTo>
                  <a:close/>
                  <a:moveTo>
                    <a:pt x="609396" y="39792"/>
                  </a:moveTo>
                  <a:lnTo>
                    <a:pt x="591838" y="114844"/>
                  </a:lnTo>
                  <a:lnTo>
                    <a:pt x="614802" y="64921"/>
                  </a:lnTo>
                  <a:close/>
                  <a:moveTo>
                    <a:pt x="1269071" y="544558"/>
                  </a:moveTo>
                  <a:lnTo>
                    <a:pt x="1295667" y="563554"/>
                  </a:lnTo>
                  <a:lnTo>
                    <a:pt x="1218344" y="508833"/>
                  </a:lnTo>
                  <a:close/>
                  <a:moveTo>
                    <a:pt x="1861399" y="1050238"/>
                  </a:moveTo>
                  <a:lnTo>
                    <a:pt x="1903161" y="1116378"/>
                  </a:lnTo>
                  <a:lnTo>
                    <a:pt x="1929375" y="113906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51" name="Candidate_density__2050">
              <a:extLst>
                <a:ext uri="{FF2B5EF4-FFF2-40B4-BE49-F238E27FC236}">
                  <a16:creationId xmlns:a16="http://schemas.microsoft.com/office/drawing/2014/main" id="{3553FBF5-C644-45E1-80A4-639812312114}"/>
                </a:ext>
              </a:extLst>
            </p:cNvPr>
            <p:cNvSpPr>
              <a:spLocks noGrp="1"/>
            </p:cNvSpPr>
            <p:nvPr/>
          </p:nvSpPr>
          <p:spPr>
            <a:xfrm>
              <a:off x="4462133" y="2241396"/>
              <a:ext cx="2144245" cy="3246340"/>
            </a:xfrm>
            <a:custGeom>
              <a:avLst/>
              <a:gdLst/>
              <a:ahLst/>
              <a:cxnLst/>
              <a:rect l="0" t="0" r="0" b="0"/>
              <a:pathLst>
                <a:path w="2144245" h="3246340">
                  <a:moveTo>
                    <a:pt x="128035" y="2633959"/>
                  </a:moveTo>
                  <a:lnTo>
                    <a:pt x="45906" y="2644163"/>
                  </a:lnTo>
                  <a:lnTo>
                    <a:pt x="0" y="2649117"/>
                  </a:lnTo>
                  <a:close/>
                  <a:moveTo>
                    <a:pt x="209799" y="2516615"/>
                  </a:moveTo>
                  <a:lnTo>
                    <a:pt x="132942" y="2633996"/>
                  </a:lnTo>
                  <a:lnTo>
                    <a:pt x="201035" y="2628236"/>
                  </a:lnTo>
                  <a:close/>
                  <a:moveTo>
                    <a:pt x="1120170" y="3218114"/>
                  </a:moveTo>
                  <a:lnTo>
                    <a:pt x="1120442" y="3190879"/>
                  </a:lnTo>
                  <a:lnTo>
                    <a:pt x="1077718" y="3246340"/>
                  </a:lnTo>
                  <a:close/>
                  <a:moveTo>
                    <a:pt x="1120170" y="3218114"/>
                  </a:moveTo>
                  <a:lnTo>
                    <a:pt x="1153346" y="3179678"/>
                  </a:lnTo>
                  <a:lnTo>
                    <a:pt x="1120442" y="3190879"/>
                  </a:lnTo>
                  <a:close/>
                  <a:moveTo>
                    <a:pt x="575387" y="2482842"/>
                  </a:moveTo>
                  <a:lnTo>
                    <a:pt x="567617" y="2517246"/>
                  </a:lnTo>
                  <a:lnTo>
                    <a:pt x="517173" y="2543846"/>
                  </a:lnTo>
                  <a:close/>
                  <a:moveTo>
                    <a:pt x="1171218" y="3096462"/>
                  </a:moveTo>
                  <a:lnTo>
                    <a:pt x="1153346" y="3179678"/>
                  </a:lnTo>
                  <a:lnTo>
                    <a:pt x="1170532" y="3099502"/>
                  </a:lnTo>
                  <a:close/>
                  <a:moveTo>
                    <a:pt x="443879" y="2162617"/>
                  </a:moveTo>
                  <a:lnTo>
                    <a:pt x="401398" y="2097061"/>
                  </a:lnTo>
                  <a:lnTo>
                    <a:pt x="521601" y="2129996"/>
                  </a:lnTo>
                  <a:close/>
                  <a:moveTo>
                    <a:pt x="783885" y="2338116"/>
                  </a:moveTo>
                  <a:lnTo>
                    <a:pt x="814640" y="2389650"/>
                  </a:lnTo>
                  <a:lnTo>
                    <a:pt x="854803" y="2324608"/>
                  </a:lnTo>
                  <a:close/>
                  <a:moveTo>
                    <a:pt x="572102" y="2103611"/>
                  </a:moveTo>
                  <a:lnTo>
                    <a:pt x="596423" y="2059694"/>
                  </a:lnTo>
                  <a:lnTo>
                    <a:pt x="586831" y="2034009"/>
                  </a:lnTo>
                  <a:close/>
                  <a:moveTo>
                    <a:pt x="521601" y="2129996"/>
                  </a:moveTo>
                  <a:lnTo>
                    <a:pt x="592828" y="2117646"/>
                  </a:lnTo>
                  <a:lnTo>
                    <a:pt x="572102" y="2103611"/>
                  </a:lnTo>
                  <a:close/>
                  <a:moveTo>
                    <a:pt x="854803" y="2324608"/>
                  </a:moveTo>
                  <a:lnTo>
                    <a:pt x="877245" y="2252852"/>
                  </a:lnTo>
                  <a:lnTo>
                    <a:pt x="820686" y="2260504"/>
                  </a:lnTo>
                  <a:close/>
                  <a:moveTo>
                    <a:pt x="783885" y="2338116"/>
                  </a:moveTo>
                  <a:lnTo>
                    <a:pt x="854803" y="2324608"/>
                  </a:lnTo>
                  <a:lnTo>
                    <a:pt x="820686" y="2260504"/>
                  </a:lnTo>
                  <a:close/>
                  <a:moveTo>
                    <a:pt x="877245" y="2252852"/>
                  </a:moveTo>
                  <a:lnTo>
                    <a:pt x="854803" y="2324608"/>
                  </a:lnTo>
                  <a:lnTo>
                    <a:pt x="895780" y="2280654"/>
                  </a:lnTo>
                  <a:close/>
                  <a:moveTo>
                    <a:pt x="844774" y="2242218"/>
                  </a:moveTo>
                  <a:lnTo>
                    <a:pt x="877245" y="2252852"/>
                  </a:lnTo>
                  <a:lnTo>
                    <a:pt x="789783" y="2163273"/>
                  </a:lnTo>
                  <a:close/>
                  <a:moveTo>
                    <a:pt x="713944" y="1824560"/>
                  </a:moveTo>
                  <a:lnTo>
                    <a:pt x="669429" y="1800157"/>
                  </a:lnTo>
                  <a:lnTo>
                    <a:pt x="703811" y="1913357"/>
                  </a:lnTo>
                  <a:close/>
                  <a:moveTo>
                    <a:pt x="321763" y="1400566"/>
                  </a:moveTo>
                  <a:lnTo>
                    <a:pt x="315180" y="1381630"/>
                  </a:lnTo>
                  <a:lnTo>
                    <a:pt x="309461" y="1463750"/>
                  </a:lnTo>
                  <a:close/>
                  <a:moveTo>
                    <a:pt x="1534572" y="2763802"/>
                  </a:moveTo>
                  <a:lnTo>
                    <a:pt x="1608283" y="2760736"/>
                  </a:lnTo>
                  <a:lnTo>
                    <a:pt x="1576568" y="2748512"/>
                  </a:lnTo>
                  <a:close/>
                  <a:moveTo>
                    <a:pt x="1669337" y="2773803"/>
                  </a:moveTo>
                  <a:lnTo>
                    <a:pt x="1576568" y="2748512"/>
                  </a:lnTo>
                  <a:lnTo>
                    <a:pt x="1635663" y="2761061"/>
                  </a:lnTo>
                  <a:close/>
                  <a:moveTo>
                    <a:pt x="719481" y="1589839"/>
                  </a:moveTo>
                  <a:lnTo>
                    <a:pt x="731757" y="1609894"/>
                  </a:lnTo>
                  <a:lnTo>
                    <a:pt x="763385" y="1615861"/>
                  </a:lnTo>
                  <a:close/>
                  <a:moveTo>
                    <a:pt x="1684408" y="2721432"/>
                  </a:moveTo>
                  <a:lnTo>
                    <a:pt x="1704206" y="2740850"/>
                  </a:lnTo>
                  <a:lnTo>
                    <a:pt x="1704815" y="2691249"/>
                  </a:lnTo>
                  <a:close/>
                  <a:moveTo>
                    <a:pt x="1135265" y="1955084"/>
                  </a:moveTo>
                  <a:lnTo>
                    <a:pt x="1075334" y="1946215"/>
                  </a:lnTo>
                  <a:lnTo>
                    <a:pt x="1206945" y="1944428"/>
                  </a:lnTo>
                  <a:close/>
                  <a:moveTo>
                    <a:pt x="660393" y="1294247"/>
                  </a:moveTo>
                  <a:lnTo>
                    <a:pt x="569675" y="1320203"/>
                  </a:lnTo>
                  <a:lnTo>
                    <a:pt x="536037" y="1323161"/>
                  </a:lnTo>
                  <a:close/>
                  <a:moveTo>
                    <a:pt x="536037" y="1323161"/>
                  </a:moveTo>
                  <a:lnTo>
                    <a:pt x="579930" y="1343194"/>
                  </a:lnTo>
                  <a:lnTo>
                    <a:pt x="660393" y="1294247"/>
                  </a:lnTo>
                  <a:close/>
                  <a:moveTo>
                    <a:pt x="536037" y="1323161"/>
                  </a:moveTo>
                  <a:lnTo>
                    <a:pt x="569675" y="1320203"/>
                  </a:lnTo>
                  <a:lnTo>
                    <a:pt x="505205" y="1312022"/>
                  </a:lnTo>
                  <a:close/>
                  <a:moveTo>
                    <a:pt x="1853994" y="2691690"/>
                  </a:moveTo>
                  <a:lnTo>
                    <a:pt x="1885799" y="2702414"/>
                  </a:lnTo>
                  <a:lnTo>
                    <a:pt x="1871355" y="2690632"/>
                  </a:lnTo>
                  <a:close/>
                  <a:moveTo>
                    <a:pt x="1771190" y="2660754"/>
                  </a:moveTo>
                  <a:lnTo>
                    <a:pt x="1805216" y="2683810"/>
                  </a:lnTo>
                  <a:lnTo>
                    <a:pt x="1704815" y="2691249"/>
                  </a:lnTo>
                  <a:close/>
                  <a:moveTo>
                    <a:pt x="1771190" y="2660754"/>
                  </a:moveTo>
                  <a:lnTo>
                    <a:pt x="1853994" y="2691690"/>
                  </a:lnTo>
                  <a:lnTo>
                    <a:pt x="1805216" y="2683810"/>
                  </a:lnTo>
                  <a:close/>
                  <a:moveTo>
                    <a:pt x="1853994" y="2691690"/>
                  </a:moveTo>
                  <a:lnTo>
                    <a:pt x="1871355" y="2690632"/>
                  </a:lnTo>
                  <a:lnTo>
                    <a:pt x="1805216" y="2683810"/>
                  </a:lnTo>
                  <a:close/>
                  <a:moveTo>
                    <a:pt x="1231538" y="1846317"/>
                  </a:moveTo>
                  <a:lnTo>
                    <a:pt x="1135265" y="1955084"/>
                  </a:lnTo>
                  <a:lnTo>
                    <a:pt x="1206945" y="1944428"/>
                  </a:lnTo>
                  <a:close/>
                  <a:moveTo>
                    <a:pt x="1914520" y="2702786"/>
                  </a:moveTo>
                  <a:lnTo>
                    <a:pt x="1805216" y="2683810"/>
                  </a:lnTo>
                  <a:lnTo>
                    <a:pt x="1871355" y="2690632"/>
                  </a:lnTo>
                  <a:close/>
                  <a:moveTo>
                    <a:pt x="1996571" y="2649425"/>
                  </a:moveTo>
                  <a:lnTo>
                    <a:pt x="2010391" y="2663977"/>
                  </a:lnTo>
                  <a:lnTo>
                    <a:pt x="2011223" y="2570482"/>
                  </a:lnTo>
                  <a:close/>
                  <a:moveTo>
                    <a:pt x="2011223" y="2570482"/>
                  </a:moveTo>
                  <a:lnTo>
                    <a:pt x="2047042" y="2640943"/>
                  </a:lnTo>
                  <a:lnTo>
                    <a:pt x="2091980" y="2593757"/>
                  </a:lnTo>
                  <a:close/>
                  <a:moveTo>
                    <a:pt x="1984720" y="2625541"/>
                  </a:moveTo>
                  <a:lnTo>
                    <a:pt x="1996571" y="2649425"/>
                  </a:lnTo>
                  <a:lnTo>
                    <a:pt x="2011223" y="2570482"/>
                  </a:lnTo>
                  <a:close/>
                  <a:moveTo>
                    <a:pt x="1248043" y="1732806"/>
                  </a:moveTo>
                  <a:lnTo>
                    <a:pt x="1233917" y="1830070"/>
                  </a:lnTo>
                  <a:lnTo>
                    <a:pt x="1262212" y="1759611"/>
                  </a:lnTo>
                  <a:close/>
                  <a:moveTo>
                    <a:pt x="2091980" y="2593757"/>
                  </a:moveTo>
                  <a:lnTo>
                    <a:pt x="2144245" y="2573967"/>
                  </a:lnTo>
                  <a:lnTo>
                    <a:pt x="2011223" y="2570482"/>
                  </a:lnTo>
                  <a:close/>
                  <a:moveTo>
                    <a:pt x="1758061" y="1921408"/>
                  </a:moveTo>
                  <a:lnTo>
                    <a:pt x="1779864" y="1832379"/>
                  </a:lnTo>
                  <a:lnTo>
                    <a:pt x="1714819" y="1867845"/>
                  </a:lnTo>
                  <a:close/>
                  <a:moveTo>
                    <a:pt x="1779864" y="1832379"/>
                  </a:moveTo>
                  <a:lnTo>
                    <a:pt x="1816086" y="1904351"/>
                  </a:lnTo>
                  <a:lnTo>
                    <a:pt x="1865471" y="1873791"/>
                  </a:lnTo>
                  <a:close/>
                  <a:moveTo>
                    <a:pt x="269777" y="181131"/>
                  </a:moveTo>
                  <a:lnTo>
                    <a:pt x="301172" y="202866"/>
                  </a:lnTo>
                  <a:lnTo>
                    <a:pt x="313933" y="105734"/>
                  </a:lnTo>
                  <a:close/>
                  <a:moveTo>
                    <a:pt x="325134" y="15933"/>
                  </a:moveTo>
                  <a:lnTo>
                    <a:pt x="376826" y="15102"/>
                  </a:lnTo>
                  <a:lnTo>
                    <a:pt x="356375" y="0"/>
                  </a:lnTo>
                  <a:close/>
                  <a:moveTo>
                    <a:pt x="313933" y="105734"/>
                  </a:moveTo>
                  <a:lnTo>
                    <a:pt x="352129" y="53408"/>
                  </a:lnTo>
                  <a:lnTo>
                    <a:pt x="325134" y="15933"/>
                  </a:lnTo>
                  <a:close/>
                  <a:moveTo>
                    <a:pt x="1913344" y="1808732"/>
                  </a:moveTo>
                  <a:lnTo>
                    <a:pt x="1907305" y="1860668"/>
                  </a:lnTo>
                  <a:lnTo>
                    <a:pt x="1865471" y="1873791"/>
                  </a:lnTo>
                  <a:close/>
                  <a:moveTo>
                    <a:pt x="325134" y="15933"/>
                  </a:moveTo>
                  <a:lnTo>
                    <a:pt x="356375" y="0"/>
                  </a:lnTo>
                  <a:lnTo>
                    <a:pt x="455721" y="10318"/>
                  </a:lnTo>
                  <a:close/>
                  <a:moveTo>
                    <a:pt x="1916702" y="1752936"/>
                  </a:moveTo>
                  <a:lnTo>
                    <a:pt x="1927123" y="1852511"/>
                  </a:lnTo>
                  <a:lnTo>
                    <a:pt x="1921049" y="1770296"/>
                  </a:lnTo>
                  <a:close/>
                  <a:moveTo>
                    <a:pt x="1921049" y="1770296"/>
                  </a:moveTo>
                  <a:lnTo>
                    <a:pt x="1930285" y="1685716"/>
                  </a:lnTo>
                  <a:lnTo>
                    <a:pt x="1916702" y="1752936"/>
                  </a:lnTo>
                  <a:close/>
                  <a:moveTo>
                    <a:pt x="1942185" y="1649644"/>
                  </a:moveTo>
                  <a:lnTo>
                    <a:pt x="1930285" y="1685716"/>
                  </a:lnTo>
                  <a:lnTo>
                    <a:pt x="1921049" y="1770296"/>
                  </a:lnTo>
                  <a:close/>
                  <a:moveTo>
                    <a:pt x="1614513" y="1441435"/>
                  </a:moveTo>
                  <a:lnTo>
                    <a:pt x="1647654" y="1350022"/>
                  </a:lnTo>
                  <a:lnTo>
                    <a:pt x="1662870" y="1320783"/>
                  </a:lnTo>
                  <a:close/>
                  <a:moveTo>
                    <a:pt x="817531" y="339054"/>
                  </a:moveTo>
                  <a:lnTo>
                    <a:pt x="845384" y="372638"/>
                  </a:lnTo>
                  <a:lnTo>
                    <a:pt x="851865" y="271641"/>
                  </a:lnTo>
                  <a:close/>
                  <a:moveTo>
                    <a:pt x="1968204" y="1548832"/>
                  </a:moveTo>
                  <a:lnTo>
                    <a:pt x="2017480" y="1528992"/>
                  </a:lnTo>
                  <a:lnTo>
                    <a:pt x="1932448" y="1478601"/>
                  </a:lnTo>
                  <a:close/>
                  <a:moveTo>
                    <a:pt x="1968204" y="1548832"/>
                  </a:moveTo>
                  <a:lnTo>
                    <a:pt x="1932448" y="1478601"/>
                  </a:lnTo>
                  <a:lnTo>
                    <a:pt x="1887105" y="1524273"/>
                  </a:lnTo>
                  <a:close/>
                  <a:moveTo>
                    <a:pt x="2027889" y="1493322"/>
                  </a:moveTo>
                  <a:lnTo>
                    <a:pt x="2019599" y="1529690"/>
                  </a:lnTo>
                  <a:lnTo>
                    <a:pt x="1968204" y="1548832"/>
                  </a:lnTo>
                  <a:close/>
                  <a:moveTo>
                    <a:pt x="2033752" y="1446777"/>
                  </a:moveTo>
                  <a:lnTo>
                    <a:pt x="2019599" y="1529690"/>
                  </a:lnTo>
                  <a:lnTo>
                    <a:pt x="2027889" y="1493322"/>
                  </a:lnTo>
                  <a:close/>
                  <a:moveTo>
                    <a:pt x="2034833" y="1417212"/>
                  </a:moveTo>
                  <a:lnTo>
                    <a:pt x="2021236" y="1528992"/>
                  </a:lnTo>
                  <a:lnTo>
                    <a:pt x="2033752" y="1446777"/>
                  </a:lnTo>
                  <a:close/>
                  <a:moveTo>
                    <a:pt x="2034833" y="1417212"/>
                  </a:moveTo>
                  <a:lnTo>
                    <a:pt x="2033752" y="1446777"/>
                  </a:lnTo>
                  <a:lnTo>
                    <a:pt x="2042448" y="1396015"/>
                  </a:lnTo>
                  <a:close/>
                  <a:moveTo>
                    <a:pt x="1460895" y="780117"/>
                  </a:moveTo>
                  <a:lnTo>
                    <a:pt x="1480824" y="871272"/>
                  </a:lnTo>
                  <a:lnTo>
                    <a:pt x="1465036" y="78905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52" name="Candidate_density__2051">
              <a:extLst>
                <a:ext uri="{FF2B5EF4-FFF2-40B4-BE49-F238E27FC236}">
                  <a16:creationId xmlns:a16="http://schemas.microsoft.com/office/drawing/2014/main" id="{691C5AC7-6CB3-9D63-4EB6-D0A6AA96B78D}"/>
                </a:ext>
              </a:extLst>
            </p:cNvPr>
            <p:cNvSpPr>
              <a:spLocks noGrp="1"/>
            </p:cNvSpPr>
            <p:nvPr/>
          </p:nvSpPr>
          <p:spPr>
            <a:xfrm>
              <a:off x="4403670" y="3025111"/>
              <a:ext cx="2120897" cy="2322991"/>
            </a:xfrm>
            <a:custGeom>
              <a:avLst/>
              <a:gdLst/>
              <a:ahLst/>
              <a:cxnLst/>
              <a:rect l="0" t="0" r="0" b="0"/>
              <a:pathLst>
                <a:path w="2120897" h="2322991">
                  <a:moveTo>
                    <a:pt x="68151" y="1686420"/>
                  </a:moveTo>
                  <a:lnTo>
                    <a:pt x="0" y="1727558"/>
                  </a:lnTo>
                  <a:lnTo>
                    <a:pt x="65065" y="1689122"/>
                  </a:lnTo>
                  <a:close/>
                  <a:moveTo>
                    <a:pt x="68151" y="1686420"/>
                  </a:moveTo>
                  <a:lnTo>
                    <a:pt x="13201" y="1696174"/>
                  </a:lnTo>
                  <a:lnTo>
                    <a:pt x="0" y="1727558"/>
                  </a:lnTo>
                  <a:close/>
                  <a:moveTo>
                    <a:pt x="13201" y="1696174"/>
                  </a:moveTo>
                  <a:lnTo>
                    <a:pt x="68151" y="1686420"/>
                  </a:lnTo>
                  <a:lnTo>
                    <a:pt x="18887" y="1645343"/>
                  </a:lnTo>
                  <a:close/>
                  <a:moveTo>
                    <a:pt x="68151" y="1686420"/>
                  </a:moveTo>
                  <a:lnTo>
                    <a:pt x="91163" y="1606907"/>
                  </a:lnTo>
                  <a:lnTo>
                    <a:pt x="18887" y="1645343"/>
                  </a:lnTo>
                  <a:close/>
                  <a:moveTo>
                    <a:pt x="68151" y="1686420"/>
                  </a:moveTo>
                  <a:lnTo>
                    <a:pt x="65065" y="1689122"/>
                  </a:lnTo>
                  <a:lnTo>
                    <a:pt x="73703" y="1685196"/>
                  </a:lnTo>
                  <a:close/>
                  <a:moveTo>
                    <a:pt x="73703" y="1685196"/>
                  </a:moveTo>
                  <a:lnTo>
                    <a:pt x="91163" y="1606907"/>
                  </a:lnTo>
                  <a:lnTo>
                    <a:pt x="68151" y="1686420"/>
                  </a:lnTo>
                  <a:close/>
                  <a:moveTo>
                    <a:pt x="143812" y="1588699"/>
                  </a:moveTo>
                  <a:lnTo>
                    <a:pt x="91163" y="1606907"/>
                  </a:lnTo>
                  <a:lnTo>
                    <a:pt x="73703" y="1685196"/>
                  </a:lnTo>
                  <a:close/>
                  <a:moveTo>
                    <a:pt x="184403" y="1655790"/>
                  </a:moveTo>
                  <a:lnTo>
                    <a:pt x="143812" y="1588699"/>
                  </a:lnTo>
                  <a:lnTo>
                    <a:pt x="73703" y="1685196"/>
                  </a:lnTo>
                  <a:close/>
                  <a:moveTo>
                    <a:pt x="184403" y="1655790"/>
                  </a:moveTo>
                  <a:lnTo>
                    <a:pt x="73703" y="1685196"/>
                  </a:lnTo>
                  <a:lnTo>
                    <a:pt x="196009" y="1670602"/>
                  </a:lnTo>
                  <a:close/>
                  <a:moveTo>
                    <a:pt x="223549" y="1650685"/>
                  </a:moveTo>
                  <a:lnTo>
                    <a:pt x="211765" y="1568470"/>
                  </a:lnTo>
                  <a:lnTo>
                    <a:pt x="184403" y="1655790"/>
                  </a:lnTo>
                  <a:close/>
                  <a:moveTo>
                    <a:pt x="211765" y="1568470"/>
                  </a:moveTo>
                  <a:lnTo>
                    <a:pt x="143812" y="1588699"/>
                  </a:lnTo>
                  <a:lnTo>
                    <a:pt x="184403" y="1655790"/>
                  </a:lnTo>
                  <a:close/>
                  <a:moveTo>
                    <a:pt x="109061" y="1560719"/>
                  </a:moveTo>
                  <a:lnTo>
                    <a:pt x="91163" y="1606907"/>
                  </a:lnTo>
                  <a:lnTo>
                    <a:pt x="143812" y="1588699"/>
                  </a:lnTo>
                  <a:close/>
                  <a:moveTo>
                    <a:pt x="211765" y="1568470"/>
                  </a:moveTo>
                  <a:lnTo>
                    <a:pt x="109061" y="1560719"/>
                  </a:lnTo>
                  <a:lnTo>
                    <a:pt x="143812" y="1588699"/>
                  </a:lnTo>
                  <a:close/>
                  <a:moveTo>
                    <a:pt x="228051" y="1511744"/>
                  </a:moveTo>
                  <a:lnTo>
                    <a:pt x="211765" y="1568470"/>
                  </a:lnTo>
                  <a:lnTo>
                    <a:pt x="273513" y="1543845"/>
                  </a:lnTo>
                  <a:close/>
                  <a:moveTo>
                    <a:pt x="1142430" y="2313748"/>
                  </a:moveTo>
                  <a:lnTo>
                    <a:pt x="1152292" y="2307657"/>
                  </a:lnTo>
                  <a:lnTo>
                    <a:pt x="1068020" y="2322991"/>
                  </a:lnTo>
                  <a:close/>
                  <a:moveTo>
                    <a:pt x="532802" y="1017829"/>
                  </a:moveTo>
                  <a:lnTo>
                    <a:pt x="479135" y="1032380"/>
                  </a:lnTo>
                  <a:lnTo>
                    <a:pt x="464951" y="1085864"/>
                  </a:lnTo>
                  <a:close/>
                  <a:moveTo>
                    <a:pt x="1444960" y="2034009"/>
                  </a:moveTo>
                  <a:lnTo>
                    <a:pt x="1533216" y="2035090"/>
                  </a:lnTo>
                  <a:lnTo>
                    <a:pt x="1504252" y="2010527"/>
                  </a:lnTo>
                  <a:close/>
                  <a:moveTo>
                    <a:pt x="1459061" y="1973036"/>
                  </a:moveTo>
                  <a:lnTo>
                    <a:pt x="1444960" y="2034009"/>
                  </a:lnTo>
                  <a:lnTo>
                    <a:pt x="1504252" y="2010527"/>
                  </a:lnTo>
                  <a:close/>
                  <a:moveTo>
                    <a:pt x="1489580" y="1831142"/>
                  </a:moveTo>
                  <a:lnTo>
                    <a:pt x="1463214" y="1951794"/>
                  </a:lnTo>
                  <a:lnTo>
                    <a:pt x="1534605" y="1913357"/>
                  </a:lnTo>
                  <a:close/>
                  <a:moveTo>
                    <a:pt x="727893" y="1016442"/>
                  </a:moveTo>
                  <a:lnTo>
                    <a:pt x="679567" y="965212"/>
                  </a:lnTo>
                  <a:lnTo>
                    <a:pt x="674884" y="991736"/>
                  </a:lnTo>
                  <a:close/>
                  <a:moveTo>
                    <a:pt x="1470923" y="1748927"/>
                  </a:moveTo>
                  <a:lnTo>
                    <a:pt x="1489580" y="1831142"/>
                  </a:lnTo>
                  <a:lnTo>
                    <a:pt x="1542314" y="1792706"/>
                  </a:lnTo>
                  <a:close/>
                  <a:moveTo>
                    <a:pt x="480385" y="606649"/>
                  </a:moveTo>
                  <a:lnTo>
                    <a:pt x="445353" y="680130"/>
                  </a:lnTo>
                  <a:lnTo>
                    <a:pt x="543770" y="644578"/>
                  </a:lnTo>
                  <a:close/>
                  <a:moveTo>
                    <a:pt x="1466819" y="639668"/>
                  </a:moveTo>
                  <a:lnTo>
                    <a:pt x="1454146" y="663444"/>
                  </a:lnTo>
                  <a:lnTo>
                    <a:pt x="1575756" y="624267"/>
                  </a:lnTo>
                  <a:close/>
                  <a:moveTo>
                    <a:pt x="1466819" y="639668"/>
                  </a:moveTo>
                  <a:lnTo>
                    <a:pt x="1575756" y="624267"/>
                  </a:lnTo>
                  <a:lnTo>
                    <a:pt x="1556550" y="613942"/>
                  </a:lnTo>
                  <a:close/>
                  <a:moveTo>
                    <a:pt x="1156666" y="38436"/>
                  </a:moveTo>
                  <a:lnTo>
                    <a:pt x="1200979" y="82215"/>
                  </a:lnTo>
                  <a:lnTo>
                    <a:pt x="1189586" y="0"/>
                  </a:lnTo>
                  <a:close/>
                  <a:moveTo>
                    <a:pt x="1189586" y="0"/>
                  </a:moveTo>
                  <a:lnTo>
                    <a:pt x="1200979" y="82215"/>
                  </a:lnTo>
                  <a:lnTo>
                    <a:pt x="1276345" y="43778"/>
                  </a:lnTo>
                  <a:close/>
                  <a:moveTo>
                    <a:pt x="1830241" y="588025"/>
                  </a:moveTo>
                  <a:lnTo>
                    <a:pt x="1876854" y="547098"/>
                  </a:lnTo>
                  <a:lnTo>
                    <a:pt x="1854566" y="537069"/>
                  </a:lnTo>
                  <a:close/>
                  <a:moveTo>
                    <a:pt x="1876854" y="547098"/>
                  </a:moveTo>
                  <a:lnTo>
                    <a:pt x="1913273" y="498633"/>
                  </a:lnTo>
                  <a:lnTo>
                    <a:pt x="1854566" y="537069"/>
                  </a:lnTo>
                  <a:close/>
                  <a:moveTo>
                    <a:pt x="1933685" y="480924"/>
                  </a:moveTo>
                  <a:lnTo>
                    <a:pt x="1854566" y="537069"/>
                  </a:lnTo>
                  <a:lnTo>
                    <a:pt x="1913273" y="498633"/>
                  </a:lnTo>
                  <a:close/>
                  <a:moveTo>
                    <a:pt x="1955931" y="484398"/>
                  </a:moveTo>
                  <a:lnTo>
                    <a:pt x="1913273" y="498633"/>
                  </a:lnTo>
                  <a:lnTo>
                    <a:pt x="1994307" y="492380"/>
                  </a:lnTo>
                  <a:close/>
                  <a:moveTo>
                    <a:pt x="1933685" y="480924"/>
                  </a:moveTo>
                  <a:lnTo>
                    <a:pt x="1913273" y="498633"/>
                  </a:lnTo>
                  <a:lnTo>
                    <a:pt x="1955931" y="484398"/>
                  </a:lnTo>
                  <a:close/>
                  <a:moveTo>
                    <a:pt x="1984311" y="416417"/>
                  </a:moveTo>
                  <a:lnTo>
                    <a:pt x="1933685" y="480924"/>
                  </a:lnTo>
                  <a:lnTo>
                    <a:pt x="2052290" y="430509"/>
                  </a:lnTo>
                  <a:close/>
                  <a:moveTo>
                    <a:pt x="2052290" y="430509"/>
                  </a:moveTo>
                  <a:lnTo>
                    <a:pt x="1933685" y="480924"/>
                  </a:lnTo>
                  <a:lnTo>
                    <a:pt x="2042158" y="460196"/>
                  </a:lnTo>
                  <a:close/>
                  <a:moveTo>
                    <a:pt x="2042158" y="460196"/>
                  </a:moveTo>
                  <a:lnTo>
                    <a:pt x="1933685" y="480924"/>
                  </a:lnTo>
                  <a:lnTo>
                    <a:pt x="1955931" y="484398"/>
                  </a:lnTo>
                  <a:close/>
                  <a:moveTo>
                    <a:pt x="2003748" y="406023"/>
                  </a:moveTo>
                  <a:lnTo>
                    <a:pt x="2052290" y="430509"/>
                  </a:lnTo>
                  <a:lnTo>
                    <a:pt x="2085627" y="377981"/>
                  </a:lnTo>
                  <a:close/>
                  <a:moveTo>
                    <a:pt x="2052290" y="430509"/>
                  </a:moveTo>
                  <a:lnTo>
                    <a:pt x="2042158" y="460196"/>
                  </a:lnTo>
                  <a:lnTo>
                    <a:pt x="2071814" y="450778"/>
                  </a:lnTo>
                  <a:close/>
                  <a:moveTo>
                    <a:pt x="2071814" y="450778"/>
                  </a:moveTo>
                  <a:lnTo>
                    <a:pt x="2085627" y="377981"/>
                  </a:lnTo>
                  <a:lnTo>
                    <a:pt x="2052290" y="430509"/>
                  </a:lnTo>
                  <a:close/>
                  <a:moveTo>
                    <a:pt x="2120897" y="371375"/>
                  </a:moveTo>
                  <a:lnTo>
                    <a:pt x="2085627" y="377981"/>
                  </a:lnTo>
                  <a:lnTo>
                    <a:pt x="2071814" y="4507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53" name="Candidate_density__2052">
              <a:extLst>
                <a:ext uri="{FF2B5EF4-FFF2-40B4-BE49-F238E27FC236}">
                  <a16:creationId xmlns:a16="http://schemas.microsoft.com/office/drawing/2014/main" id="{E4BBB8E1-0DB3-FFD1-DBA7-A8BFAB8DDBC0}"/>
                </a:ext>
              </a:extLst>
            </p:cNvPr>
            <p:cNvSpPr>
              <a:spLocks noGrp="1"/>
            </p:cNvSpPr>
            <p:nvPr/>
          </p:nvSpPr>
          <p:spPr>
            <a:xfrm>
              <a:off x="4599679" y="2288928"/>
              <a:ext cx="2118586" cy="3170583"/>
            </a:xfrm>
            <a:custGeom>
              <a:avLst/>
              <a:gdLst/>
              <a:ahLst/>
              <a:cxnLst/>
              <a:rect l="0" t="0" r="0" b="0"/>
              <a:pathLst>
                <a:path w="2118586" h="3170583">
                  <a:moveTo>
                    <a:pt x="403930" y="2897071"/>
                  </a:moveTo>
                  <a:lnTo>
                    <a:pt x="517536" y="2948480"/>
                  </a:lnTo>
                  <a:lnTo>
                    <a:pt x="479467" y="2896252"/>
                  </a:lnTo>
                  <a:close/>
                  <a:moveTo>
                    <a:pt x="161553" y="2472474"/>
                  </a:moveTo>
                  <a:lnTo>
                    <a:pt x="83605" y="2475252"/>
                  </a:lnTo>
                  <a:lnTo>
                    <a:pt x="167258" y="2567929"/>
                  </a:lnTo>
                  <a:close/>
                  <a:moveTo>
                    <a:pt x="167258" y="2567929"/>
                  </a:moveTo>
                  <a:lnTo>
                    <a:pt x="153978" y="2640369"/>
                  </a:lnTo>
                  <a:lnTo>
                    <a:pt x="263693" y="2556718"/>
                  </a:lnTo>
                  <a:close/>
                  <a:moveTo>
                    <a:pt x="133237" y="2395402"/>
                  </a:moveTo>
                  <a:lnTo>
                    <a:pt x="83605" y="2475252"/>
                  </a:lnTo>
                  <a:lnTo>
                    <a:pt x="161553" y="2472474"/>
                  </a:lnTo>
                  <a:close/>
                  <a:moveTo>
                    <a:pt x="81150" y="2431533"/>
                  </a:moveTo>
                  <a:lnTo>
                    <a:pt x="27540" y="2386868"/>
                  </a:lnTo>
                  <a:lnTo>
                    <a:pt x="83605" y="2475252"/>
                  </a:lnTo>
                  <a:close/>
                  <a:moveTo>
                    <a:pt x="0" y="2406785"/>
                  </a:moveTo>
                  <a:lnTo>
                    <a:pt x="72253" y="2469084"/>
                  </a:lnTo>
                  <a:lnTo>
                    <a:pt x="83605" y="2475252"/>
                  </a:lnTo>
                  <a:close/>
                  <a:moveTo>
                    <a:pt x="15756" y="2304653"/>
                  </a:moveTo>
                  <a:lnTo>
                    <a:pt x="109722" y="2323158"/>
                  </a:lnTo>
                  <a:lnTo>
                    <a:pt x="77504" y="2280028"/>
                  </a:lnTo>
                  <a:close/>
                  <a:moveTo>
                    <a:pt x="27540" y="2386868"/>
                  </a:moveTo>
                  <a:lnTo>
                    <a:pt x="73803" y="2348432"/>
                  </a:lnTo>
                  <a:lnTo>
                    <a:pt x="15756" y="2304653"/>
                  </a:lnTo>
                  <a:close/>
                  <a:moveTo>
                    <a:pt x="946420" y="3049931"/>
                  </a:moveTo>
                  <a:lnTo>
                    <a:pt x="852612" y="3150097"/>
                  </a:lnTo>
                  <a:lnTo>
                    <a:pt x="884483" y="3170583"/>
                  </a:lnTo>
                  <a:close/>
                  <a:moveTo>
                    <a:pt x="946420" y="3049931"/>
                  </a:moveTo>
                  <a:lnTo>
                    <a:pt x="884483" y="3170583"/>
                  </a:lnTo>
                  <a:lnTo>
                    <a:pt x="937917" y="3132146"/>
                  </a:lnTo>
                  <a:close/>
                  <a:moveTo>
                    <a:pt x="872011" y="3059174"/>
                  </a:moveTo>
                  <a:lnTo>
                    <a:pt x="766738" y="3107684"/>
                  </a:lnTo>
                  <a:lnTo>
                    <a:pt x="852612" y="3150097"/>
                  </a:lnTo>
                  <a:close/>
                  <a:moveTo>
                    <a:pt x="872011" y="3059174"/>
                  </a:moveTo>
                  <a:lnTo>
                    <a:pt x="775176" y="3077307"/>
                  </a:lnTo>
                  <a:lnTo>
                    <a:pt x="766738" y="3107684"/>
                  </a:lnTo>
                  <a:close/>
                  <a:moveTo>
                    <a:pt x="775176" y="3077307"/>
                  </a:moveTo>
                  <a:lnTo>
                    <a:pt x="842205" y="2983313"/>
                  </a:lnTo>
                  <a:lnTo>
                    <a:pt x="771950" y="2979837"/>
                  </a:lnTo>
                  <a:close/>
                  <a:moveTo>
                    <a:pt x="704144" y="2974371"/>
                  </a:moveTo>
                  <a:lnTo>
                    <a:pt x="771950" y="2979837"/>
                  </a:lnTo>
                  <a:lnTo>
                    <a:pt x="727451" y="2960796"/>
                  </a:lnTo>
                  <a:close/>
                  <a:moveTo>
                    <a:pt x="771950" y="2979837"/>
                  </a:moveTo>
                  <a:lnTo>
                    <a:pt x="806332" y="2977064"/>
                  </a:lnTo>
                  <a:lnTo>
                    <a:pt x="727451" y="2960796"/>
                  </a:lnTo>
                  <a:close/>
                  <a:moveTo>
                    <a:pt x="771950" y="2979837"/>
                  </a:moveTo>
                  <a:lnTo>
                    <a:pt x="842205" y="2983313"/>
                  </a:lnTo>
                  <a:lnTo>
                    <a:pt x="806332" y="2977064"/>
                  </a:lnTo>
                  <a:close/>
                  <a:moveTo>
                    <a:pt x="946420" y="3049931"/>
                  </a:moveTo>
                  <a:lnTo>
                    <a:pt x="937917" y="3132146"/>
                  </a:lnTo>
                  <a:lnTo>
                    <a:pt x="1003433" y="3113015"/>
                  </a:lnTo>
                  <a:close/>
                  <a:moveTo>
                    <a:pt x="963991" y="3044988"/>
                  </a:moveTo>
                  <a:lnTo>
                    <a:pt x="1032057" y="3048493"/>
                  </a:lnTo>
                  <a:lnTo>
                    <a:pt x="956282" y="3043840"/>
                  </a:lnTo>
                  <a:close/>
                  <a:moveTo>
                    <a:pt x="271246" y="2024913"/>
                  </a:moveTo>
                  <a:lnTo>
                    <a:pt x="263995" y="1949321"/>
                  </a:lnTo>
                  <a:lnTo>
                    <a:pt x="263853" y="2049529"/>
                  </a:lnTo>
                  <a:close/>
                  <a:moveTo>
                    <a:pt x="592738" y="2353774"/>
                  </a:moveTo>
                  <a:lnTo>
                    <a:pt x="607589" y="2360906"/>
                  </a:lnTo>
                  <a:lnTo>
                    <a:pt x="611113" y="2349358"/>
                  </a:lnTo>
                  <a:close/>
                  <a:moveTo>
                    <a:pt x="611113" y="2349358"/>
                  </a:moveTo>
                  <a:lnTo>
                    <a:pt x="607589" y="2360906"/>
                  </a:lnTo>
                  <a:lnTo>
                    <a:pt x="626437" y="2353774"/>
                  </a:lnTo>
                  <a:close/>
                  <a:moveTo>
                    <a:pt x="1262492" y="2852407"/>
                  </a:moveTo>
                  <a:lnTo>
                    <a:pt x="1313604" y="2813970"/>
                  </a:lnTo>
                  <a:lnTo>
                    <a:pt x="1248951" y="2770192"/>
                  </a:lnTo>
                  <a:close/>
                  <a:moveTo>
                    <a:pt x="1388109" y="2813970"/>
                  </a:moveTo>
                  <a:lnTo>
                    <a:pt x="1308242" y="2746710"/>
                  </a:lnTo>
                  <a:lnTo>
                    <a:pt x="1337207" y="2771273"/>
                  </a:lnTo>
                  <a:close/>
                  <a:moveTo>
                    <a:pt x="1324107" y="2770192"/>
                  </a:moveTo>
                  <a:lnTo>
                    <a:pt x="1263051" y="2709218"/>
                  </a:lnTo>
                  <a:lnTo>
                    <a:pt x="1308242" y="2746710"/>
                  </a:lnTo>
                  <a:close/>
                  <a:moveTo>
                    <a:pt x="983944" y="2359116"/>
                  </a:moveTo>
                  <a:lnTo>
                    <a:pt x="1031566" y="2401052"/>
                  </a:lnTo>
                  <a:lnTo>
                    <a:pt x="1060531" y="2326449"/>
                  </a:lnTo>
                  <a:close/>
                  <a:moveTo>
                    <a:pt x="936756" y="2266393"/>
                  </a:moveTo>
                  <a:lnTo>
                    <a:pt x="925471" y="2283038"/>
                  </a:lnTo>
                  <a:lnTo>
                    <a:pt x="992678" y="2238464"/>
                  </a:lnTo>
                  <a:close/>
                  <a:moveTo>
                    <a:pt x="925471" y="2283038"/>
                  </a:moveTo>
                  <a:lnTo>
                    <a:pt x="983944" y="2359116"/>
                  </a:lnTo>
                  <a:lnTo>
                    <a:pt x="992678" y="2238464"/>
                  </a:lnTo>
                  <a:close/>
                  <a:moveTo>
                    <a:pt x="992678" y="2238464"/>
                  </a:moveTo>
                  <a:lnTo>
                    <a:pt x="983944" y="2359116"/>
                  </a:lnTo>
                  <a:lnTo>
                    <a:pt x="1062292" y="2300729"/>
                  </a:lnTo>
                  <a:close/>
                  <a:moveTo>
                    <a:pt x="1062292" y="2300729"/>
                  </a:moveTo>
                  <a:lnTo>
                    <a:pt x="983944" y="2359116"/>
                  </a:lnTo>
                  <a:lnTo>
                    <a:pt x="1060531" y="2326449"/>
                  </a:lnTo>
                  <a:close/>
                  <a:moveTo>
                    <a:pt x="576398" y="1777028"/>
                  </a:moveTo>
                  <a:lnTo>
                    <a:pt x="585176" y="1669799"/>
                  </a:lnTo>
                  <a:lnTo>
                    <a:pt x="531884" y="1752625"/>
                  </a:lnTo>
                  <a:close/>
                  <a:moveTo>
                    <a:pt x="245826" y="1536965"/>
                  </a:moveTo>
                  <a:lnTo>
                    <a:pt x="249343" y="1416313"/>
                  </a:lnTo>
                  <a:lnTo>
                    <a:pt x="194162" y="1454750"/>
                  </a:lnTo>
                  <a:close/>
                  <a:moveTo>
                    <a:pt x="992678" y="2238464"/>
                  </a:moveTo>
                  <a:lnTo>
                    <a:pt x="1062292" y="2300729"/>
                  </a:lnTo>
                  <a:lnTo>
                    <a:pt x="1062722" y="2224576"/>
                  </a:lnTo>
                  <a:close/>
                  <a:moveTo>
                    <a:pt x="1062722" y="2224576"/>
                  </a:moveTo>
                  <a:lnTo>
                    <a:pt x="1062292" y="2300729"/>
                  </a:lnTo>
                  <a:lnTo>
                    <a:pt x="1081964" y="2238464"/>
                  </a:lnTo>
                  <a:close/>
                  <a:moveTo>
                    <a:pt x="964900" y="2117813"/>
                  </a:moveTo>
                  <a:lnTo>
                    <a:pt x="883240" y="2156249"/>
                  </a:lnTo>
                  <a:lnTo>
                    <a:pt x="967920" y="2226546"/>
                  </a:lnTo>
                  <a:close/>
                  <a:moveTo>
                    <a:pt x="964900" y="2117813"/>
                  </a:moveTo>
                  <a:lnTo>
                    <a:pt x="990486" y="2095711"/>
                  </a:lnTo>
                  <a:lnTo>
                    <a:pt x="883240" y="2156249"/>
                  </a:lnTo>
                  <a:close/>
                  <a:moveTo>
                    <a:pt x="867239" y="1913570"/>
                  </a:moveTo>
                  <a:lnTo>
                    <a:pt x="839603" y="1884415"/>
                  </a:lnTo>
                  <a:lnTo>
                    <a:pt x="820446" y="1871168"/>
                  </a:lnTo>
                  <a:close/>
                  <a:moveTo>
                    <a:pt x="621080" y="1765739"/>
                  </a:moveTo>
                  <a:lnTo>
                    <a:pt x="543780" y="1755386"/>
                  </a:lnTo>
                  <a:lnTo>
                    <a:pt x="669188" y="1730406"/>
                  </a:lnTo>
                  <a:close/>
                  <a:moveTo>
                    <a:pt x="1395609" y="2490452"/>
                  </a:moveTo>
                  <a:lnTo>
                    <a:pt x="1308073" y="2446571"/>
                  </a:lnTo>
                  <a:lnTo>
                    <a:pt x="1308159" y="2446673"/>
                  </a:lnTo>
                  <a:close/>
                  <a:moveTo>
                    <a:pt x="1212770" y="2364458"/>
                  </a:moveTo>
                  <a:lnTo>
                    <a:pt x="1308073" y="2446571"/>
                  </a:lnTo>
                  <a:lnTo>
                    <a:pt x="1213358" y="2362888"/>
                  </a:lnTo>
                  <a:close/>
                  <a:moveTo>
                    <a:pt x="1307880" y="2446424"/>
                  </a:moveTo>
                  <a:lnTo>
                    <a:pt x="1308073" y="2446571"/>
                  </a:lnTo>
                  <a:lnTo>
                    <a:pt x="1212770" y="2364458"/>
                  </a:lnTo>
                  <a:close/>
                  <a:moveTo>
                    <a:pt x="881364" y="1871168"/>
                  </a:moveTo>
                  <a:lnTo>
                    <a:pt x="937788" y="1898683"/>
                  </a:lnTo>
                  <a:lnTo>
                    <a:pt x="922276" y="1832731"/>
                  </a:lnTo>
                  <a:close/>
                  <a:moveTo>
                    <a:pt x="896341" y="1807175"/>
                  </a:moveTo>
                  <a:lnTo>
                    <a:pt x="856945" y="1770224"/>
                  </a:lnTo>
                  <a:lnTo>
                    <a:pt x="922276" y="1832731"/>
                  </a:lnTo>
                  <a:close/>
                  <a:moveTo>
                    <a:pt x="868475" y="1702989"/>
                  </a:moveTo>
                  <a:lnTo>
                    <a:pt x="856945" y="1770224"/>
                  </a:lnTo>
                  <a:lnTo>
                    <a:pt x="806877" y="1750516"/>
                  </a:lnTo>
                  <a:close/>
                  <a:moveTo>
                    <a:pt x="472408" y="1377877"/>
                  </a:moveTo>
                  <a:lnTo>
                    <a:pt x="541871" y="1339440"/>
                  </a:lnTo>
                  <a:lnTo>
                    <a:pt x="442385" y="1295662"/>
                  </a:lnTo>
                  <a:close/>
                  <a:moveTo>
                    <a:pt x="1439878" y="2299916"/>
                  </a:moveTo>
                  <a:lnTo>
                    <a:pt x="1461651" y="2248828"/>
                  </a:lnTo>
                  <a:lnTo>
                    <a:pt x="1395836" y="2281414"/>
                  </a:lnTo>
                  <a:close/>
                  <a:moveTo>
                    <a:pt x="1439878" y="2299916"/>
                  </a:moveTo>
                  <a:lnTo>
                    <a:pt x="1504858" y="2307680"/>
                  </a:lnTo>
                  <a:lnTo>
                    <a:pt x="1461651" y="2248828"/>
                  </a:lnTo>
                  <a:close/>
                  <a:moveTo>
                    <a:pt x="1833635" y="2422350"/>
                  </a:moveTo>
                  <a:lnTo>
                    <a:pt x="1828080" y="2352472"/>
                  </a:lnTo>
                  <a:lnTo>
                    <a:pt x="1816526" y="2331364"/>
                  </a:lnTo>
                  <a:close/>
                  <a:moveTo>
                    <a:pt x="1833635" y="2422350"/>
                  </a:moveTo>
                  <a:lnTo>
                    <a:pt x="1853059" y="2445861"/>
                  </a:lnTo>
                  <a:lnTo>
                    <a:pt x="1857881" y="2413579"/>
                  </a:lnTo>
                  <a:close/>
                  <a:moveTo>
                    <a:pt x="1853059" y="2445861"/>
                  </a:moveTo>
                  <a:lnTo>
                    <a:pt x="1833635" y="2422350"/>
                  </a:lnTo>
                  <a:lnTo>
                    <a:pt x="1833127" y="2413579"/>
                  </a:lnTo>
                  <a:close/>
                  <a:moveTo>
                    <a:pt x="1604761" y="2186961"/>
                  </a:moveTo>
                  <a:lnTo>
                    <a:pt x="1688388" y="2249149"/>
                  </a:lnTo>
                  <a:lnTo>
                    <a:pt x="1640337" y="2207844"/>
                  </a:lnTo>
                  <a:close/>
                  <a:moveTo>
                    <a:pt x="1604761" y="2186961"/>
                  </a:moveTo>
                  <a:lnTo>
                    <a:pt x="1695518" y="2273861"/>
                  </a:lnTo>
                  <a:lnTo>
                    <a:pt x="1688388" y="2249149"/>
                  </a:lnTo>
                  <a:close/>
                  <a:moveTo>
                    <a:pt x="1612172" y="2166934"/>
                  </a:moveTo>
                  <a:lnTo>
                    <a:pt x="1604761" y="2186961"/>
                  </a:lnTo>
                  <a:lnTo>
                    <a:pt x="1640337" y="2207844"/>
                  </a:lnTo>
                  <a:close/>
                  <a:moveTo>
                    <a:pt x="1512723" y="2101102"/>
                  </a:moveTo>
                  <a:lnTo>
                    <a:pt x="1612172" y="2166934"/>
                  </a:lnTo>
                  <a:lnTo>
                    <a:pt x="1536235" y="2097281"/>
                  </a:lnTo>
                  <a:close/>
                  <a:moveTo>
                    <a:pt x="1604761" y="2186961"/>
                  </a:moveTo>
                  <a:lnTo>
                    <a:pt x="1612172" y="2166934"/>
                  </a:lnTo>
                  <a:lnTo>
                    <a:pt x="1512723" y="2101102"/>
                  </a:lnTo>
                  <a:close/>
                  <a:moveTo>
                    <a:pt x="1517630" y="2084719"/>
                  </a:moveTo>
                  <a:lnTo>
                    <a:pt x="1512723" y="2101102"/>
                  </a:lnTo>
                  <a:lnTo>
                    <a:pt x="1536235" y="2097281"/>
                  </a:lnTo>
                  <a:close/>
                  <a:moveTo>
                    <a:pt x="1857881" y="2413579"/>
                  </a:moveTo>
                  <a:lnTo>
                    <a:pt x="1853059" y="2445861"/>
                  </a:lnTo>
                  <a:lnTo>
                    <a:pt x="1967794" y="2380976"/>
                  </a:lnTo>
                  <a:close/>
                  <a:moveTo>
                    <a:pt x="1943324" y="2457358"/>
                  </a:moveTo>
                  <a:lnTo>
                    <a:pt x="1853059" y="2445861"/>
                  </a:lnTo>
                  <a:lnTo>
                    <a:pt x="1880618" y="2484246"/>
                  </a:lnTo>
                  <a:close/>
                  <a:moveTo>
                    <a:pt x="1816526" y="2331364"/>
                  </a:moveTo>
                  <a:lnTo>
                    <a:pt x="1828080" y="2352472"/>
                  </a:lnTo>
                  <a:lnTo>
                    <a:pt x="1839093" y="2317821"/>
                  </a:lnTo>
                  <a:close/>
                  <a:moveTo>
                    <a:pt x="1839093" y="2317821"/>
                  </a:moveTo>
                  <a:lnTo>
                    <a:pt x="1828080" y="2352472"/>
                  </a:lnTo>
                  <a:lnTo>
                    <a:pt x="1962258" y="2378375"/>
                  </a:lnTo>
                  <a:close/>
                  <a:moveTo>
                    <a:pt x="1936901" y="2298898"/>
                  </a:moveTo>
                  <a:lnTo>
                    <a:pt x="1839093" y="2317821"/>
                  </a:lnTo>
                  <a:lnTo>
                    <a:pt x="1962258" y="2378375"/>
                  </a:lnTo>
                  <a:close/>
                  <a:moveTo>
                    <a:pt x="1773099" y="2210789"/>
                  </a:moveTo>
                  <a:lnTo>
                    <a:pt x="1738408" y="2295859"/>
                  </a:lnTo>
                  <a:lnTo>
                    <a:pt x="1839093" y="2317821"/>
                  </a:lnTo>
                  <a:close/>
                  <a:moveTo>
                    <a:pt x="1842391" y="2215048"/>
                  </a:moveTo>
                  <a:lnTo>
                    <a:pt x="1773099" y="2210789"/>
                  </a:lnTo>
                  <a:lnTo>
                    <a:pt x="1839093" y="2317821"/>
                  </a:lnTo>
                  <a:close/>
                  <a:moveTo>
                    <a:pt x="1839093" y="2317821"/>
                  </a:moveTo>
                  <a:lnTo>
                    <a:pt x="1907794" y="2222469"/>
                  </a:lnTo>
                  <a:lnTo>
                    <a:pt x="1842391" y="2215048"/>
                  </a:lnTo>
                  <a:close/>
                  <a:moveTo>
                    <a:pt x="1688388" y="2249149"/>
                  </a:moveTo>
                  <a:lnTo>
                    <a:pt x="1738408" y="2295859"/>
                  </a:lnTo>
                  <a:lnTo>
                    <a:pt x="1773099" y="2210789"/>
                  </a:lnTo>
                  <a:close/>
                  <a:moveTo>
                    <a:pt x="1688388" y="2249149"/>
                  </a:moveTo>
                  <a:lnTo>
                    <a:pt x="1773099" y="2210789"/>
                  </a:lnTo>
                  <a:lnTo>
                    <a:pt x="1640337" y="2207844"/>
                  </a:lnTo>
                  <a:close/>
                  <a:moveTo>
                    <a:pt x="1814275" y="2137813"/>
                  </a:moveTo>
                  <a:lnTo>
                    <a:pt x="1773135" y="2210491"/>
                  </a:lnTo>
                  <a:lnTo>
                    <a:pt x="1773099" y="2210789"/>
                  </a:lnTo>
                  <a:close/>
                  <a:moveTo>
                    <a:pt x="1814275" y="2137813"/>
                  </a:moveTo>
                  <a:lnTo>
                    <a:pt x="1773099" y="2210789"/>
                  </a:lnTo>
                  <a:lnTo>
                    <a:pt x="1842391" y="2215048"/>
                  </a:lnTo>
                  <a:close/>
                  <a:moveTo>
                    <a:pt x="1609238" y="2046282"/>
                  </a:moveTo>
                  <a:lnTo>
                    <a:pt x="1536235" y="2097281"/>
                  </a:lnTo>
                  <a:lnTo>
                    <a:pt x="1612172" y="2166934"/>
                  </a:lnTo>
                  <a:close/>
                  <a:moveTo>
                    <a:pt x="1517630" y="2084719"/>
                  </a:moveTo>
                  <a:lnTo>
                    <a:pt x="1536235" y="2097281"/>
                  </a:lnTo>
                  <a:lnTo>
                    <a:pt x="1557365" y="2064808"/>
                  </a:lnTo>
                  <a:close/>
                  <a:moveTo>
                    <a:pt x="1967852" y="2373827"/>
                  </a:moveTo>
                  <a:lnTo>
                    <a:pt x="1967794" y="2380976"/>
                  </a:lnTo>
                  <a:lnTo>
                    <a:pt x="1936079" y="2339066"/>
                  </a:lnTo>
                  <a:close/>
                  <a:moveTo>
                    <a:pt x="1970509" y="2375142"/>
                  </a:moveTo>
                  <a:lnTo>
                    <a:pt x="1967794" y="2380976"/>
                  </a:lnTo>
                  <a:lnTo>
                    <a:pt x="1967852" y="2373827"/>
                  </a:lnTo>
                  <a:close/>
                  <a:moveTo>
                    <a:pt x="1762792" y="2119077"/>
                  </a:moveTo>
                  <a:lnTo>
                    <a:pt x="1773135" y="2210491"/>
                  </a:lnTo>
                  <a:lnTo>
                    <a:pt x="1795631" y="2128497"/>
                  </a:lnTo>
                  <a:close/>
                  <a:moveTo>
                    <a:pt x="1735674" y="2070433"/>
                  </a:moveTo>
                  <a:lnTo>
                    <a:pt x="1762792" y="2119077"/>
                  </a:lnTo>
                  <a:lnTo>
                    <a:pt x="1795631" y="2128497"/>
                  </a:lnTo>
                  <a:close/>
                  <a:moveTo>
                    <a:pt x="1545506" y="1678986"/>
                  </a:moveTo>
                  <a:lnTo>
                    <a:pt x="1594575" y="1606343"/>
                  </a:lnTo>
                  <a:lnTo>
                    <a:pt x="1496150" y="1635206"/>
                  </a:lnTo>
                  <a:close/>
                  <a:moveTo>
                    <a:pt x="1512567" y="1717422"/>
                  </a:moveTo>
                  <a:lnTo>
                    <a:pt x="1545506" y="1678986"/>
                  </a:lnTo>
                  <a:lnTo>
                    <a:pt x="1496150" y="1635206"/>
                  </a:lnTo>
                  <a:close/>
                  <a:moveTo>
                    <a:pt x="2037329" y="2051625"/>
                  </a:moveTo>
                  <a:lnTo>
                    <a:pt x="2059897" y="2016271"/>
                  </a:lnTo>
                  <a:lnTo>
                    <a:pt x="1960297" y="2079693"/>
                  </a:lnTo>
                  <a:close/>
                  <a:moveTo>
                    <a:pt x="2059897" y="2016271"/>
                  </a:moveTo>
                  <a:lnTo>
                    <a:pt x="2104789" y="2051625"/>
                  </a:lnTo>
                  <a:lnTo>
                    <a:pt x="2033488" y="1980689"/>
                  </a:lnTo>
                  <a:close/>
                  <a:moveTo>
                    <a:pt x="1379747" y="1360450"/>
                  </a:moveTo>
                  <a:lnTo>
                    <a:pt x="1467784" y="1432340"/>
                  </a:lnTo>
                  <a:lnTo>
                    <a:pt x="1501343" y="1321217"/>
                  </a:lnTo>
                  <a:close/>
                  <a:moveTo>
                    <a:pt x="1374478" y="1340753"/>
                  </a:moveTo>
                  <a:lnTo>
                    <a:pt x="1360541" y="1350125"/>
                  </a:lnTo>
                  <a:lnTo>
                    <a:pt x="1330134" y="1238411"/>
                  </a:lnTo>
                  <a:close/>
                  <a:moveTo>
                    <a:pt x="1004969" y="818398"/>
                  </a:moveTo>
                  <a:lnTo>
                    <a:pt x="988213" y="856834"/>
                  </a:lnTo>
                  <a:lnTo>
                    <a:pt x="1022274" y="900613"/>
                  </a:lnTo>
                  <a:close/>
                  <a:moveTo>
                    <a:pt x="960657" y="774619"/>
                  </a:moveTo>
                  <a:lnTo>
                    <a:pt x="988213" y="856834"/>
                  </a:lnTo>
                  <a:lnTo>
                    <a:pt x="1004969" y="818398"/>
                  </a:lnTo>
                  <a:close/>
                  <a:moveTo>
                    <a:pt x="529928" y="325107"/>
                  </a:moveTo>
                  <a:lnTo>
                    <a:pt x="530371" y="242892"/>
                  </a:lnTo>
                  <a:lnTo>
                    <a:pt x="508034" y="330524"/>
                  </a:lnTo>
                  <a:close/>
                  <a:moveTo>
                    <a:pt x="508034" y="330524"/>
                  </a:moveTo>
                  <a:lnTo>
                    <a:pt x="530371" y="242892"/>
                  </a:lnTo>
                  <a:lnTo>
                    <a:pt x="530480" y="252383"/>
                  </a:lnTo>
                  <a:close/>
                  <a:moveTo>
                    <a:pt x="454173" y="353919"/>
                  </a:moveTo>
                  <a:lnTo>
                    <a:pt x="529928" y="325107"/>
                  </a:lnTo>
                  <a:lnTo>
                    <a:pt x="508034" y="330524"/>
                  </a:lnTo>
                  <a:close/>
                  <a:moveTo>
                    <a:pt x="461277" y="219164"/>
                  </a:moveTo>
                  <a:lnTo>
                    <a:pt x="530480" y="252383"/>
                  </a:lnTo>
                  <a:lnTo>
                    <a:pt x="530371" y="242892"/>
                  </a:lnTo>
                  <a:close/>
                  <a:moveTo>
                    <a:pt x="2070812" y="2133839"/>
                  </a:moveTo>
                  <a:lnTo>
                    <a:pt x="2118586" y="2111691"/>
                  </a:lnTo>
                  <a:lnTo>
                    <a:pt x="2037329" y="2051625"/>
                  </a:lnTo>
                  <a:close/>
                  <a:moveTo>
                    <a:pt x="1878928" y="1885067"/>
                  </a:moveTo>
                  <a:lnTo>
                    <a:pt x="1965343" y="1969409"/>
                  </a:lnTo>
                  <a:lnTo>
                    <a:pt x="1884270" y="1887194"/>
                  </a:lnTo>
                  <a:close/>
                  <a:moveTo>
                    <a:pt x="1878928" y="1885067"/>
                  </a:moveTo>
                  <a:lnTo>
                    <a:pt x="1872787" y="1874016"/>
                  </a:lnTo>
                  <a:lnTo>
                    <a:pt x="1856110" y="1887194"/>
                  </a:lnTo>
                  <a:close/>
                  <a:moveTo>
                    <a:pt x="1878928" y="1885067"/>
                  </a:moveTo>
                  <a:lnTo>
                    <a:pt x="1884270" y="1887194"/>
                  </a:lnTo>
                  <a:lnTo>
                    <a:pt x="1872787" y="1874016"/>
                  </a:lnTo>
                  <a:close/>
                  <a:moveTo>
                    <a:pt x="1501343" y="1321217"/>
                  </a:moveTo>
                  <a:lnTo>
                    <a:pt x="1600849" y="1289311"/>
                  </a:lnTo>
                  <a:lnTo>
                    <a:pt x="1510108" y="1302490"/>
                  </a:lnTo>
                  <a:close/>
                  <a:moveTo>
                    <a:pt x="1634232" y="1324208"/>
                  </a:moveTo>
                  <a:lnTo>
                    <a:pt x="1635631" y="1361126"/>
                  </a:lnTo>
                  <a:lnTo>
                    <a:pt x="1628783" y="1355467"/>
                  </a:lnTo>
                  <a:close/>
                  <a:moveTo>
                    <a:pt x="1600849" y="1289311"/>
                  </a:moveTo>
                  <a:lnTo>
                    <a:pt x="1579627" y="1206473"/>
                  </a:lnTo>
                  <a:lnTo>
                    <a:pt x="1510108" y="1302490"/>
                  </a:lnTo>
                  <a:close/>
                  <a:moveTo>
                    <a:pt x="573482" y="81362"/>
                  </a:moveTo>
                  <a:lnTo>
                    <a:pt x="531937" y="51014"/>
                  </a:lnTo>
                  <a:lnTo>
                    <a:pt x="560187" y="95109"/>
                  </a:lnTo>
                  <a:close/>
                  <a:moveTo>
                    <a:pt x="358123" y="71137"/>
                  </a:moveTo>
                  <a:lnTo>
                    <a:pt x="447253" y="59268"/>
                  </a:lnTo>
                  <a:lnTo>
                    <a:pt x="402659" y="0"/>
                  </a:lnTo>
                  <a:close/>
                  <a:moveTo>
                    <a:pt x="447253" y="59268"/>
                  </a:moveTo>
                  <a:lnTo>
                    <a:pt x="531937" y="51014"/>
                  </a:lnTo>
                  <a:lnTo>
                    <a:pt x="484923" y="28911"/>
                  </a:lnTo>
                  <a:close/>
                  <a:moveTo>
                    <a:pt x="1875805" y="1186961"/>
                  </a:moveTo>
                  <a:lnTo>
                    <a:pt x="1999290" y="1247255"/>
                  </a:lnTo>
                  <a:lnTo>
                    <a:pt x="1966650" y="117369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54" name="Candidate_density__2053">
              <a:extLst>
                <a:ext uri="{FF2B5EF4-FFF2-40B4-BE49-F238E27FC236}">
                  <a16:creationId xmlns:a16="http://schemas.microsoft.com/office/drawing/2014/main" id="{A49C913A-C8DC-B7A9-6A22-B1F7AB00884C}"/>
                </a:ext>
              </a:extLst>
            </p:cNvPr>
            <p:cNvSpPr>
              <a:spLocks noGrp="1"/>
            </p:cNvSpPr>
            <p:nvPr/>
          </p:nvSpPr>
          <p:spPr>
            <a:xfrm>
              <a:off x="4590168" y="2347130"/>
              <a:ext cx="2191724" cy="2816939"/>
            </a:xfrm>
            <a:custGeom>
              <a:avLst/>
              <a:gdLst/>
              <a:ahLst/>
              <a:cxnLst/>
              <a:rect l="0" t="0" r="0" b="0"/>
              <a:pathLst>
                <a:path w="2191724" h="2816939">
                  <a:moveTo>
                    <a:pt x="73000" y="2522503"/>
                  </a:moveTo>
                  <a:lnTo>
                    <a:pt x="4907" y="2528262"/>
                  </a:lnTo>
                  <a:lnTo>
                    <a:pt x="0" y="2528225"/>
                  </a:lnTo>
                  <a:close/>
                  <a:moveTo>
                    <a:pt x="1272003" y="2794205"/>
                  </a:moveTo>
                  <a:lnTo>
                    <a:pt x="1256525" y="2806259"/>
                  </a:lnTo>
                  <a:lnTo>
                    <a:pt x="1282896" y="2816939"/>
                  </a:lnTo>
                  <a:close/>
                  <a:moveTo>
                    <a:pt x="473237" y="1889839"/>
                  </a:moveTo>
                  <a:lnTo>
                    <a:pt x="458796" y="1928275"/>
                  </a:lnTo>
                  <a:lnTo>
                    <a:pt x="535522" y="1845950"/>
                  </a:lnTo>
                  <a:close/>
                  <a:moveTo>
                    <a:pt x="1272003" y="2794205"/>
                  </a:moveTo>
                  <a:lnTo>
                    <a:pt x="1282896" y="2816939"/>
                  </a:lnTo>
                  <a:lnTo>
                    <a:pt x="1312821" y="2801538"/>
                  </a:lnTo>
                  <a:close/>
                  <a:moveTo>
                    <a:pt x="1325483" y="2794205"/>
                  </a:moveTo>
                  <a:lnTo>
                    <a:pt x="1312821" y="2801538"/>
                  </a:lnTo>
                  <a:lnTo>
                    <a:pt x="1282896" y="2816939"/>
                  </a:lnTo>
                  <a:close/>
                  <a:moveTo>
                    <a:pt x="1325483" y="2794205"/>
                  </a:moveTo>
                  <a:lnTo>
                    <a:pt x="1362974" y="2773851"/>
                  </a:lnTo>
                  <a:lnTo>
                    <a:pt x="1312821" y="2801538"/>
                  </a:lnTo>
                  <a:close/>
                  <a:moveTo>
                    <a:pt x="1325483" y="2794205"/>
                  </a:moveTo>
                  <a:lnTo>
                    <a:pt x="1397621" y="2755768"/>
                  </a:lnTo>
                  <a:lnTo>
                    <a:pt x="1362974" y="2773851"/>
                  </a:lnTo>
                  <a:close/>
                  <a:moveTo>
                    <a:pt x="187146" y="1275897"/>
                  </a:moveTo>
                  <a:lnTo>
                    <a:pt x="193729" y="1294833"/>
                  </a:lnTo>
                  <a:lnTo>
                    <a:pt x="210446" y="1251316"/>
                  </a:lnTo>
                  <a:close/>
                  <a:moveTo>
                    <a:pt x="1480248" y="2655002"/>
                  </a:moveTo>
                  <a:lnTo>
                    <a:pt x="1507628" y="2655327"/>
                  </a:lnTo>
                  <a:lnTo>
                    <a:pt x="1448534" y="2642778"/>
                  </a:lnTo>
                  <a:close/>
                  <a:moveTo>
                    <a:pt x="1576172" y="2635117"/>
                  </a:moveTo>
                  <a:lnTo>
                    <a:pt x="1541302" y="2668069"/>
                  </a:lnTo>
                  <a:lnTo>
                    <a:pt x="1507628" y="2655327"/>
                  </a:lnTo>
                  <a:close/>
                  <a:moveTo>
                    <a:pt x="1556373" y="2615698"/>
                  </a:moveTo>
                  <a:lnTo>
                    <a:pt x="1541302" y="2668069"/>
                  </a:lnTo>
                  <a:lnTo>
                    <a:pt x="1576172" y="2635117"/>
                  </a:lnTo>
                  <a:close/>
                  <a:moveTo>
                    <a:pt x="1576781" y="2585515"/>
                  </a:moveTo>
                  <a:lnTo>
                    <a:pt x="1576172" y="2635117"/>
                  </a:lnTo>
                  <a:lnTo>
                    <a:pt x="1603321" y="2621292"/>
                  </a:lnTo>
                  <a:close/>
                  <a:moveTo>
                    <a:pt x="1576781" y="2585515"/>
                  </a:moveTo>
                  <a:lnTo>
                    <a:pt x="1603321" y="2621292"/>
                  </a:lnTo>
                  <a:lnTo>
                    <a:pt x="1643155" y="2555020"/>
                  </a:lnTo>
                  <a:close/>
                  <a:moveTo>
                    <a:pt x="691966" y="1506603"/>
                  </a:moveTo>
                  <a:lnTo>
                    <a:pt x="635350" y="1510127"/>
                  </a:lnTo>
                  <a:lnTo>
                    <a:pt x="752485" y="1454214"/>
                  </a:lnTo>
                  <a:close/>
                  <a:moveTo>
                    <a:pt x="523142" y="1199023"/>
                  </a:moveTo>
                  <a:lnTo>
                    <a:pt x="467182" y="1223490"/>
                  </a:lnTo>
                  <a:lnTo>
                    <a:pt x="441640" y="1214469"/>
                  </a:lnTo>
                  <a:close/>
                  <a:moveTo>
                    <a:pt x="1786486" y="2597052"/>
                  </a:moveTo>
                  <a:lnTo>
                    <a:pt x="1743320" y="2584898"/>
                  </a:lnTo>
                  <a:lnTo>
                    <a:pt x="1806608" y="2608829"/>
                  </a:lnTo>
                  <a:close/>
                  <a:moveTo>
                    <a:pt x="1856761" y="2581144"/>
                  </a:moveTo>
                  <a:lnTo>
                    <a:pt x="1786486" y="2597052"/>
                  </a:lnTo>
                  <a:lnTo>
                    <a:pt x="1806608" y="2608829"/>
                  </a:lnTo>
                  <a:close/>
                  <a:moveTo>
                    <a:pt x="1868537" y="2543691"/>
                  </a:moveTo>
                  <a:lnTo>
                    <a:pt x="1856685" y="2519807"/>
                  </a:lnTo>
                  <a:lnTo>
                    <a:pt x="1856761" y="2581144"/>
                  </a:lnTo>
                  <a:close/>
                  <a:moveTo>
                    <a:pt x="1868537" y="2543691"/>
                  </a:moveTo>
                  <a:lnTo>
                    <a:pt x="1856761" y="2581144"/>
                  </a:lnTo>
                  <a:lnTo>
                    <a:pt x="1882356" y="2558243"/>
                  </a:lnTo>
                  <a:close/>
                  <a:moveTo>
                    <a:pt x="1883188" y="2464748"/>
                  </a:moveTo>
                  <a:lnTo>
                    <a:pt x="1882356" y="2558243"/>
                  </a:lnTo>
                  <a:lnTo>
                    <a:pt x="1919007" y="2535210"/>
                  </a:lnTo>
                  <a:close/>
                  <a:moveTo>
                    <a:pt x="2016210" y="2468234"/>
                  </a:moveTo>
                  <a:lnTo>
                    <a:pt x="1963945" y="2488023"/>
                  </a:lnTo>
                  <a:lnTo>
                    <a:pt x="2083828" y="2442386"/>
                  </a:lnTo>
                  <a:close/>
                  <a:moveTo>
                    <a:pt x="2016210" y="2468234"/>
                  </a:moveTo>
                  <a:lnTo>
                    <a:pt x="2083828" y="2442386"/>
                  </a:lnTo>
                  <a:lnTo>
                    <a:pt x="2132345" y="2408580"/>
                  </a:lnTo>
                  <a:close/>
                  <a:moveTo>
                    <a:pt x="177141" y="50780"/>
                  </a:moveTo>
                  <a:lnTo>
                    <a:pt x="186704" y="14917"/>
                  </a:lnTo>
                  <a:lnTo>
                    <a:pt x="185898" y="0"/>
                  </a:lnTo>
                  <a:close/>
                  <a:moveTo>
                    <a:pt x="2163158" y="2278504"/>
                  </a:moveTo>
                  <a:lnTo>
                    <a:pt x="2191724" y="2240068"/>
                  </a:lnTo>
                  <a:lnTo>
                    <a:pt x="2156100" y="2360719"/>
                  </a:lnTo>
                  <a:close/>
                  <a:moveTo>
                    <a:pt x="1891564" y="1423956"/>
                  </a:moveTo>
                  <a:lnTo>
                    <a:pt x="1892606" y="1423948"/>
                  </a:lnTo>
                  <a:lnTo>
                    <a:pt x="1889445" y="1423259"/>
                  </a:lnTo>
                  <a:close/>
                  <a:moveTo>
                    <a:pt x="1891564" y="1423956"/>
                  </a:moveTo>
                  <a:lnTo>
                    <a:pt x="1889445" y="1423259"/>
                  </a:lnTo>
                  <a:lnTo>
                    <a:pt x="1840170" y="1443098"/>
                  </a:lnTo>
                  <a:close/>
                  <a:moveTo>
                    <a:pt x="1893202" y="1423259"/>
                  </a:moveTo>
                  <a:lnTo>
                    <a:pt x="1891564" y="1423956"/>
                  </a:lnTo>
                  <a:lnTo>
                    <a:pt x="1905717" y="1341044"/>
                  </a:lnTo>
                  <a:close/>
                  <a:moveTo>
                    <a:pt x="1893202" y="1423259"/>
                  </a:moveTo>
                  <a:lnTo>
                    <a:pt x="1892606" y="1423948"/>
                  </a:lnTo>
                  <a:lnTo>
                    <a:pt x="1891564" y="1423956"/>
                  </a:lnTo>
                  <a:close/>
                  <a:moveTo>
                    <a:pt x="1889445" y="1423259"/>
                  </a:moveTo>
                  <a:lnTo>
                    <a:pt x="1892606" y="1423948"/>
                  </a:lnTo>
                  <a:lnTo>
                    <a:pt x="1893156" y="1422662"/>
                  </a:lnTo>
                  <a:close/>
                  <a:moveTo>
                    <a:pt x="1893156" y="1422662"/>
                  </a:moveTo>
                  <a:lnTo>
                    <a:pt x="1892606" y="1423948"/>
                  </a:lnTo>
                  <a:lnTo>
                    <a:pt x="1893202" y="1423259"/>
                  </a:lnTo>
                  <a:close/>
                  <a:moveTo>
                    <a:pt x="1914414" y="1290282"/>
                  </a:moveTo>
                  <a:lnTo>
                    <a:pt x="1905717" y="1341044"/>
                  </a:lnTo>
                  <a:lnTo>
                    <a:pt x="1931181" y="1289511"/>
                  </a:lnTo>
                  <a:close/>
                  <a:moveTo>
                    <a:pt x="1914414" y="1290282"/>
                  </a:moveTo>
                  <a:lnTo>
                    <a:pt x="1931181" y="1289511"/>
                  </a:lnTo>
                  <a:lnTo>
                    <a:pt x="1981247" y="1261499"/>
                  </a:lnTo>
                  <a:close/>
                  <a:moveTo>
                    <a:pt x="1332860" y="674383"/>
                  </a:moveTo>
                  <a:lnTo>
                    <a:pt x="1382676" y="632033"/>
                  </a:lnTo>
                  <a:lnTo>
                    <a:pt x="1352876" y="584071"/>
                  </a:lnTo>
                  <a:close/>
                  <a:moveTo>
                    <a:pt x="2008801" y="1189053"/>
                  </a:moveTo>
                  <a:lnTo>
                    <a:pt x="1981247" y="1261499"/>
                  </a:lnTo>
                  <a:lnTo>
                    <a:pt x="2006635" y="1220392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55" name="Candidate_density__2054">
              <a:extLst>
                <a:ext uri="{FF2B5EF4-FFF2-40B4-BE49-F238E27FC236}">
                  <a16:creationId xmlns:a16="http://schemas.microsoft.com/office/drawing/2014/main" id="{E5535A6B-2810-40FC-0D4F-6EA0925AD96B}"/>
                </a:ext>
              </a:extLst>
            </p:cNvPr>
            <p:cNvSpPr>
              <a:spLocks noGrp="1"/>
            </p:cNvSpPr>
            <p:nvPr/>
          </p:nvSpPr>
          <p:spPr>
            <a:xfrm>
              <a:off x="4418442" y="2346247"/>
              <a:ext cx="2187936" cy="3022699"/>
            </a:xfrm>
            <a:custGeom>
              <a:avLst/>
              <a:gdLst/>
              <a:ahLst/>
              <a:cxnLst/>
              <a:rect l="0" t="0" r="0" b="0"/>
              <a:pathLst>
                <a:path w="2187936" h="3022699">
                  <a:moveTo>
                    <a:pt x="0" y="2451469"/>
                  </a:moveTo>
                  <a:lnTo>
                    <a:pt x="78863" y="2532415"/>
                  </a:lnTo>
                  <a:lnTo>
                    <a:pt x="3748" y="2458383"/>
                  </a:lnTo>
                  <a:close/>
                  <a:moveTo>
                    <a:pt x="50538" y="2411764"/>
                  </a:moveTo>
                  <a:lnTo>
                    <a:pt x="3748" y="2458383"/>
                  </a:lnTo>
                  <a:lnTo>
                    <a:pt x="78863" y="2532415"/>
                  </a:lnTo>
                  <a:close/>
                  <a:moveTo>
                    <a:pt x="878548" y="3022699"/>
                  </a:moveTo>
                  <a:lnTo>
                    <a:pt x="953187" y="2922518"/>
                  </a:lnTo>
                  <a:lnTo>
                    <a:pt x="885381" y="2917051"/>
                  </a:lnTo>
                  <a:close/>
                  <a:moveTo>
                    <a:pt x="519208" y="2346706"/>
                  </a:moveTo>
                  <a:lnTo>
                    <a:pt x="588363" y="2296455"/>
                  </a:lnTo>
                  <a:lnTo>
                    <a:pt x="533193" y="2320953"/>
                  </a:lnTo>
                  <a:close/>
                  <a:moveTo>
                    <a:pt x="533193" y="2320953"/>
                  </a:moveTo>
                  <a:lnTo>
                    <a:pt x="588363" y="2296455"/>
                  </a:lnTo>
                  <a:lnTo>
                    <a:pt x="553802" y="2260844"/>
                  </a:lnTo>
                  <a:close/>
                  <a:moveTo>
                    <a:pt x="588363" y="2296455"/>
                  </a:moveTo>
                  <a:lnTo>
                    <a:pt x="655937" y="2364051"/>
                  </a:lnTo>
                  <a:lnTo>
                    <a:pt x="658282" y="2279849"/>
                  </a:lnTo>
                  <a:close/>
                  <a:moveTo>
                    <a:pt x="558471" y="2200310"/>
                  </a:moveTo>
                  <a:lnTo>
                    <a:pt x="553802" y="2260844"/>
                  </a:lnTo>
                  <a:lnTo>
                    <a:pt x="621906" y="2175803"/>
                  </a:lnTo>
                  <a:close/>
                  <a:moveTo>
                    <a:pt x="553802" y="2260844"/>
                  </a:moveTo>
                  <a:lnTo>
                    <a:pt x="588363" y="2296455"/>
                  </a:lnTo>
                  <a:lnTo>
                    <a:pt x="621906" y="2175803"/>
                  </a:lnTo>
                  <a:close/>
                  <a:moveTo>
                    <a:pt x="621906" y="2175803"/>
                  </a:moveTo>
                  <a:lnTo>
                    <a:pt x="588363" y="2296455"/>
                  </a:lnTo>
                  <a:lnTo>
                    <a:pt x="674651" y="2218820"/>
                  </a:lnTo>
                  <a:close/>
                  <a:moveTo>
                    <a:pt x="674651" y="2218820"/>
                  </a:moveTo>
                  <a:lnTo>
                    <a:pt x="588363" y="2296455"/>
                  </a:lnTo>
                  <a:lnTo>
                    <a:pt x="658282" y="2279849"/>
                  </a:lnTo>
                  <a:close/>
                  <a:moveTo>
                    <a:pt x="658282" y="2279849"/>
                  </a:moveTo>
                  <a:lnTo>
                    <a:pt x="655937" y="2364051"/>
                  </a:lnTo>
                  <a:lnTo>
                    <a:pt x="684647" y="2296455"/>
                  </a:lnTo>
                  <a:close/>
                  <a:moveTo>
                    <a:pt x="853306" y="2042298"/>
                  </a:moveTo>
                  <a:lnTo>
                    <a:pt x="886142" y="2021826"/>
                  </a:lnTo>
                  <a:lnTo>
                    <a:pt x="876800" y="2016715"/>
                  </a:lnTo>
                  <a:close/>
                  <a:moveTo>
                    <a:pt x="853306" y="2042298"/>
                  </a:moveTo>
                  <a:lnTo>
                    <a:pt x="876800" y="2016715"/>
                  </a:lnTo>
                  <a:lnTo>
                    <a:pt x="854525" y="1941215"/>
                  </a:lnTo>
                  <a:close/>
                  <a:moveTo>
                    <a:pt x="577066" y="1884916"/>
                  </a:moveTo>
                  <a:lnTo>
                    <a:pt x="644871" y="1890383"/>
                  </a:lnTo>
                  <a:lnTo>
                    <a:pt x="669505" y="1770264"/>
                  </a:lnTo>
                  <a:close/>
                  <a:moveTo>
                    <a:pt x="669505" y="1770264"/>
                  </a:moveTo>
                  <a:lnTo>
                    <a:pt x="644963" y="1890722"/>
                  </a:lnTo>
                  <a:lnTo>
                    <a:pt x="757394" y="1819116"/>
                  </a:lnTo>
                  <a:close/>
                  <a:moveTo>
                    <a:pt x="412127" y="1457955"/>
                  </a:moveTo>
                  <a:lnTo>
                    <a:pt x="423150" y="1405408"/>
                  </a:lnTo>
                  <a:lnTo>
                    <a:pt x="427063" y="1479646"/>
                  </a:lnTo>
                  <a:close/>
                  <a:moveTo>
                    <a:pt x="414265" y="1523425"/>
                  </a:moveTo>
                  <a:lnTo>
                    <a:pt x="412127" y="1457955"/>
                  </a:lnTo>
                  <a:lnTo>
                    <a:pt x="437890" y="1537103"/>
                  </a:lnTo>
                  <a:close/>
                  <a:moveTo>
                    <a:pt x="1494841" y="2756651"/>
                  </a:moveTo>
                  <a:lnTo>
                    <a:pt x="1534700" y="2774733"/>
                  </a:lnTo>
                  <a:lnTo>
                    <a:pt x="1565920" y="2727338"/>
                  </a:lnTo>
                  <a:close/>
                  <a:moveTo>
                    <a:pt x="886142" y="2021826"/>
                  </a:moveTo>
                  <a:lnTo>
                    <a:pt x="967243" y="2098930"/>
                  </a:lnTo>
                  <a:lnTo>
                    <a:pt x="985915" y="1978279"/>
                  </a:lnTo>
                  <a:close/>
                  <a:moveTo>
                    <a:pt x="854420" y="1934500"/>
                  </a:moveTo>
                  <a:lnTo>
                    <a:pt x="887395" y="2014585"/>
                  </a:lnTo>
                  <a:lnTo>
                    <a:pt x="874782" y="1924746"/>
                  </a:lnTo>
                  <a:close/>
                  <a:moveTo>
                    <a:pt x="843224" y="1813848"/>
                  </a:moveTo>
                  <a:lnTo>
                    <a:pt x="874782" y="1924746"/>
                  </a:lnTo>
                  <a:lnTo>
                    <a:pt x="904167" y="1874019"/>
                  </a:lnTo>
                  <a:close/>
                  <a:moveTo>
                    <a:pt x="854420" y="1934500"/>
                  </a:moveTo>
                  <a:lnTo>
                    <a:pt x="874782" y="1924746"/>
                  </a:lnTo>
                  <a:lnTo>
                    <a:pt x="843224" y="1813848"/>
                  </a:lnTo>
                  <a:close/>
                  <a:moveTo>
                    <a:pt x="788224" y="1852285"/>
                  </a:moveTo>
                  <a:lnTo>
                    <a:pt x="854420" y="1934500"/>
                  </a:lnTo>
                  <a:lnTo>
                    <a:pt x="843224" y="1813848"/>
                  </a:lnTo>
                  <a:close/>
                  <a:moveTo>
                    <a:pt x="874782" y="1924746"/>
                  </a:moveTo>
                  <a:lnTo>
                    <a:pt x="966380" y="1896063"/>
                  </a:lnTo>
                  <a:lnTo>
                    <a:pt x="904167" y="1874019"/>
                  </a:lnTo>
                  <a:close/>
                  <a:moveTo>
                    <a:pt x="1626177" y="2515347"/>
                  </a:moveTo>
                  <a:lnTo>
                    <a:pt x="1632877" y="2633403"/>
                  </a:lnTo>
                  <a:lnTo>
                    <a:pt x="1667861" y="2563537"/>
                  </a:lnTo>
                  <a:close/>
                  <a:moveTo>
                    <a:pt x="1621627" y="2635999"/>
                  </a:moveTo>
                  <a:lnTo>
                    <a:pt x="1632877" y="2633403"/>
                  </a:lnTo>
                  <a:lnTo>
                    <a:pt x="1626177" y="2515347"/>
                  </a:lnTo>
                  <a:close/>
                  <a:moveTo>
                    <a:pt x="1552641" y="2411404"/>
                  </a:moveTo>
                  <a:lnTo>
                    <a:pt x="1489310" y="2389252"/>
                  </a:lnTo>
                  <a:lnTo>
                    <a:pt x="1576847" y="2433132"/>
                  </a:lnTo>
                  <a:close/>
                  <a:moveTo>
                    <a:pt x="1394595" y="2305569"/>
                  </a:moveTo>
                  <a:lnTo>
                    <a:pt x="1497955" y="2350917"/>
                  </a:lnTo>
                  <a:lnTo>
                    <a:pt x="1446281" y="2292398"/>
                  </a:lnTo>
                  <a:close/>
                  <a:moveTo>
                    <a:pt x="1394595" y="2305569"/>
                  </a:moveTo>
                  <a:lnTo>
                    <a:pt x="1489310" y="2389252"/>
                  </a:lnTo>
                  <a:lnTo>
                    <a:pt x="1497955" y="2350917"/>
                  </a:lnTo>
                  <a:close/>
                  <a:moveTo>
                    <a:pt x="1146137" y="2060493"/>
                  </a:moveTo>
                  <a:lnTo>
                    <a:pt x="1186509" y="2093673"/>
                  </a:lnTo>
                  <a:lnTo>
                    <a:pt x="1196532" y="2045130"/>
                  </a:lnTo>
                  <a:close/>
                  <a:moveTo>
                    <a:pt x="1171723" y="2038391"/>
                  </a:moveTo>
                  <a:lnTo>
                    <a:pt x="1146137" y="2060493"/>
                  </a:lnTo>
                  <a:lnTo>
                    <a:pt x="1196532" y="2045130"/>
                  </a:lnTo>
                  <a:close/>
                  <a:moveTo>
                    <a:pt x="1186509" y="2093673"/>
                  </a:moveTo>
                  <a:lnTo>
                    <a:pt x="1195019" y="2060493"/>
                  </a:lnTo>
                  <a:lnTo>
                    <a:pt x="1196532" y="2045130"/>
                  </a:lnTo>
                  <a:close/>
                  <a:moveTo>
                    <a:pt x="1196532" y="2045130"/>
                  </a:moveTo>
                  <a:lnTo>
                    <a:pt x="1195019" y="2060493"/>
                  </a:lnTo>
                  <a:lnTo>
                    <a:pt x="1171723" y="2038391"/>
                  </a:lnTo>
                  <a:close/>
                  <a:moveTo>
                    <a:pt x="1018722" y="1968410"/>
                  </a:moveTo>
                  <a:lnTo>
                    <a:pt x="1026681" y="2053418"/>
                  </a:lnTo>
                  <a:lnTo>
                    <a:pt x="1034320" y="1978279"/>
                  </a:lnTo>
                  <a:close/>
                  <a:moveTo>
                    <a:pt x="1018722" y="1968410"/>
                  </a:moveTo>
                  <a:lnTo>
                    <a:pt x="1034320" y="1978279"/>
                  </a:lnTo>
                  <a:lnTo>
                    <a:pt x="1072841" y="1884913"/>
                  </a:lnTo>
                  <a:close/>
                  <a:moveTo>
                    <a:pt x="982559" y="1797625"/>
                  </a:moveTo>
                  <a:lnTo>
                    <a:pt x="920944" y="1787125"/>
                  </a:lnTo>
                  <a:lnTo>
                    <a:pt x="990880" y="1890953"/>
                  </a:lnTo>
                  <a:close/>
                  <a:moveTo>
                    <a:pt x="990880" y="1890953"/>
                  </a:moveTo>
                  <a:lnTo>
                    <a:pt x="1072841" y="1884913"/>
                  </a:lnTo>
                  <a:lnTo>
                    <a:pt x="982559" y="1797625"/>
                  </a:lnTo>
                  <a:close/>
                  <a:moveTo>
                    <a:pt x="1001683" y="1813848"/>
                  </a:moveTo>
                  <a:lnTo>
                    <a:pt x="987533" y="1693490"/>
                  </a:lnTo>
                  <a:lnTo>
                    <a:pt x="982559" y="1797625"/>
                  </a:lnTo>
                  <a:close/>
                  <a:moveTo>
                    <a:pt x="988114" y="1693197"/>
                  </a:moveTo>
                  <a:lnTo>
                    <a:pt x="1038182" y="1712905"/>
                  </a:lnTo>
                  <a:lnTo>
                    <a:pt x="1077578" y="1749856"/>
                  </a:lnTo>
                  <a:close/>
                  <a:moveTo>
                    <a:pt x="899860" y="1704174"/>
                  </a:moveTo>
                  <a:lnTo>
                    <a:pt x="930886" y="1695258"/>
                  </a:lnTo>
                  <a:lnTo>
                    <a:pt x="850426" y="1673087"/>
                  </a:lnTo>
                  <a:close/>
                  <a:moveTo>
                    <a:pt x="899860" y="1704174"/>
                  </a:moveTo>
                  <a:lnTo>
                    <a:pt x="987533" y="1693490"/>
                  </a:lnTo>
                  <a:lnTo>
                    <a:pt x="930886" y="1695258"/>
                  </a:lnTo>
                  <a:close/>
                  <a:moveTo>
                    <a:pt x="1497955" y="2350917"/>
                  </a:moveTo>
                  <a:lnTo>
                    <a:pt x="1489310" y="2389252"/>
                  </a:lnTo>
                  <a:lnTo>
                    <a:pt x="1552641" y="2411404"/>
                  </a:lnTo>
                  <a:close/>
                  <a:moveTo>
                    <a:pt x="1426265" y="2268702"/>
                  </a:moveTo>
                  <a:lnTo>
                    <a:pt x="1394595" y="2305569"/>
                  </a:lnTo>
                  <a:lnTo>
                    <a:pt x="1446281" y="2292398"/>
                  </a:lnTo>
                  <a:close/>
                  <a:moveTo>
                    <a:pt x="1426265" y="2268702"/>
                  </a:moveTo>
                  <a:lnTo>
                    <a:pt x="1392045" y="2207550"/>
                  </a:lnTo>
                  <a:lnTo>
                    <a:pt x="1394595" y="2305569"/>
                  </a:lnTo>
                  <a:close/>
                  <a:moveTo>
                    <a:pt x="1759082" y="2491301"/>
                  </a:moveTo>
                  <a:lnTo>
                    <a:pt x="1667861" y="2563537"/>
                  </a:lnTo>
                  <a:lnTo>
                    <a:pt x="1748507" y="2586398"/>
                  </a:lnTo>
                  <a:close/>
                  <a:moveTo>
                    <a:pt x="1822017" y="2476911"/>
                  </a:moveTo>
                  <a:lnTo>
                    <a:pt x="1848907" y="2578959"/>
                  </a:lnTo>
                  <a:lnTo>
                    <a:pt x="1844972" y="2559126"/>
                  </a:lnTo>
                  <a:close/>
                  <a:moveTo>
                    <a:pt x="1822017" y="2476911"/>
                  </a:moveTo>
                  <a:lnTo>
                    <a:pt x="1759082" y="2491301"/>
                  </a:lnTo>
                  <a:lnTo>
                    <a:pt x="1748507" y="2586398"/>
                  </a:lnTo>
                  <a:close/>
                  <a:moveTo>
                    <a:pt x="1822017" y="2476911"/>
                  </a:moveTo>
                  <a:lnTo>
                    <a:pt x="1831983" y="2404644"/>
                  </a:lnTo>
                  <a:lnTo>
                    <a:pt x="1759082" y="2491301"/>
                  </a:lnTo>
                  <a:close/>
                  <a:moveTo>
                    <a:pt x="1759082" y="2491301"/>
                  </a:moveTo>
                  <a:lnTo>
                    <a:pt x="1821455" y="2401092"/>
                  </a:lnTo>
                  <a:lnTo>
                    <a:pt x="1745657" y="2402122"/>
                  </a:lnTo>
                  <a:close/>
                  <a:moveTo>
                    <a:pt x="1552641" y="2411404"/>
                  </a:moveTo>
                  <a:lnTo>
                    <a:pt x="1663124" y="2408628"/>
                  </a:lnTo>
                  <a:lnTo>
                    <a:pt x="1659056" y="2315412"/>
                  </a:lnTo>
                  <a:close/>
                  <a:moveTo>
                    <a:pt x="1552641" y="2411404"/>
                  </a:moveTo>
                  <a:lnTo>
                    <a:pt x="1659056" y="2315412"/>
                  </a:lnTo>
                  <a:lnTo>
                    <a:pt x="1585404" y="2318698"/>
                  </a:lnTo>
                  <a:close/>
                  <a:moveTo>
                    <a:pt x="1710549" y="2330572"/>
                  </a:moveTo>
                  <a:lnTo>
                    <a:pt x="1663124" y="2408628"/>
                  </a:lnTo>
                  <a:lnTo>
                    <a:pt x="1745657" y="2402122"/>
                  </a:lnTo>
                  <a:close/>
                  <a:moveTo>
                    <a:pt x="1577451" y="2312481"/>
                  </a:moveTo>
                  <a:lnTo>
                    <a:pt x="1497955" y="2350917"/>
                  </a:lnTo>
                  <a:lnTo>
                    <a:pt x="1552641" y="2411404"/>
                  </a:lnTo>
                  <a:close/>
                  <a:moveTo>
                    <a:pt x="1497955" y="2350917"/>
                  </a:moveTo>
                  <a:lnTo>
                    <a:pt x="1577451" y="2312481"/>
                  </a:lnTo>
                  <a:lnTo>
                    <a:pt x="1446281" y="2292398"/>
                  </a:lnTo>
                  <a:close/>
                  <a:moveTo>
                    <a:pt x="1472612" y="2230266"/>
                  </a:moveTo>
                  <a:lnTo>
                    <a:pt x="1426265" y="2268702"/>
                  </a:lnTo>
                  <a:lnTo>
                    <a:pt x="1446281" y="2292398"/>
                  </a:lnTo>
                  <a:close/>
                  <a:moveTo>
                    <a:pt x="1472612" y="2230266"/>
                  </a:moveTo>
                  <a:lnTo>
                    <a:pt x="1367981" y="2186487"/>
                  </a:lnTo>
                  <a:lnTo>
                    <a:pt x="1426265" y="2268702"/>
                  </a:lnTo>
                  <a:close/>
                  <a:moveTo>
                    <a:pt x="1103513" y="1775412"/>
                  </a:moveTo>
                  <a:lnTo>
                    <a:pt x="1184040" y="1755009"/>
                  </a:lnTo>
                  <a:lnTo>
                    <a:pt x="1077578" y="1749856"/>
                  </a:lnTo>
                  <a:close/>
                  <a:moveTo>
                    <a:pt x="1077578" y="1749856"/>
                  </a:moveTo>
                  <a:lnTo>
                    <a:pt x="1184040" y="1755009"/>
                  </a:lnTo>
                  <a:lnTo>
                    <a:pt x="1200655" y="1716160"/>
                  </a:lnTo>
                  <a:close/>
                  <a:moveTo>
                    <a:pt x="1077578" y="1749856"/>
                  </a:moveTo>
                  <a:lnTo>
                    <a:pt x="1200655" y="1716160"/>
                  </a:lnTo>
                  <a:lnTo>
                    <a:pt x="1121119" y="1697447"/>
                  </a:lnTo>
                  <a:close/>
                  <a:moveTo>
                    <a:pt x="457036" y="1021077"/>
                  </a:moveTo>
                  <a:lnTo>
                    <a:pt x="509061" y="1017552"/>
                  </a:lnTo>
                  <a:lnTo>
                    <a:pt x="431606" y="1006619"/>
                  </a:lnTo>
                  <a:close/>
                  <a:moveTo>
                    <a:pt x="1769792" y="2382501"/>
                  </a:moveTo>
                  <a:lnTo>
                    <a:pt x="1831983" y="2404644"/>
                  </a:lnTo>
                  <a:lnTo>
                    <a:pt x="1847627" y="2438474"/>
                  </a:lnTo>
                  <a:close/>
                  <a:moveTo>
                    <a:pt x="1847627" y="2438474"/>
                  </a:moveTo>
                  <a:lnTo>
                    <a:pt x="1831983" y="2404644"/>
                  </a:lnTo>
                  <a:lnTo>
                    <a:pt x="1822017" y="2476911"/>
                  </a:lnTo>
                  <a:close/>
                  <a:moveTo>
                    <a:pt x="1711398" y="2295910"/>
                  </a:moveTo>
                  <a:lnTo>
                    <a:pt x="1660945" y="2312481"/>
                  </a:lnTo>
                  <a:lnTo>
                    <a:pt x="1769792" y="2382501"/>
                  </a:lnTo>
                  <a:close/>
                  <a:moveTo>
                    <a:pt x="833103" y="1241372"/>
                  </a:moveTo>
                  <a:lnTo>
                    <a:pt x="836778" y="1243684"/>
                  </a:lnTo>
                  <a:lnTo>
                    <a:pt x="777999" y="1250550"/>
                  </a:lnTo>
                  <a:close/>
                  <a:moveTo>
                    <a:pt x="692496" y="994326"/>
                  </a:moveTo>
                  <a:lnTo>
                    <a:pt x="561630" y="997039"/>
                  </a:lnTo>
                  <a:lnTo>
                    <a:pt x="561159" y="997135"/>
                  </a:lnTo>
                  <a:close/>
                  <a:moveTo>
                    <a:pt x="2054914" y="2465630"/>
                  </a:moveTo>
                  <a:lnTo>
                    <a:pt x="2124562" y="2400038"/>
                  </a:lnTo>
                  <a:lnTo>
                    <a:pt x="2061856" y="2426927"/>
                  </a:lnTo>
                  <a:close/>
                  <a:moveTo>
                    <a:pt x="1738602" y="2007489"/>
                  </a:moveTo>
                  <a:lnTo>
                    <a:pt x="1717472" y="2039961"/>
                  </a:lnTo>
                  <a:lnTo>
                    <a:pt x="1790475" y="1988963"/>
                  </a:lnTo>
                  <a:close/>
                  <a:moveTo>
                    <a:pt x="1790475" y="1988963"/>
                  </a:moveTo>
                  <a:lnTo>
                    <a:pt x="1793409" y="2109614"/>
                  </a:lnTo>
                  <a:lnTo>
                    <a:pt x="1857035" y="2071178"/>
                  </a:lnTo>
                  <a:close/>
                  <a:moveTo>
                    <a:pt x="1738602" y="2007489"/>
                  </a:moveTo>
                  <a:lnTo>
                    <a:pt x="1790475" y="1988963"/>
                  </a:lnTo>
                  <a:lnTo>
                    <a:pt x="1755883" y="1968374"/>
                  </a:lnTo>
                  <a:close/>
                  <a:moveTo>
                    <a:pt x="1535446" y="1862969"/>
                  </a:moveTo>
                  <a:lnTo>
                    <a:pt x="1633089" y="1906748"/>
                  </a:lnTo>
                  <a:lnTo>
                    <a:pt x="1579405" y="1824532"/>
                  </a:lnTo>
                  <a:close/>
                  <a:moveTo>
                    <a:pt x="1526110" y="1758781"/>
                  </a:moveTo>
                  <a:lnTo>
                    <a:pt x="1576081" y="1789982"/>
                  </a:lnTo>
                  <a:lnTo>
                    <a:pt x="1579405" y="1824532"/>
                  </a:lnTo>
                  <a:close/>
                  <a:moveTo>
                    <a:pt x="1579405" y="1824532"/>
                  </a:moveTo>
                  <a:lnTo>
                    <a:pt x="1576081" y="1789982"/>
                  </a:lnTo>
                  <a:lnTo>
                    <a:pt x="1535446" y="1862969"/>
                  </a:lnTo>
                  <a:close/>
                  <a:moveTo>
                    <a:pt x="1579405" y="1824532"/>
                  </a:moveTo>
                  <a:lnTo>
                    <a:pt x="1561953" y="1800614"/>
                  </a:lnTo>
                  <a:lnTo>
                    <a:pt x="1526110" y="1758781"/>
                  </a:lnTo>
                  <a:close/>
                  <a:moveTo>
                    <a:pt x="1518174" y="1742317"/>
                  </a:moveTo>
                  <a:lnTo>
                    <a:pt x="1526110" y="1758781"/>
                  </a:lnTo>
                  <a:lnTo>
                    <a:pt x="1561953" y="1800614"/>
                  </a:lnTo>
                  <a:close/>
                  <a:moveTo>
                    <a:pt x="2117316" y="2281746"/>
                  </a:moveTo>
                  <a:lnTo>
                    <a:pt x="2122340" y="2287317"/>
                  </a:lnTo>
                  <a:lnTo>
                    <a:pt x="2115732" y="2279387"/>
                  </a:lnTo>
                  <a:close/>
                  <a:moveTo>
                    <a:pt x="2163642" y="2361602"/>
                  </a:moveTo>
                  <a:lnTo>
                    <a:pt x="2124562" y="2400038"/>
                  </a:lnTo>
                  <a:lnTo>
                    <a:pt x="2187936" y="2469116"/>
                  </a:lnTo>
                  <a:close/>
                  <a:moveTo>
                    <a:pt x="2117316" y="2281746"/>
                  </a:moveTo>
                  <a:lnTo>
                    <a:pt x="2149031" y="2323656"/>
                  </a:lnTo>
                  <a:lnTo>
                    <a:pt x="2163642" y="2361602"/>
                  </a:lnTo>
                  <a:close/>
                  <a:moveTo>
                    <a:pt x="2163642" y="2361602"/>
                  </a:moveTo>
                  <a:lnTo>
                    <a:pt x="2122340" y="2287317"/>
                  </a:lnTo>
                  <a:lnTo>
                    <a:pt x="2117316" y="2281746"/>
                  </a:lnTo>
                  <a:close/>
                  <a:moveTo>
                    <a:pt x="1790475" y="1988963"/>
                  </a:moveTo>
                  <a:lnTo>
                    <a:pt x="1858593" y="2070623"/>
                  </a:lnTo>
                  <a:lnTo>
                    <a:pt x="1880277" y="1952902"/>
                  </a:lnTo>
                  <a:close/>
                  <a:moveTo>
                    <a:pt x="1858593" y="2070623"/>
                  </a:moveTo>
                  <a:lnTo>
                    <a:pt x="1944029" y="2061757"/>
                  </a:lnTo>
                  <a:lnTo>
                    <a:pt x="1880277" y="1952902"/>
                  </a:lnTo>
                  <a:close/>
                  <a:moveTo>
                    <a:pt x="2098747" y="2158735"/>
                  </a:moveTo>
                  <a:lnTo>
                    <a:pt x="2092537" y="2175891"/>
                  </a:lnTo>
                  <a:lnTo>
                    <a:pt x="2074806" y="2197172"/>
                  </a:lnTo>
                  <a:close/>
                  <a:moveTo>
                    <a:pt x="1888692" y="1755858"/>
                  </a:moveTo>
                  <a:lnTo>
                    <a:pt x="1767427" y="1796331"/>
                  </a:lnTo>
                  <a:lnTo>
                    <a:pt x="1819426" y="1775542"/>
                  </a:lnTo>
                  <a:close/>
                  <a:moveTo>
                    <a:pt x="1685005" y="1690194"/>
                  </a:moveTo>
                  <a:lnTo>
                    <a:pt x="1758511" y="1762994"/>
                  </a:lnTo>
                  <a:lnTo>
                    <a:pt x="1762114" y="1688098"/>
                  </a:lnTo>
                  <a:close/>
                  <a:moveTo>
                    <a:pt x="1685005" y="1690194"/>
                  </a:moveTo>
                  <a:lnTo>
                    <a:pt x="1728131" y="1649411"/>
                  </a:lnTo>
                  <a:lnTo>
                    <a:pt x="1647595" y="1626957"/>
                  </a:lnTo>
                  <a:close/>
                  <a:moveTo>
                    <a:pt x="1738491" y="1607211"/>
                  </a:moveTo>
                  <a:lnTo>
                    <a:pt x="1776138" y="1613695"/>
                  </a:lnTo>
                  <a:lnTo>
                    <a:pt x="1756036" y="1583230"/>
                  </a:lnTo>
                  <a:close/>
                  <a:moveTo>
                    <a:pt x="1758511" y="1762994"/>
                  </a:moveTo>
                  <a:lnTo>
                    <a:pt x="1810696" y="1665445"/>
                  </a:lnTo>
                  <a:lnTo>
                    <a:pt x="1762114" y="1688098"/>
                  </a:lnTo>
                  <a:close/>
                  <a:moveTo>
                    <a:pt x="1823556" y="1727528"/>
                  </a:moveTo>
                  <a:lnTo>
                    <a:pt x="1883004" y="1734592"/>
                  </a:lnTo>
                  <a:lnTo>
                    <a:pt x="1758511" y="1762994"/>
                  </a:lnTo>
                  <a:close/>
                  <a:moveTo>
                    <a:pt x="1909162" y="1768940"/>
                  </a:moveTo>
                  <a:lnTo>
                    <a:pt x="1941573" y="1747660"/>
                  </a:lnTo>
                  <a:lnTo>
                    <a:pt x="1883004" y="1734592"/>
                  </a:lnTo>
                  <a:close/>
                  <a:moveTo>
                    <a:pt x="1199161" y="849763"/>
                  </a:moveTo>
                  <a:lnTo>
                    <a:pt x="1182737" y="855239"/>
                  </a:lnTo>
                  <a:lnTo>
                    <a:pt x="1193700" y="843293"/>
                  </a:lnTo>
                  <a:close/>
                  <a:moveTo>
                    <a:pt x="592280" y="371164"/>
                  </a:moveTo>
                  <a:lnTo>
                    <a:pt x="635410" y="296600"/>
                  </a:lnTo>
                  <a:lnTo>
                    <a:pt x="570891" y="288461"/>
                  </a:lnTo>
                  <a:close/>
                  <a:moveTo>
                    <a:pt x="1756036" y="1583230"/>
                  </a:moveTo>
                  <a:lnTo>
                    <a:pt x="1717113" y="1524498"/>
                  </a:lnTo>
                  <a:lnTo>
                    <a:pt x="1738491" y="1607211"/>
                  </a:lnTo>
                  <a:close/>
                  <a:moveTo>
                    <a:pt x="2060165" y="1827748"/>
                  </a:moveTo>
                  <a:lnTo>
                    <a:pt x="2037347" y="1829875"/>
                  </a:lnTo>
                  <a:lnTo>
                    <a:pt x="2023430" y="1897113"/>
                  </a:lnTo>
                  <a:close/>
                  <a:moveTo>
                    <a:pt x="2106406" y="1890247"/>
                  </a:moveTo>
                  <a:lnTo>
                    <a:pt x="2060165" y="1827748"/>
                  </a:lnTo>
                  <a:lnTo>
                    <a:pt x="2023430" y="1897113"/>
                  </a:lnTo>
                  <a:close/>
                  <a:moveTo>
                    <a:pt x="2106406" y="1890247"/>
                  </a:moveTo>
                  <a:lnTo>
                    <a:pt x="2094054" y="1966361"/>
                  </a:lnTo>
                  <a:lnTo>
                    <a:pt x="2146580" y="1912090"/>
                  </a:lnTo>
                  <a:close/>
                  <a:moveTo>
                    <a:pt x="2060165" y="1827748"/>
                  </a:moveTo>
                  <a:lnTo>
                    <a:pt x="2106406" y="1890247"/>
                  </a:lnTo>
                  <a:lnTo>
                    <a:pt x="2146580" y="1912090"/>
                  </a:lnTo>
                  <a:close/>
                  <a:moveTo>
                    <a:pt x="1963721" y="1745471"/>
                  </a:moveTo>
                  <a:lnTo>
                    <a:pt x="1883004" y="1734592"/>
                  </a:lnTo>
                  <a:lnTo>
                    <a:pt x="1941573" y="1747660"/>
                  </a:lnTo>
                  <a:close/>
                  <a:moveTo>
                    <a:pt x="1903540" y="1633713"/>
                  </a:moveTo>
                  <a:lnTo>
                    <a:pt x="1883004" y="1734592"/>
                  </a:lnTo>
                  <a:lnTo>
                    <a:pt x="1963721" y="1745471"/>
                  </a:lnTo>
                  <a:close/>
                  <a:moveTo>
                    <a:pt x="1810696" y="1665445"/>
                  </a:moveTo>
                  <a:lnTo>
                    <a:pt x="1883004" y="1734592"/>
                  </a:lnTo>
                  <a:lnTo>
                    <a:pt x="1903540" y="1633713"/>
                  </a:lnTo>
                  <a:close/>
                  <a:moveTo>
                    <a:pt x="1810696" y="1665445"/>
                  </a:moveTo>
                  <a:lnTo>
                    <a:pt x="1903540" y="1633713"/>
                  </a:lnTo>
                  <a:lnTo>
                    <a:pt x="1776138" y="1613695"/>
                  </a:lnTo>
                  <a:close/>
                  <a:moveTo>
                    <a:pt x="1779398" y="1544793"/>
                  </a:moveTo>
                  <a:lnTo>
                    <a:pt x="1756036" y="1583230"/>
                  </a:lnTo>
                  <a:lnTo>
                    <a:pt x="1776138" y="1613695"/>
                  </a:lnTo>
                  <a:close/>
                  <a:moveTo>
                    <a:pt x="1779398" y="1544793"/>
                  </a:moveTo>
                  <a:lnTo>
                    <a:pt x="1701165" y="1501015"/>
                  </a:lnTo>
                  <a:lnTo>
                    <a:pt x="1756036" y="1583230"/>
                  </a:lnTo>
                  <a:close/>
                  <a:moveTo>
                    <a:pt x="1187020" y="804857"/>
                  </a:moveTo>
                  <a:lnTo>
                    <a:pt x="1199161" y="849763"/>
                  </a:lnTo>
                  <a:lnTo>
                    <a:pt x="1193700" y="843293"/>
                  </a:lnTo>
                  <a:close/>
                  <a:moveTo>
                    <a:pt x="1231575" y="915627"/>
                  </a:moveTo>
                  <a:lnTo>
                    <a:pt x="1199161" y="849763"/>
                  </a:lnTo>
                  <a:lnTo>
                    <a:pt x="1150489" y="920956"/>
                  </a:lnTo>
                  <a:close/>
                  <a:moveTo>
                    <a:pt x="1342549" y="892009"/>
                  </a:moveTo>
                  <a:lnTo>
                    <a:pt x="1311386" y="990699"/>
                  </a:lnTo>
                  <a:lnTo>
                    <a:pt x="1430917" y="943745"/>
                  </a:lnTo>
                  <a:close/>
                  <a:moveTo>
                    <a:pt x="1187020" y="804857"/>
                  </a:moveTo>
                  <a:lnTo>
                    <a:pt x="1193700" y="843293"/>
                  </a:lnTo>
                  <a:lnTo>
                    <a:pt x="1150211" y="761079"/>
                  </a:lnTo>
                  <a:close/>
                  <a:moveTo>
                    <a:pt x="905441" y="311567"/>
                  </a:moveTo>
                  <a:lnTo>
                    <a:pt x="861223" y="234203"/>
                  </a:lnTo>
                  <a:lnTo>
                    <a:pt x="875841" y="261695"/>
                  </a:lnTo>
                  <a:close/>
                  <a:moveTo>
                    <a:pt x="642515" y="161844"/>
                  </a:moveTo>
                  <a:lnTo>
                    <a:pt x="711608" y="185573"/>
                  </a:lnTo>
                  <a:lnTo>
                    <a:pt x="712001" y="64921"/>
                  </a:lnTo>
                  <a:close/>
                  <a:moveTo>
                    <a:pt x="833107" y="156968"/>
                  </a:moveTo>
                  <a:lnTo>
                    <a:pt x="836564" y="114844"/>
                  </a:lnTo>
                  <a:lnTo>
                    <a:pt x="753780" y="83988"/>
                  </a:lnTo>
                  <a:close/>
                  <a:moveTo>
                    <a:pt x="539361" y="13818"/>
                  </a:moveTo>
                  <a:lnTo>
                    <a:pt x="658912" y="64921"/>
                  </a:lnTo>
                  <a:lnTo>
                    <a:pt x="669661" y="68570"/>
                  </a:lnTo>
                  <a:close/>
                  <a:moveTo>
                    <a:pt x="1693939" y="1182470"/>
                  </a:moveTo>
                  <a:lnTo>
                    <a:pt x="1633155" y="1142561"/>
                  </a:lnTo>
                  <a:lnTo>
                    <a:pt x="1614227" y="1186682"/>
                  </a:lnTo>
                  <a:close/>
                  <a:moveTo>
                    <a:pt x="1438535" y="768464"/>
                  </a:moveTo>
                  <a:lnTo>
                    <a:pt x="1371495" y="684206"/>
                  </a:lnTo>
                  <a:lnTo>
                    <a:pt x="1331037" y="695173"/>
                  </a:lnTo>
                  <a:close/>
                  <a:moveTo>
                    <a:pt x="1228246" y="640426"/>
                  </a:moveTo>
                  <a:lnTo>
                    <a:pt x="1331037" y="695173"/>
                  </a:lnTo>
                  <a:lnTo>
                    <a:pt x="1252536" y="618919"/>
                  </a:lnTo>
                  <a:close/>
                  <a:moveTo>
                    <a:pt x="1232644" y="614482"/>
                  </a:moveTo>
                  <a:lnTo>
                    <a:pt x="1228246" y="640426"/>
                  </a:lnTo>
                  <a:lnTo>
                    <a:pt x="1252536" y="618919"/>
                  </a:lnTo>
                  <a:close/>
                  <a:moveTo>
                    <a:pt x="1269180" y="545278"/>
                  </a:moveTo>
                  <a:lnTo>
                    <a:pt x="1228246" y="640426"/>
                  </a:lnTo>
                  <a:lnTo>
                    <a:pt x="1232644" y="614482"/>
                  </a:lnTo>
                  <a:close/>
                  <a:moveTo>
                    <a:pt x="857668" y="311567"/>
                  </a:moveTo>
                  <a:lnTo>
                    <a:pt x="897439" y="342445"/>
                  </a:lnTo>
                  <a:lnTo>
                    <a:pt x="901654" y="301426"/>
                  </a:lnTo>
                  <a:close/>
                  <a:moveTo>
                    <a:pt x="875841" y="261695"/>
                  </a:moveTo>
                  <a:lnTo>
                    <a:pt x="857668" y="311567"/>
                  </a:lnTo>
                  <a:lnTo>
                    <a:pt x="901654" y="301426"/>
                  </a:lnTo>
                  <a:close/>
                  <a:moveTo>
                    <a:pt x="854122" y="39792"/>
                  </a:moveTo>
                  <a:lnTo>
                    <a:pt x="753780" y="83988"/>
                  </a:lnTo>
                  <a:lnTo>
                    <a:pt x="836564" y="114844"/>
                  </a:lnTo>
                  <a:close/>
                  <a:moveTo>
                    <a:pt x="771216" y="46600"/>
                  </a:moveTo>
                  <a:lnTo>
                    <a:pt x="753780" y="83988"/>
                  </a:lnTo>
                  <a:lnTo>
                    <a:pt x="854122" y="39792"/>
                  </a:lnTo>
                  <a:close/>
                  <a:moveTo>
                    <a:pt x="771216" y="46600"/>
                  </a:moveTo>
                  <a:lnTo>
                    <a:pt x="854122" y="39792"/>
                  </a:lnTo>
                  <a:lnTo>
                    <a:pt x="805847" y="0"/>
                  </a:lnTo>
                  <a:close/>
                  <a:moveTo>
                    <a:pt x="1520794" y="762181"/>
                  </a:moveTo>
                  <a:lnTo>
                    <a:pt x="1470482" y="766420"/>
                  </a:lnTo>
                  <a:lnTo>
                    <a:pt x="1495866" y="821946"/>
                  </a:lnTo>
                  <a:close/>
                  <a:moveTo>
                    <a:pt x="1437762" y="754135"/>
                  </a:moveTo>
                  <a:lnTo>
                    <a:pt x="1388968" y="648077"/>
                  </a:lnTo>
                  <a:lnTo>
                    <a:pt x="1371495" y="684206"/>
                  </a:lnTo>
                  <a:close/>
                  <a:moveTo>
                    <a:pt x="2021997" y="1197633"/>
                  </a:moveTo>
                  <a:lnTo>
                    <a:pt x="2059318" y="1303490"/>
                  </a:lnTo>
                  <a:lnTo>
                    <a:pt x="2120758" y="1205391"/>
                  </a:lnTo>
                  <a:close/>
                  <a:moveTo>
                    <a:pt x="2120758" y="1205391"/>
                  </a:moveTo>
                  <a:lnTo>
                    <a:pt x="2180527" y="1189935"/>
                  </a:lnTo>
                  <a:lnTo>
                    <a:pt x="2124852" y="118283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56" name="Candidate_density__2055">
              <a:extLst>
                <a:ext uri="{FF2B5EF4-FFF2-40B4-BE49-F238E27FC236}">
                  <a16:creationId xmlns:a16="http://schemas.microsoft.com/office/drawing/2014/main" id="{6BAAF54D-485A-60F3-895D-A45C8599A94F}"/>
                </a:ext>
              </a:extLst>
            </p:cNvPr>
            <p:cNvSpPr>
              <a:spLocks noGrp="1"/>
            </p:cNvSpPr>
            <p:nvPr/>
          </p:nvSpPr>
          <p:spPr>
            <a:xfrm>
              <a:off x="4418442" y="2251662"/>
              <a:ext cx="2338321" cy="3145985"/>
            </a:xfrm>
            <a:custGeom>
              <a:avLst/>
              <a:gdLst/>
              <a:ahLst/>
              <a:cxnLst/>
              <a:rect l="0" t="0" r="0" b="0"/>
              <a:pathLst>
                <a:path w="2338321" h="3145985">
                  <a:moveTo>
                    <a:pt x="0" y="2546054"/>
                  </a:moveTo>
                  <a:lnTo>
                    <a:pt x="89598" y="2633897"/>
                  </a:lnTo>
                  <a:lnTo>
                    <a:pt x="78863" y="2627001"/>
                  </a:lnTo>
                  <a:close/>
                  <a:moveTo>
                    <a:pt x="436951" y="2842806"/>
                  </a:moveTo>
                  <a:lnTo>
                    <a:pt x="505624" y="2938412"/>
                  </a:lnTo>
                  <a:lnTo>
                    <a:pt x="529154" y="2908883"/>
                  </a:lnTo>
                  <a:close/>
                  <a:moveTo>
                    <a:pt x="326658" y="2762540"/>
                  </a:moveTo>
                  <a:lnTo>
                    <a:pt x="318285" y="2752995"/>
                  </a:lnTo>
                  <a:lnTo>
                    <a:pt x="237897" y="2674017"/>
                  </a:lnTo>
                  <a:close/>
                  <a:moveTo>
                    <a:pt x="708178" y="3084361"/>
                  </a:moveTo>
                  <a:lnTo>
                    <a:pt x="660830" y="3073009"/>
                  </a:lnTo>
                  <a:lnTo>
                    <a:pt x="728583" y="3097196"/>
                  </a:lnTo>
                  <a:close/>
                  <a:moveTo>
                    <a:pt x="787723" y="3103111"/>
                  </a:moveTo>
                  <a:lnTo>
                    <a:pt x="708178" y="3084361"/>
                  </a:lnTo>
                  <a:lnTo>
                    <a:pt x="728583" y="3097196"/>
                  </a:lnTo>
                  <a:close/>
                  <a:moveTo>
                    <a:pt x="847000" y="3142933"/>
                  </a:moveTo>
                  <a:lnTo>
                    <a:pt x="838004" y="3125634"/>
                  </a:lnTo>
                  <a:lnTo>
                    <a:pt x="816163" y="3145985"/>
                  </a:lnTo>
                  <a:close/>
                  <a:moveTo>
                    <a:pt x="816163" y="3145985"/>
                  </a:moveTo>
                  <a:lnTo>
                    <a:pt x="838004" y="3125634"/>
                  </a:lnTo>
                  <a:lnTo>
                    <a:pt x="787723" y="3103111"/>
                  </a:lnTo>
                  <a:close/>
                  <a:moveTo>
                    <a:pt x="816163" y="3145985"/>
                  </a:moveTo>
                  <a:lnTo>
                    <a:pt x="787723" y="3103111"/>
                  </a:lnTo>
                  <a:lnTo>
                    <a:pt x="728583" y="3097196"/>
                  </a:lnTo>
                  <a:close/>
                  <a:moveTo>
                    <a:pt x="570856" y="2835209"/>
                  </a:moveTo>
                  <a:lnTo>
                    <a:pt x="562595" y="2818709"/>
                  </a:lnTo>
                  <a:lnTo>
                    <a:pt x="529154" y="2908883"/>
                  </a:lnTo>
                  <a:close/>
                  <a:moveTo>
                    <a:pt x="535073" y="2714558"/>
                  </a:moveTo>
                  <a:lnTo>
                    <a:pt x="563320" y="2796773"/>
                  </a:lnTo>
                  <a:lnTo>
                    <a:pt x="531550" y="2752995"/>
                  </a:lnTo>
                  <a:close/>
                  <a:moveTo>
                    <a:pt x="838004" y="3125634"/>
                  </a:moveTo>
                  <a:lnTo>
                    <a:pt x="847000" y="3142933"/>
                  </a:lnTo>
                  <a:lnTo>
                    <a:pt x="871931" y="3139293"/>
                  </a:lnTo>
                  <a:close/>
                  <a:moveTo>
                    <a:pt x="838004" y="3125634"/>
                  </a:moveTo>
                  <a:lnTo>
                    <a:pt x="871931" y="3139293"/>
                  </a:lnTo>
                  <a:lnTo>
                    <a:pt x="878548" y="3117284"/>
                  </a:lnTo>
                  <a:close/>
                  <a:moveTo>
                    <a:pt x="878548" y="3117284"/>
                  </a:moveTo>
                  <a:lnTo>
                    <a:pt x="787723" y="3103111"/>
                  </a:lnTo>
                  <a:lnTo>
                    <a:pt x="838004" y="3125634"/>
                  </a:lnTo>
                  <a:close/>
                  <a:moveTo>
                    <a:pt x="535117" y="2714250"/>
                  </a:moveTo>
                  <a:lnTo>
                    <a:pt x="563320" y="2796773"/>
                  </a:lnTo>
                  <a:lnTo>
                    <a:pt x="535073" y="2714558"/>
                  </a:lnTo>
                  <a:close/>
                  <a:moveTo>
                    <a:pt x="493623" y="2687393"/>
                  </a:moveTo>
                  <a:lnTo>
                    <a:pt x="535117" y="2714250"/>
                  </a:lnTo>
                  <a:lnTo>
                    <a:pt x="468072" y="2608072"/>
                  </a:lnTo>
                  <a:close/>
                  <a:moveTo>
                    <a:pt x="468606" y="2429476"/>
                  </a:moveTo>
                  <a:lnTo>
                    <a:pt x="533193" y="2415538"/>
                  </a:lnTo>
                  <a:lnTo>
                    <a:pt x="440121" y="2424253"/>
                  </a:lnTo>
                  <a:close/>
                  <a:moveTo>
                    <a:pt x="440121" y="2424253"/>
                  </a:moveTo>
                  <a:lnTo>
                    <a:pt x="553802" y="2355429"/>
                  </a:lnTo>
                  <a:lnTo>
                    <a:pt x="484163" y="2373716"/>
                  </a:lnTo>
                  <a:close/>
                  <a:moveTo>
                    <a:pt x="752553" y="2326008"/>
                  </a:moveTo>
                  <a:lnTo>
                    <a:pt x="658282" y="2374435"/>
                  </a:lnTo>
                  <a:lnTo>
                    <a:pt x="681893" y="2308825"/>
                  </a:lnTo>
                  <a:close/>
                  <a:moveTo>
                    <a:pt x="503313" y="2279146"/>
                  </a:moveTo>
                  <a:lnTo>
                    <a:pt x="558471" y="2294895"/>
                  </a:lnTo>
                  <a:lnTo>
                    <a:pt x="506310" y="2226610"/>
                  </a:lnTo>
                  <a:close/>
                  <a:moveTo>
                    <a:pt x="674651" y="2313405"/>
                  </a:moveTo>
                  <a:lnTo>
                    <a:pt x="752553" y="2326008"/>
                  </a:lnTo>
                  <a:lnTo>
                    <a:pt x="795745" y="2272292"/>
                  </a:lnTo>
                  <a:close/>
                  <a:moveTo>
                    <a:pt x="795745" y="2272292"/>
                  </a:moveTo>
                  <a:lnTo>
                    <a:pt x="752553" y="2326008"/>
                  </a:lnTo>
                  <a:lnTo>
                    <a:pt x="864377" y="2250239"/>
                  </a:lnTo>
                  <a:close/>
                  <a:moveTo>
                    <a:pt x="1494841" y="2851236"/>
                  </a:moveTo>
                  <a:lnTo>
                    <a:pt x="1484547" y="2897006"/>
                  </a:lnTo>
                  <a:lnTo>
                    <a:pt x="1534700" y="2869319"/>
                  </a:lnTo>
                  <a:close/>
                  <a:moveTo>
                    <a:pt x="1494841" y="2851236"/>
                  </a:moveTo>
                  <a:lnTo>
                    <a:pt x="1443729" y="2889673"/>
                  </a:lnTo>
                  <a:lnTo>
                    <a:pt x="1484547" y="2897006"/>
                  </a:lnTo>
                  <a:close/>
                  <a:moveTo>
                    <a:pt x="875390" y="2219022"/>
                  </a:moveTo>
                  <a:lnTo>
                    <a:pt x="795745" y="2272292"/>
                  </a:lnTo>
                  <a:lnTo>
                    <a:pt x="864377" y="2250239"/>
                  </a:lnTo>
                  <a:close/>
                  <a:moveTo>
                    <a:pt x="875390" y="2219022"/>
                  </a:moveTo>
                  <a:lnTo>
                    <a:pt x="815868" y="2206820"/>
                  </a:lnTo>
                  <a:lnTo>
                    <a:pt x="795745" y="2272292"/>
                  </a:lnTo>
                  <a:close/>
                  <a:moveTo>
                    <a:pt x="803567" y="2116729"/>
                  </a:moveTo>
                  <a:lnTo>
                    <a:pt x="875390" y="2219022"/>
                  </a:lnTo>
                  <a:lnTo>
                    <a:pt x="836765" y="2149737"/>
                  </a:lnTo>
                  <a:close/>
                  <a:moveTo>
                    <a:pt x="864377" y="2250239"/>
                  </a:moveTo>
                  <a:lnTo>
                    <a:pt x="888465" y="2231952"/>
                  </a:lnTo>
                  <a:lnTo>
                    <a:pt x="875390" y="2219022"/>
                  </a:lnTo>
                  <a:close/>
                  <a:moveTo>
                    <a:pt x="875390" y="2219022"/>
                  </a:moveTo>
                  <a:lnTo>
                    <a:pt x="888465" y="2231952"/>
                  </a:lnTo>
                  <a:lnTo>
                    <a:pt x="838851" y="2154805"/>
                  </a:lnTo>
                  <a:close/>
                  <a:moveTo>
                    <a:pt x="1052523" y="2181169"/>
                  </a:moveTo>
                  <a:lnTo>
                    <a:pt x="1004087" y="2193516"/>
                  </a:lnTo>
                  <a:lnTo>
                    <a:pt x="970621" y="2202193"/>
                  </a:lnTo>
                  <a:close/>
                  <a:moveTo>
                    <a:pt x="644963" y="1985307"/>
                  </a:moveTo>
                  <a:lnTo>
                    <a:pt x="644871" y="1984969"/>
                  </a:lnTo>
                  <a:lnTo>
                    <a:pt x="721141" y="2029085"/>
                  </a:lnTo>
                  <a:close/>
                  <a:moveTo>
                    <a:pt x="757394" y="1913702"/>
                  </a:moveTo>
                  <a:lnTo>
                    <a:pt x="644963" y="1985307"/>
                  </a:lnTo>
                  <a:lnTo>
                    <a:pt x="707248" y="1941418"/>
                  </a:lnTo>
                  <a:close/>
                  <a:moveTo>
                    <a:pt x="412127" y="1552541"/>
                  </a:moveTo>
                  <a:lnTo>
                    <a:pt x="493436" y="1647122"/>
                  </a:lnTo>
                  <a:lnTo>
                    <a:pt x="437890" y="1631688"/>
                  </a:lnTo>
                  <a:close/>
                  <a:moveTo>
                    <a:pt x="437890" y="1631688"/>
                  </a:moveTo>
                  <a:lnTo>
                    <a:pt x="540470" y="1700225"/>
                  </a:lnTo>
                  <a:lnTo>
                    <a:pt x="462775" y="1648142"/>
                  </a:lnTo>
                  <a:close/>
                  <a:moveTo>
                    <a:pt x="1565920" y="2821924"/>
                  </a:moveTo>
                  <a:lnTo>
                    <a:pt x="1534700" y="2869319"/>
                  </a:lnTo>
                  <a:lnTo>
                    <a:pt x="1569347" y="2851236"/>
                  </a:lnTo>
                  <a:close/>
                  <a:moveTo>
                    <a:pt x="1026681" y="2148003"/>
                  </a:moveTo>
                  <a:lnTo>
                    <a:pt x="967243" y="2193516"/>
                  </a:lnTo>
                  <a:lnTo>
                    <a:pt x="1021507" y="2160823"/>
                  </a:lnTo>
                  <a:close/>
                  <a:moveTo>
                    <a:pt x="1021507" y="2160823"/>
                  </a:moveTo>
                  <a:lnTo>
                    <a:pt x="983484" y="2201700"/>
                  </a:lnTo>
                  <a:lnTo>
                    <a:pt x="1004087" y="2193516"/>
                  </a:lnTo>
                  <a:close/>
                  <a:moveTo>
                    <a:pt x="1004087" y="2193516"/>
                  </a:moveTo>
                  <a:lnTo>
                    <a:pt x="1052523" y="2181169"/>
                  </a:lnTo>
                  <a:lnTo>
                    <a:pt x="1021507" y="2160823"/>
                  </a:lnTo>
                  <a:close/>
                  <a:moveTo>
                    <a:pt x="1728099" y="2711166"/>
                  </a:moveTo>
                  <a:lnTo>
                    <a:pt x="1632877" y="2727988"/>
                  </a:lnTo>
                  <a:lnTo>
                    <a:pt x="1634838" y="2749857"/>
                  </a:lnTo>
                  <a:close/>
                  <a:moveTo>
                    <a:pt x="461406" y="1212618"/>
                  </a:moveTo>
                  <a:lnTo>
                    <a:pt x="400774" y="1332928"/>
                  </a:lnTo>
                  <a:lnTo>
                    <a:pt x="416540" y="1260076"/>
                  </a:lnTo>
                  <a:close/>
                  <a:moveTo>
                    <a:pt x="548897" y="1301757"/>
                  </a:moveTo>
                  <a:lnTo>
                    <a:pt x="551370" y="1294492"/>
                  </a:lnTo>
                  <a:lnTo>
                    <a:pt x="504723" y="1311122"/>
                  </a:lnTo>
                  <a:close/>
                  <a:moveTo>
                    <a:pt x="504723" y="1311122"/>
                  </a:moveTo>
                  <a:lnTo>
                    <a:pt x="551370" y="1294492"/>
                  </a:lnTo>
                  <a:lnTo>
                    <a:pt x="461406" y="1212618"/>
                  </a:lnTo>
                  <a:close/>
                  <a:moveTo>
                    <a:pt x="504723" y="1311122"/>
                  </a:moveTo>
                  <a:lnTo>
                    <a:pt x="461406" y="1212618"/>
                  </a:lnTo>
                  <a:lnTo>
                    <a:pt x="416540" y="1260076"/>
                  </a:lnTo>
                  <a:close/>
                  <a:moveTo>
                    <a:pt x="551370" y="1294492"/>
                  </a:moveTo>
                  <a:lnTo>
                    <a:pt x="548897" y="1301757"/>
                  </a:lnTo>
                  <a:lnTo>
                    <a:pt x="559158" y="1299445"/>
                  </a:lnTo>
                  <a:close/>
                  <a:moveTo>
                    <a:pt x="638908" y="1318958"/>
                  </a:moveTo>
                  <a:lnTo>
                    <a:pt x="559158" y="1299445"/>
                  </a:lnTo>
                  <a:lnTo>
                    <a:pt x="548897" y="1301757"/>
                  </a:lnTo>
                  <a:close/>
                  <a:moveTo>
                    <a:pt x="1660945" y="2407066"/>
                  </a:moveTo>
                  <a:lnTo>
                    <a:pt x="1659056" y="2409997"/>
                  </a:lnTo>
                  <a:lnTo>
                    <a:pt x="1710549" y="2425158"/>
                  </a:lnTo>
                  <a:close/>
                  <a:moveTo>
                    <a:pt x="1621115" y="2337182"/>
                  </a:moveTo>
                  <a:lnTo>
                    <a:pt x="1660945" y="2407066"/>
                  </a:lnTo>
                  <a:lnTo>
                    <a:pt x="1710549" y="2425158"/>
                  </a:lnTo>
                  <a:close/>
                  <a:moveTo>
                    <a:pt x="719075" y="1284589"/>
                  </a:moveTo>
                  <a:lnTo>
                    <a:pt x="765672" y="1299047"/>
                  </a:lnTo>
                  <a:lnTo>
                    <a:pt x="638908" y="1318958"/>
                  </a:lnTo>
                  <a:close/>
                  <a:moveTo>
                    <a:pt x="638908" y="1318958"/>
                  </a:moveTo>
                  <a:lnTo>
                    <a:pt x="765672" y="1299047"/>
                  </a:lnTo>
                  <a:lnTo>
                    <a:pt x="687785" y="1286495"/>
                  </a:lnTo>
                  <a:close/>
                  <a:moveTo>
                    <a:pt x="1844972" y="2653712"/>
                  </a:moveTo>
                  <a:lnTo>
                    <a:pt x="1848907" y="2673544"/>
                  </a:lnTo>
                  <a:lnTo>
                    <a:pt x="1888014" y="2708719"/>
                  </a:lnTo>
                  <a:close/>
                  <a:moveTo>
                    <a:pt x="1657483" y="2404120"/>
                  </a:moveTo>
                  <a:lnTo>
                    <a:pt x="1760039" y="2384924"/>
                  </a:lnTo>
                  <a:lnTo>
                    <a:pt x="1660945" y="2407066"/>
                  </a:lnTo>
                  <a:close/>
                  <a:moveTo>
                    <a:pt x="1249088" y="1776625"/>
                  </a:moveTo>
                  <a:lnTo>
                    <a:pt x="1121119" y="1792033"/>
                  </a:lnTo>
                  <a:lnTo>
                    <a:pt x="1200655" y="1810746"/>
                  </a:lnTo>
                  <a:close/>
                  <a:moveTo>
                    <a:pt x="2054914" y="2560216"/>
                  </a:moveTo>
                  <a:lnTo>
                    <a:pt x="2061856" y="2521512"/>
                  </a:lnTo>
                  <a:lnTo>
                    <a:pt x="2028411" y="2615275"/>
                  </a:lnTo>
                  <a:close/>
                  <a:moveTo>
                    <a:pt x="2028411" y="2615275"/>
                  </a:moveTo>
                  <a:lnTo>
                    <a:pt x="2061856" y="2521512"/>
                  </a:lnTo>
                  <a:lnTo>
                    <a:pt x="2025666" y="2494624"/>
                  </a:lnTo>
                  <a:close/>
                  <a:moveTo>
                    <a:pt x="2028411" y="2615275"/>
                  </a:moveTo>
                  <a:lnTo>
                    <a:pt x="2025666" y="2494624"/>
                  </a:lnTo>
                  <a:lnTo>
                    <a:pt x="2074854" y="2576839"/>
                  </a:lnTo>
                  <a:close/>
                  <a:moveTo>
                    <a:pt x="1633089" y="2001333"/>
                  </a:moveTo>
                  <a:lnTo>
                    <a:pt x="1620699" y="2051386"/>
                  </a:lnTo>
                  <a:lnTo>
                    <a:pt x="1670998" y="2024246"/>
                  </a:lnTo>
                  <a:close/>
                  <a:moveTo>
                    <a:pt x="1633089" y="2001333"/>
                  </a:moveTo>
                  <a:lnTo>
                    <a:pt x="1599378" y="2039769"/>
                  </a:lnTo>
                  <a:lnTo>
                    <a:pt x="1620699" y="2051386"/>
                  </a:lnTo>
                  <a:close/>
                  <a:moveTo>
                    <a:pt x="1426015" y="1774057"/>
                  </a:moveTo>
                  <a:lnTo>
                    <a:pt x="1518174" y="1836903"/>
                  </a:lnTo>
                  <a:lnTo>
                    <a:pt x="1459922" y="1792383"/>
                  </a:lnTo>
                  <a:close/>
                  <a:moveTo>
                    <a:pt x="2163642" y="2456187"/>
                  </a:moveTo>
                  <a:lnTo>
                    <a:pt x="2187936" y="2563702"/>
                  </a:lnTo>
                  <a:lnTo>
                    <a:pt x="2236621" y="2530521"/>
                  </a:lnTo>
                  <a:close/>
                  <a:moveTo>
                    <a:pt x="1930592" y="2067175"/>
                  </a:moveTo>
                  <a:lnTo>
                    <a:pt x="1961116" y="2057769"/>
                  </a:lnTo>
                  <a:lnTo>
                    <a:pt x="1892097" y="2045112"/>
                  </a:lnTo>
                  <a:close/>
                  <a:moveTo>
                    <a:pt x="1755883" y="2062959"/>
                  </a:moveTo>
                  <a:lnTo>
                    <a:pt x="1882217" y="2041439"/>
                  </a:lnTo>
                  <a:lnTo>
                    <a:pt x="1798550" y="2007280"/>
                  </a:lnTo>
                  <a:close/>
                  <a:moveTo>
                    <a:pt x="1880277" y="2047488"/>
                  </a:moveTo>
                  <a:lnTo>
                    <a:pt x="1934680" y="1962897"/>
                  </a:lnTo>
                  <a:lnTo>
                    <a:pt x="1882217" y="2041439"/>
                  </a:lnTo>
                  <a:close/>
                  <a:moveTo>
                    <a:pt x="1670998" y="2024246"/>
                  </a:moveTo>
                  <a:lnTo>
                    <a:pt x="1755883" y="2062959"/>
                  </a:lnTo>
                  <a:lnTo>
                    <a:pt x="1798550" y="2007280"/>
                  </a:lnTo>
                  <a:close/>
                  <a:moveTo>
                    <a:pt x="1761977" y="1882887"/>
                  </a:moveTo>
                  <a:lnTo>
                    <a:pt x="1801753" y="1911142"/>
                  </a:lnTo>
                  <a:lnTo>
                    <a:pt x="1758511" y="1857579"/>
                  </a:lnTo>
                  <a:close/>
                  <a:moveTo>
                    <a:pt x="306619" y="76342"/>
                  </a:moveTo>
                  <a:lnTo>
                    <a:pt x="313468" y="170865"/>
                  </a:lnTo>
                  <a:lnTo>
                    <a:pt x="357624" y="95468"/>
                  </a:lnTo>
                  <a:close/>
                  <a:moveTo>
                    <a:pt x="306619" y="76342"/>
                  </a:moveTo>
                  <a:lnTo>
                    <a:pt x="300828" y="30094"/>
                  </a:lnTo>
                  <a:lnTo>
                    <a:pt x="226490" y="30817"/>
                  </a:lnTo>
                  <a:close/>
                  <a:moveTo>
                    <a:pt x="212775" y="71949"/>
                  </a:moveTo>
                  <a:lnTo>
                    <a:pt x="229066" y="78799"/>
                  </a:lnTo>
                  <a:lnTo>
                    <a:pt x="226490" y="30817"/>
                  </a:lnTo>
                  <a:close/>
                  <a:moveTo>
                    <a:pt x="2309777" y="2417751"/>
                  </a:moveTo>
                  <a:lnTo>
                    <a:pt x="2325645" y="2428240"/>
                  </a:lnTo>
                  <a:lnTo>
                    <a:pt x="2332589" y="2395470"/>
                  </a:lnTo>
                  <a:close/>
                  <a:moveTo>
                    <a:pt x="1961116" y="2057769"/>
                  </a:moveTo>
                  <a:lnTo>
                    <a:pt x="1885409" y="2043316"/>
                  </a:lnTo>
                  <a:lnTo>
                    <a:pt x="1892097" y="2045112"/>
                  </a:lnTo>
                  <a:close/>
                  <a:moveTo>
                    <a:pt x="1940007" y="2042302"/>
                  </a:moveTo>
                  <a:lnTo>
                    <a:pt x="1885409" y="2043316"/>
                  </a:lnTo>
                  <a:lnTo>
                    <a:pt x="1961116" y="2057769"/>
                  </a:lnTo>
                  <a:close/>
                  <a:moveTo>
                    <a:pt x="2010079" y="2025634"/>
                  </a:moveTo>
                  <a:lnTo>
                    <a:pt x="1940007" y="2042302"/>
                  </a:lnTo>
                  <a:lnTo>
                    <a:pt x="1961116" y="2057769"/>
                  </a:lnTo>
                  <a:close/>
                  <a:moveTo>
                    <a:pt x="1974275" y="1924460"/>
                  </a:moveTo>
                  <a:lnTo>
                    <a:pt x="1992491" y="1959878"/>
                  </a:lnTo>
                  <a:lnTo>
                    <a:pt x="1885409" y="2043316"/>
                  </a:lnTo>
                  <a:close/>
                  <a:moveTo>
                    <a:pt x="1882217" y="2041439"/>
                  </a:moveTo>
                  <a:lnTo>
                    <a:pt x="1885409" y="2043316"/>
                  </a:lnTo>
                  <a:lnTo>
                    <a:pt x="1829246" y="2028382"/>
                  </a:lnTo>
                  <a:close/>
                  <a:moveTo>
                    <a:pt x="1970815" y="1842245"/>
                  </a:moveTo>
                  <a:lnTo>
                    <a:pt x="1966031" y="1860945"/>
                  </a:lnTo>
                  <a:lnTo>
                    <a:pt x="1950996" y="1850402"/>
                  </a:lnTo>
                  <a:close/>
                  <a:moveTo>
                    <a:pt x="1607715" y="1686931"/>
                  </a:moveTo>
                  <a:lnTo>
                    <a:pt x="1685005" y="1784780"/>
                  </a:lnTo>
                  <a:lnTo>
                    <a:pt x="1644311" y="1716252"/>
                  </a:lnTo>
                  <a:close/>
                  <a:moveTo>
                    <a:pt x="621939" y="302045"/>
                  </a:moveTo>
                  <a:lnTo>
                    <a:pt x="570891" y="383046"/>
                  </a:lnTo>
                  <a:lnTo>
                    <a:pt x="635410" y="391185"/>
                  </a:lnTo>
                  <a:close/>
                  <a:moveTo>
                    <a:pt x="300828" y="30094"/>
                  </a:moveTo>
                  <a:lnTo>
                    <a:pt x="368825" y="5667"/>
                  </a:lnTo>
                  <a:lnTo>
                    <a:pt x="424868" y="0"/>
                  </a:lnTo>
                  <a:close/>
                  <a:moveTo>
                    <a:pt x="2338321" y="2317843"/>
                  </a:moveTo>
                  <a:lnTo>
                    <a:pt x="2309777" y="2417751"/>
                  </a:lnTo>
                  <a:lnTo>
                    <a:pt x="2332589" y="2395470"/>
                  </a:lnTo>
                  <a:close/>
                  <a:moveTo>
                    <a:pt x="2309849" y="2240898"/>
                  </a:moveTo>
                  <a:lnTo>
                    <a:pt x="2276503" y="2307508"/>
                  </a:lnTo>
                  <a:lnTo>
                    <a:pt x="2338321" y="2317843"/>
                  </a:lnTo>
                  <a:close/>
                  <a:moveTo>
                    <a:pt x="2309849" y="2240898"/>
                  </a:moveTo>
                  <a:lnTo>
                    <a:pt x="2299823" y="2148957"/>
                  </a:lnTo>
                  <a:lnTo>
                    <a:pt x="2209894" y="2215391"/>
                  </a:lnTo>
                  <a:close/>
                  <a:moveTo>
                    <a:pt x="1966031" y="1860945"/>
                  </a:moveTo>
                  <a:lnTo>
                    <a:pt x="1970815" y="1842245"/>
                  </a:lnTo>
                  <a:lnTo>
                    <a:pt x="1963721" y="1840056"/>
                  </a:lnTo>
                  <a:close/>
                  <a:moveTo>
                    <a:pt x="1960393" y="1742670"/>
                  </a:moveTo>
                  <a:lnTo>
                    <a:pt x="1903540" y="1728299"/>
                  </a:lnTo>
                  <a:lnTo>
                    <a:pt x="1963721" y="1840056"/>
                  </a:lnTo>
                  <a:close/>
                  <a:moveTo>
                    <a:pt x="1960393" y="1742670"/>
                  </a:moveTo>
                  <a:lnTo>
                    <a:pt x="1963721" y="1840056"/>
                  </a:lnTo>
                  <a:lnTo>
                    <a:pt x="1970815" y="1842245"/>
                  </a:lnTo>
                  <a:close/>
                  <a:moveTo>
                    <a:pt x="1903540" y="1728299"/>
                  </a:moveTo>
                  <a:lnTo>
                    <a:pt x="1960393" y="1742670"/>
                  </a:lnTo>
                  <a:lnTo>
                    <a:pt x="1907178" y="1704359"/>
                  </a:lnTo>
                  <a:close/>
                  <a:moveTo>
                    <a:pt x="1960393" y="1742670"/>
                  </a:moveTo>
                  <a:lnTo>
                    <a:pt x="1973976" y="1675450"/>
                  </a:lnTo>
                  <a:lnTo>
                    <a:pt x="1907178" y="1704359"/>
                  </a:lnTo>
                  <a:close/>
                  <a:moveTo>
                    <a:pt x="1311386" y="1085285"/>
                  </a:moveTo>
                  <a:lnTo>
                    <a:pt x="1388158" y="1093665"/>
                  </a:lnTo>
                  <a:lnTo>
                    <a:pt x="1430917" y="1038330"/>
                  </a:lnTo>
                  <a:close/>
                  <a:moveTo>
                    <a:pt x="803786" y="414983"/>
                  </a:moveTo>
                  <a:lnTo>
                    <a:pt x="848334" y="526804"/>
                  </a:lnTo>
                  <a:lnTo>
                    <a:pt x="897439" y="437031"/>
                  </a:lnTo>
                  <a:close/>
                  <a:moveTo>
                    <a:pt x="1979704" y="1626879"/>
                  </a:moveTo>
                  <a:lnTo>
                    <a:pt x="1907178" y="1704359"/>
                  </a:lnTo>
                  <a:lnTo>
                    <a:pt x="1973976" y="1675450"/>
                  </a:lnTo>
                  <a:close/>
                  <a:moveTo>
                    <a:pt x="1979704" y="1626879"/>
                  </a:moveTo>
                  <a:lnTo>
                    <a:pt x="1931726" y="1605291"/>
                  </a:lnTo>
                  <a:lnTo>
                    <a:pt x="1907178" y="1704359"/>
                  </a:lnTo>
                  <a:close/>
                  <a:moveTo>
                    <a:pt x="1693939" y="1277055"/>
                  </a:moveTo>
                  <a:lnTo>
                    <a:pt x="1693878" y="1392733"/>
                  </a:lnTo>
                  <a:lnTo>
                    <a:pt x="1706561" y="1310518"/>
                  </a:lnTo>
                  <a:close/>
                  <a:moveTo>
                    <a:pt x="1693939" y="1277055"/>
                  </a:moveTo>
                  <a:lnTo>
                    <a:pt x="1694506" y="1376687"/>
                  </a:lnTo>
                  <a:lnTo>
                    <a:pt x="1693878" y="1392733"/>
                  </a:lnTo>
                  <a:close/>
                  <a:moveTo>
                    <a:pt x="1918538" y="1415829"/>
                  </a:moveTo>
                  <a:lnTo>
                    <a:pt x="1967878" y="1518727"/>
                  </a:lnTo>
                  <a:lnTo>
                    <a:pt x="2020127" y="1417595"/>
                  </a:lnTo>
                  <a:close/>
                  <a:moveTo>
                    <a:pt x="2120758" y="1299977"/>
                  </a:moveTo>
                  <a:lnTo>
                    <a:pt x="2059318" y="1398076"/>
                  </a:lnTo>
                  <a:lnTo>
                    <a:pt x="2086140" y="1385750"/>
                  </a:lnTo>
                  <a:close/>
                  <a:moveTo>
                    <a:pt x="2152973" y="1356967"/>
                  </a:moveTo>
                  <a:lnTo>
                    <a:pt x="2180527" y="1284521"/>
                  </a:lnTo>
                  <a:lnTo>
                    <a:pt x="2120758" y="1299977"/>
                  </a:lnTo>
                  <a:close/>
                  <a:moveTo>
                    <a:pt x="2086140" y="1385750"/>
                  </a:moveTo>
                  <a:lnTo>
                    <a:pt x="2152973" y="1356967"/>
                  </a:lnTo>
                  <a:lnTo>
                    <a:pt x="2120758" y="1299977"/>
                  </a:lnTo>
                  <a:close/>
                  <a:moveTo>
                    <a:pt x="1527033" y="651510"/>
                  </a:moveTo>
                  <a:lnTo>
                    <a:pt x="1514324" y="740355"/>
                  </a:lnTo>
                  <a:lnTo>
                    <a:pt x="1524602" y="679539"/>
                  </a:lnTo>
                  <a:close/>
                  <a:moveTo>
                    <a:pt x="1501488" y="711778"/>
                  </a:moveTo>
                  <a:lnTo>
                    <a:pt x="1514324" y="740355"/>
                  </a:lnTo>
                  <a:lnTo>
                    <a:pt x="1527033" y="651510"/>
                  </a:lnTo>
                  <a:close/>
                  <a:moveTo>
                    <a:pt x="1466803" y="639883"/>
                  </a:moveTo>
                  <a:lnTo>
                    <a:pt x="1501488" y="711778"/>
                  </a:lnTo>
                  <a:lnTo>
                    <a:pt x="1527033" y="651510"/>
                  </a:lnTo>
                  <a:close/>
                  <a:moveTo>
                    <a:pt x="1487503" y="537488"/>
                  </a:moveTo>
                  <a:lnTo>
                    <a:pt x="1513797" y="639143"/>
                  </a:lnTo>
                  <a:lnTo>
                    <a:pt x="1462109" y="575924"/>
                  </a:lnTo>
                  <a:close/>
                  <a:moveTo>
                    <a:pt x="1466803" y="639883"/>
                  </a:moveTo>
                  <a:lnTo>
                    <a:pt x="1513797" y="639143"/>
                  </a:lnTo>
                  <a:lnTo>
                    <a:pt x="1487503" y="53748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57" name="Candidate_density__2056">
              <a:extLst>
                <a:ext uri="{FF2B5EF4-FFF2-40B4-BE49-F238E27FC236}">
                  <a16:creationId xmlns:a16="http://schemas.microsoft.com/office/drawing/2014/main" id="{AA09D815-77F4-9BB5-AA74-0BBB994A481C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282479"/>
              <a:ext cx="2196876" cy="3114133"/>
            </a:xfrm>
            <a:custGeom>
              <a:avLst/>
              <a:gdLst/>
              <a:ahLst/>
              <a:cxnLst/>
              <a:rect l="0" t="0" r="0" b="0"/>
              <a:pathLst>
                <a:path w="2196876" h="3114133">
                  <a:moveTo>
                    <a:pt x="0" y="2552406"/>
                  </a:moveTo>
                  <a:lnTo>
                    <a:pt x="98538" y="2603081"/>
                  </a:lnTo>
                  <a:lnTo>
                    <a:pt x="8940" y="2515238"/>
                  </a:lnTo>
                  <a:close/>
                  <a:moveTo>
                    <a:pt x="407815" y="2842829"/>
                  </a:moveTo>
                  <a:lnTo>
                    <a:pt x="514563" y="2907596"/>
                  </a:lnTo>
                  <a:lnTo>
                    <a:pt x="445891" y="2811989"/>
                  </a:lnTo>
                  <a:close/>
                  <a:moveTo>
                    <a:pt x="434193" y="2812251"/>
                  </a:moveTo>
                  <a:lnTo>
                    <a:pt x="407815" y="2842829"/>
                  </a:lnTo>
                  <a:lnTo>
                    <a:pt x="445891" y="2811989"/>
                  </a:lnTo>
                  <a:close/>
                  <a:moveTo>
                    <a:pt x="335598" y="2731723"/>
                  </a:moveTo>
                  <a:lnTo>
                    <a:pt x="435343" y="2804393"/>
                  </a:lnTo>
                  <a:lnTo>
                    <a:pt x="356505" y="2756451"/>
                  </a:lnTo>
                  <a:close/>
                  <a:moveTo>
                    <a:pt x="335598" y="2731723"/>
                  </a:moveTo>
                  <a:lnTo>
                    <a:pt x="434193" y="2812251"/>
                  </a:lnTo>
                  <a:lnTo>
                    <a:pt x="435343" y="2804393"/>
                  </a:lnTo>
                  <a:close/>
                  <a:moveTo>
                    <a:pt x="344811" y="2760614"/>
                  </a:moveTo>
                  <a:lnTo>
                    <a:pt x="434193" y="2812251"/>
                  </a:lnTo>
                  <a:lnTo>
                    <a:pt x="335598" y="2731723"/>
                  </a:lnTo>
                  <a:close/>
                  <a:moveTo>
                    <a:pt x="435343" y="2804393"/>
                  </a:moveTo>
                  <a:lnTo>
                    <a:pt x="434193" y="2812251"/>
                  </a:lnTo>
                  <a:lnTo>
                    <a:pt x="445891" y="2811989"/>
                  </a:lnTo>
                  <a:close/>
                  <a:moveTo>
                    <a:pt x="327225" y="2722178"/>
                  </a:moveTo>
                  <a:lnTo>
                    <a:pt x="335598" y="2731723"/>
                  </a:lnTo>
                  <a:lnTo>
                    <a:pt x="356505" y="2756451"/>
                  </a:lnTo>
                  <a:close/>
                  <a:moveTo>
                    <a:pt x="435343" y="2804393"/>
                  </a:moveTo>
                  <a:lnTo>
                    <a:pt x="445891" y="2811989"/>
                  </a:lnTo>
                  <a:lnTo>
                    <a:pt x="448514" y="2800608"/>
                  </a:lnTo>
                  <a:close/>
                  <a:moveTo>
                    <a:pt x="435343" y="2804393"/>
                  </a:moveTo>
                  <a:lnTo>
                    <a:pt x="448514" y="2800608"/>
                  </a:lnTo>
                  <a:lnTo>
                    <a:pt x="356505" y="2756451"/>
                  </a:lnTo>
                  <a:close/>
                  <a:moveTo>
                    <a:pt x="356505" y="2756451"/>
                  </a:moveTo>
                  <a:lnTo>
                    <a:pt x="448514" y="2800608"/>
                  </a:lnTo>
                  <a:lnTo>
                    <a:pt x="483494" y="2737379"/>
                  </a:lnTo>
                  <a:close/>
                  <a:moveTo>
                    <a:pt x="445891" y="2811989"/>
                  </a:moveTo>
                  <a:lnTo>
                    <a:pt x="553977" y="2765956"/>
                  </a:lnTo>
                  <a:lnTo>
                    <a:pt x="448514" y="2800608"/>
                  </a:lnTo>
                  <a:close/>
                  <a:moveTo>
                    <a:pt x="571535" y="2787893"/>
                  </a:moveTo>
                  <a:lnTo>
                    <a:pt x="553977" y="2765956"/>
                  </a:lnTo>
                  <a:lnTo>
                    <a:pt x="445891" y="2811989"/>
                  </a:lnTo>
                  <a:close/>
                  <a:moveTo>
                    <a:pt x="538094" y="2878066"/>
                  </a:moveTo>
                  <a:lnTo>
                    <a:pt x="571535" y="2787893"/>
                  </a:lnTo>
                  <a:lnTo>
                    <a:pt x="445891" y="2811989"/>
                  </a:lnTo>
                  <a:close/>
                  <a:moveTo>
                    <a:pt x="448514" y="2800608"/>
                  </a:moveTo>
                  <a:lnTo>
                    <a:pt x="553977" y="2765956"/>
                  </a:lnTo>
                  <a:lnTo>
                    <a:pt x="483494" y="2737379"/>
                  </a:lnTo>
                  <a:close/>
                  <a:moveTo>
                    <a:pt x="579795" y="2804393"/>
                  </a:moveTo>
                  <a:lnTo>
                    <a:pt x="572260" y="2765956"/>
                  </a:lnTo>
                  <a:lnTo>
                    <a:pt x="571535" y="2787893"/>
                  </a:lnTo>
                  <a:close/>
                  <a:moveTo>
                    <a:pt x="262430" y="2475533"/>
                  </a:moveTo>
                  <a:lnTo>
                    <a:pt x="190177" y="2413234"/>
                  </a:lnTo>
                  <a:lnTo>
                    <a:pt x="280124" y="2437096"/>
                  </a:lnTo>
                  <a:close/>
                  <a:moveTo>
                    <a:pt x="825686" y="2976028"/>
                  </a:moveTo>
                  <a:lnTo>
                    <a:pt x="796663" y="3072294"/>
                  </a:lnTo>
                  <a:lnTo>
                    <a:pt x="887488" y="3086468"/>
                  </a:lnTo>
                  <a:close/>
                  <a:moveTo>
                    <a:pt x="894321" y="2980820"/>
                  </a:moveTo>
                  <a:lnTo>
                    <a:pt x="825686" y="2976028"/>
                  </a:lnTo>
                  <a:lnTo>
                    <a:pt x="887488" y="3086468"/>
                  </a:lnTo>
                  <a:close/>
                  <a:moveTo>
                    <a:pt x="965353" y="3083756"/>
                  </a:moveTo>
                  <a:lnTo>
                    <a:pt x="880871" y="3108476"/>
                  </a:lnTo>
                  <a:lnTo>
                    <a:pt x="956915" y="3114133"/>
                  </a:lnTo>
                  <a:close/>
                  <a:moveTo>
                    <a:pt x="965353" y="3083756"/>
                  </a:moveTo>
                  <a:lnTo>
                    <a:pt x="887488" y="3086468"/>
                  </a:lnTo>
                  <a:lnTo>
                    <a:pt x="880871" y="3108476"/>
                  </a:lnTo>
                  <a:close/>
                  <a:moveTo>
                    <a:pt x="887488" y="3086468"/>
                  </a:moveTo>
                  <a:lnTo>
                    <a:pt x="965353" y="3083756"/>
                  </a:lnTo>
                  <a:lnTo>
                    <a:pt x="962127" y="2986287"/>
                  </a:lnTo>
                  <a:close/>
                  <a:moveTo>
                    <a:pt x="894321" y="2980820"/>
                  </a:moveTo>
                  <a:lnTo>
                    <a:pt x="836467" y="2942456"/>
                  </a:lnTo>
                  <a:lnTo>
                    <a:pt x="775915" y="2916398"/>
                  </a:lnTo>
                  <a:close/>
                  <a:moveTo>
                    <a:pt x="825686" y="2976028"/>
                  </a:moveTo>
                  <a:lnTo>
                    <a:pt x="894321" y="2980820"/>
                  </a:lnTo>
                  <a:lnTo>
                    <a:pt x="775915" y="2916398"/>
                  </a:lnTo>
                  <a:close/>
                  <a:moveTo>
                    <a:pt x="553977" y="2765956"/>
                  </a:moveTo>
                  <a:lnTo>
                    <a:pt x="571535" y="2787893"/>
                  </a:lnTo>
                  <a:lnTo>
                    <a:pt x="570501" y="2762027"/>
                  </a:lnTo>
                  <a:close/>
                  <a:moveTo>
                    <a:pt x="570501" y="2762027"/>
                  </a:moveTo>
                  <a:lnTo>
                    <a:pt x="483494" y="2737379"/>
                  </a:lnTo>
                  <a:lnTo>
                    <a:pt x="553977" y="2765956"/>
                  </a:lnTo>
                  <a:close/>
                  <a:moveTo>
                    <a:pt x="544056" y="2683434"/>
                  </a:moveTo>
                  <a:lnTo>
                    <a:pt x="502563" y="2656576"/>
                  </a:lnTo>
                  <a:lnTo>
                    <a:pt x="570501" y="2762027"/>
                  </a:lnTo>
                  <a:close/>
                  <a:moveTo>
                    <a:pt x="570501" y="2762027"/>
                  </a:moveTo>
                  <a:lnTo>
                    <a:pt x="571535" y="2787893"/>
                  </a:lnTo>
                  <a:lnTo>
                    <a:pt x="572260" y="2765956"/>
                  </a:lnTo>
                  <a:close/>
                  <a:moveTo>
                    <a:pt x="544056" y="2683434"/>
                  </a:moveTo>
                  <a:lnTo>
                    <a:pt x="570501" y="2762027"/>
                  </a:lnTo>
                  <a:lnTo>
                    <a:pt x="572260" y="2765956"/>
                  </a:lnTo>
                  <a:close/>
                  <a:moveTo>
                    <a:pt x="477546" y="2398660"/>
                  </a:moveTo>
                  <a:lnTo>
                    <a:pt x="510844" y="2410159"/>
                  </a:lnTo>
                  <a:lnTo>
                    <a:pt x="528148" y="2410475"/>
                  </a:lnTo>
                  <a:close/>
                  <a:moveTo>
                    <a:pt x="620248" y="2476163"/>
                  </a:moveTo>
                  <a:lnTo>
                    <a:pt x="635862" y="2480875"/>
                  </a:lnTo>
                  <a:lnTo>
                    <a:pt x="664876" y="2427820"/>
                  </a:lnTo>
                  <a:close/>
                  <a:moveTo>
                    <a:pt x="477546" y="2398660"/>
                  </a:moveTo>
                  <a:lnTo>
                    <a:pt x="528148" y="2410475"/>
                  </a:lnTo>
                  <a:lnTo>
                    <a:pt x="542132" y="2384722"/>
                  </a:lnTo>
                  <a:close/>
                  <a:moveTo>
                    <a:pt x="449061" y="2393437"/>
                  </a:moveTo>
                  <a:lnTo>
                    <a:pt x="542132" y="2384722"/>
                  </a:lnTo>
                  <a:lnTo>
                    <a:pt x="562742" y="2324613"/>
                  </a:lnTo>
                  <a:close/>
                  <a:moveTo>
                    <a:pt x="664876" y="2427820"/>
                  </a:moveTo>
                  <a:lnTo>
                    <a:pt x="597303" y="2360223"/>
                  </a:lnTo>
                  <a:lnTo>
                    <a:pt x="528148" y="2410475"/>
                  </a:lnTo>
                  <a:close/>
                  <a:moveTo>
                    <a:pt x="620248" y="2476163"/>
                  </a:moveTo>
                  <a:lnTo>
                    <a:pt x="664876" y="2427820"/>
                  </a:lnTo>
                  <a:lnTo>
                    <a:pt x="528148" y="2410475"/>
                  </a:lnTo>
                  <a:close/>
                  <a:moveTo>
                    <a:pt x="683591" y="2282589"/>
                  </a:moveTo>
                  <a:lnTo>
                    <a:pt x="667222" y="2343618"/>
                  </a:lnTo>
                  <a:lnTo>
                    <a:pt x="761492" y="2295192"/>
                  </a:lnTo>
                  <a:close/>
                  <a:moveTo>
                    <a:pt x="567410" y="2264078"/>
                  </a:moveTo>
                  <a:lnTo>
                    <a:pt x="493103" y="2342900"/>
                  </a:lnTo>
                  <a:lnTo>
                    <a:pt x="562742" y="2324613"/>
                  </a:lnTo>
                  <a:close/>
                  <a:moveTo>
                    <a:pt x="630846" y="2239572"/>
                  </a:moveTo>
                  <a:lnTo>
                    <a:pt x="535733" y="2223631"/>
                  </a:lnTo>
                  <a:lnTo>
                    <a:pt x="567410" y="2264078"/>
                  </a:lnTo>
                  <a:close/>
                  <a:moveTo>
                    <a:pt x="824808" y="2176003"/>
                  </a:moveTo>
                  <a:lnTo>
                    <a:pt x="884330" y="2188205"/>
                  </a:lnTo>
                  <a:lnTo>
                    <a:pt x="812507" y="2085912"/>
                  </a:lnTo>
                  <a:close/>
                  <a:moveTo>
                    <a:pt x="979561" y="2171376"/>
                  </a:moveTo>
                  <a:lnTo>
                    <a:pt x="976182" y="2162699"/>
                  </a:lnTo>
                  <a:lnTo>
                    <a:pt x="895082" y="2085594"/>
                  </a:lnTo>
                  <a:close/>
                  <a:moveTo>
                    <a:pt x="862246" y="2106067"/>
                  </a:moveTo>
                  <a:lnTo>
                    <a:pt x="979561" y="2171376"/>
                  </a:lnTo>
                  <a:lnTo>
                    <a:pt x="895082" y="2085594"/>
                  </a:lnTo>
                  <a:close/>
                  <a:moveTo>
                    <a:pt x="812507" y="2085912"/>
                  </a:moveTo>
                  <a:lnTo>
                    <a:pt x="759627" y="2073013"/>
                  </a:lnTo>
                  <a:lnTo>
                    <a:pt x="799997" y="2080484"/>
                  </a:lnTo>
                  <a:close/>
                  <a:moveTo>
                    <a:pt x="653811" y="1954152"/>
                  </a:moveTo>
                  <a:lnTo>
                    <a:pt x="653903" y="1954490"/>
                  </a:lnTo>
                  <a:lnTo>
                    <a:pt x="678445" y="1834033"/>
                  </a:lnTo>
                  <a:close/>
                  <a:moveTo>
                    <a:pt x="797164" y="1916054"/>
                  </a:moveTo>
                  <a:lnTo>
                    <a:pt x="766333" y="1882885"/>
                  </a:lnTo>
                  <a:lnTo>
                    <a:pt x="814159" y="1944976"/>
                  </a:lnTo>
                  <a:close/>
                  <a:moveTo>
                    <a:pt x="863360" y="1998269"/>
                  </a:moveTo>
                  <a:lnTo>
                    <a:pt x="797164" y="1916054"/>
                  </a:lnTo>
                  <a:lnTo>
                    <a:pt x="814159" y="1944976"/>
                  </a:lnTo>
                  <a:close/>
                  <a:moveTo>
                    <a:pt x="423205" y="1587193"/>
                  </a:moveTo>
                  <a:lnTo>
                    <a:pt x="446830" y="1600872"/>
                  </a:lnTo>
                  <a:lnTo>
                    <a:pt x="471714" y="1617325"/>
                  </a:lnTo>
                  <a:close/>
                  <a:moveTo>
                    <a:pt x="1574860" y="2791107"/>
                  </a:moveTo>
                  <a:lnTo>
                    <a:pt x="1578286" y="2820420"/>
                  </a:lnTo>
                  <a:lnTo>
                    <a:pt x="1527384" y="2777722"/>
                  </a:lnTo>
                  <a:close/>
                  <a:moveTo>
                    <a:pt x="1629199" y="2707429"/>
                  </a:moveTo>
                  <a:lnTo>
                    <a:pt x="1643778" y="2719041"/>
                  </a:lnTo>
                  <a:lnTo>
                    <a:pt x="1630567" y="2699768"/>
                  </a:lnTo>
                  <a:close/>
                  <a:moveTo>
                    <a:pt x="994855" y="2042047"/>
                  </a:moveTo>
                  <a:lnTo>
                    <a:pt x="976182" y="2162699"/>
                  </a:lnTo>
                  <a:lnTo>
                    <a:pt x="1035620" y="2117187"/>
                  </a:lnTo>
                  <a:close/>
                  <a:moveTo>
                    <a:pt x="1035620" y="2117187"/>
                  </a:moveTo>
                  <a:lnTo>
                    <a:pt x="1080748" y="2049613"/>
                  </a:lnTo>
                  <a:lnTo>
                    <a:pt x="1043260" y="2042047"/>
                  </a:lnTo>
                  <a:close/>
                  <a:moveTo>
                    <a:pt x="1035620" y="2117187"/>
                  </a:moveTo>
                  <a:lnTo>
                    <a:pt x="1061463" y="2150352"/>
                  </a:lnTo>
                  <a:lnTo>
                    <a:pt x="1080748" y="2049613"/>
                  </a:lnTo>
                  <a:close/>
                  <a:moveTo>
                    <a:pt x="1030447" y="2130007"/>
                  </a:moveTo>
                  <a:lnTo>
                    <a:pt x="1061463" y="2150352"/>
                  </a:lnTo>
                  <a:lnTo>
                    <a:pt x="1035620" y="2117187"/>
                  </a:lnTo>
                  <a:close/>
                  <a:moveTo>
                    <a:pt x="1043260" y="2042047"/>
                  </a:moveTo>
                  <a:lnTo>
                    <a:pt x="1080748" y="2049613"/>
                  </a:lnTo>
                  <a:lnTo>
                    <a:pt x="1077593" y="1995460"/>
                  </a:lnTo>
                  <a:close/>
                  <a:moveTo>
                    <a:pt x="1630567" y="2699768"/>
                  </a:moveTo>
                  <a:lnTo>
                    <a:pt x="1643778" y="2719041"/>
                  </a:lnTo>
                  <a:lnTo>
                    <a:pt x="1641817" y="2697171"/>
                  </a:lnTo>
                  <a:close/>
                  <a:moveTo>
                    <a:pt x="1641817" y="2697171"/>
                  </a:moveTo>
                  <a:lnTo>
                    <a:pt x="1737039" y="2680350"/>
                  </a:lnTo>
                  <a:lnTo>
                    <a:pt x="1676801" y="2627305"/>
                  </a:lnTo>
                  <a:close/>
                  <a:moveTo>
                    <a:pt x="1737039" y="2680350"/>
                  </a:moveTo>
                  <a:lnTo>
                    <a:pt x="1757446" y="2650167"/>
                  </a:lnTo>
                  <a:lnTo>
                    <a:pt x="1676801" y="2627305"/>
                  </a:lnTo>
                  <a:close/>
                  <a:moveTo>
                    <a:pt x="1081780" y="1948681"/>
                  </a:moveTo>
                  <a:lnTo>
                    <a:pt x="1043260" y="2042047"/>
                  </a:lnTo>
                  <a:lnTo>
                    <a:pt x="1077593" y="1995460"/>
                  </a:lnTo>
                  <a:close/>
                  <a:moveTo>
                    <a:pt x="1081780" y="1948681"/>
                  </a:moveTo>
                  <a:lnTo>
                    <a:pt x="1057416" y="1920020"/>
                  </a:lnTo>
                  <a:lnTo>
                    <a:pt x="991499" y="1861394"/>
                  </a:lnTo>
                  <a:close/>
                  <a:moveTo>
                    <a:pt x="1435205" y="2332471"/>
                  </a:moveTo>
                  <a:lnTo>
                    <a:pt x="1376921" y="2250256"/>
                  </a:lnTo>
                  <a:lnTo>
                    <a:pt x="1400985" y="2271319"/>
                  </a:lnTo>
                  <a:close/>
                  <a:moveTo>
                    <a:pt x="1757446" y="2650167"/>
                  </a:moveTo>
                  <a:lnTo>
                    <a:pt x="1857847" y="2642727"/>
                  </a:lnTo>
                  <a:lnTo>
                    <a:pt x="1830957" y="2540680"/>
                  </a:lnTo>
                  <a:close/>
                  <a:moveTo>
                    <a:pt x="1719489" y="2394341"/>
                  </a:moveTo>
                  <a:lnTo>
                    <a:pt x="1667995" y="2379180"/>
                  </a:lnTo>
                  <a:lnTo>
                    <a:pt x="1672064" y="2472397"/>
                  </a:lnTo>
                  <a:close/>
                  <a:moveTo>
                    <a:pt x="1666423" y="2373303"/>
                  </a:moveTo>
                  <a:lnTo>
                    <a:pt x="1669884" y="2376250"/>
                  </a:lnTo>
                  <a:lnTo>
                    <a:pt x="1630055" y="2306365"/>
                  </a:lnTo>
                  <a:close/>
                  <a:moveTo>
                    <a:pt x="1666423" y="2373303"/>
                  </a:moveTo>
                  <a:lnTo>
                    <a:pt x="1630055" y="2306365"/>
                  </a:lnTo>
                  <a:lnTo>
                    <a:pt x="1618112" y="2294035"/>
                  </a:lnTo>
                  <a:close/>
                  <a:moveTo>
                    <a:pt x="1376921" y="2250256"/>
                  </a:moveTo>
                  <a:lnTo>
                    <a:pt x="1384789" y="2223894"/>
                  </a:lnTo>
                  <a:lnTo>
                    <a:pt x="1332754" y="2166104"/>
                  </a:lnTo>
                  <a:close/>
                  <a:moveTo>
                    <a:pt x="1112453" y="1839180"/>
                  </a:moveTo>
                  <a:lnTo>
                    <a:pt x="1187896" y="1914001"/>
                  </a:lnTo>
                  <a:lnTo>
                    <a:pt x="1192980" y="1818778"/>
                  </a:lnTo>
                  <a:close/>
                  <a:moveTo>
                    <a:pt x="1192980" y="1818778"/>
                  </a:moveTo>
                  <a:lnTo>
                    <a:pt x="1284169" y="1805235"/>
                  </a:lnTo>
                  <a:lnTo>
                    <a:pt x="1209595" y="1779929"/>
                  </a:lnTo>
                  <a:close/>
                  <a:moveTo>
                    <a:pt x="1284169" y="1805235"/>
                  </a:moveTo>
                  <a:lnTo>
                    <a:pt x="1286548" y="1788988"/>
                  </a:lnTo>
                  <a:lnTo>
                    <a:pt x="1209595" y="1779929"/>
                  </a:lnTo>
                  <a:close/>
                  <a:moveTo>
                    <a:pt x="1666423" y="2373303"/>
                  </a:moveTo>
                  <a:lnTo>
                    <a:pt x="1618112" y="2294035"/>
                  </a:lnTo>
                  <a:lnTo>
                    <a:pt x="1709994" y="2321003"/>
                  </a:lnTo>
                  <a:close/>
                  <a:moveTo>
                    <a:pt x="1709994" y="2321003"/>
                  </a:moveTo>
                  <a:lnTo>
                    <a:pt x="1618112" y="2294035"/>
                  </a:lnTo>
                  <a:lnTo>
                    <a:pt x="1599971" y="2370323"/>
                  </a:lnTo>
                  <a:close/>
                  <a:moveTo>
                    <a:pt x="1778732" y="2446270"/>
                  </a:moveTo>
                  <a:lnTo>
                    <a:pt x="1669884" y="2376250"/>
                  </a:lnTo>
                  <a:lnTo>
                    <a:pt x="1768979" y="2354107"/>
                  </a:lnTo>
                  <a:close/>
                  <a:moveTo>
                    <a:pt x="1667995" y="2379180"/>
                  </a:moveTo>
                  <a:lnTo>
                    <a:pt x="1669884" y="2376250"/>
                  </a:lnTo>
                  <a:lnTo>
                    <a:pt x="1720338" y="2359678"/>
                  </a:lnTo>
                  <a:close/>
                  <a:moveTo>
                    <a:pt x="928197" y="1351804"/>
                  </a:moveTo>
                  <a:lnTo>
                    <a:pt x="845718" y="1307453"/>
                  </a:lnTo>
                  <a:lnTo>
                    <a:pt x="842043" y="1305141"/>
                  </a:lnTo>
                  <a:close/>
                  <a:moveTo>
                    <a:pt x="2196876" y="2532885"/>
                  </a:moveTo>
                  <a:lnTo>
                    <a:pt x="2133501" y="2463807"/>
                  </a:lnTo>
                  <a:lnTo>
                    <a:pt x="2063854" y="2529399"/>
                  </a:lnTo>
                  <a:close/>
                  <a:moveTo>
                    <a:pt x="2027540" y="2457079"/>
                  </a:moveTo>
                  <a:lnTo>
                    <a:pt x="2034606" y="2463807"/>
                  </a:lnTo>
                  <a:lnTo>
                    <a:pt x="1990593" y="2395215"/>
                  </a:lnTo>
                  <a:close/>
                  <a:moveTo>
                    <a:pt x="2034606" y="2463807"/>
                  </a:moveTo>
                  <a:lnTo>
                    <a:pt x="2070795" y="2490695"/>
                  </a:lnTo>
                  <a:lnTo>
                    <a:pt x="1990593" y="2395215"/>
                  </a:lnTo>
                  <a:close/>
                  <a:moveTo>
                    <a:pt x="2027540" y="2457079"/>
                  </a:moveTo>
                  <a:lnTo>
                    <a:pt x="1990593" y="2395215"/>
                  </a:lnTo>
                  <a:lnTo>
                    <a:pt x="1972583" y="2381592"/>
                  </a:lnTo>
                  <a:close/>
                  <a:moveTo>
                    <a:pt x="1629638" y="2020570"/>
                  </a:moveTo>
                  <a:lnTo>
                    <a:pt x="1747542" y="2071258"/>
                  </a:lnTo>
                  <a:lnTo>
                    <a:pt x="1764823" y="2032142"/>
                  </a:lnTo>
                  <a:close/>
                  <a:moveTo>
                    <a:pt x="1629638" y="2020570"/>
                  </a:moveTo>
                  <a:lnTo>
                    <a:pt x="1764823" y="2032142"/>
                  </a:lnTo>
                  <a:lnTo>
                    <a:pt x="1679938" y="1993429"/>
                  </a:lnTo>
                  <a:close/>
                  <a:moveTo>
                    <a:pt x="1544386" y="1926738"/>
                  </a:moveTo>
                  <a:lnTo>
                    <a:pt x="1608317" y="2008953"/>
                  </a:lnTo>
                  <a:lnTo>
                    <a:pt x="1642029" y="1970516"/>
                  </a:lnTo>
                  <a:close/>
                  <a:moveTo>
                    <a:pt x="113795" y="200220"/>
                  </a:moveTo>
                  <a:lnTo>
                    <a:pt x="113693" y="188547"/>
                  </a:lnTo>
                  <a:lnTo>
                    <a:pt x="85777" y="111150"/>
                  </a:lnTo>
                  <a:close/>
                  <a:moveTo>
                    <a:pt x="1799415" y="2052731"/>
                  </a:moveTo>
                  <a:lnTo>
                    <a:pt x="1889217" y="2016671"/>
                  </a:lnTo>
                  <a:lnTo>
                    <a:pt x="1764823" y="2032142"/>
                  </a:lnTo>
                  <a:close/>
                  <a:moveTo>
                    <a:pt x="1764823" y="2032142"/>
                  </a:moveTo>
                  <a:lnTo>
                    <a:pt x="1889217" y="2016671"/>
                  </a:lnTo>
                  <a:lnTo>
                    <a:pt x="1891157" y="2010622"/>
                  </a:lnTo>
                  <a:close/>
                  <a:moveTo>
                    <a:pt x="1765513" y="1849865"/>
                  </a:moveTo>
                  <a:lnTo>
                    <a:pt x="1770916" y="1852070"/>
                  </a:lnTo>
                  <a:lnTo>
                    <a:pt x="1767450" y="1826763"/>
                  </a:lnTo>
                  <a:close/>
                  <a:moveTo>
                    <a:pt x="1776367" y="1860100"/>
                  </a:moveTo>
                  <a:lnTo>
                    <a:pt x="1770916" y="1852070"/>
                  </a:lnTo>
                  <a:lnTo>
                    <a:pt x="1765513" y="1849865"/>
                  </a:lnTo>
                  <a:close/>
                  <a:moveTo>
                    <a:pt x="259082" y="130940"/>
                  </a:moveTo>
                  <a:lnTo>
                    <a:pt x="322408" y="140049"/>
                  </a:lnTo>
                  <a:lnTo>
                    <a:pt x="315559" y="45525"/>
                  </a:lnTo>
                  <a:close/>
                  <a:moveTo>
                    <a:pt x="259082" y="130940"/>
                  </a:moveTo>
                  <a:lnTo>
                    <a:pt x="315559" y="45525"/>
                  </a:lnTo>
                  <a:lnTo>
                    <a:pt x="238005" y="47983"/>
                  </a:lnTo>
                  <a:close/>
                  <a:moveTo>
                    <a:pt x="238005" y="47983"/>
                  </a:moveTo>
                  <a:lnTo>
                    <a:pt x="315559" y="45525"/>
                  </a:lnTo>
                  <a:lnTo>
                    <a:pt x="235430" y="0"/>
                  </a:lnTo>
                  <a:close/>
                  <a:moveTo>
                    <a:pt x="2124672" y="2343155"/>
                  </a:moveTo>
                  <a:lnTo>
                    <a:pt x="2066693" y="2293846"/>
                  </a:lnTo>
                  <a:lnTo>
                    <a:pt x="2126256" y="2345515"/>
                  </a:lnTo>
                  <a:close/>
                  <a:moveTo>
                    <a:pt x="2124672" y="2343155"/>
                  </a:moveTo>
                  <a:lnTo>
                    <a:pt x="2083746" y="2260940"/>
                  </a:lnTo>
                  <a:lnTo>
                    <a:pt x="2066693" y="2293846"/>
                  </a:lnTo>
                  <a:close/>
                  <a:moveTo>
                    <a:pt x="1970055" y="2026952"/>
                  </a:moveTo>
                  <a:lnTo>
                    <a:pt x="2057075" y="2073648"/>
                  </a:lnTo>
                  <a:lnTo>
                    <a:pt x="2102994" y="2030130"/>
                  </a:lnTo>
                  <a:close/>
                  <a:moveTo>
                    <a:pt x="2019019" y="1994817"/>
                  </a:moveTo>
                  <a:lnTo>
                    <a:pt x="1970055" y="2026952"/>
                  </a:lnTo>
                  <a:lnTo>
                    <a:pt x="2102994" y="2030130"/>
                  </a:lnTo>
                  <a:close/>
                  <a:moveTo>
                    <a:pt x="1776367" y="1860100"/>
                  </a:moveTo>
                  <a:lnTo>
                    <a:pt x="1765513" y="1849865"/>
                  </a:lnTo>
                  <a:lnTo>
                    <a:pt x="1785946" y="1811429"/>
                  </a:lnTo>
                  <a:close/>
                  <a:moveTo>
                    <a:pt x="1974971" y="1830128"/>
                  </a:moveTo>
                  <a:lnTo>
                    <a:pt x="1950513" y="1811429"/>
                  </a:lnTo>
                  <a:lnTo>
                    <a:pt x="1959936" y="1819585"/>
                  </a:lnTo>
                  <a:close/>
                  <a:moveTo>
                    <a:pt x="1785946" y="1811429"/>
                  </a:moveTo>
                  <a:lnTo>
                    <a:pt x="1767450" y="1826763"/>
                  </a:lnTo>
                  <a:lnTo>
                    <a:pt x="1693944" y="1753963"/>
                  </a:lnTo>
                  <a:close/>
                  <a:moveTo>
                    <a:pt x="1765513" y="1849865"/>
                  </a:moveTo>
                  <a:lnTo>
                    <a:pt x="1767450" y="1826763"/>
                  </a:lnTo>
                  <a:lnTo>
                    <a:pt x="1785946" y="1811429"/>
                  </a:lnTo>
                  <a:close/>
                  <a:moveTo>
                    <a:pt x="1300640" y="1153707"/>
                  </a:moveTo>
                  <a:lnTo>
                    <a:pt x="1232725" y="1185913"/>
                  </a:lnTo>
                  <a:lnTo>
                    <a:pt x="1267016" y="1274359"/>
                  </a:lnTo>
                  <a:close/>
                  <a:moveTo>
                    <a:pt x="1375908" y="1262281"/>
                  </a:moveTo>
                  <a:lnTo>
                    <a:pt x="1329259" y="1303071"/>
                  </a:lnTo>
                  <a:lnTo>
                    <a:pt x="1456129" y="1283554"/>
                  </a:lnTo>
                  <a:close/>
                  <a:moveTo>
                    <a:pt x="1220502" y="1175101"/>
                  </a:moveTo>
                  <a:lnTo>
                    <a:pt x="1232725" y="1185913"/>
                  </a:lnTo>
                  <a:lnTo>
                    <a:pt x="1329616" y="1089201"/>
                  </a:lnTo>
                  <a:close/>
                  <a:moveTo>
                    <a:pt x="1157346" y="1002429"/>
                  </a:moveTo>
                  <a:lnTo>
                    <a:pt x="1127423" y="1105754"/>
                  </a:lnTo>
                  <a:lnTo>
                    <a:pt x="1241081" y="1036840"/>
                  </a:lnTo>
                  <a:close/>
                  <a:moveTo>
                    <a:pt x="1241081" y="1036840"/>
                  </a:moveTo>
                  <a:lnTo>
                    <a:pt x="1196982" y="1087163"/>
                  </a:lnTo>
                  <a:lnTo>
                    <a:pt x="1320326" y="1054468"/>
                  </a:lnTo>
                  <a:close/>
                  <a:moveTo>
                    <a:pt x="1764975" y="1646998"/>
                  </a:moveTo>
                  <a:lnTo>
                    <a:pt x="1710105" y="1564783"/>
                  </a:lnTo>
                  <a:lnTo>
                    <a:pt x="1726053" y="1588267"/>
                  </a:lnTo>
                  <a:close/>
                  <a:moveTo>
                    <a:pt x="2102994" y="2030130"/>
                  </a:moveTo>
                  <a:lnTo>
                    <a:pt x="2115346" y="1954016"/>
                  </a:lnTo>
                  <a:lnTo>
                    <a:pt x="2019019" y="1994817"/>
                  </a:lnTo>
                  <a:close/>
                  <a:moveTo>
                    <a:pt x="2019019" y="1994817"/>
                  </a:moveTo>
                  <a:lnTo>
                    <a:pt x="2115346" y="1954016"/>
                  </a:lnTo>
                  <a:lnTo>
                    <a:pt x="2032370" y="1960882"/>
                  </a:lnTo>
                  <a:close/>
                  <a:moveTo>
                    <a:pt x="2032370" y="1960882"/>
                  </a:moveTo>
                  <a:lnTo>
                    <a:pt x="2046287" y="1893644"/>
                  </a:lnTo>
                  <a:lnTo>
                    <a:pt x="2001431" y="1929061"/>
                  </a:lnTo>
                  <a:close/>
                  <a:moveTo>
                    <a:pt x="1954466" y="1863532"/>
                  </a:moveTo>
                  <a:lnTo>
                    <a:pt x="1983215" y="1893644"/>
                  </a:lnTo>
                  <a:lnTo>
                    <a:pt x="1897632" y="1819627"/>
                  </a:lnTo>
                  <a:close/>
                  <a:moveTo>
                    <a:pt x="1950513" y="1811429"/>
                  </a:moveTo>
                  <a:lnTo>
                    <a:pt x="1974971" y="1830128"/>
                  </a:lnTo>
                  <a:lnTo>
                    <a:pt x="1972661" y="1809240"/>
                  </a:lnTo>
                  <a:close/>
                  <a:moveTo>
                    <a:pt x="1785078" y="1677464"/>
                  </a:moveTo>
                  <a:lnTo>
                    <a:pt x="1912480" y="1697482"/>
                  </a:lnTo>
                  <a:lnTo>
                    <a:pt x="1916118" y="1673542"/>
                  </a:lnTo>
                  <a:close/>
                  <a:moveTo>
                    <a:pt x="1370576" y="1134435"/>
                  </a:moveTo>
                  <a:lnTo>
                    <a:pt x="1403479" y="1086706"/>
                  </a:lnTo>
                  <a:lnTo>
                    <a:pt x="1329616" y="1089201"/>
                  </a:lnTo>
                  <a:close/>
                  <a:moveTo>
                    <a:pt x="1192327" y="786410"/>
                  </a:moveTo>
                  <a:lnTo>
                    <a:pt x="1195960" y="868626"/>
                  </a:lnTo>
                  <a:lnTo>
                    <a:pt x="1159151" y="824848"/>
                  </a:lnTo>
                  <a:close/>
                  <a:moveTo>
                    <a:pt x="667852" y="128690"/>
                  </a:moveTo>
                  <a:lnTo>
                    <a:pt x="651454" y="225613"/>
                  </a:lnTo>
                  <a:lnTo>
                    <a:pt x="678601" y="132339"/>
                  </a:lnTo>
                  <a:close/>
                  <a:moveTo>
                    <a:pt x="720941" y="128690"/>
                  </a:moveTo>
                  <a:lnTo>
                    <a:pt x="678601" y="132339"/>
                  </a:lnTo>
                  <a:lnTo>
                    <a:pt x="651454" y="225613"/>
                  </a:lnTo>
                  <a:close/>
                  <a:moveTo>
                    <a:pt x="597668" y="87971"/>
                  </a:moveTo>
                  <a:lnTo>
                    <a:pt x="667852" y="128690"/>
                  </a:lnTo>
                  <a:lnTo>
                    <a:pt x="548300" y="77587"/>
                  </a:lnTo>
                  <a:close/>
                  <a:moveTo>
                    <a:pt x="1439857" y="1007514"/>
                  </a:moveTo>
                  <a:lnTo>
                    <a:pt x="1485731" y="963826"/>
                  </a:lnTo>
                  <a:lnTo>
                    <a:pt x="1351489" y="955777"/>
                  </a:lnTo>
                  <a:close/>
                  <a:moveTo>
                    <a:pt x="1261476" y="682688"/>
                  </a:moveTo>
                  <a:lnTo>
                    <a:pt x="1339977" y="758942"/>
                  </a:lnTo>
                  <a:lnTo>
                    <a:pt x="1351312" y="739915"/>
                  </a:lnTo>
                  <a:close/>
                  <a:moveTo>
                    <a:pt x="1339977" y="758942"/>
                  </a:moveTo>
                  <a:lnTo>
                    <a:pt x="1380434" y="747974"/>
                  </a:lnTo>
                  <a:lnTo>
                    <a:pt x="1351312" y="739915"/>
                  </a:lnTo>
                  <a:close/>
                  <a:moveTo>
                    <a:pt x="910593" y="365194"/>
                  </a:moveTo>
                  <a:lnTo>
                    <a:pt x="906379" y="406214"/>
                  </a:lnTo>
                  <a:lnTo>
                    <a:pt x="914381" y="375335"/>
                  </a:lnTo>
                  <a:close/>
                  <a:moveTo>
                    <a:pt x="910593" y="365194"/>
                  </a:moveTo>
                  <a:lnTo>
                    <a:pt x="914381" y="375335"/>
                  </a:lnTo>
                  <a:lnTo>
                    <a:pt x="884781" y="325464"/>
                  </a:lnTo>
                  <a:close/>
                  <a:moveTo>
                    <a:pt x="1553369" y="906827"/>
                  </a:moveTo>
                  <a:lnTo>
                    <a:pt x="1529734" y="825949"/>
                  </a:lnTo>
                  <a:lnTo>
                    <a:pt x="1504806" y="885715"/>
                  </a:lnTo>
                  <a:close/>
                  <a:moveTo>
                    <a:pt x="1484613" y="744446"/>
                  </a:moveTo>
                  <a:lnTo>
                    <a:pt x="1479421" y="830189"/>
                  </a:lnTo>
                  <a:lnTo>
                    <a:pt x="1513526" y="739034"/>
                  </a:lnTo>
                  <a:close/>
                  <a:moveTo>
                    <a:pt x="1513526" y="739034"/>
                  </a:moveTo>
                  <a:lnTo>
                    <a:pt x="1479421" y="830189"/>
                  </a:lnTo>
                  <a:lnTo>
                    <a:pt x="1529734" y="825949"/>
                  </a:lnTo>
                  <a:close/>
                  <a:moveTo>
                    <a:pt x="1535973" y="620693"/>
                  </a:moveTo>
                  <a:lnTo>
                    <a:pt x="1522737" y="608326"/>
                  </a:lnTo>
                  <a:lnTo>
                    <a:pt x="1475743" y="609067"/>
                  </a:lnTo>
                  <a:close/>
                  <a:moveTo>
                    <a:pt x="1535973" y="620693"/>
                  </a:moveTo>
                  <a:lnTo>
                    <a:pt x="1533542" y="648723"/>
                  </a:lnTo>
                  <a:lnTo>
                    <a:pt x="1549332" y="627323"/>
                  </a:lnTo>
                  <a:close/>
                  <a:moveTo>
                    <a:pt x="1535973" y="620693"/>
                  </a:moveTo>
                  <a:lnTo>
                    <a:pt x="1549332" y="627323"/>
                  </a:lnTo>
                  <a:lnTo>
                    <a:pt x="1522737" y="60832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58" name="Candidate_density__2057">
              <a:extLst>
                <a:ext uri="{FF2B5EF4-FFF2-40B4-BE49-F238E27FC236}">
                  <a16:creationId xmlns:a16="http://schemas.microsoft.com/office/drawing/2014/main" id="{BFB293E0-9082-8CEF-A438-727327F4C4EC}"/>
                </a:ext>
              </a:extLst>
            </p:cNvPr>
            <p:cNvSpPr>
              <a:spLocks noGrp="1"/>
            </p:cNvSpPr>
            <p:nvPr/>
          </p:nvSpPr>
          <p:spPr>
            <a:xfrm>
              <a:off x="4409502" y="2316537"/>
              <a:ext cx="2189467" cy="2786361"/>
            </a:xfrm>
            <a:custGeom>
              <a:avLst/>
              <a:gdLst/>
              <a:ahLst/>
              <a:cxnLst/>
              <a:rect l="0" t="0" r="0" b="0"/>
              <a:pathLst>
                <a:path w="2189467" h="2786361">
                  <a:moveTo>
                    <a:pt x="8940" y="2481179"/>
                  </a:moveTo>
                  <a:lnTo>
                    <a:pt x="9882" y="2477599"/>
                  </a:lnTo>
                  <a:lnTo>
                    <a:pt x="0" y="2518347"/>
                  </a:lnTo>
                  <a:close/>
                  <a:moveTo>
                    <a:pt x="0" y="2518347"/>
                  </a:moveTo>
                  <a:lnTo>
                    <a:pt x="9882" y="2477599"/>
                  </a:lnTo>
                  <a:lnTo>
                    <a:pt x="59232" y="2397696"/>
                  </a:lnTo>
                  <a:close/>
                  <a:moveTo>
                    <a:pt x="9582" y="2479911"/>
                  </a:moveTo>
                  <a:lnTo>
                    <a:pt x="8940" y="2481179"/>
                  </a:lnTo>
                  <a:lnTo>
                    <a:pt x="12688" y="2488093"/>
                  </a:lnTo>
                  <a:close/>
                  <a:moveTo>
                    <a:pt x="9882" y="2477599"/>
                  </a:moveTo>
                  <a:lnTo>
                    <a:pt x="8940" y="2481179"/>
                  </a:lnTo>
                  <a:lnTo>
                    <a:pt x="9582" y="2479911"/>
                  </a:lnTo>
                  <a:close/>
                  <a:moveTo>
                    <a:pt x="9582" y="2479911"/>
                  </a:moveTo>
                  <a:lnTo>
                    <a:pt x="12688" y="2488093"/>
                  </a:lnTo>
                  <a:lnTo>
                    <a:pt x="37802" y="2457715"/>
                  </a:lnTo>
                  <a:close/>
                  <a:moveTo>
                    <a:pt x="9882" y="2477599"/>
                  </a:moveTo>
                  <a:lnTo>
                    <a:pt x="9582" y="2479911"/>
                  </a:lnTo>
                  <a:lnTo>
                    <a:pt x="37802" y="2457715"/>
                  </a:lnTo>
                  <a:close/>
                  <a:moveTo>
                    <a:pt x="190177" y="2379176"/>
                  </a:moveTo>
                  <a:lnTo>
                    <a:pt x="117860" y="2387452"/>
                  </a:lnTo>
                  <a:lnTo>
                    <a:pt x="236638" y="2337683"/>
                  </a:lnTo>
                  <a:close/>
                  <a:moveTo>
                    <a:pt x="273335" y="2200171"/>
                  </a:moveTo>
                  <a:lnTo>
                    <a:pt x="300208" y="2225974"/>
                  </a:lnTo>
                  <a:lnTo>
                    <a:pt x="261450" y="2215249"/>
                  </a:lnTo>
                  <a:close/>
                  <a:moveTo>
                    <a:pt x="323873" y="2169983"/>
                  </a:moveTo>
                  <a:lnTo>
                    <a:pt x="300208" y="2225974"/>
                  </a:lnTo>
                  <a:lnTo>
                    <a:pt x="273335" y="2200171"/>
                  </a:lnTo>
                  <a:close/>
                  <a:moveTo>
                    <a:pt x="432040" y="2080540"/>
                  </a:moveTo>
                  <a:lnTo>
                    <a:pt x="360317" y="2177107"/>
                  </a:lnTo>
                  <a:lnTo>
                    <a:pt x="396367" y="2161735"/>
                  </a:lnTo>
                  <a:close/>
                  <a:moveTo>
                    <a:pt x="323873" y="2169983"/>
                  </a:moveTo>
                  <a:lnTo>
                    <a:pt x="360317" y="2177107"/>
                  </a:lnTo>
                  <a:lnTo>
                    <a:pt x="432040" y="2080540"/>
                  </a:lnTo>
                  <a:close/>
                  <a:moveTo>
                    <a:pt x="435689" y="2079520"/>
                  </a:moveTo>
                  <a:lnTo>
                    <a:pt x="463168" y="1981719"/>
                  </a:lnTo>
                  <a:lnTo>
                    <a:pt x="468271" y="1958868"/>
                  </a:lnTo>
                  <a:close/>
                  <a:moveTo>
                    <a:pt x="863465" y="1970925"/>
                  </a:moveTo>
                  <a:lnTo>
                    <a:pt x="885739" y="2046425"/>
                  </a:lnTo>
                  <a:lnTo>
                    <a:pt x="863360" y="1964210"/>
                  </a:lnTo>
                  <a:close/>
                  <a:moveTo>
                    <a:pt x="586006" y="1914626"/>
                  </a:moveTo>
                  <a:lnTo>
                    <a:pt x="678445" y="1799974"/>
                  </a:lnTo>
                  <a:lnTo>
                    <a:pt x="586976" y="1813744"/>
                  </a:lnTo>
                  <a:close/>
                  <a:moveTo>
                    <a:pt x="678445" y="1799974"/>
                  </a:moveTo>
                  <a:lnTo>
                    <a:pt x="766333" y="1848827"/>
                  </a:lnTo>
                  <a:lnTo>
                    <a:pt x="679244" y="1799780"/>
                  </a:lnTo>
                  <a:close/>
                  <a:moveTo>
                    <a:pt x="586976" y="1813744"/>
                  </a:moveTo>
                  <a:lnTo>
                    <a:pt x="678445" y="1799974"/>
                  </a:lnTo>
                  <a:lnTo>
                    <a:pt x="656237" y="1717937"/>
                  </a:lnTo>
                  <a:close/>
                  <a:moveTo>
                    <a:pt x="679244" y="1799780"/>
                  </a:moveTo>
                  <a:lnTo>
                    <a:pt x="733957" y="1727777"/>
                  </a:lnTo>
                  <a:lnTo>
                    <a:pt x="678445" y="1799974"/>
                  </a:lnTo>
                  <a:close/>
                  <a:moveTo>
                    <a:pt x="678445" y="1799974"/>
                  </a:moveTo>
                  <a:lnTo>
                    <a:pt x="733957" y="1727777"/>
                  </a:lnTo>
                  <a:lnTo>
                    <a:pt x="722061" y="1725016"/>
                  </a:lnTo>
                  <a:close/>
                  <a:moveTo>
                    <a:pt x="678445" y="1799974"/>
                  </a:moveTo>
                  <a:lnTo>
                    <a:pt x="722061" y="1725016"/>
                  </a:lnTo>
                  <a:lnTo>
                    <a:pt x="656237" y="1717937"/>
                  </a:lnTo>
                  <a:close/>
                  <a:moveTo>
                    <a:pt x="595378" y="1703513"/>
                  </a:moveTo>
                  <a:lnTo>
                    <a:pt x="559253" y="1736191"/>
                  </a:lnTo>
                  <a:lnTo>
                    <a:pt x="656237" y="1717937"/>
                  </a:lnTo>
                  <a:close/>
                  <a:moveTo>
                    <a:pt x="423205" y="1553135"/>
                  </a:moveTo>
                  <a:lnTo>
                    <a:pt x="408824" y="1470920"/>
                  </a:lnTo>
                  <a:lnTo>
                    <a:pt x="421067" y="1487666"/>
                  </a:lnTo>
                  <a:close/>
                  <a:moveTo>
                    <a:pt x="421067" y="1487666"/>
                  </a:moveTo>
                  <a:lnTo>
                    <a:pt x="408824" y="1470920"/>
                  </a:lnTo>
                  <a:lnTo>
                    <a:pt x="432090" y="1435118"/>
                  </a:lnTo>
                  <a:close/>
                  <a:moveTo>
                    <a:pt x="1527384" y="2743664"/>
                  </a:moveTo>
                  <a:lnTo>
                    <a:pt x="1503781" y="2786361"/>
                  </a:lnTo>
                  <a:lnTo>
                    <a:pt x="1574860" y="2757049"/>
                  </a:lnTo>
                  <a:close/>
                  <a:moveTo>
                    <a:pt x="896335" y="2044295"/>
                  </a:moveTo>
                  <a:lnTo>
                    <a:pt x="895082" y="2051536"/>
                  </a:lnTo>
                  <a:lnTo>
                    <a:pt x="994855" y="2007989"/>
                  </a:lnTo>
                  <a:close/>
                  <a:moveTo>
                    <a:pt x="885739" y="2046425"/>
                  </a:moveTo>
                  <a:lnTo>
                    <a:pt x="895082" y="2051536"/>
                  </a:lnTo>
                  <a:lnTo>
                    <a:pt x="896335" y="2044295"/>
                  </a:lnTo>
                  <a:close/>
                  <a:moveTo>
                    <a:pt x="863360" y="1964210"/>
                  </a:moveTo>
                  <a:lnTo>
                    <a:pt x="885739" y="2046425"/>
                  </a:lnTo>
                  <a:lnTo>
                    <a:pt x="896335" y="2044295"/>
                  </a:lnTo>
                  <a:close/>
                  <a:moveTo>
                    <a:pt x="994855" y="2007989"/>
                  </a:moveTo>
                  <a:lnTo>
                    <a:pt x="975320" y="1925773"/>
                  </a:lnTo>
                  <a:lnTo>
                    <a:pt x="896335" y="2044295"/>
                  </a:lnTo>
                  <a:close/>
                  <a:moveTo>
                    <a:pt x="975320" y="1925773"/>
                  </a:moveTo>
                  <a:lnTo>
                    <a:pt x="883722" y="1954457"/>
                  </a:lnTo>
                  <a:lnTo>
                    <a:pt x="896335" y="2044295"/>
                  </a:lnTo>
                  <a:close/>
                  <a:moveTo>
                    <a:pt x="824668" y="1761344"/>
                  </a:moveTo>
                  <a:lnTo>
                    <a:pt x="766333" y="1848827"/>
                  </a:lnTo>
                  <a:lnTo>
                    <a:pt x="797164" y="1881995"/>
                  </a:lnTo>
                  <a:close/>
                  <a:moveTo>
                    <a:pt x="824668" y="1761344"/>
                  </a:moveTo>
                  <a:lnTo>
                    <a:pt x="797164" y="1881995"/>
                  </a:lnTo>
                  <a:lnTo>
                    <a:pt x="852163" y="1843558"/>
                  </a:lnTo>
                  <a:close/>
                  <a:moveTo>
                    <a:pt x="679244" y="1799780"/>
                  </a:moveTo>
                  <a:lnTo>
                    <a:pt x="766333" y="1848827"/>
                  </a:lnTo>
                  <a:lnTo>
                    <a:pt x="784696" y="1774186"/>
                  </a:lnTo>
                  <a:close/>
                  <a:moveTo>
                    <a:pt x="733957" y="1727777"/>
                  </a:moveTo>
                  <a:lnTo>
                    <a:pt x="679244" y="1799780"/>
                  </a:lnTo>
                  <a:lnTo>
                    <a:pt x="784696" y="1774186"/>
                  </a:lnTo>
                  <a:close/>
                  <a:moveTo>
                    <a:pt x="733957" y="1727777"/>
                  </a:moveTo>
                  <a:lnTo>
                    <a:pt x="784696" y="1774186"/>
                  </a:lnTo>
                  <a:lnTo>
                    <a:pt x="859365" y="1702797"/>
                  </a:lnTo>
                  <a:close/>
                  <a:moveTo>
                    <a:pt x="537937" y="1353152"/>
                  </a:moveTo>
                  <a:lnTo>
                    <a:pt x="545169" y="1364043"/>
                  </a:lnTo>
                  <a:lnTo>
                    <a:pt x="626221" y="1388426"/>
                  </a:lnTo>
                  <a:close/>
                  <a:moveTo>
                    <a:pt x="1576223" y="2583494"/>
                  </a:moveTo>
                  <a:lnTo>
                    <a:pt x="1630567" y="2665710"/>
                  </a:lnTo>
                  <a:lnTo>
                    <a:pt x="1635117" y="2545058"/>
                  </a:lnTo>
                  <a:close/>
                  <a:moveTo>
                    <a:pt x="1536482" y="2501279"/>
                  </a:moveTo>
                  <a:lnTo>
                    <a:pt x="1576223" y="2583494"/>
                  </a:lnTo>
                  <a:lnTo>
                    <a:pt x="1635117" y="2545058"/>
                  </a:lnTo>
                  <a:close/>
                  <a:moveTo>
                    <a:pt x="1536482" y="2501279"/>
                  </a:moveTo>
                  <a:lnTo>
                    <a:pt x="1635117" y="2545058"/>
                  </a:lnTo>
                  <a:lnTo>
                    <a:pt x="1585786" y="2462843"/>
                  </a:lnTo>
                  <a:close/>
                  <a:moveTo>
                    <a:pt x="1585786" y="2462843"/>
                  </a:moveTo>
                  <a:lnTo>
                    <a:pt x="1498336" y="2419064"/>
                  </a:lnTo>
                  <a:lnTo>
                    <a:pt x="1536482" y="2501279"/>
                  </a:lnTo>
                  <a:close/>
                  <a:moveTo>
                    <a:pt x="975320" y="1925773"/>
                  </a:moveTo>
                  <a:lnTo>
                    <a:pt x="1027662" y="1998120"/>
                  </a:lnTo>
                  <a:lnTo>
                    <a:pt x="999820" y="1920663"/>
                  </a:lnTo>
                  <a:close/>
                  <a:moveTo>
                    <a:pt x="975320" y="1925773"/>
                  </a:moveTo>
                  <a:lnTo>
                    <a:pt x="994855" y="2007989"/>
                  </a:lnTo>
                  <a:lnTo>
                    <a:pt x="1027662" y="1998120"/>
                  </a:lnTo>
                  <a:close/>
                  <a:moveTo>
                    <a:pt x="999820" y="1920663"/>
                  </a:moveTo>
                  <a:lnTo>
                    <a:pt x="1027662" y="1998120"/>
                  </a:lnTo>
                  <a:lnTo>
                    <a:pt x="1081780" y="1914623"/>
                  </a:lnTo>
                  <a:close/>
                  <a:moveTo>
                    <a:pt x="999820" y="1920663"/>
                  </a:moveTo>
                  <a:lnTo>
                    <a:pt x="913107" y="1903729"/>
                  </a:lnTo>
                  <a:lnTo>
                    <a:pt x="975320" y="1925773"/>
                  </a:lnTo>
                  <a:close/>
                  <a:moveTo>
                    <a:pt x="929884" y="1816836"/>
                  </a:moveTo>
                  <a:lnTo>
                    <a:pt x="913107" y="1903729"/>
                  </a:lnTo>
                  <a:lnTo>
                    <a:pt x="999820" y="1920663"/>
                  </a:lnTo>
                  <a:close/>
                  <a:moveTo>
                    <a:pt x="824668" y="1761344"/>
                  </a:moveTo>
                  <a:lnTo>
                    <a:pt x="852163" y="1843558"/>
                  </a:lnTo>
                  <a:lnTo>
                    <a:pt x="929884" y="1816836"/>
                  </a:lnTo>
                  <a:close/>
                  <a:moveTo>
                    <a:pt x="929884" y="1816836"/>
                  </a:moveTo>
                  <a:lnTo>
                    <a:pt x="991499" y="1827336"/>
                  </a:lnTo>
                  <a:lnTo>
                    <a:pt x="996473" y="1723200"/>
                  </a:lnTo>
                  <a:close/>
                  <a:moveTo>
                    <a:pt x="626221" y="1388426"/>
                  </a:moveTo>
                  <a:lnTo>
                    <a:pt x="545169" y="1364043"/>
                  </a:lnTo>
                  <a:lnTo>
                    <a:pt x="675734" y="1358344"/>
                  </a:lnTo>
                  <a:close/>
                  <a:moveTo>
                    <a:pt x="626221" y="1388426"/>
                  </a:moveTo>
                  <a:lnTo>
                    <a:pt x="675734" y="1358344"/>
                  </a:lnTo>
                  <a:lnTo>
                    <a:pt x="662585" y="1350268"/>
                  </a:lnTo>
                  <a:close/>
                  <a:moveTo>
                    <a:pt x="675734" y="1358344"/>
                  </a:moveTo>
                  <a:lnTo>
                    <a:pt x="732048" y="1311831"/>
                  </a:lnTo>
                  <a:lnTo>
                    <a:pt x="662585" y="1350268"/>
                  </a:lnTo>
                  <a:close/>
                  <a:moveTo>
                    <a:pt x="1635117" y="2545058"/>
                  </a:moveTo>
                  <a:lnTo>
                    <a:pt x="1676801" y="2593247"/>
                  </a:lnTo>
                  <a:lnTo>
                    <a:pt x="1683330" y="2529271"/>
                  </a:lnTo>
                  <a:close/>
                  <a:moveTo>
                    <a:pt x="1585786" y="2462843"/>
                  </a:moveTo>
                  <a:lnTo>
                    <a:pt x="1683330" y="2529271"/>
                  </a:lnTo>
                  <a:lnTo>
                    <a:pt x="1672064" y="2438338"/>
                  </a:lnTo>
                  <a:close/>
                  <a:moveTo>
                    <a:pt x="1585786" y="2462843"/>
                  </a:moveTo>
                  <a:lnTo>
                    <a:pt x="1635117" y="2545058"/>
                  </a:lnTo>
                  <a:lnTo>
                    <a:pt x="1683330" y="2529271"/>
                  </a:lnTo>
                  <a:close/>
                  <a:moveTo>
                    <a:pt x="1768022" y="2521011"/>
                  </a:moveTo>
                  <a:lnTo>
                    <a:pt x="1683330" y="2529271"/>
                  </a:lnTo>
                  <a:lnTo>
                    <a:pt x="1676801" y="2593247"/>
                  </a:lnTo>
                  <a:close/>
                  <a:moveTo>
                    <a:pt x="1683330" y="2529271"/>
                  </a:moveTo>
                  <a:lnTo>
                    <a:pt x="1768022" y="2521011"/>
                  </a:lnTo>
                  <a:lnTo>
                    <a:pt x="1754597" y="2431833"/>
                  </a:lnTo>
                  <a:close/>
                  <a:moveTo>
                    <a:pt x="1683330" y="2529271"/>
                  </a:moveTo>
                  <a:lnTo>
                    <a:pt x="1754597" y="2431833"/>
                  </a:lnTo>
                  <a:lnTo>
                    <a:pt x="1672064" y="2438338"/>
                  </a:lnTo>
                  <a:close/>
                  <a:moveTo>
                    <a:pt x="1585786" y="2462843"/>
                  </a:moveTo>
                  <a:lnTo>
                    <a:pt x="1672064" y="2438338"/>
                  </a:lnTo>
                  <a:lnTo>
                    <a:pt x="1561581" y="2441114"/>
                  </a:lnTo>
                  <a:close/>
                  <a:moveTo>
                    <a:pt x="1081122" y="1684471"/>
                  </a:moveTo>
                  <a:lnTo>
                    <a:pt x="1086518" y="1779566"/>
                  </a:lnTo>
                  <a:lnTo>
                    <a:pt x="1130059" y="1727158"/>
                  </a:lnTo>
                  <a:close/>
                  <a:moveTo>
                    <a:pt x="1081122" y="1684471"/>
                  </a:moveTo>
                  <a:lnTo>
                    <a:pt x="997054" y="1722907"/>
                  </a:lnTo>
                  <a:lnTo>
                    <a:pt x="1086518" y="1779566"/>
                  </a:lnTo>
                  <a:close/>
                  <a:moveTo>
                    <a:pt x="1102945" y="1625783"/>
                  </a:moveTo>
                  <a:lnTo>
                    <a:pt x="1058652" y="1675380"/>
                  </a:lnTo>
                  <a:lnTo>
                    <a:pt x="997054" y="1722907"/>
                  </a:lnTo>
                  <a:close/>
                  <a:moveTo>
                    <a:pt x="751139" y="1301007"/>
                  </a:moveTo>
                  <a:lnTo>
                    <a:pt x="732048" y="1311831"/>
                  </a:lnTo>
                  <a:lnTo>
                    <a:pt x="786939" y="1280260"/>
                  </a:lnTo>
                  <a:close/>
                  <a:moveTo>
                    <a:pt x="786939" y="1280260"/>
                  </a:moveTo>
                  <a:lnTo>
                    <a:pt x="675734" y="1358344"/>
                  </a:lnTo>
                  <a:lnTo>
                    <a:pt x="720197" y="1309384"/>
                  </a:lnTo>
                  <a:close/>
                  <a:moveTo>
                    <a:pt x="751139" y="1301007"/>
                  </a:moveTo>
                  <a:lnTo>
                    <a:pt x="786939" y="1280260"/>
                  </a:lnTo>
                  <a:lnTo>
                    <a:pt x="845718" y="1273395"/>
                  </a:lnTo>
                  <a:close/>
                  <a:moveTo>
                    <a:pt x="465976" y="1050787"/>
                  </a:moveTo>
                  <a:lnTo>
                    <a:pt x="569758" y="1027005"/>
                  </a:lnTo>
                  <a:lnTo>
                    <a:pt x="518000" y="1047263"/>
                  </a:lnTo>
                  <a:close/>
                  <a:moveTo>
                    <a:pt x="569758" y="1027005"/>
                  </a:moveTo>
                  <a:lnTo>
                    <a:pt x="465976" y="1050787"/>
                  </a:lnTo>
                  <a:lnTo>
                    <a:pt x="570099" y="1026845"/>
                  </a:lnTo>
                  <a:close/>
                  <a:moveTo>
                    <a:pt x="640996" y="1013262"/>
                  </a:moveTo>
                  <a:lnTo>
                    <a:pt x="569758" y="1027005"/>
                  </a:lnTo>
                  <a:lnTo>
                    <a:pt x="570570" y="1026749"/>
                  </a:lnTo>
                  <a:close/>
                  <a:moveTo>
                    <a:pt x="518000" y="1047263"/>
                  </a:moveTo>
                  <a:lnTo>
                    <a:pt x="569758" y="1027005"/>
                  </a:lnTo>
                  <a:lnTo>
                    <a:pt x="640996" y="1013262"/>
                  </a:lnTo>
                  <a:close/>
                  <a:moveTo>
                    <a:pt x="569758" y="1027005"/>
                  </a:moveTo>
                  <a:lnTo>
                    <a:pt x="570099" y="1026845"/>
                  </a:lnTo>
                  <a:lnTo>
                    <a:pt x="570570" y="1026749"/>
                  </a:lnTo>
                  <a:close/>
                  <a:moveTo>
                    <a:pt x="1830957" y="2506621"/>
                  </a:moveTo>
                  <a:lnTo>
                    <a:pt x="1853912" y="2588836"/>
                  </a:lnTo>
                  <a:lnTo>
                    <a:pt x="1861300" y="2550400"/>
                  </a:lnTo>
                  <a:close/>
                  <a:moveTo>
                    <a:pt x="1081122" y="1684471"/>
                  </a:moveTo>
                  <a:lnTo>
                    <a:pt x="1139346" y="1567547"/>
                  </a:lnTo>
                  <a:lnTo>
                    <a:pt x="1102945" y="1625783"/>
                  </a:lnTo>
                  <a:close/>
                  <a:moveTo>
                    <a:pt x="1865975" y="2100888"/>
                  </a:moveTo>
                  <a:lnTo>
                    <a:pt x="1830514" y="2180235"/>
                  </a:lnTo>
                  <a:lnTo>
                    <a:pt x="1867280" y="2102494"/>
                  </a:lnTo>
                  <a:close/>
                  <a:moveTo>
                    <a:pt x="2172582" y="2391312"/>
                  </a:moveTo>
                  <a:lnTo>
                    <a:pt x="2157971" y="2353367"/>
                  </a:lnTo>
                  <a:lnTo>
                    <a:pt x="2133501" y="2429749"/>
                  </a:lnTo>
                  <a:close/>
                  <a:moveTo>
                    <a:pt x="1865975" y="2100888"/>
                  </a:moveTo>
                  <a:lnTo>
                    <a:pt x="1867280" y="2102494"/>
                  </a:lnTo>
                  <a:lnTo>
                    <a:pt x="1867532" y="2100334"/>
                  </a:lnTo>
                  <a:close/>
                  <a:moveTo>
                    <a:pt x="1799415" y="2018673"/>
                  </a:moveTo>
                  <a:lnTo>
                    <a:pt x="1865975" y="2100888"/>
                  </a:lnTo>
                  <a:lnTo>
                    <a:pt x="1867532" y="2100334"/>
                  </a:lnTo>
                  <a:close/>
                  <a:moveTo>
                    <a:pt x="1952969" y="2091468"/>
                  </a:moveTo>
                  <a:lnTo>
                    <a:pt x="1867280" y="2102494"/>
                  </a:lnTo>
                  <a:lnTo>
                    <a:pt x="1963312" y="2182882"/>
                  </a:lnTo>
                  <a:close/>
                  <a:moveTo>
                    <a:pt x="1952969" y="2091468"/>
                  </a:moveTo>
                  <a:lnTo>
                    <a:pt x="1867532" y="2100334"/>
                  </a:lnTo>
                  <a:lnTo>
                    <a:pt x="1867280" y="2102494"/>
                  </a:lnTo>
                  <a:close/>
                  <a:moveTo>
                    <a:pt x="1771053" y="1717808"/>
                  </a:moveTo>
                  <a:lnTo>
                    <a:pt x="1737071" y="1679121"/>
                  </a:lnTo>
                  <a:lnTo>
                    <a:pt x="1693944" y="1719905"/>
                  </a:lnTo>
                  <a:close/>
                  <a:moveTo>
                    <a:pt x="1891944" y="1764302"/>
                  </a:moveTo>
                  <a:lnTo>
                    <a:pt x="1819636" y="1695155"/>
                  </a:lnTo>
                  <a:lnTo>
                    <a:pt x="1767450" y="1792704"/>
                  </a:lnTo>
                  <a:close/>
                  <a:moveTo>
                    <a:pt x="1785078" y="1643405"/>
                  </a:moveTo>
                  <a:lnTo>
                    <a:pt x="1747431" y="1636921"/>
                  </a:lnTo>
                  <a:lnTo>
                    <a:pt x="1819636" y="1695155"/>
                  </a:lnTo>
                  <a:close/>
                  <a:moveTo>
                    <a:pt x="1819636" y="1695155"/>
                  </a:moveTo>
                  <a:lnTo>
                    <a:pt x="1747431" y="1636921"/>
                  </a:lnTo>
                  <a:lnTo>
                    <a:pt x="1735683" y="1651377"/>
                  </a:lnTo>
                  <a:close/>
                  <a:moveTo>
                    <a:pt x="1737071" y="1679121"/>
                  </a:moveTo>
                  <a:lnTo>
                    <a:pt x="1771053" y="1717808"/>
                  </a:lnTo>
                  <a:lnTo>
                    <a:pt x="1819636" y="1695155"/>
                  </a:lnTo>
                  <a:close/>
                  <a:moveTo>
                    <a:pt x="1735683" y="1651377"/>
                  </a:moveTo>
                  <a:lnTo>
                    <a:pt x="1737071" y="1679121"/>
                  </a:lnTo>
                  <a:lnTo>
                    <a:pt x="1819636" y="1695155"/>
                  </a:lnTo>
                  <a:close/>
                  <a:moveTo>
                    <a:pt x="1329616" y="1055143"/>
                  </a:moveTo>
                  <a:lnTo>
                    <a:pt x="1232725" y="1151855"/>
                  </a:lnTo>
                  <a:lnTo>
                    <a:pt x="1300640" y="1119649"/>
                  </a:lnTo>
                  <a:close/>
                  <a:moveTo>
                    <a:pt x="601220" y="400875"/>
                  </a:moveTo>
                  <a:lnTo>
                    <a:pt x="693753" y="386239"/>
                  </a:lnTo>
                  <a:lnTo>
                    <a:pt x="644350" y="326310"/>
                  </a:lnTo>
                  <a:close/>
                  <a:moveTo>
                    <a:pt x="525690" y="0"/>
                  </a:moveTo>
                  <a:lnTo>
                    <a:pt x="472805" y="89289"/>
                  </a:lnTo>
                  <a:lnTo>
                    <a:pt x="514868" y="50852"/>
                  </a:lnTo>
                  <a:close/>
                  <a:moveTo>
                    <a:pt x="1241081" y="1002782"/>
                  </a:moveTo>
                  <a:lnTo>
                    <a:pt x="1346614" y="916782"/>
                  </a:lnTo>
                  <a:lnTo>
                    <a:pt x="1240515" y="945337"/>
                  </a:lnTo>
                  <a:close/>
                  <a:moveTo>
                    <a:pt x="1351489" y="921719"/>
                  </a:moveTo>
                  <a:lnTo>
                    <a:pt x="1346614" y="916782"/>
                  </a:lnTo>
                  <a:lnTo>
                    <a:pt x="1241081" y="1002782"/>
                  </a:lnTo>
                  <a:close/>
                  <a:moveTo>
                    <a:pt x="1320326" y="1020410"/>
                  </a:moveTo>
                  <a:lnTo>
                    <a:pt x="1351489" y="921719"/>
                  </a:lnTo>
                  <a:lnTo>
                    <a:pt x="1241081" y="1002782"/>
                  </a:lnTo>
                  <a:close/>
                  <a:moveTo>
                    <a:pt x="1208101" y="879473"/>
                  </a:moveTo>
                  <a:lnTo>
                    <a:pt x="1240515" y="945337"/>
                  </a:lnTo>
                  <a:lnTo>
                    <a:pt x="1212451" y="873004"/>
                  </a:lnTo>
                  <a:close/>
                  <a:moveTo>
                    <a:pt x="1212451" y="873004"/>
                  </a:moveTo>
                  <a:lnTo>
                    <a:pt x="1240515" y="945337"/>
                  </a:lnTo>
                  <a:lnTo>
                    <a:pt x="1346614" y="916782"/>
                  </a:lnTo>
                  <a:close/>
                  <a:moveTo>
                    <a:pt x="1212451" y="873004"/>
                  </a:moveTo>
                  <a:lnTo>
                    <a:pt x="1346614" y="916782"/>
                  </a:lnTo>
                  <a:lnTo>
                    <a:pt x="1300600" y="834567"/>
                  </a:lnTo>
                  <a:close/>
                  <a:moveTo>
                    <a:pt x="1195146" y="790789"/>
                  </a:moveTo>
                  <a:lnTo>
                    <a:pt x="1212451" y="873004"/>
                  </a:lnTo>
                  <a:lnTo>
                    <a:pt x="1300600" y="834567"/>
                  </a:lnTo>
                  <a:close/>
                  <a:moveTo>
                    <a:pt x="1183753" y="708574"/>
                  </a:moveTo>
                  <a:lnTo>
                    <a:pt x="1270513" y="752352"/>
                  </a:lnTo>
                  <a:lnTo>
                    <a:pt x="1237185" y="670137"/>
                  </a:lnTo>
                  <a:close/>
                  <a:moveTo>
                    <a:pt x="812726" y="350108"/>
                  </a:moveTo>
                  <a:lnTo>
                    <a:pt x="906379" y="372155"/>
                  </a:lnTo>
                  <a:lnTo>
                    <a:pt x="866608" y="341277"/>
                  </a:lnTo>
                  <a:close/>
                  <a:moveTo>
                    <a:pt x="866608" y="341277"/>
                  </a:moveTo>
                  <a:lnTo>
                    <a:pt x="884781" y="291405"/>
                  </a:lnTo>
                  <a:lnTo>
                    <a:pt x="812726" y="350108"/>
                  </a:lnTo>
                  <a:close/>
                  <a:moveTo>
                    <a:pt x="812726" y="350108"/>
                  </a:moveTo>
                  <a:lnTo>
                    <a:pt x="884781" y="291405"/>
                  </a:lnTo>
                  <a:lnTo>
                    <a:pt x="870163" y="263913"/>
                  </a:lnTo>
                  <a:close/>
                  <a:moveTo>
                    <a:pt x="780636" y="276104"/>
                  </a:moveTo>
                  <a:lnTo>
                    <a:pt x="870163" y="263913"/>
                  </a:lnTo>
                  <a:lnTo>
                    <a:pt x="842047" y="186678"/>
                  </a:lnTo>
                  <a:close/>
                  <a:moveTo>
                    <a:pt x="720941" y="94632"/>
                  </a:moveTo>
                  <a:lnTo>
                    <a:pt x="720548" y="215283"/>
                  </a:lnTo>
                  <a:lnTo>
                    <a:pt x="762720" y="113698"/>
                  </a:lnTo>
                  <a:close/>
                  <a:moveTo>
                    <a:pt x="741057" y="208190"/>
                  </a:moveTo>
                  <a:lnTo>
                    <a:pt x="842047" y="186678"/>
                  </a:lnTo>
                  <a:lnTo>
                    <a:pt x="762720" y="113698"/>
                  </a:lnTo>
                  <a:close/>
                  <a:moveTo>
                    <a:pt x="548300" y="43528"/>
                  </a:moveTo>
                  <a:lnTo>
                    <a:pt x="514868" y="50852"/>
                  </a:lnTo>
                  <a:lnTo>
                    <a:pt x="481952" y="115130"/>
                  </a:lnTo>
                  <a:close/>
                  <a:moveTo>
                    <a:pt x="720941" y="94632"/>
                  </a:moveTo>
                  <a:lnTo>
                    <a:pt x="750364" y="67500"/>
                  </a:lnTo>
                  <a:lnTo>
                    <a:pt x="678601" y="98280"/>
                  </a:lnTo>
                  <a:close/>
                  <a:moveTo>
                    <a:pt x="678601" y="98280"/>
                  </a:moveTo>
                  <a:lnTo>
                    <a:pt x="750364" y="67500"/>
                  </a:lnTo>
                  <a:lnTo>
                    <a:pt x="722114" y="23405"/>
                  </a:lnTo>
                  <a:close/>
                  <a:moveTo>
                    <a:pt x="678601" y="98280"/>
                  </a:moveTo>
                  <a:lnTo>
                    <a:pt x="722114" y="23405"/>
                  </a:lnTo>
                  <a:lnTo>
                    <a:pt x="637430" y="31659"/>
                  </a:lnTo>
                  <a:close/>
                  <a:moveTo>
                    <a:pt x="548300" y="43528"/>
                  </a:moveTo>
                  <a:lnTo>
                    <a:pt x="678601" y="98280"/>
                  </a:lnTo>
                  <a:lnTo>
                    <a:pt x="637430" y="31659"/>
                  </a:lnTo>
                  <a:close/>
                  <a:moveTo>
                    <a:pt x="1871021" y="1255671"/>
                  </a:moveTo>
                  <a:lnTo>
                    <a:pt x="1818960" y="1327858"/>
                  </a:lnTo>
                  <a:lnTo>
                    <a:pt x="1851529" y="1289421"/>
                  </a:lnTo>
                  <a:close/>
                  <a:moveTo>
                    <a:pt x="1346614" y="916782"/>
                  </a:moveTo>
                  <a:lnTo>
                    <a:pt x="1351489" y="921719"/>
                  </a:lnTo>
                  <a:lnTo>
                    <a:pt x="1353548" y="914035"/>
                  </a:lnTo>
                  <a:close/>
                  <a:moveTo>
                    <a:pt x="1300600" y="834567"/>
                  </a:moveTo>
                  <a:lnTo>
                    <a:pt x="1346614" y="916782"/>
                  </a:lnTo>
                  <a:lnTo>
                    <a:pt x="1353548" y="914035"/>
                  </a:lnTo>
                  <a:close/>
                  <a:moveTo>
                    <a:pt x="1270513" y="752352"/>
                  </a:moveTo>
                  <a:lnTo>
                    <a:pt x="1341427" y="823797"/>
                  </a:lnTo>
                  <a:lnTo>
                    <a:pt x="1339977" y="724884"/>
                  </a:lnTo>
                  <a:close/>
                  <a:moveTo>
                    <a:pt x="1446702" y="783846"/>
                  </a:moveTo>
                  <a:lnTo>
                    <a:pt x="1380434" y="713916"/>
                  </a:lnTo>
                  <a:lnTo>
                    <a:pt x="1447475" y="798174"/>
                  </a:lnTo>
                  <a:close/>
                  <a:moveTo>
                    <a:pt x="1447475" y="798174"/>
                  </a:moveTo>
                  <a:lnTo>
                    <a:pt x="1339977" y="724884"/>
                  </a:lnTo>
                  <a:lnTo>
                    <a:pt x="1341427" y="823797"/>
                  </a:lnTo>
                  <a:close/>
                  <a:moveTo>
                    <a:pt x="1270513" y="752352"/>
                  </a:moveTo>
                  <a:lnTo>
                    <a:pt x="1339977" y="724884"/>
                  </a:lnTo>
                  <a:lnTo>
                    <a:pt x="1237185" y="670137"/>
                  </a:lnTo>
                  <a:close/>
                  <a:moveTo>
                    <a:pt x="720941" y="94632"/>
                  </a:moveTo>
                  <a:lnTo>
                    <a:pt x="762720" y="113698"/>
                  </a:lnTo>
                  <a:lnTo>
                    <a:pt x="780156" y="76310"/>
                  </a:lnTo>
                  <a:close/>
                  <a:moveTo>
                    <a:pt x="780156" y="76310"/>
                  </a:moveTo>
                  <a:lnTo>
                    <a:pt x="814787" y="29710"/>
                  </a:lnTo>
                  <a:lnTo>
                    <a:pt x="750364" y="67500"/>
                  </a:lnTo>
                  <a:close/>
                  <a:moveTo>
                    <a:pt x="1902229" y="1271389"/>
                  </a:moveTo>
                  <a:lnTo>
                    <a:pt x="1851529" y="1289421"/>
                  </a:lnTo>
                  <a:lnTo>
                    <a:pt x="1927478" y="1350954"/>
                  </a:lnTo>
                  <a:close/>
                  <a:moveTo>
                    <a:pt x="1954846" y="1250985"/>
                  </a:moveTo>
                  <a:lnTo>
                    <a:pt x="1902229" y="1271389"/>
                  </a:lnTo>
                  <a:lnTo>
                    <a:pt x="1927478" y="1350954"/>
                  </a:lnTo>
                  <a:close/>
                  <a:moveTo>
                    <a:pt x="1446702" y="783846"/>
                  </a:moveTo>
                  <a:lnTo>
                    <a:pt x="1479421" y="796131"/>
                  </a:lnTo>
                  <a:lnTo>
                    <a:pt x="1484613" y="710387"/>
                  </a:lnTo>
                  <a:close/>
                  <a:moveTo>
                    <a:pt x="2065982" y="1159352"/>
                  </a:moveTo>
                  <a:lnTo>
                    <a:pt x="2133792" y="1212548"/>
                  </a:lnTo>
                  <a:lnTo>
                    <a:pt x="2189467" y="121964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59" name="Candidate_density__2058">
              <a:extLst>
                <a:ext uri="{FF2B5EF4-FFF2-40B4-BE49-F238E27FC236}">
                  <a16:creationId xmlns:a16="http://schemas.microsoft.com/office/drawing/2014/main" id="{B4F4C52D-7EA9-DAEF-A512-AD10AF8FBA9A}"/>
                </a:ext>
              </a:extLst>
            </p:cNvPr>
            <p:cNvSpPr>
              <a:spLocks noGrp="1"/>
            </p:cNvSpPr>
            <p:nvPr/>
          </p:nvSpPr>
          <p:spPr>
            <a:xfrm>
              <a:off x="4508040" y="3189306"/>
              <a:ext cx="2238228" cy="1762676"/>
            </a:xfrm>
            <a:custGeom>
              <a:avLst/>
              <a:gdLst/>
              <a:ahLst/>
              <a:cxnLst/>
              <a:rect l="0" t="0" r="0" b="0"/>
              <a:pathLst>
                <a:path w="2238228" h="1762676">
                  <a:moveTo>
                    <a:pt x="52488" y="1689357"/>
                  </a:moveTo>
                  <a:lnTo>
                    <a:pt x="0" y="1696253"/>
                  </a:lnTo>
                  <a:lnTo>
                    <a:pt x="82128" y="1686049"/>
                  </a:lnTo>
                  <a:close/>
                  <a:moveTo>
                    <a:pt x="52488" y="1689357"/>
                  </a:moveTo>
                  <a:lnTo>
                    <a:pt x="11573" y="1700913"/>
                  </a:lnTo>
                  <a:lnTo>
                    <a:pt x="0" y="1696253"/>
                  </a:lnTo>
                  <a:close/>
                  <a:moveTo>
                    <a:pt x="87036" y="1686086"/>
                  </a:moveTo>
                  <a:lnTo>
                    <a:pt x="52488" y="1689357"/>
                  </a:lnTo>
                  <a:lnTo>
                    <a:pt x="82128" y="1686049"/>
                  </a:lnTo>
                  <a:close/>
                  <a:moveTo>
                    <a:pt x="318181" y="1491832"/>
                  </a:moveTo>
                  <a:lnTo>
                    <a:pt x="350523" y="1486609"/>
                  </a:lnTo>
                  <a:lnTo>
                    <a:pt x="394565" y="1436073"/>
                  </a:lnTo>
                  <a:close/>
                  <a:moveTo>
                    <a:pt x="273893" y="515935"/>
                  </a:moveTo>
                  <a:lnTo>
                    <a:pt x="285623" y="446605"/>
                  </a:lnTo>
                  <a:lnTo>
                    <a:pt x="264859" y="501098"/>
                  </a:lnTo>
                  <a:close/>
                  <a:moveTo>
                    <a:pt x="311176" y="395284"/>
                  </a:moveTo>
                  <a:lnTo>
                    <a:pt x="285623" y="446605"/>
                  </a:lnTo>
                  <a:lnTo>
                    <a:pt x="273893" y="515935"/>
                  </a:lnTo>
                  <a:close/>
                  <a:moveTo>
                    <a:pt x="269274" y="433721"/>
                  </a:moveTo>
                  <a:lnTo>
                    <a:pt x="311176" y="395284"/>
                  </a:lnTo>
                  <a:lnTo>
                    <a:pt x="273893" y="515935"/>
                  </a:lnTo>
                  <a:close/>
                  <a:moveTo>
                    <a:pt x="774094" y="664427"/>
                  </a:moveTo>
                  <a:lnTo>
                    <a:pt x="695757" y="650197"/>
                  </a:lnTo>
                  <a:lnTo>
                    <a:pt x="717478" y="667951"/>
                  </a:lnTo>
                  <a:close/>
                  <a:moveTo>
                    <a:pt x="695757" y="650197"/>
                  </a:moveTo>
                  <a:lnTo>
                    <a:pt x="774094" y="664427"/>
                  </a:lnTo>
                  <a:lnTo>
                    <a:pt x="816358" y="607242"/>
                  </a:lnTo>
                  <a:close/>
                  <a:moveTo>
                    <a:pt x="816358" y="607242"/>
                  </a:moveTo>
                  <a:lnTo>
                    <a:pt x="838212" y="598708"/>
                  </a:lnTo>
                  <a:lnTo>
                    <a:pt x="844475" y="565057"/>
                  </a:lnTo>
                  <a:close/>
                  <a:moveTo>
                    <a:pt x="774094" y="664427"/>
                  </a:moveTo>
                  <a:lnTo>
                    <a:pt x="834613" y="612038"/>
                  </a:lnTo>
                  <a:lnTo>
                    <a:pt x="816358" y="607242"/>
                  </a:lnTo>
                  <a:close/>
                  <a:moveTo>
                    <a:pt x="1924022" y="1762676"/>
                  </a:moveTo>
                  <a:lnTo>
                    <a:pt x="1915410" y="1759847"/>
                  </a:lnTo>
                  <a:lnTo>
                    <a:pt x="1868614" y="1754876"/>
                  </a:lnTo>
                  <a:close/>
                  <a:moveTo>
                    <a:pt x="1938890" y="1738969"/>
                  </a:moveTo>
                  <a:lnTo>
                    <a:pt x="1924022" y="1762676"/>
                  </a:lnTo>
                  <a:lnTo>
                    <a:pt x="1868614" y="1754876"/>
                  </a:lnTo>
                  <a:close/>
                  <a:moveTo>
                    <a:pt x="1938813" y="1677631"/>
                  </a:moveTo>
                  <a:lnTo>
                    <a:pt x="1924022" y="1762676"/>
                  </a:lnTo>
                  <a:lnTo>
                    <a:pt x="1938890" y="1738969"/>
                  </a:lnTo>
                  <a:close/>
                  <a:moveTo>
                    <a:pt x="1932384" y="1759847"/>
                  </a:moveTo>
                  <a:lnTo>
                    <a:pt x="1924022" y="1762676"/>
                  </a:lnTo>
                  <a:lnTo>
                    <a:pt x="1938813" y="1677631"/>
                  </a:lnTo>
                  <a:close/>
                  <a:moveTo>
                    <a:pt x="843432" y="533873"/>
                  </a:moveTo>
                  <a:lnTo>
                    <a:pt x="816358" y="607242"/>
                  </a:lnTo>
                  <a:lnTo>
                    <a:pt x="844475" y="565057"/>
                  </a:lnTo>
                  <a:close/>
                  <a:moveTo>
                    <a:pt x="1938813" y="1677631"/>
                  </a:moveTo>
                  <a:lnTo>
                    <a:pt x="1985256" y="1639195"/>
                  </a:lnTo>
                  <a:lnTo>
                    <a:pt x="1932384" y="1759847"/>
                  </a:lnTo>
                  <a:close/>
                  <a:moveTo>
                    <a:pt x="2147023" y="1592877"/>
                  </a:moveTo>
                  <a:lnTo>
                    <a:pt x="2098339" y="1626058"/>
                  </a:lnTo>
                  <a:lnTo>
                    <a:pt x="2214473" y="1566404"/>
                  </a:lnTo>
                  <a:close/>
                  <a:moveTo>
                    <a:pt x="2236048" y="1490596"/>
                  </a:moveTo>
                  <a:lnTo>
                    <a:pt x="2214473" y="1566404"/>
                  </a:lnTo>
                  <a:lnTo>
                    <a:pt x="2238228" y="1518544"/>
                  </a:lnTo>
                  <a:close/>
                  <a:moveTo>
                    <a:pt x="1341320" y="100686"/>
                  </a:moveTo>
                  <a:lnTo>
                    <a:pt x="1402456" y="50607"/>
                  </a:lnTo>
                  <a:lnTo>
                    <a:pt x="1450200" y="13912"/>
                  </a:lnTo>
                  <a:close/>
                  <a:moveTo>
                    <a:pt x="1988927" y="469303"/>
                  </a:moveTo>
                  <a:lnTo>
                    <a:pt x="1971573" y="581083"/>
                  </a:lnTo>
                  <a:lnTo>
                    <a:pt x="1975284" y="580486"/>
                  </a:lnTo>
                  <a:close/>
                  <a:moveTo>
                    <a:pt x="1988927" y="469303"/>
                  </a:moveTo>
                  <a:lnTo>
                    <a:pt x="1975284" y="580486"/>
                  </a:lnTo>
                  <a:lnTo>
                    <a:pt x="1975330" y="581083"/>
                  </a:lnTo>
                  <a:close/>
                  <a:moveTo>
                    <a:pt x="1454831" y="0"/>
                  </a:moveTo>
                  <a:lnTo>
                    <a:pt x="1450200" y="13912"/>
                  </a:lnTo>
                  <a:lnTo>
                    <a:pt x="1455447" y="557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60" name="Candidate_density__2059">
              <a:extLst>
                <a:ext uri="{FF2B5EF4-FFF2-40B4-BE49-F238E27FC236}">
                  <a16:creationId xmlns:a16="http://schemas.microsoft.com/office/drawing/2014/main" id="{DAF09EA1-A2FB-178D-9E45-47436AF4F2FE}"/>
                </a:ext>
              </a:extLst>
            </p:cNvPr>
            <p:cNvSpPr>
              <a:spLocks noGrp="1"/>
            </p:cNvSpPr>
            <p:nvPr/>
          </p:nvSpPr>
          <p:spPr>
            <a:xfrm>
              <a:off x="4497305" y="2251662"/>
              <a:ext cx="2284587" cy="2708719"/>
            </a:xfrm>
            <a:custGeom>
              <a:avLst/>
              <a:gdLst/>
              <a:ahLst/>
              <a:cxnLst/>
              <a:rect l="0" t="0" r="0" b="0"/>
              <a:pathLst>
                <a:path w="2284587" h="2708719">
                  <a:moveTo>
                    <a:pt x="0" y="2627001"/>
                  </a:moveTo>
                  <a:lnTo>
                    <a:pt x="10735" y="2633897"/>
                  </a:lnTo>
                  <a:lnTo>
                    <a:pt x="22308" y="2638556"/>
                  </a:lnTo>
                  <a:close/>
                  <a:moveTo>
                    <a:pt x="0" y="2627001"/>
                  </a:moveTo>
                  <a:lnTo>
                    <a:pt x="22308" y="2638556"/>
                  </a:lnTo>
                  <a:lnTo>
                    <a:pt x="86005" y="2670780"/>
                  </a:lnTo>
                  <a:close/>
                  <a:moveTo>
                    <a:pt x="300075" y="2380261"/>
                  </a:moveTo>
                  <a:lnTo>
                    <a:pt x="389743" y="2429476"/>
                  </a:lnTo>
                  <a:lnTo>
                    <a:pt x="361258" y="2424253"/>
                  </a:lnTo>
                  <a:close/>
                  <a:moveTo>
                    <a:pt x="498071" y="2226714"/>
                  </a:moveTo>
                  <a:lnTo>
                    <a:pt x="422072" y="2221220"/>
                  </a:lnTo>
                  <a:lnTo>
                    <a:pt x="427447" y="2226610"/>
                  </a:lnTo>
                  <a:close/>
                  <a:moveTo>
                    <a:pt x="543043" y="2270388"/>
                  </a:moveTo>
                  <a:lnTo>
                    <a:pt x="498071" y="2226714"/>
                  </a:lnTo>
                  <a:lnTo>
                    <a:pt x="452208" y="2217078"/>
                  </a:lnTo>
                  <a:close/>
                  <a:moveTo>
                    <a:pt x="673690" y="2326008"/>
                  </a:moveTo>
                  <a:lnTo>
                    <a:pt x="748714" y="2327851"/>
                  </a:lnTo>
                  <a:lnTo>
                    <a:pt x="785514" y="2250239"/>
                  </a:lnTo>
                  <a:close/>
                  <a:moveTo>
                    <a:pt x="888380" y="2193516"/>
                  </a:moveTo>
                  <a:lnTo>
                    <a:pt x="891758" y="2202193"/>
                  </a:lnTo>
                  <a:lnTo>
                    <a:pt x="904621" y="2201700"/>
                  </a:lnTo>
                  <a:close/>
                  <a:moveTo>
                    <a:pt x="925224" y="2193516"/>
                  </a:moveTo>
                  <a:lnTo>
                    <a:pt x="904621" y="2201700"/>
                  </a:lnTo>
                  <a:lnTo>
                    <a:pt x="891758" y="2202193"/>
                  </a:lnTo>
                  <a:close/>
                  <a:moveTo>
                    <a:pt x="888380" y="2193516"/>
                  </a:moveTo>
                  <a:lnTo>
                    <a:pt x="904621" y="2201700"/>
                  </a:lnTo>
                  <a:lnTo>
                    <a:pt x="942645" y="2160823"/>
                  </a:lnTo>
                  <a:close/>
                  <a:moveTo>
                    <a:pt x="321911" y="1332928"/>
                  </a:moveTo>
                  <a:lnTo>
                    <a:pt x="280009" y="1371365"/>
                  </a:lnTo>
                  <a:lnTo>
                    <a:pt x="337677" y="1260076"/>
                  </a:lnTo>
                  <a:close/>
                  <a:moveTo>
                    <a:pt x="280009" y="1371365"/>
                  </a:moveTo>
                  <a:lnTo>
                    <a:pt x="303309" y="1346784"/>
                  </a:lnTo>
                  <a:lnTo>
                    <a:pt x="337677" y="1260076"/>
                  </a:lnTo>
                  <a:close/>
                  <a:moveTo>
                    <a:pt x="560045" y="1318958"/>
                  </a:moveTo>
                  <a:lnTo>
                    <a:pt x="470034" y="1301757"/>
                  </a:lnTo>
                  <a:lnTo>
                    <a:pt x="534503" y="1309937"/>
                  </a:lnTo>
                  <a:close/>
                  <a:moveTo>
                    <a:pt x="480295" y="1299445"/>
                  </a:moveTo>
                  <a:lnTo>
                    <a:pt x="560045" y="1318958"/>
                  </a:lnTo>
                  <a:lnTo>
                    <a:pt x="608922" y="1286495"/>
                  </a:lnTo>
                  <a:close/>
                  <a:moveTo>
                    <a:pt x="1879349" y="2692520"/>
                  </a:moveTo>
                  <a:lnTo>
                    <a:pt x="1809151" y="2708719"/>
                  </a:lnTo>
                  <a:lnTo>
                    <a:pt x="1770044" y="2673544"/>
                  </a:lnTo>
                  <a:close/>
                  <a:moveTo>
                    <a:pt x="1879349" y="2692520"/>
                  </a:moveTo>
                  <a:lnTo>
                    <a:pt x="1926145" y="2697491"/>
                  </a:lnTo>
                  <a:lnTo>
                    <a:pt x="1859752" y="2682707"/>
                  </a:lnTo>
                  <a:close/>
                  <a:moveTo>
                    <a:pt x="1879349" y="2692520"/>
                  </a:moveTo>
                  <a:lnTo>
                    <a:pt x="1859752" y="2682707"/>
                  </a:lnTo>
                  <a:lnTo>
                    <a:pt x="1809151" y="2708719"/>
                  </a:lnTo>
                  <a:close/>
                  <a:moveTo>
                    <a:pt x="1198746" y="1819805"/>
                  </a:moveTo>
                  <a:lnTo>
                    <a:pt x="1212872" y="1722541"/>
                  </a:lnTo>
                  <a:lnTo>
                    <a:pt x="1170225" y="1776625"/>
                  </a:lnTo>
                  <a:close/>
                  <a:moveTo>
                    <a:pt x="1121793" y="1810746"/>
                  </a:moveTo>
                  <a:lnTo>
                    <a:pt x="1198746" y="1819805"/>
                  </a:lnTo>
                  <a:lnTo>
                    <a:pt x="1170225" y="1776625"/>
                  </a:lnTo>
                  <a:close/>
                  <a:moveTo>
                    <a:pt x="488663" y="585966"/>
                  </a:moveTo>
                  <a:lnTo>
                    <a:pt x="462198" y="565240"/>
                  </a:lnTo>
                  <a:lnTo>
                    <a:pt x="454649" y="557949"/>
                  </a:lnTo>
                  <a:close/>
                  <a:moveTo>
                    <a:pt x="2225208" y="2504048"/>
                  </a:moveTo>
                  <a:lnTo>
                    <a:pt x="2246782" y="2428240"/>
                  </a:lnTo>
                  <a:lnTo>
                    <a:pt x="2197123" y="2462499"/>
                  </a:lnTo>
                  <a:close/>
                  <a:moveTo>
                    <a:pt x="2157758" y="2530521"/>
                  </a:moveTo>
                  <a:lnTo>
                    <a:pt x="2225208" y="2504048"/>
                  </a:lnTo>
                  <a:lnTo>
                    <a:pt x="2197123" y="2462499"/>
                  </a:lnTo>
                  <a:close/>
                  <a:moveTo>
                    <a:pt x="2248963" y="2456187"/>
                  </a:moveTo>
                  <a:lnTo>
                    <a:pt x="2253726" y="2395470"/>
                  </a:lnTo>
                  <a:lnTo>
                    <a:pt x="2246782" y="2428240"/>
                  </a:lnTo>
                  <a:close/>
                  <a:moveTo>
                    <a:pt x="2284587" y="2335536"/>
                  </a:moveTo>
                  <a:lnTo>
                    <a:pt x="2253726" y="2395470"/>
                  </a:lnTo>
                  <a:lnTo>
                    <a:pt x="2248963" y="2456187"/>
                  </a:lnTo>
                  <a:close/>
                  <a:moveTo>
                    <a:pt x="1806546" y="2043316"/>
                  </a:moveTo>
                  <a:lnTo>
                    <a:pt x="1857761" y="1966199"/>
                  </a:lnTo>
                  <a:lnTo>
                    <a:pt x="1813234" y="2045112"/>
                  </a:lnTo>
                  <a:close/>
                  <a:moveTo>
                    <a:pt x="1806546" y="2043316"/>
                  </a:moveTo>
                  <a:lnTo>
                    <a:pt x="1803354" y="2041439"/>
                  </a:lnTo>
                  <a:lnTo>
                    <a:pt x="1855817" y="1962897"/>
                  </a:lnTo>
                  <a:close/>
                  <a:moveTo>
                    <a:pt x="1039620" y="1136571"/>
                  </a:moveTo>
                  <a:lnTo>
                    <a:pt x="1109179" y="1117980"/>
                  </a:lnTo>
                  <a:lnTo>
                    <a:pt x="1153278" y="1067657"/>
                  </a:lnTo>
                  <a:close/>
                  <a:moveTo>
                    <a:pt x="1109179" y="1117980"/>
                  </a:moveTo>
                  <a:lnTo>
                    <a:pt x="1183888" y="1118649"/>
                  </a:lnTo>
                  <a:lnTo>
                    <a:pt x="1232524" y="1085285"/>
                  </a:lnTo>
                  <a:close/>
                  <a:moveTo>
                    <a:pt x="532018" y="280158"/>
                  </a:moveTo>
                  <a:lnTo>
                    <a:pt x="506431" y="321148"/>
                  </a:lnTo>
                  <a:lnTo>
                    <a:pt x="543076" y="302045"/>
                  </a:lnTo>
                  <a:close/>
                  <a:moveTo>
                    <a:pt x="543076" y="302045"/>
                  </a:moveTo>
                  <a:lnTo>
                    <a:pt x="506431" y="321148"/>
                  </a:lnTo>
                  <a:lnTo>
                    <a:pt x="492028" y="383046"/>
                  </a:lnTo>
                  <a:close/>
                  <a:moveTo>
                    <a:pt x="532018" y="280158"/>
                  </a:moveTo>
                  <a:lnTo>
                    <a:pt x="543076" y="302045"/>
                  </a:lnTo>
                  <a:lnTo>
                    <a:pt x="563652" y="256430"/>
                  </a:lnTo>
                  <a:close/>
                  <a:moveTo>
                    <a:pt x="147627" y="30817"/>
                  </a:moveTo>
                  <a:lnTo>
                    <a:pt x="221965" y="30094"/>
                  </a:lnTo>
                  <a:lnTo>
                    <a:pt x="275831" y="16288"/>
                  </a:lnTo>
                  <a:close/>
                  <a:moveTo>
                    <a:pt x="275831" y="16288"/>
                  </a:moveTo>
                  <a:lnTo>
                    <a:pt x="221965" y="30094"/>
                  </a:lnTo>
                  <a:lnTo>
                    <a:pt x="346005" y="0"/>
                  </a:lnTo>
                  <a:close/>
                  <a:moveTo>
                    <a:pt x="2259458" y="2317843"/>
                  </a:moveTo>
                  <a:lnTo>
                    <a:pt x="2253726" y="2395470"/>
                  </a:lnTo>
                  <a:lnTo>
                    <a:pt x="2284587" y="2335536"/>
                  </a:lnTo>
                  <a:close/>
                  <a:moveTo>
                    <a:pt x="2230986" y="2240898"/>
                  </a:moveTo>
                  <a:lnTo>
                    <a:pt x="2259458" y="2317843"/>
                  </a:lnTo>
                  <a:lnTo>
                    <a:pt x="2284587" y="2335536"/>
                  </a:lnTo>
                  <a:close/>
                  <a:moveTo>
                    <a:pt x="1866663" y="1894349"/>
                  </a:moveTo>
                  <a:lnTo>
                    <a:pt x="1913629" y="1959878"/>
                  </a:lnTo>
                  <a:lnTo>
                    <a:pt x="1895413" y="1924460"/>
                  </a:lnTo>
                  <a:close/>
                  <a:moveTo>
                    <a:pt x="746961" y="497160"/>
                  </a:moveTo>
                  <a:lnTo>
                    <a:pt x="763105" y="609019"/>
                  </a:lnTo>
                  <a:lnTo>
                    <a:pt x="769471" y="526804"/>
                  </a:lnTo>
                  <a:close/>
                  <a:moveTo>
                    <a:pt x="800177" y="444588"/>
                  </a:moveTo>
                  <a:lnTo>
                    <a:pt x="826578" y="406152"/>
                  </a:lnTo>
                  <a:lnTo>
                    <a:pt x="818576" y="437031"/>
                  </a:lnTo>
                  <a:close/>
                  <a:moveTo>
                    <a:pt x="531657" y="200263"/>
                  </a:moveTo>
                  <a:lnTo>
                    <a:pt x="563652" y="256430"/>
                  </a:lnTo>
                  <a:lnTo>
                    <a:pt x="580049" y="159507"/>
                  </a:lnTo>
                  <a:close/>
                  <a:moveTo>
                    <a:pt x="532018" y="280158"/>
                  </a:moveTo>
                  <a:lnTo>
                    <a:pt x="563652" y="256430"/>
                  </a:lnTo>
                  <a:lnTo>
                    <a:pt x="531657" y="200263"/>
                  </a:lnTo>
                  <a:close/>
                  <a:moveTo>
                    <a:pt x="1852863" y="1605291"/>
                  </a:moveTo>
                  <a:lnTo>
                    <a:pt x="1873056" y="1592978"/>
                  </a:lnTo>
                  <a:lnTo>
                    <a:pt x="1889015" y="1518727"/>
                  </a:lnTo>
                  <a:close/>
                  <a:moveTo>
                    <a:pt x="1900841" y="1626879"/>
                  </a:moveTo>
                  <a:lnTo>
                    <a:pt x="1873056" y="1592978"/>
                  </a:lnTo>
                  <a:lnTo>
                    <a:pt x="1852863" y="1605291"/>
                  </a:lnTo>
                  <a:close/>
                  <a:moveTo>
                    <a:pt x="1900841" y="1626879"/>
                  </a:moveTo>
                  <a:lnTo>
                    <a:pt x="1895114" y="1675450"/>
                  </a:lnTo>
                  <a:lnTo>
                    <a:pt x="1907013" y="1639378"/>
                  </a:lnTo>
                  <a:close/>
                  <a:moveTo>
                    <a:pt x="1900841" y="1626879"/>
                  </a:moveTo>
                  <a:lnTo>
                    <a:pt x="1907013" y="1639378"/>
                  </a:lnTo>
                  <a:lnTo>
                    <a:pt x="1873056" y="1592978"/>
                  </a:lnTo>
                  <a:close/>
                  <a:moveTo>
                    <a:pt x="1397928" y="994643"/>
                  </a:moveTo>
                  <a:lnTo>
                    <a:pt x="1352054" y="1038330"/>
                  </a:lnTo>
                  <a:lnTo>
                    <a:pt x="1460935" y="951556"/>
                  </a:lnTo>
                  <a:close/>
                  <a:moveTo>
                    <a:pt x="1941264" y="1417595"/>
                  </a:moveTo>
                  <a:lnTo>
                    <a:pt x="1889015" y="1518727"/>
                  </a:lnTo>
                  <a:lnTo>
                    <a:pt x="1897277" y="1468335"/>
                  </a:lnTo>
                  <a:close/>
                  <a:moveTo>
                    <a:pt x="1897277" y="1468335"/>
                  </a:moveTo>
                  <a:lnTo>
                    <a:pt x="1982308" y="1518727"/>
                  </a:lnTo>
                  <a:lnTo>
                    <a:pt x="1941264" y="1417595"/>
                  </a:lnTo>
                  <a:close/>
                  <a:moveTo>
                    <a:pt x="1941264" y="1417595"/>
                  </a:moveTo>
                  <a:lnTo>
                    <a:pt x="1982308" y="1518727"/>
                  </a:lnTo>
                  <a:lnTo>
                    <a:pt x="1999662" y="1406947"/>
                  </a:lnTo>
                  <a:close/>
                  <a:moveTo>
                    <a:pt x="1999662" y="1406947"/>
                  </a:moveTo>
                  <a:lnTo>
                    <a:pt x="1980455" y="1398076"/>
                  </a:lnTo>
                  <a:lnTo>
                    <a:pt x="1941264" y="1417595"/>
                  </a:lnTo>
                  <a:close/>
                  <a:moveTo>
                    <a:pt x="1980455" y="1398076"/>
                  </a:moveTo>
                  <a:lnTo>
                    <a:pt x="1999662" y="1406947"/>
                  </a:lnTo>
                  <a:lnTo>
                    <a:pt x="2007277" y="1385750"/>
                  </a:lnTo>
                  <a:close/>
                  <a:moveTo>
                    <a:pt x="1465566" y="937644"/>
                  </a:moveTo>
                  <a:lnTo>
                    <a:pt x="1397928" y="994643"/>
                  </a:lnTo>
                  <a:lnTo>
                    <a:pt x="1460935" y="951556"/>
                  </a:lnTo>
                  <a:close/>
                  <a:moveTo>
                    <a:pt x="1441931" y="856766"/>
                  </a:moveTo>
                  <a:lnTo>
                    <a:pt x="1466181" y="943221"/>
                  </a:lnTo>
                  <a:lnTo>
                    <a:pt x="1445652" y="861006"/>
                  </a:lnTo>
                  <a:close/>
                  <a:moveTo>
                    <a:pt x="1441931" y="856766"/>
                  </a:moveTo>
                  <a:lnTo>
                    <a:pt x="1465566" y="937644"/>
                  </a:lnTo>
                  <a:lnTo>
                    <a:pt x="1466181" y="943221"/>
                  </a:lnTo>
                  <a:close/>
                  <a:moveTo>
                    <a:pt x="1425723" y="769851"/>
                  </a:moveTo>
                  <a:lnTo>
                    <a:pt x="1435461" y="740355"/>
                  </a:lnTo>
                  <a:lnTo>
                    <a:pt x="1396810" y="775263"/>
                  </a:lnTo>
                  <a:close/>
                  <a:moveTo>
                    <a:pt x="1425723" y="769851"/>
                  </a:moveTo>
                  <a:lnTo>
                    <a:pt x="1441931" y="856766"/>
                  </a:lnTo>
                  <a:lnTo>
                    <a:pt x="1445652" y="861006"/>
                  </a:lnTo>
                  <a:close/>
                  <a:moveTo>
                    <a:pt x="1435461" y="740355"/>
                  </a:moveTo>
                  <a:lnTo>
                    <a:pt x="1425723" y="769851"/>
                  </a:lnTo>
                  <a:lnTo>
                    <a:pt x="1445739" y="679539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61" name="Candidate_density__2060">
              <a:extLst>
                <a:ext uri="{FF2B5EF4-FFF2-40B4-BE49-F238E27FC236}">
                  <a16:creationId xmlns:a16="http://schemas.microsoft.com/office/drawing/2014/main" id="{708AEC55-C4A3-DBD4-C5D4-BA908551573C}"/>
                </a:ext>
              </a:extLst>
            </p:cNvPr>
            <p:cNvSpPr>
              <a:spLocks noGrp="1"/>
            </p:cNvSpPr>
            <p:nvPr/>
          </p:nvSpPr>
          <p:spPr>
            <a:xfrm>
              <a:off x="4419384" y="2316537"/>
              <a:ext cx="2123910" cy="2786361"/>
            </a:xfrm>
            <a:custGeom>
              <a:avLst/>
              <a:gdLst/>
              <a:ahLst/>
              <a:cxnLst/>
              <a:rect l="0" t="0" r="0" b="0"/>
              <a:pathLst>
                <a:path w="2123910" h="2786361">
                  <a:moveTo>
                    <a:pt x="57989" y="2393769"/>
                  </a:moveTo>
                  <a:lnTo>
                    <a:pt x="49351" y="2397696"/>
                  </a:lnTo>
                  <a:lnTo>
                    <a:pt x="107978" y="2387452"/>
                  </a:lnTo>
                  <a:close/>
                  <a:moveTo>
                    <a:pt x="49351" y="2397696"/>
                  </a:moveTo>
                  <a:lnTo>
                    <a:pt x="0" y="2477599"/>
                  </a:lnTo>
                  <a:lnTo>
                    <a:pt x="107978" y="2387452"/>
                  </a:lnTo>
                  <a:close/>
                  <a:moveTo>
                    <a:pt x="107978" y="2387452"/>
                  </a:moveTo>
                  <a:lnTo>
                    <a:pt x="0" y="2477599"/>
                  </a:lnTo>
                  <a:lnTo>
                    <a:pt x="49596" y="2441474"/>
                  </a:lnTo>
                  <a:close/>
                  <a:moveTo>
                    <a:pt x="57989" y="2393769"/>
                  </a:moveTo>
                  <a:lnTo>
                    <a:pt x="107978" y="2387452"/>
                  </a:lnTo>
                  <a:lnTo>
                    <a:pt x="180295" y="2379176"/>
                  </a:lnTo>
                  <a:close/>
                  <a:moveTo>
                    <a:pt x="313992" y="2169983"/>
                  </a:moveTo>
                  <a:lnTo>
                    <a:pt x="263453" y="2200171"/>
                  </a:lnTo>
                  <a:lnTo>
                    <a:pt x="350435" y="2177107"/>
                  </a:lnTo>
                  <a:close/>
                  <a:moveTo>
                    <a:pt x="471378" y="1876653"/>
                  </a:moveTo>
                  <a:lnTo>
                    <a:pt x="458390" y="1958868"/>
                  </a:lnTo>
                  <a:lnTo>
                    <a:pt x="552702" y="1920432"/>
                  </a:lnTo>
                  <a:close/>
                  <a:moveTo>
                    <a:pt x="471378" y="1876653"/>
                  </a:moveTo>
                  <a:lnTo>
                    <a:pt x="552702" y="1920432"/>
                  </a:lnTo>
                  <a:lnTo>
                    <a:pt x="512872" y="1838216"/>
                  </a:lnTo>
                  <a:close/>
                  <a:moveTo>
                    <a:pt x="449237" y="1794438"/>
                  </a:moveTo>
                  <a:lnTo>
                    <a:pt x="471378" y="1876653"/>
                  </a:lnTo>
                  <a:lnTo>
                    <a:pt x="512872" y="1838216"/>
                  </a:lnTo>
                  <a:close/>
                  <a:moveTo>
                    <a:pt x="449237" y="1794438"/>
                  </a:moveTo>
                  <a:lnTo>
                    <a:pt x="512872" y="1838216"/>
                  </a:lnTo>
                  <a:lnTo>
                    <a:pt x="508350" y="1756001"/>
                  </a:lnTo>
                  <a:close/>
                  <a:moveTo>
                    <a:pt x="517088" y="1726403"/>
                  </a:moveTo>
                  <a:lnTo>
                    <a:pt x="449237" y="1794438"/>
                  </a:lnTo>
                  <a:lnTo>
                    <a:pt x="508350" y="1756001"/>
                  </a:lnTo>
                  <a:close/>
                  <a:moveTo>
                    <a:pt x="1493899" y="2786361"/>
                  </a:moveTo>
                  <a:lnTo>
                    <a:pt x="1517502" y="2743664"/>
                  </a:lnTo>
                  <a:lnTo>
                    <a:pt x="1429246" y="2742583"/>
                  </a:lnTo>
                  <a:close/>
                  <a:moveTo>
                    <a:pt x="512872" y="1838216"/>
                  </a:moveTo>
                  <a:lnTo>
                    <a:pt x="576124" y="1914626"/>
                  </a:lnTo>
                  <a:lnTo>
                    <a:pt x="577095" y="1813744"/>
                  </a:lnTo>
                  <a:close/>
                  <a:moveTo>
                    <a:pt x="512872" y="1838216"/>
                  </a:moveTo>
                  <a:lnTo>
                    <a:pt x="552702" y="1920432"/>
                  </a:lnTo>
                  <a:lnTo>
                    <a:pt x="576124" y="1914626"/>
                  </a:lnTo>
                  <a:close/>
                  <a:moveTo>
                    <a:pt x="508350" y="1756001"/>
                  </a:moveTo>
                  <a:lnTo>
                    <a:pt x="577095" y="1813744"/>
                  </a:lnTo>
                  <a:lnTo>
                    <a:pt x="549371" y="1736191"/>
                  </a:lnTo>
                  <a:close/>
                  <a:moveTo>
                    <a:pt x="508350" y="1756001"/>
                  </a:moveTo>
                  <a:lnTo>
                    <a:pt x="512872" y="1838216"/>
                  </a:lnTo>
                  <a:lnTo>
                    <a:pt x="577095" y="1813744"/>
                  </a:lnTo>
                  <a:close/>
                  <a:moveTo>
                    <a:pt x="577095" y="1813744"/>
                  </a:moveTo>
                  <a:lnTo>
                    <a:pt x="646356" y="1717937"/>
                  </a:lnTo>
                  <a:lnTo>
                    <a:pt x="549371" y="1736191"/>
                  </a:lnTo>
                  <a:close/>
                  <a:moveTo>
                    <a:pt x="508350" y="1756001"/>
                  </a:moveTo>
                  <a:lnTo>
                    <a:pt x="549371" y="1736191"/>
                  </a:lnTo>
                  <a:lnTo>
                    <a:pt x="517088" y="1726403"/>
                  </a:lnTo>
                  <a:close/>
                  <a:moveTo>
                    <a:pt x="517088" y="1726403"/>
                  </a:moveTo>
                  <a:lnTo>
                    <a:pt x="549371" y="1736191"/>
                  </a:lnTo>
                  <a:lnTo>
                    <a:pt x="585496" y="1703513"/>
                  </a:lnTo>
                  <a:close/>
                  <a:moveTo>
                    <a:pt x="774815" y="1774186"/>
                  </a:moveTo>
                  <a:lnTo>
                    <a:pt x="756452" y="1848827"/>
                  </a:lnTo>
                  <a:lnTo>
                    <a:pt x="814786" y="1761344"/>
                  </a:lnTo>
                  <a:close/>
                  <a:moveTo>
                    <a:pt x="849484" y="1702797"/>
                  </a:moveTo>
                  <a:lnTo>
                    <a:pt x="774815" y="1774186"/>
                  </a:lnTo>
                  <a:lnTo>
                    <a:pt x="814786" y="1761344"/>
                  </a:lnTo>
                  <a:close/>
                  <a:moveTo>
                    <a:pt x="398942" y="1470920"/>
                  </a:moveTo>
                  <a:lnTo>
                    <a:pt x="480569" y="1531351"/>
                  </a:lnTo>
                  <a:lnTo>
                    <a:pt x="456510" y="1450817"/>
                  </a:lnTo>
                  <a:close/>
                  <a:moveTo>
                    <a:pt x="456510" y="1450817"/>
                  </a:moveTo>
                  <a:lnTo>
                    <a:pt x="422209" y="1435118"/>
                  </a:lnTo>
                  <a:lnTo>
                    <a:pt x="398942" y="1470920"/>
                  </a:lnTo>
                  <a:close/>
                  <a:moveTo>
                    <a:pt x="528056" y="1353152"/>
                  </a:moveTo>
                  <a:lnTo>
                    <a:pt x="429639" y="1388704"/>
                  </a:lnTo>
                  <a:lnTo>
                    <a:pt x="535287" y="1364043"/>
                  </a:lnTo>
                  <a:close/>
                  <a:moveTo>
                    <a:pt x="429639" y="1388704"/>
                  </a:moveTo>
                  <a:lnTo>
                    <a:pt x="422209" y="1435118"/>
                  </a:lnTo>
                  <a:lnTo>
                    <a:pt x="535287" y="1364043"/>
                  </a:lnTo>
                  <a:close/>
                  <a:moveTo>
                    <a:pt x="535287" y="1364043"/>
                  </a:moveTo>
                  <a:lnTo>
                    <a:pt x="422209" y="1435118"/>
                  </a:lnTo>
                  <a:lnTo>
                    <a:pt x="507966" y="1432483"/>
                  </a:lnTo>
                  <a:close/>
                  <a:moveTo>
                    <a:pt x="507966" y="1432483"/>
                  </a:moveTo>
                  <a:lnTo>
                    <a:pt x="422209" y="1435118"/>
                  </a:lnTo>
                  <a:lnTo>
                    <a:pt x="456510" y="1450817"/>
                  </a:lnTo>
                  <a:close/>
                  <a:moveTo>
                    <a:pt x="814786" y="1761344"/>
                  </a:moveTo>
                  <a:lnTo>
                    <a:pt x="920002" y="1816836"/>
                  </a:lnTo>
                  <a:lnTo>
                    <a:pt x="898918" y="1733884"/>
                  </a:lnTo>
                  <a:close/>
                  <a:moveTo>
                    <a:pt x="920002" y="1816836"/>
                  </a:moveTo>
                  <a:lnTo>
                    <a:pt x="986592" y="1723200"/>
                  </a:lnTo>
                  <a:lnTo>
                    <a:pt x="898918" y="1733884"/>
                  </a:lnTo>
                  <a:close/>
                  <a:moveTo>
                    <a:pt x="849484" y="1702797"/>
                  </a:moveTo>
                  <a:lnTo>
                    <a:pt x="814786" y="1761344"/>
                  </a:lnTo>
                  <a:lnTo>
                    <a:pt x="898918" y="1733884"/>
                  </a:lnTo>
                  <a:close/>
                  <a:moveTo>
                    <a:pt x="535287" y="1364043"/>
                  </a:moveTo>
                  <a:lnTo>
                    <a:pt x="507966" y="1432483"/>
                  </a:lnTo>
                  <a:lnTo>
                    <a:pt x="572592" y="1417037"/>
                  </a:lnTo>
                  <a:close/>
                  <a:moveTo>
                    <a:pt x="665853" y="1358344"/>
                  </a:moveTo>
                  <a:lnTo>
                    <a:pt x="572592" y="1417037"/>
                  </a:lnTo>
                  <a:lnTo>
                    <a:pt x="646675" y="1394046"/>
                  </a:lnTo>
                  <a:close/>
                  <a:moveTo>
                    <a:pt x="535287" y="1364043"/>
                  </a:moveTo>
                  <a:lnTo>
                    <a:pt x="572592" y="1417037"/>
                  </a:lnTo>
                  <a:lnTo>
                    <a:pt x="665853" y="1358344"/>
                  </a:lnTo>
                  <a:close/>
                  <a:moveTo>
                    <a:pt x="1093064" y="1625783"/>
                  </a:moveTo>
                  <a:lnTo>
                    <a:pt x="987173" y="1722907"/>
                  </a:lnTo>
                  <a:lnTo>
                    <a:pt x="1071240" y="1684471"/>
                  </a:lnTo>
                  <a:close/>
                  <a:moveTo>
                    <a:pt x="777057" y="1280260"/>
                  </a:moveTo>
                  <a:lnTo>
                    <a:pt x="722166" y="1311831"/>
                  </a:lnTo>
                  <a:lnTo>
                    <a:pt x="665853" y="1358344"/>
                  </a:lnTo>
                  <a:close/>
                  <a:moveTo>
                    <a:pt x="699891" y="379713"/>
                  </a:moveTo>
                  <a:lnTo>
                    <a:pt x="710223" y="297498"/>
                  </a:lnTo>
                  <a:lnTo>
                    <a:pt x="683871" y="386239"/>
                  </a:lnTo>
                  <a:close/>
                  <a:moveTo>
                    <a:pt x="710223" y="297498"/>
                  </a:moveTo>
                  <a:lnTo>
                    <a:pt x="634469" y="326310"/>
                  </a:lnTo>
                  <a:lnTo>
                    <a:pt x="683871" y="386239"/>
                  </a:lnTo>
                  <a:close/>
                  <a:moveTo>
                    <a:pt x="1319735" y="1055143"/>
                  </a:moveTo>
                  <a:lnTo>
                    <a:pt x="1290758" y="1119649"/>
                  </a:lnTo>
                  <a:lnTo>
                    <a:pt x="1360694" y="1100376"/>
                  </a:lnTo>
                  <a:close/>
                  <a:moveTo>
                    <a:pt x="1185265" y="790789"/>
                  </a:moveTo>
                  <a:lnTo>
                    <a:pt x="1290718" y="834567"/>
                  </a:lnTo>
                  <a:lnTo>
                    <a:pt x="1260631" y="752352"/>
                  </a:lnTo>
                  <a:close/>
                  <a:moveTo>
                    <a:pt x="710223" y="297498"/>
                  </a:moveTo>
                  <a:lnTo>
                    <a:pt x="802844" y="350108"/>
                  </a:lnTo>
                  <a:lnTo>
                    <a:pt x="770755" y="276104"/>
                  </a:lnTo>
                  <a:close/>
                  <a:moveTo>
                    <a:pt x="710223" y="297498"/>
                  </a:moveTo>
                  <a:lnTo>
                    <a:pt x="699891" y="379713"/>
                  </a:lnTo>
                  <a:lnTo>
                    <a:pt x="802844" y="350108"/>
                  </a:lnTo>
                  <a:close/>
                  <a:moveTo>
                    <a:pt x="802844" y="350108"/>
                  </a:moveTo>
                  <a:lnTo>
                    <a:pt x="860281" y="263913"/>
                  </a:lnTo>
                  <a:lnTo>
                    <a:pt x="770755" y="276104"/>
                  </a:lnTo>
                  <a:close/>
                  <a:moveTo>
                    <a:pt x="770755" y="276104"/>
                  </a:moveTo>
                  <a:lnTo>
                    <a:pt x="710666" y="215283"/>
                  </a:lnTo>
                  <a:lnTo>
                    <a:pt x="710223" y="297498"/>
                  </a:lnTo>
                  <a:close/>
                  <a:moveTo>
                    <a:pt x="731175" y="208190"/>
                  </a:moveTo>
                  <a:lnTo>
                    <a:pt x="710666" y="215283"/>
                  </a:lnTo>
                  <a:lnTo>
                    <a:pt x="770755" y="276104"/>
                  </a:lnTo>
                  <a:close/>
                  <a:moveTo>
                    <a:pt x="770755" y="276104"/>
                  </a:moveTo>
                  <a:lnTo>
                    <a:pt x="832165" y="186678"/>
                  </a:lnTo>
                  <a:lnTo>
                    <a:pt x="731175" y="208190"/>
                  </a:lnTo>
                  <a:close/>
                  <a:moveTo>
                    <a:pt x="752838" y="113698"/>
                  </a:moveTo>
                  <a:lnTo>
                    <a:pt x="710666" y="215283"/>
                  </a:lnTo>
                  <a:lnTo>
                    <a:pt x="731175" y="208190"/>
                  </a:lnTo>
                  <a:close/>
                  <a:moveTo>
                    <a:pt x="504986" y="50852"/>
                  </a:moveTo>
                  <a:lnTo>
                    <a:pt x="538419" y="43528"/>
                  </a:lnTo>
                  <a:lnTo>
                    <a:pt x="515809" y="0"/>
                  </a:lnTo>
                  <a:close/>
                  <a:moveTo>
                    <a:pt x="1290718" y="834567"/>
                  </a:moveTo>
                  <a:lnTo>
                    <a:pt x="1343666" y="914035"/>
                  </a:lnTo>
                  <a:lnTo>
                    <a:pt x="1331545" y="823797"/>
                  </a:lnTo>
                  <a:close/>
                  <a:moveTo>
                    <a:pt x="1341607" y="921719"/>
                  </a:moveTo>
                  <a:lnTo>
                    <a:pt x="1438481" y="878346"/>
                  </a:lnTo>
                  <a:lnTo>
                    <a:pt x="1343666" y="914035"/>
                  </a:lnTo>
                  <a:close/>
                  <a:moveTo>
                    <a:pt x="1438481" y="878346"/>
                  </a:moveTo>
                  <a:lnTo>
                    <a:pt x="1442443" y="804867"/>
                  </a:lnTo>
                  <a:lnTo>
                    <a:pt x="1343666" y="914035"/>
                  </a:lnTo>
                  <a:close/>
                  <a:moveTo>
                    <a:pt x="1343666" y="914035"/>
                  </a:moveTo>
                  <a:lnTo>
                    <a:pt x="1442443" y="804867"/>
                  </a:lnTo>
                  <a:lnTo>
                    <a:pt x="1437593" y="798174"/>
                  </a:lnTo>
                  <a:close/>
                  <a:moveTo>
                    <a:pt x="1343666" y="914035"/>
                  </a:moveTo>
                  <a:lnTo>
                    <a:pt x="1437593" y="798174"/>
                  </a:lnTo>
                  <a:lnTo>
                    <a:pt x="1331545" y="823797"/>
                  </a:lnTo>
                  <a:close/>
                  <a:moveTo>
                    <a:pt x="1260631" y="752352"/>
                  </a:moveTo>
                  <a:lnTo>
                    <a:pt x="1290718" y="834567"/>
                  </a:lnTo>
                  <a:lnTo>
                    <a:pt x="1331545" y="823797"/>
                  </a:lnTo>
                  <a:close/>
                  <a:moveTo>
                    <a:pt x="1437593" y="798174"/>
                  </a:moveTo>
                  <a:lnTo>
                    <a:pt x="1469540" y="796131"/>
                  </a:lnTo>
                  <a:lnTo>
                    <a:pt x="1436820" y="783846"/>
                  </a:lnTo>
                  <a:close/>
                  <a:moveTo>
                    <a:pt x="1437593" y="798174"/>
                  </a:moveTo>
                  <a:lnTo>
                    <a:pt x="1442443" y="804867"/>
                  </a:lnTo>
                  <a:lnTo>
                    <a:pt x="1469540" y="796131"/>
                  </a:lnTo>
                  <a:close/>
                  <a:moveTo>
                    <a:pt x="740482" y="67500"/>
                  </a:moveTo>
                  <a:lnTo>
                    <a:pt x="711060" y="94632"/>
                  </a:lnTo>
                  <a:lnTo>
                    <a:pt x="770274" y="76310"/>
                  </a:lnTo>
                  <a:close/>
                  <a:moveTo>
                    <a:pt x="1861140" y="1255671"/>
                  </a:moveTo>
                  <a:lnTo>
                    <a:pt x="1841647" y="1289421"/>
                  </a:lnTo>
                  <a:lnTo>
                    <a:pt x="1892347" y="1271389"/>
                  </a:lnTo>
                  <a:close/>
                  <a:moveTo>
                    <a:pt x="1897559" y="1207206"/>
                  </a:moveTo>
                  <a:lnTo>
                    <a:pt x="1861140" y="1255671"/>
                  </a:lnTo>
                  <a:lnTo>
                    <a:pt x="1978593" y="1200953"/>
                  </a:lnTo>
                  <a:close/>
                  <a:moveTo>
                    <a:pt x="1978593" y="1200953"/>
                  </a:moveTo>
                  <a:lnTo>
                    <a:pt x="1861140" y="1255671"/>
                  </a:lnTo>
                  <a:lnTo>
                    <a:pt x="1944964" y="1250985"/>
                  </a:lnTo>
                  <a:close/>
                  <a:moveTo>
                    <a:pt x="1944964" y="1250985"/>
                  </a:moveTo>
                  <a:lnTo>
                    <a:pt x="1861140" y="1255671"/>
                  </a:lnTo>
                  <a:lnTo>
                    <a:pt x="1892347" y="1271389"/>
                  </a:lnTo>
                  <a:close/>
                  <a:moveTo>
                    <a:pt x="1940217" y="1192971"/>
                  </a:moveTo>
                  <a:lnTo>
                    <a:pt x="1978593" y="1200953"/>
                  </a:lnTo>
                  <a:lnTo>
                    <a:pt x="2026444" y="1168770"/>
                  </a:lnTo>
                  <a:close/>
                  <a:moveTo>
                    <a:pt x="1494925" y="851657"/>
                  </a:moveTo>
                  <a:lnTo>
                    <a:pt x="1469540" y="796131"/>
                  </a:lnTo>
                  <a:lnTo>
                    <a:pt x="1442443" y="804867"/>
                  </a:lnTo>
                  <a:close/>
                  <a:moveTo>
                    <a:pt x="2021055" y="1227344"/>
                  </a:moveTo>
                  <a:lnTo>
                    <a:pt x="2119816" y="1235101"/>
                  </a:lnTo>
                  <a:lnTo>
                    <a:pt x="2111282" y="1212548"/>
                  </a:lnTo>
                  <a:close/>
                  <a:moveTo>
                    <a:pt x="1978593" y="1200953"/>
                  </a:moveTo>
                  <a:lnTo>
                    <a:pt x="1944964" y="1250985"/>
                  </a:lnTo>
                  <a:lnTo>
                    <a:pt x="2021055" y="1227344"/>
                  </a:lnTo>
                  <a:close/>
                  <a:moveTo>
                    <a:pt x="2056100" y="1159352"/>
                  </a:moveTo>
                  <a:lnTo>
                    <a:pt x="2026444" y="1168770"/>
                  </a:lnTo>
                  <a:lnTo>
                    <a:pt x="2113055" y="1209825"/>
                  </a:lnTo>
                  <a:close/>
                  <a:moveTo>
                    <a:pt x="2026444" y="1168770"/>
                  </a:moveTo>
                  <a:lnTo>
                    <a:pt x="1978593" y="1200953"/>
                  </a:lnTo>
                  <a:lnTo>
                    <a:pt x="2113055" y="1209825"/>
                  </a:lnTo>
                  <a:close/>
                  <a:moveTo>
                    <a:pt x="2113055" y="1209825"/>
                  </a:moveTo>
                  <a:lnTo>
                    <a:pt x="1978593" y="1200953"/>
                  </a:lnTo>
                  <a:lnTo>
                    <a:pt x="2111282" y="1212548"/>
                  </a:lnTo>
                  <a:close/>
                  <a:moveTo>
                    <a:pt x="2111282" y="1212548"/>
                  </a:moveTo>
                  <a:lnTo>
                    <a:pt x="1978593" y="1200953"/>
                  </a:lnTo>
                  <a:lnTo>
                    <a:pt x="2021055" y="1227344"/>
                  </a:lnTo>
                  <a:close/>
                  <a:moveTo>
                    <a:pt x="2113055" y="1209825"/>
                  </a:moveTo>
                  <a:lnTo>
                    <a:pt x="2123910" y="1212548"/>
                  </a:lnTo>
                  <a:lnTo>
                    <a:pt x="2056100" y="1159352"/>
                  </a:lnTo>
                  <a:close/>
                  <a:moveTo>
                    <a:pt x="2111282" y="1212548"/>
                  </a:moveTo>
                  <a:lnTo>
                    <a:pt x="2119816" y="1235101"/>
                  </a:lnTo>
                  <a:lnTo>
                    <a:pt x="2115187" y="1211408"/>
                  </a:lnTo>
                  <a:close/>
                  <a:moveTo>
                    <a:pt x="2113055" y="1209825"/>
                  </a:moveTo>
                  <a:lnTo>
                    <a:pt x="2111282" y="1212548"/>
                  </a:lnTo>
                  <a:lnTo>
                    <a:pt x="2115187" y="1211408"/>
                  </a:lnTo>
                  <a:close/>
                  <a:moveTo>
                    <a:pt x="2115187" y="1211408"/>
                  </a:moveTo>
                  <a:lnTo>
                    <a:pt x="2119816" y="1235101"/>
                  </a:lnTo>
                  <a:lnTo>
                    <a:pt x="2123910" y="1212548"/>
                  </a:lnTo>
                  <a:close/>
                  <a:moveTo>
                    <a:pt x="2115187" y="1211408"/>
                  </a:moveTo>
                  <a:lnTo>
                    <a:pt x="2123910" y="1212548"/>
                  </a:lnTo>
                  <a:lnTo>
                    <a:pt x="2113055" y="120982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62" name="Candidate_density__2061">
              <a:extLst>
                <a:ext uri="{FF2B5EF4-FFF2-40B4-BE49-F238E27FC236}">
                  <a16:creationId xmlns:a16="http://schemas.microsoft.com/office/drawing/2014/main" id="{904335C6-7148-E638-F6E7-C326A9532B5E}"/>
                </a:ext>
              </a:extLst>
            </p:cNvPr>
            <p:cNvSpPr>
              <a:spLocks noGrp="1"/>
            </p:cNvSpPr>
            <p:nvPr/>
          </p:nvSpPr>
          <p:spPr>
            <a:xfrm>
              <a:off x="4491611" y="2277833"/>
              <a:ext cx="2265152" cy="3076939"/>
            </a:xfrm>
            <a:custGeom>
              <a:avLst/>
              <a:gdLst/>
              <a:ahLst/>
              <a:cxnLst/>
              <a:rect l="0" t="0" r="0" b="0"/>
              <a:pathLst>
                <a:path w="2265152" h="3076939">
                  <a:moveTo>
                    <a:pt x="9466" y="2562393"/>
                  </a:moveTo>
                  <a:lnTo>
                    <a:pt x="5694" y="2600829"/>
                  </a:lnTo>
                  <a:lnTo>
                    <a:pt x="91699" y="2644608"/>
                  </a:lnTo>
                  <a:close/>
                  <a:moveTo>
                    <a:pt x="274396" y="2761096"/>
                  </a:moveTo>
                  <a:lnTo>
                    <a:pt x="401385" y="2742025"/>
                  </a:lnTo>
                  <a:lnTo>
                    <a:pt x="321512" y="2722051"/>
                  </a:lnTo>
                  <a:close/>
                  <a:moveTo>
                    <a:pt x="107360" y="2606172"/>
                  </a:moveTo>
                  <a:lnTo>
                    <a:pt x="91699" y="2644608"/>
                  </a:lnTo>
                  <a:lnTo>
                    <a:pt x="96293" y="2652508"/>
                  </a:lnTo>
                  <a:close/>
                  <a:moveTo>
                    <a:pt x="551947" y="3026293"/>
                  </a:moveTo>
                  <a:lnTo>
                    <a:pt x="650838" y="2978811"/>
                  </a:lnTo>
                  <a:lnTo>
                    <a:pt x="562749" y="3006498"/>
                  </a:lnTo>
                  <a:close/>
                  <a:moveTo>
                    <a:pt x="674712" y="2991431"/>
                  </a:moveTo>
                  <a:lnTo>
                    <a:pt x="650838" y="2978811"/>
                  </a:lnTo>
                  <a:lnTo>
                    <a:pt x="551947" y="3026293"/>
                  </a:lnTo>
                  <a:close/>
                  <a:moveTo>
                    <a:pt x="635009" y="3058190"/>
                  </a:moveTo>
                  <a:lnTo>
                    <a:pt x="674712" y="2991431"/>
                  </a:lnTo>
                  <a:lnTo>
                    <a:pt x="551947" y="3026293"/>
                  </a:lnTo>
                  <a:close/>
                  <a:moveTo>
                    <a:pt x="714554" y="3076939"/>
                  </a:moveTo>
                  <a:lnTo>
                    <a:pt x="743577" y="2980673"/>
                  </a:lnTo>
                  <a:lnTo>
                    <a:pt x="674712" y="2991431"/>
                  </a:lnTo>
                  <a:close/>
                  <a:moveTo>
                    <a:pt x="635009" y="3058190"/>
                  </a:moveTo>
                  <a:lnTo>
                    <a:pt x="714554" y="3076939"/>
                  </a:lnTo>
                  <a:lnTo>
                    <a:pt x="674712" y="2991431"/>
                  </a:lnTo>
                  <a:close/>
                  <a:moveTo>
                    <a:pt x="743577" y="2980673"/>
                  </a:moveTo>
                  <a:lnTo>
                    <a:pt x="693806" y="2921044"/>
                  </a:lnTo>
                  <a:lnTo>
                    <a:pt x="725667" y="2978811"/>
                  </a:lnTo>
                  <a:close/>
                  <a:moveTo>
                    <a:pt x="693806" y="2921044"/>
                  </a:moveTo>
                  <a:lnTo>
                    <a:pt x="680361" y="2896595"/>
                  </a:lnTo>
                  <a:lnTo>
                    <a:pt x="725667" y="2978811"/>
                  </a:lnTo>
                  <a:close/>
                  <a:moveTo>
                    <a:pt x="420454" y="2661222"/>
                  </a:moveTo>
                  <a:lnTo>
                    <a:pt x="401385" y="2742025"/>
                  </a:lnTo>
                  <a:lnTo>
                    <a:pt x="488392" y="2766672"/>
                  </a:lnTo>
                  <a:close/>
                  <a:moveTo>
                    <a:pt x="420454" y="2661222"/>
                  </a:moveTo>
                  <a:lnTo>
                    <a:pt x="321512" y="2722051"/>
                  </a:lnTo>
                  <a:lnTo>
                    <a:pt x="401385" y="2742025"/>
                  </a:lnTo>
                  <a:close/>
                  <a:moveTo>
                    <a:pt x="420454" y="2661222"/>
                  </a:moveTo>
                  <a:lnTo>
                    <a:pt x="341311" y="2664971"/>
                  </a:lnTo>
                  <a:lnTo>
                    <a:pt x="321512" y="2722051"/>
                  </a:lnTo>
                  <a:close/>
                  <a:moveTo>
                    <a:pt x="667728" y="2881652"/>
                  </a:moveTo>
                  <a:lnTo>
                    <a:pt x="725667" y="2978811"/>
                  </a:lnTo>
                  <a:lnTo>
                    <a:pt x="680361" y="2896595"/>
                  </a:lnTo>
                  <a:close/>
                  <a:moveTo>
                    <a:pt x="667728" y="2881652"/>
                  </a:moveTo>
                  <a:lnTo>
                    <a:pt x="679247" y="2972380"/>
                  </a:lnTo>
                  <a:lnTo>
                    <a:pt x="725667" y="2978811"/>
                  </a:lnTo>
                  <a:close/>
                  <a:moveTo>
                    <a:pt x="667728" y="2881652"/>
                  </a:moveTo>
                  <a:lnTo>
                    <a:pt x="680361" y="2896595"/>
                  </a:lnTo>
                  <a:lnTo>
                    <a:pt x="640080" y="2861946"/>
                  </a:lnTo>
                  <a:close/>
                  <a:moveTo>
                    <a:pt x="338243" y="2267096"/>
                  </a:moveTo>
                  <a:lnTo>
                    <a:pt x="410994" y="2347545"/>
                  </a:lnTo>
                  <a:lnTo>
                    <a:pt x="430144" y="2252974"/>
                  </a:lnTo>
                  <a:close/>
                  <a:moveTo>
                    <a:pt x="418780" y="2326432"/>
                  </a:moveTo>
                  <a:lnTo>
                    <a:pt x="410994" y="2347545"/>
                  </a:lnTo>
                  <a:lnTo>
                    <a:pt x="338243" y="2267096"/>
                  </a:lnTo>
                  <a:close/>
                  <a:moveTo>
                    <a:pt x="485302" y="2268724"/>
                  </a:moveTo>
                  <a:lnTo>
                    <a:pt x="430144" y="2252974"/>
                  </a:lnTo>
                  <a:lnTo>
                    <a:pt x="410994" y="2347545"/>
                  </a:lnTo>
                  <a:close/>
                  <a:moveTo>
                    <a:pt x="601483" y="2287234"/>
                  </a:moveTo>
                  <a:lnTo>
                    <a:pt x="560738" y="2207396"/>
                  </a:lnTo>
                  <a:lnTo>
                    <a:pt x="548738" y="2244217"/>
                  </a:lnTo>
                  <a:close/>
                  <a:moveTo>
                    <a:pt x="563588" y="2209008"/>
                  </a:moveTo>
                  <a:lnTo>
                    <a:pt x="560738" y="2207396"/>
                  </a:lnTo>
                  <a:lnTo>
                    <a:pt x="601483" y="2287234"/>
                  </a:lnTo>
                  <a:close/>
                  <a:moveTo>
                    <a:pt x="386406" y="2162002"/>
                  </a:moveTo>
                  <a:lnTo>
                    <a:pt x="427766" y="2195048"/>
                  </a:lnTo>
                  <a:lnTo>
                    <a:pt x="360393" y="2148996"/>
                  </a:lnTo>
                  <a:close/>
                  <a:moveTo>
                    <a:pt x="386406" y="2162002"/>
                  </a:moveTo>
                  <a:lnTo>
                    <a:pt x="360393" y="2148996"/>
                  </a:lnTo>
                  <a:lnTo>
                    <a:pt x="322763" y="2079497"/>
                  </a:lnTo>
                  <a:close/>
                  <a:moveTo>
                    <a:pt x="742700" y="2180649"/>
                  </a:moveTo>
                  <a:lnTo>
                    <a:pt x="730398" y="2090557"/>
                  </a:lnTo>
                  <a:lnTo>
                    <a:pt x="718164" y="2167344"/>
                  </a:lnTo>
                  <a:close/>
                  <a:moveTo>
                    <a:pt x="730398" y="2090557"/>
                  </a:moveTo>
                  <a:lnTo>
                    <a:pt x="717888" y="2085129"/>
                  </a:lnTo>
                  <a:lnTo>
                    <a:pt x="718164" y="2167344"/>
                  </a:lnTo>
                  <a:close/>
                  <a:moveTo>
                    <a:pt x="557289" y="2010016"/>
                  </a:moveTo>
                  <a:lnTo>
                    <a:pt x="638437" y="1994997"/>
                  </a:lnTo>
                  <a:lnTo>
                    <a:pt x="571703" y="1958797"/>
                  </a:lnTo>
                  <a:close/>
                  <a:moveTo>
                    <a:pt x="647972" y="2002914"/>
                  </a:moveTo>
                  <a:lnTo>
                    <a:pt x="571703" y="1958797"/>
                  </a:lnTo>
                  <a:lnTo>
                    <a:pt x="638437" y="1994997"/>
                  </a:lnTo>
                  <a:close/>
                  <a:moveTo>
                    <a:pt x="691949" y="2061224"/>
                  </a:moveTo>
                  <a:lnTo>
                    <a:pt x="718164" y="2167344"/>
                  </a:lnTo>
                  <a:lnTo>
                    <a:pt x="717888" y="2085129"/>
                  </a:lnTo>
                  <a:close/>
                  <a:moveTo>
                    <a:pt x="646726" y="1997897"/>
                  </a:moveTo>
                  <a:lnTo>
                    <a:pt x="717888" y="2085129"/>
                  </a:lnTo>
                  <a:lnTo>
                    <a:pt x="647972" y="2002914"/>
                  </a:lnTo>
                  <a:close/>
                  <a:moveTo>
                    <a:pt x="646726" y="1997897"/>
                  </a:moveTo>
                  <a:lnTo>
                    <a:pt x="691949" y="2061224"/>
                  </a:lnTo>
                  <a:lnTo>
                    <a:pt x="717888" y="2085129"/>
                  </a:lnTo>
                  <a:close/>
                  <a:moveTo>
                    <a:pt x="445406" y="1640014"/>
                  </a:moveTo>
                  <a:lnTo>
                    <a:pt x="484379" y="1697656"/>
                  </a:lnTo>
                  <a:lnTo>
                    <a:pt x="514579" y="1744461"/>
                  </a:lnTo>
                  <a:close/>
                  <a:moveTo>
                    <a:pt x="408342" y="1570054"/>
                  </a:moveTo>
                  <a:lnTo>
                    <a:pt x="389606" y="1621971"/>
                  </a:lnTo>
                  <a:lnTo>
                    <a:pt x="467301" y="1674053"/>
                  </a:lnTo>
                  <a:close/>
                  <a:moveTo>
                    <a:pt x="1321099" y="2229803"/>
                  </a:moveTo>
                  <a:lnTo>
                    <a:pt x="1302680" y="2228539"/>
                  </a:lnTo>
                  <a:lnTo>
                    <a:pt x="1399444" y="2298680"/>
                  </a:lnTo>
                  <a:close/>
                  <a:moveTo>
                    <a:pt x="1399444" y="2298680"/>
                  </a:moveTo>
                  <a:lnTo>
                    <a:pt x="1302680" y="2228539"/>
                  </a:lnTo>
                  <a:lnTo>
                    <a:pt x="1294813" y="2254901"/>
                  </a:lnTo>
                  <a:close/>
                  <a:moveTo>
                    <a:pt x="1168507" y="2076843"/>
                  </a:moveTo>
                  <a:lnTo>
                    <a:pt x="1227938" y="2134250"/>
                  </a:lnTo>
                  <a:lnTo>
                    <a:pt x="1217482" y="2121051"/>
                  </a:lnTo>
                  <a:close/>
                  <a:moveTo>
                    <a:pt x="1168507" y="2076843"/>
                  </a:moveTo>
                  <a:lnTo>
                    <a:pt x="1250645" y="2170750"/>
                  </a:lnTo>
                  <a:lnTo>
                    <a:pt x="1227938" y="2134250"/>
                  </a:lnTo>
                  <a:close/>
                  <a:moveTo>
                    <a:pt x="498627" y="1229884"/>
                  </a:moveTo>
                  <a:lnTo>
                    <a:pt x="437873" y="1156827"/>
                  </a:lnTo>
                  <a:lnTo>
                    <a:pt x="388237" y="1186447"/>
                  </a:lnTo>
                  <a:close/>
                  <a:moveTo>
                    <a:pt x="379105" y="1186105"/>
                  </a:moveTo>
                  <a:lnTo>
                    <a:pt x="433533" y="1140600"/>
                  </a:lnTo>
                  <a:lnTo>
                    <a:pt x="337352" y="1066714"/>
                  </a:lnTo>
                  <a:close/>
                  <a:moveTo>
                    <a:pt x="358438" y="1075033"/>
                  </a:moveTo>
                  <a:lnTo>
                    <a:pt x="337352" y="1066714"/>
                  </a:lnTo>
                  <a:lnTo>
                    <a:pt x="383867" y="1089491"/>
                  </a:lnTo>
                  <a:close/>
                  <a:moveTo>
                    <a:pt x="1305310" y="2216465"/>
                  </a:moveTo>
                  <a:lnTo>
                    <a:pt x="1302680" y="2228539"/>
                  </a:lnTo>
                  <a:lnTo>
                    <a:pt x="1321099" y="2229803"/>
                  </a:lnTo>
                  <a:close/>
                  <a:moveTo>
                    <a:pt x="1305310" y="2216465"/>
                  </a:moveTo>
                  <a:lnTo>
                    <a:pt x="1250645" y="2170750"/>
                  </a:lnTo>
                  <a:lnTo>
                    <a:pt x="1302680" y="2228539"/>
                  </a:lnTo>
                  <a:close/>
                  <a:moveTo>
                    <a:pt x="1305310" y="2216465"/>
                  </a:moveTo>
                  <a:lnTo>
                    <a:pt x="1227938" y="2134250"/>
                  </a:lnTo>
                  <a:lnTo>
                    <a:pt x="1250645" y="2170750"/>
                  </a:lnTo>
                  <a:close/>
                  <a:moveTo>
                    <a:pt x="1143839" y="2052035"/>
                  </a:moveTo>
                  <a:lnTo>
                    <a:pt x="1168507" y="2076843"/>
                  </a:lnTo>
                  <a:lnTo>
                    <a:pt x="1217482" y="2121051"/>
                  </a:lnTo>
                  <a:close/>
                  <a:moveTo>
                    <a:pt x="1779191" y="2589104"/>
                  </a:moveTo>
                  <a:lnTo>
                    <a:pt x="1814845" y="2682548"/>
                  </a:lnTo>
                  <a:lnTo>
                    <a:pt x="1865446" y="2656535"/>
                  </a:lnTo>
                  <a:close/>
                  <a:moveTo>
                    <a:pt x="1779191" y="2589104"/>
                  </a:moveTo>
                  <a:lnTo>
                    <a:pt x="1771803" y="2627540"/>
                  </a:lnTo>
                  <a:lnTo>
                    <a:pt x="1814845" y="2682548"/>
                  </a:lnTo>
                  <a:close/>
                  <a:moveTo>
                    <a:pt x="1638229" y="2364324"/>
                  </a:moveTo>
                  <a:lnTo>
                    <a:pt x="1607549" y="2342459"/>
                  </a:lnTo>
                  <a:lnTo>
                    <a:pt x="1512235" y="2387112"/>
                  </a:lnTo>
                  <a:close/>
                  <a:moveTo>
                    <a:pt x="1585887" y="2383826"/>
                  </a:moveTo>
                  <a:lnTo>
                    <a:pt x="1638229" y="2364324"/>
                  </a:lnTo>
                  <a:lnTo>
                    <a:pt x="1512235" y="2387112"/>
                  </a:lnTo>
                  <a:close/>
                  <a:moveTo>
                    <a:pt x="1517862" y="2374969"/>
                  </a:moveTo>
                  <a:lnTo>
                    <a:pt x="1607549" y="2342459"/>
                  </a:lnTo>
                  <a:lnTo>
                    <a:pt x="1627885" y="2325648"/>
                  </a:lnTo>
                  <a:close/>
                  <a:moveTo>
                    <a:pt x="1321099" y="2229803"/>
                  </a:moveTo>
                  <a:lnTo>
                    <a:pt x="1399444" y="2298680"/>
                  </a:lnTo>
                  <a:lnTo>
                    <a:pt x="1367518" y="2188152"/>
                  </a:lnTo>
                  <a:close/>
                  <a:moveTo>
                    <a:pt x="1435372" y="2181255"/>
                  </a:moveTo>
                  <a:lnTo>
                    <a:pt x="1399444" y="2298680"/>
                  </a:lnTo>
                  <a:lnTo>
                    <a:pt x="1428621" y="2286836"/>
                  </a:lnTo>
                  <a:close/>
                  <a:moveTo>
                    <a:pt x="1227938" y="2134250"/>
                  </a:moveTo>
                  <a:lnTo>
                    <a:pt x="1325307" y="2095813"/>
                  </a:lnTo>
                  <a:lnTo>
                    <a:pt x="1217482" y="2121051"/>
                  </a:lnTo>
                  <a:close/>
                  <a:moveTo>
                    <a:pt x="1407914" y="2103486"/>
                  </a:moveTo>
                  <a:lnTo>
                    <a:pt x="1362628" y="2040210"/>
                  </a:lnTo>
                  <a:lnTo>
                    <a:pt x="1364724" y="2095813"/>
                  </a:lnTo>
                  <a:close/>
                  <a:moveTo>
                    <a:pt x="1362628" y="2040210"/>
                  </a:moveTo>
                  <a:lnTo>
                    <a:pt x="1341842" y="2013598"/>
                  </a:lnTo>
                  <a:lnTo>
                    <a:pt x="1364724" y="2095813"/>
                  </a:lnTo>
                  <a:close/>
                  <a:moveTo>
                    <a:pt x="1690267" y="2424674"/>
                  </a:moveTo>
                  <a:lnTo>
                    <a:pt x="1702527" y="2386237"/>
                  </a:lnTo>
                  <a:lnTo>
                    <a:pt x="1638229" y="2364324"/>
                  </a:lnTo>
                  <a:close/>
                  <a:moveTo>
                    <a:pt x="1638229" y="2364324"/>
                  </a:moveTo>
                  <a:lnTo>
                    <a:pt x="1582860" y="2322126"/>
                  </a:lnTo>
                  <a:lnTo>
                    <a:pt x="1607549" y="2342459"/>
                  </a:lnTo>
                  <a:close/>
                  <a:moveTo>
                    <a:pt x="803229" y="1330701"/>
                  </a:moveTo>
                  <a:lnTo>
                    <a:pt x="845227" y="1355877"/>
                  </a:lnTo>
                  <a:lnTo>
                    <a:pt x="759935" y="1309786"/>
                  </a:lnTo>
                  <a:close/>
                  <a:moveTo>
                    <a:pt x="832635" y="1167203"/>
                  </a:moveTo>
                  <a:lnTo>
                    <a:pt x="873188" y="1235226"/>
                  </a:lnTo>
                  <a:lnTo>
                    <a:pt x="871243" y="1232091"/>
                  </a:lnTo>
                  <a:close/>
                  <a:moveTo>
                    <a:pt x="5763" y="253685"/>
                  </a:moveTo>
                  <a:lnTo>
                    <a:pt x="0" y="203919"/>
                  </a:lnTo>
                  <a:lnTo>
                    <a:pt x="31584" y="193192"/>
                  </a:lnTo>
                  <a:close/>
                  <a:moveTo>
                    <a:pt x="52720" y="276101"/>
                  </a:moveTo>
                  <a:lnTo>
                    <a:pt x="5763" y="253685"/>
                  </a:lnTo>
                  <a:lnTo>
                    <a:pt x="31584" y="193192"/>
                  </a:lnTo>
                  <a:close/>
                  <a:moveTo>
                    <a:pt x="1990890" y="2533050"/>
                  </a:moveTo>
                  <a:lnTo>
                    <a:pt x="1985292" y="2610757"/>
                  </a:lnTo>
                  <a:lnTo>
                    <a:pt x="2001685" y="2550667"/>
                  </a:lnTo>
                  <a:close/>
                  <a:moveTo>
                    <a:pt x="1949510" y="2466599"/>
                  </a:moveTo>
                  <a:lnTo>
                    <a:pt x="2001685" y="2550667"/>
                  </a:lnTo>
                  <a:lnTo>
                    <a:pt x="1952497" y="2468452"/>
                  </a:lnTo>
                  <a:close/>
                  <a:moveTo>
                    <a:pt x="1863639" y="2375726"/>
                  </a:moveTo>
                  <a:lnTo>
                    <a:pt x="1945431" y="2461725"/>
                  </a:lnTo>
                  <a:lnTo>
                    <a:pt x="1890475" y="2386237"/>
                  </a:lnTo>
                  <a:close/>
                  <a:moveTo>
                    <a:pt x="1778772" y="2284038"/>
                  </a:moveTo>
                  <a:lnTo>
                    <a:pt x="1839281" y="2343505"/>
                  </a:lnTo>
                  <a:lnTo>
                    <a:pt x="1810232" y="2304022"/>
                  </a:lnTo>
                  <a:close/>
                  <a:moveTo>
                    <a:pt x="1863639" y="2375726"/>
                  </a:moveTo>
                  <a:lnTo>
                    <a:pt x="1839281" y="2343505"/>
                  </a:lnTo>
                  <a:lnTo>
                    <a:pt x="1778772" y="2284038"/>
                  </a:lnTo>
                  <a:close/>
                  <a:moveTo>
                    <a:pt x="1863639" y="2375726"/>
                  </a:moveTo>
                  <a:lnTo>
                    <a:pt x="1890475" y="2386237"/>
                  </a:lnTo>
                  <a:lnTo>
                    <a:pt x="1839281" y="2343505"/>
                  </a:lnTo>
                  <a:close/>
                  <a:moveTo>
                    <a:pt x="1597830" y="1998075"/>
                  </a:moveTo>
                  <a:lnTo>
                    <a:pt x="1548264" y="1949883"/>
                  </a:lnTo>
                  <a:lnTo>
                    <a:pt x="1559920" y="1975162"/>
                  </a:lnTo>
                  <a:close/>
                  <a:moveTo>
                    <a:pt x="1548264" y="1949883"/>
                  </a:moveTo>
                  <a:lnTo>
                    <a:pt x="1546059" y="1867969"/>
                  </a:lnTo>
                  <a:lnTo>
                    <a:pt x="1559920" y="1975162"/>
                  </a:lnTo>
                  <a:close/>
                  <a:moveTo>
                    <a:pt x="1559920" y="1975162"/>
                  </a:moveTo>
                  <a:lnTo>
                    <a:pt x="1546059" y="1867969"/>
                  </a:lnTo>
                  <a:lnTo>
                    <a:pt x="1548415" y="1854510"/>
                  </a:lnTo>
                  <a:close/>
                  <a:moveTo>
                    <a:pt x="1472333" y="1772295"/>
                  </a:moveTo>
                  <a:lnTo>
                    <a:pt x="1445005" y="1810731"/>
                  </a:lnTo>
                  <a:lnTo>
                    <a:pt x="1488784" y="1869029"/>
                  </a:lnTo>
                  <a:close/>
                  <a:moveTo>
                    <a:pt x="981964" y="1279004"/>
                  </a:moveTo>
                  <a:lnTo>
                    <a:pt x="873188" y="1235226"/>
                  </a:lnTo>
                  <a:lnTo>
                    <a:pt x="940009" y="1317440"/>
                  </a:lnTo>
                  <a:close/>
                  <a:moveTo>
                    <a:pt x="813076" y="1153011"/>
                  </a:moveTo>
                  <a:lnTo>
                    <a:pt x="871243" y="1232091"/>
                  </a:lnTo>
                  <a:lnTo>
                    <a:pt x="898619" y="1196789"/>
                  </a:lnTo>
                  <a:close/>
                  <a:moveTo>
                    <a:pt x="155479" y="330859"/>
                  </a:moveTo>
                  <a:lnTo>
                    <a:pt x="207074" y="211207"/>
                  </a:lnTo>
                  <a:lnTo>
                    <a:pt x="202426" y="210208"/>
                  </a:lnTo>
                  <a:close/>
                  <a:moveTo>
                    <a:pt x="202426" y="210208"/>
                  </a:moveTo>
                  <a:lnTo>
                    <a:pt x="210009" y="216591"/>
                  </a:lnTo>
                  <a:lnTo>
                    <a:pt x="155479" y="330859"/>
                  </a:lnTo>
                  <a:close/>
                  <a:moveTo>
                    <a:pt x="176974" y="135585"/>
                  </a:moveTo>
                  <a:lnTo>
                    <a:pt x="155897" y="52628"/>
                  </a:lnTo>
                  <a:lnTo>
                    <a:pt x="141315" y="127993"/>
                  </a:lnTo>
                  <a:close/>
                  <a:moveTo>
                    <a:pt x="1546059" y="1867969"/>
                  </a:moveTo>
                  <a:lnTo>
                    <a:pt x="1548264" y="1949883"/>
                  </a:lnTo>
                  <a:lnTo>
                    <a:pt x="1543979" y="1936726"/>
                  </a:lnTo>
                  <a:close/>
                  <a:moveTo>
                    <a:pt x="2165112" y="2391579"/>
                  </a:moveTo>
                  <a:lnTo>
                    <a:pt x="2163452" y="2504350"/>
                  </a:lnTo>
                  <a:lnTo>
                    <a:pt x="2202817" y="2436328"/>
                  </a:lnTo>
                  <a:close/>
                  <a:moveTo>
                    <a:pt x="2165112" y="2391579"/>
                  </a:moveTo>
                  <a:lnTo>
                    <a:pt x="2090474" y="2430016"/>
                  </a:lnTo>
                  <a:lnTo>
                    <a:pt x="2163452" y="2504350"/>
                  </a:lnTo>
                  <a:close/>
                  <a:moveTo>
                    <a:pt x="1548415" y="1854510"/>
                  </a:moveTo>
                  <a:lnTo>
                    <a:pt x="1546059" y="1867969"/>
                  </a:lnTo>
                  <a:lnTo>
                    <a:pt x="1545879" y="1851731"/>
                  </a:lnTo>
                  <a:close/>
                  <a:moveTo>
                    <a:pt x="1485197" y="1740379"/>
                  </a:moveTo>
                  <a:lnTo>
                    <a:pt x="1541325" y="1850268"/>
                  </a:lnTo>
                  <a:lnTo>
                    <a:pt x="1545879" y="1851731"/>
                  </a:lnTo>
                  <a:close/>
                  <a:moveTo>
                    <a:pt x="1579157" y="1733859"/>
                  </a:moveTo>
                  <a:lnTo>
                    <a:pt x="1611836" y="1758608"/>
                  </a:lnTo>
                  <a:lnTo>
                    <a:pt x="1534546" y="1660759"/>
                  </a:lnTo>
                  <a:close/>
                  <a:moveTo>
                    <a:pt x="467892" y="539068"/>
                  </a:moveTo>
                  <a:lnTo>
                    <a:pt x="564443" y="490589"/>
                  </a:lnTo>
                  <a:lnTo>
                    <a:pt x="461467" y="425850"/>
                  </a:lnTo>
                  <a:close/>
                  <a:moveTo>
                    <a:pt x="497722" y="356875"/>
                  </a:moveTo>
                  <a:lnTo>
                    <a:pt x="461467" y="425850"/>
                  </a:lnTo>
                  <a:lnTo>
                    <a:pt x="519111" y="439578"/>
                  </a:lnTo>
                  <a:close/>
                  <a:moveTo>
                    <a:pt x="123222" y="118692"/>
                  </a:moveTo>
                  <a:lnTo>
                    <a:pt x="202426" y="210208"/>
                  </a:lnTo>
                  <a:lnTo>
                    <a:pt x="141315" y="127993"/>
                  </a:lnTo>
                  <a:close/>
                  <a:moveTo>
                    <a:pt x="2203335" y="2281337"/>
                  </a:moveTo>
                  <a:lnTo>
                    <a:pt x="2139509" y="2272633"/>
                  </a:lnTo>
                  <a:lnTo>
                    <a:pt x="2211999" y="2374385"/>
                  </a:lnTo>
                  <a:close/>
                  <a:moveTo>
                    <a:pt x="2211999" y="2374385"/>
                  </a:moveTo>
                  <a:lnTo>
                    <a:pt x="2202817" y="2436328"/>
                  </a:lnTo>
                  <a:lnTo>
                    <a:pt x="2236608" y="2391579"/>
                  </a:lnTo>
                  <a:close/>
                  <a:moveTo>
                    <a:pt x="2211999" y="2374385"/>
                  </a:moveTo>
                  <a:lnTo>
                    <a:pt x="2236608" y="2391579"/>
                  </a:lnTo>
                  <a:lnTo>
                    <a:pt x="2265152" y="2291672"/>
                  </a:lnTo>
                  <a:close/>
                  <a:moveTo>
                    <a:pt x="2203335" y="2281337"/>
                  </a:moveTo>
                  <a:lnTo>
                    <a:pt x="2211999" y="2374385"/>
                  </a:lnTo>
                  <a:lnTo>
                    <a:pt x="2265152" y="2291672"/>
                  </a:lnTo>
                  <a:close/>
                  <a:moveTo>
                    <a:pt x="2203335" y="2281337"/>
                  </a:moveTo>
                  <a:lnTo>
                    <a:pt x="2201873" y="2217595"/>
                  </a:lnTo>
                  <a:lnTo>
                    <a:pt x="2141065" y="2268903"/>
                  </a:lnTo>
                  <a:close/>
                  <a:moveTo>
                    <a:pt x="1986221" y="2106498"/>
                  </a:moveTo>
                  <a:lnTo>
                    <a:pt x="1968892" y="2119039"/>
                  </a:lnTo>
                  <a:lnTo>
                    <a:pt x="1956045" y="2144934"/>
                  </a:lnTo>
                  <a:close/>
                  <a:moveTo>
                    <a:pt x="1702969" y="1682109"/>
                  </a:moveTo>
                  <a:lnTo>
                    <a:pt x="1834009" y="1678187"/>
                  </a:lnTo>
                  <a:lnTo>
                    <a:pt x="1762690" y="1690195"/>
                  </a:lnTo>
                  <a:close/>
                  <a:moveTo>
                    <a:pt x="1651193" y="1551984"/>
                  </a:moveTo>
                  <a:lnTo>
                    <a:pt x="1628134" y="1545174"/>
                  </a:lnTo>
                  <a:lnTo>
                    <a:pt x="1706229" y="1613207"/>
                  </a:lnTo>
                  <a:close/>
                  <a:moveTo>
                    <a:pt x="1706229" y="1613207"/>
                  </a:moveTo>
                  <a:lnTo>
                    <a:pt x="1628134" y="1545174"/>
                  </a:lnTo>
                  <a:lnTo>
                    <a:pt x="1627997" y="1569429"/>
                  </a:lnTo>
                  <a:close/>
                  <a:moveTo>
                    <a:pt x="1482128" y="1542690"/>
                  </a:moveTo>
                  <a:lnTo>
                    <a:pt x="1502101" y="1569429"/>
                  </a:lnTo>
                  <a:lnTo>
                    <a:pt x="1547135" y="1450341"/>
                  </a:lnTo>
                  <a:close/>
                  <a:moveTo>
                    <a:pt x="1547135" y="1450341"/>
                  </a:moveTo>
                  <a:lnTo>
                    <a:pt x="1548431" y="1446432"/>
                  </a:lnTo>
                  <a:lnTo>
                    <a:pt x="1472757" y="1442157"/>
                  </a:lnTo>
                  <a:close/>
                  <a:moveTo>
                    <a:pt x="1550720" y="1448777"/>
                  </a:moveTo>
                  <a:lnTo>
                    <a:pt x="1628134" y="1545174"/>
                  </a:lnTo>
                  <a:lnTo>
                    <a:pt x="1597203" y="1530992"/>
                  </a:lnTo>
                  <a:close/>
                  <a:moveTo>
                    <a:pt x="1550720" y="1448777"/>
                  </a:moveTo>
                  <a:lnTo>
                    <a:pt x="1547135" y="1450341"/>
                  </a:lnTo>
                  <a:lnTo>
                    <a:pt x="1512789" y="1528375"/>
                  </a:lnTo>
                  <a:close/>
                  <a:moveTo>
                    <a:pt x="1306706" y="1224344"/>
                  </a:moveTo>
                  <a:lnTo>
                    <a:pt x="1218531" y="1158353"/>
                  </a:lnTo>
                  <a:lnTo>
                    <a:pt x="1244365" y="1145551"/>
                  </a:lnTo>
                  <a:close/>
                  <a:moveTo>
                    <a:pt x="1077320" y="989370"/>
                  </a:moveTo>
                  <a:lnTo>
                    <a:pt x="1008282" y="1035397"/>
                  </a:lnTo>
                  <a:lnTo>
                    <a:pt x="1075238" y="1007074"/>
                  </a:lnTo>
                  <a:close/>
                  <a:moveTo>
                    <a:pt x="1011434" y="982343"/>
                  </a:moveTo>
                  <a:lnTo>
                    <a:pt x="1077320" y="989370"/>
                  </a:lnTo>
                  <a:lnTo>
                    <a:pt x="1022989" y="875180"/>
                  </a:lnTo>
                  <a:close/>
                  <a:moveTo>
                    <a:pt x="1077320" y="989370"/>
                  </a:moveTo>
                  <a:lnTo>
                    <a:pt x="1101550" y="890249"/>
                  </a:lnTo>
                  <a:lnTo>
                    <a:pt x="1022989" y="875180"/>
                  </a:lnTo>
                  <a:close/>
                  <a:moveTo>
                    <a:pt x="1077320" y="989370"/>
                  </a:moveTo>
                  <a:lnTo>
                    <a:pt x="1125992" y="918177"/>
                  </a:lnTo>
                  <a:lnTo>
                    <a:pt x="1113851" y="873271"/>
                  </a:lnTo>
                  <a:close/>
                  <a:moveTo>
                    <a:pt x="1101550" y="890249"/>
                  </a:moveTo>
                  <a:lnTo>
                    <a:pt x="1077320" y="989370"/>
                  </a:lnTo>
                  <a:lnTo>
                    <a:pt x="1113851" y="873271"/>
                  </a:lnTo>
                  <a:close/>
                  <a:moveTo>
                    <a:pt x="709407" y="545648"/>
                  </a:moveTo>
                  <a:lnTo>
                    <a:pt x="768693" y="558041"/>
                  </a:lnTo>
                  <a:lnTo>
                    <a:pt x="752655" y="470988"/>
                  </a:lnTo>
                  <a:close/>
                  <a:moveTo>
                    <a:pt x="752655" y="470988"/>
                  </a:moveTo>
                  <a:lnTo>
                    <a:pt x="775165" y="500632"/>
                  </a:lnTo>
                  <a:lnTo>
                    <a:pt x="730617" y="388812"/>
                  </a:lnTo>
                  <a:close/>
                  <a:moveTo>
                    <a:pt x="409971" y="67347"/>
                  </a:moveTo>
                  <a:lnTo>
                    <a:pt x="416067" y="51120"/>
                  </a:lnTo>
                  <a:lnTo>
                    <a:pt x="295162" y="0"/>
                  </a:lnTo>
                  <a:close/>
                  <a:moveTo>
                    <a:pt x="1706229" y="1613207"/>
                  </a:moveTo>
                  <a:lnTo>
                    <a:pt x="1774922" y="1574771"/>
                  </a:lnTo>
                  <a:lnTo>
                    <a:pt x="1651193" y="1551984"/>
                  </a:lnTo>
                  <a:close/>
                  <a:moveTo>
                    <a:pt x="1834009" y="1678187"/>
                  </a:moveTo>
                  <a:lnTo>
                    <a:pt x="1858558" y="1579120"/>
                  </a:lnTo>
                  <a:lnTo>
                    <a:pt x="1794280" y="1593104"/>
                  </a:lnTo>
                  <a:close/>
                  <a:moveTo>
                    <a:pt x="1762690" y="1690195"/>
                  </a:moveTo>
                  <a:lnTo>
                    <a:pt x="1834009" y="1678187"/>
                  </a:lnTo>
                  <a:lnTo>
                    <a:pt x="1794280" y="1593104"/>
                  </a:lnTo>
                  <a:close/>
                  <a:moveTo>
                    <a:pt x="1541058" y="1255097"/>
                  </a:moveTo>
                  <a:lnTo>
                    <a:pt x="1622127" y="1328125"/>
                  </a:lnTo>
                  <a:lnTo>
                    <a:pt x="1621337" y="1350515"/>
                  </a:lnTo>
                  <a:close/>
                  <a:moveTo>
                    <a:pt x="1546605" y="1224401"/>
                  </a:moveTo>
                  <a:lnTo>
                    <a:pt x="1541058" y="1255097"/>
                  </a:lnTo>
                  <a:lnTo>
                    <a:pt x="1567840" y="1163695"/>
                  </a:lnTo>
                  <a:close/>
                  <a:moveTo>
                    <a:pt x="1343935" y="1093985"/>
                  </a:moveTo>
                  <a:lnTo>
                    <a:pt x="1402055" y="1177813"/>
                  </a:lnTo>
                  <a:lnTo>
                    <a:pt x="1425002" y="1163695"/>
                  </a:lnTo>
                  <a:close/>
                  <a:moveTo>
                    <a:pt x="1087635" y="780800"/>
                  </a:moveTo>
                  <a:lnTo>
                    <a:pt x="1110218" y="791056"/>
                  </a:lnTo>
                  <a:lnTo>
                    <a:pt x="1065092" y="753939"/>
                  </a:lnTo>
                  <a:close/>
                  <a:moveTo>
                    <a:pt x="1159475" y="682896"/>
                  </a:moveTo>
                  <a:lnTo>
                    <a:pt x="1159470" y="670404"/>
                  </a:lnTo>
                  <a:lnTo>
                    <a:pt x="1074223" y="591519"/>
                  </a:lnTo>
                  <a:close/>
                  <a:moveTo>
                    <a:pt x="1845369" y="1389657"/>
                  </a:moveTo>
                  <a:lnTo>
                    <a:pt x="1789305" y="1359300"/>
                  </a:lnTo>
                  <a:lnTo>
                    <a:pt x="1813024" y="1371904"/>
                  </a:lnTo>
                  <a:close/>
                  <a:moveTo>
                    <a:pt x="1422698" y="890360"/>
                  </a:moveTo>
                  <a:lnTo>
                    <a:pt x="1403622" y="968471"/>
                  </a:lnTo>
                  <a:lnTo>
                    <a:pt x="1471260" y="911473"/>
                  </a:lnTo>
                  <a:close/>
                  <a:moveTo>
                    <a:pt x="1269203" y="744560"/>
                  </a:moveTo>
                  <a:lnTo>
                    <a:pt x="1298326" y="752620"/>
                  </a:lnTo>
                  <a:lnTo>
                    <a:pt x="1315799" y="716491"/>
                  </a:lnTo>
                  <a:close/>
                  <a:moveTo>
                    <a:pt x="1222843" y="634681"/>
                  </a:moveTo>
                  <a:lnTo>
                    <a:pt x="1159470" y="670404"/>
                  </a:lnTo>
                  <a:lnTo>
                    <a:pt x="1179367" y="687333"/>
                  </a:lnTo>
                  <a:close/>
                  <a:moveTo>
                    <a:pt x="1315799" y="716491"/>
                  </a:moveTo>
                  <a:lnTo>
                    <a:pt x="1317809" y="714183"/>
                  </a:lnTo>
                  <a:lnTo>
                    <a:pt x="1269203" y="744560"/>
                  </a:lnTo>
                  <a:close/>
                  <a:moveTo>
                    <a:pt x="1269203" y="744560"/>
                  </a:moveTo>
                  <a:lnTo>
                    <a:pt x="1222843" y="634681"/>
                  </a:lnTo>
                  <a:lnTo>
                    <a:pt x="1179367" y="687333"/>
                  </a:lnTo>
                  <a:close/>
                  <a:moveTo>
                    <a:pt x="1317809" y="714183"/>
                  </a:moveTo>
                  <a:lnTo>
                    <a:pt x="1315799" y="716491"/>
                  </a:lnTo>
                  <a:lnTo>
                    <a:pt x="1318854" y="714995"/>
                  </a:lnTo>
                  <a:close/>
                  <a:moveTo>
                    <a:pt x="1980198" y="1340636"/>
                  </a:moveTo>
                  <a:lnTo>
                    <a:pt x="1946958" y="1391424"/>
                  </a:lnTo>
                  <a:lnTo>
                    <a:pt x="1986150" y="1371904"/>
                  </a:lnTo>
                  <a:close/>
                  <a:moveTo>
                    <a:pt x="1345614" y="391975"/>
                  </a:moveTo>
                  <a:lnTo>
                    <a:pt x="1364320" y="429101"/>
                  </a:lnTo>
                  <a:lnTo>
                    <a:pt x="1283288" y="366816"/>
                  </a:lnTo>
                  <a:close/>
                  <a:moveTo>
                    <a:pt x="1019684" y="100241"/>
                  </a:moveTo>
                  <a:lnTo>
                    <a:pt x="1113157" y="159498"/>
                  </a:lnTo>
                  <a:lnTo>
                    <a:pt x="1007665" y="84577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63" name="Candidate_density__2062">
              <a:extLst>
                <a:ext uri="{FF2B5EF4-FFF2-40B4-BE49-F238E27FC236}">
                  <a16:creationId xmlns:a16="http://schemas.microsoft.com/office/drawing/2014/main" id="{896122C3-5D97-1D25-A543-64B5FE36BE54}"/>
                </a:ext>
              </a:extLst>
            </p:cNvPr>
            <p:cNvSpPr>
              <a:spLocks noGrp="1"/>
            </p:cNvSpPr>
            <p:nvPr/>
          </p:nvSpPr>
          <p:spPr>
            <a:xfrm>
              <a:off x="4419384" y="2666645"/>
              <a:ext cx="2052425" cy="2200292"/>
            </a:xfrm>
            <a:custGeom>
              <a:avLst/>
              <a:gdLst/>
              <a:ahLst/>
              <a:cxnLst/>
              <a:rect l="0" t="0" r="0" b="0"/>
              <a:pathLst>
                <a:path w="2052425" h="2200292">
                  <a:moveTo>
                    <a:pt x="27921" y="2107607"/>
                  </a:moveTo>
                  <a:lnTo>
                    <a:pt x="2807" y="2137985"/>
                  </a:lnTo>
                  <a:lnTo>
                    <a:pt x="49596" y="2091366"/>
                  </a:lnTo>
                  <a:close/>
                  <a:moveTo>
                    <a:pt x="49596" y="2091366"/>
                  </a:moveTo>
                  <a:lnTo>
                    <a:pt x="0" y="2127491"/>
                  </a:lnTo>
                  <a:lnTo>
                    <a:pt x="27921" y="2107607"/>
                  </a:lnTo>
                  <a:close/>
                  <a:moveTo>
                    <a:pt x="49596" y="2091366"/>
                  </a:moveTo>
                  <a:lnTo>
                    <a:pt x="170650" y="2056459"/>
                  </a:lnTo>
                  <a:lnTo>
                    <a:pt x="167320" y="2054870"/>
                  </a:lnTo>
                  <a:close/>
                  <a:moveTo>
                    <a:pt x="122313" y="2135145"/>
                  </a:moveTo>
                  <a:lnTo>
                    <a:pt x="170650" y="2056459"/>
                  </a:lnTo>
                  <a:lnTo>
                    <a:pt x="49596" y="2091366"/>
                  </a:lnTo>
                  <a:close/>
                  <a:moveTo>
                    <a:pt x="81693" y="2173581"/>
                  </a:moveTo>
                  <a:lnTo>
                    <a:pt x="122313" y="2135145"/>
                  </a:lnTo>
                  <a:lnTo>
                    <a:pt x="49596" y="2091366"/>
                  </a:lnTo>
                  <a:close/>
                  <a:moveTo>
                    <a:pt x="107978" y="2037344"/>
                  </a:moveTo>
                  <a:lnTo>
                    <a:pt x="49596" y="2091366"/>
                  </a:lnTo>
                  <a:lnTo>
                    <a:pt x="167320" y="2054870"/>
                  </a:lnTo>
                  <a:close/>
                  <a:moveTo>
                    <a:pt x="167320" y="2054870"/>
                  </a:moveTo>
                  <a:lnTo>
                    <a:pt x="170650" y="2056459"/>
                  </a:lnTo>
                  <a:lnTo>
                    <a:pt x="174983" y="2052930"/>
                  </a:lnTo>
                  <a:close/>
                  <a:moveTo>
                    <a:pt x="170650" y="2056459"/>
                  </a:moveTo>
                  <a:lnTo>
                    <a:pt x="225777" y="2047370"/>
                  </a:lnTo>
                  <a:lnTo>
                    <a:pt x="174983" y="2052930"/>
                  </a:lnTo>
                  <a:close/>
                  <a:moveTo>
                    <a:pt x="231941" y="2014493"/>
                  </a:moveTo>
                  <a:lnTo>
                    <a:pt x="233787" y="1932278"/>
                  </a:lnTo>
                  <a:lnTo>
                    <a:pt x="174983" y="2052930"/>
                  </a:lnTo>
                  <a:close/>
                  <a:moveTo>
                    <a:pt x="304423" y="1847553"/>
                  </a:moveTo>
                  <a:lnTo>
                    <a:pt x="251568" y="1865141"/>
                  </a:lnTo>
                  <a:lnTo>
                    <a:pt x="233787" y="1932278"/>
                  </a:lnTo>
                  <a:close/>
                  <a:moveTo>
                    <a:pt x="350435" y="1826999"/>
                  </a:moveTo>
                  <a:lnTo>
                    <a:pt x="263453" y="1850063"/>
                  </a:lnTo>
                  <a:lnTo>
                    <a:pt x="379950" y="1851278"/>
                  </a:lnTo>
                  <a:close/>
                  <a:moveTo>
                    <a:pt x="379950" y="1851278"/>
                  </a:moveTo>
                  <a:lnTo>
                    <a:pt x="263453" y="1850063"/>
                  </a:lnTo>
                  <a:lnTo>
                    <a:pt x="251568" y="1865141"/>
                  </a:lnTo>
                  <a:close/>
                  <a:moveTo>
                    <a:pt x="379950" y="1851278"/>
                  </a:moveTo>
                  <a:lnTo>
                    <a:pt x="251568" y="1865141"/>
                  </a:lnTo>
                  <a:lnTo>
                    <a:pt x="304423" y="1847553"/>
                  </a:lnTo>
                  <a:close/>
                  <a:moveTo>
                    <a:pt x="350435" y="1826999"/>
                  </a:moveTo>
                  <a:lnTo>
                    <a:pt x="379950" y="1851278"/>
                  </a:lnTo>
                  <a:lnTo>
                    <a:pt x="386485" y="1811627"/>
                  </a:lnTo>
                  <a:close/>
                  <a:moveTo>
                    <a:pt x="386485" y="1811627"/>
                  </a:moveTo>
                  <a:lnTo>
                    <a:pt x="379950" y="1851278"/>
                  </a:lnTo>
                  <a:lnTo>
                    <a:pt x="410470" y="1878285"/>
                  </a:lnTo>
                  <a:close/>
                  <a:moveTo>
                    <a:pt x="518070" y="1228220"/>
                  </a:moveTo>
                  <a:lnTo>
                    <a:pt x="517633" y="1251202"/>
                  </a:lnTo>
                  <a:lnTo>
                    <a:pt x="515998" y="1246805"/>
                  </a:lnTo>
                  <a:close/>
                  <a:moveTo>
                    <a:pt x="514084" y="1164590"/>
                  </a:moveTo>
                  <a:lnTo>
                    <a:pt x="507966" y="1082375"/>
                  </a:lnTo>
                  <a:lnTo>
                    <a:pt x="480569" y="1181243"/>
                  </a:lnTo>
                  <a:close/>
                  <a:moveTo>
                    <a:pt x="507966" y="1082375"/>
                  </a:moveTo>
                  <a:lnTo>
                    <a:pt x="456510" y="1100709"/>
                  </a:lnTo>
                  <a:lnTo>
                    <a:pt x="480569" y="1181243"/>
                  </a:lnTo>
                  <a:close/>
                  <a:moveTo>
                    <a:pt x="229837" y="917945"/>
                  </a:moveTo>
                  <a:lnTo>
                    <a:pt x="217041" y="835730"/>
                  </a:lnTo>
                  <a:lnTo>
                    <a:pt x="192256" y="933583"/>
                  </a:lnTo>
                  <a:close/>
                  <a:moveTo>
                    <a:pt x="518070" y="1228220"/>
                  </a:moveTo>
                  <a:lnTo>
                    <a:pt x="515998" y="1246805"/>
                  </a:lnTo>
                  <a:lnTo>
                    <a:pt x="528729" y="1242181"/>
                  </a:lnTo>
                  <a:close/>
                  <a:moveTo>
                    <a:pt x="622712" y="1126274"/>
                  </a:moveTo>
                  <a:lnTo>
                    <a:pt x="514084" y="1164590"/>
                  </a:lnTo>
                  <a:lnTo>
                    <a:pt x="622985" y="1126617"/>
                  </a:lnTo>
                  <a:close/>
                  <a:moveTo>
                    <a:pt x="514084" y="1164590"/>
                  </a:moveTo>
                  <a:lnTo>
                    <a:pt x="518070" y="1228220"/>
                  </a:lnTo>
                  <a:lnTo>
                    <a:pt x="622985" y="1126617"/>
                  </a:lnTo>
                  <a:close/>
                  <a:moveTo>
                    <a:pt x="507966" y="1082375"/>
                  </a:moveTo>
                  <a:lnTo>
                    <a:pt x="622712" y="1126274"/>
                  </a:lnTo>
                  <a:lnTo>
                    <a:pt x="572592" y="1066929"/>
                  </a:lnTo>
                  <a:close/>
                  <a:moveTo>
                    <a:pt x="507966" y="1082375"/>
                  </a:moveTo>
                  <a:lnTo>
                    <a:pt x="514084" y="1164590"/>
                  </a:lnTo>
                  <a:lnTo>
                    <a:pt x="622712" y="1126274"/>
                  </a:lnTo>
                  <a:close/>
                  <a:moveTo>
                    <a:pt x="623851" y="1126154"/>
                  </a:moveTo>
                  <a:lnTo>
                    <a:pt x="646675" y="1043938"/>
                  </a:lnTo>
                  <a:lnTo>
                    <a:pt x="622712" y="1126274"/>
                  </a:lnTo>
                  <a:close/>
                  <a:moveTo>
                    <a:pt x="646675" y="1043938"/>
                  </a:moveTo>
                  <a:lnTo>
                    <a:pt x="572592" y="1066929"/>
                  </a:lnTo>
                  <a:lnTo>
                    <a:pt x="622712" y="1126274"/>
                  </a:lnTo>
                  <a:close/>
                  <a:moveTo>
                    <a:pt x="622712" y="1126274"/>
                  </a:moveTo>
                  <a:lnTo>
                    <a:pt x="622985" y="1126617"/>
                  </a:lnTo>
                  <a:lnTo>
                    <a:pt x="623851" y="1126154"/>
                  </a:lnTo>
                  <a:close/>
                  <a:moveTo>
                    <a:pt x="623210" y="1125869"/>
                  </a:moveTo>
                  <a:lnTo>
                    <a:pt x="623851" y="1126154"/>
                  </a:lnTo>
                  <a:lnTo>
                    <a:pt x="622985" y="1126617"/>
                  </a:lnTo>
                  <a:close/>
                  <a:moveTo>
                    <a:pt x="623210" y="1125869"/>
                  </a:moveTo>
                  <a:lnTo>
                    <a:pt x="658063" y="1042568"/>
                  </a:lnTo>
                  <a:lnTo>
                    <a:pt x="623851" y="1126154"/>
                  </a:lnTo>
                  <a:close/>
                  <a:moveTo>
                    <a:pt x="623851" y="1126154"/>
                  </a:moveTo>
                  <a:lnTo>
                    <a:pt x="675178" y="1005502"/>
                  </a:lnTo>
                  <a:lnTo>
                    <a:pt x="646675" y="1043938"/>
                  </a:lnTo>
                  <a:close/>
                  <a:moveTo>
                    <a:pt x="1821076" y="2156513"/>
                  </a:moveTo>
                  <a:lnTo>
                    <a:pt x="1851418" y="2200292"/>
                  </a:lnTo>
                  <a:lnTo>
                    <a:pt x="1846685" y="2118077"/>
                  </a:lnTo>
                  <a:close/>
                  <a:moveTo>
                    <a:pt x="493733" y="758857"/>
                  </a:moveTo>
                  <a:lnTo>
                    <a:pt x="510100" y="768015"/>
                  </a:lnTo>
                  <a:lnTo>
                    <a:pt x="517544" y="750813"/>
                  </a:lnTo>
                  <a:close/>
                  <a:moveTo>
                    <a:pt x="505760" y="751788"/>
                  </a:moveTo>
                  <a:lnTo>
                    <a:pt x="493733" y="758857"/>
                  </a:lnTo>
                  <a:lnTo>
                    <a:pt x="517544" y="750813"/>
                  </a:lnTo>
                  <a:close/>
                  <a:moveTo>
                    <a:pt x="683871" y="36131"/>
                  </a:moveTo>
                  <a:lnTo>
                    <a:pt x="591338" y="50767"/>
                  </a:lnTo>
                  <a:lnTo>
                    <a:pt x="695004" y="41219"/>
                  </a:lnTo>
                  <a:close/>
                  <a:moveTo>
                    <a:pt x="591338" y="50767"/>
                  </a:moveTo>
                  <a:lnTo>
                    <a:pt x="636671" y="101777"/>
                  </a:lnTo>
                  <a:lnTo>
                    <a:pt x="695004" y="41219"/>
                  </a:lnTo>
                  <a:close/>
                  <a:moveTo>
                    <a:pt x="683871" y="36131"/>
                  </a:moveTo>
                  <a:lnTo>
                    <a:pt x="695004" y="41219"/>
                  </a:lnTo>
                  <a:lnTo>
                    <a:pt x="699891" y="29605"/>
                  </a:lnTo>
                  <a:close/>
                  <a:moveTo>
                    <a:pt x="648378" y="104487"/>
                  </a:moveTo>
                  <a:lnTo>
                    <a:pt x="695004" y="41219"/>
                  </a:lnTo>
                  <a:lnTo>
                    <a:pt x="636671" y="101777"/>
                  </a:lnTo>
                  <a:close/>
                  <a:moveTo>
                    <a:pt x="648378" y="104487"/>
                  </a:moveTo>
                  <a:lnTo>
                    <a:pt x="742419" y="88625"/>
                  </a:lnTo>
                  <a:lnTo>
                    <a:pt x="695004" y="41219"/>
                  </a:lnTo>
                  <a:close/>
                  <a:moveTo>
                    <a:pt x="742419" y="88625"/>
                  </a:moveTo>
                  <a:lnTo>
                    <a:pt x="699891" y="29605"/>
                  </a:lnTo>
                  <a:lnTo>
                    <a:pt x="695004" y="41219"/>
                  </a:lnTo>
                  <a:close/>
                  <a:moveTo>
                    <a:pt x="802844" y="0"/>
                  </a:moveTo>
                  <a:lnTo>
                    <a:pt x="699891" y="29605"/>
                  </a:lnTo>
                  <a:lnTo>
                    <a:pt x="742419" y="88625"/>
                  </a:lnTo>
                  <a:close/>
                  <a:moveTo>
                    <a:pt x="1442443" y="454759"/>
                  </a:moveTo>
                  <a:lnTo>
                    <a:pt x="1438481" y="528238"/>
                  </a:lnTo>
                  <a:lnTo>
                    <a:pt x="1494925" y="501549"/>
                  </a:lnTo>
                  <a:close/>
                  <a:moveTo>
                    <a:pt x="1944964" y="900877"/>
                  </a:moveTo>
                  <a:lnTo>
                    <a:pt x="2052425" y="951824"/>
                  </a:lnTo>
                  <a:lnTo>
                    <a:pt x="2021055" y="877236"/>
                  </a:lnTo>
                  <a:close/>
                  <a:moveTo>
                    <a:pt x="1293125" y="23391"/>
                  </a:moveTo>
                  <a:lnTo>
                    <a:pt x="1183346" y="72620"/>
                  </a:lnTo>
                  <a:lnTo>
                    <a:pt x="1281096" y="4029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64" name="Candidate_density__2063">
              <a:extLst>
                <a:ext uri="{FF2B5EF4-FFF2-40B4-BE49-F238E27FC236}">
                  <a16:creationId xmlns:a16="http://schemas.microsoft.com/office/drawing/2014/main" id="{85121F16-396B-A251-676A-947A506055A3}"/>
                </a:ext>
              </a:extLst>
            </p:cNvPr>
            <p:cNvSpPr>
              <a:spLocks noGrp="1"/>
            </p:cNvSpPr>
            <p:nvPr/>
          </p:nvSpPr>
          <p:spPr>
            <a:xfrm>
              <a:off x="4334437" y="2396127"/>
              <a:ext cx="2369173" cy="2873138"/>
            </a:xfrm>
            <a:custGeom>
              <a:avLst/>
              <a:gdLst/>
              <a:ahLst/>
              <a:cxnLst/>
              <a:rect l="0" t="0" r="0" b="0"/>
              <a:pathLst>
                <a:path w="2369173" h="2873138">
                  <a:moveTo>
                    <a:pt x="134543" y="2361884"/>
                  </a:moveTo>
                  <a:lnTo>
                    <a:pt x="162868" y="2482536"/>
                  </a:lnTo>
                  <a:lnTo>
                    <a:pt x="166639" y="2444099"/>
                  </a:lnTo>
                  <a:close/>
                  <a:moveTo>
                    <a:pt x="166639" y="2444099"/>
                  </a:moveTo>
                  <a:lnTo>
                    <a:pt x="248873" y="2526314"/>
                  </a:lnTo>
                  <a:lnTo>
                    <a:pt x="264534" y="2487878"/>
                  </a:lnTo>
                  <a:close/>
                  <a:moveTo>
                    <a:pt x="831886" y="2873138"/>
                  </a:moveTo>
                  <a:lnTo>
                    <a:pt x="900751" y="2862379"/>
                  </a:lnTo>
                  <a:lnTo>
                    <a:pt x="882841" y="2860517"/>
                  </a:lnTo>
                  <a:close/>
                  <a:moveTo>
                    <a:pt x="797254" y="2743653"/>
                  </a:moveTo>
                  <a:lnTo>
                    <a:pt x="669406" y="2759513"/>
                  </a:lnTo>
                  <a:lnTo>
                    <a:pt x="726304" y="2757041"/>
                  </a:lnTo>
                  <a:close/>
                  <a:moveTo>
                    <a:pt x="836421" y="2854086"/>
                  </a:moveTo>
                  <a:lnTo>
                    <a:pt x="831886" y="2873138"/>
                  </a:lnTo>
                  <a:lnTo>
                    <a:pt x="882841" y="2860517"/>
                  </a:lnTo>
                  <a:close/>
                  <a:moveTo>
                    <a:pt x="751206" y="2762680"/>
                  </a:moveTo>
                  <a:lnTo>
                    <a:pt x="797254" y="2743653"/>
                  </a:lnTo>
                  <a:lnTo>
                    <a:pt x="726304" y="2757041"/>
                  </a:lnTo>
                  <a:close/>
                  <a:moveTo>
                    <a:pt x="751206" y="2762680"/>
                  </a:moveTo>
                  <a:lnTo>
                    <a:pt x="824902" y="2763358"/>
                  </a:lnTo>
                  <a:lnTo>
                    <a:pt x="797254" y="2743653"/>
                  </a:lnTo>
                  <a:close/>
                  <a:moveTo>
                    <a:pt x="587318" y="2134681"/>
                  </a:moveTo>
                  <a:lnTo>
                    <a:pt x="584940" y="2076754"/>
                  </a:lnTo>
                  <a:lnTo>
                    <a:pt x="495417" y="2148803"/>
                  </a:lnTo>
                  <a:close/>
                  <a:moveTo>
                    <a:pt x="471432" y="2082145"/>
                  </a:moveTo>
                  <a:lnTo>
                    <a:pt x="584940" y="2076754"/>
                  </a:lnTo>
                  <a:lnTo>
                    <a:pt x="543580" y="2043708"/>
                  </a:lnTo>
                  <a:close/>
                  <a:moveTo>
                    <a:pt x="480354" y="1961493"/>
                  </a:moveTo>
                  <a:lnTo>
                    <a:pt x="507824" y="1999124"/>
                  </a:lnTo>
                  <a:lnTo>
                    <a:pt x="471432" y="2082145"/>
                  </a:lnTo>
                  <a:close/>
                  <a:moveTo>
                    <a:pt x="543580" y="2043708"/>
                  </a:moveTo>
                  <a:lnTo>
                    <a:pt x="480354" y="1961493"/>
                  </a:lnTo>
                  <a:lnTo>
                    <a:pt x="471432" y="2082145"/>
                  </a:lnTo>
                  <a:close/>
                  <a:moveTo>
                    <a:pt x="0" y="1265336"/>
                  </a:moveTo>
                  <a:lnTo>
                    <a:pt x="1715" y="1183120"/>
                  </a:lnTo>
                  <a:lnTo>
                    <a:pt x="9519" y="1200446"/>
                  </a:lnTo>
                  <a:close/>
                  <a:moveTo>
                    <a:pt x="714463" y="1891722"/>
                  </a:moveTo>
                  <a:lnTo>
                    <a:pt x="728877" y="1840504"/>
                  </a:lnTo>
                  <a:lnTo>
                    <a:pt x="661071" y="1835036"/>
                  </a:lnTo>
                  <a:close/>
                  <a:moveTo>
                    <a:pt x="714463" y="1891722"/>
                  </a:moveTo>
                  <a:lnTo>
                    <a:pt x="727651" y="1901268"/>
                  </a:lnTo>
                  <a:lnTo>
                    <a:pt x="775074" y="1884620"/>
                  </a:lnTo>
                  <a:close/>
                  <a:moveTo>
                    <a:pt x="602580" y="1521720"/>
                  </a:moveTo>
                  <a:lnTo>
                    <a:pt x="603017" y="1498738"/>
                  </a:lnTo>
                  <a:lnTo>
                    <a:pt x="624475" y="1555759"/>
                  </a:lnTo>
                  <a:close/>
                  <a:moveTo>
                    <a:pt x="624475" y="1555759"/>
                  </a:moveTo>
                  <a:lnTo>
                    <a:pt x="603017" y="1498738"/>
                  </a:lnTo>
                  <a:lnTo>
                    <a:pt x="599031" y="1435108"/>
                  </a:lnTo>
                  <a:close/>
                  <a:moveTo>
                    <a:pt x="599031" y="1435108"/>
                  </a:moveTo>
                  <a:lnTo>
                    <a:pt x="565516" y="1451761"/>
                  </a:lnTo>
                  <a:lnTo>
                    <a:pt x="624475" y="1555759"/>
                  </a:lnTo>
                  <a:close/>
                  <a:moveTo>
                    <a:pt x="498270" y="1473545"/>
                  </a:moveTo>
                  <a:lnTo>
                    <a:pt x="546780" y="1503677"/>
                  </a:lnTo>
                  <a:lnTo>
                    <a:pt x="565516" y="1451761"/>
                  </a:lnTo>
                  <a:close/>
                  <a:moveTo>
                    <a:pt x="239743" y="1134462"/>
                  </a:moveTo>
                  <a:lnTo>
                    <a:pt x="221471" y="1123376"/>
                  </a:lnTo>
                  <a:lnTo>
                    <a:pt x="189434" y="1114771"/>
                  </a:lnTo>
                  <a:close/>
                  <a:moveTo>
                    <a:pt x="221471" y="1123376"/>
                  </a:moveTo>
                  <a:lnTo>
                    <a:pt x="239743" y="1134462"/>
                  </a:lnTo>
                  <a:lnTo>
                    <a:pt x="330527" y="1037260"/>
                  </a:lnTo>
                  <a:close/>
                  <a:moveTo>
                    <a:pt x="1069920" y="1928399"/>
                  </a:moveTo>
                  <a:lnTo>
                    <a:pt x="1110686" y="2003538"/>
                  </a:lnTo>
                  <a:lnTo>
                    <a:pt x="1102728" y="1918530"/>
                  </a:lnTo>
                  <a:close/>
                  <a:moveTo>
                    <a:pt x="310496" y="1076942"/>
                  </a:moveTo>
                  <a:lnTo>
                    <a:pt x="330527" y="1037260"/>
                  </a:lnTo>
                  <a:lnTo>
                    <a:pt x="301988" y="1106248"/>
                  </a:lnTo>
                  <a:close/>
                  <a:moveTo>
                    <a:pt x="1661456" y="2262601"/>
                  </a:moveTo>
                  <a:lnTo>
                    <a:pt x="1636646" y="2361524"/>
                  </a:lnTo>
                  <a:lnTo>
                    <a:pt x="1669409" y="2268818"/>
                  </a:lnTo>
                  <a:close/>
                  <a:moveTo>
                    <a:pt x="1661456" y="2262601"/>
                  </a:moveTo>
                  <a:lnTo>
                    <a:pt x="1576569" y="2200363"/>
                  </a:lnTo>
                  <a:lnTo>
                    <a:pt x="1530286" y="2242519"/>
                  </a:lnTo>
                  <a:close/>
                  <a:moveTo>
                    <a:pt x="1556618" y="2180386"/>
                  </a:moveTo>
                  <a:lnTo>
                    <a:pt x="1530286" y="2242519"/>
                  </a:lnTo>
                  <a:lnTo>
                    <a:pt x="1576569" y="2200363"/>
                  </a:lnTo>
                  <a:close/>
                  <a:moveTo>
                    <a:pt x="545411" y="1068153"/>
                  </a:moveTo>
                  <a:lnTo>
                    <a:pt x="578680" y="1029375"/>
                  </a:lnTo>
                  <a:lnTo>
                    <a:pt x="536279" y="1067811"/>
                  </a:lnTo>
                  <a:close/>
                  <a:moveTo>
                    <a:pt x="494526" y="948420"/>
                  </a:moveTo>
                  <a:lnTo>
                    <a:pt x="590707" y="1022306"/>
                  </a:lnTo>
                  <a:lnTo>
                    <a:pt x="541041" y="971197"/>
                  </a:lnTo>
                  <a:close/>
                  <a:moveTo>
                    <a:pt x="1661456" y="2262601"/>
                  </a:moveTo>
                  <a:lnTo>
                    <a:pt x="1669409" y="2268818"/>
                  </a:lnTo>
                  <a:lnTo>
                    <a:pt x="1675036" y="2256675"/>
                  </a:lnTo>
                  <a:close/>
                  <a:moveTo>
                    <a:pt x="1675036" y="2256675"/>
                  </a:moveTo>
                  <a:lnTo>
                    <a:pt x="1576569" y="2200363"/>
                  </a:lnTo>
                  <a:lnTo>
                    <a:pt x="1661456" y="2262601"/>
                  </a:lnTo>
                  <a:close/>
                  <a:moveTo>
                    <a:pt x="1585794" y="2168542"/>
                  </a:moveTo>
                  <a:lnTo>
                    <a:pt x="1576569" y="2200363"/>
                  </a:lnTo>
                  <a:lnTo>
                    <a:pt x="1675036" y="2256675"/>
                  </a:lnTo>
                  <a:close/>
                  <a:moveTo>
                    <a:pt x="1669409" y="2268818"/>
                  </a:moveTo>
                  <a:lnTo>
                    <a:pt x="1764723" y="2224165"/>
                  </a:lnTo>
                  <a:lnTo>
                    <a:pt x="1675036" y="2256675"/>
                  </a:lnTo>
                  <a:close/>
                  <a:moveTo>
                    <a:pt x="1847441" y="2306380"/>
                  </a:moveTo>
                  <a:lnTo>
                    <a:pt x="1795403" y="2246030"/>
                  </a:lnTo>
                  <a:lnTo>
                    <a:pt x="1853797" y="2332621"/>
                  </a:lnTo>
                  <a:close/>
                  <a:moveTo>
                    <a:pt x="1556618" y="2180386"/>
                  </a:moveTo>
                  <a:lnTo>
                    <a:pt x="1576569" y="2200363"/>
                  </a:lnTo>
                  <a:lnTo>
                    <a:pt x="1585794" y="2168542"/>
                  </a:lnTo>
                  <a:close/>
                  <a:moveTo>
                    <a:pt x="1218586" y="1566444"/>
                  </a:moveTo>
                  <a:lnTo>
                    <a:pt x="1205124" y="1647568"/>
                  </a:lnTo>
                  <a:lnTo>
                    <a:pt x="1180967" y="1654738"/>
                  </a:lnTo>
                  <a:close/>
                  <a:moveTo>
                    <a:pt x="651409" y="990938"/>
                  </a:moveTo>
                  <a:lnTo>
                    <a:pt x="595047" y="1038533"/>
                  </a:lnTo>
                  <a:lnTo>
                    <a:pt x="655801" y="1111590"/>
                  </a:lnTo>
                  <a:close/>
                  <a:moveTo>
                    <a:pt x="1847441" y="2306380"/>
                  </a:moveTo>
                  <a:lnTo>
                    <a:pt x="1853797" y="2332621"/>
                  </a:lnTo>
                  <a:lnTo>
                    <a:pt x="1899624" y="2357035"/>
                  </a:lnTo>
                  <a:close/>
                  <a:moveTo>
                    <a:pt x="2038782" y="2443008"/>
                  </a:moveTo>
                  <a:lnTo>
                    <a:pt x="2022620" y="2538241"/>
                  </a:lnTo>
                  <a:lnTo>
                    <a:pt x="2089293" y="2432373"/>
                  </a:lnTo>
                  <a:close/>
                  <a:moveTo>
                    <a:pt x="1936365" y="2470810"/>
                  </a:moveTo>
                  <a:lnTo>
                    <a:pt x="2022620" y="2538241"/>
                  </a:lnTo>
                  <a:lnTo>
                    <a:pt x="2038782" y="2443008"/>
                  </a:lnTo>
                  <a:close/>
                  <a:moveTo>
                    <a:pt x="1931632" y="2388595"/>
                  </a:moveTo>
                  <a:lnTo>
                    <a:pt x="2015133" y="2350158"/>
                  </a:lnTo>
                  <a:lnTo>
                    <a:pt x="1899624" y="2357035"/>
                  </a:lnTo>
                  <a:close/>
                  <a:moveTo>
                    <a:pt x="2015133" y="2350158"/>
                  </a:moveTo>
                  <a:lnTo>
                    <a:pt x="1949539" y="2328456"/>
                  </a:lnTo>
                  <a:lnTo>
                    <a:pt x="1899624" y="2357035"/>
                  </a:lnTo>
                  <a:close/>
                  <a:moveTo>
                    <a:pt x="1859701" y="2267943"/>
                  </a:moveTo>
                  <a:lnTo>
                    <a:pt x="1899624" y="2357035"/>
                  </a:lnTo>
                  <a:lnTo>
                    <a:pt x="1949539" y="2328456"/>
                  </a:lnTo>
                  <a:close/>
                  <a:moveTo>
                    <a:pt x="1859701" y="2267943"/>
                  </a:moveTo>
                  <a:lnTo>
                    <a:pt x="1847441" y="2306380"/>
                  </a:lnTo>
                  <a:lnTo>
                    <a:pt x="1899624" y="2357035"/>
                  </a:lnTo>
                  <a:close/>
                  <a:moveTo>
                    <a:pt x="2089293" y="2432373"/>
                  </a:moveTo>
                  <a:lnTo>
                    <a:pt x="2142466" y="2492463"/>
                  </a:lnTo>
                  <a:lnTo>
                    <a:pt x="2148064" y="2414756"/>
                  </a:lnTo>
                  <a:close/>
                  <a:moveTo>
                    <a:pt x="2106684" y="2348305"/>
                  </a:moveTo>
                  <a:lnTo>
                    <a:pt x="2148064" y="2414756"/>
                  </a:lnTo>
                  <a:lnTo>
                    <a:pt x="2158859" y="2432373"/>
                  </a:lnTo>
                  <a:close/>
                  <a:moveTo>
                    <a:pt x="2035922" y="2345241"/>
                  </a:moveTo>
                  <a:lnTo>
                    <a:pt x="1949539" y="2328456"/>
                  </a:lnTo>
                  <a:lnTo>
                    <a:pt x="2015133" y="2350158"/>
                  </a:lnTo>
                  <a:close/>
                  <a:moveTo>
                    <a:pt x="2020813" y="2257432"/>
                  </a:moveTo>
                  <a:lnTo>
                    <a:pt x="1962383" y="2244343"/>
                  </a:lnTo>
                  <a:lnTo>
                    <a:pt x="2035922" y="2345241"/>
                  </a:lnTo>
                  <a:close/>
                  <a:moveTo>
                    <a:pt x="2106684" y="2348305"/>
                  </a:moveTo>
                  <a:lnTo>
                    <a:pt x="2102605" y="2343431"/>
                  </a:lnTo>
                  <a:lnTo>
                    <a:pt x="2020813" y="2257432"/>
                  </a:lnTo>
                  <a:close/>
                  <a:moveTo>
                    <a:pt x="2035922" y="2345241"/>
                  </a:moveTo>
                  <a:lnTo>
                    <a:pt x="2106684" y="2348305"/>
                  </a:lnTo>
                  <a:lnTo>
                    <a:pt x="2020813" y="2257432"/>
                  </a:lnTo>
                  <a:close/>
                  <a:moveTo>
                    <a:pt x="2106684" y="2348305"/>
                  </a:moveTo>
                  <a:lnTo>
                    <a:pt x="2109671" y="2350158"/>
                  </a:lnTo>
                  <a:lnTo>
                    <a:pt x="2102605" y="2343431"/>
                  </a:lnTo>
                  <a:close/>
                  <a:moveTo>
                    <a:pt x="1962383" y="2244343"/>
                  </a:moveTo>
                  <a:lnTo>
                    <a:pt x="2020813" y="2257432"/>
                  </a:lnTo>
                  <a:lnTo>
                    <a:pt x="1935946" y="2165744"/>
                  </a:lnTo>
                  <a:close/>
                  <a:moveTo>
                    <a:pt x="1717094" y="1856868"/>
                  </a:moveTo>
                  <a:lnTo>
                    <a:pt x="1705589" y="1736216"/>
                  </a:lnTo>
                  <a:lnTo>
                    <a:pt x="1663410" y="1774653"/>
                  </a:lnTo>
                  <a:close/>
                  <a:moveTo>
                    <a:pt x="1663410" y="1774653"/>
                  </a:moveTo>
                  <a:lnTo>
                    <a:pt x="1705589" y="1736216"/>
                  </a:lnTo>
                  <a:lnTo>
                    <a:pt x="1645958" y="1750735"/>
                  </a:lnTo>
                  <a:close/>
                  <a:moveTo>
                    <a:pt x="1705589" y="1736216"/>
                  </a:moveTo>
                  <a:lnTo>
                    <a:pt x="1698499" y="1731974"/>
                  </a:lnTo>
                  <a:lnTo>
                    <a:pt x="1645958" y="1750735"/>
                  </a:lnTo>
                  <a:close/>
                  <a:moveTo>
                    <a:pt x="1629507" y="1654001"/>
                  </a:moveTo>
                  <a:lnTo>
                    <a:pt x="1645958" y="1750735"/>
                  </a:lnTo>
                  <a:lnTo>
                    <a:pt x="1698499" y="1731974"/>
                  </a:lnTo>
                  <a:close/>
                  <a:moveTo>
                    <a:pt x="1139138" y="1160710"/>
                  </a:moveTo>
                  <a:lnTo>
                    <a:pt x="1032203" y="1114536"/>
                  </a:lnTo>
                  <a:lnTo>
                    <a:pt x="1030362" y="1116932"/>
                  </a:lnTo>
                  <a:close/>
                  <a:moveTo>
                    <a:pt x="1028417" y="1113797"/>
                  </a:moveTo>
                  <a:lnTo>
                    <a:pt x="1030362" y="1116932"/>
                  </a:lnTo>
                  <a:lnTo>
                    <a:pt x="1032203" y="1114536"/>
                  </a:lnTo>
                  <a:close/>
                  <a:moveTo>
                    <a:pt x="1055793" y="1078495"/>
                  </a:moveTo>
                  <a:lnTo>
                    <a:pt x="1028417" y="1113797"/>
                  </a:lnTo>
                  <a:lnTo>
                    <a:pt x="1032203" y="1114536"/>
                  </a:lnTo>
                  <a:close/>
                  <a:moveTo>
                    <a:pt x="364247" y="92913"/>
                  </a:moveTo>
                  <a:lnTo>
                    <a:pt x="438987" y="92743"/>
                  </a:lnTo>
                  <a:lnTo>
                    <a:pt x="397473" y="26400"/>
                  </a:lnTo>
                  <a:close/>
                  <a:moveTo>
                    <a:pt x="364247" y="92913"/>
                  </a:moveTo>
                  <a:lnTo>
                    <a:pt x="397473" y="26400"/>
                  </a:lnTo>
                  <a:lnTo>
                    <a:pt x="334148" y="17291"/>
                  </a:lnTo>
                  <a:close/>
                  <a:moveTo>
                    <a:pt x="364247" y="92913"/>
                  </a:moveTo>
                  <a:lnTo>
                    <a:pt x="334148" y="17291"/>
                  </a:lnTo>
                  <a:lnTo>
                    <a:pt x="359600" y="91914"/>
                  </a:lnTo>
                  <a:close/>
                  <a:moveTo>
                    <a:pt x="334148" y="17291"/>
                  </a:moveTo>
                  <a:lnTo>
                    <a:pt x="298489" y="9699"/>
                  </a:lnTo>
                  <a:lnTo>
                    <a:pt x="359600" y="91914"/>
                  </a:lnTo>
                  <a:close/>
                  <a:moveTo>
                    <a:pt x="2247648" y="2311722"/>
                  </a:moveTo>
                  <a:lnTo>
                    <a:pt x="2322286" y="2273286"/>
                  </a:lnTo>
                  <a:lnTo>
                    <a:pt x="2206345" y="2237437"/>
                  </a:lnTo>
                  <a:close/>
                  <a:moveTo>
                    <a:pt x="2322286" y="2273286"/>
                  </a:moveTo>
                  <a:lnTo>
                    <a:pt x="2261602" y="2228831"/>
                  </a:lnTo>
                  <a:lnTo>
                    <a:pt x="2206345" y="2237437"/>
                  </a:lnTo>
                  <a:close/>
                  <a:moveTo>
                    <a:pt x="2224435" y="2191071"/>
                  </a:moveTo>
                  <a:lnTo>
                    <a:pt x="2206345" y="2237437"/>
                  </a:lnTo>
                  <a:lnTo>
                    <a:pt x="2261602" y="2228831"/>
                  </a:lnTo>
                  <a:close/>
                  <a:moveTo>
                    <a:pt x="2224435" y="2191071"/>
                  </a:moveTo>
                  <a:lnTo>
                    <a:pt x="2199738" y="2229507"/>
                  </a:lnTo>
                  <a:lnTo>
                    <a:pt x="2206345" y="2237437"/>
                  </a:lnTo>
                  <a:close/>
                  <a:moveTo>
                    <a:pt x="2158812" y="2147292"/>
                  </a:moveTo>
                  <a:lnTo>
                    <a:pt x="2199738" y="2229507"/>
                  </a:lnTo>
                  <a:lnTo>
                    <a:pt x="2224435" y="2191071"/>
                  </a:lnTo>
                  <a:close/>
                  <a:moveTo>
                    <a:pt x="2119995" y="2037207"/>
                  </a:moveTo>
                  <a:lnTo>
                    <a:pt x="2176542" y="2126011"/>
                  </a:lnTo>
                  <a:lnTo>
                    <a:pt x="2182752" y="2108855"/>
                  </a:lnTo>
                  <a:close/>
                  <a:moveTo>
                    <a:pt x="2182752" y="2108855"/>
                  </a:moveTo>
                  <a:lnTo>
                    <a:pt x="2141835" y="2059702"/>
                  </a:lnTo>
                  <a:lnTo>
                    <a:pt x="2119995" y="2037207"/>
                  </a:lnTo>
                  <a:close/>
                  <a:moveTo>
                    <a:pt x="1698499" y="1731974"/>
                  </a:moveTo>
                  <a:lnTo>
                    <a:pt x="1705589" y="1736216"/>
                  </a:lnTo>
                  <a:lnTo>
                    <a:pt x="1703053" y="1733437"/>
                  </a:lnTo>
                  <a:close/>
                  <a:moveTo>
                    <a:pt x="1430116" y="1325141"/>
                  </a:moveTo>
                  <a:lnTo>
                    <a:pt x="1497582" y="1322893"/>
                  </a:lnTo>
                  <a:lnTo>
                    <a:pt x="1477679" y="1368919"/>
                  </a:lnTo>
                  <a:close/>
                  <a:moveTo>
                    <a:pt x="1499580" y="1377304"/>
                  </a:moveTo>
                  <a:lnTo>
                    <a:pt x="1441727" y="1329261"/>
                  </a:lnTo>
                  <a:lnTo>
                    <a:pt x="1430116" y="1325141"/>
                  </a:lnTo>
                  <a:close/>
                  <a:moveTo>
                    <a:pt x="1477679" y="1368919"/>
                  </a:moveTo>
                  <a:lnTo>
                    <a:pt x="1499580" y="1377304"/>
                  </a:lnTo>
                  <a:lnTo>
                    <a:pt x="1430116" y="1325141"/>
                  </a:lnTo>
                  <a:close/>
                  <a:moveTo>
                    <a:pt x="1542106" y="1368919"/>
                  </a:moveTo>
                  <a:lnTo>
                    <a:pt x="1449790" y="1317690"/>
                  </a:lnTo>
                  <a:lnTo>
                    <a:pt x="1451368" y="1325141"/>
                  </a:lnTo>
                  <a:close/>
                  <a:moveTo>
                    <a:pt x="1441727" y="1329261"/>
                  </a:moveTo>
                  <a:lnTo>
                    <a:pt x="1499580" y="1377304"/>
                  </a:lnTo>
                  <a:lnTo>
                    <a:pt x="1542106" y="1368919"/>
                  </a:lnTo>
                  <a:close/>
                  <a:moveTo>
                    <a:pt x="1451368" y="1325141"/>
                  </a:moveTo>
                  <a:lnTo>
                    <a:pt x="1441727" y="1329261"/>
                  </a:lnTo>
                  <a:lnTo>
                    <a:pt x="1542106" y="1368919"/>
                  </a:lnTo>
                  <a:close/>
                  <a:moveTo>
                    <a:pt x="1342082" y="1160710"/>
                  </a:moveTo>
                  <a:lnTo>
                    <a:pt x="1359569" y="1085541"/>
                  </a:lnTo>
                  <a:lnTo>
                    <a:pt x="1375705" y="1040059"/>
                  </a:lnTo>
                  <a:close/>
                  <a:moveTo>
                    <a:pt x="618641" y="307556"/>
                  </a:moveTo>
                  <a:lnTo>
                    <a:pt x="721617" y="372295"/>
                  </a:lnTo>
                  <a:lnTo>
                    <a:pt x="676285" y="321285"/>
                  </a:lnTo>
                  <a:close/>
                  <a:moveTo>
                    <a:pt x="359600" y="91914"/>
                  </a:moveTo>
                  <a:lnTo>
                    <a:pt x="302547" y="82483"/>
                  </a:lnTo>
                  <a:lnTo>
                    <a:pt x="367183" y="98297"/>
                  </a:lnTo>
                  <a:close/>
                  <a:moveTo>
                    <a:pt x="426557" y="105086"/>
                  </a:moveTo>
                  <a:lnTo>
                    <a:pt x="440520" y="93835"/>
                  </a:lnTo>
                  <a:lnTo>
                    <a:pt x="367183" y="98297"/>
                  </a:lnTo>
                  <a:close/>
                  <a:moveTo>
                    <a:pt x="2322286" y="2273286"/>
                  </a:moveTo>
                  <a:lnTo>
                    <a:pt x="2359991" y="2318034"/>
                  </a:lnTo>
                  <a:lnTo>
                    <a:pt x="2369173" y="2256091"/>
                  </a:lnTo>
                  <a:close/>
                  <a:moveTo>
                    <a:pt x="2369173" y="2256091"/>
                  </a:moveTo>
                  <a:lnTo>
                    <a:pt x="2261602" y="2228831"/>
                  </a:lnTo>
                  <a:lnTo>
                    <a:pt x="2322286" y="2273286"/>
                  </a:lnTo>
                  <a:close/>
                  <a:moveTo>
                    <a:pt x="2296683" y="2154339"/>
                  </a:moveTo>
                  <a:lnTo>
                    <a:pt x="2261602" y="2228831"/>
                  </a:lnTo>
                  <a:lnTo>
                    <a:pt x="2369173" y="2256091"/>
                  </a:lnTo>
                  <a:close/>
                  <a:moveTo>
                    <a:pt x="2224435" y="2191071"/>
                  </a:moveTo>
                  <a:lnTo>
                    <a:pt x="2261602" y="2228831"/>
                  </a:lnTo>
                  <a:lnTo>
                    <a:pt x="2296683" y="2154339"/>
                  </a:lnTo>
                  <a:close/>
                  <a:moveTo>
                    <a:pt x="2182752" y="2108855"/>
                  </a:moveTo>
                  <a:lnTo>
                    <a:pt x="2224435" y="2191071"/>
                  </a:lnTo>
                  <a:lnTo>
                    <a:pt x="2222961" y="2070419"/>
                  </a:lnTo>
                  <a:close/>
                  <a:moveTo>
                    <a:pt x="2182752" y="2108855"/>
                  </a:moveTo>
                  <a:lnTo>
                    <a:pt x="2222961" y="2070419"/>
                  </a:lnTo>
                  <a:lnTo>
                    <a:pt x="2141835" y="2059702"/>
                  </a:lnTo>
                  <a:close/>
                  <a:moveTo>
                    <a:pt x="2143395" y="1988204"/>
                  </a:moveTo>
                  <a:lnTo>
                    <a:pt x="2113219" y="2026640"/>
                  </a:lnTo>
                  <a:lnTo>
                    <a:pt x="2141835" y="2059702"/>
                  </a:lnTo>
                  <a:close/>
                  <a:moveTo>
                    <a:pt x="1863403" y="1494913"/>
                  </a:moveTo>
                  <a:lnTo>
                    <a:pt x="1860143" y="1563815"/>
                  </a:lnTo>
                  <a:lnTo>
                    <a:pt x="1919864" y="1571901"/>
                  </a:lnTo>
                  <a:close/>
                  <a:moveTo>
                    <a:pt x="1704309" y="1332047"/>
                  </a:moveTo>
                  <a:lnTo>
                    <a:pt x="1707894" y="1330483"/>
                  </a:lnTo>
                  <a:lnTo>
                    <a:pt x="1705605" y="1328138"/>
                  </a:lnTo>
                  <a:close/>
                  <a:moveTo>
                    <a:pt x="1450974" y="1148633"/>
                  </a:moveTo>
                  <a:lnTo>
                    <a:pt x="1542013" y="1083837"/>
                  </a:lnTo>
                  <a:lnTo>
                    <a:pt x="1463880" y="1106050"/>
                  </a:lnTo>
                  <a:close/>
                  <a:moveTo>
                    <a:pt x="1531194" y="1169905"/>
                  </a:moveTo>
                  <a:lnTo>
                    <a:pt x="1580043" y="1137339"/>
                  </a:lnTo>
                  <a:lnTo>
                    <a:pt x="1450974" y="1148633"/>
                  </a:lnTo>
                  <a:close/>
                  <a:moveTo>
                    <a:pt x="1463880" y="1106050"/>
                  </a:moveTo>
                  <a:lnTo>
                    <a:pt x="1559229" y="1059519"/>
                  </a:lnTo>
                  <a:lnTo>
                    <a:pt x="1515064" y="1024939"/>
                  </a:lnTo>
                  <a:close/>
                  <a:moveTo>
                    <a:pt x="1463880" y="1106050"/>
                  </a:moveTo>
                  <a:lnTo>
                    <a:pt x="1515064" y="1024939"/>
                  </a:lnTo>
                  <a:lnTo>
                    <a:pt x="1445641" y="1020786"/>
                  </a:lnTo>
                  <a:close/>
                  <a:moveTo>
                    <a:pt x="1315580" y="865747"/>
                  </a:moveTo>
                  <a:lnTo>
                    <a:pt x="1232411" y="888781"/>
                  </a:lnTo>
                  <a:lnTo>
                    <a:pt x="1316146" y="923192"/>
                  </a:lnTo>
                  <a:close/>
                  <a:moveTo>
                    <a:pt x="1315580" y="865747"/>
                  </a:moveTo>
                  <a:lnTo>
                    <a:pt x="1234494" y="871076"/>
                  </a:lnTo>
                  <a:lnTo>
                    <a:pt x="1232411" y="888781"/>
                  </a:lnTo>
                  <a:close/>
                  <a:moveTo>
                    <a:pt x="1932096" y="1456477"/>
                  </a:moveTo>
                  <a:lnTo>
                    <a:pt x="1919864" y="1571901"/>
                  </a:lnTo>
                  <a:lnTo>
                    <a:pt x="1951454" y="1474810"/>
                  </a:lnTo>
                  <a:close/>
                  <a:moveTo>
                    <a:pt x="1932096" y="1456477"/>
                  </a:moveTo>
                  <a:lnTo>
                    <a:pt x="1863403" y="1494913"/>
                  </a:lnTo>
                  <a:lnTo>
                    <a:pt x="1919864" y="1571901"/>
                  </a:lnTo>
                  <a:close/>
                  <a:moveTo>
                    <a:pt x="1705605" y="1328138"/>
                  </a:moveTo>
                  <a:lnTo>
                    <a:pt x="1707894" y="1330483"/>
                  </a:lnTo>
                  <a:lnTo>
                    <a:pt x="1709397" y="1327911"/>
                  </a:lnTo>
                  <a:close/>
                  <a:moveTo>
                    <a:pt x="1714823" y="1147400"/>
                  </a:moveTo>
                  <a:lnTo>
                    <a:pt x="1779301" y="1209831"/>
                  </a:lnTo>
                  <a:lnTo>
                    <a:pt x="1698232" y="1136803"/>
                  </a:lnTo>
                  <a:close/>
                  <a:moveTo>
                    <a:pt x="1698232" y="1136803"/>
                  </a:moveTo>
                  <a:lnTo>
                    <a:pt x="1778511" y="1232221"/>
                  </a:lnTo>
                  <a:lnTo>
                    <a:pt x="1777944" y="1132590"/>
                  </a:lnTo>
                  <a:close/>
                  <a:moveTo>
                    <a:pt x="1316649" y="564602"/>
                  </a:moveTo>
                  <a:lnTo>
                    <a:pt x="1336541" y="569039"/>
                  </a:lnTo>
                  <a:lnTo>
                    <a:pt x="1316644" y="552110"/>
                  </a:lnTo>
                  <a:close/>
                  <a:moveTo>
                    <a:pt x="768522" y="58820"/>
                  </a:moveTo>
                  <a:lnTo>
                    <a:pt x="744852" y="28758"/>
                  </a:lnTo>
                  <a:lnTo>
                    <a:pt x="776657" y="0"/>
                  </a:lnTo>
                  <a:close/>
                  <a:moveTo>
                    <a:pt x="2002543" y="1271364"/>
                  </a:moveTo>
                  <a:lnTo>
                    <a:pt x="1926594" y="1209831"/>
                  </a:lnTo>
                  <a:lnTo>
                    <a:pt x="1946479" y="1241006"/>
                  </a:lnTo>
                  <a:close/>
                  <a:moveTo>
                    <a:pt x="1946479" y="1241006"/>
                  </a:moveTo>
                  <a:lnTo>
                    <a:pt x="1926594" y="1209831"/>
                  </a:lnTo>
                  <a:lnTo>
                    <a:pt x="1889154" y="1241879"/>
                  </a:lnTo>
                  <a:close/>
                  <a:moveTo>
                    <a:pt x="2072515" y="1253610"/>
                  </a:moveTo>
                  <a:lnTo>
                    <a:pt x="2029911" y="1171395"/>
                  </a:lnTo>
                  <a:lnTo>
                    <a:pt x="2002543" y="1271364"/>
                  </a:lnTo>
                  <a:close/>
                  <a:moveTo>
                    <a:pt x="1476028" y="596701"/>
                  </a:moveTo>
                  <a:lnTo>
                    <a:pt x="1472973" y="598197"/>
                  </a:lnTo>
                  <a:lnTo>
                    <a:pt x="1521767" y="704256"/>
                  </a:lnTo>
                  <a:close/>
                  <a:moveTo>
                    <a:pt x="1559678" y="630797"/>
                  </a:moveTo>
                  <a:lnTo>
                    <a:pt x="1476028" y="596701"/>
                  </a:lnTo>
                  <a:lnTo>
                    <a:pt x="1521767" y="704256"/>
                  </a:lnTo>
                  <a:close/>
                  <a:moveTo>
                    <a:pt x="2072515" y="1253610"/>
                  </a:moveTo>
                  <a:lnTo>
                    <a:pt x="2104132" y="1273130"/>
                  </a:lnTo>
                  <a:lnTo>
                    <a:pt x="2137372" y="1222342"/>
                  </a:lnTo>
                  <a:close/>
                  <a:moveTo>
                    <a:pt x="2137372" y="1222342"/>
                  </a:moveTo>
                  <a:lnTo>
                    <a:pt x="2143323" y="1253610"/>
                  </a:lnTo>
                  <a:lnTo>
                    <a:pt x="2106002" y="114775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65" name="Candidate_density__2064">
              <a:extLst>
                <a:ext uri="{FF2B5EF4-FFF2-40B4-BE49-F238E27FC236}">
                  <a16:creationId xmlns:a16="http://schemas.microsoft.com/office/drawing/2014/main" id="{B6CF05DE-5299-CC80-E174-735859E590BE}"/>
                </a:ext>
              </a:extLst>
            </p:cNvPr>
            <p:cNvSpPr>
              <a:spLocks noGrp="1"/>
            </p:cNvSpPr>
            <p:nvPr/>
          </p:nvSpPr>
          <p:spPr>
            <a:xfrm>
              <a:off x="4523871" y="2277833"/>
              <a:ext cx="2220217" cy="3058190"/>
            </a:xfrm>
            <a:custGeom>
              <a:avLst/>
              <a:gdLst/>
              <a:ahLst/>
              <a:cxnLst/>
              <a:rect l="0" t="0" r="0" b="0"/>
              <a:pathLst>
                <a:path w="2220217" h="3058190">
                  <a:moveTo>
                    <a:pt x="242136" y="2761096"/>
                  </a:moveTo>
                  <a:lnTo>
                    <a:pt x="204182" y="2689635"/>
                  </a:lnTo>
                  <a:lnTo>
                    <a:pt x="212857" y="2726824"/>
                  </a:lnTo>
                  <a:close/>
                  <a:moveTo>
                    <a:pt x="207211" y="2693970"/>
                  </a:moveTo>
                  <a:lnTo>
                    <a:pt x="204182" y="2689635"/>
                  </a:lnTo>
                  <a:lnTo>
                    <a:pt x="242136" y="2761096"/>
                  </a:lnTo>
                  <a:close/>
                  <a:moveTo>
                    <a:pt x="289252" y="2722051"/>
                  </a:moveTo>
                  <a:lnTo>
                    <a:pt x="207211" y="2693970"/>
                  </a:lnTo>
                  <a:lnTo>
                    <a:pt x="242136" y="2761096"/>
                  </a:lnTo>
                  <a:close/>
                  <a:moveTo>
                    <a:pt x="138114" y="2650829"/>
                  </a:moveTo>
                  <a:lnTo>
                    <a:pt x="128601" y="2678719"/>
                  </a:lnTo>
                  <a:lnTo>
                    <a:pt x="64033" y="2652508"/>
                  </a:lnTo>
                  <a:close/>
                  <a:moveTo>
                    <a:pt x="499994" y="3017247"/>
                  </a:moveTo>
                  <a:lnTo>
                    <a:pt x="511673" y="3021796"/>
                  </a:lnTo>
                  <a:lnTo>
                    <a:pt x="519687" y="3026293"/>
                  </a:lnTo>
                  <a:close/>
                  <a:moveTo>
                    <a:pt x="511673" y="3021796"/>
                  </a:moveTo>
                  <a:lnTo>
                    <a:pt x="499994" y="3017247"/>
                  </a:lnTo>
                  <a:lnTo>
                    <a:pt x="399616" y="2952212"/>
                  </a:lnTo>
                  <a:close/>
                  <a:moveTo>
                    <a:pt x="602749" y="3058190"/>
                  </a:moveTo>
                  <a:lnTo>
                    <a:pt x="511673" y="3021796"/>
                  </a:lnTo>
                  <a:lnTo>
                    <a:pt x="555401" y="3046838"/>
                  </a:lnTo>
                  <a:close/>
                  <a:moveTo>
                    <a:pt x="602749" y="3058190"/>
                  </a:moveTo>
                  <a:lnTo>
                    <a:pt x="519687" y="3026293"/>
                  </a:lnTo>
                  <a:lnTo>
                    <a:pt x="511673" y="3021796"/>
                  </a:lnTo>
                  <a:close/>
                  <a:moveTo>
                    <a:pt x="499994" y="3017247"/>
                  </a:moveTo>
                  <a:lnTo>
                    <a:pt x="519687" y="3026293"/>
                  </a:lnTo>
                  <a:lnTo>
                    <a:pt x="530489" y="3006498"/>
                  </a:lnTo>
                  <a:close/>
                  <a:moveTo>
                    <a:pt x="309051" y="2664971"/>
                  </a:moveTo>
                  <a:lnTo>
                    <a:pt x="207211" y="2693970"/>
                  </a:lnTo>
                  <a:lnTo>
                    <a:pt x="289252" y="2722051"/>
                  </a:lnTo>
                  <a:close/>
                  <a:moveTo>
                    <a:pt x="362644" y="2581901"/>
                  </a:moveTo>
                  <a:lnTo>
                    <a:pt x="309051" y="2664971"/>
                  </a:lnTo>
                  <a:lnTo>
                    <a:pt x="388194" y="2661222"/>
                  </a:lnTo>
                  <a:close/>
                  <a:moveTo>
                    <a:pt x="395506" y="2195048"/>
                  </a:moveTo>
                  <a:lnTo>
                    <a:pt x="397884" y="2252974"/>
                  </a:lnTo>
                  <a:lnTo>
                    <a:pt x="400881" y="2200438"/>
                  </a:lnTo>
                  <a:close/>
                  <a:moveTo>
                    <a:pt x="617434" y="2252285"/>
                  </a:moveTo>
                  <a:lnTo>
                    <a:pt x="531328" y="2209008"/>
                  </a:lnTo>
                  <a:lnTo>
                    <a:pt x="569223" y="2287234"/>
                  </a:lnTo>
                  <a:close/>
                  <a:moveTo>
                    <a:pt x="471505" y="2200542"/>
                  </a:moveTo>
                  <a:lnTo>
                    <a:pt x="516478" y="2244217"/>
                  </a:lnTo>
                  <a:lnTo>
                    <a:pt x="528479" y="2207396"/>
                  </a:lnTo>
                  <a:close/>
                  <a:moveTo>
                    <a:pt x="617434" y="2252285"/>
                  </a:moveTo>
                  <a:lnTo>
                    <a:pt x="569223" y="2287234"/>
                  </a:lnTo>
                  <a:lnTo>
                    <a:pt x="690316" y="2246121"/>
                  </a:lnTo>
                  <a:close/>
                  <a:moveTo>
                    <a:pt x="663328" y="2208674"/>
                  </a:moveTo>
                  <a:lnTo>
                    <a:pt x="710440" y="2180649"/>
                  </a:lnTo>
                  <a:lnTo>
                    <a:pt x="685904" y="2167344"/>
                  </a:lnTo>
                  <a:close/>
                  <a:moveTo>
                    <a:pt x="435041" y="1674053"/>
                  </a:moveTo>
                  <a:lnTo>
                    <a:pt x="452119" y="1697656"/>
                  </a:lnTo>
                  <a:lnTo>
                    <a:pt x="413146" y="1640014"/>
                  </a:lnTo>
                  <a:close/>
                  <a:moveTo>
                    <a:pt x="413146" y="1640014"/>
                  </a:moveTo>
                  <a:lnTo>
                    <a:pt x="482319" y="1744461"/>
                  </a:lnTo>
                  <a:lnTo>
                    <a:pt x="429840" y="1726534"/>
                  </a:lnTo>
                  <a:close/>
                  <a:moveTo>
                    <a:pt x="0" y="1233065"/>
                  </a:moveTo>
                  <a:lnTo>
                    <a:pt x="32037" y="1241670"/>
                  </a:lnTo>
                  <a:lnTo>
                    <a:pt x="33234" y="1142327"/>
                  </a:lnTo>
                  <a:close/>
                  <a:moveTo>
                    <a:pt x="280028" y="1187183"/>
                  </a:moveTo>
                  <a:lnTo>
                    <a:pt x="355977" y="1186447"/>
                  </a:lnTo>
                  <a:lnTo>
                    <a:pt x="346845" y="1186105"/>
                  </a:lnTo>
                  <a:close/>
                  <a:moveTo>
                    <a:pt x="280028" y="1187183"/>
                  </a:moveTo>
                  <a:lnTo>
                    <a:pt x="346845" y="1186105"/>
                  </a:lnTo>
                  <a:lnTo>
                    <a:pt x="280946" y="1184577"/>
                  </a:lnTo>
                  <a:close/>
                  <a:moveTo>
                    <a:pt x="466367" y="1229884"/>
                  </a:moveTo>
                  <a:lnTo>
                    <a:pt x="445941" y="1268320"/>
                  </a:lnTo>
                  <a:lnTo>
                    <a:pt x="453729" y="1273273"/>
                  </a:lnTo>
                  <a:close/>
                  <a:moveTo>
                    <a:pt x="445941" y="1268320"/>
                  </a:moveTo>
                  <a:lnTo>
                    <a:pt x="466367" y="1229884"/>
                  </a:lnTo>
                  <a:lnTo>
                    <a:pt x="355977" y="1186447"/>
                  </a:lnTo>
                  <a:close/>
                  <a:moveTo>
                    <a:pt x="346845" y="1186105"/>
                  </a:moveTo>
                  <a:lnTo>
                    <a:pt x="305092" y="1066714"/>
                  </a:lnTo>
                  <a:lnTo>
                    <a:pt x="280946" y="1184577"/>
                  </a:lnTo>
                  <a:close/>
                  <a:moveTo>
                    <a:pt x="1136247" y="2076843"/>
                  </a:moveTo>
                  <a:lnTo>
                    <a:pt x="1111579" y="2052035"/>
                  </a:lnTo>
                  <a:lnTo>
                    <a:pt x="1034194" y="1999126"/>
                  </a:lnTo>
                  <a:close/>
                  <a:moveTo>
                    <a:pt x="1499333" y="2263713"/>
                  </a:moveTo>
                  <a:lnTo>
                    <a:pt x="1396361" y="2286836"/>
                  </a:lnTo>
                  <a:lnTo>
                    <a:pt x="1485602" y="2374969"/>
                  </a:lnTo>
                  <a:close/>
                  <a:moveTo>
                    <a:pt x="1485602" y="2374969"/>
                  </a:moveTo>
                  <a:lnTo>
                    <a:pt x="1503743" y="2298680"/>
                  </a:lnTo>
                  <a:lnTo>
                    <a:pt x="1499333" y="2263713"/>
                  </a:lnTo>
                  <a:close/>
                  <a:moveTo>
                    <a:pt x="1335258" y="2188152"/>
                  </a:moveTo>
                  <a:lnTo>
                    <a:pt x="1367184" y="2298680"/>
                  </a:lnTo>
                  <a:lnTo>
                    <a:pt x="1403112" y="2181255"/>
                  </a:lnTo>
                  <a:close/>
                  <a:moveTo>
                    <a:pt x="1396361" y="2286836"/>
                  </a:moveTo>
                  <a:lnTo>
                    <a:pt x="1465907" y="2190796"/>
                  </a:lnTo>
                  <a:lnTo>
                    <a:pt x="1403112" y="2181255"/>
                  </a:lnTo>
                  <a:close/>
                  <a:moveTo>
                    <a:pt x="1320735" y="2178028"/>
                  </a:moveTo>
                  <a:lnTo>
                    <a:pt x="1273050" y="2216465"/>
                  </a:lnTo>
                  <a:lnTo>
                    <a:pt x="1288839" y="2229803"/>
                  </a:lnTo>
                  <a:close/>
                  <a:moveTo>
                    <a:pt x="1195678" y="2134250"/>
                  </a:moveTo>
                  <a:lnTo>
                    <a:pt x="1273050" y="2216465"/>
                  </a:lnTo>
                  <a:lnTo>
                    <a:pt x="1320735" y="2178028"/>
                  </a:lnTo>
                  <a:close/>
                  <a:moveTo>
                    <a:pt x="1403112" y="2181255"/>
                  </a:moveTo>
                  <a:lnTo>
                    <a:pt x="1465907" y="2190796"/>
                  </a:lnTo>
                  <a:lnTo>
                    <a:pt x="1375654" y="2103486"/>
                  </a:lnTo>
                  <a:close/>
                  <a:moveTo>
                    <a:pt x="1375654" y="2103486"/>
                  </a:moveTo>
                  <a:lnTo>
                    <a:pt x="1332464" y="2095813"/>
                  </a:lnTo>
                  <a:lnTo>
                    <a:pt x="1372280" y="2178028"/>
                  </a:lnTo>
                  <a:close/>
                  <a:moveTo>
                    <a:pt x="813829" y="1356450"/>
                  </a:moveTo>
                  <a:lnTo>
                    <a:pt x="727675" y="1309786"/>
                  </a:lnTo>
                  <a:lnTo>
                    <a:pt x="812967" y="1355877"/>
                  </a:lnTo>
                  <a:close/>
                  <a:moveTo>
                    <a:pt x="1833186" y="2656535"/>
                  </a:moveTo>
                  <a:lnTo>
                    <a:pt x="1899579" y="2671319"/>
                  </a:lnTo>
                  <a:lnTo>
                    <a:pt x="1899860" y="2550667"/>
                  </a:lnTo>
                  <a:close/>
                  <a:moveTo>
                    <a:pt x="1899860" y="2550667"/>
                  </a:moveTo>
                  <a:lnTo>
                    <a:pt x="1899579" y="2671319"/>
                  </a:lnTo>
                  <a:lnTo>
                    <a:pt x="1953032" y="2610757"/>
                  </a:lnTo>
                  <a:close/>
                  <a:moveTo>
                    <a:pt x="1332464" y="2095813"/>
                  </a:moveTo>
                  <a:lnTo>
                    <a:pt x="1309582" y="2013598"/>
                  </a:lnTo>
                  <a:lnTo>
                    <a:pt x="1399144" y="2057377"/>
                  </a:lnTo>
                  <a:close/>
                  <a:moveTo>
                    <a:pt x="770969" y="1330701"/>
                  </a:moveTo>
                  <a:lnTo>
                    <a:pt x="829985" y="1438093"/>
                  </a:lnTo>
                  <a:lnTo>
                    <a:pt x="812967" y="1355877"/>
                  </a:lnTo>
                  <a:close/>
                  <a:moveTo>
                    <a:pt x="907749" y="1317440"/>
                  </a:moveTo>
                  <a:lnTo>
                    <a:pt x="840928" y="1235226"/>
                  </a:lnTo>
                  <a:lnTo>
                    <a:pt x="873016" y="1268832"/>
                  </a:lnTo>
                  <a:close/>
                  <a:moveTo>
                    <a:pt x="1540260" y="1966899"/>
                  </a:moveTo>
                  <a:lnTo>
                    <a:pt x="1516005" y="1949883"/>
                  </a:lnTo>
                  <a:lnTo>
                    <a:pt x="1565570" y="1998075"/>
                  </a:lnTo>
                  <a:close/>
                  <a:moveTo>
                    <a:pt x="1412745" y="1810731"/>
                  </a:moveTo>
                  <a:lnTo>
                    <a:pt x="1440073" y="1772295"/>
                  </a:lnTo>
                  <a:lnTo>
                    <a:pt x="1354493" y="1766212"/>
                  </a:lnTo>
                  <a:close/>
                  <a:moveTo>
                    <a:pt x="1440073" y="1772295"/>
                  </a:moveTo>
                  <a:lnTo>
                    <a:pt x="1407061" y="1747550"/>
                  </a:lnTo>
                  <a:lnTo>
                    <a:pt x="1354493" y="1766212"/>
                  </a:lnTo>
                  <a:close/>
                  <a:moveTo>
                    <a:pt x="1332299" y="1690080"/>
                  </a:moveTo>
                  <a:lnTo>
                    <a:pt x="1354493" y="1766212"/>
                  </a:lnTo>
                  <a:lnTo>
                    <a:pt x="1407061" y="1747550"/>
                  </a:lnTo>
                  <a:close/>
                  <a:moveTo>
                    <a:pt x="1332299" y="1690080"/>
                  </a:moveTo>
                  <a:lnTo>
                    <a:pt x="1299384" y="1728517"/>
                  </a:lnTo>
                  <a:lnTo>
                    <a:pt x="1354493" y="1766212"/>
                  </a:lnTo>
                  <a:close/>
                  <a:moveTo>
                    <a:pt x="1332299" y="1690080"/>
                  </a:moveTo>
                  <a:lnTo>
                    <a:pt x="1313030" y="1674644"/>
                  </a:lnTo>
                  <a:lnTo>
                    <a:pt x="1249806" y="1653460"/>
                  </a:lnTo>
                  <a:close/>
                  <a:moveTo>
                    <a:pt x="949704" y="1279004"/>
                  </a:moveTo>
                  <a:lnTo>
                    <a:pt x="938480" y="1325434"/>
                  </a:lnTo>
                  <a:lnTo>
                    <a:pt x="989491" y="1300954"/>
                  </a:lnTo>
                  <a:close/>
                  <a:moveTo>
                    <a:pt x="149112" y="324725"/>
                  </a:moveTo>
                  <a:lnTo>
                    <a:pt x="249553" y="211037"/>
                  </a:lnTo>
                  <a:lnTo>
                    <a:pt x="174814" y="211207"/>
                  </a:lnTo>
                  <a:close/>
                  <a:moveTo>
                    <a:pt x="123637" y="52628"/>
                  </a:moveTo>
                  <a:lnTo>
                    <a:pt x="107347" y="45778"/>
                  </a:lnTo>
                  <a:lnTo>
                    <a:pt x="109055" y="127993"/>
                  </a:lnTo>
                  <a:close/>
                  <a:moveTo>
                    <a:pt x="2170557" y="2436328"/>
                  </a:moveTo>
                  <a:lnTo>
                    <a:pt x="2220217" y="2402069"/>
                  </a:lnTo>
                  <a:lnTo>
                    <a:pt x="2204348" y="2391579"/>
                  </a:lnTo>
                  <a:close/>
                  <a:moveTo>
                    <a:pt x="1723818" y="2002211"/>
                  </a:moveTo>
                  <a:lnTo>
                    <a:pt x="1698660" y="1980504"/>
                  </a:lnTo>
                  <a:lnTo>
                    <a:pt x="1693121" y="1981108"/>
                  </a:lnTo>
                  <a:close/>
                  <a:moveTo>
                    <a:pt x="1693121" y="1981108"/>
                  </a:moveTo>
                  <a:lnTo>
                    <a:pt x="1776788" y="2015267"/>
                  </a:lnTo>
                  <a:lnTo>
                    <a:pt x="1723818" y="2002211"/>
                  </a:lnTo>
                  <a:close/>
                  <a:moveTo>
                    <a:pt x="1440073" y="1772295"/>
                  </a:moveTo>
                  <a:lnTo>
                    <a:pt x="1509065" y="1850268"/>
                  </a:lnTo>
                  <a:lnTo>
                    <a:pt x="1452937" y="1740379"/>
                  </a:lnTo>
                  <a:close/>
                  <a:moveTo>
                    <a:pt x="1407061" y="1747550"/>
                  </a:moveTo>
                  <a:lnTo>
                    <a:pt x="1440073" y="1772295"/>
                  </a:lnTo>
                  <a:lnTo>
                    <a:pt x="1452937" y="1740379"/>
                  </a:lnTo>
                  <a:close/>
                  <a:moveTo>
                    <a:pt x="1484495" y="1651644"/>
                  </a:moveTo>
                  <a:lnTo>
                    <a:pt x="1529284" y="1710660"/>
                  </a:lnTo>
                  <a:lnTo>
                    <a:pt x="1502286" y="1660759"/>
                  </a:lnTo>
                  <a:close/>
                  <a:moveTo>
                    <a:pt x="1502286" y="1660759"/>
                  </a:moveTo>
                  <a:lnTo>
                    <a:pt x="1459325" y="1595594"/>
                  </a:lnTo>
                  <a:lnTo>
                    <a:pt x="1484495" y="1651644"/>
                  </a:lnTo>
                  <a:close/>
                  <a:moveTo>
                    <a:pt x="977776" y="1083571"/>
                  </a:moveTo>
                  <a:lnTo>
                    <a:pt x="1058481" y="1178643"/>
                  </a:lnTo>
                  <a:lnTo>
                    <a:pt x="1012357" y="1114574"/>
                  </a:lnTo>
                  <a:close/>
                  <a:moveTo>
                    <a:pt x="977776" y="1083571"/>
                  </a:moveTo>
                  <a:lnTo>
                    <a:pt x="1012357" y="1114574"/>
                  </a:lnTo>
                  <a:lnTo>
                    <a:pt x="976022" y="1035397"/>
                  </a:lnTo>
                  <a:close/>
                  <a:moveTo>
                    <a:pt x="976022" y="1035397"/>
                  </a:moveTo>
                  <a:lnTo>
                    <a:pt x="1013055" y="1110399"/>
                  </a:lnTo>
                  <a:lnTo>
                    <a:pt x="1042978" y="1007074"/>
                  </a:lnTo>
                  <a:close/>
                  <a:moveTo>
                    <a:pt x="435632" y="539068"/>
                  </a:moveTo>
                  <a:lnTo>
                    <a:pt x="504201" y="601168"/>
                  </a:lnTo>
                  <a:lnTo>
                    <a:pt x="544120" y="582848"/>
                  </a:lnTo>
                  <a:close/>
                  <a:moveTo>
                    <a:pt x="435632" y="539068"/>
                  </a:moveTo>
                  <a:lnTo>
                    <a:pt x="429207" y="425850"/>
                  </a:lnTo>
                  <a:lnTo>
                    <a:pt x="405947" y="512467"/>
                  </a:lnTo>
                  <a:close/>
                  <a:moveTo>
                    <a:pt x="639957" y="614875"/>
                  </a:moveTo>
                  <a:lnTo>
                    <a:pt x="544041" y="593268"/>
                  </a:lnTo>
                  <a:lnTo>
                    <a:pt x="598659" y="609457"/>
                  </a:lnTo>
                  <a:close/>
                  <a:moveTo>
                    <a:pt x="2204420" y="2214727"/>
                  </a:moveTo>
                  <a:lnTo>
                    <a:pt x="2169613" y="2217595"/>
                  </a:lnTo>
                  <a:lnTo>
                    <a:pt x="2171075" y="2281337"/>
                  </a:lnTo>
                  <a:close/>
                  <a:moveTo>
                    <a:pt x="1904650" y="1999463"/>
                  </a:moveTo>
                  <a:lnTo>
                    <a:pt x="1918001" y="1965527"/>
                  </a:lnTo>
                  <a:lnTo>
                    <a:pt x="1834578" y="2016131"/>
                  </a:lnTo>
                  <a:close/>
                  <a:moveTo>
                    <a:pt x="1918001" y="1965527"/>
                  </a:moveTo>
                  <a:lnTo>
                    <a:pt x="1887063" y="1933706"/>
                  </a:lnTo>
                  <a:lnTo>
                    <a:pt x="1840097" y="1868178"/>
                  </a:lnTo>
                  <a:close/>
                  <a:moveTo>
                    <a:pt x="1480530" y="1528375"/>
                  </a:moveTo>
                  <a:lnTo>
                    <a:pt x="1595874" y="1545174"/>
                  </a:lnTo>
                  <a:lnTo>
                    <a:pt x="1518461" y="1448777"/>
                  </a:lnTo>
                  <a:close/>
                  <a:moveTo>
                    <a:pt x="1261540" y="1266927"/>
                  </a:moveTo>
                  <a:lnTo>
                    <a:pt x="1274446" y="1224344"/>
                  </a:lnTo>
                  <a:lnTo>
                    <a:pt x="1237862" y="1241853"/>
                  </a:lnTo>
                  <a:close/>
                  <a:moveTo>
                    <a:pt x="1274446" y="1224344"/>
                  </a:moveTo>
                  <a:lnTo>
                    <a:pt x="1212105" y="1145551"/>
                  </a:lnTo>
                  <a:lnTo>
                    <a:pt x="1261266" y="1202131"/>
                  </a:lnTo>
                  <a:close/>
                  <a:moveTo>
                    <a:pt x="1045060" y="989370"/>
                  </a:moveTo>
                  <a:lnTo>
                    <a:pt x="979174" y="982343"/>
                  </a:lnTo>
                  <a:lnTo>
                    <a:pt x="976022" y="1035397"/>
                  </a:lnTo>
                  <a:close/>
                  <a:moveTo>
                    <a:pt x="1564943" y="1530992"/>
                  </a:moveTo>
                  <a:lnTo>
                    <a:pt x="1595874" y="1545174"/>
                  </a:lnTo>
                  <a:lnTo>
                    <a:pt x="1618933" y="1551984"/>
                  </a:lnTo>
                  <a:close/>
                  <a:moveTo>
                    <a:pt x="262902" y="0"/>
                  </a:moveTo>
                  <a:lnTo>
                    <a:pt x="383807" y="51120"/>
                  </a:lnTo>
                  <a:lnTo>
                    <a:pt x="310654" y="4438"/>
                  </a:lnTo>
                  <a:close/>
                  <a:moveTo>
                    <a:pt x="2173654" y="2179147"/>
                  </a:moveTo>
                  <a:lnTo>
                    <a:pt x="2108805" y="2268903"/>
                  </a:lnTo>
                  <a:lnTo>
                    <a:pt x="2169613" y="2217595"/>
                  </a:lnTo>
                  <a:close/>
                  <a:moveTo>
                    <a:pt x="2141626" y="2105093"/>
                  </a:moveTo>
                  <a:lnTo>
                    <a:pt x="2117929" y="2163858"/>
                  </a:lnTo>
                  <a:lnTo>
                    <a:pt x="2173654" y="2179147"/>
                  </a:lnTo>
                  <a:close/>
                  <a:moveTo>
                    <a:pt x="1762020" y="1593104"/>
                  </a:moveTo>
                  <a:lnTo>
                    <a:pt x="1826298" y="1579120"/>
                  </a:lnTo>
                  <a:lnTo>
                    <a:pt x="1807164" y="1574771"/>
                  </a:lnTo>
                  <a:close/>
                  <a:moveTo>
                    <a:pt x="1807164" y="1574771"/>
                  </a:moveTo>
                  <a:lnTo>
                    <a:pt x="1826298" y="1579120"/>
                  </a:lnTo>
                  <a:lnTo>
                    <a:pt x="1827310" y="1558554"/>
                  </a:lnTo>
                  <a:close/>
                  <a:moveTo>
                    <a:pt x="1072344" y="867097"/>
                  </a:moveTo>
                  <a:lnTo>
                    <a:pt x="990729" y="875180"/>
                  </a:lnTo>
                  <a:lnTo>
                    <a:pt x="1069290" y="890249"/>
                  </a:lnTo>
                  <a:close/>
                  <a:moveTo>
                    <a:pt x="991041" y="872602"/>
                  </a:moveTo>
                  <a:lnTo>
                    <a:pt x="1072344" y="867097"/>
                  </a:lnTo>
                  <a:lnTo>
                    <a:pt x="1055375" y="780800"/>
                  </a:lnTo>
                  <a:close/>
                  <a:moveTo>
                    <a:pt x="1072344" y="867097"/>
                  </a:moveTo>
                  <a:lnTo>
                    <a:pt x="1069290" y="890249"/>
                  </a:lnTo>
                  <a:lnTo>
                    <a:pt x="1081591" y="873271"/>
                  </a:lnTo>
                  <a:close/>
                  <a:moveTo>
                    <a:pt x="1055375" y="780800"/>
                  </a:moveTo>
                  <a:lnTo>
                    <a:pt x="1081591" y="873271"/>
                  </a:lnTo>
                  <a:lnTo>
                    <a:pt x="1077958" y="791056"/>
                  </a:lnTo>
                  <a:close/>
                  <a:moveTo>
                    <a:pt x="1055375" y="780800"/>
                  </a:moveTo>
                  <a:lnTo>
                    <a:pt x="1072344" y="867097"/>
                  </a:lnTo>
                  <a:lnTo>
                    <a:pt x="1081591" y="873271"/>
                  </a:lnTo>
                  <a:close/>
                  <a:moveTo>
                    <a:pt x="555418" y="147052"/>
                  </a:moveTo>
                  <a:lnTo>
                    <a:pt x="505091" y="174092"/>
                  </a:lnTo>
                  <a:lnTo>
                    <a:pt x="587223" y="118294"/>
                  </a:lnTo>
                  <a:close/>
                  <a:moveTo>
                    <a:pt x="587223" y="118294"/>
                  </a:moveTo>
                  <a:lnTo>
                    <a:pt x="505091" y="174092"/>
                  </a:lnTo>
                  <a:lnTo>
                    <a:pt x="553483" y="133335"/>
                  </a:lnTo>
                  <a:close/>
                  <a:moveTo>
                    <a:pt x="1807164" y="1574771"/>
                  </a:moveTo>
                  <a:lnTo>
                    <a:pt x="1827310" y="1558554"/>
                  </a:lnTo>
                  <a:lnTo>
                    <a:pt x="1770619" y="1563794"/>
                  </a:lnTo>
                  <a:close/>
                  <a:moveTo>
                    <a:pt x="1831553" y="1474756"/>
                  </a:moveTo>
                  <a:lnTo>
                    <a:pt x="1862449" y="1492555"/>
                  </a:lnTo>
                  <a:lnTo>
                    <a:pt x="1813110" y="1389657"/>
                  </a:lnTo>
                  <a:close/>
                  <a:moveTo>
                    <a:pt x="1813110" y="1389657"/>
                  </a:moveTo>
                  <a:lnTo>
                    <a:pt x="1914698" y="1391424"/>
                  </a:lnTo>
                  <a:lnTo>
                    <a:pt x="1883081" y="1371904"/>
                  </a:lnTo>
                  <a:close/>
                  <a:moveTo>
                    <a:pt x="1831553" y="1474756"/>
                  </a:moveTo>
                  <a:lnTo>
                    <a:pt x="1813110" y="1389657"/>
                  </a:lnTo>
                  <a:lnTo>
                    <a:pt x="1791302" y="1454119"/>
                  </a:lnTo>
                  <a:close/>
                  <a:moveTo>
                    <a:pt x="1813110" y="1389657"/>
                  </a:moveTo>
                  <a:lnTo>
                    <a:pt x="1780764" y="1371904"/>
                  </a:lnTo>
                  <a:lnTo>
                    <a:pt x="1791302" y="1454119"/>
                  </a:lnTo>
                  <a:close/>
                  <a:moveTo>
                    <a:pt x="1236943" y="744560"/>
                  </a:moveTo>
                  <a:lnTo>
                    <a:pt x="1285549" y="714183"/>
                  </a:lnTo>
                  <a:lnTo>
                    <a:pt x="1190583" y="634681"/>
                  </a:lnTo>
                  <a:close/>
                  <a:moveTo>
                    <a:pt x="1286594" y="714995"/>
                  </a:moveTo>
                  <a:lnTo>
                    <a:pt x="1370245" y="749091"/>
                  </a:lnTo>
                  <a:lnTo>
                    <a:pt x="1379934" y="675747"/>
                  </a:lnTo>
                  <a:close/>
                  <a:moveTo>
                    <a:pt x="1373983" y="472880"/>
                  </a:moveTo>
                  <a:lnTo>
                    <a:pt x="1381757" y="497049"/>
                  </a:lnTo>
                  <a:lnTo>
                    <a:pt x="1313354" y="391975"/>
                  </a:lnTo>
                  <a:close/>
                  <a:moveTo>
                    <a:pt x="1313354" y="391975"/>
                  </a:moveTo>
                  <a:lnTo>
                    <a:pt x="1381757" y="497049"/>
                  </a:lnTo>
                  <a:lnTo>
                    <a:pt x="1332060" y="42910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66" name="Candidate_density__2065">
              <a:extLst>
                <a:ext uri="{FF2B5EF4-FFF2-40B4-BE49-F238E27FC236}">
                  <a16:creationId xmlns:a16="http://schemas.microsoft.com/office/drawing/2014/main" id="{220BAE65-86DC-6653-F7EC-ED5633CA4D16}"/>
                </a:ext>
              </a:extLst>
            </p:cNvPr>
            <p:cNvSpPr>
              <a:spLocks noGrp="1"/>
            </p:cNvSpPr>
            <p:nvPr/>
          </p:nvSpPr>
          <p:spPr>
            <a:xfrm>
              <a:off x="4631217" y="2264082"/>
              <a:ext cx="2097073" cy="3030998"/>
            </a:xfrm>
            <a:custGeom>
              <a:avLst/>
              <a:gdLst/>
              <a:ahLst/>
              <a:cxnLst/>
              <a:rect l="0" t="0" r="0" b="0"/>
              <a:pathLst>
                <a:path w="2097073" h="3030998">
                  <a:moveTo>
                    <a:pt x="30767" y="2664580"/>
                  </a:moveTo>
                  <a:lnTo>
                    <a:pt x="105510" y="2740575"/>
                  </a:lnTo>
                  <a:lnTo>
                    <a:pt x="96836" y="2703386"/>
                  </a:lnTo>
                  <a:close/>
                  <a:moveTo>
                    <a:pt x="96836" y="2703386"/>
                  </a:moveTo>
                  <a:lnTo>
                    <a:pt x="68409" y="2702138"/>
                  </a:lnTo>
                  <a:lnTo>
                    <a:pt x="30767" y="2664580"/>
                  </a:lnTo>
                  <a:close/>
                  <a:moveTo>
                    <a:pt x="292269" y="2965963"/>
                  </a:moveTo>
                  <a:lnTo>
                    <a:pt x="392647" y="3030998"/>
                  </a:lnTo>
                  <a:lnTo>
                    <a:pt x="325080" y="2992447"/>
                  </a:lnTo>
                  <a:close/>
                  <a:moveTo>
                    <a:pt x="255297" y="2595652"/>
                  </a:moveTo>
                  <a:lnTo>
                    <a:pt x="212853" y="2636309"/>
                  </a:lnTo>
                  <a:lnTo>
                    <a:pt x="201704" y="2678722"/>
                  </a:lnTo>
                  <a:close/>
                  <a:moveTo>
                    <a:pt x="288159" y="2208799"/>
                  </a:moveTo>
                  <a:lnTo>
                    <a:pt x="364158" y="2214293"/>
                  </a:lnTo>
                  <a:lnTo>
                    <a:pt x="344805" y="2222608"/>
                  </a:lnTo>
                  <a:close/>
                  <a:moveTo>
                    <a:pt x="364158" y="2214293"/>
                  </a:moveTo>
                  <a:lnTo>
                    <a:pt x="421132" y="2221147"/>
                  </a:lnTo>
                  <a:lnTo>
                    <a:pt x="344805" y="2222608"/>
                  </a:lnTo>
                  <a:close/>
                  <a:moveTo>
                    <a:pt x="423981" y="2222759"/>
                  </a:moveTo>
                  <a:lnTo>
                    <a:pt x="510087" y="2266036"/>
                  </a:lnTo>
                  <a:lnTo>
                    <a:pt x="555981" y="2222425"/>
                  </a:lnTo>
                  <a:close/>
                  <a:moveTo>
                    <a:pt x="582969" y="2259872"/>
                  </a:moveTo>
                  <a:lnTo>
                    <a:pt x="603093" y="2194400"/>
                  </a:lnTo>
                  <a:lnTo>
                    <a:pt x="555981" y="2222425"/>
                  </a:lnTo>
                  <a:close/>
                  <a:moveTo>
                    <a:pt x="510087" y="2266036"/>
                  </a:moveTo>
                  <a:lnTo>
                    <a:pt x="582969" y="2259872"/>
                  </a:lnTo>
                  <a:lnTo>
                    <a:pt x="555981" y="2222425"/>
                  </a:lnTo>
                  <a:close/>
                  <a:moveTo>
                    <a:pt x="172681" y="1200934"/>
                  </a:moveTo>
                  <a:lnTo>
                    <a:pt x="187998" y="1320508"/>
                  </a:lnTo>
                  <a:lnTo>
                    <a:pt x="248630" y="1200198"/>
                  </a:lnTo>
                  <a:close/>
                  <a:moveTo>
                    <a:pt x="171993" y="1199856"/>
                  </a:moveTo>
                  <a:lnTo>
                    <a:pt x="172681" y="1200934"/>
                  </a:lnTo>
                  <a:lnTo>
                    <a:pt x="173599" y="1198328"/>
                  </a:lnTo>
                  <a:close/>
                  <a:moveTo>
                    <a:pt x="359020" y="1243635"/>
                  </a:moveTo>
                  <a:lnTo>
                    <a:pt x="346383" y="1287024"/>
                  </a:lnTo>
                  <a:lnTo>
                    <a:pt x="399400" y="1270044"/>
                  </a:lnTo>
                  <a:close/>
                  <a:moveTo>
                    <a:pt x="399400" y="1270044"/>
                  </a:moveTo>
                  <a:lnTo>
                    <a:pt x="346383" y="1287024"/>
                  </a:lnTo>
                  <a:lnTo>
                    <a:pt x="475009" y="1274074"/>
                  </a:lnTo>
                  <a:close/>
                  <a:moveTo>
                    <a:pt x="173599" y="1198328"/>
                  </a:moveTo>
                  <a:lnTo>
                    <a:pt x="197745" y="1080465"/>
                  </a:lnTo>
                  <a:lnTo>
                    <a:pt x="171993" y="1199856"/>
                  </a:lnTo>
                  <a:close/>
                  <a:moveTo>
                    <a:pt x="171993" y="1199856"/>
                  </a:moveTo>
                  <a:lnTo>
                    <a:pt x="197745" y="1080465"/>
                  </a:lnTo>
                  <a:lnTo>
                    <a:pt x="196805" y="1079204"/>
                  </a:lnTo>
                  <a:close/>
                  <a:moveTo>
                    <a:pt x="1289014" y="2300587"/>
                  </a:moveTo>
                  <a:lnTo>
                    <a:pt x="1391987" y="2277464"/>
                  </a:lnTo>
                  <a:lnTo>
                    <a:pt x="1358560" y="2204547"/>
                  </a:lnTo>
                  <a:close/>
                  <a:moveTo>
                    <a:pt x="1295765" y="2195006"/>
                  </a:moveTo>
                  <a:lnTo>
                    <a:pt x="1268307" y="2117237"/>
                  </a:lnTo>
                  <a:lnTo>
                    <a:pt x="1264934" y="2191779"/>
                  </a:lnTo>
                  <a:close/>
                  <a:moveTo>
                    <a:pt x="706482" y="1370201"/>
                  </a:moveTo>
                  <a:lnTo>
                    <a:pt x="720254" y="1459096"/>
                  </a:lnTo>
                  <a:lnTo>
                    <a:pt x="721297" y="1490280"/>
                  </a:lnTo>
                  <a:close/>
                  <a:moveTo>
                    <a:pt x="720254" y="1459096"/>
                  </a:moveTo>
                  <a:lnTo>
                    <a:pt x="706482" y="1370201"/>
                  </a:lnTo>
                  <a:lnTo>
                    <a:pt x="722638" y="1451844"/>
                  </a:lnTo>
                  <a:close/>
                  <a:moveTo>
                    <a:pt x="706482" y="1370201"/>
                  </a:moveTo>
                  <a:lnTo>
                    <a:pt x="705620" y="1369628"/>
                  </a:lnTo>
                  <a:lnTo>
                    <a:pt x="722638" y="1451844"/>
                  </a:lnTo>
                  <a:close/>
                  <a:moveTo>
                    <a:pt x="1845685" y="2624508"/>
                  </a:moveTo>
                  <a:lnTo>
                    <a:pt x="1792233" y="2685070"/>
                  </a:lnTo>
                  <a:lnTo>
                    <a:pt x="1815350" y="2676107"/>
                  </a:lnTo>
                  <a:close/>
                  <a:moveTo>
                    <a:pt x="1862078" y="2564418"/>
                  </a:moveTo>
                  <a:lnTo>
                    <a:pt x="1845685" y="2624508"/>
                  </a:lnTo>
                  <a:lnTo>
                    <a:pt x="1809207" y="2685070"/>
                  </a:lnTo>
                  <a:close/>
                  <a:moveTo>
                    <a:pt x="1508686" y="1985296"/>
                  </a:moveTo>
                  <a:lnTo>
                    <a:pt x="1432913" y="1980650"/>
                  </a:lnTo>
                  <a:lnTo>
                    <a:pt x="1458223" y="2011826"/>
                  </a:lnTo>
                  <a:close/>
                  <a:moveTo>
                    <a:pt x="1508686" y="1985296"/>
                  </a:moveTo>
                  <a:lnTo>
                    <a:pt x="1458223" y="2011826"/>
                  </a:lnTo>
                  <a:lnTo>
                    <a:pt x="1585775" y="1994859"/>
                  </a:lnTo>
                  <a:close/>
                  <a:moveTo>
                    <a:pt x="1192037" y="1742268"/>
                  </a:moveTo>
                  <a:lnTo>
                    <a:pt x="1224953" y="1703831"/>
                  </a:lnTo>
                  <a:lnTo>
                    <a:pt x="1142459" y="1667211"/>
                  </a:lnTo>
                  <a:close/>
                  <a:moveTo>
                    <a:pt x="1083458" y="1725272"/>
                  </a:moveTo>
                  <a:lnTo>
                    <a:pt x="1142459" y="1667211"/>
                  </a:lnTo>
                  <a:lnTo>
                    <a:pt x="1205684" y="1688395"/>
                  </a:lnTo>
                  <a:close/>
                  <a:moveTo>
                    <a:pt x="842357" y="1292755"/>
                  </a:moveTo>
                  <a:lnTo>
                    <a:pt x="800402" y="1331192"/>
                  </a:lnTo>
                  <a:lnTo>
                    <a:pt x="831133" y="1339185"/>
                  </a:lnTo>
                  <a:close/>
                  <a:moveTo>
                    <a:pt x="320736" y="545529"/>
                  </a:moveTo>
                  <a:lnTo>
                    <a:pt x="328285" y="552819"/>
                  </a:lnTo>
                  <a:lnTo>
                    <a:pt x="298600" y="526218"/>
                  </a:lnTo>
                  <a:close/>
                  <a:moveTo>
                    <a:pt x="41766" y="338476"/>
                  </a:moveTo>
                  <a:lnTo>
                    <a:pt x="67467" y="224958"/>
                  </a:lnTo>
                  <a:lnTo>
                    <a:pt x="15872" y="344610"/>
                  </a:lnTo>
                  <a:close/>
                  <a:moveTo>
                    <a:pt x="328285" y="552819"/>
                  </a:moveTo>
                  <a:lnTo>
                    <a:pt x="354751" y="573546"/>
                  </a:lnTo>
                  <a:lnTo>
                    <a:pt x="396854" y="614919"/>
                  </a:lnTo>
                  <a:close/>
                  <a:moveTo>
                    <a:pt x="1585775" y="1994859"/>
                  </a:moveTo>
                  <a:lnTo>
                    <a:pt x="1591314" y="1994255"/>
                  </a:lnTo>
                  <a:lnTo>
                    <a:pt x="1564540" y="1978924"/>
                  </a:lnTo>
                  <a:close/>
                  <a:moveTo>
                    <a:pt x="1585775" y="1994859"/>
                  </a:moveTo>
                  <a:lnTo>
                    <a:pt x="1564540" y="1978924"/>
                  </a:lnTo>
                  <a:lnTo>
                    <a:pt x="1508686" y="1985296"/>
                  </a:lnTo>
                  <a:close/>
                  <a:moveTo>
                    <a:pt x="1154193" y="1280678"/>
                  </a:moveTo>
                  <a:lnTo>
                    <a:pt x="1079598" y="1280435"/>
                  </a:lnTo>
                  <a:lnTo>
                    <a:pt x="1107544" y="1321467"/>
                  </a:lnTo>
                  <a:close/>
                  <a:moveTo>
                    <a:pt x="868676" y="1049148"/>
                  </a:moveTo>
                  <a:lnTo>
                    <a:pt x="905010" y="1128325"/>
                  </a:lnTo>
                  <a:lnTo>
                    <a:pt x="905708" y="1124150"/>
                  </a:lnTo>
                  <a:close/>
                  <a:moveTo>
                    <a:pt x="396854" y="614919"/>
                  </a:moveTo>
                  <a:lnTo>
                    <a:pt x="469984" y="609680"/>
                  </a:lnTo>
                  <a:lnTo>
                    <a:pt x="436695" y="607019"/>
                  </a:lnTo>
                  <a:close/>
                  <a:moveTo>
                    <a:pt x="469984" y="609680"/>
                  </a:moveTo>
                  <a:lnTo>
                    <a:pt x="491312" y="623208"/>
                  </a:lnTo>
                  <a:lnTo>
                    <a:pt x="436695" y="607019"/>
                  </a:lnTo>
                  <a:close/>
                  <a:moveTo>
                    <a:pt x="338685" y="349952"/>
                  </a:moveTo>
                  <a:lnTo>
                    <a:pt x="322294" y="399602"/>
                  </a:lnTo>
                  <a:lnTo>
                    <a:pt x="358115" y="370626"/>
                  </a:lnTo>
                  <a:close/>
                  <a:moveTo>
                    <a:pt x="358115" y="370626"/>
                  </a:moveTo>
                  <a:lnTo>
                    <a:pt x="322294" y="399602"/>
                  </a:lnTo>
                  <a:lnTo>
                    <a:pt x="321860" y="439601"/>
                  </a:lnTo>
                  <a:close/>
                  <a:moveTo>
                    <a:pt x="338685" y="349952"/>
                  </a:moveTo>
                  <a:lnTo>
                    <a:pt x="358115" y="370626"/>
                  </a:lnTo>
                  <a:lnTo>
                    <a:pt x="372518" y="308728"/>
                  </a:lnTo>
                  <a:close/>
                  <a:moveTo>
                    <a:pt x="0" y="59529"/>
                  </a:moveTo>
                  <a:lnTo>
                    <a:pt x="32394" y="21093"/>
                  </a:lnTo>
                  <a:lnTo>
                    <a:pt x="1709" y="141744"/>
                  </a:lnTo>
                  <a:close/>
                  <a:moveTo>
                    <a:pt x="0" y="59529"/>
                  </a:moveTo>
                  <a:lnTo>
                    <a:pt x="13715" y="18396"/>
                  </a:lnTo>
                  <a:lnTo>
                    <a:pt x="66467" y="429"/>
                  </a:lnTo>
                  <a:close/>
                  <a:moveTo>
                    <a:pt x="1591314" y="1994255"/>
                  </a:moveTo>
                  <a:lnTo>
                    <a:pt x="1616471" y="2015962"/>
                  </a:lnTo>
                  <a:lnTo>
                    <a:pt x="1653326" y="2032221"/>
                  </a:lnTo>
                  <a:close/>
                  <a:moveTo>
                    <a:pt x="1727232" y="2029882"/>
                  </a:moveTo>
                  <a:lnTo>
                    <a:pt x="1616471" y="2015962"/>
                  </a:lnTo>
                  <a:lnTo>
                    <a:pt x="1672633" y="2030896"/>
                  </a:lnTo>
                  <a:close/>
                  <a:moveTo>
                    <a:pt x="1727232" y="2029882"/>
                  </a:moveTo>
                  <a:lnTo>
                    <a:pt x="1653326" y="2032221"/>
                  </a:lnTo>
                  <a:lnTo>
                    <a:pt x="1616471" y="2015962"/>
                  </a:lnTo>
                  <a:close/>
                  <a:moveTo>
                    <a:pt x="2075683" y="2202464"/>
                  </a:moveTo>
                  <a:lnTo>
                    <a:pt x="2062266" y="2231346"/>
                  </a:lnTo>
                  <a:lnTo>
                    <a:pt x="2097073" y="2228478"/>
                  </a:lnTo>
                  <a:close/>
                  <a:moveTo>
                    <a:pt x="1407528" y="1464092"/>
                  </a:moveTo>
                  <a:lnTo>
                    <a:pt x="1362494" y="1583180"/>
                  </a:lnTo>
                  <a:lnTo>
                    <a:pt x="1373183" y="1542126"/>
                  </a:lnTo>
                  <a:close/>
                  <a:moveTo>
                    <a:pt x="1079598" y="1280435"/>
                  </a:moveTo>
                  <a:lnTo>
                    <a:pt x="1154193" y="1280678"/>
                  </a:lnTo>
                  <a:lnTo>
                    <a:pt x="1130515" y="1255604"/>
                  </a:lnTo>
                  <a:close/>
                  <a:moveTo>
                    <a:pt x="629087" y="571792"/>
                  </a:moveTo>
                  <a:lnTo>
                    <a:pt x="532610" y="628626"/>
                  </a:lnTo>
                  <a:lnTo>
                    <a:pt x="607578" y="630262"/>
                  </a:lnTo>
                  <a:close/>
                  <a:moveTo>
                    <a:pt x="613048" y="484739"/>
                  </a:moveTo>
                  <a:lnTo>
                    <a:pt x="629087" y="571792"/>
                  </a:lnTo>
                  <a:lnTo>
                    <a:pt x="629192" y="596599"/>
                  </a:lnTo>
                  <a:close/>
                  <a:moveTo>
                    <a:pt x="352791" y="298426"/>
                  </a:moveTo>
                  <a:lnTo>
                    <a:pt x="384467" y="249111"/>
                  </a:lnTo>
                  <a:lnTo>
                    <a:pt x="388076" y="229301"/>
                  </a:lnTo>
                  <a:close/>
                  <a:moveTo>
                    <a:pt x="352791" y="298426"/>
                  </a:moveTo>
                  <a:lnTo>
                    <a:pt x="372518" y="308728"/>
                  </a:lnTo>
                  <a:lnTo>
                    <a:pt x="384467" y="249111"/>
                  </a:lnTo>
                  <a:close/>
                  <a:moveTo>
                    <a:pt x="338685" y="349952"/>
                  </a:moveTo>
                  <a:lnTo>
                    <a:pt x="372518" y="308728"/>
                  </a:lnTo>
                  <a:lnTo>
                    <a:pt x="335512" y="328411"/>
                  </a:lnTo>
                  <a:close/>
                  <a:moveTo>
                    <a:pt x="372518" y="308728"/>
                  </a:moveTo>
                  <a:lnTo>
                    <a:pt x="398105" y="267738"/>
                  </a:lnTo>
                  <a:lnTo>
                    <a:pt x="384467" y="249111"/>
                  </a:lnTo>
                  <a:close/>
                  <a:moveTo>
                    <a:pt x="397744" y="187843"/>
                  </a:moveTo>
                  <a:lnTo>
                    <a:pt x="384467" y="249111"/>
                  </a:lnTo>
                  <a:lnTo>
                    <a:pt x="398105" y="267738"/>
                  </a:lnTo>
                  <a:close/>
                  <a:moveTo>
                    <a:pt x="203307" y="18189"/>
                  </a:moveTo>
                  <a:lnTo>
                    <a:pt x="97939" y="0"/>
                  </a:lnTo>
                  <a:lnTo>
                    <a:pt x="155555" y="13751"/>
                  </a:lnTo>
                  <a:close/>
                  <a:moveTo>
                    <a:pt x="2008688" y="2081812"/>
                  </a:moveTo>
                  <a:lnTo>
                    <a:pt x="2006823" y="2087511"/>
                  </a:lnTo>
                  <a:lnTo>
                    <a:pt x="2034280" y="2118844"/>
                  </a:lnTo>
                  <a:close/>
                  <a:moveTo>
                    <a:pt x="2066308" y="2192898"/>
                  </a:moveTo>
                  <a:lnTo>
                    <a:pt x="2062266" y="2231346"/>
                  </a:lnTo>
                  <a:lnTo>
                    <a:pt x="2075683" y="2202464"/>
                  </a:lnTo>
                  <a:close/>
                  <a:moveTo>
                    <a:pt x="1719964" y="1572305"/>
                  </a:moveTo>
                  <a:lnTo>
                    <a:pt x="1718951" y="1592871"/>
                  </a:lnTo>
                  <a:lnTo>
                    <a:pt x="1755103" y="1506306"/>
                  </a:lnTo>
                  <a:close/>
                  <a:moveTo>
                    <a:pt x="1677503" y="1477009"/>
                  </a:moveTo>
                  <a:lnTo>
                    <a:pt x="1719964" y="1572305"/>
                  </a:lnTo>
                  <a:lnTo>
                    <a:pt x="1724206" y="1488507"/>
                  </a:lnTo>
                  <a:close/>
                  <a:moveTo>
                    <a:pt x="1724206" y="1488507"/>
                  </a:moveTo>
                  <a:lnTo>
                    <a:pt x="1719964" y="1572305"/>
                  </a:lnTo>
                  <a:lnTo>
                    <a:pt x="1755103" y="1506306"/>
                  </a:lnTo>
                  <a:close/>
                  <a:moveTo>
                    <a:pt x="1029152" y="728599"/>
                  </a:moveTo>
                  <a:lnTo>
                    <a:pt x="1019863" y="684155"/>
                  </a:lnTo>
                  <a:lnTo>
                    <a:pt x="1083236" y="648432"/>
                  </a:lnTo>
                  <a:close/>
                  <a:moveTo>
                    <a:pt x="1272587" y="689498"/>
                  </a:moveTo>
                  <a:lnTo>
                    <a:pt x="1262898" y="762842"/>
                  </a:lnTo>
                  <a:lnTo>
                    <a:pt x="1288713" y="699357"/>
                  </a:lnTo>
                  <a:close/>
                  <a:moveTo>
                    <a:pt x="1288713" y="699357"/>
                  </a:moveTo>
                  <a:lnTo>
                    <a:pt x="1262898" y="762842"/>
                  </a:lnTo>
                  <a:lnTo>
                    <a:pt x="1301549" y="727934"/>
                  </a:lnTo>
                  <a:close/>
                  <a:moveTo>
                    <a:pt x="1288713" y="699357"/>
                  </a:moveTo>
                  <a:lnTo>
                    <a:pt x="1254027" y="627463"/>
                  </a:lnTo>
                  <a:lnTo>
                    <a:pt x="1272587" y="689498"/>
                  </a:lnTo>
                  <a:close/>
                  <a:moveTo>
                    <a:pt x="1254027" y="627463"/>
                  </a:moveTo>
                  <a:lnTo>
                    <a:pt x="1233031" y="607282"/>
                  </a:lnTo>
                  <a:lnTo>
                    <a:pt x="1272587" y="689498"/>
                  </a:lnTo>
                  <a:close/>
                  <a:moveTo>
                    <a:pt x="1265476" y="557277"/>
                  </a:moveTo>
                  <a:lnTo>
                    <a:pt x="1254027" y="627463"/>
                  </a:lnTo>
                  <a:lnTo>
                    <a:pt x="1274727" y="525067"/>
                  </a:lnTo>
                  <a:close/>
                  <a:moveTo>
                    <a:pt x="1233031" y="607282"/>
                  </a:moveTo>
                  <a:lnTo>
                    <a:pt x="1254027" y="627463"/>
                  </a:lnTo>
                  <a:lnTo>
                    <a:pt x="1265476" y="557277"/>
                  </a:lnTo>
                  <a:close/>
                  <a:moveTo>
                    <a:pt x="1265476" y="557277"/>
                  </a:moveTo>
                  <a:lnTo>
                    <a:pt x="1274411" y="510800"/>
                  </a:lnTo>
                  <a:lnTo>
                    <a:pt x="1233031" y="607282"/>
                  </a:lnTo>
                  <a:close/>
                  <a:moveTo>
                    <a:pt x="1233031" y="607282"/>
                  </a:moveTo>
                  <a:lnTo>
                    <a:pt x="1274411" y="510800"/>
                  </a:lnTo>
                  <a:lnTo>
                    <a:pt x="1266636" y="486631"/>
                  </a:lnTo>
                  <a:close/>
                  <a:moveTo>
                    <a:pt x="1274411" y="510800"/>
                  </a:moveTo>
                  <a:lnTo>
                    <a:pt x="1265476" y="557277"/>
                  </a:lnTo>
                  <a:lnTo>
                    <a:pt x="1274727" y="52506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67" name="Candidate_density__2066">
              <a:extLst>
                <a:ext uri="{FF2B5EF4-FFF2-40B4-BE49-F238E27FC236}">
                  <a16:creationId xmlns:a16="http://schemas.microsoft.com/office/drawing/2014/main" id="{B460B226-9839-1435-1BA6-13E60C33CE47}"/>
                </a:ext>
              </a:extLst>
            </p:cNvPr>
            <p:cNvSpPr>
              <a:spLocks noGrp="1"/>
            </p:cNvSpPr>
            <p:nvPr/>
          </p:nvSpPr>
          <p:spPr>
            <a:xfrm>
              <a:off x="4501318" y="2029296"/>
              <a:ext cx="2057553" cy="2837641"/>
            </a:xfrm>
            <a:custGeom>
              <a:avLst/>
              <a:gdLst/>
              <a:ahLst/>
              <a:cxnLst/>
              <a:rect l="0" t="0" r="0" b="0"/>
              <a:pathLst>
                <a:path w="2057553" h="2837641">
                  <a:moveTo>
                    <a:pt x="144821" y="2624924"/>
                  </a:moveTo>
                  <a:lnTo>
                    <a:pt x="85385" y="2692218"/>
                  </a:lnTo>
                  <a:lnTo>
                    <a:pt x="93048" y="2690279"/>
                  </a:lnTo>
                  <a:close/>
                  <a:moveTo>
                    <a:pt x="26044" y="2674693"/>
                  </a:moveTo>
                  <a:lnTo>
                    <a:pt x="85385" y="2692218"/>
                  </a:lnTo>
                  <a:lnTo>
                    <a:pt x="144821" y="2624924"/>
                  </a:lnTo>
                  <a:close/>
                  <a:moveTo>
                    <a:pt x="151852" y="2569627"/>
                  </a:moveTo>
                  <a:lnTo>
                    <a:pt x="145902" y="2603518"/>
                  </a:lnTo>
                  <a:lnTo>
                    <a:pt x="93048" y="2690279"/>
                  </a:lnTo>
                  <a:close/>
                  <a:moveTo>
                    <a:pt x="169634" y="2502490"/>
                  </a:moveTo>
                  <a:lnTo>
                    <a:pt x="145902" y="2603518"/>
                  </a:lnTo>
                  <a:lnTo>
                    <a:pt x="151852" y="2569627"/>
                  </a:lnTo>
                  <a:close/>
                  <a:moveTo>
                    <a:pt x="328535" y="2515633"/>
                  </a:moveTo>
                  <a:lnTo>
                    <a:pt x="418058" y="2443585"/>
                  </a:lnTo>
                  <a:lnTo>
                    <a:pt x="304551" y="2448975"/>
                  </a:lnTo>
                  <a:close/>
                  <a:moveTo>
                    <a:pt x="371352" y="2268960"/>
                  </a:moveTo>
                  <a:lnTo>
                    <a:pt x="313472" y="2328324"/>
                  </a:lnTo>
                  <a:lnTo>
                    <a:pt x="350344" y="2253874"/>
                  </a:lnTo>
                  <a:close/>
                  <a:moveTo>
                    <a:pt x="422028" y="2243226"/>
                  </a:moveTo>
                  <a:lnTo>
                    <a:pt x="371352" y="2268960"/>
                  </a:lnTo>
                  <a:lnTo>
                    <a:pt x="350344" y="2253874"/>
                  </a:lnTo>
                  <a:close/>
                  <a:moveTo>
                    <a:pt x="371352" y="2268960"/>
                  </a:moveTo>
                  <a:lnTo>
                    <a:pt x="422028" y="2243226"/>
                  </a:lnTo>
                  <a:lnTo>
                    <a:pt x="376455" y="2246109"/>
                  </a:lnTo>
                  <a:close/>
                  <a:moveTo>
                    <a:pt x="422028" y="2243226"/>
                  </a:moveTo>
                  <a:lnTo>
                    <a:pt x="470767" y="2207673"/>
                  </a:lnTo>
                  <a:lnTo>
                    <a:pt x="376455" y="2246109"/>
                  </a:lnTo>
                  <a:close/>
                  <a:moveTo>
                    <a:pt x="494189" y="2201867"/>
                  </a:moveTo>
                  <a:lnTo>
                    <a:pt x="470767" y="2207673"/>
                  </a:lnTo>
                  <a:lnTo>
                    <a:pt x="547581" y="2258553"/>
                  </a:lnTo>
                  <a:close/>
                  <a:moveTo>
                    <a:pt x="547581" y="2258553"/>
                  </a:moveTo>
                  <a:lnTo>
                    <a:pt x="470767" y="2207673"/>
                  </a:lnTo>
                  <a:lnTo>
                    <a:pt x="470507" y="2209280"/>
                  </a:lnTo>
                  <a:close/>
                  <a:moveTo>
                    <a:pt x="470507" y="2209280"/>
                  </a:moveTo>
                  <a:lnTo>
                    <a:pt x="470767" y="2207673"/>
                  </a:lnTo>
                  <a:lnTo>
                    <a:pt x="422028" y="2243226"/>
                  </a:lnTo>
                  <a:close/>
                  <a:moveTo>
                    <a:pt x="317007" y="1758160"/>
                  </a:moveTo>
                  <a:lnTo>
                    <a:pt x="331389" y="1840376"/>
                  </a:lnTo>
                  <a:lnTo>
                    <a:pt x="398634" y="1818591"/>
                  </a:lnTo>
                  <a:close/>
                  <a:moveTo>
                    <a:pt x="25638" y="1579185"/>
                  </a:moveTo>
                  <a:lnTo>
                    <a:pt x="110321" y="1570931"/>
                  </a:lnTo>
                  <a:lnTo>
                    <a:pt x="72861" y="1501293"/>
                  </a:lnTo>
                  <a:close/>
                  <a:moveTo>
                    <a:pt x="135106" y="1473078"/>
                  </a:moveTo>
                  <a:lnTo>
                    <a:pt x="72861" y="1501293"/>
                  </a:lnTo>
                  <a:lnTo>
                    <a:pt x="110321" y="1570931"/>
                  </a:lnTo>
                  <a:close/>
                  <a:moveTo>
                    <a:pt x="163645" y="1404090"/>
                  </a:moveTo>
                  <a:lnTo>
                    <a:pt x="72861" y="1501293"/>
                  </a:lnTo>
                  <a:lnTo>
                    <a:pt x="135106" y="1473078"/>
                  </a:lnTo>
                  <a:close/>
                  <a:moveTo>
                    <a:pt x="760347" y="2130799"/>
                  </a:moveTo>
                  <a:lnTo>
                    <a:pt x="821291" y="2190970"/>
                  </a:lnTo>
                  <a:lnTo>
                    <a:pt x="838068" y="2104077"/>
                  </a:lnTo>
                  <a:close/>
                  <a:moveTo>
                    <a:pt x="628381" y="1596625"/>
                  </a:moveTo>
                  <a:lnTo>
                    <a:pt x="564741" y="1681287"/>
                  </a:lnTo>
                  <a:lnTo>
                    <a:pt x="593243" y="1642851"/>
                  </a:lnTo>
                  <a:close/>
                  <a:moveTo>
                    <a:pt x="628381" y="1596625"/>
                  </a:moveTo>
                  <a:lnTo>
                    <a:pt x="583918" y="1645585"/>
                  </a:lnTo>
                  <a:lnTo>
                    <a:pt x="564741" y="1681287"/>
                  </a:lnTo>
                  <a:close/>
                  <a:moveTo>
                    <a:pt x="428165" y="1405364"/>
                  </a:moveTo>
                  <a:lnTo>
                    <a:pt x="411799" y="1396206"/>
                  </a:lnTo>
                  <a:lnTo>
                    <a:pt x="378529" y="1434984"/>
                  </a:lnTo>
                  <a:close/>
                  <a:moveTo>
                    <a:pt x="411799" y="1396206"/>
                  </a:moveTo>
                  <a:lnTo>
                    <a:pt x="423825" y="1389137"/>
                  </a:lnTo>
                  <a:lnTo>
                    <a:pt x="369397" y="1434642"/>
                  </a:lnTo>
                  <a:close/>
                  <a:moveTo>
                    <a:pt x="374159" y="1338028"/>
                  </a:moveTo>
                  <a:lnTo>
                    <a:pt x="423825" y="1389137"/>
                  </a:lnTo>
                  <a:lnTo>
                    <a:pt x="478282" y="1314086"/>
                  </a:lnTo>
                  <a:close/>
                  <a:moveTo>
                    <a:pt x="1764750" y="2755426"/>
                  </a:moveTo>
                  <a:lnTo>
                    <a:pt x="1732742" y="2723866"/>
                  </a:lnTo>
                  <a:lnTo>
                    <a:pt x="1686915" y="2699452"/>
                  </a:lnTo>
                  <a:close/>
                  <a:moveTo>
                    <a:pt x="989306" y="1971711"/>
                  </a:moveTo>
                  <a:lnTo>
                    <a:pt x="1038243" y="2014399"/>
                  </a:lnTo>
                  <a:lnTo>
                    <a:pt x="1051704" y="1933275"/>
                  </a:lnTo>
                  <a:close/>
                  <a:moveTo>
                    <a:pt x="1050066" y="1851060"/>
                  </a:moveTo>
                  <a:lnTo>
                    <a:pt x="1047529" y="1854788"/>
                  </a:lnTo>
                  <a:lnTo>
                    <a:pt x="989306" y="1971711"/>
                  </a:lnTo>
                  <a:close/>
                  <a:moveTo>
                    <a:pt x="1051704" y="1933275"/>
                  </a:moveTo>
                  <a:lnTo>
                    <a:pt x="1050066" y="1851060"/>
                  </a:lnTo>
                  <a:lnTo>
                    <a:pt x="989306" y="1971711"/>
                  </a:lnTo>
                  <a:close/>
                  <a:moveTo>
                    <a:pt x="750227" y="1558323"/>
                  </a:moveTo>
                  <a:lnTo>
                    <a:pt x="695122" y="1567501"/>
                  </a:lnTo>
                  <a:lnTo>
                    <a:pt x="628381" y="1596625"/>
                  </a:lnTo>
                  <a:close/>
                  <a:moveTo>
                    <a:pt x="529280" y="1289557"/>
                  </a:moveTo>
                  <a:lnTo>
                    <a:pt x="435609" y="1388162"/>
                  </a:lnTo>
                  <a:lnTo>
                    <a:pt x="484528" y="1357769"/>
                  </a:lnTo>
                  <a:close/>
                  <a:moveTo>
                    <a:pt x="423825" y="1389137"/>
                  </a:moveTo>
                  <a:lnTo>
                    <a:pt x="435609" y="1388162"/>
                  </a:lnTo>
                  <a:lnTo>
                    <a:pt x="529280" y="1289557"/>
                  </a:lnTo>
                  <a:close/>
                  <a:moveTo>
                    <a:pt x="478282" y="1314086"/>
                  </a:moveTo>
                  <a:lnTo>
                    <a:pt x="423825" y="1389137"/>
                  </a:lnTo>
                  <a:lnTo>
                    <a:pt x="529280" y="1289557"/>
                  </a:lnTo>
                  <a:close/>
                  <a:moveTo>
                    <a:pt x="1848251" y="2716989"/>
                  </a:moveTo>
                  <a:lnTo>
                    <a:pt x="1871900" y="2809839"/>
                  </a:lnTo>
                  <a:lnTo>
                    <a:pt x="1871006" y="2746951"/>
                  </a:lnTo>
                  <a:close/>
                  <a:moveTo>
                    <a:pt x="1769484" y="2837641"/>
                  </a:moveTo>
                  <a:lnTo>
                    <a:pt x="1871900" y="2809839"/>
                  </a:lnTo>
                  <a:lnTo>
                    <a:pt x="1848251" y="2716989"/>
                  </a:lnTo>
                  <a:close/>
                  <a:moveTo>
                    <a:pt x="1764750" y="2755426"/>
                  </a:moveTo>
                  <a:lnTo>
                    <a:pt x="1769484" y="2837641"/>
                  </a:lnTo>
                  <a:lnTo>
                    <a:pt x="1848251" y="2716989"/>
                  </a:lnTo>
                  <a:close/>
                  <a:moveTo>
                    <a:pt x="1871900" y="2809839"/>
                  </a:moveTo>
                  <a:lnTo>
                    <a:pt x="1922412" y="2799204"/>
                  </a:lnTo>
                  <a:lnTo>
                    <a:pt x="1871006" y="2746951"/>
                  </a:lnTo>
                  <a:close/>
                  <a:moveTo>
                    <a:pt x="1050066" y="1851060"/>
                  </a:moveTo>
                  <a:lnTo>
                    <a:pt x="1051704" y="1933275"/>
                  </a:lnTo>
                  <a:lnTo>
                    <a:pt x="1082333" y="1894838"/>
                  </a:lnTo>
                  <a:close/>
                  <a:moveTo>
                    <a:pt x="1050066" y="1851060"/>
                  </a:moveTo>
                  <a:lnTo>
                    <a:pt x="1082333" y="1894838"/>
                  </a:lnTo>
                  <a:lnTo>
                    <a:pt x="1067184" y="1812623"/>
                  </a:lnTo>
                  <a:close/>
                  <a:moveTo>
                    <a:pt x="1085622" y="1761136"/>
                  </a:moveTo>
                  <a:lnTo>
                    <a:pt x="1050066" y="1851060"/>
                  </a:lnTo>
                  <a:lnTo>
                    <a:pt x="1067184" y="1812623"/>
                  </a:lnTo>
                  <a:close/>
                  <a:moveTo>
                    <a:pt x="1981182" y="2781587"/>
                  </a:moveTo>
                  <a:lnTo>
                    <a:pt x="1871006" y="2746951"/>
                  </a:lnTo>
                  <a:lnTo>
                    <a:pt x="1922412" y="2799204"/>
                  </a:lnTo>
                  <a:close/>
                  <a:moveTo>
                    <a:pt x="1869041" y="2712072"/>
                  </a:moveTo>
                  <a:lnTo>
                    <a:pt x="1871006" y="2746951"/>
                  </a:lnTo>
                  <a:lnTo>
                    <a:pt x="1981182" y="2781587"/>
                  </a:lnTo>
                  <a:close/>
                  <a:moveTo>
                    <a:pt x="1939802" y="2715136"/>
                  </a:moveTo>
                  <a:lnTo>
                    <a:pt x="1869041" y="2712072"/>
                  </a:lnTo>
                  <a:lnTo>
                    <a:pt x="1981182" y="2781587"/>
                  </a:lnTo>
                  <a:close/>
                  <a:moveTo>
                    <a:pt x="1848251" y="2716989"/>
                  </a:moveTo>
                  <a:lnTo>
                    <a:pt x="1871006" y="2746951"/>
                  </a:lnTo>
                  <a:lnTo>
                    <a:pt x="1869041" y="2712072"/>
                  </a:lnTo>
                  <a:close/>
                  <a:moveTo>
                    <a:pt x="1085622" y="1761136"/>
                  </a:moveTo>
                  <a:lnTo>
                    <a:pt x="1144867" y="1767443"/>
                  </a:lnTo>
                  <a:lnTo>
                    <a:pt x="1124454" y="1730408"/>
                  </a:lnTo>
                  <a:close/>
                  <a:moveTo>
                    <a:pt x="1144867" y="1767443"/>
                  </a:moveTo>
                  <a:lnTo>
                    <a:pt x="1173991" y="1691972"/>
                  </a:lnTo>
                  <a:lnTo>
                    <a:pt x="1124454" y="1730408"/>
                  </a:lnTo>
                  <a:close/>
                  <a:moveTo>
                    <a:pt x="1991930" y="2514123"/>
                  </a:moveTo>
                  <a:lnTo>
                    <a:pt x="2057553" y="2557902"/>
                  </a:lnTo>
                  <a:lnTo>
                    <a:pt x="2015870" y="2475686"/>
                  </a:lnTo>
                  <a:close/>
                  <a:moveTo>
                    <a:pt x="1330700" y="1689724"/>
                  </a:moveTo>
                  <a:lnTo>
                    <a:pt x="1282908" y="1684521"/>
                  </a:lnTo>
                  <a:lnTo>
                    <a:pt x="1375224" y="1735750"/>
                  </a:lnTo>
                  <a:close/>
                  <a:moveTo>
                    <a:pt x="547634" y="749169"/>
                  </a:moveTo>
                  <a:lnTo>
                    <a:pt x="554736" y="739126"/>
                  </a:lnTo>
                  <a:lnTo>
                    <a:pt x="458184" y="787605"/>
                  </a:lnTo>
                  <a:close/>
                  <a:moveTo>
                    <a:pt x="1278759" y="1387617"/>
                  </a:moveTo>
                  <a:lnTo>
                    <a:pt x="1208823" y="1406890"/>
                  </a:lnTo>
                  <a:lnTo>
                    <a:pt x="1296998" y="1472881"/>
                  </a:lnTo>
                  <a:close/>
                  <a:moveTo>
                    <a:pt x="1413161" y="1504170"/>
                  </a:moveTo>
                  <a:lnTo>
                    <a:pt x="1375132" y="1450668"/>
                  </a:lnTo>
                  <a:lnTo>
                    <a:pt x="1284092" y="1515464"/>
                  </a:lnTo>
                  <a:close/>
                  <a:moveTo>
                    <a:pt x="1375132" y="1450668"/>
                  </a:moveTo>
                  <a:lnTo>
                    <a:pt x="1392347" y="1426350"/>
                  </a:lnTo>
                  <a:lnTo>
                    <a:pt x="1296998" y="1472881"/>
                  </a:lnTo>
                  <a:close/>
                  <a:moveTo>
                    <a:pt x="699700" y="794185"/>
                  </a:moveTo>
                  <a:lnTo>
                    <a:pt x="742947" y="719525"/>
                  </a:lnTo>
                  <a:lnTo>
                    <a:pt x="660484" y="725974"/>
                  </a:lnTo>
                  <a:close/>
                  <a:moveTo>
                    <a:pt x="742947" y="719525"/>
                  </a:moveTo>
                  <a:lnTo>
                    <a:pt x="720910" y="637349"/>
                  </a:lnTo>
                  <a:lnTo>
                    <a:pt x="660484" y="725974"/>
                  </a:lnTo>
                  <a:close/>
                  <a:moveTo>
                    <a:pt x="65209" y="23497"/>
                  </a:moveTo>
                  <a:lnTo>
                    <a:pt x="0" y="58348"/>
                  </a:lnTo>
                  <a:lnTo>
                    <a:pt x="121275" y="17915"/>
                  </a:lnTo>
                  <a:close/>
                  <a:moveTo>
                    <a:pt x="191014" y="0"/>
                  </a:moveTo>
                  <a:lnTo>
                    <a:pt x="65209" y="23497"/>
                  </a:lnTo>
                  <a:lnTo>
                    <a:pt x="121275" y="17915"/>
                  </a:lnTo>
                  <a:close/>
                  <a:moveTo>
                    <a:pt x="1531350" y="1503634"/>
                  </a:moveTo>
                  <a:lnTo>
                    <a:pt x="1437726" y="1532883"/>
                  </a:lnTo>
                  <a:lnTo>
                    <a:pt x="1547941" y="1514230"/>
                  </a:lnTo>
                  <a:close/>
                  <a:moveTo>
                    <a:pt x="1547941" y="1514230"/>
                  </a:moveTo>
                  <a:lnTo>
                    <a:pt x="1437726" y="1532883"/>
                  </a:lnTo>
                  <a:lnTo>
                    <a:pt x="1422678" y="1539752"/>
                  </a:lnTo>
                  <a:close/>
                  <a:moveTo>
                    <a:pt x="1437726" y="1532883"/>
                  </a:moveTo>
                  <a:lnTo>
                    <a:pt x="1531350" y="1503634"/>
                  </a:lnTo>
                  <a:lnTo>
                    <a:pt x="1413161" y="1504170"/>
                  </a:lnTo>
                  <a:close/>
                  <a:moveTo>
                    <a:pt x="1413161" y="1504170"/>
                  </a:moveTo>
                  <a:lnTo>
                    <a:pt x="1531350" y="1503634"/>
                  </a:lnTo>
                  <a:lnTo>
                    <a:pt x="1536897" y="1472938"/>
                  </a:lnTo>
                  <a:close/>
                  <a:moveTo>
                    <a:pt x="1413161" y="1504170"/>
                  </a:moveTo>
                  <a:lnTo>
                    <a:pt x="1536897" y="1472938"/>
                  </a:lnTo>
                  <a:lnTo>
                    <a:pt x="1455967" y="1449010"/>
                  </a:lnTo>
                  <a:close/>
                  <a:moveTo>
                    <a:pt x="1413161" y="1504170"/>
                  </a:moveTo>
                  <a:lnTo>
                    <a:pt x="1415294" y="1412232"/>
                  </a:lnTo>
                  <a:lnTo>
                    <a:pt x="1375132" y="1450668"/>
                  </a:lnTo>
                  <a:close/>
                  <a:moveTo>
                    <a:pt x="1415294" y="1412232"/>
                  </a:moveTo>
                  <a:lnTo>
                    <a:pt x="1392347" y="1426350"/>
                  </a:lnTo>
                  <a:lnTo>
                    <a:pt x="1375132" y="1450668"/>
                  </a:lnTo>
                  <a:close/>
                  <a:moveTo>
                    <a:pt x="1393914" y="1217008"/>
                  </a:moveTo>
                  <a:lnTo>
                    <a:pt x="1356546" y="1165586"/>
                  </a:lnTo>
                  <a:lnTo>
                    <a:pt x="1259672" y="1208960"/>
                  </a:lnTo>
                  <a:close/>
                  <a:moveTo>
                    <a:pt x="1393914" y="1217008"/>
                  </a:moveTo>
                  <a:lnTo>
                    <a:pt x="1412990" y="1138897"/>
                  </a:lnTo>
                  <a:lnTo>
                    <a:pt x="1356546" y="1165586"/>
                  </a:lnTo>
                  <a:close/>
                  <a:moveTo>
                    <a:pt x="1863029" y="1538226"/>
                  </a:moveTo>
                  <a:lnTo>
                    <a:pt x="1905633" y="1620441"/>
                  </a:lnTo>
                  <a:lnTo>
                    <a:pt x="1970490" y="1589173"/>
                  </a:lnTo>
                  <a:close/>
                  <a:moveTo>
                    <a:pt x="1092006" y="708994"/>
                  </a:moveTo>
                  <a:lnTo>
                    <a:pt x="1101411" y="709969"/>
                  </a:lnTo>
                  <a:lnTo>
                    <a:pt x="1211190" y="660740"/>
                  </a:lnTo>
                  <a:close/>
                  <a:moveTo>
                    <a:pt x="1163926" y="699235"/>
                  </a:moveTo>
                  <a:lnTo>
                    <a:pt x="1092006" y="708994"/>
                  </a:lnTo>
                  <a:lnTo>
                    <a:pt x="1211190" y="660740"/>
                  </a:lnTo>
                  <a:close/>
                  <a:moveTo>
                    <a:pt x="1273581" y="615353"/>
                  </a:moveTo>
                  <a:lnTo>
                    <a:pt x="1163926" y="699235"/>
                  </a:lnTo>
                  <a:lnTo>
                    <a:pt x="1211190" y="660740"/>
                  </a:lnTo>
                  <a:close/>
                  <a:moveTo>
                    <a:pt x="1235759" y="661338"/>
                  </a:moveTo>
                  <a:lnTo>
                    <a:pt x="1273581" y="615353"/>
                  </a:lnTo>
                  <a:lnTo>
                    <a:pt x="1211190" y="660740"/>
                  </a:lnTo>
                  <a:close/>
                  <a:moveTo>
                    <a:pt x="1235759" y="661338"/>
                  </a:moveTo>
                  <a:lnTo>
                    <a:pt x="1335906" y="640512"/>
                  </a:lnTo>
                  <a:lnTo>
                    <a:pt x="1273581" y="615353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68" name="Candidate_density__2067">
              <a:extLst>
                <a:ext uri="{FF2B5EF4-FFF2-40B4-BE49-F238E27FC236}">
                  <a16:creationId xmlns:a16="http://schemas.microsoft.com/office/drawing/2014/main" id="{B589EA72-DBF4-B4C2-BB1E-B2B26EC997F9}"/>
                </a:ext>
              </a:extLst>
            </p:cNvPr>
            <p:cNvSpPr>
              <a:spLocks noGrp="1"/>
            </p:cNvSpPr>
            <p:nvPr/>
          </p:nvSpPr>
          <p:spPr>
            <a:xfrm>
              <a:off x="4631217" y="2264082"/>
              <a:ext cx="1845685" cy="2689960"/>
            </a:xfrm>
            <a:custGeom>
              <a:avLst/>
              <a:gdLst/>
              <a:ahLst/>
              <a:cxnLst/>
              <a:rect l="0" t="0" r="0" b="0"/>
              <a:pathLst>
                <a:path w="1845685" h="2689960">
                  <a:moveTo>
                    <a:pt x="246702" y="2378620"/>
                  </a:moveTo>
                  <a:lnTo>
                    <a:pt x="195003" y="2417056"/>
                  </a:lnTo>
                  <a:lnTo>
                    <a:pt x="271387" y="2361296"/>
                  </a:lnTo>
                  <a:close/>
                  <a:moveTo>
                    <a:pt x="121096" y="1523374"/>
                  </a:moveTo>
                  <a:lnTo>
                    <a:pt x="141681" y="1426321"/>
                  </a:lnTo>
                  <a:lnTo>
                    <a:pt x="151111" y="1402723"/>
                  </a:lnTo>
                  <a:close/>
                  <a:moveTo>
                    <a:pt x="121096" y="1523374"/>
                  </a:moveTo>
                  <a:lnTo>
                    <a:pt x="151111" y="1402723"/>
                  </a:lnTo>
                  <a:lnTo>
                    <a:pt x="135471" y="1484938"/>
                  </a:lnTo>
                  <a:close/>
                  <a:moveTo>
                    <a:pt x="151111" y="1402723"/>
                  </a:moveTo>
                  <a:lnTo>
                    <a:pt x="141681" y="1426321"/>
                  </a:lnTo>
                  <a:lnTo>
                    <a:pt x="162445" y="1371829"/>
                  </a:lnTo>
                  <a:close/>
                  <a:moveTo>
                    <a:pt x="162445" y="1371829"/>
                  </a:moveTo>
                  <a:lnTo>
                    <a:pt x="184963" y="1291042"/>
                  </a:lnTo>
                  <a:lnTo>
                    <a:pt x="151111" y="1402723"/>
                  </a:lnTo>
                  <a:close/>
                  <a:moveTo>
                    <a:pt x="184963" y="1291042"/>
                  </a:moveTo>
                  <a:lnTo>
                    <a:pt x="162445" y="1371829"/>
                  </a:lnTo>
                  <a:lnTo>
                    <a:pt x="187998" y="1320508"/>
                  </a:lnTo>
                  <a:close/>
                  <a:moveTo>
                    <a:pt x="184963" y="1291042"/>
                  </a:moveTo>
                  <a:lnTo>
                    <a:pt x="187998" y="1320508"/>
                  </a:lnTo>
                  <a:lnTo>
                    <a:pt x="172681" y="1200934"/>
                  </a:lnTo>
                  <a:close/>
                  <a:moveTo>
                    <a:pt x="184963" y="1291042"/>
                  </a:moveTo>
                  <a:lnTo>
                    <a:pt x="172681" y="1200934"/>
                  </a:lnTo>
                  <a:lnTo>
                    <a:pt x="183604" y="1282071"/>
                  </a:lnTo>
                  <a:close/>
                  <a:moveTo>
                    <a:pt x="172681" y="1200934"/>
                  </a:moveTo>
                  <a:lnTo>
                    <a:pt x="171993" y="1199856"/>
                  </a:lnTo>
                  <a:lnTo>
                    <a:pt x="183604" y="1282071"/>
                  </a:lnTo>
                  <a:close/>
                  <a:moveTo>
                    <a:pt x="554609" y="1571686"/>
                  </a:moveTo>
                  <a:lnTo>
                    <a:pt x="572580" y="1575421"/>
                  </a:lnTo>
                  <a:lnTo>
                    <a:pt x="626260" y="1560919"/>
                  </a:lnTo>
                  <a:close/>
                  <a:moveTo>
                    <a:pt x="626260" y="1560919"/>
                  </a:moveTo>
                  <a:lnTo>
                    <a:pt x="572580" y="1575421"/>
                  </a:lnTo>
                  <a:lnTo>
                    <a:pt x="693181" y="1532466"/>
                  </a:lnTo>
                  <a:close/>
                  <a:moveTo>
                    <a:pt x="672477" y="1518516"/>
                  </a:moveTo>
                  <a:lnTo>
                    <a:pt x="720254" y="1459096"/>
                  </a:lnTo>
                  <a:lnTo>
                    <a:pt x="722638" y="1451844"/>
                  </a:lnTo>
                  <a:close/>
                  <a:moveTo>
                    <a:pt x="693181" y="1532466"/>
                  </a:moveTo>
                  <a:lnTo>
                    <a:pt x="720254" y="1459096"/>
                  </a:lnTo>
                  <a:lnTo>
                    <a:pt x="672477" y="1518516"/>
                  </a:lnTo>
                  <a:close/>
                  <a:moveTo>
                    <a:pt x="626260" y="1560919"/>
                  </a:moveTo>
                  <a:lnTo>
                    <a:pt x="693181" y="1532466"/>
                  </a:lnTo>
                  <a:lnTo>
                    <a:pt x="672477" y="1518516"/>
                  </a:lnTo>
                  <a:close/>
                  <a:moveTo>
                    <a:pt x="1792233" y="2685070"/>
                  </a:moveTo>
                  <a:lnTo>
                    <a:pt x="1800844" y="2687900"/>
                  </a:lnTo>
                  <a:lnTo>
                    <a:pt x="1805633" y="2689960"/>
                  </a:lnTo>
                  <a:close/>
                  <a:moveTo>
                    <a:pt x="1792233" y="2685070"/>
                  </a:moveTo>
                  <a:lnTo>
                    <a:pt x="1805633" y="2689960"/>
                  </a:lnTo>
                  <a:lnTo>
                    <a:pt x="1815350" y="2676107"/>
                  </a:lnTo>
                  <a:close/>
                  <a:moveTo>
                    <a:pt x="1815350" y="2676107"/>
                  </a:moveTo>
                  <a:lnTo>
                    <a:pt x="1805633" y="2689960"/>
                  </a:lnTo>
                  <a:lnTo>
                    <a:pt x="1809207" y="2685070"/>
                  </a:lnTo>
                  <a:close/>
                  <a:moveTo>
                    <a:pt x="1809207" y="2685070"/>
                  </a:moveTo>
                  <a:lnTo>
                    <a:pt x="1845685" y="2624508"/>
                  </a:lnTo>
                  <a:lnTo>
                    <a:pt x="1815350" y="2676107"/>
                  </a:lnTo>
                  <a:close/>
                  <a:moveTo>
                    <a:pt x="800402" y="1331192"/>
                  </a:moveTo>
                  <a:lnTo>
                    <a:pt x="821212" y="1337519"/>
                  </a:lnTo>
                  <a:lnTo>
                    <a:pt x="831133" y="1339185"/>
                  </a:lnTo>
                  <a:close/>
                  <a:moveTo>
                    <a:pt x="845520" y="1331192"/>
                  </a:moveTo>
                  <a:lnTo>
                    <a:pt x="831133" y="1339185"/>
                  </a:lnTo>
                  <a:lnTo>
                    <a:pt x="821212" y="1337519"/>
                  </a:lnTo>
                  <a:close/>
                  <a:moveTo>
                    <a:pt x="882144" y="1314705"/>
                  </a:moveTo>
                  <a:lnTo>
                    <a:pt x="831133" y="1339185"/>
                  </a:lnTo>
                  <a:lnTo>
                    <a:pt x="963464" y="1340092"/>
                  </a:lnTo>
                  <a:close/>
                  <a:moveTo>
                    <a:pt x="32394" y="21093"/>
                  </a:moveTo>
                  <a:lnTo>
                    <a:pt x="0" y="59529"/>
                  </a:lnTo>
                  <a:lnTo>
                    <a:pt x="66467" y="429"/>
                  </a:lnTo>
                  <a:close/>
                  <a:moveTo>
                    <a:pt x="66467" y="429"/>
                  </a:moveTo>
                  <a:lnTo>
                    <a:pt x="13715" y="18396"/>
                  </a:lnTo>
                  <a:lnTo>
                    <a:pt x="141918" y="3868"/>
                  </a:lnTo>
                  <a:close/>
                  <a:moveTo>
                    <a:pt x="607578" y="630262"/>
                  </a:moveTo>
                  <a:lnTo>
                    <a:pt x="532610" y="628626"/>
                  </a:lnTo>
                  <a:lnTo>
                    <a:pt x="491312" y="623208"/>
                  </a:lnTo>
                  <a:close/>
                  <a:moveTo>
                    <a:pt x="629087" y="571792"/>
                  </a:moveTo>
                  <a:lnTo>
                    <a:pt x="607578" y="630262"/>
                  </a:lnTo>
                  <a:lnTo>
                    <a:pt x="629192" y="596599"/>
                  </a:lnTo>
                  <a:close/>
                  <a:moveTo>
                    <a:pt x="388076" y="229301"/>
                  </a:moveTo>
                  <a:lnTo>
                    <a:pt x="384467" y="249111"/>
                  </a:lnTo>
                  <a:lnTo>
                    <a:pt x="397744" y="187843"/>
                  </a:lnTo>
                  <a:close/>
                  <a:moveTo>
                    <a:pt x="66467" y="429"/>
                  </a:moveTo>
                  <a:lnTo>
                    <a:pt x="141918" y="3868"/>
                  </a:lnTo>
                  <a:lnTo>
                    <a:pt x="97939" y="0"/>
                  </a:lnTo>
                  <a:close/>
                  <a:moveTo>
                    <a:pt x="141918" y="3868"/>
                  </a:moveTo>
                  <a:lnTo>
                    <a:pt x="155555" y="13751"/>
                  </a:lnTo>
                  <a:lnTo>
                    <a:pt x="97939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69" name="Candidate_density__2068">
              <a:extLst>
                <a:ext uri="{FF2B5EF4-FFF2-40B4-BE49-F238E27FC236}">
                  <a16:creationId xmlns:a16="http://schemas.microsoft.com/office/drawing/2014/main" id="{61F1D797-8AC9-E19A-22B8-661656DC434C}"/>
                </a:ext>
              </a:extLst>
            </p:cNvPr>
            <p:cNvSpPr>
              <a:spLocks noGrp="1"/>
            </p:cNvSpPr>
            <p:nvPr/>
          </p:nvSpPr>
          <p:spPr>
            <a:xfrm>
              <a:off x="4430563" y="2085868"/>
              <a:ext cx="1927886" cy="3170662"/>
            </a:xfrm>
            <a:custGeom>
              <a:avLst/>
              <a:gdLst/>
              <a:ahLst/>
              <a:cxnLst/>
              <a:rect l="0" t="0" r="0" b="0"/>
              <a:pathLst>
                <a:path w="1927886" h="3170662">
                  <a:moveTo>
                    <a:pt x="197995" y="3083219"/>
                  </a:moveTo>
                  <a:lnTo>
                    <a:pt x="210519" y="3091898"/>
                  </a:lnTo>
                  <a:lnTo>
                    <a:pt x="224460" y="3095425"/>
                  </a:lnTo>
                  <a:close/>
                  <a:moveTo>
                    <a:pt x="300518" y="2885935"/>
                  </a:moveTo>
                  <a:lnTo>
                    <a:pt x="269063" y="2880352"/>
                  </a:lnTo>
                  <a:lnTo>
                    <a:pt x="297490" y="2881600"/>
                  </a:lnTo>
                  <a:close/>
                  <a:moveTo>
                    <a:pt x="387007" y="3126997"/>
                  </a:moveTo>
                  <a:lnTo>
                    <a:pt x="419473" y="3143298"/>
                  </a:lnTo>
                  <a:lnTo>
                    <a:pt x="446047" y="3151383"/>
                  </a:lnTo>
                  <a:close/>
                  <a:moveTo>
                    <a:pt x="525734" y="3170662"/>
                  </a:moveTo>
                  <a:lnTo>
                    <a:pt x="446047" y="3151383"/>
                  </a:lnTo>
                  <a:lnTo>
                    <a:pt x="419473" y="3143298"/>
                  </a:lnTo>
                  <a:close/>
                  <a:moveTo>
                    <a:pt x="269063" y="2880352"/>
                  </a:moveTo>
                  <a:lnTo>
                    <a:pt x="300518" y="2885935"/>
                  </a:lnTo>
                  <a:lnTo>
                    <a:pt x="327780" y="2856975"/>
                  </a:lnTo>
                  <a:close/>
                  <a:moveTo>
                    <a:pt x="327780" y="2856975"/>
                  </a:moveTo>
                  <a:lnTo>
                    <a:pt x="300518" y="2885935"/>
                  </a:lnTo>
                  <a:lnTo>
                    <a:pt x="402358" y="2856936"/>
                  </a:lnTo>
                  <a:close/>
                  <a:moveTo>
                    <a:pt x="327780" y="2856975"/>
                  </a:moveTo>
                  <a:lnTo>
                    <a:pt x="402358" y="2856936"/>
                  </a:lnTo>
                  <a:lnTo>
                    <a:pt x="345769" y="2839919"/>
                  </a:lnTo>
                  <a:close/>
                  <a:moveTo>
                    <a:pt x="402358" y="2856936"/>
                  </a:moveTo>
                  <a:lnTo>
                    <a:pt x="413508" y="2814523"/>
                  </a:lnTo>
                  <a:lnTo>
                    <a:pt x="345769" y="2839919"/>
                  </a:lnTo>
                  <a:close/>
                  <a:moveTo>
                    <a:pt x="444261" y="2822870"/>
                  </a:moveTo>
                  <a:lnTo>
                    <a:pt x="401450" y="2803479"/>
                  </a:lnTo>
                  <a:lnTo>
                    <a:pt x="413508" y="2814523"/>
                  </a:lnTo>
                  <a:close/>
                  <a:moveTo>
                    <a:pt x="621786" y="2399361"/>
                  </a:moveTo>
                  <a:lnTo>
                    <a:pt x="624635" y="2400973"/>
                  </a:lnTo>
                  <a:lnTo>
                    <a:pt x="553919" y="2494036"/>
                  </a:lnTo>
                  <a:close/>
                  <a:moveTo>
                    <a:pt x="591996" y="2479961"/>
                  </a:moveTo>
                  <a:lnTo>
                    <a:pt x="624635" y="2400973"/>
                  </a:lnTo>
                  <a:lnTo>
                    <a:pt x="672953" y="2366422"/>
                  </a:lnTo>
                  <a:close/>
                  <a:moveTo>
                    <a:pt x="672953" y="2366422"/>
                  </a:moveTo>
                  <a:lnTo>
                    <a:pt x="624635" y="2400973"/>
                  </a:lnTo>
                  <a:lnTo>
                    <a:pt x="756636" y="2400639"/>
                  </a:lnTo>
                  <a:close/>
                  <a:moveTo>
                    <a:pt x="108448" y="1649118"/>
                  </a:moveTo>
                  <a:lnTo>
                    <a:pt x="3519" y="1737710"/>
                  </a:lnTo>
                  <a:lnTo>
                    <a:pt x="0" y="1737511"/>
                  </a:lnTo>
                  <a:close/>
                  <a:moveTo>
                    <a:pt x="672873" y="2357828"/>
                  </a:moveTo>
                  <a:lnTo>
                    <a:pt x="667292" y="2441524"/>
                  </a:lnTo>
                  <a:lnTo>
                    <a:pt x="672953" y="2366422"/>
                  </a:lnTo>
                  <a:close/>
                  <a:moveTo>
                    <a:pt x="28717" y="1414475"/>
                  </a:moveTo>
                  <a:lnTo>
                    <a:pt x="97651" y="1393547"/>
                  </a:lnTo>
                  <a:lnTo>
                    <a:pt x="136425" y="1323316"/>
                  </a:lnTo>
                  <a:close/>
                  <a:moveTo>
                    <a:pt x="126541" y="1334292"/>
                  </a:moveTo>
                  <a:lnTo>
                    <a:pt x="136425" y="1323316"/>
                  </a:lnTo>
                  <a:lnTo>
                    <a:pt x="97651" y="1393547"/>
                  </a:lnTo>
                  <a:close/>
                  <a:moveTo>
                    <a:pt x="734311" y="1886768"/>
                  </a:moveTo>
                  <a:lnTo>
                    <a:pt x="741761" y="1861954"/>
                  </a:lnTo>
                  <a:lnTo>
                    <a:pt x="707799" y="1851099"/>
                  </a:lnTo>
                  <a:close/>
                  <a:moveTo>
                    <a:pt x="672957" y="1936030"/>
                  </a:moveTo>
                  <a:lnTo>
                    <a:pt x="734311" y="1886768"/>
                  </a:lnTo>
                  <a:lnTo>
                    <a:pt x="707799" y="1851099"/>
                  </a:lnTo>
                  <a:close/>
                  <a:moveTo>
                    <a:pt x="741761" y="1861954"/>
                  </a:moveTo>
                  <a:lnTo>
                    <a:pt x="745355" y="1758940"/>
                  </a:lnTo>
                  <a:lnTo>
                    <a:pt x="725747" y="1832924"/>
                  </a:lnTo>
                  <a:close/>
                  <a:moveTo>
                    <a:pt x="745355" y="1758940"/>
                  </a:moveTo>
                  <a:lnTo>
                    <a:pt x="750677" y="1750709"/>
                  </a:lnTo>
                  <a:lnTo>
                    <a:pt x="725747" y="1832924"/>
                  </a:lnTo>
                  <a:close/>
                  <a:moveTo>
                    <a:pt x="372647" y="1378070"/>
                  </a:moveTo>
                  <a:lnTo>
                    <a:pt x="397459" y="1257418"/>
                  </a:lnTo>
                  <a:lnTo>
                    <a:pt x="393525" y="1339634"/>
                  </a:lnTo>
                  <a:close/>
                  <a:moveTo>
                    <a:pt x="1251056" y="2273753"/>
                  </a:moveTo>
                  <a:lnTo>
                    <a:pt x="1200129" y="2232138"/>
                  </a:lnTo>
                  <a:lnTo>
                    <a:pt x="1278529" y="2313016"/>
                  </a:lnTo>
                  <a:close/>
                  <a:moveTo>
                    <a:pt x="1320817" y="2255920"/>
                  </a:moveTo>
                  <a:lnTo>
                    <a:pt x="1251056" y="2273753"/>
                  </a:lnTo>
                  <a:lnTo>
                    <a:pt x="1278529" y="2313016"/>
                  </a:lnTo>
                  <a:close/>
                  <a:moveTo>
                    <a:pt x="807494" y="1729978"/>
                  </a:moveTo>
                  <a:lnTo>
                    <a:pt x="714449" y="1823566"/>
                  </a:lnTo>
                  <a:lnTo>
                    <a:pt x="750677" y="1750709"/>
                  </a:lnTo>
                  <a:close/>
                  <a:moveTo>
                    <a:pt x="567101" y="1383412"/>
                  </a:moveTo>
                  <a:lnTo>
                    <a:pt x="559674" y="1421849"/>
                  </a:lnTo>
                  <a:lnTo>
                    <a:pt x="600054" y="1448259"/>
                  </a:lnTo>
                  <a:close/>
                  <a:moveTo>
                    <a:pt x="398037" y="1250263"/>
                  </a:moveTo>
                  <a:lnTo>
                    <a:pt x="417695" y="1142900"/>
                  </a:lnTo>
                  <a:lnTo>
                    <a:pt x="397459" y="1257418"/>
                  </a:lnTo>
                  <a:close/>
                  <a:moveTo>
                    <a:pt x="1493167" y="2406451"/>
                  </a:moveTo>
                  <a:lnTo>
                    <a:pt x="1465588" y="2369993"/>
                  </a:lnTo>
                  <a:lnTo>
                    <a:pt x="1551459" y="2428566"/>
                  </a:lnTo>
                  <a:close/>
                  <a:moveTo>
                    <a:pt x="1320817" y="2255920"/>
                  </a:moveTo>
                  <a:lnTo>
                    <a:pt x="1386355" y="2287779"/>
                  </a:lnTo>
                  <a:lnTo>
                    <a:pt x="1347200" y="2273257"/>
                  </a:lnTo>
                  <a:close/>
                  <a:moveTo>
                    <a:pt x="846947" y="1662284"/>
                  </a:moveTo>
                  <a:lnTo>
                    <a:pt x="873131" y="1696730"/>
                  </a:lnTo>
                  <a:lnTo>
                    <a:pt x="894498" y="1598189"/>
                  </a:lnTo>
                  <a:close/>
                  <a:moveTo>
                    <a:pt x="894498" y="1598189"/>
                  </a:moveTo>
                  <a:lnTo>
                    <a:pt x="873131" y="1696730"/>
                  </a:lnTo>
                  <a:lnTo>
                    <a:pt x="923292" y="1630058"/>
                  </a:lnTo>
                  <a:close/>
                  <a:moveTo>
                    <a:pt x="423926" y="1131858"/>
                  </a:moveTo>
                  <a:lnTo>
                    <a:pt x="375514" y="1116601"/>
                  </a:lnTo>
                  <a:lnTo>
                    <a:pt x="414470" y="1136767"/>
                  </a:lnTo>
                  <a:close/>
                  <a:moveTo>
                    <a:pt x="423926" y="1131858"/>
                  </a:moveTo>
                  <a:lnTo>
                    <a:pt x="433025" y="1130438"/>
                  </a:lnTo>
                  <a:lnTo>
                    <a:pt x="436291" y="1098330"/>
                  </a:lnTo>
                  <a:close/>
                  <a:moveTo>
                    <a:pt x="1510152" y="2413772"/>
                  </a:moveTo>
                  <a:lnTo>
                    <a:pt x="1551459" y="2428566"/>
                  </a:lnTo>
                  <a:lnTo>
                    <a:pt x="1577623" y="2443559"/>
                  </a:lnTo>
                  <a:close/>
                  <a:moveTo>
                    <a:pt x="1327071" y="1848899"/>
                  </a:moveTo>
                  <a:lnTo>
                    <a:pt x="1256087" y="1920482"/>
                  </a:lnTo>
                  <a:lnTo>
                    <a:pt x="1284112" y="1903486"/>
                  </a:lnTo>
                  <a:close/>
                  <a:moveTo>
                    <a:pt x="120052" y="402173"/>
                  </a:moveTo>
                  <a:lnTo>
                    <a:pt x="57140" y="353419"/>
                  </a:lnTo>
                  <a:lnTo>
                    <a:pt x="120213" y="401893"/>
                  </a:lnTo>
                  <a:close/>
                  <a:moveTo>
                    <a:pt x="120213" y="401893"/>
                  </a:moveTo>
                  <a:lnTo>
                    <a:pt x="57140" y="353419"/>
                  </a:lnTo>
                  <a:lnTo>
                    <a:pt x="120767" y="402173"/>
                  </a:lnTo>
                  <a:close/>
                  <a:moveTo>
                    <a:pt x="1765194" y="2157138"/>
                  </a:moveTo>
                  <a:lnTo>
                    <a:pt x="1633567" y="2158864"/>
                  </a:lnTo>
                  <a:lnTo>
                    <a:pt x="1709340" y="2163510"/>
                  </a:lnTo>
                  <a:close/>
                  <a:moveTo>
                    <a:pt x="499254" y="704432"/>
                  </a:moveTo>
                  <a:lnTo>
                    <a:pt x="522514" y="617815"/>
                  </a:lnTo>
                  <a:lnTo>
                    <a:pt x="473800" y="731034"/>
                  </a:lnTo>
                  <a:close/>
                  <a:moveTo>
                    <a:pt x="473800" y="731034"/>
                  </a:moveTo>
                  <a:lnTo>
                    <a:pt x="522514" y="617815"/>
                  </a:lnTo>
                  <a:lnTo>
                    <a:pt x="504479" y="610382"/>
                  </a:lnTo>
                  <a:close/>
                  <a:moveTo>
                    <a:pt x="473800" y="731034"/>
                  </a:moveTo>
                  <a:lnTo>
                    <a:pt x="504479" y="610382"/>
                  </a:lnTo>
                  <a:lnTo>
                    <a:pt x="490745" y="692597"/>
                  </a:lnTo>
                  <a:close/>
                  <a:moveTo>
                    <a:pt x="504479" y="610382"/>
                  </a:moveTo>
                  <a:lnTo>
                    <a:pt x="522514" y="617815"/>
                  </a:lnTo>
                  <a:lnTo>
                    <a:pt x="522948" y="577817"/>
                  </a:lnTo>
                  <a:close/>
                  <a:moveTo>
                    <a:pt x="120052" y="402173"/>
                  </a:moveTo>
                  <a:lnTo>
                    <a:pt x="120213" y="401893"/>
                  </a:lnTo>
                  <a:lnTo>
                    <a:pt x="157309" y="325386"/>
                  </a:lnTo>
                  <a:close/>
                  <a:moveTo>
                    <a:pt x="120213" y="401893"/>
                  </a:moveTo>
                  <a:lnTo>
                    <a:pt x="120767" y="402173"/>
                  </a:lnTo>
                  <a:lnTo>
                    <a:pt x="157309" y="325386"/>
                  </a:lnTo>
                  <a:close/>
                  <a:moveTo>
                    <a:pt x="157309" y="325386"/>
                  </a:moveTo>
                  <a:lnTo>
                    <a:pt x="120767" y="402173"/>
                  </a:lnTo>
                  <a:lnTo>
                    <a:pt x="184269" y="310657"/>
                  </a:lnTo>
                  <a:close/>
                  <a:moveTo>
                    <a:pt x="184269" y="310657"/>
                  </a:moveTo>
                  <a:lnTo>
                    <a:pt x="172473" y="281521"/>
                  </a:lnTo>
                  <a:lnTo>
                    <a:pt x="157309" y="325386"/>
                  </a:lnTo>
                  <a:close/>
                  <a:moveTo>
                    <a:pt x="233048" y="199307"/>
                  </a:moveTo>
                  <a:lnTo>
                    <a:pt x="204360" y="222642"/>
                  </a:lnTo>
                  <a:lnTo>
                    <a:pt x="202363" y="319958"/>
                  </a:lnTo>
                  <a:close/>
                  <a:moveTo>
                    <a:pt x="172473" y="281521"/>
                  </a:moveTo>
                  <a:lnTo>
                    <a:pt x="184269" y="310657"/>
                  </a:lnTo>
                  <a:lnTo>
                    <a:pt x="204360" y="222642"/>
                  </a:lnTo>
                  <a:close/>
                  <a:moveTo>
                    <a:pt x="1882817" y="2134033"/>
                  </a:moveTo>
                  <a:lnTo>
                    <a:pt x="1853981" y="2210435"/>
                  </a:lnTo>
                  <a:lnTo>
                    <a:pt x="1892089" y="2137713"/>
                  </a:lnTo>
                  <a:close/>
                  <a:moveTo>
                    <a:pt x="1882817" y="2134033"/>
                  </a:moveTo>
                  <a:lnTo>
                    <a:pt x="1791968" y="2172469"/>
                  </a:lnTo>
                  <a:lnTo>
                    <a:pt x="1853981" y="2210435"/>
                  </a:lnTo>
                  <a:close/>
                  <a:moveTo>
                    <a:pt x="1791968" y="2172469"/>
                  </a:moveTo>
                  <a:lnTo>
                    <a:pt x="1882817" y="2134033"/>
                  </a:lnTo>
                  <a:lnTo>
                    <a:pt x="1765194" y="2157138"/>
                  </a:lnTo>
                  <a:close/>
                  <a:moveTo>
                    <a:pt x="1882817" y="2134033"/>
                  </a:moveTo>
                  <a:lnTo>
                    <a:pt x="1811097" y="2113557"/>
                  </a:lnTo>
                  <a:lnTo>
                    <a:pt x="1765194" y="2157138"/>
                  </a:lnTo>
                  <a:close/>
                  <a:moveTo>
                    <a:pt x="1892089" y="2137713"/>
                  </a:moveTo>
                  <a:lnTo>
                    <a:pt x="1927886" y="2208096"/>
                  </a:lnTo>
                  <a:lnTo>
                    <a:pt x="1909554" y="2134033"/>
                  </a:lnTo>
                  <a:close/>
                  <a:moveTo>
                    <a:pt x="1853981" y="2210435"/>
                  </a:moveTo>
                  <a:lnTo>
                    <a:pt x="1927886" y="2208096"/>
                  </a:lnTo>
                  <a:lnTo>
                    <a:pt x="1892089" y="2137713"/>
                  </a:lnTo>
                  <a:close/>
                  <a:moveTo>
                    <a:pt x="1024692" y="1152567"/>
                  </a:moveTo>
                  <a:lnTo>
                    <a:pt x="1072481" y="1174308"/>
                  </a:lnTo>
                  <a:lnTo>
                    <a:pt x="1023631" y="1119954"/>
                  </a:lnTo>
                  <a:close/>
                  <a:moveTo>
                    <a:pt x="536166" y="506625"/>
                  </a:moveTo>
                  <a:lnTo>
                    <a:pt x="504479" y="610382"/>
                  </a:lnTo>
                  <a:lnTo>
                    <a:pt x="522948" y="577817"/>
                  </a:lnTo>
                  <a:close/>
                  <a:moveTo>
                    <a:pt x="536166" y="506625"/>
                  </a:moveTo>
                  <a:lnTo>
                    <a:pt x="522948" y="577817"/>
                  </a:lnTo>
                  <a:lnTo>
                    <a:pt x="539339" y="528167"/>
                  </a:lnTo>
                  <a:close/>
                  <a:moveTo>
                    <a:pt x="536166" y="506625"/>
                  </a:moveTo>
                  <a:lnTo>
                    <a:pt x="573172" y="486942"/>
                  </a:lnTo>
                  <a:lnTo>
                    <a:pt x="553446" y="476641"/>
                  </a:lnTo>
                  <a:close/>
                  <a:moveTo>
                    <a:pt x="229531" y="173769"/>
                  </a:moveTo>
                  <a:lnTo>
                    <a:pt x="172473" y="281521"/>
                  </a:lnTo>
                  <a:lnTo>
                    <a:pt x="204360" y="222642"/>
                  </a:lnTo>
                  <a:close/>
                  <a:moveTo>
                    <a:pt x="204360" y="222642"/>
                  </a:moveTo>
                  <a:lnTo>
                    <a:pt x="233048" y="199307"/>
                  </a:lnTo>
                  <a:lnTo>
                    <a:pt x="229531" y="173769"/>
                  </a:lnTo>
                  <a:close/>
                  <a:moveTo>
                    <a:pt x="298593" y="178214"/>
                  </a:moveTo>
                  <a:lnTo>
                    <a:pt x="271587" y="160870"/>
                  </a:lnTo>
                  <a:lnTo>
                    <a:pt x="267122" y="178643"/>
                  </a:lnTo>
                  <a:close/>
                  <a:moveTo>
                    <a:pt x="229531" y="173769"/>
                  </a:moveTo>
                  <a:lnTo>
                    <a:pt x="233048" y="199307"/>
                  </a:lnTo>
                  <a:lnTo>
                    <a:pt x="267122" y="178643"/>
                  </a:lnTo>
                  <a:close/>
                  <a:moveTo>
                    <a:pt x="403961" y="196403"/>
                  </a:moveTo>
                  <a:lnTo>
                    <a:pt x="324758" y="178932"/>
                  </a:lnTo>
                  <a:lnTo>
                    <a:pt x="298593" y="178214"/>
                  </a:lnTo>
                  <a:close/>
                  <a:moveTo>
                    <a:pt x="1533804" y="1634122"/>
                  </a:moveTo>
                  <a:lnTo>
                    <a:pt x="1609479" y="1638397"/>
                  </a:lnTo>
                  <a:lnTo>
                    <a:pt x="1575160" y="1608560"/>
                  </a:lnTo>
                  <a:close/>
                  <a:moveTo>
                    <a:pt x="1355347" y="1365803"/>
                  </a:moveTo>
                  <a:lnTo>
                    <a:pt x="1258355" y="1440237"/>
                  </a:lnTo>
                  <a:lnTo>
                    <a:pt x="1331169" y="1433818"/>
                  </a:lnTo>
                  <a:close/>
                  <a:moveTo>
                    <a:pt x="1331169" y="1433818"/>
                  </a:moveTo>
                  <a:lnTo>
                    <a:pt x="1354574" y="1394096"/>
                  </a:lnTo>
                  <a:lnTo>
                    <a:pt x="1355347" y="1365803"/>
                  </a:lnTo>
                  <a:close/>
                  <a:moveTo>
                    <a:pt x="1084037" y="1067146"/>
                  </a:moveTo>
                  <a:lnTo>
                    <a:pt x="1084349" y="1064567"/>
                  </a:lnTo>
                  <a:lnTo>
                    <a:pt x="1065308" y="1060577"/>
                  </a:lnTo>
                  <a:close/>
                  <a:moveTo>
                    <a:pt x="1023631" y="1119954"/>
                  </a:moveTo>
                  <a:lnTo>
                    <a:pt x="1084037" y="1067146"/>
                  </a:lnTo>
                  <a:lnTo>
                    <a:pt x="1065308" y="1060577"/>
                  </a:lnTo>
                  <a:close/>
                  <a:moveTo>
                    <a:pt x="1084349" y="1064567"/>
                  </a:moveTo>
                  <a:lnTo>
                    <a:pt x="1148682" y="972765"/>
                  </a:lnTo>
                  <a:lnTo>
                    <a:pt x="1095683" y="955261"/>
                  </a:lnTo>
                  <a:close/>
                  <a:moveTo>
                    <a:pt x="564884" y="383186"/>
                  </a:moveTo>
                  <a:lnTo>
                    <a:pt x="553446" y="476641"/>
                  </a:lnTo>
                  <a:lnTo>
                    <a:pt x="588730" y="407515"/>
                  </a:lnTo>
                  <a:close/>
                  <a:moveTo>
                    <a:pt x="564884" y="383186"/>
                  </a:moveTo>
                  <a:lnTo>
                    <a:pt x="588730" y="407515"/>
                  </a:lnTo>
                  <a:lnTo>
                    <a:pt x="570952" y="326893"/>
                  </a:lnTo>
                  <a:close/>
                  <a:moveTo>
                    <a:pt x="570952" y="326893"/>
                  </a:moveTo>
                  <a:lnTo>
                    <a:pt x="588730" y="407515"/>
                  </a:lnTo>
                  <a:lnTo>
                    <a:pt x="598399" y="366057"/>
                  </a:lnTo>
                  <a:close/>
                  <a:moveTo>
                    <a:pt x="1878157" y="1655223"/>
                  </a:moveTo>
                  <a:lnTo>
                    <a:pt x="1924860" y="1666721"/>
                  </a:lnTo>
                  <a:lnTo>
                    <a:pt x="1884609" y="1646084"/>
                  </a:lnTo>
                  <a:close/>
                  <a:moveTo>
                    <a:pt x="1364592" y="1343578"/>
                  </a:moveTo>
                  <a:lnTo>
                    <a:pt x="1432499" y="1318815"/>
                  </a:lnTo>
                  <a:lnTo>
                    <a:pt x="1483162" y="1293032"/>
                  </a:lnTo>
                  <a:close/>
                  <a:moveTo>
                    <a:pt x="1283890" y="826646"/>
                  </a:moveTo>
                  <a:lnTo>
                    <a:pt x="1378856" y="906148"/>
                  </a:lnTo>
                  <a:lnTo>
                    <a:pt x="1339672" y="878087"/>
                  </a:lnTo>
                  <a:close/>
                  <a:moveTo>
                    <a:pt x="718435" y="169246"/>
                  </a:moveTo>
                  <a:lnTo>
                    <a:pt x="737040" y="248428"/>
                  </a:lnTo>
                  <a:lnTo>
                    <a:pt x="748913" y="219741"/>
                  </a:lnTo>
                  <a:close/>
                  <a:moveTo>
                    <a:pt x="718435" y="169246"/>
                  </a:moveTo>
                  <a:lnTo>
                    <a:pt x="748913" y="219741"/>
                  </a:lnTo>
                  <a:lnTo>
                    <a:pt x="784194" y="136449"/>
                  </a:lnTo>
                  <a:close/>
                  <a:moveTo>
                    <a:pt x="789586" y="121506"/>
                  </a:moveTo>
                  <a:lnTo>
                    <a:pt x="784194" y="136449"/>
                  </a:lnTo>
                  <a:lnTo>
                    <a:pt x="793671" y="127776"/>
                  </a:lnTo>
                  <a:close/>
                  <a:moveTo>
                    <a:pt x="811122" y="21926"/>
                  </a:moveTo>
                  <a:lnTo>
                    <a:pt x="793671" y="127776"/>
                  </a:lnTo>
                  <a:lnTo>
                    <a:pt x="838662" y="61438"/>
                  </a:lnTo>
                  <a:close/>
                  <a:moveTo>
                    <a:pt x="811122" y="21926"/>
                  </a:moveTo>
                  <a:lnTo>
                    <a:pt x="838662" y="61438"/>
                  </a:lnTo>
                  <a:lnTo>
                    <a:pt x="884482" y="17549"/>
                  </a:lnTo>
                  <a:close/>
                  <a:moveTo>
                    <a:pt x="1353894" y="442768"/>
                  </a:moveTo>
                  <a:lnTo>
                    <a:pt x="1229247" y="470598"/>
                  </a:lnTo>
                  <a:lnTo>
                    <a:pt x="1306052" y="479098"/>
                  </a:lnTo>
                  <a:close/>
                  <a:moveTo>
                    <a:pt x="890456" y="0"/>
                  </a:moveTo>
                  <a:lnTo>
                    <a:pt x="811122" y="21926"/>
                  </a:lnTo>
                  <a:lnTo>
                    <a:pt x="884482" y="17549"/>
                  </a:lnTo>
                  <a:close/>
                  <a:moveTo>
                    <a:pt x="890456" y="0"/>
                  </a:moveTo>
                  <a:lnTo>
                    <a:pt x="884482" y="17549"/>
                  </a:lnTo>
                  <a:lnTo>
                    <a:pt x="895193" y="7124"/>
                  </a:lnTo>
                  <a:close/>
                  <a:moveTo>
                    <a:pt x="1426628" y="436056"/>
                  </a:moveTo>
                  <a:lnTo>
                    <a:pt x="1454384" y="344958"/>
                  </a:lnTo>
                  <a:lnTo>
                    <a:pt x="1387075" y="351629"/>
                  </a:lnTo>
                  <a:close/>
                  <a:moveTo>
                    <a:pt x="1353894" y="442768"/>
                  </a:moveTo>
                  <a:lnTo>
                    <a:pt x="1426628" y="436056"/>
                  </a:lnTo>
                  <a:lnTo>
                    <a:pt x="1387075" y="351629"/>
                  </a:lnTo>
                  <a:close/>
                  <a:moveTo>
                    <a:pt x="1460521" y="379763"/>
                  </a:moveTo>
                  <a:lnTo>
                    <a:pt x="1448811" y="303791"/>
                  </a:lnTo>
                  <a:lnTo>
                    <a:pt x="1454384" y="344958"/>
                  </a:lnTo>
                  <a:close/>
                  <a:moveTo>
                    <a:pt x="1458903" y="259111"/>
                  </a:moveTo>
                  <a:lnTo>
                    <a:pt x="1448811" y="303791"/>
                  </a:lnTo>
                  <a:lnTo>
                    <a:pt x="1460521" y="379763"/>
                  </a:lnTo>
                  <a:close/>
                  <a:moveTo>
                    <a:pt x="1471518" y="173486"/>
                  </a:moveTo>
                  <a:lnTo>
                    <a:pt x="1458903" y="259111"/>
                  </a:lnTo>
                  <a:lnTo>
                    <a:pt x="1503768" y="230608"/>
                  </a:lnTo>
                  <a:close/>
                  <a:moveTo>
                    <a:pt x="1471518" y="173486"/>
                  </a:moveTo>
                  <a:lnTo>
                    <a:pt x="1503768" y="230608"/>
                  </a:lnTo>
                  <a:lnTo>
                    <a:pt x="1549205" y="18528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70" name="Candidate_density__2069">
              <a:extLst>
                <a:ext uri="{FF2B5EF4-FFF2-40B4-BE49-F238E27FC236}">
                  <a16:creationId xmlns:a16="http://schemas.microsoft.com/office/drawing/2014/main" id="{4F67F2D6-5C69-CFAC-EC43-FAC6E720C8B7}"/>
                </a:ext>
              </a:extLst>
            </p:cNvPr>
            <p:cNvSpPr>
              <a:spLocks noGrp="1"/>
            </p:cNvSpPr>
            <p:nvPr/>
          </p:nvSpPr>
          <p:spPr>
            <a:xfrm>
              <a:off x="4441446" y="2030005"/>
              <a:ext cx="1466600" cy="3056866"/>
            </a:xfrm>
            <a:custGeom>
              <a:avLst/>
              <a:gdLst/>
              <a:ahLst/>
              <a:cxnLst/>
              <a:rect l="0" t="0" r="0" b="0"/>
              <a:pathLst>
                <a:path w="1466600" h="3056866">
                  <a:moveTo>
                    <a:pt x="222777" y="2970483"/>
                  </a:moveTo>
                  <a:lnTo>
                    <a:pt x="149332" y="3056866"/>
                  </a:lnTo>
                  <a:lnTo>
                    <a:pt x="228070" y="3018430"/>
                  </a:lnTo>
                  <a:close/>
                  <a:moveTo>
                    <a:pt x="245414" y="3018430"/>
                  </a:moveTo>
                  <a:lnTo>
                    <a:pt x="222777" y="2970483"/>
                  </a:lnTo>
                  <a:lnTo>
                    <a:pt x="247201" y="3008999"/>
                  </a:lnTo>
                  <a:close/>
                  <a:moveTo>
                    <a:pt x="100250" y="2771784"/>
                  </a:moveTo>
                  <a:lnTo>
                    <a:pt x="157525" y="2854000"/>
                  </a:lnTo>
                  <a:lnTo>
                    <a:pt x="227320" y="2815563"/>
                  </a:lnTo>
                  <a:close/>
                  <a:moveTo>
                    <a:pt x="100250" y="2771784"/>
                  </a:moveTo>
                  <a:lnTo>
                    <a:pt x="227320" y="2815563"/>
                  </a:lnTo>
                  <a:lnTo>
                    <a:pt x="193606" y="2733348"/>
                  </a:lnTo>
                  <a:close/>
                  <a:moveTo>
                    <a:pt x="203715" y="2684009"/>
                  </a:moveTo>
                  <a:lnTo>
                    <a:pt x="100250" y="2771784"/>
                  </a:lnTo>
                  <a:lnTo>
                    <a:pt x="193606" y="2733348"/>
                  </a:lnTo>
                  <a:close/>
                  <a:moveTo>
                    <a:pt x="203715" y="2684009"/>
                  </a:moveTo>
                  <a:lnTo>
                    <a:pt x="148587" y="2693099"/>
                  </a:lnTo>
                  <a:lnTo>
                    <a:pt x="100250" y="2771784"/>
                  </a:lnTo>
                  <a:close/>
                  <a:moveTo>
                    <a:pt x="203715" y="2684009"/>
                  </a:moveTo>
                  <a:lnTo>
                    <a:pt x="209878" y="2651133"/>
                  </a:lnTo>
                  <a:lnTo>
                    <a:pt x="152920" y="2689569"/>
                  </a:lnTo>
                  <a:close/>
                  <a:moveTo>
                    <a:pt x="203715" y="2684009"/>
                  </a:moveTo>
                  <a:lnTo>
                    <a:pt x="193606" y="2733348"/>
                  </a:lnTo>
                  <a:lnTo>
                    <a:pt x="231881" y="2721177"/>
                  </a:lnTo>
                  <a:close/>
                  <a:moveTo>
                    <a:pt x="338098" y="2695417"/>
                  </a:moveTo>
                  <a:lnTo>
                    <a:pt x="337424" y="2690066"/>
                  </a:lnTo>
                  <a:lnTo>
                    <a:pt x="231881" y="2721177"/>
                  </a:lnTo>
                  <a:close/>
                  <a:moveTo>
                    <a:pt x="231881" y="2721177"/>
                  </a:moveTo>
                  <a:lnTo>
                    <a:pt x="337424" y="2690066"/>
                  </a:lnTo>
                  <a:lnTo>
                    <a:pt x="209878" y="2651133"/>
                  </a:lnTo>
                  <a:close/>
                  <a:moveTo>
                    <a:pt x="209878" y="2651133"/>
                  </a:moveTo>
                  <a:lnTo>
                    <a:pt x="337424" y="2690066"/>
                  </a:lnTo>
                  <a:lnTo>
                    <a:pt x="302959" y="2612697"/>
                  </a:lnTo>
                  <a:close/>
                  <a:moveTo>
                    <a:pt x="209878" y="2651133"/>
                  </a:moveTo>
                  <a:lnTo>
                    <a:pt x="203715" y="2684009"/>
                  </a:lnTo>
                  <a:lnTo>
                    <a:pt x="231881" y="2721177"/>
                  </a:lnTo>
                  <a:close/>
                  <a:moveTo>
                    <a:pt x="338098" y="2695417"/>
                  </a:moveTo>
                  <a:lnTo>
                    <a:pt x="339465" y="2694911"/>
                  </a:lnTo>
                  <a:lnTo>
                    <a:pt x="337424" y="2690066"/>
                  </a:lnTo>
                  <a:close/>
                  <a:moveTo>
                    <a:pt x="338098" y="2695417"/>
                  </a:moveTo>
                  <a:lnTo>
                    <a:pt x="340293" y="2700792"/>
                  </a:lnTo>
                  <a:lnTo>
                    <a:pt x="339465" y="2694911"/>
                  </a:lnTo>
                  <a:close/>
                  <a:moveTo>
                    <a:pt x="211724" y="2568918"/>
                  </a:moveTo>
                  <a:lnTo>
                    <a:pt x="209878" y="2651133"/>
                  </a:lnTo>
                  <a:lnTo>
                    <a:pt x="302959" y="2612697"/>
                  </a:lnTo>
                  <a:close/>
                  <a:moveTo>
                    <a:pt x="211724" y="2568918"/>
                  </a:moveTo>
                  <a:lnTo>
                    <a:pt x="302959" y="2612697"/>
                  </a:lnTo>
                  <a:lnTo>
                    <a:pt x="271505" y="2530481"/>
                  </a:lnTo>
                  <a:close/>
                  <a:moveTo>
                    <a:pt x="282361" y="2484193"/>
                  </a:moveTo>
                  <a:lnTo>
                    <a:pt x="211724" y="2568918"/>
                  </a:lnTo>
                  <a:lnTo>
                    <a:pt x="271505" y="2530481"/>
                  </a:lnTo>
                  <a:close/>
                  <a:moveTo>
                    <a:pt x="335049" y="2597804"/>
                  </a:moveTo>
                  <a:lnTo>
                    <a:pt x="337424" y="2690066"/>
                  </a:lnTo>
                  <a:lnTo>
                    <a:pt x="397297" y="2574260"/>
                  </a:lnTo>
                  <a:close/>
                  <a:moveTo>
                    <a:pt x="397297" y="2574260"/>
                  </a:moveTo>
                  <a:lnTo>
                    <a:pt x="337424" y="2690066"/>
                  </a:lnTo>
                  <a:lnTo>
                    <a:pt x="339465" y="2694911"/>
                  </a:lnTo>
                  <a:close/>
                  <a:moveTo>
                    <a:pt x="302959" y="2612697"/>
                  </a:moveTo>
                  <a:lnTo>
                    <a:pt x="337424" y="2690066"/>
                  </a:lnTo>
                  <a:lnTo>
                    <a:pt x="335049" y="2597804"/>
                  </a:lnTo>
                  <a:close/>
                  <a:moveTo>
                    <a:pt x="271505" y="2530481"/>
                  </a:moveTo>
                  <a:lnTo>
                    <a:pt x="335049" y="2597804"/>
                  </a:lnTo>
                  <a:lnTo>
                    <a:pt x="328640" y="2502922"/>
                  </a:lnTo>
                  <a:close/>
                  <a:moveTo>
                    <a:pt x="271505" y="2530481"/>
                  </a:moveTo>
                  <a:lnTo>
                    <a:pt x="302959" y="2612697"/>
                  </a:lnTo>
                  <a:lnTo>
                    <a:pt x="335049" y="2597804"/>
                  </a:lnTo>
                  <a:close/>
                  <a:moveTo>
                    <a:pt x="335049" y="2597804"/>
                  </a:moveTo>
                  <a:lnTo>
                    <a:pt x="388407" y="2514924"/>
                  </a:lnTo>
                  <a:lnTo>
                    <a:pt x="328640" y="2502922"/>
                  </a:lnTo>
                  <a:close/>
                  <a:moveTo>
                    <a:pt x="282361" y="2484193"/>
                  </a:moveTo>
                  <a:lnTo>
                    <a:pt x="271505" y="2530481"/>
                  </a:lnTo>
                  <a:lnTo>
                    <a:pt x="328640" y="2502922"/>
                  </a:lnTo>
                  <a:close/>
                  <a:moveTo>
                    <a:pt x="328640" y="2502922"/>
                  </a:moveTo>
                  <a:lnTo>
                    <a:pt x="357887" y="2487918"/>
                  </a:lnTo>
                  <a:lnTo>
                    <a:pt x="282361" y="2484193"/>
                  </a:lnTo>
                  <a:close/>
                  <a:moveTo>
                    <a:pt x="328640" y="2502922"/>
                  </a:moveTo>
                  <a:lnTo>
                    <a:pt x="388407" y="2514924"/>
                  </a:lnTo>
                  <a:lnTo>
                    <a:pt x="357887" y="2487918"/>
                  </a:lnTo>
                  <a:close/>
                  <a:moveTo>
                    <a:pt x="464893" y="2242388"/>
                  </a:moveTo>
                  <a:lnTo>
                    <a:pt x="410216" y="2253165"/>
                  </a:lnTo>
                  <a:lnTo>
                    <a:pt x="374472" y="2289178"/>
                  </a:lnTo>
                  <a:close/>
                  <a:moveTo>
                    <a:pt x="471741" y="2246991"/>
                  </a:moveTo>
                  <a:lnTo>
                    <a:pt x="530379" y="2208571"/>
                  </a:lnTo>
                  <a:lnTo>
                    <a:pt x="464893" y="2242388"/>
                  </a:lnTo>
                  <a:close/>
                  <a:moveTo>
                    <a:pt x="188943" y="1636800"/>
                  </a:moveTo>
                  <a:lnTo>
                    <a:pt x="136856" y="1757451"/>
                  </a:lnTo>
                  <a:lnTo>
                    <a:pt x="204265" y="1719015"/>
                  </a:lnTo>
                  <a:close/>
                  <a:moveTo>
                    <a:pt x="170194" y="1570222"/>
                  </a:moveTo>
                  <a:lnTo>
                    <a:pt x="202696" y="1604189"/>
                  </a:lnTo>
                  <a:lnTo>
                    <a:pt x="207774" y="1554585"/>
                  </a:lnTo>
                  <a:close/>
                  <a:moveTo>
                    <a:pt x="506666" y="1878821"/>
                  </a:moveTo>
                  <a:lnTo>
                    <a:pt x="493935" y="1883445"/>
                  </a:lnTo>
                  <a:lnTo>
                    <a:pt x="557439" y="1879339"/>
                  </a:lnTo>
                  <a:close/>
                  <a:moveTo>
                    <a:pt x="600922" y="1763257"/>
                  </a:moveTo>
                  <a:lnTo>
                    <a:pt x="496008" y="1864859"/>
                  </a:lnTo>
                  <a:lnTo>
                    <a:pt x="581778" y="1845008"/>
                  </a:lnTo>
                  <a:close/>
                  <a:moveTo>
                    <a:pt x="581778" y="1845008"/>
                  </a:moveTo>
                  <a:lnTo>
                    <a:pt x="496008" y="1864859"/>
                  </a:lnTo>
                  <a:lnTo>
                    <a:pt x="506666" y="1878821"/>
                  </a:lnTo>
                  <a:close/>
                  <a:moveTo>
                    <a:pt x="506666" y="1878821"/>
                  </a:moveTo>
                  <a:lnTo>
                    <a:pt x="557439" y="1879339"/>
                  </a:lnTo>
                  <a:lnTo>
                    <a:pt x="581778" y="1845008"/>
                  </a:lnTo>
                  <a:close/>
                  <a:moveTo>
                    <a:pt x="188943" y="1636800"/>
                  </a:moveTo>
                  <a:lnTo>
                    <a:pt x="255415" y="1601031"/>
                  </a:lnTo>
                  <a:lnTo>
                    <a:pt x="202696" y="1604189"/>
                  </a:lnTo>
                  <a:close/>
                  <a:moveTo>
                    <a:pt x="207774" y="1554585"/>
                  </a:moveTo>
                  <a:lnTo>
                    <a:pt x="202696" y="1604189"/>
                  </a:lnTo>
                  <a:lnTo>
                    <a:pt x="259707" y="1598363"/>
                  </a:lnTo>
                  <a:close/>
                  <a:moveTo>
                    <a:pt x="581778" y="1845008"/>
                  </a:moveTo>
                  <a:lnTo>
                    <a:pt x="601148" y="1762509"/>
                  </a:lnTo>
                  <a:lnTo>
                    <a:pt x="600922" y="1763257"/>
                  </a:lnTo>
                  <a:close/>
                  <a:moveTo>
                    <a:pt x="495481" y="1387453"/>
                  </a:moveTo>
                  <a:lnTo>
                    <a:pt x="488038" y="1404655"/>
                  </a:lnTo>
                  <a:lnTo>
                    <a:pt x="544400" y="1357060"/>
                  </a:lnTo>
                  <a:close/>
                  <a:moveTo>
                    <a:pt x="261912" y="1028200"/>
                  </a:moveTo>
                  <a:lnTo>
                    <a:pt x="234917" y="1117234"/>
                  </a:lnTo>
                  <a:lnTo>
                    <a:pt x="249992" y="1110414"/>
                  </a:lnTo>
                  <a:close/>
                  <a:moveTo>
                    <a:pt x="261912" y="1028200"/>
                  </a:moveTo>
                  <a:lnTo>
                    <a:pt x="249992" y="1110414"/>
                  </a:lnTo>
                  <a:lnTo>
                    <a:pt x="312834" y="989763"/>
                  </a:lnTo>
                  <a:close/>
                  <a:moveTo>
                    <a:pt x="335293" y="960479"/>
                  </a:moveTo>
                  <a:lnTo>
                    <a:pt x="261912" y="1028200"/>
                  </a:lnTo>
                  <a:lnTo>
                    <a:pt x="312834" y="989763"/>
                  </a:lnTo>
                  <a:close/>
                  <a:moveTo>
                    <a:pt x="1202679" y="1773478"/>
                  </a:moveTo>
                  <a:lnTo>
                    <a:pt x="1208359" y="1872094"/>
                  </a:lnTo>
                  <a:lnTo>
                    <a:pt x="1208967" y="1782540"/>
                  </a:lnTo>
                  <a:close/>
                  <a:moveTo>
                    <a:pt x="1142205" y="1894129"/>
                  </a:moveTo>
                  <a:lnTo>
                    <a:pt x="1208359" y="1872094"/>
                  </a:lnTo>
                  <a:lnTo>
                    <a:pt x="1202679" y="1773478"/>
                  </a:lnTo>
                  <a:close/>
                  <a:moveTo>
                    <a:pt x="1127057" y="1811914"/>
                  </a:moveTo>
                  <a:lnTo>
                    <a:pt x="1142205" y="1894129"/>
                  </a:lnTo>
                  <a:lnTo>
                    <a:pt x="1202679" y="1773478"/>
                  </a:lnTo>
                  <a:close/>
                  <a:moveTo>
                    <a:pt x="1208359" y="1872094"/>
                  </a:moveTo>
                  <a:lnTo>
                    <a:pt x="1253301" y="1855693"/>
                  </a:lnTo>
                  <a:lnTo>
                    <a:pt x="1208967" y="1782540"/>
                  </a:lnTo>
                  <a:close/>
                  <a:moveTo>
                    <a:pt x="1204740" y="1766734"/>
                  </a:moveTo>
                  <a:lnTo>
                    <a:pt x="1127057" y="1811914"/>
                  </a:lnTo>
                  <a:lnTo>
                    <a:pt x="1202679" y="1773478"/>
                  </a:lnTo>
                  <a:close/>
                  <a:moveTo>
                    <a:pt x="1204740" y="1766734"/>
                  </a:moveTo>
                  <a:lnTo>
                    <a:pt x="1145494" y="1760427"/>
                  </a:lnTo>
                  <a:lnTo>
                    <a:pt x="1127057" y="1811914"/>
                  </a:lnTo>
                  <a:close/>
                  <a:moveTo>
                    <a:pt x="1213774" y="1767599"/>
                  </a:moveTo>
                  <a:lnTo>
                    <a:pt x="1208967" y="1782540"/>
                  </a:lnTo>
                  <a:lnTo>
                    <a:pt x="1288032" y="1735041"/>
                  </a:lnTo>
                  <a:close/>
                  <a:moveTo>
                    <a:pt x="1208967" y="1782540"/>
                  </a:moveTo>
                  <a:lnTo>
                    <a:pt x="1253301" y="1855693"/>
                  </a:lnTo>
                  <a:lnTo>
                    <a:pt x="1288032" y="1735041"/>
                  </a:lnTo>
                  <a:close/>
                  <a:moveTo>
                    <a:pt x="1202679" y="1773478"/>
                  </a:moveTo>
                  <a:lnTo>
                    <a:pt x="1208967" y="1782540"/>
                  </a:lnTo>
                  <a:lnTo>
                    <a:pt x="1213774" y="1767599"/>
                  </a:lnTo>
                  <a:close/>
                  <a:moveTo>
                    <a:pt x="1204740" y="1766734"/>
                  </a:moveTo>
                  <a:lnTo>
                    <a:pt x="1202679" y="1773478"/>
                  </a:lnTo>
                  <a:lnTo>
                    <a:pt x="1213774" y="1767599"/>
                  </a:lnTo>
                  <a:close/>
                  <a:moveTo>
                    <a:pt x="1204740" y="1766734"/>
                  </a:moveTo>
                  <a:lnTo>
                    <a:pt x="1213774" y="1767599"/>
                  </a:lnTo>
                  <a:lnTo>
                    <a:pt x="1233863" y="1691262"/>
                  </a:lnTo>
                  <a:close/>
                  <a:moveTo>
                    <a:pt x="1233863" y="1691262"/>
                  </a:moveTo>
                  <a:lnTo>
                    <a:pt x="1213774" y="1767599"/>
                  </a:lnTo>
                  <a:lnTo>
                    <a:pt x="1288032" y="1735041"/>
                  </a:lnTo>
                  <a:close/>
                  <a:moveTo>
                    <a:pt x="1452828" y="1899471"/>
                  </a:moveTo>
                  <a:lnTo>
                    <a:pt x="1427896" y="1814798"/>
                  </a:lnTo>
                  <a:lnTo>
                    <a:pt x="1433653" y="1850085"/>
                  </a:lnTo>
                  <a:close/>
                  <a:moveTo>
                    <a:pt x="1410812" y="1817257"/>
                  </a:moveTo>
                  <a:lnTo>
                    <a:pt x="1433653" y="1850085"/>
                  </a:lnTo>
                  <a:lnTo>
                    <a:pt x="1427896" y="1814798"/>
                  </a:lnTo>
                  <a:close/>
                  <a:moveTo>
                    <a:pt x="1422009" y="1806550"/>
                  </a:moveTo>
                  <a:lnTo>
                    <a:pt x="1410812" y="1817257"/>
                  </a:lnTo>
                  <a:lnTo>
                    <a:pt x="1427896" y="1814798"/>
                  </a:lnTo>
                  <a:close/>
                  <a:moveTo>
                    <a:pt x="1344196" y="1579073"/>
                  </a:moveTo>
                  <a:lnTo>
                    <a:pt x="1302764" y="1639370"/>
                  </a:lnTo>
                  <a:lnTo>
                    <a:pt x="1293611" y="1652826"/>
                  </a:lnTo>
                  <a:close/>
                  <a:moveTo>
                    <a:pt x="607506" y="748460"/>
                  </a:moveTo>
                  <a:lnTo>
                    <a:pt x="643613" y="827155"/>
                  </a:lnTo>
                  <a:lnTo>
                    <a:pt x="626315" y="741126"/>
                  </a:lnTo>
                  <a:close/>
                  <a:moveTo>
                    <a:pt x="614608" y="738416"/>
                  </a:moveTo>
                  <a:lnTo>
                    <a:pt x="607506" y="748460"/>
                  </a:lnTo>
                  <a:lnTo>
                    <a:pt x="626315" y="741126"/>
                  </a:lnTo>
                  <a:close/>
                  <a:moveTo>
                    <a:pt x="101840" y="63817"/>
                  </a:moveTo>
                  <a:lnTo>
                    <a:pt x="16010" y="90739"/>
                  </a:lnTo>
                  <a:lnTo>
                    <a:pt x="126332" y="90919"/>
                  </a:lnTo>
                  <a:close/>
                  <a:moveTo>
                    <a:pt x="16010" y="90739"/>
                  </a:moveTo>
                  <a:lnTo>
                    <a:pt x="0" y="112444"/>
                  </a:lnTo>
                  <a:lnTo>
                    <a:pt x="126332" y="90919"/>
                  </a:lnTo>
                  <a:close/>
                  <a:moveTo>
                    <a:pt x="181148" y="17206"/>
                  </a:moveTo>
                  <a:lnTo>
                    <a:pt x="101840" y="63817"/>
                  </a:lnTo>
                  <a:lnTo>
                    <a:pt x="146916" y="52303"/>
                  </a:lnTo>
                  <a:close/>
                  <a:moveTo>
                    <a:pt x="59872" y="57639"/>
                  </a:moveTo>
                  <a:lnTo>
                    <a:pt x="101840" y="63817"/>
                  </a:lnTo>
                  <a:lnTo>
                    <a:pt x="181148" y="17206"/>
                  </a:lnTo>
                  <a:close/>
                  <a:moveTo>
                    <a:pt x="101840" y="63817"/>
                  </a:moveTo>
                  <a:lnTo>
                    <a:pt x="126332" y="90919"/>
                  </a:lnTo>
                  <a:lnTo>
                    <a:pt x="146916" y="52303"/>
                  </a:lnTo>
                  <a:close/>
                  <a:moveTo>
                    <a:pt x="234104" y="0"/>
                  </a:moveTo>
                  <a:lnTo>
                    <a:pt x="146916" y="52303"/>
                  </a:lnTo>
                  <a:lnTo>
                    <a:pt x="223871" y="13866"/>
                  </a:lnTo>
                  <a:close/>
                  <a:moveTo>
                    <a:pt x="234104" y="0"/>
                  </a:moveTo>
                  <a:lnTo>
                    <a:pt x="181148" y="17206"/>
                  </a:lnTo>
                  <a:lnTo>
                    <a:pt x="146916" y="52303"/>
                  </a:lnTo>
                  <a:close/>
                  <a:moveTo>
                    <a:pt x="1450002" y="1480809"/>
                  </a:moveTo>
                  <a:lnTo>
                    <a:pt x="1449269" y="1493738"/>
                  </a:lnTo>
                  <a:lnTo>
                    <a:pt x="1457249" y="1490658"/>
                  </a:lnTo>
                  <a:close/>
                  <a:moveTo>
                    <a:pt x="1466600" y="1493738"/>
                  </a:moveTo>
                  <a:lnTo>
                    <a:pt x="1450002" y="1480809"/>
                  </a:lnTo>
                  <a:lnTo>
                    <a:pt x="1457249" y="1490658"/>
                  </a:lnTo>
                  <a:close/>
                  <a:moveTo>
                    <a:pt x="1082592" y="727891"/>
                  </a:moveTo>
                  <a:lnTo>
                    <a:pt x="1060111" y="797581"/>
                  </a:lnTo>
                  <a:lnTo>
                    <a:pt x="1145494" y="761596"/>
                  </a:lnTo>
                  <a:close/>
                  <a:moveTo>
                    <a:pt x="1215016" y="729146"/>
                  </a:moveTo>
                  <a:lnTo>
                    <a:pt x="1082592" y="727891"/>
                  </a:lnTo>
                  <a:lnTo>
                    <a:pt x="1161957" y="759144"/>
                  </a:lnTo>
                  <a:close/>
                  <a:moveTo>
                    <a:pt x="1295632" y="660629"/>
                  </a:moveTo>
                  <a:lnTo>
                    <a:pt x="1259033" y="676929"/>
                  </a:lnTo>
                  <a:lnTo>
                    <a:pt x="1326217" y="651043"/>
                  </a:lnTo>
                  <a:close/>
                  <a:moveTo>
                    <a:pt x="1326217" y="651043"/>
                  </a:moveTo>
                  <a:lnTo>
                    <a:pt x="1259033" y="676929"/>
                  </a:lnTo>
                  <a:lnTo>
                    <a:pt x="1215016" y="729146"/>
                  </a:lnTo>
                  <a:close/>
                  <a:moveTo>
                    <a:pt x="1326217" y="651043"/>
                  </a:moveTo>
                  <a:lnTo>
                    <a:pt x="1215016" y="729146"/>
                  </a:lnTo>
                  <a:lnTo>
                    <a:pt x="1265297" y="701933"/>
                  </a:lnTo>
                  <a:close/>
                  <a:moveTo>
                    <a:pt x="1271062" y="660031"/>
                  </a:moveTo>
                  <a:lnTo>
                    <a:pt x="1259033" y="676929"/>
                  </a:lnTo>
                  <a:lnTo>
                    <a:pt x="1295632" y="66062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71" name="Candidate_density__2070">
              <a:extLst>
                <a:ext uri="{FF2B5EF4-FFF2-40B4-BE49-F238E27FC236}">
                  <a16:creationId xmlns:a16="http://schemas.microsoft.com/office/drawing/2014/main" id="{01C17B84-BECE-F446-E903-ABC4C683B7ED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06782"/>
              <a:ext cx="2342726" cy="3777550"/>
            </a:xfrm>
            <a:custGeom>
              <a:avLst/>
              <a:gdLst/>
              <a:ahLst/>
              <a:cxnLst/>
              <a:rect l="0" t="0" r="0" b="0"/>
              <a:pathLst>
                <a:path w="2342726" h="3777550">
                  <a:moveTo>
                    <a:pt x="365150" y="3493707"/>
                  </a:moveTo>
                  <a:lnTo>
                    <a:pt x="315743" y="3524187"/>
                  </a:lnTo>
                  <a:lnTo>
                    <a:pt x="291705" y="3580089"/>
                  </a:lnTo>
                  <a:close/>
                  <a:moveTo>
                    <a:pt x="299897" y="3377223"/>
                  </a:moveTo>
                  <a:lnTo>
                    <a:pt x="288829" y="3423560"/>
                  </a:lnTo>
                  <a:lnTo>
                    <a:pt x="353398" y="3449771"/>
                  </a:lnTo>
                  <a:close/>
                  <a:moveTo>
                    <a:pt x="755286" y="3777550"/>
                  </a:moveTo>
                  <a:lnTo>
                    <a:pt x="843375" y="3749862"/>
                  </a:lnTo>
                  <a:lnTo>
                    <a:pt x="776424" y="3701564"/>
                  </a:lnTo>
                  <a:close/>
                  <a:moveTo>
                    <a:pt x="465365" y="3589740"/>
                  </a:moveTo>
                  <a:lnTo>
                    <a:pt x="387786" y="3541653"/>
                  </a:lnTo>
                  <a:lnTo>
                    <a:pt x="389574" y="3532223"/>
                  </a:lnTo>
                  <a:close/>
                  <a:moveTo>
                    <a:pt x="353398" y="3449771"/>
                  </a:moveTo>
                  <a:lnTo>
                    <a:pt x="477259" y="3419005"/>
                  </a:lnTo>
                  <a:lnTo>
                    <a:pt x="392086" y="3379216"/>
                  </a:lnTo>
                  <a:close/>
                  <a:moveTo>
                    <a:pt x="843375" y="3749862"/>
                  </a:moveTo>
                  <a:lnTo>
                    <a:pt x="867249" y="3762483"/>
                  </a:lnTo>
                  <a:lnTo>
                    <a:pt x="871784" y="3743431"/>
                  </a:lnTo>
                  <a:close/>
                  <a:moveTo>
                    <a:pt x="871784" y="3743431"/>
                  </a:moveTo>
                  <a:lnTo>
                    <a:pt x="776424" y="3701564"/>
                  </a:lnTo>
                  <a:lnTo>
                    <a:pt x="843375" y="3749862"/>
                  </a:lnTo>
                  <a:close/>
                  <a:moveTo>
                    <a:pt x="786569" y="3652025"/>
                  </a:moveTo>
                  <a:lnTo>
                    <a:pt x="776424" y="3701564"/>
                  </a:lnTo>
                  <a:lnTo>
                    <a:pt x="871784" y="3743431"/>
                  </a:lnTo>
                  <a:close/>
                  <a:moveTo>
                    <a:pt x="860265" y="3652704"/>
                  </a:moveTo>
                  <a:lnTo>
                    <a:pt x="786569" y="3652025"/>
                  </a:lnTo>
                  <a:lnTo>
                    <a:pt x="871784" y="3743431"/>
                  </a:lnTo>
                  <a:close/>
                  <a:moveTo>
                    <a:pt x="786569" y="3652025"/>
                  </a:moveTo>
                  <a:lnTo>
                    <a:pt x="703006" y="3705720"/>
                  </a:lnTo>
                  <a:lnTo>
                    <a:pt x="776424" y="3701564"/>
                  </a:lnTo>
                  <a:close/>
                  <a:moveTo>
                    <a:pt x="786569" y="3652025"/>
                  </a:moveTo>
                  <a:lnTo>
                    <a:pt x="761667" y="3646387"/>
                  </a:lnTo>
                  <a:lnTo>
                    <a:pt x="679736" y="3578194"/>
                  </a:lnTo>
                  <a:close/>
                  <a:moveTo>
                    <a:pt x="552930" y="2920048"/>
                  </a:moveTo>
                  <a:lnTo>
                    <a:pt x="505684" y="2897866"/>
                  </a:lnTo>
                  <a:lnTo>
                    <a:pt x="515300" y="2850548"/>
                  </a:lnTo>
                  <a:close/>
                  <a:moveTo>
                    <a:pt x="202878" y="2322213"/>
                  </a:moveTo>
                  <a:lnTo>
                    <a:pt x="242642" y="2401326"/>
                  </a:lnTo>
                  <a:lnTo>
                    <a:pt x="218549" y="2363444"/>
                  </a:lnTo>
                  <a:close/>
                  <a:moveTo>
                    <a:pt x="749825" y="2781067"/>
                  </a:moveTo>
                  <a:lnTo>
                    <a:pt x="672752" y="2731795"/>
                  </a:lnTo>
                  <a:lnTo>
                    <a:pt x="742959" y="2773965"/>
                  </a:lnTo>
                  <a:close/>
                  <a:moveTo>
                    <a:pt x="763013" y="2790614"/>
                  </a:moveTo>
                  <a:lnTo>
                    <a:pt x="749825" y="2781067"/>
                  </a:lnTo>
                  <a:lnTo>
                    <a:pt x="742959" y="2773965"/>
                  </a:lnTo>
                  <a:close/>
                  <a:moveTo>
                    <a:pt x="213022" y="2313966"/>
                  </a:moveTo>
                  <a:lnTo>
                    <a:pt x="279229" y="2280675"/>
                  </a:lnTo>
                  <a:lnTo>
                    <a:pt x="239937" y="2228204"/>
                  </a:lnTo>
                  <a:close/>
                  <a:moveTo>
                    <a:pt x="35363" y="2154681"/>
                  </a:moveTo>
                  <a:lnTo>
                    <a:pt x="35545" y="2236536"/>
                  </a:lnTo>
                  <a:lnTo>
                    <a:pt x="48359" y="2126464"/>
                  </a:lnTo>
                  <a:close/>
                  <a:moveTo>
                    <a:pt x="35363" y="2154681"/>
                  </a:moveTo>
                  <a:lnTo>
                    <a:pt x="50098" y="2075746"/>
                  </a:lnTo>
                  <a:lnTo>
                    <a:pt x="54279" y="2034030"/>
                  </a:lnTo>
                  <a:close/>
                  <a:moveTo>
                    <a:pt x="35363" y="2154681"/>
                  </a:moveTo>
                  <a:lnTo>
                    <a:pt x="54279" y="2034030"/>
                  </a:lnTo>
                  <a:lnTo>
                    <a:pt x="37077" y="2072466"/>
                  </a:lnTo>
                  <a:close/>
                  <a:moveTo>
                    <a:pt x="34190" y="2016266"/>
                  </a:moveTo>
                  <a:lnTo>
                    <a:pt x="2897" y="1963241"/>
                  </a:lnTo>
                  <a:lnTo>
                    <a:pt x="54279" y="2034030"/>
                  </a:lnTo>
                  <a:close/>
                  <a:moveTo>
                    <a:pt x="0" y="1951814"/>
                  </a:moveTo>
                  <a:lnTo>
                    <a:pt x="2897" y="1963241"/>
                  </a:lnTo>
                  <a:lnTo>
                    <a:pt x="34190" y="2016266"/>
                  </a:lnTo>
                  <a:close/>
                  <a:moveTo>
                    <a:pt x="6934" y="1914361"/>
                  </a:moveTo>
                  <a:lnTo>
                    <a:pt x="2897" y="1963241"/>
                  </a:lnTo>
                  <a:lnTo>
                    <a:pt x="0" y="1951814"/>
                  </a:lnTo>
                  <a:close/>
                  <a:moveTo>
                    <a:pt x="711370" y="2751739"/>
                  </a:moveTo>
                  <a:lnTo>
                    <a:pt x="763013" y="2790614"/>
                  </a:lnTo>
                  <a:lnTo>
                    <a:pt x="742959" y="2773965"/>
                  </a:lnTo>
                  <a:close/>
                  <a:moveTo>
                    <a:pt x="825339" y="2819768"/>
                  </a:moveTo>
                  <a:lnTo>
                    <a:pt x="763013" y="2790614"/>
                  </a:lnTo>
                  <a:lnTo>
                    <a:pt x="711370" y="2751739"/>
                  </a:lnTo>
                  <a:close/>
                  <a:moveTo>
                    <a:pt x="825339" y="2819768"/>
                  </a:moveTo>
                  <a:lnTo>
                    <a:pt x="810437" y="2773965"/>
                  </a:lnTo>
                  <a:lnTo>
                    <a:pt x="763013" y="2790614"/>
                  </a:lnTo>
                  <a:close/>
                  <a:moveTo>
                    <a:pt x="839263" y="2768948"/>
                  </a:moveTo>
                  <a:lnTo>
                    <a:pt x="810437" y="2773965"/>
                  </a:lnTo>
                  <a:lnTo>
                    <a:pt x="825339" y="2819768"/>
                  </a:lnTo>
                  <a:close/>
                  <a:moveTo>
                    <a:pt x="711370" y="2751739"/>
                  </a:moveTo>
                  <a:lnTo>
                    <a:pt x="742959" y="2773965"/>
                  </a:lnTo>
                  <a:lnTo>
                    <a:pt x="672752" y="2731795"/>
                  </a:lnTo>
                  <a:close/>
                  <a:moveTo>
                    <a:pt x="252416" y="2181846"/>
                  </a:moveTo>
                  <a:lnTo>
                    <a:pt x="239937" y="2228204"/>
                  </a:lnTo>
                  <a:lnTo>
                    <a:pt x="331315" y="2160023"/>
                  </a:lnTo>
                  <a:close/>
                  <a:moveTo>
                    <a:pt x="252416" y="2181846"/>
                  </a:moveTo>
                  <a:lnTo>
                    <a:pt x="312566" y="2093446"/>
                  </a:lnTo>
                  <a:lnTo>
                    <a:pt x="227883" y="2101699"/>
                  </a:lnTo>
                  <a:close/>
                  <a:moveTo>
                    <a:pt x="227883" y="2101699"/>
                  </a:moveTo>
                  <a:lnTo>
                    <a:pt x="275106" y="2023808"/>
                  </a:lnTo>
                  <a:lnTo>
                    <a:pt x="224797" y="2004116"/>
                  </a:lnTo>
                  <a:close/>
                  <a:moveTo>
                    <a:pt x="0" y="1951814"/>
                  </a:moveTo>
                  <a:lnTo>
                    <a:pt x="23247" y="1846604"/>
                  </a:lnTo>
                  <a:lnTo>
                    <a:pt x="6934" y="1914361"/>
                  </a:lnTo>
                  <a:close/>
                  <a:moveTo>
                    <a:pt x="27174" y="1831163"/>
                  </a:moveTo>
                  <a:lnTo>
                    <a:pt x="23247" y="1846604"/>
                  </a:lnTo>
                  <a:lnTo>
                    <a:pt x="0" y="1951814"/>
                  </a:lnTo>
                  <a:close/>
                  <a:moveTo>
                    <a:pt x="637943" y="2411066"/>
                  </a:moveTo>
                  <a:lnTo>
                    <a:pt x="580758" y="2451303"/>
                  </a:lnTo>
                  <a:lnTo>
                    <a:pt x="636307" y="2406669"/>
                  </a:lnTo>
                  <a:close/>
                  <a:moveTo>
                    <a:pt x="349072" y="1957156"/>
                  </a:moveTo>
                  <a:lnTo>
                    <a:pt x="348574" y="1925315"/>
                  </a:lnTo>
                  <a:lnTo>
                    <a:pt x="345859" y="1966287"/>
                  </a:lnTo>
                  <a:close/>
                  <a:moveTo>
                    <a:pt x="370569" y="2039372"/>
                  </a:moveTo>
                  <a:lnTo>
                    <a:pt x="345859" y="1966287"/>
                  </a:lnTo>
                  <a:lnTo>
                    <a:pt x="364026" y="2051610"/>
                  </a:lnTo>
                  <a:close/>
                  <a:moveTo>
                    <a:pt x="370569" y="2039372"/>
                  </a:moveTo>
                  <a:lnTo>
                    <a:pt x="349072" y="1957156"/>
                  </a:lnTo>
                  <a:lnTo>
                    <a:pt x="345859" y="1966287"/>
                  </a:lnTo>
                  <a:close/>
                  <a:moveTo>
                    <a:pt x="1246842" y="2624126"/>
                  </a:moveTo>
                  <a:lnTo>
                    <a:pt x="1258036" y="2710362"/>
                  </a:lnTo>
                  <a:lnTo>
                    <a:pt x="1249737" y="2702435"/>
                  </a:lnTo>
                  <a:close/>
                  <a:moveTo>
                    <a:pt x="1895064" y="3157288"/>
                  </a:moveTo>
                  <a:lnTo>
                    <a:pt x="1893939" y="3156365"/>
                  </a:lnTo>
                  <a:lnTo>
                    <a:pt x="1830766" y="3135375"/>
                  </a:lnTo>
                  <a:close/>
                  <a:moveTo>
                    <a:pt x="952471" y="2080838"/>
                  </a:moveTo>
                  <a:lnTo>
                    <a:pt x="960730" y="2088492"/>
                  </a:lnTo>
                  <a:lnTo>
                    <a:pt x="995766" y="2101753"/>
                  </a:lnTo>
                  <a:close/>
                  <a:moveTo>
                    <a:pt x="932413" y="2069296"/>
                  </a:moveTo>
                  <a:lnTo>
                    <a:pt x="960730" y="2088492"/>
                  </a:lnTo>
                  <a:lnTo>
                    <a:pt x="952471" y="2080838"/>
                  </a:lnTo>
                  <a:close/>
                  <a:moveTo>
                    <a:pt x="686772" y="1880283"/>
                  </a:moveTo>
                  <a:lnTo>
                    <a:pt x="698590" y="1962499"/>
                  </a:lnTo>
                  <a:lnTo>
                    <a:pt x="691680" y="1866917"/>
                  </a:lnTo>
                  <a:close/>
                  <a:moveTo>
                    <a:pt x="529233" y="1595201"/>
                  </a:moveTo>
                  <a:lnTo>
                    <a:pt x="493069" y="1606923"/>
                  </a:lnTo>
                  <a:lnTo>
                    <a:pt x="555415" y="1710944"/>
                  </a:lnTo>
                  <a:close/>
                  <a:moveTo>
                    <a:pt x="543484" y="1512987"/>
                  </a:moveTo>
                  <a:lnTo>
                    <a:pt x="496401" y="1553754"/>
                  </a:lnTo>
                  <a:lnTo>
                    <a:pt x="550689" y="1520579"/>
                  </a:lnTo>
                  <a:close/>
                  <a:moveTo>
                    <a:pt x="529233" y="1595201"/>
                  </a:moveTo>
                  <a:lnTo>
                    <a:pt x="562307" y="1521506"/>
                  </a:lnTo>
                  <a:lnTo>
                    <a:pt x="550689" y="1520579"/>
                  </a:lnTo>
                  <a:close/>
                  <a:moveTo>
                    <a:pt x="1997746" y="3133688"/>
                  </a:moveTo>
                  <a:lnTo>
                    <a:pt x="1984901" y="3217802"/>
                  </a:lnTo>
                  <a:lnTo>
                    <a:pt x="2071285" y="3234587"/>
                  </a:lnTo>
                  <a:close/>
                  <a:moveTo>
                    <a:pt x="1895064" y="3157288"/>
                  </a:moveTo>
                  <a:lnTo>
                    <a:pt x="1984901" y="3217802"/>
                  </a:lnTo>
                  <a:lnTo>
                    <a:pt x="1997746" y="3133688"/>
                  </a:lnTo>
                  <a:close/>
                  <a:moveTo>
                    <a:pt x="1997746" y="3133688"/>
                  </a:moveTo>
                  <a:lnTo>
                    <a:pt x="1893939" y="3156365"/>
                  </a:lnTo>
                  <a:lnTo>
                    <a:pt x="1895064" y="3157288"/>
                  </a:lnTo>
                  <a:close/>
                  <a:moveTo>
                    <a:pt x="1913649" y="3041374"/>
                  </a:moveTo>
                  <a:lnTo>
                    <a:pt x="1893939" y="3156365"/>
                  </a:lnTo>
                  <a:lnTo>
                    <a:pt x="1997746" y="3133688"/>
                  </a:lnTo>
                  <a:close/>
                  <a:moveTo>
                    <a:pt x="1350732" y="2395317"/>
                  </a:moveTo>
                  <a:lnTo>
                    <a:pt x="1284577" y="2417353"/>
                  </a:lnTo>
                  <a:lnTo>
                    <a:pt x="1366425" y="2482650"/>
                  </a:lnTo>
                  <a:close/>
                  <a:moveTo>
                    <a:pt x="1366425" y="2482650"/>
                  </a:moveTo>
                  <a:lnTo>
                    <a:pt x="1284577" y="2417353"/>
                  </a:lnTo>
                  <a:lnTo>
                    <a:pt x="1303963" y="2407286"/>
                  </a:lnTo>
                  <a:close/>
                  <a:moveTo>
                    <a:pt x="1121857" y="2005079"/>
                  </a:moveTo>
                  <a:lnTo>
                    <a:pt x="1067566" y="2003881"/>
                  </a:lnTo>
                  <a:lnTo>
                    <a:pt x="1174501" y="2050056"/>
                  </a:lnTo>
                  <a:close/>
                  <a:moveTo>
                    <a:pt x="496401" y="1553754"/>
                  </a:moveTo>
                  <a:lnTo>
                    <a:pt x="543484" y="1512987"/>
                  </a:lnTo>
                  <a:lnTo>
                    <a:pt x="507230" y="1495318"/>
                  </a:lnTo>
                  <a:close/>
                  <a:moveTo>
                    <a:pt x="507230" y="1495318"/>
                  </a:moveTo>
                  <a:lnTo>
                    <a:pt x="543484" y="1512987"/>
                  </a:lnTo>
                  <a:lnTo>
                    <a:pt x="477665" y="1483703"/>
                  </a:lnTo>
                  <a:close/>
                  <a:moveTo>
                    <a:pt x="1091156" y="1967841"/>
                  </a:moveTo>
                  <a:lnTo>
                    <a:pt x="1067566" y="2003881"/>
                  </a:lnTo>
                  <a:lnTo>
                    <a:pt x="1121857" y="2005079"/>
                  </a:lnTo>
                  <a:close/>
                  <a:moveTo>
                    <a:pt x="102198" y="816829"/>
                  </a:moveTo>
                  <a:lnTo>
                    <a:pt x="104507" y="740119"/>
                  </a:lnTo>
                  <a:lnTo>
                    <a:pt x="113165" y="833172"/>
                  </a:lnTo>
                  <a:close/>
                  <a:moveTo>
                    <a:pt x="102198" y="816829"/>
                  </a:moveTo>
                  <a:lnTo>
                    <a:pt x="99786" y="734615"/>
                  </a:lnTo>
                  <a:lnTo>
                    <a:pt x="104507" y="740119"/>
                  </a:lnTo>
                  <a:close/>
                  <a:moveTo>
                    <a:pt x="1557096" y="2461132"/>
                  </a:moveTo>
                  <a:lnTo>
                    <a:pt x="1595200" y="2422695"/>
                  </a:lnTo>
                  <a:lnTo>
                    <a:pt x="1537827" y="2445695"/>
                  </a:lnTo>
                  <a:close/>
                  <a:moveTo>
                    <a:pt x="1395674" y="2378916"/>
                  </a:moveTo>
                  <a:lnTo>
                    <a:pt x="1458560" y="2427985"/>
                  </a:lnTo>
                  <a:lnTo>
                    <a:pt x="1484924" y="2346813"/>
                  </a:lnTo>
                  <a:close/>
                  <a:moveTo>
                    <a:pt x="1458560" y="2427985"/>
                  </a:moveTo>
                  <a:lnTo>
                    <a:pt x="1553185" y="2340480"/>
                  </a:lnTo>
                  <a:lnTo>
                    <a:pt x="1484924" y="2346813"/>
                  </a:lnTo>
                  <a:close/>
                  <a:moveTo>
                    <a:pt x="1537827" y="2445695"/>
                  </a:moveTo>
                  <a:lnTo>
                    <a:pt x="1576025" y="2373309"/>
                  </a:lnTo>
                  <a:lnTo>
                    <a:pt x="1458560" y="2427985"/>
                  </a:lnTo>
                  <a:close/>
                  <a:moveTo>
                    <a:pt x="1513041" y="2258265"/>
                  </a:moveTo>
                  <a:lnTo>
                    <a:pt x="1485481" y="2313436"/>
                  </a:lnTo>
                  <a:lnTo>
                    <a:pt x="1534943" y="2266649"/>
                  </a:lnTo>
                  <a:close/>
                  <a:moveTo>
                    <a:pt x="1534943" y="2266649"/>
                  </a:moveTo>
                  <a:lnTo>
                    <a:pt x="1485481" y="2313436"/>
                  </a:lnTo>
                  <a:lnTo>
                    <a:pt x="1484924" y="2346813"/>
                  </a:lnTo>
                  <a:close/>
                  <a:moveTo>
                    <a:pt x="1132297" y="1951256"/>
                  </a:moveTo>
                  <a:lnTo>
                    <a:pt x="1121857" y="2005079"/>
                  </a:lnTo>
                  <a:lnTo>
                    <a:pt x="1224805" y="1929404"/>
                  </a:lnTo>
                  <a:close/>
                  <a:moveTo>
                    <a:pt x="1224805" y="1929404"/>
                  </a:moveTo>
                  <a:lnTo>
                    <a:pt x="1121857" y="2005079"/>
                  </a:lnTo>
                  <a:lnTo>
                    <a:pt x="1174501" y="2050056"/>
                  </a:lnTo>
                  <a:close/>
                  <a:moveTo>
                    <a:pt x="1224805" y="1929404"/>
                  </a:moveTo>
                  <a:lnTo>
                    <a:pt x="1174501" y="2050056"/>
                  </a:lnTo>
                  <a:lnTo>
                    <a:pt x="1208543" y="2011620"/>
                  </a:lnTo>
                  <a:close/>
                  <a:moveTo>
                    <a:pt x="1091156" y="1967841"/>
                  </a:moveTo>
                  <a:lnTo>
                    <a:pt x="1121857" y="2005079"/>
                  </a:lnTo>
                  <a:lnTo>
                    <a:pt x="1132297" y="1951256"/>
                  </a:lnTo>
                  <a:close/>
                  <a:moveTo>
                    <a:pt x="1018248" y="1885626"/>
                  </a:moveTo>
                  <a:lnTo>
                    <a:pt x="1132297" y="1951256"/>
                  </a:lnTo>
                  <a:lnTo>
                    <a:pt x="1069569" y="1873041"/>
                  </a:lnTo>
                  <a:close/>
                  <a:moveTo>
                    <a:pt x="1091156" y="1967841"/>
                  </a:moveTo>
                  <a:lnTo>
                    <a:pt x="1132297" y="1951256"/>
                  </a:lnTo>
                  <a:lnTo>
                    <a:pt x="1018248" y="1885626"/>
                  </a:lnTo>
                  <a:close/>
                  <a:moveTo>
                    <a:pt x="1202572" y="1854623"/>
                  </a:moveTo>
                  <a:lnTo>
                    <a:pt x="1138980" y="1853897"/>
                  </a:lnTo>
                  <a:lnTo>
                    <a:pt x="1132297" y="1951256"/>
                  </a:lnTo>
                  <a:close/>
                  <a:moveTo>
                    <a:pt x="1224805" y="1929404"/>
                  </a:moveTo>
                  <a:lnTo>
                    <a:pt x="1230809" y="1918575"/>
                  </a:lnTo>
                  <a:lnTo>
                    <a:pt x="1202572" y="1854623"/>
                  </a:lnTo>
                  <a:close/>
                  <a:moveTo>
                    <a:pt x="1132297" y="1951256"/>
                  </a:moveTo>
                  <a:lnTo>
                    <a:pt x="1224805" y="1929404"/>
                  </a:lnTo>
                  <a:lnTo>
                    <a:pt x="1202572" y="1854623"/>
                  </a:lnTo>
                  <a:close/>
                  <a:moveTo>
                    <a:pt x="1230809" y="1918575"/>
                  </a:moveTo>
                  <a:lnTo>
                    <a:pt x="1238561" y="1929404"/>
                  </a:lnTo>
                  <a:lnTo>
                    <a:pt x="1202572" y="1854623"/>
                  </a:lnTo>
                  <a:close/>
                  <a:moveTo>
                    <a:pt x="1319147" y="1970198"/>
                  </a:moveTo>
                  <a:lnTo>
                    <a:pt x="1283278" y="1949695"/>
                  </a:lnTo>
                  <a:lnTo>
                    <a:pt x="1238561" y="1929404"/>
                  </a:lnTo>
                  <a:close/>
                  <a:moveTo>
                    <a:pt x="749878" y="1271684"/>
                  </a:moveTo>
                  <a:lnTo>
                    <a:pt x="660429" y="1310120"/>
                  </a:lnTo>
                  <a:lnTo>
                    <a:pt x="768917" y="1353899"/>
                  </a:lnTo>
                  <a:close/>
                  <a:moveTo>
                    <a:pt x="402546" y="987643"/>
                  </a:moveTo>
                  <a:lnTo>
                    <a:pt x="337910" y="971828"/>
                  </a:lnTo>
                  <a:lnTo>
                    <a:pt x="390700" y="1006808"/>
                  </a:lnTo>
                  <a:close/>
                  <a:moveTo>
                    <a:pt x="402546" y="987643"/>
                  </a:moveTo>
                  <a:lnTo>
                    <a:pt x="390700" y="1006808"/>
                  </a:lnTo>
                  <a:lnTo>
                    <a:pt x="461920" y="994431"/>
                  </a:lnTo>
                  <a:close/>
                  <a:moveTo>
                    <a:pt x="315759" y="889744"/>
                  </a:moveTo>
                  <a:lnTo>
                    <a:pt x="337910" y="971828"/>
                  </a:lnTo>
                  <a:lnTo>
                    <a:pt x="394963" y="981260"/>
                  </a:lnTo>
                  <a:close/>
                  <a:moveTo>
                    <a:pt x="768917" y="1353899"/>
                  </a:moveTo>
                  <a:lnTo>
                    <a:pt x="768838" y="1364320"/>
                  </a:lnTo>
                  <a:lnTo>
                    <a:pt x="783482" y="1360723"/>
                  </a:lnTo>
                  <a:close/>
                  <a:moveTo>
                    <a:pt x="2258323" y="2959764"/>
                  </a:moveTo>
                  <a:lnTo>
                    <a:pt x="2332045" y="3043685"/>
                  </a:lnTo>
                  <a:lnTo>
                    <a:pt x="2333602" y="3039954"/>
                  </a:lnTo>
                  <a:close/>
                  <a:moveTo>
                    <a:pt x="2259798" y="3080416"/>
                  </a:moveTo>
                  <a:lnTo>
                    <a:pt x="2332045" y="3043685"/>
                  </a:lnTo>
                  <a:lnTo>
                    <a:pt x="2258323" y="2959764"/>
                  </a:lnTo>
                  <a:close/>
                  <a:moveTo>
                    <a:pt x="2258323" y="2959764"/>
                  </a:moveTo>
                  <a:lnTo>
                    <a:pt x="2231503" y="2936881"/>
                  </a:lnTo>
                  <a:lnTo>
                    <a:pt x="2177198" y="2949048"/>
                  </a:lnTo>
                  <a:close/>
                  <a:moveTo>
                    <a:pt x="2178758" y="2877549"/>
                  </a:moveTo>
                  <a:lnTo>
                    <a:pt x="2177198" y="2949048"/>
                  </a:lnTo>
                  <a:lnTo>
                    <a:pt x="2231503" y="2936881"/>
                  </a:lnTo>
                  <a:close/>
                  <a:moveTo>
                    <a:pt x="1740325" y="2384258"/>
                  </a:moveTo>
                  <a:lnTo>
                    <a:pt x="1674665" y="2313742"/>
                  </a:lnTo>
                  <a:lnTo>
                    <a:pt x="1701631" y="2349069"/>
                  </a:lnTo>
                  <a:close/>
                  <a:moveTo>
                    <a:pt x="1485481" y="2313436"/>
                  </a:moveTo>
                  <a:lnTo>
                    <a:pt x="1513041" y="2258265"/>
                  </a:lnTo>
                  <a:lnTo>
                    <a:pt x="1514298" y="2222841"/>
                  </a:lnTo>
                  <a:close/>
                  <a:moveTo>
                    <a:pt x="1654849" y="2229760"/>
                  </a:moveTo>
                  <a:lnTo>
                    <a:pt x="1577469" y="2258265"/>
                  </a:lnTo>
                  <a:lnTo>
                    <a:pt x="1564382" y="2329774"/>
                  </a:lnTo>
                  <a:close/>
                  <a:moveTo>
                    <a:pt x="1674665" y="2313742"/>
                  </a:moveTo>
                  <a:lnTo>
                    <a:pt x="1654849" y="2229760"/>
                  </a:lnTo>
                  <a:lnTo>
                    <a:pt x="1570268" y="2338022"/>
                  </a:lnTo>
                  <a:close/>
                  <a:moveTo>
                    <a:pt x="1654849" y="2229760"/>
                  </a:moveTo>
                  <a:lnTo>
                    <a:pt x="1674665" y="2313742"/>
                  </a:lnTo>
                  <a:lnTo>
                    <a:pt x="1739672" y="2221392"/>
                  </a:lnTo>
                  <a:close/>
                  <a:moveTo>
                    <a:pt x="1532945" y="2212239"/>
                  </a:moveTo>
                  <a:lnTo>
                    <a:pt x="1530688" y="2219829"/>
                  </a:lnTo>
                  <a:lnTo>
                    <a:pt x="1516247" y="2213261"/>
                  </a:lnTo>
                  <a:close/>
                  <a:moveTo>
                    <a:pt x="1514298" y="2222841"/>
                  </a:moveTo>
                  <a:lnTo>
                    <a:pt x="1513041" y="2258265"/>
                  </a:lnTo>
                  <a:lnTo>
                    <a:pt x="1532945" y="2212239"/>
                  </a:lnTo>
                  <a:close/>
                  <a:moveTo>
                    <a:pt x="1532945" y="2212239"/>
                  </a:moveTo>
                  <a:lnTo>
                    <a:pt x="1577469" y="2258265"/>
                  </a:lnTo>
                  <a:lnTo>
                    <a:pt x="1665294" y="2213208"/>
                  </a:lnTo>
                  <a:close/>
                  <a:moveTo>
                    <a:pt x="1294053" y="1939829"/>
                  </a:moveTo>
                  <a:lnTo>
                    <a:pt x="1237062" y="1926675"/>
                  </a:lnTo>
                  <a:lnTo>
                    <a:pt x="1224805" y="1929404"/>
                  </a:lnTo>
                  <a:close/>
                  <a:moveTo>
                    <a:pt x="1238561" y="1929404"/>
                  </a:moveTo>
                  <a:lnTo>
                    <a:pt x="1237062" y="1926675"/>
                  </a:lnTo>
                  <a:lnTo>
                    <a:pt x="1319147" y="1970198"/>
                  </a:lnTo>
                  <a:close/>
                  <a:moveTo>
                    <a:pt x="1237062" y="1926675"/>
                  </a:moveTo>
                  <a:lnTo>
                    <a:pt x="1230809" y="1918575"/>
                  </a:lnTo>
                  <a:lnTo>
                    <a:pt x="1224805" y="1929404"/>
                  </a:lnTo>
                  <a:close/>
                  <a:moveTo>
                    <a:pt x="1237062" y="1926675"/>
                  </a:moveTo>
                  <a:lnTo>
                    <a:pt x="1238561" y="1929404"/>
                  </a:lnTo>
                  <a:lnTo>
                    <a:pt x="1230809" y="1918575"/>
                  </a:lnTo>
                  <a:close/>
                  <a:moveTo>
                    <a:pt x="783482" y="1360723"/>
                  </a:moveTo>
                  <a:lnTo>
                    <a:pt x="785986" y="1350379"/>
                  </a:lnTo>
                  <a:lnTo>
                    <a:pt x="768917" y="1353899"/>
                  </a:lnTo>
                  <a:close/>
                  <a:moveTo>
                    <a:pt x="901944" y="1316699"/>
                  </a:moveTo>
                  <a:lnTo>
                    <a:pt x="783482" y="1360723"/>
                  </a:lnTo>
                  <a:lnTo>
                    <a:pt x="864753" y="1385927"/>
                  </a:lnTo>
                  <a:close/>
                  <a:moveTo>
                    <a:pt x="901944" y="1316699"/>
                  </a:moveTo>
                  <a:lnTo>
                    <a:pt x="785986" y="1350379"/>
                  </a:lnTo>
                  <a:lnTo>
                    <a:pt x="783482" y="1360723"/>
                  </a:lnTo>
                  <a:close/>
                  <a:moveTo>
                    <a:pt x="2258323" y="2959764"/>
                  </a:moveTo>
                  <a:lnTo>
                    <a:pt x="2333602" y="3039954"/>
                  </a:lnTo>
                  <a:lnTo>
                    <a:pt x="2342726" y="2934909"/>
                  </a:lnTo>
                  <a:close/>
                  <a:moveTo>
                    <a:pt x="2258323" y="2959764"/>
                  </a:moveTo>
                  <a:lnTo>
                    <a:pt x="2342726" y="2934909"/>
                  </a:lnTo>
                  <a:lnTo>
                    <a:pt x="2231503" y="2936881"/>
                  </a:lnTo>
                  <a:close/>
                  <a:moveTo>
                    <a:pt x="2227249" y="2839113"/>
                  </a:moveTo>
                  <a:lnTo>
                    <a:pt x="2231503" y="2936881"/>
                  </a:lnTo>
                  <a:lnTo>
                    <a:pt x="2277733" y="2894528"/>
                  </a:lnTo>
                  <a:close/>
                  <a:moveTo>
                    <a:pt x="2227249" y="2839113"/>
                  </a:moveTo>
                  <a:lnTo>
                    <a:pt x="2178758" y="2877549"/>
                  </a:lnTo>
                  <a:lnTo>
                    <a:pt x="2231503" y="2936881"/>
                  </a:lnTo>
                  <a:close/>
                  <a:moveTo>
                    <a:pt x="1551987" y="2068233"/>
                  </a:moveTo>
                  <a:lnTo>
                    <a:pt x="1608973" y="2016962"/>
                  </a:lnTo>
                  <a:lnTo>
                    <a:pt x="1680311" y="2054152"/>
                  </a:lnTo>
                  <a:close/>
                  <a:moveTo>
                    <a:pt x="1551987" y="2068233"/>
                  </a:moveTo>
                  <a:lnTo>
                    <a:pt x="1680311" y="2054152"/>
                  </a:lnTo>
                  <a:lnTo>
                    <a:pt x="1624922" y="2062266"/>
                  </a:lnTo>
                  <a:close/>
                  <a:moveTo>
                    <a:pt x="1750186" y="2036745"/>
                  </a:moveTo>
                  <a:lnTo>
                    <a:pt x="1624922" y="2062266"/>
                  </a:lnTo>
                  <a:lnTo>
                    <a:pt x="1680311" y="2054152"/>
                  </a:lnTo>
                  <a:close/>
                  <a:moveTo>
                    <a:pt x="1845674" y="2115103"/>
                  </a:moveTo>
                  <a:lnTo>
                    <a:pt x="1790225" y="2080201"/>
                  </a:lnTo>
                  <a:lnTo>
                    <a:pt x="1821616" y="2088610"/>
                  </a:lnTo>
                  <a:close/>
                  <a:moveTo>
                    <a:pt x="1608973" y="2016962"/>
                  </a:moveTo>
                  <a:lnTo>
                    <a:pt x="1736077" y="2063630"/>
                  </a:lnTo>
                  <a:lnTo>
                    <a:pt x="1680311" y="2054152"/>
                  </a:lnTo>
                  <a:close/>
                  <a:moveTo>
                    <a:pt x="1736077" y="2063630"/>
                  </a:moveTo>
                  <a:lnTo>
                    <a:pt x="1750186" y="2036745"/>
                  </a:lnTo>
                  <a:lnTo>
                    <a:pt x="1680311" y="2054152"/>
                  </a:lnTo>
                  <a:close/>
                  <a:moveTo>
                    <a:pt x="1736077" y="2063630"/>
                  </a:moveTo>
                  <a:lnTo>
                    <a:pt x="1790225" y="2080201"/>
                  </a:lnTo>
                  <a:lnTo>
                    <a:pt x="1750186" y="2036745"/>
                  </a:lnTo>
                  <a:close/>
                  <a:moveTo>
                    <a:pt x="1790225" y="2080201"/>
                  </a:moveTo>
                  <a:lnTo>
                    <a:pt x="1814664" y="2099177"/>
                  </a:lnTo>
                  <a:lnTo>
                    <a:pt x="1750186" y="2036745"/>
                  </a:lnTo>
                  <a:close/>
                  <a:moveTo>
                    <a:pt x="1617539" y="1934746"/>
                  </a:moveTo>
                  <a:lnTo>
                    <a:pt x="1658211" y="1971525"/>
                  </a:lnTo>
                  <a:lnTo>
                    <a:pt x="1643900" y="1896310"/>
                  </a:lnTo>
                  <a:close/>
                  <a:moveTo>
                    <a:pt x="803885" y="948165"/>
                  </a:moveTo>
                  <a:lnTo>
                    <a:pt x="825015" y="1030380"/>
                  </a:lnTo>
                  <a:lnTo>
                    <a:pt x="818884" y="923264"/>
                  </a:lnTo>
                  <a:close/>
                  <a:moveTo>
                    <a:pt x="780214" y="918104"/>
                  </a:moveTo>
                  <a:lnTo>
                    <a:pt x="803885" y="948165"/>
                  </a:lnTo>
                  <a:lnTo>
                    <a:pt x="818884" y="923264"/>
                  </a:lnTo>
                  <a:close/>
                  <a:moveTo>
                    <a:pt x="1955859" y="2106227"/>
                  </a:moveTo>
                  <a:lnTo>
                    <a:pt x="1981841" y="2130351"/>
                  </a:lnTo>
                  <a:lnTo>
                    <a:pt x="1895882" y="2087621"/>
                  </a:lnTo>
                  <a:close/>
                  <a:moveTo>
                    <a:pt x="1736556" y="1762964"/>
                  </a:moveTo>
                  <a:lnTo>
                    <a:pt x="1792237" y="1763562"/>
                  </a:lnTo>
                  <a:lnTo>
                    <a:pt x="1707076" y="1723818"/>
                  </a:lnTo>
                  <a:close/>
                  <a:moveTo>
                    <a:pt x="1736556" y="1762964"/>
                  </a:moveTo>
                  <a:lnTo>
                    <a:pt x="1803109" y="1769450"/>
                  </a:lnTo>
                  <a:lnTo>
                    <a:pt x="1792237" y="1763562"/>
                  </a:lnTo>
                  <a:close/>
                  <a:moveTo>
                    <a:pt x="1200201" y="855629"/>
                  </a:moveTo>
                  <a:lnTo>
                    <a:pt x="1313141" y="915071"/>
                  </a:lnTo>
                  <a:lnTo>
                    <a:pt x="1233360" y="852100"/>
                  </a:lnTo>
                  <a:close/>
                  <a:moveTo>
                    <a:pt x="1200201" y="855629"/>
                  </a:moveTo>
                  <a:lnTo>
                    <a:pt x="1305693" y="930549"/>
                  </a:lnTo>
                  <a:lnTo>
                    <a:pt x="1313141" y="915071"/>
                  </a:lnTo>
                  <a:close/>
                  <a:moveTo>
                    <a:pt x="1523969" y="1166121"/>
                  </a:moveTo>
                  <a:lnTo>
                    <a:pt x="1608572" y="1205495"/>
                  </a:lnTo>
                  <a:lnTo>
                    <a:pt x="1541510" y="1168251"/>
                  </a:lnTo>
                  <a:close/>
                  <a:moveTo>
                    <a:pt x="1585873" y="924044"/>
                  </a:moveTo>
                  <a:lnTo>
                    <a:pt x="1516523" y="838198"/>
                  </a:lnTo>
                  <a:lnTo>
                    <a:pt x="1491698" y="839923"/>
                  </a:lnTo>
                  <a:close/>
                  <a:moveTo>
                    <a:pt x="1255497" y="410306"/>
                  </a:moveTo>
                  <a:lnTo>
                    <a:pt x="1340203" y="388686"/>
                  </a:lnTo>
                  <a:lnTo>
                    <a:pt x="1265319" y="325982"/>
                  </a:lnTo>
                  <a:close/>
                  <a:moveTo>
                    <a:pt x="1272236" y="296605"/>
                  </a:moveTo>
                  <a:lnTo>
                    <a:pt x="1265319" y="325982"/>
                  </a:lnTo>
                  <a:lnTo>
                    <a:pt x="1340203" y="388686"/>
                  </a:lnTo>
                  <a:close/>
                  <a:moveTo>
                    <a:pt x="1336329" y="185819"/>
                  </a:moveTo>
                  <a:lnTo>
                    <a:pt x="1354332" y="164931"/>
                  </a:lnTo>
                  <a:lnTo>
                    <a:pt x="1319360" y="118701"/>
                  </a:lnTo>
                  <a:close/>
                  <a:moveTo>
                    <a:pt x="1275476" y="193879"/>
                  </a:moveTo>
                  <a:lnTo>
                    <a:pt x="1336329" y="185819"/>
                  </a:lnTo>
                  <a:lnTo>
                    <a:pt x="1319360" y="118701"/>
                  </a:lnTo>
                  <a:close/>
                  <a:moveTo>
                    <a:pt x="1237542" y="6926"/>
                  </a:moveTo>
                  <a:lnTo>
                    <a:pt x="1111461" y="29394"/>
                  </a:lnTo>
                  <a:lnTo>
                    <a:pt x="1161158" y="0"/>
                  </a:lnTo>
                  <a:close/>
                  <a:moveTo>
                    <a:pt x="1623887" y="492771"/>
                  </a:moveTo>
                  <a:lnTo>
                    <a:pt x="1670400" y="510684"/>
                  </a:lnTo>
                  <a:lnTo>
                    <a:pt x="1587773" y="480412"/>
                  </a:lnTo>
                  <a:close/>
                  <a:moveTo>
                    <a:pt x="1623887" y="492771"/>
                  </a:moveTo>
                  <a:lnTo>
                    <a:pt x="1682190" y="505964"/>
                  </a:lnTo>
                  <a:lnTo>
                    <a:pt x="1670400" y="510684"/>
                  </a:lnTo>
                  <a:close/>
                  <a:moveTo>
                    <a:pt x="1184182" y="7322"/>
                  </a:moveTo>
                  <a:lnTo>
                    <a:pt x="1249310" y="14967"/>
                  </a:lnTo>
                  <a:lnTo>
                    <a:pt x="1237542" y="692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72" name="Candidate_density__2071">
              <a:extLst>
                <a:ext uri="{FF2B5EF4-FFF2-40B4-BE49-F238E27FC236}">
                  <a16:creationId xmlns:a16="http://schemas.microsoft.com/office/drawing/2014/main" id="{91AC81C4-6651-00AA-5CF1-786BA5030E08}"/>
                </a:ext>
              </a:extLst>
            </p:cNvPr>
            <p:cNvSpPr>
              <a:spLocks noGrp="1"/>
            </p:cNvSpPr>
            <p:nvPr/>
          </p:nvSpPr>
          <p:spPr>
            <a:xfrm>
              <a:off x="4301970" y="1513708"/>
              <a:ext cx="2395554" cy="3770623"/>
            </a:xfrm>
            <a:custGeom>
              <a:avLst/>
              <a:gdLst/>
              <a:ahLst/>
              <a:cxnLst/>
              <a:rect l="0" t="0" r="0" b="0"/>
              <a:pathLst>
                <a:path w="2395554" h="3770623">
                  <a:moveTo>
                    <a:pt x="362253" y="3486780"/>
                  </a:moveTo>
                  <a:lnTo>
                    <a:pt x="384889" y="3534727"/>
                  </a:lnTo>
                  <a:lnTo>
                    <a:pt x="312846" y="3517260"/>
                  </a:lnTo>
                  <a:close/>
                  <a:moveTo>
                    <a:pt x="654327" y="3742821"/>
                  </a:moveTo>
                  <a:lnTo>
                    <a:pt x="752389" y="3770623"/>
                  </a:lnTo>
                  <a:lnTo>
                    <a:pt x="773528" y="3694638"/>
                  </a:lnTo>
                  <a:close/>
                  <a:moveTo>
                    <a:pt x="654327" y="3742821"/>
                  </a:moveTo>
                  <a:lnTo>
                    <a:pt x="773528" y="3694638"/>
                  </a:lnTo>
                  <a:lnTo>
                    <a:pt x="700109" y="3698794"/>
                  </a:lnTo>
                  <a:close/>
                  <a:moveTo>
                    <a:pt x="783672" y="3645098"/>
                  </a:moveTo>
                  <a:lnTo>
                    <a:pt x="715829" y="3639662"/>
                  </a:lnTo>
                  <a:lnTo>
                    <a:pt x="700109" y="3698794"/>
                  </a:lnTo>
                  <a:close/>
                  <a:moveTo>
                    <a:pt x="715829" y="3639662"/>
                  </a:moveTo>
                  <a:lnTo>
                    <a:pt x="783672" y="3645098"/>
                  </a:lnTo>
                  <a:lnTo>
                    <a:pt x="676840" y="3571268"/>
                  </a:lnTo>
                  <a:close/>
                  <a:moveTo>
                    <a:pt x="151312" y="2312185"/>
                  </a:moveTo>
                  <a:lnTo>
                    <a:pt x="199981" y="2315286"/>
                  </a:lnTo>
                  <a:lnTo>
                    <a:pt x="215653" y="2356517"/>
                  </a:lnTo>
                  <a:close/>
                  <a:moveTo>
                    <a:pt x="32654" y="2229970"/>
                  </a:moveTo>
                  <a:lnTo>
                    <a:pt x="32700" y="2230007"/>
                  </a:lnTo>
                  <a:lnTo>
                    <a:pt x="32787" y="2230126"/>
                  </a:lnTo>
                  <a:close/>
                  <a:moveTo>
                    <a:pt x="32648" y="2229609"/>
                  </a:moveTo>
                  <a:lnTo>
                    <a:pt x="32700" y="2230007"/>
                  </a:lnTo>
                  <a:lnTo>
                    <a:pt x="32654" y="2229970"/>
                  </a:lnTo>
                  <a:close/>
                  <a:moveTo>
                    <a:pt x="128593" y="2309671"/>
                  </a:moveTo>
                  <a:lnTo>
                    <a:pt x="32787" y="2230126"/>
                  </a:lnTo>
                  <a:lnTo>
                    <a:pt x="32700" y="2230007"/>
                  </a:lnTo>
                  <a:close/>
                  <a:moveTo>
                    <a:pt x="32700" y="2230007"/>
                  </a:moveTo>
                  <a:lnTo>
                    <a:pt x="32648" y="2229609"/>
                  </a:lnTo>
                  <a:lnTo>
                    <a:pt x="53599" y="2173516"/>
                  </a:lnTo>
                  <a:close/>
                  <a:moveTo>
                    <a:pt x="215653" y="2356517"/>
                  </a:moveTo>
                  <a:lnTo>
                    <a:pt x="210125" y="2307039"/>
                  </a:lnTo>
                  <a:lnTo>
                    <a:pt x="151312" y="2312185"/>
                  </a:lnTo>
                  <a:close/>
                  <a:moveTo>
                    <a:pt x="151312" y="2312185"/>
                  </a:moveTo>
                  <a:lnTo>
                    <a:pt x="210125" y="2307039"/>
                  </a:lnTo>
                  <a:lnTo>
                    <a:pt x="237040" y="2221277"/>
                  </a:lnTo>
                  <a:close/>
                  <a:moveTo>
                    <a:pt x="32654" y="2229970"/>
                  </a:moveTo>
                  <a:lnTo>
                    <a:pt x="45463" y="2119538"/>
                  </a:lnTo>
                  <a:lnTo>
                    <a:pt x="32648" y="2229609"/>
                  </a:lnTo>
                  <a:close/>
                  <a:moveTo>
                    <a:pt x="51382" y="2027103"/>
                  </a:moveTo>
                  <a:lnTo>
                    <a:pt x="0" y="1956314"/>
                  </a:lnTo>
                  <a:lnTo>
                    <a:pt x="12942" y="1983324"/>
                  </a:lnTo>
                  <a:close/>
                  <a:moveTo>
                    <a:pt x="51382" y="2027103"/>
                  </a:moveTo>
                  <a:lnTo>
                    <a:pt x="12942" y="1983324"/>
                  </a:lnTo>
                  <a:lnTo>
                    <a:pt x="34181" y="2065539"/>
                  </a:lnTo>
                  <a:close/>
                  <a:moveTo>
                    <a:pt x="801465" y="2929988"/>
                  </a:moveTo>
                  <a:lnTo>
                    <a:pt x="898690" y="2911538"/>
                  </a:lnTo>
                  <a:lnTo>
                    <a:pt x="881589" y="2825349"/>
                  </a:lnTo>
                  <a:close/>
                  <a:moveTo>
                    <a:pt x="801465" y="2929988"/>
                  </a:moveTo>
                  <a:lnTo>
                    <a:pt x="881589" y="2825349"/>
                  </a:lnTo>
                  <a:lnTo>
                    <a:pt x="822442" y="2812842"/>
                  </a:lnTo>
                  <a:close/>
                  <a:moveTo>
                    <a:pt x="881589" y="2825349"/>
                  </a:moveTo>
                  <a:lnTo>
                    <a:pt x="898690" y="2911538"/>
                  </a:lnTo>
                  <a:lnTo>
                    <a:pt x="907804" y="2931469"/>
                  </a:lnTo>
                  <a:close/>
                  <a:moveTo>
                    <a:pt x="881589" y="2825349"/>
                  </a:moveTo>
                  <a:lnTo>
                    <a:pt x="836366" y="2762022"/>
                  </a:lnTo>
                  <a:lnTo>
                    <a:pt x="822442" y="2812842"/>
                  </a:lnTo>
                  <a:close/>
                  <a:moveTo>
                    <a:pt x="224986" y="2094773"/>
                  </a:moveTo>
                  <a:lnTo>
                    <a:pt x="222300" y="2070882"/>
                  </a:lnTo>
                  <a:lnTo>
                    <a:pt x="256010" y="2153097"/>
                  </a:lnTo>
                  <a:close/>
                  <a:moveTo>
                    <a:pt x="152854" y="1992731"/>
                  </a:moveTo>
                  <a:lnTo>
                    <a:pt x="51382" y="2027103"/>
                  </a:lnTo>
                  <a:lnTo>
                    <a:pt x="47202" y="2068820"/>
                  </a:lnTo>
                  <a:close/>
                  <a:moveTo>
                    <a:pt x="152854" y="1992731"/>
                  </a:moveTo>
                  <a:lnTo>
                    <a:pt x="224986" y="2094773"/>
                  </a:lnTo>
                  <a:lnTo>
                    <a:pt x="221900" y="1997190"/>
                  </a:lnTo>
                  <a:close/>
                  <a:moveTo>
                    <a:pt x="31293" y="2009339"/>
                  </a:moveTo>
                  <a:lnTo>
                    <a:pt x="51382" y="2027103"/>
                  </a:lnTo>
                  <a:lnTo>
                    <a:pt x="157310" y="1986634"/>
                  </a:lnTo>
                  <a:close/>
                  <a:moveTo>
                    <a:pt x="1417578" y="2898375"/>
                  </a:moveTo>
                  <a:lnTo>
                    <a:pt x="1542635" y="2942153"/>
                  </a:lnTo>
                  <a:lnTo>
                    <a:pt x="1514947" y="2859938"/>
                  </a:lnTo>
                  <a:close/>
                  <a:moveTo>
                    <a:pt x="1241567" y="2733945"/>
                  </a:moveTo>
                  <a:lnTo>
                    <a:pt x="1308261" y="2794211"/>
                  </a:lnTo>
                  <a:lnTo>
                    <a:pt x="1255139" y="2703435"/>
                  </a:lnTo>
                  <a:close/>
                  <a:moveTo>
                    <a:pt x="1255139" y="2703435"/>
                  </a:moveTo>
                  <a:lnTo>
                    <a:pt x="1308261" y="2794211"/>
                  </a:lnTo>
                  <a:lnTo>
                    <a:pt x="1328722" y="2804298"/>
                  </a:lnTo>
                  <a:close/>
                  <a:moveTo>
                    <a:pt x="683876" y="1873357"/>
                  </a:moveTo>
                  <a:lnTo>
                    <a:pt x="688267" y="1994009"/>
                  </a:lnTo>
                  <a:lnTo>
                    <a:pt x="695694" y="1955572"/>
                  </a:lnTo>
                  <a:close/>
                  <a:moveTo>
                    <a:pt x="1802590" y="3097388"/>
                  </a:moveTo>
                  <a:lnTo>
                    <a:pt x="1772501" y="3086251"/>
                  </a:lnTo>
                  <a:lnTo>
                    <a:pt x="1827870" y="3128449"/>
                  </a:lnTo>
                  <a:close/>
                  <a:moveTo>
                    <a:pt x="1891042" y="3149439"/>
                  </a:moveTo>
                  <a:lnTo>
                    <a:pt x="1802590" y="3097388"/>
                  </a:lnTo>
                  <a:lnTo>
                    <a:pt x="1827870" y="3128449"/>
                  </a:lnTo>
                  <a:close/>
                  <a:moveTo>
                    <a:pt x="992869" y="2094826"/>
                  </a:moveTo>
                  <a:lnTo>
                    <a:pt x="957834" y="2081565"/>
                  </a:lnTo>
                  <a:lnTo>
                    <a:pt x="1018570" y="2163781"/>
                  </a:lnTo>
                  <a:close/>
                  <a:moveTo>
                    <a:pt x="695694" y="1955572"/>
                  </a:moveTo>
                  <a:lnTo>
                    <a:pt x="695035" y="1955001"/>
                  </a:lnTo>
                  <a:lnTo>
                    <a:pt x="688783" y="1859991"/>
                  </a:lnTo>
                  <a:close/>
                  <a:moveTo>
                    <a:pt x="543062" y="1708927"/>
                  </a:moveTo>
                  <a:lnTo>
                    <a:pt x="504107" y="1688761"/>
                  </a:lnTo>
                  <a:lnTo>
                    <a:pt x="502614" y="1791142"/>
                  </a:lnTo>
                  <a:close/>
                  <a:moveTo>
                    <a:pt x="490172" y="1599996"/>
                  </a:moveTo>
                  <a:lnTo>
                    <a:pt x="504107" y="1688761"/>
                  </a:lnTo>
                  <a:lnTo>
                    <a:pt x="552519" y="1704018"/>
                  </a:lnTo>
                  <a:close/>
                  <a:moveTo>
                    <a:pt x="564884" y="1670490"/>
                  </a:moveTo>
                  <a:lnTo>
                    <a:pt x="526336" y="1588275"/>
                  </a:lnTo>
                  <a:lnTo>
                    <a:pt x="552519" y="1704018"/>
                  </a:lnTo>
                  <a:close/>
                  <a:moveTo>
                    <a:pt x="1767795" y="3068147"/>
                  </a:moveTo>
                  <a:lnTo>
                    <a:pt x="1772501" y="3086251"/>
                  </a:lnTo>
                  <a:lnTo>
                    <a:pt x="1802590" y="3097388"/>
                  </a:lnTo>
                  <a:close/>
                  <a:moveTo>
                    <a:pt x="1772501" y="3086251"/>
                  </a:moveTo>
                  <a:lnTo>
                    <a:pt x="1767795" y="3068147"/>
                  </a:lnTo>
                  <a:lnTo>
                    <a:pt x="1680052" y="3000726"/>
                  </a:lnTo>
                  <a:close/>
                  <a:moveTo>
                    <a:pt x="195403" y="1017810"/>
                  </a:moveTo>
                  <a:lnTo>
                    <a:pt x="271882" y="1094984"/>
                  </a:lnTo>
                  <a:lnTo>
                    <a:pt x="208034" y="1036817"/>
                  </a:lnTo>
                  <a:close/>
                  <a:moveTo>
                    <a:pt x="178631" y="1012769"/>
                  </a:moveTo>
                  <a:lnTo>
                    <a:pt x="195403" y="1017810"/>
                  </a:lnTo>
                  <a:lnTo>
                    <a:pt x="208034" y="1036817"/>
                  </a:lnTo>
                  <a:close/>
                  <a:moveTo>
                    <a:pt x="189640" y="968044"/>
                  </a:moveTo>
                  <a:lnTo>
                    <a:pt x="195403" y="1017810"/>
                  </a:lnTo>
                  <a:lnTo>
                    <a:pt x="178631" y="1012769"/>
                  </a:lnTo>
                  <a:close/>
                  <a:moveTo>
                    <a:pt x="1968412" y="3048163"/>
                  </a:moveTo>
                  <a:lnTo>
                    <a:pt x="1910752" y="3034447"/>
                  </a:lnTo>
                  <a:lnTo>
                    <a:pt x="1994849" y="3126762"/>
                  </a:lnTo>
                  <a:close/>
                  <a:moveTo>
                    <a:pt x="1802590" y="3097388"/>
                  </a:moveTo>
                  <a:lnTo>
                    <a:pt x="1828713" y="3040551"/>
                  </a:lnTo>
                  <a:lnTo>
                    <a:pt x="1767795" y="3068147"/>
                  </a:lnTo>
                  <a:close/>
                  <a:moveTo>
                    <a:pt x="1910752" y="3034447"/>
                  </a:moveTo>
                  <a:lnTo>
                    <a:pt x="1802590" y="3097388"/>
                  </a:lnTo>
                  <a:lnTo>
                    <a:pt x="1891042" y="3149439"/>
                  </a:lnTo>
                  <a:close/>
                  <a:moveTo>
                    <a:pt x="1910752" y="3034447"/>
                  </a:moveTo>
                  <a:lnTo>
                    <a:pt x="1828713" y="3040551"/>
                  </a:lnTo>
                  <a:lnTo>
                    <a:pt x="1802590" y="3097388"/>
                  </a:lnTo>
                  <a:close/>
                  <a:moveTo>
                    <a:pt x="1347835" y="2388391"/>
                  </a:moveTo>
                  <a:lnTo>
                    <a:pt x="1384679" y="2492642"/>
                  </a:lnTo>
                  <a:lnTo>
                    <a:pt x="1455663" y="2421059"/>
                  </a:lnTo>
                  <a:close/>
                  <a:moveTo>
                    <a:pt x="1015351" y="1878699"/>
                  </a:moveTo>
                  <a:lnTo>
                    <a:pt x="1002717" y="1917136"/>
                  </a:lnTo>
                  <a:lnTo>
                    <a:pt x="1088260" y="1960914"/>
                  </a:lnTo>
                  <a:close/>
                  <a:moveTo>
                    <a:pt x="1015351" y="1878699"/>
                  </a:moveTo>
                  <a:lnTo>
                    <a:pt x="1010085" y="1869745"/>
                  </a:lnTo>
                  <a:lnTo>
                    <a:pt x="971104" y="1812244"/>
                  </a:lnTo>
                  <a:close/>
                  <a:moveTo>
                    <a:pt x="604835" y="1567370"/>
                  </a:moveTo>
                  <a:lnTo>
                    <a:pt x="653149" y="1586398"/>
                  </a:lnTo>
                  <a:lnTo>
                    <a:pt x="559410" y="1514580"/>
                  </a:lnTo>
                  <a:close/>
                  <a:moveTo>
                    <a:pt x="655179" y="1587034"/>
                  </a:moveTo>
                  <a:lnTo>
                    <a:pt x="604835" y="1567370"/>
                  </a:lnTo>
                  <a:lnTo>
                    <a:pt x="709494" y="1581857"/>
                  </a:lnTo>
                  <a:close/>
                  <a:moveTo>
                    <a:pt x="280425" y="1056548"/>
                  </a:moveTo>
                  <a:lnTo>
                    <a:pt x="271882" y="1094984"/>
                  </a:lnTo>
                  <a:lnTo>
                    <a:pt x="328778" y="1138763"/>
                  </a:lnTo>
                  <a:close/>
                  <a:moveTo>
                    <a:pt x="208034" y="1036817"/>
                  </a:moveTo>
                  <a:lnTo>
                    <a:pt x="247987" y="975060"/>
                  </a:lnTo>
                  <a:lnTo>
                    <a:pt x="178631" y="1012769"/>
                  </a:lnTo>
                  <a:close/>
                  <a:moveTo>
                    <a:pt x="1735519" y="2615856"/>
                  </a:moveTo>
                  <a:lnTo>
                    <a:pt x="1735700" y="2632094"/>
                  </a:lnTo>
                  <a:lnTo>
                    <a:pt x="1688516" y="2593475"/>
                  </a:lnTo>
                  <a:close/>
                  <a:moveTo>
                    <a:pt x="1688516" y="2593475"/>
                  </a:moveTo>
                  <a:lnTo>
                    <a:pt x="1735700" y="2632094"/>
                  </a:lnTo>
                  <a:lnTo>
                    <a:pt x="1752534" y="2662414"/>
                  </a:lnTo>
                  <a:close/>
                  <a:moveTo>
                    <a:pt x="1752534" y="2662414"/>
                  </a:moveTo>
                  <a:lnTo>
                    <a:pt x="1735700" y="2632094"/>
                  </a:lnTo>
                  <a:lnTo>
                    <a:pt x="1733619" y="2700851"/>
                  </a:lnTo>
                  <a:close/>
                  <a:moveTo>
                    <a:pt x="1592303" y="2415769"/>
                  </a:moveTo>
                  <a:lnTo>
                    <a:pt x="1554199" y="2454205"/>
                  </a:lnTo>
                  <a:lnTo>
                    <a:pt x="1613763" y="2497984"/>
                  </a:lnTo>
                  <a:close/>
                  <a:moveTo>
                    <a:pt x="1171604" y="2043129"/>
                  </a:moveTo>
                  <a:lnTo>
                    <a:pt x="1211391" y="2065079"/>
                  </a:lnTo>
                  <a:lnTo>
                    <a:pt x="1205646" y="2004693"/>
                  </a:lnTo>
                  <a:close/>
                  <a:moveTo>
                    <a:pt x="1066673" y="1866114"/>
                  </a:moveTo>
                  <a:lnTo>
                    <a:pt x="1129400" y="1944329"/>
                  </a:lnTo>
                  <a:lnTo>
                    <a:pt x="1136083" y="1846970"/>
                  </a:lnTo>
                  <a:close/>
                  <a:moveTo>
                    <a:pt x="1020412" y="1872251"/>
                  </a:moveTo>
                  <a:lnTo>
                    <a:pt x="1015351" y="1878699"/>
                  </a:lnTo>
                  <a:lnTo>
                    <a:pt x="1066673" y="1866114"/>
                  </a:lnTo>
                  <a:close/>
                  <a:moveTo>
                    <a:pt x="1141025" y="1840263"/>
                  </a:moveTo>
                  <a:lnTo>
                    <a:pt x="1136083" y="1846970"/>
                  </a:lnTo>
                  <a:lnTo>
                    <a:pt x="1199676" y="1847696"/>
                  </a:lnTo>
                  <a:close/>
                  <a:moveTo>
                    <a:pt x="1235665" y="1922478"/>
                  </a:moveTo>
                  <a:lnTo>
                    <a:pt x="1280382" y="1942768"/>
                  </a:lnTo>
                  <a:lnTo>
                    <a:pt x="1199676" y="1847696"/>
                  </a:lnTo>
                  <a:close/>
                  <a:moveTo>
                    <a:pt x="1010085" y="1869745"/>
                  </a:moveTo>
                  <a:lnTo>
                    <a:pt x="1015351" y="1878699"/>
                  </a:lnTo>
                  <a:lnTo>
                    <a:pt x="1020412" y="1872251"/>
                  </a:lnTo>
                  <a:close/>
                  <a:moveTo>
                    <a:pt x="1141025" y="1840263"/>
                  </a:moveTo>
                  <a:lnTo>
                    <a:pt x="1199676" y="1847696"/>
                  </a:lnTo>
                  <a:lnTo>
                    <a:pt x="1197923" y="1799522"/>
                  </a:lnTo>
                  <a:close/>
                  <a:moveTo>
                    <a:pt x="956589" y="1796484"/>
                  </a:moveTo>
                  <a:lnTo>
                    <a:pt x="1020412" y="1872251"/>
                  </a:lnTo>
                  <a:lnTo>
                    <a:pt x="946853" y="1771368"/>
                  </a:lnTo>
                  <a:close/>
                  <a:moveTo>
                    <a:pt x="1010085" y="1869745"/>
                  </a:moveTo>
                  <a:lnTo>
                    <a:pt x="1020412" y="1872251"/>
                  </a:lnTo>
                  <a:lnTo>
                    <a:pt x="956589" y="1796484"/>
                  </a:lnTo>
                  <a:close/>
                  <a:moveTo>
                    <a:pt x="766020" y="1346973"/>
                  </a:moveTo>
                  <a:lnTo>
                    <a:pt x="726101" y="1365293"/>
                  </a:lnTo>
                  <a:lnTo>
                    <a:pt x="765942" y="1357393"/>
                  </a:lnTo>
                  <a:close/>
                  <a:moveTo>
                    <a:pt x="249360" y="974333"/>
                  </a:moveTo>
                  <a:lnTo>
                    <a:pt x="387804" y="999881"/>
                  </a:lnTo>
                  <a:lnTo>
                    <a:pt x="335013" y="964901"/>
                  </a:lnTo>
                  <a:close/>
                  <a:moveTo>
                    <a:pt x="861857" y="1379000"/>
                  </a:moveTo>
                  <a:lnTo>
                    <a:pt x="780585" y="1353797"/>
                  </a:lnTo>
                  <a:lnTo>
                    <a:pt x="765942" y="1357393"/>
                  </a:lnTo>
                  <a:close/>
                  <a:moveTo>
                    <a:pt x="2329149" y="3036758"/>
                  </a:moveTo>
                  <a:lnTo>
                    <a:pt x="2392975" y="3045461"/>
                  </a:lnTo>
                  <a:lnTo>
                    <a:pt x="2330705" y="3033028"/>
                  </a:lnTo>
                  <a:close/>
                  <a:moveTo>
                    <a:pt x="2109856" y="2793578"/>
                  </a:moveTo>
                  <a:lnTo>
                    <a:pt x="2158532" y="2883164"/>
                  </a:lnTo>
                  <a:lnTo>
                    <a:pt x="2175862" y="2870623"/>
                  </a:lnTo>
                  <a:close/>
                  <a:moveTo>
                    <a:pt x="2175862" y="2870623"/>
                  </a:moveTo>
                  <a:lnTo>
                    <a:pt x="2119203" y="2799570"/>
                  </a:lnTo>
                  <a:lnTo>
                    <a:pt x="2109856" y="2793578"/>
                  </a:lnTo>
                  <a:close/>
                  <a:moveTo>
                    <a:pt x="1691741" y="2333554"/>
                  </a:moveTo>
                  <a:lnTo>
                    <a:pt x="1671768" y="2306815"/>
                  </a:lnTo>
                  <a:lnTo>
                    <a:pt x="1737428" y="2377332"/>
                  </a:lnTo>
                  <a:close/>
                  <a:moveTo>
                    <a:pt x="1574572" y="2251338"/>
                  </a:moveTo>
                  <a:lnTo>
                    <a:pt x="1651952" y="2222833"/>
                  </a:lnTo>
                  <a:lnTo>
                    <a:pt x="1662397" y="2206282"/>
                  </a:lnTo>
                  <a:close/>
                  <a:moveTo>
                    <a:pt x="1136083" y="1846970"/>
                  </a:moveTo>
                  <a:lnTo>
                    <a:pt x="1141025" y="1840263"/>
                  </a:lnTo>
                  <a:lnTo>
                    <a:pt x="1135651" y="1839156"/>
                  </a:lnTo>
                  <a:close/>
                  <a:moveTo>
                    <a:pt x="1135651" y="1839156"/>
                  </a:moveTo>
                  <a:lnTo>
                    <a:pt x="1066673" y="1866114"/>
                  </a:lnTo>
                  <a:lnTo>
                    <a:pt x="1136083" y="1846970"/>
                  </a:lnTo>
                  <a:close/>
                  <a:moveTo>
                    <a:pt x="2228606" y="2929954"/>
                  </a:moveTo>
                  <a:lnTo>
                    <a:pt x="2339829" y="2927983"/>
                  </a:lnTo>
                  <a:lnTo>
                    <a:pt x="2336070" y="2837885"/>
                  </a:lnTo>
                  <a:close/>
                  <a:moveTo>
                    <a:pt x="2228606" y="2929954"/>
                  </a:moveTo>
                  <a:lnTo>
                    <a:pt x="2336070" y="2837885"/>
                  </a:lnTo>
                  <a:lnTo>
                    <a:pt x="2274837" y="2887602"/>
                  </a:lnTo>
                  <a:close/>
                  <a:moveTo>
                    <a:pt x="2395554" y="2943272"/>
                  </a:moveTo>
                  <a:lnTo>
                    <a:pt x="2339829" y="2927983"/>
                  </a:lnTo>
                  <a:lnTo>
                    <a:pt x="2330705" y="3033028"/>
                  </a:lnTo>
                  <a:close/>
                  <a:moveTo>
                    <a:pt x="2175862" y="2870623"/>
                  </a:moveTo>
                  <a:lnTo>
                    <a:pt x="2224353" y="2832186"/>
                  </a:lnTo>
                  <a:lnTo>
                    <a:pt x="2119203" y="2799570"/>
                  </a:lnTo>
                  <a:close/>
                  <a:moveTo>
                    <a:pt x="1803871" y="2241371"/>
                  </a:moveTo>
                  <a:lnTo>
                    <a:pt x="1741863" y="2210329"/>
                  </a:lnTo>
                  <a:lnTo>
                    <a:pt x="1812499" y="2256680"/>
                  </a:lnTo>
                  <a:close/>
                  <a:moveTo>
                    <a:pt x="1812499" y="2256680"/>
                  </a:moveTo>
                  <a:lnTo>
                    <a:pt x="1741863" y="2210329"/>
                  </a:lnTo>
                  <a:lnTo>
                    <a:pt x="1740361" y="2212902"/>
                  </a:lnTo>
                  <a:close/>
                  <a:moveTo>
                    <a:pt x="1812499" y="2256680"/>
                  </a:moveTo>
                  <a:lnTo>
                    <a:pt x="1740361" y="2212902"/>
                  </a:lnTo>
                  <a:lnTo>
                    <a:pt x="1786843" y="2295117"/>
                  </a:lnTo>
                  <a:close/>
                  <a:moveTo>
                    <a:pt x="1294244" y="1631222"/>
                  </a:moveTo>
                  <a:lnTo>
                    <a:pt x="1212941" y="1636727"/>
                  </a:lnTo>
                  <a:lnTo>
                    <a:pt x="1212630" y="1639305"/>
                  </a:lnTo>
                  <a:close/>
                  <a:moveTo>
                    <a:pt x="2336887" y="2830283"/>
                  </a:moveTo>
                  <a:lnTo>
                    <a:pt x="2283522" y="2813076"/>
                  </a:lnTo>
                  <a:lnTo>
                    <a:pt x="2274837" y="2887602"/>
                  </a:lnTo>
                  <a:close/>
                  <a:moveTo>
                    <a:pt x="2283522" y="2813076"/>
                  </a:moveTo>
                  <a:lnTo>
                    <a:pt x="2336887" y="2830283"/>
                  </a:lnTo>
                  <a:lnTo>
                    <a:pt x="2329012" y="2736593"/>
                  </a:lnTo>
                  <a:close/>
                  <a:moveTo>
                    <a:pt x="2283522" y="2813076"/>
                  </a:moveTo>
                  <a:lnTo>
                    <a:pt x="2329012" y="2736593"/>
                  </a:lnTo>
                  <a:lnTo>
                    <a:pt x="2265308" y="2727792"/>
                  </a:lnTo>
                  <a:close/>
                  <a:moveTo>
                    <a:pt x="1992519" y="2327919"/>
                  </a:moveTo>
                  <a:lnTo>
                    <a:pt x="1964562" y="2338896"/>
                  </a:lnTo>
                  <a:lnTo>
                    <a:pt x="1983921" y="2357229"/>
                  </a:lnTo>
                  <a:close/>
                  <a:moveTo>
                    <a:pt x="1992519" y="2327919"/>
                  </a:moveTo>
                  <a:lnTo>
                    <a:pt x="1983921" y="2357229"/>
                  </a:lnTo>
                  <a:lnTo>
                    <a:pt x="2029065" y="2338896"/>
                  </a:lnTo>
                  <a:close/>
                  <a:moveTo>
                    <a:pt x="1728685" y="2160451"/>
                  </a:moveTo>
                  <a:lnTo>
                    <a:pt x="1818720" y="2081683"/>
                  </a:lnTo>
                  <a:lnTo>
                    <a:pt x="1787329" y="2073274"/>
                  </a:lnTo>
                  <a:close/>
                  <a:moveTo>
                    <a:pt x="1641004" y="1889384"/>
                  </a:moveTo>
                  <a:lnTo>
                    <a:pt x="1655315" y="1964598"/>
                  </a:lnTo>
                  <a:lnTo>
                    <a:pt x="1701249" y="1921139"/>
                  </a:lnTo>
                  <a:close/>
                  <a:moveTo>
                    <a:pt x="1655315" y="1964598"/>
                  </a:moveTo>
                  <a:lnTo>
                    <a:pt x="1736245" y="1988526"/>
                  </a:lnTo>
                  <a:lnTo>
                    <a:pt x="1779704" y="1935811"/>
                  </a:lnTo>
                  <a:close/>
                  <a:moveTo>
                    <a:pt x="1952963" y="2099301"/>
                  </a:moveTo>
                  <a:lnTo>
                    <a:pt x="1990280" y="2129554"/>
                  </a:lnTo>
                  <a:lnTo>
                    <a:pt x="1978945" y="2123425"/>
                  </a:lnTo>
                  <a:close/>
                  <a:moveTo>
                    <a:pt x="1990280" y="2129554"/>
                  </a:moveTo>
                  <a:lnTo>
                    <a:pt x="1952963" y="2099301"/>
                  </a:lnTo>
                  <a:lnTo>
                    <a:pt x="2049641" y="2172543"/>
                  </a:lnTo>
                  <a:close/>
                  <a:moveTo>
                    <a:pt x="1990280" y="2129554"/>
                  </a:moveTo>
                  <a:lnTo>
                    <a:pt x="2002664" y="2136029"/>
                  </a:lnTo>
                  <a:lnTo>
                    <a:pt x="1978945" y="2123425"/>
                  </a:lnTo>
                  <a:close/>
                  <a:moveTo>
                    <a:pt x="1538613" y="1161324"/>
                  </a:moveTo>
                  <a:lnTo>
                    <a:pt x="1595883" y="1237005"/>
                  </a:lnTo>
                  <a:lnTo>
                    <a:pt x="1535254" y="1156100"/>
                  </a:lnTo>
                  <a:close/>
                  <a:moveTo>
                    <a:pt x="1295119" y="990360"/>
                  </a:moveTo>
                  <a:lnTo>
                    <a:pt x="1310245" y="908145"/>
                  </a:lnTo>
                  <a:lnTo>
                    <a:pt x="1302797" y="923623"/>
                  </a:lnTo>
                  <a:close/>
                  <a:moveTo>
                    <a:pt x="1190747" y="825929"/>
                  </a:moveTo>
                  <a:lnTo>
                    <a:pt x="1197305" y="848702"/>
                  </a:lnTo>
                  <a:lnTo>
                    <a:pt x="1230463" y="845174"/>
                  </a:lnTo>
                  <a:close/>
                  <a:moveTo>
                    <a:pt x="1190747" y="825929"/>
                  </a:moveTo>
                  <a:lnTo>
                    <a:pt x="1186606" y="757307"/>
                  </a:lnTo>
                  <a:lnTo>
                    <a:pt x="1197305" y="848702"/>
                  </a:lnTo>
                  <a:close/>
                  <a:moveTo>
                    <a:pt x="1538613" y="1161324"/>
                  </a:moveTo>
                  <a:lnTo>
                    <a:pt x="1605676" y="1198568"/>
                  </a:lnTo>
                  <a:lnTo>
                    <a:pt x="1605353" y="1199203"/>
                  </a:lnTo>
                  <a:close/>
                  <a:moveTo>
                    <a:pt x="1310245" y="908145"/>
                  </a:moveTo>
                  <a:lnTo>
                    <a:pt x="1297725" y="869708"/>
                  </a:lnTo>
                  <a:lnTo>
                    <a:pt x="1230463" y="845174"/>
                  </a:lnTo>
                  <a:close/>
                  <a:moveTo>
                    <a:pt x="1577404" y="875951"/>
                  </a:moveTo>
                  <a:lnTo>
                    <a:pt x="1513626" y="831271"/>
                  </a:lnTo>
                  <a:lnTo>
                    <a:pt x="1582977" y="917118"/>
                  </a:lnTo>
                  <a:close/>
                  <a:moveTo>
                    <a:pt x="1513626" y="831271"/>
                  </a:moveTo>
                  <a:lnTo>
                    <a:pt x="1577404" y="875951"/>
                  </a:lnTo>
                  <a:lnTo>
                    <a:pt x="1572410" y="825616"/>
                  </a:lnTo>
                  <a:close/>
                  <a:moveTo>
                    <a:pt x="1600111" y="745646"/>
                  </a:moveTo>
                  <a:lnTo>
                    <a:pt x="1513626" y="831271"/>
                  </a:lnTo>
                  <a:lnTo>
                    <a:pt x="1572410" y="825616"/>
                  </a:lnTo>
                  <a:close/>
                  <a:moveTo>
                    <a:pt x="1252600" y="403380"/>
                  </a:moveTo>
                  <a:lnTo>
                    <a:pt x="1240132" y="502411"/>
                  </a:lnTo>
                  <a:lnTo>
                    <a:pt x="1266450" y="492211"/>
                  </a:lnTo>
                  <a:close/>
                  <a:moveTo>
                    <a:pt x="1294205" y="96677"/>
                  </a:moveTo>
                  <a:lnTo>
                    <a:pt x="1272131" y="140153"/>
                  </a:lnTo>
                  <a:lnTo>
                    <a:pt x="1316463" y="111774"/>
                  </a:lnTo>
                  <a:close/>
                  <a:moveTo>
                    <a:pt x="1316463" y="111774"/>
                  </a:moveTo>
                  <a:lnTo>
                    <a:pt x="1272131" y="140153"/>
                  </a:lnTo>
                  <a:lnTo>
                    <a:pt x="1272579" y="186952"/>
                  </a:lnTo>
                  <a:close/>
                  <a:moveTo>
                    <a:pt x="1246413" y="8040"/>
                  </a:moveTo>
                  <a:lnTo>
                    <a:pt x="1294205" y="96677"/>
                  </a:lnTo>
                  <a:lnTo>
                    <a:pt x="1250078" y="14463"/>
                  </a:lnTo>
                  <a:close/>
                  <a:moveTo>
                    <a:pt x="1246413" y="8040"/>
                  </a:moveTo>
                  <a:lnTo>
                    <a:pt x="1291349" y="71600"/>
                  </a:lnTo>
                  <a:lnTo>
                    <a:pt x="1294205" y="96677"/>
                  </a:lnTo>
                  <a:close/>
                  <a:moveTo>
                    <a:pt x="1246413" y="8040"/>
                  </a:moveTo>
                  <a:lnTo>
                    <a:pt x="1250078" y="14463"/>
                  </a:lnTo>
                  <a:lnTo>
                    <a:pt x="1234645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73" name="Candidate_density__2072">
              <a:extLst>
                <a:ext uri="{FF2B5EF4-FFF2-40B4-BE49-F238E27FC236}">
                  <a16:creationId xmlns:a16="http://schemas.microsoft.com/office/drawing/2014/main" id="{D1274C70-78F7-318C-2F8C-095D3EA1177C}"/>
                </a:ext>
              </a:extLst>
            </p:cNvPr>
            <p:cNvSpPr>
              <a:spLocks noGrp="1"/>
            </p:cNvSpPr>
            <p:nvPr/>
          </p:nvSpPr>
          <p:spPr>
            <a:xfrm>
              <a:off x="4388839" y="1506782"/>
              <a:ext cx="1611866" cy="3449771"/>
            </a:xfrm>
            <a:custGeom>
              <a:avLst/>
              <a:gdLst/>
              <a:ahLst/>
              <a:cxnLst/>
              <a:rect l="0" t="0" r="0" b="0"/>
              <a:pathLst>
                <a:path w="1611866" h="3449771">
                  <a:moveTo>
                    <a:pt x="112237" y="3333444"/>
                  </a:moveTo>
                  <a:lnTo>
                    <a:pt x="210132" y="3377223"/>
                  </a:lnTo>
                  <a:lnTo>
                    <a:pt x="152857" y="3295008"/>
                  </a:lnTo>
                  <a:close/>
                  <a:moveTo>
                    <a:pt x="279927" y="3338787"/>
                  </a:moveTo>
                  <a:lnTo>
                    <a:pt x="210132" y="3377223"/>
                  </a:lnTo>
                  <a:lnTo>
                    <a:pt x="263633" y="3449771"/>
                  </a:lnTo>
                  <a:close/>
                  <a:moveTo>
                    <a:pt x="449904" y="3097484"/>
                  </a:moveTo>
                  <a:lnTo>
                    <a:pt x="481622" y="3061875"/>
                  </a:lnTo>
                  <a:lnTo>
                    <a:pt x="387656" y="3121027"/>
                  </a:lnTo>
                  <a:close/>
                  <a:moveTo>
                    <a:pt x="387656" y="3121027"/>
                  </a:moveTo>
                  <a:lnTo>
                    <a:pt x="481622" y="3061875"/>
                  </a:lnTo>
                  <a:lnTo>
                    <a:pt x="441014" y="3038148"/>
                  </a:lnTo>
                  <a:close/>
                  <a:moveTo>
                    <a:pt x="425535" y="2850548"/>
                  </a:moveTo>
                  <a:lnTo>
                    <a:pt x="417764" y="2886575"/>
                  </a:lnTo>
                  <a:lnTo>
                    <a:pt x="427079" y="2812402"/>
                  </a:lnTo>
                  <a:close/>
                  <a:moveTo>
                    <a:pt x="415919" y="2897866"/>
                  </a:moveTo>
                  <a:lnTo>
                    <a:pt x="417764" y="2886575"/>
                  </a:lnTo>
                  <a:lnTo>
                    <a:pt x="425535" y="2850548"/>
                  </a:lnTo>
                  <a:close/>
                  <a:moveTo>
                    <a:pt x="462824" y="2776389"/>
                  </a:moveTo>
                  <a:lnTo>
                    <a:pt x="425535" y="2850548"/>
                  </a:lnTo>
                  <a:lnTo>
                    <a:pt x="427079" y="2812402"/>
                  </a:lnTo>
                  <a:close/>
                  <a:moveTo>
                    <a:pt x="582987" y="2731795"/>
                  </a:moveTo>
                  <a:lnTo>
                    <a:pt x="534507" y="2765741"/>
                  </a:lnTo>
                  <a:lnTo>
                    <a:pt x="462824" y="2776389"/>
                  </a:lnTo>
                  <a:close/>
                  <a:moveTo>
                    <a:pt x="582987" y="2731795"/>
                  </a:moveTo>
                  <a:lnTo>
                    <a:pt x="462824" y="2776389"/>
                  </a:lnTo>
                  <a:lnTo>
                    <a:pt x="517500" y="2765611"/>
                  </a:lnTo>
                  <a:close/>
                  <a:moveTo>
                    <a:pt x="140870" y="2408632"/>
                  </a:moveTo>
                  <a:lnTo>
                    <a:pt x="194033" y="2392194"/>
                  </a:lnTo>
                  <a:lnTo>
                    <a:pt x="152876" y="2401326"/>
                  </a:lnTo>
                  <a:close/>
                  <a:moveTo>
                    <a:pt x="194033" y="2392194"/>
                  </a:moveTo>
                  <a:lnTo>
                    <a:pt x="214320" y="2362890"/>
                  </a:lnTo>
                  <a:lnTo>
                    <a:pt x="152876" y="2401326"/>
                  </a:lnTo>
                  <a:close/>
                  <a:moveTo>
                    <a:pt x="123257" y="2313966"/>
                  </a:moveTo>
                  <a:lnTo>
                    <a:pt x="128784" y="2363444"/>
                  </a:lnTo>
                  <a:lnTo>
                    <a:pt x="189463" y="2280675"/>
                  </a:lnTo>
                  <a:close/>
                  <a:moveTo>
                    <a:pt x="189463" y="2280675"/>
                  </a:moveTo>
                  <a:lnTo>
                    <a:pt x="128784" y="2363444"/>
                  </a:lnTo>
                  <a:lnTo>
                    <a:pt x="152876" y="2401326"/>
                  </a:lnTo>
                  <a:close/>
                  <a:moveTo>
                    <a:pt x="189463" y="2280675"/>
                  </a:moveTo>
                  <a:lnTo>
                    <a:pt x="152876" y="2401326"/>
                  </a:lnTo>
                  <a:lnTo>
                    <a:pt x="214320" y="2362890"/>
                  </a:lnTo>
                  <a:close/>
                  <a:moveTo>
                    <a:pt x="524349" y="2770214"/>
                  </a:moveTo>
                  <a:lnTo>
                    <a:pt x="621605" y="2751739"/>
                  </a:lnTo>
                  <a:lnTo>
                    <a:pt x="582987" y="2731795"/>
                  </a:lnTo>
                  <a:close/>
                  <a:moveTo>
                    <a:pt x="241550" y="2160023"/>
                  </a:moveTo>
                  <a:lnTo>
                    <a:pt x="150172" y="2228204"/>
                  </a:lnTo>
                  <a:lnTo>
                    <a:pt x="189463" y="2280675"/>
                  </a:lnTo>
                  <a:close/>
                  <a:moveTo>
                    <a:pt x="241550" y="2160023"/>
                  </a:moveTo>
                  <a:lnTo>
                    <a:pt x="255303" y="2127413"/>
                  </a:lnTo>
                  <a:lnTo>
                    <a:pt x="162651" y="2181846"/>
                  </a:lnTo>
                  <a:close/>
                  <a:moveTo>
                    <a:pt x="162651" y="2181846"/>
                  </a:moveTo>
                  <a:lnTo>
                    <a:pt x="255303" y="2127413"/>
                  </a:lnTo>
                  <a:lnTo>
                    <a:pt x="222801" y="2093446"/>
                  </a:lnTo>
                  <a:close/>
                  <a:moveTo>
                    <a:pt x="610047" y="2402563"/>
                  </a:moveTo>
                  <a:lnTo>
                    <a:pt x="546542" y="2406669"/>
                  </a:lnTo>
                  <a:lnTo>
                    <a:pt x="490993" y="2451303"/>
                  </a:lnTo>
                  <a:close/>
                  <a:moveTo>
                    <a:pt x="312315" y="2121587"/>
                  </a:moveTo>
                  <a:lnTo>
                    <a:pt x="274261" y="2051610"/>
                  </a:lnTo>
                  <a:lnTo>
                    <a:pt x="260381" y="2077808"/>
                  </a:lnTo>
                  <a:close/>
                  <a:moveTo>
                    <a:pt x="247585" y="1995593"/>
                  </a:moveTo>
                  <a:lnTo>
                    <a:pt x="260381" y="2077808"/>
                  </a:lnTo>
                  <a:lnTo>
                    <a:pt x="256093" y="1966287"/>
                  </a:lnTo>
                  <a:close/>
                  <a:moveTo>
                    <a:pt x="260381" y="2077808"/>
                  </a:moveTo>
                  <a:lnTo>
                    <a:pt x="274261" y="2051610"/>
                  </a:lnTo>
                  <a:lnTo>
                    <a:pt x="256093" y="1966287"/>
                  </a:lnTo>
                  <a:close/>
                  <a:moveTo>
                    <a:pt x="610047" y="2402563"/>
                  </a:moveTo>
                  <a:lnTo>
                    <a:pt x="655948" y="2423542"/>
                  </a:lnTo>
                  <a:lnTo>
                    <a:pt x="634385" y="2368232"/>
                  </a:lnTo>
                  <a:close/>
                  <a:moveTo>
                    <a:pt x="634385" y="2368232"/>
                  </a:moveTo>
                  <a:lnTo>
                    <a:pt x="716106" y="2412011"/>
                  </a:lnTo>
                  <a:lnTo>
                    <a:pt x="710774" y="2329795"/>
                  </a:lnTo>
                  <a:close/>
                  <a:moveTo>
                    <a:pt x="675673" y="2247581"/>
                  </a:moveTo>
                  <a:lnTo>
                    <a:pt x="653755" y="2285733"/>
                  </a:lnTo>
                  <a:lnTo>
                    <a:pt x="634385" y="2368232"/>
                  </a:lnTo>
                  <a:close/>
                  <a:moveTo>
                    <a:pt x="710774" y="2329795"/>
                  </a:moveTo>
                  <a:lnTo>
                    <a:pt x="675673" y="2247581"/>
                  </a:lnTo>
                  <a:lnTo>
                    <a:pt x="634385" y="2368232"/>
                  </a:lnTo>
                  <a:close/>
                  <a:moveTo>
                    <a:pt x="654396" y="2286017"/>
                  </a:moveTo>
                  <a:lnTo>
                    <a:pt x="688607" y="2202431"/>
                  </a:lnTo>
                  <a:lnTo>
                    <a:pt x="705723" y="2165365"/>
                  </a:lnTo>
                  <a:close/>
                  <a:moveTo>
                    <a:pt x="688607" y="2202431"/>
                  </a:moveTo>
                  <a:lnTo>
                    <a:pt x="653755" y="2285733"/>
                  </a:lnTo>
                  <a:lnTo>
                    <a:pt x="675673" y="2247581"/>
                  </a:lnTo>
                  <a:close/>
                  <a:moveTo>
                    <a:pt x="688607" y="2202431"/>
                  </a:moveTo>
                  <a:lnTo>
                    <a:pt x="726591" y="2129242"/>
                  </a:lnTo>
                  <a:lnTo>
                    <a:pt x="705723" y="2165365"/>
                  </a:lnTo>
                  <a:close/>
                  <a:moveTo>
                    <a:pt x="726591" y="2129242"/>
                  </a:moveTo>
                  <a:lnTo>
                    <a:pt x="728077" y="2126929"/>
                  </a:lnTo>
                  <a:lnTo>
                    <a:pt x="705723" y="2165365"/>
                  </a:lnTo>
                  <a:close/>
                  <a:moveTo>
                    <a:pt x="241297" y="1644641"/>
                  </a:moveTo>
                  <a:lnTo>
                    <a:pt x="190179" y="1672075"/>
                  </a:lnTo>
                  <a:lnTo>
                    <a:pt x="287525" y="1640458"/>
                  </a:lnTo>
                  <a:close/>
                  <a:moveTo>
                    <a:pt x="1166489" y="2444115"/>
                  </a:moveTo>
                  <a:lnTo>
                    <a:pt x="1194812" y="2417353"/>
                  </a:lnTo>
                  <a:lnTo>
                    <a:pt x="1164184" y="2455789"/>
                  </a:lnTo>
                  <a:close/>
                  <a:moveTo>
                    <a:pt x="601914" y="1866917"/>
                  </a:moveTo>
                  <a:lnTo>
                    <a:pt x="641760" y="1812072"/>
                  </a:lnTo>
                  <a:lnTo>
                    <a:pt x="597007" y="1880283"/>
                  </a:lnTo>
                  <a:close/>
                  <a:moveTo>
                    <a:pt x="460924" y="1520579"/>
                  </a:moveTo>
                  <a:lnTo>
                    <a:pt x="406636" y="1553754"/>
                  </a:lnTo>
                  <a:lnTo>
                    <a:pt x="403304" y="1606923"/>
                  </a:lnTo>
                  <a:close/>
                  <a:moveTo>
                    <a:pt x="403304" y="1606923"/>
                  </a:moveTo>
                  <a:lnTo>
                    <a:pt x="439468" y="1595201"/>
                  </a:lnTo>
                  <a:lnTo>
                    <a:pt x="460924" y="1520579"/>
                  </a:lnTo>
                  <a:close/>
                  <a:moveTo>
                    <a:pt x="387900" y="1483703"/>
                  </a:moveTo>
                  <a:lnTo>
                    <a:pt x="340325" y="1521029"/>
                  </a:lnTo>
                  <a:lnTo>
                    <a:pt x="314519" y="1551423"/>
                  </a:lnTo>
                  <a:close/>
                  <a:moveTo>
                    <a:pt x="1214197" y="2407286"/>
                  </a:moveTo>
                  <a:lnTo>
                    <a:pt x="1194812" y="2417353"/>
                  </a:lnTo>
                  <a:lnTo>
                    <a:pt x="1166489" y="2444115"/>
                  </a:lnTo>
                  <a:close/>
                  <a:moveTo>
                    <a:pt x="1260966" y="2395317"/>
                  </a:moveTo>
                  <a:lnTo>
                    <a:pt x="1368795" y="2427985"/>
                  </a:lnTo>
                  <a:lnTo>
                    <a:pt x="1305908" y="2378916"/>
                  </a:lnTo>
                  <a:close/>
                  <a:moveTo>
                    <a:pt x="517966" y="1574296"/>
                  </a:moveTo>
                  <a:lnTo>
                    <a:pt x="472542" y="1521506"/>
                  </a:lnTo>
                  <a:lnTo>
                    <a:pt x="439468" y="1595201"/>
                  </a:lnTo>
                  <a:close/>
                  <a:moveTo>
                    <a:pt x="1505435" y="2422695"/>
                  </a:moveTo>
                  <a:lnTo>
                    <a:pt x="1486260" y="2373309"/>
                  </a:lnTo>
                  <a:lnTo>
                    <a:pt x="1448062" y="2445695"/>
                  </a:lnTo>
                  <a:close/>
                  <a:moveTo>
                    <a:pt x="1340639" y="2258265"/>
                  </a:moveTo>
                  <a:lnTo>
                    <a:pt x="1305908" y="2378916"/>
                  </a:lnTo>
                  <a:lnTo>
                    <a:pt x="1395716" y="2313436"/>
                  </a:lnTo>
                  <a:close/>
                  <a:moveTo>
                    <a:pt x="1395716" y="2313436"/>
                  </a:moveTo>
                  <a:lnTo>
                    <a:pt x="1305908" y="2378916"/>
                  </a:lnTo>
                  <a:lnTo>
                    <a:pt x="1395159" y="2346813"/>
                  </a:lnTo>
                  <a:close/>
                  <a:moveTo>
                    <a:pt x="1486260" y="2373309"/>
                  </a:moveTo>
                  <a:lnTo>
                    <a:pt x="1463420" y="2340480"/>
                  </a:lnTo>
                  <a:lnTo>
                    <a:pt x="1368795" y="2427985"/>
                  </a:lnTo>
                  <a:close/>
                  <a:moveTo>
                    <a:pt x="1463420" y="2340480"/>
                  </a:moveTo>
                  <a:lnTo>
                    <a:pt x="1474616" y="2329774"/>
                  </a:lnTo>
                  <a:lnTo>
                    <a:pt x="1445177" y="2266649"/>
                  </a:lnTo>
                  <a:close/>
                  <a:moveTo>
                    <a:pt x="1395159" y="2346813"/>
                  </a:moveTo>
                  <a:lnTo>
                    <a:pt x="1463420" y="2340480"/>
                  </a:lnTo>
                  <a:lnTo>
                    <a:pt x="1445177" y="2266649"/>
                  </a:lnTo>
                  <a:close/>
                  <a:moveTo>
                    <a:pt x="1286470" y="2214486"/>
                  </a:moveTo>
                  <a:lnTo>
                    <a:pt x="1340639" y="2258265"/>
                  </a:lnTo>
                  <a:lnTo>
                    <a:pt x="1346218" y="2176049"/>
                  </a:lnTo>
                  <a:close/>
                  <a:moveTo>
                    <a:pt x="1445177" y="2266649"/>
                  </a:moveTo>
                  <a:lnTo>
                    <a:pt x="1474616" y="2329774"/>
                  </a:lnTo>
                  <a:lnTo>
                    <a:pt x="1487703" y="2258265"/>
                  </a:lnTo>
                  <a:close/>
                  <a:moveTo>
                    <a:pt x="1355371" y="2162593"/>
                  </a:moveTo>
                  <a:lnTo>
                    <a:pt x="1286470" y="2214486"/>
                  </a:lnTo>
                  <a:lnTo>
                    <a:pt x="1346218" y="2176049"/>
                  </a:lnTo>
                  <a:close/>
                  <a:moveTo>
                    <a:pt x="52607" y="635667"/>
                  </a:moveTo>
                  <a:lnTo>
                    <a:pt x="10021" y="734615"/>
                  </a:lnTo>
                  <a:lnTo>
                    <a:pt x="0" y="696178"/>
                  </a:lnTo>
                  <a:close/>
                  <a:moveTo>
                    <a:pt x="52607" y="635667"/>
                  </a:moveTo>
                  <a:lnTo>
                    <a:pt x="17835" y="720863"/>
                  </a:lnTo>
                  <a:lnTo>
                    <a:pt x="10021" y="734615"/>
                  </a:lnTo>
                  <a:close/>
                  <a:moveTo>
                    <a:pt x="52607" y="635667"/>
                  </a:moveTo>
                  <a:lnTo>
                    <a:pt x="68618" y="613962"/>
                  </a:lnTo>
                  <a:lnTo>
                    <a:pt x="65515" y="652399"/>
                  </a:lnTo>
                  <a:close/>
                  <a:moveTo>
                    <a:pt x="1505435" y="2422695"/>
                  </a:moveTo>
                  <a:lnTo>
                    <a:pt x="1611866" y="2349069"/>
                  </a:lnTo>
                  <a:lnTo>
                    <a:pt x="1480503" y="2338022"/>
                  </a:lnTo>
                  <a:close/>
                  <a:moveTo>
                    <a:pt x="1480503" y="2338022"/>
                  </a:moveTo>
                  <a:lnTo>
                    <a:pt x="1611866" y="2349069"/>
                  </a:lnTo>
                  <a:lnTo>
                    <a:pt x="1584899" y="2313742"/>
                  </a:lnTo>
                  <a:close/>
                  <a:moveTo>
                    <a:pt x="1480503" y="2338022"/>
                  </a:moveTo>
                  <a:lnTo>
                    <a:pt x="1565083" y="2229760"/>
                  </a:lnTo>
                  <a:lnTo>
                    <a:pt x="1474616" y="2329774"/>
                  </a:lnTo>
                  <a:close/>
                  <a:moveTo>
                    <a:pt x="1426482" y="2213261"/>
                  </a:moveTo>
                  <a:lnTo>
                    <a:pt x="1424533" y="2222841"/>
                  </a:lnTo>
                  <a:lnTo>
                    <a:pt x="1443179" y="2212239"/>
                  </a:lnTo>
                  <a:close/>
                  <a:moveTo>
                    <a:pt x="1462222" y="2068233"/>
                  </a:moveTo>
                  <a:lnTo>
                    <a:pt x="1355371" y="2162593"/>
                  </a:lnTo>
                  <a:lnTo>
                    <a:pt x="1396803" y="2102297"/>
                  </a:lnTo>
                  <a:close/>
                  <a:moveTo>
                    <a:pt x="679151" y="1353899"/>
                  </a:moveTo>
                  <a:lnTo>
                    <a:pt x="696220" y="1350379"/>
                  </a:lnTo>
                  <a:lnTo>
                    <a:pt x="660113" y="1271684"/>
                  </a:lnTo>
                  <a:close/>
                  <a:moveTo>
                    <a:pt x="696220" y="1350379"/>
                  </a:moveTo>
                  <a:lnTo>
                    <a:pt x="812179" y="1316699"/>
                  </a:lnTo>
                  <a:lnTo>
                    <a:pt x="772964" y="1248488"/>
                  </a:lnTo>
                  <a:close/>
                  <a:moveTo>
                    <a:pt x="696220" y="1350379"/>
                  </a:moveTo>
                  <a:lnTo>
                    <a:pt x="772964" y="1248488"/>
                  </a:lnTo>
                  <a:lnTo>
                    <a:pt x="678923" y="1264350"/>
                  </a:lnTo>
                  <a:close/>
                  <a:moveTo>
                    <a:pt x="112479" y="580863"/>
                  </a:moveTo>
                  <a:lnTo>
                    <a:pt x="68618" y="613962"/>
                  </a:lnTo>
                  <a:lnTo>
                    <a:pt x="154447" y="587041"/>
                  </a:lnTo>
                  <a:close/>
                  <a:moveTo>
                    <a:pt x="1396803" y="2102297"/>
                  </a:moveTo>
                  <a:lnTo>
                    <a:pt x="1438846" y="2111112"/>
                  </a:lnTo>
                  <a:lnTo>
                    <a:pt x="1462222" y="2068233"/>
                  </a:lnTo>
                  <a:close/>
                  <a:moveTo>
                    <a:pt x="1462222" y="2068233"/>
                  </a:moveTo>
                  <a:lnTo>
                    <a:pt x="1438846" y="2111112"/>
                  </a:lnTo>
                  <a:lnTo>
                    <a:pt x="1501876" y="2016962"/>
                  </a:lnTo>
                  <a:close/>
                  <a:moveTo>
                    <a:pt x="1502609" y="2004033"/>
                  </a:moveTo>
                  <a:lnTo>
                    <a:pt x="1496737" y="2024547"/>
                  </a:lnTo>
                  <a:lnTo>
                    <a:pt x="1501876" y="2016962"/>
                  </a:lnTo>
                  <a:close/>
                  <a:moveTo>
                    <a:pt x="1568446" y="1971525"/>
                  </a:moveTo>
                  <a:lnTo>
                    <a:pt x="1527774" y="1934746"/>
                  </a:lnTo>
                  <a:lnTo>
                    <a:pt x="1525640" y="2026684"/>
                  </a:lnTo>
                  <a:close/>
                  <a:moveTo>
                    <a:pt x="1502609" y="2004033"/>
                  </a:moveTo>
                  <a:lnTo>
                    <a:pt x="1519208" y="2016962"/>
                  </a:lnTo>
                  <a:lnTo>
                    <a:pt x="1496737" y="2024547"/>
                  </a:lnTo>
                  <a:close/>
                  <a:moveTo>
                    <a:pt x="355682" y="502437"/>
                  </a:moveTo>
                  <a:lnTo>
                    <a:pt x="303494" y="522514"/>
                  </a:lnTo>
                  <a:lnTo>
                    <a:pt x="233755" y="540430"/>
                  </a:lnTo>
                  <a:close/>
                  <a:moveTo>
                    <a:pt x="355682" y="502437"/>
                  </a:moveTo>
                  <a:lnTo>
                    <a:pt x="233755" y="540430"/>
                  </a:lnTo>
                  <a:lnTo>
                    <a:pt x="286711" y="523224"/>
                  </a:lnTo>
                  <a:close/>
                  <a:moveTo>
                    <a:pt x="729119" y="923264"/>
                  </a:moveTo>
                  <a:lnTo>
                    <a:pt x="735326" y="909729"/>
                  </a:lnTo>
                  <a:lnTo>
                    <a:pt x="690449" y="918104"/>
                  </a:lnTo>
                  <a:close/>
                  <a:moveTo>
                    <a:pt x="1113486" y="1353611"/>
                  </a:moveTo>
                  <a:lnTo>
                    <a:pt x="1097338" y="1388216"/>
                  </a:lnTo>
                  <a:lnTo>
                    <a:pt x="1112718" y="1320805"/>
                  </a:lnTo>
                  <a:close/>
                  <a:moveTo>
                    <a:pt x="1135199" y="1251115"/>
                  </a:moveTo>
                  <a:lnTo>
                    <a:pt x="1113486" y="1353611"/>
                  </a:lnTo>
                  <a:lnTo>
                    <a:pt x="1112718" y="1320805"/>
                  </a:lnTo>
                  <a:close/>
                  <a:moveTo>
                    <a:pt x="1213890" y="1232483"/>
                  </a:moveTo>
                  <a:lnTo>
                    <a:pt x="1179440" y="1238590"/>
                  </a:lnTo>
                  <a:lnTo>
                    <a:pt x="1267623" y="1252370"/>
                  </a:lnTo>
                  <a:close/>
                  <a:moveTo>
                    <a:pt x="1179440" y="1238590"/>
                  </a:moveTo>
                  <a:lnTo>
                    <a:pt x="1135199" y="1251115"/>
                  </a:lnTo>
                  <a:lnTo>
                    <a:pt x="1267623" y="1252370"/>
                  </a:lnTo>
                  <a:close/>
                  <a:moveTo>
                    <a:pt x="1213890" y="1232483"/>
                  </a:moveTo>
                  <a:lnTo>
                    <a:pt x="1267623" y="1252370"/>
                  </a:lnTo>
                  <a:lnTo>
                    <a:pt x="1311640" y="1200153"/>
                  </a:lnTo>
                  <a:close/>
                  <a:moveTo>
                    <a:pt x="1448385" y="1163027"/>
                  </a:moveTo>
                  <a:lnTo>
                    <a:pt x="1348239" y="1183852"/>
                  </a:lnTo>
                  <a:lnTo>
                    <a:pt x="1451745" y="1168251"/>
                  </a:lnTo>
                  <a:close/>
                  <a:moveTo>
                    <a:pt x="1348239" y="1183852"/>
                  </a:moveTo>
                  <a:lnTo>
                    <a:pt x="1378824" y="1174266"/>
                  </a:lnTo>
                  <a:lnTo>
                    <a:pt x="1451745" y="1168251"/>
                  </a:lnTo>
                  <a:close/>
                  <a:moveTo>
                    <a:pt x="1378824" y="1174266"/>
                  </a:moveTo>
                  <a:lnTo>
                    <a:pt x="1434203" y="1166121"/>
                  </a:lnTo>
                  <a:lnTo>
                    <a:pt x="1451745" y="1168251"/>
                  </a:lnTo>
                  <a:close/>
                  <a:moveTo>
                    <a:pt x="940635" y="220178"/>
                  </a:moveTo>
                  <a:lnTo>
                    <a:pt x="982465" y="161375"/>
                  </a:lnTo>
                  <a:lnTo>
                    <a:pt x="945854" y="180477"/>
                  </a:lnTo>
                  <a:close/>
                  <a:moveTo>
                    <a:pt x="979690" y="142041"/>
                  </a:moveTo>
                  <a:lnTo>
                    <a:pt x="999330" y="59826"/>
                  </a:lnTo>
                  <a:lnTo>
                    <a:pt x="945854" y="180477"/>
                  </a:lnTo>
                  <a:close/>
                  <a:moveTo>
                    <a:pt x="1071393" y="0"/>
                  </a:moveTo>
                  <a:lnTo>
                    <a:pt x="1021696" y="29394"/>
                  </a:lnTo>
                  <a:lnTo>
                    <a:pt x="999330" y="5982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74" name="Candidate_density__2073">
              <a:extLst>
                <a:ext uri="{FF2B5EF4-FFF2-40B4-BE49-F238E27FC236}">
                  <a16:creationId xmlns:a16="http://schemas.microsoft.com/office/drawing/2014/main" id="{869F941C-9862-B71D-948B-6C7A56ADBE69}"/>
                </a:ext>
              </a:extLst>
            </p:cNvPr>
            <p:cNvSpPr>
              <a:spLocks noGrp="1"/>
            </p:cNvSpPr>
            <p:nvPr/>
          </p:nvSpPr>
          <p:spPr>
            <a:xfrm>
              <a:off x="4353353" y="1895468"/>
              <a:ext cx="2312144" cy="3399612"/>
            </a:xfrm>
            <a:custGeom>
              <a:avLst/>
              <a:gdLst/>
              <a:ahLst/>
              <a:cxnLst/>
              <a:rect l="0" t="0" r="0" b="0"/>
              <a:pathLst>
                <a:path w="2312144" h="3399612">
                  <a:moveTo>
                    <a:pt x="308632" y="3033194"/>
                  </a:moveTo>
                  <a:lnTo>
                    <a:pt x="346274" y="3070752"/>
                  </a:lnTo>
                  <a:lnTo>
                    <a:pt x="299119" y="3061084"/>
                  </a:lnTo>
                  <a:close/>
                  <a:moveTo>
                    <a:pt x="670512" y="3399612"/>
                  </a:moveTo>
                  <a:lnTo>
                    <a:pt x="701007" y="3388864"/>
                  </a:lnTo>
                  <a:lnTo>
                    <a:pt x="602945" y="3361062"/>
                  </a:lnTo>
                  <a:close/>
                  <a:moveTo>
                    <a:pt x="523257" y="3341783"/>
                  </a:moveTo>
                  <a:lnTo>
                    <a:pt x="602945" y="3361062"/>
                  </a:lnTo>
                  <a:lnTo>
                    <a:pt x="648727" y="3317034"/>
                  </a:lnTo>
                  <a:close/>
                  <a:moveTo>
                    <a:pt x="346274" y="3070752"/>
                  </a:moveTo>
                  <a:lnTo>
                    <a:pt x="404990" y="3047375"/>
                  </a:lnTo>
                  <a:lnTo>
                    <a:pt x="299119" y="3061084"/>
                  </a:lnTo>
                  <a:close/>
                  <a:moveTo>
                    <a:pt x="299119" y="3061084"/>
                  </a:moveTo>
                  <a:lnTo>
                    <a:pt x="404990" y="3047375"/>
                  </a:lnTo>
                  <a:lnTo>
                    <a:pt x="422980" y="3030319"/>
                  </a:lnTo>
                  <a:close/>
                  <a:moveTo>
                    <a:pt x="490718" y="3004923"/>
                  </a:moveTo>
                  <a:lnTo>
                    <a:pt x="467871" y="2982955"/>
                  </a:lnTo>
                  <a:lnTo>
                    <a:pt x="422980" y="3030319"/>
                  </a:lnTo>
                  <a:close/>
                  <a:moveTo>
                    <a:pt x="498651" y="2531362"/>
                  </a:moveTo>
                  <a:lnTo>
                    <a:pt x="566024" y="2577414"/>
                  </a:lnTo>
                  <a:lnTo>
                    <a:pt x="622669" y="2591222"/>
                  </a:lnTo>
                  <a:close/>
                  <a:moveTo>
                    <a:pt x="148599" y="1933526"/>
                  </a:moveTo>
                  <a:lnTo>
                    <a:pt x="99930" y="1930425"/>
                  </a:lnTo>
                  <a:lnTo>
                    <a:pt x="28282" y="1870657"/>
                  </a:lnTo>
                  <a:close/>
                  <a:moveTo>
                    <a:pt x="162674" y="1891989"/>
                  </a:moveTo>
                  <a:lnTo>
                    <a:pt x="80730" y="1928110"/>
                  </a:lnTo>
                  <a:lnTo>
                    <a:pt x="185658" y="1839518"/>
                  </a:lnTo>
                  <a:close/>
                  <a:moveTo>
                    <a:pt x="77211" y="1927912"/>
                  </a:moveTo>
                  <a:lnTo>
                    <a:pt x="99930" y="1930425"/>
                  </a:lnTo>
                  <a:lnTo>
                    <a:pt x="185658" y="1839518"/>
                  </a:lnTo>
                  <a:close/>
                  <a:moveTo>
                    <a:pt x="847308" y="2529778"/>
                  </a:moveTo>
                  <a:lnTo>
                    <a:pt x="750164" y="2556822"/>
                  </a:lnTo>
                  <a:lnTo>
                    <a:pt x="833846" y="2591039"/>
                  </a:lnTo>
                  <a:close/>
                  <a:moveTo>
                    <a:pt x="847308" y="2529778"/>
                  </a:moveTo>
                  <a:lnTo>
                    <a:pt x="750083" y="2548228"/>
                  </a:lnTo>
                  <a:lnTo>
                    <a:pt x="750164" y="2556822"/>
                  </a:lnTo>
                  <a:close/>
                  <a:moveTo>
                    <a:pt x="847308" y="2529778"/>
                  </a:moveTo>
                  <a:lnTo>
                    <a:pt x="833846" y="2591039"/>
                  </a:lnTo>
                  <a:lnTo>
                    <a:pt x="856422" y="2549709"/>
                  </a:lnTo>
                  <a:close/>
                  <a:moveTo>
                    <a:pt x="198138" y="1793160"/>
                  </a:moveTo>
                  <a:lnTo>
                    <a:pt x="173604" y="1713013"/>
                  </a:lnTo>
                  <a:lnTo>
                    <a:pt x="204628" y="1771337"/>
                  </a:lnTo>
                  <a:close/>
                  <a:moveTo>
                    <a:pt x="101472" y="1610971"/>
                  </a:moveTo>
                  <a:lnTo>
                    <a:pt x="170918" y="1689122"/>
                  </a:lnTo>
                  <a:lnTo>
                    <a:pt x="173604" y="1713013"/>
                  </a:lnTo>
                  <a:close/>
                  <a:moveTo>
                    <a:pt x="0" y="1645343"/>
                  </a:moveTo>
                  <a:lnTo>
                    <a:pt x="101472" y="1610971"/>
                  </a:lnTo>
                  <a:lnTo>
                    <a:pt x="105928" y="1604875"/>
                  </a:lnTo>
                  <a:close/>
                  <a:moveTo>
                    <a:pt x="101472" y="1610971"/>
                  </a:moveTo>
                  <a:lnTo>
                    <a:pt x="170518" y="1615430"/>
                  </a:lnTo>
                  <a:lnTo>
                    <a:pt x="105928" y="1604875"/>
                  </a:lnTo>
                  <a:close/>
                  <a:moveTo>
                    <a:pt x="170518" y="1615430"/>
                  </a:moveTo>
                  <a:lnTo>
                    <a:pt x="174861" y="1583948"/>
                  </a:lnTo>
                  <a:lnTo>
                    <a:pt x="105928" y="1604875"/>
                  </a:lnTo>
                  <a:close/>
                  <a:moveTo>
                    <a:pt x="174861" y="1583948"/>
                  </a:moveTo>
                  <a:lnTo>
                    <a:pt x="170518" y="1615430"/>
                  </a:lnTo>
                  <a:lnTo>
                    <a:pt x="203752" y="1524692"/>
                  </a:lnTo>
                  <a:close/>
                  <a:moveTo>
                    <a:pt x="785009" y="2041499"/>
                  </a:moveTo>
                  <a:lnTo>
                    <a:pt x="818971" y="2052354"/>
                  </a:lnTo>
                  <a:lnTo>
                    <a:pt x="802958" y="2023324"/>
                  </a:lnTo>
                  <a:close/>
                  <a:moveTo>
                    <a:pt x="1491253" y="2560394"/>
                  </a:moveTo>
                  <a:lnTo>
                    <a:pt x="1459357" y="2612168"/>
                  </a:lnTo>
                  <a:lnTo>
                    <a:pt x="1505776" y="2570517"/>
                  </a:lnTo>
                  <a:close/>
                  <a:moveTo>
                    <a:pt x="1463565" y="2478179"/>
                  </a:moveTo>
                  <a:lnTo>
                    <a:pt x="1398028" y="2446320"/>
                  </a:lnTo>
                  <a:lnTo>
                    <a:pt x="1355740" y="2503416"/>
                  </a:lnTo>
                  <a:close/>
                  <a:moveTo>
                    <a:pt x="1355740" y="2503416"/>
                  </a:moveTo>
                  <a:lnTo>
                    <a:pt x="1277340" y="2422538"/>
                  </a:lnTo>
                  <a:lnTo>
                    <a:pt x="1282097" y="2434400"/>
                  </a:lnTo>
                  <a:close/>
                  <a:moveTo>
                    <a:pt x="1256879" y="2412451"/>
                  </a:moveTo>
                  <a:lnTo>
                    <a:pt x="1282097" y="2434400"/>
                  </a:lnTo>
                  <a:lnTo>
                    <a:pt x="1277340" y="2422538"/>
                  </a:lnTo>
                  <a:close/>
                  <a:moveTo>
                    <a:pt x="827887" y="1941109"/>
                  </a:moveTo>
                  <a:lnTo>
                    <a:pt x="791659" y="2013966"/>
                  </a:lnTo>
                  <a:lnTo>
                    <a:pt x="802958" y="2023324"/>
                  </a:lnTo>
                  <a:close/>
                  <a:moveTo>
                    <a:pt x="462511" y="1499229"/>
                  </a:moveTo>
                  <a:lnTo>
                    <a:pt x="506447" y="1557316"/>
                  </a:lnTo>
                  <a:lnTo>
                    <a:pt x="470736" y="1530034"/>
                  </a:lnTo>
                  <a:close/>
                  <a:moveTo>
                    <a:pt x="644312" y="1573812"/>
                  </a:moveTo>
                  <a:lnTo>
                    <a:pt x="677265" y="1638659"/>
                  </a:lnTo>
                  <a:lnTo>
                    <a:pt x="733209" y="1632622"/>
                  </a:lnTo>
                  <a:close/>
                  <a:moveTo>
                    <a:pt x="474670" y="1447818"/>
                  </a:moveTo>
                  <a:lnTo>
                    <a:pt x="451232" y="1409382"/>
                  </a:lnTo>
                  <a:lnTo>
                    <a:pt x="470736" y="1530034"/>
                  </a:lnTo>
                  <a:close/>
                  <a:moveTo>
                    <a:pt x="474670" y="1447818"/>
                  </a:moveTo>
                  <a:lnTo>
                    <a:pt x="491680" y="1327167"/>
                  </a:lnTo>
                  <a:lnTo>
                    <a:pt x="451232" y="1409382"/>
                  </a:lnTo>
                  <a:close/>
                  <a:moveTo>
                    <a:pt x="1463565" y="2478179"/>
                  </a:moveTo>
                  <a:lnTo>
                    <a:pt x="1491253" y="2560394"/>
                  </a:lnTo>
                  <a:lnTo>
                    <a:pt x="1424410" y="2463657"/>
                  </a:lnTo>
                  <a:close/>
                  <a:moveTo>
                    <a:pt x="941487" y="1713066"/>
                  </a:moveTo>
                  <a:lnTo>
                    <a:pt x="971708" y="1788590"/>
                  </a:lnTo>
                  <a:lnTo>
                    <a:pt x="1000503" y="1820458"/>
                  </a:lnTo>
                  <a:close/>
                  <a:moveTo>
                    <a:pt x="971708" y="1788590"/>
                  </a:moveTo>
                  <a:lnTo>
                    <a:pt x="941487" y="1713066"/>
                  </a:lnTo>
                  <a:lnTo>
                    <a:pt x="967188" y="1782021"/>
                  </a:lnTo>
                  <a:close/>
                  <a:moveTo>
                    <a:pt x="733209" y="1632622"/>
                  </a:moveTo>
                  <a:lnTo>
                    <a:pt x="643653" y="1573241"/>
                  </a:lnTo>
                  <a:lnTo>
                    <a:pt x="644312" y="1573812"/>
                  </a:lnTo>
                  <a:close/>
                  <a:moveTo>
                    <a:pt x="1628670" y="2618966"/>
                  </a:moveTo>
                  <a:lnTo>
                    <a:pt x="1716413" y="2686387"/>
                  </a:lnTo>
                  <a:lnTo>
                    <a:pt x="1654834" y="2633959"/>
                  </a:lnTo>
                  <a:close/>
                  <a:moveTo>
                    <a:pt x="1803866" y="2565736"/>
                  </a:moveTo>
                  <a:lnTo>
                    <a:pt x="1781188" y="2612518"/>
                  </a:lnTo>
                  <a:lnTo>
                    <a:pt x="1824273" y="2581128"/>
                  </a:lnTo>
                  <a:close/>
                  <a:moveTo>
                    <a:pt x="1824273" y="2581128"/>
                  </a:moveTo>
                  <a:lnTo>
                    <a:pt x="1781188" y="2612518"/>
                  </a:lnTo>
                  <a:lnTo>
                    <a:pt x="1777331" y="2658791"/>
                  </a:lnTo>
                  <a:close/>
                  <a:moveTo>
                    <a:pt x="1824273" y="2581128"/>
                  </a:moveTo>
                  <a:lnTo>
                    <a:pt x="1777331" y="2658791"/>
                  </a:lnTo>
                  <a:lnTo>
                    <a:pt x="1859370" y="2652687"/>
                  </a:lnTo>
                  <a:close/>
                  <a:moveTo>
                    <a:pt x="1859370" y="2652687"/>
                  </a:moveTo>
                  <a:lnTo>
                    <a:pt x="1917030" y="2666403"/>
                  </a:lnTo>
                  <a:lnTo>
                    <a:pt x="1824273" y="2581128"/>
                  </a:lnTo>
                  <a:close/>
                  <a:moveTo>
                    <a:pt x="1312146" y="2093964"/>
                  </a:moveTo>
                  <a:lnTo>
                    <a:pt x="1333297" y="2110882"/>
                  </a:lnTo>
                  <a:lnTo>
                    <a:pt x="1296453" y="2006631"/>
                  </a:lnTo>
                  <a:close/>
                  <a:moveTo>
                    <a:pt x="1404281" y="2039299"/>
                  </a:moveTo>
                  <a:lnTo>
                    <a:pt x="1361323" y="2093886"/>
                  </a:lnTo>
                  <a:lnTo>
                    <a:pt x="1483548" y="2057009"/>
                  </a:lnTo>
                  <a:close/>
                  <a:moveTo>
                    <a:pt x="196604" y="593300"/>
                  </a:moveTo>
                  <a:lnTo>
                    <a:pt x="156652" y="655057"/>
                  </a:lnTo>
                  <a:lnTo>
                    <a:pt x="197978" y="592573"/>
                  </a:lnTo>
                  <a:close/>
                  <a:moveTo>
                    <a:pt x="197978" y="592573"/>
                  </a:moveTo>
                  <a:lnTo>
                    <a:pt x="156652" y="655057"/>
                  </a:lnTo>
                  <a:lnTo>
                    <a:pt x="220500" y="713225"/>
                  </a:lnTo>
                  <a:close/>
                  <a:moveTo>
                    <a:pt x="197978" y="592573"/>
                  </a:moveTo>
                  <a:lnTo>
                    <a:pt x="220500" y="713225"/>
                  </a:lnTo>
                  <a:lnTo>
                    <a:pt x="229043" y="674788"/>
                  </a:lnTo>
                  <a:close/>
                  <a:moveTo>
                    <a:pt x="138258" y="586284"/>
                  </a:moveTo>
                  <a:lnTo>
                    <a:pt x="127249" y="631010"/>
                  </a:lnTo>
                  <a:lnTo>
                    <a:pt x="196604" y="593300"/>
                  </a:lnTo>
                  <a:close/>
                  <a:moveTo>
                    <a:pt x="197978" y="592573"/>
                  </a:moveTo>
                  <a:lnTo>
                    <a:pt x="134350" y="543819"/>
                  </a:lnTo>
                  <a:lnTo>
                    <a:pt x="139000" y="548794"/>
                  </a:lnTo>
                  <a:close/>
                  <a:moveTo>
                    <a:pt x="138258" y="586284"/>
                  </a:moveTo>
                  <a:lnTo>
                    <a:pt x="196604" y="593300"/>
                  </a:lnTo>
                  <a:lnTo>
                    <a:pt x="197978" y="592573"/>
                  </a:lnTo>
                  <a:close/>
                  <a:moveTo>
                    <a:pt x="139000" y="548794"/>
                  </a:moveTo>
                  <a:lnTo>
                    <a:pt x="138258" y="586284"/>
                  </a:lnTo>
                  <a:lnTo>
                    <a:pt x="197978" y="592573"/>
                  </a:lnTo>
                  <a:close/>
                  <a:moveTo>
                    <a:pt x="1780707" y="2555955"/>
                  </a:moveTo>
                  <a:lnTo>
                    <a:pt x="1803866" y="2565736"/>
                  </a:lnTo>
                  <a:lnTo>
                    <a:pt x="1758959" y="2529405"/>
                  </a:lnTo>
                  <a:close/>
                  <a:moveTo>
                    <a:pt x="1502817" y="2072446"/>
                  </a:moveTo>
                  <a:lnTo>
                    <a:pt x="1577579" y="2129915"/>
                  </a:lnTo>
                  <a:lnTo>
                    <a:pt x="1562381" y="2116224"/>
                  </a:lnTo>
                  <a:close/>
                  <a:moveTo>
                    <a:pt x="1146468" y="1707105"/>
                  </a:moveTo>
                  <a:lnTo>
                    <a:pt x="1160009" y="1683319"/>
                  </a:lnTo>
                  <a:lnTo>
                    <a:pt x="1200959" y="1723398"/>
                  </a:lnTo>
                  <a:close/>
                  <a:moveTo>
                    <a:pt x="261480" y="501057"/>
                  </a:moveTo>
                  <a:lnTo>
                    <a:pt x="197978" y="592573"/>
                  </a:lnTo>
                  <a:lnTo>
                    <a:pt x="283631" y="583142"/>
                  </a:lnTo>
                  <a:close/>
                  <a:moveTo>
                    <a:pt x="279573" y="510358"/>
                  </a:moveTo>
                  <a:lnTo>
                    <a:pt x="281570" y="413043"/>
                  </a:lnTo>
                  <a:lnTo>
                    <a:pt x="261480" y="501057"/>
                  </a:lnTo>
                  <a:close/>
                  <a:moveTo>
                    <a:pt x="1655013" y="2034009"/>
                  </a:moveTo>
                  <a:lnTo>
                    <a:pt x="1640359" y="1951794"/>
                  </a:lnTo>
                  <a:lnTo>
                    <a:pt x="1686046" y="1995572"/>
                  </a:lnTo>
                  <a:close/>
                  <a:moveTo>
                    <a:pt x="1521582" y="1844696"/>
                  </a:moveTo>
                  <a:lnTo>
                    <a:pt x="1476409" y="1831142"/>
                  </a:lnTo>
                  <a:lnTo>
                    <a:pt x="1478666" y="1823552"/>
                  </a:lnTo>
                  <a:close/>
                  <a:moveTo>
                    <a:pt x="1611015" y="1824522"/>
                  </a:moveTo>
                  <a:lnTo>
                    <a:pt x="1521582" y="1844696"/>
                  </a:lnTo>
                  <a:lnTo>
                    <a:pt x="1478666" y="1823552"/>
                  </a:lnTo>
                  <a:close/>
                  <a:moveTo>
                    <a:pt x="1600570" y="1841073"/>
                  </a:moveTo>
                  <a:lnTo>
                    <a:pt x="1685393" y="1832706"/>
                  </a:lnTo>
                  <a:lnTo>
                    <a:pt x="1611015" y="1824522"/>
                  </a:lnTo>
                  <a:close/>
                  <a:moveTo>
                    <a:pt x="1408380" y="1624218"/>
                  </a:moveTo>
                  <a:lnTo>
                    <a:pt x="1444964" y="1606709"/>
                  </a:lnTo>
                  <a:lnTo>
                    <a:pt x="1431784" y="1584496"/>
                  </a:lnTo>
                  <a:close/>
                  <a:moveTo>
                    <a:pt x="1149692" y="1364708"/>
                  </a:moveTo>
                  <a:lnTo>
                    <a:pt x="1089643" y="1458503"/>
                  </a:lnTo>
                  <a:lnTo>
                    <a:pt x="1146540" y="1417762"/>
                  </a:lnTo>
                  <a:close/>
                  <a:moveTo>
                    <a:pt x="1084268" y="1457396"/>
                  </a:moveTo>
                  <a:lnTo>
                    <a:pt x="1089643" y="1458503"/>
                  </a:lnTo>
                  <a:lnTo>
                    <a:pt x="1149692" y="1364708"/>
                  </a:lnTo>
                  <a:close/>
                  <a:moveTo>
                    <a:pt x="1101903" y="1342967"/>
                  </a:moveTo>
                  <a:lnTo>
                    <a:pt x="1084268" y="1457396"/>
                  </a:lnTo>
                  <a:lnTo>
                    <a:pt x="1149692" y="1364708"/>
                  </a:lnTo>
                  <a:close/>
                  <a:moveTo>
                    <a:pt x="1149692" y="1364708"/>
                  </a:moveTo>
                  <a:lnTo>
                    <a:pt x="1161247" y="1257546"/>
                  </a:lnTo>
                  <a:lnTo>
                    <a:pt x="1100841" y="1310354"/>
                  </a:lnTo>
                  <a:close/>
                  <a:moveTo>
                    <a:pt x="906951" y="940406"/>
                  </a:moveTo>
                  <a:lnTo>
                    <a:pt x="847666" y="928013"/>
                  </a:lnTo>
                  <a:lnTo>
                    <a:pt x="810475" y="997240"/>
                  </a:lnTo>
                  <a:close/>
                  <a:moveTo>
                    <a:pt x="543613" y="793241"/>
                  </a:moveTo>
                  <a:lnTo>
                    <a:pt x="567956" y="882997"/>
                  </a:lnTo>
                  <a:lnTo>
                    <a:pt x="581690" y="800782"/>
                  </a:lnTo>
                  <a:close/>
                  <a:moveTo>
                    <a:pt x="543613" y="793241"/>
                  </a:moveTo>
                  <a:lnTo>
                    <a:pt x="581690" y="800782"/>
                  </a:lnTo>
                  <a:lnTo>
                    <a:pt x="613376" y="697025"/>
                  </a:lnTo>
                  <a:close/>
                  <a:moveTo>
                    <a:pt x="549834" y="688090"/>
                  </a:moveTo>
                  <a:lnTo>
                    <a:pt x="543613" y="793241"/>
                  </a:lnTo>
                  <a:lnTo>
                    <a:pt x="613376" y="697025"/>
                  </a:lnTo>
                  <a:close/>
                  <a:moveTo>
                    <a:pt x="549834" y="688090"/>
                  </a:moveTo>
                  <a:lnTo>
                    <a:pt x="613376" y="697025"/>
                  </a:lnTo>
                  <a:lnTo>
                    <a:pt x="554809" y="662118"/>
                  </a:lnTo>
                  <a:close/>
                  <a:moveTo>
                    <a:pt x="613376" y="697025"/>
                  </a:moveTo>
                  <a:lnTo>
                    <a:pt x="630656" y="667041"/>
                  </a:lnTo>
                  <a:lnTo>
                    <a:pt x="554809" y="662118"/>
                  </a:lnTo>
                  <a:close/>
                  <a:moveTo>
                    <a:pt x="348797" y="351270"/>
                  </a:moveTo>
                  <a:lnTo>
                    <a:pt x="375804" y="368614"/>
                  </a:lnTo>
                  <a:lnTo>
                    <a:pt x="401969" y="369333"/>
                  </a:lnTo>
                  <a:close/>
                  <a:moveTo>
                    <a:pt x="344332" y="369043"/>
                  </a:moveTo>
                  <a:lnTo>
                    <a:pt x="348797" y="351270"/>
                  </a:lnTo>
                  <a:lnTo>
                    <a:pt x="316887" y="329883"/>
                  </a:lnTo>
                  <a:close/>
                  <a:moveTo>
                    <a:pt x="316887" y="329883"/>
                  </a:moveTo>
                  <a:lnTo>
                    <a:pt x="306742" y="364169"/>
                  </a:lnTo>
                  <a:lnTo>
                    <a:pt x="344332" y="369043"/>
                  </a:lnTo>
                  <a:close/>
                  <a:moveTo>
                    <a:pt x="2312144" y="2487458"/>
                  </a:moveTo>
                  <a:lnTo>
                    <a:pt x="2284688" y="2456125"/>
                  </a:lnTo>
                  <a:lnTo>
                    <a:pt x="2288447" y="2546223"/>
                  </a:lnTo>
                  <a:close/>
                  <a:moveTo>
                    <a:pt x="2054972" y="2368211"/>
                  </a:moveTo>
                  <a:lnTo>
                    <a:pt x="2055507" y="2406647"/>
                  </a:lnTo>
                  <a:lnTo>
                    <a:pt x="2067821" y="2417810"/>
                  </a:lnTo>
                  <a:close/>
                  <a:moveTo>
                    <a:pt x="1913180" y="1957136"/>
                  </a:moveTo>
                  <a:lnTo>
                    <a:pt x="1844486" y="1924915"/>
                  </a:lnTo>
                  <a:lnTo>
                    <a:pt x="1789451" y="1934349"/>
                  </a:lnTo>
                  <a:close/>
                  <a:moveTo>
                    <a:pt x="1761117" y="1874921"/>
                  </a:moveTo>
                  <a:lnTo>
                    <a:pt x="1789451" y="1934349"/>
                  </a:lnTo>
                  <a:lnTo>
                    <a:pt x="1844486" y="1924915"/>
                  </a:lnTo>
                  <a:close/>
                  <a:moveTo>
                    <a:pt x="1761117" y="1874921"/>
                  </a:moveTo>
                  <a:lnTo>
                    <a:pt x="1735461" y="1913357"/>
                  </a:lnTo>
                  <a:lnTo>
                    <a:pt x="1789451" y="1934349"/>
                  </a:lnTo>
                  <a:close/>
                  <a:moveTo>
                    <a:pt x="1686690" y="1828797"/>
                  </a:moveTo>
                  <a:lnTo>
                    <a:pt x="1690481" y="1828570"/>
                  </a:lnTo>
                  <a:lnTo>
                    <a:pt x="1652371" y="1798960"/>
                  </a:lnTo>
                  <a:close/>
                  <a:moveTo>
                    <a:pt x="648163" y="517293"/>
                  </a:moveTo>
                  <a:lnTo>
                    <a:pt x="675609" y="556457"/>
                  </a:lnTo>
                  <a:lnTo>
                    <a:pt x="725936" y="529417"/>
                  </a:lnTo>
                  <a:close/>
                  <a:moveTo>
                    <a:pt x="424427" y="312834"/>
                  </a:moveTo>
                  <a:lnTo>
                    <a:pt x="348797" y="351270"/>
                  </a:lnTo>
                  <a:lnTo>
                    <a:pt x="401969" y="369333"/>
                  </a:lnTo>
                  <a:close/>
                  <a:moveTo>
                    <a:pt x="401969" y="369333"/>
                  </a:moveTo>
                  <a:lnTo>
                    <a:pt x="481172" y="386803"/>
                  </a:lnTo>
                  <a:lnTo>
                    <a:pt x="537791" y="383290"/>
                  </a:lnTo>
                  <a:close/>
                  <a:moveTo>
                    <a:pt x="447341" y="323773"/>
                  </a:moveTo>
                  <a:lnTo>
                    <a:pt x="401969" y="369333"/>
                  </a:lnTo>
                  <a:lnTo>
                    <a:pt x="537791" y="383290"/>
                  </a:lnTo>
                  <a:close/>
                  <a:moveTo>
                    <a:pt x="1752489" y="1859611"/>
                  </a:moveTo>
                  <a:lnTo>
                    <a:pt x="1652371" y="1798960"/>
                  </a:lnTo>
                  <a:lnTo>
                    <a:pt x="1690481" y="1828570"/>
                  </a:lnTo>
                  <a:close/>
                  <a:moveTo>
                    <a:pt x="2285505" y="2448523"/>
                  </a:moveTo>
                  <a:lnTo>
                    <a:pt x="2223455" y="2505842"/>
                  </a:lnTo>
                  <a:lnTo>
                    <a:pt x="2284688" y="2456125"/>
                  </a:lnTo>
                  <a:close/>
                  <a:moveTo>
                    <a:pt x="2285505" y="2448523"/>
                  </a:moveTo>
                  <a:lnTo>
                    <a:pt x="2284688" y="2456125"/>
                  </a:lnTo>
                  <a:lnTo>
                    <a:pt x="2286553" y="2450426"/>
                  </a:lnTo>
                  <a:close/>
                  <a:moveTo>
                    <a:pt x="2277630" y="2354833"/>
                  </a:moveTo>
                  <a:lnTo>
                    <a:pt x="2286553" y="2450426"/>
                  </a:lnTo>
                  <a:lnTo>
                    <a:pt x="2294280" y="2368211"/>
                  </a:lnTo>
                  <a:close/>
                  <a:moveTo>
                    <a:pt x="2277630" y="2354833"/>
                  </a:moveTo>
                  <a:lnTo>
                    <a:pt x="2285505" y="2448523"/>
                  </a:lnTo>
                  <a:lnTo>
                    <a:pt x="2286553" y="2450426"/>
                  </a:lnTo>
                  <a:close/>
                  <a:moveTo>
                    <a:pt x="2250237" y="2327318"/>
                  </a:moveTo>
                  <a:lnTo>
                    <a:pt x="2213925" y="2346032"/>
                  </a:lnTo>
                  <a:lnTo>
                    <a:pt x="2277630" y="2354833"/>
                  </a:lnTo>
                  <a:close/>
                  <a:moveTo>
                    <a:pt x="1913180" y="1957136"/>
                  </a:moveTo>
                  <a:lnTo>
                    <a:pt x="1941137" y="1946159"/>
                  </a:lnTo>
                  <a:lnTo>
                    <a:pt x="1955368" y="1845623"/>
                  </a:lnTo>
                  <a:close/>
                  <a:moveTo>
                    <a:pt x="1844486" y="1924915"/>
                  </a:moveTo>
                  <a:lnTo>
                    <a:pt x="1913180" y="1957136"/>
                  </a:lnTo>
                  <a:lnTo>
                    <a:pt x="1955368" y="1845623"/>
                  </a:lnTo>
                  <a:close/>
                  <a:moveTo>
                    <a:pt x="1941137" y="1946159"/>
                  </a:moveTo>
                  <a:lnTo>
                    <a:pt x="1997828" y="1940919"/>
                  </a:lnTo>
                  <a:lnTo>
                    <a:pt x="1955368" y="1845623"/>
                  </a:lnTo>
                  <a:close/>
                  <a:moveTo>
                    <a:pt x="1761117" y="1874921"/>
                  </a:moveTo>
                  <a:lnTo>
                    <a:pt x="1844486" y="1924915"/>
                  </a:lnTo>
                  <a:lnTo>
                    <a:pt x="1758945" y="1873001"/>
                  </a:lnTo>
                  <a:close/>
                  <a:moveTo>
                    <a:pt x="1752489" y="1859611"/>
                  </a:moveTo>
                  <a:lnTo>
                    <a:pt x="1761117" y="1874921"/>
                  </a:lnTo>
                  <a:lnTo>
                    <a:pt x="1758945" y="1873001"/>
                  </a:lnTo>
                  <a:close/>
                  <a:moveTo>
                    <a:pt x="1563260" y="1546060"/>
                  </a:moveTo>
                  <a:lnTo>
                    <a:pt x="1589622" y="1507624"/>
                  </a:lnTo>
                  <a:lnTo>
                    <a:pt x="1509710" y="1509216"/>
                  </a:lnTo>
                  <a:close/>
                  <a:moveTo>
                    <a:pt x="1589622" y="1507624"/>
                  </a:moveTo>
                  <a:lnTo>
                    <a:pt x="1560372" y="1483432"/>
                  </a:lnTo>
                  <a:lnTo>
                    <a:pt x="1509710" y="1509216"/>
                  </a:lnTo>
                  <a:close/>
                  <a:moveTo>
                    <a:pt x="1649867" y="1539379"/>
                  </a:moveTo>
                  <a:lnTo>
                    <a:pt x="1603932" y="1582838"/>
                  </a:lnTo>
                  <a:lnTo>
                    <a:pt x="1728322" y="1554051"/>
                  </a:lnTo>
                  <a:close/>
                  <a:moveTo>
                    <a:pt x="725936" y="529417"/>
                  </a:moveTo>
                  <a:lnTo>
                    <a:pt x="695667" y="479700"/>
                  </a:lnTo>
                  <a:lnTo>
                    <a:pt x="648163" y="517293"/>
                  </a:lnTo>
                  <a:close/>
                  <a:moveTo>
                    <a:pt x="1951282" y="1754269"/>
                  </a:moveTo>
                  <a:lnTo>
                    <a:pt x="1938898" y="1747795"/>
                  </a:lnTo>
                  <a:lnTo>
                    <a:pt x="2012990" y="1798048"/>
                  </a:lnTo>
                  <a:close/>
                  <a:moveTo>
                    <a:pt x="1961820" y="1836484"/>
                  </a:moveTo>
                  <a:lnTo>
                    <a:pt x="1951282" y="1754269"/>
                  </a:lnTo>
                  <a:lnTo>
                    <a:pt x="2012990" y="1798048"/>
                  </a:lnTo>
                  <a:close/>
                  <a:moveTo>
                    <a:pt x="1456067" y="1096549"/>
                  </a:moveTo>
                  <a:lnTo>
                    <a:pt x="1457112" y="1097360"/>
                  </a:lnTo>
                  <a:lnTo>
                    <a:pt x="1416882" y="1068487"/>
                  </a:lnTo>
                  <a:close/>
                  <a:moveTo>
                    <a:pt x="790221" y="413661"/>
                  </a:moveTo>
                  <a:lnTo>
                    <a:pt x="837948" y="454350"/>
                  </a:lnTo>
                  <a:lnTo>
                    <a:pt x="814250" y="438828"/>
                  </a:lnTo>
                  <a:close/>
                  <a:moveTo>
                    <a:pt x="866796" y="311906"/>
                  </a:moveTo>
                  <a:lnTo>
                    <a:pt x="870882" y="318176"/>
                  </a:lnTo>
                  <a:lnTo>
                    <a:pt x="888333" y="212326"/>
                  </a:lnTo>
                  <a:close/>
                  <a:moveTo>
                    <a:pt x="1553971" y="817443"/>
                  </a:moveTo>
                  <a:lnTo>
                    <a:pt x="1544501" y="855245"/>
                  </a:lnTo>
                  <a:lnTo>
                    <a:pt x="1487231" y="779564"/>
                  </a:lnTo>
                  <a:close/>
                  <a:moveTo>
                    <a:pt x="1521028" y="443856"/>
                  </a:moveTo>
                  <a:lnTo>
                    <a:pt x="1526022" y="494191"/>
                  </a:lnTo>
                  <a:lnTo>
                    <a:pt x="1536114" y="449511"/>
                  </a:lnTo>
                  <a:close/>
                  <a:moveTo>
                    <a:pt x="1521028" y="443856"/>
                  </a:moveTo>
                  <a:lnTo>
                    <a:pt x="1536114" y="449511"/>
                  </a:lnTo>
                  <a:lnTo>
                    <a:pt x="1548729" y="363886"/>
                  </a:lnTo>
                  <a:close/>
                  <a:moveTo>
                    <a:pt x="1285924" y="0"/>
                  </a:moveTo>
                  <a:lnTo>
                    <a:pt x="1201218" y="21620"/>
                  </a:lnTo>
                  <a:lnTo>
                    <a:pt x="1275042" y="113135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75" name="Candidate_density__2074">
              <a:extLst>
                <a:ext uri="{FF2B5EF4-FFF2-40B4-BE49-F238E27FC236}">
                  <a16:creationId xmlns:a16="http://schemas.microsoft.com/office/drawing/2014/main" id="{B30A0A09-B59B-A7F5-59C9-47AB79E820AF}"/>
                </a:ext>
              </a:extLst>
            </p:cNvPr>
            <p:cNvSpPr>
              <a:spLocks noGrp="1"/>
            </p:cNvSpPr>
            <p:nvPr/>
          </p:nvSpPr>
          <p:spPr>
            <a:xfrm>
              <a:off x="4828023" y="1995139"/>
              <a:ext cx="1413638" cy="2519296"/>
            </a:xfrm>
            <a:custGeom>
              <a:avLst/>
              <a:gdLst/>
              <a:ahLst/>
              <a:cxnLst/>
              <a:rect l="0" t="0" r="0" b="0"/>
              <a:pathLst>
                <a:path w="1413638" h="2519296">
                  <a:moveTo>
                    <a:pt x="353217" y="1841438"/>
                  </a:moveTo>
                  <a:lnTo>
                    <a:pt x="347896" y="1849670"/>
                  </a:lnTo>
                  <a:lnTo>
                    <a:pt x="357804" y="1840630"/>
                  </a:lnTo>
                  <a:close/>
                  <a:moveTo>
                    <a:pt x="1098960" y="2463950"/>
                  </a:moveTo>
                  <a:lnTo>
                    <a:pt x="1068128" y="2460723"/>
                  </a:lnTo>
                  <a:lnTo>
                    <a:pt x="1031106" y="2470847"/>
                  </a:lnTo>
                  <a:close/>
                  <a:moveTo>
                    <a:pt x="353217" y="1841438"/>
                  </a:moveTo>
                  <a:lnTo>
                    <a:pt x="360052" y="1839787"/>
                  </a:lnTo>
                  <a:lnTo>
                    <a:pt x="410034" y="1820708"/>
                  </a:lnTo>
                  <a:close/>
                  <a:moveTo>
                    <a:pt x="360052" y="1839787"/>
                  </a:moveTo>
                  <a:lnTo>
                    <a:pt x="353217" y="1841438"/>
                  </a:lnTo>
                  <a:lnTo>
                    <a:pt x="357804" y="1840630"/>
                  </a:lnTo>
                  <a:close/>
                  <a:moveTo>
                    <a:pt x="441972" y="1803002"/>
                  </a:moveTo>
                  <a:lnTo>
                    <a:pt x="360052" y="1839787"/>
                  </a:lnTo>
                  <a:lnTo>
                    <a:pt x="475672" y="1787460"/>
                  </a:lnTo>
                  <a:close/>
                  <a:moveTo>
                    <a:pt x="475672" y="1787460"/>
                  </a:moveTo>
                  <a:lnTo>
                    <a:pt x="360052" y="1839787"/>
                  </a:lnTo>
                  <a:lnTo>
                    <a:pt x="357804" y="1840630"/>
                  </a:lnTo>
                  <a:close/>
                  <a:moveTo>
                    <a:pt x="475672" y="1787460"/>
                  </a:moveTo>
                  <a:lnTo>
                    <a:pt x="357804" y="1840630"/>
                  </a:lnTo>
                  <a:lnTo>
                    <a:pt x="429454" y="1829863"/>
                  </a:lnTo>
                  <a:close/>
                  <a:moveTo>
                    <a:pt x="78174" y="1486803"/>
                  </a:moveTo>
                  <a:lnTo>
                    <a:pt x="55468" y="1546220"/>
                  </a:lnTo>
                  <a:lnTo>
                    <a:pt x="85501" y="1512579"/>
                  </a:lnTo>
                  <a:close/>
                  <a:moveTo>
                    <a:pt x="0" y="1348148"/>
                  </a:moveTo>
                  <a:lnTo>
                    <a:pt x="20236" y="1233630"/>
                  </a:lnTo>
                  <a:lnTo>
                    <a:pt x="17010" y="1227497"/>
                  </a:lnTo>
                  <a:close/>
                  <a:moveTo>
                    <a:pt x="17010" y="1227497"/>
                  </a:moveTo>
                  <a:lnTo>
                    <a:pt x="20236" y="1233630"/>
                  </a:lnTo>
                  <a:lnTo>
                    <a:pt x="26467" y="1222587"/>
                  </a:lnTo>
                  <a:close/>
                  <a:moveTo>
                    <a:pt x="441972" y="1803002"/>
                  </a:moveTo>
                  <a:lnTo>
                    <a:pt x="410034" y="1820708"/>
                  </a:lnTo>
                  <a:lnTo>
                    <a:pt x="360052" y="1839787"/>
                  </a:lnTo>
                  <a:close/>
                  <a:moveTo>
                    <a:pt x="1154000" y="2519296"/>
                  </a:moveTo>
                  <a:lnTo>
                    <a:pt x="1068128" y="2460723"/>
                  </a:lnTo>
                  <a:lnTo>
                    <a:pt x="1108066" y="2456546"/>
                  </a:lnTo>
                  <a:close/>
                  <a:moveTo>
                    <a:pt x="441972" y="1803002"/>
                  </a:moveTo>
                  <a:lnTo>
                    <a:pt x="475672" y="1787460"/>
                  </a:lnTo>
                  <a:lnTo>
                    <a:pt x="432573" y="1780828"/>
                  </a:lnTo>
                  <a:close/>
                  <a:moveTo>
                    <a:pt x="101795" y="795162"/>
                  </a:moveTo>
                  <a:lnTo>
                    <a:pt x="76340" y="821763"/>
                  </a:lnTo>
                  <a:lnTo>
                    <a:pt x="15604" y="837027"/>
                  </a:lnTo>
                  <a:close/>
                  <a:moveTo>
                    <a:pt x="816566" y="1580427"/>
                  </a:moveTo>
                  <a:lnTo>
                    <a:pt x="685339" y="1583649"/>
                  </a:lnTo>
                  <a:lnTo>
                    <a:pt x="766659" y="1609036"/>
                  </a:lnTo>
                  <a:close/>
                  <a:moveTo>
                    <a:pt x="1334385" y="2263199"/>
                  </a:moveTo>
                  <a:lnTo>
                    <a:pt x="1367735" y="2247867"/>
                  </a:lnTo>
                  <a:lnTo>
                    <a:pt x="1413638" y="2204287"/>
                  </a:lnTo>
                  <a:close/>
                  <a:moveTo>
                    <a:pt x="1104087" y="1731472"/>
                  </a:moveTo>
                  <a:lnTo>
                    <a:pt x="1046912" y="1745026"/>
                  </a:lnTo>
                  <a:lnTo>
                    <a:pt x="1136345" y="1724852"/>
                  </a:lnTo>
                  <a:close/>
                  <a:moveTo>
                    <a:pt x="860896" y="1530966"/>
                  </a:moveTo>
                  <a:lnTo>
                    <a:pt x="816566" y="1580427"/>
                  </a:lnTo>
                  <a:lnTo>
                    <a:pt x="933710" y="1524547"/>
                  </a:lnTo>
                  <a:close/>
                  <a:moveTo>
                    <a:pt x="1177701" y="1699289"/>
                  </a:moveTo>
                  <a:lnTo>
                    <a:pt x="1104087" y="1731472"/>
                  </a:lnTo>
                  <a:lnTo>
                    <a:pt x="1136345" y="1724852"/>
                  </a:lnTo>
                  <a:close/>
                  <a:moveTo>
                    <a:pt x="686889" y="1155297"/>
                  </a:moveTo>
                  <a:lnTo>
                    <a:pt x="698224" y="1045991"/>
                  </a:lnTo>
                  <a:lnTo>
                    <a:pt x="675958" y="1117529"/>
                  </a:lnTo>
                  <a:close/>
                  <a:moveTo>
                    <a:pt x="379804" y="256942"/>
                  </a:moveTo>
                  <a:lnTo>
                    <a:pt x="396212" y="218505"/>
                  </a:lnTo>
                  <a:lnTo>
                    <a:pt x="386735" y="227178"/>
                  </a:lnTo>
                  <a:close/>
                  <a:moveTo>
                    <a:pt x="453626" y="136290"/>
                  </a:moveTo>
                  <a:lnTo>
                    <a:pt x="497733" y="97854"/>
                  </a:lnTo>
                  <a:lnTo>
                    <a:pt x="487022" y="108278"/>
                  </a:lnTo>
                  <a:close/>
                  <a:moveTo>
                    <a:pt x="956434" y="533498"/>
                  </a:moveTo>
                  <a:lnTo>
                    <a:pt x="908593" y="569828"/>
                  </a:lnTo>
                  <a:lnTo>
                    <a:pt x="1029169" y="526786"/>
                  </a:lnTo>
                  <a:close/>
                  <a:moveTo>
                    <a:pt x="523130" y="28079"/>
                  </a:moveTo>
                  <a:lnTo>
                    <a:pt x="492997" y="90730"/>
                  </a:lnTo>
                  <a:lnTo>
                    <a:pt x="590151" y="0"/>
                  </a:lnTo>
                  <a:close/>
                  <a:moveTo>
                    <a:pt x="1056925" y="435687"/>
                  </a:moveTo>
                  <a:lnTo>
                    <a:pt x="1029169" y="526786"/>
                  </a:lnTo>
                  <a:lnTo>
                    <a:pt x="1063061" y="47049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76" name="Candidate_density__2075">
              <a:extLst>
                <a:ext uri="{FF2B5EF4-FFF2-40B4-BE49-F238E27FC236}">
                  <a16:creationId xmlns:a16="http://schemas.microsoft.com/office/drawing/2014/main" id="{C15A8FDC-F7EA-3FA9-ABEA-2AC40F409715}"/>
                </a:ext>
              </a:extLst>
            </p:cNvPr>
            <p:cNvSpPr>
              <a:spLocks noGrp="1"/>
            </p:cNvSpPr>
            <p:nvPr/>
          </p:nvSpPr>
          <p:spPr>
            <a:xfrm>
              <a:off x="4333264" y="1521749"/>
              <a:ext cx="2252229" cy="3690754"/>
            </a:xfrm>
            <a:custGeom>
              <a:avLst/>
              <a:gdLst/>
              <a:ahLst/>
              <a:cxnLst/>
              <a:rect l="0" t="0" r="0" b="0"/>
              <a:pathLst>
                <a:path w="2252229" h="3690754">
                  <a:moveTo>
                    <a:pt x="333614" y="3608902"/>
                  </a:moveTo>
                  <a:lnTo>
                    <a:pt x="321760" y="3659544"/>
                  </a:lnTo>
                  <a:lnTo>
                    <a:pt x="374890" y="3642989"/>
                  </a:lnTo>
                  <a:close/>
                  <a:moveTo>
                    <a:pt x="482722" y="3652680"/>
                  </a:moveTo>
                  <a:lnTo>
                    <a:pt x="476462" y="3679598"/>
                  </a:lnTo>
                  <a:lnTo>
                    <a:pt x="514575" y="3671389"/>
                  </a:lnTo>
                  <a:close/>
                  <a:moveTo>
                    <a:pt x="618913" y="3624380"/>
                  </a:moveTo>
                  <a:lnTo>
                    <a:pt x="514575" y="3671389"/>
                  </a:lnTo>
                  <a:lnTo>
                    <a:pt x="593670" y="3688452"/>
                  </a:lnTo>
                  <a:close/>
                  <a:moveTo>
                    <a:pt x="684536" y="3631622"/>
                  </a:moveTo>
                  <a:lnTo>
                    <a:pt x="593670" y="3688452"/>
                  </a:lnTo>
                  <a:lnTo>
                    <a:pt x="668816" y="3690754"/>
                  </a:lnTo>
                  <a:close/>
                  <a:moveTo>
                    <a:pt x="684536" y="3631622"/>
                  </a:moveTo>
                  <a:lnTo>
                    <a:pt x="618913" y="3624380"/>
                  </a:lnTo>
                  <a:lnTo>
                    <a:pt x="593670" y="3688452"/>
                  </a:lnTo>
                  <a:close/>
                  <a:moveTo>
                    <a:pt x="618913" y="3624380"/>
                  </a:moveTo>
                  <a:lnTo>
                    <a:pt x="684536" y="3631622"/>
                  </a:lnTo>
                  <a:lnTo>
                    <a:pt x="645547" y="3563227"/>
                  </a:lnTo>
                  <a:close/>
                  <a:moveTo>
                    <a:pt x="618913" y="3624380"/>
                  </a:moveTo>
                  <a:lnTo>
                    <a:pt x="645547" y="3563227"/>
                  </a:lnTo>
                  <a:lnTo>
                    <a:pt x="586311" y="3550793"/>
                  </a:lnTo>
                  <a:close/>
                  <a:moveTo>
                    <a:pt x="510807" y="3378643"/>
                  </a:moveTo>
                  <a:lnTo>
                    <a:pt x="498750" y="3367599"/>
                  </a:lnTo>
                  <a:lnTo>
                    <a:pt x="487960" y="3356675"/>
                  </a:lnTo>
                  <a:close/>
                  <a:moveTo>
                    <a:pt x="558438" y="3329162"/>
                  </a:moveTo>
                  <a:lnTo>
                    <a:pt x="498750" y="3367599"/>
                  </a:lnTo>
                  <a:lnTo>
                    <a:pt x="576246" y="3408106"/>
                  </a:lnTo>
                  <a:close/>
                  <a:moveTo>
                    <a:pt x="42058" y="2265708"/>
                  </a:moveTo>
                  <a:lnTo>
                    <a:pt x="1494" y="2222086"/>
                  </a:lnTo>
                  <a:lnTo>
                    <a:pt x="61568" y="2273148"/>
                  </a:lnTo>
                  <a:close/>
                  <a:moveTo>
                    <a:pt x="1361" y="2221929"/>
                  </a:moveTo>
                  <a:lnTo>
                    <a:pt x="1494" y="2222086"/>
                  </a:lnTo>
                  <a:lnTo>
                    <a:pt x="42058" y="2265708"/>
                  </a:lnTo>
                  <a:close/>
                  <a:moveTo>
                    <a:pt x="7146" y="2183493"/>
                  </a:moveTo>
                  <a:lnTo>
                    <a:pt x="1361" y="2221929"/>
                  </a:lnTo>
                  <a:lnTo>
                    <a:pt x="42058" y="2265708"/>
                  </a:lnTo>
                  <a:close/>
                  <a:moveTo>
                    <a:pt x="715978" y="2905416"/>
                  </a:moveTo>
                  <a:lnTo>
                    <a:pt x="747078" y="2980224"/>
                  </a:lnTo>
                  <a:lnTo>
                    <a:pt x="770172" y="2921947"/>
                  </a:lnTo>
                  <a:close/>
                  <a:moveTo>
                    <a:pt x="715978" y="2905416"/>
                  </a:moveTo>
                  <a:lnTo>
                    <a:pt x="770172" y="2921947"/>
                  </a:lnTo>
                  <a:lnTo>
                    <a:pt x="791149" y="2804801"/>
                  </a:lnTo>
                  <a:close/>
                  <a:moveTo>
                    <a:pt x="11841" y="2013299"/>
                  </a:moveTo>
                  <a:lnTo>
                    <a:pt x="121007" y="1980626"/>
                  </a:lnTo>
                  <a:lnTo>
                    <a:pt x="15909" y="2060780"/>
                  </a:lnTo>
                  <a:close/>
                  <a:moveTo>
                    <a:pt x="126017" y="1978594"/>
                  </a:moveTo>
                  <a:lnTo>
                    <a:pt x="11841" y="2013299"/>
                  </a:lnTo>
                  <a:lnTo>
                    <a:pt x="0" y="2001299"/>
                  </a:lnTo>
                  <a:close/>
                  <a:moveTo>
                    <a:pt x="196629" y="2123846"/>
                  </a:moveTo>
                  <a:lnTo>
                    <a:pt x="185559" y="2201211"/>
                  </a:lnTo>
                  <a:lnTo>
                    <a:pt x="224717" y="2145056"/>
                  </a:lnTo>
                  <a:close/>
                  <a:moveTo>
                    <a:pt x="711523" y="2408575"/>
                  </a:moveTo>
                  <a:lnTo>
                    <a:pt x="743439" y="2517695"/>
                  </a:lnTo>
                  <a:lnTo>
                    <a:pt x="805098" y="2415218"/>
                  </a:lnTo>
                  <a:close/>
                  <a:moveTo>
                    <a:pt x="367890" y="2106620"/>
                  </a:moveTo>
                  <a:lnTo>
                    <a:pt x="390336" y="2188835"/>
                  </a:lnTo>
                  <a:lnTo>
                    <a:pt x="498435" y="2104627"/>
                  </a:lnTo>
                  <a:close/>
                  <a:moveTo>
                    <a:pt x="367622" y="2106016"/>
                  </a:moveTo>
                  <a:lnTo>
                    <a:pt x="367890" y="2106620"/>
                  </a:lnTo>
                  <a:lnTo>
                    <a:pt x="498435" y="2104627"/>
                  </a:lnTo>
                  <a:close/>
                  <a:moveTo>
                    <a:pt x="389183" y="2188580"/>
                  </a:moveTo>
                  <a:lnTo>
                    <a:pt x="367622" y="2106016"/>
                  </a:lnTo>
                  <a:lnTo>
                    <a:pt x="498435" y="2104627"/>
                  </a:lnTo>
                  <a:close/>
                  <a:moveTo>
                    <a:pt x="319697" y="1985969"/>
                  </a:moveTo>
                  <a:lnTo>
                    <a:pt x="278707" y="1917525"/>
                  </a:lnTo>
                  <a:lnTo>
                    <a:pt x="314882" y="1942189"/>
                  </a:lnTo>
                  <a:close/>
                  <a:moveTo>
                    <a:pt x="314384" y="1910348"/>
                  </a:moveTo>
                  <a:lnTo>
                    <a:pt x="314882" y="1942189"/>
                  </a:lnTo>
                  <a:lnTo>
                    <a:pt x="278707" y="1917525"/>
                  </a:lnTo>
                  <a:close/>
                  <a:moveTo>
                    <a:pt x="771682" y="2397044"/>
                  </a:moveTo>
                  <a:lnTo>
                    <a:pt x="805098" y="2415218"/>
                  </a:lnTo>
                  <a:lnTo>
                    <a:pt x="811748" y="2387686"/>
                  </a:lnTo>
                  <a:close/>
                  <a:moveTo>
                    <a:pt x="771682" y="2397044"/>
                  </a:moveTo>
                  <a:lnTo>
                    <a:pt x="811748" y="2387686"/>
                  </a:lnTo>
                  <a:lnTo>
                    <a:pt x="786373" y="2276392"/>
                  </a:lnTo>
                  <a:close/>
                  <a:moveTo>
                    <a:pt x="766349" y="2314828"/>
                  </a:moveTo>
                  <a:lnTo>
                    <a:pt x="771682" y="2397044"/>
                  </a:lnTo>
                  <a:lnTo>
                    <a:pt x="786373" y="2276392"/>
                  </a:lnTo>
                  <a:close/>
                  <a:moveTo>
                    <a:pt x="811748" y="2387686"/>
                  </a:moveTo>
                  <a:lnTo>
                    <a:pt x="805098" y="2415218"/>
                  </a:lnTo>
                  <a:lnTo>
                    <a:pt x="823047" y="2397044"/>
                  </a:lnTo>
                  <a:close/>
                  <a:moveTo>
                    <a:pt x="496115" y="1962054"/>
                  </a:moveTo>
                  <a:lnTo>
                    <a:pt x="572933" y="1960193"/>
                  </a:lnTo>
                  <a:lnTo>
                    <a:pt x="482600" y="1872948"/>
                  </a:lnTo>
                  <a:close/>
                  <a:moveTo>
                    <a:pt x="399837" y="1879642"/>
                  </a:moveTo>
                  <a:lnTo>
                    <a:pt x="486016" y="1947532"/>
                  </a:lnTo>
                  <a:lnTo>
                    <a:pt x="496115" y="1962054"/>
                  </a:lnTo>
                  <a:close/>
                  <a:moveTo>
                    <a:pt x="399837" y="1879642"/>
                  </a:moveTo>
                  <a:lnTo>
                    <a:pt x="380260" y="1795465"/>
                  </a:lnTo>
                  <a:lnTo>
                    <a:pt x="379612" y="1865317"/>
                  </a:lnTo>
                  <a:close/>
                  <a:moveTo>
                    <a:pt x="490825" y="1903753"/>
                  </a:moveTo>
                  <a:lnTo>
                    <a:pt x="471673" y="1789366"/>
                  </a:lnTo>
                  <a:lnTo>
                    <a:pt x="482600" y="1872948"/>
                  </a:lnTo>
                  <a:close/>
                  <a:moveTo>
                    <a:pt x="471321" y="1783102"/>
                  </a:moveTo>
                  <a:lnTo>
                    <a:pt x="471673" y="1789366"/>
                  </a:lnTo>
                  <a:lnTo>
                    <a:pt x="490825" y="1903753"/>
                  </a:lnTo>
                  <a:close/>
                  <a:moveTo>
                    <a:pt x="380260" y="1795465"/>
                  </a:moveTo>
                  <a:lnTo>
                    <a:pt x="468385" y="1783102"/>
                  </a:lnTo>
                  <a:lnTo>
                    <a:pt x="386908" y="1751102"/>
                  </a:lnTo>
                  <a:close/>
                  <a:moveTo>
                    <a:pt x="1348355" y="2837872"/>
                  </a:moveTo>
                  <a:lnTo>
                    <a:pt x="1334165" y="2813461"/>
                  </a:lnTo>
                  <a:lnTo>
                    <a:pt x="1320713" y="2797979"/>
                  </a:lnTo>
                  <a:close/>
                  <a:moveTo>
                    <a:pt x="1165200" y="2582389"/>
                  </a:moveTo>
                  <a:lnTo>
                    <a:pt x="1212652" y="2609159"/>
                  </a:lnTo>
                  <a:lnTo>
                    <a:pt x="1229151" y="2649031"/>
                  </a:lnTo>
                  <a:close/>
                  <a:moveTo>
                    <a:pt x="638633" y="1909095"/>
                  </a:moveTo>
                  <a:lnTo>
                    <a:pt x="663742" y="1946960"/>
                  </a:lnTo>
                  <a:lnTo>
                    <a:pt x="730558" y="1984773"/>
                  </a:lnTo>
                  <a:close/>
                  <a:moveTo>
                    <a:pt x="1736502" y="3060107"/>
                  </a:moveTo>
                  <a:lnTo>
                    <a:pt x="1797420" y="3032511"/>
                  </a:lnTo>
                  <a:lnTo>
                    <a:pt x="1801277" y="2986237"/>
                  </a:lnTo>
                  <a:close/>
                  <a:moveTo>
                    <a:pt x="917276" y="2062209"/>
                  </a:moveTo>
                  <a:lnTo>
                    <a:pt x="987277" y="2155741"/>
                  </a:lnTo>
                  <a:lnTo>
                    <a:pt x="926541" y="2073525"/>
                  </a:lnTo>
                  <a:close/>
                  <a:moveTo>
                    <a:pt x="864646" y="2044405"/>
                  </a:moveTo>
                  <a:lnTo>
                    <a:pt x="964670" y="2123771"/>
                  </a:lnTo>
                  <a:lnTo>
                    <a:pt x="917276" y="2062209"/>
                  </a:lnTo>
                  <a:close/>
                  <a:moveTo>
                    <a:pt x="1638417" y="2740316"/>
                  </a:moveTo>
                  <a:lnTo>
                    <a:pt x="1723947" y="2831467"/>
                  </a:lnTo>
                  <a:lnTo>
                    <a:pt x="1662841" y="2775025"/>
                  </a:lnTo>
                  <a:close/>
                  <a:moveTo>
                    <a:pt x="915560" y="1763328"/>
                  </a:moveTo>
                  <a:lnTo>
                    <a:pt x="989119" y="1864211"/>
                  </a:lnTo>
                  <a:lnTo>
                    <a:pt x="1004509" y="1832223"/>
                  </a:lnTo>
                  <a:close/>
                  <a:moveTo>
                    <a:pt x="249132" y="1048508"/>
                  </a:moveTo>
                  <a:lnTo>
                    <a:pt x="295702" y="1010072"/>
                  </a:lnTo>
                  <a:lnTo>
                    <a:pt x="218067" y="966293"/>
                  </a:lnTo>
                  <a:close/>
                  <a:moveTo>
                    <a:pt x="1165691" y="2078868"/>
                  </a:moveTo>
                  <a:lnTo>
                    <a:pt x="1166557" y="2080825"/>
                  </a:lnTo>
                  <a:lnTo>
                    <a:pt x="1171169" y="2087109"/>
                  </a:lnTo>
                  <a:close/>
                  <a:moveTo>
                    <a:pt x="1004509" y="1832223"/>
                  </a:moveTo>
                  <a:lnTo>
                    <a:pt x="989119" y="1864211"/>
                  </a:lnTo>
                  <a:lnTo>
                    <a:pt x="1035380" y="1858074"/>
                  </a:lnTo>
                  <a:close/>
                  <a:moveTo>
                    <a:pt x="1854502" y="2754829"/>
                  </a:moveTo>
                  <a:lnTo>
                    <a:pt x="1811596" y="2698152"/>
                  </a:lnTo>
                  <a:lnTo>
                    <a:pt x="1723413" y="2758571"/>
                  </a:lnTo>
                  <a:close/>
                  <a:moveTo>
                    <a:pt x="1811596" y="2698152"/>
                  </a:moveTo>
                  <a:lnTo>
                    <a:pt x="1733025" y="2623902"/>
                  </a:lnTo>
                  <a:lnTo>
                    <a:pt x="1721241" y="2654374"/>
                  </a:lnTo>
                  <a:close/>
                  <a:moveTo>
                    <a:pt x="1684845" y="2614371"/>
                  </a:moveTo>
                  <a:lnTo>
                    <a:pt x="1721241" y="2654374"/>
                  </a:lnTo>
                  <a:lnTo>
                    <a:pt x="1733025" y="2623902"/>
                  </a:lnTo>
                  <a:close/>
                  <a:moveTo>
                    <a:pt x="520426" y="1241644"/>
                  </a:moveTo>
                  <a:lnTo>
                    <a:pt x="590012" y="1245664"/>
                  </a:lnTo>
                  <a:lnTo>
                    <a:pt x="563702" y="1166961"/>
                  </a:lnTo>
                  <a:close/>
                  <a:moveTo>
                    <a:pt x="569923" y="1061810"/>
                  </a:moveTo>
                  <a:lnTo>
                    <a:pt x="509205" y="1068881"/>
                  </a:lnTo>
                  <a:lnTo>
                    <a:pt x="502215" y="1156357"/>
                  </a:lnTo>
                  <a:close/>
                  <a:moveTo>
                    <a:pt x="569923" y="1061810"/>
                  </a:moveTo>
                  <a:lnTo>
                    <a:pt x="502215" y="1156357"/>
                  </a:lnTo>
                  <a:lnTo>
                    <a:pt x="563702" y="1166961"/>
                  </a:lnTo>
                  <a:close/>
                  <a:moveTo>
                    <a:pt x="255807" y="735037"/>
                  </a:moveTo>
                  <a:lnTo>
                    <a:pt x="170209" y="643943"/>
                  </a:lnTo>
                  <a:lnTo>
                    <a:pt x="180806" y="735419"/>
                  </a:lnTo>
                  <a:close/>
                  <a:moveTo>
                    <a:pt x="255807" y="735037"/>
                  </a:moveTo>
                  <a:lnTo>
                    <a:pt x="326831" y="737888"/>
                  </a:lnTo>
                  <a:lnTo>
                    <a:pt x="254600" y="674269"/>
                  </a:lnTo>
                  <a:close/>
                  <a:moveTo>
                    <a:pt x="326831" y="737888"/>
                  </a:moveTo>
                  <a:lnTo>
                    <a:pt x="336976" y="703603"/>
                  </a:lnTo>
                  <a:lnTo>
                    <a:pt x="254600" y="674269"/>
                  </a:lnTo>
                  <a:close/>
                  <a:moveTo>
                    <a:pt x="2193060" y="2824146"/>
                  </a:moveTo>
                  <a:lnTo>
                    <a:pt x="2147071" y="2797522"/>
                  </a:lnTo>
                  <a:lnTo>
                    <a:pt x="2087910" y="2791530"/>
                  </a:lnTo>
                  <a:close/>
                  <a:moveTo>
                    <a:pt x="539083" y="965391"/>
                  </a:moveTo>
                  <a:lnTo>
                    <a:pt x="535389" y="1053850"/>
                  </a:lnTo>
                  <a:lnTo>
                    <a:pt x="574898" y="1035837"/>
                  </a:lnTo>
                  <a:close/>
                  <a:moveTo>
                    <a:pt x="368886" y="724989"/>
                  </a:moveTo>
                  <a:lnTo>
                    <a:pt x="444516" y="686553"/>
                  </a:lnTo>
                  <a:lnTo>
                    <a:pt x="336976" y="703603"/>
                  </a:lnTo>
                  <a:close/>
                  <a:moveTo>
                    <a:pt x="444516" y="686553"/>
                  </a:moveTo>
                  <a:lnTo>
                    <a:pt x="378649" y="644210"/>
                  </a:lnTo>
                  <a:lnTo>
                    <a:pt x="336976" y="703603"/>
                  </a:lnTo>
                  <a:close/>
                  <a:moveTo>
                    <a:pt x="2234014" y="2719751"/>
                  </a:moveTo>
                  <a:lnTo>
                    <a:pt x="2193060" y="2824146"/>
                  </a:lnTo>
                  <a:lnTo>
                    <a:pt x="2252229" y="2805035"/>
                  </a:lnTo>
                  <a:close/>
                  <a:moveTo>
                    <a:pt x="1945608" y="2572260"/>
                  </a:moveTo>
                  <a:lnTo>
                    <a:pt x="1939063" y="2539065"/>
                  </a:lnTo>
                  <a:lnTo>
                    <a:pt x="1918873" y="2501642"/>
                  </a:lnTo>
                  <a:close/>
                  <a:moveTo>
                    <a:pt x="1871297" y="2572082"/>
                  </a:moveTo>
                  <a:lnTo>
                    <a:pt x="1892458" y="2577501"/>
                  </a:lnTo>
                  <a:lnTo>
                    <a:pt x="1918873" y="2501642"/>
                  </a:lnTo>
                  <a:close/>
                  <a:moveTo>
                    <a:pt x="1779034" y="2246721"/>
                  </a:moveTo>
                  <a:lnTo>
                    <a:pt x="1835009" y="2301306"/>
                  </a:lnTo>
                  <a:lnTo>
                    <a:pt x="1725952" y="2229283"/>
                  </a:lnTo>
                  <a:close/>
                  <a:moveTo>
                    <a:pt x="1772578" y="2233331"/>
                  </a:moveTo>
                  <a:lnTo>
                    <a:pt x="1779034" y="2246721"/>
                  </a:lnTo>
                  <a:lnTo>
                    <a:pt x="1730851" y="2127989"/>
                  </a:lnTo>
                  <a:close/>
                  <a:moveTo>
                    <a:pt x="1730851" y="2127989"/>
                  </a:moveTo>
                  <a:lnTo>
                    <a:pt x="1787427" y="2073643"/>
                  </a:lnTo>
                  <a:lnTo>
                    <a:pt x="1697392" y="2152410"/>
                  </a:lnTo>
                  <a:close/>
                  <a:moveTo>
                    <a:pt x="1701888" y="2048663"/>
                  </a:moveTo>
                  <a:lnTo>
                    <a:pt x="1701842" y="2045774"/>
                  </a:lnTo>
                  <a:lnTo>
                    <a:pt x="1724229" y="2127989"/>
                  </a:lnTo>
                  <a:close/>
                  <a:moveTo>
                    <a:pt x="1701842" y="2045774"/>
                  </a:moveTo>
                  <a:lnTo>
                    <a:pt x="1701888" y="2048663"/>
                  </a:lnTo>
                  <a:lnTo>
                    <a:pt x="1565432" y="1998915"/>
                  </a:lnTo>
                  <a:close/>
                  <a:moveTo>
                    <a:pt x="444516" y="686553"/>
                  </a:moveTo>
                  <a:lnTo>
                    <a:pt x="481695" y="648117"/>
                  </a:lnTo>
                  <a:lnTo>
                    <a:pt x="378649" y="644210"/>
                  </a:lnTo>
                  <a:close/>
                  <a:moveTo>
                    <a:pt x="557880" y="757010"/>
                  </a:moveTo>
                  <a:lnTo>
                    <a:pt x="521136" y="683088"/>
                  </a:lnTo>
                  <a:lnTo>
                    <a:pt x="467430" y="697492"/>
                  </a:lnTo>
                  <a:close/>
                  <a:moveTo>
                    <a:pt x="1637900" y="1842907"/>
                  </a:moveTo>
                  <a:lnTo>
                    <a:pt x="1609711" y="1881343"/>
                  </a:lnTo>
                  <a:lnTo>
                    <a:pt x="1699600" y="1925122"/>
                  </a:lnTo>
                  <a:close/>
                  <a:moveTo>
                    <a:pt x="1646770" y="1678477"/>
                  </a:moveTo>
                  <a:lnTo>
                    <a:pt x="1608722" y="1747608"/>
                  </a:lnTo>
                  <a:lnTo>
                    <a:pt x="1655909" y="1685674"/>
                  </a:lnTo>
                  <a:close/>
                  <a:moveTo>
                    <a:pt x="715756" y="853420"/>
                  </a:moveTo>
                  <a:lnTo>
                    <a:pt x="790901" y="894762"/>
                  </a:lnTo>
                  <a:lnTo>
                    <a:pt x="758862" y="799382"/>
                  </a:lnTo>
                  <a:close/>
                  <a:moveTo>
                    <a:pt x="758862" y="799382"/>
                  </a:moveTo>
                  <a:lnTo>
                    <a:pt x="790901" y="894762"/>
                  </a:lnTo>
                  <a:lnTo>
                    <a:pt x="810310" y="787380"/>
                  </a:lnTo>
                  <a:close/>
                  <a:moveTo>
                    <a:pt x="920659" y="858353"/>
                  </a:moveTo>
                  <a:lnTo>
                    <a:pt x="858037" y="828070"/>
                  </a:lnTo>
                  <a:lnTo>
                    <a:pt x="810310" y="787380"/>
                  </a:lnTo>
                  <a:close/>
                  <a:moveTo>
                    <a:pt x="2011913" y="2218079"/>
                  </a:moveTo>
                  <a:lnTo>
                    <a:pt x="2056323" y="2242566"/>
                  </a:lnTo>
                  <a:lnTo>
                    <a:pt x="2024740" y="2168150"/>
                  </a:lnTo>
                  <a:close/>
                  <a:moveTo>
                    <a:pt x="1965394" y="2155805"/>
                  </a:moveTo>
                  <a:lnTo>
                    <a:pt x="2024740" y="2168150"/>
                  </a:lnTo>
                  <a:lnTo>
                    <a:pt x="2018348" y="2164502"/>
                  </a:lnTo>
                  <a:close/>
                  <a:moveTo>
                    <a:pt x="1608722" y="1747608"/>
                  </a:moveTo>
                  <a:lnTo>
                    <a:pt x="1646770" y="1678477"/>
                  </a:lnTo>
                  <a:lnTo>
                    <a:pt x="1613530" y="1659535"/>
                  </a:lnTo>
                  <a:close/>
                  <a:moveTo>
                    <a:pt x="1754373" y="1367912"/>
                  </a:moveTo>
                  <a:lnTo>
                    <a:pt x="1808232" y="1398737"/>
                  </a:lnTo>
                  <a:lnTo>
                    <a:pt x="1716662" y="1336007"/>
                  </a:lnTo>
                  <a:close/>
                  <a:moveTo>
                    <a:pt x="1808232" y="1398737"/>
                  </a:moveTo>
                  <a:lnTo>
                    <a:pt x="1827625" y="1406480"/>
                  </a:lnTo>
                  <a:lnTo>
                    <a:pt x="1716662" y="1336007"/>
                  </a:lnTo>
                  <a:close/>
                  <a:moveTo>
                    <a:pt x="1716662" y="1336007"/>
                  </a:moveTo>
                  <a:lnTo>
                    <a:pt x="1827625" y="1406480"/>
                  </a:lnTo>
                  <a:lnTo>
                    <a:pt x="1762019" y="1354959"/>
                  </a:lnTo>
                  <a:close/>
                  <a:moveTo>
                    <a:pt x="1852010" y="1454299"/>
                  </a:moveTo>
                  <a:lnTo>
                    <a:pt x="1827625" y="1406480"/>
                  </a:lnTo>
                  <a:lnTo>
                    <a:pt x="1808232" y="1398737"/>
                  </a:lnTo>
                  <a:close/>
                  <a:moveTo>
                    <a:pt x="1658315" y="1322850"/>
                  </a:moveTo>
                  <a:lnTo>
                    <a:pt x="1716662" y="1336007"/>
                  </a:lnTo>
                  <a:lnTo>
                    <a:pt x="1603822" y="1267058"/>
                  </a:lnTo>
                  <a:close/>
                  <a:moveTo>
                    <a:pt x="1529168" y="1167068"/>
                  </a:moveTo>
                  <a:lnTo>
                    <a:pt x="1603822" y="1267058"/>
                  </a:lnTo>
                  <a:lnTo>
                    <a:pt x="1574383" y="1190528"/>
                  </a:lnTo>
                  <a:close/>
                  <a:moveTo>
                    <a:pt x="1467361" y="852135"/>
                  </a:moveTo>
                  <a:lnTo>
                    <a:pt x="1518159" y="905446"/>
                  </a:lnTo>
                  <a:lnTo>
                    <a:pt x="1551684" y="909077"/>
                  </a:lnTo>
                  <a:close/>
                  <a:moveTo>
                    <a:pt x="1376167" y="789834"/>
                  </a:moveTo>
                  <a:lnTo>
                    <a:pt x="1266431" y="861668"/>
                  </a:lnTo>
                  <a:lnTo>
                    <a:pt x="1378149" y="828882"/>
                  </a:lnTo>
                  <a:close/>
                  <a:moveTo>
                    <a:pt x="1323987" y="741016"/>
                  </a:moveTo>
                  <a:lnTo>
                    <a:pt x="1266431" y="861668"/>
                  </a:lnTo>
                  <a:lnTo>
                    <a:pt x="1376167" y="789834"/>
                  </a:lnTo>
                  <a:close/>
                  <a:moveTo>
                    <a:pt x="1261028" y="763415"/>
                  </a:moveTo>
                  <a:lnTo>
                    <a:pt x="1323987" y="741016"/>
                  </a:lnTo>
                  <a:lnTo>
                    <a:pt x="1286124" y="731835"/>
                  </a:lnTo>
                  <a:close/>
                  <a:moveTo>
                    <a:pt x="1259601" y="741016"/>
                  </a:moveTo>
                  <a:lnTo>
                    <a:pt x="1261028" y="763415"/>
                  </a:lnTo>
                  <a:lnTo>
                    <a:pt x="1286124" y="731835"/>
                  </a:lnTo>
                  <a:close/>
                  <a:moveTo>
                    <a:pt x="1387301" y="831463"/>
                  </a:moveTo>
                  <a:lnTo>
                    <a:pt x="1442407" y="822294"/>
                  </a:lnTo>
                  <a:lnTo>
                    <a:pt x="1467361" y="852135"/>
                  </a:lnTo>
                  <a:close/>
                  <a:moveTo>
                    <a:pt x="1375087" y="631187"/>
                  </a:moveTo>
                  <a:lnTo>
                    <a:pt x="1323987" y="741016"/>
                  </a:lnTo>
                  <a:lnTo>
                    <a:pt x="1368276" y="736817"/>
                  </a:lnTo>
                  <a:close/>
                  <a:moveTo>
                    <a:pt x="1375087" y="631187"/>
                  </a:moveTo>
                  <a:lnTo>
                    <a:pt x="1437220" y="620365"/>
                  </a:lnTo>
                  <a:lnTo>
                    <a:pt x="1381153" y="593274"/>
                  </a:lnTo>
                  <a:close/>
                  <a:moveTo>
                    <a:pt x="1221307" y="395340"/>
                  </a:moveTo>
                  <a:lnTo>
                    <a:pt x="1172341" y="291504"/>
                  </a:lnTo>
                  <a:lnTo>
                    <a:pt x="1146102" y="295795"/>
                  </a:lnTo>
                  <a:close/>
                  <a:moveTo>
                    <a:pt x="1146102" y="295795"/>
                  </a:moveTo>
                  <a:lnTo>
                    <a:pt x="1154331" y="302540"/>
                  </a:lnTo>
                  <a:lnTo>
                    <a:pt x="1221307" y="395340"/>
                  </a:lnTo>
                  <a:close/>
                  <a:moveTo>
                    <a:pt x="1154331" y="302540"/>
                  </a:moveTo>
                  <a:lnTo>
                    <a:pt x="1146102" y="295795"/>
                  </a:lnTo>
                  <a:lnTo>
                    <a:pt x="1145589" y="291504"/>
                  </a:lnTo>
                  <a:close/>
                  <a:moveTo>
                    <a:pt x="1381153" y="593274"/>
                  </a:moveTo>
                  <a:lnTo>
                    <a:pt x="1501820" y="550565"/>
                  </a:lnTo>
                  <a:lnTo>
                    <a:pt x="1421748" y="529850"/>
                  </a:lnTo>
                  <a:close/>
                  <a:moveTo>
                    <a:pt x="1196003" y="335283"/>
                  </a:moveTo>
                  <a:lnTo>
                    <a:pt x="1154331" y="302540"/>
                  </a:lnTo>
                  <a:lnTo>
                    <a:pt x="1145589" y="291504"/>
                  </a:lnTo>
                  <a:close/>
                  <a:moveTo>
                    <a:pt x="1535611" y="461704"/>
                  </a:moveTo>
                  <a:lnTo>
                    <a:pt x="1501820" y="550565"/>
                  </a:lnTo>
                  <a:lnTo>
                    <a:pt x="1589697" y="477804"/>
                  </a:lnTo>
                  <a:close/>
                  <a:moveTo>
                    <a:pt x="1589697" y="477804"/>
                  </a:moveTo>
                  <a:lnTo>
                    <a:pt x="1553583" y="465445"/>
                  </a:lnTo>
                  <a:lnTo>
                    <a:pt x="1536742" y="461277"/>
                  </a:lnTo>
                  <a:close/>
                  <a:moveTo>
                    <a:pt x="1240838" y="132113"/>
                  </a:moveTo>
                  <a:lnTo>
                    <a:pt x="1262911" y="88637"/>
                  </a:lnTo>
                  <a:lnTo>
                    <a:pt x="1260056" y="63560"/>
                  </a:lnTo>
                  <a:close/>
                  <a:moveTo>
                    <a:pt x="1240838" y="132113"/>
                  </a:moveTo>
                  <a:lnTo>
                    <a:pt x="1260056" y="63560"/>
                  </a:lnTo>
                  <a:lnTo>
                    <a:pt x="1162844" y="119164"/>
                  </a:lnTo>
                  <a:close/>
                  <a:moveTo>
                    <a:pt x="1162844" y="119164"/>
                  </a:moveTo>
                  <a:lnTo>
                    <a:pt x="1260056" y="63560"/>
                  </a:lnTo>
                  <a:lnTo>
                    <a:pt x="1192005" y="58292"/>
                  </a:lnTo>
                  <a:close/>
                  <a:moveTo>
                    <a:pt x="1192005" y="58292"/>
                  </a:moveTo>
                  <a:lnTo>
                    <a:pt x="1260056" y="63560"/>
                  </a:lnTo>
                  <a:lnTo>
                    <a:pt x="121512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77" name="Candidate_density__2076">
              <a:extLst>
                <a:ext uri="{FF2B5EF4-FFF2-40B4-BE49-F238E27FC236}">
                  <a16:creationId xmlns:a16="http://schemas.microsoft.com/office/drawing/2014/main" id="{8B7EC0E1-C591-8A87-E5A3-86BC6E2562D5}"/>
                </a:ext>
              </a:extLst>
            </p:cNvPr>
            <p:cNvSpPr>
              <a:spLocks noGrp="1"/>
            </p:cNvSpPr>
            <p:nvPr/>
          </p:nvSpPr>
          <p:spPr>
            <a:xfrm>
              <a:off x="4334757" y="1692601"/>
              <a:ext cx="2232521" cy="3544650"/>
            </a:xfrm>
            <a:custGeom>
              <a:avLst/>
              <a:gdLst/>
              <a:ahLst/>
              <a:cxnLst/>
              <a:rect l="0" t="0" r="0" b="0"/>
              <a:pathLst>
                <a:path w="2232521" h="3544650">
                  <a:moveTo>
                    <a:pt x="332121" y="3438049"/>
                  </a:moveTo>
                  <a:lnTo>
                    <a:pt x="293801" y="3476486"/>
                  </a:lnTo>
                  <a:lnTo>
                    <a:pt x="320266" y="3488692"/>
                  </a:lnTo>
                  <a:close/>
                  <a:moveTo>
                    <a:pt x="541853" y="3544650"/>
                  </a:moveTo>
                  <a:lnTo>
                    <a:pt x="474968" y="3508746"/>
                  </a:lnTo>
                  <a:lnTo>
                    <a:pt x="482813" y="3520264"/>
                  </a:lnTo>
                  <a:close/>
                  <a:moveTo>
                    <a:pt x="513082" y="3500537"/>
                  </a:moveTo>
                  <a:lnTo>
                    <a:pt x="474968" y="3508746"/>
                  </a:lnTo>
                  <a:lnTo>
                    <a:pt x="541853" y="3544650"/>
                  </a:lnTo>
                  <a:close/>
                  <a:moveTo>
                    <a:pt x="592176" y="3517600"/>
                  </a:moveTo>
                  <a:lnTo>
                    <a:pt x="513082" y="3500537"/>
                  </a:lnTo>
                  <a:lnTo>
                    <a:pt x="541853" y="3544650"/>
                  </a:lnTo>
                  <a:close/>
                  <a:moveTo>
                    <a:pt x="592176" y="3517600"/>
                  </a:moveTo>
                  <a:lnTo>
                    <a:pt x="541853" y="3544650"/>
                  </a:lnTo>
                  <a:lnTo>
                    <a:pt x="667323" y="3519901"/>
                  </a:lnTo>
                  <a:close/>
                  <a:moveTo>
                    <a:pt x="454114" y="3495267"/>
                  </a:moveTo>
                  <a:lnTo>
                    <a:pt x="474968" y="3508746"/>
                  </a:lnTo>
                  <a:lnTo>
                    <a:pt x="373397" y="3472136"/>
                  </a:lnTo>
                  <a:close/>
                  <a:moveTo>
                    <a:pt x="556945" y="3158309"/>
                  </a:moveTo>
                  <a:lnTo>
                    <a:pt x="574753" y="3237254"/>
                  </a:lnTo>
                  <a:lnTo>
                    <a:pt x="624506" y="3208070"/>
                  </a:lnTo>
                  <a:close/>
                  <a:moveTo>
                    <a:pt x="699192" y="3208650"/>
                  </a:moveTo>
                  <a:lnTo>
                    <a:pt x="665666" y="3146758"/>
                  </a:lnTo>
                  <a:lnTo>
                    <a:pt x="624506" y="3208070"/>
                  </a:lnTo>
                  <a:close/>
                  <a:moveTo>
                    <a:pt x="0" y="2051233"/>
                  </a:moveTo>
                  <a:lnTo>
                    <a:pt x="95806" y="2130779"/>
                  </a:lnTo>
                  <a:lnTo>
                    <a:pt x="60074" y="2102296"/>
                  </a:lnTo>
                  <a:close/>
                  <a:moveTo>
                    <a:pt x="151927" y="2125402"/>
                  </a:moveTo>
                  <a:lnTo>
                    <a:pt x="73633" y="2111331"/>
                  </a:lnTo>
                  <a:lnTo>
                    <a:pt x="60074" y="2102296"/>
                  </a:lnTo>
                  <a:close/>
                  <a:moveTo>
                    <a:pt x="745584" y="2809372"/>
                  </a:moveTo>
                  <a:lnTo>
                    <a:pt x="763098" y="2834791"/>
                  </a:lnTo>
                  <a:lnTo>
                    <a:pt x="768679" y="2751095"/>
                  </a:lnTo>
                  <a:close/>
                  <a:moveTo>
                    <a:pt x="168539" y="2074708"/>
                  </a:moveTo>
                  <a:lnTo>
                    <a:pt x="73633" y="2111331"/>
                  </a:lnTo>
                  <a:lnTo>
                    <a:pt x="151927" y="2125402"/>
                  </a:lnTo>
                  <a:close/>
                  <a:moveTo>
                    <a:pt x="168539" y="2074708"/>
                  </a:moveTo>
                  <a:lnTo>
                    <a:pt x="81303" y="2085037"/>
                  </a:lnTo>
                  <a:lnTo>
                    <a:pt x="73633" y="2111331"/>
                  </a:lnTo>
                  <a:close/>
                  <a:moveTo>
                    <a:pt x="184065" y="2030359"/>
                  </a:moveTo>
                  <a:lnTo>
                    <a:pt x="216733" y="1996027"/>
                  </a:lnTo>
                  <a:lnTo>
                    <a:pt x="223224" y="1974204"/>
                  </a:lnTo>
                  <a:close/>
                  <a:moveTo>
                    <a:pt x="184065" y="2030359"/>
                  </a:moveTo>
                  <a:lnTo>
                    <a:pt x="204254" y="2042385"/>
                  </a:lnTo>
                  <a:lnTo>
                    <a:pt x="216733" y="1996027"/>
                  </a:lnTo>
                  <a:close/>
                  <a:moveTo>
                    <a:pt x="168539" y="2074708"/>
                  </a:moveTo>
                  <a:lnTo>
                    <a:pt x="204254" y="2042385"/>
                  </a:lnTo>
                  <a:lnTo>
                    <a:pt x="184065" y="2030359"/>
                  </a:lnTo>
                  <a:close/>
                  <a:moveTo>
                    <a:pt x="181269" y="2094856"/>
                  </a:moveTo>
                  <a:lnTo>
                    <a:pt x="204254" y="2042385"/>
                  </a:lnTo>
                  <a:lnTo>
                    <a:pt x="168539" y="2074708"/>
                  </a:lnTo>
                  <a:close/>
                  <a:moveTo>
                    <a:pt x="14415" y="1889927"/>
                  </a:moveTo>
                  <a:lnTo>
                    <a:pt x="119514" y="1809774"/>
                  </a:lnTo>
                  <a:lnTo>
                    <a:pt x="127684" y="1819561"/>
                  </a:lnTo>
                  <a:close/>
                  <a:moveTo>
                    <a:pt x="127684" y="1819561"/>
                  </a:moveTo>
                  <a:lnTo>
                    <a:pt x="120067" y="1813838"/>
                  </a:lnTo>
                  <a:lnTo>
                    <a:pt x="14415" y="1889927"/>
                  </a:lnTo>
                  <a:close/>
                  <a:moveTo>
                    <a:pt x="127684" y="1819561"/>
                  </a:moveTo>
                  <a:lnTo>
                    <a:pt x="189513" y="1891989"/>
                  </a:lnTo>
                  <a:lnTo>
                    <a:pt x="120067" y="1813838"/>
                  </a:lnTo>
                  <a:close/>
                  <a:moveTo>
                    <a:pt x="119514" y="1809774"/>
                  </a:moveTo>
                  <a:lnTo>
                    <a:pt x="10347" y="1842447"/>
                  </a:lnTo>
                  <a:lnTo>
                    <a:pt x="124523" y="1807742"/>
                  </a:lnTo>
                  <a:close/>
                  <a:moveTo>
                    <a:pt x="170602" y="1872847"/>
                  </a:moveTo>
                  <a:lnTo>
                    <a:pt x="223224" y="1974204"/>
                  </a:lnTo>
                  <a:lnTo>
                    <a:pt x="189513" y="1891989"/>
                  </a:lnTo>
                  <a:close/>
                  <a:moveTo>
                    <a:pt x="170602" y="1872847"/>
                  </a:moveTo>
                  <a:lnTo>
                    <a:pt x="195135" y="1952994"/>
                  </a:lnTo>
                  <a:lnTo>
                    <a:pt x="223224" y="1974204"/>
                  </a:lnTo>
                  <a:close/>
                  <a:moveTo>
                    <a:pt x="93695" y="1774686"/>
                  </a:moveTo>
                  <a:lnTo>
                    <a:pt x="170602" y="1872847"/>
                  </a:lnTo>
                  <a:lnTo>
                    <a:pt x="119514" y="1809774"/>
                  </a:lnTo>
                  <a:close/>
                  <a:moveTo>
                    <a:pt x="93695" y="1774686"/>
                  </a:moveTo>
                  <a:lnTo>
                    <a:pt x="119514" y="1809774"/>
                  </a:lnTo>
                  <a:lnTo>
                    <a:pt x="95277" y="1761852"/>
                  </a:lnTo>
                  <a:close/>
                  <a:moveTo>
                    <a:pt x="95277" y="1761852"/>
                  </a:moveTo>
                  <a:lnTo>
                    <a:pt x="119514" y="1809774"/>
                  </a:lnTo>
                  <a:lnTo>
                    <a:pt x="124523" y="1807742"/>
                  </a:lnTo>
                  <a:close/>
                  <a:moveTo>
                    <a:pt x="95277" y="1761852"/>
                  </a:moveTo>
                  <a:lnTo>
                    <a:pt x="124523" y="1807742"/>
                  </a:lnTo>
                  <a:lnTo>
                    <a:pt x="156689" y="1712803"/>
                  </a:lnTo>
                  <a:close/>
                  <a:moveTo>
                    <a:pt x="710030" y="2237723"/>
                  </a:moveTo>
                  <a:lnTo>
                    <a:pt x="661562" y="2316626"/>
                  </a:lnTo>
                  <a:lnTo>
                    <a:pt x="718778" y="2330703"/>
                  </a:lnTo>
                  <a:close/>
                  <a:moveTo>
                    <a:pt x="718778" y="2330703"/>
                  </a:moveTo>
                  <a:lnTo>
                    <a:pt x="741945" y="2346843"/>
                  </a:lnTo>
                  <a:lnTo>
                    <a:pt x="710030" y="2237723"/>
                  </a:lnTo>
                  <a:close/>
                  <a:moveTo>
                    <a:pt x="277214" y="1746673"/>
                  </a:moveTo>
                  <a:lnTo>
                    <a:pt x="259107" y="1732901"/>
                  </a:lnTo>
                  <a:lnTo>
                    <a:pt x="232231" y="1716583"/>
                  </a:lnTo>
                  <a:close/>
                  <a:moveTo>
                    <a:pt x="784880" y="2105540"/>
                  </a:moveTo>
                  <a:lnTo>
                    <a:pt x="810255" y="2216833"/>
                  </a:lnTo>
                  <a:lnTo>
                    <a:pt x="828862" y="2123597"/>
                  </a:lnTo>
                  <a:close/>
                  <a:moveTo>
                    <a:pt x="828862" y="2123597"/>
                  </a:moveTo>
                  <a:lnTo>
                    <a:pt x="810255" y="2216833"/>
                  </a:lnTo>
                  <a:lnTo>
                    <a:pt x="903300" y="2123245"/>
                  </a:lnTo>
                  <a:close/>
                  <a:moveTo>
                    <a:pt x="494621" y="1791201"/>
                  </a:moveTo>
                  <a:lnTo>
                    <a:pt x="494500" y="1891392"/>
                  </a:lnTo>
                  <a:lnTo>
                    <a:pt x="571440" y="1789341"/>
                  </a:lnTo>
                  <a:close/>
                  <a:moveTo>
                    <a:pt x="571440" y="1789341"/>
                  </a:moveTo>
                  <a:lnTo>
                    <a:pt x="525043" y="1760183"/>
                  </a:lnTo>
                  <a:lnTo>
                    <a:pt x="481107" y="1702096"/>
                  </a:lnTo>
                  <a:close/>
                  <a:moveTo>
                    <a:pt x="1319219" y="2627126"/>
                  </a:moveTo>
                  <a:lnTo>
                    <a:pt x="1299239" y="2662220"/>
                  </a:lnTo>
                  <a:lnTo>
                    <a:pt x="1346862" y="2667020"/>
                  </a:lnTo>
                  <a:close/>
                  <a:moveTo>
                    <a:pt x="729064" y="1813920"/>
                  </a:moveTo>
                  <a:lnTo>
                    <a:pt x="662248" y="1776108"/>
                  </a:lnTo>
                  <a:lnTo>
                    <a:pt x="751805" y="1835489"/>
                  </a:lnTo>
                  <a:close/>
                  <a:moveTo>
                    <a:pt x="532097" y="1491598"/>
                  </a:moveTo>
                  <a:lnTo>
                    <a:pt x="528831" y="1523705"/>
                  </a:lnTo>
                  <a:lnTo>
                    <a:pt x="576897" y="1523653"/>
                  </a:lnTo>
                  <a:close/>
                  <a:moveTo>
                    <a:pt x="1673429" y="2836826"/>
                  </a:moveTo>
                  <a:lnTo>
                    <a:pt x="1735008" y="2889254"/>
                  </a:lnTo>
                  <a:lnTo>
                    <a:pt x="1799784" y="2815385"/>
                  </a:lnTo>
                  <a:close/>
                  <a:moveTo>
                    <a:pt x="915782" y="1891357"/>
                  </a:moveTo>
                  <a:lnTo>
                    <a:pt x="963177" y="1952918"/>
                  </a:lnTo>
                  <a:lnTo>
                    <a:pt x="985783" y="1984888"/>
                  </a:lnTo>
                  <a:close/>
                  <a:moveTo>
                    <a:pt x="1799784" y="2815385"/>
                  </a:moveTo>
                  <a:lnTo>
                    <a:pt x="1799302" y="2758822"/>
                  </a:lnTo>
                  <a:lnTo>
                    <a:pt x="1767534" y="2850818"/>
                  </a:lnTo>
                  <a:close/>
                  <a:moveTo>
                    <a:pt x="1799302" y="2758822"/>
                  </a:moveTo>
                  <a:lnTo>
                    <a:pt x="1799784" y="2815385"/>
                  </a:lnTo>
                  <a:lnTo>
                    <a:pt x="1822461" y="2768603"/>
                  </a:lnTo>
                  <a:close/>
                  <a:moveTo>
                    <a:pt x="1765019" y="2730166"/>
                  </a:moveTo>
                  <a:lnTo>
                    <a:pt x="1799302" y="2758822"/>
                  </a:lnTo>
                  <a:lnTo>
                    <a:pt x="1722454" y="2660614"/>
                  </a:lnTo>
                  <a:close/>
                  <a:moveTo>
                    <a:pt x="1722454" y="2660614"/>
                  </a:moveTo>
                  <a:lnTo>
                    <a:pt x="1799302" y="2758822"/>
                  </a:lnTo>
                  <a:lnTo>
                    <a:pt x="1744040" y="2686388"/>
                  </a:lnTo>
                  <a:close/>
                  <a:moveTo>
                    <a:pt x="1721919" y="2587718"/>
                  </a:moveTo>
                  <a:lnTo>
                    <a:pt x="1697832" y="2580539"/>
                  </a:lnTo>
                  <a:lnTo>
                    <a:pt x="1806607" y="2625694"/>
                  </a:lnTo>
                  <a:close/>
                  <a:moveTo>
                    <a:pt x="834815" y="1617591"/>
                  </a:moveTo>
                  <a:lnTo>
                    <a:pt x="937747" y="1606435"/>
                  </a:lnTo>
                  <a:lnTo>
                    <a:pt x="918452" y="1661370"/>
                  </a:lnTo>
                  <a:close/>
                  <a:moveTo>
                    <a:pt x="834815" y="1617591"/>
                  </a:moveTo>
                  <a:lnTo>
                    <a:pt x="918452" y="1661370"/>
                  </a:lnTo>
                  <a:lnTo>
                    <a:pt x="886867" y="1699807"/>
                  </a:lnTo>
                  <a:close/>
                  <a:moveTo>
                    <a:pt x="914067" y="1592476"/>
                  </a:moveTo>
                  <a:lnTo>
                    <a:pt x="1003016" y="1661370"/>
                  </a:lnTo>
                  <a:lnTo>
                    <a:pt x="937747" y="1606435"/>
                  </a:lnTo>
                  <a:close/>
                  <a:moveTo>
                    <a:pt x="1806607" y="2625694"/>
                  </a:moveTo>
                  <a:lnTo>
                    <a:pt x="1853008" y="2583977"/>
                  </a:lnTo>
                  <a:lnTo>
                    <a:pt x="1721919" y="2587718"/>
                  </a:lnTo>
                  <a:close/>
                  <a:moveTo>
                    <a:pt x="1602653" y="2397141"/>
                  </a:moveTo>
                  <a:lnTo>
                    <a:pt x="1731531" y="2453050"/>
                  </a:lnTo>
                  <a:lnTo>
                    <a:pt x="1713269" y="2445084"/>
                  </a:lnTo>
                  <a:close/>
                  <a:moveTo>
                    <a:pt x="1683351" y="2443518"/>
                  </a:moveTo>
                  <a:lnTo>
                    <a:pt x="1731531" y="2453050"/>
                  </a:lnTo>
                  <a:lnTo>
                    <a:pt x="1612781" y="2401306"/>
                  </a:lnTo>
                  <a:close/>
                  <a:moveTo>
                    <a:pt x="1003016" y="1661370"/>
                  </a:moveTo>
                  <a:lnTo>
                    <a:pt x="1033886" y="1687222"/>
                  </a:lnTo>
                  <a:lnTo>
                    <a:pt x="1038492" y="1652004"/>
                  </a:lnTo>
                  <a:close/>
                  <a:moveTo>
                    <a:pt x="1003016" y="1661370"/>
                  </a:moveTo>
                  <a:lnTo>
                    <a:pt x="1038492" y="1652004"/>
                  </a:lnTo>
                  <a:lnTo>
                    <a:pt x="937747" y="1606435"/>
                  </a:lnTo>
                  <a:close/>
                  <a:moveTo>
                    <a:pt x="1102864" y="1660263"/>
                  </a:moveTo>
                  <a:lnTo>
                    <a:pt x="1038492" y="1652004"/>
                  </a:lnTo>
                  <a:lnTo>
                    <a:pt x="1033886" y="1687222"/>
                  </a:lnTo>
                  <a:close/>
                  <a:moveTo>
                    <a:pt x="1120499" y="1545834"/>
                  </a:moveTo>
                  <a:lnTo>
                    <a:pt x="1038492" y="1652004"/>
                  </a:lnTo>
                  <a:lnTo>
                    <a:pt x="1102864" y="1660263"/>
                  </a:lnTo>
                  <a:close/>
                  <a:moveTo>
                    <a:pt x="533896" y="882997"/>
                  </a:moveTo>
                  <a:lnTo>
                    <a:pt x="507711" y="898029"/>
                  </a:lnTo>
                  <a:lnTo>
                    <a:pt x="568430" y="890957"/>
                  </a:lnTo>
                  <a:close/>
                  <a:moveTo>
                    <a:pt x="533896" y="882997"/>
                  </a:moveTo>
                  <a:lnTo>
                    <a:pt x="568430" y="890957"/>
                  </a:lnTo>
                  <a:lnTo>
                    <a:pt x="573404" y="864985"/>
                  </a:lnTo>
                  <a:close/>
                  <a:moveTo>
                    <a:pt x="254313" y="564184"/>
                  </a:moveTo>
                  <a:lnTo>
                    <a:pt x="258123" y="661179"/>
                  </a:lnTo>
                  <a:lnTo>
                    <a:pt x="325337" y="567036"/>
                  </a:lnTo>
                  <a:close/>
                  <a:moveTo>
                    <a:pt x="179312" y="564567"/>
                  </a:moveTo>
                  <a:lnTo>
                    <a:pt x="258123" y="661179"/>
                  </a:lnTo>
                  <a:lnTo>
                    <a:pt x="254313" y="564184"/>
                  </a:lnTo>
                  <a:close/>
                  <a:moveTo>
                    <a:pt x="2073567" y="2571078"/>
                  </a:moveTo>
                  <a:lnTo>
                    <a:pt x="2086416" y="2620677"/>
                  </a:lnTo>
                  <a:lnTo>
                    <a:pt x="2145578" y="2626669"/>
                  </a:lnTo>
                  <a:close/>
                  <a:moveTo>
                    <a:pt x="1906903" y="2506824"/>
                  </a:moveTo>
                  <a:lnTo>
                    <a:pt x="1932608" y="2410762"/>
                  </a:lnTo>
                  <a:lnTo>
                    <a:pt x="1877904" y="2527300"/>
                  </a:lnTo>
                  <a:close/>
                  <a:moveTo>
                    <a:pt x="1940874" y="2418634"/>
                  </a:moveTo>
                  <a:lnTo>
                    <a:pt x="1927543" y="2514972"/>
                  </a:lnTo>
                  <a:lnTo>
                    <a:pt x="1877904" y="2527300"/>
                  </a:lnTo>
                  <a:close/>
                  <a:moveTo>
                    <a:pt x="1927543" y="2514972"/>
                  </a:moveTo>
                  <a:lnTo>
                    <a:pt x="1940874" y="2418634"/>
                  </a:lnTo>
                  <a:lnTo>
                    <a:pt x="1978623" y="2527300"/>
                  </a:lnTo>
                  <a:close/>
                  <a:moveTo>
                    <a:pt x="1932608" y="2410762"/>
                  </a:moveTo>
                  <a:lnTo>
                    <a:pt x="1906903" y="2506824"/>
                  </a:lnTo>
                  <a:lnTo>
                    <a:pt x="1978623" y="2527300"/>
                  </a:lnTo>
                  <a:close/>
                  <a:moveTo>
                    <a:pt x="1561228" y="2050376"/>
                  </a:moveTo>
                  <a:lnTo>
                    <a:pt x="1485809" y="2031174"/>
                  </a:lnTo>
                  <a:lnTo>
                    <a:pt x="1495004" y="2034009"/>
                  </a:lnTo>
                  <a:close/>
                  <a:moveTo>
                    <a:pt x="1538162" y="2027590"/>
                  </a:moveTo>
                  <a:lnTo>
                    <a:pt x="1485809" y="2031174"/>
                  </a:lnTo>
                  <a:lnTo>
                    <a:pt x="1561228" y="2050376"/>
                  </a:lnTo>
                  <a:close/>
                  <a:moveTo>
                    <a:pt x="510544" y="877427"/>
                  </a:moveTo>
                  <a:lnTo>
                    <a:pt x="507711" y="898029"/>
                  </a:lnTo>
                  <a:lnTo>
                    <a:pt x="533896" y="882997"/>
                  </a:lnTo>
                  <a:close/>
                  <a:moveTo>
                    <a:pt x="510544" y="877427"/>
                  </a:moveTo>
                  <a:lnTo>
                    <a:pt x="533896" y="882997"/>
                  </a:lnTo>
                  <a:lnTo>
                    <a:pt x="537590" y="794539"/>
                  </a:lnTo>
                  <a:close/>
                  <a:moveTo>
                    <a:pt x="537590" y="794539"/>
                  </a:moveTo>
                  <a:lnTo>
                    <a:pt x="573404" y="864985"/>
                  </a:lnTo>
                  <a:lnTo>
                    <a:pt x="612374" y="795486"/>
                  </a:lnTo>
                  <a:close/>
                  <a:moveTo>
                    <a:pt x="612374" y="795486"/>
                  </a:moveTo>
                  <a:lnTo>
                    <a:pt x="660690" y="776453"/>
                  </a:lnTo>
                  <a:lnTo>
                    <a:pt x="645789" y="762346"/>
                  </a:lnTo>
                  <a:close/>
                  <a:moveTo>
                    <a:pt x="573404" y="864985"/>
                  </a:moveTo>
                  <a:lnTo>
                    <a:pt x="649252" y="869908"/>
                  </a:lnTo>
                  <a:lnTo>
                    <a:pt x="612374" y="795486"/>
                  </a:lnTo>
                  <a:close/>
                  <a:moveTo>
                    <a:pt x="645789" y="762346"/>
                  </a:moveTo>
                  <a:lnTo>
                    <a:pt x="660690" y="776453"/>
                  </a:lnTo>
                  <a:lnTo>
                    <a:pt x="666758" y="720160"/>
                  </a:lnTo>
                  <a:close/>
                  <a:moveTo>
                    <a:pt x="443023" y="515701"/>
                  </a:moveTo>
                  <a:lnTo>
                    <a:pt x="420564" y="572200"/>
                  </a:lnTo>
                  <a:lnTo>
                    <a:pt x="465937" y="526640"/>
                  </a:lnTo>
                  <a:close/>
                  <a:moveTo>
                    <a:pt x="2145578" y="2626669"/>
                  </a:moveTo>
                  <a:lnTo>
                    <a:pt x="2191566" y="2653293"/>
                  </a:lnTo>
                  <a:lnTo>
                    <a:pt x="2192281" y="2586084"/>
                  </a:lnTo>
                  <a:close/>
                  <a:moveTo>
                    <a:pt x="2192281" y="2586084"/>
                  </a:moveTo>
                  <a:lnTo>
                    <a:pt x="2191566" y="2653293"/>
                  </a:lnTo>
                  <a:lnTo>
                    <a:pt x="2232521" y="2548899"/>
                  </a:lnTo>
                  <a:close/>
                  <a:moveTo>
                    <a:pt x="2145578" y="2626669"/>
                  </a:moveTo>
                  <a:lnTo>
                    <a:pt x="2093664" y="2540603"/>
                  </a:lnTo>
                  <a:lnTo>
                    <a:pt x="2073567" y="2571078"/>
                  </a:lnTo>
                  <a:close/>
                  <a:moveTo>
                    <a:pt x="1682133" y="2008559"/>
                  </a:moveTo>
                  <a:lnTo>
                    <a:pt x="1771085" y="2062478"/>
                  </a:lnTo>
                  <a:lnTo>
                    <a:pt x="1729357" y="1957136"/>
                  </a:lnTo>
                  <a:close/>
                  <a:moveTo>
                    <a:pt x="1695898" y="1981558"/>
                  </a:moveTo>
                  <a:lnTo>
                    <a:pt x="1754542" y="1894381"/>
                  </a:lnTo>
                  <a:lnTo>
                    <a:pt x="1700394" y="1877810"/>
                  </a:lnTo>
                  <a:close/>
                  <a:moveTo>
                    <a:pt x="1695898" y="1981558"/>
                  </a:moveTo>
                  <a:lnTo>
                    <a:pt x="1700394" y="1877810"/>
                  </a:lnTo>
                  <a:lnTo>
                    <a:pt x="1722735" y="1957136"/>
                  </a:lnTo>
                  <a:close/>
                  <a:moveTo>
                    <a:pt x="1388966" y="1748429"/>
                  </a:moveTo>
                  <a:lnTo>
                    <a:pt x="1460399" y="1736845"/>
                  </a:lnTo>
                  <a:lnTo>
                    <a:pt x="1503401" y="1682423"/>
                  </a:lnTo>
                  <a:close/>
                  <a:moveTo>
                    <a:pt x="1426727" y="1674410"/>
                  </a:moveTo>
                  <a:lnTo>
                    <a:pt x="1388966" y="1748429"/>
                  </a:lnTo>
                  <a:lnTo>
                    <a:pt x="1503401" y="1682423"/>
                  </a:lnTo>
                  <a:close/>
                  <a:moveTo>
                    <a:pt x="1503401" y="1682423"/>
                  </a:moveTo>
                  <a:lnTo>
                    <a:pt x="1460399" y="1736845"/>
                  </a:lnTo>
                  <a:lnTo>
                    <a:pt x="1578968" y="1686299"/>
                  </a:lnTo>
                  <a:close/>
                  <a:moveTo>
                    <a:pt x="639490" y="681666"/>
                  </a:moveTo>
                  <a:lnTo>
                    <a:pt x="666758" y="720160"/>
                  </a:lnTo>
                  <a:lnTo>
                    <a:pt x="714262" y="682567"/>
                  </a:lnTo>
                  <a:close/>
                  <a:moveTo>
                    <a:pt x="465937" y="526640"/>
                  </a:moveTo>
                  <a:lnTo>
                    <a:pt x="480202" y="477264"/>
                  </a:lnTo>
                  <a:lnTo>
                    <a:pt x="443023" y="515701"/>
                  </a:lnTo>
                  <a:close/>
                  <a:moveTo>
                    <a:pt x="519643" y="512235"/>
                  </a:moveTo>
                  <a:lnTo>
                    <a:pt x="480202" y="477264"/>
                  </a:lnTo>
                  <a:lnTo>
                    <a:pt x="465937" y="526640"/>
                  </a:lnTo>
                  <a:close/>
                  <a:moveTo>
                    <a:pt x="1608217" y="1710491"/>
                  </a:moveTo>
                  <a:lnTo>
                    <a:pt x="1668463" y="1742246"/>
                  </a:lnTo>
                  <a:lnTo>
                    <a:pt x="1698107" y="1754269"/>
                  </a:lnTo>
                  <a:close/>
                  <a:moveTo>
                    <a:pt x="986262" y="393267"/>
                  </a:moveTo>
                  <a:lnTo>
                    <a:pt x="916442" y="389438"/>
                  </a:lnTo>
                  <a:lnTo>
                    <a:pt x="906928" y="415193"/>
                  </a:lnTo>
                  <a:close/>
                  <a:moveTo>
                    <a:pt x="1865138" y="1310100"/>
                  </a:moveTo>
                  <a:lnTo>
                    <a:pt x="1826131" y="1235627"/>
                  </a:lnTo>
                  <a:lnTo>
                    <a:pt x="1850516" y="1283447"/>
                  </a:lnTo>
                  <a:close/>
                  <a:moveTo>
                    <a:pt x="1839100" y="1266321"/>
                  </a:moveTo>
                  <a:lnTo>
                    <a:pt x="1826131" y="1235627"/>
                  </a:lnTo>
                  <a:lnTo>
                    <a:pt x="1865138" y="1310100"/>
                  </a:lnTo>
                  <a:close/>
                  <a:moveTo>
                    <a:pt x="1482882" y="744896"/>
                  </a:moveTo>
                  <a:lnTo>
                    <a:pt x="1550190" y="738225"/>
                  </a:lnTo>
                  <a:lnTo>
                    <a:pt x="1516665" y="734594"/>
                  </a:lnTo>
                  <a:close/>
                  <a:moveTo>
                    <a:pt x="1260019" y="690815"/>
                  </a:moveTo>
                  <a:lnTo>
                    <a:pt x="1259534" y="592563"/>
                  </a:lnTo>
                  <a:lnTo>
                    <a:pt x="1258107" y="570164"/>
                  </a:lnTo>
                  <a:close/>
                  <a:moveTo>
                    <a:pt x="1258107" y="570164"/>
                  </a:moveTo>
                  <a:lnTo>
                    <a:pt x="1292063" y="588772"/>
                  </a:lnTo>
                  <a:lnTo>
                    <a:pt x="1260019" y="690815"/>
                  </a:lnTo>
                  <a:close/>
                  <a:moveTo>
                    <a:pt x="1322494" y="570164"/>
                  </a:moveTo>
                  <a:lnTo>
                    <a:pt x="1259534" y="592563"/>
                  </a:lnTo>
                  <a:lnTo>
                    <a:pt x="1257130" y="673364"/>
                  </a:lnTo>
                  <a:close/>
                  <a:moveTo>
                    <a:pt x="1495646" y="721977"/>
                  </a:moveTo>
                  <a:lnTo>
                    <a:pt x="1482882" y="744896"/>
                  </a:lnTo>
                  <a:lnTo>
                    <a:pt x="1516665" y="734594"/>
                  </a:lnTo>
                  <a:close/>
                  <a:moveTo>
                    <a:pt x="1495646" y="721977"/>
                  </a:moveTo>
                  <a:lnTo>
                    <a:pt x="1516665" y="734594"/>
                  </a:lnTo>
                  <a:lnTo>
                    <a:pt x="1465867" y="681282"/>
                  </a:lnTo>
                  <a:close/>
                  <a:moveTo>
                    <a:pt x="1284630" y="560982"/>
                  </a:moveTo>
                  <a:lnTo>
                    <a:pt x="1322494" y="570164"/>
                  </a:lnTo>
                  <a:lnTo>
                    <a:pt x="1318040" y="470693"/>
                  </a:lnTo>
                  <a:close/>
                  <a:moveTo>
                    <a:pt x="1318040" y="470693"/>
                  </a:moveTo>
                  <a:lnTo>
                    <a:pt x="1322494" y="570164"/>
                  </a:lnTo>
                  <a:lnTo>
                    <a:pt x="1373593" y="460335"/>
                  </a:lnTo>
                  <a:close/>
                  <a:moveTo>
                    <a:pt x="1340848" y="449512"/>
                  </a:moveTo>
                  <a:lnTo>
                    <a:pt x="1373593" y="460335"/>
                  </a:lnTo>
                  <a:lnTo>
                    <a:pt x="1379660" y="422422"/>
                  </a:lnTo>
                  <a:close/>
                  <a:moveTo>
                    <a:pt x="1152838" y="131687"/>
                  </a:moveTo>
                  <a:lnTo>
                    <a:pt x="1204660" y="202867"/>
                  </a:lnTo>
                  <a:lnTo>
                    <a:pt x="1219813" y="224487"/>
                  </a:lnTo>
                  <a:close/>
                  <a:moveTo>
                    <a:pt x="1625746" y="493291"/>
                  </a:moveTo>
                  <a:lnTo>
                    <a:pt x="1615144" y="585326"/>
                  </a:lnTo>
                  <a:lnTo>
                    <a:pt x="1614743" y="528843"/>
                  </a:lnTo>
                  <a:close/>
                  <a:moveTo>
                    <a:pt x="1567325" y="566753"/>
                  </a:moveTo>
                  <a:lnTo>
                    <a:pt x="1645011" y="578553"/>
                  </a:lnTo>
                  <a:lnTo>
                    <a:pt x="1625746" y="493291"/>
                  </a:lnTo>
                  <a:close/>
                  <a:moveTo>
                    <a:pt x="1340848" y="449512"/>
                  </a:moveTo>
                  <a:lnTo>
                    <a:pt x="1379660" y="422422"/>
                  </a:lnTo>
                  <a:lnTo>
                    <a:pt x="1420254" y="358997"/>
                  </a:lnTo>
                  <a:close/>
                  <a:moveTo>
                    <a:pt x="1204660" y="202867"/>
                  </a:moveTo>
                  <a:lnTo>
                    <a:pt x="1152838" y="131687"/>
                  </a:lnTo>
                  <a:lnTo>
                    <a:pt x="1202914" y="177633"/>
                  </a:lnTo>
                  <a:close/>
                  <a:moveTo>
                    <a:pt x="1144095" y="120652"/>
                  </a:moveTo>
                  <a:lnTo>
                    <a:pt x="1135940" y="31898"/>
                  </a:lnTo>
                  <a:lnTo>
                    <a:pt x="1129082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78" name="Candidate_density__2077">
              <a:extLst>
                <a:ext uri="{FF2B5EF4-FFF2-40B4-BE49-F238E27FC236}">
                  <a16:creationId xmlns:a16="http://schemas.microsoft.com/office/drawing/2014/main" id="{31B0ED8C-028A-A57C-5ED2-0B89EB628D4D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14104"/>
              <a:ext cx="2286419" cy="3687242"/>
            </a:xfrm>
            <a:custGeom>
              <a:avLst/>
              <a:gdLst/>
              <a:ahLst/>
              <a:cxnLst/>
              <a:rect l="0" t="0" r="0" b="0"/>
              <a:pathLst>
                <a:path w="2286419" h="3687242">
                  <a:moveTo>
                    <a:pt x="291705" y="3572767"/>
                  </a:moveTo>
                  <a:lnTo>
                    <a:pt x="329484" y="3654983"/>
                  </a:lnTo>
                  <a:lnTo>
                    <a:pt x="367804" y="3616546"/>
                  </a:lnTo>
                  <a:close/>
                  <a:moveTo>
                    <a:pt x="468431" y="3578110"/>
                  </a:moveTo>
                  <a:lnTo>
                    <a:pt x="510652" y="3687242"/>
                  </a:lnTo>
                  <a:lnTo>
                    <a:pt x="516911" y="3660325"/>
                  </a:lnTo>
                  <a:close/>
                  <a:moveTo>
                    <a:pt x="409080" y="3650633"/>
                  </a:moveTo>
                  <a:lnTo>
                    <a:pt x="510652" y="3687242"/>
                  </a:lnTo>
                  <a:lnTo>
                    <a:pt x="468431" y="3578110"/>
                  </a:lnTo>
                  <a:close/>
                  <a:moveTo>
                    <a:pt x="428153" y="3593628"/>
                  </a:moveTo>
                  <a:lnTo>
                    <a:pt x="468431" y="3578110"/>
                  </a:lnTo>
                  <a:lnTo>
                    <a:pt x="465365" y="3582418"/>
                  </a:lnTo>
                  <a:close/>
                  <a:moveTo>
                    <a:pt x="389574" y="3524900"/>
                  </a:moveTo>
                  <a:lnTo>
                    <a:pt x="428153" y="3593628"/>
                  </a:lnTo>
                  <a:lnTo>
                    <a:pt x="465365" y="3582418"/>
                  </a:lnTo>
                  <a:close/>
                  <a:moveTo>
                    <a:pt x="563372" y="3644382"/>
                  </a:moveTo>
                  <a:lnTo>
                    <a:pt x="653102" y="3632024"/>
                  </a:lnTo>
                  <a:lnTo>
                    <a:pt x="620500" y="3558437"/>
                  </a:lnTo>
                  <a:close/>
                  <a:moveTo>
                    <a:pt x="563372" y="3644382"/>
                  </a:moveTo>
                  <a:lnTo>
                    <a:pt x="620500" y="3558437"/>
                  </a:lnTo>
                  <a:lnTo>
                    <a:pt x="560169" y="3546894"/>
                  </a:lnTo>
                  <a:close/>
                  <a:moveTo>
                    <a:pt x="560169" y="3546894"/>
                  </a:moveTo>
                  <a:lnTo>
                    <a:pt x="620500" y="3558437"/>
                  </a:lnTo>
                  <a:lnTo>
                    <a:pt x="505296" y="3491412"/>
                  </a:lnTo>
                  <a:close/>
                  <a:moveTo>
                    <a:pt x="477259" y="3411683"/>
                  </a:moveTo>
                  <a:lnTo>
                    <a:pt x="522150" y="3364319"/>
                  </a:lnTo>
                  <a:lnTo>
                    <a:pt x="392086" y="3371893"/>
                  </a:lnTo>
                  <a:close/>
                  <a:moveTo>
                    <a:pt x="539358" y="2969510"/>
                  </a:moveTo>
                  <a:lnTo>
                    <a:pt x="583279" y="2988145"/>
                  </a:lnTo>
                  <a:lnTo>
                    <a:pt x="539670" y="3090161"/>
                  </a:lnTo>
                  <a:close/>
                  <a:moveTo>
                    <a:pt x="583279" y="2988145"/>
                  </a:moveTo>
                  <a:lnTo>
                    <a:pt x="539358" y="2969510"/>
                  </a:lnTo>
                  <a:lnTo>
                    <a:pt x="505684" y="2890544"/>
                  </a:lnTo>
                  <a:close/>
                  <a:moveTo>
                    <a:pt x="681403" y="2908371"/>
                  </a:moveTo>
                  <a:lnTo>
                    <a:pt x="750167" y="2913060"/>
                  </a:lnTo>
                  <a:lnTo>
                    <a:pt x="748610" y="2814233"/>
                  </a:lnTo>
                  <a:close/>
                  <a:moveTo>
                    <a:pt x="750167" y="2913060"/>
                  </a:moveTo>
                  <a:lnTo>
                    <a:pt x="825339" y="2812446"/>
                  </a:lnTo>
                  <a:lnTo>
                    <a:pt x="748610" y="2814233"/>
                  </a:lnTo>
                  <a:close/>
                  <a:moveTo>
                    <a:pt x="47863" y="1988271"/>
                  </a:moveTo>
                  <a:lnTo>
                    <a:pt x="46030" y="2020943"/>
                  </a:lnTo>
                  <a:lnTo>
                    <a:pt x="52780" y="2108923"/>
                  </a:lnTo>
                  <a:close/>
                  <a:moveTo>
                    <a:pt x="47863" y="1988271"/>
                  </a:moveTo>
                  <a:lnTo>
                    <a:pt x="34190" y="2008943"/>
                  </a:lnTo>
                  <a:lnTo>
                    <a:pt x="46030" y="2020943"/>
                  </a:lnTo>
                  <a:close/>
                  <a:moveTo>
                    <a:pt x="0" y="1944492"/>
                  </a:moveTo>
                  <a:lnTo>
                    <a:pt x="34190" y="2008943"/>
                  </a:lnTo>
                  <a:lnTo>
                    <a:pt x="47863" y="1988271"/>
                  </a:lnTo>
                  <a:close/>
                  <a:moveTo>
                    <a:pt x="364026" y="2044287"/>
                  </a:moveTo>
                  <a:lnTo>
                    <a:pt x="398980" y="2106455"/>
                  </a:lnTo>
                  <a:lnTo>
                    <a:pt x="370569" y="2032049"/>
                  </a:lnTo>
                  <a:close/>
                  <a:moveTo>
                    <a:pt x="398980" y="2106455"/>
                  </a:moveTo>
                  <a:lnTo>
                    <a:pt x="364026" y="2044287"/>
                  </a:lnTo>
                  <a:lnTo>
                    <a:pt x="402080" y="2114264"/>
                  </a:lnTo>
                  <a:close/>
                  <a:moveTo>
                    <a:pt x="1091430" y="2897979"/>
                  </a:moveTo>
                  <a:lnTo>
                    <a:pt x="1001339" y="2936415"/>
                  </a:lnTo>
                  <a:lnTo>
                    <a:pt x="1088949" y="3014190"/>
                  </a:lnTo>
                  <a:close/>
                  <a:moveTo>
                    <a:pt x="745713" y="2416220"/>
                  </a:moveTo>
                  <a:lnTo>
                    <a:pt x="839288" y="2422863"/>
                  </a:lnTo>
                  <a:lnTo>
                    <a:pt x="805872" y="2404688"/>
                  </a:lnTo>
                  <a:close/>
                  <a:moveTo>
                    <a:pt x="699812" y="2395241"/>
                  </a:moveTo>
                  <a:lnTo>
                    <a:pt x="734173" y="2404688"/>
                  </a:lnTo>
                  <a:lnTo>
                    <a:pt x="745713" y="2416220"/>
                  </a:lnTo>
                  <a:close/>
                  <a:moveTo>
                    <a:pt x="398980" y="2106455"/>
                  </a:moveTo>
                  <a:lnTo>
                    <a:pt x="402080" y="2114264"/>
                  </a:lnTo>
                  <a:lnTo>
                    <a:pt x="401812" y="2113660"/>
                  </a:lnTo>
                  <a:close/>
                  <a:moveTo>
                    <a:pt x="394364" y="2075828"/>
                  </a:moveTo>
                  <a:lnTo>
                    <a:pt x="398980" y="2106455"/>
                  </a:lnTo>
                  <a:lnTo>
                    <a:pt x="401812" y="2113660"/>
                  </a:lnTo>
                  <a:close/>
                  <a:moveTo>
                    <a:pt x="370569" y="2032049"/>
                  </a:moveTo>
                  <a:lnTo>
                    <a:pt x="398980" y="2106455"/>
                  </a:lnTo>
                  <a:lnTo>
                    <a:pt x="394364" y="2075828"/>
                  </a:lnTo>
                  <a:close/>
                  <a:moveTo>
                    <a:pt x="353886" y="1993613"/>
                  </a:moveTo>
                  <a:lnTo>
                    <a:pt x="349072" y="1949834"/>
                  </a:lnTo>
                  <a:lnTo>
                    <a:pt x="370569" y="2032049"/>
                  </a:lnTo>
                  <a:close/>
                  <a:moveTo>
                    <a:pt x="1107362" y="2804442"/>
                  </a:moveTo>
                  <a:lnTo>
                    <a:pt x="1163796" y="2800167"/>
                  </a:lnTo>
                  <a:lnTo>
                    <a:pt x="1076349" y="2751878"/>
                  </a:lnTo>
                  <a:close/>
                  <a:moveTo>
                    <a:pt x="1239198" y="2777327"/>
                  </a:moveTo>
                  <a:lnTo>
                    <a:pt x="1193321" y="2895244"/>
                  </a:lnTo>
                  <a:lnTo>
                    <a:pt x="1226510" y="2819443"/>
                  </a:lnTo>
                  <a:close/>
                  <a:moveTo>
                    <a:pt x="1263689" y="2798536"/>
                  </a:moveTo>
                  <a:lnTo>
                    <a:pt x="1239198" y="2777327"/>
                  </a:lnTo>
                  <a:lnTo>
                    <a:pt x="1258036" y="2703039"/>
                  </a:lnTo>
                  <a:close/>
                  <a:moveTo>
                    <a:pt x="820563" y="2284037"/>
                  </a:moveTo>
                  <a:lnTo>
                    <a:pt x="765439" y="2240258"/>
                  </a:lnTo>
                  <a:lnTo>
                    <a:pt x="800539" y="2322473"/>
                  </a:lnTo>
                  <a:close/>
                  <a:moveTo>
                    <a:pt x="434026" y="1887286"/>
                  </a:moveTo>
                  <a:lnTo>
                    <a:pt x="530305" y="1969698"/>
                  </a:lnTo>
                  <a:lnTo>
                    <a:pt x="516790" y="1880593"/>
                  </a:lnTo>
                  <a:close/>
                  <a:moveTo>
                    <a:pt x="505863" y="1797010"/>
                  </a:moveTo>
                  <a:lnTo>
                    <a:pt x="502575" y="1790746"/>
                  </a:lnTo>
                  <a:lnTo>
                    <a:pt x="516790" y="1880593"/>
                  </a:lnTo>
                  <a:close/>
                  <a:moveTo>
                    <a:pt x="516790" y="1880593"/>
                  </a:moveTo>
                  <a:lnTo>
                    <a:pt x="502575" y="1790746"/>
                  </a:lnTo>
                  <a:lnTo>
                    <a:pt x="414450" y="1803109"/>
                  </a:lnTo>
                  <a:close/>
                  <a:moveTo>
                    <a:pt x="516790" y="1880593"/>
                  </a:moveTo>
                  <a:lnTo>
                    <a:pt x="414450" y="1803109"/>
                  </a:lnTo>
                  <a:lnTo>
                    <a:pt x="434026" y="1887286"/>
                  </a:lnTo>
                  <a:close/>
                  <a:moveTo>
                    <a:pt x="421098" y="1758746"/>
                  </a:moveTo>
                  <a:lnTo>
                    <a:pt x="350666" y="1708531"/>
                  </a:lnTo>
                  <a:lnTo>
                    <a:pt x="414450" y="1803109"/>
                  </a:lnTo>
                  <a:close/>
                  <a:moveTo>
                    <a:pt x="337549" y="1725027"/>
                  </a:moveTo>
                  <a:lnTo>
                    <a:pt x="404156" y="1790746"/>
                  </a:lnTo>
                  <a:lnTo>
                    <a:pt x="414450" y="1803109"/>
                  </a:lnTo>
                  <a:close/>
                  <a:moveTo>
                    <a:pt x="1263340" y="2656676"/>
                  </a:moveTo>
                  <a:lnTo>
                    <a:pt x="1246842" y="2616803"/>
                  </a:lnTo>
                  <a:lnTo>
                    <a:pt x="1249737" y="2695112"/>
                  </a:lnTo>
                  <a:close/>
                  <a:moveTo>
                    <a:pt x="1174213" y="2510409"/>
                  </a:moveTo>
                  <a:lnTo>
                    <a:pt x="1245995" y="2612736"/>
                  </a:lnTo>
                  <a:lnTo>
                    <a:pt x="1199390" y="2590034"/>
                  </a:lnTo>
                  <a:close/>
                  <a:moveTo>
                    <a:pt x="502575" y="1790746"/>
                  </a:moveTo>
                  <a:lnTo>
                    <a:pt x="505863" y="1797010"/>
                  </a:lnTo>
                  <a:lnTo>
                    <a:pt x="504889" y="1790176"/>
                  </a:lnTo>
                  <a:close/>
                  <a:moveTo>
                    <a:pt x="504889" y="1790176"/>
                  </a:moveTo>
                  <a:lnTo>
                    <a:pt x="421098" y="1758746"/>
                  </a:lnTo>
                  <a:lnTo>
                    <a:pt x="502575" y="1790746"/>
                  </a:lnTo>
                  <a:close/>
                  <a:moveTo>
                    <a:pt x="426872" y="1692918"/>
                  </a:moveTo>
                  <a:lnTo>
                    <a:pt x="421098" y="1758746"/>
                  </a:lnTo>
                  <a:lnTo>
                    <a:pt x="504889" y="1790176"/>
                  </a:lnTo>
                  <a:close/>
                  <a:moveTo>
                    <a:pt x="504889" y="1790176"/>
                  </a:moveTo>
                  <a:lnTo>
                    <a:pt x="505863" y="1797010"/>
                  </a:lnTo>
                  <a:lnTo>
                    <a:pt x="505511" y="1790746"/>
                  </a:lnTo>
                  <a:close/>
                  <a:moveTo>
                    <a:pt x="505511" y="1790746"/>
                  </a:moveTo>
                  <a:lnTo>
                    <a:pt x="507004" y="1688365"/>
                  </a:lnTo>
                  <a:lnTo>
                    <a:pt x="504889" y="1790176"/>
                  </a:lnTo>
                  <a:close/>
                  <a:moveTo>
                    <a:pt x="1203286" y="2574461"/>
                  </a:moveTo>
                  <a:lnTo>
                    <a:pt x="1174213" y="2510409"/>
                  </a:lnTo>
                  <a:lnTo>
                    <a:pt x="1199390" y="2590034"/>
                  </a:lnTo>
                  <a:close/>
                  <a:moveTo>
                    <a:pt x="672822" y="1916740"/>
                  </a:moveTo>
                  <a:lnTo>
                    <a:pt x="691680" y="1859595"/>
                  </a:lnTo>
                  <a:lnTo>
                    <a:pt x="697932" y="1954605"/>
                  </a:lnTo>
                  <a:close/>
                  <a:moveTo>
                    <a:pt x="932413" y="2061974"/>
                  </a:moveTo>
                  <a:lnTo>
                    <a:pt x="898835" y="2052049"/>
                  </a:lnTo>
                  <a:lnTo>
                    <a:pt x="951466" y="2069854"/>
                  </a:lnTo>
                  <a:close/>
                  <a:moveTo>
                    <a:pt x="951466" y="2069854"/>
                  </a:moveTo>
                  <a:lnTo>
                    <a:pt x="960730" y="2081170"/>
                  </a:lnTo>
                  <a:lnTo>
                    <a:pt x="932413" y="2061974"/>
                  </a:lnTo>
                  <a:close/>
                  <a:moveTo>
                    <a:pt x="567780" y="1670094"/>
                  </a:moveTo>
                  <a:lnTo>
                    <a:pt x="612581" y="1702150"/>
                  </a:lnTo>
                  <a:lnTo>
                    <a:pt x="617707" y="1631658"/>
                  </a:lnTo>
                  <a:close/>
                  <a:moveTo>
                    <a:pt x="1733515" y="2759036"/>
                  </a:moveTo>
                  <a:lnTo>
                    <a:pt x="1757603" y="2766215"/>
                  </a:lnTo>
                  <a:lnTo>
                    <a:pt x="1722522" y="2744233"/>
                  </a:lnTo>
                  <a:close/>
                  <a:moveTo>
                    <a:pt x="1733515" y="2759036"/>
                  </a:moveTo>
                  <a:lnTo>
                    <a:pt x="1722522" y="2744233"/>
                  </a:lnTo>
                  <a:lnTo>
                    <a:pt x="1747832" y="2729683"/>
                  </a:lnTo>
                  <a:close/>
                  <a:moveTo>
                    <a:pt x="1755431" y="2662018"/>
                  </a:moveTo>
                  <a:lnTo>
                    <a:pt x="1733515" y="2759036"/>
                  </a:lnTo>
                  <a:lnTo>
                    <a:pt x="1747832" y="2729683"/>
                  </a:lnTo>
                  <a:close/>
                  <a:moveTo>
                    <a:pt x="1208543" y="2004297"/>
                  </a:moveTo>
                  <a:lnTo>
                    <a:pt x="1214287" y="2064683"/>
                  </a:lnTo>
                  <a:lnTo>
                    <a:pt x="1200747" y="2088469"/>
                  </a:lnTo>
                  <a:close/>
                  <a:moveTo>
                    <a:pt x="1208543" y="2004297"/>
                  </a:moveTo>
                  <a:lnTo>
                    <a:pt x="1200747" y="2088469"/>
                  </a:lnTo>
                  <a:lnTo>
                    <a:pt x="1199982" y="2074652"/>
                  </a:lnTo>
                  <a:close/>
                  <a:moveTo>
                    <a:pt x="642857" y="1600148"/>
                  </a:moveTo>
                  <a:lnTo>
                    <a:pt x="687839" y="1553124"/>
                  </a:lnTo>
                  <a:lnTo>
                    <a:pt x="712390" y="1581461"/>
                  </a:lnTo>
                  <a:close/>
                  <a:moveTo>
                    <a:pt x="416288" y="1182146"/>
                  </a:moveTo>
                  <a:lnTo>
                    <a:pt x="342479" y="1100382"/>
                  </a:lnTo>
                  <a:lnTo>
                    <a:pt x="331675" y="1138367"/>
                  </a:lnTo>
                  <a:close/>
                  <a:moveTo>
                    <a:pt x="416288" y="1182146"/>
                  </a:moveTo>
                  <a:lnTo>
                    <a:pt x="331675" y="1138367"/>
                  </a:lnTo>
                  <a:lnTo>
                    <a:pt x="339691" y="1220583"/>
                  </a:lnTo>
                  <a:close/>
                  <a:moveTo>
                    <a:pt x="342479" y="1100382"/>
                  </a:moveTo>
                  <a:lnTo>
                    <a:pt x="340876" y="1091859"/>
                  </a:lnTo>
                  <a:lnTo>
                    <a:pt x="331675" y="1138367"/>
                  </a:lnTo>
                  <a:close/>
                  <a:moveTo>
                    <a:pt x="1199982" y="2074652"/>
                  </a:moveTo>
                  <a:lnTo>
                    <a:pt x="1200747" y="2088469"/>
                  </a:lnTo>
                  <a:lnTo>
                    <a:pt x="1199881" y="2086513"/>
                  </a:lnTo>
                  <a:close/>
                  <a:moveTo>
                    <a:pt x="1755431" y="2662018"/>
                  </a:moveTo>
                  <a:lnTo>
                    <a:pt x="1747832" y="2729683"/>
                  </a:lnTo>
                  <a:lnTo>
                    <a:pt x="1845786" y="2705797"/>
                  </a:lnTo>
                  <a:close/>
                  <a:moveTo>
                    <a:pt x="1448462" y="2130291"/>
                  </a:moveTo>
                  <a:lnTo>
                    <a:pt x="1514298" y="2215519"/>
                  </a:lnTo>
                  <a:lnTo>
                    <a:pt x="1516247" y="2205939"/>
                  </a:lnTo>
                  <a:close/>
                  <a:moveTo>
                    <a:pt x="1430404" y="2250942"/>
                  </a:moveTo>
                  <a:lnTo>
                    <a:pt x="1514298" y="2215519"/>
                  </a:lnTo>
                  <a:lnTo>
                    <a:pt x="1448462" y="2130291"/>
                  </a:lnTo>
                  <a:close/>
                  <a:moveTo>
                    <a:pt x="1435983" y="2168727"/>
                  </a:moveTo>
                  <a:lnTo>
                    <a:pt x="1430404" y="2250942"/>
                  </a:lnTo>
                  <a:lnTo>
                    <a:pt x="1448462" y="2130291"/>
                  </a:lnTo>
                  <a:close/>
                  <a:moveTo>
                    <a:pt x="1486568" y="2094975"/>
                  </a:moveTo>
                  <a:lnTo>
                    <a:pt x="1435983" y="2168727"/>
                  </a:lnTo>
                  <a:lnTo>
                    <a:pt x="1448462" y="2130291"/>
                  </a:lnTo>
                  <a:close/>
                  <a:moveTo>
                    <a:pt x="1208543" y="2004297"/>
                  </a:moveTo>
                  <a:lnTo>
                    <a:pt x="1226556" y="1967394"/>
                  </a:lnTo>
                  <a:lnTo>
                    <a:pt x="1224805" y="1922082"/>
                  </a:lnTo>
                  <a:close/>
                  <a:moveTo>
                    <a:pt x="881155" y="1718585"/>
                  </a:moveTo>
                  <a:lnTo>
                    <a:pt x="919477" y="1734991"/>
                  </a:lnTo>
                  <a:lnTo>
                    <a:pt x="948864" y="1693080"/>
                  </a:lnTo>
                  <a:close/>
                  <a:moveTo>
                    <a:pt x="554615" y="1249288"/>
                  </a:moveTo>
                  <a:lnTo>
                    <a:pt x="597892" y="1174605"/>
                  </a:lnTo>
                  <a:lnTo>
                    <a:pt x="536404" y="1164001"/>
                  </a:lnTo>
                  <a:close/>
                  <a:moveTo>
                    <a:pt x="288789" y="681913"/>
                  </a:moveTo>
                  <a:lnTo>
                    <a:pt x="211027" y="650419"/>
                  </a:lnTo>
                  <a:lnTo>
                    <a:pt x="289997" y="742681"/>
                  </a:lnTo>
                  <a:close/>
                  <a:moveTo>
                    <a:pt x="1913587" y="2705797"/>
                  </a:moveTo>
                  <a:lnTo>
                    <a:pt x="1968291" y="2589259"/>
                  </a:lnTo>
                  <a:lnTo>
                    <a:pt x="1926647" y="2585145"/>
                  </a:lnTo>
                  <a:close/>
                  <a:moveTo>
                    <a:pt x="1926647" y="2585145"/>
                  </a:moveTo>
                  <a:lnTo>
                    <a:pt x="1976558" y="2597131"/>
                  </a:lnTo>
                  <a:lnTo>
                    <a:pt x="1913587" y="2705797"/>
                  </a:lnTo>
                  <a:close/>
                  <a:moveTo>
                    <a:pt x="2014307" y="2705797"/>
                  </a:moveTo>
                  <a:lnTo>
                    <a:pt x="1976558" y="2597131"/>
                  </a:lnTo>
                  <a:lnTo>
                    <a:pt x="1984769" y="2585145"/>
                  </a:lnTo>
                  <a:close/>
                  <a:moveTo>
                    <a:pt x="1984769" y="2585145"/>
                  </a:moveTo>
                  <a:lnTo>
                    <a:pt x="1968291" y="2589259"/>
                  </a:lnTo>
                  <a:lnTo>
                    <a:pt x="2014307" y="2705797"/>
                  </a:lnTo>
                  <a:close/>
                  <a:moveTo>
                    <a:pt x="1926647" y="2585145"/>
                  </a:moveTo>
                  <a:lnTo>
                    <a:pt x="1968291" y="2589259"/>
                  </a:lnTo>
                  <a:lnTo>
                    <a:pt x="1953062" y="2509287"/>
                  </a:lnTo>
                  <a:close/>
                  <a:moveTo>
                    <a:pt x="1521492" y="2209670"/>
                  </a:moveTo>
                  <a:lnTo>
                    <a:pt x="1549723" y="2115897"/>
                  </a:lnTo>
                  <a:lnTo>
                    <a:pt x="1530688" y="2212506"/>
                  </a:lnTo>
                  <a:close/>
                  <a:moveTo>
                    <a:pt x="1530688" y="2212506"/>
                  </a:moveTo>
                  <a:lnTo>
                    <a:pt x="1549723" y="2115897"/>
                  </a:lnTo>
                  <a:lnTo>
                    <a:pt x="1553899" y="2091854"/>
                  </a:lnTo>
                  <a:close/>
                  <a:moveTo>
                    <a:pt x="1528611" y="2103790"/>
                  </a:moveTo>
                  <a:lnTo>
                    <a:pt x="1516247" y="2205939"/>
                  </a:lnTo>
                  <a:lnTo>
                    <a:pt x="1530688" y="2212506"/>
                  </a:lnTo>
                  <a:close/>
                  <a:moveTo>
                    <a:pt x="1448462" y="2130291"/>
                  </a:moveTo>
                  <a:lnTo>
                    <a:pt x="1516247" y="2205939"/>
                  </a:lnTo>
                  <a:lnTo>
                    <a:pt x="1528611" y="2103790"/>
                  </a:lnTo>
                  <a:close/>
                  <a:moveTo>
                    <a:pt x="1549723" y="2115897"/>
                  </a:moveTo>
                  <a:lnTo>
                    <a:pt x="1521492" y="2209670"/>
                  </a:lnTo>
                  <a:lnTo>
                    <a:pt x="1535287" y="2174070"/>
                  </a:lnTo>
                  <a:close/>
                  <a:moveTo>
                    <a:pt x="1486568" y="2094975"/>
                  </a:moveTo>
                  <a:lnTo>
                    <a:pt x="1448462" y="2130291"/>
                  </a:lnTo>
                  <a:lnTo>
                    <a:pt x="1528611" y="2103790"/>
                  </a:lnTo>
                  <a:close/>
                  <a:moveTo>
                    <a:pt x="412839" y="651855"/>
                  </a:moveTo>
                  <a:lnTo>
                    <a:pt x="359652" y="611983"/>
                  </a:lnTo>
                  <a:lnTo>
                    <a:pt x="288789" y="681913"/>
                  </a:lnTo>
                  <a:close/>
                  <a:moveTo>
                    <a:pt x="371166" y="711247"/>
                  </a:moveTo>
                  <a:lnTo>
                    <a:pt x="412839" y="651855"/>
                  </a:lnTo>
                  <a:lnTo>
                    <a:pt x="288789" y="681913"/>
                  </a:lnTo>
                  <a:close/>
                  <a:moveTo>
                    <a:pt x="2227249" y="2831790"/>
                  </a:moveTo>
                  <a:lnTo>
                    <a:pt x="2277733" y="2887206"/>
                  </a:lnTo>
                  <a:lnTo>
                    <a:pt x="2286419" y="2812680"/>
                  </a:lnTo>
                  <a:close/>
                  <a:moveTo>
                    <a:pt x="1760142" y="2236928"/>
                  </a:moveTo>
                  <a:lnTo>
                    <a:pt x="1869199" y="2308950"/>
                  </a:lnTo>
                  <a:lnTo>
                    <a:pt x="1790547" y="2243783"/>
                  </a:lnTo>
                  <a:close/>
                  <a:moveTo>
                    <a:pt x="1813224" y="2254365"/>
                  </a:moveTo>
                  <a:lnTo>
                    <a:pt x="1760142" y="2236928"/>
                  </a:lnTo>
                  <a:lnTo>
                    <a:pt x="1765040" y="2135633"/>
                  </a:lnTo>
                  <a:close/>
                  <a:moveTo>
                    <a:pt x="1655401" y="2017153"/>
                  </a:moveTo>
                  <a:lnTo>
                    <a:pt x="1736031" y="2053418"/>
                  </a:lnTo>
                  <a:lnTo>
                    <a:pt x="1599622" y="2006559"/>
                  </a:lnTo>
                  <a:close/>
                  <a:moveTo>
                    <a:pt x="1599622" y="2006559"/>
                  </a:moveTo>
                  <a:lnTo>
                    <a:pt x="1736077" y="2056307"/>
                  </a:lnTo>
                  <a:lnTo>
                    <a:pt x="1608973" y="2009639"/>
                  </a:lnTo>
                  <a:close/>
                  <a:moveTo>
                    <a:pt x="780214" y="910781"/>
                  </a:moveTo>
                  <a:lnTo>
                    <a:pt x="825091" y="902407"/>
                  </a:lnTo>
                  <a:lnTo>
                    <a:pt x="749945" y="861064"/>
                  </a:lnTo>
                  <a:close/>
                  <a:moveTo>
                    <a:pt x="412839" y="651855"/>
                  </a:moveTo>
                  <a:lnTo>
                    <a:pt x="360431" y="585327"/>
                  </a:lnTo>
                  <a:lnTo>
                    <a:pt x="359652" y="611983"/>
                  </a:lnTo>
                  <a:close/>
                  <a:moveTo>
                    <a:pt x="808160" y="984622"/>
                  </a:moveTo>
                  <a:lnTo>
                    <a:pt x="818884" y="915941"/>
                  </a:lnTo>
                  <a:lnTo>
                    <a:pt x="813690" y="1020257"/>
                  </a:lnTo>
                  <a:close/>
                  <a:moveTo>
                    <a:pt x="1955859" y="2098905"/>
                  </a:moveTo>
                  <a:lnTo>
                    <a:pt x="1959884" y="2104388"/>
                  </a:lnTo>
                  <a:lnTo>
                    <a:pt x="2052538" y="2172147"/>
                  </a:lnTo>
                  <a:close/>
                  <a:moveTo>
                    <a:pt x="1665671" y="1768336"/>
                  </a:moveTo>
                  <a:lnTo>
                    <a:pt x="1614651" y="1864796"/>
                  </a:lnTo>
                  <a:lnTo>
                    <a:pt x="1643900" y="1888988"/>
                  </a:lnTo>
                  <a:close/>
                  <a:moveTo>
                    <a:pt x="1637043" y="1775951"/>
                  </a:moveTo>
                  <a:lnTo>
                    <a:pt x="1539084" y="1860920"/>
                  </a:lnTo>
                  <a:lnTo>
                    <a:pt x="1614651" y="1864796"/>
                  </a:lnTo>
                  <a:close/>
                  <a:moveTo>
                    <a:pt x="1637043" y="1775951"/>
                  </a:moveTo>
                  <a:lnTo>
                    <a:pt x="1548585" y="1787275"/>
                  </a:lnTo>
                  <a:lnTo>
                    <a:pt x="1539084" y="1860920"/>
                  </a:lnTo>
                  <a:close/>
                  <a:moveTo>
                    <a:pt x="1548585" y="1787275"/>
                  </a:moveTo>
                  <a:lnTo>
                    <a:pt x="1637043" y="1775951"/>
                  </a:lnTo>
                  <a:lnTo>
                    <a:pt x="1562337" y="1732654"/>
                  </a:lnTo>
                  <a:close/>
                  <a:moveTo>
                    <a:pt x="1690098" y="1693318"/>
                  </a:moveTo>
                  <a:lnTo>
                    <a:pt x="1642911" y="1755253"/>
                  </a:lnTo>
                  <a:lnTo>
                    <a:pt x="1637043" y="1775951"/>
                  </a:lnTo>
                  <a:close/>
                  <a:moveTo>
                    <a:pt x="1665671" y="1768336"/>
                  </a:moveTo>
                  <a:lnTo>
                    <a:pt x="1707076" y="1716496"/>
                  </a:lnTo>
                  <a:lnTo>
                    <a:pt x="1690098" y="1693318"/>
                  </a:lnTo>
                  <a:close/>
                  <a:moveTo>
                    <a:pt x="1637043" y="1775951"/>
                  </a:moveTo>
                  <a:lnTo>
                    <a:pt x="1665671" y="1768336"/>
                  </a:lnTo>
                  <a:lnTo>
                    <a:pt x="1690098" y="1693318"/>
                  </a:lnTo>
                  <a:close/>
                  <a:moveTo>
                    <a:pt x="844500" y="795025"/>
                  </a:moveTo>
                  <a:lnTo>
                    <a:pt x="825091" y="902407"/>
                  </a:lnTo>
                  <a:lnTo>
                    <a:pt x="852993" y="888212"/>
                  </a:lnTo>
                  <a:close/>
                  <a:moveTo>
                    <a:pt x="852993" y="888212"/>
                  </a:moveTo>
                  <a:lnTo>
                    <a:pt x="954848" y="865997"/>
                  </a:lnTo>
                  <a:lnTo>
                    <a:pt x="844500" y="795025"/>
                  </a:lnTo>
                  <a:close/>
                  <a:moveTo>
                    <a:pt x="954848" y="865997"/>
                  </a:moveTo>
                  <a:lnTo>
                    <a:pt x="958273" y="867447"/>
                  </a:lnTo>
                  <a:lnTo>
                    <a:pt x="1038034" y="887004"/>
                  </a:lnTo>
                  <a:close/>
                  <a:moveTo>
                    <a:pt x="492042" y="454126"/>
                  </a:moveTo>
                  <a:lnTo>
                    <a:pt x="544247" y="452894"/>
                  </a:lnTo>
                  <a:lnTo>
                    <a:pt x="548671" y="453383"/>
                  </a:lnTo>
                  <a:close/>
                  <a:moveTo>
                    <a:pt x="472798" y="445627"/>
                  </a:moveTo>
                  <a:lnTo>
                    <a:pt x="544247" y="452894"/>
                  </a:lnTo>
                  <a:lnTo>
                    <a:pt x="492042" y="454126"/>
                  </a:lnTo>
                  <a:close/>
                  <a:moveTo>
                    <a:pt x="1999584" y="2163450"/>
                  </a:moveTo>
                  <a:lnTo>
                    <a:pt x="2052538" y="2172147"/>
                  </a:lnTo>
                  <a:lnTo>
                    <a:pt x="1959884" y="2104388"/>
                  </a:lnTo>
                  <a:close/>
                  <a:moveTo>
                    <a:pt x="1803109" y="1762127"/>
                  </a:moveTo>
                  <a:lnTo>
                    <a:pt x="1736556" y="1755641"/>
                  </a:lnTo>
                  <a:lnTo>
                    <a:pt x="1853170" y="1768857"/>
                  </a:lnTo>
                  <a:close/>
                  <a:moveTo>
                    <a:pt x="1647719" y="1667179"/>
                  </a:moveTo>
                  <a:lnTo>
                    <a:pt x="1562337" y="1732654"/>
                  </a:lnTo>
                  <a:lnTo>
                    <a:pt x="1642911" y="1755253"/>
                  </a:lnTo>
                  <a:close/>
                  <a:moveTo>
                    <a:pt x="1563358" y="1174712"/>
                  </a:moveTo>
                  <a:lnTo>
                    <a:pt x="1608572" y="1198173"/>
                  </a:lnTo>
                  <a:lnTo>
                    <a:pt x="1523969" y="1158798"/>
                  </a:lnTo>
                  <a:close/>
                  <a:moveTo>
                    <a:pt x="1491698" y="832601"/>
                  </a:moveTo>
                  <a:lnTo>
                    <a:pt x="1501551" y="859779"/>
                  </a:lnTo>
                  <a:lnTo>
                    <a:pt x="1585873" y="916722"/>
                  </a:lnTo>
                  <a:close/>
                  <a:moveTo>
                    <a:pt x="1412338" y="836526"/>
                  </a:moveTo>
                  <a:lnTo>
                    <a:pt x="1491698" y="832601"/>
                  </a:lnTo>
                  <a:lnTo>
                    <a:pt x="1410357" y="797478"/>
                  </a:lnTo>
                  <a:close/>
                  <a:moveTo>
                    <a:pt x="1491698" y="832601"/>
                  </a:moveTo>
                  <a:lnTo>
                    <a:pt x="1412338" y="836526"/>
                  </a:lnTo>
                  <a:lnTo>
                    <a:pt x="1501551" y="859779"/>
                  </a:lnTo>
                  <a:close/>
                  <a:moveTo>
                    <a:pt x="1412338" y="836526"/>
                  </a:moveTo>
                  <a:lnTo>
                    <a:pt x="1421491" y="839108"/>
                  </a:lnTo>
                  <a:lnTo>
                    <a:pt x="1501551" y="859779"/>
                  </a:lnTo>
                  <a:close/>
                  <a:moveTo>
                    <a:pt x="1358177" y="748661"/>
                  </a:moveTo>
                  <a:lnTo>
                    <a:pt x="1410357" y="797478"/>
                  </a:lnTo>
                  <a:lnTo>
                    <a:pt x="1402465" y="744461"/>
                  </a:lnTo>
                  <a:close/>
                  <a:moveTo>
                    <a:pt x="1555675" y="710224"/>
                  </a:moveTo>
                  <a:lnTo>
                    <a:pt x="1516523" y="830875"/>
                  </a:lnTo>
                  <a:lnTo>
                    <a:pt x="1603008" y="745250"/>
                  </a:lnTo>
                  <a:close/>
                  <a:moveTo>
                    <a:pt x="1489031" y="734677"/>
                  </a:moveTo>
                  <a:lnTo>
                    <a:pt x="1402465" y="744461"/>
                  </a:lnTo>
                  <a:lnTo>
                    <a:pt x="1410357" y="797478"/>
                  </a:lnTo>
                  <a:close/>
                  <a:moveTo>
                    <a:pt x="1489031" y="734677"/>
                  </a:moveTo>
                  <a:lnTo>
                    <a:pt x="1471410" y="628009"/>
                  </a:lnTo>
                  <a:lnTo>
                    <a:pt x="1409276" y="638832"/>
                  </a:lnTo>
                  <a:close/>
                  <a:moveTo>
                    <a:pt x="1489031" y="734677"/>
                  </a:moveTo>
                  <a:lnTo>
                    <a:pt x="1409276" y="638832"/>
                  </a:lnTo>
                  <a:lnTo>
                    <a:pt x="1402465" y="744461"/>
                  </a:lnTo>
                  <a:close/>
                  <a:moveTo>
                    <a:pt x="1265319" y="318659"/>
                  </a:moveTo>
                  <a:lnTo>
                    <a:pt x="1206530" y="299149"/>
                  </a:lnTo>
                  <a:lnTo>
                    <a:pt x="1255497" y="402984"/>
                  </a:lnTo>
                  <a:close/>
                  <a:moveTo>
                    <a:pt x="1180292" y="303440"/>
                  </a:moveTo>
                  <a:lnTo>
                    <a:pt x="1206530" y="299149"/>
                  </a:lnTo>
                  <a:lnTo>
                    <a:pt x="1176721" y="266065"/>
                  </a:lnTo>
                  <a:close/>
                  <a:moveTo>
                    <a:pt x="1179779" y="299149"/>
                  </a:moveTo>
                  <a:lnTo>
                    <a:pt x="1180292" y="303440"/>
                  </a:lnTo>
                  <a:lnTo>
                    <a:pt x="1176721" y="266065"/>
                  </a:lnTo>
                  <a:close/>
                  <a:moveTo>
                    <a:pt x="1603008" y="745250"/>
                  </a:moveTo>
                  <a:lnTo>
                    <a:pt x="1628602" y="681801"/>
                  </a:lnTo>
                  <a:lnTo>
                    <a:pt x="1555675" y="710224"/>
                  </a:lnTo>
                  <a:close/>
                  <a:moveTo>
                    <a:pt x="1661429" y="671787"/>
                  </a:moveTo>
                  <a:lnTo>
                    <a:pt x="1628602" y="681801"/>
                  </a:lnTo>
                  <a:lnTo>
                    <a:pt x="1603008" y="745250"/>
                  </a:lnTo>
                  <a:close/>
                  <a:moveTo>
                    <a:pt x="1628602" y="681801"/>
                  </a:moveTo>
                  <a:lnTo>
                    <a:pt x="1661429" y="671787"/>
                  </a:lnTo>
                  <a:lnTo>
                    <a:pt x="1637935" y="660636"/>
                  </a:lnTo>
                  <a:close/>
                  <a:moveTo>
                    <a:pt x="1471410" y="628009"/>
                  </a:moveTo>
                  <a:lnTo>
                    <a:pt x="1518119" y="610938"/>
                  </a:lnTo>
                  <a:lnTo>
                    <a:pt x="1415343" y="600919"/>
                  </a:lnTo>
                  <a:close/>
                  <a:moveTo>
                    <a:pt x="1415343" y="600919"/>
                  </a:moveTo>
                  <a:lnTo>
                    <a:pt x="1518119" y="610938"/>
                  </a:lnTo>
                  <a:lnTo>
                    <a:pt x="1536009" y="558209"/>
                  </a:lnTo>
                  <a:close/>
                  <a:moveTo>
                    <a:pt x="1352252" y="425142"/>
                  </a:moveTo>
                  <a:lnTo>
                    <a:pt x="1340203" y="381364"/>
                  </a:lnTo>
                  <a:lnTo>
                    <a:pt x="1336125" y="463579"/>
                  </a:lnTo>
                  <a:close/>
                  <a:moveTo>
                    <a:pt x="1206530" y="299149"/>
                  </a:moveTo>
                  <a:lnTo>
                    <a:pt x="1265319" y="318659"/>
                  </a:lnTo>
                  <a:lnTo>
                    <a:pt x="1272236" y="289283"/>
                  </a:lnTo>
                  <a:close/>
                  <a:moveTo>
                    <a:pt x="1176721" y="266065"/>
                  </a:moveTo>
                  <a:lnTo>
                    <a:pt x="1171623" y="210395"/>
                  </a:lnTo>
                  <a:lnTo>
                    <a:pt x="1179779" y="299149"/>
                  </a:lnTo>
                  <a:close/>
                  <a:moveTo>
                    <a:pt x="1272236" y="289283"/>
                  </a:moveTo>
                  <a:lnTo>
                    <a:pt x="1176721" y="266065"/>
                  </a:lnTo>
                  <a:lnTo>
                    <a:pt x="1206530" y="299149"/>
                  </a:lnTo>
                  <a:close/>
                  <a:moveTo>
                    <a:pt x="1171623" y="210395"/>
                  </a:moveTo>
                  <a:lnTo>
                    <a:pt x="1176721" y="266065"/>
                  </a:lnTo>
                  <a:lnTo>
                    <a:pt x="1272236" y="289283"/>
                  </a:lnTo>
                  <a:close/>
                  <a:moveTo>
                    <a:pt x="1275476" y="186557"/>
                  </a:moveTo>
                  <a:lnTo>
                    <a:pt x="1171623" y="210395"/>
                  </a:lnTo>
                  <a:lnTo>
                    <a:pt x="1272236" y="289283"/>
                  </a:lnTo>
                  <a:close/>
                  <a:moveTo>
                    <a:pt x="1072231" y="154053"/>
                  </a:moveTo>
                  <a:lnTo>
                    <a:pt x="1120873" y="120717"/>
                  </a:lnTo>
                  <a:lnTo>
                    <a:pt x="1171623" y="210395"/>
                  </a:lnTo>
                  <a:close/>
                  <a:moveTo>
                    <a:pt x="1171623" y="210395"/>
                  </a:moveTo>
                  <a:lnTo>
                    <a:pt x="1197033" y="126808"/>
                  </a:lnTo>
                  <a:lnTo>
                    <a:pt x="1137175" y="96282"/>
                  </a:lnTo>
                  <a:close/>
                  <a:moveTo>
                    <a:pt x="1171623" y="210395"/>
                  </a:moveTo>
                  <a:lnTo>
                    <a:pt x="1275476" y="186557"/>
                  </a:lnTo>
                  <a:lnTo>
                    <a:pt x="1197033" y="126808"/>
                  </a:lnTo>
                  <a:close/>
                  <a:moveTo>
                    <a:pt x="1275476" y="186557"/>
                  </a:moveTo>
                  <a:lnTo>
                    <a:pt x="1275027" y="139757"/>
                  </a:lnTo>
                  <a:lnTo>
                    <a:pt x="1197033" y="126808"/>
                  </a:lnTo>
                  <a:close/>
                  <a:moveTo>
                    <a:pt x="1661429" y="671787"/>
                  </a:moveTo>
                  <a:lnTo>
                    <a:pt x="1650426" y="707340"/>
                  </a:lnTo>
                  <a:lnTo>
                    <a:pt x="1658461" y="657526"/>
                  </a:lnTo>
                  <a:close/>
                  <a:moveTo>
                    <a:pt x="1536009" y="558209"/>
                  </a:moveTo>
                  <a:lnTo>
                    <a:pt x="1561815" y="589573"/>
                  </a:lnTo>
                  <a:lnTo>
                    <a:pt x="1623887" y="485449"/>
                  </a:lnTo>
                  <a:close/>
                  <a:moveTo>
                    <a:pt x="1366720" y="222275"/>
                  </a:moveTo>
                  <a:lnTo>
                    <a:pt x="1329328" y="142776"/>
                  </a:lnTo>
                  <a:lnTo>
                    <a:pt x="1336329" y="178497"/>
                  </a:lnTo>
                  <a:close/>
                  <a:moveTo>
                    <a:pt x="1137175" y="96282"/>
                  </a:moveTo>
                  <a:lnTo>
                    <a:pt x="1197033" y="126808"/>
                  </a:lnTo>
                  <a:lnTo>
                    <a:pt x="1226195" y="65936"/>
                  </a:lnTo>
                  <a:close/>
                  <a:moveTo>
                    <a:pt x="1354332" y="157609"/>
                  </a:moveTo>
                  <a:lnTo>
                    <a:pt x="1336329" y="178497"/>
                  </a:lnTo>
                  <a:lnTo>
                    <a:pt x="1329328" y="142776"/>
                  </a:lnTo>
                  <a:close/>
                  <a:moveTo>
                    <a:pt x="1226195" y="65936"/>
                  </a:moveTo>
                  <a:lnTo>
                    <a:pt x="1249310" y="7644"/>
                  </a:lnTo>
                  <a:lnTo>
                    <a:pt x="1184182" y="0"/>
                  </a:lnTo>
                  <a:close/>
                  <a:moveTo>
                    <a:pt x="1721298" y="478458"/>
                  </a:moveTo>
                  <a:lnTo>
                    <a:pt x="1698479" y="430484"/>
                  </a:lnTo>
                  <a:lnTo>
                    <a:pt x="1733923" y="456584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79" name="Candidate_density__2078">
              <a:extLst>
                <a:ext uri="{FF2B5EF4-FFF2-40B4-BE49-F238E27FC236}">
                  <a16:creationId xmlns:a16="http://schemas.microsoft.com/office/drawing/2014/main" id="{4194A1D1-923C-63F0-6F20-031440527C99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506782"/>
              <a:ext cx="1943434" cy="3623869"/>
            </a:xfrm>
            <a:custGeom>
              <a:avLst/>
              <a:gdLst/>
              <a:ahLst/>
              <a:cxnLst/>
              <a:rect l="0" t="0" r="0" b="0"/>
              <a:pathLst>
                <a:path w="1943434" h="3623869">
                  <a:moveTo>
                    <a:pt x="250370" y="3580089"/>
                  </a:moveTo>
                  <a:lnTo>
                    <a:pt x="326469" y="3623869"/>
                  </a:lnTo>
                  <a:lnTo>
                    <a:pt x="329108" y="3541653"/>
                  </a:lnTo>
                  <a:close/>
                  <a:moveTo>
                    <a:pt x="329108" y="3541653"/>
                  </a:moveTo>
                  <a:lnTo>
                    <a:pt x="386818" y="3600951"/>
                  </a:lnTo>
                  <a:lnTo>
                    <a:pt x="348239" y="3532223"/>
                  </a:lnTo>
                  <a:close/>
                  <a:moveTo>
                    <a:pt x="329108" y="3541653"/>
                  </a:moveTo>
                  <a:lnTo>
                    <a:pt x="326469" y="3623869"/>
                  </a:lnTo>
                  <a:lnTo>
                    <a:pt x="386818" y="3600951"/>
                  </a:lnTo>
                  <a:close/>
                  <a:moveTo>
                    <a:pt x="323815" y="3493707"/>
                  </a:moveTo>
                  <a:lnTo>
                    <a:pt x="329108" y="3541653"/>
                  </a:lnTo>
                  <a:lnTo>
                    <a:pt x="348239" y="3532223"/>
                  </a:lnTo>
                  <a:close/>
                  <a:moveTo>
                    <a:pt x="328358" y="3338787"/>
                  </a:moveTo>
                  <a:lnTo>
                    <a:pt x="350752" y="3379216"/>
                  </a:lnTo>
                  <a:lnTo>
                    <a:pt x="350508" y="3330194"/>
                  </a:lnTo>
                  <a:close/>
                  <a:moveTo>
                    <a:pt x="294644" y="3256572"/>
                  </a:moveTo>
                  <a:lnTo>
                    <a:pt x="350508" y="3330194"/>
                  </a:lnTo>
                  <a:lnTo>
                    <a:pt x="332919" y="3244401"/>
                  </a:lnTo>
                  <a:close/>
                  <a:moveTo>
                    <a:pt x="294644" y="3256572"/>
                  </a:moveTo>
                  <a:lnTo>
                    <a:pt x="328358" y="3338787"/>
                  </a:lnTo>
                  <a:lnTo>
                    <a:pt x="350508" y="3330194"/>
                  </a:lnTo>
                  <a:close/>
                  <a:moveTo>
                    <a:pt x="350752" y="3379216"/>
                  </a:moveTo>
                  <a:lnTo>
                    <a:pt x="442571" y="3300350"/>
                  </a:lnTo>
                  <a:lnTo>
                    <a:pt x="350508" y="3330194"/>
                  </a:lnTo>
                  <a:close/>
                  <a:moveTo>
                    <a:pt x="480815" y="3371641"/>
                  </a:moveTo>
                  <a:lnTo>
                    <a:pt x="442571" y="3300350"/>
                  </a:lnTo>
                  <a:lnTo>
                    <a:pt x="350752" y="3379216"/>
                  </a:lnTo>
                  <a:close/>
                  <a:moveTo>
                    <a:pt x="442571" y="3300350"/>
                  </a:moveTo>
                  <a:lnTo>
                    <a:pt x="441330" y="3224016"/>
                  </a:lnTo>
                  <a:lnTo>
                    <a:pt x="350508" y="3330194"/>
                  </a:lnTo>
                  <a:close/>
                  <a:moveTo>
                    <a:pt x="350508" y="3330194"/>
                  </a:moveTo>
                  <a:lnTo>
                    <a:pt x="441330" y="3224016"/>
                  </a:lnTo>
                  <a:lnTo>
                    <a:pt x="439136" y="3218640"/>
                  </a:lnTo>
                  <a:close/>
                  <a:moveTo>
                    <a:pt x="350508" y="3330194"/>
                  </a:moveTo>
                  <a:lnTo>
                    <a:pt x="439136" y="3218640"/>
                  </a:lnTo>
                  <a:lnTo>
                    <a:pt x="332919" y="3244401"/>
                  </a:lnTo>
                  <a:close/>
                  <a:moveTo>
                    <a:pt x="506503" y="3261914"/>
                  </a:moveTo>
                  <a:lnTo>
                    <a:pt x="480815" y="3371641"/>
                  </a:lnTo>
                  <a:lnTo>
                    <a:pt x="511756" y="3272125"/>
                  </a:lnTo>
                  <a:close/>
                  <a:moveTo>
                    <a:pt x="506503" y="3261914"/>
                  </a:moveTo>
                  <a:lnTo>
                    <a:pt x="442571" y="3300350"/>
                  </a:lnTo>
                  <a:lnTo>
                    <a:pt x="480815" y="3371641"/>
                  </a:lnTo>
                  <a:close/>
                  <a:moveTo>
                    <a:pt x="504397" y="3244610"/>
                  </a:moveTo>
                  <a:lnTo>
                    <a:pt x="442571" y="3300350"/>
                  </a:lnTo>
                  <a:lnTo>
                    <a:pt x="506503" y="3261914"/>
                  </a:lnTo>
                  <a:close/>
                  <a:moveTo>
                    <a:pt x="504397" y="3244610"/>
                  </a:moveTo>
                  <a:lnTo>
                    <a:pt x="441330" y="3224016"/>
                  </a:lnTo>
                  <a:lnTo>
                    <a:pt x="442571" y="3300350"/>
                  </a:lnTo>
                  <a:close/>
                  <a:moveTo>
                    <a:pt x="441330" y="3224016"/>
                  </a:moveTo>
                  <a:lnTo>
                    <a:pt x="504397" y="3244610"/>
                  </a:lnTo>
                  <a:lnTo>
                    <a:pt x="440503" y="3218135"/>
                  </a:lnTo>
                  <a:close/>
                  <a:moveTo>
                    <a:pt x="504397" y="3244610"/>
                  </a:moveTo>
                  <a:lnTo>
                    <a:pt x="490611" y="3179698"/>
                  </a:lnTo>
                  <a:lnTo>
                    <a:pt x="440503" y="3218135"/>
                  </a:lnTo>
                  <a:close/>
                  <a:moveTo>
                    <a:pt x="498335" y="3097484"/>
                  </a:moveTo>
                  <a:lnTo>
                    <a:pt x="440503" y="3218135"/>
                  </a:lnTo>
                  <a:lnTo>
                    <a:pt x="490611" y="3179698"/>
                  </a:lnTo>
                  <a:close/>
                  <a:moveTo>
                    <a:pt x="504397" y="3244610"/>
                  </a:moveTo>
                  <a:lnTo>
                    <a:pt x="506503" y="3261914"/>
                  </a:lnTo>
                  <a:lnTo>
                    <a:pt x="512176" y="3259352"/>
                  </a:lnTo>
                  <a:close/>
                  <a:moveTo>
                    <a:pt x="504397" y="3244610"/>
                  </a:moveTo>
                  <a:lnTo>
                    <a:pt x="512176" y="3259352"/>
                  </a:lnTo>
                  <a:lnTo>
                    <a:pt x="490611" y="3179698"/>
                  </a:lnTo>
                  <a:close/>
                  <a:moveTo>
                    <a:pt x="498335" y="3097484"/>
                  </a:moveTo>
                  <a:lnTo>
                    <a:pt x="490611" y="3179698"/>
                  </a:lnTo>
                  <a:lnTo>
                    <a:pt x="554494" y="3141262"/>
                  </a:lnTo>
                  <a:close/>
                  <a:moveTo>
                    <a:pt x="498335" y="3097484"/>
                  </a:moveTo>
                  <a:lnTo>
                    <a:pt x="554494" y="3141262"/>
                  </a:lnTo>
                  <a:lnTo>
                    <a:pt x="538287" y="3059047"/>
                  </a:lnTo>
                  <a:close/>
                  <a:moveTo>
                    <a:pt x="538287" y="3059047"/>
                  </a:moveTo>
                  <a:lnTo>
                    <a:pt x="498024" y="2976832"/>
                  </a:lnTo>
                  <a:lnTo>
                    <a:pt x="498335" y="3097484"/>
                  </a:lnTo>
                  <a:close/>
                  <a:moveTo>
                    <a:pt x="493559" y="2874119"/>
                  </a:moveTo>
                  <a:lnTo>
                    <a:pt x="479885" y="2937759"/>
                  </a:lnTo>
                  <a:lnTo>
                    <a:pt x="519465" y="2856181"/>
                  </a:lnTo>
                  <a:close/>
                  <a:moveTo>
                    <a:pt x="519465" y="2856181"/>
                  </a:moveTo>
                  <a:lnTo>
                    <a:pt x="479885" y="2937759"/>
                  </a:lnTo>
                  <a:lnTo>
                    <a:pt x="498024" y="2976832"/>
                  </a:lnTo>
                  <a:close/>
                  <a:moveTo>
                    <a:pt x="466195" y="2886575"/>
                  </a:moveTo>
                  <a:lnTo>
                    <a:pt x="493559" y="2874119"/>
                  </a:lnTo>
                  <a:lnTo>
                    <a:pt x="475510" y="2812402"/>
                  </a:lnTo>
                  <a:close/>
                  <a:moveTo>
                    <a:pt x="475510" y="2812402"/>
                  </a:moveTo>
                  <a:lnTo>
                    <a:pt x="493559" y="2874119"/>
                  </a:lnTo>
                  <a:lnTo>
                    <a:pt x="519465" y="2856181"/>
                  </a:lnTo>
                  <a:close/>
                  <a:moveTo>
                    <a:pt x="475510" y="2812402"/>
                  </a:moveTo>
                  <a:lnTo>
                    <a:pt x="519465" y="2856181"/>
                  </a:lnTo>
                  <a:lnTo>
                    <a:pt x="558768" y="2773965"/>
                  </a:lnTo>
                  <a:close/>
                  <a:moveTo>
                    <a:pt x="565931" y="2765611"/>
                  </a:moveTo>
                  <a:lnTo>
                    <a:pt x="475510" y="2812402"/>
                  </a:lnTo>
                  <a:lnTo>
                    <a:pt x="558768" y="2773965"/>
                  </a:lnTo>
                  <a:close/>
                  <a:moveTo>
                    <a:pt x="640069" y="2915693"/>
                  </a:moveTo>
                  <a:lnTo>
                    <a:pt x="707275" y="2821556"/>
                  </a:lnTo>
                  <a:lnTo>
                    <a:pt x="617877" y="2833642"/>
                  </a:lnTo>
                  <a:close/>
                  <a:moveTo>
                    <a:pt x="558768" y="2773965"/>
                  </a:moveTo>
                  <a:lnTo>
                    <a:pt x="617877" y="2833642"/>
                  </a:lnTo>
                  <a:lnTo>
                    <a:pt x="572779" y="2770214"/>
                  </a:lnTo>
                  <a:close/>
                  <a:moveTo>
                    <a:pt x="558768" y="2773965"/>
                  </a:moveTo>
                  <a:lnTo>
                    <a:pt x="519465" y="2856181"/>
                  </a:lnTo>
                  <a:lnTo>
                    <a:pt x="617877" y="2833642"/>
                  </a:lnTo>
                  <a:close/>
                  <a:moveTo>
                    <a:pt x="617877" y="2833642"/>
                  </a:moveTo>
                  <a:lnTo>
                    <a:pt x="670036" y="2751739"/>
                  </a:lnTo>
                  <a:lnTo>
                    <a:pt x="572779" y="2770214"/>
                  </a:lnTo>
                  <a:close/>
                  <a:moveTo>
                    <a:pt x="565931" y="2765611"/>
                  </a:moveTo>
                  <a:lnTo>
                    <a:pt x="558768" y="2773965"/>
                  </a:lnTo>
                  <a:lnTo>
                    <a:pt x="572779" y="2770214"/>
                  </a:lnTo>
                  <a:close/>
                  <a:moveTo>
                    <a:pt x="296629" y="2379506"/>
                  </a:moveTo>
                  <a:lnTo>
                    <a:pt x="242464" y="2392194"/>
                  </a:lnTo>
                  <a:lnTo>
                    <a:pt x="181460" y="2442772"/>
                  </a:lnTo>
                  <a:close/>
                  <a:moveTo>
                    <a:pt x="242464" y="2392194"/>
                  </a:moveTo>
                  <a:lnTo>
                    <a:pt x="296629" y="2379506"/>
                  </a:lnTo>
                  <a:lnTo>
                    <a:pt x="262750" y="2362890"/>
                  </a:lnTo>
                  <a:close/>
                  <a:moveTo>
                    <a:pt x="296629" y="2379506"/>
                  </a:moveTo>
                  <a:lnTo>
                    <a:pt x="318499" y="2324454"/>
                  </a:lnTo>
                  <a:lnTo>
                    <a:pt x="262750" y="2362890"/>
                  </a:lnTo>
                  <a:close/>
                  <a:moveTo>
                    <a:pt x="237894" y="2280675"/>
                  </a:moveTo>
                  <a:lnTo>
                    <a:pt x="262750" y="2362890"/>
                  </a:lnTo>
                  <a:lnTo>
                    <a:pt x="318499" y="2324454"/>
                  </a:lnTo>
                  <a:close/>
                  <a:moveTo>
                    <a:pt x="237894" y="2280675"/>
                  </a:moveTo>
                  <a:lnTo>
                    <a:pt x="318499" y="2324454"/>
                  </a:lnTo>
                  <a:lnTo>
                    <a:pt x="305302" y="2242238"/>
                  </a:lnTo>
                  <a:close/>
                  <a:moveTo>
                    <a:pt x="377637" y="2286017"/>
                  </a:moveTo>
                  <a:lnTo>
                    <a:pt x="382074" y="2205113"/>
                  </a:lnTo>
                  <a:lnTo>
                    <a:pt x="305302" y="2242238"/>
                  </a:lnTo>
                  <a:close/>
                  <a:moveTo>
                    <a:pt x="318499" y="2324454"/>
                  </a:moveTo>
                  <a:lnTo>
                    <a:pt x="377637" y="2286017"/>
                  </a:lnTo>
                  <a:lnTo>
                    <a:pt x="305302" y="2242238"/>
                  </a:lnTo>
                  <a:close/>
                  <a:moveTo>
                    <a:pt x="289981" y="2160023"/>
                  </a:moveTo>
                  <a:lnTo>
                    <a:pt x="305302" y="2242238"/>
                  </a:lnTo>
                  <a:lnTo>
                    <a:pt x="380840" y="2204519"/>
                  </a:lnTo>
                  <a:close/>
                  <a:moveTo>
                    <a:pt x="87496" y="1724504"/>
                  </a:moveTo>
                  <a:lnTo>
                    <a:pt x="29190" y="1721712"/>
                  </a:lnTo>
                  <a:lnTo>
                    <a:pt x="0" y="1792726"/>
                  </a:lnTo>
                  <a:close/>
                  <a:moveTo>
                    <a:pt x="150799" y="1682527"/>
                  </a:moveTo>
                  <a:lnTo>
                    <a:pt x="29190" y="1721712"/>
                  </a:lnTo>
                  <a:lnTo>
                    <a:pt x="87496" y="1724504"/>
                  </a:lnTo>
                  <a:close/>
                  <a:moveTo>
                    <a:pt x="1035014" y="2759201"/>
                  </a:moveTo>
                  <a:lnTo>
                    <a:pt x="1032173" y="2823086"/>
                  </a:lnTo>
                  <a:lnTo>
                    <a:pt x="1066028" y="2811764"/>
                  </a:lnTo>
                  <a:close/>
                  <a:moveTo>
                    <a:pt x="205659" y="1725294"/>
                  </a:moveTo>
                  <a:lnTo>
                    <a:pt x="286497" y="1720167"/>
                  </a:lnTo>
                  <a:lnTo>
                    <a:pt x="223879" y="1677103"/>
                  </a:lnTo>
                  <a:close/>
                  <a:moveTo>
                    <a:pt x="335955" y="1640458"/>
                  </a:moveTo>
                  <a:lnTo>
                    <a:pt x="238610" y="1672075"/>
                  </a:lnTo>
                  <a:lnTo>
                    <a:pt x="346774" y="1642728"/>
                  </a:lnTo>
                  <a:close/>
                  <a:moveTo>
                    <a:pt x="346774" y="1642728"/>
                  </a:moveTo>
                  <a:lnTo>
                    <a:pt x="223879" y="1677103"/>
                  </a:lnTo>
                  <a:lnTo>
                    <a:pt x="309332" y="1715854"/>
                  </a:lnTo>
                  <a:close/>
                  <a:moveTo>
                    <a:pt x="309332" y="1715854"/>
                  </a:moveTo>
                  <a:lnTo>
                    <a:pt x="223879" y="1677103"/>
                  </a:lnTo>
                  <a:lnTo>
                    <a:pt x="286497" y="1720167"/>
                  </a:lnTo>
                  <a:close/>
                  <a:moveTo>
                    <a:pt x="335955" y="1640458"/>
                  </a:moveTo>
                  <a:lnTo>
                    <a:pt x="346774" y="1642728"/>
                  </a:lnTo>
                  <a:lnTo>
                    <a:pt x="351030" y="1633638"/>
                  </a:lnTo>
                  <a:close/>
                  <a:moveTo>
                    <a:pt x="346774" y="1642728"/>
                  </a:moveTo>
                  <a:lnTo>
                    <a:pt x="309332" y="1715854"/>
                  </a:lnTo>
                  <a:lnTo>
                    <a:pt x="385537" y="1700241"/>
                  </a:lnTo>
                  <a:close/>
                  <a:moveTo>
                    <a:pt x="385537" y="1700241"/>
                  </a:moveTo>
                  <a:lnTo>
                    <a:pt x="351030" y="1633638"/>
                  </a:lnTo>
                  <a:lnTo>
                    <a:pt x="346774" y="1642728"/>
                  </a:lnTo>
                  <a:close/>
                  <a:moveTo>
                    <a:pt x="451734" y="1606923"/>
                  </a:moveTo>
                  <a:lnTo>
                    <a:pt x="351030" y="1633638"/>
                  </a:lnTo>
                  <a:lnTo>
                    <a:pt x="385537" y="1700241"/>
                  </a:lnTo>
                  <a:close/>
                  <a:moveTo>
                    <a:pt x="413872" y="1512987"/>
                  </a:moveTo>
                  <a:lnTo>
                    <a:pt x="451734" y="1606923"/>
                  </a:lnTo>
                  <a:lnTo>
                    <a:pt x="455066" y="1553754"/>
                  </a:lnTo>
                  <a:close/>
                  <a:moveTo>
                    <a:pt x="351030" y="1633638"/>
                  </a:moveTo>
                  <a:lnTo>
                    <a:pt x="451734" y="1606923"/>
                  </a:lnTo>
                  <a:lnTo>
                    <a:pt x="413872" y="1512987"/>
                  </a:lnTo>
                  <a:close/>
                  <a:moveTo>
                    <a:pt x="487898" y="1595201"/>
                  </a:moveTo>
                  <a:lnTo>
                    <a:pt x="601523" y="1607470"/>
                  </a:lnTo>
                  <a:lnTo>
                    <a:pt x="566397" y="1574296"/>
                  </a:lnTo>
                  <a:close/>
                  <a:moveTo>
                    <a:pt x="1681187" y="2751555"/>
                  </a:moveTo>
                  <a:lnTo>
                    <a:pt x="1716268" y="2773538"/>
                  </a:lnTo>
                  <a:lnTo>
                    <a:pt x="1718268" y="2745149"/>
                  </a:lnTo>
                  <a:close/>
                  <a:moveTo>
                    <a:pt x="1681187" y="2751555"/>
                  </a:moveTo>
                  <a:lnTo>
                    <a:pt x="1718268" y="2745149"/>
                  </a:lnTo>
                  <a:lnTo>
                    <a:pt x="1706497" y="2737006"/>
                  </a:lnTo>
                  <a:close/>
                  <a:moveTo>
                    <a:pt x="227370" y="614142"/>
                  </a:moveTo>
                  <a:lnTo>
                    <a:pt x="101038" y="635667"/>
                  </a:lnTo>
                  <a:lnTo>
                    <a:pt x="169692" y="657742"/>
                  </a:lnTo>
                  <a:close/>
                  <a:moveTo>
                    <a:pt x="947324" y="1633985"/>
                  </a:moveTo>
                  <a:lnTo>
                    <a:pt x="917595" y="1670739"/>
                  </a:lnTo>
                  <a:lnTo>
                    <a:pt x="940621" y="1644323"/>
                  </a:lnTo>
                  <a:close/>
                  <a:moveTo>
                    <a:pt x="947324" y="1633985"/>
                  </a:moveTo>
                  <a:lnTo>
                    <a:pt x="960914" y="1635521"/>
                  </a:lnTo>
                  <a:lnTo>
                    <a:pt x="1008659" y="1584650"/>
                  </a:lnTo>
                  <a:close/>
                  <a:moveTo>
                    <a:pt x="1008659" y="1584650"/>
                  </a:moveTo>
                  <a:lnTo>
                    <a:pt x="960914" y="1635521"/>
                  </a:lnTo>
                  <a:lnTo>
                    <a:pt x="1020581" y="1523671"/>
                  </a:lnTo>
                  <a:close/>
                  <a:moveTo>
                    <a:pt x="227370" y="614142"/>
                  </a:moveTo>
                  <a:lnTo>
                    <a:pt x="261645" y="639357"/>
                  </a:lnTo>
                  <a:lnTo>
                    <a:pt x="247954" y="575526"/>
                  </a:lnTo>
                  <a:close/>
                  <a:moveTo>
                    <a:pt x="1943434" y="2592468"/>
                  </a:moveTo>
                  <a:lnTo>
                    <a:pt x="1935223" y="2604453"/>
                  </a:lnTo>
                  <a:lnTo>
                    <a:pt x="1938463" y="2587227"/>
                  </a:lnTo>
                  <a:close/>
                  <a:moveTo>
                    <a:pt x="766826" y="991944"/>
                  </a:moveTo>
                  <a:lnTo>
                    <a:pt x="783756" y="909729"/>
                  </a:lnTo>
                  <a:lnTo>
                    <a:pt x="777550" y="923264"/>
                  </a:lnTo>
                  <a:close/>
                  <a:moveTo>
                    <a:pt x="1287275" y="1423424"/>
                  </a:moveTo>
                  <a:lnTo>
                    <a:pt x="1246973" y="1364583"/>
                  </a:lnTo>
                  <a:lnTo>
                    <a:pt x="1289757" y="1449863"/>
                  </a:lnTo>
                  <a:close/>
                  <a:moveTo>
                    <a:pt x="1289757" y="1449863"/>
                  </a:moveTo>
                  <a:lnTo>
                    <a:pt x="1246973" y="1364583"/>
                  </a:lnTo>
                  <a:lnTo>
                    <a:pt x="1161912" y="1393114"/>
                  </a:lnTo>
                  <a:close/>
                  <a:moveTo>
                    <a:pt x="1145768" y="1388216"/>
                  </a:moveTo>
                  <a:lnTo>
                    <a:pt x="1138434" y="1403019"/>
                  </a:lnTo>
                  <a:lnTo>
                    <a:pt x="1161912" y="1393114"/>
                  </a:lnTo>
                  <a:close/>
                  <a:moveTo>
                    <a:pt x="1246532" y="1284819"/>
                  </a:moveTo>
                  <a:lnTo>
                    <a:pt x="1161149" y="1320805"/>
                  </a:lnTo>
                  <a:lnTo>
                    <a:pt x="1254217" y="1299827"/>
                  </a:lnTo>
                  <a:close/>
                  <a:moveTo>
                    <a:pt x="1161149" y="1320805"/>
                  </a:moveTo>
                  <a:lnTo>
                    <a:pt x="1145768" y="1388216"/>
                  </a:lnTo>
                  <a:lnTo>
                    <a:pt x="1254217" y="1299827"/>
                  </a:lnTo>
                  <a:close/>
                  <a:moveTo>
                    <a:pt x="1254217" y="1299827"/>
                  </a:moveTo>
                  <a:lnTo>
                    <a:pt x="1145768" y="1388216"/>
                  </a:lnTo>
                  <a:lnTo>
                    <a:pt x="1246973" y="1364583"/>
                  </a:lnTo>
                  <a:close/>
                  <a:moveTo>
                    <a:pt x="1246973" y="1364583"/>
                  </a:moveTo>
                  <a:lnTo>
                    <a:pt x="1145768" y="1388216"/>
                  </a:lnTo>
                  <a:lnTo>
                    <a:pt x="1161912" y="1393114"/>
                  </a:lnTo>
                  <a:close/>
                  <a:moveTo>
                    <a:pt x="1262994" y="1282368"/>
                  </a:moveTo>
                  <a:lnTo>
                    <a:pt x="1183629" y="1251115"/>
                  </a:lnTo>
                  <a:lnTo>
                    <a:pt x="1246532" y="1284819"/>
                  </a:lnTo>
                  <a:close/>
                  <a:moveTo>
                    <a:pt x="1246532" y="1284819"/>
                  </a:moveTo>
                  <a:lnTo>
                    <a:pt x="1254217" y="1299827"/>
                  </a:lnTo>
                  <a:lnTo>
                    <a:pt x="1262994" y="1282368"/>
                  </a:lnTo>
                  <a:close/>
                  <a:moveTo>
                    <a:pt x="783756" y="909729"/>
                  </a:moveTo>
                  <a:lnTo>
                    <a:pt x="847964" y="895546"/>
                  </a:lnTo>
                  <a:lnTo>
                    <a:pt x="811659" y="895534"/>
                  </a:lnTo>
                  <a:close/>
                  <a:moveTo>
                    <a:pt x="811659" y="895534"/>
                  </a:moveTo>
                  <a:lnTo>
                    <a:pt x="847964" y="895546"/>
                  </a:lnTo>
                  <a:lnTo>
                    <a:pt x="916938" y="874769"/>
                  </a:lnTo>
                  <a:close/>
                  <a:moveTo>
                    <a:pt x="1254217" y="1299827"/>
                  </a:moveTo>
                  <a:lnTo>
                    <a:pt x="1246973" y="1364583"/>
                  </a:lnTo>
                  <a:lnTo>
                    <a:pt x="1304832" y="1337514"/>
                  </a:lnTo>
                  <a:close/>
                  <a:moveTo>
                    <a:pt x="1254217" y="1299827"/>
                  </a:moveTo>
                  <a:lnTo>
                    <a:pt x="1304832" y="1337514"/>
                  </a:lnTo>
                  <a:lnTo>
                    <a:pt x="1262994" y="1282368"/>
                  </a:lnTo>
                  <a:close/>
                  <a:moveTo>
                    <a:pt x="1262994" y="1282368"/>
                  </a:moveTo>
                  <a:lnTo>
                    <a:pt x="1325992" y="1326146"/>
                  </a:lnTo>
                  <a:lnTo>
                    <a:pt x="1333888" y="1243932"/>
                  </a:lnTo>
                  <a:close/>
                  <a:moveTo>
                    <a:pt x="1366334" y="1225156"/>
                  </a:moveTo>
                  <a:lnTo>
                    <a:pt x="1262994" y="1282368"/>
                  </a:lnTo>
                  <a:lnTo>
                    <a:pt x="1333888" y="1243932"/>
                  </a:lnTo>
                  <a:close/>
                  <a:moveTo>
                    <a:pt x="1366334" y="1225156"/>
                  </a:moveTo>
                  <a:lnTo>
                    <a:pt x="1316054" y="1252370"/>
                  </a:lnTo>
                  <a:lnTo>
                    <a:pt x="1262994" y="1282368"/>
                  </a:lnTo>
                  <a:close/>
                  <a:moveTo>
                    <a:pt x="1366334" y="1225156"/>
                  </a:moveTo>
                  <a:lnTo>
                    <a:pt x="1333888" y="1243932"/>
                  </a:lnTo>
                  <a:lnTo>
                    <a:pt x="1387313" y="1230959"/>
                  </a:lnTo>
                  <a:close/>
                  <a:moveTo>
                    <a:pt x="1482634" y="1166121"/>
                  </a:moveTo>
                  <a:lnTo>
                    <a:pt x="1387313" y="1230959"/>
                  </a:lnTo>
                  <a:lnTo>
                    <a:pt x="1443222" y="1205495"/>
                  </a:lnTo>
                  <a:close/>
                  <a:moveTo>
                    <a:pt x="1366334" y="1225156"/>
                  </a:moveTo>
                  <a:lnTo>
                    <a:pt x="1387313" y="1230959"/>
                  </a:lnTo>
                  <a:lnTo>
                    <a:pt x="1482634" y="1166121"/>
                  </a:lnTo>
                  <a:close/>
                  <a:moveTo>
                    <a:pt x="1427254" y="1174266"/>
                  </a:moveTo>
                  <a:lnTo>
                    <a:pt x="1366334" y="1225156"/>
                  </a:lnTo>
                  <a:lnTo>
                    <a:pt x="1482634" y="1166121"/>
                  </a:lnTo>
                  <a:close/>
                  <a:moveTo>
                    <a:pt x="1295916" y="268035"/>
                  </a:moveTo>
                  <a:lnTo>
                    <a:pt x="1294994" y="185819"/>
                  </a:lnTo>
                  <a:lnTo>
                    <a:pt x="1230901" y="296605"/>
                  </a:lnTo>
                  <a:close/>
                  <a:moveTo>
                    <a:pt x="1047760" y="59826"/>
                  </a:moveTo>
                  <a:lnTo>
                    <a:pt x="1028120" y="142041"/>
                  </a:lnTo>
                  <a:lnTo>
                    <a:pt x="1095841" y="103604"/>
                  </a:lnTo>
                  <a:close/>
                  <a:moveTo>
                    <a:pt x="1047760" y="59826"/>
                  </a:moveTo>
                  <a:lnTo>
                    <a:pt x="1095841" y="103604"/>
                  </a:lnTo>
                  <a:lnTo>
                    <a:pt x="1101970" y="21389"/>
                  </a:lnTo>
                  <a:close/>
                  <a:moveTo>
                    <a:pt x="1119824" y="0"/>
                  </a:moveTo>
                  <a:lnTo>
                    <a:pt x="1047760" y="59826"/>
                  </a:lnTo>
                  <a:lnTo>
                    <a:pt x="1101970" y="21389"/>
                  </a:lnTo>
                  <a:close/>
                  <a:moveTo>
                    <a:pt x="1582552" y="492771"/>
                  </a:moveTo>
                  <a:lnTo>
                    <a:pt x="1619490" y="558459"/>
                  </a:lnTo>
                  <a:lnTo>
                    <a:pt x="1620431" y="541856"/>
                  </a:lnTo>
                  <a:close/>
                  <a:moveTo>
                    <a:pt x="1286275" y="343678"/>
                  </a:moveTo>
                  <a:lnTo>
                    <a:pt x="1297702" y="342389"/>
                  </a:lnTo>
                  <a:lnTo>
                    <a:pt x="1295916" y="268035"/>
                  </a:lnTo>
                  <a:close/>
                  <a:moveTo>
                    <a:pt x="1119824" y="0"/>
                  </a:moveTo>
                  <a:lnTo>
                    <a:pt x="1101970" y="21389"/>
                  </a:lnTo>
                  <a:lnTo>
                    <a:pt x="1142847" y="7322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80" name="Candidate_density__2079">
              <a:extLst>
                <a:ext uri="{FF2B5EF4-FFF2-40B4-BE49-F238E27FC236}">
                  <a16:creationId xmlns:a16="http://schemas.microsoft.com/office/drawing/2014/main" id="{26648B0C-6F24-DA6A-1D0F-27858232C9EF}"/>
                </a:ext>
              </a:extLst>
            </p:cNvPr>
            <p:cNvSpPr>
              <a:spLocks noGrp="1"/>
            </p:cNvSpPr>
            <p:nvPr/>
          </p:nvSpPr>
          <p:spPr>
            <a:xfrm>
              <a:off x="4394831" y="1939246"/>
              <a:ext cx="2175664" cy="3248621"/>
            </a:xfrm>
            <a:custGeom>
              <a:avLst/>
              <a:gdLst/>
              <a:ahLst/>
              <a:cxnLst/>
              <a:rect l="0" t="0" r="0" b="0"/>
              <a:pathLst>
                <a:path w="2175664" h="3248621">
                  <a:moveTo>
                    <a:pt x="313322" y="3225491"/>
                  </a:moveTo>
                  <a:lnTo>
                    <a:pt x="260192" y="3242047"/>
                  </a:lnTo>
                  <a:lnTo>
                    <a:pt x="394040" y="3248621"/>
                  </a:lnTo>
                  <a:close/>
                  <a:moveTo>
                    <a:pt x="479993" y="2969492"/>
                  </a:moveTo>
                  <a:lnTo>
                    <a:pt x="514678" y="2990608"/>
                  </a:lnTo>
                  <a:lnTo>
                    <a:pt x="437182" y="2950101"/>
                  </a:lnTo>
                  <a:close/>
                  <a:moveTo>
                    <a:pt x="689023" y="2960239"/>
                  </a:moveTo>
                  <a:lnTo>
                    <a:pt x="688804" y="2955443"/>
                  </a:lnTo>
                  <a:lnTo>
                    <a:pt x="639118" y="2962004"/>
                  </a:lnTo>
                  <a:close/>
                  <a:moveTo>
                    <a:pt x="39251" y="1884332"/>
                  </a:moveTo>
                  <a:lnTo>
                    <a:pt x="121195" y="1848210"/>
                  </a:lnTo>
                  <a:lnTo>
                    <a:pt x="91852" y="1878757"/>
                  </a:lnTo>
                  <a:close/>
                  <a:moveTo>
                    <a:pt x="35732" y="1884133"/>
                  </a:moveTo>
                  <a:lnTo>
                    <a:pt x="39251" y="1884332"/>
                  </a:lnTo>
                  <a:lnTo>
                    <a:pt x="0" y="1855650"/>
                  </a:lnTo>
                  <a:close/>
                  <a:moveTo>
                    <a:pt x="91852" y="1878757"/>
                  </a:moveTo>
                  <a:lnTo>
                    <a:pt x="0" y="1855650"/>
                  </a:lnTo>
                  <a:lnTo>
                    <a:pt x="39251" y="1884332"/>
                  </a:lnTo>
                  <a:close/>
                  <a:moveTo>
                    <a:pt x="108465" y="1828062"/>
                  </a:moveTo>
                  <a:lnTo>
                    <a:pt x="91852" y="1878757"/>
                  </a:lnTo>
                  <a:lnTo>
                    <a:pt x="121195" y="1848210"/>
                  </a:lnTo>
                  <a:close/>
                  <a:moveTo>
                    <a:pt x="110528" y="1626201"/>
                  </a:moveTo>
                  <a:lnTo>
                    <a:pt x="129439" y="1645344"/>
                  </a:lnTo>
                  <a:lnTo>
                    <a:pt x="67610" y="1572916"/>
                  </a:lnTo>
                  <a:close/>
                  <a:moveTo>
                    <a:pt x="59439" y="1563128"/>
                  </a:moveTo>
                  <a:lnTo>
                    <a:pt x="110528" y="1626201"/>
                  </a:lnTo>
                  <a:lnTo>
                    <a:pt x="67610" y="1572916"/>
                  </a:lnTo>
                  <a:close/>
                  <a:moveTo>
                    <a:pt x="96615" y="1466157"/>
                  </a:moveTo>
                  <a:lnTo>
                    <a:pt x="64449" y="1561096"/>
                  </a:lnTo>
                  <a:lnTo>
                    <a:pt x="172157" y="1469938"/>
                  </a:lnTo>
                  <a:close/>
                  <a:moveTo>
                    <a:pt x="1019698" y="2511273"/>
                  </a:moveTo>
                  <a:lnTo>
                    <a:pt x="1039209" y="2545898"/>
                  </a:lnTo>
                  <a:lnTo>
                    <a:pt x="993192" y="2589048"/>
                  </a:lnTo>
                  <a:close/>
                  <a:moveTo>
                    <a:pt x="743530" y="1997720"/>
                  </a:moveTo>
                  <a:lnTo>
                    <a:pt x="681871" y="2100198"/>
                  </a:lnTo>
                  <a:lnTo>
                    <a:pt x="708688" y="2082652"/>
                  </a:lnTo>
                  <a:close/>
                  <a:moveTo>
                    <a:pt x="172157" y="1469938"/>
                  </a:moveTo>
                  <a:lnTo>
                    <a:pt x="218809" y="1442477"/>
                  </a:lnTo>
                  <a:lnTo>
                    <a:pt x="217139" y="1500027"/>
                  </a:lnTo>
                  <a:close/>
                  <a:moveTo>
                    <a:pt x="172157" y="1469938"/>
                  </a:moveTo>
                  <a:lnTo>
                    <a:pt x="199033" y="1486255"/>
                  </a:lnTo>
                  <a:lnTo>
                    <a:pt x="148999" y="1446812"/>
                  </a:lnTo>
                  <a:close/>
                  <a:moveTo>
                    <a:pt x="172157" y="1469938"/>
                  </a:moveTo>
                  <a:lnTo>
                    <a:pt x="148999" y="1446812"/>
                  </a:lnTo>
                  <a:lnTo>
                    <a:pt x="96615" y="1466157"/>
                  </a:lnTo>
                  <a:close/>
                  <a:moveTo>
                    <a:pt x="511366" y="1542695"/>
                  </a:moveTo>
                  <a:lnTo>
                    <a:pt x="433529" y="1650685"/>
                  </a:lnTo>
                  <a:lnTo>
                    <a:pt x="488659" y="1602112"/>
                  </a:lnTo>
                  <a:close/>
                  <a:moveTo>
                    <a:pt x="434426" y="1644746"/>
                  </a:moveTo>
                  <a:lnTo>
                    <a:pt x="433529" y="1650685"/>
                  </a:lnTo>
                  <a:lnTo>
                    <a:pt x="511366" y="1542695"/>
                  </a:lnTo>
                  <a:close/>
                  <a:moveTo>
                    <a:pt x="434426" y="1644746"/>
                  </a:moveTo>
                  <a:lnTo>
                    <a:pt x="434547" y="1544556"/>
                  </a:lnTo>
                  <a:lnTo>
                    <a:pt x="442828" y="1612249"/>
                  </a:lnTo>
                  <a:close/>
                  <a:moveTo>
                    <a:pt x="1301980" y="2425099"/>
                  </a:moveTo>
                  <a:lnTo>
                    <a:pt x="1272597" y="2395964"/>
                  </a:lnTo>
                  <a:lnTo>
                    <a:pt x="1286787" y="2420374"/>
                  </a:lnTo>
                  <a:close/>
                  <a:moveTo>
                    <a:pt x="768788" y="1876952"/>
                  </a:moveTo>
                  <a:lnTo>
                    <a:pt x="695528" y="1853935"/>
                  </a:lnTo>
                  <a:lnTo>
                    <a:pt x="724805" y="1858894"/>
                  </a:lnTo>
                  <a:close/>
                  <a:moveTo>
                    <a:pt x="882678" y="1808906"/>
                  </a:moveTo>
                  <a:lnTo>
                    <a:pt x="930229" y="1744811"/>
                  </a:lnTo>
                  <a:lnTo>
                    <a:pt x="925709" y="1738243"/>
                  </a:lnTo>
                  <a:close/>
                  <a:moveTo>
                    <a:pt x="1707460" y="2604173"/>
                  </a:moveTo>
                  <a:lnTo>
                    <a:pt x="1667609" y="2609902"/>
                  </a:lnTo>
                  <a:lnTo>
                    <a:pt x="1739709" y="2568739"/>
                  </a:lnTo>
                  <a:close/>
                  <a:moveTo>
                    <a:pt x="1739709" y="2568739"/>
                  </a:moveTo>
                  <a:lnTo>
                    <a:pt x="1667609" y="2609902"/>
                  </a:lnTo>
                  <a:lnTo>
                    <a:pt x="1613355" y="2590181"/>
                  </a:lnTo>
                  <a:close/>
                  <a:moveTo>
                    <a:pt x="882678" y="1808906"/>
                  </a:moveTo>
                  <a:lnTo>
                    <a:pt x="903103" y="1706273"/>
                  </a:lnTo>
                  <a:lnTo>
                    <a:pt x="872008" y="1820458"/>
                  </a:lnTo>
                  <a:close/>
                  <a:moveTo>
                    <a:pt x="903103" y="1706273"/>
                  </a:moveTo>
                  <a:lnTo>
                    <a:pt x="882678" y="1808906"/>
                  </a:lnTo>
                  <a:lnTo>
                    <a:pt x="925709" y="1738243"/>
                  </a:lnTo>
                  <a:close/>
                  <a:moveTo>
                    <a:pt x="747024" y="1572385"/>
                  </a:moveTo>
                  <a:lnTo>
                    <a:pt x="811951" y="1607925"/>
                  </a:lnTo>
                  <a:lnTo>
                    <a:pt x="683444" y="1563484"/>
                  </a:lnTo>
                  <a:close/>
                  <a:moveTo>
                    <a:pt x="46953" y="576872"/>
                  </a:moveTo>
                  <a:lnTo>
                    <a:pt x="155784" y="548795"/>
                  </a:lnTo>
                  <a:lnTo>
                    <a:pt x="95827" y="602402"/>
                  </a:lnTo>
                  <a:close/>
                  <a:moveTo>
                    <a:pt x="1707460" y="2604173"/>
                  </a:moveTo>
                  <a:lnTo>
                    <a:pt x="1739228" y="2512177"/>
                  </a:lnTo>
                  <a:lnTo>
                    <a:pt x="1704945" y="2483521"/>
                  </a:lnTo>
                  <a:close/>
                  <a:moveTo>
                    <a:pt x="1480103" y="1800918"/>
                  </a:moveTo>
                  <a:lnTo>
                    <a:pt x="1501154" y="1803731"/>
                  </a:lnTo>
                  <a:lnTo>
                    <a:pt x="1434930" y="1787364"/>
                  </a:lnTo>
                  <a:close/>
                  <a:moveTo>
                    <a:pt x="877673" y="1359789"/>
                  </a:moveTo>
                  <a:lnTo>
                    <a:pt x="978417" y="1405359"/>
                  </a:lnTo>
                  <a:lnTo>
                    <a:pt x="1003576" y="1336658"/>
                  </a:lnTo>
                  <a:close/>
                  <a:moveTo>
                    <a:pt x="1051539" y="1294073"/>
                  </a:moveTo>
                  <a:lnTo>
                    <a:pt x="1003576" y="1336658"/>
                  </a:lnTo>
                  <a:lnTo>
                    <a:pt x="1060424" y="1299189"/>
                  </a:lnTo>
                  <a:close/>
                  <a:moveTo>
                    <a:pt x="1060424" y="1299189"/>
                  </a:moveTo>
                  <a:lnTo>
                    <a:pt x="1003576" y="1336658"/>
                  </a:lnTo>
                  <a:lnTo>
                    <a:pt x="978417" y="1405359"/>
                  </a:lnTo>
                  <a:close/>
                  <a:moveTo>
                    <a:pt x="1051539" y="1294073"/>
                  </a:moveTo>
                  <a:lnTo>
                    <a:pt x="1060424" y="1299189"/>
                  </a:lnTo>
                  <a:lnTo>
                    <a:pt x="1059363" y="1266576"/>
                  </a:lnTo>
                  <a:close/>
                  <a:moveTo>
                    <a:pt x="502134" y="749463"/>
                  </a:moveTo>
                  <a:lnTo>
                    <a:pt x="528444" y="828166"/>
                  </a:lnTo>
                  <a:lnTo>
                    <a:pt x="526477" y="839219"/>
                  </a:lnTo>
                  <a:close/>
                  <a:moveTo>
                    <a:pt x="198048" y="414534"/>
                  </a:moveTo>
                  <a:lnTo>
                    <a:pt x="193041" y="472008"/>
                  </a:lnTo>
                  <a:lnTo>
                    <a:pt x="208205" y="428143"/>
                  </a:lnTo>
                  <a:close/>
                  <a:moveTo>
                    <a:pt x="198048" y="414534"/>
                  </a:moveTo>
                  <a:lnTo>
                    <a:pt x="208205" y="428143"/>
                  </a:lnTo>
                  <a:lnTo>
                    <a:pt x="265263" y="320390"/>
                  </a:lnTo>
                  <a:close/>
                  <a:moveTo>
                    <a:pt x="1989205" y="2298640"/>
                  </a:moveTo>
                  <a:lnTo>
                    <a:pt x="1918549" y="2280655"/>
                  </a:lnTo>
                  <a:lnTo>
                    <a:pt x="1927820" y="2284335"/>
                  </a:lnTo>
                  <a:close/>
                  <a:moveTo>
                    <a:pt x="1391079" y="1512425"/>
                  </a:moveTo>
                  <a:lnTo>
                    <a:pt x="1328645" y="1502590"/>
                  </a:lnTo>
                  <a:lnTo>
                    <a:pt x="1294087" y="1586858"/>
                  </a:lnTo>
                  <a:close/>
                  <a:moveTo>
                    <a:pt x="1328645" y="1502590"/>
                  </a:moveTo>
                  <a:lnTo>
                    <a:pt x="1391079" y="1512425"/>
                  </a:lnTo>
                  <a:lnTo>
                    <a:pt x="1285501" y="1458503"/>
                  </a:lnTo>
                  <a:close/>
                  <a:moveTo>
                    <a:pt x="1400324" y="1490200"/>
                  </a:moveTo>
                  <a:lnTo>
                    <a:pt x="1328892" y="1501784"/>
                  </a:lnTo>
                  <a:lnTo>
                    <a:pt x="1285501" y="1458503"/>
                  </a:lnTo>
                  <a:close/>
                  <a:moveTo>
                    <a:pt x="589177" y="623262"/>
                  </a:moveTo>
                  <a:lnTo>
                    <a:pt x="600615" y="529807"/>
                  </a:lnTo>
                  <a:lnTo>
                    <a:pt x="552300" y="548840"/>
                  </a:lnTo>
                  <a:close/>
                  <a:moveTo>
                    <a:pt x="2172447" y="2302253"/>
                  </a:moveTo>
                  <a:lnTo>
                    <a:pt x="2158644" y="2285997"/>
                  </a:lnTo>
                  <a:lnTo>
                    <a:pt x="2132206" y="2339438"/>
                  </a:lnTo>
                  <a:close/>
                  <a:moveTo>
                    <a:pt x="1989205" y="2298640"/>
                  </a:moveTo>
                  <a:lnTo>
                    <a:pt x="2013493" y="2324433"/>
                  </a:lnTo>
                  <a:lnTo>
                    <a:pt x="2033590" y="2293958"/>
                  </a:lnTo>
                  <a:close/>
                  <a:moveTo>
                    <a:pt x="1562836" y="1819148"/>
                  </a:moveTo>
                  <a:lnTo>
                    <a:pt x="1622059" y="1761914"/>
                  </a:lnTo>
                  <a:lnTo>
                    <a:pt x="1662661" y="1710491"/>
                  </a:lnTo>
                  <a:close/>
                  <a:moveTo>
                    <a:pt x="1328768" y="1502282"/>
                  </a:moveTo>
                  <a:lnTo>
                    <a:pt x="1328892" y="1501784"/>
                  </a:lnTo>
                  <a:lnTo>
                    <a:pt x="1366652" y="1427765"/>
                  </a:lnTo>
                  <a:close/>
                  <a:moveTo>
                    <a:pt x="570847" y="493416"/>
                  </a:moveTo>
                  <a:lnTo>
                    <a:pt x="552300" y="548840"/>
                  </a:lnTo>
                  <a:lnTo>
                    <a:pt x="585715" y="515701"/>
                  </a:lnTo>
                  <a:close/>
                  <a:moveTo>
                    <a:pt x="570847" y="493416"/>
                  </a:moveTo>
                  <a:lnTo>
                    <a:pt x="585715" y="515701"/>
                  </a:lnTo>
                  <a:lnTo>
                    <a:pt x="579416" y="435020"/>
                  </a:lnTo>
                  <a:close/>
                  <a:moveTo>
                    <a:pt x="579416" y="435020"/>
                  </a:moveTo>
                  <a:lnTo>
                    <a:pt x="585715" y="515701"/>
                  </a:lnTo>
                  <a:lnTo>
                    <a:pt x="606684" y="473515"/>
                  </a:lnTo>
                  <a:close/>
                  <a:moveTo>
                    <a:pt x="2158644" y="2285997"/>
                  </a:moveTo>
                  <a:lnTo>
                    <a:pt x="2175664" y="2223261"/>
                  </a:lnTo>
                  <a:lnTo>
                    <a:pt x="2152921" y="2257535"/>
                  </a:lnTo>
                  <a:close/>
                  <a:moveTo>
                    <a:pt x="748742" y="369883"/>
                  </a:moveTo>
                  <a:lnTo>
                    <a:pt x="731800" y="356613"/>
                  </a:lnTo>
                  <a:lnTo>
                    <a:pt x="697294" y="381884"/>
                  </a:lnTo>
                  <a:close/>
                  <a:moveTo>
                    <a:pt x="748742" y="369883"/>
                  </a:moveTo>
                  <a:lnTo>
                    <a:pt x="772771" y="395049"/>
                  </a:lnTo>
                  <a:lnTo>
                    <a:pt x="754167" y="315868"/>
                  </a:lnTo>
                  <a:close/>
                  <a:moveTo>
                    <a:pt x="731800" y="356613"/>
                  </a:moveTo>
                  <a:lnTo>
                    <a:pt x="748742" y="369883"/>
                  </a:lnTo>
                  <a:lnTo>
                    <a:pt x="754167" y="315868"/>
                  </a:lnTo>
                  <a:close/>
                  <a:moveTo>
                    <a:pt x="1566147" y="1185920"/>
                  </a:moveTo>
                  <a:lnTo>
                    <a:pt x="1551962" y="1242037"/>
                  </a:lnTo>
                  <a:lnTo>
                    <a:pt x="1634432" y="1162570"/>
                  </a:lnTo>
                  <a:close/>
                  <a:moveTo>
                    <a:pt x="729162" y="285834"/>
                  </a:moveTo>
                  <a:lnTo>
                    <a:pt x="754167" y="315868"/>
                  </a:lnTo>
                  <a:lnTo>
                    <a:pt x="766334" y="255488"/>
                  </a:lnTo>
                  <a:close/>
                  <a:moveTo>
                    <a:pt x="731800" y="356613"/>
                  </a:moveTo>
                  <a:lnTo>
                    <a:pt x="754167" y="315868"/>
                  </a:lnTo>
                  <a:lnTo>
                    <a:pt x="715660" y="336186"/>
                  </a:lnTo>
                  <a:close/>
                  <a:moveTo>
                    <a:pt x="825318" y="268128"/>
                  </a:moveTo>
                  <a:lnTo>
                    <a:pt x="754167" y="315868"/>
                  </a:lnTo>
                  <a:lnTo>
                    <a:pt x="819926" y="283071"/>
                  </a:lnTo>
                  <a:close/>
                  <a:moveTo>
                    <a:pt x="825318" y="268128"/>
                  </a:moveTo>
                  <a:lnTo>
                    <a:pt x="766334" y="255488"/>
                  </a:lnTo>
                  <a:lnTo>
                    <a:pt x="754167" y="315868"/>
                  </a:lnTo>
                  <a:close/>
                  <a:moveTo>
                    <a:pt x="766334" y="255488"/>
                  </a:moveTo>
                  <a:lnTo>
                    <a:pt x="825318" y="268128"/>
                  </a:lnTo>
                  <a:lnTo>
                    <a:pt x="776238" y="183186"/>
                  </a:lnTo>
                  <a:close/>
                  <a:moveTo>
                    <a:pt x="825318" y="268128"/>
                  </a:moveTo>
                  <a:lnTo>
                    <a:pt x="846854" y="168547"/>
                  </a:lnTo>
                  <a:lnTo>
                    <a:pt x="776238" y="183186"/>
                  </a:lnTo>
                  <a:close/>
                  <a:moveTo>
                    <a:pt x="761740" y="235961"/>
                  </a:moveTo>
                  <a:lnTo>
                    <a:pt x="766334" y="255488"/>
                  </a:lnTo>
                  <a:lnTo>
                    <a:pt x="776238" y="183186"/>
                  </a:lnTo>
                  <a:close/>
                  <a:moveTo>
                    <a:pt x="1634432" y="1162570"/>
                  </a:moveTo>
                  <a:lnTo>
                    <a:pt x="1690694" y="1189843"/>
                  </a:lnTo>
                  <a:lnTo>
                    <a:pt x="1566147" y="1185920"/>
                  </a:lnTo>
                  <a:close/>
                  <a:moveTo>
                    <a:pt x="1389625" y="589390"/>
                  </a:moveTo>
                  <a:lnTo>
                    <a:pt x="1309654" y="617200"/>
                  </a:lnTo>
                  <a:lnTo>
                    <a:pt x="1264979" y="617220"/>
                  </a:lnTo>
                  <a:close/>
                  <a:moveTo>
                    <a:pt x="846854" y="168547"/>
                  </a:moveTo>
                  <a:lnTo>
                    <a:pt x="856368" y="142793"/>
                  </a:lnTo>
                  <a:lnTo>
                    <a:pt x="819485" y="129680"/>
                  </a:lnTo>
                  <a:close/>
                  <a:moveTo>
                    <a:pt x="776238" y="183186"/>
                  </a:moveTo>
                  <a:lnTo>
                    <a:pt x="846854" y="168547"/>
                  </a:lnTo>
                  <a:lnTo>
                    <a:pt x="819485" y="129680"/>
                  </a:lnTo>
                  <a:close/>
                  <a:moveTo>
                    <a:pt x="856368" y="142793"/>
                  </a:moveTo>
                  <a:lnTo>
                    <a:pt x="926188" y="146622"/>
                  </a:lnTo>
                  <a:lnTo>
                    <a:pt x="881747" y="83806"/>
                  </a:lnTo>
                  <a:close/>
                  <a:moveTo>
                    <a:pt x="839685" y="115310"/>
                  </a:moveTo>
                  <a:lnTo>
                    <a:pt x="856368" y="142793"/>
                  </a:lnTo>
                  <a:lnTo>
                    <a:pt x="881747" y="83806"/>
                  </a:lnTo>
                  <a:close/>
                  <a:moveTo>
                    <a:pt x="1333687" y="608600"/>
                  </a:moveTo>
                  <a:lnTo>
                    <a:pt x="1389625" y="589390"/>
                  </a:lnTo>
                  <a:lnTo>
                    <a:pt x="1422807" y="498251"/>
                  </a:lnTo>
                  <a:close/>
                  <a:moveTo>
                    <a:pt x="1422807" y="498251"/>
                  </a:moveTo>
                  <a:lnTo>
                    <a:pt x="1435571" y="475332"/>
                  </a:lnTo>
                  <a:lnTo>
                    <a:pt x="1378932" y="570164"/>
                  </a:lnTo>
                  <a:close/>
                  <a:moveTo>
                    <a:pt x="1405793" y="434637"/>
                  </a:moveTo>
                  <a:lnTo>
                    <a:pt x="1449203" y="449512"/>
                  </a:lnTo>
                  <a:lnTo>
                    <a:pt x="1435571" y="475332"/>
                  </a:lnTo>
                  <a:close/>
                  <a:moveTo>
                    <a:pt x="1584937" y="331908"/>
                  </a:moveTo>
                  <a:lnTo>
                    <a:pt x="1637307" y="332416"/>
                  </a:lnTo>
                  <a:lnTo>
                    <a:pt x="1565671" y="246645"/>
                  </a:lnTo>
                  <a:close/>
                  <a:moveTo>
                    <a:pt x="1475174" y="43779"/>
                  </a:moveTo>
                  <a:lnTo>
                    <a:pt x="1492015" y="47947"/>
                  </a:lnTo>
                  <a:lnTo>
                    <a:pt x="1455088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81" name="Candidate_density__2080">
              <a:extLst>
                <a:ext uri="{FF2B5EF4-FFF2-40B4-BE49-F238E27FC236}">
                  <a16:creationId xmlns:a16="http://schemas.microsoft.com/office/drawing/2014/main" id="{77E326A1-2766-0A51-A940-2F6DC1DBDD4A}"/>
                </a:ext>
              </a:extLst>
            </p:cNvPr>
            <p:cNvSpPr>
              <a:spLocks noGrp="1"/>
            </p:cNvSpPr>
            <p:nvPr/>
          </p:nvSpPr>
          <p:spPr>
            <a:xfrm>
              <a:off x="4299074" y="1506782"/>
              <a:ext cx="1959884" cy="3657956"/>
            </a:xfrm>
            <a:custGeom>
              <a:avLst/>
              <a:gdLst/>
              <a:ahLst/>
              <a:cxnLst/>
              <a:rect l="0" t="0" r="0" b="0"/>
              <a:pathLst>
                <a:path w="1959884" h="3657956">
                  <a:moveTo>
                    <a:pt x="367804" y="3623869"/>
                  </a:moveTo>
                  <a:lnTo>
                    <a:pt x="409080" y="3657956"/>
                  </a:lnTo>
                  <a:lnTo>
                    <a:pt x="428153" y="3600951"/>
                  </a:lnTo>
                  <a:close/>
                  <a:moveTo>
                    <a:pt x="468431" y="3585432"/>
                  </a:moveTo>
                  <a:lnTo>
                    <a:pt x="428153" y="3600951"/>
                  </a:lnTo>
                  <a:lnTo>
                    <a:pt x="409080" y="3657956"/>
                  </a:lnTo>
                  <a:close/>
                  <a:moveTo>
                    <a:pt x="369692" y="3338787"/>
                  </a:moveTo>
                  <a:lnTo>
                    <a:pt x="353398" y="3449771"/>
                  </a:lnTo>
                  <a:lnTo>
                    <a:pt x="392086" y="3379216"/>
                  </a:lnTo>
                  <a:close/>
                  <a:moveTo>
                    <a:pt x="492313" y="3503217"/>
                  </a:moveTo>
                  <a:lnTo>
                    <a:pt x="468431" y="3585432"/>
                  </a:lnTo>
                  <a:lnTo>
                    <a:pt x="560169" y="3554216"/>
                  </a:lnTo>
                  <a:close/>
                  <a:moveTo>
                    <a:pt x="532940" y="3382565"/>
                  </a:moveTo>
                  <a:lnTo>
                    <a:pt x="592628" y="3344129"/>
                  </a:lnTo>
                  <a:lnTo>
                    <a:pt x="522150" y="3371641"/>
                  </a:lnTo>
                  <a:close/>
                  <a:moveTo>
                    <a:pt x="592628" y="3344129"/>
                  </a:moveTo>
                  <a:lnTo>
                    <a:pt x="553091" y="3272125"/>
                  </a:lnTo>
                  <a:lnTo>
                    <a:pt x="522150" y="3371641"/>
                  </a:lnTo>
                  <a:close/>
                  <a:moveTo>
                    <a:pt x="505684" y="2897866"/>
                  </a:moveTo>
                  <a:lnTo>
                    <a:pt x="539358" y="2976832"/>
                  </a:lnTo>
                  <a:lnTo>
                    <a:pt x="521219" y="2937759"/>
                  </a:lnTo>
                  <a:close/>
                  <a:moveTo>
                    <a:pt x="506992" y="2894617"/>
                  </a:moveTo>
                  <a:lnTo>
                    <a:pt x="505684" y="2897866"/>
                  </a:lnTo>
                  <a:lnTo>
                    <a:pt x="521219" y="2937759"/>
                  </a:lnTo>
                  <a:close/>
                  <a:moveTo>
                    <a:pt x="507529" y="2886575"/>
                  </a:moveTo>
                  <a:lnTo>
                    <a:pt x="505684" y="2897866"/>
                  </a:lnTo>
                  <a:lnTo>
                    <a:pt x="506992" y="2894617"/>
                  </a:lnTo>
                  <a:close/>
                  <a:moveTo>
                    <a:pt x="539358" y="2976832"/>
                  </a:moveTo>
                  <a:lnTo>
                    <a:pt x="579622" y="3059047"/>
                  </a:lnTo>
                  <a:lnTo>
                    <a:pt x="646913" y="3020611"/>
                  </a:lnTo>
                  <a:close/>
                  <a:moveTo>
                    <a:pt x="506992" y="2894617"/>
                  </a:moveTo>
                  <a:lnTo>
                    <a:pt x="521219" y="2937759"/>
                  </a:lnTo>
                  <a:lnTo>
                    <a:pt x="534893" y="2874119"/>
                  </a:lnTo>
                  <a:close/>
                  <a:moveTo>
                    <a:pt x="507529" y="2886575"/>
                  </a:moveTo>
                  <a:lnTo>
                    <a:pt x="506992" y="2894617"/>
                  </a:lnTo>
                  <a:lnTo>
                    <a:pt x="534893" y="2874119"/>
                  </a:lnTo>
                  <a:close/>
                  <a:moveTo>
                    <a:pt x="283798" y="2392194"/>
                  </a:moveTo>
                  <a:lnTo>
                    <a:pt x="230636" y="2408632"/>
                  </a:lnTo>
                  <a:lnTo>
                    <a:pt x="222795" y="2442772"/>
                  </a:lnTo>
                  <a:close/>
                  <a:moveTo>
                    <a:pt x="659212" y="2833642"/>
                  </a:moveTo>
                  <a:lnTo>
                    <a:pt x="748610" y="2821556"/>
                  </a:lnTo>
                  <a:lnTo>
                    <a:pt x="711370" y="2751739"/>
                  </a:lnTo>
                  <a:close/>
                  <a:moveTo>
                    <a:pt x="748610" y="2821556"/>
                  </a:moveTo>
                  <a:lnTo>
                    <a:pt x="825339" y="2819768"/>
                  </a:lnTo>
                  <a:lnTo>
                    <a:pt x="711370" y="2751739"/>
                  </a:lnTo>
                  <a:close/>
                  <a:moveTo>
                    <a:pt x="33718" y="1913378"/>
                  </a:moveTo>
                  <a:lnTo>
                    <a:pt x="0" y="1951814"/>
                  </a:lnTo>
                  <a:lnTo>
                    <a:pt x="47863" y="1995593"/>
                  </a:lnTo>
                  <a:close/>
                  <a:moveTo>
                    <a:pt x="33718" y="1913378"/>
                  </a:moveTo>
                  <a:lnTo>
                    <a:pt x="27174" y="1831163"/>
                  </a:lnTo>
                  <a:lnTo>
                    <a:pt x="0" y="1951814"/>
                  </a:lnTo>
                  <a:close/>
                  <a:moveTo>
                    <a:pt x="346637" y="2242238"/>
                  </a:moveTo>
                  <a:lnTo>
                    <a:pt x="423409" y="2205113"/>
                  </a:lnTo>
                  <a:lnTo>
                    <a:pt x="422175" y="2204519"/>
                  </a:lnTo>
                  <a:close/>
                  <a:moveTo>
                    <a:pt x="331315" y="2160023"/>
                  </a:moveTo>
                  <a:lnTo>
                    <a:pt x="422175" y="2204519"/>
                  </a:lnTo>
                  <a:lnTo>
                    <a:pt x="397787" y="2124254"/>
                  </a:lnTo>
                  <a:close/>
                  <a:moveTo>
                    <a:pt x="424526" y="2203802"/>
                  </a:moveTo>
                  <a:lnTo>
                    <a:pt x="402080" y="2121587"/>
                  </a:lnTo>
                  <a:lnTo>
                    <a:pt x="422175" y="2204519"/>
                  </a:lnTo>
                  <a:close/>
                  <a:moveTo>
                    <a:pt x="402080" y="2121587"/>
                  </a:moveTo>
                  <a:lnTo>
                    <a:pt x="397787" y="2124254"/>
                  </a:lnTo>
                  <a:lnTo>
                    <a:pt x="422175" y="2204519"/>
                  </a:lnTo>
                  <a:close/>
                  <a:moveTo>
                    <a:pt x="422175" y="2204519"/>
                  </a:moveTo>
                  <a:lnTo>
                    <a:pt x="423409" y="2205113"/>
                  </a:lnTo>
                  <a:lnTo>
                    <a:pt x="424526" y="2203802"/>
                  </a:lnTo>
                  <a:close/>
                  <a:moveTo>
                    <a:pt x="345069" y="2127413"/>
                  </a:moveTo>
                  <a:lnTo>
                    <a:pt x="397787" y="2124254"/>
                  </a:lnTo>
                  <a:lnTo>
                    <a:pt x="402080" y="2121587"/>
                  </a:lnTo>
                  <a:close/>
                  <a:moveTo>
                    <a:pt x="33718" y="1913378"/>
                  </a:moveTo>
                  <a:lnTo>
                    <a:pt x="47863" y="1995593"/>
                  </a:lnTo>
                  <a:lnTo>
                    <a:pt x="83686" y="1874941"/>
                  </a:lnTo>
                  <a:close/>
                  <a:moveTo>
                    <a:pt x="27174" y="1831163"/>
                  </a:moveTo>
                  <a:lnTo>
                    <a:pt x="33718" y="1913378"/>
                  </a:lnTo>
                  <a:lnTo>
                    <a:pt x="83686" y="1874941"/>
                  </a:lnTo>
                  <a:close/>
                  <a:moveTo>
                    <a:pt x="27174" y="1831163"/>
                  </a:moveTo>
                  <a:lnTo>
                    <a:pt x="83686" y="1874941"/>
                  </a:lnTo>
                  <a:lnTo>
                    <a:pt x="41335" y="1792726"/>
                  </a:lnTo>
                  <a:close/>
                  <a:moveTo>
                    <a:pt x="70525" y="1721712"/>
                  </a:moveTo>
                  <a:lnTo>
                    <a:pt x="27174" y="1831163"/>
                  </a:lnTo>
                  <a:lnTo>
                    <a:pt x="41335" y="1792726"/>
                  </a:lnTo>
                  <a:close/>
                  <a:moveTo>
                    <a:pt x="1020064" y="2861522"/>
                  </a:moveTo>
                  <a:lnTo>
                    <a:pt x="1001339" y="2943738"/>
                  </a:lnTo>
                  <a:lnTo>
                    <a:pt x="1091430" y="2905301"/>
                  </a:lnTo>
                  <a:close/>
                  <a:moveTo>
                    <a:pt x="1020064" y="2861522"/>
                  </a:moveTo>
                  <a:lnTo>
                    <a:pt x="1091430" y="2905301"/>
                  </a:lnTo>
                  <a:lnTo>
                    <a:pt x="1073508" y="2823086"/>
                  </a:lnTo>
                  <a:close/>
                  <a:moveTo>
                    <a:pt x="1076349" y="2759201"/>
                  </a:moveTo>
                  <a:lnTo>
                    <a:pt x="1020064" y="2861522"/>
                  </a:lnTo>
                  <a:lnTo>
                    <a:pt x="1073508" y="2823086"/>
                  </a:lnTo>
                  <a:close/>
                  <a:moveTo>
                    <a:pt x="724150" y="2368232"/>
                  </a:moveTo>
                  <a:lnTo>
                    <a:pt x="745713" y="2423542"/>
                  </a:lnTo>
                  <a:lnTo>
                    <a:pt x="805872" y="2412011"/>
                  </a:lnTo>
                  <a:close/>
                  <a:moveTo>
                    <a:pt x="418972" y="2286017"/>
                  </a:moveTo>
                  <a:lnTo>
                    <a:pt x="423372" y="2203546"/>
                  </a:lnTo>
                  <a:lnTo>
                    <a:pt x="423409" y="2205113"/>
                  </a:lnTo>
                  <a:close/>
                  <a:moveTo>
                    <a:pt x="169363" y="1688315"/>
                  </a:moveTo>
                  <a:lnTo>
                    <a:pt x="98898" y="1710511"/>
                  </a:lnTo>
                  <a:lnTo>
                    <a:pt x="192134" y="1682527"/>
                  </a:lnTo>
                  <a:close/>
                  <a:moveTo>
                    <a:pt x="192134" y="1682527"/>
                  </a:moveTo>
                  <a:lnTo>
                    <a:pt x="98898" y="1710511"/>
                  </a:lnTo>
                  <a:lnTo>
                    <a:pt x="70525" y="1721712"/>
                  </a:lnTo>
                  <a:close/>
                  <a:moveTo>
                    <a:pt x="1258036" y="2710362"/>
                  </a:moveTo>
                  <a:lnTo>
                    <a:pt x="1239198" y="2784649"/>
                  </a:lnTo>
                  <a:lnTo>
                    <a:pt x="1249737" y="2702435"/>
                  </a:lnTo>
                  <a:close/>
                  <a:moveTo>
                    <a:pt x="414450" y="1810432"/>
                  </a:moveTo>
                  <a:lnTo>
                    <a:pt x="350666" y="1715854"/>
                  </a:lnTo>
                  <a:lnTo>
                    <a:pt x="327831" y="1720167"/>
                  </a:lnTo>
                  <a:close/>
                  <a:moveTo>
                    <a:pt x="327831" y="1720167"/>
                  </a:moveTo>
                  <a:lnTo>
                    <a:pt x="337549" y="1732349"/>
                  </a:lnTo>
                  <a:lnTo>
                    <a:pt x="414450" y="1810432"/>
                  </a:lnTo>
                  <a:close/>
                  <a:moveTo>
                    <a:pt x="246994" y="1725294"/>
                  </a:moveTo>
                  <a:lnTo>
                    <a:pt x="265214" y="1677103"/>
                  </a:lnTo>
                  <a:lnTo>
                    <a:pt x="192134" y="1682527"/>
                  </a:lnTo>
                  <a:close/>
                  <a:moveTo>
                    <a:pt x="279944" y="1672075"/>
                  </a:moveTo>
                  <a:lnTo>
                    <a:pt x="265214" y="1677103"/>
                  </a:lnTo>
                  <a:lnTo>
                    <a:pt x="388109" y="1642728"/>
                  </a:lnTo>
                  <a:close/>
                  <a:moveTo>
                    <a:pt x="1249737" y="2702435"/>
                  </a:moveTo>
                  <a:lnTo>
                    <a:pt x="1239198" y="2784649"/>
                  </a:lnTo>
                  <a:lnTo>
                    <a:pt x="1310949" y="2746213"/>
                  </a:lnTo>
                  <a:close/>
                  <a:moveTo>
                    <a:pt x="1249737" y="2702435"/>
                  </a:moveTo>
                  <a:lnTo>
                    <a:pt x="1310949" y="2746213"/>
                  </a:lnTo>
                  <a:lnTo>
                    <a:pt x="1263340" y="2663998"/>
                  </a:lnTo>
                  <a:close/>
                  <a:moveTo>
                    <a:pt x="350666" y="1715854"/>
                  </a:moveTo>
                  <a:lnTo>
                    <a:pt x="421098" y="1766069"/>
                  </a:lnTo>
                  <a:lnTo>
                    <a:pt x="426872" y="1700241"/>
                  </a:lnTo>
                  <a:close/>
                  <a:moveTo>
                    <a:pt x="507004" y="1695687"/>
                  </a:moveTo>
                  <a:lnTo>
                    <a:pt x="426872" y="1700241"/>
                  </a:lnTo>
                  <a:lnTo>
                    <a:pt x="504889" y="1797498"/>
                  </a:lnTo>
                  <a:close/>
                  <a:moveTo>
                    <a:pt x="507004" y="1695687"/>
                  </a:moveTo>
                  <a:lnTo>
                    <a:pt x="493069" y="1606923"/>
                  </a:lnTo>
                  <a:lnTo>
                    <a:pt x="426872" y="1700241"/>
                  </a:lnTo>
                  <a:close/>
                  <a:moveTo>
                    <a:pt x="1203286" y="2581783"/>
                  </a:moveTo>
                  <a:lnTo>
                    <a:pt x="1177003" y="2499568"/>
                  </a:lnTo>
                  <a:lnTo>
                    <a:pt x="1174213" y="2517732"/>
                  </a:lnTo>
                  <a:close/>
                  <a:moveTo>
                    <a:pt x="1189897" y="2474672"/>
                  </a:moveTo>
                  <a:lnTo>
                    <a:pt x="1174213" y="2517732"/>
                  </a:lnTo>
                  <a:lnTo>
                    <a:pt x="1177003" y="2499568"/>
                  </a:lnTo>
                  <a:close/>
                  <a:moveTo>
                    <a:pt x="672822" y="1924062"/>
                  </a:moveTo>
                  <a:lnTo>
                    <a:pt x="700670" y="1841847"/>
                  </a:lnTo>
                  <a:lnTo>
                    <a:pt x="691680" y="1866917"/>
                  </a:lnTo>
                  <a:close/>
                  <a:moveTo>
                    <a:pt x="707581" y="1786006"/>
                  </a:moveTo>
                  <a:lnTo>
                    <a:pt x="691680" y="1866917"/>
                  </a:lnTo>
                  <a:lnTo>
                    <a:pt x="700670" y="1841847"/>
                  </a:lnTo>
                  <a:close/>
                  <a:moveTo>
                    <a:pt x="1237139" y="2436104"/>
                  </a:moveTo>
                  <a:lnTo>
                    <a:pt x="1189897" y="2474672"/>
                  </a:lnTo>
                  <a:lnTo>
                    <a:pt x="1177003" y="2499568"/>
                  </a:lnTo>
                  <a:close/>
                  <a:moveTo>
                    <a:pt x="1303963" y="2407286"/>
                  </a:moveTo>
                  <a:lnTo>
                    <a:pt x="1189897" y="2474672"/>
                  </a:lnTo>
                  <a:lnTo>
                    <a:pt x="1237139" y="2436104"/>
                  </a:lnTo>
                  <a:close/>
                  <a:moveTo>
                    <a:pt x="672822" y="1924062"/>
                  </a:moveTo>
                  <a:lnTo>
                    <a:pt x="766858" y="1803410"/>
                  </a:lnTo>
                  <a:lnTo>
                    <a:pt x="700670" y="1841847"/>
                  </a:lnTo>
                  <a:close/>
                  <a:moveTo>
                    <a:pt x="766858" y="1803410"/>
                  </a:moveTo>
                  <a:lnTo>
                    <a:pt x="707581" y="1786006"/>
                  </a:lnTo>
                  <a:lnTo>
                    <a:pt x="700670" y="1841847"/>
                  </a:lnTo>
                  <a:close/>
                  <a:moveTo>
                    <a:pt x="617707" y="1638981"/>
                  </a:moveTo>
                  <a:lnTo>
                    <a:pt x="642857" y="1607470"/>
                  </a:lnTo>
                  <a:lnTo>
                    <a:pt x="529233" y="1595201"/>
                  </a:lnTo>
                  <a:close/>
                  <a:moveTo>
                    <a:pt x="567780" y="1677417"/>
                  </a:moveTo>
                  <a:lnTo>
                    <a:pt x="617707" y="1638981"/>
                  </a:lnTo>
                  <a:lnTo>
                    <a:pt x="529233" y="1595201"/>
                  </a:lnTo>
                  <a:close/>
                  <a:moveTo>
                    <a:pt x="607731" y="1574296"/>
                  </a:moveTo>
                  <a:lnTo>
                    <a:pt x="642857" y="1607470"/>
                  </a:lnTo>
                  <a:lnTo>
                    <a:pt x="712390" y="1588783"/>
                  </a:lnTo>
                  <a:close/>
                  <a:moveTo>
                    <a:pt x="455207" y="1512987"/>
                  </a:moveTo>
                  <a:lnTo>
                    <a:pt x="496401" y="1553754"/>
                  </a:lnTo>
                  <a:lnTo>
                    <a:pt x="507230" y="1495318"/>
                  </a:lnTo>
                  <a:close/>
                  <a:moveTo>
                    <a:pt x="477665" y="1483703"/>
                  </a:moveTo>
                  <a:lnTo>
                    <a:pt x="455207" y="1512987"/>
                  </a:lnTo>
                  <a:lnTo>
                    <a:pt x="507230" y="1495318"/>
                  </a:lnTo>
                  <a:close/>
                  <a:moveTo>
                    <a:pt x="1757603" y="2773538"/>
                  </a:moveTo>
                  <a:lnTo>
                    <a:pt x="1845786" y="2713119"/>
                  </a:lnTo>
                  <a:lnTo>
                    <a:pt x="1759602" y="2745149"/>
                  </a:lnTo>
                  <a:close/>
                  <a:moveTo>
                    <a:pt x="1747832" y="2737006"/>
                  </a:moveTo>
                  <a:lnTo>
                    <a:pt x="1759602" y="2745149"/>
                  </a:lnTo>
                  <a:lnTo>
                    <a:pt x="1845786" y="2713119"/>
                  </a:lnTo>
                  <a:close/>
                  <a:moveTo>
                    <a:pt x="1668486" y="2384258"/>
                  </a:moveTo>
                  <a:lnTo>
                    <a:pt x="1701631" y="2349069"/>
                  </a:lnTo>
                  <a:lnTo>
                    <a:pt x="1595200" y="2422695"/>
                  </a:lnTo>
                  <a:close/>
                  <a:moveTo>
                    <a:pt x="1430404" y="2258265"/>
                  </a:moveTo>
                  <a:lnTo>
                    <a:pt x="1485481" y="2313436"/>
                  </a:lnTo>
                  <a:lnTo>
                    <a:pt x="1514298" y="2222841"/>
                  </a:lnTo>
                  <a:close/>
                  <a:moveTo>
                    <a:pt x="948864" y="1700403"/>
                  </a:moveTo>
                  <a:lnTo>
                    <a:pt x="919477" y="1742313"/>
                  </a:lnTo>
                  <a:lnTo>
                    <a:pt x="981956" y="1644323"/>
                  </a:lnTo>
                  <a:close/>
                  <a:moveTo>
                    <a:pt x="948864" y="1700403"/>
                  </a:moveTo>
                  <a:lnTo>
                    <a:pt x="981956" y="1644323"/>
                  </a:lnTo>
                  <a:lnTo>
                    <a:pt x="958930" y="1670739"/>
                  </a:lnTo>
                  <a:close/>
                  <a:moveTo>
                    <a:pt x="947227" y="1682759"/>
                  </a:moveTo>
                  <a:lnTo>
                    <a:pt x="948864" y="1700403"/>
                  </a:lnTo>
                  <a:lnTo>
                    <a:pt x="958930" y="1670739"/>
                  </a:lnTo>
                  <a:close/>
                  <a:moveTo>
                    <a:pt x="988659" y="1633985"/>
                  </a:moveTo>
                  <a:lnTo>
                    <a:pt x="947227" y="1682759"/>
                  </a:lnTo>
                  <a:lnTo>
                    <a:pt x="958930" y="1670739"/>
                  </a:lnTo>
                  <a:close/>
                  <a:moveTo>
                    <a:pt x="1001015" y="1616728"/>
                  </a:moveTo>
                  <a:lnTo>
                    <a:pt x="947227" y="1682759"/>
                  </a:lnTo>
                  <a:lnTo>
                    <a:pt x="988659" y="1633985"/>
                  </a:lnTo>
                  <a:close/>
                  <a:moveTo>
                    <a:pt x="1049994" y="1584650"/>
                  </a:moveTo>
                  <a:lnTo>
                    <a:pt x="1001015" y="1616728"/>
                  </a:lnTo>
                  <a:lnTo>
                    <a:pt x="988659" y="1633985"/>
                  </a:lnTo>
                  <a:close/>
                  <a:moveTo>
                    <a:pt x="289997" y="750003"/>
                  </a:moveTo>
                  <a:lnTo>
                    <a:pt x="211027" y="657742"/>
                  </a:lnTo>
                  <a:lnTo>
                    <a:pt x="204398" y="658909"/>
                  </a:lnTo>
                  <a:close/>
                  <a:moveTo>
                    <a:pt x="142372" y="635667"/>
                  </a:moveTo>
                  <a:lnTo>
                    <a:pt x="89765" y="696178"/>
                  </a:lnTo>
                  <a:lnTo>
                    <a:pt x="204398" y="658909"/>
                  </a:lnTo>
                  <a:close/>
                  <a:moveTo>
                    <a:pt x="211027" y="657742"/>
                  </a:moveTo>
                  <a:lnTo>
                    <a:pt x="142372" y="635667"/>
                  </a:lnTo>
                  <a:lnTo>
                    <a:pt x="204398" y="658909"/>
                  </a:lnTo>
                  <a:close/>
                  <a:moveTo>
                    <a:pt x="1553899" y="2099177"/>
                  </a:moveTo>
                  <a:lnTo>
                    <a:pt x="1528611" y="2111112"/>
                  </a:lnTo>
                  <a:lnTo>
                    <a:pt x="1530688" y="2219829"/>
                  </a:lnTo>
                  <a:close/>
                  <a:moveTo>
                    <a:pt x="1591641" y="2016962"/>
                  </a:moveTo>
                  <a:lnTo>
                    <a:pt x="1528611" y="2111112"/>
                  </a:lnTo>
                  <a:lnTo>
                    <a:pt x="1553899" y="2099177"/>
                  </a:lnTo>
                  <a:close/>
                  <a:moveTo>
                    <a:pt x="1049994" y="1584650"/>
                  </a:moveTo>
                  <a:lnTo>
                    <a:pt x="1061916" y="1523671"/>
                  </a:lnTo>
                  <a:lnTo>
                    <a:pt x="1061742" y="1547655"/>
                  </a:lnTo>
                  <a:close/>
                  <a:moveTo>
                    <a:pt x="1064627" y="1562107"/>
                  </a:moveTo>
                  <a:lnTo>
                    <a:pt x="1049994" y="1584650"/>
                  </a:lnTo>
                  <a:lnTo>
                    <a:pt x="1061742" y="1547655"/>
                  </a:lnTo>
                  <a:close/>
                  <a:moveTo>
                    <a:pt x="1082210" y="1489896"/>
                  </a:moveTo>
                  <a:lnTo>
                    <a:pt x="1064627" y="1562107"/>
                  </a:lnTo>
                  <a:lnTo>
                    <a:pt x="1061742" y="1547655"/>
                  </a:lnTo>
                  <a:close/>
                  <a:moveTo>
                    <a:pt x="302980" y="639357"/>
                  </a:moveTo>
                  <a:lnTo>
                    <a:pt x="211027" y="657742"/>
                  </a:lnTo>
                  <a:lnTo>
                    <a:pt x="288789" y="689236"/>
                  </a:lnTo>
                  <a:close/>
                  <a:moveTo>
                    <a:pt x="268705" y="614142"/>
                  </a:moveTo>
                  <a:lnTo>
                    <a:pt x="211027" y="657742"/>
                  </a:lnTo>
                  <a:lnTo>
                    <a:pt x="302980" y="639357"/>
                  </a:lnTo>
                  <a:close/>
                  <a:moveTo>
                    <a:pt x="288789" y="689236"/>
                  </a:moveTo>
                  <a:lnTo>
                    <a:pt x="359652" y="619305"/>
                  </a:lnTo>
                  <a:lnTo>
                    <a:pt x="302980" y="639357"/>
                  </a:lnTo>
                  <a:close/>
                  <a:moveTo>
                    <a:pt x="289288" y="575526"/>
                  </a:moveTo>
                  <a:lnTo>
                    <a:pt x="302980" y="639357"/>
                  </a:lnTo>
                  <a:lnTo>
                    <a:pt x="359652" y="619305"/>
                  </a:lnTo>
                  <a:close/>
                  <a:moveTo>
                    <a:pt x="289288" y="575526"/>
                  </a:moveTo>
                  <a:lnTo>
                    <a:pt x="359652" y="619305"/>
                  </a:lnTo>
                  <a:lnTo>
                    <a:pt x="366244" y="537090"/>
                  </a:lnTo>
                  <a:close/>
                  <a:moveTo>
                    <a:pt x="1082210" y="1489896"/>
                  </a:moveTo>
                  <a:lnTo>
                    <a:pt x="1061742" y="1547655"/>
                  </a:lnTo>
                  <a:lnTo>
                    <a:pt x="1061916" y="1523671"/>
                  </a:lnTo>
                  <a:close/>
                  <a:moveTo>
                    <a:pt x="1553899" y="2099177"/>
                  </a:moveTo>
                  <a:lnTo>
                    <a:pt x="1549723" y="2123219"/>
                  </a:lnTo>
                  <a:lnTo>
                    <a:pt x="1551881" y="2092194"/>
                  </a:lnTo>
                  <a:close/>
                  <a:moveTo>
                    <a:pt x="1758418" y="2142956"/>
                  </a:moveTo>
                  <a:lnTo>
                    <a:pt x="1767097" y="2163431"/>
                  </a:lnTo>
                  <a:lnTo>
                    <a:pt x="1760142" y="2244250"/>
                  </a:lnTo>
                  <a:close/>
                  <a:moveTo>
                    <a:pt x="1765040" y="2142956"/>
                  </a:moveTo>
                  <a:lnTo>
                    <a:pt x="1760142" y="2244250"/>
                  </a:lnTo>
                  <a:lnTo>
                    <a:pt x="1767097" y="2163431"/>
                  </a:lnTo>
                  <a:close/>
                  <a:moveTo>
                    <a:pt x="1553899" y="2099177"/>
                  </a:moveTo>
                  <a:lnTo>
                    <a:pt x="1551881" y="2092194"/>
                  </a:lnTo>
                  <a:lnTo>
                    <a:pt x="1591641" y="2016962"/>
                  </a:lnTo>
                  <a:close/>
                  <a:moveTo>
                    <a:pt x="1591641" y="2016962"/>
                  </a:moveTo>
                  <a:lnTo>
                    <a:pt x="1551881" y="2092194"/>
                  </a:lnTo>
                  <a:lnTo>
                    <a:pt x="1655401" y="2024475"/>
                  </a:lnTo>
                  <a:close/>
                  <a:moveTo>
                    <a:pt x="1655401" y="2024475"/>
                  </a:moveTo>
                  <a:lnTo>
                    <a:pt x="1599622" y="2013881"/>
                  </a:lnTo>
                  <a:lnTo>
                    <a:pt x="1591641" y="2016962"/>
                  </a:lnTo>
                  <a:close/>
                  <a:moveTo>
                    <a:pt x="1082210" y="1489896"/>
                  </a:moveTo>
                  <a:lnTo>
                    <a:pt x="1133806" y="1489068"/>
                  </a:lnTo>
                  <a:lnTo>
                    <a:pt x="1146868" y="1452985"/>
                  </a:lnTo>
                  <a:close/>
                  <a:moveTo>
                    <a:pt x="1146868" y="1452985"/>
                  </a:moveTo>
                  <a:lnTo>
                    <a:pt x="1133806" y="1489068"/>
                  </a:lnTo>
                  <a:lnTo>
                    <a:pt x="1179769" y="1403019"/>
                  </a:lnTo>
                  <a:close/>
                  <a:moveTo>
                    <a:pt x="791922" y="1025329"/>
                  </a:moveTo>
                  <a:lnTo>
                    <a:pt x="747482" y="1074379"/>
                  </a:lnTo>
                  <a:lnTo>
                    <a:pt x="731595" y="1112595"/>
                  </a:lnTo>
                  <a:close/>
                  <a:moveTo>
                    <a:pt x="359652" y="619305"/>
                  </a:moveTo>
                  <a:lnTo>
                    <a:pt x="383691" y="498653"/>
                  </a:lnTo>
                  <a:lnTo>
                    <a:pt x="366244" y="537090"/>
                  </a:lnTo>
                  <a:close/>
                  <a:moveTo>
                    <a:pt x="417562" y="461635"/>
                  </a:moveTo>
                  <a:lnTo>
                    <a:pt x="366244" y="537090"/>
                  </a:lnTo>
                  <a:lnTo>
                    <a:pt x="383691" y="498653"/>
                  </a:lnTo>
                  <a:close/>
                  <a:moveTo>
                    <a:pt x="417562" y="461635"/>
                  </a:moveTo>
                  <a:lnTo>
                    <a:pt x="376476" y="523224"/>
                  </a:lnTo>
                  <a:lnTo>
                    <a:pt x="366244" y="537090"/>
                  </a:lnTo>
                  <a:close/>
                  <a:moveTo>
                    <a:pt x="1187103" y="1388216"/>
                  </a:moveTo>
                  <a:lnTo>
                    <a:pt x="1167382" y="1422272"/>
                  </a:lnTo>
                  <a:lnTo>
                    <a:pt x="1179769" y="1403019"/>
                  </a:lnTo>
                  <a:close/>
                  <a:moveTo>
                    <a:pt x="1876283" y="2110329"/>
                  </a:moveTo>
                  <a:lnTo>
                    <a:pt x="1765040" y="2142956"/>
                  </a:lnTo>
                  <a:lnTo>
                    <a:pt x="1888495" y="2123455"/>
                  </a:lnTo>
                  <a:close/>
                  <a:moveTo>
                    <a:pt x="1765040" y="2142956"/>
                  </a:moveTo>
                  <a:lnTo>
                    <a:pt x="1767097" y="2163431"/>
                  </a:lnTo>
                  <a:lnTo>
                    <a:pt x="1888495" y="2123455"/>
                  </a:lnTo>
                  <a:close/>
                  <a:moveTo>
                    <a:pt x="1821616" y="2088610"/>
                  </a:moveTo>
                  <a:lnTo>
                    <a:pt x="1765040" y="2142956"/>
                  </a:lnTo>
                  <a:lnTo>
                    <a:pt x="1876283" y="2110329"/>
                  </a:lnTo>
                  <a:close/>
                  <a:moveTo>
                    <a:pt x="1876283" y="2110329"/>
                  </a:moveTo>
                  <a:lnTo>
                    <a:pt x="1895882" y="2087621"/>
                  </a:lnTo>
                  <a:lnTo>
                    <a:pt x="1821616" y="2088610"/>
                  </a:lnTo>
                  <a:close/>
                  <a:moveTo>
                    <a:pt x="1876283" y="2110329"/>
                  </a:moveTo>
                  <a:lnTo>
                    <a:pt x="1955859" y="2106227"/>
                  </a:lnTo>
                  <a:lnTo>
                    <a:pt x="1895882" y="2087621"/>
                  </a:lnTo>
                  <a:close/>
                  <a:moveTo>
                    <a:pt x="1955859" y="2106227"/>
                  </a:moveTo>
                  <a:lnTo>
                    <a:pt x="1876283" y="2110329"/>
                  </a:lnTo>
                  <a:lnTo>
                    <a:pt x="1959884" y="2111711"/>
                  </a:lnTo>
                  <a:close/>
                  <a:moveTo>
                    <a:pt x="1876283" y="2110329"/>
                  </a:moveTo>
                  <a:lnTo>
                    <a:pt x="1888495" y="2123455"/>
                  </a:lnTo>
                  <a:lnTo>
                    <a:pt x="1959884" y="2111711"/>
                  </a:lnTo>
                  <a:close/>
                  <a:moveTo>
                    <a:pt x="1637043" y="1783274"/>
                  </a:moveTo>
                  <a:lnTo>
                    <a:pt x="1614651" y="1872118"/>
                  </a:lnTo>
                  <a:lnTo>
                    <a:pt x="1665671" y="1775658"/>
                  </a:lnTo>
                  <a:close/>
                  <a:moveTo>
                    <a:pt x="1665671" y="1775658"/>
                  </a:moveTo>
                  <a:lnTo>
                    <a:pt x="1643900" y="1896310"/>
                  </a:lnTo>
                  <a:lnTo>
                    <a:pt x="1672090" y="1857873"/>
                  </a:lnTo>
                  <a:close/>
                  <a:moveTo>
                    <a:pt x="1637043" y="1783274"/>
                  </a:moveTo>
                  <a:lnTo>
                    <a:pt x="1642911" y="1762575"/>
                  </a:lnTo>
                  <a:lnTo>
                    <a:pt x="1562337" y="1739976"/>
                  </a:lnTo>
                  <a:close/>
                  <a:moveTo>
                    <a:pt x="954848" y="873320"/>
                  </a:moveTo>
                  <a:lnTo>
                    <a:pt x="852993" y="895534"/>
                  </a:lnTo>
                  <a:lnTo>
                    <a:pt x="958273" y="874769"/>
                  </a:lnTo>
                  <a:close/>
                  <a:moveTo>
                    <a:pt x="548671" y="460706"/>
                  </a:moveTo>
                  <a:lnTo>
                    <a:pt x="549511" y="461108"/>
                  </a:lnTo>
                  <a:lnTo>
                    <a:pt x="624365" y="462317"/>
                  </a:lnTo>
                  <a:close/>
                  <a:moveTo>
                    <a:pt x="549511" y="461108"/>
                  </a:moveTo>
                  <a:lnTo>
                    <a:pt x="548671" y="460706"/>
                  </a:lnTo>
                  <a:lnTo>
                    <a:pt x="544247" y="460217"/>
                  </a:lnTo>
                  <a:close/>
                  <a:moveTo>
                    <a:pt x="1665671" y="1775658"/>
                  </a:moveTo>
                  <a:lnTo>
                    <a:pt x="1779337" y="1778787"/>
                  </a:lnTo>
                  <a:lnTo>
                    <a:pt x="1736556" y="1762964"/>
                  </a:lnTo>
                  <a:close/>
                  <a:moveTo>
                    <a:pt x="1736556" y="1762964"/>
                  </a:moveTo>
                  <a:lnTo>
                    <a:pt x="1707076" y="1723818"/>
                  </a:lnTo>
                  <a:lnTo>
                    <a:pt x="1665671" y="1775658"/>
                  </a:lnTo>
                  <a:close/>
                  <a:moveTo>
                    <a:pt x="1736556" y="1762964"/>
                  </a:moveTo>
                  <a:lnTo>
                    <a:pt x="1779337" y="1778787"/>
                  </a:lnTo>
                  <a:lnTo>
                    <a:pt x="1853170" y="1776180"/>
                  </a:lnTo>
                  <a:close/>
                  <a:moveTo>
                    <a:pt x="1007613" y="844043"/>
                  </a:moveTo>
                  <a:lnTo>
                    <a:pt x="958273" y="874769"/>
                  </a:lnTo>
                  <a:lnTo>
                    <a:pt x="889299" y="895546"/>
                  </a:lnTo>
                  <a:close/>
                  <a:moveTo>
                    <a:pt x="671150" y="422038"/>
                  </a:moveTo>
                  <a:lnTo>
                    <a:pt x="624365" y="462317"/>
                  </a:lnTo>
                  <a:lnTo>
                    <a:pt x="549511" y="461108"/>
                  </a:lnTo>
                  <a:close/>
                  <a:moveTo>
                    <a:pt x="1523969" y="1166121"/>
                  </a:moveTo>
                  <a:lnTo>
                    <a:pt x="1484557" y="1205495"/>
                  </a:lnTo>
                  <a:lnTo>
                    <a:pt x="1563358" y="1182034"/>
                  </a:lnTo>
                  <a:close/>
                  <a:moveTo>
                    <a:pt x="1491698" y="839923"/>
                  </a:moveTo>
                  <a:lnTo>
                    <a:pt x="1490390" y="825372"/>
                  </a:lnTo>
                  <a:lnTo>
                    <a:pt x="1410357" y="804801"/>
                  </a:lnTo>
                  <a:close/>
                  <a:moveTo>
                    <a:pt x="1490390" y="825372"/>
                  </a:moveTo>
                  <a:lnTo>
                    <a:pt x="1491698" y="839923"/>
                  </a:lnTo>
                  <a:lnTo>
                    <a:pt x="1516523" y="838198"/>
                  </a:lnTo>
                  <a:close/>
                  <a:moveTo>
                    <a:pt x="1489031" y="741999"/>
                  </a:moveTo>
                  <a:lnTo>
                    <a:pt x="1490390" y="825372"/>
                  </a:lnTo>
                  <a:lnTo>
                    <a:pt x="1555675" y="717547"/>
                  </a:lnTo>
                  <a:close/>
                  <a:moveTo>
                    <a:pt x="1490390" y="825372"/>
                  </a:moveTo>
                  <a:lnTo>
                    <a:pt x="1516523" y="838198"/>
                  </a:lnTo>
                  <a:lnTo>
                    <a:pt x="1555675" y="717547"/>
                  </a:lnTo>
                  <a:close/>
                  <a:moveTo>
                    <a:pt x="1489031" y="741999"/>
                  </a:moveTo>
                  <a:lnTo>
                    <a:pt x="1410357" y="804801"/>
                  </a:lnTo>
                  <a:lnTo>
                    <a:pt x="1490390" y="825372"/>
                  </a:lnTo>
                  <a:close/>
                  <a:moveTo>
                    <a:pt x="1505085" y="665111"/>
                  </a:moveTo>
                  <a:lnTo>
                    <a:pt x="1471410" y="635332"/>
                  </a:lnTo>
                  <a:lnTo>
                    <a:pt x="1489031" y="741999"/>
                  </a:lnTo>
                  <a:close/>
                  <a:moveTo>
                    <a:pt x="1489031" y="741999"/>
                  </a:moveTo>
                  <a:lnTo>
                    <a:pt x="1555675" y="717547"/>
                  </a:lnTo>
                  <a:lnTo>
                    <a:pt x="1505085" y="665111"/>
                  </a:lnTo>
                  <a:close/>
                  <a:moveTo>
                    <a:pt x="1072231" y="161375"/>
                  </a:moveTo>
                  <a:lnTo>
                    <a:pt x="1069455" y="142041"/>
                  </a:lnTo>
                  <a:lnTo>
                    <a:pt x="1035620" y="180477"/>
                  </a:lnTo>
                  <a:close/>
                  <a:moveTo>
                    <a:pt x="1518119" y="618260"/>
                  </a:moveTo>
                  <a:lnTo>
                    <a:pt x="1505085" y="665111"/>
                  </a:lnTo>
                  <a:lnTo>
                    <a:pt x="1561815" y="596895"/>
                  </a:lnTo>
                  <a:close/>
                  <a:moveTo>
                    <a:pt x="1505085" y="665111"/>
                  </a:moveTo>
                  <a:lnTo>
                    <a:pt x="1555675" y="717547"/>
                  </a:lnTo>
                  <a:lnTo>
                    <a:pt x="1561815" y="596895"/>
                  </a:lnTo>
                  <a:close/>
                  <a:moveTo>
                    <a:pt x="1561815" y="596895"/>
                  </a:moveTo>
                  <a:lnTo>
                    <a:pt x="1555675" y="717547"/>
                  </a:lnTo>
                  <a:lnTo>
                    <a:pt x="1637935" y="667958"/>
                  </a:lnTo>
                  <a:close/>
                  <a:moveTo>
                    <a:pt x="1637935" y="667958"/>
                  </a:moveTo>
                  <a:lnTo>
                    <a:pt x="1555675" y="717547"/>
                  </a:lnTo>
                  <a:lnTo>
                    <a:pt x="1628602" y="689123"/>
                  </a:lnTo>
                  <a:close/>
                  <a:moveTo>
                    <a:pt x="1471410" y="635332"/>
                  </a:moveTo>
                  <a:lnTo>
                    <a:pt x="1505085" y="665111"/>
                  </a:lnTo>
                  <a:lnTo>
                    <a:pt x="1518119" y="618260"/>
                  </a:lnTo>
                  <a:close/>
                  <a:moveTo>
                    <a:pt x="1518119" y="618260"/>
                  </a:moveTo>
                  <a:lnTo>
                    <a:pt x="1561815" y="596895"/>
                  </a:lnTo>
                  <a:lnTo>
                    <a:pt x="1536009" y="565531"/>
                  </a:lnTo>
                  <a:close/>
                  <a:moveTo>
                    <a:pt x="1352252" y="432465"/>
                  </a:moveTo>
                  <a:lnTo>
                    <a:pt x="1325936" y="353040"/>
                  </a:lnTo>
                  <a:lnTo>
                    <a:pt x="1340203" y="388686"/>
                  </a:lnTo>
                  <a:close/>
                  <a:moveTo>
                    <a:pt x="1325936" y="353040"/>
                  </a:moveTo>
                  <a:lnTo>
                    <a:pt x="1327610" y="343678"/>
                  </a:lnTo>
                  <a:lnTo>
                    <a:pt x="1340203" y="388686"/>
                  </a:lnTo>
                  <a:close/>
                  <a:moveTo>
                    <a:pt x="1340203" y="388686"/>
                  </a:moveTo>
                  <a:lnTo>
                    <a:pt x="1327610" y="343678"/>
                  </a:lnTo>
                  <a:lnTo>
                    <a:pt x="1337251" y="268035"/>
                  </a:lnTo>
                  <a:close/>
                  <a:moveTo>
                    <a:pt x="1337251" y="268035"/>
                  </a:moveTo>
                  <a:lnTo>
                    <a:pt x="1272236" y="296605"/>
                  </a:lnTo>
                  <a:lnTo>
                    <a:pt x="1340203" y="388686"/>
                  </a:lnTo>
                  <a:close/>
                  <a:moveTo>
                    <a:pt x="1336329" y="185819"/>
                  </a:moveTo>
                  <a:lnTo>
                    <a:pt x="1275476" y="193879"/>
                  </a:lnTo>
                  <a:lnTo>
                    <a:pt x="1272236" y="296605"/>
                  </a:lnTo>
                  <a:close/>
                  <a:moveTo>
                    <a:pt x="1069455" y="142041"/>
                  </a:moveTo>
                  <a:lnTo>
                    <a:pt x="1072231" y="161375"/>
                  </a:lnTo>
                  <a:lnTo>
                    <a:pt x="1171623" y="217718"/>
                  </a:lnTo>
                  <a:close/>
                  <a:moveTo>
                    <a:pt x="1137175" y="103604"/>
                  </a:moveTo>
                  <a:lnTo>
                    <a:pt x="1069455" y="142041"/>
                  </a:lnTo>
                  <a:lnTo>
                    <a:pt x="1171623" y="217718"/>
                  </a:lnTo>
                  <a:close/>
                  <a:moveTo>
                    <a:pt x="1637935" y="667958"/>
                  </a:moveTo>
                  <a:lnTo>
                    <a:pt x="1661429" y="679110"/>
                  </a:lnTo>
                  <a:lnTo>
                    <a:pt x="1658461" y="664848"/>
                  </a:lnTo>
                  <a:close/>
                  <a:moveTo>
                    <a:pt x="1561815" y="596895"/>
                  </a:moveTo>
                  <a:lnTo>
                    <a:pt x="1637935" y="667958"/>
                  </a:lnTo>
                  <a:lnTo>
                    <a:pt x="1668074" y="640674"/>
                  </a:lnTo>
                  <a:close/>
                  <a:moveTo>
                    <a:pt x="1561815" y="596895"/>
                  </a:moveTo>
                  <a:lnTo>
                    <a:pt x="1660825" y="558459"/>
                  </a:lnTo>
                  <a:lnTo>
                    <a:pt x="1623887" y="492771"/>
                  </a:lnTo>
                  <a:close/>
                  <a:moveTo>
                    <a:pt x="1623887" y="492771"/>
                  </a:moveTo>
                  <a:lnTo>
                    <a:pt x="1661766" y="541856"/>
                  </a:lnTo>
                  <a:lnTo>
                    <a:pt x="1721298" y="485780"/>
                  </a:lnTo>
                  <a:close/>
                  <a:moveTo>
                    <a:pt x="1366720" y="229598"/>
                  </a:moveTo>
                  <a:lnTo>
                    <a:pt x="1336329" y="185819"/>
                  </a:lnTo>
                  <a:lnTo>
                    <a:pt x="1337251" y="268035"/>
                  </a:lnTo>
                  <a:close/>
                  <a:moveTo>
                    <a:pt x="1143305" y="21389"/>
                  </a:moveTo>
                  <a:lnTo>
                    <a:pt x="1226195" y="73259"/>
                  </a:lnTo>
                  <a:lnTo>
                    <a:pt x="1184182" y="7322"/>
                  </a:lnTo>
                  <a:close/>
                  <a:moveTo>
                    <a:pt x="1137175" y="103604"/>
                  </a:moveTo>
                  <a:lnTo>
                    <a:pt x="1226195" y="73259"/>
                  </a:lnTo>
                  <a:lnTo>
                    <a:pt x="1143305" y="21389"/>
                  </a:lnTo>
                  <a:close/>
                  <a:moveTo>
                    <a:pt x="1184182" y="7322"/>
                  </a:moveTo>
                  <a:lnTo>
                    <a:pt x="1237542" y="6926"/>
                  </a:lnTo>
                  <a:lnTo>
                    <a:pt x="1161158" y="0"/>
                  </a:lnTo>
                  <a:close/>
                  <a:moveTo>
                    <a:pt x="1661766" y="541856"/>
                  </a:moveTo>
                  <a:lnTo>
                    <a:pt x="1687083" y="541487"/>
                  </a:lnTo>
                  <a:lnTo>
                    <a:pt x="1721298" y="48578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82" name="Candidate_density__2081">
              <a:extLst>
                <a:ext uri="{FF2B5EF4-FFF2-40B4-BE49-F238E27FC236}">
                  <a16:creationId xmlns:a16="http://schemas.microsoft.com/office/drawing/2014/main" id="{A9B2C97C-69F4-52B0-A0C2-4D09ED2D7E00}"/>
                </a:ext>
              </a:extLst>
            </p:cNvPr>
            <p:cNvSpPr>
              <a:spLocks noGrp="1"/>
            </p:cNvSpPr>
            <p:nvPr/>
          </p:nvSpPr>
          <p:spPr>
            <a:xfrm>
              <a:off x="4550615" y="2000965"/>
              <a:ext cx="2023058" cy="2928890"/>
            </a:xfrm>
            <a:custGeom>
              <a:avLst/>
              <a:gdLst/>
              <a:ahLst/>
              <a:cxnLst/>
              <a:rect l="0" t="0" r="0" b="0"/>
              <a:pathLst>
                <a:path w="2023058" h="2928890">
                  <a:moveTo>
                    <a:pt x="408648" y="2899707"/>
                  </a:moveTo>
                  <a:lnTo>
                    <a:pt x="358894" y="2928890"/>
                  </a:lnTo>
                  <a:lnTo>
                    <a:pt x="483334" y="2900286"/>
                  </a:lnTo>
                  <a:close/>
                  <a:moveTo>
                    <a:pt x="533239" y="2898520"/>
                  </a:moveTo>
                  <a:lnTo>
                    <a:pt x="483334" y="2900286"/>
                  </a:lnTo>
                  <a:lnTo>
                    <a:pt x="551115" y="2893725"/>
                  </a:lnTo>
                  <a:close/>
                  <a:moveTo>
                    <a:pt x="502919" y="2022340"/>
                  </a:moveTo>
                  <a:lnTo>
                    <a:pt x="423015" y="2092613"/>
                  </a:lnTo>
                  <a:lnTo>
                    <a:pt x="490551" y="2066461"/>
                  </a:lnTo>
                  <a:close/>
                  <a:moveTo>
                    <a:pt x="502919" y="2022340"/>
                  </a:moveTo>
                  <a:lnTo>
                    <a:pt x="490551" y="2066461"/>
                  </a:lnTo>
                  <a:lnTo>
                    <a:pt x="526087" y="2038479"/>
                  </a:lnTo>
                  <a:close/>
                  <a:moveTo>
                    <a:pt x="278642" y="1583028"/>
                  </a:moveTo>
                  <a:lnTo>
                    <a:pt x="281083" y="1625411"/>
                  </a:lnTo>
                  <a:lnTo>
                    <a:pt x="277745" y="1588967"/>
                  </a:lnTo>
                  <a:close/>
                  <a:moveTo>
                    <a:pt x="1082607" y="2372682"/>
                  </a:moveTo>
                  <a:lnTo>
                    <a:pt x="1083381" y="2353856"/>
                  </a:lnTo>
                  <a:lnTo>
                    <a:pt x="1076882" y="2434963"/>
                  </a:lnTo>
                  <a:close/>
                  <a:moveTo>
                    <a:pt x="1083381" y="2353856"/>
                  </a:moveTo>
                  <a:lnTo>
                    <a:pt x="1082607" y="2372682"/>
                  </a:lnTo>
                  <a:lnTo>
                    <a:pt x="1131003" y="2358656"/>
                  </a:lnTo>
                  <a:close/>
                  <a:moveTo>
                    <a:pt x="668570" y="1807784"/>
                  </a:moveTo>
                  <a:lnTo>
                    <a:pt x="709980" y="1775002"/>
                  </a:lnTo>
                  <a:lnTo>
                    <a:pt x="716224" y="1758739"/>
                  </a:lnTo>
                  <a:close/>
                  <a:moveTo>
                    <a:pt x="687441" y="1814882"/>
                  </a:moveTo>
                  <a:lnTo>
                    <a:pt x="709980" y="1775002"/>
                  </a:lnTo>
                  <a:lnTo>
                    <a:pt x="668570" y="1807784"/>
                  </a:lnTo>
                  <a:close/>
                  <a:moveTo>
                    <a:pt x="613004" y="1815233"/>
                  </a:moveTo>
                  <a:lnTo>
                    <a:pt x="687441" y="1814882"/>
                  </a:lnTo>
                  <a:lnTo>
                    <a:pt x="668570" y="1807784"/>
                  </a:lnTo>
                  <a:close/>
                  <a:moveTo>
                    <a:pt x="709980" y="1775002"/>
                  </a:moveTo>
                  <a:lnTo>
                    <a:pt x="687441" y="1814882"/>
                  </a:lnTo>
                  <a:lnTo>
                    <a:pt x="719379" y="1797176"/>
                  </a:lnTo>
                  <a:close/>
                  <a:moveTo>
                    <a:pt x="709980" y="1775002"/>
                  </a:moveTo>
                  <a:lnTo>
                    <a:pt x="753079" y="1781634"/>
                  </a:lnTo>
                  <a:lnTo>
                    <a:pt x="726894" y="1747187"/>
                  </a:lnTo>
                  <a:close/>
                  <a:moveTo>
                    <a:pt x="716224" y="1758739"/>
                  </a:moveTo>
                  <a:lnTo>
                    <a:pt x="709980" y="1775002"/>
                  </a:lnTo>
                  <a:lnTo>
                    <a:pt x="726894" y="1747187"/>
                  </a:lnTo>
                  <a:close/>
                  <a:moveTo>
                    <a:pt x="19165" y="448640"/>
                  </a:moveTo>
                  <a:lnTo>
                    <a:pt x="0" y="487077"/>
                  </a:lnTo>
                  <a:lnTo>
                    <a:pt x="37257" y="410290"/>
                  </a:lnTo>
                  <a:close/>
                  <a:moveTo>
                    <a:pt x="1611792" y="2257372"/>
                  </a:moveTo>
                  <a:lnTo>
                    <a:pt x="1637150" y="2275613"/>
                  </a:lnTo>
                  <a:lnTo>
                    <a:pt x="1590748" y="2317330"/>
                  </a:lnTo>
                  <a:close/>
                  <a:moveTo>
                    <a:pt x="1611792" y="2257372"/>
                  </a:moveTo>
                  <a:lnTo>
                    <a:pt x="1662045" y="2218936"/>
                  </a:lnTo>
                  <a:lnTo>
                    <a:pt x="1637150" y="2275613"/>
                  </a:lnTo>
                  <a:close/>
                  <a:moveTo>
                    <a:pt x="1662045" y="2218936"/>
                  </a:moveTo>
                  <a:lnTo>
                    <a:pt x="1611792" y="2257372"/>
                  </a:lnTo>
                  <a:lnTo>
                    <a:pt x="1691045" y="2198461"/>
                  </a:lnTo>
                  <a:close/>
                  <a:moveTo>
                    <a:pt x="1757873" y="2269150"/>
                  </a:moveTo>
                  <a:lnTo>
                    <a:pt x="1762765" y="2218936"/>
                  </a:lnTo>
                  <a:lnTo>
                    <a:pt x="1833421" y="2236922"/>
                  </a:lnTo>
                  <a:close/>
                  <a:moveTo>
                    <a:pt x="1138303" y="1525140"/>
                  </a:moveTo>
                  <a:lnTo>
                    <a:pt x="1172861" y="1440872"/>
                  </a:lnTo>
                  <a:lnTo>
                    <a:pt x="1124903" y="1561215"/>
                  </a:lnTo>
                  <a:close/>
                  <a:moveTo>
                    <a:pt x="1124903" y="1561215"/>
                  </a:moveTo>
                  <a:lnTo>
                    <a:pt x="1172861" y="1440872"/>
                  </a:lnTo>
                  <a:lnTo>
                    <a:pt x="1172984" y="1440563"/>
                  </a:lnTo>
                  <a:close/>
                  <a:moveTo>
                    <a:pt x="1124903" y="1561215"/>
                  </a:moveTo>
                  <a:lnTo>
                    <a:pt x="1172984" y="1440563"/>
                  </a:lnTo>
                  <a:lnTo>
                    <a:pt x="1144961" y="1522779"/>
                  </a:lnTo>
                  <a:close/>
                  <a:moveTo>
                    <a:pt x="1172984" y="1440563"/>
                  </a:moveTo>
                  <a:lnTo>
                    <a:pt x="1172861" y="1440872"/>
                  </a:lnTo>
                  <a:lnTo>
                    <a:pt x="1173108" y="1440065"/>
                  </a:lnTo>
                  <a:close/>
                  <a:moveTo>
                    <a:pt x="902554" y="1278667"/>
                  </a:moveTo>
                  <a:lnTo>
                    <a:pt x="847792" y="1274939"/>
                  </a:lnTo>
                  <a:lnTo>
                    <a:pt x="895755" y="1232354"/>
                  </a:lnTo>
                  <a:close/>
                  <a:moveTo>
                    <a:pt x="895755" y="1232354"/>
                  </a:moveTo>
                  <a:lnTo>
                    <a:pt x="903579" y="1204858"/>
                  </a:lnTo>
                  <a:lnTo>
                    <a:pt x="945256" y="1145480"/>
                  </a:lnTo>
                  <a:close/>
                  <a:moveTo>
                    <a:pt x="945256" y="1145480"/>
                  </a:moveTo>
                  <a:lnTo>
                    <a:pt x="964297" y="1149471"/>
                  </a:lnTo>
                  <a:lnTo>
                    <a:pt x="953366" y="1111703"/>
                  </a:lnTo>
                  <a:close/>
                  <a:moveTo>
                    <a:pt x="1995026" y="2132075"/>
                  </a:moveTo>
                  <a:lnTo>
                    <a:pt x="2023058" y="2135243"/>
                  </a:lnTo>
                  <a:lnTo>
                    <a:pt x="1997433" y="2103627"/>
                  </a:lnTo>
                  <a:close/>
                  <a:moveTo>
                    <a:pt x="1177903" y="546882"/>
                  </a:moveTo>
                  <a:lnTo>
                    <a:pt x="1153870" y="555481"/>
                  </a:lnTo>
                  <a:lnTo>
                    <a:pt x="1233841" y="527672"/>
                  </a:lnTo>
                  <a:close/>
                  <a:moveTo>
                    <a:pt x="770404" y="84903"/>
                  </a:moveTo>
                  <a:lnTo>
                    <a:pt x="800538" y="22253"/>
                  </a:lnTo>
                  <a:lnTo>
                    <a:pt x="725963" y="22088"/>
                  </a:lnTo>
                  <a:close/>
                  <a:moveTo>
                    <a:pt x="1177903" y="546882"/>
                  </a:moveTo>
                  <a:lnTo>
                    <a:pt x="1166612" y="554974"/>
                  </a:lnTo>
                  <a:lnTo>
                    <a:pt x="1153870" y="555481"/>
                  </a:lnTo>
                  <a:close/>
                  <a:moveTo>
                    <a:pt x="1177903" y="546882"/>
                  </a:moveTo>
                  <a:lnTo>
                    <a:pt x="1214439" y="518586"/>
                  </a:lnTo>
                  <a:lnTo>
                    <a:pt x="1166612" y="554974"/>
                  </a:lnTo>
                  <a:close/>
                  <a:moveTo>
                    <a:pt x="1223148" y="508446"/>
                  </a:moveTo>
                  <a:lnTo>
                    <a:pt x="1177903" y="546882"/>
                  </a:lnTo>
                  <a:lnTo>
                    <a:pt x="1267023" y="436532"/>
                  </a:lnTo>
                  <a:close/>
                  <a:moveTo>
                    <a:pt x="725963" y="22088"/>
                  </a:moveTo>
                  <a:lnTo>
                    <a:pt x="800538" y="22253"/>
                  </a:lnTo>
                  <a:lnTo>
                    <a:pt x="852144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83" name="Candidate_density__2082">
              <a:extLst>
                <a:ext uri="{FF2B5EF4-FFF2-40B4-BE49-F238E27FC236}">
                  <a16:creationId xmlns:a16="http://schemas.microsoft.com/office/drawing/2014/main" id="{7358BFBC-E6C9-5894-C588-E474575CC0EF}"/>
                </a:ext>
              </a:extLst>
            </p:cNvPr>
            <p:cNvSpPr>
              <a:spLocks noGrp="1"/>
            </p:cNvSpPr>
            <p:nvPr/>
          </p:nvSpPr>
          <p:spPr>
            <a:xfrm>
              <a:off x="5003925" y="4039444"/>
              <a:ext cx="72778" cy="27981"/>
            </a:xfrm>
            <a:custGeom>
              <a:avLst/>
              <a:gdLst/>
              <a:ahLst/>
              <a:cxnLst/>
              <a:rect l="0" t="0" r="0" b="0"/>
              <a:pathLst>
                <a:path w="72778" h="27981">
                  <a:moveTo>
                    <a:pt x="72778" y="0"/>
                  </a:moveTo>
                  <a:lnTo>
                    <a:pt x="37242" y="27981"/>
                  </a:lnTo>
                  <a:lnTo>
                    <a:pt x="0" y="24193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084" name="Candidate_density__2083">
              <a:extLst>
                <a:ext uri="{FF2B5EF4-FFF2-40B4-BE49-F238E27FC236}">
                  <a16:creationId xmlns:a16="http://schemas.microsoft.com/office/drawing/2014/main" id="{A278174D-21D4-F8B9-5593-5CD5C98770FB}"/>
                </a:ext>
              </a:extLst>
            </p:cNvPr>
            <p:cNvSpPr>
              <a:spLocks noGrp="1"/>
            </p:cNvSpPr>
            <p:nvPr/>
          </p:nvSpPr>
          <p:spPr>
            <a:xfrm>
              <a:off x="4346937" y="1918289"/>
              <a:ext cx="2104069" cy="3274849"/>
            </a:xfrm>
            <a:custGeom>
              <a:avLst/>
              <a:gdLst/>
              <a:ahLst/>
              <a:cxnLst/>
              <a:rect l="0" t="0" r="0" b="0"/>
              <a:pathLst>
                <a:path w="2104069" h="3274849">
                  <a:moveTo>
                    <a:pt x="469048" y="3256140"/>
                  </a:moveTo>
                  <a:lnTo>
                    <a:pt x="500902" y="3274849"/>
                  </a:lnTo>
                  <a:lnTo>
                    <a:pt x="515509" y="3240197"/>
                  </a:lnTo>
                  <a:close/>
                  <a:moveTo>
                    <a:pt x="605239" y="3227840"/>
                  </a:moveTo>
                  <a:lnTo>
                    <a:pt x="515509" y="3240197"/>
                  </a:lnTo>
                  <a:lnTo>
                    <a:pt x="500902" y="3274849"/>
                  </a:lnTo>
                  <a:close/>
                  <a:moveTo>
                    <a:pt x="627364" y="2894186"/>
                  </a:moveTo>
                  <a:lnTo>
                    <a:pt x="612326" y="2982383"/>
                  </a:lnTo>
                  <a:lnTo>
                    <a:pt x="653486" y="2921071"/>
                  </a:lnTo>
                  <a:close/>
                  <a:moveTo>
                    <a:pt x="627364" y="2894186"/>
                  </a:moveTo>
                  <a:lnTo>
                    <a:pt x="544765" y="2932622"/>
                  </a:lnTo>
                  <a:lnTo>
                    <a:pt x="612326" y="2982383"/>
                  </a:lnTo>
                  <a:close/>
                  <a:moveTo>
                    <a:pt x="710221" y="2855749"/>
                  </a:moveTo>
                  <a:lnTo>
                    <a:pt x="653486" y="2921071"/>
                  </a:lnTo>
                  <a:lnTo>
                    <a:pt x="736699" y="2976401"/>
                  </a:lnTo>
                  <a:close/>
                  <a:moveTo>
                    <a:pt x="648465" y="2592145"/>
                  </a:moveTo>
                  <a:lnTo>
                    <a:pt x="733404" y="2583684"/>
                  </a:lnTo>
                  <a:lnTo>
                    <a:pt x="702304" y="2508875"/>
                  </a:lnTo>
                  <a:close/>
                  <a:moveTo>
                    <a:pt x="648465" y="2592145"/>
                  </a:moveTo>
                  <a:lnTo>
                    <a:pt x="702304" y="2508875"/>
                  </a:lnTo>
                  <a:lnTo>
                    <a:pt x="633540" y="2504186"/>
                  </a:lnTo>
                  <a:close/>
                  <a:moveTo>
                    <a:pt x="0" y="1584086"/>
                  </a:moveTo>
                  <a:lnTo>
                    <a:pt x="81515" y="1548998"/>
                  </a:lnTo>
                  <a:lnTo>
                    <a:pt x="35823" y="1463434"/>
                  </a:lnTo>
                  <a:close/>
                  <a:moveTo>
                    <a:pt x="358007" y="1753858"/>
                  </a:moveTo>
                  <a:lnTo>
                    <a:pt x="375509" y="1792039"/>
                  </a:lnTo>
                  <a:lnTo>
                    <a:pt x="371109" y="1874510"/>
                  </a:lnTo>
                  <a:close/>
                  <a:moveTo>
                    <a:pt x="401053" y="1836074"/>
                  </a:moveTo>
                  <a:lnTo>
                    <a:pt x="358007" y="1753858"/>
                  </a:lnTo>
                  <a:lnTo>
                    <a:pt x="371109" y="1874510"/>
                  </a:lnTo>
                  <a:close/>
                  <a:moveTo>
                    <a:pt x="306023" y="1589428"/>
                  </a:moveTo>
                  <a:lnTo>
                    <a:pt x="322706" y="1627865"/>
                  </a:lnTo>
                  <a:lnTo>
                    <a:pt x="346501" y="1671643"/>
                  </a:lnTo>
                  <a:close/>
                  <a:moveTo>
                    <a:pt x="83098" y="1536164"/>
                  </a:moveTo>
                  <a:lnTo>
                    <a:pt x="81470" y="1424998"/>
                  </a:lnTo>
                  <a:lnTo>
                    <a:pt x="35823" y="1463434"/>
                  </a:lnTo>
                  <a:close/>
                  <a:moveTo>
                    <a:pt x="358007" y="1753858"/>
                  </a:moveTo>
                  <a:lnTo>
                    <a:pt x="353949" y="1709476"/>
                  </a:lnTo>
                  <a:lnTo>
                    <a:pt x="375509" y="1792039"/>
                  </a:lnTo>
                  <a:close/>
                  <a:moveTo>
                    <a:pt x="358007" y="1753858"/>
                  </a:moveTo>
                  <a:lnTo>
                    <a:pt x="346501" y="1671643"/>
                  </a:lnTo>
                  <a:lnTo>
                    <a:pt x="353949" y="1709476"/>
                  </a:lnTo>
                  <a:close/>
                  <a:moveTo>
                    <a:pt x="1145458" y="2491059"/>
                  </a:moveTo>
                  <a:lnTo>
                    <a:pt x="1119380" y="2455358"/>
                  </a:lnTo>
                  <a:lnTo>
                    <a:pt x="1178647" y="2415258"/>
                  </a:lnTo>
                  <a:close/>
                  <a:moveTo>
                    <a:pt x="1059499" y="2400257"/>
                  </a:moveTo>
                  <a:lnTo>
                    <a:pt x="1110840" y="2458611"/>
                  </a:lnTo>
                  <a:lnTo>
                    <a:pt x="1124822" y="2407744"/>
                  </a:lnTo>
                  <a:close/>
                  <a:moveTo>
                    <a:pt x="306023" y="1589428"/>
                  </a:moveTo>
                  <a:lnTo>
                    <a:pt x="346501" y="1671643"/>
                  </a:lnTo>
                  <a:lnTo>
                    <a:pt x="398616" y="1633207"/>
                  </a:lnTo>
                  <a:close/>
                  <a:moveTo>
                    <a:pt x="306023" y="1589428"/>
                  </a:moveTo>
                  <a:lnTo>
                    <a:pt x="398616" y="1633207"/>
                  </a:lnTo>
                  <a:lnTo>
                    <a:pt x="351660" y="1550992"/>
                  </a:lnTo>
                  <a:close/>
                  <a:moveTo>
                    <a:pt x="306023" y="1589428"/>
                  </a:moveTo>
                  <a:lnTo>
                    <a:pt x="351660" y="1550992"/>
                  </a:lnTo>
                  <a:lnTo>
                    <a:pt x="386163" y="1483101"/>
                  </a:lnTo>
                  <a:close/>
                  <a:moveTo>
                    <a:pt x="386163" y="1483101"/>
                  </a:moveTo>
                  <a:lnTo>
                    <a:pt x="351660" y="1550992"/>
                  </a:lnTo>
                  <a:lnTo>
                    <a:pt x="410158" y="1492609"/>
                  </a:lnTo>
                  <a:close/>
                  <a:moveTo>
                    <a:pt x="302435" y="1583712"/>
                  </a:moveTo>
                  <a:lnTo>
                    <a:pt x="306023" y="1589428"/>
                  </a:lnTo>
                  <a:lnTo>
                    <a:pt x="386163" y="1483101"/>
                  </a:lnTo>
                  <a:close/>
                  <a:moveTo>
                    <a:pt x="386163" y="1483101"/>
                  </a:moveTo>
                  <a:lnTo>
                    <a:pt x="365939" y="1468776"/>
                  </a:lnTo>
                  <a:lnTo>
                    <a:pt x="350934" y="1549838"/>
                  </a:lnTo>
                  <a:close/>
                  <a:moveTo>
                    <a:pt x="350934" y="1549838"/>
                  </a:moveTo>
                  <a:lnTo>
                    <a:pt x="302435" y="1583712"/>
                  </a:lnTo>
                  <a:lnTo>
                    <a:pt x="386163" y="1483101"/>
                  </a:lnTo>
                  <a:close/>
                  <a:moveTo>
                    <a:pt x="410158" y="1492609"/>
                  </a:moveTo>
                  <a:lnTo>
                    <a:pt x="472343" y="1550992"/>
                  </a:lnTo>
                  <a:lnTo>
                    <a:pt x="386163" y="1483101"/>
                  </a:lnTo>
                  <a:close/>
                  <a:moveTo>
                    <a:pt x="1287059" y="2436532"/>
                  </a:moveTo>
                  <a:lnTo>
                    <a:pt x="1307040" y="2401439"/>
                  </a:lnTo>
                  <a:lnTo>
                    <a:pt x="1211442" y="2437416"/>
                  </a:lnTo>
                  <a:close/>
                  <a:moveTo>
                    <a:pt x="1215477" y="2252491"/>
                  </a:moveTo>
                  <a:lnTo>
                    <a:pt x="1179196" y="2202108"/>
                  </a:lnTo>
                  <a:lnTo>
                    <a:pt x="1151527" y="2185849"/>
                  </a:lnTo>
                  <a:close/>
                  <a:moveTo>
                    <a:pt x="410158" y="1492609"/>
                  </a:moveTo>
                  <a:lnTo>
                    <a:pt x="351660" y="1550992"/>
                  </a:lnTo>
                  <a:lnTo>
                    <a:pt x="469837" y="1500538"/>
                  </a:lnTo>
                  <a:close/>
                  <a:moveTo>
                    <a:pt x="410158" y="1492609"/>
                  </a:moveTo>
                  <a:lnTo>
                    <a:pt x="485340" y="1512555"/>
                  </a:lnTo>
                  <a:lnTo>
                    <a:pt x="472343" y="1550992"/>
                  </a:lnTo>
                  <a:close/>
                  <a:moveTo>
                    <a:pt x="410158" y="1492609"/>
                  </a:moveTo>
                  <a:lnTo>
                    <a:pt x="469837" y="1500538"/>
                  </a:lnTo>
                  <a:lnTo>
                    <a:pt x="485340" y="1512555"/>
                  </a:lnTo>
                  <a:close/>
                  <a:moveTo>
                    <a:pt x="289686" y="1320842"/>
                  </a:moveTo>
                  <a:lnTo>
                    <a:pt x="223649" y="1352599"/>
                  </a:lnTo>
                  <a:lnTo>
                    <a:pt x="352720" y="1341316"/>
                  </a:lnTo>
                  <a:close/>
                  <a:moveTo>
                    <a:pt x="1155423" y="2170276"/>
                  </a:moveTo>
                  <a:lnTo>
                    <a:pt x="1151527" y="2185849"/>
                  </a:lnTo>
                  <a:lnTo>
                    <a:pt x="1179196" y="2202108"/>
                  </a:lnTo>
                  <a:close/>
                  <a:moveTo>
                    <a:pt x="1215477" y="2252491"/>
                  </a:moveTo>
                  <a:lnTo>
                    <a:pt x="1327511" y="2296270"/>
                  </a:lnTo>
                  <a:lnTo>
                    <a:pt x="1241326" y="2214055"/>
                  </a:lnTo>
                  <a:close/>
                  <a:moveTo>
                    <a:pt x="1215477" y="2252491"/>
                  </a:moveTo>
                  <a:lnTo>
                    <a:pt x="1241326" y="2214055"/>
                  </a:lnTo>
                  <a:lnTo>
                    <a:pt x="1179196" y="2202108"/>
                  </a:lnTo>
                  <a:close/>
                  <a:moveTo>
                    <a:pt x="1241326" y="2214055"/>
                  </a:moveTo>
                  <a:lnTo>
                    <a:pt x="1239063" y="2210738"/>
                  </a:lnTo>
                  <a:lnTo>
                    <a:pt x="1179196" y="2202108"/>
                  </a:lnTo>
                  <a:close/>
                  <a:moveTo>
                    <a:pt x="850972" y="1647864"/>
                  </a:moveTo>
                  <a:lnTo>
                    <a:pt x="759345" y="1676985"/>
                  </a:lnTo>
                  <a:lnTo>
                    <a:pt x="865098" y="1648521"/>
                  </a:lnTo>
                  <a:close/>
                  <a:moveTo>
                    <a:pt x="865098" y="1648521"/>
                  </a:moveTo>
                  <a:lnTo>
                    <a:pt x="759345" y="1676985"/>
                  </a:lnTo>
                  <a:lnTo>
                    <a:pt x="741976" y="1682046"/>
                  </a:lnTo>
                  <a:close/>
                  <a:moveTo>
                    <a:pt x="865098" y="1648521"/>
                  </a:moveTo>
                  <a:lnTo>
                    <a:pt x="741976" y="1682046"/>
                  </a:lnTo>
                  <a:lnTo>
                    <a:pt x="788989" y="1642616"/>
                  </a:lnTo>
                  <a:close/>
                  <a:moveTo>
                    <a:pt x="624959" y="1512555"/>
                  </a:moveTo>
                  <a:lnTo>
                    <a:pt x="716884" y="1588232"/>
                  </a:lnTo>
                  <a:lnTo>
                    <a:pt x="626519" y="1508972"/>
                  </a:lnTo>
                  <a:close/>
                  <a:moveTo>
                    <a:pt x="1647684" y="2425219"/>
                  </a:moveTo>
                  <a:lnTo>
                    <a:pt x="1710274" y="2434926"/>
                  </a:lnTo>
                  <a:lnTo>
                    <a:pt x="1624744" y="2343776"/>
                  </a:lnTo>
                  <a:close/>
                  <a:moveTo>
                    <a:pt x="1647684" y="2425219"/>
                  </a:moveTo>
                  <a:lnTo>
                    <a:pt x="1655668" y="2438522"/>
                  </a:lnTo>
                  <a:lnTo>
                    <a:pt x="1745218" y="2494678"/>
                  </a:lnTo>
                  <a:close/>
                  <a:moveTo>
                    <a:pt x="1624744" y="2343776"/>
                  </a:moveTo>
                  <a:lnTo>
                    <a:pt x="1587229" y="2274183"/>
                  </a:lnTo>
                  <a:lnTo>
                    <a:pt x="1575873" y="2340048"/>
                  </a:lnTo>
                  <a:close/>
                  <a:moveTo>
                    <a:pt x="1256100" y="1995779"/>
                  </a:moveTo>
                  <a:lnTo>
                    <a:pt x="1189276" y="2024597"/>
                  </a:lnTo>
                  <a:lnTo>
                    <a:pt x="1311127" y="1986315"/>
                  </a:lnTo>
                  <a:close/>
                  <a:moveTo>
                    <a:pt x="294616" y="696198"/>
                  </a:moveTo>
                  <a:lnTo>
                    <a:pt x="295342" y="696381"/>
                  </a:lnTo>
                  <a:lnTo>
                    <a:pt x="294078" y="695746"/>
                  </a:lnTo>
                  <a:close/>
                  <a:moveTo>
                    <a:pt x="293013" y="687674"/>
                  </a:moveTo>
                  <a:lnTo>
                    <a:pt x="294616" y="696198"/>
                  </a:lnTo>
                  <a:lnTo>
                    <a:pt x="294078" y="695746"/>
                  </a:lnTo>
                  <a:close/>
                  <a:moveTo>
                    <a:pt x="1535033" y="2340048"/>
                  </a:moveTo>
                  <a:lnTo>
                    <a:pt x="1569428" y="2394745"/>
                  </a:lnTo>
                  <a:lnTo>
                    <a:pt x="1559278" y="2336407"/>
                  </a:lnTo>
                  <a:close/>
                  <a:moveTo>
                    <a:pt x="1559278" y="2336407"/>
                  </a:moveTo>
                  <a:lnTo>
                    <a:pt x="1569428" y="2394745"/>
                  </a:lnTo>
                  <a:lnTo>
                    <a:pt x="1575873" y="2340048"/>
                  </a:lnTo>
                  <a:close/>
                  <a:moveTo>
                    <a:pt x="1552142" y="2242116"/>
                  </a:moveTo>
                  <a:lnTo>
                    <a:pt x="1559278" y="2336407"/>
                  </a:lnTo>
                  <a:lnTo>
                    <a:pt x="1575873" y="2340048"/>
                  </a:lnTo>
                  <a:close/>
                  <a:moveTo>
                    <a:pt x="1552142" y="2242116"/>
                  </a:moveTo>
                  <a:lnTo>
                    <a:pt x="1538004" y="2137181"/>
                  </a:lnTo>
                  <a:lnTo>
                    <a:pt x="1452382" y="2162535"/>
                  </a:lnTo>
                  <a:close/>
                  <a:moveTo>
                    <a:pt x="1426396" y="2138629"/>
                  </a:moveTo>
                  <a:lnTo>
                    <a:pt x="1452382" y="2162535"/>
                  </a:lnTo>
                  <a:lnTo>
                    <a:pt x="1538004" y="2137181"/>
                  </a:lnTo>
                  <a:close/>
                  <a:moveTo>
                    <a:pt x="1152018" y="1682328"/>
                  </a:moveTo>
                  <a:lnTo>
                    <a:pt x="1157495" y="1690568"/>
                  </a:lnTo>
                  <a:lnTo>
                    <a:pt x="1166041" y="1726106"/>
                  </a:lnTo>
                  <a:close/>
                  <a:moveTo>
                    <a:pt x="871614" y="1330806"/>
                  </a:moveTo>
                  <a:lnTo>
                    <a:pt x="979672" y="1367830"/>
                  </a:lnTo>
                  <a:lnTo>
                    <a:pt x="917641" y="1315030"/>
                  </a:lnTo>
                  <a:close/>
                  <a:moveTo>
                    <a:pt x="816277" y="1315203"/>
                  </a:moveTo>
                  <a:lnTo>
                    <a:pt x="896037" y="1411043"/>
                  </a:lnTo>
                  <a:lnTo>
                    <a:pt x="871614" y="1330806"/>
                  </a:lnTo>
                  <a:close/>
                  <a:moveTo>
                    <a:pt x="816277" y="1315203"/>
                  </a:moveTo>
                  <a:lnTo>
                    <a:pt x="871614" y="1330806"/>
                  </a:lnTo>
                  <a:lnTo>
                    <a:pt x="782948" y="1242206"/>
                  </a:lnTo>
                  <a:close/>
                  <a:moveTo>
                    <a:pt x="684230" y="1161779"/>
                  </a:moveTo>
                  <a:lnTo>
                    <a:pt x="718912" y="1189037"/>
                  </a:lnTo>
                  <a:lnTo>
                    <a:pt x="639976" y="1148939"/>
                  </a:lnTo>
                  <a:close/>
                  <a:moveTo>
                    <a:pt x="378718" y="828009"/>
                  </a:moveTo>
                  <a:lnTo>
                    <a:pt x="368425" y="777961"/>
                  </a:lnTo>
                  <a:lnTo>
                    <a:pt x="332227" y="834288"/>
                  </a:lnTo>
                  <a:close/>
                  <a:moveTo>
                    <a:pt x="399282" y="771791"/>
                  </a:moveTo>
                  <a:lnTo>
                    <a:pt x="368425" y="777961"/>
                  </a:lnTo>
                  <a:lnTo>
                    <a:pt x="378718" y="828009"/>
                  </a:lnTo>
                  <a:close/>
                  <a:moveTo>
                    <a:pt x="433027" y="844450"/>
                  </a:moveTo>
                  <a:lnTo>
                    <a:pt x="399282" y="771791"/>
                  </a:lnTo>
                  <a:lnTo>
                    <a:pt x="378718" y="828009"/>
                  </a:lnTo>
                  <a:close/>
                  <a:moveTo>
                    <a:pt x="433027" y="844450"/>
                  </a:moveTo>
                  <a:lnTo>
                    <a:pt x="506752" y="845103"/>
                  </a:lnTo>
                  <a:lnTo>
                    <a:pt x="488541" y="759816"/>
                  </a:lnTo>
                  <a:close/>
                  <a:moveTo>
                    <a:pt x="433027" y="844450"/>
                  </a:moveTo>
                  <a:lnTo>
                    <a:pt x="470852" y="858724"/>
                  </a:lnTo>
                  <a:lnTo>
                    <a:pt x="544921" y="856999"/>
                  </a:lnTo>
                  <a:close/>
                  <a:moveTo>
                    <a:pt x="294078" y="695746"/>
                  </a:moveTo>
                  <a:lnTo>
                    <a:pt x="295342" y="696381"/>
                  </a:lnTo>
                  <a:lnTo>
                    <a:pt x="295867" y="695181"/>
                  </a:lnTo>
                  <a:close/>
                  <a:moveTo>
                    <a:pt x="295867" y="695181"/>
                  </a:moveTo>
                  <a:lnTo>
                    <a:pt x="295342" y="696381"/>
                  </a:lnTo>
                  <a:lnTo>
                    <a:pt x="360022" y="657310"/>
                  </a:lnTo>
                  <a:close/>
                  <a:moveTo>
                    <a:pt x="295342" y="696381"/>
                  </a:moveTo>
                  <a:lnTo>
                    <a:pt x="368425" y="777961"/>
                  </a:lnTo>
                  <a:lnTo>
                    <a:pt x="360022" y="657310"/>
                  </a:lnTo>
                  <a:close/>
                  <a:moveTo>
                    <a:pt x="360022" y="657310"/>
                  </a:moveTo>
                  <a:lnTo>
                    <a:pt x="368425" y="777961"/>
                  </a:lnTo>
                  <a:lnTo>
                    <a:pt x="426124" y="691495"/>
                  </a:lnTo>
                  <a:close/>
                  <a:moveTo>
                    <a:pt x="399282" y="771791"/>
                  </a:moveTo>
                  <a:lnTo>
                    <a:pt x="488541" y="759816"/>
                  </a:lnTo>
                  <a:lnTo>
                    <a:pt x="426124" y="691495"/>
                  </a:lnTo>
                  <a:close/>
                  <a:moveTo>
                    <a:pt x="295867" y="695181"/>
                  </a:moveTo>
                  <a:lnTo>
                    <a:pt x="293013" y="687674"/>
                  </a:lnTo>
                  <a:lnTo>
                    <a:pt x="294078" y="695746"/>
                  </a:lnTo>
                  <a:close/>
                  <a:moveTo>
                    <a:pt x="293013" y="687674"/>
                  </a:moveTo>
                  <a:lnTo>
                    <a:pt x="295867" y="695181"/>
                  </a:lnTo>
                  <a:lnTo>
                    <a:pt x="360022" y="657310"/>
                  </a:lnTo>
                  <a:close/>
                  <a:moveTo>
                    <a:pt x="1837508" y="2263175"/>
                  </a:moveTo>
                  <a:lnTo>
                    <a:pt x="1797923" y="2301612"/>
                  </a:lnTo>
                  <a:lnTo>
                    <a:pt x="1845884" y="2345390"/>
                  </a:lnTo>
                  <a:close/>
                  <a:moveTo>
                    <a:pt x="1744266" y="2207107"/>
                  </a:moveTo>
                  <a:lnTo>
                    <a:pt x="1733450" y="2235476"/>
                  </a:lnTo>
                  <a:lnTo>
                    <a:pt x="1837894" y="2180961"/>
                  </a:lnTo>
                  <a:close/>
                  <a:moveTo>
                    <a:pt x="1837894" y="2180961"/>
                  </a:moveTo>
                  <a:lnTo>
                    <a:pt x="1733450" y="2235476"/>
                  </a:lnTo>
                  <a:lnTo>
                    <a:pt x="1797923" y="2301612"/>
                  </a:lnTo>
                  <a:close/>
                  <a:moveTo>
                    <a:pt x="1837894" y="2180961"/>
                  </a:moveTo>
                  <a:lnTo>
                    <a:pt x="1797923" y="2301612"/>
                  </a:lnTo>
                  <a:lnTo>
                    <a:pt x="1837508" y="2263175"/>
                  </a:lnTo>
                  <a:close/>
                  <a:moveTo>
                    <a:pt x="1744266" y="2207107"/>
                  </a:moveTo>
                  <a:lnTo>
                    <a:pt x="1837894" y="2180961"/>
                  </a:lnTo>
                  <a:lnTo>
                    <a:pt x="1771449" y="2162345"/>
                  </a:lnTo>
                  <a:close/>
                  <a:moveTo>
                    <a:pt x="1231821" y="1605455"/>
                  </a:moveTo>
                  <a:lnTo>
                    <a:pt x="1126276" y="1545231"/>
                  </a:lnTo>
                  <a:lnTo>
                    <a:pt x="1176899" y="1561675"/>
                  </a:lnTo>
                  <a:close/>
                  <a:moveTo>
                    <a:pt x="1231821" y="1605455"/>
                  </a:moveTo>
                  <a:lnTo>
                    <a:pt x="1176899" y="1561675"/>
                  </a:lnTo>
                  <a:lnTo>
                    <a:pt x="1174060" y="1643891"/>
                  </a:lnTo>
                  <a:close/>
                  <a:moveTo>
                    <a:pt x="917641" y="1315030"/>
                  </a:moveTo>
                  <a:lnTo>
                    <a:pt x="979672" y="1367830"/>
                  </a:lnTo>
                  <a:lnTo>
                    <a:pt x="1008834" y="1279841"/>
                  </a:lnTo>
                  <a:close/>
                  <a:moveTo>
                    <a:pt x="1016399" y="1276594"/>
                  </a:moveTo>
                  <a:lnTo>
                    <a:pt x="1008834" y="1279841"/>
                  </a:lnTo>
                  <a:lnTo>
                    <a:pt x="979672" y="1367830"/>
                  </a:lnTo>
                  <a:close/>
                  <a:moveTo>
                    <a:pt x="1771449" y="2162345"/>
                  </a:moveTo>
                  <a:lnTo>
                    <a:pt x="1837894" y="2180961"/>
                  </a:lnTo>
                  <a:lnTo>
                    <a:pt x="1808638" y="2060309"/>
                  </a:lnTo>
                  <a:close/>
                  <a:moveTo>
                    <a:pt x="1727095" y="1920790"/>
                  </a:moveTo>
                  <a:lnTo>
                    <a:pt x="1659399" y="1934315"/>
                  </a:lnTo>
                  <a:lnTo>
                    <a:pt x="1772591" y="1951416"/>
                  </a:lnTo>
                  <a:close/>
                  <a:moveTo>
                    <a:pt x="1659399" y="1934315"/>
                  </a:moveTo>
                  <a:lnTo>
                    <a:pt x="1636875" y="1937855"/>
                  </a:lnTo>
                  <a:lnTo>
                    <a:pt x="1772591" y="1951416"/>
                  </a:lnTo>
                  <a:close/>
                  <a:moveTo>
                    <a:pt x="1772591" y="1951416"/>
                  </a:moveTo>
                  <a:lnTo>
                    <a:pt x="1726748" y="1934315"/>
                  </a:lnTo>
                  <a:lnTo>
                    <a:pt x="1727095" y="1920790"/>
                  </a:lnTo>
                  <a:close/>
                  <a:moveTo>
                    <a:pt x="312568" y="181143"/>
                  </a:moveTo>
                  <a:lnTo>
                    <a:pt x="334733" y="198056"/>
                  </a:lnTo>
                  <a:lnTo>
                    <a:pt x="295896" y="169362"/>
                  </a:lnTo>
                  <a:close/>
                  <a:moveTo>
                    <a:pt x="334733" y="198056"/>
                  </a:moveTo>
                  <a:lnTo>
                    <a:pt x="312568" y="181143"/>
                  </a:lnTo>
                  <a:lnTo>
                    <a:pt x="364976" y="247670"/>
                  </a:lnTo>
                  <a:close/>
                  <a:moveTo>
                    <a:pt x="1746289" y="1805094"/>
                  </a:moveTo>
                  <a:lnTo>
                    <a:pt x="1667600" y="1837531"/>
                  </a:lnTo>
                  <a:lnTo>
                    <a:pt x="1742684" y="1839598"/>
                  </a:lnTo>
                  <a:close/>
                  <a:moveTo>
                    <a:pt x="1678240" y="1699732"/>
                  </a:moveTo>
                  <a:lnTo>
                    <a:pt x="1719234" y="1751924"/>
                  </a:lnTo>
                  <a:lnTo>
                    <a:pt x="1710555" y="1731449"/>
                  </a:lnTo>
                  <a:close/>
                  <a:moveTo>
                    <a:pt x="1746289" y="1805094"/>
                  </a:moveTo>
                  <a:lnTo>
                    <a:pt x="1719234" y="1751924"/>
                  </a:lnTo>
                  <a:lnTo>
                    <a:pt x="1678240" y="1699732"/>
                  </a:lnTo>
                  <a:close/>
                  <a:moveTo>
                    <a:pt x="1431496" y="1296889"/>
                  </a:moveTo>
                  <a:lnTo>
                    <a:pt x="1410250" y="1281936"/>
                  </a:lnTo>
                  <a:lnTo>
                    <a:pt x="1423048" y="1385645"/>
                  </a:lnTo>
                  <a:close/>
                  <a:moveTo>
                    <a:pt x="1423048" y="1385645"/>
                  </a:moveTo>
                  <a:lnTo>
                    <a:pt x="1331401" y="1299469"/>
                  </a:lnTo>
                  <a:lnTo>
                    <a:pt x="1370594" y="1367698"/>
                  </a:lnTo>
                  <a:close/>
                  <a:moveTo>
                    <a:pt x="1423048" y="1385645"/>
                  </a:moveTo>
                  <a:lnTo>
                    <a:pt x="1500722" y="1383090"/>
                  </a:lnTo>
                  <a:lnTo>
                    <a:pt x="1431496" y="1296889"/>
                  </a:lnTo>
                  <a:close/>
                  <a:moveTo>
                    <a:pt x="1500722" y="1383090"/>
                  </a:moveTo>
                  <a:lnTo>
                    <a:pt x="1514474" y="1328469"/>
                  </a:lnTo>
                  <a:lnTo>
                    <a:pt x="1431496" y="1296889"/>
                  </a:lnTo>
                  <a:close/>
                  <a:moveTo>
                    <a:pt x="1244996" y="1309123"/>
                  </a:moveTo>
                  <a:lnTo>
                    <a:pt x="1320767" y="1208021"/>
                  </a:lnTo>
                  <a:lnTo>
                    <a:pt x="1238223" y="1214536"/>
                  </a:lnTo>
                  <a:close/>
                  <a:moveTo>
                    <a:pt x="1998239" y="1821539"/>
                  </a:moveTo>
                  <a:lnTo>
                    <a:pt x="2011067" y="1771610"/>
                  </a:lnTo>
                  <a:lnTo>
                    <a:pt x="1951721" y="1759265"/>
                  </a:lnTo>
                  <a:close/>
                  <a:moveTo>
                    <a:pt x="1685927" y="1528582"/>
                  </a:moveTo>
                  <a:lnTo>
                    <a:pt x="1673533" y="1429306"/>
                  </a:lnTo>
                  <a:lnTo>
                    <a:pt x="1697192" y="1407930"/>
                  </a:lnTo>
                  <a:close/>
                  <a:moveTo>
                    <a:pt x="1685927" y="1528582"/>
                  </a:moveTo>
                  <a:lnTo>
                    <a:pt x="1697192" y="1407930"/>
                  </a:lnTo>
                  <a:lnTo>
                    <a:pt x="1624227" y="1446366"/>
                  </a:lnTo>
                  <a:close/>
                  <a:moveTo>
                    <a:pt x="1524347" y="1263791"/>
                  </a:moveTo>
                  <a:lnTo>
                    <a:pt x="1431496" y="1296889"/>
                  </a:lnTo>
                  <a:lnTo>
                    <a:pt x="1514474" y="1328469"/>
                  </a:lnTo>
                  <a:close/>
                  <a:moveTo>
                    <a:pt x="1524347" y="1263791"/>
                  </a:moveTo>
                  <a:lnTo>
                    <a:pt x="1599856" y="1262995"/>
                  </a:lnTo>
                  <a:lnTo>
                    <a:pt x="1533665" y="1185020"/>
                  </a:lnTo>
                  <a:close/>
                  <a:moveTo>
                    <a:pt x="2035316" y="1891488"/>
                  </a:moveTo>
                  <a:lnTo>
                    <a:pt x="2104069" y="1896185"/>
                  </a:lnTo>
                  <a:lnTo>
                    <a:pt x="2088582" y="1866476"/>
                  </a:lnTo>
                  <a:close/>
                  <a:moveTo>
                    <a:pt x="1861325" y="1358914"/>
                  </a:moveTo>
                  <a:lnTo>
                    <a:pt x="1805307" y="1364673"/>
                  </a:lnTo>
                  <a:lnTo>
                    <a:pt x="1731474" y="1367280"/>
                  </a:lnTo>
                  <a:close/>
                  <a:moveTo>
                    <a:pt x="1634522" y="1134720"/>
                  </a:moveTo>
                  <a:lnTo>
                    <a:pt x="1533665" y="1185020"/>
                  </a:lnTo>
                  <a:lnTo>
                    <a:pt x="1614041" y="1206878"/>
                  </a:lnTo>
                  <a:close/>
                  <a:moveTo>
                    <a:pt x="1634522" y="1134720"/>
                  </a:moveTo>
                  <a:lnTo>
                    <a:pt x="1641957" y="1096047"/>
                  </a:lnTo>
                  <a:lnTo>
                    <a:pt x="1561716" y="1074696"/>
                  </a:lnTo>
                  <a:close/>
                  <a:moveTo>
                    <a:pt x="1684753" y="1122848"/>
                  </a:moveTo>
                  <a:lnTo>
                    <a:pt x="1634522" y="1134720"/>
                  </a:lnTo>
                  <a:lnTo>
                    <a:pt x="1614041" y="1206878"/>
                  </a:lnTo>
                  <a:close/>
                  <a:moveTo>
                    <a:pt x="1634522" y="1134720"/>
                  </a:moveTo>
                  <a:lnTo>
                    <a:pt x="1684753" y="1122848"/>
                  </a:lnTo>
                  <a:lnTo>
                    <a:pt x="1641957" y="1096047"/>
                  </a:lnTo>
                  <a:close/>
                  <a:moveTo>
                    <a:pt x="1412925" y="1079070"/>
                  </a:moveTo>
                  <a:lnTo>
                    <a:pt x="1439926" y="1071648"/>
                  </a:lnTo>
                  <a:lnTo>
                    <a:pt x="1413915" y="958418"/>
                  </a:lnTo>
                  <a:close/>
                  <a:moveTo>
                    <a:pt x="1385167" y="996855"/>
                  </a:moveTo>
                  <a:lnTo>
                    <a:pt x="1412925" y="1079070"/>
                  </a:lnTo>
                  <a:lnTo>
                    <a:pt x="1413915" y="958418"/>
                  </a:lnTo>
                  <a:close/>
                  <a:moveTo>
                    <a:pt x="1439926" y="1071648"/>
                  </a:moveTo>
                  <a:lnTo>
                    <a:pt x="1522942" y="1040633"/>
                  </a:lnTo>
                  <a:lnTo>
                    <a:pt x="1461107" y="977197"/>
                  </a:lnTo>
                  <a:close/>
                  <a:moveTo>
                    <a:pt x="1319464" y="914639"/>
                  </a:moveTo>
                  <a:lnTo>
                    <a:pt x="1385167" y="996855"/>
                  </a:lnTo>
                  <a:lnTo>
                    <a:pt x="1413915" y="958418"/>
                  </a:lnTo>
                  <a:close/>
                  <a:moveTo>
                    <a:pt x="1319464" y="914639"/>
                  </a:moveTo>
                  <a:lnTo>
                    <a:pt x="1413915" y="958418"/>
                  </a:lnTo>
                  <a:lnTo>
                    <a:pt x="1380522" y="876203"/>
                  </a:lnTo>
                  <a:close/>
                  <a:moveTo>
                    <a:pt x="1725357" y="1205064"/>
                  </a:moveTo>
                  <a:lnTo>
                    <a:pt x="1710222" y="1084412"/>
                  </a:lnTo>
                  <a:lnTo>
                    <a:pt x="1684753" y="1122848"/>
                  </a:lnTo>
                  <a:close/>
                  <a:moveTo>
                    <a:pt x="1578414" y="1019651"/>
                  </a:moveTo>
                  <a:lnTo>
                    <a:pt x="1644642" y="926310"/>
                  </a:lnTo>
                  <a:lnTo>
                    <a:pt x="1574296" y="922907"/>
                  </a:lnTo>
                  <a:close/>
                  <a:moveTo>
                    <a:pt x="1702988" y="939466"/>
                  </a:moveTo>
                  <a:lnTo>
                    <a:pt x="1644642" y="926310"/>
                  </a:lnTo>
                  <a:lnTo>
                    <a:pt x="1740700" y="971372"/>
                  </a:lnTo>
                  <a:close/>
                  <a:moveTo>
                    <a:pt x="1644642" y="926310"/>
                  </a:moveTo>
                  <a:lnTo>
                    <a:pt x="1659487" y="946387"/>
                  </a:lnTo>
                  <a:lnTo>
                    <a:pt x="1740700" y="971372"/>
                  </a:lnTo>
                  <a:close/>
                  <a:moveTo>
                    <a:pt x="1547671" y="806981"/>
                  </a:moveTo>
                  <a:lnTo>
                    <a:pt x="1586631" y="837767"/>
                  </a:lnTo>
                  <a:lnTo>
                    <a:pt x="1515495" y="770527"/>
                  </a:lnTo>
                  <a:close/>
                  <a:moveTo>
                    <a:pt x="1759055" y="993977"/>
                  </a:moveTo>
                  <a:lnTo>
                    <a:pt x="1794559" y="1002197"/>
                  </a:lnTo>
                  <a:lnTo>
                    <a:pt x="1740700" y="971372"/>
                  </a:lnTo>
                  <a:close/>
                  <a:moveTo>
                    <a:pt x="1570424" y="825963"/>
                  </a:moveTo>
                  <a:lnTo>
                    <a:pt x="1586631" y="837767"/>
                  </a:lnTo>
                  <a:lnTo>
                    <a:pt x="1547671" y="806981"/>
                  </a:lnTo>
                  <a:close/>
                  <a:moveTo>
                    <a:pt x="1096796" y="180045"/>
                  </a:moveTo>
                  <a:lnTo>
                    <a:pt x="1094711" y="228070"/>
                  </a:lnTo>
                  <a:lnTo>
                    <a:pt x="1096643" y="168032"/>
                  </a:lnTo>
                  <a:close/>
                  <a:moveTo>
                    <a:pt x="1574946" y="263353"/>
                  </a:moveTo>
                  <a:lnTo>
                    <a:pt x="1610598" y="253341"/>
                  </a:lnTo>
                  <a:lnTo>
                    <a:pt x="1602563" y="303155"/>
                  </a:lnTo>
                  <a:close/>
                  <a:moveTo>
                    <a:pt x="1650616" y="26300"/>
                  </a:moveTo>
                  <a:lnTo>
                    <a:pt x="1786837" y="67857"/>
                  </a:lnTo>
                  <a:lnTo>
                    <a:pt x="1739804" y="8706"/>
                  </a:lnTo>
                  <a:close/>
                  <a:moveTo>
                    <a:pt x="1788258" y="70079"/>
                  </a:moveTo>
                  <a:lnTo>
                    <a:pt x="1739804" y="8706"/>
                  </a:lnTo>
                  <a:lnTo>
                    <a:pt x="1786837" y="67857"/>
                  </a:lnTo>
                  <a:close/>
                  <a:moveTo>
                    <a:pt x="1739804" y="8706"/>
                  </a:moveTo>
                  <a:lnTo>
                    <a:pt x="1711129" y="0"/>
                  </a:lnTo>
                  <a:lnTo>
                    <a:pt x="1650616" y="26300"/>
                  </a:lnTo>
                  <a:close/>
                  <a:moveTo>
                    <a:pt x="1786837" y="67857"/>
                  </a:moveTo>
                  <a:lnTo>
                    <a:pt x="1785656" y="70079"/>
                  </a:lnTo>
                  <a:lnTo>
                    <a:pt x="1788383" y="69305"/>
                  </a:lnTo>
                  <a:close/>
                  <a:moveTo>
                    <a:pt x="1788383" y="69305"/>
                  </a:moveTo>
                  <a:lnTo>
                    <a:pt x="1788258" y="70079"/>
                  </a:lnTo>
                  <a:lnTo>
                    <a:pt x="1786837" y="67857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85" name="Candidate_density__2084">
              <a:extLst>
                <a:ext uri="{FF2B5EF4-FFF2-40B4-BE49-F238E27FC236}">
                  <a16:creationId xmlns:a16="http://schemas.microsoft.com/office/drawing/2014/main" id="{17305B4C-E53F-9F0D-71B7-961B52ED5EA5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736379"/>
              <a:ext cx="2095111" cy="3438049"/>
            </a:xfrm>
            <a:custGeom>
              <a:avLst/>
              <a:gdLst/>
              <a:ahLst/>
              <a:cxnLst/>
              <a:rect l="0" t="0" r="0" b="0"/>
              <a:pathLst>
                <a:path w="2095111" h="3438049">
                  <a:moveTo>
                    <a:pt x="427096" y="3355834"/>
                  </a:moveTo>
                  <a:lnTo>
                    <a:pt x="522037" y="3422107"/>
                  </a:lnTo>
                  <a:lnTo>
                    <a:pt x="518834" y="3324619"/>
                  </a:lnTo>
                  <a:close/>
                  <a:moveTo>
                    <a:pt x="427096" y="3355834"/>
                  </a:moveTo>
                  <a:lnTo>
                    <a:pt x="475577" y="3438049"/>
                  </a:lnTo>
                  <a:lnTo>
                    <a:pt x="522037" y="3422107"/>
                  </a:lnTo>
                  <a:close/>
                  <a:moveTo>
                    <a:pt x="577188" y="2993880"/>
                  </a:moveTo>
                  <a:lnTo>
                    <a:pt x="551293" y="3114531"/>
                  </a:lnTo>
                  <a:lnTo>
                    <a:pt x="633892" y="3076095"/>
                  </a:lnTo>
                  <a:close/>
                  <a:moveTo>
                    <a:pt x="678029" y="3055603"/>
                  </a:moveTo>
                  <a:lnTo>
                    <a:pt x="660014" y="3102980"/>
                  </a:lnTo>
                  <a:lnTo>
                    <a:pt x="716750" y="3037658"/>
                  </a:lnTo>
                  <a:close/>
                  <a:moveTo>
                    <a:pt x="633892" y="3076095"/>
                  </a:moveTo>
                  <a:lnTo>
                    <a:pt x="660014" y="3102980"/>
                  </a:lnTo>
                  <a:lnTo>
                    <a:pt x="678029" y="3055603"/>
                  </a:lnTo>
                  <a:close/>
                  <a:moveTo>
                    <a:pt x="577188" y="2993880"/>
                  </a:moveTo>
                  <a:lnTo>
                    <a:pt x="633892" y="3076095"/>
                  </a:lnTo>
                  <a:lnTo>
                    <a:pt x="678029" y="3055603"/>
                  </a:lnTo>
                  <a:close/>
                  <a:moveTo>
                    <a:pt x="716750" y="3037658"/>
                  </a:moveTo>
                  <a:lnTo>
                    <a:pt x="679882" y="2955443"/>
                  </a:lnTo>
                  <a:lnTo>
                    <a:pt x="678029" y="3055603"/>
                  </a:lnTo>
                  <a:close/>
                  <a:moveTo>
                    <a:pt x="498024" y="2747235"/>
                  </a:moveTo>
                  <a:lnTo>
                    <a:pt x="605578" y="2791013"/>
                  </a:lnTo>
                  <a:lnTo>
                    <a:pt x="553484" y="2708798"/>
                  </a:lnTo>
                  <a:close/>
                  <a:moveTo>
                    <a:pt x="775427" y="2836828"/>
                  </a:moveTo>
                  <a:lnTo>
                    <a:pt x="784005" y="2834792"/>
                  </a:lnTo>
                  <a:lnTo>
                    <a:pt x="832308" y="2759437"/>
                  </a:lnTo>
                  <a:close/>
                  <a:moveTo>
                    <a:pt x="896781" y="2898854"/>
                  </a:moveTo>
                  <a:lnTo>
                    <a:pt x="884187" y="2809000"/>
                  </a:lnTo>
                  <a:lnTo>
                    <a:pt x="801257" y="2915922"/>
                  </a:lnTo>
                  <a:close/>
                  <a:moveTo>
                    <a:pt x="832308" y="2759437"/>
                  </a:moveTo>
                  <a:lnTo>
                    <a:pt x="784005" y="2834792"/>
                  </a:lnTo>
                  <a:lnTo>
                    <a:pt x="884187" y="2809000"/>
                  </a:lnTo>
                  <a:close/>
                  <a:moveTo>
                    <a:pt x="296629" y="2149909"/>
                  </a:moveTo>
                  <a:lnTo>
                    <a:pt x="337423" y="2149812"/>
                  </a:lnTo>
                  <a:lnTo>
                    <a:pt x="318499" y="2094856"/>
                  </a:lnTo>
                  <a:close/>
                  <a:moveTo>
                    <a:pt x="318499" y="2094856"/>
                  </a:moveTo>
                  <a:lnTo>
                    <a:pt x="374223" y="2138634"/>
                  </a:lnTo>
                  <a:lnTo>
                    <a:pt x="377637" y="2056419"/>
                  </a:lnTo>
                  <a:close/>
                  <a:moveTo>
                    <a:pt x="374223" y="2138634"/>
                  </a:moveTo>
                  <a:lnTo>
                    <a:pt x="407581" y="2017983"/>
                  </a:lnTo>
                  <a:lnTo>
                    <a:pt x="377637" y="2056419"/>
                  </a:lnTo>
                  <a:close/>
                  <a:moveTo>
                    <a:pt x="0" y="1563129"/>
                  </a:moveTo>
                  <a:lnTo>
                    <a:pt x="42351" y="1645344"/>
                  </a:lnTo>
                  <a:lnTo>
                    <a:pt x="87999" y="1606907"/>
                  </a:lnTo>
                  <a:close/>
                  <a:moveTo>
                    <a:pt x="1350244" y="2681046"/>
                  </a:moveTo>
                  <a:lnTo>
                    <a:pt x="1351493" y="2725143"/>
                  </a:lnTo>
                  <a:lnTo>
                    <a:pt x="1362753" y="2662304"/>
                  </a:lnTo>
                  <a:close/>
                  <a:moveTo>
                    <a:pt x="1350244" y="2681046"/>
                  </a:moveTo>
                  <a:lnTo>
                    <a:pt x="1394776" y="2560394"/>
                  </a:lnTo>
                  <a:lnTo>
                    <a:pt x="1327020" y="2598831"/>
                  </a:lnTo>
                  <a:close/>
                  <a:moveTo>
                    <a:pt x="1327020" y="2598831"/>
                  </a:moveTo>
                  <a:lnTo>
                    <a:pt x="1394776" y="2560394"/>
                  </a:lnTo>
                  <a:lnTo>
                    <a:pt x="1313568" y="2583348"/>
                  </a:lnTo>
                  <a:close/>
                  <a:moveTo>
                    <a:pt x="1394776" y="2560394"/>
                  </a:moveTo>
                  <a:lnTo>
                    <a:pt x="1348980" y="2500543"/>
                  </a:lnTo>
                  <a:lnTo>
                    <a:pt x="1313568" y="2583348"/>
                  </a:lnTo>
                  <a:close/>
                  <a:moveTo>
                    <a:pt x="1334040" y="2478180"/>
                  </a:moveTo>
                  <a:lnTo>
                    <a:pt x="1313568" y="2583348"/>
                  </a:lnTo>
                  <a:lnTo>
                    <a:pt x="1348980" y="2500543"/>
                  </a:lnTo>
                  <a:close/>
                  <a:moveTo>
                    <a:pt x="1334040" y="2478180"/>
                  </a:moveTo>
                  <a:lnTo>
                    <a:pt x="1269614" y="2516616"/>
                  </a:lnTo>
                  <a:lnTo>
                    <a:pt x="1313568" y="2583348"/>
                  </a:lnTo>
                  <a:close/>
                  <a:moveTo>
                    <a:pt x="1222006" y="2434400"/>
                  </a:moveTo>
                  <a:lnTo>
                    <a:pt x="1269614" y="2516616"/>
                  </a:lnTo>
                  <a:lnTo>
                    <a:pt x="1334040" y="2478180"/>
                  </a:lnTo>
                  <a:close/>
                  <a:moveTo>
                    <a:pt x="1194281" y="2313749"/>
                  </a:moveTo>
                  <a:lnTo>
                    <a:pt x="1185724" y="2384017"/>
                  </a:lnTo>
                  <a:lnTo>
                    <a:pt x="1245591" y="2392647"/>
                  </a:lnTo>
                  <a:close/>
                  <a:moveTo>
                    <a:pt x="1194281" y="2313749"/>
                  </a:moveTo>
                  <a:lnTo>
                    <a:pt x="1161951" y="2352185"/>
                  </a:lnTo>
                  <a:lnTo>
                    <a:pt x="1185724" y="2384017"/>
                  </a:lnTo>
                  <a:close/>
                  <a:moveTo>
                    <a:pt x="1135669" y="2269970"/>
                  </a:moveTo>
                  <a:lnTo>
                    <a:pt x="1161951" y="2352185"/>
                  </a:lnTo>
                  <a:lnTo>
                    <a:pt x="1194281" y="2313749"/>
                  </a:lnTo>
                  <a:close/>
                  <a:moveTo>
                    <a:pt x="633048" y="1690882"/>
                  </a:moveTo>
                  <a:lnTo>
                    <a:pt x="664855" y="1614661"/>
                  </a:lnTo>
                  <a:lnTo>
                    <a:pt x="631488" y="1694465"/>
                  </a:lnTo>
                  <a:close/>
                  <a:moveTo>
                    <a:pt x="631488" y="1694465"/>
                  </a:moveTo>
                  <a:lnTo>
                    <a:pt x="664855" y="1614661"/>
                  </a:lnTo>
                  <a:lnTo>
                    <a:pt x="725523" y="1573813"/>
                  </a:lnTo>
                  <a:close/>
                  <a:moveTo>
                    <a:pt x="664855" y="1614661"/>
                  </a:moveTo>
                  <a:lnTo>
                    <a:pt x="633048" y="1690882"/>
                  </a:lnTo>
                  <a:lnTo>
                    <a:pt x="641329" y="1656028"/>
                  </a:lnTo>
                  <a:close/>
                  <a:moveTo>
                    <a:pt x="1582401" y="2521958"/>
                  </a:moveTo>
                  <a:lnTo>
                    <a:pt x="1575957" y="2576655"/>
                  </a:lnTo>
                  <a:lnTo>
                    <a:pt x="1631272" y="2525685"/>
                  </a:lnTo>
                  <a:close/>
                  <a:moveTo>
                    <a:pt x="1631272" y="2525685"/>
                  </a:moveTo>
                  <a:lnTo>
                    <a:pt x="1575957" y="2576655"/>
                  </a:lnTo>
                  <a:lnTo>
                    <a:pt x="1579965" y="2606898"/>
                  </a:lnTo>
                  <a:close/>
                  <a:moveTo>
                    <a:pt x="1631272" y="2525685"/>
                  </a:moveTo>
                  <a:lnTo>
                    <a:pt x="1579965" y="2606898"/>
                  </a:lnTo>
                  <a:lnTo>
                    <a:pt x="1654212" y="2607128"/>
                  </a:lnTo>
                  <a:close/>
                  <a:moveTo>
                    <a:pt x="1654212" y="2607128"/>
                  </a:moveTo>
                  <a:lnTo>
                    <a:pt x="1579965" y="2606898"/>
                  </a:lnTo>
                  <a:lnTo>
                    <a:pt x="1662196" y="2620432"/>
                  </a:lnTo>
                  <a:close/>
                  <a:moveTo>
                    <a:pt x="1334040" y="2478180"/>
                  </a:moveTo>
                  <a:lnTo>
                    <a:pt x="1348980" y="2500543"/>
                  </a:lnTo>
                  <a:lnTo>
                    <a:pt x="1352380" y="2470553"/>
                  </a:lnTo>
                  <a:close/>
                  <a:moveTo>
                    <a:pt x="1317655" y="2168224"/>
                  </a:moveTo>
                  <a:lnTo>
                    <a:pt x="1234105" y="2205838"/>
                  </a:lnTo>
                  <a:lnTo>
                    <a:pt x="1271241" y="2193098"/>
                  </a:lnTo>
                  <a:close/>
                  <a:moveTo>
                    <a:pt x="1195805" y="2206506"/>
                  </a:moveTo>
                  <a:lnTo>
                    <a:pt x="1234105" y="2205838"/>
                  </a:lnTo>
                  <a:lnTo>
                    <a:pt x="1317655" y="2168224"/>
                  </a:lnTo>
                  <a:close/>
                  <a:moveTo>
                    <a:pt x="601523" y="1377872"/>
                  </a:moveTo>
                  <a:lnTo>
                    <a:pt x="576372" y="1409383"/>
                  </a:lnTo>
                  <a:lnTo>
                    <a:pt x="578075" y="1353659"/>
                  </a:lnTo>
                  <a:close/>
                  <a:moveTo>
                    <a:pt x="283870" y="1026196"/>
                  </a:moveTo>
                  <a:lnTo>
                    <a:pt x="242206" y="1080522"/>
                  </a:lnTo>
                  <a:lnTo>
                    <a:pt x="338755" y="1016197"/>
                  </a:lnTo>
                  <a:close/>
                  <a:moveTo>
                    <a:pt x="283870" y="1026196"/>
                  </a:moveTo>
                  <a:lnTo>
                    <a:pt x="338755" y="1016197"/>
                  </a:lnTo>
                  <a:lnTo>
                    <a:pt x="298357" y="998307"/>
                  </a:lnTo>
                  <a:close/>
                  <a:moveTo>
                    <a:pt x="338755" y="1016197"/>
                  </a:moveTo>
                  <a:lnTo>
                    <a:pt x="374953" y="959871"/>
                  </a:lnTo>
                  <a:lnTo>
                    <a:pt x="298357" y="998307"/>
                  </a:lnTo>
                  <a:close/>
                  <a:moveTo>
                    <a:pt x="301870" y="878290"/>
                  </a:moveTo>
                  <a:lnTo>
                    <a:pt x="301145" y="878107"/>
                  </a:lnTo>
                  <a:lnTo>
                    <a:pt x="374953" y="959871"/>
                  </a:lnTo>
                  <a:close/>
                  <a:moveTo>
                    <a:pt x="1180588" y="1825800"/>
                  </a:moveTo>
                  <a:lnTo>
                    <a:pt x="1158546" y="1864237"/>
                  </a:lnTo>
                  <a:lnTo>
                    <a:pt x="1172570" y="1908016"/>
                  </a:lnTo>
                  <a:close/>
                  <a:moveTo>
                    <a:pt x="439555" y="1026359"/>
                  </a:moveTo>
                  <a:lnTo>
                    <a:pt x="495070" y="941726"/>
                  </a:lnTo>
                  <a:lnTo>
                    <a:pt x="405811" y="953700"/>
                  </a:lnTo>
                  <a:close/>
                  <a:moveTo>
                    <a:pt x="513281" y="1027013"/>
                  </a:moveTo>
                  <a:lnTo>
                    <a:pt x="439555" y="1026359"/>
                  </a:lnTo>
                  <a:lnTo>
                    <a:pt x="551449" y="1038908"/>
                  </a:lnTo>
                  <a:close/>
                  <a:moveTo>
                    <a:pt x="432652" y="873404"/>
                  </a:moveTo>
                  <a:lnTo>
                    <a:pt x="374953" y="959871"/>
                  </a:lnTo>
                  <a:lnTo>
                    <a:pt x="405811" y="953700"/>
                  </a:lnTo>
                  <a:close/>
                  <a:moveTo>
                    <a:pt x="620990" y="965213"/>
                  </a:moveTo>
                  <a:lnTo>
                    <a:pt x="627458" y="994781"/>
                  </a:lnTo>
                  <a:lnTo>
                    <a:pt x="605183" y="1024607"/>
                  </a:lnTo>
                  <a:close/>
                  <a:moveTo>
                    <a:pt x="605183" y="1024607"/>
                  </a:moveTo>
                  <a:lnTo>
                    <a:pt x="620756" y="1019378"/>
                  </a:lnTo>
                  <a:lnTo>
                    <a:pt x="551449" y="1038908"/>
                  </a:lnTo>
                  <a:close/>
                  <a:moveTo>
                    <a:pt x="1844423" y="2362870"/>
                  </a:moveTo>
                  <a:lnTo>
                    <a:pt x="1909987" y="2420280"/>
                  </a:lnTo>
                  <a:lnTo>
                    <a:pt x="1864152" y="2357451"/>
                  </a:lnTo>
                  <a:close/>
                  <a:moveTo>
                    <a:pt x="1935223" y="2374856"/>
                  </a:moveTo>
                  <a:lnTo>
                    <a:pt x="1931918" y="2324434"/>
                  </a:lnTo>
                  <a:lnTo>
                    <a:pt x="1938463" y="2357629"/>
                  </a:lnTo>
                  <a:close/>
                  <a:moveTo>
                    <a:pt x="1935223" y="2374856"/>
                  </a:moveTo>
                  <a:lnTo>
                    <a:pt x="1885313" y="2362870"/>
                  </a:lnTo>
                  <a:lnTo>
                    <a:pt x="1864152" y="2357451"/>
                  </a:lnTo>
                  <a:close/>
                  <a:moveTo>
                    <a:pt x="1815166" y="2242218"/>
                  </a:moveTo>
                  <a:lnTo>
                    <a:pt x="1844423" y="2362870"/>
                  </a:lnTo>
                  <a:lnTo>
                    <a:pt x="1895070" y="2288187"/>
                  </a:lnTo>
                  <a:close/>
                  <a:moveTo>
                    <a:pt x="1895070" y="2288187"/>
                  </a:moveTo>
                  <a:lnTo>
                    <a:pt x="1844423" y="2362870"/>
                  </a:lnTo>
                  <a:lnTo>
                    <a:pt x="1864152" y="2357451"/>
                  </a:lnTo>
                  <a:close/>
                  <a:moveTo>
                    <a:pt x="1779119" y="2133326"/>
                  </a:moveTo>
                  <a:lnTo>
                    <a:pt x="1643403" y="2119765"/>
                  </a:lnTo>
                  <a:lnTo>
                    <a:pt x="1766908" y="2160003"/>
                  </a:lnTo>
                  <a:close/>
                  <a:moveTo>
                    <a:pt x="1766908" y="2160003"/>
                  </a:moveTo>
                  <a:lnTo>
                    <a:pt x="1643403" y="2119765"/>
                  </a:lnTo>
                  <a:lnTo>
                    <a:pt x="1702359" y="2167617"/>
                  </a:lnTo>
                  <a:close/>
                  <a:moveTo>
                    <a:pt x="1499794" y="1831143"/>
                  </a:moveTo>
                  <a:lnTo>
                    <a:pt x="1510547" y="1862597"/>
                  </a:lnTo>
                  <a:lnTo>
                    <a:pt x="1482960" y="1862009"/>
                  </a:lnTo>
                  <a:close/>
                  <a:moveTo>
                    <a:pt x="1510547" y="1862597"/>
                  </a:moveTo>
                  <a:lnTo>
                    <a:pt x="1508388" y="1893621"/>
                  </a:lnTo>
                  <a:lnTo>
                    <a:pt x="1482960" y="1862009"/>
                  </a:lnTo>
                  <a:close/>
                  <a:moveTo>
                    <a:pt x="1614067" y="1794878"/>
                  </a:moveTo>
                  <a:lnTo>
                    <a:pt x="1510547" y="1862597"/>
                  </a:lnTo>
                  <a:lnTo>
                    <a:pt x="1537226" y="1786240"/>
                  </a:lnTo>
                  <a:close/>
                  <a:moveTo>
                    <a:pt x="653697" y="927336"/>
                  </a:moveTo>
                  <a:lnTo>
                    <a:pt x="709537" y="920912"/>
                  </a:lnTo>
                  <a:lnTo>
                    <a:pt x="690260" y="882998"/>
                  </a:lnTo>
                  <a:close/>
                  <a:moveTo>
                    <a:pt x="709537" y="920912"/>
                  </a:moveTo>
                  <a:lnTo>
                    <a:pt x="714127" y="844562"/>
                  </a:lnTo>
                  <a:lnTo>
                    <a:pt x="690260" y="882998"/>
                  </a:lnTo>
                  <a:close/>
                  <a:moveTo>
                    <a:pt x="328108" y="330785"/>
                  </a:moveTo>
                  <a:lnTo>
                    <a:pt x="319097" y="363052"/>
                  </a:lnTo>
                  <a:lnTo>
                    <a:pt x="302424" y="351271"/>
                  </a:lnTo>
                  <a:close/>
                  <a:moveTo>
                    <a:pt x="319097" y="363052"/>
                  </a:moveTo>
                  <a:lnTo>
                    <a:pt x="328108" y="330785"/>
                  </a:lnTo>
                  <a:lnTo>
                    <a:pt x="318318" y="389707"/>
                  </a:lnTo>
                  <a:close/>
                  <a:moveTo>
                    <a:pt x="318318" y="389707"/>
                  </a:moveTo>
                  <a:lnTo>
                    <a:pt x="328108" y="330785"/>
                  </a:lnTo>
                  <a:lnTo>
                    <a:pt x="342357" y="269056"/>
                  </a:lnTo>
                  <a:close/>
                  <a:moveTo>
                    <a:pt x="1537226" y="1786240"/>
                  </a:moveTo>
                  <a:lnTo>
                    <a:pt x="1510547" y="1862597"/>
                  </a:lnTo>
                  <a:lnTo>
                    <a:pt x="1499794" y="1831143"/>
                  </a:lnTo>
                  <a:close/>
                  <a:moveTo>
                    <a:pt x="1779119" y="2133326"/>
                  </a:moveTo>
                  <a:lnTo>
                    <a:pt x="1793956" y="2153743"/>
                  </a:lnTo>
                  <a:lnTo>
                    <a:pt x="1811324" y="2077788"/>
                  </a:lnTo>
                  <a:close/>
                  <a:moveTo>
                    <a:pt x="1811324" y="2077788"/>
                  </a:moveTo>
                  <a:lnTo>
                    <a:pt x="1793956" y="2153743"/>
                  </a:lnTo>
                  <a:lnTo>
                    <a:pt x="1894285" y="2121567"/>
                  </a:lnTo>
                  <a:close/>
                  <a:moveTo>
                    <a:pt x="1811324" y="2077788"/>
                  </a:moveTo>
                  <a:lnTo>
                    <a:pt x="1894285" y="2121567"/>
                  </a:lnTo>
                  <a:lnTo>
                    <a:pt x="1862715" y="2039351"/>
                  </a:lnTo>
                  <a:close/>
                  <a:moveTo>
                    <a:pt x="1823777" y="1957136"/>
                  </a:moveTo>
                  <a:lnTo>
                    <a:pt x="1749213" y="2021508"/>
                  </a:lnTo>
                  <a:lnTo>
                    <a:pt x="1811324" y="2077788"/>
                  </a:lnTo>
                  <a:close/>
                  <a:moveTo>
                    <a:pt x="1823777" y="1957136"/>
                  </a:moveTo>
                  <a:lnTo>
                    <a:pt x="1811324" y="2077788"/>
                  </a:lnTo>
                  <a:lnTo>
                    <a:pt x="1862715" y="2039351"/>
                  </a:lnTo>
                  <a:close/>
                  <a:moveTo>
                    <a:pt x="1429576" y="1567555"/>
                  </a:moveTo>
                  <a:lnTo>
                    <a:pt x="1416778" y="1463846"/>
                  </a:lnTo>
                  <a:lnTo>
                    <a:pt x="1337929" y="1481379"/>
                  </a:lnTo>
                  <a:close/>
                  <a:moveTo>
                    <a:pt x="1251524" y="1491032"/>
                  </a:moveTo>
                  <a:lnTo>
                    <a:pt x="1337929" y="1481379"/>
                  </a:lnTo>
                  <a:lnTo>
                    <a:pt x="1327295" y="1389931"/>
                  </a:lnTo>
                  <a:close/>
                  <a:moveTo>
                    <a:pt x="1416778" y="1463846"/>
                  </a:moveTo>
                  <a:lnTo>
                    <a:pt x="1365413" y="1381630"/>
                  </a:lnTo>
                  <a:lnTo>
                    <a:pt x="1337929" y="1481379"/>
                  </a:lnTo>
                  <a:close/>
                  <a:moveTo>
                    <a:pt x="1365413" y="1381630"/>
                  </a:moveTo>
                  <a:lnTo>
                    <a:pt x="1327295" y="1389931"/>
                  </a:lnTo>
                  <a:lnTo>
                    <a:pt x="1337929" y="1481379"/>
                  </a:lnTo>
                  <a:close/>
                  <a:moveTo>
                    <a:pt x="1328862" y="1349315"/>
                  </a:moveTo>
                  <a:lnTo>
                    <a:pt x="1273079" y="1299416"/>
                  </a:lnTo>
                  <a:lnTo>
                    <a:pt x="1327295" y="1389931"/>
                  </a:lnTo>
                  <a:close/>
                  <a:moveTo>
                    <a:pt x="1327295" y="1389931"/>
                  </a:moveTo>
                  <a:lnTo>
                    <a:pt x="1273079" y="1299416"/>
                  </a:lnTo>
                  <a:lnTo>
                    <a:pt x="1221963" y="1314880"/>
                  </a:lnTo>
                  <a:close/>
                  <a:moveTo>
                    <a:pt x="1327295" y="1389931"/>
                  </a:moveTo>
                  <a:lnTo>
                    <a:pt x="1221963" y="1314880"/>
                  </a:lnTo>
                  <a:lnTo>
                    <a:pt x="1244751" y="1396445"/>
                  </a:lnTo>
                  <a:close/>
                  <a:moveTo>
                    <a:pt x="1328862" y="1349315"/>
                  </a:moveTo>
                  <a:lnTo>
                    <a:pt x="1327295" y="1389931"/>
                  </a:lnTo>
                  <a:lnTo>
                    <a:pt x="1365413" y="1381630"/>
                  </a:lnTo>
                  <a:close/>
                  <a:moveTo>
                    <a:pt x="804683" y="723910"/>
                  </a:moveTo>
                  <a:lnTo>
                    <a:pt x="847964" y="665948"/>
                  </a:lnTo>
                  <a:lnTo>
                    <a:pt x="783756" y="680131"/>
                  </a:lnTo>
                  <a:close/>
                  <a:moveTo>
                    <a:pt x="766826" y="762346"/>
                  </a:moveTo>
                  <a:lnTo>
                    <a:pt x="804683" y="723910"/>
                  </a:lnTo>
                  <a:lnTo>
                    <a:pt x="783756" y="680131"/>
                  </a:lnTo>
                  <a:close/>
                  <a:moveTo>
                    <a:pt x="371631" y="278305"/>
                  </a:moveTo>
                  <a:lnTo>
                    <a:pt x="328108" y="330785"/>
                  </a:lnTo>
                  <a:lnTo>
                    <a:pt x="302424" y="351271"/>
                  </a:lnTo>
                  <a:close/>
                  <a:moveTo>
                    <a:pt x="328108" y="330785"/>
                  </a:moveTo>
                  <a:lnTo>
                    <a:pt x="371631" y="278305"/>
                  </a:lnTo>
                  <a:lnTo>
                    <a:pt x="342357" y="269056"/>
                  </a:lnTo>
                  <a:close/>
                  <a:moveTo>
                    <a:pt x="371631" y="278305"/>
                  </a:moveTo>
                  <a:lnTo>
                    <a:pt x="419868" y="230619"/>
                  </a:lnTo>
                  <a:lnTo>
                    <a:pt x="342357" y="269056"/>
                  </a:lnTo>
                  <a:close/>
                  <a:moveTo>
                    <a:pt x="431463" y="223352"/>
                  </a:moveTo>
                  <a:lnTo>
                    <a:pt x="342357" y="269056"/>
                  </a:lnTo>
                  <a:lnTo>
                    <a:pt x="419868" y="230619"/>
                  </a:lnTo>
                  <a:close/>
                  <a:moveTo>
                    <a:pt x="431463" y="223352"/>
                  </a:moveTo>
                  <a:lnTo>
                    <a:pt x="376228" y="232037"/>
                  </a:lnTo>
                  <a:lnTo>
                    <a:pt x="342357" y="269056"/>
                  </a:lnTo>
                  <a:close/>
                  <a:moveTo>
                    <a:pt x="1903963" y="2024809"/>
                  </a:moveTo>
                  <a:lnTo>
                    <a:pt x="2004768" y="2003448"/>
                  </a:lnTo>
                  <a:lnTo>
                    <a:pt x="1958249" y="1941174"/>
                  </a:lnTo>
                  <a:close/>
                  <a:moveTo>
                    <a:pt x="1903963" y="2024809"/>
                  </a:moveTo>
                  <a:lnTo>
                    <a:pt x="1958249" y="1941174"/>
                  </a:lnTo>
                  <a:lnTo>
                    <a:pt x="1883943" y="1940992"/>
                  </a:lnTo>
                  <a:close/>
                  <a:moveTo>
                    <a:pt x="2004768" y="2003448"/>
                  </a:moveTo>
                  <a:lnTo>
                    <a:pt x="2013184" y="2020733"/>
                  </a:lnTo>
                  <a:lnTo>
                    <a:pt x="2095111" y="2048385"/>
                  </a:lnTo>
                  <a:close/>
                  <a:moveTo>
                    <a:pt x="1883943" y="1940992"/>
                  </a:moveTo>
                  <a:lnTo>
                    <a:pt x="1918550" y="1882113"/>
                  </a:lnTo>
                  <a:lnTo>
                    <a:pt x="1847161" y="1893858"/>
                  </a:lnTo>
                  <a:close/>
                  <a:moveTo>
                    <a:pt x="1883943" y="1940992"/>
                  </a:moveTo>
                  <a:lnTo>
                    <a:pt x="1958249" y="1941174"/>
                  </a:lnTo>
                  <a:lnTo>
                    <a:pt x="1918550" y="1882113"/>
                  </a:lnTo>
                  <a:close/>
                  <a:moveTo>
                    <a:pt x="1416778" y="1463846"/>
                  </a:moveTo>
                  <a:lnTo>
                    <a:pt x="1438025" y="1478799"/>
                  </a:lnTo>
                  <a:lnTo>
                    <a:pt x="1438611" y="1460117"/>
                  </a:lnTo>
                  <a:close/>
                  <a:moveTo>
                    <a:pt x="1365413" y="1381630"/>
                  </a:moveTo>
                  <a:lnTo>
                    <a:pt x="1438611" y="1460117"/>
                  </a:lnTo>
                  <a:lnTo>
                    <a:pt x="1427888" y="1368742"/>
                  </a:lnTo>
                  <a:close/>
                  <a:moveTo>
                    <a:pt x="1365413" y="1381630"/>
                  </a:moveTo>
                  <a:lnTo>
                    <a:pt x="1416778" y="1463846"/>
                  </a:lnTo>
                  <a:lnTo>
                    <a:pt x="1438611" y="1460117"/>
                  </a:lnTo>
                  <a:close/>
                  <a:moveTo>
                    <a:pt x="1530875" y="1445701"/>
                  </a:moveTo>
                  <a:lnTo>
                    <a:pt x="1438611" y="1460117"/>
                  </a:lnTo>
                  <a:lnTo>
                    <a:pt x="1438025" y="1478799"/>
                  </a:lnTo>
                  <a:close/>
                  <a:moveTo>
                    <a:pt x="1540193" y="1366930"/>
                  </a:moveTo>
                  <a:lnTo>
                    <a:pt x="1514429" y="1343194"/>
                  </a:lnTo>
                  <a:lnTo>
                    <a:pt x="1530875" y="1445701"/>
                  </a:lnTo>
                  <a:close/>
                  <a:moveTo>
                    <a:pt x="1530875" y="1445701"/>
                  </a:moveTo>
                  <a:lnTo>
                    <a:pt x="1514429" y="1343194"/>
                  </a:lnTo>
                  <a:lnTo>
                    <a:pt x="1427888" y="1368742"/>
                  </a:lnTo>
                  <a:close/>
                  <a:moveTo>
                    <a:pt x="1530875" y="1445701"/>
                  </a:moveTo>
                  <a:lnTo>
                    <a:pt x="1427888" y="1368742"/>
                  </a:lnTo>
                  <a:lnTo>
                    <a:pt x="1438611" y="1460117"/>
                  </a:lnTo>
                  <a:close/>
                  <a:moveTo>
                    <a:pt x="1334351" y="1284103"/>
                  </a:moveTo>
                  <a:lnTo>
                    <a:pt x="1328862" y="1349315"/>
                  </a:lnTo>
                  <a:lnTo>
                    <a:pt x="1419453" y="1260979"/>
                  </a:lnTo>
                  <a:close/>
                  <a:moveTo>
                    <a:pt x="1328862" y="1349315"/>
                  </a:moveTo>
                  <a:lnTo>
                    <a:pt x="1365413" y="1381630"/>
                  </a:lnTo>
                  <a:lnTo>
                    <a:pt x="1419453" y="1260979"/>
                  </a:lnTo>
                  <a:close/>
                  <a:moveTo>
                    <a:pt x="1419453" y="1260979"/>
                  </a:moveTo>
                  <a:lnTo>
                    <a:pt x="1365413" y="1381630"/>
                  </a:lnTo>
                  <a:lnTo>
                    <a:pt x="1441320" y="1275919"/>
                  </a:lnTo>
                  <a:close/>
                  <a:moveTo>
                    <a:pt x="1441320" y="1275919"/>
                  </a:moveTo>
                  <a:lnTo>
                    <a:pt x="1365413" y="1381630"/>
                  </a:lnTo>
                  <a:lnTo>
                    <a:pt x="1427888" y="1368742"/>
                  </a:lnTo>
                  <a:close/>
                  <a:moveTo>
                    <a:pt x="1427888" y="1368742"/>
                  </a:moveTo>
                  <a:lnTo>
                    <a:pt x="1514429" y="1343194"/>
                  </a:lnTo>
                  <a:lnTo>
                    <a:pt x="1441320" y="1275919"/>
                  </a:lnTo>
                  <a:close/>
                  <a:moveTo>
                    <a:pt x="1300900" y="1217201"/>
                  </a:moveTo>
                  <a:lnTo>
                    <a:pt x="1419453" y="1260979"/>
                  </a:lnTo>
                  <a:lnTo>
                    <a:pt x="1391695" y="1178764"/>
                  </a:lnTo>
                  <a:close/>
                  <a:moveTo>
                    <a:pt x="445046" y="221157"/>
                  </a:moveTo>
                  <a:lnTo>
                    <a:pt x="419868" y="230619"/>
                  </a:lnTo>
                  <a:lnTo>
                    <a:pt x="485273" y="209335"/>
                  </a:lnTo>
                  <a:close/>
                  <a:moveTo>
                    <a:pt x="502912" y="230619"/>
                  </a:moveTo>
                  <a:lnTo>
                    <a:pt x="445046" y="221157"/>
                  </a:lnTo>
                  <a:lnTo>
                    <a:pt x="508176" y="231511"/>
                  </a:lnTo>
                  <a:close/>
                  <a:moveTo>
                    <a:pt x="508176" y="231511"/>
                  </a:moveTo>
                  <a:lnTo>
                    <a:pt x="445046" y="221157"/>
                  </a:lnTo>
                  <a:lnTo>
                    <a:pt x="485273" y="209335"/>
                  </a:lnTo>
                  <a:close/>
                  <a:moveTo>
                    <a:pt x="508176" y="231511"/>
                  </a:moveTo>
                  <a:lnTo>
                    <a:pt x="485273" y="209335"/>
                  </a:lnTo>
                  <a:lnTo>
                    <a:pt x="569311" y="244883"/>
                  </a:lnTo>
                  <a:close/>
                  <a:moveTo>
                    <a:pt x="629816" y="192440"/>
                  </a:moveTo>
                  <a:lnTo>
                    <a:pt x="508176" y="231511"/>
                  </a:lnTo>
                  <a:lnTo>
                    <a:pt x="569311" y="244883"/>
                  </a:lnTo>
                  <a:close/>
                  <a:moveTo>
                    <a:pt x="431463" y="223352"/>
                  </a:moveTo>
                  <a:lnTo>
                    <a:pt x="419868" y="230619"/>
                  </a:lnTo>
                  <a:lnTo>
                    <a:pt x="445046" y="221157"/>
                  </a:lnTo>
                  <a:close/>
                  <a:moveTo>
                    <a:pt x="445046" y="221157"/>
                  </a:moveTo>
                  <a:lnTo>
                    <a:pt x="502912" y="230619"/>
                  </a:lnTo>
                  <a:lnTo>
                    <a:pt x="431463" y="223352"/>
                  </a:lnTo>
                  <a:close/>
                  <a:moveTo>
                    <a:pt x="2041844" y="2073398"/>
                  </a:moveTo>
                  <a:lnTo>
                    <a:pt x="2095111" y="2048385"/>
                  </a:lnTo>
                  <a:lnTo>
                    <a:pt x="2013184" y="2020733"/>
                  </a:lnTo>
                  <a:close/>
                  <a:moveTo>
                    <a:pt x="1514429" y="1343194"/>
                  </a:moveTo>
                  <a:lnTo>
                    <a:pt x="1540193" y="1366930"/>
                  </a:lnTo>
                  <a:lnTo>
                    <a:pt x="1547501" y="1332092"/>
                  </a:lnTo>
                  <a:close/>
                  <a:moveTo>
                    <a:pt x="1446454" y="1253557"/>
                  </a:moveTo>
                  <a:lnTo>
                    <a:pt x="1441320" y="1275919"/>
                  </a:lnTo>
                  <a:lnTo>
                    <a:pt x="1529470" y="1222543"/>
                  </a:lnTo>
                  <a:close/>
                  <a:moveTo>
                    <a:pt x="1441320" y="1275919"/>
                  </a:moveTo>
                  <a:lnTo>
                    <a:pt x="1514429" y="1343194"/>
                  </a:lnTo>
                  <a:lnTo>
                    <a:pt x="1529470" y="1222543"/>
                  </a:lnTo>
                  <a:close/>
                  <a:moveTo>
                    <a:pt x="1529470" y="1222543"/>
                  </a:moveTo>
                  <a:lnTo>
                    <a:pt x="1514429" y="1343194"/>
                  </a:lnTo>
                  <a:lnTo>
                    <a:pt x="1568244" y="1256606"/>
                  </a:lnTo>
                  <a:close/>
                  <a:moveTo>
                    <a:pt x="1568244" y="1256606"/>
                  </a:moveTo>
                  <a:lnTo>
                    <a:pt x="1514429" y="1343194"/>
                  </a:lnTo>
                  <a:lnTo>
                    <a:pt x="1547501" y="1332092"/>
                  </a:lnTo>
                  <a:close/>
                  <a:moveTo>
                    <a:pt x="1641050" y="1316630"/>
                  </a:moveTo>
                  <a:lnTo>
                    <a:pt x="1547501" y="1332092"/>
                  </a:lnTo>
                  <a:lnTo>
                    <a:pt x="1540193" y="1366930"/>
                  </a:lnTo>
                  <a:close/>
                  <a:moveTo>
                    <a:pt x="1547501" y="1332092"/>
                  </a:moveTo>
                  <a:lnTo>
                    <a:pt x="1641050" y="1316630"/>
                  </a:lnTo>
                  <a:lnTo>
                    <a:pt x="1568244" y="1256606"/>
                  </a:lnTo>
                  <a:close/>
                  <a:moveTo>
                    <a:pt x="1419453" y="1260979"/>
                  </a:moveTo>
                  <a:lnTo>
                    <a:pt x="1441320" y="1275919"/>
                  </a:lnTo>
                  <a:lnTo>
                    <a:pt x="1446454" y="1253557"/>
                  </a:lnTo>
                  <a:close/>
                  <a:moveTo>
                    <a:pt x="684875" y="183097"/>
                  </a:moveTo>
                  <a:lnTo>
                    <a:pt x="629816" y="192440"/>
                  </a:lnTo>
                  <a:lnTo>
                    <a:pt x="569311" y="244883"/>
                  </a:lnTo>
                  <a:close/>
                  <a:moveTo>
                    <a:pt x="731603" y="169968"/>
                  </a:moveTo>
                  <a:lnTo>
                    <a:pt x="631143" y="192183"/>
                  </a:lnTo>
                  <a:lnTo>
                    <a:pt x="754903" y="166260"/>
                  </a:lnTo>
                  <a:close/>
                  <a:moveTo>
                    <a:pt x="754903" y="166260"/>
                  </a:moveTo>
                  <a:lnTo>
                    <a:pt x="631143" y="192183"/>
                  </a:lnTo>
                  <a:lnTo>
                    <a:pt x="629816" y="192440"/>
                  </a:lnTo>
                  <a:close/>
                  <a:moveTo>
                    <a:pt x="754903" y="166260"/>
                  </a:moveTo>
                  <a:lnTo>
                    <a:pt x="629816" y="192440"/>
                  </a:lnTo>
                  <a:lnTo>
                    <a:pt x="684875" y="183097"/>
                  </a:lnTo>
                  <a:close/>
                  <a:moveTo>
                    <a:pt x="1691281" y="1304758"/>
                  </a:moveTo>
                  <a:lnTo>
                    <a:pt x="1716750" y="1266321"/>
                  </a:lnTo>
                  <a:lnTo>
                    <a:pt x="1648485" y="1277956"/>
                  </a:lnTo>
                  <a:close/>
                  <a:moveTo>
                    <a:pt x="1716750" y="1266321"/>
                  </a:moveTo>
                  <a:lnTo>
                    <a:pt x="1696258" y="1241370"/>
                  </a:lnTo>
                  <a:lnTo>
                    <a:pt x="1648485" y="1277956"/>
                  </a:lnTo>
                  <a:close/>
                  <a:moveTo>
                    <a:pt x="1648485" y="1277956"/>
                  </a:moveTo>
                  <a:lnTo>
                    <a:pt x="1696258" y="1241370"/>
                  </a:lnTo>
                  <a:lnTo>
                    <a:pt x="1568244" y="1256606"/>
                  </a:lnTo>
                  <a:close/>
                  <a:moveTo>
                    <a:pt x="1584942" y="1201561"/>
                  </a:moveTo>
                  <a:lnTo>
                    <a:pt x="1666015" y="1128296"/>
                  </a:lnTo>
                  <a:lnTo>
                    <a:pt x="1651170" y="1108219"/>
                  </a:lnTo>
                  <a:close/>
                  <a:moveTo>
                    <a:pt x="1522023" y="952437"/>
                  </a:moveTo>
                  <a:lnTo>
                    <a:pt x="1443222" y="975897"/>
                  </a:lnTo>
                  <a:lnTo>
                    <a:pt x="1554199" y="988891"/>
                  </a:lnTo>
                  <a:close/>
                  <a:moveTo>
                    <a:pt x="1554199" y="988891"/>
                  </a:moveTo>
                  <a:lnTo>
                    <a:pt x="1443222" y="975897"/>
                  </a:lnTo>
                  <a:lnTo>
                    <a:pt x="1426350" y="1004745"/>
                  </a:lnTo>
                  <a:close/>
                  <a:moveTo>
                    <a:pt x="1554199" y="988891"/>
                  </a:moveTo>
                  <a:lnTo>
                    <a:pt x="1426350" y="1004745"/>
                  </a:lnTo>
                  <a:lnTo>
                    <a:pt x="1481724" y="996578"/>
                  </a:lnTo>
                  <a:close/>
                  <a:moveTo>
                    <a:pt x="999184" y="522272"/>
                  </a:moveTo>
                  <a:lnTo>
                    <a:pt x="1046757" y="535398"/>
                  </a:lnTo>
                  <a:lnTo>
                    <a:pt x="1027626" y="482607"/>
                  </a:lnTo>
                  <a:close/>
                  <a:moveTo>
                    <a:pt x="1027626" y="482607"/>
                  </a:moveTo>
                  <a:lnTo>
                    <a:pt x="1069062" y="526386"/>
                  </a:lnTo>
                  <a:lnTo>
                    <a:pt x="1094028" y="444170"/>
                  </a:lnTo>
                  <a:close/>
                  <a:moveTo>
                    <a:pt x="1101239" y="409980"/>
                  </a:moveTo>
                  <a:lnTo>
                    <a:pt x="1027626" y="482607"/>
                  </a:lnTo>
                  <a:lnTo>
                    <a:pt x="1094028" y="444170"/>
                  </a:lnTo>
                  <a:close/>
                  <a:moveTo>
                    <a:pt x="835427" y="115310"/>
                  </a:moveTo>
                  <a:lnTo>
                    <a:pt x="828340" y="151914"/>
                  </a:lnTo>
                  <a:lnTo>
                    <a:pt x="819053" y="190906"/>
                  </a:lnTo>
                  <a:close/>
                  <a:moveTo>
                    <a:pt x="819053" y="190906"/>
                  </a:moveTo>
                  <a:lnTo>
                    <a:pt x="828340" y="151914"/>
                  </a:lnTo>
                  <a:lnTo>
                    <a:pt x="827553" y="159230"/>
                  </a:lnTo>
                  <a:close/>
                  <a:moveTo>
                    <a:pt x="819053" y="190906"/>
                  </a:moveTo>
                  <a:lnTo>
                    <a:pt x="827553" y="159230"/>
                  </a:lnTo>
                  <a:lnTo>
                    <a:pt x="754903" y="166260"/>
                  </a:lnTo>
                  <a:close/>
                  <a:moveTo>
                    <a:pt x="863301" y="77684"/>
                  </a:moveTo>
                  <a:lnTo>
                    <a:pt x="828340" y="151914"/>
                  </a:lnTo>
                  <a:lnTo>
                    <a:pt x="835427" y="115310"/>
                  </a:lnTo>
                  <a:close/>
                  <a:moveTo>
                    <a:pt x="1765584" y="1175886"/>
                  </a:moveTo>
                  <a:lnTo>
                    <a:pt x="1696242" y="1171668"/>
                  </a:lnTo>
                  <a:lnTo>
                    <a:pt x="1806777" y="1242488"/>
                  </a:lnTo>
                  <a:close/>
                  <a:moveTo>
                    <a:pt x="1696242" y="1171668"/>
                  </a:moveTo>
                  <a:lnTo>
                    <a:pt x="1747228" y="1153281"/>
                  </a:lnTo>
                  <a:lnTo>
                    <a:pt x="1666015" y="1128296"/>
                  </a:lnTo>
                  <a:close/>
                  <a:moveTo>
                    <a:pt x="1696242" y="1171668"/>
                  </a:moveTo>
                  <a:lnTo>
                    <a:pt x="1765584" y="1175886"/>
                  </a:lnTo>
                  <a:lnTo>
                    <a:pt x="1747228" y="1153281"/>
                  </a:lnTo>
                  <a:close/>
                  <a:moveTo>
                    <a:pt x="908105" y="29998"/>
                  </a:moveTo>
                  <a:lnTo>
                    <a:pt x="863301" y="77684"/>
                  </a:lnTo>
                  <a:lnTo>
                    <a:pt x="835427" y="115310"/>
                  </a:lnTo>
                  <a:close/>
                  <a:moveTo>
                    <a:pt x="1303788" y="179557"/>
                  </a:moveTo>
                  <a:lnTo>
                    <a:pt x="1284601" y="123442"/>
                  </a:lnTo>
                  <a:lnTo>
                    <a:pt x="1310917" y="202867"/>
                  </a:lnTo>
                  <a:close/>
                  <a:moveTo>
                    <a:pt x="1276106" y="120653"/>
                  </a:moveTo>
                  <a:lnTo>
                    <a:pt x="1284601" y="123442"/>
                  </a:lnTo>
                  <a:lnTo>
                    <a:pt x="1303788" y="179557"/>
                  </a:lnTo>
                  <a:close/>
                  <a:moveTo>
                    <a:pt x="1284601" y="123442"/>
                  </a:moveTo>
                  <a:lnTo>
                    <a:pt x="1276106" y="120653"/>
                  </a:lnTo>
                  <a:lnTo>
                    <a:pt x="1286275" y="114080"/>
                  </a:lnTo>
                  <a:close/>
                  <a:moveTo>
                    <a:pt x="1626739" y="411076"/>
                  </a:moveTo>
                  <a:lnTo>
                    <a:pt x="1617126" y="435250"/>
                  </a:lnTo>
                  <a:lnTo>
                    <a:pt x="1581474" y="445262"/>
                  </a:lnTo>
                  <a:close/>
                  <a:moveTo>
                    <a:pt x="1626739" y="411076"/>
                  </a:moveTo>
                  <a:lnTo>
                    <a:pt x="1596600" y="438360"/>
                  </a:lnTo>
                  <a:lnTo>
                    <a:pt x="1617126" y="435250"/>
                  </a:lnTo>
                  <a:close/>
                  <a:moveTo>
                    <a:pt x="1619490" y="328861"/>
                  </a:moveTo>
                  <a:lnTo>
                    <a:pt x="1520480" y="367298"/>
                  </a:lnTo>
                  <a:lnTo>
                    <a:pt x="1626739" y="411076"/>
                  </a:lnTo>
                  <a:close/>
                  <a:moveTo>
                    <a:pt x="1310351" y="204093"/>
                  </a:moveTo>
                  <a:lnTo>
                    <a:pt x="1331726" y="164431"/>
                  </a:lnTo>
                  <a:lnTo>
                    <a:pt x="1312809" y="200602"/>
                  </a:lnTo>
                  <a:close/>
                  <a:moveTo>
                    <a:pt x="1310917" y="202867"/>
                  </a:moveTo>
                  <a:lnTo>
                    <a:pt x="1310351" y="204093"/>
                  </a:lnTo>
                  <a:lnTo>
                    <a:pt x="1312809" y="200602"/>
                  </a:lnTo>
                  <a:close/>
                  <a:moveTo>
                    <a:pt x="1312809" y="200602"/>
                  </a:moveTo>
                  <a:lnTo>
                    <a:pt x="1343688" y="113535"/>
                  </a:lnTo>
                  <a:lnTo>
                    <a:pt x="1310917" y="202867"/>
                  </a:lnTo>
                  <a:close/>
                  <a:moveTo>
                    <a:pt x="1297702" y="112791"/>
                  </a:moveTo>
                  <a:lnTo>
                    <a:pt x="1303788" y="179557"/>
                  </a:lnTo>
                  <a:lnTo>
                    <a:pt x="1310917" y="202867"/>
                  </a:lnTo>
                  <a:close/>
                  <a:moveTo>
                    <a:pt x="1342221" y="82215"/>
                  </a:moveTo>
                  <a:lnTo>
                    <a:pt x="1297702" y="112791"/>
                  </a:lnTo>
                  <a:lnTo>
                    <a:pt x="1310917" y="202867"/>
                  </a:lnTo>
                  <a:close/>
                  <a:moveTo>
                    <a:pt x="1276106" y="120653"/>
                  </a:moveTo>
                  <a:lnTo>
                    <a:pt x="1303788" y="179557"/>
                  </a:lnTo>
                  <a:lnTo>
                    <a:pt x="1297702" y="112791"/>
                  </a:lnTo>
                  <a:close/>
                  <a:moveTo>
                    <a:pt x="1343688" y="113535"/>
                  </a:moveTo>
                  <a:lnTo>
                    <a:pt x="1312809" y="200602"/>
                  </a:lnTo>
                  <a:lnTo>
                    <a:pt x="1331726" y="164431"/>
                  </a:lnTo>
                  <a:close/>
                  <a:moveTo>
                    <a:pt x="1286275" y="114080"/>
                  </a:moveTo>
                  <a:lnTo>
                    <a:pt x="1276106" y="120653"/>
                  </a:lnTo>
                  <a:lnTo>
                    <a:pt x="1297702" y="112791"/>
                  </a:lnTo>
                  <a:close/>
                  <a:moveTo>
                    <a:pt x="1295916" y="38437"/>
                  </a:moveTo>
                  <a:lnTo>
                    <a:pt x="1342221" y="82215"/>
                  </a:lnTo>
                  <a:lnTo>
                    <a:pt x="1325385" y="0"/>
                  </a:lnTo>
                  <a:close/>
                  <a:moveTo>
                    <a:pt x="1626739" y="411076"/>
                  </a:moveTo>
                  <a:lnTo>
                    <a:pt x="1645223" y="372639"/>
                  </a:lnTo>
                  <a:lnTo>
                    <a:pt x="1619490" y="328861"/>
                  </a:lnTo>
                  <a:close/>
                  <a:moveTo>
                    <a:pt x="1679964" y="256182"/>
                  </a:moveTo>
                  <a:lnTo>
                    <a:pt x="1645748" y="311889"/>
                  </a:lnTo>
                  <a:lnTo>
                    <a:pt x="1657144" y="208209"/>
                  </a:lnTo>
                  <a:close/>
                  <a:moveTo>
                    <a:pt x="1385347" y="43779"/>
                  </a:moveTo>
                  <a:lnTo>
                    <a:pt x="1325385" y="0"/>
                  </a:lnTo>
                  <a:lnTo>
                    <a:pt x="1342221" y="82215"/>
                  </a:lnTo>
                  <a:close/>
                  <a:moveTo>
                    <a:pt x="1792185" y="251988"/>
                  </a:moveTo>
                  <a:lnTo>
                    <a:pt x="1793365" y="249766"/>
                  </a:lnTo>
                  <a:lnTo>
                    <a:pt x="1657144" y="208209"/>
                  </a:lnTo>
                  <a:close/>
                  <a:moveTo>
                    <a:pt x="1677423" y="290424"/>
                  </a:moveTo>
                  <a:lnTo>
                    <a:pt x="1792185" y="251988"/>
                  </a:lnTo>
                  <a:lnTo>
                    <a:pt x="1657144" y="208209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86" name="Candidate_density__2085">
              <a:extLst>
                <a:ext uri="{FF2B5EF4-FFF2-40B4-BE49-F238E27FC236}">
                  <a16:creationId xmlns:a16="http://schemas.microsoft.com/office/drawing/2014/main" id="{4616B333-6939-8091-4B4A-7A87E5350D0B}"/>
                </a:ext>
              </a:extLst>
            </p:cNvPr>
            <p:cNvSpPr>
              <a:spLocks noGrp="1"/>
            </p:cNvSpPr>
            <p:nvPr/>
          </p:nvSpPr>
          <p:spPr>
            <a:xfrm>
              <a:off x="4340409" y="1774817"/>
              <a:ext cx="2013184" cy="3076094"/>
            </a:xfrm>
            <a:custGeom>
              <a:avLst/>
              <a:gdLst/>
              <a:ahLst/>
              <a:cxnLst/>
              <a:rect l="0" t="0" r="0" b="0"/>
              <a:pathLst>
                <a:path w="2013184" h="3076094">
                  <a:moveTo>
                    <a:pt x="512176" y="2991317"/>
                  </a:moveTo>
                  <a:lnTo>
                    <a:pt x="511756" y="3004090"/>
                  </a:lnTo>
                  <a:lnTo>
                    <a:pt x="577188" y="2955443"/>
                  </a:lnTo>
                  <a:close/>
                  <a:moveTo>
                    <a:pt x="577188" y="2955443"/>
                  </a:moveTo>
                  <a:lnTo>
                    <a:pt x="511756" y="3004090"/>
                  </a:lnTo>
                  <a:lnTo>
                    <a:pt x="551293" y="3076094"/>
                  </a:lnTo>
                  <a:close/>
                  <a:moveTo>
                    <a:pt x="506503" y="2993879"/>
                  </a:moveTo>
                  <a:lnTo>
                    <a:pt x="511756" y="3004090"/>
                  </a:lnTo>
                  <a:lnTo>
                    <a:pt x="512176" y="2991317"/>
                  </a:lnTo>
                  <a:close/>
                  <a:moveTo>
                    <a:pt x="490611" y="2911664"/>
                  </a:moveTo>
                  <a:lnTo>
                    <a:pt x="512176" y="2991317"/>
                  </a:lnTo>
                  <a:lnTo>
                    <a:pt x="577188" y="2955443"/>
                  </a:lnTo>
                  <a:close/>
                  <a:moveTo>
                    <a:pt x="490611" y="2911664"/>
                  </a:moveTo>
                  <a:lnTo>
                    <a:pt x="577188" y="2955443"/>
                  </a:lnTo>
                  <a:lnTo>
                    <a:pt x="554494" y="2873228"/>
                  </a:lnTo>
                  <a:close/>
                  <a:moveTo>
                    <a:pt x="577188" y="2955443"/>
                  </a:moveTo>
                  <a:lnTo>
                    <a:pt x="678029" y="3017166"/>
                  </a:lnTo>
                  <a:lnTo>
                    <a:pt x="677297" y="2917669"/>
                  </a:lnTo>
                  <a:close/>
                  <a:moveTo>
                    <a:pt x="679882" y="2917006"/>
                  </a:moveTo>
                  <a:lnTo>
                    <a:pt x="677297" y="2917669"/>
                  </a:lnTo>
                  <a:lnTo>
                    <a:pt x="678029" y="3017166"/>
                  </a:lnTo>
                  <a:close/>
                  <a:moveTo>
                    <a:pt x="646184" y="2834791"/>
                  </a:moveTo>
                  <a:lnTo>
                    <a:pt x="677297" y="2917669"/>
                  </a:lnTo>
                  <a:lnTo>
                    <a:pt x="676458" y="2910820"/>
                  </a:lnTo>
                  <a:close/>
                  <a:moveTo>
                    <a:pt x="577188" y="2955443"/>
                  </a:moveTo>
                  <a:lnTo>
                    <a:pt x="677297" y="2917669"/>
                  </a:lnTo>
                  <a:lnTo>
                    <a:pt x="646184" y="2834791"/>
                  </a:lnTo>
                  <a:close/>
                  <a:moveTo>
                    <a:pt x="554494" y="2873228"/>
                  </a:moveTo>
                  <a:lnTo>
                    <a:pt x="577188" y="2955443"/>
                  </a:lnTo>
                  <a:lnTo>
                    <a:pt x="646184" y="2834791"/>
                  </a:lnTo>
                  <a:close/>
                  <a:moveTo>
                    <a:pt x="677297" y="2917669"/>
                  </a:moveTo>
                  <a:lnTo>
                    <a:pt x="679882" y="2917006"/>
                  </a:lnTo>
                  <a:lnTo>
                    <a:pt x="676458" y="2910820"/>
                  </a:lnTo>
                  <a:close/>
                  <a:moveTo>
                    <a:pt x="538287" y="2791013"/>
                  </a:moveTo>
                  <a:lnTo>
                    <a:pt x="554494" y="2873228"/>
                  </a:lnTo>
                  <a:lnTo>
                    <a:pt x="646184" y="2834791"/>
                  </a:lnTo>
                  <a:close/>
                  <a:moveTo>
                    <a:pt x="538287" y="2791013"/>
                  </a:moveTo>
                  <a:lnTo>
                    <a:pt x="646184" y="2834791"/>
                  </a:lnTo>
                  <a:lnTo>
                    <a:pt x="605578" y="2752576"/>
                  </a:lnTo>
                  <a:close/>
                  <a:moveTo>
                    <a:pt x="519465" y="2588146"/>
                  </a:moveTo>
                  <a:lnTo>
                    <a:pt x="498024" y="2708798"/>
                  </a:lnTo>
                  <a:lnTo>
                    <a:pt x="553484" y="2670361"/>
                  </a:lnTo>
                  <a:close/>
                  <a:moveTo>
                    <a:pt x="797780" y="2878570"/>
                  </a:moveTo>
                  <a:lnTo>
                    <a:pt x="793423" y="2854273"/>
                  </a:lnTo>
                  <a:lnTo>
                    <a:pt x="679882" y="2917006"/>
                  </a:lnTo>
                  <a:close/>
                  <a:moveTo>
                    <a:pt x="679882" y="2917006"/>
                  </a:moveTo>
                  <a:lnTo>
                    <a:pt x="793423" y="2854273"/>
                  </a:lnTo>
                  <a:lnTo>
                    <a:pt x="665108" y="2827487"/>
                  </a:lnTo>
                  <a:close/>
                  <a:moveTo>
                    <a:pt x="665108" y="2827487"/>
                  </a:moveTo>
                  <a:lnTo>
                    <a:pt x="793423" y="2854273"/>
                  </a:lnTo>
                  <a:lnTo>
                    <a:pt x="775427" y="2798391"/>
                  </a:lnTo>
                  <a:close/>
                  <a:moveTo>
                    <a:pt x="679882" y="2917006"/>
                  </a:moveTo>
                  <a:lnTo>
                    <a:pt x="665108" y="2827487"/>
                  </a:lnTo>
                  <a:lnTo>
                    <a:pt x="676458" y="2910820"/>
                  </a:lnTo>
                  <a:close/>
                  <a:moveTo>
                    <a:pt x="646184" y="2834791"/>
                  </a:moveTo>
                  <a:lnTo>
                    <a:pt x="676458" y="2910820"/>
                  </a:lnTo>
                  <a:lnTo>
                    <a:pt x="665108" y="2827487"/>
                  </a:lnTo>
                  <a:close/>
                  <a:moveTo>
                    <a:pt x="605578" y="2752576"/>
                  </a:moveTo>
                  <a:lnTo>
                    <a:pt x="665108" y="2827487"/>
                  </a:lnTo>
                  <a:lnTo>
                    <a:pt x="654993" y="2735617"/>
                  </a:lnTo>
                  <a:close/>
                  <a:moveTo>
                    <a:pt x="605578" y="2752576"/>
                  </a:moveTo>
                  <a:lnTo>
                    <a:pt x="646184" y="2834791"/>
                  </a:lnTo>
                  <a:lnTo>
                    <a:pt x="665108" y="2827487"/>
                  </a:lnTo>
                  <a:close/>
                  <a:moveTo>
                    <a:pt x="665108" y="2827487"/>
                  </a:moveTo>
                  <a:lnTo>
                    <a:pt x="775427" y="2798391"/>
                  </a:lnTo>
                  <a:lnTo>
                    <a:pt x="739933" y="2727156"/>
                  </a:lnTo>
                  <a:close/>
                  <a:moveTo>
                    <a:pt x="665108" y="2827487"/>
                  </a:moveTo>
                  <a:lnTo>
                    <a:pt x="739933" y="2727156"/>
                  </a:lnTo>
                  <a:lnTo>
                    <a:pt x="654993" y="2735617"/>
                  </a:lnTo>
                  <a:close/>
                  <a:moveTo>
                    <a:pt x="775427" y="2798391"/>
                  </a:moveTo>
                  <a:lnTo>
                    <a:pt x="793423" y="2854273"/>
                  </a:lnTo>
                  <a:lnTo>
                    <a:pt x="784005" y="2796355"/>
                  </a:lnTo>
                  <a:close/>
                  <a:moveTo>
                    <a:pt x="553484" y="2670361"/>
                  </a:moveTo>
                  <a:lnTo>
                    <a:pt x="654993" y="2735617"/>
                  </a:lnTo>
                  <a:lnTo>
                    <a:pt x="640069" y="2647658"/>
                  </a:lnTo>
                  <a:close/>
                  <a:moveTo>
                    <a:pt x="553484" y="2670361"/>
                  </a:moveTo>
                  <a:lnTo>
                    <a:pt x="605578" y="2752576"/>
                  </a:lnTo>
                  <a:lnTo>
                    <a:pt x="654993" y="2735617"/>
                  </a:lnTo>
                  <a:close/>
                  <a:moveTo>
                    <a:pt x="519465" y="2588146"/>
                  </a:moveTo>
                  <a:lnTo>
                    <a:pt x="640069" y="2647658"/>
                  </a:lnTo>
                  <a:lnTo>
                    <a:pt x="617877" y="2565608"/>
                  </a:lnTo>
                  <a:close/>
                  <a:moveTo>
                    <a:pt x="519465" y="2588146"/>
                  </a:moveTo>
                  <a:lnTo>
                    <a:pt x="553484" y="2670361"/>
                  </a:lnTo>
                  <a:lnTo>
                    <a:pt x="640069" y="2647658"/>
                  </a:lnTo>
                  <a:close/>
                  <a:moveTo>
                    <a:pt x="801257" y="2877484"/>
                  </a:moveTo>
                  <a:lnTo>
                    <a:pt x="784005" y="2796355"/>
                  </a:lnTo>
                  <a:lnTo>
                    <a:pt x="793423" y="2854273"/>
                  </a:lnTo>
                  <a:close/>
                  <a:moveTo>
                    <a:pt x="884187" y="2770563"/>
                  </a:moveTo>
                  <a:lnTo>
                    <a:pt x="784005" y="2796355"/>
                  </a:lnTo>
                  <a:lnTo>
                    <a:pt x="801257" y="2877484"/>
                  </a:lnTo>
                  <a:close/>
                  <a:moveTo>
                    <a:pt x="0" y="1524692"/>
                  </a:moveTo>
                  <a:lnTo>
                    <a:pt x="87999" y="1568470"/>
                  </a:lnTo>
                  <a:lnTo>
                    <a:pt x="75313" y="1486255"/>
                  </a:lnTo>
                  <a:close/>
                  <a:moveTo>
                    <a:pt x="87496" y="1456470"/>
                  </a:moveTo>
                  <a:lnTo>
                    <a:pt x="0" y="1524692"/>
                  </a:lnTo>
                  <a:lnTo>
                    <a:pt x="75313" y="1486255"/>
                  </a:lnTo>
                  <a:close/>
                  <a:moveTo>
                    <a:pt x="1050096" y="2637266"/>
                  </a:moveTo>
                  <a:lnTo>
                    <a:pt x="1093632" y="2710328"/>
                  </a:lnTo>
                  <a:lnTo>
                    <a:pt x="1117368" y="2602083"/>
                  </a:lnTo>
                  <a:close/>
                  <a:moveTo>
                    <a:pt x="1032173" y="2555051"/>
                  </a:moveTo>
                  <a:lnTo>
                    <a:pt x="1117368" y="2602083"/>
                  </a:lnTo>
                  <a:lnTo>
                    <a:pt x="1066028" y="2543730"/>
                  </a:lnTo>
                  <a:close/>
                  <a:moveTo>
                    <a:pt x="1032173" y="2555051"/>
                  </a:moveTo>
                  <a:lnTo>
                    <a:pt x="1050096" y="2637266"/>
                  </a:lnTo>
                  <a:lnTo>
                    <a:pt x="1117368" y="2602083"/>
                  </a:lnTo>
                  <a:close/>
                  <a:moveTo>
                    <a:pt x="75313" y="1486255"/>
                  </a:moveTo>
                  <a:lnTo>
                    <a:pt x="156500" y="1499262"/>
                  </a:lnTo>
                  <a:lnTo>
                    <a:pt x="110506" y="1474025"/>
                  </a:lnTo>
                  <a:close/>
                  <a:moveTo>
                    <a:pt x="87496" y="1456470"/>
                  </a:moveTo>
                  <a:lnTo>
                    <a:pt x="75313" y="1486255"/>
                  </a:lnTo>
                  <a:lnTo>
                    <a:pt x="110506" y="1474025"/>
                  </a:lnTo>
                  <a:close/>
                  <a:moveTo>
                    <a:pt x="110506" y="1474025"/>
                  </a:moveTo>
                  <a:lnTo>
                    <a:pt x="150799" y="1414493"/>
                  </a:lnTo>
                  <a:lnTo>
                    <a:pt x="87496" y="1456470"/>
                  </a:lnTo>
                  <a:close/>
                  <a:moveTo>
                    <a:pt x="110506" y="1474025"/>
                  </a:moveTo>
                  <a:lnTo>
                    <a:pt x="205659" y="1457259"/>
                  </a:lnTo>
                  <a:lnTo>
                    <a:pt x="150799" y="1414493"/>
                  </a:lnTo>
                  <a:close/>
                  <a:moveTo>
                    <a:pt x="205659" y="1457259"/>
                  </a:moveTo>
                  <a:lnTo>
                    <a:pt x="110506" y="1474025"/>
                  </a:lnTo>
                  <a:lnTo>
                    <a:pt x="230178" y="1496072"/>
                  </a:lnTo>
                  <a:close/>
                  <a:moveTo>
                    <a:pt x="110506" y="1474025"/>
                  </a:moveTo>
                  <a:lnTo>
                    <a:pt x="156500" y="1499262"/>
                  </a:lnTo>
                  <a:lnTo>
                    <a:pt x="230178" y="1496072"/>
                  </a:lnTo>
                  <a:close/>
                  <a:moveTo>
                    <a:pt x="286497" y="1452132"/>
                  </a:moveTo>
                  <a:lnTo>
                    <a:pt x="205659" y="1457259"/>
                  </a:lnTo>
                  <a:lnTo>
                    <a:pt x="296214" y="1464314"/>
                  </a:lnTo>
                  <a:close/>
                  <a:moveTo>
                    <a:pt x="205659" y="1457259"/>
                  </a:moveTo>
                  <a:lnTo>
                    <a:pt x="230178" y="1496072"/>
                  </a:lnTo>
                  <a:lnTo>
                    <a:pt x="296214" y="1464314"/>
                  </a:lnTo>
                  <a:close/>
                  <a:moveTo>
                    <a:pt x="1125909" y="2598830"/>
                  </a:moveTo>
                  <a:lnTo>
                    <a:pt x="1254319" y="2602046"/>
                  </a:lnTo>
                  <a:lnTo>
                    <a:pt x="1217970" y="2580888"/>
                  </a:lnTo>
                  <a:close/>
                  <a:moveTo>
                    <a:pt x="1217970" y="2580888"/>
                  </a:moveTo>
                  <a:lnTo>
                    <a:pt x="1254319" y="2602046"/>
                  </a:lnTo>
                  <a:lnTo>
                    <a:pt x="1311500" y="2642608"/>
                  </a:lnTo>
                  <a:close/>
                  <a:moveTo>
                    <a:pt x="1185175" y="2558731"/>
                  </a:moveTo>
                  <a:lnTo>
                    <a:pt x="1125909" y="2598830"/>
                  </a:lnTo>
                  <a:lnTo>
                    <a:pt x="1217970" y="2580888"/>
                  </a:lnTo>
                  <a:close/>
                  <a:moveTo>
                    <a:pt x="1217970" y="2580888"/>
                  </a:moveTo>
                  <a:lnTo>
                    <a:pt x="1313568" y="2544911"/>
                  </a:lnTo>
                  <a:lnTo>
                    <a:pt x="1197863" y="2516615"/>
                  </a:lnTo>
                  <a:close/>
                  <a:moveTo>
                    <a:pt x="1197863" y="2516615"/>
                  </a:moveTo>
                  <a:lnTo>
                    <a:pt x="1313568" y="2544911"/>
                  </a:lnTo>
                  <a:lnTo>
                    <a:pt x="1269614" y="2478179"/>
                  </a:lnTo>
                  <a:close/>
                  <a:moveTo>
                    <a:pt x="1197863" y="2516615"/>
                  </a:moveTo>
                  <a:lnTo>
                    <a:pt x="1185175" y="2558731"/>
                  </a:lnTo>
                  <a:lnTo>
                    <a:pt x="1217970" y="2580888"/>
                  </a:lnTo>
                  <a:close/>
                  <a:moveTo>
                    <a:pt x="1135669" y="2231533"/>
                  </a:moveTo>
                  <a:lnTo>
                    <a:pt x="1194281" y="2275312"/>
                  </a:lnTo>
                  <a:lnTo>
                    <a:pt x="1186618" y="2193097"/>
                  </a:lnTo>
                  <a:close/>
                  <a:moveTo>
                    <a:pt x="1195805" y="2168069"/>
                  </a:moveTo>
                  <a:lnTo>
                    <a:pt x="1135669" y="2231533"/>
                  </a:lnTo>
                  <a:lnTo>
                    <a:pt x="1186618" y="2193097"/>
                  </a:lnTo>
                  <a:close/>
                  <a:moveTo>
                    <a:pt x="1186618" y="2193097"/>
                  </a:moveTo>
                  <a:lnTo>
                    <a:pt x="1268701" y="2225413"/>
                  </a:lnTo>
                  <a:lnTo>
                    <a:pt x="1234105" y="2167401"/>
                  </a:lnTo>
                  <a:close/>
                  <a:moveTo>
                    <a:pt x="1195805" y="2168069"/>
                  </a:moveTo>
                  <a:lnTo>
                    <a:pt x="1186618" y="2193097"/>
                  </a:lnTo>
                  <a:lnTo>
                    <a:pt x="1234105" y="2167401"/>
                  </a:lnTo>
                  <a:close/>
                  <a:moveTo>
                    <a:pt x="940621" y="1376288"/>
                  </a:moveTo>
                  <a:lnTo>
                    <a:pt x="878143" y="1474279"/>
                  </a:lnTo>
                  <a:lnTo>
                    <a:pt x="924170" y="1458502"/>
                  </a:lnTo>
                  <a:close/>
                  <a:moveTo>
                    <a:pt x="940621" y="1376288"/>
                  </a:moveTo>
                  <a:lnTo>
                    <a:pt x="1015363" y="1423314"/>
                  </a:lnTo>
                  <a:lnTo>
                    <a:pt x="960914" y="1367486"/>
                  </a:lnTo>
                  <a:close/>
                  <a:moveTo>
                    <a:pt x="940621" y="1376288"/>
                  </a:moveTo>
                  <a:lnTo>
                    <a:pt x="924170" y="1458502"/>
                  </a:lnTo>
                  <a:lnTo>
                    <a:pt x="1015363" y="1423314"/>
                  </a:lnTo>
                  <a:close/>
                  <a:moveTo>
                    <a:pt x="1022928" y="1420066"/>
                  </a:moveTo>
                  <a:lnTo>
                    <a:pt x="1031908" y="1337851"/>
                  </a:lnTo>
                  <a:lnTo>
                    <a:pt x="1015363" y="1423314"/>
                  </a:lnTo>
                  <a:close/>
                  <a:moveTo>
                    <a:pt x="1031908" y="1337851"/>
                  </a:moveTo>
                  <a:lnTo>
                    <a:pt x="960914" y="1367486"/>
                  </a:lnTo>
                  <a:lnTo>
                    <a:pt x="1015363" y="1423314"/>
                  </a:lnTo>
                  <a:close/>
                  <a:moveTo>
                    <a:pt x="947324" y="1365950"/>
                  </a:moveTo>
                  <a:lnTo>
                    <a:pt x="940621" y="1376288"/>
                  </a:lnTo>
                  <a:lnTo>
                    <a:pt x="960914" y="1367486"/>
                  </a:lnTo>
                  <a:close/>
                  <a:moveTo>
                    <a:pt x="1020581" y="1255636"/>
                  </a:moveTo>
                  <a:lnTo>
                    <a:pt x="960914" y="1367486"/>
                  </a:lnTo>
                  <a:lnTo>
                    <a:pt x="1031908" y="1337851"/>
                  </a:lnTo>
                  <a:close/>
                  <a:moveTo>
                    <a:pt x="1844423" y="2324433"/>
                  </a:moveTo>
                  <a:lnTo>
                    <a:pt x="1844036" y="2406648"/>
                  </a:lnTo>
                  <a:lnTo>
                    <a:pt x="1909987" y="2381843"/>
                  </a:lnTo>
                  <a:close/>
                  <a:moveTo>
                    <a:pt x="1951620" y="2368212"/>
                  </a:moveTo>
                  <a:lnTo>
                    <a:pt x="1931918" y="2285997"/>
                  </a:lnTo>
                  <a:lnTo>
                    <a:pt x="1935223" y="2336419"/>
                  </a:lnTo>
                  <a:close/>
                  <a:moveTo>
                    <a:pt x="1909987" y="2381843"/>
                  </a:moveTo>
                  <a:lnTo>
                    <a:pt x="1951620" y="2368212"/>
                  </a:lnTo>
                  <a:lnTo>
                    <a:pt x="1935223" y="2336419"/>
                  </a:lnTo>
                  <a:close/>
                  <a:moveTo>
                    <a:pt x="1864152" y="2319014"/>
                  </a:moveTo>
                  <a:lnTo>
                    <a:pt x="1909987" y="2381843"/>
                  </a:lnTo>
                  <a:lnTo>
                    <a:pt x="1935223" y="2336419"/>
                  </a:lnTo>
                  <a:close/>
                  <a:moveTo>
                    <a:pt x="1020581" y="1255636"/>
                  </a:moveTo>
                  <a:lnTo>
                    <a:pt x="1099234" y="1224857"/>
                  </a:lnTo>
                  <a:lnTo>
                    <a:pt x="1092471" y="1221033"/>
                  </a:lnTo>
                  <a:close/>
                  <a:moveTo>
                    <a:pt x="1088570" y="1299415"/>
                  </a:moveTo>
                  <a:lnTo>
                    <a:pt x="1099234" y="1224857"/>
                  </a:lnTo>
                  <a:lnTo>
                    <a:pt x="1020581" y="1255636"/>
                  </a:lnTo>
                  <a:close/>
                  <a:moveTo>
                    <a:pt x="1031908" y="1337851"/>
                  </a:moveTo>
                  <a:lnTo>
                    <a:pt x="1088570" y="1299415"/>
                  </a:lnTo>
                  <a:lnTo>
                    <a:pt x="1020581" y="1255636"/>
                  </a:lnTo>
                  <a:close/>
                  <a:moveTo>
                    <a:pt x="1040875" y="1221862"/>
                  </a:moveTo>
                  <a:lnTo>
                    <a:pt x="1020581" y="1255636"/>
                  </a:lnTo>
                  <a:lnTo>
                    <a:pt x="1092471" y="1221033"/>
                  </a:lnTo>
                  <a:close/>
                  <a:moveTo>
                    <a:pt x="1138434" y="1134985"/>
                  </a:moveTo>
                  <a:lnTo>
                    <a:pt x="1092471" y="1221033"/>
                  </a:lnTo>
                  <a:lnTo>
                    <a:pt x="1100152" y="1217200"/>
                  </a:lnTo>
                  <a:close/>
                  <a:moveTo>
                    <a:pt x="1092471" y="1221033"/>
                  </a:moveTo>
                  <a:lnTo>
                    <a:pt x="1099234" y="1224857"/>
                  </a:lnTo>
                  <a:lnTo>
                    <a:pt x="1100152" y="1217200"/>
                  </a:lnTo>
                  <a:close/>
                  <a:moveTo>
                    <a:pt x="709537" y="882475"/>
                  </a:moveTo>
                  <a:lnTo>
                    <a:pt x="653697" y="888899"/>
                  </a:lnTo>
                  <a:lnTo>
                    <a:pt x="620990" y="926776"/>
                  </a:lnTo>
                  <a:close/>
                  <a:moveTo>
                    <a:pt x="1779119" y="2094889"/>
                  </a:moveTo>
                  <a:lnTo>
                    <a:pt x="1766908" y="2121566"/>
                  </a:lnTo>
                  <a:lnTo>
                    <a:pt x="1793956" y="2115306"/>
                  </a:lnTo>
                  <a:close/>
                  <a:moveTo>
                    <a:pt x="1752817" y="1948566"/>
                  </a:moveTo>
                  <a:lnTo>
                    <a:pt x="1749213" y="1983071"/>
                  </a:lnTo>
                  <a:lnTo>
                    <a:pt x="1823777" y="1918699"/>
                  </a:lnTo>
                  <a:close/>
                  <a:moveTo>
                    <a:pt x="1847161" y="1855421"/>
                  </a:moveTo>
                  <a:lnTo>
                    <a:pt x="1725762" y="1895396"/>
                  </a:lnTo>
                  <a:lnTo>
                    <a:pt x="1823777" y="1918699"/>
                  </a:lnTo>
                  <a:close/>
                  <a:moveTo>
                    <a:pt x="1823777" y="1918699"/>
                  </a:moveTo>
                  <a:lnTo>
                    <a:pt x="1725762" y="1895396"/>
                  </a:lnTo>
                  <a:lnTo>
                    <a:pt x="1752817" y="1948566"/>
                  </a:lnTo>
                  <a:close/>
                  <a:moveTo>
                    <a:pt x="1099234" y="1224857"/>
                  </a:moveTo>
                  <a:lnTo>
                    <a:pt x="1088570" y="1299415"/>
                  </a:lnTo>
                  <a:lnTo>
                    <a:pt x="1142417" y="1280520"/>
                  </a:lnTo>
                  <a:close/>
                  <a:moveTo>
                    <a:pt x="1142417" y="1280520"/>
                  </a:moveTo>
                  <a:lnTo>
                    <a:pt x="1100152" y="1217200"/>
                  </a:lnTo>
                  <a:lnTo>
                    <a:pt x="1099234" y="1224857"/>
                  </a:lnTo>
                  <a:close/>
                  <a:moveTo>
                    <a:pt x="1213129" y="1183533"/>
                  </a:moveTo>
                  <a:lnTo>
                    <a:pt x="1100152" y="1217200"/>
                  </a:lnTo>
                  <a:lnTo>
                    <a:pt x="1142417" y="1280520"/>
                  </a:lnTo>
                  <a:close/>
                  <a:moveTo>
                    <a:pt x="1221963" y="1276443"/>
                  </a:moveTo>
                  <a:lnTo>
                    <a:pt x="1213129" y="1183533"/>
                  </a:lnTo>
                  <a:lnTo>
                    <a:pt x="1142417" y="1280520"/>
                  </a:lnTo>
                  <a:close/>
                  <a:moveTo>
                    <a:pt x="1273079" y="1260978"/>
                  </a:moveTo>
                  <a:lnTo>
                    <a:pt x="1296762" y="1190859"/>
                  </a:lnTo>
                  <a:lnTo>
                    <a:pt x="1221963" y="1276443"/>
                  </a:lnTo>
                  <a:close/>
                  <a:moveTo>
                    <a:pt x="1221963" y="1276443"/>
                  </a:moveTo>
                  <a:lnTo>
                    <a:pt x="1296762" y="1190859"/>
                  </a:lnTo>
                  <a:lnTo>
                    <a:pt x="1289757" y="1181829"/>
                  </a:lnTo>
                  <a:close/>
                  <a:moveTo>
                    <a:pt x="1221963" y="1276443"/>
                  </a:moveTo>
                  <a:lnTo>
                    <a:pt x="1289757" y="1181829"/>
                  </a:lnTo>
                  <a:lnTo>
                    <a:pt x="1213129" y="1183533"/>
                  </a:lnTo>
                  <a:close/>
                  <a:moveTo>
                    <a:pt x="1300900" y="1178763"/>
                  </a:moveTo>
                  <a:lnTo>
                    <a:pt x="1289757" y="1181829"/>
                  </a:lnTo>
                  <a:lnTo>
                    <a:pt x="1296762" y="1190859"/>
                  </a:lnTo>
                  <a:close/>
                  <a:moveTo>
                    <a:pt x="1138434" y="1134985"/>
                  </a:moveTo>
                  <a:lnTo>
                    <a:pt x="1213129" y="1183533"/>
                  </a:lnTo>
                  <a:lnTo>
                    <a:pt x="1161912" y="1125079"/>
                  </a:lnTo>
                  <a:close/>
                  <a:moveTo>
                    <a:pt x="1138434" y="1134985"/>
                  </a:moveTo>
                  <a:lnTo>
                    <a:pt x="1100152" y="1217200"/>
                  </a:lnTo>
                  <a:lnTo>
                    <a:pt x="1213129" y="1183533"/>
                  </a:lnTo>
                  <a:close/>
                  <a:moveTo>
                    <a:pt x="1289757" y="1181829"/>
                  </a:moveTo>
                  <a:lnTo>
                    <a:pt x="1161912" y="1125079"/>
                  </a:lnTo>
                  <a:lnTo>
                    <a:pt x="1213129" y="1183533"/>
                  </a:lnTo>
                  <a:close/>
                  <a:moveTo>
                    <a:pt x="1289757" y="1181829"/>
                  </a:moveTo>
                  <a:lnTo>
                    <a:pt x="1300900" y="1178763"/>
                  </a:lnTo>
                  <a:lnTo>
                    <a:pt x="1287275" y="1155389"/>
                  </a:lnTo>
                  <a:close/>
                  <a:moveTo>
                    <a:pt x="1917859" y="2075167"/>
                  </a:moveTo>
                  <a:lnTo>
                    <a:pt x="2013184" y="1982296"/>
                  </a:lnTo>
                  <a:lnTo>
                    <a:pt x="2004768" y="1965011"/>
                  </a:lnTo>
                  <a:close/>
                  <a:moveTo>
                    <a:pt x="1917859" y="2075167"/>
                  </a:moveTo>
                  <a:lnTo>
                    <a:pt x="2004768" y="1965011"/>
                  </a:lnTo>
                  <a:lnTo>
                    <a:pt x="1903963" y="1986371"/>
                  </a:lnTo>
                  <a:close/>
                  <a:moveTo>
                    <a:pt x="1823777" y="1918699"/>
                  </a:moveTo>
                  <a:lnTo>
                    <a:pt x="1903963" y="1986371"/>
                  </a:lnTo>
                  <a:lnTo>
                    <a:pt x="1883943" y="1902555"/>
                  </a:lnTo>
                  <a:close/>
                  <a:moveTo>
                    <a:pt x="1823777" y="1918699"/>
                  </a:moveTo>
                  <a:lnTo>
                    <a:pt x="1862715" y="2000914"/>
                  </a:lnTo>
                  <a:lnTo>
                    <a:pt x="1903963" y="1986371"/>
                  </a:lnTo>
                  <a:close/>
                  <a:moveTo>
                    <a:pt x="1847161" y="1855421"/>
                  </a:moveTo>
                  <a:lnTo>
                    <a:pt x="1823777" y="1918699"/>
                  </a:lnTo>
                  <a:lnTo>
                    <a:pt x="1883943" y="1902555"/>
                  </a:lnTo>
                  <a:close/>
                  <a:moveTo>
                    <a:pt x="1703721" y="1551402"/>
                  </a:moveTo>
                  <a:lnTo>
                    <a:pt x="1738002" y="1510752"/>
                  </a:lnTo>
                  <a:lnTo>
                    <a:pt x="1624336" y="1507624"/>
                  </a:lnTo>
                  <a:close/>
                  <a:moveTo>
                    <a:pt x="1630755" y="1589839"/>
                  </a:moveTo>
                  <a:lnTo>
                    <a:pt x="1703721" y="1551402"/>
                  </a:lnTo>
                  <a:lnTo>
                    <a:pt x="1624336" y="1507624"/>
                  </a:lnTo>
                  <a:close/>
                  <a:moveTo>
                    <a:pt x="1273079" y="1260978"/>
                  </a:moveTo>
                  <a:lnTo>
                    <a:pt x="1328862" y="1310878"/>
                  </a:lnTo>
                  <a:lnTo>
                    <a:pt x="1334351" y="1245666"/>
                  </a:lnTo>
                  <a:close/>
                  <a:moveTo>
                    <a:pt x="1296762" y="1190859"/>
                  </a:moveTo>
                  <a:lnTo>
                    <a:pt x="1273079" y="1260978"/>
                  </a:lnTo>
                  <a:lnTo>
                    <a:pt x="1334351" y="1245666"/>
                  </a:lnTo>
                  <a:close/>
                  <a:moveTo>
                    <a:pt x="1296762" y="1190859"/>
                  </a:moveTo>
                  <a:lnTo>
                    <a:pt x="1334351" y="1245666"/>
                  </a:lnTo>
                  <a:lnTo>
                    <a:pt x="1300900" y="1178763"/>
                  </a:lnTo>
                  <a:close/>
                  <a:moveTo>
                    <a:pt x="1300900" y="1178763"/>
                  </a:moveTo>
                  <a:lnTo>
                    <a:pt x="1334351" y="1245666"/>
                  </a:lnTo>
                  <a:lnTo>
                    <a:pt x="1419453" y="1222542"/>
                  </a:lnTo>
                  <a:close/>
                  <a:moveTo>
                    <a:pt x="1304832" y="1069479"/>
                  </a:moveTo>
                  <a:lnTo>
                    <a:pt x="1287275" y="1155389"/>
                  </a:lnTo>
                  <a:lnTo>
                    <a:pt x="1325992" y="1058111"/>
                  </a:lnTo>
                  <a:close/>
                  <a:moveTo>
                    <a:pt x="1325992" y="1058111"/>
                  </a:moveTo>
                  <a:lnTo>
                    <a:pt x="1287275" y="1155389"/>
                  </a:lnTo>
                  <a:lnTo>
                    <a:pt x="1300900" y="1178763"/>
                  </a:lnTo>
                  <a:close/>
                  <a:moveTo>
                    <a:pt x="1325992" y="1058111"/>
                  </a:moveTo>
                  <a:lnTo>
                    <a:pt x="1300900" y="1178763"/>
                  </a:lnTo>
                  <a:lnTo>
                    <a:pt x="1391695" y="1140327"/>
                  </a:lnTo>
                  <a:close/>
                  <a:moveTo>
                    <a:pt x="1246973" y="1096548"/>
                  </a:moveTo>
                  <a:lnTo>
                    <a:pt x="1287275" y="1155389"/>
                  </a:lnTo>
                  <a:lnTo>
                    <a:pt x="1304832" y="1069479"/>
                  </a:lnTo>
                  <a:close/>
                  <a:moveTo>
                    <a:pt x="1262994" y="1014333"/>
                  </a:moveTo>
                  <a:lnTo>
                    <a:pt x="1304832" y="1069479"/>
                  </a:lnTo>
                  <a:lnTo>
                    <a:pt x="1325992" y="1058111"/>
                  </a:lnTo>
                  <a:close/>
                  <a:moveTo>
                    <a:pt x="1333888" y="975897"/>
                  </a:moveTo>
                  <a:lnTo>
                    <a:pt x="1426350" y="966308"/>
                  </a:lnTo>
                  <a:lnTo>
                    <a:pt x="1387313" y="962924"/>
                  </a:lnTo>
                  <a:close/>
                  <a:moveTo>
                    <a:pt x="1387050" y="1019675"/>
                  </a:moveTo>
                  <a:lnTo>
                    <a:pt x="1426350" y="966308"/>
                  </a:lnTo>
                  <a:lnTo>
                    <a:pt x="1333888" y="975897"/>
                  </a:lnTo>
                  <a:close/>
                  <a:moveTo>
                    <a:pt x="1325992" y="1058111"/>
                  </a:moveTo>
                  <a:lnTo>
                    <a:pt x="1387050" y="1019675"/>
                  </a:lnTo>
                  <a:lnTo>
                    <a:pt x="1333888" y="975897"/>
                  </a:lnTo>
                  <a:close/>
                  <a:moveTo>
                    <a:pt x="1387313" y="962924"/>
                  </a:moveTo>
                  <a:lnTo>
                    <a:pt x="1426350" y="966308"/>
                  </a:lnTo>
                  <a:lnTo>
                    <a:pt x="1443222" y="937460"/>
                  </a:lnTo>
                  <a:close/>
                  <a:moveTo>
                    <a:pt x="1481724" y="958141"/>
                  </a:moveTo>
                  <a:lnTo>
                    <a:pt x="1426350" y="966308"/>
                  </a:lnTo>
                  <a:lnTo>
                    <a:pt x="1387050" y="1019675"/>
                  </a:lnTo>
                  <a:close/>
                  <a:moveTo>
                    <a:pt x="754903" y="127823"/>
                  </a:moveTo>
                  <a:lnTo>
                    <a:pt x="684875" y="144660"/>
                  </a:lnTo>
                  <a:lnTo>
                    <a:pt x="819053" y="152469"/>
                  </a:lnTo>
                  <a:close/>
                  <a:moveTo>
                    <a:pt x="1310917" y="164430"/>
                  </a:moveTo>
                  <a:lnTo>
                    <a:pt x="1343688" y="75098"/>
                  </a:lnTo>
                  <a:lnTo>
                    <a:pt x="1342221" y="43778"/>
                  </a:lnTo>
                  <a:close/>
                  <a:moveTo>
                    <a:pt x="1295916" y="0"/>
                  </a:moveTo>
                  <a:lnTo>
                    <a:pt x="1297702" y="74354"/>
                  </a:lnTo>
                  <a:lnTo>
                    <a:pt x="1342221" y="43778"/>
                  </a:lnTo>
                  <a:close/>
                  <a:moveTo>
                    <a:pt x="1619490" y="290424"/>
                  </a:moveTo>
                  <a:lnTo>
                    <a:pt x="1674073" y="259176"/>
                  </a:lnTo>
                  <a:lnTo>
                    <a:pt x="1645748" y="273452"/>
                  </a:lnTo>
                  <a:close/>
                  <a:moveTo>
                    <a:pt x="1645223" y="334202"/>
                  </a:moveTo>
                  <a:lnTo>
                    <a:pt x="1674073" y="259176"/>
                  </a:lnTo>
                  <a:lnTo>
                    <a:pt x="1619490" y="290424"/>
                  </a:lnTo>
                  <a:close/>
                  <a:moveTo>
                    <a:pt x="1645748" y="273452"/>
                  </a:moveTo>
                  <a:lnTo>
                    <a:pt x="1620431" y="273822"/>
                  </a:lnTo>
                  <a:lnTo>
                    <a:pt x="1619490" y="290424"/>
                  </a:lnTo>
                  <a:close/>
                  <a:moveTo>
                    <a:pt x="1657144" y="169772"/>
                  </a:moveTo>
                  <a:lnTo>
                    <a:pt x="1645748" y="273452"/>
                  </a:lnTo>
                  <a:lnTo>
                    <a:pt x="1677423" y="251987"/>
                  </a:lnTo>
                  <a:close/>
                  <a:moveTo>
                    <a:pt x="1645748" y="273452"/>
                  </a:moveTo>
                  <a:lnTo>
                    <a:pt x="1674073" y="259176"/>
                  </a:lnTo>
                  <a:lnTo>
                    <a:pt x="1677423" y="25198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87" name="Candidate_density__2086">
              <a:extLst>
                <a:ext uri="{FF2B5EF4-FFF2-40B4-BE49-F238E27FC236}">
                  <a16:creationId xmlns:a16="http://schemas.microsoft.com/office/drawing/2014/main" id="{9446048C-2894-0210-DABF-D837E9C62064}"/>
                </a:ext>
              </a:extLst>
            </p:cNvPr>
            <p:cNvSpPr>
              <a:spLocks noGrp="1"/>
            </p:cNvSpPr>
            <p:nvPr/>
          </p:nvSpPr>
          <p:spPr>
            <a:xfrm>
              <a:off x="4375322" y="1774817"/>
              <a:ext cx="2188355" cy="3126434"/>
            </a:xfrm>
            <a:custGeom>
              <a:avLst/>
              <a:gdLst/>
              <a:ahLst/>
              <a:cxnLst/>
              <a:rect l="0" t="0" r="0" b="0"/>
              <a:pathLst>
                <a:path w="2188355" h="3126434">
                  <a:moveTo>
                    <a:pt x="658627" y="3126434"/>
                  </a:moveTo>
                  <a:lnTo>
                    <a:pt x="708313" y="3119873"/>
                  </a:lnTo>
                  <a:lnTo>
                    <a:pt x="625101" y="3064543"/>
                  </a:lnTo>
                  <a:close/>
                  <a:moveTo>
                    <a:pt x="760748" y="3081437"/>
                  </a:moveTo>
                  <a:lnTo>
                    <a:pt x="716127" y="3126214"/>
                  </a:lnTo>
                  <a:lnTo>
                    <a:pt x="761962" y="3082382"/>
                  </a:lnTo>
                  <a:close/>
                  <a:moveTo>
                    <a:pt x="760748" y="3081437"/>
                  </a:moveTo>
                  <a:lnTo>
                    <a:pt x="708313" y="3119873"/>
                  </a:lnTo>
                  <a:lnTo>
                    <a:pt x="716127" y="3126214"/>
                  </a:lnTo>
                  <a:close/>
                  <a:moveTo>
                    <a:pt x="726409" y="3119873"/>
                  </a:moveTo>
                  <a:lnTo>
                    <a:pt x="761962" y="3082382"/>
                  </a:lnTo>
                  <a:lnTo>
                    <a:pt x="716127" y="3126214"/>
                  </a:lnTo>
                  <a:close/>
                  <a:moveTo>
                    <a:pt x="726409" y="3119873"/>
                  </a:moveTo>
                  <a:lnTo>
                    <a:pt x="771361" y="3081437"/>
                  </a:lnTo>
                  <a:lnTo>
                    <a:pt x="761962" y="3082382"/>
                  </a:lnTo>
                  <a:close/>
                  <a:moveTo>
                    <a:pt x="0" y="2012640"/>
                  </a:moveTo>
                  <a:lnTo>
                    <a:pt x="19509" y="2020080"/>
                  </a:lnTo>
                  <a:lnTo>
                    <a:pt x="33068" y="2029116"/>
                  </a:lnTo>
                  <a:close/>
                  <a:moveTo>
                    <a:pt x="790512" y="2973924"/>
                  </a:moveTo>
                  <a:lnTo>
                    <a:pt x="771361" y="3081437"/>
                  </a:lnTo>
                  <a:lnTo>
                    <a:pt x="833359" y="3070668"/>
                  </a:lnTo>
                  <a:close/>
                  <a:moveTo>
                    <a:pt x="40738" y="2002822"/>
                  </a:moveTo>
                  <a:lnTo>
                    <a:pt x="0" y="2012640"/>
                  </a:lnTo>
                  <a:lnTo>
                    <a:pt x="33068" y="2029116"/>
                  </a:lnTo>
                  <a:close/>
                  <a:moveTo>
                    <a:pt x="60948" y="1918152"/>
                  </a:moveTo>
                  <a:lnTo>
                    <a:pt x="0" y="2012640"/>
                  </a:lnTo>
                  <a:lnTo>
                    <a:pt x="40738" y="2002822"/>
                  </a:lnTo>
                  <a:close/>
                  <a:moveTo>
                    <a:pt x="40738" y="2002822"/>
                  </a:moveTo>
                  <a:lnTo>
                    <a:pt x="127974" y="1992492"/>
                  </a:lnTo>
                  <a:lnTo>
                    <a:pt x="60948" y="1918152"/>
                  </a:lnTo>
                  <a:close/>
                  <a:moveTo>
                    <a:pt x="127974" y="1992492"/>
                  </a:moveTo>
                  <a:lnTo>
                    <a:pt x="143500" y="1948143"/>
                  </a:lnTo>
                  <a:lnTo>
                    <a:pt x="60948" y="1918152"/>
                  </a:lnTo>
                  <a:close/>
                  <a:moveTo>
                    <a:pt x="875617" y="2949331"/>
                  </a:moveTo>
                  <a:lnTo>
                    <a:pt x="876266" y="3015888"/>
                  </a:lnTo>
                  <a:lnTo>
                    <a:pt x="928898" y="2960785"/>
                  </a:lnTo>
                  <a:close/>
                  <a:moveTo>
                    <a:pt x="154570" y="1870778"/>
                  </a:moveTo>
                  <a:lnTo>
                    <a:pt x="78163" y="1872304"/>
                  </a:lnTo>
                  <a:lnTo>
                    <a:pt x="60948" y="1918152"/>
                  </a:lnTo>
                  <a:close/>
                  <a:moveTo>
                    <a:pt x="657925" y="2143976"/>
                  </a:moveTo>
                  <a:lnTo>
                    <a:pt x="625192" y="2204074"/>
                  </a:lnTo>
                  <a:lnTo>
                    <a:pt x="669465" y="2155508"/>
                  </a:lnTo>
                  <a:close/>
                  <a:moveTo>
                    <a:pt x="669465" y="2155508"/>
                  </a:moveTo>
                  <a:lnTo>
                    <a:pt x="625192" y="2204074"/>
                  </a:lnTo>
                  <a:lnTo>
                    <a:pt x="620997" y="2234411"/>
                  </a:lnTo>
                  <a:close/>
                  <a:moveTo>
                    <a:pt x="54712" y="1679636"/>
                  </a:moveTo>
                  <a:lnTo>
                    <a:pt x="116124" y="1630587"/>
                  </a:lnTo>
                  <a:lnTo>
                    <a:pt x="168509" y="1611241"/>
                  </a:lnTo>
                  <a:close/>
                  <a:moveTo>
                    <a:pt x="454057" y="1708986"/>
                  </a:moveTo>
                  <a:lnTo>
                    <a:pt x="443958" y="1694464"/>
                  </a:lnTo>
                  <a:lnTo>
                    <a:pt x="462337" y="1776679"/>
                  </a:lnTo>
                  <a:close/>
                  <a:moveTo>
                    <a:pt x="1129171" y="2681045"/>
                  </a:moveTo>
                  <a:lnTo>
                    <a:pt x="1141936" y="2714410"/>
                  </a:lnTo>
                  <a:lnTo>
                    <a:pt x="1203437" y="2757542"/>
                  </a:lnTo>
                  <a:close/>
                  <a:moveTo>
                    <a:pt x="1183057" y="2580888"/>
                  </a:moveTo>
                  <a:lnTo>
                    <a:pt x="1252175" y="2661111"/>
                  </a:lnTo>
                  <a:lnTo>
                    <a:pt x="1258674" y="2580004"/>
                  </a:lnTo>
                  <a:close/>
                  <a:moveTo>
                    <a:pt x="322549" y="1693311"/>
                  </a:moveTo>
                  <a:lnTo>
                    <a:pt x="337553" y="1612249"/>
                  </a:lnTo>
                  <a:lnTo>
                    <a:pt x="321199" y="1595720"/>
                  </a:lnTo>
                  <a:close/>
                  <a:moveTo>
                    <a:pt x="702953" y="1727913"/>
                  </a:moveTo>
                  <a:lnTo>
                    <a:pt x="831460" y="1772355"/>
                  </a:lnTo>
                  <a:lnTo>
                    <a:pt x="755430" y="1766747"/>
                  </a:lnTo>
                  <a:close/>
                  <a:moveTo>
                    <a:pt x="598134" y="1652445"/>
                  </a:moveTo>
                  <a:lnTo>
                    <a:pt x="688499" y="1731705"/>
                  </a:lnTo>
                  <a:lnTo>
                    <a:pt x="702953" y="1727913"/>
                  </a:lnTo>
                  <a:close/>
                  <a:moveTo>
                    <a:pt x="1716833" y="2638150"/>
                  </a:moveTo>
                  <a:lnTo>
                    <a:pt x="1724454" y="2647951"/>
                  </a:lnTo>
                  <a:lnTo>
                    <a:pt x="1681889" y="2578399"/>
                  </a:lnTo>
                  <a:close/>
                  <a:moveTo>
                    <a:pt x="880790" y="1844111"/>
                  </a:moveTo>
                  <a:lnTo>
                    <a:pt x="906802" y="1946451"/>
                  </a:lnTo>
                  <a:lnTo>
                    <a:pt x="910591" y="1864236"/>
                  </a:lnTo>
                  <a:close/>
                  <a:moveTo>
                    <a:pt x="880790" y="1844111"/>
                  </a:moveTo>
                  <a:lnTo>
                    <a:pt x="910591" y="1864236"/>
                  </a:lnTo>
                  <a:lnTo>
                    <a:pt x="836713" y="1791994"/>
                  </a:lnTo>
                  <a:close/>
                  <a:moveTo>
                    <a:pt x="826988" y="1661369"/>
                  </a:moveTo>
                  <a:lnTo>
                    <a:pt x="771514" y="1772267"/>
                  </a:lnTo>
                  <a:lnTo>
                    <a:pt x="831460" y="1772355"/>
                  </a:lnTo>
                  <a:close/>
                  <a:moveTo>
                    <a:pt x="1444473" y="2240614"/>
                  </a:moveTo>
                  <a:lnTo>
                    <a:pt x="1403625" y="2222477"/>
                  </a:lnTo>
                  <a:lnTo>
                    <a:pt x="1509619" y="2280654"/>
                  </a:lnTo>
                  <a:close/>
                  <a:moveTo>
                    <a:pt x="1562088" y="2314926"/>
                  </a:moveTo>
                  <a:lnTo>
                    <a:pt x="1672704" y="2362869"/>
                  </a:lnTo>
                  <a:lnTo>
                    <a:pt x="1622664" y="2349524"/>
                  </a:lnTo>
                  <a:close/>
                  <a:moveTo>
                    <a:pt x="867652" y="1554515"/>
                  </a:moveTo>
                  <a:lnTo>
                    <a:pt x="877887" y="1579155"/>
                  </a:lnTo>
                  <a:lnTo>
                    <a:pt x="843229" y="1474279"/>
                  </a:lnTo>
                  <a:close/>
                  <a:moveTo>
                    <a:pt x="843229" y="1474279"/>
                  </a:moveTo>
                  <a:lnTo>
                    <a:pt x="877887" y="1579155"/>
                  </a:lnTo>
                  <a:lnTo>
                    <a:pt x="951287" y="1511302"/>
                  </a:lnTo>
                  <a:close/>
                  <a:moveTo>
                    <a:pt x="1769537" y="2445084"/>
                  </a:moveTo>
                  <a:lnTo>
                    <a:pt x="1812443" y="2501762"/>
                  </a:lnTo>
                  <a:lnTo>
                    <a:pt x="1817499" y="2488863"/>
                  </a:lnTo>
                  <a:close/>
                  <a:moveTo>
                    <a:pt x="1622664" y="2349524"/>
                  </a:moveTo>
                  <a:lnTo>
                    <a:pt x="1743063" y="2305818"/>
                  </a:lnTo>
                  <a:lnTo>
                    <a:pt x="1667548" y="2302137"/>
                  </a:lnTo>
                  <a:close/>
                  <a:moveTo>
                    <a:pt x="1077848" y="1504815"/>
                  </a:moveTo>
                  <a:lnTo>
                    <a:pt x="985112" y="1519615"/>
                  </a:lnTo>
                  <a:lnTo>
                    <a:pt x="988014" y="1420066"/>
                  </a:lnTo>
                  <a:close/>
                  <a:moveTo>
                    <a:pt x="1023085" y="1501088"/>
                  </a:moveTo>
                  <a:lnTo>
                    <a:pt x="1077848" y="1504815"/>
                  </a:lnTo>
                  <a:lnTo>
                    <a:pt x="988014" y="1420066"/>
                  </a:lnTo>
                  <a:close/>
                  <a:moveTo>
                    <a:pt x="951287" y="1511302"/>
                  </a:moveTo>
                  <a:lnTo>
                    <a:pt x="1023085" y="1501088"/>
                  </a:lnTo>
                  <a:lnTo>
                    <a:pt x="988014" y="1420066"/>
                  </a:lnTo>
                  <a:close/>
                  <a:moveTo>
                    <a:pt x="308982" y="781777"/>
                  </a:moveTo>
                  <a:lnTo>
                    <a:pt x="413867" y="780237"/>
                  </a:lnTo>
                  <a:lnTo>
                    <a:pt x="418340" y="696791"/>
                  </a:lnTo>
                  <a:close/>
                  <a:moveTo>
                    <a:pt x="469979" y="795211"/>
                  </a:moveTo>
                  <a:lnTo>
                    <a:pt x="397739" y="834967"/>
                  </a:lnTo>
                  <a:lnTo>
                    <a:pt x="467146" y="815813"/>
                  </a:lnTo>
                  <a:close/>
                  <a:moveTo>
                    <a:pt x="469979" y="795211"/>
                  </a:moveTo>
                  <a:lnTo>
                    <a:pt x="413867" y="780237"/>
                  </a:lnTo>
                  <a:lnTo>
                    <a:pt x="397739" y="834967"/>
                  </a:lnTo>
                  <a:close/>
                  <a:moveTo>
                    <a:pt x="413867" y="780237"/>
                  </a:moveTo>
                  <a:lnTo>
                    <a:pt x="469979" y="795211"/>
                  </a:lnTo>
                  <a:lnTo>
                    <a:pt x="418340" y="696791"/>
                  </a:lnTo>
                  <a:close/>
                  <a:moveTo>
                    <a:pt x="469979" y="795211"/>
                  </a:moveTo>
                  <a:lnTo>
                    <a:pt x="497025" y="712323"/>
                  </a:lnTo>
                  <a:lnTo>
                    <a:pt x="418340" y="696791"/>
                  </a:lnTo>
                  <a:close/>
                  <a:moveTo>
                    <a:pt x="1792951" y="2048238"/>
                  </a:moveTo>
                  <a:lnTo>
                    <a:pt x="1799369" y="2143113"/>
                  </a:lnTo>
                  <a:lnTo>
                    <a:pt x="1744206" y="2094889"/>
                  </a:lnTo>
                  <a:close/>
                  <a:moveTo>
                    <a:pt x="1624341" y="1964038"/>
                  </a:moveTo>
                  <a:lnTo>
                    <a:pt x="1714299" y="1983071"/>
                  </a:lnTo>
                  <a:lnTo>
                    <a:pt x="1639215" y="1981003"/>
                  </a:lnTo>
                  <a:close/>
                  <a:moveTo>
                    <a:pt x="1320254" y="1748927"/>
                  </a:moveTo>
                  <a:lnTo>
                    <a:pt x="1356441" y="1710491"/>
                  </a:lnTo>
                  <a:lnTo>
                    <a:pt x="1335801" y="1831142"/>
                  </a:lnTo>
                  <a:close/>
                  <a:moveTo>
                    <a:pt x="1336384" y="1628275"/>
                  </a:moveTo>
                  <a:lnTo>
                    <a:pt x="1356441" y="1710491"/>
                  </a:lnTo>
                  <a:lnTo>
                    <a:pt x="1348277" y="1666712"/>
                  </a:lnTo>
                  <a:close/>
                  <a:moveTo>
                    <a:pt x="1336384" y="1628275"/>
                  </a:moveTo>
                  <a:lnTo>
                    <a:pt x="1348277" y="1666712"/>
                  </a:lnTo>
                  <a:lnTo>
                    <a:pt x="1386162" y="1592195"/>
                  </a:lnTo>
                  <a:close/>
                  <a:moveTo>
                    <a:pt x="771515" y="971528"/>
                  </a:moveTo>
                  <a:lnTo>
                    <a:pt x="773391" y="1008991"/>
                  </a:lnTo>
                  <a:lnTo>
                    <a:pt x="771855" y="967348"/>
                  </a:lnTo>
                  <a:close/>
                  <a:moveTo>
                    <a:pt x="535740" y="641871"/>
                  </a:moveTo>
                  <a:lnTo>
                    <a:pt x="531737" y="641694"/>
                  </a:lnTo>
                  <a:lnTo>
                    <a:pt x="418340" y="696791"/>
                  </a:lnTo>
                  <a:close/>
                  <a:moveTo>
                    <a:pt x="497025" y="712323"/>
                  </a:moveTo>
                  <a:lnTo>
                    <a:pt x="535740" y="641871"/>
                  </a:lnTo>
                  <a:lnTo>
                    <a:pt x="418340" y="696791"/>
                  </a:lnTo>
                  <a:close/>
                  <a:moveTo>
                    <a:pt x="497025" y="712323"/>
                  </a:moveTo>
                  <a:lnTo>
                    <a:pt x="571809" y="713270"/>
                  </a:lnTo>
                  <a:lnTo>
                    <a:pt x="535740" y="641871"/>
                  </a:lnTo>
                  <a:close/>
                  <a:moveTo>
                    <a:pt x="439637" y="395049"/>
                  </a:moveTo>
                  <a:lnTo>
                    <a:pt x="391667" y="381861"/>
                  </a:lnTo>
                  <a:lnTo>
                    <a:pt x="336591" y="391142"/>
                  </a:lnTo>
                  <a:close/>
                  <a:moveTo>
                    <a:pt x="1717903" y="1948566"/>
                  </a:moveTo>
                  <a:lnTo>
                    <a:pt x="1645848" y="1946554"/>
                  </a:lnTo>
                  <a:lnTo>
                    <a:pt x="1639215" y="1981003"/>
                  </a:lnTo>
                  <a:close/>
                  <a:moveTo>
                    <a:pt x="1645848" y="1946554"/>
                  </a:moveTo>
                  <a:lnTo>
                    <a:pt x="1717903" y="1948566"/>
                  </a:lnTo>
                  <a:lnTo>
                    <a:pt x="1649855" y="1843204"/>
                  </a:lnTo>
                  <a:close/>
                  <a:moveTo>
                    <a:pt x="1627431" y="1761342"/>
                  </a:moveTo>
                  <a:lnTo>
                    <a:pt x="1649855" y="1843204"/>
                  </a:lnTo>
                  <a:lnTo>
                    <a:pt x="1682170" y="1874921"/>
                  </a:lnTo>
                  <a:close/>
                  <a:moveTo>
                    <a:pt x="1394663" y="1529117"/>
                  </a:moveTo>
                  <a:lnTo>
                    <a:pt x="1336384" y="1628275"/>
                  </a:lnTo>
                  <a:lnTo>
                    <a:pt x="1386162" y="1592195"/>
                  </a:lnTo>
                  <a:close/>
                  <a:moveTo>
                    <a:pt x="535740" y="641871"/>
                  </a:moveTo>
                  <a:lnTo>
                    <a:pt x="535927" y="641504"/>
                  </a:lnTo>
                  <a:lnTo>
                    <a:pt x="531737" y="641694"/>
                  </a:lnTo>
                  <a:close/>
                  <a:moveTo>
                    <a:pt x="535927" y="641504"/>
                  </a:moveTo>
                  <a:lnTo>
                    <a:pt x="535740" y="641871"/>
                  </a:lnTo>
                  <a:lnTo>
                    <a:pt x="536047" y="641694"/>
                  </a:lnTo>
                  <a:close/>
                  <a:moveTo>
                    <a:pt x="571797" y="561478"/>
                  </a:moveTo>
                  <a:lnTo>
                    <a:pt x="536047" y="641694"/>
                  </a:lnTo>
                  <a:lnTo>
                    <a:pt x="598925" y="599450"/>
                  </a:lnTo>
                  <a:close/>
                  <a:moveTo>
                    <a:pt x="2085287" y="2044693"/>
                  </a:moveTo>
                  <a:lnTo>
                    <a:pt x="2014264" y="1989498"/>
                  </a:lnTo>
                  <a:lnTo>
                    <a:pt x="2060197" y="2009948"/>
                  </a:lnTo>
                  <a:close/>
                  <a:moveTo>
                    <a:pt x="2101318" y="2118909"/>
                  </a:moveTo>
                  <a:lnTo>
                    <a:pt x="2187785" y="2208317"/>
                  </a:lnTo>
                  <a:lnTo>
                    <a:pt x="2111754" y="2126908"/>
                  </a:lnTo>
                  <a:close/>
                  <a:moveTo>
                    <a:pt x="2188229" y="2208937"/>
                  </a:moveTo>
                  <a:lnTo>
                    <a:pt x="2187785" y="2208317"/>
                  </a:lnTo>
                  <a:lnTo>
                    <a:pt x="2101318" y="2118909"/>
                  </a:lnTo>
                  <a:close/>
                  <a:moveTo>
                    <a:pt x="2188229" y="2208937"/>
                  </a:moveTo>
                  <a:lnTo>
                    <a:pt x="2188355" y="2209123"/>
                  </a:lnTo>
                  <a:lnTo>
                    <a:pt x="2187785" y="2208317"/>
                  </a:lnTo>
                  <a:close/>
                  <a:moveTo>
                    <a:pt x="1585656" y="1350350"/>
                  </a:moveTo>
                  <a:lnTo>
                    <a:pt x="1710203" y="1354273"/>
                  </a:lnTo>
                  <a:lnTo>
                    <a:pt x="1656368" y="1266320"/>
                  </a:lnTo>
                  <a:close/>
                  <a:moveTo>
                    <a:pt x="1839793" y="1509695"/>
                  </a:moveTo>
                  <a:lnTo>
                    <a:pt x="1882483" y="1595181"/>
                  </a:lnTo>
                  <a:lnTo>
                    <a:pt x="1842020" y="1512966"/>
                  </a:lnTo>
                  <a:close/>
                  <a:moveTo>
                    <a:pt x="1839793" y="1509695"/>
                  </a:moveTo>
                  <a:lnTo>
                    <a:pt x="1872094" y="1583528"/>
                  </a:lnTo>
                  <a:lnTo>
                    <a:pt x="1882483" y="1595181"/>
                  </a:lnTo>
                  <a:close/>
                  <a:moveTo>
                    <a:pt x="1558246" y="981239"/>
                  </a:moveTo>
                  <a:lnTo>
                    <a:pt x="1545363" y="1047953"/>
                  </a:lnTo>
                  <a:lnTo>
                    <a:pt x="1561764" y="1013990"/>
                  </a:lnTo>
                  <a:close/>
                  <a:moveTo>
                    <a:pt x="1561764" y="1013990"/>
                  </a:moveTo>
                  <a:lnTo>
                    <a:pt x="1545363" y="1047953"/>
                  </a:lnTo>
                  <a:lnTo>
                    <a:pt x="1545911" y="1066380"/>
                  </a:lnTo>
                  <a:close/>
                  <a:moveTo>
                    <a:pt x="1771864" y="1204051"/>
                  </a:moveTo>
                  <a:lnTo>
                    <a:pt x="1828338" y="1269977"/>
                  </a:lnTo>
                  <a:lnTo>
                    <a:pt x="1820460" y="1225136"/>
                  </a:lnTo>
                  <a:close/>
                  <a:moveTo>
                    <a:pt x="1820460" y="1225136"/>
                  </a:moveTo>
                  <a:lnTo>
                    <a:pt x="1828338" y="1269977"/>
                  </a:lnTo>
                  <a:lnTo>
                    <a:pt x="1824573" y="1227884"/>
                  </a:lnTo>
                  <a:close/>
                  <a:moveTo>
                    <a:pt x="1820460" y="1225136"/>
                  </a:moveTo>
                  <a:lnTo>
                    <a:pt x="1824573" y="1227884"/>
                  </a:lnTo>
                  <a:lnTo>
                    <a:pt x="1809951" y="1201231"/>
                  </a:lnTo>
                  <a:close/>
                  <a:moveTo>
                    <a:pt x="1198030" y="466779"/>
                  </a:moveTo>
                  <a:lnTo>
                    <a:pt x="1251499" y="506557"/>
                  </a:lnTo>
                  <a:lnTo>
                    <a:pt x="1217543" y="487948"/>
                  </a:lnTo>
                  <a:close/>
                  <a:moveTo>
                    <a:pt x="1288259" y="554108"/>
                  </a:moveTo>
                  <a:lnTo>
                    <a:pt x="1251499" y="506557"/>
                  </a:lnTo>
                  <a:lnTo>
                    <a:pt x="1198030" y="466779"/>
                  </a:lnTo>
                  <a:close/>
                  <a:moveTo>
                    <a:pt x="1216587" y="439483"/>
                  </a:moveTo>
                  <a:lnTo>
                    <a:pt x="1217543" y="487948"/>
                  </a:lnTo>
                  <a:lnTo>
                    <a:pt x="1244065" y="478767"/>
                  </a:lnTo>
                  <a:close/>
                  <a:moveTo>
                    <a:pt x="1153944" y="82215"/>
                  </a:moveTo>
                  <a:lnTo>
                    <a:pt x="1103530" y="38436"/>
                  </a:lnTo>
                  <a:lnTo>
                    <a:pt x="1109012" y="0"/>
                  </a:lnTo>
                  <a:close/>
                  <a:moveTo>
                    <a:pt x="1547639" y="224736"/>
                  </a:moveTo>
                  <a:lnTo>
                    <a:pt x="1494683" y="208209"/>
                  </a:lnTo>
                  <a:lnTo>
                    <a:pt x="1493553" y="208636"/>
                  </a:lnTo>
                  <a:close/>
                  <a:moveTo>
                    <a:pt x="1379689" y="276782"/>
                  </a:moveTo>
                  <a:lnTo>
                    <a:pt x="1459761" y="297497"/>
                  </a:lnTo>
                  <a:lnTo>
                    <a:pt x="1493553" y="208636"/>
                  </a:lnTo>
                  <a:close/>
                  <a:moveTo>
                    <a:pt x="1759873" y="213551"/>
                  </a:moveTo>
                  <a:lnTo>
                    <a:pt x="1812838" y="295766"/>
                  </a:lnTo>
                  <a:lnTo>
                    <a:pt x="1766239" y="25198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88" name="Candidate_density__2087">
              <a:extLst>
                <a:ext uri="{FF2B5EF4-FFF2-40B4-BE49-F238E27FC236}">
                  <a16:creationId xmlns:a16="http://schemas.microsoft.com/office/drawing/2014/main" id="{0DF0A6F3-0D01-ACE8-DD1B-FF610FDD6CBE}"/>
                </a:ext>
              </a:extLst>
            </p:cNvPr>
            <p:cNvSpPr>
              <a:spLocks noGrp="1"/>
            </p:cNvSpPr>
            <p:nvPr/>
          </p:nvSpPr>
          <p:spPr>
            <a:xfrm>
              <a:off x="4453485" y="1913888"/>
              <a:ext cx="2117010" cy="2987143"/>
            </a:xfrm>
            <a:custGeom>
              <a:avLst/>
              <a:gdLst/>
              <a:ahLst/>
              <a:cxnLst/>
              <a:rect l="0" t="0" r="0" b="0"/>
              <a:pathLst>
                <a:path w="2117010" h="2987143">
                  <a:moveTo>
                    <a:pt x="630150" y="2980801"/>
                  </a:moveTo>
                  <a:lnTo>
                    <a:pt x="630369" y="2985597"/>
                  </a:lnTo>
                  <a:lnTo>
                    <a:pt x="637963" y="2987143"/>
                  </a:lnTo>
                  <a:close/>
                  <a:moveTo>
                    <a:pt x="648245" y="2980801"/>
                  </a:moveTo>
                  <a:lnTo>
                    <a:pt x="637963" y="2987143"/>
                  </a:lnTo>
                  <a:lnTo>
                    <a:pt x="630369" y="2985597"/>
                  </a:lnTo>
                  <a:close/>
                  <a:moveTo>
                    <a:pt x="693197" y="2942365"/>
                  </a:moveTo>
                  <a:lnTo>
                    <a:pt x="648245" y="2980801"/>
                  </a:lnTo>
                  <a:lnTo>
                    <a:pt x="755196" y="2931596"/>
                  </a:lnTo>
                  <a:close/>
                  <a:moveTo>
                    <a:pt x="777257" y="2860150"/>
                  </a:moveTo>
                  <a:lnTo>
                    <a:pt x="850735" y="2821714"/>
                  </a:lnTo>
                  <a:lnTo>
                    <a:pt x="798103" y="2876817"/>
                  </a:lnTo>
                  <a:close/>
                  <a:moveTo>
                    <a:pt x="797454" y="2810260"/>
                  </a:moveTo>
                  <a:lnTo>
                    <a:pt x="850735" y="2821714"/>
                  </a:lnTo>
                  <a:lnTo>
                    <a:pt x="839887" y="2736262"/>
                  </a:lnTo>
                  <a:close/>
                  <a:moveTo>
                    <a:pt x="783704" y="2721346"/>
                  </a:moveTo>
                  <a:lnTo>
                    <a:pt x="839887" y="2736262"/>
                  </a:lnTo>
                  <a:lnTo>
                    <a:pt x="830928" y="2643453"/>
                  </a:lnTo>
                  <a:close/>
                  <a:moveTo>
                    <a:pt x="51874" y="1651560"/>
                  </a:moveTo>
                  <a:lnTo>
                    <a:pt x="0" y="1733232"/>
                  </a:lnTo>
                  <a:lnTo>
                    <a:pt x="76407" y="1731707"/>
                  </a:lnTo>
                  <a:close/>
                  <a:moveTo>
                    <a:pt x="467516" y="2196071"/>
                  </a:moveTo>
                  <a:lnTo>
                    <a:pt x="458353" y="2227318"/>
                  </a:lnTo>
                  <a:lnTo>
                    <a:pt x="482477" y="2207771"/>
                  </a:lnTo>
                  <a:close/>
                  <a:moveTo>
                    <a:pt x="484095" y="2108362"/>
                  </a:moveTo>
                  <a:lnTo>
                    <a:pt x="542833" y="2095340"/>
                  </a:lnTo>
                  <a:lnTo>
                    <a:pt x="515422" y="2087120"/>
                  </a:lnTo>
                  <a:close/>
                  <a:moveTo>
                    <a:pt x="484095" y="2108362"/>
                  </a:moveTo>
                  <a:lnTo>
                    <a:pt x="520145" y="2179690"/>
                  </a:lnTo>
                  <a:lnTo>
                    <a:pt x="542833" y="2095340"/>
                  </a:lnTo>
                  <a:close/>
                  <a:moveTo>
                    <a:pt x="467516" y="2196071"/>
                  </a:moveTo>
                  <a:lnTo>
                    <a:pt x="520145" y="2179690"/>
                  </a:lnTo>
                  <a:lnTo>
                    <a:pt x="484095" y="2108362"/>
                  </a:lnTo>
                  <a:close/>
                  <a:moveTo>
                    <a:pt x="482477" y="2207771"/>
                  </a:moveTo>
                  <a:lnTo>
                    <a:pt x="520145" y="2179690"/>
                  </a:lnTo>
                  <a:lnTo>
                    <a:pt x="467516" y="2196071"/>
                  </a:lnTo>
                  <a:close/>
                  <a:moveTo>
                    <a:pt x="600049" y="2109416"/>
                  </a:moveTo>
                  <a:lnTo>
                    <a:pt x="542833" y="2095340"/>
                  </a:lnTo>
                  <a:lnTo>
                    <a:pt x="520145" y="2179690"/>
                  </a:lnTo>
                  <a:close/>
                  <a:moveTo>
                    <a:pt x="515422" y="2087120"/>
                  </a:moveTo>
                  <a:lnTo>
                    <a:pt x="542833" y="2095340"/>
                  </a:lnTo>
                  <a:lnTo>
                    <a:pt x="547029" y="2065003"/>
                  </a:lnTo>
                  <a:close/>
                  <a:moveTo>
                    <a:pt x="579762" y="2004904"/>
                  </a:moveTo>
                  <a:lnTo>
                    <a:pt x="590220" y="2011285"/>
                  </a:lnTo>
                  <a:lnTo>
                    <a:pt x="547029" y="2065003"/>
                  </a:lnTo>
                  <a:close/>
                  <a:moveTo>
                    <a:pt x="249744" y="1390962"/>
                  </a:moveTo>
                  <a:lnTo>
                    <a:pt x="252540" y="1352526"/>
                  </a:lnTo>
                  <a:lnTo>
                    <a:pt x="259390" y="1473177"/>
                  </a:lnTo>
                  <a:close/>
                  <a:moveTo>
                    <a:pt x="813354" y="1845816"/>
                  </a:moveTo>
                  <a:lnTo>
                    <a:pt x="844449" y="1731631"/>
                  </a:lnTo>
                  <a:lnTo>
                    <a:pt x="832427" y="1725165"/>
                  </a:lnTo>
                  <a:close/>
                  <a:moveTo>
                    <a:pt x="813354" y="1845816"/>
                  </a:moveTo>
                  <a:lnTo>
                    <a:pt x="832427" y="1725165"/>
                  </a:lnTo>
                  <a:lnTo>
                    <a:pt x="828638" y="1807380"/>
                  </a:lnTo>
                  <a:close/>
                  <a:moveTo>
                    <a:pt x="766976" y="1533838"/>
                  </a:moveTo>
                  <a:lnTo>
                    <a:pt x="748825" y="1522298"/>
                  </a:lnTo>
                  <a:lnTo>
                    <a:pt x="753297" y="1633283"/>
                  </a:lnTo>
                  <a:close/>
                  <a:moveTo>
                    <a:pt x="766976" y="1533838"/>
                  </a:moveTo>
                  <a:lnTo>
                    <a:pt x="753297" y="1633283"/>
                  </a:lnTo>
                  <a:lnTo>
                    <a:pt x="781710" y="1560735"/>
                  </a:lnTo>
                  <a:close/>
                  <a:moveTo>
                    <a:pt x="748825" y="1522298"/>
                  </a:moveTo>
                  <a:lnTo>
                    <a:pt x="766976" y="1533838"/>
                  </a:lnTo>
                  <a:lnTo>
                    <a:pt x="773270" y="1492756"/>
                  </a:lnTo>
                  <a:close/>
                  <a:moveTo>
                    <a:pt x="1423522" y="2180019"/>
                  </a:moveTo>
                  <a:lnTo>
                    <a:pt x="1445593" y="2246517"/>
                  </a:lnTo>
                  <a:lnTo>
                    <a:pt x="1456259" y="2262234"/>
                  </a:lnTo>
                  <a:close/>
                  <a:moveTo>
                    <a:pt x="1544500" y="2210453"/>
                  </a:moveTo>
                  <a:lnTo>
                    <a:pt x="1445593" y="2246517"/>
                  </a:lnTo>
                  <a:lnTo>
                    <a:pt x="1423522" y="2180019"/>
                  </a:lnTo>
                  <a:close/>
                  <a:moveTo>
                    <a:pt x="789489" y="1415444"/>
                  </a:moveTo>
                  <a:lnTo>
                    <a:pt x="773270" y="1492756"/>
                  </a:lnTo>
                  <a:lnTo>
                    <a:pt x="799724" y="1440083"/>
                  </a:lnTo>
                  <a:close/>
                  <a:moveTo>
                    <a:pt x="873124" y="1372230"/>
                  </a:moveTo>
                  <a:lnTo>
                    <a:pt x="799724" y="1440083"/>
                  </a:lnTo>
                  <a:lnTo>
                    <a:pt x="819019" y="1385148"/>
                  </a:lnTo>
                  <a:close/>
                  <a:moveTo>
                    <a:pt x="819019" y="1385148"/>
                  </a:moveTo>
                  <a:lnTo>
                    <a:pt x="944922" y="1362016"/>
                  </a:lnTo>
                  <a:lnTo>
                    <a:pt x="873124" y="1372230"/>
                  </a:lnTo>
                  <a:close/>
                  <a:moveTo>
                    <a:pt x="93303" y="616957"/>
                  </a:moveTo>
                  <a:lnTo>
                    <a:pt x="230818" y="642706"/>
                  </a:lnTo>
                  <a:lnTo>
                    <a:pt x="156737" y="644387"/>
                  </a:lnTo>
                  <a:close/>
                  <a:moveTo>
                    <a:pt x="1242091" y="1609855"/>
                  </a:moveTo>
                  <a:lnTo>
                    <a:pt x="1257638" y="1692070"/>
                  </a:lnTo>
                  <a:lnTo>
                    <a:pt x="1222033" y="1648292"/>
                  </a:lnTo>
                  <a:close/>
                  <a:moveTo>
                    <a:pt x="1987955" y="2323421"/>
                  </a:moveTo>
                  <a:lnTo>
                    <a:pt x="1888584" y="2349791"/>
                  </a:lnTo>
                  <a:lnTo>
                    <a:pt x="1974936" y="2319316"/>
                  </a:lnTo>
                  <a:close/>
                  <a:moveTo>
                    <a:pt x="1974936" y="2319316"/>
                  </a:moveTo>
                  <a:lnTo>
                    <a:pt x="1888584" y="2349791"/>
                  </a:lnTo>
                  <a:lnTo>
                    <a:pt x="1930551" y="2323998"/>
                  </a:lnTo>
                  <a:close/>
                  <a:moveTo>
                    <a:pt x="1987955" y="2323421"/>
                  </a:moveTo>
                  <a:lnTo>
                    <a:pt x="1974936" y="2319316"/>
                  </a:lnTo>
                  <a:lnTo>
                    <a:pt x="2026849" y="2405383"/>
                  </a:lnTo>
                  <a:close/>
                  <a:moveTo>
                    <a:pt x="2073552" y="2364797"/>
                  </a:moveTo>
                  <a:lnTo>
                    <a:pt x="1987955" y="2323421"/>
                  </a:lnTo>
                  <a:lnTo>
                    <a:pt x="2026849" y="2405383"/>
                  </a:lnTo>
                  <a:close/>
                  <a:moveTo>
                    <a:pt x="1546178" y="1824967"/>
                  </a:moveTo>
                  <a:lnTo>
                    <a:pt x="1504182" y="1844506"/>
                  </a:lnTo>
                  <a:lnTo>
                    <a:pt x="1604007" y="1735850"/>
                  </a:lnTo>
                  <a:close/>
                  <a:moveTo>
                    <a:pt x="1278277" y="1571419"/>
                  </a:moveTo>
                  <a:lnTo>
                    <a:pt x="1242091" y="1609855"/>
                  </a:lnTo>
                  <a:lnTo>
                    <a:pt x="1270114" y="1527640"/>
                  </a:lnTo>
                  <a:close/>
                  <a:moveTo>
                    <a:pt x="457577" y="502799"/>
                  </a:moveTo>
                  <a:lnTo>
                    <a:pt x="512193" y="518775"/>
                  </a:lnTo>
                  <a:lnTo>
                    <a:pt x="457883" y="502623"/>
                  </a:lnTo>
                  <a:close/>
                  <a:moveTo>
                    <a:pt x="493646" y="574199"/>
                  </a:moveTo>
                  <a:lnTo>
                    <a:pt x="512193" y="518775"/>
                  </a:lnTo>
                  <a:lnTo>
                    <a:pt x="457577" y="502799"/>
                  </a:lnTo>
                  <a:close/>
                  <a:moveTo>
                    <a:pt x="457883" y="502623"/>
                  </a:moveTo>
                  <a:lnTo>
                    <a:pt x="512193" y="518775"/>
                  </a:lnTo>
                  <a:lnTo>
                    <a:pt x="520762" y="460379"/>
                  </a:lnTo>
                  <a:close/>
                  <a:moveTo>
                    <a:pt x="2094267" y="2282894"/>
                  </a:moveTo>
                  <a:lnTo>
                    <a:pt x="1987955" y="2323421"/>
                  </a:lnTo>
                  <a:lnTo>
                    <a:pt x="2073552" y="2364797"/>
                  </a:lnTo>
                  <a:close/>
                  <a:moveTo>
                    <a:pt x="2094267" y="2282894"/>
                  </a:moveTo>
                  <a:lnTo>
                    <a:pt x="2007523" y="2292823"/>
                  </a:lnTo>
                  <a:lnTo>
                    <a:pt x="1987955" y="2323421"/>
                  </a:lnTo>
                  <a:close/>
                  <a:moveTo>
                    <a:pt x="2007523" y="2292823"/>
                  </a:moveTo>
                  <a:lnTo>
                    <a:pt x="2094267" y="2282894"/>
                  </a:lnTo>
                  <a:lnTo>
                    <a:pt x="2029793" y="2264642"/>
                  </a:lnTo>
                  <a:close/>
                  <a:moveTo>
                    <a:pt x="2094267" y="2282894"/>
                  </a:moveTo>
                  <a:lnTo>
                    <a:pt x="2092156" y="2219151"/>
                  </a:lnTo>
                  <a:lnTo>
                    <a:pt x="2029793" y="2264642"/>
                  </a:lnTo>
                  <a:close/>
                  <a:moveTo>
                    <a:pt x="2094267" y="2282894"/>
                  </a:moveTo>
                  <a:lnTo>
                    <a:pt x="2073552" y="2364797"/>
                  </a:lnTo>
                  <a:lnTo>
                    <a:pt x="2099990" y="2311355"/>
                  </a:lnTo>
                  <a:close/>
                  <a:moveTo>
                    <a:pt x="2094267" y="2282894"/>
                  </a:moveTo>
                  <a:lnTo>
                    <a:pt x="2117010" y="2248620"/>
                  </a:lnTo>
                  <a:lnTo>
                    <a:pt x="2092156" y="2219151"/>
                  </a:lnTo>
                  <a:close/>
                  <a:moveTo>
                    <a:pt x="757126" y="786791"/>
                  </a:moveTo>
                  <a:lnTo>
                    <a:pt x="802863" y="742591"/>
                  </a:lnTo>
                  <a:lnTo>
                    <a:pt x="693692" y="828277"/>
                  </a:lnTo>
                  <a:close/>
                  <a:moveTo>
                    <a:pt x="493634" y="422406"/>
                  </a:moveTo>
                  <a:lnTo>
                    <a:pt x="520762" y="460379"/>
                  </a:lnTo>
                  <a:lnTo>
                    <a:pt x="569138" y="426047"/>
                  </a:lnTo>
                  <a:close/>
                  <a:moveTo>
                    <a:pt x="520762" y="460379"/>
                  </a:moveTo>
                  <a:lnTo>
                    <a:pt x="595534" y="461280"/>
                  </a:lnTo>
                  <a:lnTo>
                    <a:pt x="638640" y="407242"/>
                  </a:lnTo>
                  <a:close/>
                  <a:moveTo>
                    <a:pt x="569138" y="426047"/>
                  </a:moveTo>
                  <a:lnTo>
                    <a:pt x="520762" y="460379"/>
                  </a:lnTo>
                  <a:lnTo>
                    <a:pt x="638640" y="407242"/>
                  </a:lnTo>
                  <a:close/>
                  <a:moveTo>
                    <a:pt x="313504" y="242789"/>
                  </a:moveTo>
                  <a:lnTo>
                    <a:pt x="361474" y="255977"/>
                  </a:lnTo>
                  <a:lnTo>
                    <a:pt x="332948" y="243037"/>
                  </a:lnTo>
                  <a:close/>
                  <a:moveTo>
                    <a:pt x="657006" y="361545"/>
                  </a:moveTo>
                  <a:lnTo>
                    <a:pt x="569138" y="426047"/>
                  </a:lnTo>
                  <a:lnTo>
                    <a:pt x="638640" y="407242"/>
                  </a:lnTo>
                  <a:close/>
                  <a:moveTo>
                    <a:pt x="657006" y="361545"/>
                  </a:moveTo>
                  <a:lnTo>
                    <a:pt x="670508" y="311193"/>
                  </a:lnTo>
                  <a:lnTo>
                    <a:pt x="602656" y="336165"/>
                  </a:lnTo>
                  <a:close/>
                  <a:moveTo>
                    <a:pt x="657006" y="361545"/>
                  </a:moveTo>
                  <a:lnTo>
                    <a:pt x="638640" y="407242"/>
                  </a:lnTo>
                  <a:lnTo>
                    <a:pt x="673146" y="381971"/>
                  </a:lnTo>
                  <a:close/>
                  <a:moveTo>
                    <a:pt x="670508" y="311193"/>
                  </a:moveTo>
                  <a:lnTo>
                    <a:pt x="707680" y="280846"/>
                  </a:lnTo>
                  <a:lnTo>
                    <a:pt x="703086" y="261320"/>
                  </a:lnTo>
                  <a:close/>
                  <a:moveTo>
                    <a:pt x="657006" y="361545"/>
                  </a:moveTo>
                  <a:lnTo>
                    <a:pt x="695513" y="341227"/>
                  </a:lnTo>
                  <a:lnTo>
                    <a:pt x="670508" y="311193"/>
                  </a:lnTo>
                  <a:close/>
                  <a:moveTo>
                    <a:pt x="703086" y="261320"/>
                  </a:moveTo>
                  <a:lnTo>
                    <a:pt x="707756" y="235254"/>
                  </a:lnTo>
                  <a:lnTo>
                    <a:pt x="670508" y="311193"/>
                  </a:lnTo>
                  <a:close/>
                  <a:moveTo>
                    <a:pt x="703086" y="261320"/>
                  </a:moveTo>
                  <a:lnTo>
                    <a:pt x="717481" y="222883"/>
                  </a:lnTo>
                  <a:lnTo>
                    <a:pt x="707756" y="235254"/>
                  </a:lnTo>
                  <a:close/>
                  <a:moveTo>
                    <a:pt x="1793930" y="1444457"/>
                  </a:moveTo>
                  <a:lnTo>
                    <a:pt x="1793698" y="1508834"/>
                  </a:lnTo>
                  <a:lnTo>
                    <a:pt x="1804319" y="1456110"/>
                  </a:lnTo>
                  <a:close/>
                  <a:moveTo>
                    <a:pt x="1756236" y="1171028"/>
                  </a:moveTo>
                  <a:lnTo>
                    <a:pt x="1750175" y="1130905"/>
                  </a:lnTo>
                  <a:lnTo>
                    <a:pt x="1733727" y="1132591"/>
                  </a:lnTo>
                  <a:close/>
                  <a:moveTo>
                    <a:pt x="1119866" y="327707"/>
                  </a:moveTo>
                  <a:lnTo>
                    <a:pt x="1139379" y="348877"/>
                  </a:lnTo>
                  <a:lnTo>
                    <a:pt x="1138423" y="300411"/>
                  </a:lnTo>
                  <a:close/>
                  <a:moveTo>
                    <a:pt x="1138423" y="300411"/>
                  </a:moveTo>
                  <a:lnTo>
                    <a:pt x="1165902" y="339695"/>
                  </a:lnTo>
                  <a:lnTo>
                    <a:pt x="1199312" y="249406"/>
                  </a:lnTo>
                  <a:close/>
                  <a:moveTo>
                    <a:pt x="1254865" y="239048"/>
                  </a:moveTo>
                  <a:lnTo>
                    <a:pt x="1222120" y="228225"/>
                  </a:lnTo>
                  <a:lnTo>
                    <a:pt x="1199312" y="249406"/>
                  </a:lnTo>
                  <a:close/>
                  <a:moveTo>
                    <a:pt x="890600" y="92636"/>
                  </a:moveTo>
                  <a:lnTo>
                    <a:pt x="892810" y="63795"/>
                  </a:lnTo>
                  <a:lnTo>
                    <a:pt x="876600" y="94016"/>
                  </a:lnTo>
                  <a:close/>
                  <a:moveTo>
                    <a:pt x="810482" y="97178"/>
                  </a:moveTo>
                  <a:lnTo>
                    <a:pt x="831156" y="102232"/>
                  </a:lnTo>
                  <a:lnTo>
                    <a:pt x="876600" y="94016"/>
                  </a:lnTo>
                  <a:close/>
                  <a:moveTo>
                    <a:pt x="1415390" y="69565"/>
                  </a:moveTo>
                  <a:lnTo>
                    <a:pt x="1416520" y="69137"/>
                  </a:lnTo>
                  <a:lnTo>
                    <a:pt x="1415733" y="68765"/>
                  </a:lnTo>
                  <a:close/>
                  <a:moveTo>
                    <a:pt x="1455119" y="2899"/>
                  </a:moveTo>
                  <a:lnTo>
                    <a:pt x="1415733" y="68765"/>
                  </a:lnTo>
                  <a:lnTo>
                    <a:pt x="1528873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89" name="Candidate_density__2088">
              <a:extLst>
                <a:ext uri="{FF2B5EF4-FFF2-40B4-BE49-F238E27FC236}">
                  <a16:creationId xmlns:a16="http://schemas.microsoft.com/office/drawing/2014/main" id="{4BB7459D-8C83-8C58-1753-58944B95D2FF}"/>
                </a:ext>
              </a:extLst>
            </p:cNvPr>
            <p:cNvSpPr>
              <a:spLocks noGrp="1"/>
            </p:cNvSpPr>
            <p:nvPr/>
          </p:nvSpPr>
          <p:spPr>
            <a:xfrm>
              <a:off x="4328954" y="1725669"/>
              <a:ext cx="2158122" cy="3169020"/>
            </a:xfrm>
            <a:custGeom>
              <a:avLst/>
              <a:gdLst/>
              <a:ahLst/>
              <a:cxnLst/>
              <a:rect l="0" t="0" r="0" b="0"/>
              <a:pathLst>
                <a:path w="2158122" h="3169020">
                  <a:moveTo>
                    <a:pt x="728204" y="3048368"/>
                  </a:moveTo>
                  <a:lnTo>
                    <a:pt x="754682" y="3169020"/>
                  </a:lnTo>
                  <a:lnTo>
                    <a:pt x="807116" y="3130584"/>
                  </a:lnTo>
                  <a:close/>
                  <a:moveTo>
                    <a:pt x="836880" y="3023071"/>
                  </a:moveTo>
                  <a:lnTo>
                    <a:pt x="879727" y="3119815"/>
                  </a:lnTo>
                  <a:lnTo>
                    <a:pt x="922634" y="3065035"/>
                  </a:lnTo>
                  <a:close/>
                  <a:moveTo>
                    <a:pt x="786882" y="2847538"/>
                  </a:moveTo>
                  <a:lnTo>
                    <a:pt x="768901" y="2801723"/>
                  </a:lnTo>
                  <a:lnTo>
                    <a:pt x="751387" y="2776303"/>
                  </a:lnTo>
                  <a:close/>
                  <a:moveTo>
                    <a:pt x="11456" y="1979572"/>
                  </a:moveTo>
                  <a:lnTo>
                    <a:pt x="46368" y="2061787"/>
                  </a:lnTo>
                  <a:lnTo>
                    <a:pt x="107316" y="1967299"/>
                  </a:lnTo>
                  <a:close/>
                  <a:moveTo>
                    <a:pt x="0" y="1962100"/>
                  </a:moveTo>
                  <a:lnTo>
                    <a:pt x="11456" y="1979572"/>
                  </a:lnTo>
                  <a:lnTo>
                    <a:pt x="107316" y="1967299"/>
                  </a:lnTo>
                  <a:close/>
                  <a:moveTo>
                    <a:pt x="908235" y="2909564"/>
                  </a:moveTo>
                  <a:lnTo>
                    <a:pt x="921985" y="2998478"/>
                  </a:lnTo>
                  <a:lnTo>
                    <a:pt x="964418" y="2924480"/>
                  </a:lnTo>
                  <a:close/>
                  <a:moveTo>
                    <a:pt x="908235" y="2909564"/>
                  </a:moveTo>
                  <a:lnTo>
                    <a:pt x="955459" y="2831671"/>
                  </a:lnTo>
                  <a:lnTo>
                    <a:pt x="895642" y="2819710"/>
                  </a:lnTo>
                  <a:close/>
                  <a:moveTo>
                    <a:pt x="200938" y="1919925"/>
                  </a:moveTo>
                  <a:lnTo>
                    <a:pt x="107316" y="1967299"/>
                  </a:lnTo>
                  <a:lnTo>
                    <a:pt x="189869" y="1997290"/>
                  </a:lnTo>
                  <a:close/>
                  <a:moveTo>
                    <a:pt x="53806" y="1656054"/>
                  </a:moveTo>
                  <a:lnTo>
                    <a:pt x="99498" y="1741617"/>
                  </a:lnTo>
                  <a:lnTo>
                    <a:pt x="101081" y="1728783"/>
                  </a:lnTo>
                  <a:close/>
                  <a:moveTo>
                    <a:pt x="1061550" y="2686413"/>
                  </a:moveTo>
                  <a:lnTo>
                    <a:pt x="1059069" y="2802625"/>
                  </a:lnTo>
                  <a:lnTo>
                    <a:pt x="1105087" y="2759475"/>
                  </a:lnTo>
                  <a:close/>
                  <a:moveTo>
                    <a:pt x="320418" y="1776331"/>
                  </a:moveTo>
                  <a:lnTo>
                    <a:pt x="283017" y="1713604"/>
                  </a:lnTo>
                  <a:lnTo>
                    <a:pt x="324006" y="1782048"/>
                  </a:lnTo>
                  <a:close/>
                  <a:moveTo>
                    <a:pt x="264910" y="1699832"/>
                  </a:moveTo>
                  <a:lnTo>
                    <a:pt x="283017" y="1713604"/>
                  </a:lnTo>
                  <a:lnTo>
                    <a:pt x="320418" y="1776331"/>
                  </a:lnTo>
                  <a:close/>
                  <a:moveTo>
                    <a:pt x="1137363" y="2647977"/>
                  </a:moveTo>
                  <a:lnTo>
                    <a:pt x="1163440" y="2683679"/>
                  </a:lnTo>
                  <a:lnTo>
                    <a:pt x="1175539" y="2730192"/>
                  </a:lnTo>
                  <a:close/>
                  <a:moveTo>
                    <a:pt x="1152739" y="2686413"/>
                  </a:moveTo>
                  <a:lnTo>
                    <a:pt x="1128823" y="2651230"/>
                  </a:lnTo>
                  <a:lnTo>
                    <a:pt x="1105087" y="2759475"/>
                  </a:lnTo>
                  <a:close/>
                  <a:moveTo>
                    <a:pt x="375990" y="1946478"/>
                  </a:moveTo>
                  <a:lnTo>
                    <a:pt x="416599" y="1825826"/>
                  </a:lnTo>
                  <a:lnTo>
                    <a:pt x="364484" y="1864262"/>
                  </a:lnTo>
                  <a:close/>
                  <a:moveTo>
                    <a:pt x="368917" y="1742458"/>
                  </a:moveTo>
                  <a:lnTo>
                    <a:pt x="285225" y="1708206"/>
                  </a:lnTo>
                  <a:lnTo>
                    <a:pt x="320418" y="1776331"/>
                  </a:lnTo>
                  <a:close/>
                  <a:moveTo>
                    <a:pt x="384570" y="1591544"/>
                  </a:moveTo>
                  <a:lnTo>
                    <a:pt x="374276" y="1579181"/>
                  </a:lnTo>
                  <a:lnTo>
                    <a:pt x="383921" y="1661396"/>
                  </a:lnTo>
                  <a:close/>
                  <a:moveTo>
                    <a:pt x="1322955" y="2691756"/>
                  </a:moveTo>
                  <a:lnTo>
                    <a:pt x="1298544" y="2710258"/>
                  </a:lnTo>
                  <a:lnTo>
                    <a:pt x="1229425" y="2630035"/>
                  </a:lnTo>
                  <a:close/>
                  <a:moveTo>
                    <a:pt x="1338474" y="2609541"/>
                  </a:moveTo>
                  <a:lnTo>
                    <a:pt x="1367858" y="2638676"/>
                  </a:lnTo>
                  <a:lnTo>
                    <a:pt x="1361699" y="2691756"/>
                  </a:lnTo>
                  <a:close/>
                  <a:moveTo>
                    <a:pt x="374276" y="1579181"/>
                  </a:moveTo>
                  <a:lnTo>
                    <a:pt x="307669" y="1513461"/>
                  </a:lnTo>
                  <a:lnTo>
                    <a:pt x="377072" y="1540744"/>
                  </a:lnTo>
                  <a:close/>
                  <a:moveTo>
                    <a:pt x="883081" y="1841141"/>
                  </a:moveTo>
                  <a:lnTo>
                    <a:pt x="956959" y="1913384"/>
                  </a:lnTo>
                  <a:lnTo>
                    <a:pt x="868955" y="1840484"/>
                  </a:lnTo>
                  <a:close/>
                  <a:moveTo>
                    <a:pt x="868955" y="1840484"/>
                  </a:moveTo>
                  <a:lnTo>
                    <a:pt x="956959" y="1913384"/>
                  </a:lnTo>
                  <a:lnTo>
                    <a:pt x="968980" y="1919850"/>
                  </a:lnTo>
                  <a:close/>
                  <a:moveTo>
                    <a:pt x="1728257" y="2627546"/>
                  </a:moveTo>
                  <a:lnTo>
                    <a:pt x="1665667" y="2617838"/>
                  </a:lnTo>
                  <a:lnTo>
                    <a:pt x="1763201" y="2687297"/>
                  </a:lnTo>
                  <a:close/>
                  <a:moveTo>
                    <a:pt x="1605212" y="2466802"/>
                  </a:moveTo>
                  <a:lnTo>
                    <a:pt x="1580790" y="2450453"/>
                  </a:lnTo>
                  <a:lnTo>
                    <a:pt x="1593856" y="2532668"/>
                  </a:lnTo>
                  <a:close/>
                  <a:moveTo>
                    <a:pt x="806972" y="1835236"/>
                  </a:moveTo>
                  <a:lnTo>
                    <a:pt x="927158" y="1893258"/>
                  </a:lnTo>
                  <a:lnTo>
                    <a:pt x="883081" y="1841141"/>
                  </a:lnTo>
                  <a:close/>
                  <a:moveTo>
                    <a:pt x="736978" y="1584523"/>
                  </a:moveTo>
                  <a:lnTo>
                    <a:pt x="676310" y="1625371"/>
                  </a:lnTo>
                  <a:lnTo>
                    <a:pt x="710357" y="1547961"/>
                  </a:lnTo>
                  <a:close/>
                  <a:moveTo>
                    <a:pt x="1570125" y="2434735"/>
                  </a:moveTo>
                  <a:lnTo>
                    <a:pt x="1593856" y="2532668"/>
                  </a:lnTo>
                  <a:lnTo>
                    <a:pt x="1580790" y="2450453"/>
                  </a:lnTo>
                  <a:close/>
                  <a:moveTo>
                    <a:pt x="1737334" y="2419982"/>
                  </a:moveTo>
                  <a:lnTo>
                    <a:pt x="1751433" y="2428095"/>
                  </a:lnTo>
                  <a:lnTo>
                    <a:pt x="1719072" y="2412016"/>
                  </a:lnTo>
                  <a:close/>
                  <a:moveTo>
                    <a:pt x="1751433" y="2428095"/>
                  </a:moveTo>
                  <a:lnTo>
                    <a:pt x="1737334" y="2419982"/>
                  </a:lnTo>
                  <a:lnTo>
                    <a:pt x="1815906" y="2494232"/>
                  </a:lnTo>
                  <a:close/>
                  <a:moveTo>
                    <a:pt x="1579991" y="2344417"/>
                  </a:moveTo>
                  <a:lnTo>
                    <a:pt x="1555987" y="2329801"/>
                  </a:lnTo>
                  <a:lnTo>
                    <a:pt x="1570125" y="2434735"/>
                  </a:lnTo>
                  <a:close/>
                  <a:moveTo>
                    <a:pt x="1579991" y="2344417"/>
                  </a:moveTo>
                  <a:lnTo>
                    <a:pt x="1570125" y="2434735"/>
                  </a:lnTo>
                  <a:lnTo>
                    <a:pt x="1669032" y="2398671"/>
                  </a:lnTo>
                  <a:close/>
                  <a:moveTo>
                    <a:pt x="1416027" y="2286022"/>
                  </a:moveTo>
                  <a:lnTo>
                    <a:pt x="1470365" y="2355154"/>
                  </a:lnTo>
                  <a:lnTo>
                    <a:pt x="1444379" y="2331249"/>
                  </a:lnTo>
                  <a:close/>
                  <a:moveTo>
                    <a:pt x="1464573" y="2286022"/>
                  </a:moveTo>
                  <a:lnTo>
                    <a:pt x="1444379" y="2331249"/>
                  </a:lnTo>
                  <a:lnTo>
                    <a:pt x="1555987" y="2329801"/>
                  </a:lnTo>
                  <a:close/>
                  <a:moveTo>
                    <a:pt x="889597" y="1523426"/>
                  </a:moveTo>
                  <a:lnTo>
                    <a:pt x="851275" y="1507019"/>
                  </a:lnTo>
                  <a:lnTo>
                    <a:pt x="800931" y="1434826"/>
                  </a:lnTo>
                  <a:close/>
                  <a:moveTo>
                    <a:pt x="702213" y="1354398"/>
                  </a:moveTo>
                  <a:lnTo>
                    <a:pt x="800931" y="1434826"/>
                  </a:lnTo>
                  <a:lnTo>
                    <a:pt x="736895" y="1381657"/>
                  </a:lnTo>
                  <a:close/>
                  <a:moveTo>
                    <a:pt x="736895" y="1381657"/>
                  </a:moveTo>
                  <a:lnTo>
                    <a:pt x="800931" y="1434826"/>
                  </a:lnTo>
                  <a:lnTo>
                    <a:pt x="745215" y="1389134"/>
                  </a:lnTo>
                  <a:close/>
                  <a:moveTo>
                    <a:pt x="524735" y="1037723"/>
                  </a:moveTo>
                  <a:lnTo>
                    <a:pt x="562904" y="1049618"/>
                  </a:lnTo>
                  <a:lnTo>
                    <a:pt x="585971" y="1135012"/>
                  </a:lnTo>
                  <a:close/>
                  <a:moveTo>
                    <a:pt x="506524" y="952436"/>
                  </a:moveTo>
                  <a:lnTo>
                    <a:pt x="513514" y="864961"/>
                  </a:lnTo>
                  <a:lnTo>
                    <a:pt x="444107" y="884114"/>
                  </a:lnTo>
                  <a:close/>
                  <a:moveTo>
                    <a:pt x="355350" y="830924"/>
                  </a:moveTo>
                  <a:lnTo>
                    <a:pt x="293036" y="804630"/>
                  </a:lnTo>
                  <a:lnTo>
                    <a:pt x="378005" y="849929"/>
                  </a:lnTo>
                  <a:close/>
                  <a:moveTo>
                    <a:pt x="300011" y="806151"/>
                  </a:moveTo>
                  <a:lnTo>
                    <a:pt x="310996" y="880294"/>
                  </a:lnTo>
                  <a:lnTo>
                    <a:pt x="378005" y="849929"/>
                  </a:lnTo>
                  <a:close/>
                  <a:moveTo>
                    <a:pt x="1719072" y="2412016"/>
                  </a:moveTo>
                  <a:lnTo>
                    <a:pt x="1751433" y="2428095"/>
                  </a:lnTo>
                  <a:lnTo>
                    <a:pt x="1762249" y="2399726"/>
                  </a:lnTo>
                  <a:close/>
                  <a:moveTo>
                    <a:pt x="1719072" y="2412016"/>
                  </a:moveTo>
                  <a:lnTo>
                    <a:pt x="1762249" y="2399726"/>
                  </a:lnTo>
                  <a:lnTo>
                    <a:pt x="1669032" y="2398671"/>
                  </a:lnTo>
                  <a:close/>
                  <a:moveTo>
                    <a:pt x="1669032" y="2398671"/>
                  </a:moveTo>
                  <a:lnTo>
                    <a:pt x="1762249" y="2399726"/>
                  </a:lnTo>
                  <a:lnTo>
                    <a:pt x="1789432" y="2354965"/>
                  </a:lnTo>
                  <a:close/>
                  <a:moveTo>
                    <a:pt x="1579991" y="2344417"/>
                  </a:moveTo>
                  <a:lnTo>
                    <a:pt x="1669032" y="2398671"/>
                  </a:lnTo>
                  <a:lnTo>
                    <a:pt x="1713916" y="2351284"/>
                  </a:lnTo>
                  <a:close/>
                  <a:moveTo>
                    <a:pt x="378005" y="849929"/>
                  </a:moveTo>
                  <a:lnTo>
                    <a:pt x="444107" y="884114"/>
                  </a:lnTo>
                  <a:lnTo>
                    <a:pt x="460235" y="829384"/>
                  </a:lnTo>
                  <a:close/>
                  <a:moveTo>
                    <a:pt x="378005" y="849929"/>
                  </a:moveTo>
                  <a:lnTo>
                    <a:pt x="460235" y="829384"/>
                  </a:lnTo>
                  <a:lnTo>
                    <a:pt x="355350" y="830924"/>
                  </a:lnTo>
                  <a:close/>
                  <a:moveTo>
                    <a:pt x="1505407" y="1962504"/>
                  </a:moveTo>
                  <a:lnTo>
                    <a:pt x="1491612" y="1998105"/>
                  </a:lnTo>
                  <a:lnTo>
                    <a:pt x="1543965" y="1994522"/>
                  </a:lnTo>
                  <a:close/>
                  <a:moveTo>
                    <a:pt x="1923182" y="2297722"/>
                  </a:moveTo>
                  <a:lnTo>
                    <a:pt x="1943372" y="2335144"/>
                  </a:lnTo>
                  <a:lnTo>
                    <a:pt x="1906525" y="2298897"/>
                  </a:lnTo>
                  <a:close/>
                  <a:moveTo>
                    <a:pt x="1906525" y="2298897"/>
                  </a:moveTo>
                  <a:lnTo>
                    <a:pt x="1875607" y="2368161"/>
                  </a:lnTo>
                  <a:lnTo>
                    <a:pt x="1923182" y="2297722"/>
                  </a:lnTo>
                  <a:close/>
                  <a:moveTo>
                    <a:pt x="1614388" y="2098475"/>
                  </a:moveTo>
                  <a:lnTo>
                    <a:pt x="1654858" y="2130474"/>
                  </a:lnTo>
                  <a:lnTo>
                    <a:pt x="1641903" y="2126935"/>
                  </a:lnTo>
                  <a:close/>
                  <a:moveTo>
                    <a:pt x="1804272" y="2209149"/>
                  </a:moveTo>
                  <a:lnTo>
                    <a:pt x="1744731" y="2126935"/>
                  </a:lnTo>
                  <a:lnTo>
                    <a:pt x="1790574" y="2144036"/>
                  </a:lnTo>
                  <a:close/>
                  <a:moveTo>
                    <a:pt x="1790574" y="2144036"/>
                  </a:moveTo>
                  <a:lnTo>
                    <a:pt x="1822779" y="2088498"/>
                  </a:lnTo>
                  <a:lnTo>
                    <a:pt x="1839319" y="2097385"/>
                  </a:lnTo>
                  <a:close/>
                  <a:moveTo>
                    <a:pt x="1730262" y="2025362"/>
                  </a:moveTo>
                  <a:lnTo>
                    <a:pt x="1760667" y="2032218"/>
                  </a:lnTo>
                  <a:lnTo>
                    <a:pt x="1670710" y="2013186"/>
                  </a:lnTo>
                  <a:close/>
                  <a:moveTo>
                    <a:pt x="1839319" y="2097385"/>
                  </a:moveTo>
                  <a:lnTo>
                    <a:pt x="1822779" y="2088498"/>
                  </a:lnTo>
                  <a:lnTo>
                    <a:pt x="1760667" y="2032218"/>
                  </a:lnTo>
                  <a:close/>
                  <a:moveTo>
                    <a:pt x="1730262" y="2025362"/>
                  </a:moveTo>
                  <a:lnTo>
                    <a:pt x="1670710" y="2013186"/>
                  </a:lnTo>
                  <a:lnTo>
                    <a:pt x="1728538" y="1924068"/>
                  </a:lnTo>
                  <a:close/>
                  <a:moveTo>
                    <a:pt x="438035" y="431008"/>
                  </a:moveTo>
                  <a:lnTo>
                    <a:pt x="352716" y="390675"/>
                  </a:lnTo>
                  <a:lnTo>
                    <a:pt x="382959" y="440289"/>
                  </a:lnTo>
                  <a:close/>
                  <a:moveTo>
                    <a:pt x="1673799" y="1810489"/>
                  </a:moveTo>
                  <a:lnTo>
                    <a:pt x="1728538" y="1924068"/>
                  </a:lnTo>
                  <a:lnTo>
                    <a:pt x="1706151" y="1841853"/>
                  </a:lnTo>
                  <a:close/>
                  <a:moveTo>
                    <a:pt x="1375092" y="1671373"/>
                  </a:moveTo>
                  <a:lnTo>
                    <a:pt x="1382752" y="1677422"/>
                  </a:lnTo>
                  <a:lnTo>
                    <a:pt x="1441031" y="1578264"/>
                  </a:lnTo>
                  <a:close/>
                  <a:moveTo>
                    <a:pt x="1518705" y="1575709"/>
                  </a:moveTo>
                  <a:lnTo>
                    <a:pt x="1432530" y="1641342"/>
                  </a:lnTo>
                  <a:lnTo>
                    <a:pt x="1509204" y="1649355"/>
                  </a:lnTo>
                  <a:close/>
                  <a:moveTo>
                    <a:pt x="1518705" y="1575709"/>
                  </a:moveTo>
                  <a:lnTo>
                    <a:pt x="1441031" y="1578264"/>
                  </a:lnTo>
                  <a:lnTo>
                    <a:pt x="1432530" y="1641342"/>
                  </a:lnTo>
                  <a:close/>
                  <a:moveTo>
                    <a:pt x="2060632" y="2038645"/>
                  </a:moveTo>
                  <a:lnTo>
                    <a:pt x="2016222" y="2014158"/>
                  </a:lnTo>
                  <a:lnTo>
                    <a:pt x="2106565" y="2059095"/>
                  </a:lnTo>
                  <a:close/>
                  <a:moveTo>
                    <a:pt x="1617839" y="1455614"/>
                  </a:moveTo>
                  <a:lnTo>
                    <a:pt x="1542330" y="1456410"/>
                  </a:lnTo>
                  <a:lnTo>
                    <a:pt x="1532457" y="1521089"/>
                  </a:lnTo>
                  <a:close/>
                  <a:moveTo>
                    <a:pt x="1617839" y="1455614"/>
                  </a:moveTo>
                  <a:lnTo>
                    <a:pt x="1632024" y="1399497"/>
                  </a:lnTo>
                  <a:lnTo>
                    <a:pt x="1551648" y="1377640"/>
                  </a:lnTo>
                  <a:close/>
                  <a:moveTo>
                    <a:pt x="2122052" y="2088805"/>
                  </a:moveTo>
                  <a:lnTo>
                    <a:pt x="2158122" y="2176055"/>
                  </a:lnTo>
                  <a:lnTo>
                    <a:pt x="2131655" y="2093840"/>
                  </a:lnTo>
                  <a:close/>
                  <a:moveTo>
                    <a:pt x="2122052" y="2088805"/>
                  </a:moveTo>
                  <a:lnTo>
                    <a:pt x="2147686" y="2168056"/>
                  </a:lnTo>
                  <a:lnTo>
                    <a:pt x="2158122" y="2176055"/>
                  </a:lnTo>
                  <a:close/>
                  <a:moveTo>
                    <a:pt x="2122052" y="2088805"/>
                  </a:moveTo>
                  <a:lnTo>
                    <a:pt x="2131655" y="2093840"/>
                  </a:lnTo>
                  <a:lnTo>
                    <a:pt x="2106565" y="2059095"/>
                  </a:lnTo>
                  <a:close/>
                  <a:moveTo>
                    <a:pt x="1823290" y="1557292"/>
                  </a:moveTo>
                  <a:lnTo>
                    <a:pt x="1879308" y="1551533"/>
                  </a:lnTo>
                  <a:lnTo>
                    <a:pt x="1888388" y="1562113"/>
                  </a:lnTo>
                  <a:close/>
                  <a:moveTo>
                    <a:pt x="1886162" y="1558842"/>
                  </a:moveTo>
                  <a:lnTo>
                    <a:pt x="1888388" y="1562113"/>
                  </a:lnTo>
                  <a:lnTo>
                    <a:pt x="1879308" y="1551533"/>
                  </a:lnTo>
                  <a:close/>
                  <a:moveTo>
                    <a:pt x="1608132" y="1063137"/>
                  </a:moveTo>
                  <a:lnTo>
                    <a:pt x="1592279" y="1115527"/>
                  </a:lnTo>
                  <a:lnTo>
                    <a:pt x="1662624" y="1118929"/>
                  </a:lnTo>
                  <a:close/>
                  <a:moveTo>
                    <a:pt x="1604614" y="1030386"/>
                  </a:moveTo>
                  <a:lnTo>
                    <a:pt x="1608132" y="1063137"/>
                  </a:lnTo>
                  <a:lnTo>
                    <a:pt x="1533478" y="963147"/>
                  </a:lnTo>
                  <a:close/>
                  <a:moveTo>
                    <a:pt x="1777038" y="1186596"/>
                  </a:moveTo>
                  <a:lnTo>
                    <a:pt x="1856319" y="1250378"/>
                  </a:lnTo>
                  <a:lnTo>
                    <a:pt x="1812542" y="1194816"/>
                  </a:lnTo>
                  <a:close/>
                  <a:moveTo>
                    <a:pt x="1866828" y="1274283"/>
                  </a:moveTo>
                  <a:lnTo>
                    <a:pt x="1856319" y="1250378"/>
                  </a:lnTo>
                  <a:lnTo>
                    <a:pt x="1777038" y="1186596"/>
                  </a:lnTo>
                  <a:close/>
                  <a:moveTo>
                    <a:pt x="1818232" y="1253198"/>
                  </a:moveTo>
                  <a:lnTo>
                    <a:pt x="1866828" y="1274283"/>
                  </a:lnTo>
                  <a:lnTo>
                    <a:pt x="1777038" y="1186596"/>
                  </a:lnTo>
                  <a:close/>
                  <a:moveTo>
                    <a:pt x="1588406" y="1018583"/>
                  </a:moveTo>
                  <a:lnTo>
                    <a:pt x="1591731" y="1097100"/>
                  </a:lnTo>
                  <a:lnTo>
                    <a:pt x="1604614" y="1030386"/>
                  </a:lnTo>
                  <a:close/>
                  <a:moveTo>
                    <a:pt x="1375912" y="619310"/>
                  </a:moveTo>
                  <a:lnTo>
                    <a:pt x="1334627" y="603255"/>
                  </a:lnTo>
                  <a:lnTo>
                    <a:pt x="1391611" y="627542"/>
                  </a:lnTo>
                  <a:close/>
                  <a:moveTo>
                    <a:pt x="1273822" y="592097"/>
                  </a:moveTo>
                  <a:lnTo>
                    <a:pt x="1334627" y="603255"/>
                  </a:lnTo>
                  <a:lnTo>
                    <a:pt x="1244398" y="515926"/>
                  </a:lnTo>
                  <a:close/>
                  <a:moveTo>
                    <a:pt x="1334627" y="603255"/>
                  </a:moveTo>
                  <a:lnTo>
                    <a:pt x="1375912" y="619310"/>
                  </a:lnTo>
                  <a:lnTo>
                    <a:pt x="1297867" y="555704"/>
                  </a:lnTo>
                  <a:close/>
                  <a:moveTo>
                    <a:pt x="1208717" y="144565"/>
                  </a:moveTo>
                  <a:lnTo>
                    <a:pt x="1158641" y="98619"/>
                  </a:lnTo>
                  <a:lnTo>
                    <a:pt x="1200313" y="131362"/>
                  </a:lnTo>
                  <a:close/>
                  <a:moveTo>
                    <a:pt x="1396801" y="54489"/>
                  </a:moveTo>
                  <a:lnTo>
                    <a:pt x="1337951" y="0"/>
                  </a:lnTo>
                  <a:lnTo>
                    <a:pt x="1336839" y="1071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90" name="Candidate_density__2089">
              <a:extLst>
                <a:ext uri="{FF2B5EF4-FFF2-40B4-BE49-F238E27FC236}">
                  <a16:creationId xmlns:a16="http://schemas.microsoft.com/office/drawing/2014/main" id="{FFC18A05-0C16-D33D-37D4-C74FAA862AD6}"/>
                </a:ext>
              </a:extLst>
            </p:cNvPr>
            <p:cNvSpPr>
              <a:spLocks noGrp="1"/>
            </p:cNvSpPr>
            <p:nvPr/>
          </p:nvSpPr>
          <p:spPr>
            <a:xfrm>
              <a:off x="4413189" y="1857217"/>
              <a:ext cx="2182698" cy="2988267"/>
            </a:xfrm>
            <a:custGeom>
              <a:avLst/>
              <a:gdLst/>
              <a:ahLst/>
              <a:cxnLst/>
              <a:rect l="0" t="0" r="0" b="0"/>
              <a:pathLst>
                <a:path w="2182698" h="2988267">
                  <a:moveTo>
                    <a:pt x="817554" y="2916820"/>
                  </a:moveTo>
                  <a:lnTo>
                    <a:pt x="838399" y="2933487"/>
                  </a:lnTo>
                  <a:lnTo>
                    <a:pt x="795492" y="2988267"/>
                  </a:lnTo>
                  <a:close/>
                  <a:moveTo>
                    <a:pt x="379482" y="2332300"/>
                  </a:moveTo>
                  <a:lnTo>
                    <a:pt x="446266" y="2303339"/>
                  </a:lnTo>
                  <a:lnTo>
                    <a:pt x="498649" y="2283988"/>
                  </a:lnTo>
                  <a:close/>
                  <a:moveTo>
                    <a:pt x="446646" y="2302878"/>
                  </a:moveTo>
                  <a:lnTo>
                    <a:pt x="498649" y="2283988"/>
                  </a:lnTo>
                  <a:lnTo>
                    <a:pt x="446266" y="2303339"/>
                  </a:lnTo>
                  <a:close/>
                  <a:moveTo>
                    <a:pt x="446646" y="2302878"/>
                  </a:moveTo>
                  <a:lnTo>
                    <a:pt x="522774" y="2264442"/>
                  </a:lnTo>
                  <a:lnTo>
                    <a:pt x="498649" y="2283988"/>
                  </a:lnTo>
                  <a:close/>
                  <a:moveTo>
                    <a:pt x="522774" y="2264442"/>
                  </a:moveTo>
                  <a:lnTo>
                    <a:pt x="446646" y="2302878"/>
                  </a:lnTo>
                  <a:lnTo>
                    <a:pt x="560441" y="2236360"/>
                  </a:lnTo>
                  <a:close/>
                  <a:moveTo>
                    <a:pt x="23081" y="1835751"/>
                  </a:moveTo>
                  <a:lnTo>
                    <a:pt x="40297" y="1789903"/>
                  </a:lnTo>
                  <a:lnTo>
                    <a:pt x="0" y="1891803"/>
                  </a:lnTo>
                  <a:close/>
                  <a:moveTo>
                    <a:pt x="555719" y="2143790"/>
                  </a:moveTo>
                  <a:lnTo>
                    <a:pt x="587325" y="2121673"/>
                  </a:lnTo>
                  <a:lnTo>
                    <a:pt x="630516" y="2067955"/>
                  </a:lnTo>
                  <a:close/>
                  <a:moveTo>
                    <a:pt x="1175314" y="2674181"/>
                  </a:moveTo>
                  <a:lnTo>
                    <a:pt x="1165570" y="2675142"/>
                  </a:lnTo>
                  <a:lnTo>
                    <a:pt x="1215097" y="2598644"/>
                  </a:lnTo>
                  <a:close/>
                  <a:moveTo>
                    <a:pt x="805997" y="1951531"/>
                  </a:moveTo>
                  <a:lnTo>
                    <a:pt x="737666" y="1974709"/>
                  </a:lnTo>
                  <a:lnTo>
                    <a:pt x="750431" y="1958981"/>
                  </a:lnTo>
                  <a:close/>
                  <a:moveTo>
                    <a:pt x="853650" y="1902487"/>
                  </a:moveTo>
                  <a:lnTo>
                    <a:pt x="850267" y="1901848"/>
                  </a:lnTo>
                  <a:lnTo>
                    <a:pt x="805997" y="1951531"/>
                  </a:lnTo>
                  <a:close/>
                  <a:moveTo>
                    <a:pt x="853650" y="1902487"/>
                  </a:moveTo>
                  <a:lnTo>
                    <a:pt x="868935" y="1864051"/>
                  </a:lnTo>
                  <a:lnTo>
                    <a:pt x="850267" y="1901848"/>
                  </a:lnTo>
                  <a:close/>
                  <a:moveTo>
                    <a:pt x="822007" y="1617405"/>
                  </a:moveTo>
                  <a:lnTo>
                    <a:pt x="813566" y="1549426"/>
                  </a:lnTo>
                  <a:lnTo>
                    <a:pt x="807273" y="1590509"/>
                  </a:lnTo>
                  <a:close/>
                  <a:moveTo>
                    <a:pt x="840020" y="1496754"/>
                  </a:moveTo>
                  <a:lnTo>
                    <a:pt x="813566" y="1549426"/>
                  </a:lnTo>
                  <a:lnTo>
                    <a:pt x="822007" y="1617405"/>
                  </a:lnTo>
                  <a:close/>
                  <a:moveTo>
                    <a:pt x="1774576" y="2419361"/>
                  </a:moveTo>
                  <a:lnTo>
                    <a:pt x="1799472" y="2362684"/>
                  </a:lnTo>
                  <a:lnTo>
                    <a:pt x="1806985" y="2424104"/>
                  </a:lnTo>
                  <a:close/>
                  <a:moveTo>
                    <a:pt x="733648" y="889128"/>
                  </a:moveTo>
                  <a:lnTo>
                    <a:pt x="704517" y="989961"/>
                  </a:lnTo>
                  <a:lnTo>
                    <a:pt x="735524" y="926590"/>
                  </a:lnTo>
                  <a:close/>
                  <a:moveTo>
                    <a:pt x="733988" y="884947"/>
                  </a:moveTo>
                  <a:lnTo>
                    <a:pt x="735524" y="926590"/>
                  </a:lnTo>
                  <a:lnTo>
                    <a:pt x="751411" y="886634"/>
                  </a:lnTo>
                  <a:close/>
                  <a:moveTo>
                    <a:pt x="733988" y="884947"/>
                  </a:moveTo>
                  <a:lnTo>
                    <a:pt x="751411" y="886634"/>
                  </a:lnTo>
                  <a:lnTo>
                    <a:pt x="797423" y="843461"/>
                  </a:lnTo>
                  <a:close/>
                  <a:moveTo>
                    <a:pt x="822014" y="805939"/>
                  </a:moveTo>
                  <a:lnTo>
                    <a:pt x="843160" y="799261"/>
                  </a:lnTo>
                  <a:lnTo>
                    <a:pt x="797423" y="843461"/>
                  </a:lnTo>
                  <a:close/>
                  <a:moveTo>
                    <a:pt x="822014" y="805939"/>
                  </a:moveTo>
                  <a:lnTo>
                    <a:pt x="862905" y="767502"/>
                  </a:lnTo>
                  <a:lnTo>
                    <a:pt x="843160" y="799261"/>
                  </a:lnTo>
                  <a:close/>
                  <a:moveTo>
                    <a:pt x="2182698" y="2248479"/>
                  </a:moveTo>
                  <a:lnTo>
                    <a:pt x="2070090" y="2321312"/>
                  </a:lnTo>
                  <a:lnTo>
                    <a:pt x="2132453" y="2275822"/>
                  </a:lnTo>
                  <a:close/>
                  <a:moveTo>
                    <a:pt x="2134860" y="2247374"/>
                  </a:moveTo>
                  <a:lnTo>
                    <a:pt x="2182698" y="2248479"/>
                  </a:lnTo>
                  <a:lnTo>
                    <a:pt x="2132453" y="2275822"/>
                  </a:lnTo>
                  <a:close/>
                  <a:moveTo>
                    <a:pt x="856286" y="685287"/>
                  </a:moveTo>
                  <a:lnTo>
                    <a:pt x="859135" y="747608"/>
                  </a:lnTo>
                  <a:lnTo>
                    <a:pt x="862905" y="767502"/>
                  </a:lnTo>
                  <a:close/>
                  <a:moveTo>
                    <a:pt x="948611" y="699668"/>
                  </a:moveTo>
                  <a:lnTo>
                    <a:pt x="859135" y="747608"/>
                  </a:lnTo>
                  <a:lnTo>
                    <a:pt x="856286" y="685287"/>
                  </a:lnTo>
                  <a:close/>
                  <a:moveTo>
                    <a:pt x="1815449" y="1551216"/>
                  </a:moveTo>
                  <a:lnTo>
                    <a:pt x="1844616" y="1512780"/>
                  </a:lnTo>
                  <a:lnTo>
                    <a:pt x="1833995" y="1565505"/>
                  </a:lnTo>
                  <a:close/>
                  <a:moveTo>
                    <a:pt x="757778" y="279553"/>
                  </a:moveTo>
                  <a:lnTo>
                    <a:pt x="743382" y="317990"/>
                  </a:lnTo>
                  <a:lnTo>
                    <a:pt x="801128" y="211709"/>
                  </a:lnTo>
                  <a:close/>
                  <a:moveTo>
                    <a:pt x="743382" y="317990"/>
                  </a:moveTo>
                  <a:lnTo>
                    <a:pt x="757880" y="265215"/>
                  </a:lnTo>
                  <a:lnTo>
                    <a:pt x="801128" y="211709"/>
                  </a:lnTo>
                  <a:close/>
                  <a:moveTo>
                    <a:pt x="801128" y="211709"/>
                  </a:moveTo>
                  <a:lnTo>
                    <a:pt x="838010" y="224822"/>
                  </a:lnTo>
                  <a:lnTo>
                    <a:pt x="821327" y="197339"/>
                  </a:lnTo>
                  <a:close/>
                  <a:moveTo>
                    <a:pt x="1286326" y="695948"/>
                  </a:moveTo>
                  <a:lnTo>
                    <a:pt x="1304039" y="698721"/>
                  </a:lnTo>
                  <a:lnTo>
                    <a:pt x="1351865" y="662333"/>
                  </a:lnTo>
                  <a:close/>
                  <a:moveTo>
                    <a:pt x="1315330" y="690629"/>
                  </a:moveTo>
                  <a:lnTo>
                    <a:pt x="1360575" y="652193"/>
                  </a:lnTo>
                  <a:lnTo>
                    <a:pt x="1351865" y="662333"/>
                  </a:lnTo>
                  <a:close/>
                  <a:moveTo>
                    <a:pt x="821327" y="197339"/>
                  </a:moveTo>
                  <a:lnTo>
                    <a:pt x="846512" y="166191"/>
                  </a:lnTo>
                  <a:lnTo>
                    <a:pt x="801128" y="211709"/>
                  </a:lnTo>
                  <a:close/>
                  <a:moveTo>
                    <a:pt x="821327" y="197339"/>
                  </a:moveTo>
                  <a:lnTo>
                    <a:pt x="871452" y="158902"/>
                  </a:lnTo>
                  <a:lnTo>
                    <a:pt x="846512" y="166191"/>
                  </a:lnTo>
                  <a:close/>
                  <a:moveTo>
                    <a:pt x="871452" y="158902"/>
                  </a:moveTo>
                  <a:lnTo>
                    <a:pt x="821327" y="197339"/>
                  </a:lnTo>
                  <a:lnTo>
                    <a:pt x="916896" y="150687"/>
                  </a:lnTo>
                  <a:close/>
                  <a:moveTo>
                    <a:pt x="821327" y="197339"/>
                  </a:moveTo>
                  <a:lnTo>
                    <a:pt x="863389" y="165835"/>
                  </a:lnTo>
                  <a:lnTo>
                    <a:pt x="916896" y="150687"/>
                  </a:lnTo>
                  <a:close/>
                  <a:moveTo>
                    <a:pt x="916896" y="150687"/>
                  </a:moveTo>
                  <a:lnTo>
                    <a:pt x="863389" y="165835"/>
                  </a:lnTo>
                  <a:lnTo>
                    <a:pt x="989571" y="143747"/>
                  </a:lnTo>
                  <a:close/>
                  <a:moveTo>
                    <a:pt x="916896" y="150687"/>
                  </a:moveTo>
                  <a:lnTo>
                    <a:pt x="989571" y="143747"/>
                  </a:lnTo>
                  <a:lnTo>
                    <a:pt x="930896" y="149307"/>
                  </a:lnTo>
                  <a:close/>
                  <a:moveTo>
                    <a:pt x="1178720" y="357082"/>
                  </a:moveTo>
                  <a:lnTo>
                    <a:pt x="1239608" y="306076"/>
                  </a:lnTo>
                  <a:lnTo>
                    <a:pt x="1289967" y="279158"/>
                  </a:lnTo>
                  <a:close/>
                  <a:moveTo>
                    <a:pt x="1262416" y="284896"/>
                  </a:moveTo>
                  <a:lnTo>
                    <a:pt x="1289967" y="279158"/>
                  </a:lnTo>
                  <a:lnTo>
                    <a:pt x="1239608" y="306076"/>
                  </a:lnTo>
                  <a:close/>
                  <a:moveTo>
                    <a:pt x="1262416" y="284896"/>
                  </a:moveTo>
                  <a:lnTo>
                    <a:pt x="1309159" y="246460"/>
                  </a:lnTo>
                  <a:lnTo>
                    <a:pt x="1289967" y="279158"/>
                  </a:lnTo>
                  <a:close/>
                  <a:moveTo>
                    <a:pt x="1309159" y="246460"/>
                  </a:moveTo>
                  <a:lnTo>
                    <a:pt x="1262416" y="284896"/>
                  </a:lnTo>
                  <a:lnTo>
                    <a:pt x="1341823" y="194381"/>
                  </a:lnTo>
                  <a:close/>
                  <a:moveTo>
                    <a:pt x="1309159" y="246460"/>
                  </a:moveTo>
                  <a:lnTo>
                    <a:pt x="1341823" y="194381"/>
                  </a:lnTo>
                  <a:lnTo>
                    <a:pt x="1392475" y="168559"/>
                  </a:lnTo>
                  <a:close/>
                  <a:moveTo>
                    <a:pt x="1392475" y="168559"/>
                  </a:moveTo>
                  <a:lnTo>
                    <a:pt x="1341823" y="194381"/>
                  </a:lnTo>
                  <a:lnTo>
                    <a:pt x="1455686" y="126235"/>
                  </a:lnTo>
                  <a:close/>
                  <a:moveTo>
                    <a:pt x="1455686" y="126235"/>
                  </a:moveTo>
                  <a:lnTo>
                    <a:pt x="1456030" y="125435"/>
                  </a:lnTo>
                  <a:lnTo>
                    <a:pt x="1445335" y="150990"/>
                  </a:lnTo>
                  <a:close/>
                  <a:moveTo>
                    <a:pt x="1486034" y="43593"/>
                  </a:moveTo>
                  <a:lnTo>
                    <a:pt x="1456030" y="125435"/>
                  </a:lnTo>
                  <a:lnTo>
                    <a:pt x="1456817" y="125808"/>
                  </a:lnTo>
                  <a:close/>
                  <a:moveTo>
                    <a:pt x="1569169" y="56671"/>
                  </a:moveTo>
                  <a:lnTo>
                    <a:pt x="1456030" y="125435"/>
                  </a:lnTo>
                  <a:lnTo>
                    <a:pt x="1486034" y="43593"/>
                  </a:lnTo>
                  <a:close/>
                  <a:moveTo>
                    <a:pt x="1464034" y="87371"/>
                  </a:moveTo>
                  <a:lnTo>
                    <a:pt x="1456030" y="125435"/>
                  </a:lnTo>
                  <a:lnTo>
                    <a:pt x="1495415" y="59570"/>
                  </a:lnTo>
                  <a:close/>
                  <a:moveTo>
                    <a:pt x="1569169" y="56671"/>
                  </a:moveTo>
                  <a:lnTo>
                    <a:pt x="1560993" y="601"/>
                  </a:lnTo>
                  <a:lnTo>
                    <a:pt x="1537041" y="0"/>
                  </a:lnTo>
                  <a:close/>
                  <a:moveTo>
                    <a:pt x="1495415" y="59570"/>
                  </a:moveTo>
                  <a:lnTo>
                    <a:pt x="1569169" y="56671"/>
                  </a:lnTo>
                  <a:lnTo>
                    <a:pt x="1537041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91" name="Candidate_density__2090">
              <a:extLst>
                <a:ext uri="{FF2B5EF4-FFF2-40B4-BE49-F238E27FC236}">
                  <a16:creationId xmlns:a16="http://schemas.microsoft.com/office/drawing/2014/main" id="{6697E2D9-0ADE-3014-86FF-7F6E80FEF85B}"/>
                </a:ext>
              </a:extLst>
            </p:cNvPr>
            <p:cNvSpPr>
              <a:spLocks noGrp="1"/>
            </p:cNvSpPr>
            <p:nvPr/>
          </p:nvSpPr>
          <p:spPr>
            <a:xfrm>
              <a:off x="4506300" y="1725669"/>
              <a:ext cx="2057252" cy="3131529"/>
            </a:xfrm>
            <a:custGeom>
              <a:avLst/>
              <a:gdLst/>
              <a:ahLst/>
              <a:cxnLst/>
              <a:rect l="0" t="0" r="0" b="0"/>
              <a:pathLst>
                <a:path w="2057252" h="3131529">
                  <a:moveTo>
                    <a:pt x="629770" y="3130584"/>
                  </a:moveTo>
                  <a:lnTo>
                    <a:pt x="630984" y="3131529"/>
                  </a:lnTo>
                  <a:lnTo>
                    <a:pt x="631651" y="3129836"/>
                  </a:lnTo>
                  <a:close/>
                  <a:moveTo>
                    <a:pt x="631651" y="3129836"/>
                  </a:moveTo>
                  <a:lnTo>
                    <a:pt x="630984" y="3131529"/>
                  </a:lnTo>
                  <a:lnTo>
                    <a:pt x="640383" y="3130584"/>
                  </a:lnTo>
                  <a:close/>
                  <a:moveTo>
                    <a:pt x="60441" y="2434426"/>
                  </a:moveTo>
                  <a:lnTo>
                    <a:pt x="0" y="2378975"/>
                  </a:lnTo>
                  <a:lnTo>
                    <a:pt x="45665" y="2390648"/>
                  </a:lnTo>
                  <a:close/>
                  <a:moveTo>
                    <a:pt x="60441" y="2434426"/>
                  </a:moveTo>
                  <a:lnTo>
                    <a:pt x="45665" y="2390648"/>
                  </a:lnTo>
                  <a:lnTo>
                    <a:pt x="14459" y="2472863"/>
                  </a:lnTo>
                  <a:close/>
                  <a:moveTo>
                    <a:pt x="335493" y="2388094"/>
                  </a:moveTo>
                  <a:lnTo>
                    <a:pt x="255968" y="2413631"/>
                  </a:lnTo>
                  <a:lnTo>
                    <a:pt x="329043" y="2408191"/>
                  </a:lnTo>
                  <a:close/>
                  <a:moveTo>
                    <a:pt x="335493" y="2388094"/>
                  </a:moveTo>
                  <a:lnTo>
                    <a:pt x="264067" y="2385569"/>
                  </a:lnTo>
                  <a:lnTo>
                    <a:pt x="255968" y="2413631"/>
                  </a:lnTo>
                  <a:close/>
                  <a:moveTo>
                    <a:pt x="358834" y="2304371"/>
                  </a:moveTo>
                  <a:lnTo>
                    <a:pt x="309236" y="2275338"/>
                  </a:lnTo>
                  <a:lnTo>
                    <a:pt x="335493" y="2388094"/>
                  </a:lnTo>
                  <a:close/>
                  <a:moveTo>
                    <a:pt x="210444" y="2128887"/>
                  </a:moveTo>
                  <a:lnTo>
                    <a:pt x="249512" y="2174293"/>
                  </a:lnTo>
                  <a:lnTo>
                    <a:pt x="177661" y="2149344"/>
                  </a:lnTo>
                  <a:close/>
                  <a:moveTo>
                    <a:pt x="249444" y="2197273"/>
                  </a:moveTo>
                  <a:lnTo>
                    <a:pt x="192246" y="2175384"/>
                  </a:lnTo>
                  <a:lnTo>
                    <a:pt x="177661" y="2149344"/>
                  </a:lnTo>
                  <a:close/>
                  <a:moveTo>
                    <a:pt x="235250" y="2193123"/>
                  </a:moveTo>
                  <a:lnTo>
                    <a:pt x="249444" y="2197273"/>
                  </a:lnTo>
                  <a:lnTo>
                    <a:pt x="177661" y="2149344"/>
                  </a:lnTo>
                  <a:close/>
                  <a:moveTo>
                    <a:pt x="260824" y="2193123"/>
                  </a:moveTo>
                  <a:lnTo>
                    <a:pt x="210444" y="2128887"/>
                  </a:lnTo>
                  <a:lnTo>
                    <a:pt x="208332" y="2149344"/>
                  </a:lnTo>
                  <a:close/>
                  <a:moveTo>
                    <a:pt x="208332" y="2149344"/>
                  </a:moveTo>
                  <a:lnTo>
                    <a:pt x="192246" y="2175384"/>
                  </a:lnTo>
                  <a:lnTo>
                    <a:pt x="260824" y="2193123"/>
                  </a:lnTo>
                  <a:close/>
                  <a:moveTo>
                    <a:pt x="244586" y="1940671"/>
                  </a:moveTo>
                  <a:lnTo>
                    <a:pt x="211770" y="1927625"/>
                  </a:lnTo>
                  <a:lnTo>
                    <a:pt x="321197" y="1990256"/>
                  </a:lnTo>
                  <a:close/>
                  <a:moveTo>
                    <a:pt x="321197" y="1990256"/>
                  </a:moveTo>
                  <a:lnTo>
                    <a:pt x="211770" y="1927625"/>
                  </a:lnTo>
                  <a:lnTo>
                    <a:pt x="198644" y="1946478"/>
                  </a:lnTo>
                  <a:close/>
                  <a:moveTo>
                    <a:pt x="1082203" y="2805729"/>
                  </a:moveTo>
                  <a:lnTo>
                    <a:pt x="1167387" y="2856186"/>
                  </a:lnTo>
                  <a:lnTo>
                    <a:pt x="1138162" y="2837138"/>
                  </a:lnTo>
                  <a:close/>
                  <a:moveTo>
                    <a:pt x="372511" y="1709901"/>
                  </a:moveTo>
                  <a:lnTo>
                    <a:pt x="325977" y="1705174"/>
                  </a:lnTo>
                  <a:lnTo>
                    <a:pt x="323925" y="1696853"/>
                  </a:lnTo>
                  <a:close/>
                  <a:moveTo>
                    <a:pt x="1422491" y="2810949"/>
                  </a:moveTo>
                  <a:lnTo>
                    <a:pt x="1401924" y="2779313"/>
                  </a:lnTo>
                  <a:lnTo>
                    <a:pt x="1405780" y="2786546"/>
                  </a:lnTo>
                  <a:close/>
                  <a:moveTo>
                    <a:pt x="432926" y="1568736"/>
                  </a:moveTo>
                  <a:lnTo>
                    <a:pt x="498964" y="1625371"/>
                  </a:lnTo>
                  <a:lnTo>
                    <a:pt x="504883" y="1628302"/>
                  </a:lnTo>
                  <a:close/>
                  <a:moveTo>
                    <a:pt x="504883" y="1628302"/>
                  </a:moveTo>
                  <a:lnTo>
                    <a:pt x="474395" y="1596969"/>
                  </a:lnTo>
                  <a:lnTo>
                    <a:pt x="432926" y="1568736"/>
                  </a:lnTo>
                  <a:close/>
                  <a:moveTo>
                    <a:pt x="1224844" y="2349988"/>
                  </a:moveTo>
                  <a:lnTo>
                    <a:pt x="1293019" y="2355154"/>
                  </a:lnTo>
                  <a:lnTo>
                    <a:pt x="1238681" y="2286022"/>
                  </a:lnTo>
                  <a:close/>
                  <a:moveTo>
                    <a:pt x="1231354" y="2261305"/>
                  </a:moveTo>
                  <a:lnTo>
                    <a:pt x="1224844" y="2349988"/>
                  </a:lnTo>
                  <a:lnTo>
                    <a:pt x="1238681" y="2286022"/>
                  </a:lnTo>
                  <a:close/>
                  <a:moveTo>
                    <a:pt x="1313496" y="2289761"/>
                  </a:moveTo>
                  <a:lnTo>
                    <a:pt x="1231354" y="2261305"/>
                  </a:lnTo>
                  <a:lnTo>
                    <a:pt x="1238681" y="2286022"/>
                  </a:lnTo>
                  <a:close/>
                  <a:moveTo>
                    <a:pt x="1087128" y="2101080"/>
                  </a:moveTo>
                  <a:lnTo>
                    <a:pt x="1151764" y="2178934"/>
                  </a:lnTo>
                  <a:lnTo>
                    <a:pt x="1152634" y="2165371"/>
                  </a:lnTo>
                  <a:close/>
                  <a:moveTo>
                    <a:pt x="1152634" y="2165371"/>
                  </a:moveTo>
                  <a:lnTo>
                    <a:pt x="1127553" y="2151868"/>
                  </a:lnTo>
                  <a:lnTo>
                    <a:pt x="1087128" y="2101080"/>
                  </a:lnTo>
                  <a:close/>
                  <a:moveTo>
                    <a:pt x="681452" y="1598599"/>
                  </a:moveTo>
                  <a:lnTo>
                    <a:pt x="736675" y="1603663"/>
                  </a:lnTo>
                  <a:lnTo>
                    <a:pt x="685436" y="1589865"/>
                  </a:lnTo>
                  <a:close/>
                  <a:moveTo>
                    <a:pt x="681452" y="1598599"/>
                  </a:moveTo>
                  <a:lnTo>
                    <a:pt x="671794" y="1589865"/>
                  </a:lnTo>
                  <a:lnTo>
                    <a:pt x="683434" y="1686446"/>
                  </a:lnTo>
                  <a:close/>
                  <a:moveTo>
                    <a:pt x="538261" y="1543693"/>
                  </a:moveTo>
                  <a:lnTo>
                    <a:pt x="487554" y="1524325"/>
                  </a:lnTo>
                  <a:lnTo>
                    <a:pt x="595834" y="1596980"/>
                  </a:lnTo>
                  <a:close/>
                  <a:moveTo>
                    <a:pt x="571151" y="1464861"/>
                  </a:moveTo>
                  <a:lnTo>
                    <a:pt x="499858" y="1425435"/>
                  </a:lnTo>
                  <a:lnTo>
                    <a:pt x="538261" y="1543693"/>
                  </a:lnTo>
                  <a:close/>
                  <a:moveTo>
                    <a:pt x="538261" y="1543693"/>
                  </a:moveTo>
                  <a:lnTo>
                    <a:pt x="499858" y="1425435"/>
                  </a:lnTo>
                  <a:lnTo>
                    <a:pt x="483485" y="1427540"/>
                  </a:lnTo>
                  <a:close/>
                  <a:moveTo>
                    <a:pt x="623585" y="1434826"/>
                  </a:moveTo>
                  <a:lnTo>
                    <a:pt x="571151" y="1464861"/>
                  </a:lnTo>
                  <a:lnTo>
                    <a:pt x="538261" y="1543693"/>
                  </a:lnTo>
                  <a:close/>
                  <a:moveTo>
                    <a:pt x="623585" y="1434826"/>
                  </a:moveTo>
                  <a:lnTo>
                    <a:pt x="538261" y="1543693"/>
                  </a:lnTo>
                  <a:lnTo>
                    <a:pt x="656914" y="1507822"/>
                  </a:lnTo>
                  <a:close/>
                  <a:moveTo>
                    <a:pt x="1088527" y="2083155"/>
                  </a:moveTo>
                  <a:lnTo>
                    <a:pt x="1024895" y="2000941"/>
                  </a:lnTo>
                  <a:lnTo>
                    <a:pt x="1050710" y="2030595"/>
                  </a:lnTo>
                  <a:close/>
                  <a:moveTo>
                    <a:pt x="1386532" y="2291365"/>
                  </a:moveTo>
                  <a:lnTo>
                    <a:pt x="1402645" y="2344417"/>
                  </a:lnTo>
                  <a:lnTo>
                    <a:pt x="1455520" y="2326904"/>
                  </a:lnTo>
                  <a:close/>
                  <a:moveTo>
                    <a:pt x="1386532" y="2291365"/>
                  </a:moveTo>
                  <a:lnTo>
                    <a:pt x="1378642" y="2329801"/>
                  </a:lnTo>
                  <a:lnTo>
                    <a:pt x="1402645" y="2344417"/>
                  </a:lnTo>
                  <a:close/>
                  <a:moveTo>
                    <a:pt x="1378642" y="2329801"/>
                  </a:moveTo>
                  <a:lnTo>
                    <a:pt x="1386532" y="2291365"/>
                  </a:lnTo>
                  <a:lnTo>
                    <a:pt x="1313496" y="2289761"/>
                  </a:lnTo>
                  <a:close/>
                  <a:moveTo>
                    <a:pt x="1386532" y="2291365"/>
                  </a:moveTo>
                  <a:lnTo>
                    <a:pt x="1369183" y="2282765"/>
                  </a:lnTo>
                  <a:lnTo>
                    <a:pt x="1313496" y="2289761"/>
                  </a:lnTo>
                  <a:close/>
                  <a:moveTo>
                    <a:pt x="1455520" y="2326904"/>
                  </a:moveTo>
                  <a:lnTo>
                    <a:pt x="1402645" y="2344417"/>
                  </a:lnTo>
                  <a:lnTo>
                    <a:pt x="1536570" y="2351284"/>
                  </a:lnTo>
                  <a:close/>
                  <a:moveTo>
                    <a:pt x="1231354" y="2261305"/>
                  </a:moveTo>
                  <a:lnTo>
                    <a:pt x="1313496" y="2289761"/>
                  </a:lnTo>
                  <a:lnTo>
                    <a:pt x="1369183" y="2282765"/>
                  </a:lnTo>
                  <a:close/>
                  <a:moveTo>
                    <a:pt x="1172095" y="2103199"/>
                  </a:moveTo>
                  <a:lnTo>
                    <a:pt x="1152634" y="2165371"/>
                  </a:lnTo>
                  <a:lnTo>
                    <a:pt x="1209687" y="2062033"/>
                  </a:lnTo>
                  <a:close/>
                  <a:moveTo>
                    <a:pt x="1209687" y="2062033"/>
                  </a:moveTo>
                  <a:lnTo>
                    <a:pt x="1152634" y="2165371"/>
                  </a:lnTo>
                  <a:lnTo>
                    <a:pt x="1233375" y="2142868"/>
                  </a:lnTo>
                  <a:close/>
                  <a:moveTo>
                    <a:pt x="1143755" y="2044719"/>
                  </a:moveTo>
                  <a:lnTo>
                    <a:pt x="1088527" y="2083155"/>
                  </a:lnTo>
                  <a:lnTo>
                    <a:pt x="1127553" y="2151868"/>
                  </a:lnTo>
                  <a:close/>
                  <a:moveTo>
                    <a:pt x="857156" y="1483010"/>
                  </a:moveTo>
                  <a:lnTo>
                    <a:pt x="854134" y="1568762"/>
                  </a:lnTo>
                  <a:lnTo>
                    <a:pt x="854945" y="1551429"/>
                  </a:lnTo>
                  <a:close/>
                  <a:moveTo>
                    <a:pt x="284131" y="1068059"/>
                  </a:moveTo>
                  <a:lnTo>
                    <a:pt x="311489" y="1051344"/>
                  </a:lnTo>
                  <a:lnTo>
                    <a:pt x="227853" y="1017298"/>
                  </a:lnTo>
                  <a:close/>
                  <a:moveTo>
                    <a:pt x="967725" y="1715859"/>
                  </a:moveTo>
                  <a:lnTo>
                    <a:pt x="966914" y="1737851"/>
                  </a:lnTo>
                  <a:lnTo>
                    <a:pt x="1001958" y="1745746"/>
                  </a:lnTo>
                  <a:close/>
                  <a:moveTo>
                    <a:pt x="985001" y="1682345"/>
                  </a:moveTo>
                  <a:lnTo>
                    <a:pt x="966914" y="1737851"/>
                  </a:lnTo>
                  <a:lnTo>
                    <a:pt x="967725" y="1715859"/>
                  </a:lnTo>
                  <a:close/>
                  <a:moveTo>
                    <a:pt x="1686521" y="2538010"/>
                  </a:moveTo>
                  <a:lnTo>
                    <a:pt x="1742363" y="2563393"/>
                  </a:lnTo>
                  <a:lnTo>
                    <a:pt x="1723997" y="2558182"/>
                  </a:lnTo>
                  <a:close/>
                  <a:moveTo>
                    <a:pt x="1640135" y="2254731"/>
                  </a:moveTo>
                  <a:lnTo>
                    <a:pt x="1536570" y="2351284"/>
                  </a:lnTo>
                  <a:lnTo>
                    <a:pt x="1612086" y="2354965"/>
                  </a:lnTo>
                  <a:close/>
                  <a:moveTo>
                    <a:pt x="1346538" y="2011368"/>
                  </a:moveTo>
                  <a:lnTo>
                    <a:pt x="1355294" y="2015636"/>
                  </a:lnTo>
                  <a:lnTo>
                    <a:pt x="1337790" y="2006283"/>
                  </a:lnTo>
                  <a:close/>
                  <a:moveTo>
                    <a:pt x="1225463" y="1759638"/>
                  </a:moveTo>
                  <a:lnTo>
                    <a:pt x="1232492" y="1835157"/>
                  </a:lnTo>
                  <a:lnTo>
                    <a:pt x="1204824" y="1880289"/>
                  </a:lnTo>
                  <a:close/>
                  <a:moveTo>
                    <a:pt x="1001958" y="1745746"/>
                  </a:moveTo>
                  <a:lnTo>
                    <a:pt x="1121629" y="1699315"/>
                  </a:lnTo>
                  <a:lnTo>
                    <a:pt x="1056688" y="1735173"/>
                  </a:lnTo>
                  <a:close/>
                  <a:moveTo>
                    <a:pt x="1001958" y="1745746"/>
                  </a:moveTo>
                  <a:lnTo>
                    <a:pt x="945352" y="1694788"/>
                  </a:lnTo>
                  <a:lnTo>
                    <a:pt x="967725" y="1715859"/>
                  </a:lnTo>
                  <a:close/>
                  <a:moveTo>
                    <a:pt x="578980" y="1110221"/>
                  </a:moveTo>
                  <a:lnTo>
                    <a:pt x="611406" y="1121509"/>
                  </a:lnTo>
                  <a:lnTo>
                    <a:pt x="571968" y="1037512"/>
                  </a:lnTo>
                  <a:close/>
                  <a:moveTo>
                    <a:pt x="626054" y="1019702"/>
                  </a:moveTo>
                  <a:lnTo>
                    <a:pt x="640538" y="1020676"/>
                  </a:lnTo>
                  <a:lnTo>
                    <a:pt x="640878" y="1016495"/>
                  </a:lnTo>
                  <a:close/>
                  <a:moveTo>
                    <a:pt x="243501" y="700722"/>
                  </a:moveTo>
                  <a:lnTo>
                    <a:pt x="321790" y="697666"/>
                  </a:lnTo>
                  <a:lnTo>
                    <a:pt x="248545" y="664263"/>
                  </a:lnTo>
                  <a:close/>
                  <a:moveTo>
                    <a:pt x="321790" y="697666"/>
                  </a:moveTo>
                  <a:lnTo>
                    <a:pt x="329518" y="688347"/>
                  </a:lnTo>
                  <a:lnTo>
                    <a:pt x="248545" y="664263"/>
                  </a:lnTo>
                  <a:close/>
                  <a:moveTo>
                    <a:pt x="1909823" y="2480435"/>
                  </a:moveTo>
                  <a:lnTo>
                    <a:pt x="1878505" y="2461137"/>
                  </a:lnTo>
                  <a:lnTo>
                    <a:pt x="1800233" y="2564556"/>
                  </a:lnTo>
                  <a:close/>
                  <a:moveTo>
                    <a:pt x="1355294" y="2015636"/>
                  </a:moveTo>
                  <a:lnTo>
                    <a:pt x="1447053" y="2080050"/>
                  </a:lnTo>
                  <a:lnTo>
                    <a:pt x="1490010" y="2025454"/>
                  </a:lnTo>
                  <a:close/>
                  <a:moveTo>
                    <a:pt x="1414084" y="1816862"/>
                  </a:moveTo>
                  <a:lnTo>
                    <a:pt x="1511661" y="1885631"/>
                  </a:lnTo>
                  <a:lnTo>
                    <a:pt x="1518877" y="1892351"/>
                  </a:lnTo>
                  <a:close/>
                  <a:moveTo>
                    <a:pt x="1223364" y="1750638"/>
                  </a:moveTo>
                  <a:lnTo>
                    <a:pt x="1121629" y="1699315"/>
                  </a:lnTo>
                  <a:lnTo>
                    <a:pt x="1193769" y="1759638"/>
                  </a:lnTo>
                  <a:close/>
                  <a:moveTo>
                    <a:pt x="1124758" y="1670118"/>
                  </a:moveTo>
                  <a:lnTo>
                    <a:pt x="1121629" y="1699315"/>
                  </a:lnTo>
                  <a:lnTo>
                    <a:pt x="1223364" y="1750638"/>
                  </a:lnTo>
                  <a:close/>
                  <a:moveTo>
                    <a:pt x="1197746" y="1671373"/>
                  </a:moveTo>
                  <a:lnTo>
                    <a:pt x="1124758" y="1670118"/>
                  </a:lnTo>
                  <a:lnTo>
                    <a:pt x="1223364" y="1750638"/>
                  </a:lnTo>
                  <a:close/>
                  <a:moveTo>
                    <a:pt x="1223364" y="1750638"/>
                  </a:moveTo>
                  <a:lnTo>
                    <a:pt x="1232492" y="1835157"/>
                  </a:lnTo>
                  <a:lnTo>
                    <a:pt x="1225463" y="1759638"/>
                  </a:lnTo>
                  <a:close/>
                  <a:moveTo>
                    <a:pt x="1197746" y="1671373"/>
                  </a:moveTo>
                  <a:lnTo>
                    <a:pt x="1225463" y="1759638"/>
                  </a:lnTo>
                  <a:lnTo>
                    <a:pt x="1205406" y="1677422"/>
                  </a:lnTo>
                  <a:close/>
                  <a:moveTo>
                    <a:pt x="1197746" y="1671373"/>
                  </a:moveTo>
                  <a:lnTo>
                    <a:pt x="1223364" y="1750638"/>
                  </a:lnTo>
                  <a:lnTo>
                    <a:pt x="1225463" y="1759638"/>
                  </a:lnTo>
                  <a:close/>
                  <a:moveTo>
                    <a:pt x="1124758" y="1670118"/>
                  </a:moveTo>
                  <a:lnTo>
                    <a:pt x="1197746" y="1671373"/>
                  </a:lnTo>
                  <a:lnTo>
                    <a:pt x="1211232" y="1560317"/>
                  </a:lnTo>
                  <a:close/>
                  <a:moveTo>
                    <a:pt x="1211232" y="1560317"/>
                  </a:moveTo>
                  <a:lnTo>
                    <a:pt x="1197746" y="1671373"/>
                  </a:lnTo>
                  <a:lnTo>
                    <a:pt x="1263685" y="1578264"/>
                  </a:lnTo>
                  <a:close/>
                  <a:moveTo>
                    <a:pt x="1038439" y="1579610"/>
                  </a:moveTo>
                  <a:lnTo>
                    <a:pt x="1085633" y="1501742"/>
                  </a:lnTo>
                  <a:lnTo>
                    <a:pt x="1021867" y="1492991"/>
                  </a:lnTo>
                  <a:close/>
                  <a:moveTo>
                    <a:pt x="571211" y="1016445"/>
                  </a:moveTo>
                  <a:lnTo>
                    <a:pt x="640878" y="1016495"/>
                  </a:lnTo>
                  <a:lnTo>
                    <a:pt x="594521" y="906632"/>
                  </a:lnTo>
                  <a:close/>
                  <a:moveTo>
                    <a:pt x="535727" y="845108"/>
                  </a:moveTo>
                  <a:lnTo>
                    <a:pt x="541090" y="937487"/>
                  </a:lnTo>
                  <a:lnTo>
                    <a:pt x="502259" y="911816"/>
                  </a:lnTo>
                  <a:close/>
                  <a:moveTo>
                    <a:pt x="1909823" y="2480435"/>
                  </a:moveTo>
                  <a:lnTo>
                    <a:pt x="1926971" y="2461137"/>
                  </a:lnTo>
                  <a:lnTo>
                    <a:pt x="1916863" y="2451216"/>
                  </a:lnTo>
                  <a:close/>
                  <a:moveTo>
                    <a:pt x="1976979" y="2452860"/>
                  </a:moveTo>
                  <a:lnTo>
                    <a:pt x="1916863" y="2451216"/>
                  </a:lnTo>
                  <a:lnTo>
                    <a:pt x="1926971" y="2461137"/>
                  </a:lnTo>
                  <a:close/>
                  <a:moveTo>
                    <a:pt x="2007449" y="2422700"/>
                  </a:moveTo>
                  <a:lnTo>
                    <a:pt x="1930453" y="2340486"/>
                  </a:lnTo>
                  <a:lnTo>
                    <a:pt x="1976979" y="2452860"/>
                  </a:lnTo>
                  <a:close/>
                  <a:moveTo>
                    <a:pt x="1445269" y="1791510"/>
                  </a:moveTo>
                  <a:lnTo>
                    <a:pt x="1437988" y="1830950"/>
                  </a:lnTo>
                  <a:lnTo>
                    <a:pt x="1496060" y="1847195"/>
                  </a:lnTo>
                  <a:close/>
                  <a:moveTo>
                    <a:pt x="2008375" y="2237228"/>
                  </a:moveTo>
                  <a:lnTo>
                    <a:pt x="2057252" y="2258084"/>
                  </a:lnTo>
                  <a:lnTo>
                    <a:pt x="1970341" y="2168056"/>
                  </a:lnTo>
                  <a:close/>
                  <a:moveTo>
                    <a:pt x="1254552" y="1151038"/>
                  </a:moveTo>
                  <a:lnTo>
                    <a:pt x="1280563" y="1264267"/>
                  </a:lnTo>
                  <a:lnTo>
                    <a:pt x="1301745" y="1169817"/>
                  </a:lnTo>
                  <a:close/>
                  <a:moveTo>
                    <a:pt x="1414933" y="1115527"/>
                  </a:moveTo>
                  <a:lnTo>
                    <a:pt x="1363579" y="1233253"/>
                  </a:lnTo>
                  <a:lnTo>
                    <a:pt x="1419051" y="1212271"/>
                  </a:lnTo>
                  <a:close/>
                  <a:moveTo>
                    <a:pt x="1680912" y="1320810"/>
                  </a:moveTo>
                  <a:lnTo>
                    <a:pt x="1697360" y="1319124"/>
                  </a:lnTo>
                  <a:lnTo>
                    <a:pt x="1640886" y="1253198"/>
                  </a:lnTo>
                  <a:close/>
                  <a:moveTo>
                    <a:pt x="1640886" y="1253198"/>
                  </a:moveTo>
                  <a:lnTo>
                    <a:pt x="1680785" y="1320606"/>
                  </a:lnTo>
                  <a:lnTo>
                    <a:pt x="1680912" y="1320810"/>
                  </a:lnTo>
                  <a:close/>
                  <a:moveTo>
                    <a:pt x="1433349" y="1074165"/>
                  </a:moveTo>
                  <a:lnTo>
                    <a:pt x="1414386" y="1097100"/>
                  </a:lnTo>
                  <a:lnTo>
                    <a:pt x="1338828" y="1016714"/>
                  </a:lnTo>
                  <a:close/>
                  <a:moveTo>
                    <a:pt x="1020331" y="593409"/>
                  </a:moveTo>
                  <a:lnTo>
                    <a:pt x="1096476" y="592097"/>
                  </a:lnTo>
                  <a:lnTo>
                    <a:pt x="1067052" y="515926"/>
                  </a:lnTo>
                  <a:close/>
                  <a:moveTo>
                    <a:pt x="1020331" y="593409"/>
                  </a:moveTo>
                  <a:lnTo>
                    <a:pt x="1067052" y="515926"/>
                  </a:lnTo>
                  <a:lnTo>
                    <a:pt x="998583" y="510998"/>
                  </a:lnTo>
                  <a:close/>
                  <a:moveTo>
                    <a:pt x="925295" y="446557"/>
                  </a:moveTo>
                  <a:lnTo>
                    <a:pt x="998583" y="510998"/>
                  </a:lnTo>
                  <a:lnTo>
                    <a:pt x="1004833" y="465281"/>
                  </a:lnTo>
                  <a:close/>
                  <a:moveTo>
                    <a:pt x="998583" y="510998"/>
                  </a:moveTo>
                  <a:lnTo>
                    <a:pt x="1067052" y="515926"/>
                  </a:lnTo>
                  <a:lnTo>
                    <a:pt x="1004833" y="465281"/>
                  </a:lnTo>
                  <a:close/>
                  <a:moveTo>
                    <a:pt x="757668" y="285397"/>
                  </a:moveTo>
                  <a:lnTo>
                    <a:pt x="689097" y="280551"/>
                  </a:lnTo>
                  <a:lnTo>
                    <a:pt x="689624" y="337940"/>
                  </a:lnTo>
                  <a:close/>
                  <a:moveTo>
                    <a:pt x="823785" y="282235"/>
                  </a:moveTo>
                  <a:lnTo>
                    <a:pt x="839996" y="252014"/>
                  </a:lnTo>
                  <a:lnTo>
                    <a:pt x="782077" y="189749"/>
                  </a:lnTo>
                  <a:close/>
                  <a:moveTo>
                    <a:pt x="882064" y="284925"/>
                  </a:moveTo>
                  <a:lnTo>
                    <a:pt x="927753" y="334229"/>
                  </a:lnTo>
                  <a:lnTo>
                    <a:pt x="919445" y="314559"/>
                  </a:lnTo>
                  <a:close/>
                  <a:moveTo>
                    <a:pt x="839996" y="252014"/>
                  </a:moveTo>
                  <a:lnTo>
                    <a:pt x="882064" y="284925"/>
                  </a:lnTo>
                  <a:lnTo>
                    <a:pt x="891836" y="295792"/>
                  </a:lnTo>
                  <a:close/>
                  <a:moveTo>
                    <a:pt x="1125943" y="257356"/>
                  </a:moveTo>
                  <a:lnTo>
                    <a:pt x="1068779" y="213577"/>
                  </a:lnTo>
                  <a:lnTo>
                    <a:pt x="1066254" y="175141"/>
                  </a:lnTo>
                  <a:close/>
                  <a:moveTo>
                    <a:pt x="1022967" y="131362"/>
                  </a:moveTo>
                  <a:lnTo>
                    <a:pt x="1005687" y="104853"/>
                  </a:lnTo>
                  <a:lnTo>
                    <a:pt x="1066254" y="175141"/>
                  </a:lnTo>
                  <a:close/>
                  <a:moveTo>
                    <a:pt x="1068779" y="213577"/>
                  </a:moveTo>
                  <a:lnTo>
                    <a:pt x="1022967" y="131362"/>
                  </a:lnTo>
                  <a:lnTo>
                    <a:pt x="1066254" y="175141"/>
                  </a:lnTo>
                  <a:close/>
                  <a:moveTo>
                    <a:pt x="1214962" y="47995"/>
                  </a:moveTo>
                  <a:lnTo>
                    <a:pt x="1160605" y="0"/>
                  </a:lnTo>
                  <a:lnTo>
                    <a:pt x="1219455" y="54489"/>
                  </a:lnTo>
                  <a:close/>
                  <a:moveTo>
                    <a:pt x="1214962" y="47995"/>
                  </a:moveTo>
                  <a:lnTo>
                    <a:pt x="1220196" y="51647"/>
                  </a:lnTo>
                  <a:lnTo>
                    <a:pt x="1166289" y="34880"/>
                  </a:lnTo>
                  <a:close/>
                  <a:moveTo>
                    <a:pt x="1629020" y="261924"/>
                  </a:moveTo>
                  <a:lnTo>
                    <a:pt x="1626294" y="262698"/>
                  </a:lnTo>
                  <a:lnTo>
                    <a:pt x="1687045" y="314843"/>
                  </a:lnTo>
                  <a:close/>
                  <a:moveTo>
                    <a:pt x="1629020" y="261924"/>
                  </a:moveTo>
                  <a:lnTo>
                    <a:pt x="1681861" y="344913"/>
                  </a:lnTo>
                  <a:lnTo>
                    <a:pt x="1628895" y="26269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092" name="Candidate_density__2091">
              <a:extLst>
                <a:ext uri="{FF2B5EF4-FFF2-40B4-BE49-F238E27FC236}">
                  <a16:creationId xmlns:a16="http://schemas.microsoft.com/office/drawing/2014/main" id="{B33FDBD5-3034-DB35-CF3E-C41B0DD29ACF}"/>
                </a:ext>
              </a:extLst>
            </p:cNvPr>
            <p:cNvSpPr>
              <a:spLocks noGrp="1"/>
            </p:cNvSpPr>
            <p:nvPr/>
          </p:nvSpPr>
          <p:spPr>
            <a:xfrm>
              <a:off x="3962283" y="1496742"/>
              <a:ext cx="2580258" cy="3359511"/>
            </a:xfrm>
            <a:custGeom>
              <a:avLst/>
              <a:gdLst/>
              <a:ahLst/>
              <a:cxnLst/>
              <a:rect l="0" t="0" r="0" b="0"/>
              <a:pathLst>
                <a:path w="2580258" h="3359511">
                  <a:moveTo>
                    <a:pt x="1191235" y="3238860"/>
                  </a:moveTo>
                  <a:lnTo>
                    <a:pt x="1175667" y="3358763"/>
                  </a:lnTo>
                  <a:lnTo>
                    <a:pt x="1203551" y="3251998"/>
                  </a:lnTo>
                  <a:close/>
                  <a:moveTo>
                    <a:pt x="1094875" y="3277296"/>
                  </a:moveTo>
                  <a:lnTo>
                    <a:pt x="1173786" y="3359511"/>
                  </a:lnTo>
                  <a:lnTo>
                    <a:pt x="1191235" y="3238860"/>
                  </a:lnTo>
                  <a:close/>
                  <a:moveTo>
                    <a:pt x="1191235" y="3238860"/>
                  </a:moveTo>
                  <a:lnTo>
                    <a:pt x="1203551" y="3251998"/>
                  </a:lnTo>
                  <a:lnTo>
                    <a:pt x="1204081" y="3235572"/>
                  </a:lnTo>
                  <a:close/>
                  <a:moveTo>
                    <a:pt x="1288656" y="3227406"/>
                  </a:moveTo>
                  <a:lnTo>
                    <a:pt x="1204081" y="3235572"/>
                  </a:lnTo>
                  <a:lnTo>
                    <a:pt x="1203551" y="3251998"/>
                  </a:lnTo>
                  <a:close/>
                  <a:moveTo>
                    <a:pt x="1204081" y="3235572"/>
                  </a:moveTo>
                  <a:lnTo>
                    <a:pt x="1288656" y="3227406"/>
                  </a:lnTo>
                  <a:lnTo>
                    <a:pt x="1274906" y="3138492"/>
                  </a:lnTo>
                  <a:close/>
                  <a:moveTo>
                    <a:pt x="1204081" y="3235572"/>
                  </a:moveTo>
                  <a:lnTo>
                    <a:pt x="1274906" y="3138492"/>
                  </a:lnTo>
                  <a:lnTo>
                    <a:pt x="1179382" y="3155559"/>
                  </a:lnTo>
                  <a:close/>
                  <a:moveTo>
                    <a:pt x="772414" y="2324276"/>
                  </a:moveTo>
                  <a:lnTo>
                    <a:pt x="811885" y="2311130"/>
                  </a:lnTo>
                  <a:lnTo>
                    <a:pt x="785706" y="2257621"/>
                  </a:lnTo>
                  <a:close/>
                  <a:moveTo>
                    <a:pt x="785706" y="2257621"/>
                  </a:moveTo>
                  <a:lnTo>
                    <a:pt x="828323" y="2301399"/>
                  </a:lnTo>
                  <a:lnTo>
                    <a:pt x="865213" y="2219184"/>
                  </a:lnTo>
                  <a:close/>
                  <a:moveTo>
                    <a:pt x="511317" y="1808108"/>
                  </a:moveTo>
                  <a:lnTo>
                    <a:pt x="534625" y="1777336"/>
                  </a:lnTo>
                  <a:lnTo>
                    <a:pt x="453438" y="1764330"/>
                  </a:lnTo>
                  <a:close/>
                  <a:moveTo>
                    <a:pt x="0" y="1245834"/>
                  </a:moveTo>
                  <a:lnTo>
                    <a:pt x="58081" y="1232603"/>
                  </a:lnTo>
                  <a:lnTo>
                    <a:pt x="9986" y="1209085"/>
                  </a:lnTo>
                  <a:close/>
                  <a:moveTo>
                    <a:pt x="0" y="1245834"/>
                  </a:moveTo>
                  <a:lnTo>
                    <a:pt x="25214" y="1266020"/>
                  </a:lnTo>
                  <a:lnTo>
                    <a:pt x="58081" y="1232603"/>
                  </a:lnTo>
                  <a:close/>
                  <a:moveTo>
                    <a:pt x="854491" y="1922085"/>
                  </a:moveTo>
                  <a:lnTo>
                    <a:pt x="736313" y="1972539"/>
                  </a:lnTo>
                  <a:lnTo>
                    <a:pt x="834097" y="1934102"/>
                  </a:lnTo>
                  <a:close/>
                  <a:moveTo>
                    <a:pt x="1723064" y="2964462"/>
                  </a:moveTo>
                  <a:lnTo>
                    <a:pt x="1700474" y="2882247"/>
                  </a:lnTo>
                  <a:lnTo>
                    <a:pt x="1729618" y="2964781"/>
                  </a:lnTo>
                  <a:close/>
                  <a:moveTo>
                    <a:pt x="1729618" y="2964781"/>
                  </a:moveTo>
                  <a:lnTo>
                    <a:pt x="1700474" y="2882247"/>
                  </a:lnTo>
                  <a:lnTo>
                    <a:pt x="1740878" y="2901941"/>
                  </a:lnTo>
                  <a:close/>
                  <a:moveTo>
                    <a:pt x="1697998" y="2976302"/>
                  </a:moveTo>
                  <a:lnTo>
                    <a:pt x="1723064" y="2964462"/>
                  </a:lnTo>
                  <a:lnTo>
                    <a:pt x="1729618" y="2964781"/>
                  </a:lnTo>
                  <a:close/>
                  <a:moveTo>
                    <a:pt x="1729618" y="2964781"/>
                  </a:moveTo>
                  <a:lnTo>
                    <a:pt x="1689625" y="2920683"/>
                  </a:lnTo>
                  <a:lnTo>
                    <a:pt x="1686352" y="2885677"/>
                  </a:lnTo>
                  <a:close/>
                  <a:moveTo>
                    <a:pt x="1686352" y="2885677"/>
                  </a:moveTo>
                  <a:lnTo>
                    <a:pt x="1697998" y="2976302"/>
                  </a:lnTo>
                  <a:lnTo>
                    <a:pt x="1729618" y="2964781"/>
                  </a:lnTo>
                  <a:close/>
                  <a:moveTo>
                    <a:pt x="110430" y="875568"/>
                  </a:moveTo>
                  <a:lnTo>
                    <a:pt x="11633" y="947521"/>
                  </a:lnTo>
                  <a:lnTo>
                    <a:pt x="69371" y="909084"/>
                  </a:lnTo>
                  <a:close/>
                  <a:moveTo>
                    <a:pt x="110430" y="875568"/>
                  </a:moveTo>
                  <a:lnTo>
                    <a:pt x="60466" y="903963"/>
                  </a:lnTo>
                  <a:lnTo>
                    <a:pt x="11633" y="947521"/>
                  </a:lnTo>
                  <a:close/>
                  <a:moveTo>
                    <a:pt x="1949797" y="3015473"/>
                  </a:moveTo>
                  <a:lnTo>
                    <a:pt x="1945940" y="3008241"/>
                  </a:lnTo>
                  <a:lnTo>
                    <a:pt x="1919150" y="2964346"/>
                  </a:lnTo>
                  <a:close/>
                  <a:moveTo>
                    <a:pt x="1849129" y="2774434"/>
                  </a:moveTo>
                  <a:lnTo>
                    <a:pt x="1772901" y="2800032"/>
                  </a:lnTo>
                  <a:lnTo>
                    <a:pt x="1778616" y="2871260"/>
                  </a:lnTo>
                  <a:close/>
                  <a:moveTo>
                    <a:pt x="1854247" y="2870366"/>
                  </a:moveTo>
                  <a:lnTo>
                    <a:pt x="1849129" y="2774434"/>
                  </a:lnTo>
                  <a:lnTo>
                    <a:pt x="1778616" y="2871260"/>
                  </a:lnTo>
                  <a:close/>
                  <a:moveTo>
                    <a:pt x="1954082" y="2816292"/>
                  </a:moveTo>
                  <a:lnTo>
                    <a:pt x="1919686" y="2761595"/>
                  </a:lnTo>
                  <a:lnTo>
                    <a:pt x="1958090" y="2846535"/>
                  </a:lnTo>
                  <a:close/>
                  <a:moveTo>
                    <a:pt x="1958090" y="2846535"/>
                  </a:moveTo>
                  <a:lnTo>
                    <a:pt x="1919686" y="2761595"/>
                  </a:lnTo>
                  <a:lnTo>
                    <a:pt x="1849129" y="2774434"/>
                  </a:lnTo>
                  <a:close/>
                  <a:moveTo>
                    <a:pt x="1958090" y="2846535"/>
                  </a:moveTo>
                  <a:lnTo>
                    <a:pt x="1849129" y="2774434"/>
                  </a:lnTo>
                  <a:lnTo>
                    <a:pt x="1854247" y="2870366"/>
                  </a:lnTo>
                  <a:close/>
                  <a:moveTo>
                    <a:pt x="1958090" y="2846535"/>
                  </a:moveTo>
                  <a:lnTo>
                    <a:pt x="1854247" y="2870366"/>
                  </a:lnTo>
                  <a:lnTo>
                    <a:pt x="1968241" y="2869230"/>
                  </a:lnTo>
                  <a:close/>
                  <a:moveTo>
                    <a:pt x="1958090" y="2846535"/>
                  </a:moveTo>
                  <a:lnTo>
                    <a:pt x="1968241" y="2869230"/>
                  </a:lnTo>
                  <a:lnTo>
                    <a:pt x="2040321" y="2860069"/>
                  </a:lnTo>
                  <a:close/>
                  <a:moveTo>
                    <a:pt x="1730505" y="2710190"/>
                  </a:moveTo>
                  <a:lnTo>
                    <a:pt x="1727105" y="2740181"/>
                  </a:lnTo>
                  <a:lnTo>
                    <a:pt x="1798471" y="2679380"/>
                  </a:lnTo>
                  <a:close/>
                  <a:moveTo>
                    <a:pt x="1727105" y="2740181"/>
                  </a:moveTo>
                  <a:lnTo>
                    <a:pt x="1772901" y="2800032"/>
                  </a:lnTo>
                  <a:lnTo>
                    <a:pt x="1798471" y="2679380"/>
                  </a:lnTo>
                  <a:close/>
                  <a:moveTo>
                    <a:pt x="1798471" y="2679380"/>
                  </a:moveTo>
                  <a:lnTo>
                    <a:pt x="1772901" y="2800032"/>
                  </a:lnTo>
                  <a:lnTo>
                    <a:pt x="1859372" y="2740847"/>
                  </a:lnTo>
                  <a:close/>
                  <a:moveTo>
                    <a:pt x="1859372" y="2740847"/>
                  </a:moveTo>
                  <a:lnTo>
                    <a:pt x="1772901" y="2800032"/>
                  </a:lnTo>
                  <a:lnTo>
                    <a:pt x="1849129" y="2774434"/>
                  </a:lnTo>
                  <a:close/>
                  <a:moveTo>
                    <a:pt x="1849129" y="2774434"/>
                  </a:moveTo>
                  <a:lnTo>
                    <a:pt x="1919686" y="2761595"/>
                  </a:lnTo>
                  <a:lnTo>
                    <a:pt x="1859372" y="2740847"/>
                  </a:lnTo>
                  <a:close/>
                  <a:moveTo>
                    <a:pt x="1701391" y="2597165"/>
                  </a:moveTo>
                  <a:lnTo>
                    <a:pt x="1730505" y="2710190"/>
                  </a:lnTo>
                  <a:lnTo>
                    <a:pt x="1757456" y="2638455"/>
                  </a:lnTo>
                  <a:close/>
                  <a:moveTo>
                    <a:pt x="1712165" y="2717817"/>
                  </a:moveTo>
                  <a:lnTo>
                    <a:pt x="1730505" y="2710190"/>
                  </a:lnTo>
                  <a:lnTo>
                    <a:pt x="1701391" y="2597165"/>
                  </a:lnTo>
                  <a:close/>
                  <a:moveTo>
                    <a:pt x="1625980" y="2635602"/>
                  </a:moveTo>
                  <a:lnTo>
                    <a:pt x="1712165" y="2717817"/>
                  </a:lnTo>
                  <a:lnTo>
                    <a:pt x="1701391" y="2597165"/>
                  </a:lnTo>
                  <a:close/>
                  <a:moveTo>
                    <a:pt x="1730505" y="2710190"/>
                  </a:moveTo>
                  <a:lnTo>
                    <a:pt x="1798471" y="2679380"/>
                  </a:lnTo>
                  <a:lnTo>
                    <a:pt x="1757456" y="2638455"/>
                  </a:lnTo>
                  <a:close/>
                  <a:moveTo>
                    <a:pt x="1625980" y="2635602"/>
                  </a:moveTo>
                  <a:lnTo>
                    <a:pt x="1701391" y="2597165"/>
                  </a:lnTo>
                  <a:lnTo>
                    <a:pt x="1623716" y="2632285"/>
                  </a:lnTo>
                  <a:close/>
                  <a:moveTo>
                    <a:pt x="1701391" y="2597165"/>
                  </a:moveTo>
                  <a:lnTo>
                    <a:pt x="1651221" y="2519918"/>
                  </a:lnTo>
                  <a:lnTo>
                    <a:pt x="1623716" y="2632285"/>
                  </a:lnTo>
                  <a:close/>
                  <a:moveTo>
                    <a:pt x="1648329" y="2514950"/>
                  </a:moveTo>
                  <a:lnTo>
                    <a:pt x="1572406" y="2553386"/>
                  </a:lnTo>
                  <a:lnTo>
                    <a:pt x="1623716" y="2632285"/>
                  </a:lnTo>
                  <a:close/>
                  <a:moveTo>
                    <a:pt x="1048899" y="1857230"/>
                  </a:moveTo>
                  <a:lnTo>
                    <a:pt x="1042980" y="1854299"/>
                  </a:lnTo>
                  <a:lnTo>
                    <a:pt x="1019454" y="1895666"/>
                  </a:lnTo>
                  <a:close/>
                  <a:moveTo>
                    <a:pt x="2040321" y="2860069"/>
                  </a:moveTo>
                  <a:lnTo>
                    <a:pt x="1968241" y="2869230"/>
                  </a:lnTo>
                  <a:lnTo>
                    <a:pt x="2102156" y="2876060"/>
                  </a:lnTo>
                  <a:close/>
                  <a:moveTo>
                    <a:pt x="1873903" y="2654201"/>
                  </a:moveTo>
                  <a:lnTo>
                    <a:pt x="1859372" y="2740847"/>
                  </a:lnTo>
                  <a:lnTo>
                    <a:pt x="1943932" y="2757954"/>
                  </a:lnTo>
                  <a:close/>
                  <a:moveTo>
                    <a:pt x="1798471" y="2679380"/>
                  </a:moveTo>
                  <a:lnTo>
                    <a:pt x="1859372" y="2740847"/>
                  </a:lnTo>
                  <a:lnTo>
                    <a:pt x="1873903" y="2654201"/>
                  </a:lnTo>
                  <a:close/>
                  <a:moveTo>
                    <a:pt x="1873903" y="2654201"/>
                  </a:moveTo>
                  <a:lnTo>
                    <a:pt x="1757456" y="2638455"/>
                  </a:lnTo>
                  <a:lnTo>
                    <a:pt x="1798471" y="2679380"/>
                  </a:lnTo>
                  <a:close/>
                  <a:moveTo>
                    <a:pt x="1768860" y="2578915"/>
                  </a:moveTo>
                  <a:lnTo>
                    <a:pt x="1757456" y="2638455"/>
                  </a:lnTo>
                  <a:lnTo>
                    <a:pt x="1873903" y="2654201"/>
                  </a:lnTo>
                  <a:close/>
                  <a:moveTo>
                    <a:pt x="1837035" y="2584082"/>
                  </a:moveTo>
                  <a:lnTo>
                    <a:pt x="1768860" y="2578915"/>
                  </a:lnTo>
                  <a:lnTo>
                    <a:pt x="1873903" y="2654201"/>
                  </a:lnTo>
                  <a:close/>
                  <a:moveTo>
                    <a:pt x="1701391" y="2597165"/>
                  </a:moveTo>
                  <a:lnTo>
                    <a:pt x="1757456" y="2638455"/>
                  </a:lnTo>
                  <a:lnTo>
                    <a:pt x="1768860" y="2578915"/>
                  </a:lnTo>
                  <a:close/>
                  <a:moveTo>
                    <a:pt x="1652815" y="2512574"/>
                  </a:moveTo>
                  <a:lnTo>
                    <a:pt x="1651221" y="2519918"/>
                  </a:lnTo>
                  <a:lnTo>
                    <a:pt x="1752526" y="2476513"/>
                  </a:lnTo>
                  <a:close/>
                  <a:moveTo>
                    <a:pt x="1651221" y="2519918"/>
                  </a:moveTo>
                  <a:lnTo>
                    <a:pt x="1701391" y="2597165"/>
                  </a:lnTo>
                  <a:lnTo>
                    <a:pt x="1752526" y="2476513"/>
                  </a:lnTo>
                  <a:close/>
                  <a:moveTo>
                    <a:pt x="1752526" y="2476513"/>
                  </a:moveTo>
                  <a:lnTo>
                    <a:pt x="1701391" y="2597165"/>
                  </a:lnTo>
                  <a:lnTo>
                    <a:pt x="1775370" y="2490233"/>
                  </a:lnTo>
                  <a:close/>
                  <a:moveTo>
                    <a:pt x="1649366" y="2432735"/>
                  </a:moveTo>
                  <a:lnTo>
                    <a:pt x="1652815" y="2512574"/>
                  </a:lnTo>
                  <a:lnTo>
                    <a:pt x="1752526" y="2476513"/>
                  </a:lnTo>
                  <a:close/>
                  <a:moveTo>
                    <a:pt x="1649366" y="2432735"/>
                  </a:moveTo>
                  <a:lnTo>
                    <a:pt x="1752526" y="2476513"/>
                  </a:lnTo>
                  <a:lnTo>
                    <a:pt x="1696650" y="2394298"/>
                  </a:lnTo>
                  <a:close/>
                  <a:moveTo>
                    <a:pt x="1696650" y="2394298"/>
                  </a:moveTo>
                  <a:lnTo>
                    <a:pt x="1695780" y="2407862"/>
                  </a:lnTo>
                  <a:lnTo>
                    <a:pt x="1649366" y="2432735"/>
                  </a:lnTo>
                  <a:close/>
                  <a:moveTo>
                    <a:pt x="1215811" y="1818793"/>
                  </a:moveTo>
                  <a:lnTo>
                    <a:pt x="1203517" y="1745454"/>
                  </a:lnTo>
                  <a:lnTo>
                    <a:pt x="1139850" y="1825907"/>
                  </a:lnTo>
                  <a:close/>
                  <a:moveTo>
                    <a:pt x="1139850" y="1825907"/>
                  </a:moveTo>
                  <a:lnTo>
                    <a:pt x="1203517" y="1745454"/>
                  </a:lnTo>
                  <a:lnTo>
                    <a:pt x="1200930" y="1736750"/>
                  </a:lnTo>
                  <a:close/>
                  <a:moveTo>
                    <a:pt x="1203517" y="1745454"/>
                  </a:moveTo>
                  <a:lnTo>
                    <a:pt x="1229452" y="1818793"/>
                  </a:lnTo>
                  <a:lnTo>
                    <a:pt x="1200930" y="1736750"/>
                  </a:lnTo>
                  <a:close/>
                  <a:moveTo>
                    <a:pt x="902252" y="1597610"/>
                  </a:moveTo>
                  <a:lnTo>
                    <a:pt x="1027502" y="1656468"/>
                  </a:lnTo>
                  <a:lnTo>
                    <a:pt x="981017" y="1594167"/>
                  </a:lnTo>
                  <a:close/>
                  <a:moveTo>
                    <a:pt x="401303" y="832211"/>
                  </a:moveTo>
                  <a:lnTo>
                    <a:pt x="393174" y="868283"/>
                  </a:lnTo>
                  <a:lnTo>
                    <a:pt x="373921" y="872996"/>
                  </a:lnTo>
                  <a:close/>
                  <a:moveTo>
                    <a:pt x="401303" y="832211"/>
                  </a:moveTo>
                  <a:lnTo>
                    <a:pt x="395007" y="766700"/>
                  </a:lnTo>
                  <a:lnTo>
                    <a:pt x="393174" y="868283"/>
                  </a:lnTo>
                  <a:close/>
                  <a:moveTo>
                    <a:pt x="401303" y="832211"/>
                  </a:moveTo>
                  <a:lnTo>
                    <a:pt x="389714" y="749996"/>
                  </a:lnTo>
                  <a:lnTo>
                    <a:pt x="395007" y="766700"/>
                  </a:lnTo>
                  <a:close/>
                  <a:moveTo>
                    <a:pt x="404679" y="709340"/>
                  </a:moveTo>
                  <a:lnTo>
                    <a:pt x="395007" y="766700"/>
                  </a:lnTo>
                  <a:lnTo>
                    <a:pt x="389714" y="749996"/>
                  </a:lnTo>
                  <a:close/>
                  <a:moveTo>
                    <a:pt x="1550695" y="2147653"/>
                  </a:moveTo>
                  <a:lnTo>
                    <a:pt x="1568912" y="2229869"/>
                  </a:lnTo>
                  <a:lnTo>
                    <a:pt x="1626670" y="2191432"/>
                  </a:lnTo>
                  <a:close/>
                  <a:moveTo>
                    <a:pt x="1203517" y="1745454"/>
                  </a:moveTo>
                  <a:lnTo>
                    <a:pt x="1215811" y="1818793"/>
                  </a:lnTo>
                  <a:lnTo>
                    <a:pt x="1224569" y="1817624"/>
                  </a:lnTo>
                  <a:close/>
                  <a:moveTo>
                    <a:pt x="1224569" y="1817624"/>
                  </a:moveTo>
                  <a:lnTo>
                    <a:pt x="1229452" y="1818793"/>
                  </a:lnTo>
                  <a:lnTo>
                    <a:pt x="1203517" y="1745454"/>
                  </a:lnTo>
                  <a:close/>
                  <a:moveTo>
                    <a:pt x="855505" y="1280271"/>
                  </a:moveTo>
                  <a:lnTo>
                    <a:pt x="896546" y="1301973"/>
                  </a:lnTo>
                  <a:lnTo>
                    <a:pt x="983308" y="1264245"/>
                  </a:lnTo>
                  <a:close/>
                  <a:moveTo>
                    <a:pt x="929574" y="1278546"/>
                  </a:moveTo>
                  <a:lnTo>
                    <a:pt x="855505" y="1280271"/>
                  </a:lnTo>
                  <a:lnTo>
                    <a:pt x="983308" y="1264245"/>
                  </a:lnTo>
                  <a:close/>
                  <a:moveTo>
                    <a:pt x="452415" y="672612"/>
                  </a:moveTo>
                  <a:lnTo>
                    <a:pt x="404679" y="709340"/>
                  </a:lnTo>
                  <a:lnTo>
                    <a:pt x="389714" y="749996"/>
                  </a:lnTo>
                  <a:close/>
                  <a:moveTo>
                    <a:pt x="404679" y="709340"/>
                  </a:moveTo>
                  <a:lnTo>
                    <a:pt x="452415" y="672612"/>
                  </a:lnTo>
                  <a:lnTo>
                    <a:pt x="441137" y="667782"/>
                  </a:lnTo>
                  <a:close/>
                  <a:moveTo>
                    <a:pt x="452415" y="672612"/>
                  </a:moveTo>
                  <a:lnTo>
                    <a:pt x="481243" y="629345"/>
                  </a:lnTo>
                  <a:lnTo>
                    <a:pt x="441137" y="667782"/>
                  </a:lnTo>
                  <a:close/>
                  <a:moveTo>
                    <a:pt x="2012264" y="2502217"/>
                  </a:moveTo>
                  <a:lnTo>
                    <a:pt x="2100701" y="2490910"/>
                  </a:lnTo>
                  <a:lnTo>
                    <a:pt x="2080484" y="2407254"/>
                  </a:lnTo>
                  <a:close/>
                  <a:moveTo>
                    <a:pt x="2012264" y="2502217"/>
                  </a:moveTo>
                  <a:lnTo>
                    <a:pt x="2080484" y="2407254"/>
                  </a:lnTo>
                  <a:lnTo>
                    <a:pt x="2005435" y="2407676"/>
                  </a:lnTo>
                  <a:close/>
                  <a:moveTo>
                    <a:pt x="2180068" y="2458296"/>
                  </a:moveTo>
                  <a:lnTo>
                    <a:pt x="2145034" y="2399641"/>
                  </a:lnTo>
                  <a:lnTo>
                    <a:pt x="2184151" y="2483659"/>
                  </a:lnTo>
                  <a:close/>
                  <a:moveTo>
                    <a:pt x="2184151" y="2483659"/>
                  </a:moveTo>
                  <a:lnTo>
                    <a:pt x="2145034" y="2399641"/>
                  </a:lnTo>
                  <a:lnTo>
                    <a:pt x="2080484" y="2407254"/>
                  </a:lnTo>
                  <a:close/>
                  <a:moveTo>
                    <a:pt x="2184151" y="2483659"/>
                  </a:moveTo>
                  <a:lnTo>
                    <a:pt x="2080484" y="2407254"/>
                  </a:lnTo>
                  <a:lnTo>
                    <a:pt x="2100701" y="2490910"/>
                  </a:lnTo>
                  <a:close/>
                  <a:moveTo>
                    <a:pt x="2180068" y="2458296"/>
                  </a:moveTo>
                  <a:lnTo>
                    <a:pt x="2184151" y="2483659"/>
                  </a:lnTo>
                  <a:lnTo>
                    <a:pt x="2193292" y="2481856"/>
                  </a:lnTo>
                  <a:close/>
                  <a:moveTo>
                    <a:pt x="1926419" y="2411322"/>
                  </a:moveTo>
                  <a:lnTo>
                    <a:pt x="1981058" y="2327402"/>
                  </a:lnTo>
                  <a:lnTo>
                    <a:pt x="1899168" y="2333385"/>
                  </a:lnTo>
                  <a:close/>
                  <a:moveTo>
                    <a:pt x="1802486" y="2355862"/>
                  </a:moveTo>
                  <a:lnTo>
                    <a:pt x="1899168" y="2333385"/>
                  </a:lnTo>
                  <a:lnTo>
                    <a:pt x="1857757" y="2304406"/>
                  </a:lnTo>
                  <a:close/>
                  <a:moveTo>
                    <a:pt x="1774347" y="2073993"/>
                  </a:moveTo>
                  <a:lnTo>
                    <a:pt x="1644904" y="2018545"/>
                  </a:lnTo>
                  <a:lnTo>
                    <a:pt x="1687266" y="2084197"/>
                  </a:lnTo>
                  <a:close/>
                  <a:moveTo>
                    <a:pt x="1774347" y="2073993"/>
                  </a:moveTo>
                  <a:lnTo>
                    <a:pt x="1687266" y="2084197"/>
                  </a:lnTo>
                  <a:lnTo>
                    <a:pt x="1778553" y="2071727"/>
                  </a:lnTo>
                  <a:close/>
                  <a:moveTo>
                    <a:pt x="1616474" y="2027002"/>
                  </a:moveTo>
                  <a:lnTo>
                    <a:pt x="1644904" y="2018545"/>
                  </a:lnTo>
                  <a:lnTo>
                    <a:pt x="1545975" y="1974674"/>
                  </a:lnTo>
                  <a:close/>
                  <a:moveTo>
                    <a:pt x="1447113" y="1668501"/>
                  </a:moveTo>
                  <a:lnTo>
                    <a:pt x="1398962" y="1780356"/>
                  </a:lnTo>
                  <a:lnTo>
                    <a:pt x="1423314" y="1741920"/>
                  </a:lnTo>
                  <a:close/>
                  <a:moveTo>
                    <a:pt x="1447113" y="1668501"/>
                  </a:moveTo>
                  <a:lnTo>
                    <a:pt x="1401172" y="1711938"/>
                  </a:lnTo>
                  <a:lnTo>
                    <a:pt x="1398962" y="1780356"/>
                  </a:lnTo>
                  <a:close/>
                  <a:moveTo>
                    <a:pt x="1115984" y="1266440"/>
                  </a:moveTo>
                  <a:lnTo>
                    <a:pt x="1105224" y="1248630"/>
                  </a:lnTo>
                  <a:lnTo>
                    <a:pt x="1122996" y="1339148"/>
                  </a:lnTo>
                  <a:close/>
                  <a:moveTo>
                    <a:pt x="555545" y="596686"/>
                  </a:moveTo>
                  <a:lnTo>
                    <a:pt x="481243" y="629345"/>
                  </a:lnTo>
                  <a:lnTo>
                    <a:pt x="563555" y="594286"/>
                  </a:lnTo>
                  <a:close/>
                  <a:moveTo>
                    <a:pt x="481243" y="629345"/>
                  </a:moveTo>
                  <a:lnTo>
                    <a:pt x="452415" y="672612"/>
                  </a:lnTo>
                  <a:lnTo>
                    <a:pt x="563555" y="594286"/>
                  </a:lnTo>
                  <a:close/>
                  <a:moveTo>
                    <a:pt x="508948" y="605325"/>
                  </a:moveTo>
                  <a:lnTo>
                    <a:pt x="481243" y="629345"/>
                  </a:lnTo>
                  <a:lnTo>
                    <a:pt x="555545" y="596686"/>
                  </a:lnTo>
                  <a:close/>
                  <a:moveTo>
                    <a:pt x="2310043" y="2564071"/>
                  </a:moveTo>
                  <a:lnTo>
                    <a:pt x="2329745" y="2646286"/>
                  </a:lnTo>
                  <a:lnTo>
                    <a:pt x="2424640" y="2607850"/>
                  </a:lnTo>
                  <a:close/>
                  <a:moveTo>
                    <a:pt x="2310043" y="2564071"/>
                  </a:moveTo>
                  <a:lnTo>
                    <a:pt x="2424640" y="2607850"/>
                  </a:lnTo>
                  <a:lnTo>
                    <a:pt x="2350231" y="2525634"/>
                  </a:lnTo>
                  <a:close/>
                  <a:moveTo>
                    <a:pt x="2310043" y="2564071"/>
                  </a:moveTo>
                  <a:lnTo>
                    <a:pt x="2350231" y="2525634"/>
                  </a:lnTo>
                  <a:lnTo>
                    <a:pt x="2273195" y="2527825"/>
                  </a:lnTo>
                  <a:close/>
                  <a:moveTo>
                    <a:pt x="2350231" y="2525634"/>
                  </a:moveTo>
                  <a:lnTo>
                    <a:pt x="2320969" y="2491242"/>
                  </a:lnTo>
                  <a:lnTo>
                    <a:pt x="2273195" y="2527825"/>
                  </a:lnTo>
                  <a:close/>
                  <a:moveTo>
                    <a:pt x="2285493" y="2443419"/>
                  </a:moveTo>
                  <a:lnTo>
                    <a:pt x="2273195" y="2527825"/>
                  </a:lnTo>
                  <a:lnTo>
                    <a:pt x="2320969" y="2491242"/>
                  </a:lnTo>
                  <a:close/>
                  <a:moveTo>
                    <a:pt x="2285493" y="2443419"/>
                  </a:moveTo>
                  <a:lnTo>
                    <a:pt x="2193292" y="2481856"/>
                  </a:lnTo>
                  <a:lnTo>
                    <a:pt x="2273195" y="2527825"/>
                  </a:lnTo>
                  <a:close/>
                  <a:moveTo>
                    <a:pt x="1649794" y="1814384"/>
                  </a:moveTo>
                  <a:lnTo>
                    <a:pt x="1755248" y="1789245"/>
                  </a:lnTo>
                  <a:lnTo>
                    <a:pt x="1716054" y="1721016"/>
                  </a:lnTo>
                  <a:close/>
                  <a:moveTo>
                    <a:pt x="1649794" y="1814384"/>
                  </a:moveTo>
                  <a:lnTo>
                    <a:pt x="1716054" y="1721016"/>
                  </a:lnTo>
                  <a:lnTo>
                    <a:pt x="1629649" y="1730670"/>
                  </a:lnTo>
                  <a:close/>
                  <a:moveTo>
                    <a:pt x="1548557" y="1635912"/>
                  </a:moveTo>
                  <a:lnTo>
                    <a:pt x="1453083" y="1659705"/>
                  </a:lnTo>
                  <a:lnTo>
                    <a:pt x="1447113" y="1668501"/>
                  </a:lnTo>
                  <a:close/>
                  <a:moveTo>
                    <a:pt x="1466695" y="1577490"/>
                  </a:moveTo>
                  <a:lnTo>
                    <a:pt x="1548557" y="1635912"/>
                  </a:lnTo>
                  <a:lnTo>
                    <a:pt x="1520543" y="1558595"/>
                  </a:lnTo>
                  <a:close/>
                  <a:moveTo>
                    <a:pt x="1453083" y="1659705"/>
                  </a:moveTo>
                  <a:lnTo>
                    <a:pt x="1548557" y="1635912"/>
                  </a:lnTo>
                  <a:lnTo>
                    <a:pt x="1466695" y="1577490"/>
                  </a:lnTo>
                  <a:close/>
                  <a:moveTo>
                    <a:pt x="1548557" y="1635912"/>
                  </a:moveTo>
                  <a:lnTo>
                    <a:pt x="1600088" y="1554518"/>
                  </a:lnTo>
                  <a:lnTo>
                    <a:pt x="1520543" y="1558595"/>
                  </a:lnTo>
                  <a:close/>
                  <a:moveTo>
                    <a:pt x="1105224" y="1248630"/>
                  </a:moveTo>
                  <a:lnTo>
                    <a:pt x="1115984" y="1266440"/>
                  </a:lnTo>
                  <a:lnTo>
                    <a:pt x="1115228" y="1245372"/>
                  </a:lnTo>
                  <a:close/>
                  <a:moveTo>
                    <a:pt x="1115228" y="1245372"/>
                  </a:moveTo>
                  <a:lnTo>
                    <a:pt x="1115984" y="1266440"/>
                  </a:lnTo>
                  <a:lnTo>
                    <a:pt x="1170070" y="1248630"/>
                  </a:lnTo>
                  <a:close/>
                  <a:moveTo>
                    <a:pt x="1087662" y="1160550"/>
                  </a:moveTo>
                  <a:lnTo>
                    <a:pt x="1085107" y="1166414"/>
                  </a:lnTo>
                  <a:lnTo>
                    <a:pt x="1079743" y="1074036"/>
                  </a:lnTo>
                  <a:close/>
                  <a:moveTo>
                    <a:pt x="749756" y="517943"/>
                  </a:moveTo>
                  <a:lnTo>
                    <a:pt x="680549" y="590909"/>
                  </a:lnTo>
                  <a:lnTo>
                    <a:pt x="722253" y="552472"/>
                  </a:lnTo>
                  <a:close/>
                  <a:moveTo>
                    <a:pt x="2424640" y="2607850"/>
                  </a:moveTo>
                  <a:lnTo>
                    <a:pt x="2460880" y="2680144"/>
                  </a:lnTo>
                  <a:lnTo>
                    <a:pt x="2462965" y="2578357"/>
                  </a:lnTo>
                  <a:close/>
                  <a:moveTo>
                    <a:pt x="2424640" y="2607850"/>
                  </a:moveTo>
                  <a:lnTo>
                    <a:pt x="2422521" y="2690065"/>
                  </a:lnTo>
                  <a:lnTo>
                    <a:pt x="2460880" y="2680144"/>
                  </a:lnTo>
                  <a:close/>
                  <a:moveTo>
                    <a:pt x="2350231" y="2525634"/>
                  </a:moveTo>
                  <a:lnTo>
                    <a:pt x="2424640" y="2607850"/>
                  </a:lnTo>
                  <a:lnTo>
                    <a:pt x="2440514" y="2487198"/>
                  </a:lnTo>
                  <a:close/>
                  <a:moveTo>
                    <a:pt x="2401513" y="2404983"/>
                  </a:moveTo>
                  <a:lnTo>
                    <a:pt x="2320969" y="2491242"/>
                  </a:lnTo>
                  <a:lnTo>
                    <a:pt x="2350231" y="2525634"/>
                  </a:lnTo>
                  <a:close/>
                  <a:moveTo>
                    <a:pt x="2401513" y="2404983"/>
                  </a:moveTo>
                  <a:lnTo>
                    <a:pt x="2350231" y="2525634"/>
                  </a:lnTo>
                  <a:lnTo>
                    <a:pt x="2440514" y="2487198"/>
                  </a:lnTo>
                  <a:close/>
                  <a:moveTo>
                    <a:pt x="793155" y="465003"/>
                  </a:moveTo>
                  <a:lnTo>
                    <a:pt x="749756" y="517943"/>
                  </a:lnTo>
                  <a:lnTo>
                    <a:pt x="722253" y="552472"/>
                  </a:lnTo>
                  <a:close/>
                  <a:moveTo>
                    <a:pt x="863398" y="448972"/>
                  </a:moveTo>
                  <a:lnTo>
                    <a:pt x="797994" y="470257"/>
                  </a:lnTo>
                  <a:lnTo>
                    <a:pt x="749756" y="517943"/>
                  </a:lnTo>
                  <a:close/>
                  <a:moveTo>
                    <a:pt x="863398" y="448972"/>
                  </a:moveTo>
                  <a:lnTo>
                    <a:pt x="749756" y="517943"/>
                  </a:lnTo>
                  <a:lnTo>
                    <a:pt x="793155" y="465003"/>
                  </a:lnTo>
                  <a:close/>
                  <a:moveTo>
                    <a:pt x="2552391" y="2466156"/>
                  </a:moveTo>
                  <a:lnTo>
                    <a:pt x="2459871" y="2480781"/>
                  </a:lnTo>
                  <a:lnTo>
                    <a:pt x="2580258" y="2543592"/>
                  </a:lnTo>
                  <a:close/>
                  <a:moveTo>
                    <a:pt x="2459871" y="2480781"/>
                  </a:moveTo>
                  <a:lnTo>
                    <a:pt x="2514357" y="2396984"/>
                  </a:lnTo>
                  <a:lnTo>
                    <a:pt x="2448692" y="2389776"/>
                  </a:lnTo>
                  <a:close/>
                  <a:moveTo>
                    <a:pt x="2448692" y="2389776"/>
                  </a:moveTo>
                  <a:lnTo>
                    <a:pt x="2488723" y="2317732"/>
                  </a:lnTo>
                  <a:lnTo>
                    <a:pt x="2419969" y="2313035"/>
                  </a:lnTo>
                  <a:close/>
                  <a:moveTo>
                    <a:pt x="1492933" y="1194208"/>
                  </a:moveTo>
                  <a:lnTo>
                    <a:pt x="1531348" y="1133320"/>
                  </a:lnTo>
                  <a:lnTo>
                    <a:pt x="1485969" y="1171756"/>
                  </a:lnTo>
                  <a:close/>
                  <a:moveTo>
                    <a:pt x="1541573" y="1097409"/>
                  </a:moveTo>
                  <a:lnTo>
                    <a:pt x="1485969" y="1171756"/>
                  </a:lnTo>
                  <a:lnTo>
                    <a:pt x="1531348" y="1133320"/>
                  </a:lnTo>
                  <a:close/>
                  <a:moveTo>
                    <a:pt x="1541573" y="1097409"/>
                  </a:moveTo>
                  <a:lnTo>
                    <a:pt x="1498428" y="1151297"/>
                  </a:lnTo>
                  <a:lnTo>
                    <a:pt x="1485969" y="1171756"/>
                  </a:lnTo>
                  <a:close/>
                  <a:moveTo>
                    <a:pt x="1606930" y="1063109"/>
                  </a:moveTo>
                  <a:lnTo>
                    <a:pt x="1498428" y="1151297"/>
                  </a:lnTo>
                  <a:lnTo>
                    <a:pt x="1541573" y="1097409"/>
                  </a:lnTo>
                  <a:close/>
                  <a:moveTo>
                    <a:pt x="918576" y="440070"/>
                  </a:moveTo>
                  <a:lnTo>
                    <a:pt x="863398" y="448972"/>
                  </a:lnTo>
                  <a:lnTo>
                    <a:pt x="793155" y="465003"/>
                  </a:lnTo>
                  <a:close/>
                  <a:moveTo>
                    <a:pt x="1000635" y="468221"/>
                  </a:moveTo>
                  <a:lnTo>
                    <a:pt x="947436" y="484520"/>
                  </a:lnTo>
                  <a:lnTo>
                    <a:pt x="863398" y="448972"/>
                  </a:lnTo>
                  <a:close/>
                  <a:moveTo>
                    <a:pt x="1063000" y="422735"/>
                  </a:moveTo>
                  <a:lnTo>
                    <a:pt x="947436" y="484520"/>
                  </a:lnTo>
                  <a:lnTo>
                    <a:pt x="1000635" y="468221"/>
                  </a:lnTo>
                  <a:close/>
                  <a:moveTo>
                    <a:pt x="1946369" y="1496243"/>
                  </a:moveTo>
                  <a:lnTo>
                    <a:pt x="2030760" y="1423744"/>
                  </a:lnTo>
                  <a:lnTo>
                    <a:pt x="1963067" y="1441198"/>
                  </a:lnTo>
                  <a:close/>
                  <a:moveTo>
                    <a:pt x="2074383" y="1481008"/>
                  </a:moveTo>
                  <a:lnTo>
                    <a:pt x="2030760" y="1423744"/>
                  </a:lnTo>
                  <a:lnTo>
                    <a:pt x="1946369" y="1496243"/>
                  </a:lnTo>
                  <a:close/>
                  <a:moveTo>
                    <a:pt x="2030760" y="1423744"/>
                  </a:moveTo>
                  <a:lnTo>
                    <a:pt x="2044140" y="1367934"/>
                  </a:lnTo>
                  <a:lnTo>
                    <a:pt x="1963067" y="1441198"/>
                  </a:lnTo>
                  <a:close/>
                  <a:moveTo>
                    <a:pt x="1798568" y="1379965"/>
                  </a:moveTo>
                  <a:lnTo>
                    <a:pt x="1840496" y="1259314"/>
                  </a:lnTo>
                  <a:lnTo>
                    <a:pt x="1765175" y="1297750"/>
                  </a:lnTo>
                  <a:close/>
                  <a:moveTo>
                    <a:pt x="1541573" y="1097409"/>
                  </a:moveTo>
                  <a:lnTo>
                    <a:pt x="1580180" y="1109742"/>
                  </a:lnTo>
                  <a:lnTo>
                    <a:pt x="1656413" y="1032915"/>
                  </a:lnTo>
                  <a:close/>
                  <a:moveTo>
                    <a:pt x="1438536" y="775623"/>
                  </a:moveTo>
                  <a:lnTo>
                    <a:pt x="1336880" y="804459"/>
                  </a:lnTo>
                  <a:lnTo>
                    <a:pt x="1316658" y="813804"/>
                  </a:lnTo>
                  <a:close/>
                  <a:moveTo>
                    <a:pt x="1438536" y="775623"/>
                  </a:moveTo>
                  <a:lnTo>
                    <a:pt x="1316658" y="813804"/>
                  </a:lnTo>
                  <a:lnTo>
                    <a:pt x="1375312" y="817901"/>
                  </a:lnTo>
                  <a:close/>
                  <a:moveTo>
                    <a:pt x="1377309" y="761910"/>
                  </a:moveTo>
                  <a:lnTo>
                    <a:pt x="1336880" y="804459"/>
                  </a:lnTo>
                  <a:lnTo>
                    <a:pt x="1424883" y="775035"/>
                  </a:lnTo>
                  <a:close/>
                  <a:moveTo>
                    <a:pt x="1405751" y="722244"/>
                  </a:moveTo>
                  <a:lnTo>
                    <a:pt x="1424883" y="775035"/>
                  </a:lnTo>
                  <a:lnTo>
                    <a:pt x="1447187" y="766023"/>
                  </a:lnTo>
                  <a:close/>
                  <a:moveTo>
                    <a:pt x="1008847" y="470528"/>
                  </a:moveTo>
                  <a:lnTo>
                    <a:pt x="1063000" y="422735"/>
                  </a:lnTo>
                  <a:lnTo>
                    <a:pt x="1000635" y="468221"/>
                  </a:lnTo>
                  <a:close/>
                  <a:moveTo>
                    <a:pt x="1008847" y="470528"/>
                  </a:moveTo>
                  <a:lnTo>
                    <a:pt x="1109666" y="449156"/>
                  </a:lnTo>
                  <a:lnTo>
                    <a:pt x="1063000" y="422735"/>
                  </a:lnTo>
                  <a:close/>
                  <a:moveTo>
                    <a:pt x="1109666" y="449156"/>
                  </a:moveTo>
                  <a:lnTo>
                    <a:pt x="1008847" y="470528"/>
                  </a:lnTo>
                  <a:lnTo>
                    <a:pt x="1143200" y="507387"/>
                  </a:lnTo>
                  <a:close/>
                  <a:moveTo>
                    <a:pt x="2136631" y="1498540"/>
                  </a:moveTo>
                  <a:lnTo>
                    <a:pt x="2085593" y="1522920"/>
                  </a:lnTo>
                  <a:lnTo>
                    <a:pt x="2020066" y="1556578"/>
                  </a:lnTo>
                  <a:close/>
                  <a:moveTo>
                    <a:pt x="2224801" y="1549533"/>
                  </a:moveTo>
                  <a:lnTo>
                    <a:pt x="2094876" y="1505959"/>
                  </a:lnTo>
                  <a:lnTo>
                    <a:pt x="2085593" y="1522920"/>
                  </a:lnTo>
                  <a:close/>
                  <a:moveTo>
                    <a:pt x="2074367" y="1411305"/>
                  </a:moveTo>
                  <a:lnTo>
                    <a:pt x="2074383" y="1481008"/>
                  </a:lnTo>
                  <a:lnTo>
                    <a:pt x="2184902" y="1482126"/>
                  </a:lnTo>
                  <a:close/>
                  <a:moveTo>
                    <a:pt x="2044140" y="1367934"/>
                  </a:moveTo>
                  <a:lnTo>
                    <a:pt x="2030760" y="1423744"/>
                  </a:lnTo>
                  <a:lnTo>
                    <a:pt x="2074367" y="1411305"/>
                  </a:lnTo>
                  <a:close/>
                  <a:moveTo>
                    <a:pt x="1882844" y="1245642"/>
                  </a:moveTo>
                  <a:lnTo>
                    <a:pt x="1840496" y="1259314"/>
                  </a:lnTo>
                  <a:lnTo>
                    <a:pt x="1924471" y="1262622"/>
                  </a:lnTo>
                  <a:close/>
                  <a:moveTo>
                    <a:pt x="1882844" y="1245642"/>
                  </a:moveTo>
                  <a:lnTo>
                    <a:pt x="1932325" y="1228528"/>
                  </a:lnTo>
                  <a:lnTo>
                    <a:pt x="1859849" y="1236215"/>
                  </a:lnTo>
                  <a:close/>
                  <a:moveTo>
                    <a:pt x="1542599" y="739926"/>
                  </a:moveTo>
                  <a:lnTo>
                    <a:pt x="1447187" y="766023"/>
                  </a:lnTo>
                  <a:lnTo>
                    <a:pt x="1497401" y="816171"/>
                  </a:lnTo>
                  <a:close/>
                  <a:moveTo>
                    <a:pt x="1640492" y="821024"/>
                  </a:moveTo>
                  <a:lnTo>
                    <a:pt x="1564348" y="822337"/>
                  </a:lnTo>
                  <a:lnTo>
                    <a:pt x="1659308" y="828536"/>
                  </a:lnTo>
                  <a:close/>
                  <a:moveTo>
                    <a:pt x="1447187" y="766023"/>
                  </a:moveTo>
                  <a:lnTo>
                    <a:pt x="1542599" y="739926"/>
                  </a:lnTo>
                  <a:lnTo>
                    <a:pt x="1472153" y="683808"/>
                  </a:lnTo>
                  <a:close/>
                  <a:moveTo>
                    <a:pt x="1449703" y="654764"/>
                  </a:moveTo>
                  <a:lnTo>
                    <a:pt x="1479364" y="649617"/>
                  </a:lnTo>
                  <a:lnTo>
                    <a:pt x="1472153" y="683808"/>
                  </a:lnTo>
                  <a:close/>
                  <a:moveTo>
                    <a:pt x="1233114" y="509479"/>
                  </a:moveTo>
                  <a:lnTo>
                    <a:pt x="1203412" y="433535"/>
                  </a:lnTo>
                  <a:lnTo>
                    <a:pt x="1149481" y="516879"/>
                  </a:lnTo>
                  <a:close/>
                  <a:moveTo>
                    <a:pt x="1335565" y="386688"/>
                  </a:moveTo>
                  <a:lnTo>
                    <a:pt x="1326093" y="418676"/>
                  </a:lnTo>
                  <a:lnTo>
                    <a:pt x="1390156" y="360290"/>
                  </a:lnTo>
                  <a:close/>
                  <a:moveTo>
                    <a:pt x="1302321" y="398726"/>
                  </a:moveTo>
                  <a:lnTo>
                    <a:pt x="1326093" y="418676"/>
                  </a:lnTo>
                  <a:lnTo>
                    <a:pt x="1335565" y="386688"/>
                  </a:lnTo>
                  <a:close/>
                  <a:moveTo>
                    <a:pt x="1302321" y="398726"/>
                  </a:moveTo>
                  <a:lnTo>
                    <a:pt x="1335565" y="386688"/>
                  </a:lnTo>
                  <a:lnTo>
                    <a:pt x="1310936" y="278075"/>
                  </a:lnTo>
                  <a:close/>
                  <a:moveTo>
                    <a:pt x="1286230" y="269636"/>
                  </a:moveTo>
                  <a:lnTo>
                    <a:pt x="1327920" y="210304"/>
                  </a:lnTo>
                  <a:lnTo>
                    <a:pt x="1333748" y="234296"/>
                  </a:lnTo>
                  <a:close/>
                  <a:moveTo>
                    <a:pt x="1327920" y="210304"/>
                  </a:moveTo>
                  <a:lnTo>
                    <a:pt x="1331328" y="195859"/>
                  </a:lnTo>
                  <a:lnTo>
                    <a:pt x="1333748" y="234296"/>
                  </a:lnTo>
                  <a:close/>
                  <a:moveTo>
                    <a:pt x="1688476" y="443731"/>
                  </a:moveTo>
                  <a:lnTo>
                    <a:pt x="1675624" y="492187"/>
                  </a:lnTo>
                  <a:lnTo>
                    <a:pt x="1709851" y="404068"/>
                  </a:lnTo>
                  <a:close/>
                  <a:moveTo>
                    <a:pt x="1709851" y="404068"/>
                  </a:moveTo>
                  <a:lnTo>
                    <a:pt x="1675624" y="492187"/>
                  </a:lnTo>
                  <a:lnTo>
                    <a:pt x="1690645" y="486283"/>
                  </a:lnTo>
                  <a:close/>
                  <a:moveTo>
                    <a:pt x="1675624" y="492187"/>
                  </a:moveTo>
                  <a:lnTo>
                    <a:pt x="1684783" y="493381"/>
                  </a:lnTo>
                  <a:lnTo>
                    <a:pt x="1690645" y="486283"/>
                  </a:lnTo>
                  <a:close/>
                  <a:moveTo>
                    <a:pt x="1425307" y="80555"/>
                  </a:moveTo>
                  <a:lnTo>
                    <a:pt x="1331328" y="195859"/>
                  </a:lnTo>
                  <a:lnTo>
                    <a:pt x="1372919" y="157423"/>
                  </a:lnTo>
                  <a:close/>
                  <a:moveTo>
                    <a:pt x="1959600" y="684900"/>
                  </a:moveTo>
                  <a:lnTo>
                    <a:pt x="1892117" y="711253"/>
                  </a:lnTo>
                  <a:lnTo>
                    <a:pt x="2004687" y="638271"/>
                  </a:lnTo>
                  <a:close/>
                  <a:moveTo>
                    <a:pt x="1959600" y="684900"/>
                  </a:moveTo>
                  <a:lnTo>
                    <a:pt x="2004687" y="638271"/>
                  </a:lnTo>
                  <a:lnTo>
                    <a:pt x="2004864" y="650714"/>
                  </a:lnTo>
                  <a:close/>
                  <a:moveTo>
                    <a:pt x="2004687" y="638271"/>
                  </a:moveTo>
                  <a:lnTo>
                    <a:pt x="2023348" y="612277"/>
                  </a:lnTo>
                  <a:lnTo>
                    <a:pt x="2004864" y="650714"/>
                  </a:lnTo>
                  <a:close/>
                  <a:moveTo>
                    <a:pt x="1709851" y="404068"/>
                  </a:moveTo>
                  <a:lnTo>
                    <a:pt x="1690645" y="486283"/>
                  </a:lnTo>
                  <a:lnTo>
                    <a:pt x="1736516" y="447847"/>
                  </a:lnTo>
                  <a:close/>
                  <a:moveTo>
                    <a:pt x="1762476" y="289998"/>
                  </a:moveTo>
                  <a:lnTo>
                    <a:pt x="1709851" y="404068"/>
                  </a:lnTo>
                  <a:lnTo>
                    <a:pt x="1757911" y="365632"/>
                  </a:lnTo>
                  <a:close/>
                  <a:moveTo>
                    <a:pt x="1762476" y="289998"/>
                  </a:moveTo>
                  <a:lnTo>
                    <a:pt x="1721814" y="353173"/>
                  </a:lnTo>
                  <a:lnTo>
                    <a:pt x="1709851" y="404068"/>
                  </a:lnTo>
                  <a:close/>
                  <a:moveTo>
                    <a:pt x="1721814" y="353173"/>
                  </a:moveTo>
                  <a:lnTo>
                    <a:pt x="1762476" y="289998"/>
                  </a:lnTo>
                  <a:lnTo>
                    <a:pt x="1720346" y="321853"/>
                  </a:lnTo>
                  <a:close/>
                  <a:moveTo>
                    <a:pt x="1762476" y="289998"/>
                  </a:moveTo>
                  <a:lnTo>
                    <a:pt x="1763472" y="283417"/>
                  </a:lnTo>
                  <a:lnTo>
                    <a:pt x="1720346" y="321853"/>
                  </a:lnTo>
                  <a:close/>
                  <a:moveTo>
                    <a:pt x="1425307" y="80555"/>
                  </a:moveTo>
                  <a:lnTo>
                    <a:pt x="1478618" y="64676"/>
                  </a:lnTo>
                  <a:lnTo>
                    <a:pt x="1460528" y="75208"/>
                  </a:lnTo>
                  <a:close/>
                  <a:moveTo>
                    <a:pt x="1478618" y="64676"/>
                  </a:moveTo>
                  <a:lnTo>
                    <a:pt x="1523809" y="36771"/>
                  </a:lnTo>
                  <a:lnTo>
                    <a:pt x="1460528" y="75208"/>
                  </a:lnTo>
                  <a:close/>
                  <a:moveTo>
                    <a:pt x="2107878" y="530224"/>
                  </a:moveTo>
                  <a:lnTo>
                    <a:pt x="2023348" y="612277"/>
                  </a:lnTo>
                  <a:lnTo>
                    <a:pt x="2079100" y="573840"/>
                  </a:lnTo>
                  <a:close/>
                  <a:moveTo>
                    <a:pt x="2107878" y="530224"/>
                  </a:moveTo>
                  <a:lnTo>
                    <a:pt x="2170310" y="491626"/>
                  </a:lnTo>
                  <a:lnTo>
                    <a:pt x="2055548" y="530062"/>
                  </a:lnTo>
                  <a:close/>
                  <a:moveTo>
                    <a:pt x="1840236" y="327195"/>
                  </a:moveTo>
                  <a:lnTo>
                    <a:pt x="1764212" y="280575"/>
                  </a:lnTo>
                  <a:lnTo>
                    <a:pt x="1763472" y="283417"/>
                  </a:lnTo>
                  <a:close/>
                  <a:moveTo>
                    <a:pt x="1763472" y="283417"/>
                  </a:moveTo>
                  <a:lnTo>
                    <a:pt x="1762476" y="289998"/>
                  </a:lnTo>
                  <a:lnTo>
                    <a:pt x="1840236" y="327195"/>
                  </a:lnTo>
                  <a:close/>
                  <a:moveTo>
                    <a:pt x="1542055" y="23198"/>
                  </a:moveTo>
                  <a:lnTo>
                    <a:pt x="1523809" y="36771"/>
                  </a:lnTo>
                  <a:lnTo>
                    <a:pt x="1559514" y="25528"/>
                  </a:lnTo>
                  <a:close/>
                  <a:moveTo>
                    <a:pt x="1660725" y="3838"/>
                  </a:moveTo>
                  <a:lnTo>
                    <a:pt x="1559514" y="25528"/>
                  </a:lnTo>
                  <a:lnTo>
                    <a:pt x="1667940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093" name="Candidate_density__2092">
              <a:extLst>
                <a:ext uri="{FF2B5EF4-FFF2-40B4-BE49-F238E27FC236}">
                  <a16:creationId xmlns:a16="http://schemas.microsoft.com/office/drawing/2014/main" id="{75012975-04B5-13A2-562A-0CA40FD446A9}"/>
                </a:ext>
              </a:extLst>
            </p:cNvPr>
            <p:cNvSpPr>
              <a:spLocks noGrp="1"/>
            </p:cNvSpPr>
            <p:nvPr/>
          </p:nvSpPr>
          <p:spPr>
            <a:xfrm>
              <a:off x="4475464" y="1773664"/>
              <a:ext cx="2088088" cy="3082589"/>
            </a:xfrm>
            <a:custGeom>
              <a:avLst/>
              <a:gdLst/>
              <a:ahLst/>
              <a:cxnLst/>
              <a:rect l="0" t="0" r="0" b="0"/>
              <a:pathLst>
                <a:path w="2088088" h="3082589">
                  <a:moveTo>
                    <a:pt x="660606" y="3082589"/>
                  </a:moveTo>
                  <a:lnTo>
                    <a:pt x="662487" y="3081841"/>
                  </a:lnTo>
                  <a:lnTo>
                    <a:pt x="678055" y="2961938"/>
                  </a:lnTo>
                  <a:close/>
                  <a:moveTo>
                    <a:pt x="662487" y="3081841"/>
                  </a:moveTo>
                  <a:lnTo>
                    <a:pt x="671219" y="3082589"/>
                  </a:lnTo>
                  <a:lnTo>
                    <a:pt x="690371" y="2975076"/>
                  </a:lnTo>
                  <a:close/>
                  <a:moveTo>
                    <a:pt x="24099" y="2304217"/>
                  </a:moveTo>
                  <a:lnTo>
                    <a:pt x="5986" y="2251091"/>
                  </a:lnTo>
                  <a:lnTo>
                    <a:pt x="30836" y="2330980"/>
                  </a:lnTo>
                  <a:close/>
                  <a:moveTo>
                    <a:pt x="24099" y="2304217"/>
                  </a:moveTo>
                  <a:lnTo>
                    <a:pt x="0" y="2222002"/>
                  </a:lnTo>
                  <a:lnTo>
                    <a:pt x="5986" y="2251091"/>
                  </a:lnTo>
                  <a:close/>
                  <a:moveTo>
                    <a:pt x="775475" y="2950484"/>
                  </a:moveTo>
                  <a:lnTo>
                    <a:pt x="690371" y="2975076"/>
                  </a:lnTo>
                  <a:lnTo>
                    <a:pt x="776125" y="3017041"/>
                  </a:lnTo>
                  <a:close/>
                  <a:moveTo>
                    <a:pt x="366329" y="2340099"/>
                  </a:moveTo>
                  <a:lnTo>
                    <a:pt x="340072" y="2227344"/>
                  </a:lnTo>
                  <a:lnTo>
                    <a:pt x="282569" y="2247510"/>
                  </a:lnTo>
                  <a:close/>
                  <a:moveTo>
                    <a:pt x="366329" y="2340099"/>
                  </a:moveTo>
                  <a:lnTo>
                    <a:pt x="282569" y="2247510"/>
                  </a:lnTo>
                  <a:lnTo>
                    <a:pt x="294903" y="2337575"/>
                  </a:lnTo>
                  <a:close/>
                  <a:moveTo>
                    <a:pt x="208497" y="2101350"/>
                  </a:moveTo>
                  <a:lnTo>
                    <a:pt x="280348" y="2126299"/>
                  </a:lnTo>
                  <a:lnTo>
                    <a:pt x="266086" y="2145128"/>
                  </a:lnTo>
                  <a:close/>
                  <a:moveTo>
                    <a:pt x="280348" y="2126299"/>
                  </a:moveTo>
                  <a:lnTo>
                    <a:pt x="241280" y="2080893"/>
                  </a:lnTo>
                  <a:lnTo>
                    <a:pt x="291660" y="2145128"/>
                  </a:lnTo>
                  <a:close/>
                  <a:moveTo>
                    <a:pt x="223082" y="2127389"/>
                  </a:moveTo>
                  <a:lnTo>
                    <a:pt x="280280" y="2149278"/>
                  </a:lnTo>
                  <a:lnTo>
                    <a:pt x="291660" y="2145128"/>
                  </a:lnTo>
                  <a:close/>
                  <a:moveTo>
                    <a:pt x="239168" y="2101350"/>
                  </a:moveTo>
                  <a:lnTo>
                    <a:pt x="259234" y="2047354"/>
                  </a:lnTo>
                  <a:lnTo>
                    <a:pt x="272526" y="1980699"/>
                  </a:lnTo>
                  <a:close/>
                  <a:moveTo>
                    <a:pt x="272526" y="1980699"/>
                  </a:moveTo>
                  <a:lnTo>
                    <a:pt x="298705" y="2034208"/>
                  </a:lnTo>
                  <a:lnTo>
                    <a:pt x="315142" y="2024477"/>
                  </a:lnTo>
                  <a:close/>
                  <a:moveTo>
                    <a:pt x="352033" y="1942262"/>
                  </a:moveTo>
                  <a:lnTo>
                    <a:pt x="229480" y="1898483"/>
                  </a:lnTo>
                  <a:lnTo>
                    <a:pt x="272526" y="1980699"/>
                  </a:lnTo>
                  <a:close/>
                  <a:moveTo>
                    <a:pt x="1029030" y="2682198"/>
                  </a:moveTo>
                  <a:lnTo>
                    <a:pt x="1103295" y="2758695"/>
                  </a:lnTo>
                  <a:lnTo>
                    <a:pt x="1131833" y="2725976"/>
                  </a:lnTo>
                  <a:close/>
                  <a:moveTo>
                    <a:pt x="270089" y="1777832"/>
                  </a:moveTo>
                  <a:lnTo>
                    <a:pt x="320917" y="1657180"/>
                  </a:lnTo>
                  <a:lnTo>
                    <a:pt x="223133" y="1695617"/>
                  </a:lnTo>
                  <a:close/>
                  <a:moveTo>
                    <a:pt x="1131833" y="2725976"/>
                  </a:moveTo>
                  <a:lnTo>
                    <a:pt x="1113039" y="2757735"/>
                  </a:lnTo>
                  <a:lnTo>
                    <a:pt x="1168998" y="2789144"/>
                  </a:lnTo>
                  <a:close/>
                  <a:moveTo>
                    <a:pt x="354761" y="1648858"/>
                  </a:moveTo>
                  <a:lnTo>
                    <a:pt x="320917" y="1657180"/>
                  </a:lnTo>
                  <a:lnTo>
                    <a:pt x="403347" y="1661906"/>
                  </a:lnTo>
                  <a:close/>
                  <a:moveTo>
                    <a:pt x="341311" y="1645163"/>
                  </a:moveTo>
                  <a:lnTo>
                    <a:pt x="320917" y="1657180"/>
                  </a:lnTo>
                  <a:lnTo>
                    <a:pt x="354761" y="1648858"/>
                  </a:lnTo>
                  <a:close/>
                  <a:moveTo>
                    <a:pt x="354761" y="1648858"/>
                  </a:moveTo>
                  <a:lnTo>
                    <a:pt x="356813" y="1657180"/>
                  </a:lnTo>
                  <a:lnTo>
                    <a:pt x="341311" y="1645163"/>
                  </a:lnTo>
                  <a:close/>
                  <a:moveTo>
                    <a:pt x="194929" y="1169231"/>
                  </a:moveTo>
                  <a:lnTo>
                    <a:pt x="181745" y="1087017"/>
                  </a:lnTo>
                  <a:lnTo>
                    <a:pt x="172727" y="1175204"/>
                  </a:lnTo>
                  <a:close/>
                  <a:moveTo>
                    <a:pt x="1657368" y="2576186"/>
                  </a:moveTo>
                  <a:lnTo>
                    <a:pt x="1527141" y="2583147"/>
                  </a:lnTo>
                  <a:lnTo>
                    <a:pt x="1588976" y="2599138"/>
                  </a:lnTo>
                  <a:close/>
                  <a:moveTo>
                    <a:pt x="1430752" y="2481032"/>
                  </a:moveTo>
                  <a:lnTo>
                    <a:pt x="1346192" y="2463925"/>
                  </a:lnTo>
                  <a:lnTo>
                    <a:pt x="1406506" y="2484673"/>
                  </a:lnTo>
                  <a:close/>
                  <a:moveTo>
                    <a:pt x="1423615" y="2386741"/>
                  </a:moveTo>
                  <a:lnTo>
                    <a:pt x="1360723" y="2377279"/>
                  </a:lnTo>
                  <a:lnTo>
                    <a:pt x="1430752" y="2481032"/>
                  </a:lnTo>
                  <a:close/>
                  <a:moveTo>
                    <a:pt x="1423615" y="2386741"/>
                  </a:moveTo>
                  <a:lnTo>
                    <a:pt x="1323855" y="2307160"/>
                  </a:lnTo>
                  <a:lnTo>
                    <a:pt x="1360723" y="2377279"/>
                  </a:lnTo>
                  <a:close/>
                  <a:moveTo>
                    <a:pt x="1262190" y="2213311"/>
                  </a:moveTo>
                  <a:lnTo>
                    <a:pt x="1188211" y="2320243"/>
                  </a:lnTo>
                  <a:lnTo>
                    <a:pt x="1255680" y="2301993"/>
                  </a:lnTo>
                  <a:close/>
                  <a:moveTo>
                    <a:pt x="714270" y="1638452"/>
                  </a:moveTo>
                  <a:lnTo>
                    <a:pt x="702630" y="1541870"/>
                  </a:lnTo>
                  <a:lnTo>
                    <a:pt x="626670" y="1548985"/>
                  </a:lnTo>
                  <a:close/>
                  <a:moveTo>
                    <a:pt x="626670" y="1548985"/>
                  </a:moveTo>
                  <a:lnTo>
                    <a:pt x="687750" y="1459828"/>
                  </a:lnTo>
                  <a:lnTo>
                    <a:pt x="569097" y="1495698"/>
                  </a:lnTo>
                  <a:close/>
                  <a:moveTo>
                    <a:pt x="687750" y="1459828"/>
                  </a:moveTo>
                  <a:lnTo>
                    <a:pt x="716272" y="1541870"/>
                  </a:lnTo>
                  <a:lnTo>
                    <a:pt x="767511" y="1555668"/>
                  </a:lnTo>
                  <a:close/>
                  <a:moveTo>
                    <a:pt x="636381" y="1377441"/>
                  </a:moveTo>
                  <a:lnTo>
                    <a:pt x="601987" y="1416867"/>
                  </a:lnTo>
                  <a:lnTo>
                    <a:pt x="654421" y="1386831"/>
                  </a:lnTo>
                  <a:close/>
                  <a:moveTo>
                    <a:pt x="530694" y="1377441"/>
                  </a:moveTo>
                  <a:lnTo>
                    <a:pt x="579880" y="1334214"/>
                  </a:lnTo>
                  <a:lnTo>
                    <a:pt x="514321" y="1379545"/>
                  </a:lnTo>
                  <a:close/>
                  <a:moveTo>
                    <a:pt x="514321" y="1379545"/>
                  </a:moveTo>
                  <a:lnTo>
                    <a:pt x="579880" y="1334214"/>
                  </a:lnTo>
                  <a:lnTo>
                    <a:pt x="555703" y="1306403"/>
                  </a:lnTo>
                  <a:close/>
                  <a:moveTo>
                    <a:pt x="514321" y="1379545"/>
                  </a:moveTo>
                  <a:lnTo>
                    <a:pt x="555703" y="1306403"/>
                  </a:lnTo>
                  <a:lnTo>
                    <a:pt x="467837" y="1317245"/>
                  </a:lnTo>
                  <a:close/>
                  <a:moveTo>
                    <a:pt x="579880" y="1334214"/>
                  </a:moveTo>
                  <a:lnTo>
                    <a:pt x="636381" y="1377441"/>
                  </a:lnTo>
                  <a:lnTo>
                    <a:pt x="555703" y="1306403"/>
                  </a:lnTo>
                  <a:close/>
                  <a:moveTo>
                    <a:pt x="636381" y="1377441"/>
                  </a:moveTo>
                  <a:lnTo>
                    <a:pt x="654421" y="1386831"/>
                  </a:lnTo>
                  <a:lnTo>
                    <a:pt x="555703" y="1306403"/>
                  </a:lnTo>
                  <a:close/>
                  <a:moveTo>
                    <a:pt x="1055732" y="1952946"/>
                  </a:moveTo>
                  <a:lnTo>
                    <a:pt x="1037515" y="1870731"/>
                  </a:lnTo>
                  <a:lnTo>
                    <a:pt x="1060391" y="1899707"/>
                  </a:lnTo>
                  <a:close/>
                  <a:moveTo>
                    <a:pt x="1703098" y="2531960"/>
                  </a:moveTo>
                  <a:lnTo>
                    <a:pt x="1588976" y="2599138"/>
                  </a:lnTo>
                  <a:lnTo>
                    <a:pt x="1632153" y="2545368"/>
                  </a:lnTo>
                  <a:close/>
                  <a:moveTo>
                    <a:pt x="1055732" y="1952946"/>
                  </a:moveTo>
                  <a:lnTo>
                    <a:pt x="1119363" y="2035161"/>
                  </a:lnTo>
                  <a:lnTo>
                    <a:pt x="1174591" y="1996725"/>
                  </a:lnTo>
                  <a:close/>
                  <a:moveTo>
                    <a:pt x="1032795" y="1697752"/>
                  </a:moveTo>
                  <a:lnTo>
                    <a:pt x="997750" y="1689856"/>
                  </a:lnTo>
                  <a:lnTo>
                    <a:pt x="1103294" y="1750079"/>
                  </a:lnTo>
                  <a:close/>
                  <a:moveTo>
                    <a:pt x="702630" y="1541870"/>
                  </a:moveTo>
                  <a:lnTo>
                    <a:pt x="712288" y="1550605"/>
                  </a:lnTo>
                  <a:lnTo>
                    <a:pt x="711389" y="1540702"/>
                  </a:lnTo>
                  <a:close/>
                  <a:moveTo>
                    <a:pt x="711389" y="1540702"/>
                  </a:moveTo>
                  <a:lnTo>
                    <a:pt x="712288" y="1550605"/>
                  </a:lnTo>
                  <a:lnTo>
                    <a:pt x="716272" y="1541870"/>
                  </a:lnTo>
                  <a:close/>
                  <a:moveTo>
                    <a:pt x="887873" y="1421219"/>
                  </a:moveTo>
                  <a:lnTo>
                    <a:pt x="884970" y="1520768"/>
                  </a:lnTo>
                  <a:lnTo>
                    <a:pt x="887992" y="1435016"/>
                  </a:lnTo>
                  <a:close/>
                  <a:moveTo>
                    <a:pt x="530694" y="1377441"/>
                  </a:moveTo>
                  <a:lnTo>
                    <a:pt x="601987" y="1416867"/>
                  </a:lnTo>
                  <a:lnTo>
                    <a:pt x="604866" y="1366527"/>
                  </a:lnTo>
                  <a:close/>
                  <a:moveTo>
                    <a:pt x="579880" y="1334214"/>
                  </a:moveTo>
                  <a:lnTo>
                    <a:pt x="530694" y="1377441"/>
                  </a:lnTo>
                  <a:lnTo>
                    <a:pt x="604866" y="1366527"/>
                  </a:lnTo>
                  <a:close/>
                  <a:moveTo>
                    <a:pt x="604866" y="1366527"/>
                  </a:moveTo>
                  <a:lnTo>
                    <a:pt x="601987" y="1416867"/>
                  </a:lnTo>
                  <a:lnTo>
                    <a:pt x="636381" y="1377441"/>
                  </a:lnTo>
                  <a:close/>
                  <a:moveTo>
                    <a:pt x="604866" y="1366527"/>
                  </a:moveTo>
                  <a:lnTo>
                    <a:pt x="636381" y="1377441"/>
                  </a:lnTo>
                  <a:lnTo>
                    <a:pt x="579880" y="1334214"/>
                  </a:lnTo>
                  <a:close/>
                  <a:moveTo>
                    <a:pt x="314967" y="1020065"/>
                  </a:moveTo>
                  <a:lnTo>
                    <a:pt x="383365" y="1025050"/>
                  </a:lnTo>
                  <a:lnTo>
                    <a:pt x="342325" y="1003349"/>
                  </a:lnTo>
                  <a:close/>
                  <a:moveTo>
                    <a:pt x="1717357" y="2490015"/>
                  </a:moveTo>
                  <a:lnTo>
                    <a:pt x="1754833" y="2510188"/>
                  </a:lnTo>
                  <a:lnTo>
                    <a:pt x="1708357" y="2476620"/>
                  </a:lnTo>
                  <a:close/>
                  <a:moveTo>
                    <a:pt x="1717357" y="2490015"/>
                  </a:moveTo>
                  <a:lnTo>
                    <a:pt x="1708357" y="2476620"/>
                  </a:lnTo>
                  <a:lnTo>
                    <a:pt x="1708981" y="2407800"/>
                  </a:lnTo>
                  <a:close/>
                  <a:moveTo>
                    <a:pt x="1670971" y="2206737"/>
                  </a:moveTo>
                  <a:lnTo>
                    <a:pt x="1642922" y="2306970"/>
                  </a:lnTo>
                  <a:lnTo>
                    <a:pt x="1680111" y="2204934"/>
                  </a:lnTo>
                  <a:close/>
                  <a:moveTo>
                    <a:pt x="1417368" y="2243370"/>
                  </a:moveTo>
                  <a:lnTo>
                    <a:pt x="1486356" y="2278910"/>
                  </a:lnTo>
                  <a:lnTo>
                    <a:pt x="1499084" y="2225295"/>
                  </a:lnTo>
                  <a:close/>
                  <a:moveTo>
                    <a:pt x="1587521" y="2213988"/>
                  </a:moveTo>
                  <a:lnTo>
                    <a:pt x="1486356" y="2278910"/>
                  </a:lnTo>
                  <a:lnTo>
                    <a:pt x="1567406" y="2303289"/>
                  </a:lnTo>
                  <a:close/>
                  <a:moveTo>
                    <a:pt x="1587521" y="2213988"/>
                  </a:moveTo>
                  <a:lnTo>
                    <a:pt x="1499084" y="2225295"/>
                  </a:lnTo>
                  <a:lnTo>
                    <a:pt x="1486356" y="2278910"/>
                  </a:lnTo>
                  <a:close/>
                  <a:moveTo>
                    <a:pt x="1670971" y="2206737"/>
                  </a:moveTo>
                  <a:lnTo>
                    <a:pt x="1587521" y="2213988"/>
                  </a:lnTo>
                  <a:lnTo>
                    <a:pt x="1567406" y="2303289"/>
                  </a:lnTo>
                  <a:close/>
                  <a:moveTo>
                    <a:pt x="1413239" y="2134400"/>
                  </a:moveTo>
                  <a:lnTo>
                    <a:pt x="1492255" y="2130754"/>
                  </a:lnTo>
                  <a:lnTo>
                    <a:pt x="1467878" y="2050480"/>
                  </a:lnTo>
                  <a:close/>
                  <a:moveTo>
                    <a:pt x="1567304" y="2130332"/>
                  </a:moveTo>
                  <a:lnTo>
                    <a:pt x="1508348" y="2082480"/>
                  </a:lnTo>
                  <a:lnTo>
                    <a:pt x="1467878" y="2050480"/>
                  </a:lnTo>
                  <a:close/>
                  <a:moveTo>
                    <a:pt x="1492255" y="2130754"/>
                  </a:moveTo>
                  <a:lnTo>
                    <a:pt x="1567304" y="2130332"/>
                  </a:lnTo>
                  <a:lnTo>
                    <a:pt x="1467878" y="2050480"/>
                  </a:lnTo>
                  <a:close/>
                  <a:moveTo>
                    <a:pt x="1385987" y="2056463"/>
                  </a:moveTo>
                  <a:lnTo>
                    <a:pt x="1467878" y="2050480"/>
                  </a:lnTo>
                  <a:lnTo>
                    <a:pt x="1424630" y="2048129"/>
                  </a:lnTo>
                  <a:close/>
                  <a:moveTo>
                    <a:pt x="1265372" y="1794805"/>
                  </a:moveTo>
                  <a:lnTo>
                    <a:pt x="1235660" y="1832294"/>
                  </a:lnTo>
                  <a:lnTo>
                    <a:pt x="1261167" y="1797071"/>
                  </a:lnTo>
                  <a:close/>
                  <a:moveTo>
                    <a:pt x="1263328" y="1787162"/>
                  </a:moveTo>
                  <a:lnTo>
                    <a:pt x="1224605" y="1711643"/>
                  </a:lnTo>
                  <a:lnTo>
                    <a:pt x="1261167" y="1797071"/>
                  </a:lnTo>
                  <a:close/>
                  <a:moveTo>
                    <a:pt x="1261167" y="1797071"/>
                  </a:moveTo>
                  <a:lnTo>
                    <a:pt x="1224605" y="1711643"/>
                  </a:lnTo>
                  <a:lnTo>
                    <a:pt x="1131724" y="1741623"/>
                  </a:lnTo>
                  <a:close/>
                  <a:moveTo>
                    <a:pt x="1235660" y="1832294"/>
                  </a:moveTo>
                  <a:lnTo>
                    <a:pt x="1263328" y="1787162"/>
                  </a:lnTo>
                  <a:lnTo>
                    <a:pt x="1261167" y="1797071"/>
                  </a:lnTo>
                  <a:close/>
                  <a:moveTo>
                    <a:pt x="1032795" y="1697752"/>
                  </a:moveTo>
                  <a:lnTo>
                    <a:pt x="1131724" y="1741623"/>
                  </a:lnTo>
                  <a:lnTo>
                    <a:pt x="1152465" y="1651321"/>
                  </a:lnTo>
                  <a:close/>
                  <a:moveTo>
                    <a:pt x="1131724" y="1741623"/>
                  </a:moveTo>
                  <a:lnTo>
                    <a:pt x="1224605" y="1711643"/>
                  </a:lnTo>
                  <a:lnTo>
                    <a:pt x="1152465" y="1651321"/>
                  </a:lnTo>
                  <a:close/>
                  <a:moveTo>
                    <a:pt x="602804" y="989518"/>
                  </a:moveTo>
                  <a:lnTo>
                    <a:pt x="671374" y="972681"/>
                  </a:lnTo>
                  <a:lnTo>
                    <a:pt x="656890" y="971707"/>
                  </a:lnTo>
                  <a:close/>
                  <a:moveTo>
                    <a:pt x="1468824" y="1782956"/>
                  </a:moveTo>
                  <a:lnTo>
                    <a:pt x="1542497" y="1837637"/>
                  </a:lnTo>
                  <a:lnTo>
                    <a:pt x="1444920" y="1768868"/>
                  </a:lnTo>
                  <a:close/>
                  <a:moveTo>
                    <a:pt x="1224605" y="1711643"/>
                  </a:moveTo>
                  <a:lnTo>
                    <a:pt x="1263328" y="1787162"/>
                  </a:lnTo>
                  <a:lnTo>
                    <a:pt x="1254201" y="1702643"/>
                  </a:lnTo>
                  <a:close/>
                  <a:moveTo>
                    <a:pt x="1155594" y="1622124"/>
                  </a:moveTo>
                  <a:lnTo>
                    <a:pt x="1242068" y="1512323"/>
                  </a:lnTo>
                  <a:lnTo>
                    <a:pt x="1136613" y="1537462"/>
                  </a:lnTo>
                  <a:close/>
                  <a:moveTo>
                    <a:pt x="1069275" y="1531615"/>
                  </a:moveTo>
                  <a:lnTo>
                    <a:pt x="1136613" y="1537462"/>
                  </a:lnTo>
                  <a:lnTo>
                    <a:pt x="1116469" y="1453748"/>
                  </a:lnTo>
                  <a:close/>
                  <a:moveTo>
                    <a:pt x="1052703" y="1444996"/>
                  </a:moveTo>
                  <a:lnTo>
                    <a:pt x="1116469" y="1453748"/>
                  </a:lnTo>
                  <a:lnTo>
                    <a:pt x="1109696" y="1359161"/>
                  </a:lnTo>
                  <a:close/>
                  <a:moveTo>
                    <a:pt x="1052703" y="1444996"/>
                  </a:moveTo>
                  <a:lnTo>
                    <a:pt x="1109696" y="1359161"/>
                  </a:lnTo>
                  <a:lnTo>
                    <a:pt x="1035377" y="1358990"/>
                  </a:lnTo>
                  <a:close/>
                  <a:moveTo>
                    <a:pt x="1035377" y="1358990"/>
                  </a:moveTo>
                  <a:lnTo>
                    <a:pt x="1109696" y="1359161"/>
                  </a:lnTo>
                  <a:lnTo>
                    <a:pt x="1086908" y="1277596"/>
                  </a:lnTo>
                  <a:close/>
                  <a:moveTo>
                    <a:pt x="656890" y="971707"/>
                  </a:moveTo>
                  <a:lnTo>
                    <a:pt x="671714" y="968501"/>
                  </a:lnTo>
                  <a:lnTo>
                    <a:pt x="602047" y="968450"/>
                  </a:lnTo>
                  <a:close/>
                  <a:moveTo>
                    <a:pt x="1949785" y="2301435"/>
                  </a:moveTo>
                  <a:lnTo>
                    <a:pt x="1947699" y="2403222"/>
                  </a:lnTo>
                  <a:lnTo>
                    <a:pt x="2007815" y="2404866"/>
                  </a:lnTo>
                  <a:close/>
                  <a:moveTo>
                    <a:pt x="1961289" y="2292491"/>
                  </a:moveTo>
                  <a:lnTo>
                    <a:pt x="1949785" y="2301435"/>
                  </a:lnTo>
                  <a:lnTo>
                    <a:pt x="2007815" y="2404866"/>
                  </a:lnTo>
                  <a:close/>
                  <a:moveTo>
                    <a:pt x="2067078" y="2266670"/>
                  </a:moveTo>
                  <a:lnTo>
                    <a:pt x="2088088" y="2210089"/>
                  </a:lnTo>
                  <a:lnTo>
                    <a:pt x="2039211" y="2189233"/>
                  </a:lnTo>
                  <a:close/>
                  <a:moveTo>
                    <a:pt x="1946691" y="2203859"/>
                  </a:moveTo>
                  <a:lnTo>
                    <a:pt x="2039211" y="2189233"/>
                  </a:lnTo>
                  <a:lnTo>
                    <a:pt x="2001177" y="2120062"/>
                  </a:lnTo>
                  <a:close/>
                  <a:moveTo>
                    <a:pt x="1935512" y="2112854"/>
                  </a:moveTo>
                  <a:lnTo>
                    <a:pt x="2001177" y="2120062"/>
                  </a:lnTo>
                  <a:lnTo>
                    <a:pt x="1975542" y="2040810"/>
                  </a:lnTo>
                  <a:close/>
                  <a:moveTo>
                    <a:pt x="487455" y="191299"/>
                  </a:moveTo>
                  <a:lnTo>
                    <a:pt x="350218" y="172050"/>
                  </a:lnTo>
                  <a:lnTo>
                    <a:pt x="405395" y="163148"/>
                  </a:lnTo>
                  <a:close/>
                  <a:moveTo>
                    <a:pt x="1596830" y="1349688"/>
                  </a:moveTo>
                  <a:lnTo>
                    <a:pt x="1572413" y="1245998"/>
                  </a:lnTo>
                  <a:lnTo>
                    <a:pt x="1581695" y="1229037"/>
                  </a:lnTo>
                  <a:close/>
                  <a:moveTo>
                    <a:pt x="1394415" y="1185258"/>
                  </a:moveTo>
                  <a:lnTo>
                    <a:pt x="1433189" y="1219321"/>
                  </a:lnTo>
                  <a:lnTo>
                    <a:pt x="1449887" y="1164276"/>
                  </a:lnTo>
                  <a:close/>
                  <a:moveTo>
                    <a:pt x="1285388" y="1103043"/>
                  </a:moveTo>
                  <a:lnTo>
                    <a:pt x="1290724" y="1028779"/>
                  </a:lnTo>
                  <a:lnTo>
                    <a:pt x="1327315" y="982392"/>
                  </a:lnTo>
                  <a:close/>
                  <a:moveTo>
                    <a:pt x="1093750" y="786187"/>
                  </a:moveTo>
                  <a:lnTo>
                    <a:pt x="1028393" y="820487"/>
                  </a:lnTo>
                  <a:lnTo>
                    <a:pt x="1143233" y="755992"/>
                  </a:lnTo>
                  <a:close/>
                  <a:moveTo>
                    <a:pt x="1671722" y="1205204"/>
                  </a:moveTo>
                  <a:lnTo>
                    <a:pt x="1581695" y="1229037"/>
                  </a:lnTo>
                  <a:lnTo>
                    <a:pt x="1711621" y="1272611"/>
                  </a:lnTo>
                  <a:close/>
                  <a:moveTo>
                    <a:pt x="1711621" y="1272611"/>
                  </a:moveTo>
                  <a:lnTo>
                    <a:pt x="1572413" y="1245998"/>
                  </a:lnTo>
                  <a:lnTo>
                    <a:pt x="1623451" y="1221618"/>
                  </a:lnTo>
                  <a:close/>
                  <a:moveTo>
                    <a:pt x="1369664" y="968719"/>
                  </a:moveTo>
                  <a:lnTo>
                    <a:pt x="1445222" y="1049106"/>
                  </a:lnTo>
                  <a:lnTo>
                    <a:pt x="1441897" y="970588"/>
                  </a:lnTo>
                  <a:close/>
                  <a:moveTo>
                    <a:pt x="1369664" y="968719"/>
                  </a:moveTo>
                  <a:lnTo>
                    <a:pt x="1441897" y="970588"/>
                  </a:lnTo>
                  <a:lnTo>
                    <a:pt x="1419144" y="951606"/>
                  </a:lnTo>
                  <a:close/>
                  <a:moveTo>
                    <a:pt x="1051167" y="545415"/>
                  </a:moveTo>
                  <a:lnTo>
                    <a:pt x="1074425" y="562190"/>
                  </a:lnTo>
                  <a:lnTo>
                    <a:pt x="1146128" y="551614"/>
                  </a:lnTo>
                  <a:close/>
                  <a:moveTo>
                    <a:pt x="1188117" y="555261"/>
                  </a:moveTo>
                  <a:lnTo>
                    <a:pt x="1127312" y="544102"/>
                  </a:lnTo>
                  <a:lnTo>
                    <a:pt x="1224989" y="567808"/>
                  </a:lnTo>
                  <a:close/>
                  <a:moveTo>
                    <a:pt x="1127312" y="544102"/>
                  </a:moveTo>
                  <a:lnTo>
                    <a:pt x="1146128" y="551614"/>
                  </a:lnTo>
                  <a:lnTo>
                    <a:pt x="1224989" y="567808"/>
                  </a:lnTo>
                  <a:close/>
                  <a:moveTo>
                    <a:pt x="958973" y="406886"/>
                  </a:moveTo>
                  <a:lnTo>
                    <a:pt x="1029419" y="463004"/>
                  </a:lnTo>
                  <a:lnTo>
                    <a:pt x="956131" y="398563"/>
                  </a:lnTo>
                  <a:close/>
                  <a:moveTo>
                    <a:pt x="936523" y="377842"/>
                  </a:moveTo>
                  <a:lnTo>
                    <a:pt x="958973" y="406886"/>
                  </a:lnTo>
                  <a:lnTo>
                    <a:pt x="956131" y="398563"/>
                  </a:lnTo>
                  <a:close/>
                  <a:moveTo>
                    <a:pt x="968116" y="312657"/>
                  </a:moveTo>
                  <a:lnTo>
                    <a:pt x="966184" y="372695"/>
                  </a:lnTo>
                  <a:lnTo>
                    <a:pt x="940930" y="341732"/>
                  </a:lnTo>
                  <a:close/>
                  <a:moveTo>
                    <a:pt x="940930" y="341732"/>
                  </a:moveTo>
                  <a:lnTo>
                    <a:pt x="966184" y="372695"/>
                  </a:lnTo>
                  <a:lnTo>
                    <a:pt x="936523" y="377842"/>
                  </a:lnTo>
                  <a:close/>
                  <a:moveTo>
                    <a:pt x="812913" y="141754"/>
                  </a:moveTo>
                  <a:lnTo>
                    <a:pt x="789141" y="121804"/>
                  </a:lnTo>
                  <a:lnTo>
                    <a:pt x="788504" y="237402"/>
                  </a:lnTo>
                  <a:close/>
                  <a:moveTo>
                    <a:pt x="788504" y="237402"/>
                  </a:moveTo>
                  <a:lnTo>
                    <a:pt x="789141" y="121804"/>
                  </a:lnTo>
                  <a:lnTo>
                    <a:pt x="690231" y="156613"/>
                  </a:lnTo>
                  <a:close/>
                  <a:moveTo>
                    <a:pt x="788504" y="237402"/>
                  </a:moveTo>
                  <a:lnTo>
                    <a:pt x="690231" y="156613"/>
                  </a:lnTo>
                  <a:lnTo>
                    <a:pt x="719933" y="232557"/>
                  </a:lnTo>
                  <a:close/>
                  <a:moveTo>
                    <a:pt x="1267845" y="512834"/>
                  </a:moveTo>
                  <a:lnTo>
                    <a:pt x="1224989" y="567808"/>
                  </a:lnTo>
                  <a:lnTo>
                    <a:pt x="1146128" y="551614"/>
                  </a:lnTo>
                  <a:close/>
                  <a:moveTo>
                    <a:pt x="876976" y="83368"/>
                  </a:moveTo>
                  <a:lnTo>
                    <a:pt x="812913" y="141754"/>
                  </a:lnTo>
                  <a:lnTo>
                    <a:pt x="870832" y="204019"/>
                  </a:lnTo>
                  <a:close/>
                  <a:moveTo>
                    <a:pt x="1245798" y="0"/>
                  </a:moveTo>
                  <a:lnTo>
                    <a:pt x="1250292" y="6495"/>
                  </a:lnTo>
                  <a:lnTo>
                    <a:pt x="1251032" y="3652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94" name="Candidate_density__2093">
              <a:extLst>
                <a:ext uri="{FF2B5EF4-FFF2-40B4-BE49-F238E27FC236}">
                  <a16:creationId xmlns:a16="http://schemas.microsoft.com/office/drawing/2014/main" id="{7DC6DCD2-B3E0-0290-7049-69B8A0649BD2}"/>
                </a:ext>
              </a:extLst>
            </p:cNvPr>
            <p:cNvSpPr>
              <a:spLocks noGrp="1"/>
            </p:cNvSpPr>
            <p:nvPr/>
          </p:nvSpPr>
          <p:spPr>
            <a:xfrm>
              <a:off x="4351997" y="1665904"/>
              <a:ext cx="2073252" cy="3108134"/>
            </a:xfrm>
            <a:custGeom>
              <a:avLst/>
              <a:gdLst/>
              <a:ahLst/>
              <a:cxnLst/>
              <a:rect l="0" t="0" r="0" b="0"/>
              <a:pathLst>
                <a:path w="2073252" h="3108134">
                  <a:moveTo>
                    <a:pt x="668293" y="3025919"/>
                  </a:moveTo>
                  <a:lnTo>
                    <a:pt x="705161" y="3108134"/>
                  </a:lnTo>
                  <a:lnTo>
                    <a:pt x="801522" y="3069698"/>
                  </a:lnTo>
                  <a:close/>
                  <a:moveTo>
                    <a:pt x="668293" y="3025919"/>
                  </a:moveTo>
                  <a:lnTo>
                    <a:pt x="801522" y="3069698"/>
                  </a:lnTo>
                  <a:lnTo>
                    <a:pt x="786191" y="2987482"/>
                  </a:lnTo>
                  <a:close/>
                  <a:moveTo>
                    <a:pt x="786191" y="2987482"/>
                  </a:moveTo>
                  <a:lnTo>
                    <a:pt x="814367" y="3066410"/>
                  </a:lnTo>
                  <a:lnTo>
                    <a:pt x="789669" y="2986397"/>
                  </a:lnTo>
                  <a:close/>
                  <a:moveTo>
                    <a:pt x="786191" y="2987482"/>
                  </a:moveTo>
                  <a:lnTo>
                    <a:pt x="801522" y="3069698"/>
                  </a:lnTo>
                  <a:lnTo>
                    <a:pt x="814367" y="3066410"/>
                  </a:lnTo>
                  <a:close/>
                  <a:moveTo>
                    <a:pt x="781835" y="2963186"/>
                  </a:moveTo>
                  <a:lnTo>
                    <a:pt x="786191" y="2987482"/>
                  </a:lnTo>
                  <a:lnTo>
                    <a:pt x="789669" y="2986397"/>
                  </a:lnTo>
                  <a:close/>
                  <a:moveTo>
                    <a:pt x="76410" y="1677383"/>
                  </a:moveTo>
                  <a:lnTo>
                    <a:pt x="121603" y="1638946"/>
                  </a:lnTo>
                  <a:lnTo>
                    <a:pt x="63724" y="1595168"/>
                  </a:lnTo>
                  <a:close/>
                  <a:moveTo>
                    <a:pt x="1222200" y="2751521"/>
                  </a:moveTo>
                  <a:lnTo>
                    <a:pt x="1152496" y="2789958"/>
                  </a:lnTo>
                  <a:lnTo>
                    <a:pt x="1255299" y="2833737"/>
                  </a:lnTo>
                  <a:close/>
                  <a:moveTo>
                    <a:pt x="1222200" y="2751521"/>
                  </a:moveTo>
                  <a:lnTo>
                    <a:pt x="1242731" y="2710959"/>
                  </a:lnTo>
                  <a:lnTo>
                    <a:pt x="1114320" y="2707743"/>
                  </a:lnTo>
                  <a:close/>
                  <a:moveTo>
                    <a:pt x="1152496" y="2789958"/>
                  </a:moveTo>
                  <a:lnTo>
                    <a:pt x="1222200" y="2751521"/>
                  </a:lnTo>
                  <a:lnTo>
                    <a:pt x="1114320" y="2707743"/>
                  </a:lnTo>
                  <a:close/>
                  <a:moveTo>
                    <a:pt x="1222200" y="2751521"/>
                  </a:moveTo>
                  <a:lnTo>
                    <a:pt x="1308285" y="2807140"/>
                  </a:lnTo>
                  <a:lnTo>
                    <a:pt x="1296639" y="2716515"/>
                  </a:lnTo>
                  <a:close/>
                  <a:moveTo>
                    <a:pt x="1222200" y="2751521"/>
                  </a:moveTo>
                  <a:lnTo>
                    <a:pt x="1255299" y="2833737"/>
                  </a:lnTo>
                  <a:lnTo>
                    <a:pt x="1308285" y="2807140"/>
                  </a:lnTo>
                  <a:close/>
                  <a:moveTo>
                    <a:pt x="1242731" y="2710959"/>
                  </a:moveTo>
                  <a:lnTo>
                    <a:pt x="1222200" y="2751521"/>
                  </a:lnTo>
                  <a:lnTo>
                    <a:pt x="1296639" y="2716515"/>
                  </a:lnTo>
                  <a:close/>
                  <a:moveTo>
                    <a:pt x="1369171" y="2689838"/>
                  </a:moveTo>
                  <a:lnTo>
                    <a:pt x="1351164" y="2732779"/>
                  </a:lnTo>
                  <a:lnTo>
                    <a:pt x="1310760" y="2713085"/>
                  </a:lnTo>
                  <a:close/>
                  <a:moveTo>
                    <a:pt x="1296639" y="2716515"/>
                  </a:moveTo>
                  <a:lnTo>
                    <a:pt x="1299912" y="2751521"/>
                  </a:lnTo>
                  <a:lnTo>
                    <a:pt x="1242731" y="2710959"/>
                  </a:lnTo>
                  <a:close/>
                  <a:moveTo>
                    <a:pt x="1351164" y="2732779"/>
                  </a:moveTo>
                  <a:lnTo>
                    <a:pt x="1369171" y="2689838"/>
                  </a:lnTo>
                  <a:lnTo>
                    <a:pt x="1338656" y="2751521"/>
                  </a:lnTo>
                  <a:close/>
                  <a:moveTo>
                    <a:pt x="1338656" y="2751521"/>
                  </a:moveTo>
                  <a:lnTo>
                    <a:pt x="1369171" y="2689838"/>
                  </a:lnTo>
                  <a:lnTo>
                    <a:pt x="1383187" y="2630870"/>
                  </a:lnTo>
                  <a:close/>
                  <a:moveTo>
                    <a:pt x="1431495" y="2767564"/>
                  </a:moveTo>
                  <a:lnTo>
                    <a:pt x="1514949" y="2741018"/>
                  </a:lnTo>
                  <a:lnTo>
                    <a:pt x="1464533" y="2701204"/>
                  </a:lnTo>
                  <a:close/>
                  <a:moveTo>
                    <a:pt x="1431495" y="2767564"/>
                  </a:moveTo>
                  <a:lnTo>
                    <a:pt x="1464533" y="2701204"/>
                  </a:lnTo>
                  <a:lnTo>
                    <a:pt x="1388903" y="2702098"/>
                  </a:lnTo>
                  <a:close/>
                  <a:moveTo>
                    <a:pt x="1369171" y="2689838"/>
                  </a:moveTo>
                  <a:lnTo>
                    <a:pt x="1310760" y="2713085"/>
                  </a:lnTo>
                  <a:lnTo>
                    <a:pt x="1388903" y="2702098"/>
                  </a:lnTo>
                  <a:close/>
                  <a:moveTo>
                    <a:pt x="1388903" y="2702098"/>
                  </a:moveTo>
                  <a:lnTo>
                    <a:pt x="1383187" y="2630870"/>
                  </a:lnTo>
                  <a:lnTo>
                    <a:pt x="1369171" y="2689838"/>
                  </a:lnTo>
                  <a:close/>
                  <a:moveTo>
                    <a:pt x="1464533" y="2701204"/>
                  </a:moveTo>
                  <a:lnTo>
                    <a:pt x="1514949" y="2741018"/>
                  </a:lnTo>
                  <a:lnTo>
                    <a:pt x="1578527" y="2700068"/>
                  </a:lnTo>
                  <a:close/>
                  <a:moveTo>
                    <a:pt x="1258616" y="2345788"/>
                  </a:moveTo>
                  <a:lnTo>
                    <a:pt x="1234002" y="2463123"/>
                  </a:lnTo>
                  <a:lnTo>
                    <a:pt x="1261507" y="2350756"/>
                  </a:lnTo>
                  <a:close/>
                  <a:moveTo>
                    <a:pt x="1258616" y="2345788"/>
                  </a:moveTo>
                  <a:lnTo>
                    <a:pt x="1257113" y="2334326"/>
                  </a:lnTo>
                  <a:lnTo>
                    <a:pt x="1175029" y="2302010"/>
                  </a:lnTo>
                  <a:close/>
                  <a:moveTo>
                    <a:pt x="1182693" y="2384224"/>
                  </a:moveTo>
                  <a:lnTo>
                    <a:pt x="1258616" y="2345788"/>
                  </a:lnTo>
                  <a:lnTo>
                    <a:pt x="1175029" y="2302010"/>
                  </a:lnTo>
                  <a:close/>
                  <a:moveTo>
                    <a:pt x="1222517" y="2276314"/>
                  </a:moveTo>
                  <a:lnTo>
                    <a:pt x="1257113" y="2334326"/>
                  </a:lnTo>
                  <a:lnTo>
                    <a:pt x="1259652" y="2263573"/>
                  </a:lnTo>
                  <a:close/>
                  <a:moveTo>
                    <a:pt x="645060" y="1717910"/>
                  </a:moveTo>
                  <a:lnTo>
                    <a:pt x="659186" y="1688068"/>
                  </a:lnTo>
                  <a:lnTo>
                    <a:pt x="629740" y="1726504"/>
                  </a:lnTo>
                  <a:close/>
                  <a:moveTo>
                    <a:pt x="1523773" y="2753135"/>
                  </a:moveTo>
                  <a:lnTo>
                    <a:pt x="1578527" y="2700068"/>
                  </a:lnTo>
                  <a:lnTo>
                    <a:pt x="1514949" y="2741018"/>
                  </a:lnTo>
                  <a:close/>
                  <a:moveTo>
                    <a:pt x="1523773" y="2753135"/>
                  </a:moveTo>
                  <a:lnTo>
                    <a:pt x="1632483" y="2725348"/>
                  </a:lnTo>
                  <a:lnTo>
                    <a:pt x="1578527" y="2700068"/>
                  </a:lnTo>
                  <a:close/>
                  <a:moveTo>
                    <a:pt x="1712443" y="2706898"/>
                  </a:moveTo>
                  <a:lnTo>
                    <a:pt x="1632483" y="2725348"/>
                  </a:lnTo>
                  <a:lnTo>
                    <a:pt x="1663302" y="2718427"/>
                  </a:lnTo>
                  <a:close/>
                  <a:moveTo>
                    <a:pt x="1578527" y="2700068"/>
                  </a:moveTo>
                  <a:lnTo>
                    <a:pt x="1632483" y="2725348"/>
                  </a:lnTo>
                  <a:lnTo>
                    <a:pt x="1712443" y="2706898"/>
                  </a:lnTo>
                  <a:close/>
                  <a:moveTo>
                    <a:pt x="1258616" y="2345788"/>
                  </a:moveTo>
                  <a:lnTo>
                    <a:pt x="1261507" y="2350756"/>
                  </a:lnTo>
                  <a:lnTo>
                    <a:pt x="1263101" y="2343412"/>
                  </a:lnTo>
                  <a:close/>
                  <a:moveTo>
                    <a:pt x="1257113" y="2334326"/>
                  </a:moveTo>
                  <a:lnTo>
                    <a:pt x="1258616" y="2345788"/>
                  </a:lnTo>
                  <a:lnTo>
                    <a:pt x="1263101" y="2343412"/>
                  </a:lnTo>
                  <a:close/>
                  <a:moveTo>
                    <a:pt x="1257113" y="2334326"/>
                  </a:moveTo>
                  <a:lnTo>
                    <a:pt x="1263101" y="2343412"/>
                  </a:lnTo>
                  <a:lnTo>
                    <a:pt x="1259652" y="2263573"/>
                  </a:lnTo>
                  <a:close/>
                  <a:moveTo>
                    <a:pt x="1409961" y="2196738"/>
                  </a:moveTo>
                  <a:lnTo>
                    <a:pt x="1387678" y="2202633"/>
                  </a:lnTo>
                  <a:lnTo>
                    <a:pt x="1306937" y="2225137"/>
                  </a:lnTo>
                  <a:close/>
                  <a:moveTo>
                    <a:pt x="1387678" y="2202633"/>
                  </a:moveTo>
                  <a:lnTo>
                    <a:pt x="1412772" y="2186700"/>
                  </a:lnTo>
                  <a:lnTo>
                    <a:pt x="1468044" y="2135244"/>
                  </a:lnTo>
                  <a:close/>
                  <a:moveTo>
                    <a:pt x="1387678" y="2202633"/>
                  </a:moveTo>
                  <a:lnTo>
                    <a:pt x="1409961" y="2196738"/>
                  </a:lnTo>
                  <a:lnTo>
                    <a:pt x="1412772" y="2186700"/>
                  </a:lnTo>
                  <a:close/>
                  <a:moveTo>
                    <a:pt x="1160981" y="1978491"/>
                  </a:moveTo>
                  <a:lnTo>
                    <a:pt x="1236957" y="2022270"/>
                  </a:lnTo>
                  <a:lnTo>
                    <a:pt x="1218588" y="1940055"/>
                  </a:lnTo>
                  <a:close/>
                  <a:moveTo>
                    <a:pt x="1169000" y="1896276"/>
                  </a:moveTo>
                  <a:lnTo>
                    <a:pt x="1160981" y="1978491"/>
                  </a:lnTo>
                  <a:lnTo>
                    <a:pt x="1218588" y="1940055"/>
                  </a:lnTo>
                  <a:close/>
                  <a:moveTo>
                    <a:pt x="1169000" y="1896276"/>
                  </a:moveTo>
                  <a:lnTo>
                    <a:pt x="1218588" y="1940055"/>
                  </a:lnTo>
                  <a:lnTo>
                    <a:pt x="1226761" y="1857840"/>
                  </a:lnTo>
                  <a:close/>
                  <a:moveTo>
                    <a:pt x="568188" y="1117904"/>
                  </a:moveTo>
                  <a:lnTo>
                    <a:pt x="506832" y="1132811"/>
                  </a:lnTo>
                  <a:lnTo>
                    <a:pt x="522486" y="1220175"/>
                  </a:lnTo>
                  <a:close/>
                  <a:moveTo>
                    <a:pt x="593594" y="1095083"/>
                  </a:moveTo>
                  <a:lnTo>
                    <a:pt x="506832" y="1132811"/>
                  </a:lnTo>
                  <a:lnTo>
                    <a:pt x="568188" y="1117904"/>
                  </a:lnTo>
                  <a:close/>
                  <a:moveTo>
                    <a:pt x="0" y="580834"/>
                  </a:moveTo>
                  <a:lnTo>
                    <a:pt x="11589" y="663050"/>
                  </a:lnTo>
                  <a:lnTo>
                    <a:pt x="50312" y="542398"/>
                  </a:lnTo>
                  <a:close/>
                  <a:moveTo>
                    <a:pt x="62701" y="503450"/>
                  </a:moveTo>
                  <a:lnTo>
                    <a:pt x="0" y="580834"/>
                  </a:lnTo>
                  <a:lnTo>
                    <a:pt x="50312" y="542398"/>
                  </a:lnTo>
                  <a:close/>
                  <a:moveTo>
                    <a:pt x="1832448" y="2515561"/>
                  </a:moveTo>
                  <a:lnTo>
                    <a:pt x="1831824" y="2584380"/>
                  </a:lnTo>
                  <a:lnTo>
                    <a:pt x="1928105" y="2525502"/>
                  </a:lnTo>
                  <a:close/>
                  <a:moveTo>
                    <a:pt x="1928105" y="2525502"/>
                  </a:moveTo>
                  <a:lnTo>
                    <a:pt x="1831824" y="2584380"/>
                  </a:lnTo>
                  <a:lnTo>
                    <a:pt x="1854331" y="2528331"/>
                  </a:lnTo>
                  <a:close/>
                  <a:moveTo>
                    <a:pt x="1928105" y="2525502"/>
                  </a:moveTo>
                  <a:lnTo>
                    <a:pt x="1898399" y="2490755"/>
                  </a:lnTo>
                  <a:lnTo>
                    <a:pt x="1832448" y="2515561"/>
                  </a:lnTo>
                  <a:close/>
                  <a:moveTo>
                    <a:pt x="1898399" y="2490755"/>
                  </a:moveTo>
                  <a:lnTo>
                    <a:pt x="1928105" y="2525502"/>
                  </a:lnTo>
                  <a:lnTo>
                    <a:pt x="1940032" y="2477124"/>
                  </a:lnTo>
                  <a:close/>
                  <a:moveTo>
                    <a:pt x="1226761" y="1857840"/>
                  </a:moveTo>
                  <a:lnTo>
                    <a:pt x="1297552" y="1915035"/>
                  </a:lnTo>
                  <a:lnTo>
                    <a:pt x="1255190" y="1849383"/>
                  </a:lnTo>
                  <a:close/>
                  <a:moveTo>
                    <a:pt x="1226761" y="1857840"/>
                  </a:moveTo>
                  <a:lnTo>
                    <a:pt x="1218588" y="1940055"/>
                  </a:lnTo>
                  <a:lnTo>
                    <a:pt x="1297552" y="1915035"/>
                  </a:lnTo>
                  <a:close/>
                  <a:moveTo>
                    <a:pt x="1011458" y="1542776"/>
                  </a:moveTo>
                  <a:lnTo>
                    <a:pt x="1057399" y="1499339"/>
                  </a:lnTo>
                  <a:lnTo>
                    <a:pt x="1011339" y="1528979"/>
                  </a:lnTo>
                  <a:close/>
                  <a:moveTo>
                    <a:pt x="1057399" y="1499339"/>
                  </a:moveTo>
                  <a:lnTo>
                    <a:pt x="1063369" y="1490543"/>
                  </a:lnTo>
                  <a:lnTo>
                    <a:pt x="1011339" y="1528979"/>
                  </a:lnTo>
                  <a:close/>
                  <a:moveTo>
                    <a:pt x="1020320" y="1446764"/>
                  </a:moveTo>
                  <a:lnTo>
                    <a:pt x="1011339" y="1528979"/>
                  </a:lnTo>
                  <a:lnTo>
                    <a:pt x="1063369" y="1490543"/>
                  </a:lnTo>
                  <a:close/>
                  <a:moveTo>
                    <a:pt x="1020320" y="1446764"/>
                  </a:moveTo>
                  <a:lnTo>
                    <a:pt x="1063369" y="1490543"/>
                  </a:lnTo>
                  <a:lnTo>
                    <a:pt x="1076982" y="1408328"/>
                  </a:lnTo>
                  <a:close/>
                  <a:moveTo>
                    <a:pt x="568188" y="1117904"/>
                  </a:moveTo>
                  <a:lnTo>
                    <a:pt x="649274" y="1177692"/>
                  </a:lnTo>
                  <a:lnTo>
                    <a:pt x="609480" y="1109951"/>
                  </a:lnTo>
                  <a:close/>
                  <a:moveTo>
                    <a:pt x="733282" y="1169986"/>
                  </a:moveTo>
                  <a:lnTo>
                    <a:pt x="715511" y="1079468"/>
                  </a:lnTo>
                  <a:lnTo>
                    <a:pt x="609480" y="1109951"/>
                  </a:lnTo>
                  <a:close/>
                  <a:moveTo>
                    <a:pt x="593594" y="1095083"/>
                  </a:moveTo>
                  <a:lnTo>
                    <a:pt x="568188" y="1117904"/>
                  </a:lnTo>
                  <a:lnTo>
                    <a:pt x="609480" y="1109951"/>
                  </a:lnTo>
                  <a:close/>
                  <a:moveTo>
                    <a:pt x="593594" y="1095083"/>
                  </a:moveTo>
                  <a:lnTo>
                    <a:pt x="609480" y="1109951"/>
                  </a:lnTo>
                  <a:lnTo>
                    <a:pt x="609402" y="1035688"/>
                  </a:lnTo>
                  <a:close/>
                  <a:moveTo>
                    <a:pt x="609402" y="1035688"/>
                  </a:moveTo>
                  <a:lnTo>
                    <a:pt x="609480" y="1109951"/>
                  </a:lnTo>
                  <a:lnTo>
                    <a:pt x="715511" y="1079468"/>
                  </a:lnTo>
                  <a:close/>
                  <a:moveTo>
                    <a:pt x="609402" y="1035688"/>
                  </a:moveTo>
                  <a:lnTo>
                    <a:pt x="715511" y="1079468"/>
                  </a:lnTo>
                  <a:lnTo>
                    <a:pt x="695393" y="997252"/>
                  </a:lnTo>
                  <a:close/>
                  <a:moveTo>
                    <a:pt x="697949" y="991388"/>
                  </a:moveTo>
                  <a:lnTo>
                    <a:pt x="609402" y="1035688"/>
                  </a:lnTo>
                  <a:lnTo>
                    <a:pt x="695393" y="997252"/>
                  </a:lnTo>
                  <a:close/>
                  <a:moveTo>
                    <a:pt x="1928105" y="2525502"/>
                  </a:moveTo>
                  <a:lnTo>
                    <a:pt x="1971290" y="2531588"/>
                  </a:lnTo>
                  <a:lnTo>
                    <a:pt x="1940032" y="2477124"/>
                  </a:lnTo>
                  <a:close/>
                  <a:moveTo>
                    <a:pt x="1940032" y="2477124"/>
                  </a:moveTo>
                  <a:lnTo>
                    <a:pt x="1971290" y="2531588"/>
                  </a:lnTo>
                  <a:lnTo>
                    <a:pt x="2032807" y="2520903"/>
                  </a:lnTo>
                  <a:close/>
                  <a:moveTo>
                    <a:pt x="1940032" y="2477124"/>
                  </a:moveTo>
                  <a:lnTo>
                    <a:pt x="2032807" y="2520903"/>
                  </a:lnTo>
                  <a:lnTo>
                    <a:pt x="2034926" y="2438688"/>
                  </a:lnTo>
                  <a:close/>
                  <a:moveTo>
                    <a:pt x="1782367" y="2224218"/>
                  </a:moveTo>
                  <a:lnTo>
                    <a:pt x="1790354" y="2289134"/>
                  </a:lnTo>
                  <a:lnTo>
                    <a:pt x="1882696" y="2192042"/>
                  </a:lnTo>
                  <a:close/>
                  <a:moveTo>
                    <a:pt x="1882696" y="2192042"/>
                  </a:moveTo>
                  <a:lnTo>
                    <a:pt x="1790354" y="2289134"/>
                  </a:lnTo>
                  <a:lnTo>
                    <a:pt x="1803578" y="2312694"/>
                  </a:lnTo>
                  <a:close/>
                  <a:moveTo>
                    <a:pt x="1882696" y="2192042"/>
                  </a:moveTo>
                  <a:lnTo>
                    <a:pt x="1803578" y="2312694"/>
                  </a:lnTo>
                  <a:lnTo>
                    <a:pt x="1895779" y="2274257"/>
                  </a:lnTo>
                  <a:close/>
                  <a:moveTo>
                    <a:pt x="1755320" y="2230479"/>
                  </a:moveTo>
                  <a:lnTo>
                    <a:pt x="1790354" y="2289134"/>
                  </a:lnTo>
                  <a:lnTo>
                    <a:pt x="1782367" y="2224218"/>
                  </a:lnTo>
                  <a:close/>
                  <a:moveTo>
                    <a:pt x="715511" y="1079468"/>
                  </a:moveTo>
                  <a:lnTo>
                    <a:pt x="725514" y="1076210"/>
                  </a:lnTo>
                  <a:lnTo>
                    <a:pt x="695393" y="997252"/>
                  </a:lnTo>
                  <a:close/>
                  <a:moveTo>
                    <a:pt x="2034926" y="2438688"/>
                  </a:moveTo>
                  <a:lnTo>
                    <a:pt x="2073252" y="2409195"/>
                  </a:lnTo>
                  <a:lnTo>
                    <a:pt x="2050800" y="2318036"/>
                  </a:lnTo>
                  <a:close/>
                  <a:moveTo>
                    <a:pt x="1936542" y="2259560"/>
                  </a:moveTo>
                  <a:lnTo>
                    <a:pt x="1931256" y="2322080"/>
                  </a:lnTo>
                  <a:lnTo>
                    <a:pt x="2011799" y="2235821"/>
                  </a:lnTo>
                  <a:close/>
                  <a:moveTo>
                    <a:pt x="1895779" y="2274257"/>
                  </a:moveTo>
                  <a:lnTo>
                    <a:pt x="1931256" y="2322080"/>
                  </a:lnTo>
                  <a:lnTo>
                    <a:pt x="1936542" y="2259560"/>
                  </a:lnTo>
                  <a:close/>
                  <a:moveTo>
                    <a:pt x="1882696" y="2192042"/>
                  </a:moveTo>
                  <a:lnTo>
                    <a:pt x="1936542" y="2259560"/>
                  </a:lnTo>
                  <a:lnTo>
                    <a:pt x="1906270" y="2184080"/>
                  </a:lnTo>
                  <a:close/>
                  <a:moveTo>
                    <a:pt x="1882696" y="2192042"/>
                  </a:moveTo>
                  <a:lnTo>
                    <a:pt x="1895779" y="2274257"/>
                  </a:lnTo>
                  <a:lnTo>
                    <a:pt x="1936542" y="2259560"/>
                  </a:lnTo>
                  <a:close/>
                  <a:moveTo>
                    <a:pt x="2011799" y="2235821"/>
                  </a:moveTo>
                  <a:lnTo>
                    <a:pt x="1998885" y="2153606"/>
                  </a:lnTo>
                  <a:lnTo>
                    <a:pt x="1936542" y="2259560"/>
                  </a:lnTo>
                  <a:close/>
                  <a:moveTo>
                    <a:pt x="1998885" y="2153606"/>
                  </a:moveTo>
                  <a:lnTo>
                    <a:pt x="1906270" y="2184080"/>
                  </a:lnTo>
                  <a:lnTo>
                    <a:pt x="1936542" y="2259560"/>
                  </a:lnTo>
                  <a:close/>
                  <a:moveTo>
                    <a:pt x="1851127" y="2109827"/>
                  </a:moveTo>
                  <a:lnTo>
                    <a:pt x="1906270" y="2184080"/>
                  </a:lnTo>
                  <a:lnTo>
                    <a:pt x="1892375" y="2095284"/>
                  </a:lnTo>
                  <a:close/>
                  <a:moveTo>
                    <a:pt x="1851127" y="2109827"/>
                  </a:moveTo>
                  <a:lnTo>
                    <a:pt x="1882696" y="2192042"/>
                  </a:lnTo>
                  <a:lnTo>
                    <a:pt x="1906270" y="2184080"/>
                  </a:lnTo>
                  <a:close/>
                  <a:moveTo>
                    <a:pt x="1998885" y="2153606"/>
                  </a:moveTo>
                  <a:lnTo>
                    <a:pt x="2001595" y="2091209"/>
                  </a:lnTo>
                  <a:lnTo>
                    <a:pt x="1906270" y="2184080"/>
                  </a:lnTo>
                  <a:close/>
                  <a:moveTo>
                    <a:pt x="2011799" y="2235821"/>
                  </a:moveTo>
                  <a:lnTo>
                    <a:pt x="2070157" y="2311619"/>
                  </a:lnTo>
                  <a:lnTo>
                    <a:pt x="2058979" y="2220614"/>
                  </a:lnTo>
                  <a:close/>
                  <a:moveTo>
                    <a:pt x="2011799" y="2235821"/>
                  </a:moveTo>
                  <a:lnTo>
                    <a:pt x="2050800" y="2318036"/>
                  </a:lnTo>
                  <a:lnTo>
                    <a:pt x="2070157" y="2311619"/>
                  </a:lnTo>
                  <a:close/>
                  <a:moveTo>
                    <a:pt x="1998885" y="2153606"/>
                  </a:moveTo>
                  <a:lnTo>
                    <a:pt x="2058979" y="2220614"/>
                  </a:lnTo>
                  <a:lnTo>
                    <a:pt x="2030256" y="2143873"/>
                  </a:lnTo>
                  <a:close/>
                  <a:moveTo>
                    <a:pt x="1998885" y="2153606"/>
                  </a:moveTo>
                  <a:lnTo>
                    <a:pt x="2011799" y="2235821"/>
                  </a:lnTo>
                  <a:lnTo>
                    <a:pt x="2058979" y="2220614"/>
                  </a:lnTo>
                  <a:close/>
                  <a:moveTo>
                    <a:pt x="2001595" y="2091209"/>
                  </a:moveTo>
                  <a:lnTo>
                    <a:pt x="1998885" y="2153606"/>
                  </a:lnTo>
                  <a:lnTo>
                    <a:pt x="2030256" y="2143873"/>
                  </a:lnTo>
                  <a:close/>
                  <a:moveTo>
                    <a:pt x="1470136" y="1067053"/>
                  </a:moveTo>
                  <a:lnTo>
                    <a:pt x="1375462" y="1128588"/>
                  </a:lnTo>
                  <a:lnTo>
                    <a:pt x="1450782" y="1090152"/>
                  </a:lnTo>
                  <a:close/>
                  <a:moveTo>
                    <a:pt x="1151859" y="928247"/>
                  </a:moveTo>
                  <a:lnTo>
                    <a:pt x="1141634" y="964158"/>
                  </a:lnTo>
                  <a:lnTo>
                    <a:pt x="1190466" y="940580"/>
                  </a:lnTo>
                  <a:close/>
                  <a:moveTo>
                    <a:pt x="1035169" y="605873"/>
                  </a:moveTo>
                  <a:lnTo>
                    <a:pt x="947166" y="635297"/>
                  </a:lnTo>
                  <a:lnTo>
                    <a:pt x="1048822" y="606461"/>
                  </a:lnTo>
                  <a:close/>
                  <a:moveTo>
                    <a:pt x="1035169" y="605873"/>
                  </a:moveTo>
                  <a:lnTo>
                    <a:pt x="1048822" y="606461"/>
                  </a:lnTo>
                  <a:lnTo>
                    <a:pt x="1057473" y="596861"/>
                  </a:lnTo>
                  <a:close/>
                  <a:moveTo>
                    <a:pt x="807464" y="261381"/>
                  </a:moveTo>
                  <a:lnTo>
                    <a:pt x="719952" y="279994"/>
                  </a:lnTo>
                  <a:lnTo>
                    <a:pt x="801030" y="268001"/>
                  </a:lnTo>
                  <a:close/>
                  <a:moveTo>
                    <a:pt x="673287" y="253573"/>
                  </a:moveTo>
                  <a:lnTo>
                    <a:pt x="719952" y="279994"/>
                  </a:lnTo>
                  <a:lnTo>
                    <a:pt x="807464" y="261381"/>
                  </a:lnTo>
                  <a:close/>
                  <a:moveTo>
                    <a:pt x="719952" y="279994"/>
                  </a:moveTo>
                  <a:lnTo>
                    <a:pt x="753487" y="338225"/>
                  </a:lnTo>
                  <a:lnTo>
                    <a:pt x="801030" y="268001"/>
                  </a:lnTo>
                  <a:close/>
                  <a:moveTo>
                    <a:pt x="1795189" y="1312964"/>
                  </a:moveTo>
                  <a:lnTo>
                    <a:pt x="1684670" y="1311846"/>
                  </a:lnTo>
                  <a:lnTo>
                    <a:pt x="1705162" y="1336797"/>
                  </a:lnTo>
                  <a:close/>
                  <a:moveTo>
                    <a:pt x="1641046" y="1254582"/>
                  </a:moveTo>
                  <a:lnTo>
                    <a:pt x="1684670" y="1311846"/>
                  </a:lnTo>
                  <a:lnTo>
                    <a:pt x="1684653" y="1242143"/>
                  </a:lnTo>
                  <a:close/>
                  <a:moveTo>
                    <a:pt x="1470136" y="1067053"/>
                  </a:moveTo>
                  <a:lnTo>
                    <a:pt x="1450782" y="1090152"/>
                  </a:lnTo>
                  <a:lnTo>
                    <a:pt x="1493131" y="1076480"/>
                  </a:lnTo>
                  <a:close/>
                  <a:moveTo>
                    <a:pt x="1107687" y="647009"/>
                  </a:moveTo>
                  <a:lnTo>
                    <a:pt x="1057473" y="596861"/>
                  </a:lnTo>
                  <a:lnTo>
                    <a:pt x="1048822" y="606461"/>
                  </a:lnTo>
                  <a:close/>
                  <a:moveTo>
                    <a:pt x="813698" y="264373"/>
                  </a:moveTo>
                  <a:lnTo>
                    <a:pt x="801030" y="268001"/>
                  </a:lnTo>
                  <a:lnTo>
                    <a:pt x="759767" y="347717"/>
                  </a:lnTo>
                  <a:close/>
                  <a:moveTo>
                    <a:pt x="807464" y="261381"/>
                  </a:moveTo>
                  <a:lnTo>
                    <a:pt x="801030" y="268001"/>
                  </a:lnTo>
                  <a:lnTo>
                    <a:pt x="813698" y="264373"/>
                  </a:lnTo>
                  <a:close/>
                  <a:moveTo>
                    <a:pt x="807464" y="261381"/>
                  </a:moveTo>
                  <a:lnTo>
                    <a:pt x="813698" y="264373"/>
                  </a:lnTo>
                  <a:lnTo>
                    <a:pt x="823839" y="185785"/>
                  </a:lnTo>
                  <a:close/>
                  <a:moveTo>
                    <a:pt x="823839" y="185785"/>
                  </a:moveTo>
                  <a:lnTo>
                    <a:pt x="813698" y="264373"/>
                  </a:lnTo>
                  <a:lnTo>
                    <a:pt x="912607" y="229564"/>
                  </a:lnTo>
                  <a:close/>
                  <a:moveTo>
                    <a:pt x="823839" y="185785"/>
                  </a:moveTo>
                  <a:lnTo>
                    <a:pt x="912607" y="229564"/>
                  </a:lnTo>
                  <a:lnTo>
                    <a:pt x="871569" y="147349"/>
                  </a:lnTo>
                  <a:close/>
                  <a:moveTo>
                    <a:pt x="896517" y="100474"/>
                  </a:moveTo>
                  <a:lnTo>
                    <a:pt x="823839" y="185785"/>
                  </a:lnTo>
                  <a:lnTo>
                    <a:pt x="871569" y="147349"/>
                  </a:lnTo>
                  <a:close/>
                  <a:moveTo>
                    <a:pt x="871569" y="147349"/>
                  </a:moveTo>
                  <a:lnTo>
                    <a:pt x="912607" y="229564"/>
                  </a:lnTo>
                  <a:lnTo>
                    <a:pt x="921223" y="108913"/>
                  </a:lnTo>
                  <a:close/>
                  <a:moveTo>
                    <a:pt x="938206" y="41142"/>
                  </a:moveTo>
                  <a:lnTo>
                    <a:pt x="871569" y="147349"/>
                  </a:lnTo>
                  <a:lnTo>
                    <a:pt x="921223" y="108913"/>
                  </a:lnTo>
                  <a:close/>
                  <a:moveTo>
                    <a:pt x="938206" y="41142"/>
                  </a:moveTo>
                  <a:lnTo>
                    <a:pt x="896517" y="100474"/>
                  </a:lnTo>
                  <a:lnTo>
                    <a:pt x="871569" y="147349"/>
                  </a:lnTo>
                  <a:close/>
                  <a:moveTo>
                    <a:pt x="1502403" y="542091"/>
                  </a:moveTo>
                  <a:lnTo>
                    <a:pt x="1410987" y="602203"/>
                  </a:lnTo>
                  <a:lnTo>
                    <a:pt x="1485307" y="563767"/>
                  </a:lnTo>
                  <a:close/>
                  <a:moveTo>
                    <a:pt x="938206" y="41142"/>
                  </a:moveTo>
                  <a:lnTo>
                    <a:pt x="984761" y="0"/>
                  </a:lnTo>
                  <a:lnTo>
                    <a:pt x="941615" y="26697"/>
                  </a:lnTo>
                  <a:close/>
                  <a:moveTo>
                    <a:pt x="1502403" y="542091"/>
                  </a:moveTo>
                  <a:lnTo>
                    <a:pt x="1521735" y="552764"/>
                  </a:lnTo>
                  <a:lnTo>
                    <a:pt x="1614974" y="469109"/>
                  </a:lnTo>
                  <a:close/>
                  <a:moveTo>
                    <a:pt x="1718164" y="361062"/>
                  </a:moveTo>
                  <a:lnTo>
                    <a:pt x="1662485" y="368089"/>
                  </a:lnTo>
                  <a:lnTo>
                    <a:pt x="1633634" y="443115"/>
                  </a:lnTo>
                  <a:close/>
                  <a:moveTo>
                    <a:pt x="1662485" y="368089"/>
                  </a:moveTo>
                  <a:lnTo>
                    <a:pt x="1718164" y="361062"/>
                  </a:lnTo>
                  <a:lnTo>
                    <a:pt x="1665834" y="36090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095" name="Candidate_density__2094">
              <a:extLst>
                <a:ext uri="{FF2B5EF4-FFF2-40B4-BE49-F238E27FC236}">
                  <a16:creationId xmlns:a16="http://schemas.microsoft.com/office/drawing/2014/main" id="{13C37869-C4D7-8CEF-CA18-6ADA87AF6F1B}"/>
                </a:ext>
              </a:extLst>
            </p:cNvPr>
            <p:cNvSpPr>
              <a:spLocks noGrp="1"/>
            </p:cNvSpPr>
            <p:nvPr/>
          </p:nvSpPr>
          <p:spPr>
            <a:xfrm>
              <a:off x="4520758" y="1615938"/>
              <a:ext cx="2073370" cy="2980049"/>
            </a:xfrm>
            <a:custGeom>
              <a:avLst/>
              <a:gdLst/>
              <a:ahLst/>
              <a:cxnLst/>
              <a:rect l="0" t="0" r="0" b="0"/>
              <a:pathLst>
                <a:path w="2073370" h="2980049">
                  <a:moveTo>
                    <a:pt x="45982" y="2544157"/>
                  </a:moveTo>
                  <a:lnTo>
                    <a:pt x="77070" y="2617616"/>
                  </a:lnTo>
                  <a:lnTo>
                    <a:pt x="129579" y="2598736"/>
                  </a:lnTo>
                  <a:close/>
                  <a:moveTo>
                    <a:pt x="45982" y="2544157"/>
                  </a:moveTo>
                  <a:lnTo>
                    <a:pt x="0" y="2582594"/>
                  </a:lnTo>
                  <a:lnTo>
                    <a:pt x="77070" y="2617616"/>
                  </a:lnTo>
                  <a:close/>
                  <a:moveTo>
                    <a:pt x="201435" y="2588734"/>
                  </a:moveTo>
                  <a:lnTo>
                    <a:pt x="241509" y="2523362"/>
                  </a:lnTo>
                  <a:lnTo>
                    <a:pt x="129579" y="2598736"/>
                  </a:lnTo>
                  <a:close/>
                  <a:moveTo>
                    <a:pt x="241509" y="2523362"/>
                  </a:moveTo>
                  <a:lnTo>
                    <a:pt x="201435" y="2588734"/>
                  </a:lnTo>
                  <a:lnTo>
                    <a:pt x="314585" y="2517922"/>
                  </a:lnTo>
                  <a:close/>
                  <a:moveTo>
                    <a:pt x="400243" y="2494021"/>
                  </a:moveTo>
                  <a:lnTo>
                    <a:pt x="314585" y="2517922"/>
                  </a:lnTo>
                  <a:lnTo>
                    <a:pt x="391080" y="2525267"/>
                  </a:lnTo>
                  <a:close/>
                  <a:moveTo>
                    <a:pt x="400243" y="2494021"/>
                  </a:moveTo>
                  <a:lnTo>
                    <a:pt x="321034" y="2497825"/>
                  </a:lnTo>
                  <a:lnTo>
                    <a:pt x="314585" y="2517922"/>
                  </a:lnTo>
                  <a:close/>
                  <a:moveTo>
                    <a:pt x="321034" y="2497825"/>
                  </a:moveTo>
                  <a:lnTo>
                    <a:pt x="400243" y="2494021"/>
                  </a:lnTo>
                  <a:lnTo>
                    <a:pt x="344375" y="2414103"/>
                  </a:lnTo>
                  <a:close/>
                  <a:moveTo>
                    <a:pt x="1086538" y="2883702"/>
                  </a:moveTo>
                  <a:lnTo>
                    <a:pt x="1058000" y="2916421"/>
                  </a:lnTo>
                  <a:lnTo>
                    <a:pt x="1067744" y="2915461"/>
                  </a:lnTo>
                  <a:close/>
                  <a:moveTo>
                    <a:pt x="1391322" y="2896277"/>
                  </a:moveTo>
                  <a:lnTo>
                    <a:pt x="1414768" y="2927481"/>
                  </a:lnTo>
                  <a:lnTo>
                    <a:pt x="1408033" y="2920680"/>
                  </a:lnTo>
                  <a:close/>
                  <a:moveTo>
                    <a:pt x="1391322" y="2896277"/>
                  </a:moveTo>
                  <a:lnTo>
                    <a:pt x="1360675" y="2845149"/>
                  </a:lnTo>
                  <a:lnTo>
                    <a:pt x="1323661" y="2921963"/>
                  </a:lnTo>
                  <a:close/>
                  <a:moveTo>
                    <a:pt x="709495" y="1984679"/>
                  </a:moveTo>
                  <a:lnTo>
                    <a:pt x="695001" y="2028250"/>
                  </a:lnTo>
                  <a:lnTo>
                    <a:pt x="735354" y="2002990"/>
                  </a:lnTo>
                  <a:close/>
                  <a:moveTo>
                    <a:pt x="735354" y="2002990"/>
                  </a:moveTo>
                  <a:lnTo>
                    <a:pt x="695001" y="2028250"/>
                  </a:lnTo>
                  <a:lnTo>
                    <a:pt x="697767" y="2073047"/>
                  </a:lnTo>
                  <a:close/>
                  <a:moveTo>
                    <a:pt x="735354" y="2002990"/>
                  </a:moveTo>
                  <a:lnTo>
                    <a:pt x="697767" y="2073047"/>
                  </a:lnTo>
                  <a:lnTo>
                    <a:pt x="750607" y="2090682"/>
                  </a:lnTo>
                  <a:close/>
                  <a:moveTo>
                    <a:pt x="709495" y="1984679"/>
                  </a:moveTo>
                  <a:lnTo>
                    <a:pt x="735354" y="2002990"/>
                  </a:lnTo>
                  <a:lnTo>
                    <a:pt x="692396" y="1902463"/>
                  </a:lnTo>
                  <a:close/>
                  <a:moveTo>
                    <a:pt x="1434340" y="2971260"/>
                  </a:moveTo>
                  <a:lnTo>
                    <a:pt x="1408033" y="2920680"/>
                  </a:lnTo>
                  <a:lnTo>
                    <a:pt x="1458124" y="2980049"/>
                  </a:lnTo>
                  <a:close/>
                  <a:moveTo>
                    <a:pt x="666993" y="1708330"/>
                  </a:moveTo>
                  <a:lnTo>
                    <a:pt x="705997" y="1790705"/>
                  </a:lnTo>
                  <a:lnTo>
                    <a:pt x="722216" y="1713394"/>
                  </a:lnTo>
                  <a:close/>
                  <a:moveTo>
                    <a:pt x="668975" y="1796178"/>
                  </a:moveTo>
                  <a:lnTo>
                    <a:pt x="705997" y="1790705"/>
                  </a:lnTo>
                  <a:lnTo>
                    <a:pt x="666993" y="1708330"/>
                  </a:lnTo>
                  <a:close/>
                  <a:moveTo>
                    <a:pt x="523802" y="1653424"/>
                  </a:moveTo>
                  <a:lnTo>
                    <a:pt x="469027" y="1537271"/>
                  </a:lnTo>
                  <a:lnTo>
                    <a:pt x="473095" y="1634056"/>
                  </a:lnTo>
                  <a:close/>
                  <a:moveTo>
                    <a:pt x="264540" y="1318256"/>
                  </a:moveTo>
                  <a:lnTo>
                    <a:pt x="294679" y="1367489"/>
                  </a:lnTo>
                  <a:lnTo>
                    <a:pt x="352038" y="1366739"/>
                  </a:lnTo>
                  <a:close/>
                  <a:moveTo>
                    <a:pt x="1074068" y="2192887"/>
                  </a:moveTo>
                  <a:lnTo>
                    <a:pt x="1072669" y="2210811"/>
                  </a:lnTo>
                  <a:lnTo>
                    <a:pt x="1113094" y="2261599"/>
                  </a:lnTo>
                  <a:close/>
                  <a:moveTo>
                    <a:pt x="1074068" y="2192887"/>
                  </a:moveTo>
                  <a:lnTo>
                    <a:pt x="1036251" y="2140326"/>
                  </a:lnTo>
                  <a:lnTo>
                    <a:pt x="1072669" y="2210811"/>
                  </a:lnTo>
                  <a:close/>
                  <a:moveTo>
                    <a:pt x="1600517" y="2754162"/>
                  </a:moveTo>
                  <a:lnTo>
                    <a:pt x="1592714" y="2850608"/>
                  </a:lnTo>
                  <a:lnTo>
                    <a:pt x="1629589" y="2799399"/>
                  </a:lnTo>
                  <a:close/>
                  <a:moveTo>
                    <a:pt x="1600517" y="2754162"/>
                  </a:moveTo>
                  <a:lnTo>
                    <a:pt x="1629589" y="2799399"/>
                  </a:lnTo>
                  <a:lnTo>
                    <a:pt x="1673049" y="2746687"/>
                  </a:lnTo>
                  <a:close/>
                  <a:moveTo>
                    <a:pt x="163545" y="940655"/>
                  </a:moveTo>
                  <a:lnTo>
                    <a:pt x="272904" y="855669"/>
                  </a:lnTo>
                  <a:lnTo>
                    <a:pt x="208272" y="892680"/>
                  </a:lnTo>
                  <a:close/>
                  <a:moveTo>
                    <a:pt x="1709538" y="2667913"/>
                  </a:moveTo>
                  <a:lnTo>
                    <a:pt x="1727904" y="2673124"/>
                  </a:lnTo>
                  <a:lnTo>
                    <a:pt x="1785774" y="2674288"/>
                  </a:lnTo>
                  <a:close/>
                  <a:moveTo>
                    <a:pt x="1340835" y="2125367"/>
                  </a:moveTo>
                  <a:lnTo>
                    <a:pt x="1382265" y="2140891"/>
                  </a:lnTo>
                  <a:lnTo>
                    <a:pt x="1432595" y="2189781"/>
                  </a:lnTo>
                  <a:close/>
                  <a:moveTo>
                    <a:pt x="1332079" y="2121099"/>
                  </a:moveTo>
                  <a:lnTo>
                    <a:pt x="1382265" y="2140891"/>
                  </a:lnTo>
                  <a:lnTo>
                    <a:pt x="1340835" y="2125367"/>
                  </a:lnTo>
                  <a:close/>
                  <a:moveTo>
                    <a:pt x="557509" y="1147244"/>
                  </a:moveTo>
                  <a:lnTo>
                    <a:pt x="596948" y="1231240"/>
                  </a:lnTo>
                  <a:lnTo>
                    <a:pt x="626079" y="1130407"/>
                  </a:lnTo>
                  <a:close/>
                  <a:moveTo>
                    <a:pt x="229043" y="810453"/>
                  </a:moveTo>
                  <a:lnTo>
                    <a:pt x="208272" y="892680"/>
                  </a:lnTo>
                  <a:lnTo>
                    <a:pt x="307331" y="807398"/>
                  </a:lnTo>
                  <a:close/>
                  <a:moveTo>
                    <a:pt x="272904" y="855669"/>
                  </a:moveTo>
                  <a:lnTo>
                    <a:pt x="386300" y="800573"/>
                  </a:lnTo>
                  <a:lnTo>
                    <a:pt x="307331" y="807398"/>
                  </a:lnTo>
                  <a:close/>
                  <a:moveTo>
                    <a:pt x="307331" y="807398"/>
                  </a:moveTo>
                  <a:lnTo>
                    <a:pt x="386300" y="800573"/>
                  </a:lnTo>
                  <a:lnTo>
                    <a:pt x="315059" y="798079"/>
                  </a:lnTo>
                  <a:close/>
                  <a:moveTo>
                    <a:pt x="1895364" y="2590166"/>
                  </a:moveTo>
                  <a:lnTo>
                    <a:pt x="1940250" y="2590772"/>
                  </a:lnTo>
                  <a:lnTo>
                    <a:pt x="1912512" y="2570868"/>
                  </a:lnTo>
                  <a:close/>
                  <a:moveTo>
                    <a:pt x="1920682" y="2621370"/>
                  </a:moveTo>
                  <a:lnTo>
                    <a:pt x="1940250" y="2590772"/>
                  </a:lnTo>
                  <a:lnTo>
                    <a:pt x="1895364" y="2590166"/>
                  </a:lnTo>
                  <a:close/>
                  <a:moveTo>
                    <a:pt x="580062" y="1016363"/>
                  </a:moveTo>
                  <a:lnTo>
                    <a:pt x="626419" y="1126227"/>
                  </a:lnTo>
                  <a:lnTo>
                    <a:pt x="649704" y="1011108"/>
                  </a:lnTo>
                  <a:close/>
                  <a:moveTo>
                    <a:pt x="631826" y="1008781"/>
                  </a:moveTo>
                  <a:lnTo>
                    <a:pt x="649704" y="1011108"/>
                  </a:lnTo>
                  <a:lnTo>
                    <a:pt x="651789" y="1005878"/>
                  </a:lnTo>
                  <a:close/>
                  <a:moveTo>
                    <a:pt x="626419" y="1126227"/>
                  </a:moveTo>
                  <a:lnTo>
                    <a:pt x="658831" y="1008781"/>
                  </a:lnTo>
                  <a:lnTo>
                    <a:pt x="649704" y="1011108"/>
                  </a:lnTo>
                  <a:close/>
                  <a:moveTo>
                    <a:pt x="735590" y="1040541"/>
                  </a:moveTo>
                  <a:lnTo>
                    <a:pt x="658831" y="1008781"/>
                  </a:lnTo>
                  <a:lnTo>
                    <a:pt x="626419" y="1126227"/>
                  </a:lnTo>
                  <a:close/>
                  <a:moveTo>
                    <a:pt x="649704" y="1011108"/>
                  </a:moveTo>
                  <a:lnTo>
                    <a:pt x="658831" y="1008781"/>
                  </a:lnTo>
                  <a:lnTo>
                    <a:pt x="651789" y="1005878"/>
                  </a:lnTo>
                  <a:close/>
                  <a:moveTo>
                    <a:pt x="386300" y="800573"/>
                  </a:moveTo>
                  <a:lnTo>
                    <a:pt x="390491" y="800382"/>
                  </a:lnTo>
                  <a:lnTo>
                    <a:pt x="315059" y="798079"/>
                  </a:lnTo>
                  <a:close/>
                  <a:moveTo>
                    <a:pt x="315059" y="798079"/>
                  </a:moveTo>
                  <a:lnTo>
                    <a:pt x="390491" y="800382"/>
                  </a:lnTo>
                  <a:lnTo>
                    <a:pt x="426361" y="720356"/>
                  </a:lnTo>
                  <a:close/>
                  <a:moveTo>
                    <a:pt x="390491" y="800382"/>
                  </a:moveTo>
                  <a:lnTo>
                    <a:pt x="390610" y="800573"/>
                  </a:lnTo>
                  <a:lnTo>
                    <a:pt x="426361" y="720356"/>
                  </a:lnTo>
                  <a:close/>
                  <a:moveTo>
                    <a:pt x="234087" y="773994"/>
                  </a:moveTo>
                  <a:lnTo>
                    <a:pt x="315059" y="798079"/>
                  </a:lnTo>
                  <a:lnTo>
                    <a:pt x="356017" y="736008"/>
                  </a:lnTo>
                  <a:close/>
                  <a:moveTo>
                    <a:pt x="735590" y="1040541"/>
                  </a:moveTo>
                  <a:lnTo>
                    <a:pt x="751565" y="988888"/>
                  </a:lnTo>
                  <a:lnTo>
                    <a:pt x="658831" y="1008781"/>
                  </a:lnTo>
                  <a:close/>
                  <a:moveTo>
                    <a:pt x="651789" y="1005878"/>
                  </a:moveTo>
                  <a:lnTo>
                    <a:pt x="658831" y="1008781"/>
                  </a:lnTo>
                  <a:lnTo>
                    <a:pt x="770160" y="954590"/>
                  </a:lnTo>
                  <a:close/>
                  <a:moveTo>
                    <a:pt x="2021783" y="2424395"/>
                  </a:moveTo>
                  <a:lnTo>
                    <a:pt x="2016520" y="2528767"/>
                  </a:lnTo>
                  <a:lnTo>
                    <a:pt x="2073370" y="2443049"/>
                  </a:lnTo>
                  <a:close/>
                  <a:moveTo>
                    <a:pt x="2021783" y="2424395"/>
                  </a:moveTo>
                  <a:lnTo>
                    <a:pt x="2073370" y="2443049"/>
                  </a:lnTo>
                  <a:lnTo>
                    <a:pt x="2042793" y="2367815"/>
                  </a:lnTo>
                  <a:close/>
                  <a:moveTo>
                    <a:pt x="1673905" y="1724701"/>
                  </a:moveTo>
                  <a:lnTo>
                    <a:pt x="1667901" y="1829673"/>
                  </a:lnTo>
                  <a:lnTo>
                    <a:pt x="1726657" y="1742406"/>
                  </a:lnTo>
                  <a:close/>
                  <a:moveTo>
                    <a:pt x="1694357" y="1668573"/>
                  </a:moveTo>
                  <a:lnTo>
                    <a:pt x="1665487" y="1642403"/>
                  </a:lnTo>
                  <a:lnTo>
                    <a:pt x="1673905" y="1724701"/>
                  </a:lnTo>
                  <a:close/>
                  <a:moveTo>
                    <a:pt x="1694357" y="1668573"/>
                  </a:moveTo>
                  <a:lnTo>
                    <a:pt x="1673905" y="1724701"/>
                  </a:lnTo>
                  <a:lnTo>
                    <a:pt x="1726657" y="1742406"/>
                  </a:lnTo>
                  <a:close/>
                  <a:moveTo>
                    <a:pt x="1287286" y="1279548"/>
                  </a:moveTo>
                  <a:lnTo>
                    <a:pt x="1349120" y="1342984"/>
                  </a:lnTo>
                  <a:lnTo>
                    <a:pt x="1343564" y="1274760"/>
                  </a:lnTo>
                  <a:close/>
                  <a:moveTo>
                    <a:pt x="1343564" y="1274760"/>
                  </a:moveTo>
                  <a:lnTo>
                    <a:pt x="1349120" y="1342984"/>
                  </a:lnTo>
                  <a:lnTo>
                    <a:pt x="1400474" y="1225258"/>
                  </a:lnTo>
                  <a:close/>
                  <a:moveTo>
                    <a:pt x="1398801" y="1222333"/>
                  </a:moveTo>
                  <a:lnTo>
                    <a:pt x="1400474" y="1225258"/>
                  </a:lnTo>
                  <a:lnTo>
                    <a:pt x="1399927" y="1206832"/>
                  </a:lnTo>
                  <a:close/>
                  <a:moveTo>
                    <a:pt x="1398801" y="1222333"/>
                  </a:moveTo>
                  <a:lnTo>
                    <a:pt x="1399927" y="1206832"/>
                  </a:lnTo>
                  <a:lnTo>
                    <a:pt x="1418890" y="1183896"/>
                  </a:lnTo>
                  <a:close/>
                  <a:moveTo>
                    <a:pt x="743209" y="395128"/>
                  </a:moveTo>
                  <a:lnTo>
                    <a:pt x="675165" y="447671"/>
                  </a:lnTo>
                  <a:lnTo>
                    <a:pt x="738943" y="407471"/>
                  </a:lnTo>
                  <a:close/>
                  <a:moveTo>
                    <a:pt x="825537" y="361745"/>
                  </a:moveTo>
                  <a:lnTo>
                    <a:pt x="823327" y="390586"/>
                  </a:lnTo>
                  <a:lnTo>
                    <a:pt x="867605" y="394656"/>
                  </a:lnTo>
                  <a:close/>
                  <a:moveTo>
                    <a:pt x="767618" y="299480"/>
                  </a:moveTo>
                  <a:lnTo>
                    <a:pt x="743209" y="395128"/>
                  </a:lnTo>
                  <a:lnTo>
                    <a:pt x="809327" y="391966"/>
                  </a:lnTo>
                  <a:close/>
                  <a:moveTo>
                    <a:pt x="823327" y="390586"/>
                  </a:moveTo>
                  <a:lnTo>
                    <a:pt x="913294" y="443960"/>
                  </a:lnTo>
                  <a:lnTo>
                    <a:pt x="867605" y="394656"/>
                  </a:lnTo>
                  <a:close/>
                  <a:moveTo>
                    <a:pt x="1666421" y="1430508"/>
                  </a:moveTo>
                  <a:lnTo>
                    <a:pt x="1680518" y="1512756"/>
                  </a:lnTo>
                  <a:lnTo>
                    <a:pt x="1666553" y="1431186"/>
                  </a:lnTo>
                  <a:close/>
                  <a:moveTo>
                    <a:pt x="1666421" y="1430508"/>
                  </a:moveTo>
                  <a:lnTo>
                    <a:pt x="1666553" y="1431186"/>
                  </a:lnTo>
                  <a:lnTo>
                    <a:pt x="1666454" y="1430541"/>
                  </a:lnTo>
                  <a:close/>
                  <a:moveTo>
                    <a:pt x="1666421" y="1430508"/>
                  </a:moveTo>
                  <a:lnTo>
                    <a:pt x="1666454" y="1430541"/>
                  </a:lnTo>
                  <a:lnTo>
                    <a:pt x="1666326" y="1430337"/>
                  </a:lnTo>
                  <a:close/>
                  <a:moveTo>
                    <a:pt x="1051795" y="284872"/>
                  </a:moveTo>
                  <a:lnTo>
                    <a:pt x="991228" y="214585"/>
                  </a:lnTo>
                  <a:lnTo>
                    <a:pt x="1015919" y="240113"/>
                  </a:lnTo>
                  <a:close/>
                  <a:moveTo>
                    <a:pt x="1125160" y="154687"/>
                  </a:moveTo>
                  <a:lnTo>
                    <a:pt x="1200504" y="157726"/>
                  </a:lnTo>
                  <a:lnTo>
                    <a:pt x="1151830" y="144611"/>
                  </a:lnTo>
                  <a:close/>
                  <a:moveTo>
                    <a:pt x="1614561" y="371655"/>
                  </a:moveTo>
                  <a:lnTo>
                    <a:pt x="1672586" y="424574"/>
                  </a:lnTo>
                  <a:lnTo>
                    <a:pt x="1667402" y="454644"/>
                  </a:lnTo>
                  <a:close/>
                  <a:moveTo>
                    <a:pt x="1426324" y="3136"/>
                  </a:moveTo>
                  <a:lnTo>
                    <a:pt x="1460595" y="87348"/>
                  </a:lnTo>
                  <a:lnTo>
                    <a:pt x="1426875" y="5133"/>
                  </a:lnTo>
                  <a:close/>
                  <a:moveTo>
                    <a:pt x="1426324" y="3136"/>
                  </a:moveTo>
                  <a:lnTo>
                    <a:pt x="1469600" y="68046"/>
                  </a:lnTo>
                  <a:lnTo>
                    <a:pt x="1460595" y="87348"/>
                  </a:lnTo>
                  <a:close/>
                  <a:moveTo>
                    <a:pt x="1426324" y="3136"/>
                  </a:moveTo>
                  <a:lnTo>
                    <a:pt x="1426875" y="5133"/>
                  </a:lnTo>
                  <a:lnTo>
                    <a:pt x="1422496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096" name="Candidate_density__2095">
              <a:extLst>
                <a:ext uri="{FF2B5EF4-FFF2-40B4-BE49-F238E27FC236}">
                  <a16:creationId xmlns:a16="http://schemas.microsoft.com/office/drawing/2014/main" id="{3E60805A-4BBF-D8CF-2C8E-8795E15F0515}"/>
                </a:ext>
              </a:extLst>
            </p:cNvPr>
            <p:cNvSpPr>
              <a:spLocks noGrp="1"/>
            </p:cNvSpPr>
            <p:nvPr/>
          </p:nvSpPr>
          <p:spPr>
            <a:xfrm>
              <a:off x="4597829" y="1804354"/>
              <a:ext cx="1998058" cy="2825655"/>
            </a:xfrm>
            <a:custGeom>
              <a:avLst/>
              <a:gdLst/>
              <a:ahLst/>
              <a:cxnLst/>
              <a:rect l="0" t="0" r="0" b="0"/>
              <a:pathLst>
                <a:path w="1998058" h="2825655">
                  <a:moveTo>
                    <a:pt x="52509" y="2410320"/>
                  </a:moveTo>
                  <a:lnTo>
                    <a:pt x="0" y="2429199"/>
                  </a:lnTo>
                  <a:lnTo>
                    <a:pt x="124364" y="2400318"/>
                  </a:lnTo>
                  <a:close/>
                  <a:moveTo>
                    <a:pt x="124364" y="2400318"/>
                  </a:moveTo>
                  <a:lnTo>
                    <a:pt x="194842" y="2385163"/>
                  </a:lnTo>
                  <a:lnTo>
                    <a:pt x="237514" y="2329506"/>
                  </a:lnTo>
                  <a:close/>
                  <a:moveTo>
                    <a:pt x="237514" y="2329506"/>
                  </a:moveTo>
                  <a:lnTo>
                    <a:pt x="194842" y="2385163"/>
                  </a:lnTo>
                  <a:lnTo>
                    <a:pt x="314009" y="2336851"/>
                  </a:lnTo>
                  <a:close/>
                  <a:moveTo>
                    <a:pt x="323173" y="2305605"/>
                  </a:moveTo>
                  <a:lnTo>
                    <a:pt x="339751" y="2217896"/>
                  </a:lnTo>
                  <a:lnTo>
                    <a:pt x="267305" y="2225686"/>
                  </a:lnTo>
                  <a:close/>
                  <a:moveTo>
                    <a:pt x="267305" y="2225686"/>
                  </a:moveTo>
                  <a:lnTo>
                    <a:pt x="339751" y="2217896"/>
                  </a:lnTo>
                  <a:lnTo>
                    <a:pt x="394291" y="2206606"/>
                  </a:lnTo>
                  <a:close/>
                  <a:moveTo>
                    <a:pt x="371079" y="2196654"/>
                  </a:moveTo>
                  <a:lnTo>
                    <a:pt x="394291" y="2206606"/>
                  </a:lnTo>
                  <a:lnTo>
                    <a:pt x="339751" y="2217896"/>
                  </a:lnTo>
                  <a:close/>
                  <a:moveTo>
                    <a:pt x="100042" y="1663773"/>
                  </a:moveTo>
                  <a:lnTo>
                    <a:pt x="98692" y="1566182"/>
                  </a:lnTo>
                  <a:lnTo>
                    <a:pt x="59710" y="1576436"/>
                  </a:lnTo>
                  <a:close/>
                  <a:moveTo>
                    <a:pt x="16350" y="1629522"/>
                  </a:moveTo>
                  <a:lnTo>
                    <a:pt x="100042" y="1663773"/>
                  </a:lnTo>
                  <a:lnTo>
                    <a:pt x="59710" y="1576436"/>
                  </a:lnTo>
                  <a:close/>
                  <a:moveTo>
                    <a:pt x="1112198" y="2788932"/>
                  </a:moveTo>
                  <a:lnTo>
                    <a:pt x="1075858" y="2777501"/>
                  </a:lnTo>
                  <a:lnTo>
                    <a:pt x="990674" y="2727045"/>
                  </a:lnTo>
                  <a:close/>
                  <a:moveTo>
                    <a:pt x="1149053" y="2777501"/>
                  </a:moveTo>
                  <a:lnTo>
                    <a:pt x="1190144" y="2825655"/>
                  </a:lnTo>
                  <a:lnTo>
                    <a:pt x="1134899" y="2809810"/>
                  </a:lnTo>
                  <a:close/>
                  <a:moveTo>
                    <a:pt x="1283604" y="2656733"/>
                  </a:moveTo>
                  <a:lnTo>
                    <a:pt x="1243885" y="2739065"/>
                  </a:lnTo>
                  <a:lnTo>
                    <a:pt x="1246590" y="2733547"/>
                  </a:lnTo>
                  <a:close/>
                  <a:moveTo>
                    <a:pt x="673536" y="1902266"/>
                  </a:moveTo>
                  <a:lnTo>
                    <a:pt x="600144" y="1988534"/>
                  </a:lnTo>
                  <a:lnTo>
                    <a:pt x="665627" y="1954711"/>
                  </a:lnTo>
                  <a:close/>
                  <a:moveTo>
                    <a:pt x="673536" y="1902266"/>
                  </a:moveTo>
                  <a:lnTo>
                    <a:pt x="620697" y="1884631"/>
                  </a:lnTo>
                  <a:lnTo>
                    <a:pt x="600144" y="1988534"/>
                  </a:lnTo>
                  <a:close/>
                  <a:moveTo>
                    <a:pt x="673536" y="1902266"/>
                  </a:moveTo>
                  <a:lnTo>
                    <a:pt x="665627" y="1954711"/>
                  </a:lnTo>
                  <a:lnTo>
                    <a:pt x="684295" y="1916914"/>
                  </a:lnTo>
                  <a:close/>
                  <a:moveTo>
                    <a:pt x="658283" y="1814574"/>
                  </a:moveTo>
                  <a:lnTo>
                    <a:pt x="673536" y="1902266"/>
                  </a:lnTo>
                  <a:lnTo>
                    <a:pt x="684295" y="1916914"/>
                  </a:lnTo>
                  <a:close/>
                  <a:moveTo>
                    <a:pt x="146926" y="1326785"/>
                  </a:moveTo>
                  <a:lnTo>
                    <a:pt x="169000" y="1220757"/>
                  </a:lnTo>
                  <a:lnTo>
                    <a:pt x="159257" y="1239561"/>
                  </a:lnTo>
                  <a:close/>
                  <a:moveTo>
                    <a:pt x="382866" y="1518284"/>
                  </a:moveTo>
                  <a:lnTo>
                    <a:pt x="249126" y="1504474"/>
                  </a:lnTo>
                  <a:lnTo>
                    <a:pt x="341397" y="1490051"/>
                  </a:lnTo>
                  <a:close/>
                  <a:moveTo>
                    <a:pt x="1483367" y="2782844"/>
                  </a:moveTo>
                  <a:lnTo>
                    <a:pt x="1515644" y="2662192"/>
                  </a:lnTo>
                  <a:lnTo>
                    <a:pt x="1533471" y="2744406"/>
                  </a:lnTo>
                  <a:close/>
                  <a:moveTo>
                    <a:pt x="1515644" y="2662192"/>
                  </a:moveTo>
                  <a:lnTo>
                    <a:pt x="1544626" y="2679744"/>
                  </a:lnTo>
                  <a:lnTo>
                    <a:pt x="1552519" y="2610983"/>
                  </a:lnTo>
                  <a:close/>
                  <a:moveTo>
                    <a:pt x="601165" y="1700325"/>
                  </a:moveTo>
                  <a:lnTo>
                    <a:pt x="632425" y="1796263"/>
                  </a:lnTo>
                  <a:lnTo>
                    <a:pt x="615325" y="1714047"/>
                  </a:lnTo>
                  <a:close/>
                  <a:moveTo>
                    <a:pt x="604482" y="1631832"/>
                  </a:moveTo>
                  <a:lnTo>
                    <a:pt x="628926" y="1602289"/>
                  </a:lnTo>
                  <a:lnTo>
                    <a:pt x="591905" y="1607762"/>
                  </a:lnTo>
                  <a:close/>
                  <a:moveTo>
                    <a:pt x="159257" y="1239561"/>
                  </a:moveTo>
                  <a:lnTo>
                    <a:pt x="169000" y="1220757"/>
                  </a:lnTo>
                  <a:lnTo>
                    <a:pt x="160661" y="1215526"/>
                  </a:lnTo>
                  <a:close/>
                  <a:moveTo>
                    <a:pt x="187469" y="1129840"/>
                  </a:moveTo>
                  <a:lnTo>
                    <a:pt x="169000" y="1220757"/>
                  </a:lnTo>
                  <a:lnTo>
                    <a:pt x="217609" y="1179073"/>
                  </a:lnTo>
                  <a:close/>
                  <a:moveTo>
                    <a:pt x="131202" y="704264"/>
                  </a:moveTo>
                  <a:lnTo>
                    <a:pt x="12394" y="753921"/>
                  </a:lnTo>
                  <a:lnTo>
                    <a:pt x="86475" y="752239"/>
                  </a:lnTo>
                  <a:close/>
                  <a:moveTo>
                    <a:pt x="1618001" y="2519999"/>
                  </a:moveTo>
                  <a:lnTo>
                    <a:pt x="1595978" y="2558271"/>
                  </a:lnTo>
                  <a:lnTo>
                    <a:pt x="1605079" y="2541540"/>
                  </a:lnTo>
                  <a:close/>
                  <a:moveTo>
                    <a:pt x="1618001" y="2519999"/>
                  </a:moveTo>
                  <a:lnTo>
                    <a:pt x="1605079" y="2541540"/>
                  </a:lnTo>
                  <a:lnTo>
                    <a:pt x="1580733" y="2501270"/>
                  </a:lnTo>
                  <a:close/>
                  <a:moveTo>
                    <a:pt x="1355524" y="2001365"/>
                  </a:moveTo>
                  <a:lnTo>
                    <a:pt x="1305195" y="1952475"/>
                  </a:lnTo>
                  <a:lnTo>
                    <a:pt x="1416708" y="1951465"/>
                  </a:lnTo>
                  <a:close/>
                  <a:moveTo>
                    <a:pt x="1182398" y="1911389"/>
                  </a:moveTo>
                  <a:lnTo>
                    <a:pt x="1158658" y="1883820"/>
                  </a:lnTo>
                  <a:lnTo>
                    <a:pt x="1255009" y="1932683"/>
                  </a:lnTo>
                  <a:close/>
                  <a:moveTo>
                    <a:pt x="429584" y="1143883"/>
                  </a:moveTo>
                  <a:lnTo>
                    <a:pt x="465472" y="1118069"/>
                  </a:lnTo>
                  <a:lnTo>
                    <a:pt x="487451" y="1031536"/>
                  </a:lnTo>
                  <a:close/>
                  <a:moveTo>
                    <a:pt x="487451" y="1031536"/>
                  </a:moveTo>
                  <a:lnTo>
                    <a:pt x="465472" y="1118069"/>
                  </a:lnTo>
                  <a:lnTo>
                    <a:pt x="510866" y="1061668"/>
                  </a:lnTo>
                  <a:close/>
                  <a:moveTo>
                    <a:pt x="510866" y="1061668"/>
                  </a:moveTo>
                  <a:lnTo>
                    <a:pt x="519877" y="1042824"/>
                  </a:lnTo>
                  <a:lnTo>
                    <a:pt x="487451" y="1031536"/>
                  </a:lnTo>
                  <a:close/>
                  <a:moveTo>
                    <a:pt x="90995" y="732808"/>
                  </a:moveTo>
                  <a:lnTo>
                    <a:pt x="131202" y="704264"/>
                  </a:lnTo>
                  <a:lnTo>
                    <a:pt x="151972" y="622037"/>
                  </a:lnTo>
                  <a:close/>
                  <a:moveTo>
                    <a:pt x="230261" y="618982"/>
                  </a:moveTo>
                  <a:lnTo>
                    <a:pt x="131202" y="704264"/>
                  </a:lnTo>
                  <a:lnTo>
                    <a:pt x="195833" y="667253"/>
                  </a:lnTo>
                  <a:close/>
                  <a:moveTo>
                    <a:pt x="1781108" y="2477925"/>
                  </a:moveTo>
                  <a:lnTo>
                    <a:pt x="1818294" y="2401750"/>
                  </a:lnTo>
                  <a:lnTo>
                    <a:pt x="1708704" y="2485871"/>
                  </a:lnTo>
                  <a:close/>
                  <a:moveTo>
                    <a:pt x="1781108" y="2477925"/>
                  </a:moveTo>
                  <a:lnTo>
                    <a:pt x="1843612" y="2432954"/>
                  </a:lnTo>
                  <a:lnTo>
                    <a:pt x="1818294" y="2401750"/>
                  </a:lnTo>
                  <a:close/>
                  <a:moveTo>
                    <a:pt x="1835442" y="2382452"/>
                  </a:moveTo>
                  <a:lnTo>
                    <a:pt x="1863180" y="2402356"/>
                  </a:lnTo>
                  <a:lnTo>
                    <a:pt x="1885450" y="2374176"/>
                  </a:lnTo>
                  <a:close/>
                  <a:moveTo>
                    <a:pt x="1398481" y="1946769"/>
                  </a:moveTo>
                  <a:lnTo>
                    <a:pt x="1423341" y="1917016"/>
                  </a:lnTo>
                  <a:lnTo>
                    <a:pt x="1449554" y="1889162"/>
                  </a:lnTo>
                  <a:close/>
                  <a:moveTo>
                    <a:pt x="1355524" y="2001365"/>
                  </a:moveTo>
                  <a:lnTo>
                    <a:pt x="1416708" y="1951465"/>
                  </a:lnTo>
                  <a:lnTo>
                    <a:pt x="1398481" y="1946769"/>
                  </a:lnTo>
                  <a:close/>
                  <a:moveTo>
                    <a:pt x="1423341" y="1917016"/>
                  </a:moveTo>
                  <a:lnTo>
                    <a:pt x="1427348" y="1813666"/>
                  </a:lnTo>
                  <a:lnTo>
                    <a:pt x="1449554" y="1889162"/>
                  </a:lnTo>
                  <a:close/>
                  <a:moveTo>
                    <a:pt x="1427348" y="1813666"/>
                  </a:moveTo>
                  <a:lnTo>
                    <a:pt x="1420132" y="1806947"/>
                  </a:lnTo>
                  <a:lnTo>
                    <a:pt x="1449554" y="1889162"/>
                  </a:lnTo>
                  <a:close/>
                  <a:moveTo>
                    <a:pt x="502992" y="827947"/>
                  </a:moveTo>
                  <a:lnTo>
                    <a:pt x="572633" y="822692"/>
                  </a:lnTo>
                  <a:lnTo>
                    <a:pt x="554756" y="820365"/>
                  </a:lnTo>
                  <a:close/>
                  <a:moveTo>
                    <a:pt x="237989" y="609663"/>
                  </a:moveTo>
                  <a:lnTo>
                    <a:pt x="349290" y="531940"/>
                  </a:lnTo>
                  <a:lnTo>
                    <a:pt x="278946" y="547592"/>
                  </a:lnTo>
                  <a:close/>
                  <a:moveTo>
                    <a:pt x="1885450" y="2374176"/>
                  </a:moveTo>
                  <a:lnTo>
                    <a:pt x="1920938" y="2355400"/>
                  </a:lnTo>
                  <a:lnTo>
                    <a:pt x="1915920" y="2344015"/>
                  </a:lnTo>
                  <a:close/>
                  <a:moveTo>
                    <a:pt x="1952962" y="2344015"/>
                  </a:moveTo>
                  <a:lnTo>
                    <a:pt x="1920938" y="2355400"/>
                  </a:lnTo>
                  <a:lnTo>
                    <a:pt x="1998058" y="2301342"/>
                  </a:lnTo>
                  <a:close/>
                  <a:moveTo>
                    <a:pt x="1998058" y="2301342"/>
                  </a:moveTo>
                  <a:lnTo>
                    <a:pt x="1920938" y="2355400"/>
                  </a:lnTo>
                  <a:lnTo>
                    <a:pt x="1885450" y="2374176"/>
                  </a:lnTo>
                  <a:close/>
                  <a:moveTo>
                    <a:pt x="1420132" y="1806947"/>
                  </a:moveTo>
                  <a:lnTo>
                    <a:pt x="1411117" y="1768510"/>
                  </a:lnTo>
                  <a:lnTo>
                    <a:pt x="1449554" y="1889162"/>
                  </a:lnTo>
                  <a:close/>
                  <a:moveTo>
                    <a:pt x="1420132" y="1806947"/>
                  </a:moveTo>
                  <a:lnTo>
                    <a:pt x="1475124" y="1739466"/>
                  </a:lnTo>
                  <a:lnTo>
                    <a:pt x="1411117" y="1768510"/>
                  </a:lnTo>
                  <a:close/>
                  <a:moveTo>
                    <a:pt x="597826" y="802211"/>
                  </a:moveTo>
                  <a:lnTo>
                    <a:pt x="554756" y="820365"/>
                  </a:lnTo>
                  <a:lnTo>
                    <a:pt x="574719" y="817462"/>
                  </a:lnTo>
                  <a:close/>
                  <a:moveTo>
                    <a:pt x="630159" y="781928"/>
                  </a:moveTo>
                  <a:lnTo>
                    <a:pt x="597826" y="802211"/>
                  </a:lnTo>
                  <a:lnTo>
                    <a:pt x="693090" y="766174"/>
                  </a:lnTo>
                  <a:close/>
                  <a:moveTo>
                    <a:pt x="693090" y="766174"/>
                  </a:moveTo>
                  <a:lnTo>
                    <a:pt x="597826" y="802211"/>
                  </a:lnTo>
                  <a:lnTo>
                    <a:pt x="574719" y="817462"/>
                  </a:lnTo>
                  <a:close/>
                  <a:moveTo>
                    <a:pt x="581761" y="820365"/>
                  </a:moveTo>
                  <a:lnTo>
                    <a:pt x="674495" y="800472"/>
                  </a:lnTo>
                  <a:lnTo>
                    <a:pt x="693090" y="766174"/>
                  </a:lnTo>
                  <a:close/>
                  <a:moveTo>
                    <a:pt x="674495" y="800472"/>
                  </a:moveTo>
                  <a:lnTo>
                    <a:pt x="658520" y="852124"/>
                  </a:lnTo>
                  <a:lnTo>
                    <a:pt x="678265" y="820365"/>
                  </a:lnTo>
                  <a:close/>
                  <a:moveTo>
                    <a:pt x="512662" y="471078"/>
                  </a:moveTo>
                  <a:lnTo>
                    <a:pt x="456587" y="456074"/>
                  </a:lnTo>
                  <a:lnTo>
                    <a:pt x="424795" y="535580"/>
                  </a:lnTo>
                  <a:close/>
                  <a:moveTo>
                    <a:pt x="456587" y="456074"/>
                  </a:moveTo>
                  <a:lnTo>
                    <a:pt x="512662" y="471078"/>
                  </a:lnTo>
                  <a:lnTo>
                    <a:pt x="458313" y="445698"/>
                  </a:lnTo>
                  <a:close/>
                  <a:moveTo>
                    <a:pt x="451798" y="453069"/>
                  </a:moveTo>
                  <a:lnTo>
                    <a:pt x="456587" y="456074"/>
                  </a:lnTo>
                  <a:lnTo>
                    <a:pt x="458313" y="445698"/>
                  </a:lnTo>
                  <a:close/>
                  <a:moveTo>
                    <a:pt x="1952962" y="2344015"/>
                  </a:moveTo>
                  <a:lnTo>
                    <a:pt x="1937700" y="2354329"/>
                  </a:lnTo>
                  <a:lnTo>
                    <a:pt x="1920938" y="2355400"/>
                  </a:lnTo>
                  <a:close/>
                  <a:moveTo>
                    <a:pt x="1996299" y="2254633"/>
                  </a:moveTo>
                  <a:lnTo>
                    <a:pt x="1952962" y="2344015"/>
                  </a:lnTo>
                  <a:lnTo>
                    <a:pt x="1998058" y="2301342"/>
                  </a:lnTo>
                  <a:close/>
                  <a:moveTo>
                    <a:pt x="1939450" y="2340351"/>
                  </a:moveTo>
                  <a:lnTo>
                    <a:pt x="1952962" y="2344015"/>
                  </a:lnTo>
                  <a:lnTo>
                    <a:pt x="1996299" y="2254633"/>
                  </a:lnTo>
                  <a:close/>
                  <a:moveTo>
                    <a:pt x="738127" y="719358"/>
                  </a:moveTo>
                  <a:lnTo>
                    <a:pt x="693090" y="766174"/>
                  </a:lnTo>
                  <a:lnTo>
                    <a:pt x="813751" y="723448"/>
                  </a:lnTo>
                  <a:close/>
                  <a:moveTo>
                    <a:pt x="458313" y="445698"/>
                  </a:moveTo>
                  <a:lnTo>
                    <a:pt x="526165" y="420727"/>
                  </a:lnTo>
                  <a:lnTo>
                    <a:pt x="563413" y="344788"/>
                  </a:lnTo>
                  <a:close/>
                  <a:moveTo>
                    <a:pt x="1590831" y="1641257"/>
                  </a:moveTo>
                  <a:lnTo>
                    <a:pt x="1586089" y="1660485"/>
                  </a:lnTo>
                  <a:lnTo>
                    <a:pt x="1610494" y="1647858"/>
                  </a:lnTo>
                  <a:close/>
                  <a:moveTo>
                    <a:pt x="1649587" y="1553990"/>
                  </a:moveTo>
                  <a:lnTo>
                    <a:pt x="1610494" y="1647858"/>
                  </a:lnTo>
                  <a:lnTo>
                    <a:pt x="1649355" y="1618368"/>
                  </a:lnTo>
                  <a:close/>
                  <a:moveTo>
                    <a:pt x="1590831" y="1641257"/>
                  </a:moveTo>
                  <a:lnTo>
                    <a:pt x="1610494" y="1647858"/>
                  </a:lnTo>
                  <a:lnTo>
                    <a:pt x="1649587" y="1553990"/>
                  </a:lnTo>
                  <a:close/>
                  <a:moveTo>
                    <a:pt x="1589105" y="1444992"/>
                  </a:moveTo>
                  <a:lnTo>
                    <a:pt x="1588417" y="1453987"/>
                  </a:lnTo>
                  <a:lnTo>
                    <a:pt x="1617287" y="1480157"/>
                  </a:lnTo>
                  <a:close/>
                  <a:moveTo>
                    <a:pt x="1323404" y="1036842"/>
                  </a:moveTo>
                  <a:lnTo>
                    <a:pt x="1321731" y="1033917"/>
                  </a:lnTo>
                  <a:lnTo>
                    <a:pt x="1266494" y="1086344"/>
                  </a:lnTo>
                  <a:close/>
                  <a:moveTo>
                    <a:pt x="1266494" y="1086344"/>
                  </a:moveTo>
                  <a:lnTo>
                    <a:pt x="1163023" y="1072353"/>
                  </a:lnTo>
                  <a:lnTo>
                    <a:pt x="1210216" y="1091132"/>
                  </a:lnTo>
                  <a:close/>
                  <a:moveTo>
                    <a:pt x="579961" y="316274"/>
                  </a:moveTo>
                  <a:lnTo>
                    <a:pt x="588895" y="293980"/>
                  </a:lnTo>
                  <a:lnTo>
                    <a:pt x="563413" y="344788"/>
                  </a:lnTo>
                  <a:close/>
                  <a:moveTo>
                    <a:pt x="579961" y="316274"/>
                  </a:moveTo>
                  <a:lnTo>
                    <a:pt x="563413" y="344788"/>
                  </a:lnTo>
                  <a:lnTo>
                    <a:pt x="573138" y="332417"/>
                  </a:lnTo>
                  <a:close/>
                  <a:moveTo>
                    <a:pt x="579961" y="316274"/>
                  </a:moveTo>
                  <a:lnTo>
                    <a:pt x="573138" y="332417"/>
                  </a:lnTo>
                  <a:lnTo>
                    <a:pt x="598095" y="259255"/>
                  </a:lnTo>
                  <a:close/>
                  <a:moveTo>
                    <a:pt x="598095" y="259255"/>
                  </a:moveTo>
                  <a:lnTo>
                    <a:pt x="573138" y="332417"/>
                  </a:lnTo>
                  <a:lnTo>
                    <a:pt x="616488" y="264572"/>
                  </a:lnTo>
                  <a:close/>
                  <a:moveTo>
                    <a:pt x="598095" y="259255"/>
                  </a:moveTo>
                  <a:lnTo>
                    <a:pt x="616488" y="264572"/>
                  </a:lnTo>
                  <a:lnTo>
                    <a:pt x="661873" y="219055"/>
                  </a:lnTo>
                  <a:close/>
                  <a:moveTo>
                    <a:pt x="588895" y="293980"/>
                  </a:moveTo>
                  <a:lnTo>
                    <a:pt x="579961" y="316274"/>
                  </a:lnTo>
                  <a:lnTo>
                    <a:pt x="598095" y="259255"/>
                  </a:lnTo>
                  <a:close/>
                  <a:moveTo>
                    <a:pt x="1601666" y="1362776"/>
                  </a:moveTo>
                  <a:lnTo>
                    <a:pt x="1589483" y="1242770"/>
                  </a:lnTo>
                  <a:lnTo>
                    <a:pt x="1603166" y="1330953"/>
                  </a:lnTo>
                  <a:close/>
                  <a:moveTo>
                    <a:pt x="1589383" y="1242125"/>
                  </a:moveTo>
                  <a:lnTo>
                    <a:pt x="1589483" y="1242770"/>
                  </a:lnTo>
                  <a:lnTo>
                    <a:pt x="1601666" y="1362776"/>
                  </a:lnTo>
                  <a:close/>
                  <a:moveTo>
                    <a:pt x="1611893" y="1280562"/>
                  </a:moveTo>
                  <a:lnTo>
                    <a:pt x="1589383" y="1242125"/>
                  </a:lnTo>
                  <a:lnTo>
                    <a:pt x="1601666" y="1362776"/>
                  </a:lnTo>
                  <a:close/>
                  <a:moveTo>
                    <a:pt x="975523" y="437241"/>
                  </a:moveTo>
                  <a:lnTo>
                    <a:pt x="994080" y="409945"/>
                  </a:lnTo>
                  <a:lnTo>
                    <a:pt x="913304" y="386597"/>
                  </a:lnTo>
                  <a:close/>
                  <a:moveTo>
                    <a:pt x="661873" y="219055"/>
                  </a:moveTo>
                  <a:lnTo>
                    <a:pt x="686812" y="211766"/>
                  </a:lnTo>
                  <a:lnTo>
                    <a:pt x="666139" y="206712"/>
                  </a:lnTo>
                  <a:close/>
                  <a:moveTo>
                    <a:pt x="913304" y="386597"/>
                  </a:moveTo>
                  <a:lnTo>
                    <a:pt x="994080" y="409945"/>
                  </a:lnTo>
                  <a:lnTo>
                    <a:pt x="1040016" y="366490"/>
                  </a:lnTo>
                  <a:close/>
                  <a:moveTo>
                    <a:pt x="931438" y="52678"/>
                  </a:moveTo>
                  <a:lnTo>
                    <a:pt x="925021" y="0"/>
                  </a:lnTo>
                  <a:lnTo>
                    <a:pt x="914157" y="26169"/>
                  </a:lnTo>
                  <a:close/>
                  <a:moveTo>
                    <a:pt x="938848" y="51697"/>
                  </a:moveTo>
                  <a:lnTo>
                    <a:pt x="914157" y="26169"/>
                  </a:lnTo>
                  <a:lnTo>
                    <a:pt x="888075" y="14241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097" name="Candidate_density__2096">
              <a:extLst>
                <a:ext uri="{FF2B5EF4-FFF2-40B4-BE49-F238E27FC236}">
                  <a16:creationId xmlns:a16="http://schemas.microsoft.com/office/drawing/2014/main" id="{40546465-884D-8D62-1F2D-3233CFE35E5E}"/>
                </a:ext>
              </a:extLst>
            </p:cNvPr>
            <p:cNvSpPr>
              <a:spLocks noGrp="1"/>
            </p:cNvSpPr>
            <p:nvPr/>
          </p:nvSpPr>
          <p:spPr>
            <a:xfrm>
              <a:off x="3839425" y="1804354"/>
              <a:ext cx="2407758" cy="2818255"/>
            </a:xfrm>
            <a:custGeom>
              <a:avLst/>
              <a:gdLst/>
              <a:ahLst/>
              <a:cxnLst/>
              <a:rect l="0" t="0" r="0" b="0"/>
              <a:pathLst>
                <a:path w="2407758" h="2818255">
                  <a:moveTo>
                    <a:pt x="119896" y="1283466"/>
                  </a:moveTo>
                  <a:lnTo>
                    <a:pt x="41733" y="1269888"/>
                  </a:lnTo>
                  <a:lnTo>
                    <a:pt x="0" y="1277788"/>
                  </a:lnTo>
                  <a:close/>
                  <a:moveTo>
                    <a:pt x="1129483" y="2196654"/>
                  </a:moveTo>
                  <a:lnTo>
                    <a:pt x="1197436" y="2158217"/>
                  </a:lnTo>
                  <a:lnTo>
                    <a:pt x="1152695" y="2206606"/>
                  </a:lnTo>
                  <a:close/>
                  <a:moveTo>
                    <a:pt x="1197436" y="2158217"/>
                  </a:moveTo>
                  <a:lnTo>
                    <a:pt x="1129483" y="2196654"/>
                  </a:lnTo>
                  <a:lnTo>
                    <a:pt x="1204280" y="2120818"/>
                  </a:lnTo>
                  <a:close/>
                  <a:moveTo>
                    <a:pt x="314325" y="1292287"/>
                  </a:moveTo>
                  <a:lnTo>
                    <a:pt x="335232" y="1187027"/>
                  </a:lnTo>
                  <a:lnTo>
                    <a:pt x="334968" y="1171636"/>
                  </a:lnTo>
                  <a:close/>
                  <a:moveTo>
                    <a:pt x="334968" y="1171636"/>
                  </a:moveTo>
                  <a:lnTo>
                    <a:pt x="335232" y="1187027"/>
                  </a:lnTo>
                  <a:lnTo>
                    <a:pt x="352772" y="1166431"/>
                  </a:lnTo>
                  <a:close/>
                  <a:moveTo>
                    <a:pt x="399655" y="1089420"/>
                  </a:moveTo>
                  <a:lnTo>
                    <a:pt x="390935" y="1093915"/>
                  </a:lnTo>
                  <a:lnTo>
                    <a:pt x="352772" y="1166431"/>
                  </a:lnTo>
                  <a:close/>
                  <a:moveTo>
                    <a:pt x="399655" y="1089420"/>
                  </a:moveTo>
                  <a:lnTo>
                    <a:pt x="420540" y="1050984"/>
                  </a:lnTo>
                  <a:lnTo>
                    <a:pt x="390935" y="1093915"/>
                  </a:lnTo>
                  <a:close/>
                  <a:moveTo>
                    <a:pt x="1337337" y="1999129"/>
                  </a:moveTo>
                  <a:lnTo>
                    <a:pt x="1301925" y="2037565"/>
                  </a:lnTo>
                  <a:lnTo>
                    <a:pt x="1358547" y="1988534"/>
                  </a:lnTo>
                  <a:close/>
                  <a:moveTo>
                    <a:pt x="1301925" y="2037565"/>
                  </a:moveTo>
                  <a:lnTo>
                    <a:pt x="1311430" y="2027572"/>
                  </a:lnTo>
                  <a:lnTo>
                    <a:pt x="1358547" y="1988534"/>
                  </a:lnTo>
                  <a:close/>
                  <a:moveTo>
                    <a:pt x="1311430" y="2027572"/>
                  </a:moveTo>
                  <a:lnTo>
                    <a:pt x="1379760" y="2004394"/>
                  </a:lnTo>
                  <a:lnTo>
                    <a:pt x="1424031" y="1954711"/>
                  </a:lnTo>
                  <a:close/>
                  <a:moveTo>
                    <a:pt x="1358547" y="1988534"/>
                  </a:moveTo>
                  <a:lnTo>
                    <a:pt x="1311430" y="2027572"/>
                  </a:lnTo>
                  <a:lnTo>
                    <a:pt x="1424031" y="1954711"/>
                  </a:lnTo>
                  <a:close/>
                  <a:moveTo>
                    <a:pt x="2241771" y="2782844"/>
                  </a:moveTo>
                  <a:lnTo>
                    <a:pt x="2286148" y="2797016"/>
                  </a:lnTo>
                  <a:lnTo>
                    <a:pt x="2234270" y="2818255"/>
                  </a:lnTo>
                  <a:close/>
                  <a:moveTo>
                    <a:pt x="2241771" y="2782844"/>
                  </a:moveTo>
                  <a:lnTo>
                    <a:pt x="2303030" y="2679744"/>
                  </a:lnTo>
                  <a:lnTo>
                    <a:pt x="2274047" y="2662192"/>
                  </a:lnTo>
                  <a:close/>
                  <a:moveTo>
                    <a:pt x="1350309" y="1607762"/>
                  </a:moveTo>
                  <a:lnTo>
                    <a:pt x="1373729" y="1714047"/>
                  </a:lnTo>
                  <a:lnTo>
                    <a:pt x="1362885" y="1631832"/>
                  </a:lnTo>
                  <a:close/>
                  <a:moveTo>
                    <a:pt x="1850479" y="1966034"/>
                  </a:moveTo>
                  <a:lnTo>
                    <a:pt x="1876562" y="1983348"/>
                  </a:lnTo>
                  <a:lnTo>
                    <a:pt x="1893256" y="1948824"/>
                  </a:lnTo>
                  <a:close/>
                  <a:moveTo>
                    <a:pt x="2175112" y="1951465"/>
                  </a:moveTo>
                  <a:lnTo>
                    <a:pt x="2181744" y="1917016"/>
                  </a:lnTo>
                  <a:lnTo>
                    <a:pt x="2156885" y="1946769"/>
                  </a:lnTo>
                  <a:close/>
                  <a:moveTo>
                    <a:pt x="1451493" y="766174"/>
                  </a:moveTo>
                  <a:lnTo>
                    <a:pt x="1432899" y="800472"/>
                  </a:lnTo>
                  <a:lnTo>
                    <a:pt x="1522375" y="752531"/>
                  </a:lnTo>
                  <a:close/>
                  <a:moveTo>
                    <a:pt x="1155531" y="495592"/>
                  </a:moveTo>
                  <a:lnTo>
                    <a:pt x="1037350" y="547592"/>
                  </a:lnTo>
                  <a:lnTo>
                    <a:pt x="1107694" y="531940"/>
                  </a:lnTo>
                  <a:close/>
                  <a:moveTo>
                    <a:pt x="1155531" y="495592"/>
                  </a:moveTo>
                  <a:lnTo>
                    <a:pt x="1214991" y="456074"/>
                  </a:lnTo>
                  <a:lnTo>
                    <a:pt x="1210202" y="453069"/>
                  </a:lnTo>
                  <a:close/>
                  <a:moveTo>
                    <a:pt x="1183198" y="535580"/>
                  </a:moveTo>
                  <a:lnTo>
                    <a:pt x="1214991" y="456074"/>
                  </a:lnTo>
                  <a:lnTo>
                    <a:pt x="1155531" y="495592"/>
                  </a:lnTo>
                  <a:close/>
                  <a:moveTo>
                    <a:pt x="1107694" y="531940"/>
                  </a:moveTo>
                  <a:lnTo>
                    <a:pt x="1183198" y="535580"/>
                  </a:lnTo>
                  <a:lnTo>
                    <a:pt x="1155531" y="495592"/>
                  </a:lnTo>
                  <a:close/>
                  <a:moveTo>
                    <a:pt x="2233527" y="1739466"/>
                  </a:moveTo>
                  <a:lnTo>
                    <a:pt x="2294185" y="1687599"/>
                  </a:lnTo>
                  <a:lnTo>
                    <a:pt x="2344493" y="1660485"/>
                  </a:lnTo>
                  <a:close/>
                  <a:moveTo>
                    <a:pt x="2296397" y="1686295"/>
                  </a:moveTo>
                  <a:lnTo>
                    <a:pt x="2344493" y="1660485"/>
                  </a:lnTo>
                  <a:lnTo>
                    <a:pt x="2294185" y="1687599"/>
                  </a:lnTo>
                  <a:close/>
                  <a:moveTo>
                    <a:pt x="2296397" y="1686295"/>
                  </a:moveTo>
                  <a:lnTo>
                    <a:pt x="2368897" y="1647858"/>
                  </a:lnTo>
                  <a:lnTo>
                    <a:pt x="2344493" y="1660485"/>
                  </a:lnTo>
                  <a:close/>
                  <a:moveTo>
                    <a:pt x="2368897" y="1647858"/>
                  </a:moveTo>
                  <a:lnTo>
                    <a:pt x="2296397" y="1686295"/>
                  </a:lnTo>
                  <a:lnTo>
                    <a:pt x="2407758" y="1618368"/>
                  </a:lnTo>
                  <a:close/>
                  <a:moveTo>
                    <a:pt x="1451493" y="766174"/>
                  </a:moveTo>
                  <a:lnTo>
                    <a:pt x="1522375" y="752531"/>
                  </a:lnTo>
                  <a:lnTo>
                    <a:pt x="1572155" y="723448"/>
                  </a:lnTo>
                  <a:close/>
                  <a:moveTo>
                    <a:pt x="1572155" y="723448"/>
                  </a:moveTo>
                  <a:lnTo>
                    <a:pt x="1522375" y="752531"/>
                  </a:lnTo>
                  <a:lnTo>
                    <a:pt x="1645364" y="718506"/>
                  </a:lnTo>
                  <a:close/>
                  <a:moveTo>
                    <a:pt x="2347376" y="1442584"/>
                  </a:moveTo>
                  <a:lnTo>
                    <a:pt x="2346821" y="1453987"/>
                  </a:lnTo>
                  <a:lnTo>
                    <a:pt x="2347509" y="1444992"/>
                  </a:lnTo>
                  <a:close/>
                  <a:moveTo>
                    <a:pt x="2361569" y="1330953"/>
                  </a:moveTo>
                  <a:lnTo>
                    <a:pt x="2347376" y="1442584"/>
                  </a:lnTo>
                  <a:lnTo>
                    <a:pt x="2347509" y="1444992"/>
                  </a:lnTo>
                  <a:close/>
                  <a:moveTo>
                    <a:pt x="1846457" y="787271"/>
                  </a:moveTo>
                  <a:lnTo>
                    <a:pt x="1856407" y="748835"/>
                  </a:lnTo>
                  <a:lnTo>
                    <a:pt x="1851357" y="869486"/>
                  </a:lnTo>
                  <a:close/>
                  <a:moveTo>
                    <a:pt x="1798420" y="366490"/>
                  </a:moveTo>
                  <a:lnTo>
                    <a:pt x="1752483" y="409945"/>
                  </a:lnTo>
                  <a:lnTo>
                    <a:pt x="1863731" y="332021"/>
                  </a:lnTo>
                  <a:close/>
                  <a:moveTo>
                    <a:pt x="1646478" y="14241"/>
                  </a:moveTo>
                  <a:lnTo>
                    <a:pt x="1672561" y="26169"/>
                  </a:lnTo>
                  <a:lnTo>
                    <a:pt x="1683425" y="0"/>
                  </a:lnTo>
                  <a:close/>
                  <a:moveTo>
                    <a:pt x="2019099" y="203853"/>
                  </a:moveTo>
                  <a:lnTo>
                    <a:pt x="2029794" y="178299"/>
                  </a:lnTo>
                  <a:lnTo>
                    <a:pt x="2037797" y="140234"/>
                  </a:lnTo>
                  <a:close/>
                  <a:moveTo>
                    <a:pt x="2037797" y="140234"/>
                  </a:moveTo>
                  <a:lnTo>
                    <a:pt x="2069179" y="112433"/>
                  </a:lnTo>
                  <a:lnTo>
                    <a:pt x="2110804" y="5286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098" name="Candidate_density__2097">
              <a:extLst>
                <a:ext uri="{FF2B5EF4-FFF2-40B4-BE49-F238E27FC236}">
                  <a16:creationId xmlns:a16="http://schemas.microsoft.com/office/drawing/2014/main" id="{D989DC25-03D8-A7AF-D4E6-DB401DC62A64}"/>
                </a:ext>
              </a:extLst>
            </p:cNvPr>
            <p:cNvSpPr>
              <a:spLocks noGrp="1"/>
            </p:cNvSpPr>
            <p:nvPr/>
          </p:nvSpPr>
          <p:spPr>
            <a:xfrm>
              <a:off x="3837811" y="1508053"/>
              <a:ext cx="2704731" cy="3121956"/>
            </a:xfrm>
            <a:custGeom>
              <a:avLst/>
              <a:gdLst/>
              <a:ahLst/>
              <a:cxnLst/>
              <a:rect l="0" t="0" r="0" b="0"/>
              <a:pathLst>
                <a:path w="2704731" h="3121956">
                  <a:moveTo>
                    <a:pt x="721563" y="2645183"/>
                  </a:moveTo>
                  <a:lnTo>
                    <a:pt x="668489" y="2596591"/>
                  </a:lnTo>
                  <a:lnTo>
                    <a:pt x="728929" y="2652043"/>
                  </a:lnTo>
                  <a:close/>
                  <a:moveTo>
                    <a:pt x="661751" y="2569828"/>
                  </a:moveTo>
                  <a:lnTo>
                    <a:pt x="668489" y="2596591"/>
                  </a:lnTo>
                  <a:lnTo>
                    <a:pt x="721563" y="2645183"/>
                  </a:lnTo>
                  <a:close/>
                  <a:moveTo>
                    <a:pt x="728929" y="2652043"/>
                  </a:moveTo>
                  <a:lnTo>
                    <a:pt x="841839" y="2616345"/>
                  </a:lnTo>
                  <a:lnTo>
                    <a:pt x="721563" y="2645183"/>
                  </a:lnTo>
                  <a:close/>
                  <a:moveTo>
                    <a:pt x="721563" y="2645183"/>
                  </a:moveTo>
                  <a:lnTo>
                    <a:pt x="841839" y="2616345"/>
                  </a:lnTo>
                  <a:lnTo>
                    <a:pt x="842328" y="2602839"/>
                  </a:lnTo>
                  <a:close/>
                  <a:moveTo>
                    <a:pt x="721563" y="2645183"/>
                  </a:moveTo>
                  <a:lnTo>
                    <a:pt x="842328" y="2602839"/>
                  </a:lnTo>
                  <a:lnTo>
                    <a:pt x="760770" y="2576568"/>
                  </a:lnTo>
                  <a:close/>
                  <a:moveTo>
                    <a:pt x="841839" y="2616345"/>
                  </a:moveTo>
                  <a:lnTo>
                    <a:pt x="858608" y="2613606"/>
                  </a:lnTo>
                  <a:lnTo>
                    <a:pt x="842328" y="2602839"/>
                  </a:lnTo>
                  <a:close/>
                  <a:moveTo>
                    <a:pt x="703019" y="2531391"/>
                  </a:moveTo>
                  <a:lnTo>
                    <a:pt x="721563" y="2645183"/>
                  </a:lnTo>
                  <a:lnTo>
                    <a:pt x="760770" y="2576568"/>
                  </a:lnTo>
                  <a:close/>
                  <a:moveTo>
                    <a:pt x="703019" y="2531391"/>
                  </a:moveTo>
                  <a:lnTo>
                    <a:pt x="661751" y="2569828"/>
                  </a:lnTo>
                  <a:lnTo>
                    <a:pt x="721563" y="2645183"/>
                  </a:lnTo>
                  <a:close/>
                  <a:moveTo>
                    <a:pt x="703019" y="2531391"/>
                  </a:moveTo>
                  <a:lnTo>
                    <a:pt x="637653" y="2487613"/>
                  </a:lnTo>
                  <a:lnTo>
                    <a:pt x="661751" y="2569828"/>
                  </a:lnTo>
                  <a:close/>
                  <a:moveTo>
                    <a:pt x="858608" y="2613606"/>
                  </a:moveTo>
                  <a:lnTo>
                    <a:pt x="924456" y="2631248"/>
                  </a:lnTo>
                  <a:lnTo>
                    <a:pt x="932555" y="2603186"/>
                  </a:lnTo>
                  <a:close/>
                  <a:moveTo>
                    <a:pt x="932555" y="2603186"/>
                  </a:moveTo>
                  <a:lnTo>
                    <a:pt x="842328" y="2602839"/>
                  </a:lnTo>
                  <a:lnTo>
                    <a:pt x="858608" y="2613606"/>
                  </a:lnTo>
                  <a:close/>
                  <a:moveTo>
                    <a:pt x="843342" y="2515030"/>
                  </a:moveTo>
                  <a:lnTo>
                    <a:pt x="842328" y="2602839"/>
                  </a:lnTo>
                  <a:lnTo>
                    <a:pt x="932555" y="2603186"/>
                  </a:lnTo>
                  <a:close/>
                  <a:moveTo>
                    <a:pt x="920221" y="2513122"/>
                  </a:moveTo>
                  <a:lnTo>
                    <a:pt x="843342" y="2515030"/>
                  </a:lnTo>
                  <a:lnTo>
                    <a:pt x="932555" y="2603186"/>
                  </a:lnTo>
                  <a:close/>
                  <a:moveTo>
                    <a:pt x="843342" y="2515030"/>
                  </a:moveTo>
                  <a:lnTo>
                    <a:pt x="760770" y="2576568"/>
                  </a:lnTo>
                  <a:lnTo>
                    <a:pt x="842328" y="2602839"/>
                  </a:lnTo>
                  <a:close/>
                  <a:moveTo>
                    <a:pt x="903738" y="2410740"/>
                  </a:moveTo>
                  <a:lnTo>
                    <a:pt x="852976" y="2427448"/>
                  </a:lnTo>
                  <a:lnTo>
                    <a:pt x="917933" y="2414890"/>
                  </a:lnTo>
                  <a:close/>
                  <a:moveTo>
                    <a:pt x="917933" y="2414890"/>
                  </a:moveTo>
                  <a:lnTo>
                    <a:pt x="852976" y="2427448"/>
                  </a:lnTo>
                  <a:lnTo>
                    <a:pt x="843342" y="2515030"/>
                  </a:lnTo>
                  <a:close/>
                  <a:moveTo>
                    <a:pt x="917933" y="2414890"/>
                  </a:moveTo>
                  <a:lnTo>
                    <a:pt x="843342" y="2515030"/>
                  </a:lnTo>
                  <a:lnTo>
                    <a:pt x="920221" y="2513122"/>
                  </a:lnTo>
                  <a:close/>
                  <a:moveTo>
                    <a:pt x="80134" y="1510255"/>
                  </a:moveTo>
                  <a:lnTo>
                    <a:pt x="84214" y="1503780"/>
                  </a:lnTo>
                  <a:lnTo>
                    <a:pt x="0" y="1467576"/>
                  </a:lnTo>
                  <a:close/>
                  <a:moveTo>
                    <a:pt x="80134" y="1510255"/>
                  </a:moveTo>
                  <a:lnTo>
                    <a:pt x="86741" y="1506374"/>
                  </a:lnTo>
                  <a:lnTo>
                    <a:pt x="84214" y="1503780"/>
                  </a:lnTo>
                  <a:close/>
                  <a:moveTo>
                    <a:pt x="929313" y="2410740"/>
                  </a:moveTo>
                  <a:lnTo>
                    <a:pt x="977725" y="2492955"/>
                  </a:lnTo>
                  <a:lnTo>
                    <a:pt x="1020152" y="2454519"/>
                  </a:lnTo>
                  <a:close/>
                  <a:moveTo>
                    <a:pt x="880183" y="2313971"/>
                  </a:moveTo>
                  <a:lnTo>
                    <a:pt x="918001" y="2391910"/>
                  </a:lnTo>
                  <a:lnTo>
                    <a:pt x="936357" y="2299819"/>
                  </a:lnTo>
                  <a:close/>
                  <a:moveTo>
                    <a:pt x="903738" y="2410740"/>
                  </a:moveTo>
                  <a:lnTo>
                    <a:pt x="918001" y="2391910"/>
                  </a:lnTo>
                  <a:lnTo>
                    <a:pt x="860658" y="2400862"/>
                  </a:lnTo>
                  <a:close/>
                  <a:moveTo>
                    <a:pt x="936357" y="2299819"/>
                  </a:moveTo>
                  <a:lnTo>
                    <a:pt x="918001" y="2391910"/>
                  </a:lnTo>
                  <a:lnTo>
                    <a:pt x="952795" y="2290088"/>
                  </a:lnTo>
                  <a:close/>
                  <a:moveTo>
                    <a:pt x="952795" y="2290088"/>
                  </a:moveTo>
                  <a:lnTo>
                    <a:pt x="929313" y="2410740"/>
                  </a:lnTo>
                  <a:lnTo>
                    <a:pt x="1035184" y="2372304"/>
                  </a:lnTo>
                  <a:close/>
                  <a:moveTo>
                    <a:pt x="41204" y="1342975"/>
                  </a:moveTo>
                  <a:lnTo>
                    <a:pt x="95900" y="1397345"/>
                  </a:lnTo>
                  <a:lnTo>
                    <a:pt x="141084" y="1385722"/>
                  </a:lnTo>
                  <a:close/>
                  <a:moveTo>
                    <a:pt x="42452" y="1341943"/>
                  </a:moveTo>
                  <a:lnTo>
                    <a:pt x="41204" y="1342975"/>
                  </a:lnTo>
                  <a:lnTo>
                    <a:pt x="141084" y="1385722"/>
                  </a:lnTo>
                  <a:close/>
                  <a:moveTo>
                    <a:pt x="606679" y="1848700"/>
                  </a:moveTo>
                  <a:lnTo>
                    <a:pt x="543649" y="1876254"/>
                  </a:lnTo>
                  <a:lnTo>
                    <a:pt x="623569" y="1758361"/>
                  </a:lnTo>
                  <a:close/>
                  <a:moveTo>
                    <a:pt x="305647" y="1448101"/>
                  </a:moveTo>
                  <a:lnTo>
                    <a:pt x="336583" y="1467938"/>
                  </a:lnTo>
                  <a:lnTo>
                    <a:pt x="319506" y="1395777"/>
                  </a:lnTo>
                  <a:close/>
                  <a:moveTo>
                    <a:pt x="184213" y="1286048"/>
                  </a:moveTo>
                  <a:lnTo>
                    <a:pt x="89650" y="1302334"/>
                  </a:lnTo>
                  <a:lnTo>
                    <a:pt x="206349" y="1368143"/>
                  </a:lnTo>
                  <a:close/>
                  <a:moveTo>
                    <a:pt x="149686" y="1254709"/>
                  </a:moveTo>
                  <a:lnTo>
                    <a:pt x="89650" y="1302334"/>
                  </a:lnTo>
                  <a:lnTo>
                    <a:pt x="184213" y="1286048"/>
                  </a:lnTo>
                  <a:close/>
                  <a:moveTo>
                    <a:pt x="1899877" y="3035367"/>
                  </a:moveTo>
                  <a:lnTo>
                    <a:pt x="1835876" y="3073803"/>
                  </a:lnTo>
                  <a:lnTo>
                    <a:pt x="1953936" y="3117582"/>
                  </a:lnTo>
                  <a:close/>
                  <a:moveTo>
                    <a:pt x="1847536" y="2953152"/>
                  </a:moveTo>
                  <a:lnTo>
                    <a:pt x="1806651" y="3054755"/>
                  </a:lnTo>
                  <a:lnTo>
                    <a:pt x="1835876" y="3073803"/>
                  </a:lnTo>
                  <a:close/>
                  <a:moveTo>
                    <a:pt x="255485" y="1062204"/>
                  </a:moveTo>
                  <a:lnTo>
                    <a:pt x="198229" y="979989"/>
                  </a:lnTo>
                  <a:lnTo>
                    <a:pt x="179968" y="1089315"/>
                  </a:lnTo>
                  <a:close/>
                  <a:moveTo>
                    <a:pt x="198229" y="979989"/>
                  </a:moveTo>
                  <a:lnTo>
                    <a:pt x="181150" y="988262"/>
                  </a:lnTo>
                  <a:lnTo>
                    <a:pt x="179968" y="1089315"/>
                  </a:lnTo>
                  <a:close/>
                  <a:moveTo>
                    <a:pt x="136106" y="936210"/>
                  </a:moveTo>
                  <a:lnTo>
                    <a:pt x="181150" y="988262"/>
                  </a:lnTo>
                  <a:lnTo>
                    <a:pt x="198229" y="979989"/>
                  </a:lnTo>
                  <a:close/>
                  <a:moveTo>
                    <a:pt x="1953936" y="3117582"/>
                  </a:moveTo>
                  <a:lnTo>
                    <a:pt x="1950162" y="3121956"/>
                  </a:lnTo>
                  <a:lnTo>
                    <a:pt x="1956163" y="3119898"/>
                  </a:lnTo>
                  <a:close/>
                  <a:moveTo>
                    <a:pt x="1953936" y="3117582"/>
                  </a:moveTo>
                  <a:lnTo>
                    <a:pt x="1956163" y="3119898"/>
                  </a:lnTo>
                  <a:lnTo>
                    <a:pt x="1957773" y="3115769"/>
                  </a:lnTo>
                  <a:close/>
                  <a:moveTo>
                    <a:pt x="1899877" y="3035367"/>
                  </a:moveTo>
                  <a:lnTo>
                    <a:pt x="1953936" y="3117582"/>
                  </a:lnTo>
                  <a:lnTo>
                    <a:pt x="1957773" y="3115769"/>
                  </a:lnTo>
                  <a:close/>
                  <a:moveTo>
                    <a:pt x="1966174" y="3008846"/>
                  </a:moveTo>
                  <a:lnTo>
                    <a:pt x="1957773" y="3115769"/>
                  </a:lnTo>
                  <a:lnTo>
                    <a:pt x="1992864" y="3117582"/>
                  </a:lnTo>
                  <a:close/>
                  <a:moveTo>
                    <a:pt x="1945681" y="2925415"/>
                  </a:moveTo>
                  <a:lnTo>
                    <a:pt x="2003902" y="3035367"/>
                  </a:lnTo>
                  <a:lnTo>
                    <a:pt x="2043622" y="2953035"/>
                  </a:lnTo>
                  <a:close/>
                  <a:moveTo>
                    <a:pt x="906944" y="1623086"/>
                  </a:moveTo>
                  <a:lnTo>
                    <a:pt x="850135" y="1608679"/>
                  </a:lnTo>
                  <a:lnTo>
                    <a:pt x="944827" y="1631400"/>
                  </a:lnTo>
                  <a:close/>
                  <a:moveTo>
                    <a:pt x="850135" y="1608679"/>
                  </a:moveTo>
                  <a:lnTo>
                    <a:pt x="867593" y="1621293"/>
                  </a:lnTo>
                  <a:lnTo>
                    <a:pt x="944827" y="1631400"/>
                  </a:lnTo>
                  <a:close/>
                  <a:moveTo>
                    <a:pt x="642911" y="1473280"/>
                  </a:moveTo>
                  <a:lnTo>
                    <a:pt x="726585" y="1448346"/>
                  </a:lnTo>
                  <a:lnTo>
                    <a:pt x="635337" y="1391065"/>
                  </a:lnTo>
                  <a:close/>
                  <a:moveTo>
                    <a:pt x="787342" y="1359452"/>
                  </a:moveTo>
                  <a:lnTo>
                    <a:pt x="726585" y="1448346"/>
                  </a:lnTo>
                  <a:lnTo>
                    <a:pt x="810379" y="1440815"/>
                  </a:lnTo>
                  <a:close/>
                  <a:moveTo>
                    <a:pt x="2117287" y="3079145"/>
                  </a:moveTo>
                  <a:lnTo>
                    <a:pt x="2070413" y="2996930"/>
                  </a:lnTo>
                  <a:lnTo>
                    <a:pt x="2090980" y="3028566"/>
                  </a:lnTo>
                  <a:close/>
                  <a:moveTo>
                    <a:pt x="2185451" y="3040708"/>
                  </a:moveTo>
                  <a:lnTo>
                    <a:pt x="2163194" y="3121436"/>
                  </a:lnTo>
                  <a:lnTo>
                    <a:pt x="2205945" y="3066072"/>
                  </a:lnTo>
                  <a:close/>
                  <a:moveTo>
                    <a:pt x="2185451" y="3040708"/>
                  </a:moveTo>
                  <a:lnTo>
                    <a:pt x="2117287" y="3079145"/>
                  </a:lnTo>
                  <a:lnTo>
                    <a:pt x="2163194" y="3121436"/>
                  </a:lnTo>
                  <a:close/>
                  <a:moveTo>
                    <a:pt x="1264322" y="1814597"/>
                  </a:moveTo>
                  <a:lnTo>
                    <a:pt x="1278083" y="1826211"/>
                  </a:lnTo>
                  <a:lnTo>
                    <a:pt x="1351923" y="1904063"/>
                  </a:lnTo>
                  <a:close/>
                  <a:moveTo>
                    <a:pt x="1156042" y="1741942"/>
                  </a:moveTo>
                  <a:lnTo>
                    <a:pt x="1142884" y="1814586"/>
                  </a:lnTo>
                  <a:lnTo>
                    <a:pt x="1264322" y="1814597"/>
                  </a:lnTo>
                  <a:close/>
                  <a:moveTo>
                    <a:pt x="1141972" y="1643052"/>
                  </a:moveTo>
                  <a:lnTo>
                    <a:pt x="1092993" y="1691505"/>
                  </a:lnTo>
                  <a:lnTo>
                    <a:pt x="1151974" y="1645157"/>
                  </a:lnTo>
                  <a:close/>
                  <a:moveTo>
                    <a:pt x="920679" y="1511827"/>
                  </a:moveTo>
                  <a:lnTo>
                    <a:pt x="862647" y="1498415"/>
                  </a:lnTo>
                  <a:lnTo>
                    <a:pt x="855460" y="1575926"/>
                  </a:lnTo>
                  <a:close/>
                  <a:moveTo>
                    <a:pt x="832582" y="1434843"/>
                  </a:moveTo>
                  <a:lnTo>
                    <a:pt x="947487" y="1426142"/>
                  </a:lnTo>
                  <a:lnTo>
                    <a:pt x="881504" y="1396407"/>
                  </a:lnTo>
                  <a:close/>
                  <a:moveTo>
                    <a:pt x="370958" y="855043"/>
                  </a:moveTo>
                  <a:lnTo>
                    <a:pt x="377485" y="859337"/>
                  </a:lnTo>
                  <a:lnTo>
                    <a:pt x="364446" y="854738"/>
                  </a:lnTo>
                  <a:close/>
                  <a:moveTo>
                    <a:pt x="2286465" y="3030324"/>
                  </a:moveTo>
                  <a:lnTo>
                    <a:pt x="2205163" y="3035829"/>
                  </a:lnTo>
                  <a:lnTo>
                    <a:pt x="2205945" y="3066072"/>
                  </a:lnTo>
                  <a:close/>
                  <a:moveTo>
                    <a:pt x="2205163" y="3035829"/>
                  </a:moveTo>
                  <a:lnTo>
                    <a:pt x="2286465" y="3030324"/>
                  </a:lnTo>
                  <a:lnTo>
                    <a:pt x="2274604" y="2939875"/>
                  </a:lnTo>
                  <a:close/>
                  <a:moveTo>
                    <a:pt x="1899843" y="2478922"/>
                  </a:moveTo>
                  <a:lnTo>
                    <a:pt x="1842678" y="2448101"/>
                  </a:lnTo>
                  <a:lnTo>
                    <a:pt x="1876999" y="2465203"/>
                  </a:lnTo>
                  <a:close/>
                  <a:moveTo>
                    <a:pt x="1953451" y="2464150"/>
                  </a:moveTo>
                  <a:lnTo>
                    <a:pt x="1876660" y="2455702"/>
                  </a:lnTo>
                  <a:lnTo>
                    <a:pt x="1899843" y="2478922"/>
                  </a:lnTo>
                  <a:close/>
                  <a:moveTo>
                    <a:pt x="1876999" y="2465203"/>
                  </a:moveTo>
                  <a:lnTo>
                    <a:pt x="1842678" y="2448101"/>
                  </a:lnTo>
                  <a:lnTo>
                    <a:pt x="1821123" y="2382988"/>
                  </a:lnTo>
                  <a:close/>
                  <a:moveTo>
                    <a:pt x="1953451" y="2464150"/>
                  </a:moveTo>
                  <a:lnTo>
                    <a:pt x="1899843" y="2478922"/>
                  </a:lnTo>
                  <a:lnTo>
                    <a:pt x="2037672" y="2500382"/>
                  </a:lnTo>
                  <a:close/>
                  <a:moveTo>
                    <a:pt x="1796042" y="2369485"/>
                  </a:moveTo>
                  <a:lnTo>
                    <a:pt x="1821123" y="2382988"/>
                  </a:lnTo>
                  <a:lnTo>
                    <a:pt x="1840584" y="2320816"/>
                  </a:lnTo>
                  <a:close/>
                  <a:moveTo>
                    <a:pt x="1812244" y="2262336"/>
                  </a:moveTo>
                  <a:lnTo>
                    <a:pt x="1796042" y="2369485"/>
                  </a:lnTo>
                  <a:lnTo>
                    <a:pt x="1840584" y="2320816"/>
                  </a:lnTo>
                  <a:close/>
                  <a:moveTo>
                    <a:pt x="1325159" y="1865229"/>
                  </a:moveTo>
                  <a:lnTo>
                    <a:pt x="1353731" y="1889697"/>
                  </a:lnTo>
                  <a:lnTo>
                    <a:pt x="1278083" y="1826211"/>
                  </a:lnTo>
                  <a:close/>
                  <a:moveTo>
                    <a:pt x="1094925" y="1630945"/>
                  </a:moveTo>
                  <a:lnTo>
                    <a:pt x="1092993" y="1691505"/>
                  </a:lnTo>
                  <a:lnTo>
                    <a:pt x="1141972" y="1643052"/>
                  </a:lnTo>
                  <a:close/>
                  <a:moveTo>
                    <a:pt x="1036672" y="1378027"/>
                  </a:moveTo>
                  <a:lnTo>
                    <a:pt x="947487" y="1426142"/>
                  </a:lnTo>
                  <a:lnTo>
                    <a:pt x="1034986" y="1474625"/>
                  </a:lnTo>
                  <a:close/>
                  <a:moveTo>
                    <a:pt x="1036672" y="1378027"/>
                  </a:moveTo>
                  <a:lnTo>
                    <a:pt x="958157" y="1381266"/>
                  </a:lnTo>
                  <a:lnTo>
                    <a:pt x="947487" y="1426142"/>
                  </a:lnTo>
                  <a:close/>
                  <a:moveTo>
                    <a:pt x="958157" y="1381266"/>
                  </a:moveTo>
                  <a:lnTo>
                    <a:pt x="1021018" y="1290662"/>
                  </a:lnTo>
                  <a:lnTo>
                    <a:pt x="952620" y="1285676"/>
                  </a:lnTo>
                  <a:close/>
                  <a:moveTo>
                    <a:pt x="893793" y="1275755"/>
                  </a:moveTo>
                  <a:lnTo>
                    <a:pt x="952620" y="1285676"/>
                  </a:lnTo>
                  <a:lnTo>
                    <a:pt x="863672" y="1197305"/>
                  </a:lnTo>
                  <a:close/>
                  <a:moveTo>
                    <a:pt x="1849440" y="2353929"/>
                  </a:moveTo>
                  <a:lnTo>
                    <a:pt x="1842678" y="2448101"/>
                  </a:lnTo>
                  <a:lnTo>
                    <a:pt x="1828234" y="2426766"/>
                  </a:lnTo>
                  <a:close/>
                  <a:moveTo>
                    <a:pt x="2378019" y="2816300"/>
                  </a:moveTo>
                  <a:lnTo>
                    <a:pt x="2285062" y="2831280"/>
                  </a:lnTo>
                  <a:lnTo>
                    <a:pt x="2283465" y="2862048"/>
                  </a:lnTo>
                  <a:close/>
                  <a:moveTo>
                    <a:pt x="2136736" y="2490906"/>
                  </a:moveTo>
                  <a:lnTo>
                    <a:pt x="2037672" y="2500382"/>
                  </a:lnTo>
                  <a:lnTo>
                    <a:pt x="2055021" y="2508981"/>
                  </a:lnTo>
                  <a:close/>
                  <a:moveTo>
                    <a:pt x="2050892" y="2400011"/>
                  </a:moveTo>
                  <a:lnTo>
                    <a:pt x="2037672" y="2500382"/>
                  </a:lnTo>
                  <a:lnTo>
                    <a:pt x="2136736" y="2490906"/>
                  </a:lnTo>
                  <a:close/>
                  <a:moveTo>
                    <a:pt x="1964802" y="2409409"/>
                  </a:moveTo>
                  <a:lnTo>
                    <a:pt x="1876660" y="2455702"/>
                  </a:lnTo>
                  <a:lnTo>
                    <a:pt x="1953451" y="2464150"/>
                  </a:lnTo>
                  <a:close/>
                  <a:moveTo>
                    <a:pt x="2050892" y="2400011"/>
                  </a:moveTo>
                  <a:lnTo>
                    <a:pt x="1953451" y="2464150"/>
                  </a:lnTo>
                  <a:lnTo>
                    <a:pt x="2037672" y="2500382"/>
                  </a:lnTo>
                  <a:close/>
                  <a:moveTo>
                    <a:pt x="2050892" y="2400011"/>
                  </a:moveTo>
                  <a:lnTo>
                    <a:pt x="1964802" y="2409409"/>
                  </a:lnTo>
                  <a:lnTo>
                    <a:pt x="1953451" y="2464150"/>
                  </a:lnTo>
                  <a:close/>
                  <a:moveTo>
                    <a:pt x="1812244" y="2262336"/>
                  </a:moveTo>
                  <a:lnTo>
                    <a:pt x="1840584" y="2320816"/>
                  </a:lnTo>
                  <a:lnTo>
                    <a:pt x="1836850" y="2252656"/>
                  </a:lnTo>
                  <a:close/>
                  <a:moveTo>
                    <a:pt x="1812244" y="2262336"/>
                  </a:moveTo>
                  <a:lnTo>
                    <a:pt x="1836850" y="2252656"/>
                  </a:lnTo>
                  <a:lnTo>
                    <a:pt x="1843391" y="2141685"/>
                  </a:lnTo>
                  <a:close/>
                  <a:moveTo>
                    <a:pt x="1836850" y="2252656"/>
                  </a:moveTo>
                  <a:lnTo>
                    <a:pt x="1840584" y="2320816"/>
                  </a:lnTo>
                  <a:lnTo>
                    <a:pt x="1852093" y="2262336"/>
                  </a:lnTo>
                  <a:close/>
                  <a:moveTo>
                    <a:pt x="1836850" y="2252656"/>
                  </a:moveTo>
                  <a:lnTo>
                    <a:pt x="1852093" y="2262336"/>
                  </a:lnTo>
                  <a:lnTo>
                    <a:pt x="1855033" y="2159639"/>
                  </a:lnTo>
                  <a:close/>
                  <a:moveTo>
                    <a:pt x="1163460" y="1335543"/>
                  </a:moveTo>
                  <a:lnTo>
                    <a:pt x="1194459" y="1361808"/>
                  </a:lnTo>
                  <a:lnTo>
                    <a:pt x="1189601" y="1440185"/>
                  </a:lnTo>
                  <a:close/>
                  <a:moveTo>
                    <a:pt x="2485476" y="2689439"/>
                  </a:moveTo>
                  <a:lnTo>
                    <a:pt x="2392486" y="2775799"/>
                  </a:lnTo>
                  <a:lnTo>
                    <a:pt x="2468722" y="2782173"/>
                  </a:lnTo>
                  <a:close/>
                  <a:moveTo>
                    <a:pt x="2468722" y="2782173"/>
                  </a:moveTo>
                  <a:lnTo>
                    <a:pt x="2546993" y="2678754"/>
                  </a:lnTo>
                  <a:lnTo>
                    <a:pt x="2485476" y="2689439"/>
                  </a:lnTo>
                  <a:close/>
                  <a:moveTo>
                    <a:pt x="2028647" y="2185463"/>
                  </a:moveTo>
                  <a:lnTo>
                    <a:pt x="2023783" y="2233252"/>
                  </a:lnTo>
                  <a:lnTo>
                    <a:pt x="2075295" y="2210645"/>
                  </a:lnTo>
                  <a:close/>
                  <a:moveTo>
                    <a:pt x="2028647" y="2185463"/>
                  </a:moveTo>
                  <a:lnTo>
                    <a:pt x="1982868" y="2143734"/>
                  </a:lnTo>
                  <a:lnTo>
                    <a:pt x="1942416" y="2207691"/>
                  </a:lnTo>
                  <a:close/>
                  <a:moveTo>
                    <a:pt x="1690356" y="1710608"/>
                  </a:moveTo>
                  <a:lnTo>
                    <a:pt x="1673029" y="1624601"/>
                  </a:lnTo>
                  <a:lnTo>
                    <a:pt x="1623200" y="1704612"/>
                  </a:lnTo>
                  <a:close/>
                  <a:moveTo>
                    <a:pt x="1209579" y="1155104"/>
                  </a:moveTo>
                  <a:lnTo>
                    <a:pt x="1239700" y="1234061"/>
                  </a:lnTo>
                  <a:lnTo>
                    <a:pt x="1190617" y="1132243"/>
                  </a:lnTo>
                  <a:close/>
                  <a:moveTo>
                    <a:pt x="2546993" y="2678754"/>
                  </a:moveTo>
                  <a:lnTo>
                    <a:pt x="2578312" y="2698052"/>
                  </a:lnTo>
                  <a:lnTo>
                    <a:pt x="2585352" y="2668833"/>
                  </a:lnTo>
                  <a:close/>
                  <a:moveTo>
                    <a:pt x="2028647" y="2185463"/>
                  </a:moveTo>
                  <a:lnTo>
                    <a:pt x="2075295" y="2210645"/>
                  </a:lnTo>
                  <a:lnTo>
                    <a:pt x="2089087" y="2168775"/>
                  </a:lnTo>
                  <a:close/>
                  <a:moveTo>
                    <a:pt x="2174692" y="2159772"/>
                  </a:moveTo>
                  <a:lnTo>
                    <a:pt x="2089087" y="2168775"/>
                  </a:lnTo>
                  <a:lnTo>
                    <a:pt x="2075295" y="2210645"/>
                  </a:lnTo>
                  <a:close/>
                  <a:moveTo>
                    <a:pt x="2174692" y="2159772"/>
                  </a:moveTo>
                  <a:lnTo>
                    <a:pt x="2081280" y="2075030"/>
                  </a:lnTo>
                  <a:lnTo>
                    <a:pt x="2089087" y="2168775"/>
                  </a:lnTo>
                  <a:close/>
                  <a:moveTo>
                    <a:pt x="2000758" y="2079901"/>
                  </a:moveTo>
                  <a:lnTo>
                    <a:pt x="2081280" y="2075030"/>
                  </a:lnTo>
                  <a:lnTo>
                    <a:pt x="2036045" y="2063898"/>
                  </a:lnTo>
                  <a:close/>
                  <a:moveTo>
                    <a:pt x="2598942" y="2558103"/>
                  </a:moveTo>
                  <a:lnTo>
                    <a:pt x="2699468" y="2636653"/>
                  </a:lnTo>
                  <a:lnTo>
                    <a:pt x="2704731" y="2532281"/>
                  </a:lnTo>
                  <a:close/>
                  <a:moveTo>
                    <a:pt x="1385862" y="1075734"/>
                  </a:moveTo>
                  <a:lnTo>
                    <a:pt x="1340381" y="957579"/>
                  </a:lnTo>
                  <a:lnTo>
                    <a:pt x="1331090" y="959578"/>
                  </a:lnTo>
                  <a:close/>
                  <a:moveTo>
                    <a:pt x="1513549" y="932426"/>
                  </a:moveTo>
                  <a:lnTo>
                    <a:pt x="1421716" y="1008562"/>
                  </a:lnTo>
                  <a:lnTo>
                    <a:pt x="1498145" y="1015660"/>
                  </a:lnTo>
                  <a:close/>
                  <a:moveTo>
                    <a:pt x="1513549" y="932426"/>
                  </a:moveTo>
                  <a:lnTo>
                    <a:pt x="1444447" y="928013"/>
                  </a:lnTo>
                  <a:lnTo>
                    <a:pt x="1421716" y="1008562"/>
                  </a:lnTo>
                  <a:close/>
                  <a:moveTo>
                    <a:pt x="1578179" y="919142"/>
                  </a:moveTo>
                  <a:lnTo>
                    <a:pt x="1513549" y="932426"/>
                  </a:lnTo>
                  <a:lnTo>
                    <a:pt x="1498145" y="1015660"/>
                  </a:lnTo>
                  <a:close/>
                  <a:moveTo>
                    <a:pt x="1133319" y="459217"/>
                  </a:moveTo>
                  <a:lnTo>
                    <a:pt x="1081201" y="440996"/>
                  </a:lnTo>
                  <a:lnTo>
                    <a:pt x="1192209" y="492589"/>
                  </a:lnTo>
                  <a:close/>
                  <a:moveTo>
                    <a:pt x="2007317" y="1234331"/>
                  </a:moveTo>
                  <a:lnTo>
                    <a:pt x="2048943" y="1251312"/>
                  </a:lnTo>
                  <a:lnTo>
                    <a:pt x="2101838" y="1291782"/>
                  </a:lnTo>
                  <a:close/>
                  <a:moveTo>
                    <a:pt x="1737186" y="1083573"/>
                  </a:moveTo>
                  <a:lnTo>
                    <a:pt x="1786323" y="1105391"/>
                  </a:lnTo>
                  <a:lnTo>
                    <a:pt x="1743678" y="1066704"/>
                  </a:lnTo>
                  <a:close/>
                  <a:moveTo>
                    <a:pt x="1786849" y="1131699"/>
                  </a:moveTo>
                  <a:lnTo>
                    <a:pt x="1851882" y="1139421"/>
                  </a:lnTo>
                  <a:lnTo>
                    <a:pt x="1737186" y="1083573"/>
                  </a:lnTo>
                  <a:close/>
                  <a:moveTo>
                    <a:pt x="1621873" y="804860"/>
                  </a:moveTo>
                  <a:lnTo>
                    <a:pt x="1534550" y="815260"/>
                  </a:lnTo>
                  <a:lnTo>
                    <a:pt x="1578179" y="919142"/>
                  </a:lnTo>
                  <a:close/>
                  <a:moveTo>
                    <a:pt x="1578179" y="919142"/>
                  </a:moveTo>
                  <a:lnTo>
                    <a:pt x="1534550" y="815260"/>
                  </a:lnTo>
                  <a:lnTo>
                    <a:pt x="1512137" y="852775"/>
                  </a:lnTo>
                  <a:close/>
                  <a:moveTo>
                    <a:pt x="1561122" y="820716"/>
                  </a:moveTo>
                  <a:lnTo>
                    <a:pt x="1633512" y="812715"/>
                  </a:lnTo>
                  <a:lnTo>
                    <a:pt x="1578179" y="919142"/>
                  </a:lnTo>
                  <a:close/>
                  <a:moveTo>
                    <a:pt x="1534550" y="815260"/>
                  </a:moveTo>
                  <a:lnTo>
                    <a:pt x="1563008" y="764312"/>
                  </a:lnTo>
                  <a:lnTo>
                    <a:pt x="1499785" y="806590"/>
                  </a:lnTo>
                  <a:close/>
                  <a:moveTo>
                    <a:pt x="1534550" y="815260"/>
                  </a:moveTo>
                  <a:lnTo>
                    <a:pt x="1621873" y="804860"/>
                  </a:lnTo>
                  <a:lnTo>
                    <a:pt x="1563008" y="764312"/>
                  </a:lnTo>
                  <a:close/>
                  <a:moveTo>
                    <a:pt x="1688820" y="811026"/>
                  </a:moveTo>
                  <a:lnTo>
                    <a:pt x="1621873" y="804860"/>
                  </a:lnTo>
                  <a:lnTo>
                    <a:pt x="1712078" y="827801"/>
                  </a:lnTo>
                  <a:close/>
                  <a:moveTo>
                    <a:pt x="1621873" y="804860"/>
                  </a:moveTo>
                  <a:lnTo>
                    <a:pt x="1633512" y="812715"/>
                  </a:lnTo>
                  <a:lnTo>
                    <a:pt x="1712078" y="827801"/>
                  </a:lnTo>
                  <a:close/>
                  <a:moveTo>
                    <a:pt x="1273953" y="505568"/>
                  </a:moveTo>
                  <a:lnTo>
                    <a:pt x="1321283" y="567182"/>
                  </a:lnTo>
                  <a:lnTo>
                    <a:pt x="1357586" y="498168"/>
                  </a:lnTo>
                  <a:close/>
                  <a:moveTo>
                    <a:pt x="1203065" y="502607"/>
                  </a:moveTo>
                  <a:lnTo>
                    <a:pt x="1321283" y="567182"/>
                  </a:lnTo>
                  <a:lnTo>
                    <a:pt x="1273953" y="505568"/>
                  </a:lnTo>
                  <a:close/>
                  <a:moveTo>
                    <a:pt x="1203065" y="502607"/>
                  </a:moveTo>
                  <a:lnTo>
                    <a:pt x="1267673" y="496076"/>
                  </a:lnTo>
                  <a:lnTo>
                    <a:pt x="1192209" y="492589"/>
                  </a:lnTo>
                  <a:close/>
                  <a:moveTo>
                    <a:pt x="2227982" y="1515895"/>
                  </a:moveTo>
                  <a:lnTo>
                    <a:pt x="2297466" y="1519997"/>
                  </a:lnTo>
                  <a:lnTo>
                    <a:pt x="2261104" y="1487229"/>
                  </a:lnTo>
                  <a:close/>
                  <a:moveTo>
                    <a:pt x="2297466" y="1519997"/>
                  </a:moveTo>
                  <a:lnTo>
                    <a:pt x="2349274" y="1538223"/>
                  </a:lnTo>
                  <a:lnTo>
                    <a:pt x="2261104" y="1487229"/>
                  </a:lnTo>
                  <a:close/>
                  <a:moveTo>
                    <a:pt x="1560709" y="431194"/>
                  </a:moveTo>
                  <a:lnTo>
                    <a:pt x="1508484" y="469631"/>
                  </a:lnTo>
                  <a:lnTo>
                    <a:pt x="1560325" y="513409"/>
                  </a:lnTo>
                  <a:close/>
                  <a:moveTo>
                    <a:pt x="1514629" y="348979"/>
                  </a:moveTo>
                  <a:lnTo>
                    <a:pt x="1508484" y="469631"/>
                  </a:lnTo>
                  <a:lnTo>
                    <a:pt x="1560709" y="431194"/>
                  </a:lnTo>
                  <a:close/>
                  <a:moveTo>
                    <a:pt x="1832308" y="783461"/>
                  </a:moveTo>
                  <a:lnTo>
                    <a:pt x="1774611" y="760055"/>
                  </a:lnTo>
                  <a:lnTo>
                    <a:pt x="1884770" y="764405"/>
                  </a:lnTo>
                  <a:close/>
                  <a:moveTo>
                    <a:pt x="1560709" y="431194"/>
                  </a:moveTo>
                  <a:lnTo>
                    <a:pt x="1559468" y="384130"/>
                  </a:lnTo>
                  <a:lnTo>
                    <a:pt x="1586374" y="310542"/>
                  </a:lnTo>
                  <a:close/>
                  <a:moveTo>
                    <a:pt x="1560709" y="431194"/>
                  </a:moveTo>
                  <a:lnTo>
                    <a:pt x="1586374" y="310542"/>
                  </a:lnTo>
                  <a:lnTo>
                    <a:pt x="1514629" y="348979"/>
                  </a:lnTo>
                  <a:close/>
                  <a:moveTo>
                    <a:pt x="1514629" y="348979"/>
                  </a:moveTo>
                  <a:lnTo>
                    <a:pt x="1586374" y="310542"/>
                  </a:lnTo>
                  <a:lnTo>
                    <a:pt x="1485853" y="324097"/>
                  </a:lnTo>
                  <a:close/>
                  <a:moveTo>
                    <a:pt x="2175109" y="847612"/>
                  </a:moveTo>
                  <a:lnTo>
                    <a:pt x="2110452" y="765397"/>
                  </a:lnTo>
                  <a:lnTo>
                    <a:pt x="2091625" y="865513"/>
                  </a:lnTo>
                  <a:close/>
                  <a:moveTo>
                    <a:pt x="1794432" y="474973"/>
                  </a:moveTo>
                  <a:lnTo>
                    <a:pt x="1761929" y="451313"/>
                  </a:lnTo>
                  <a:lnTo>
                    <a:pt x="1809256" y="482070"/>
                  </a:lnTo>
                  <a:close/>
                  <a:moveTo>
                    <a:pt x="1809256" y="482070"/>
                  </a:moveTo>
                  <a:lnTo>
                    <a:pt x="1761929" y="451313"/>
                  </a:lnTo>
                  <a:lnTo>
                    <a:pt x="1792470" y="482766"/>
                  </a:lnTo>
                  <a:close/>
                  <a:moveTo>
                    <a:pt x="1722659" y="383147"/>
                  </a:moveTo>
                  <a:lnTo>
                    <a:pt x="1794432" y="474973"/>
                  </a:lnTo>
                  <a:lnTo>
                    <a:pt x="1734742" y="392758"/>
                  </a:lnTo>
                  <a:close/>
                  <a:moveTo>
                    <a:pt x="1660750" y="268945"/>
                  </a:moveTo>
                  <a:lnTo>
                    <a:pt x="1655616" y="276967"/>
                  </a:lnTo>
                  <a:lnTo>
                    <a:pt x="1685039" y="296302"/>
                  </a:lnTo>
                  <a:close/>
                  <a:moveTo>
                    <a:pt x="1888684" y="269264"/>
                  </a:moveTo>
                  <a:lnTo>
                    <a:pt x="1949992" y="299197"/>
                  </a:lnTo>
                  <a:lnTo>
                    <a:pt x="1834778" y="252497"/>
                  </a:lnTo>
                  <a:close/>
                  <a:moveTo>
                    <a:pt x="2051121" y="277448"/>
                  </a:moveTo>
                  <a:lnTo>
                    <a:pt x="1985214" y="215685"/>
                  </a:lnTo>
                  <a:lnTo>
                    <a:pt x="1949992" y="299197"/>
                  </a:lnTo>
                  <a:close/>
                  <a:moveTo>
                    <a:pt x="1949992" y="299197"/>
                  </a:moveTo>
                  <a:lnTo>
                    <a:pt x="1985214" y="215685"/>
                  </a:lnTo>
                  <a:lnTo>
                    <a:pt x="1860277" y="242422"/>
                  </a:lnTo>
                  <a:close/>
                  <a:moveTo>
                    <a:pt x="1973655" y="0"/>
                  </a:moveTo>
                  <a:lnTo>
                    <a:pt x="2059593" y="74581"/>
                  </a:lnTo>
                  <a:lnTo>
                    <a:pt x="2073717" y="79334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099" name="Candidate_density__2098">
              <a:extLst>
                <a:ext uri="{FF2B5EF4-FFF2-40B4-BE49-F238E27FC236}">
                  <a16:creationId xmlns:a16="http://schemas.microsoft.com/office/drawing/2014/main" id="{68991B28-4F4D-87A3-EBE9-ADD279145495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508053"/>
              <a:ext cx="2657016" cy="3121956"/>
            </a:xfrm>
            <a:custGeom>
              <a:avLst/>
              <a:gdLst/>
              <a:ahLst/>
              <a:cxnLst/>
              <a:rect l="0" t="0" r="0" b="0"/>
              <a:pathLst>
                <a:path w="2657016" h="3121956">
                  <a:moveTo>
                    <a:pt x="686478" y="2652043"/>
                  </a:moveTo>
                  <a:lnTo>
                    <a:pt x="770075" y="2706622"/>
                  </a:lnTo>
                  <a:lnTo>
                    <a:pt x="799387" y="2616345"/>
                  </a:lnTo>
                  <a:close/>
                  <a:moveTo>
                    <a:pt x="770075" y="2706622"/>
                  </a:moveTo>
                  <a:lnTo>
                    <a:pt x="816157" y="2613606"/>
                  </a:lnTo>
                  <a:lnTo>
                    <a:pt x="799387" y="2616345"/>
                  </a:lnTo>
                  <a:close/>
                  <a:moveTo>
                    <a:pt x="882005" y="2631248"/>
                  </a:moveTo>
                  <a:lnTo>
                    <a:pt x="816157" y="2613606"/>
                  </a:lnTo>
                  <a:lnTo>
                    <a:pt x="770075" y="2706622"/>
                  </a:lnTo>
                  <a:close/>
                  <a:moveTo>
                    <a:pt x="660567" y="2531391"/>
                  </a:moveTo>
                  <a:lnTo>
                    <a:pt x="589504" y="2465608"/>
                  </a:lnTo>
                  <a:lnTo>
                    <a:pt x="595201" y="2487613"/>
                  </a:lnTo>
                  <a:close/>
                  <a:moveTo>
                    <a:pt x="545218" y="2423235"/>
                  </a:moveTo>
                  <a:lnTo>
                    <a:pt x="595201" y="2487613"/>
                  </a:lnTo>
                  <a:lnTo>
                    <a:pt x="589504" y="2465608"/>
                  </a:lnTo>
                  <a:close/>
                  <a:moveTo>
                    <a:pt x="800891" y="2515030"/>
                  </a:moveTo>
                  <a:lnTo>
                    <a:pt x="728834" y="2513020"/>
                  </a:lnTo>
                  <a:lnTo>
                    <a:pt x="718318" y="2576568"/>
                  </a:lnTo>
                  <a:close/>
                  <a:moveTo>
                    <a:pt x="800891" y="2515030"/>
                  </a:moveTo>
                  <a:lnTo>
                    <a:pt x="810524" y="2427448"/>
                  </a:lnTo>
                  <a:lnTo>
                    <a:pt x="739144" y="2439229"/>
                  </a:lnTo>
                  <a:close/>
                  <a:moveTo>
                    <a:pt x="492895" y="2075858"/>
                  </a:moveTo>
                  <a:lnTo>
                    <a:pt x="425709" y="2037718"/>
                  </a:lnTo>
                  <a:lnTo>
                    <a:pt x="546748" y="2081879"/>
                  </a:lnTo>
                  <a:close/>
                  <a:moveTo>
                    <a:pt x="425916" y="2040640"/>
                  </a:moveTo>
                  <a:lnTo>
                    <a:pt x="485050" y="2089566"/>
                  </a:lnTo>
                  <a:lnTo>
                    <a:pt x="546748" y="2081879"/>
                  </a:lnTo>
                  <a:close/>
                  <a:moveTo>
                    <a:pt x="896" y="1566189"/>
                  </a:moveTo>
                  <a:lnTo>
                    <a:pt x="44290" y="1506374"/>
                  </a:lnTo>
                  <a:lnTo>
                    <a:pt x="37683" y="1510255"/>
                  </a:lnTo>
                  <a:close/>
                  <a:moveTo>
                    <a:pt x="977700" y="2454519"/>
                  </a:moveTo>
                  <a:lnTo>
                    <a:pt x="935273" y="2492955"/>
                  </a:lnTo>
                  <a:lnTo>
                    <a:pt x="984871" y="2521988"/>
                  </a:lnTo>
                  <a:close/>
                  <a:moveTo>
                    <a:pt x="886861" y="2410740"/>
                  </a:moveTo>
                  <a:lnTo>
                    <a:pt x="977700" y="2454519"/>
                  </a:lnTo>
                  <a:lnTo>
                    <a:pt x="992733" y="2372304"/>
                  </a:lnTo>
                  <a:close/>
                  <a:moveTo>
                    <a:pt x="818206" y="2400862"/>
                  </a:moveTo>
                  <a:lnTo>
                    <a:pt x="810524" y="2427448"/>
                  </a:lnTo>
                  <a:lnTo>
                    <a:pt x="861287" y="2410740"/>
                  </a:lnTo>
                  <a:close/>
                  <a:moveTo>
                    <a:pt x="837732" y="2313971"/>
                  </a:moveTo>
                  <a:lnTo>
                    <a:pt x="893906" y="2299819"/>
                  </a:lnTo>
                  <a:lnTo>
                    <a:pt x="887095" y="2290088"/>
                  </a:lnTo>
                  <a:close/>
                  <a:moveTo>
                    <a:pt x="818206" y="2400862"/>
                  </a:moveTo>
                  <a:lnTo>
                    <a:pt x="875550" y="2391910"/>
                  </a:lnTo>
                  <a:lnTo>
                    <a:pt x="837732" y="2313971"/>
                  </a:lnTo>
                  <a:close/>
                  <a:moveTo>
                    <a:pt x="98633" y="1385722"/>
                  </a:moveTo>
                  <a:lnTo>
                    <a:pt x="22179" y="1322675"/>
                  </a:lnTo>
                  <a:lnTo>
                    <a:pt x="0" y="1341943"/>
                  </a:lnTo>
                  <a:close/>
                  <a:moveTo>
                    <a:pt x="27654" y="1235828"/>
                  </a:moveTo>
                  <a:lnTo>
                    <a:pt x="107235" y="1254709"/>
                  </a:lnTo>
                  <a:lnTo>
                    <a:pt x="0" y="1341943"/>
                  </a:lnTo>
                  <a:close/>
                  <a:moveTo>
                    <a:pt x="82021" y="1234524"/>
                  </a:moveTo>
                  <a:lnTo>
                    <a:pt x="92007" y="1197774"/>
                  </a:lnTo>
                  <a:lnTo>
                    <a:pt x="23711" y="1221085"/>
                  </a:lnTo>
                  <a:close/>
                  <a:moveTo>
                    <a:pt x="910344" y="2290088"/>
                  </a:moveTo>
                  <a:lnTo>
                    <a:pt x="992733" y="2372304"/>
                  </a:lnTo>
                  <a:lnTo>
                    <a:pt x="909648" y="2287021"/>
                  </a:lnTo>
                  <a:close/>
                  <a:moveTo>
                    <a:pt x="947234" y="2207873"/>
                  </a:moveTo>
                  <a:lnTo>
                    <a:pt x="910344" y="2290088"/>
                  </a:lnTo>
                  <a:lnTo>
                    <a:pt x="897183" y="2197063"/>
                  </a:lnTo>
                  <a:close/>
                  <a:moveTo>
                    <a:pt x="291376" y="1449323"/>
                  </a:moveTo>
                  <a:lnTo>
                    <a:pt x="294131" y="1467938"/>
                  </a:lnTo>
                  <a:lnTo>
                    <a:pt x="263196" y="1448101"/>
                  </a:lnTo>
                  <a:close/>
                  <a:moveTo>
                    <a:pt x="130234" y="1125497"/>
                  </a:moveTo>
                  <a:lnTo>
                    <a:pt x="23711" y="1221085"/>
                  </a:lnTo>
                  <a:lnTo>
                    <a:pt x="92007" y="1197774"/>
                  </a:lnTo>
                  <a:close/>
                  <a:moveTo>
                    <a:pt x="1911485" y="3117582"/>
                  </a:moveTo>
                  <a:lnTo>
                    <a:pt x="1852465" y="3106112"/>
                  </a:lnTo>
                  <a:lnTo>
                    <a:pt x="1907710" y="3121956"/>
                  </a:lnTo>
                  <a:close/>
                  <a:moveTo>
                    <a:pt x="130234" y="1125497"/>
                  </a:moveTo>
                  <a:lnTo>
                    <a:pt x="137516" y="1089315"/>
                  </a:lnTo>
                  <a:lnTo>
                    <a:pt x="90284" y="1182855"/>
                  </a:lnTo>
                  <a:close/>
                  <a:moveTo>
                    <a:pt x="87007" y="963877"/>
                  </a:moveTo>
                  <a:lnTo>
                    <a:pt x="141027" y="979989"/>
                  </a:lnTo>
                  <a:lnTo>
                    <a:pt x="138698" y="988262"/>
                  </a:lnTo>
                  <a:close/>
                  <a:moveTo>
                    <a:pt x="1950412" y="3117582"/>
                  </a:moveTo>
                  <a:lnTo>
                    <a:pt x="1913711" y="3119898"/>
                  </a:lnTo>
                  <a:lnTo>
                    <a:pt x="1907710" y="3121956"/>
                  </a:lnTo>
                  <a:close/>
                  <a:moveTo>
                    <a:pt x="1915321" y="3115769"/>
                  </a:moveTo>
                  <a:lnTo>
                    <a:pt x="1913711" y="3119898"/>
                  </a:lnTo>
                  <a:lnTo>
                    <a:pt x="1950412" y="3117582"/>
                  </a:lnTo>
                  <a:close/>
                  <a:moveTo>
                    <a:pt x="1923723" y="3008846"/>
                  </a:moveTo>
                  <a:lnTo>
                    <a:pt x="1961451" y="3035367"/>
                  </a:lnTo>
                  <a:lnTo>
                    <a:pt x="1903229" y="2925415"/>
                  </a:lnTo>
                  <a:close/>
                  <a:moveTo>
                    <a:pt x="1279275" y="2204591"/>
                  </a:moveTo>
                  <a:lnTo>
                    <a:pt x="1338263" y="2180932"/>
                  </a:lnTo>
                  <a:lnTo>
                    <a:pt x="1315279" y="2174779"/>
                  </a:lnTo>
                  <a:close/>
                  <a:moveTo>
                    <a:pt x="1315279" y="2174779"/>
                  </a:moveTo>
                  <a:lnTo>
                    <a:pt x="1338263" y="2180932"/>
                  </a:lnTo>
                  <a:lnTo>
                    <a:pt x="1335497" y="2136136"/>
                  </a:lnTo>
                  <a:close/>
                  <a:moveTo>
                    <a:pt x="807684" y="1608679"/>
                  </a:moveTo>
                  <a:lnTo>
                    <a:pt x="864493" y="1623086"/>
                  </a:lnTo>
                  <a:lnTo>
                    <a:pt x="813008" y="1575926"/>
                  </a:lnTo>
                  <a:close/>
                  <a:moveTo>
                    <a:pt x="864493" y="1623086"/>
                  </a:moveTo>
                  <a:lnTo>
                    <a:pt x="876823" y="1535863"/>
                  </a:lnTo>
                  <a:lnTo>
                    <a:pt x="813008" y="1575926"/>
                  </a:lnTo>
                  <a:close/>
                  <a:moveTo>
                    <a:pt x="423577" y="1234539"/>
                  </a:moveTo>
                  <a:lnTo>
                    <a:pt x="432489" y="1226634"/>
                  </a:lnTo>
                  <a:lnTo>
                    <a:pt x="390674" y="1204871"/>
                  </a:lnTo>
                  <a:close/>
                  <a:moveTo>
                    <a:pt x="155778" y="979989"/>
                  </a:moveTo>
                  <a:lnTo>
                    <a:pt x="213033" y="1062204"/>
                  </a:lnTo>
                  <a:lnTo>
                    <a:pt x="154427" y="975475"/>
                  </a:lnTo>
                  <a:close/>
                  <a:moveTo>
                    <a:pt x="2163494" y="3066072"/>
                  </a:moveTo>
                  <a:lnTo>
                    <a:pt x="2120743" y="3121436"/>
                  </a:lnTo>
                  <a:lnTo>
                    <a:pt x="2245311" y="3093318"/>
                  </a:lnTo>
                  <a:close/>
                  <a:moveTo>
                    <a:pt x="1337069" y="2081811"/>
                  </a:moveTo>
                  <a:lnTo>
                    <a:pt x="1315279" y="2174779"/>
                  </a:lnTo>
                  <a:lnTo>
                    <a:pt x="1335497" y="2136136"/>
                  </a:lnTo>
                  <a:close/>
                  <a:moveTo>
                    <a:pt x="1285576" y="2163174"/>
                  </a:moveTo>
                  <a:lnTo>
                    <a:pt x="1315279" y="2174779"/>
                  </a:lnTo>
                  <a:lnTo>
                    <a:pt x="1337069" y="2081811"/>
                  </a:lnTo>
                  <a:close/>
                  <a:moveTo>
                    <a:pt x="1277137" y="2069943"/>
                  </a:moveTo>
                  <a:lnTo>
                    <a:pt x="1285576" y="2163174"/>
                  </a:lnTo>
                  <a:lnTo>
                    <a:pt x="1337069" y="2081811"/>
                  </a:lnTo>
                  <a:close/>
                  <a:moveTo>
                    <a:pt x="1337069" y="2081811"/>
                  </a:moveTo>
                  <a:lnTo>
                    <a:pt x="1335497" y="2136136"/>
                  </a:lnTo>
                  <a:lnTo>
                    <a:pt x="1349991" y="2092564"/>
                  </a:lnTo>
                  <a:close/>
                  <a:moveTo>
                    <a:pt x="1235631" y="1826211"/>
                  </a:moveTo>
                  <a:lnTo>
                    <a:pt x="1311279" y="1889697"/>
                  </a:lnTo>
                  <a:lnTo>
                    <a:pt x="1309471" y="1904063"/>
                  </a:lnTo>
                  <a:close/>
                  <a:moveTo>
                    <a:pt x="1109523" y="1645157"/>
                  </a:moveTo>
                  <a:lnTo>
                    <a:pt x="1050541" y="1691505"/>
                  </a:lnTo>
                  <a:lnTo>
                    <a:pt x="1042869" y="1738845"/>
                  </a:lnTo>
                  <a:close/>
                  <a:moveTo>
                    <a:pt x="1109523" y="1645157"/>
                  </a:moveTo>
                  <a:lnTo>
                    <a:pt x="1042869" y="1738845"/>
                  </a:lnTo>
                  <a:lnTo>
                    <a:pt x="1113591" y="1741942"/>
                  </a:lnTo>
                  <a:close/>
                  <a:moveTo>
                    <a:pt x="878228" y="1511827"/>
                  </a:moveTo>
                  <a:lnTo>
                    <a:pt x="905036" y="1426142"/>
                  </a:lnTo>
                  <a:lnTo>
                    <a:pt x="820195" y="1498415"/>
                  </a:lnTo>
                  <a:close/>
                  <a:moveTo>
                    <a:pt x="839052" y="1396407"/>
                  </a:moveTo>
                  <a:lnTo>
                    <a:pt x="776946" y="1352628"/>
                  </a:lnTo>
                  <a:lnTo>
                    <a:pt x="790130" y="1434843"/>
                  </a:lnTo>
                  <a:close/>
                  <a:moveTo>
                    <a:pt x="2244014" y="3030324"/>
                  </a:moveTo>
                  <a:lnTo>
                    <a:pt x="2163494" y="3066072"/>
                  </a:lnTo>
                  <a:lnTo>
                    <a:pt x="2245311" y="3093318"/>
                  </a:lnTo>
                  <a:close/>
                  <a:moveTo>
                    <a:pt x="2232152" y="2939875"/>
                  </a:moveTo>
                  <a:lnTo>
                    <a:pt x="2233210" y="2958494"/>
                  </a:lnTo>
                  <a:lnTo>
                    <a:pt x="2241013" y="2862048"/>
                  </a:lnTo>
                  <a:close/>
                  <a:moveTo>
                    <a:pt x="1834209" y="2455702"/>
                  </a:moveTo>
                  <a:lnTo>
                    <a:pt x="1800227" y="2448101"/>
                  </a:lnTo>
                  <a:lnTo>
                    <a:pt x="1857391" y="2478922"/>
                  </a:lnTo>
                  <a:close/>
                  <a:moveTo>
                    <a:pt x="905036" y="1426142"/>
                  </a:moveTo>
                  <a:lnTo>
                    <a:pt x="915705" y="1381266"/>
                  </a:lnTo>
                  <a:lnTo>
                    <a:pt x="839052" y="1396407"/>
                  </a:lnTo>
                  <a:close/>
                  <a:moveTo>
                    <a:pt x="910168" y="1285676"/>
                  </a:moveTo>
                  <a:lnTo>
                    <a:pt x="851341" y="1275755"/>
                  </a:lnTo>
                  <a:lnTo>
                    <a:pt x="820476" y="1388647"/>
                  </a:lnTo>
                  <a:close/>
                  <a:moveTo>
                    <a:pt x="915705" y="1381266"/>
                  </a:moveTo>
                  <a:lnTo>
                    <a:pt x="910168" y="1285676"/>
                  </a:lnTo>
                  <a:lnTo>
                    <a:pt x="820476" y="1388647"/>
                  </a:lnTo>
                  <a:close/>
                  <a:moveTo>
                    <a:pt x="1049697" y="1357970"/>
                  </a:moveTo>
                  <a:lnTo>
                    <a:pt x="1075044" y="1473003"/>
                  </a:lnTo>
                  <a:lnTo>
                    <a:pt x="1078975" y="1440185"/>
                  </a:lnTo>
                  <a:close/>
                  <a:moveTo>
                    <a:pt x="992534" y="1474625"/>
                  </a:moveTo>
                  <a:lnTo>
                    <a:pt x="1075044" y="1473003"/>
                  </a:lnTo>
                  <a:lnTo>
                    <a:pt x="1049697" y="1357970"/>
                  </a:lnTo>
                  <a:close/>
                  <a:moveTo>
                    <a:pt x="821220" y="1197305"/>
                  </a:moveTo>
                  <a:lnTo>
                    <a:pt x="910168" y="1285676"/>
                  </a:lnTo>
                  <a:lnTo>
                    <a:pt x="850321" y="1231976"/>
                  </a:lnTo>
                  <a:close/>
                  <a:moveTo>
                    <a:pt x="2335567" y="2816300"/>
                  </a:moveTo>
                  <a:lnTo>
                    <a:pt x="2241013" y="2862048"/>
                  </a:lnTo>
                  <a:lnTo>
                    <a:pt x="2313545" y="2854573"/>
                  </a:lnTo>
                  <a:close/>
                  <a:moveTo>
                    <a:pt x="2335567" y="2816300"/>
                  </a:moveTo>
                  <a:lnTo>
                    <a:pt x="2298299" y="2797572"/>
                  </a:lnTo>
                  <a:lnTo>
                    <a:pt x="2242611" y="2831280"/>
                  </a:lnTo>
                  <a:close/>
                  <a:moveTo>
                    <a:pt x="1812581" y="2159639"/>
                  </a:moveTo>
                  <a:lnTo>
                    <a:pt x="1809641" y="2262336"/>
                  </a:lnTo>
                  <a:lnTo>
                    <a:pt x="1852418" y="2245126"/>
                  </a:lnTo>
                  <a:close/>
                  <a:moveTo>
                    <a:pt x="1812581" y="2159639"/>
                  </a:moveTo>
                  <a:lnTo>
                    <a:pt x="1852418" y="2245126"/>
                  </a:lnTo>
                  <a:lnTo>
                    <a:pt x="1899964" y="2207691"/>
                  </a:lnTo>
                  <a:close/>
                  <a:moveTo>
                    <a:pt x="1599555" y="1920485"/>
                  </a:moveTo>
                  <a:lnTo>
                    <a:pt x="1571389" y="1912405"/>
                  </a:lnTo>
                  <a:lnTo>
                    <a:pt x="1627996" y="1963363"/>
                  </a:lnTo>
                  <a:close/>
                  <a:moveTo>
                    <a:pt x="1152007" y="1361808"/>
                  </a:moveTo>
                  <a:lnTo>
                    <a:pt x="1222288" y="1345917"/>
                  </a:lnTo>
                  <a:lnTo>
                    <a:pt x="1147150" y="1440185"/>
                  </a:lnTo>
                  <a:close/>
                  <a:moveTo>
                    <a:pt x="1205017" y="1327838"/>
                  </a:moveTo>
                  <a:lnTo>
                    <a:pt x="1121008" y="1335543"/>
                  </a:lnTo>
                  <a:lnTo>
                    <a:pt x="1147150" y="1440185"/>
                  </a:lnTo>
                  <a:close/>
                  <a:moveTo>
                    <a:pt x="1986195" y="2185463"/>
                  </a:moveTo>
                  <a:lnTo>
                    <a:pt x="1963827" y="2223900"/>
                  </a:lnTo>
                  <a:lnTo>
                    <a:pt x="1981331" y="2233252"/>
                  </a:lnTo>
                  <a:close/>
                  <a:moveTo>
                    <a:pt x="1963827" y="2223900"/>
                  </a:moveTo>
                  <a:lnTo>
                    <a:pt x="1986195" y="2185463"/>
                  </a:lnTo>
                  <a:lnTo>
                    <a:pt x="1899964" y="2207691"/>
                  </a:lnTo>
                  <a:close/>
                  <a:moveTo>
                    <a:pt x="2032844" y="2210645"/>
                  </a:moveTo>
                  <a:lnTo>
                    <a:pt x="1981331" y="2233252"/>
                  </a:lnTo>
                  <a:lnTo>
                    <a:pt x="2116048" y="2243071"/>
                  </a:lnTo>
                  <a:close/>
                  <a:moveTo>
                    <a:pt x="1708291" y="1861698"/>
                  </a:moveTo>
                  <a:lnTo>
                    <a:pt x="1750795" y="1887735"/>
                  </a:lnTo>
                  <a:lnTo>
                    <a:pt x="1731815" y="1803074"/>
                  </a:lnTo>
                  <a:close/>
                  <a:moveTo>
                    <a:pt x="1603986" y="1721850"/>
                  </a:moveTo>
                  <a:lnTo>
                    <a:pt x="1650462" y="1774388"/>
                  </a:lnTo>
                  <a:lnTo>
                    <a:pt x="1580748" y="1704612"/>
                  </a:lnTo>
                  <a:close/>
                  <a:moveTo>
                    <a:pt x="1580748" y="1704612"/>
                  </a:moveTo>
                  <a:lnTo>
                    <a:pt x="1650462" y="1774388"/>
                  </a:lnTo>
                  <a:lnTo>
                    <a:pt x="1664476" y="1797227"/>
                  </a:lnTo>
                  <a:close/>
                  <a:moveTo>
                    <a:pt x="1580748" y="1704612"/>
                  </a:moveTo>
                  <a:lnTo>
                    <a:pt x="1664476" y="1797227"/>
                  </a:lnTo>
                  <a:lnTo>
                    <a:pt x="1647904" y="1710608"/>
                  </a:lnTo>
                  <a:close/>
                  <a:moveTo>
                    <a:pt x="1128296" y="1129433"/>
                  </a:moveTo>
                  <a:lnTo>
                    <a:pt x="1167128" y="1155104"/>
                  </a:lnTo>
                  <a:lnTo>
                    <a:pt x="1148166" y="1132243"/>
                  </a:lnTo>
                  <a:close/>
                  <a:moveTo>
                    <a:pt x="2132241" y="2159772"/>
                  </a:moveTo>
                  <a:lnTo>
                    <a:pt x="2032844" y="2210645"/>
                  </a:lnTo>
                  <a:lnTo>
                    <a:pt x="2116048" y="2243071"/>
                  </a:lnTo>
                  <a:close/>
                  <a:moveTo>
                    <a:pt x="2132241" y="2159772"/>
                  </a:moveTo>
                  <a:lnTo>
                    <a:pt x="2122097" y="2064812"/>
                  </a:lnTo>
                  <a:lnTo>
                    <a:pt x="2038828" y="2075030"/>
                  </a:lnTo>
                  <a:close/>
                  <a:moveTo>
                    <a:pt x="2064025" y="2048567"/>
                  </a:moveTo>
                  <a:lnTo>
                    <a:pt x="1993594" y="2063898"/>
                  </a:lnTo>
                  <a:lnTo>
                    <a:pt x="2122097" y="2064812"/>
                  </a:lnTo>
                  <a:close/>
                  <a:moveTo>
                    <a:pt x="2122097" y="2064812"/>
                  </a:moveTo>
                  <a:lnTo>
                    <a:pt x="1993594" y="2063898"/>
                  </a:lnTo>
                  <a:lnTo>
                    <a:pt x="2038828" y="2075030"/>
                  </a:lnTo>
                  <a:close/>
                  <a:moveTo>
                    <a:pt x="2556491" y="2558103"/>
                  </a:moveTo>
                  <a:lnTo>
                    <a:pt x="2633486" y="2640317"/>
                  </a:lnTo>
                  <a:lnTo>
                    <a:pt x="2657016" y="2636653"/>
                  </a:lnTo>
                  <a:close/>
                  <a:moveTo>
                    <a:pt x="1379264" y="1008562"/>
                  </a:moveTo>
                  <a:lnTo>
                    <a:pt x="1297930" y="957579"/>
                  </a:lnTo>
                  <a:lnTo>
                    <a:pt x="1343411" y="1075734"/>
                  </a:lnTo>
                  <a:close/>
                  <a:moveTo>
                    <a:pt x="2253797" y="1833832"/>
                  </a:moveTo>
                  <a:lnTo>
                    <a:pt x="2223146" y="1823509"/>
                  </a:lnTo>
                  <a:lnTo>
                    <a:pt x="2245880" y="1927792"/>
                  </a:lnTo>
                  <a:close/>
                  <a:moveTo>
                    <a:pt x="2245880" y="1927792"/>
                  </a:moveTo>
                  <a:lnTo>
                    <a:pt x="2223146" y="1823509"/>
                  </a:lnTo>
                  <a:lnTo>
                    <a:pt x="2169929" y="1828856"/>
                  </a:lnTo>
                  <a:close/>
                  <a:moveTo>
                    <a:pt x="2267457" y="1823509"/>
                  </a:moveTo>
                  <a:lnTo>
                    <a:pt x="2253797" y="1833832"/>
                  </a:lnTo>
                  <a:lnTo>
                    <a:pt x="2314401" y="1832586"/>
                  </a:lnTo>
                  <a:close/>
                  <a:moveTo>
                    <a:pt x="2155255" y="1779730"/>
                  </a:moveTo>
                  <a:lnTo>
                    <a:pt x="2169929" y="1828856"/>
                  </a:lnTo>
                  <a:lnTo>
                    <a:pt x="2223146" y="1823509"/>
                  </a:lnTo>
                  <a:close/>
                  <a:moveTo>
                    <a:pt x="2155255" y="1779730"/>
                  </a:moveTo>
                  <a:lnTo>
                    <a:pt x="2223146" y="1823509"/>
                  </a:lnTo>
                  <a:lnTo>
                    <a:pt x="2157641" y="1741294"/>
                  </a:lnTo>
                  <a:close/>
                  <a:moveTo>
                    <a:pt x="1471098" y="932426"/>
                  </a:moveTo>
                  <a:lnTo>
                    <a:pt x="1469686" y="852775"/>
                  </a:lnTo>
                  <a:lnTo>
                    <a:pt x="1407250" y="897995"/>
                  </a:lnTo>
                  <a:close/>
                  <a:moveTo>
                    <a:pt x="1455693" y="1015660"/>
                  </a:moveTo>
                  <a:lnTo>
                    <a:pt x="1559797" y="1020999"/>
                  </a:lnTo>
                  <a:lnTo>
                    <a:pt x="1535727" y="919142"/>
                  </a:lnTo>
                  <a:close/>
                  <a:moveTo>
                    <a:pt x="2223146" y="1823509"/>
                  </a:moveTo>
                  <a:lnTo>
                    <a:pt x="2253797" y="1833832"/>
                  </a:lnTo>
                  <a:lnTo>
                    <a:pt x="2255837" y="1819606"/>
                  </a:lnTo>
                  <a:close/>
                  <a:moveTo>
                    <a:pt x="2223146" y="1823509"/>
                  </a:moveTo>
                  <a:lnTo>
                    <a:pt x="2255837" y="1819606"/>
                  </a:lnTo>
                  <a:lnTo>
                    <a:pt x="2157641" y="1741294"/>
                  </a:lnTo>
                  <a:close/>
                  <a:moveTo>
                    <a:pt x="2255837" y="1819606"/>
                  </a:moveTo>
                  <a:lnTo>
                    <a:pt x="2253797" y="1833832"/>
                  </a:lnTo>
                  <a:lnTo>
                    <a:pt x="2267457" y="1823509"/>
                  </a:lnTo>
                  <a:close/>
                  <a:moveTo>
                    <a:pt x="1806746" y="1061810"/>
                  </a:moveTo>
                  <a:lnTo>
                    <a:pt x="1743872" y="1105391"/>
                  </a:lnTo>
                  <a:lnTo>
                    <a:pt x="1694734" y="1083573"/>
                  </a:lnTo>
                  <a:close/>
                  <a:moveTo>
                    <a:pt x="1809430" y="1139421"/>
                  </a:moveTo>
                  <a:lnTo>
                    <a:pt x="1806746" y="1061810"/>
                  </a:lnTo>
                  <a:lnTo>
                    <a:pt x="1694734" y="1083573"/>
                  </a:lnTo>
                  <a:close/>
                  <a:moveTo>
                    <a:pt x="1742333" y="993785"/>
                  </a:moveTo>
                  <a:lnTo>
                    <a:pt x="1694734" y="1083573"/>
                  </a:lnTo>
                  <a:lnTo>
                    <a:pt x="1701227" y="1066704"/>
                  </a:lnTo>
                  <a:close/>
                  <a:moveTo>
                    <a:pt x="1535727" y="919142"/>
                  </a:moveTo>
                  <a:lnTo>
                    <a:pt x="1545456" y="1001358"/>
                  </a:lnTo>
                  <a:lnTo>
                    <a:pt x="1518980" y="893499"/>
                  </a:lnTo>
                  <a:close/>
                  <a:moveTo>
                    <a:pt x="1315134" y="498168"/>
                  </a:moveTo>
                  <a:lnTo>
                    <a:pt x="1306462" y="590282"/>
                  </a:lnTo>
                  <a:lnTo>
                    <a:pt x="1315661" y="555557"/>
                  </a:lnTo>
                  <a:close/>
                  <a:moveTo>
                    <a:pt x="1278831" y="567182"/>
                  </a:moveTo>
                  <a:lnTo>
                    <a:pt x="1306462" y="590282"/>
                  </a:lnTo>
                  <a:lnTo>
                    <a:pt x="1315134" y="498168"/>
                  </a:lnTo>
                  <a:close/>
                  <a:moveTo>
                    <a:pt x="2255015" y="1519997"/>
                  </a:moveTo>
                  <a:lnTo>
                    <a:pt x="2283558" y="1596885"/>
                  </a:lnTo>
                  <a:lnTo>
                    <a:pt x="2306917" y="1538394"/>
                  </a:lnTo>
                  <a:close/>
                  <a:moveTo>
                    <a:pt x="2255015" y="1519997"/>
                  </a:moveTo>
                  <a:lnTo>
                    <a:pt x="2306917" y="1538394"/>
                  </a:lnTo>
                  <a:lnTo>
                    <a:pt x="2306822" y="1538223"/>
                  </a:lnTo>
                  <a:close/>
                  <a:moveTo>
                    <a:pt x="2040207" y="1273172"/>
                  </a:moveTo>
                  <a:lnTo>
                    <a:pt x="2059386" y="1291782"/>
                  </a:lnTo>
                  <a:lnTo>
                    <a:pt x="2006492" y="1251312"/>
                  </a:lnTo>
                  <a:close/>
                  <a:moveTo>
                    <a:pt x="2049174" y="865513"/>
                  </a:moveTo>
                  <a:lnTo>
                    <a:pt x="2149208" y="860635"/>
                  </a:lnTo>
                  <a:lnTo>
                    <a:pt x="2132658" y="847612"/>
                  </a:lnTo>
                  <a:close/>
                  <a:moveTo>
                    <a:pt x="1680208" y="383147"/>
                  </a:moveTo>
                  <a:lnTo>
                    <a:pt x="1719478" y="451313"/>
                  </a:lnTo>
                  <a:lnTo>
                    <a:pt x="1751980" y="474973"/>
                  </a:lnTo>
                  <a:close/>
                  <a:moveTo>
                    <a:pt x="1719478" y="451313"/>
                  </a:moveTo>
                  <a:lnTo>
                    <a:pt x="1680208" y="383147"/>
                  </a:lnTo>
                  <a:lnTo>
                    <a:pt x="1721903" y="436536"/>
                  </a:lnTo>
                  <a:close/>
                  <a:moveTo>
                    <a:pt x="1692291" y="392758"/>
                  </a:moveTo>
                  <a:lnTo>
                    <a:pt x="1656415" y="347998"/>
                  </a:lnTo>
                  <a:lnTo>
                    <a:pt x="1680208" y="383147"/>
                  </a:lnTo>
                  <a:close/>
                  <a:moveTo>
                    <a:pt x="1613164" y="276967"/>
                  </a:moveTo>
                  <a:lnTo>
                    <a:pt x="1680208" y="383147"/>
                  </a:lnTo>
                  <a:lnTo>
                    <a:pt x="1605641" y="310542"/>
                  </a:lnTo>
                  <a:close/>
                  <a:moveTo>
                    <a:pt x="1676130" y="354321"/>
                  </a:moveTo>
                  <a:lnTo>
                    <a:pt x="1680208" y="383147"/>
                  </a:lnTo>
                  <a:lnTo>
                    <a:pt x="1613164" y="276967"/>
                  </a:lnTo>
                  <a:close/>
                  <a:moveTo>
                    <a:pt x="1792326" y="252497"/>
                  </a:moveTo>
                  <a:lnTo>
                    <a:pt x="1907541" y="299197"/>
                  </a:lnTo>
                  <a:lnTo>
                    <a:pt x="1817825" y="242422"/>
                  </a:lnTo>
                  <a:close/>
                  <a:moveTo>
                    <a:pt x="2048719" y="117978"/>
                  </a:moveTo>
                  <a:lnTo>
                    <a:pt x="2098984" y="156797"/>
                  </a:lnTo>
                  <a:lnTo>
                    <a:pt x="2031265" y="79334"/>
                  </a:lnTo>
                  <a:close/>
                  <a:moveTo>
                    <a:pt x="2031265" y="79334"/>
                  </a:moveTo>
                  <a:lnTo>
                    <a:pt x="2098984" y="156797"/>
                  </a:lnTo>
                  <a:lnTo>
                    <a:pt x="2110095" y="175932"/>
                  </a:lnTo>
                  <a:close/>
                  <a:moveTo>
                    <a:pt x="2031265" y="79334"/>
                  </a:moveTo>
                  <a:lnTo>
                    <a:pt x="2110095" y="175932"/>
                  </a:lnTo>
                  <a:lnTo>
                    <a:pt x="2066820" y="111021"/>
                  </a:lnTo>
                  <a:close/>
                  <a:moveTo>
                    <a:pt x="1931203" y="0"/>
                  </a:moveTo>
                  <a:lnTo>
                    <a:pt x="2031265" y="79334"/>
                  </a:lnTo>
                  <a:lnTo>
                    <a:pt x="1981858" y="19410"/>
                  </a:lnTo>
                  <a:close/>
                  <a:moveTo>
                    <a:pt x="2048719" y="117978"/>
                  </a:moveTo>
                  <a:lnTo>
                    <a:pt x="2031265" y="79334"/>
                  </a:lnTo>
                  <a:lnTo>
                    <a:pt x="2017142" y="7458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00" name="Candidate_density__2099">
              <a:extLst>
                <a:ext uri="{FF2B5EF4-FFF2-40B4-BE49-F238E27FC236}">
                  <a16:creationId xmlns:a16="http://schemas.microsoft.com/office/drawing/2014/main" id="{E2994BE2-4929-8576-7038-C77DFCEC03E5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527463"/>
              <a:ext cx="2670529" cy="3102546"/>
            </a:xfrm>
            <a:custGeom>
              <a:avLst/>
              <a:gdLst/>
              <a:ahLst/>
              <a:cxnLst/>
              <a:rect l="0" t="0" r="0" b="0"/>
              <a:pathLst>
                <a:path w="2670529" h="3102546">
                  <a:moveTo>
                    <a:pt x="522660" y="2385988"/>
                  </a:moveTo>
                  <a:lnTo>
                    <a:pt x="589504" y="2446198"/>
                  </a:lnTo>
                  <a:lnTo>
                    <a:pt x="506349" y="2353117"/>
                  </a:lnTo>
                  <a:close/>
                  <a:moveTo>
                    <a:pt x="506349" y="2353117"/>
                  </a:moveTo>
                  <a:lnTo>
                    <a:pt x="500623" y="2347551"/>
                  </a:lnTo>
                  <a:lnTo>
                    <a:pt x="450104" y="2326867"/>
                  </a:lnTo>
                  <a:close/>
                  <a:moveTo>
                    <a:pt x="135313" y="1555482"/>
                  </a:moveTo>
                  <a:lnTo>
                    <a:pt x="44290" y="1486964"/>
                  </a:lnTo>
                  <a:lnTo>
                    <a:pt x="896" y="1546779"/>
                  </a:lnTo>
                  <a:close/>
                  <a:moveTo>
                    <a:pt x="977700" y="2435109"/>
                  </a:moveTo>
                  <a:lnTo>
                    <a:pt x="984871" y="2502578"/>
                  </a:lnTo>
                  <a:lnTo>
                    <a:pt x="1036225" y="2479378"/>
                  </a:lnTo>
                  <a:close/>
                  <a:moveTo>
                    <a:pt x="818206" y="2381452"/>
                  </a:moveTo>
                  <a:lnTo>
                    <a:pt x="739144" y="2419819"/>
                  </a:lnTo>
                  <a:lnTo>
                    <a:pt x="810524" y="2408038"/>
                  </a:lnTo>
                  <a:close/>
                  <a:moveTo>
                    <a:pt x="546748" y="2062469"/>
                  </a:moveTo>
                  <a:lnTo>
                    <a:pt x="496638" y="2070445"/>
                  </a:lnTo>
                  <a:lnTo>
                    <a:pt x="510376" y="2049567"/>
                  </a:lnTo>
                  <a:close/>
                  <a:moveTo>
                    <a:pt x="492895" y="2056448"/>
                  </a:moveTo>
                  <a:lnTo>
                    <a:pt x="546748" y="2062469"/>
                  </a:lnTo>
                  <a:lnTo>
                    <a:pt x="510376" y="2049567"/>
                  </a:lnTo>
                  <a:close/>
                  <a:moveTo>
                    <a:pt x="164769" y="1569179"/>
                  </a:moveTo>
                  <a:lnTo>
                    <a:pt x="223912" y="1608081"/>
                  </a:lnTo>
                  <a:lnTo>
                    <a:pt x="161732" y="1550679"/>
                  </a:lnTo>
                  <a:close/>
                  <a:moveTo>
                    <a:pt x="135313" y="1555482"/>
                  </a:moveTo>
                  <a:lnTo>
                    <a:pt x="164769" y="1569179"/>
                  </a:lnTo>
                  <a:lnTo>
                    <a:pt x="161732" y="1550679"/>
                  </a:lnTo>
                  <a:close/>
                  <a:moveTo>
                    <a:pt x="46378" y="1286424"/>
                  </a:moveTo>
                  <a:lnTo>
                    <a:pt x="22179" y="1303265"/>
                  </a:lnTo>
                  <a:lnTo>
                    <a:pt x="98633" y="1366312"/>
                  </a:lnTo>
                  <a:close/>
                  <a:moveTo>
                    <a:pt x="82021" y="1215114"/>
                  </a:moveTo>
                  <a:lnTo>
                    <a:pt x="21642" y="1203608"/>
                  </a:lnTo>
                  <a:lnTo>
                    <a:pt x="0" y="1322533"/>
                  </a:lnTo>
                  <a:close/>
                  <a:moveTo>
                    <a:pt x="277055" y="1376367"/>
                  </a:moveTo>
                  <a:lnTo>
                    <a:pt x="294131" y="1448528"/>
                  </a:lnTo>
                  <a:lnTo>
                    <a:pt x="311934" y="1443323"/>
                  </a:lnTo>
                  <a:close/>
                  <a:moveTo>
                    <a:pt x="277055" y="1376367"/>
                  </a:moveTo>
                  <a:lnTo>
                    <a:pt x="311934" y="1443323"/>
                  </a:lnTo>
                  <a:lnTo>
                    <a:pt x="350098" y="1370807"/>
                  </a:lnTo>
                  <a:close/>
                  <a:moveTo>
                    <a:pt x="47198" y="1282924"/>
                  </a:moveTo>
                  <a:lnTo>
                    <a:pt x="46378" y="1286424"/>
                  </a:lnTo>
                  <a:lnTo>
                    <a:pt x="163898" y="1348733"/>
                  </a:lnTo>
                  <a:close/>
                  <a:moveTo>
                    <a:pt x="27654" y="1216418"/>
                  </a:moveTo>
                  <a:lnTo>
                    <a:pt x="47198" y="1282924"/>
                  </a:lnTo>
                  <a:lnTo>
                    <a:pt x="107235" y="1235299"/>
                  </a:lnTo>
                  <a:close/>
                  <a:moveTo>
                    <a:pt x="1793424" y="3054393"/>
                  </a:moveTo>
                  <a:lnTo>
                    <a:pt x="1852465" y="3086702"/>
                  </a:lnTo>
                  <a:lnTo>
                    <a:pt x="1911485" y="3098171"/>
                  </a:lnTo>
                  <a:close/>
                  <a:moveTo>
                    <a:pt x="1950412" y="3098171"/>
                  </a:moveTo>
                  <a:lnTo>
                    <a:pt x="1907710" y="3102546"/>
                  </a:lnTo>
                  <a:lnTo>
                    <a:pt x="1866619" y="3054393"/>
                  </a:lnTo>
                  <a:close/>
                  <a:moveTo>
                    <a:pt x="137516" y="1069905"/>
                  </a:moveTo>
                  <a:lnTo>
                    <a:pt x="138698" y="968852"/>
                  </a:lnTo>
                  <a:lnTo>
                    <a:pt x="145388" y="1042794"/>
                  </a:lnTo>
                  <a:close/>
                  <a:moveTo>
                    <a:pt x="1923723" y="2989436"/>
                  </a:moveTo>
                  <a:lnTo>
                    <a:pt x="1950412" y="3098171"/>
                  </a:lnTo>
                  <a:lnTo>
                    <a:pt x="1961451" y="3015957"/>
                  </a:lnTo>
                  <a:close/>
                  <a:moveTo>
                    <a:pt x="1279275" y="2185180"/>
                  </a:moveTo>
                  <a:lnTo>
                    <a:pt x="1317710" y="2265426"/>
                  </a:lnTo>
                  <a:lnTo>
                    <a:pt x="1338263" y="2161522"/>
                  </a:lnTo>
                  <a:close/>
                  <a:moveTo>
                    <a:pt x="1264533" y="2260964"/>
                  </a:moveTo>
                  <a:lnTo>
                    <a:pt x="1317710" y="2265426"/>
                  </a:lnTo>
                  <a:lnTo>
                    <a:pt x="1279275" y="2185180"/>
                  </a:lnTo>
                  <a:close/>
                  <a:moveTo>
                    <a:pt x="592886" y="1371655"/>
                  </a:moveTo>
                  <a:lnTo>
                    <a:pt x="684134" y="1428936"/>
                  </a:lnTo>
                  <a:lnTo>
                    <a:pt x="622664" y="1402167"/>
                  </a:lnTo>
                  <a:close/>
                  <a:moveTo>
                    <a:pt x="744890" y="1340042"/>
                  </a:moveTo>
                  <a:lnTo>
                    <a:pt x="690962" y="1378866"/>
                  </a:lnTo>
                  <a:lnTo>
                    <a:pt x="684134" y="1428936"/>
                  </a:lnTo>
                  <a:close/>
                  <a:moveTo>
                    <a:pt x="390674" y="1185461"/>
                  </a:moveTo>
                  <a:lnTo>
                    <a:pt x="432489" y="1207224"/>
                  </a:lnTo>
                  <a:lnTo>
                    <a:pt x="390224" y="1090429"/>
                  </a:lnTo>
                  <a:close/>
                  <a:moveTo>
                    <a:pt x="390224" y="1090429"/>
                  </a:moveTo>
                  <a:lnTo>
                    <a:pt x="436917" y="1201549"/>
                  </a:lnTo>
                  <a:lnTo>
                    <a:pt x="483068" y="1158898"/>
                  </a:lnTo>
                  <a:close/>
                  <a:moveTo>
                    <a:pt x="2074836" y="3059735"/>
                  </a:moveTo>
                  <a:lnTo>
                    <a:pt x="2098620" y="3068525"/>
                  </a:lnTo>
                  <a:lnTo>
                    <a:pt x="2120743" y="3102026"/>
                  </a:lnTo>
                  <a:close/>
                  <a:moveTo>
                    <a:pt x="1318731" y="1977217"/>
                  </a:moveTo>
                  <a:lnTo>
                    <a:pt x="1277137" y="2050533"/>
                  </a:lnTo>
                  <a:lnTo>
                    <a:pt x="1337069" y="2062401"/>
                  </a:lnTo>
                  <a:close/>
                  <a:moveTo>
                    <a:pt x="1318731" y="1977217"/>
                  </a:moveTo>
                  <a:lnTo>
                    <a:pt x="1337069" y="2062401"/>
                  </a:lnTo>
                  <a:lnTo>
                    <a:pt x="1349991" y="2073154"/>
                  </a:lnTo>
                  <a:close/>
                  <a:moveTo>
                    <a:pt x="1113591" y="1722532"/>
                  </a:moveTo>
                  <a:lnTo>
                    <a:pt x="1022131" y="1781076"/>
                  </a:lnTo>
                  <a:lnTo>
                    <a:pt x="1100433" y="1795175"/>
                  </a:lnTo>
                  <a:close/>
                  <a:moveTo>
                    <a:pt x="878228" y="1492417"/>
                  </a:moveTo>
                  <a:lnTo>
                    <a:pt x="813008" y="1556516"/>
                  </a:lnTo>
                  <a:lnTo>
                    <a:pt x="876823" y="1516453"/>
                  </a:lnTo>
                  <a:close/>
                  <a:moveTo>
                    <a:pt x="878228" y="1492417"/>
                  </a:moveTo>
                  <a:lnTo>
                    <a:pt x="886567" y="1497648"/>
                  </a:lnTo>
                  <a:lnTo>
                    <a:pt x="905036" y="1406732"/>
                  </a:lnTo>
                  <a:close/>
                  <a:moveTo>
                    <a:pt x="740101" y="1347386"/>
                  </a:moveTo>
                  <a:lnTo>
                    <a:pt x="690962" y="1378866"/>
                  </a:lnTo>
                  <a:lnTo>
                    <a:pt x="820476" y="1369237"/>
                  </a:lnTo>
                  <a:close/>
                  <a:moveTo>
                    <a:pt x="2244014" y="3010914"/>
                  </a:moveTo>
                  <a:lnTo>
                    <a:pt x="2245311" y="3073908"/>
                  </a:lnTo>
                  <a:lnTo>
                    <a:pt x="2251037" y="3021298"/>
                  </a:lnTo>
                  <a:close/>
                  <a:moveTo>
                    <a:pt x="2232152" y="2920465"/>
                  </a:moveTo>
                  <a:lnTo>
                    <a:pt x="2251037" y="3021298"/>
                  </a:lnTo>
                  <a:lnTo>
                    <a:pt x="2233210" y="2939084"/>
                  </a:lnTo>
                  <a:close/>
                  <a:moveTo>
                    <a:pt x="2232152" y="2920465"/>
                  </a:moveTo>
                  <a:lnTo>
                    <a:pt x="2244014" y="3010914"/>
                  </a:lnTo>
                  <a:lnTo>
                    <a:pt x="2251037" y="3021298"/>
                  </a:lnTo>
                  <a:close/>
                  <a:moveTo>
                    <a:pt x="1835724" y="2260240"/>
                  </a:moveTo>
                  <a:lnTo>
                    <a:pt x="1809641" y="2242926"/>
                  </a:lnTo>
                  <a:lnTo>
                    <a:pt x="1798132" y="2301406"/>
                  </a:lnTo>
                  <a:close/>
                  <a:moveTo>
                    <a:pt x="1282707" y="1845819"/>
                  </a:moveTo>
                  <a:lnTo>
                    <a:pt x="1318096" y="1952502"/>
                  </a:lnTo>
                  <a:lnTo>
                    <a:pt x="1311279" y="1870287"/>
                  </a:lnTo>
                  <a:close/>
                  <a:moveTo>
                    <a:pt x="820476" y="1369237"/>
                  </a:moveTo>
                  <a:lnTo>
                    <a:pt x="839052" y="1376997"/>
                  </a:lnTo>
                  <a:lnTo>
                    <a:pt x="915705" y="1361856"/>
                  </a:lnTo>
                  <a:close/>
                  <a:moveTo>
                    <a:pt x="850321" y="1212566"/>
                  </a:moveTo>
                  <a:lnTo>
                    <a:pt x="823366" y="1164838"/>
                  </a:lnTo>
                  <a:lnTo>
                    <a:pt x="821220" y="1177895"/>
                  </a:lnTo>
                  <a:close/>
                  <a:moveTo>
                    <a:pt x="809323" y="1174130"/>
                  </a:moveTo>
                  <a:lnTo>
                    <a:pt x="821220" y="1177895"/>
                  </a:lnTo>
                  <a:lnTo>
                    <a:pt x="823366" y="1164838"/>
                  </a:lnTo>
                  <a:close/>
                  <a:moveTo>
                    <a:pt x="1963827" y="2204490"/>
                  </a:moveTo>
                  <a:lnTo>
                    <a:pt x="1899964" y="2188281"/>
                  </a:lnTo>
                  <a:lnTo>
                    <a:pt x="1972575" y="2209575"/>
                  </a:lnTo>
                  <a:close/>
                  <a:moveTo>
                    <a:pt x="1682726" y="1933380"/>
                  </a:moveTo>
                  <a:lnTo>
                    <a:pt x="1599555" y="1901075"/>
                  </a:lnTo>
                  <a:lnTo>
                    <a:pt x="1627996" y="1943953"/>
                  </a:lnTo>
                  <a:close/>
                  <a:moveTo>
                    <a:pt x="799753" y="895070"/>
                  </a:moveTo>
                  <a:lnTo>
                    <a:pt x="869538" y="898929"/>
                  </a:lnTo>
                  <a:lnTo>
                    <a:pt x="805939" y="884479"/>
                  </a:lnTo>
                  <a:close/>
                  <a:moveTo>
                    <a:pt x="869538" y="898929"/>
                  </a:moveTo>
                  <a:lnTo>
                    <a:pt x="874582" y="862470"/>
                  </a:lnTo>
                  <a:lnTo>
                    <a:pt x="805939" y="884479"/>
                  </a:lnTo>
                  <a:close/>
                  <a:moveTo>
                    <a:pt x="1558639" y="1875629"/>
                  </a:moveTo>
                  <a:lnTo>
                    <a:pt x="1571389" y="1892995"/>
                  </a:lnTo>
                  <a:lnTo>
                    <a:pt x="1599555" y="1901075"/>
                  </a:lnTo>
                  <a:close/>
                  <a:moveTo>
                    <a:pt x="1558639" y="1875629"/>
                  </a:moveTo>
                  <a:lnTo>
                    <a:pt x="1529130" y="1827258"/>
                  </a:lnTo>
                  <a:lnTo>
                    <a:pt x="1571389" y="1892995"/>
                  </a:lnTo>
                  <a:close/>
                  <a:moveTo>
                    <a:pt x="1558639" y="1875629"/>
                  </a:moveTo>
                  <a:lnTo>
                    <a:pt x="1518106" y="1793414"/>
                  </a:lnTo>
                  <a:lnTo>
                    <a:pt x="1529130" y="1827258"/>
                  </a:lnTo>
                  <a:close/>
                  <a:moveTo>
                    <a:pt x="1750795" y="1868325"/>
                  </a:moveTo>
                  <a:lnTo>
                    <a:pt x="1682726" y="1933380"/>
                  </a:lnTo>
                  <a:lnTo>
                    <a:pt x="1747666" y="1897522"/>
                  </a:lnTo>
                  <a:close/>
                  <a:moveTo>
                    <a:pt x="1708291" y="1842288"/>
                  </a:moveTo>
                  <a:lnTo>
                    <a:pt x="1731815" y="1783664"/>
                  </a:lnTo>
                  <a:lnTo>
                    <a:pt x="1664476" y="1777817"/>
                  </a:lnTo>
                  <a:close/>
                  <a:moveTo>
                    <a:pt x="1148166" y="1112833"/>
                  </a:moveTo>
                  <a:lnTo>
                    <a:pt x="1197248" y="1214651"/>
                  </a:lnTo>
                  <a:lnTo>
                    <a:pt x="1220558" y="1104839"/>
                  </a:lnTo>
                  <a:close/>
                  <a:moveTo>
                    <a:pt x="2633486" y="2620907"/>
                  </a:moveTo>
                  <a:lnTo>
                    <a:pt x="2638505" y="2632292"/>
                  </a:lnTo>
                  <a:lnTo>
                    <a:pt x="2655266" y="2631221"/>
                  </a:lnTo>
                  <a:close/>
                  <a:moveTo>
                    <a:pt x="2126431" y="2047281"/>
                  </a:moveTo>
                  <a:lnTo>
                    <a:pt x="2122097" y="2045402"/>
                  </a:lnTo>
                  <a:lnTo>
                    <a:pt x="2132241" y="2140362"/>
                  </a:lnTo>
                  <a:close/>
                  <a:moveTo>
                    <a:pt x="2132241" y="2140362"/>
                  </a:moveTo>
                  <a:lnTo>
                    <a:pt x="2116048" y="2223661"/>
                  </a:lnTo>
                  <a:lnTo>
                    <a:pt x="2167120" y="2166053"/>
                  </a:lnTo>
                  <a:close/>
                  <a:moveTo>
                    <a:pt x="2167120" y="2166053"/>
                  </a:moveTo>
                  <a:lnTo>
                    <a:pt x="2126431" y="2047281"/>
                  </a:lnTo>
                  <a:lnTo>
                    <a:pt x="2132241" y="2140362"/>
                  </a:lnTo>
                  <a:close/>
                  <a:moveTo>
                    <a:pt x="1971875" y="2026738"/>
                  </a:moveTo>
                  <a:lnTo>
                    <a:pt x="2008458" y="1980218"/>
                  </a:lnTo>
                  <a:lnTo>
                    <a:pt x="2044918" y="2021176"/>
                  </a:lnTo>
                  <a:close/>
                  <a:moveTo>
                    <a:pt x="2633486" y="2620907"/>
                  </a:moveTo>
                  <a:lnTo>
                    <a:pt x="2655266" y="2631221"/>
                  </a:lnTo>
                  <a:lnTo>
                    <a:pt x="2657016" y="2617243"/>
                  </a:lnTo>
                  <a:close/>
                  <a:moveTo>
                    <a:pt x="2657016" y="2617243"/>
                  </a:moveTo>
                  <a:lnTo>
                    <a:pt x="2655266" y="2631221"/>
                  </a:lnTo>
                  <a:lnTo>
                    <a:pt x="2670529" y="2620907"/>
                  </a:lnTo>
                  <a:close/>
                  <a:moveTo>
                    <a:pt x="2145738" y="2006965"/>
                  </a:moveTo>
                  <a:lnTo>
                    <a:pt x="2122097" y="2045402"/>
                  </a:lnTo>
                  <a:lnTo>
                    <a:pt x="2126431" y="2047281"/>
                  </a:lnTo>
                  <a:close/>
                  <a:moveTo>
                    <a:pt x="2122097" y="2045402"/>
                  </a:moveTo>
                  <a:lnTo>
                    <a:pt x="2145738" y="2006965"/>
                  </a:lnTo>
                  <a:lnTo>
                    <a:pt x="2044918" y="2021176"/>
                  </a:lnTo>
                  <a:close/>
                  <a:moveTo>
                    <a:pt x="2128683" y="2045402"/>
                  </a:moveTo>
                  <a:lnTo>
                    <a:pt x="2178803" y="2027890"/>
                  </a:lnTo>
                  <a:lnTo>
                    <a:pt x="2126431" y="2047281"/>
                  </a:lnTo>
                  <a:close/>
                  <a:moveTo>
                    <a:pt x="2128683" y="2045402"/>
                  </a:moveTo>
                  <a:lnTo>
                    <a:pt x="2225451" y="2006965"/>
                  </a:lnTo>
                  <a:lnTo>
                    <a:pt x="2178803" y="2027890"/>
                  </a:lnTo>
                  <a:close/>
                  <a:moveTo>
                    <a:pt x="1343411" y="1056324"/>
                  </a:moveTo>
                  <a:lnTo>
                    <a:pt x="1332412" y="1104765"/>
                  </a:lnTo>
                  <a:lnTo>
                    <a:pt x="1341811" y="1064322"/>
                  </a:lnTo>
                  <a:close/>
                  <a:moveTo>
                    <a:pt x="1343411" y="1056324"/>
                  </a:moveTo>
                  <a:lnTo>
                    <a:pt x="1347726" y="1058820"/>
                  </a:lnTo>
                  <a:lnTo>
                    <a:pt x="1379264" y="989152"/>
                  </a:lnTo>
                  <a:close/>
                  <a:moveTo>
                    <a:pt x="1379264" y="989152"/>
                  </a:moveTo>
                  <a:lnTo>
                    <a:pt x="1347726" y="1058820"/>
                  </a:lnTo>
                  <a:lnTo>
                    <a:pt x="1410656" y="1043065"/>
                  </a:lnTo>
                  <a:close/>
                  <a:moveTo>
                    <a:pt x="1379264" y="989152"/>
                  </a:moveTo>
                  <a:lnTo>
                    <a:pt x="1410656" y="1043065"/>
                  </a:lnTo>
                  <a:lnTo>
                    <a:pt x="1455693" y="996250"/>
                  </a:lnTo>
                  <a:close/>
                  <a:moveTo>
                    <a:pt x="2189089" y="1994053"/>
                  </a:moveTo>
                  <a:lnTo>
                    <a:pt x="2225451" y="2006965"/>
                  </a:lnTo>
                  <a:lnTo>
                    <a:pt x="2245880" y="1908382"/>
                  </a:lnTo>
                  <a:close/>
                  <a:moveTo>
                    <a:pt x="2314401" y="1813176"/>
                  </a:moveTo>
                  <a:lnTo>
                    <a:pt x="2253797" y="1814422"/>
                  </a:lnTo>
                  <a:lnTo>
                    <a:pt x="2245880" y="1908382"/>
                  </a:lnTo>
                  <a:close/>
                  <a:moveTo>
                    <a:pt x="2314401" y="1813176"/>
                  </a:moveTo>
                  <a:lnTo>
                    <a:pt x="2245880" y="1908382"/>
                  </a:lnTo>
                  <a:lnTo>
                    <a:pt x="2308397" y="1918149"/>
                  </a:lnTo>
                  <a:close/>
                  <a:moveTo>
                    <a:pt x="2267457" y="1804099"/>
                  </a:moveTo>
                  <a:lnTo>
                    <a:pt x="2314401" y="1813176"/>
                  </a:lnTo>
                  <a:lnTo>
                    <a:pt x="2305983" y="1730879"/>
                  </a:lnTo>
                  <a:close/>
                  <a:moveTo>
                    <a:pt x="2153841" y="1719357"/>
                  </a:moveTo>
                  <a:lnTo>
                    <a:pt x="2090087" y="1674170"/>
                  </a:lnTo>
                  <a:lnTo>
                    <a:pt x="2157641" y="1721884"/>
                  </a:lnTo>
                  <a:close/>
                  <a:moveTo>
                    <a:pt x="1535727" y="899732"/>
                  </a:moveTo>
                  <a:lnTo>
                    <a:pt x="1559797" y="1001589"/>
                  </a:lnTo>
                  <a:lnTo>
                    <a:pt x="1545456" y="981948"/>
                  </a:lnTo>
                  <a:close/>
                  <a:moveTo>
                    <a:pt x="2255837" y="1800195"/>
                  </a:moveTo>
                  <a:lnTo>
                    <a:pt x="2305983" y="1730879"/>
                  </a:lnTo>
                  <a:lnTo>
                    <a:pt x="2278164" y="1690323"/>
                  </a:lnTo>
                  <a:close/>
                  <a:moveTo>
                    <a:pt x="2267457" y="1804099"/>
                  </a:moveTo>
                  <a:lnTo>
                    <a:pt x="2305983" y="1730879"/>
                  </a:lnTo>
                  <a:lnTo>
                    <a:pt x="2255837" y="1800195"/>
                  </a:lnTo>
                  <a:close/>
                  <a:moveTo>
                    <a:pt x="2153841" y="1719357"/>
                  </a:moveTo>
                  <a:lnTo>
                    <a:pt x="2157641" y="1721884"/>
                  </a:lnTo>
                  <a:lnTo>
                    <a:pt x="2160858" y="1716728"/>
                  </a:lnTo>
                  <a:close/>
                  <a:moveTo>
                    <a:pt x="1503874" y="779081"/>
                  </a:moveTo>
                  <a:lnTo>
                    <a:pt x="1469686" y="833365"/>
                  </a:lnTo>
                  <a:lnTo>
                    <a:pt x="1492099" y="795850"/>
                  </a:lnTo>
                  <a:close/>
                  <a:moveTo>
                    <a:pt x="1492099" y="795850"/>
                  </a:moveTo>
                  <a:lnTo>
                    <a:pt x="1457333" y="787180"/>
                  </a:lnTo>
                  <a:lnTo>
                    <a:pt x="1503874" y="779081"/>
                  </a:lnTo>
                  <a:close/>
                  <a:moveTo>
                    <a:pt x="2283558" y="1577475"/>
                  </a:moveTo>
                  <a:lnTo>
                    <a:pt x="2284554" y="1683447"/>
                  </a:lnTo>
                  <a:lnTo>
                    <a:pt x="2321014" y="1601232"/>
                  </a:lnTo>
                  <a:close/>
                  <a:moveTo>
                    <a:pt x="2283558" y="1577475"/>
                  </a:moveTo>
                  <a:lnTo>
                    <a:pt x="2321014" y="1601232"/>
                  </a:lnTo>
                  <a:lnTo>
                    <a:pt x="2306917" y="1518984"/>
                  </a:lnTo>
                  <a:close/>
                  <a:moveTo>
                    <a:pt x="2040207" y="1253762"/>
                  </a:moveTo>
                  <a:lnTo>
                    <a:pt x="2070095" y="1354587"/>
                  </a:lnTo>
                  <a:lnTo>
                    <a:pt x="2059386" y="1272372"/>
                  </a:lnTo>
                  <a:close/>
                  <a:moveTo>
                    <a:pt x="1551332" y="644764"/>
                  </a:moveTo>
                  <a:lnTo>
                    <a:pt x="1630870" y="663488"/>
                  </a:lnTo>
                  <a:lnTo>
                    <a:pt x="1684804" y="649936"/>
                  </a:lnTo>
                  <a:close/>
                  <a:moveTo>
                    <a:pt x="2049174" y="846103"/>
                  </a:moveTo>
                  <a:lnTo>
                    <a:pt x="2047930" y="948854"/>
                  </a:lnTo>
                  <a:lnTo>
                    <a:pt x="2149208" y="841225"/>
                  </a:lnTo>
                  <a:close/>
                  <a:moveTo>
                    <a:pt x="1605641" y="291132"/>
                  </a:moveTo>
                  <a:lnTo>
                    <a:pt x="1680208" y="363737"/>
                  </a:lnTo>
                  <a:lnTo>
                    <a:pt x="1656415" y="328588"/>
                  </a:lnTo>
                  <a:close/>
                  <a:moveTo>
                    <a:pt x="1642588" y="276892"/>
                  </a:moveTo>
                  <a:lnTo>
                    <a:pt x="1671156" y="252696"/>
                  </a:lnTo>
                  <a:lnTo>
                    <a:pt x="1618299" y="249535"/>
                  </a:lnTo>
                  <a:close/>
                  <a:moveTo>
                    <a:pt x="1613164" y="257557"/>
                  </a:moveTo>
                  <a:lnTo>
                    <a:pt x="1605641" y="291132"/>
                  </a:lnTo>
                  <a:lnTo>
                    <a:pt x="1642588" y="276892"/>
                  </a:lnTo>
                  <a:close/>
                  <a:moveTo>
                    <a:pt x="2225151" y="846509"/>
                  </a:moveTo>
                  <a:lnTo>
                    <a:pt x="2196012" y="801016"/>
                  </a:lnTo>
                  <a:lnTo>
                    <a:pt x="2149208" y="841225"/>
                  </a:lnTo>
                  <a:close/>
                  <a:moveTo>
                    <a:pt x="1784850" y="214260"/>
                  </a:moveTo>
                  <a:lnTo>
                    <a:pt x="1792326" y="233087"/>
                  </a:lnTo>
                  <a:lnTo>
                    <a:pt x="1817825" y="223012"/>
                  </a:lnTo>
                  <a:close/>
                  <a:moveTo>
                    <a:pt x="2031265" y="59924"/>
                  </a:moveTo>
                  <a:lnTo>
                    <a:pt x="2066820" y="91611"/>
                  </a:lnTo>
                  <a:lnTo>
                    <a:pt x="1981858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01" name="Candidate_density__2100">
              <a:extLst>
                <a:ext uri="{FF2B5EF4-FFF2-40B4-BE49-F238E27FC236}">
                  <a16:creationId xmlns:a16="http://schemas.microsoft.com/office/drawing/2014/main" id="{48A20F83-6CB6-1CFF-EC00-9190CAABEE02}"/>
                </a:ext>
              </a:extLst>
            </p:cNvPr>
            <p:cNvSpPr>
              <a:spLocks noGrp="1"/>
            </p:cNvSpPr>
            <p:nvPr/>
          </p:nvSpPr>
          <p:spPr>
            <a:xfrm>
              <a:off x="3880262" y="1495425"/>
              <a:ext cx="2662279" cy="3128396"/>
            </a:xfrm>
            <a:custGeom>
              <a:avLst/>
              <a:gdLst/>
              <a:ahLst/>
              <a:cxnLst/>
              <a:rect l="0" t="0" r="0" b="0"/>
              <a:pathLst>
                <a:path w="2662279" h="3128396">
                  <a:moveTo>
                    <a:pt x="935273" y="2505583"/>
                  </a:moveTo>
                  <a:lnTo>
                    <a:pt x="886861" y="2423367"/>
                  </a:lnTo>
                  <a:lnTo>
                    <a:pt x="877770" y="2525749"/>
                  </a:lnTo>
                  <a:close/>
                  <a:moveTo>
                    <a:pt x="886861" y="2423367"/>
                  </a:moveTo>
                  <a:lnTo>
                    <a:pt x="875481" y="2427517"/>
                  </a:lnTo>
                  <a:lnTo>
                    <a:pt x="877770" y="2525749"/>
                  </a:lnTo>
                  <a:close/>
                  <a:moveTo>
                    <a:pt x="546748" y="2094507"/>
                  </a:moveTo>
                  <a:lnTo>
                    <a:pt x="425709" y="2050346"/>
                  </a:lnTo>
                  <a:lnTo>
                    <a:pt x="425825" y="2050728"/>
                  </a:lnTo>
                  <a:close/>
                  <a:moveTo>
                    <a:pt x="425825" y="2050728"/>
                  </a:moveTo>
                  <a:lnTo>
                    <a:pt x="425916" y="2053267"/>
                  </a:lnTo>
                  <a:lnTo>
                    <a:pt x="546748" y="2094507"/>
                  </a:lnTo>
                  <a:close/>
                  <a:moveTo>
                    <a:pt x="910344" y="2302716"/>
                  </a:moveTo>
                  <a:lnTo>
                    <a:pt x="875550" y="2404538"/>
                  </a:lnTo>
                  <a:lnTo>
                    <a:pt x="886861" y="2423367"/>
                  </a:lnTo>
                  <a:close/>
                  <a:moveTo>
                    <a:pt x="496935" y="1888391"/>
                  </a:moveTo>
                  <a:lnTo>
                    <a:pt x="413525" y="1930077"/>
                  </a:lnTo>
                  <a:lnTo>
                    <a:pt x="491963" y="1891640"/>
                  </a:lnTo>
                  <a:close/>
                  <a:moveTo>
                    <a:pt x="564228" y="1861327"/>
                  </a:moveTo>
                  <a:lnTo>
                    <a:pt x="444069" y="1905936"/>
                  </a:lnTo>
                  <a:lnTo>
                    <a:pt x="496935" y="1888391"/>
                  </a:lnTo>
                  <a:close/>
                  <a:moveTo>
                    <a:pt x="53448" y="1409973"/>
                  </a:moveTo>
                  <a:lnTo>
                    <a:pt x="41762" y="1516408"/>
                  </a:lnTo>
                  <a:lnTo>
                    <a:pt x="98633" y="1398350"/>
                  </a:lnTo>
                  <a:close/>
                  <a:moveTo>
                    <a:pt x="98633" y="1398350"/>
                  </a:moveTo>
                  <a:lnTo>
                    <a:pt x="41762" y="1516408"/>
                  </a:lnTo>
                  <a:lnTo>
                    <a:pt x="44290" y="1519002"/>
                  </a:lnTo>
                  <a:close/>
                  <a:moveTo>
                    <a:pt x="107235" y="1267337"/>
                  </a:moveTo>
                  <a:lnTo>
                    <a:pt x="82021" y="1247151"/>
                  </a:lnTo>
                  <a:lnTo>
                    <a:pt x="0" y="1354571"/>
                  </a:lnTo>
                  <a:close/>
                  <a:moveTo>
                    <a:pt x="496935" y="1888391"/>
                  </a:moveTo>
                  <a:lnTo>
                    <a:pt x="501198" y="1888882"/>
                  </a:lnTo>
                  <a:lnTo>
                    <a:pt x="564228" y="1861327"/>
                  </a:lnTo>
                  <a:close/>
                  <a:moveTo>
                    <a:pt x="140102" y="1233919"/>
                  </a:moveTo>
                  <a:lnTo>
                    <a:pt x="189020" y="1277698"/>
                  </a:lnTo>
                  <a:lnTo>
                    <a:pt x="171540" y="1195483"/>
                  </a:lnTo>
                  <a:close/>
                  <a:moveTo>
                    <a:pt x="140102" y="1233919"/>
                  </a:moveTo>
                  <a:lnTo>
                    <a:pt x="171540" y="1195483"/>
                  </a:lnTo>
                  <a:lnTo>
                    <a:pt x="92007" y="1210402"/>
                  </a:lnTo>
                  <a:close/>
                  <a:moveTo>
                    <a:pt x="171540" y="1195483"/>
                  </a:moveTo>
                  <a:lnTo>
                    <a:pt x="130234" y="1138125"/>
                  </a:lnTo>
                  <a:lnTo>
                    <a:pt x="92007" y="1210402"/>
                  </a:lnTo>
                  <a:close/>
                  <a:moveTo>
                    <a:pt x="1780019" y="2977619"/>
                  </a:moveTo>
                  <a:lnTo>
                    <a:pt x="1764199" y="3067383"/>
                  </a:lnTo>
                  <a:lnTo>
                    <a:pt x="1805084" y="2965779"/>
                  </a:lnTo>
                  <a:close/>
                  <a:moveTo>
                    <a:pt x="1805084" y="2965779"/>
                  </a:moveTo>
                  <a:lnTo>
                    <a:pt x="1793424" y="3086430"/>
                  </a:lnTo>
                  <a:lnTo>
                    <a:pt x="1857426" y="3047994"/>
                  </a:lnTo>
                  <a:close/>
                  <a:moveTo>
                    <a:pt x="1727034" y="3004215"/>
                  </a:moveTo>
                  <a:lnTo>
                    <a:pt x="1764199" y="3067383"/>
                  </a:lnTo>
                  <a:lnTo>
                    <a:pt x="1780019" y="2977619"/>
                  </a:lnTo>
                  <a:close/>
                  <a:moveTo>
                    <a:pt x="589564" y="1525651"/>
                  </a:moveTo>
                  <a:lnTo>
                    <a:pt x="600459" y="1485907"/>
                  </a:lnTo>
                  <a:lnTo>
                    <a:pt x="543769" y="1524343"/>
                  </a:lnTo>
                  <a:close/>
                  <a:moveTo>
                    <a:pt x="171540" y="1195483"/>
                  </a:moveTo>
                  <a:lnTo>
                    <a:pt x="189020" y="1277698"/>
                  </a:lnTo>
                  <a:lnTo>
                    <a:pt x="271139" y="1239262"/>
                  </a:lnTo>
                  <a:close/>
                  <a:moveTo>
                    <a:pt x="137516" y="1101942"/>
                  </a:moveTo>
                  <a:lnTo>
                    <a:pt x="130234" y="1138125"/>
                  </a:lnTo>
                  <a:lnTo>
                    <a:pt x="213033" y="1074832"/>
                  </a:lnTo>
                  <a:close/>
                  <a:moveTo>
                    <a:pt x="213033" y="1074832"/>
                  </a:moveTo>
                  <a:lnTo>
                    <a:pt x="130234" y="1138125"/>
                  </a:lnTo>
                  <a:lnTo>
                    <a:pt x="171540" y="1195483"/>
                  </a:lnTo>
                  <a:close/>
                  <a:moveTo>
                    <a:pt x="213033" y="1074832"/>
                  </a:moveTo>
                  <a:lnTo>
                    <a:pt x="171540" y="1195483"/>
                  </a:lnTo>
                  <a:lnTo>
                    <a:pt x="223275" y="1157046"/>
                  </a:lnTo>
                  <a:close/>
                  <a:moveTo>
                    <a:pt x="87007" y="976504"/>
                  </a:moveTo>
                  <a:lnTo>
                    <a:pt x="138698" y="1000890"/>
                  </a:lnTo>
                  <a:lnTo>
                    <a:pt x="93654" y="948837"/>
                  </a:lnTo>
                  <a:close/>
                  <a:moveTo>
                    <a:pt x="93654" y="948837"/>
                  </a:moveTo>
                  <a:lnTo>
                    <a:pt x="155778" y="992617"/>
                  </a:lnTo>
                  <a:lnTo>
                    <a:pt x="151392" y="910401"/>
                  </a:lnTo>
                  <a:close/>
                  <a:moveTo>
                    <a:pt x="1857426" y="3047994"/>
                  </a:moveTo>
                  <a:lnTo>
                    <a:pt x="1915321" y="3128396"/>
                  </a:lnTo>
                  <a:lnTo>
                    <a:pt x="1923723" y="3021474"/>
                  </a:lnTo>
                  <a:close/>
                  <a:moveTo>
                    <a:pt x="813008" y="1588554"/>
                  </a:moveTo>
                  <a:lnTo>
                    <a:pt x="760743" y="1529686"/>
                  </a:lnTo>
                  <a:lnTo>
                    <a:pt x="807684" y="1621306"/>
                  </a:lnTo>
                  <a:close/>
                  <a:moveTo>
                    <a:pt x="807684" y="1621306"/>
                  </a:moveTo>
                  <a:lnTo>
                    <a:pt x="760743" y="1529686"/>
                  </a:lnTo>
                  <a:lnTo>
                    <a:pt x="691629" y="1554972"/>
                  </a:lnTo>
                  <a:close/>
                  <a:moveTo>
                    <a:pt x="807684" y="1621306"/>
                  </a:moveTo>
                  <a:lnTo>
                    <a:pt x="691629" y="1554972"/>
                  </a:lnTo>
                  <a:lnTo>
                    <a:pt x="738810" y="1616707"/>
                  </a:lnTo>
                  <a:close/>
                  <a:moveTo>
                    <a:pt x="623980" y="1549377"/>
                  </a:moveTo>
                  <a:lnTo>
                    <a:pt x="600459" y="1485907"/>
                  </a:lnTo>
                  <a:lnTo>
                    <a:pt x="589564" y="1525651"/>
                  </a:lnTo>
                  <a:close/>
                  <a:moveTo>
                    <a:pt x="684134" y="1460974"/>
                  </a:moveTo>
                  <a:lnTo>
                    <a:pt x="600459" y="1485907"/>
                  </a:lnTo>
                  <a:lnTo>
                    <a:pt x="623980" y="1549377"/>
                  </a:lnTo>
                  <a:close/>
                  <a:moveTo>
                    <a:pt x="691629" y="1554972"/>
                  </a:moveTo>
                  <a:lnTo>
                    <a:pt x="684134" y="1460974"/>
                  </a:lnTo>
                  <a:lnTo>
                    <a:pt x="623980" y="1549377"/>
                  </a:lnTo>
                  <a:close/>
                  <a:moveTo>
                    <a:pt x="254129" y="892286"/>
                  </a:moveTo>
                  <a:lnTo>
                    <a:pt x="237080" y="881407"/>
                  </a:lnTo>
                  <a:lnTo>
                    <a:pt x="151392" y="910401"/>
                  </a:lnTo>
                  <a:close/>
                  <a:moveTo>
                    <a:pt x="192451" y="876885"/>
                  </a:moveTo>
                  <a:lnTo>
                    <a:pt x="151392" y="910401"/>
                  </a:lnTo>
                  <a:lnTo>
                    <a:pt x="237080" y="881407"/>
                  </a:lnTo>
                  <a:close/>
                  <a:moveTo>
                    <a:pt x="321994" y="867365"/>
                  </a:moveTo>
                  <a:lnTo>
                    <a:pt x="237080" y="881407"/>
                  </a:lnTo>
                  <a:lnTo>
                    <a:pt x="306109" y="871965"/>
                  </a:lnTo>
                  <a:close/>
                  <a:moveTo>
                    <a:pt x="192451" y="876885"/>
                  </a:moveTo>
                  <a:lnTo>
                    <a:pt x="237080" y="881407"/>
                  </a:lnTo>
                  <a:lnTo>
                    <a:pt x="321994" y="867365"/>
                  </a:lnTo>
                  <a:close/>
                  <a:moveTo>
                    <a:pt x="237080" y="881407"/>
                  </a:moveTo>
                  <a:lnTo>
                    <a:pt x="254129" y="892286"/>
                  </a:lnTo>
                  <a:lnTo>
                    <a:pt x="306109" y="871965"/>
                  </a:lnTo>
                  <a:close/>
                  <a:moveTo>
                    <a:pt x="2027961" y="3009557"/>
                  </a:moveTo>
                  <a:lnTo>
                    <a:pt x="2074836" y="3091773"/>
                  </a:lnTo>
                  <a:lnTo>
                    <a:pt x="2143000" y="3053336"/>
                  </a:lnTo>
                  <a:close/>
                  <a:moveTo>
                    <a:pt x="1169559" y="1870461"/>
                  </a:moveTo>
                  <a:lnTo>
                    <a:pt x="1116795" y="1888389"/>
                  </a:lnTo>
                  <a:lnTo>
                    <a:pt x="1043227" y="1891989"/>
                  </a:lnTo>
                  <a:close/>
                  <a:moveTo>
                    <a:pt x="1235631" y="1838838"/>
                  </a:moveTo>
                  <a:lnTo>
                    <a:pt x="1116795" y="1888389"/>
                  </a:lnTo>
                  <a:lnTo>
                    <a:pt x="1169559" y="1870461"/>
                  </a:lnTo>
                  <a:close/>
                  <a:moveTo>
                    <a:pt x="1221871" y="1827224"/>
                  </a:moveTo>
                  <a:lnTo>
                    <a:pt x="1100433" y="1827213"/>
                  </a:lnTo>
                  <a:lnTo>
                    <a:pt x="1130920" y="1858547"/>
                  </a:lnTo>
                  <a:close/>
                  <a:moveTo>
                    <a:pt x="984273" y="1598927"/>
                  </a:moveTo>
                  <a:lnTo>
                    <a:pt x="947726" y="1611901"/>
                  </a:lnTo>
                  <a:lnTo>
                    <a:pt x="1025526" y="1610604"/>
                  </a:lnTo>
                  <a:close/>
                  <a:moveTo>
                    <a:pt x="1025526" y="1610604"/>
                  </a:moveTo>
                  <a:lnTo>
                    <a:pt x="1099521" y="1655680"/>
                  </a:lnTo>
                  <a:lnTo>
                    <a:pt x="984273" y="1598927"/>
                  </a:lnTo>
                  <a:close/>
                  <a:moveTo>
                    <a:pt x="984273" y="1598927"/>
                  </a:moveTo>
                  <a:lnTo>
                    <a:pt x="1099521" y="1655680"/>
                  </a:lnTo>
                  <a:lnTo>
                    <a:pt x="1109523" y="1657784"/>
                  </a:lnTo>
                  <a:close/>
                  <a:moveTo>
                    <a:pt x="760743" y="1529686"/>
                  </a:moveTo>
                  <a:lnTo>
                    <a:pt x="813008" y="1588554"/>
                  </a:lnTo>
                  <a:lnTo>
                    <a:pt x="820195" y="1511042"/>
                  </a:lnTo>
                  <a:close/>
                  <a:moveTo>
                    <a:pt x="820195" y="1511042"/>
                  </a:moveTo>
                  <a:lnTo>
                    <a:pt x="905036" y="1438769"/>
                  </a:lnTo>
                  <a:lnTo>
                    <a:pt x="790130" y="1447470"/>
                  </a:lnTo>
                  <a:close/>
                  <a:moveTo>
                    <a:pt x="328506" y="867671"/>
                  </a:moveTo>
                  <a:lnTo>
                    <a:pt x="306109" y="871965"/>
                  </a:lnTo>
                  <a:lnTo>
                    <a:pt x="377344" y="859107"/>
                  </a:lnTo>
                  <a:close/>
                  <a:moveTo>
                    <a:pt x="377344" y="859107"/>
                  </a:moveTo>
                  <a:lnTo>
                    <a:pt x="306109" y="871965"/>
                  </a:lnTo>
                  <a:lnTo>
                    <a:pt x="254129" y="892286"/>
                  </a:lnTo>
                  <a:close/>
                  <a:moveTo>
                    <a:pt x="321994" y="867365"/>
                  </a:moveTo>
                  <a:lnTo>
                    <a:pt x="306109" y="871965"/>
                  </a:lnTo>
                  <a:lnTo>
                    <a:pt x="328506" y="867671"/>
                  </a:lnTo>
                  <a:close/>
                  <a:moveTo>
                    <a:pt x="2162711" y="3048457"/>
                  </a:moveTo>
                  <a:lnTo>
                    <a:pt x="2232152" y="2952502"/>
                  </a:lnTo>
                  <a:lnTo>
                    <a:pt x="2142347" y="2964921"/>
                  </a:lnTo>
                  <a:close/>
                  <a:moveTo>
                    <a:pt x="2232152" y="2952502"/>
                  </a:moveTo>
                  <a:lnTo>
                    <a:pt x="2241013" y="2874675"/>
                  </a:lnTo>
                  <a:lnTo>
                    <a:pt x="2142347" y="2964921"/>
                  </a:lnTo>
                  <a:close/>
                  <a:moveTo>
                    <a:pt x="1778671" y="2395615"/>
                  </a:moveTo>
                  <a:lnTo>
                    <a:pt x="1800227" y="2460729"/>
                  </a:lnTo>
                  <a:lnTo>
                    <a:pt x="1881696" y="2367216"/>
                  </a:lnTo>
                  <a:close/>
                  <a:moveTo>
                    <a:pt x="1881696" y="2367216"/>
                  </a:moveTo>
                  <a:lnTo>
                    <a:pt x="1800227" y="2460729"/>
                  </a:lnTo>
                  <a:lnTo>
                    <a:pt x="1806988" y="2366557"/>
                  </a:lnTo>
                  <a:close/>
                  <a:moveTo>
                    <a:pt x="1650933" y="2231185"/>
                  </a:moveTo>
                  <a:lnTo>
                    <a:pt x="1769792" y="2274964"/>
                  </a:lnTo>
                  <a:lnTo>
                    <a:pt x="1708691" y="2192749"/>
                  </a:lnTo>
                  <a:close/>
                  <a:moveTo>
                    <a:pt x="1025526" y="1610604"/>
                  </a:moveTo>
                  <a:lnTo>
                    <a:pt x="995811" y="1655680"/>
                  </a:lnTo>
                  <a:lnTo>
                    <a:pt x="1052473" y="1643573"/>
                  </a:lnTo>
                  <a:close/>
                  <a:moveTo>
                    <a:pt x="1052473" y="1643573"/>
                  </a:moveTo>
                  <a:lnTo>
                    <a:pt x="1099521" y="1655680"/>
                  </a:lnTo>
                  <a:lnTo>
                    <a:pt x="1025526" y="1610604"/>
                  </a:lnTo>
                  <a:close/>
                  <a:moveTo>
                    <a:pt x="915705" y="1393894"/>
                  </a:moveTo>
                  <a:lnTo>
                    <a:pt x="994221" y="1390654"/>
                  </a:lnTo>
                  <a:lnTo>
                    <a:pt x="978567" y="1303289"/>
                  </a:lnTo>
                  <a:close/>
                  <a:moveTo>
                    <a:pt x="1049697" y="1370598"/>
                  </a:moveTo>
                  <a:lnTo>
                    <a:pt x="994221" y="1390654"/>
                  </a:lnTo>
                  <a:lnTo>
                    <a:pt x="992534" y="1487252"/>
                  </a:lnTo>
                  <a:close/>
                  <a:moveTo>
                    <a:pt x="495377" y="892692"/>
                  </a:moveTo>
                  <a:lnTo>
                    <a:pt x="483324" y="833528"/>
                  </a:lnTo>
                  <a:lnTo>
                    <a:pt x="455942" y="874313"/>
                  </a:lnTo>
                  <a:close/>
                  <a:moveTo>
                    <a:pt x="565019" y="796574"/>
                  </a:moveTo>
                  <a:lnTo>
                    <a:pt x="483324" y="833528"/>
                  </a:lnTo>
                  <a:lnTo>
                    <a:pt x="495377" y="892692"/>
                  </a:lnTo>
                  <a:close/>
                  <a:moveTo>
                    <a:pt x="576708" y="887163"/>
                  </a:moveTo>
                  <a:lnTo>
                    <a:pt x="565019" y="796574"/>
                  </a:lnTo>
                  <a:lnTo>
                    <a:pt x="495377" y="892692"/>
                  </a:lnTo>
                  <a:close/>
                  <a:moveTo>
                    <a:pt x="2242611" y="2843908"/>
                  </a:moveTo>
                  <a:lnTo>
                    <a:pt x="2298299" y="2810199"/>
                  </a:lnTo>
                  <a:lnTo>
                    <a:pt x="2227354" y="2823607"/>
                  </a:lnTo>
                  <a:close/>
                  <a:moveTo>
                    <a:pt x="2303558" y="2754858"/>
                  </a:moveTo>
                  <a:lnTo>
                    <a:pt x="2350034" y="2788426"/>
                  </a:lnTo>
                  <a:lnTo>
                    <a:pt x="2315264" y="2729818"/>
                  </a:lnTo>
                  <a:close/>
                  <a:moveTo>
                    <a:pt x="2087456" y="2408993"/>
                  </a:moveTo>
                  <a:lnTo>
                    <a:pt x="2008440" y="2412639"/>
                  </a:lnTo>
                  <a:lnTo>
                    <a:pt x="2094285" y="2503534"/>
                  </a:lnTo>
                  <a:close/>
                  <a:moveTo>
                    <a:pt x="1863671" y="2409150"/>
                  </a:moveTo>
                  <a:lnTo>
                    <a:pt x="1881696" y="2367216"/>
                  </a:lnTo>
                  <a:lnTo>
                    <a:pt x="1806988" y="2366557"/>
                  </a:lnTo>
                  <a:close/>
                  <a:moveTo>
                    <a:pt x="1863671" y="2409150"/>
                  </a:moveTo>
                  <a:lnTo>
                    <a:pt x="1922351" y="2422037"/>
                  </a:lnTo>
                  <a:lnTo>
                    <a:pt x="1881696" y="2367216"/>
                  </a:lnTo>
                  <a:close/>
                  <a:moveTo>
                    <a:pt x="2008440" y="2412639"/>
                  </a:moveTo>
                  <a:lnTo>
                    <a:pt x="1981189" y="2334702"/>
                  </a:lnTo>
                  <a:lnTo>
                    <a:pt x="1922351" y="2422037"/>
                  </a:lnTo>
                  <a:close/>
                  <a:moveTo>
                    <a:pt x="1800939" y="2154313"/>
                  </a:moveTo>
                  <a:lnTo>
                    <a:pt x="1794398" y="2265284"/>
                  </a:lnTo>
                  <a:lnTo>
                    <a:pt x="1812581" y="2172267"/>
                  </a:lnTo>
                  <a:close/>
                  <a:moveTo>
                    <a:pt x="1708691" y="2192749"/>
                  </a:moveTo>
                  <a:lnTo>
                    <a:pt x="1769792" y="2274964"/>
                  </a:lnTo>
                  <a:lnTo>
                    <a:pt x="1800939" y="2154313"/>
                  </a:lnTo>
                  <a:close/>
                  <a:moveTo>
                    <a:pt x="1505335" y="1743237"/>
                  </a:moveTo>
                  <a:lnTo>
                    <a:pt x="1480983" y="1781673"/>
                  </a:lnTo>
                  <a:lnTo>
                    <a:pt x="1518106" y="1825452"/>
                  </a:lnTo>
                  <a:close/>
                  <a:moveTo>
                    <a:pt x="1098581" y="1414376"/>
                  </a:moveTo>
                  <a:lnTo>
                    <a:pt x="1152007" y="1374435"/>
                  </a:lnTo>
                  <a:lnTo>
                    <a:pt x="1049697" y="1370598"/>
                  </a:lnTo>
                  <a:close/>
                  <a:moveTo>
                    <a:pt x="1078975" y="1452813"/>
                  </a:moveTo>
                  <a:lnTo>
                    <a:pt x="1098581" y="1414376"/>
                  </a:lnTo>
                  <a:lnTo>
                    <a:pt x="1049697" y="1370598"/>
                  </a:lnTo>
                  <a:close/>
                  <a:moveTo>
                    <a:pt x="1899964" y="2220319"/>
                  </a:moveTo>
                  <a:lnTo>
                    <a:pt x="1940417" y="2156361"/>
                  </a:lnTo>
                  <a:lnTo>
                    <a:pt x="1812581" y="2172267"/>
                  </a:lnTo>
                  <a:close/>
                  <a:moveTo>
                    <a:pt x="1993594" y="2076525"/>
                  </a:moveTo>
                  <a:lnTo>
                    <a:pt x="1860573" y="2073044"/>
                  </a:lnTo>
                  <a:lnTo>
                    <a:pt x="1917969" y="2072431"/>
                  </a:lnTo>
                  <a:close/>
                  <a:moveTo>
                    <a:pt x="1518106" y="1825452"/>
                  </a:moveTo>
                  <a:lnTo>
                    <a:pt x="1518525" y="1807326"/>
                  </a:lnTo>
                  <a:lnTo>
                    <a:pt x="1505335" y="1743237"/>
                  </a:lnTo>
                  <a:close/>
                  <a:moveTo>
                    <a:pt x="1505335" y="1743237"/>
                  </a:moveTo>
                  <a:lnTo>
                    <a:pt x="1518525" y="1807326"/>
                  </a:lnTo>
                  <a:lnTo>
                    <a:pt x="1603986" y="1734478"/>
                  </a:lnTo>
                  <a:close/>
                  <a:moveTo>
                    <a:pt x="1603986" y="1734478"/>
                  </a:moveTo>
                  <a:lnTo>
                    <a:pt x="1580748" y="1717239"/>
                  </a:lnTo>
                  <a:lnTo>
                    <a:pt x="1505335" y="1743237"/>
                  </a:lnTo>
                  <a:close/>
                  <a:moveTo>
                    <a:pt x="1580748" y="1717239"/>
                  </a:moveTo>
                  <a:lnTo>
                    <a:pt x="1630578" y="1637229"/>
                  </a:lnTo>
                  <a:lnTo>
                    <a:pt x="1529134" y="1669818"/>
                  </a:lnTo>
                  <a:close/>
                  <a:moveTo>
                    <a:pt x="1271328" y="1326696"/>
                  </a:moveTo>
                  <a:lnTo>
                    <a:pt x="1222288" y="1358545"/>
                  </a:lnTo>
                  <a:lnTo>
                    <a:pt x="1152007" y="1374435"/>
                  </a:lnTo>
                  <a:close/>
                  <a:moveTo>
                    <a:pt x="771255" y="571636"/>
                  </a:moveTo>
                  <a:lnTo>
                    <a:pt x="645576" y="595603"/>
                  </a:lnTo>
                  <a:lnTo>
                    <a:pt x="702833" y="594478"/>
                  </a:lnTo>
                  <a:close/>
                  <a:moveTo>
                    <a:pt x="2046636" y="2181403"/>
                  </a:moveTo>
                  <a:lnTo>
                    <a:pt x="1940417" y="2156361"/>
                  </a:lnTo>
                  <a:lnTo>
                    <a:pt x="1986195" y="2198091"/>
                  </a:lnTo>
                  <a:close/>
                  <a:moveTo>
                    <a:pt x="1917969" y="2072431"/>
                  </a:moveTo>
                  <a:lnTo>
                    <a:pt x="1958307" y="2092528"/>
                  </a:lnTo>
                  <a:lnTo>
                    <a:pt x="1993594" y="2076525"/>
                  </a:lnTo>
                  <a:close/>
                  <a:moveTo>
                    <a:pt x="771255" y="571636"/>
                  </a:moveTo>
                  <a:lnTo>
                    <a:pt x="822875" y="549432"/>
                  </a:lnTo>
                  <a:lnTo>
                    <a:pt x="804273" y="553789"/>
                  </a:lnTo>
                  <a:close/>
                  <a:moveTo>
                    <a:pt x="875176" y="466320"/>
                  </a:moveTo>
                  <a:lnTo>
                    <a:pt x="804273" y="553789"/>
                  </a:lnTo>
                  <a:lnTo>
                    <a:pt x="835039" y="515353"/>
                  </a:lnTo>
                  <a:close/>
                  <a:moveTo>
                    <a:pt x="2662279" y="2544909"/>
                  </a:moveTo>
                  <a:lnTo>
                    <a:pt x="2555225" y="2567880"/>
                  </a:lnTo>
                  <a:lnTo>
                    <a:pt x="2556491" y="2570730"/>
                  </a:lnTo>
                  <a:close/>
                  <a:moveTo>
                    <a:pt x="2541892" y="2482098"/>
                  </a:moveTo>
                  <a:lnTo>
                    <a:pt x="2555225" y="2567880"/>
                  </a:lnTo>
                  <a:lnTo>
                    <a:pt x="2662279" y="2544909"/>
                  </a:lnTo>
                  <a:close/>
                  <a:moveTo>
                    <a:pt x="1000596" y="441387"/>
                  </a:moveTo>
                  <a:lnTo>
                    <a:pt x="875176" y="466320"/>
                  </a:lnTo>
                  <a:lnTo>
                    <a:pt x="926965" y="444750"/>
                  </a:lnTo>
                  <a:close/>
                  <a:moveTo>
                    <a:pt x="1738434" y="1034231"/>
                  </a:moveTo>
                  <a:lnTo>
                    <a:pt x="1662201" y="1111059"/>
                  </a:lnTo>
                  <a:lnTo>
                    <a:pt x="1694734" y="1096201"/>
                  </a:lnTo>
                  <a:close/>
                  <a:moveTo>
                    <a:pt x="1471098" y="945053"/>
                  </a:moveTo>
                  <a:lnTo>
                    <a:pt x="1535727" y="931770"/>
                  </a:lnTo>
                  <a:lnTo>
                    <a:pt x="1469686" y="865403"/>
                  </a:lnTo>
                  <a:close/>
                  <a:moveTo>
                    <a:pt x="958419" y="458339"/>
                  </a:moveTo>
                  <a:lnTo>
                    <a:pt x="1000596" y="441387"/>
                  </a:lnTo>
                  <a:lnTo>
                    <a:pt x="926965" y="444750"/>
                  </a:lnTo>
                  <a:close/>
                  <a:moveTo>
                    <a:pt x="958419" y="458339"/>
                  </a:moveTo>
                  <a:lnTo>
                    <a:pt x="1038750" y="453623"/>
                  </a:lnTo>
                  <a:lnTo>
                    <a:pt x="1000596" y="441387"/>
                  </a:lnTo>
                  <a:close/>
                  <a:moveTo>
                    <a:pt x="1038750" y="453623"/>
                  </a:moveTo>
                  <a:lnTo>
                    <a:pt x="1082656" y="469538"/>
                  </a:lnTo>
                  <a:lnTo>
                    <a:pt x="1000596" y="441387"/>
                  </a:lnTo>
                  <a:close/>
                  <a:moveTo>
                    <a:pt x="1038750" y="453623"/>
                  </a:moveTo>
                  <a:lnTo>
                    <a:pt x="1090868" y="471845"/>
                  </a:lnTo>
                  <a:lnTo>
                    <a:pt x="1082656" y="469538"/>
                  </a:lnTo>
                  <a:close/>
                  <a:moveTo>
                    <a:pt x="1038750" y="453623"/>
                  </a:moveTo>
                  <a:lnTo>
                    <a:pt x="1066763" y="473569"/>
                  </a:lnTo>
                  <a:lnTo>
                    <a:pt x="1149758" y="505217"/>
                  </a:lnTo>
                  <a:close/>
                  <a:moveTo>
                    <a:pt x="1090868" y="471845"/>
                  </a:moveTo>
                  <a:lnTo>
                    <a:pt x="1149758" y="505217"/>
                  </a:lnTo>
                  <a:lnTo>
                    <a:pt x="1225221" y="508704"/>
                  </a:lnTo>
                  <a:close/>
                  <a:moveTo>
                    <a:pt x="2006492" y="1263939"/>
                  </a:moveTo>
                  <a:lnTo>
                    <a:pt x="1922516" y="1260631"/>
                  </a:lnTo>
                  <a:lnTo>
                    <a:pt x="1885925" y="1307018"/>
                  </a:lnTo>
                  <a:close/>
                  <a:moveTo>
                    <a:pt x="2006492" y="1263939"/>
                  </a:moveTo>
                  <a:lnTo>
                    <a:pt x="1885925" y="1307018"/>
                  </a:lnTo>
                  <a:lnTo>
                    <a:pt x="1935247" y="1276224"/>
                  </a:lnTo>
                  <a:close/>
                  <a:moveTo>
                    <a:pt x="1694734" y="1096201"/>
                  </a:moveTo>
                  <a:lnTo>
                    <a:pt x="1685202" y="1113866"/>
                  </a:lnTo>
                  <a:lnTo>
                    <a:pt x="1744398" y="1144326"/>
                  </a:lnTo>
                  <a:close/>
                  <a:moveTo>
                    <a:pt x="1591061" y="825342"/>
                  </a:moveTo>
                  <a:lnTo>
                    <a:pt x="1579422" y="817488"/>
                  </a:lnTo>
                  <a:lnTo>
                    <a:pt x="1535727" y="931770"/>
                  </a:lnTo>
                  <a:close/>
                  <a:moveTo>
                    <a:pt x="1646369" y="823653"/>
                  </a:moveTo>
                  <a:lnTo>
                    <a:pt x="1624620" y="741242"/>
                  </a:lnTo>
                  <a:lnTo>
                    <a:pt x="1579422" y="817488"/>
                  </a:lnTo>
                  <a:close/>
                  <a:moveTo>
                    <a:pt x="1160613" y="515235"/>
                  </a:moveTo>
                  <a:lnTo>
                    <a:pt x="1231502" y="518196"/>
                  </a:lnTo>
                  <a:lnTo>
                    <a:pt x="1225221" y="508704"/>
                  </a:lnTo>
                  <a:close/>
                  <a:moveTo>
                    <a:pt x="1231502" y="518196"/>
                  </a:moveTo>
                  <a:lnTo>
                    <a:pt x="1272765" y="438479"/>
                  </a:lnTo>
                  <a:lnTo>
                    <a:pt x="1225221" y="508704"/>
                  </a:lnTo>
                  <a:close/>
                  <a:moveTo>
                    <a:pt x="2185531" y="1528523"/>
                  </a:moveTo>
                  <a:lnTo>
                    <a:pt x="2218652" y="1499857"/>
                  </a:lnTo>
                  <a:lnTo>
                    <a:pt x="2148626" y="1516694"/>
                  </a:lnTo>
                  <a:close/>
                  <a:moveTo>
                    <a:pt x="1962315" y="1288532"/>
                  </a:moveTo>
                  <a:lnTo>
                    <a:pt x="2006492" y="1263939"/>
                  </a:lnTo>
                  <a:lnTo>
                    <a:pt x="1935247" y="1276224"/>
                  </a:lnTo>
                  <a:close/>
                  <a:moveTo>
                    <a:pt x="1962315" y="1288532"/>
                  </a:moveTo>
                  <a:lnTo>
                    <a:pt x="2040207" y="1285799"/>
                  </a:lnTo>
                  <a:lnTo>
                    <a:pt x="2006492" y="1263939"/>
                  </a:lnTo>
                  <a:close/>
                  <a:moveTo>
                    <a:pt x="1392957" y="279392"/>
                  </a:moveTo>
                  <a:lnTo>
                    <a:pt x="1417586" y="388004"/>
                  </a:lnTo>
                  <a:lnTo>
                    <a:pt x="1443401" y="336725"/>
                  </a:lnTo>
                  <a:close/>
                  <a:moveTo>
                    <a:pt x="1417586" y="388004"/>
                  </a:moveTo>
                  <a:lnTo>
                    <a:pt x="1472177" y="361607"/>
                  </a:lnTo>
                  <a:lnTo>
                    <a:pt x="1443401" y="336725"/>
                  </a:lnTo>
                  <a:close/>
                  <a:moveTo>
                    <a:pt x="1918673" y="783851"/>
                  </a:moveTo>
                  <a:lnTo>
                    <a:pt x="1863046" y="791073"/>
                  </a:lnTo>
                  <a:lnTo>
                    <a:pt x="1789856" y="796089"/>
                  </a:lnTo>
                  <a:close/>
                  <a:moveTo>
                    <a:pt x="1918673" y="783851"/>
                  </a:moveTo>
                  <a:lnTo>
                    <a:pt x="1789856" y="796089"/>
                  </a:lnTo>
                  <a:lnTo>
                    <a:pt x="1842319" y="777033"/>
                  </a:lnTo>
                  <a:close/>
                  <a:moveTo>
                    <a:pt x="1863046" y="791073"/>
                  </a:moveTo>
                  <a:lnTo>
                    <a:pt x="1918673" y="783851"/>
                  </a:lnTo>
                  <a:lnTo>
                    <a:pt x="1882721" y="772682"/>
                  </a:lnTo>
                  <a:close/>
                  <a:moveTo>
                    <a:pt x="1766804" y="494697"/>
                  </a:moveTo>
                  <a:lnTo>
                    <a:pt x="1757645" y="493504"/>
                  </a:lnTo>
                  <a:lnTo>
                    <a:pt x="1751980" y="487600"/>
                  </a:lnTo>
                  <a:close/>
                  <a:moveTo>
                    <a:pt x="1543922" y="323170"/>
                  </a:moveTo>
                  <a:lnTo>
                    <a:pt x="1483457" y="271283"/>
                  </a:lnTo>
                  <a:lnTo>
                    <a:pt x="1443401" y="336725"/>
                  </a:lnTo>
                  <a:close/>
                  <a:moveTo>
                    <a:pt x="2068000" y="778024"/>
                  </a:moveTo>
                  <a:lnTo>
                    <a:pt x="2041390" y="784376"/>
                  </a:lnTo>
                  <a:lnTo>
                    <a:pt x="2049174" y="878141"/>
                  </a:lnTo>
                  <a:close/>
                  <a:moveTo>
                    <a:pt x="1766804" y="494697"/>
                  </a:moveTo>
                  <a:lnTo>
                    <a:pt x="1750019" y="495394"/>
                  </a:lnTo>
                  <a:lnTo>
                    <a:pt x="1813639" y="454599"/>
                  </a:lnTo>
                  <a:close/>
                  <a:moveTo>
                    <a:pt x="1766804" y="494697"/>
                  </a:moveTo>
                  <a:lnTo>
                    <a:pt x="1813639" y="454599"/>
                  </a:lnTo>
                  <a:lnTo>
                    <a:pt x="1772666" y="487600"/>
                  </a:lnTo>
                  <a:close/>
                  <a:moveTo>
                    <a:pt x="1813639" y="454599"/>
                  </a:moveTo>
                  <a:lnTo>
                    <a:pt x="1818537" y="449163"/>
                  </a:lnTo>
                  <a:lnTo>
                    <a:pt x="1772666" y="487600"/>
                  </a:lnTo>
                  <a:close/>
                  <a:moveTo>
                    <a:pt x="1483457" y="271283"/>
                  </a:moveTo>
                  <a:lnTo>
                    <a:pt x="1543922" y="323170"/>
                  </a:lnTo>
                  <a:lnTo>
                    <a:pt x="1552594" y="202518"/>
                  </a:lnTo>
                  <a:close/>
                  <a:moveTo>
                    <a:pt x="2141375" y="628775"/>
                  </a:moveTo>
                  <a:lnTo>
                    <a:pt x="2161121" y="575157"/>
                  </a:lnTo>
                  <a:lnTo>
                    <a:pt x="2105369" y="613594"/>
                  </a:lnTo>
                  <a:close/>
                  <a:moveTo>
                    <a:pt x="1907541" y="311824"/>
                  </a:moveTo>
                  <a:lnTo>
                    <a:pt x="1846233" y="281891"/>
                  </a:lnTo>
                  <a:lnTo>
                    <a:pt x="1922257" y="328512"/>
                  </a:lnTo>
                  <a:close/>
                  <a:moveTo>
                    <a:pt x="1641535" y="26845"/>
                  </a:moveTo>
                  <a:lnTo>
                    <a:pt x="1605830" y="38087"/>
                  </a:lnTo>
                  <a:lnTo>
                    <a:pt x="1681442" y="23794"/>
                  </a:lnTo>
                  <a:close/>
                  <a:moveTo>
                    <a:pt x="1641535" y="26845"/>
                  </a:moveTo>
                  <a:lnTo>
                    <a:pt x="1681442" y="23794"/>
                  </a:lnTo>
                  <a:lnTo>
                    <a:pt x="1749961" y="1317"/>
                  </a:lnTo>
                  <a:close/>
                  <a:moveTo>
                    <a:pt x="1749961" y="1317"/>
                  </a:moveTo>
                  <a:lnTo>
                    <a:pt x="1681442" y="23794"/>
                  </a:lnTo>
                  <a:lnTo>
                    <a:pt x="1810194" y="11317"/>
                  </a:lnTo>
                  <a:close/>
                  <a:moveTo>
                    <a:pt x="1881698" y="0"/>
                  </a:moveTo>
                  <a:lnTo>
                    <a:pt x="1749961" y="1317"/>
                  </a:lnTo>
                  <a:lnTo>
                    <a:pt x="1810194" y="11317"/>
                  </a:lnTo>
                  <a:close/>
                  <a:moveTo>
                    <a:pt x="1841014" y="25357"/>
                  </a:moveTo>
                  <a:lnTo>
                    <a:pt x="1881698" y="0"/>
                  </a:lnTo>
                  <a:lnTo>
                    <a:pt x="1810194" y="11317"/>
                  </a:lnTo>
                  <a:close/>
                  <a:moveTo>
                    <a:pt x="1841014" y="25357"/>
                  </a:moveTo>
                  <a:lnTo>
                    <a:pt x="1931203" y="12628"/>
                  </a:lnTo>
                  <a:lnTo>
                    <a:pt x="1881698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02" name="Candidate_density__2101">
              <a:extLst>
                <a:ext uri="{FF2B5EF4-FFF2-40B4-BE49-F238E27FC236}">
                  <a16:creationId xmlns:a16="http://schemas.microsoft.com/office/drawing/2014/main" id="{B64EA6EF-513F-5BF4-4060-341B7D93362F}"/>
                </a:ext>
              </a:extLst>
            </p:cNvPr>
            <p:cNvSpPr>
              <a:spLocks noGrp="1"/>
            </p:cNvSpPr>
            <p:nvPr/>
          </p:nvSpPr>
          <p:spPr>
            <a:xfrm>
              <a:off x="3850911" y="1725972"/>
              <a:ext cx="2350365" cy="2903516"/>
            </a:xfrm>
            <a:custGeom>
              <a:avLst/>
              <a:gdLst/>
              <a:ahLst/>
              <a:cxnLst/>
              <a:rect l="0" t="0" r="0" b="0"/>
              <a:pathLst>
                <a:path w="2350365" h="2903516">
                  <a:moveTo>
                    <a:pt x="67034" y="1292335"/>
                  </a:moveTo>
                  <a:lnTo>
                    <a:pt x="0" y="1409106"/>
                  </a:lnTo>
                  <a:lnTo>
                    <a:pt x="30248" y="1348270"/>
                  </a:lnTo>
                  <a:close/>
                  <a:moveTo>
                    <a:pt x="108410" y="1361848"/>
                  </a:moveTo>
                  <a:lnTo>
                    <a:pt x="164664" y="1356972"/>
                  </a:lnTo>
                  <a:lnTo>
                    <a:pt x="30248" y="1348270"/>
                  </a:lnTo>
                  <a:close/>
                  <a:moveTo>
                    <a:pt x="179713" y="1349781"/>
                  </a:moveTo>
                  <a:lnTo>
                    <a:pt x="194120" y="1370669"/>
                  </a:lnTo>
                  <a:lnTo>
                    <a:pt x="164664" y="1356972"/>
                  </a:lnTo>
                  <a:close/>
                  <a:moveTo>
                    <a:pt x="1065577" y="2280869"/>
                  </a:moveTo>
                  <a:lnTo>
                    <a:pt x="1014223" y="2304069"/>
                  </a:lnTo>
                  <a:lnTo>
                    <a:pt x="1141209" y="2284988"/>
                  </a:lnTo>
                  <a:close/>
                  <a:moveTo>
                    <a:pt x="50994" y="1005099"/>
                  </a:moveTo>
                  <a:lnTo>
                    <a:pt x="111372" y="1016604"/>
                  </a:lnTo>
                  <a:lnTo>
                    <a:pt x="53062" y="1003165"/>
                  </a:lnTo>
                  <a:close/>
                  <a:moveTo>
                    <a:pt x="1065577" y="2280869"/>
                  </a:moveTo>
                  <a:lnTo>
                    <a:pt x="1141209" y="2284988"/>
                  </a:lnTo>
                  <a:lnTo>
                    <a:pt x="1180954" y="2218385"/>
                  </a:lnTo>
                  <a:close/>
                  <a:moveTo>
                    <a:pt x="119636" y="964936"/>
                  </a:moveTo>
                  <a:lnTo>
                    <a:pt x="53903" y="1002734"/>
                  </a:lnTo>
                  <a:lnTo>
                    <a:pt x="159585" y="907577"/>
                  </a:lnTo>
                  <a:close/>
                  <a:moveTo>
                    <a:pt x="159585" y="907577"/>
                  </a:moveTo>
                  <a:lnTo>
                    <a:pt x="53903" y="1002734"/>
                  </a:lnTo>
                  <a:lnTo>
                    <a:pt x="53062" y="1003165"/>
                  </a:lnTo>
                  <a:close/>
                  <a:moveTo>
                    <a:pt x="1199199" y="2178932"/>
                  </a:moveTo>
                  <a:lnTo>
                    <a:pt x="1180954" y="2218385"/>
                  </a:lnTo>
                  <a:lnTo>
                    <a:pt x="1206109" y="2198162"/>
                  </a:lnTo>
                  <a:close/>
                  <a:moveTo>
                    <a:pt x="1217554" y="2140026"/>
                  </a:moveTo>
                  <a:lnTo>
                    <a:pt x="1242116" y="2168404"/>
                  </a:lnTo>
                  <a:lnTo>
                    <a:pt x="1281811" y="2101614"/>
                  </a:lnTo>
                  <a:close/>
                  <a:moveTo>
                    <a:pt x="1293885" y="2062454"/>
                  </a:moveTo>
                  <a:lnTo>
                    <a:pt x="1281811" y="2101614"/>
                  </a:lnTo>
                  <a:lnTo>
                    <a:pt x="1325851" y="2077511"/>
                  </a:lnTo>
                  <a:close/>
                  <a:moveTo>
                    <a:pt x="1325851" y="2077511"/>
                  </a:moveTo>
                  <a:lnTo>
                    <a:pt x="1347061" y="2066917"/>
                  </a:lnTo>
                  <a:lnTo>
                    <a:pt x="1293885" y="2062454"/>
                  </a:lnTo>
                  <a:close/>
                  <a:moveTo>
                    <a:pt x="652015" y="1203657"/>
                  </a:moveTo>
                  <a:lnTo>
                    <a:pt x="713485" y="1230427"/>
                  </a:lnTo>
                  <a:lnTo>
                    <a:pt x="720314" y="1180357"/>
                  </a:lnTo>
                  <a:close/>
                  <a:moveTo>
                    <a:pt x="1129784" y="1596666"/>
                  </a:moveTo>
                  <a:lnTo>
                    <a:pt x="1051482" y="1582567"/>
                  </a:lnTo>
                  <a:lnTo>
                    <a:pt x="996044" y="1582856"/>
                  </a:lnTo>
                  <a:close/>
                  <a:moveTo>
                    <a:pt x="2150094" y="2903516"/>
                  </a:moveTo>
                  <a:lnTo>
                    <a:pt x="2222785" y="2896637"/>
                  </a:lnTo>
                  <a:lnTo>
                    <a:pt x="2274663" y="2875398"/>
                  </a:lnTo>
                  <a:close/>
                  <a:moveTo>
                    <a:pt x="2230285" y="2861226"/>
                  </a:moveTo>
                  <a:lnTo>
                    <a:pt x="2280389" y="2822789"/>
                  </a:lnTo>
                  <a:lnTo>
                    <a:pt x="2274663" y="2875398"/>
                  </a:lnTo>
                  <a:close/>
                  <a:moveTo>
                    <a:pt x="1347447" y="1753992"/>
                  </a:moveTo>
                  <a:lnTo>
                    <a:pt x="1317536" y="1804778"/>
                  </a:lnTo>
                  <a:lnTo>
                    <a:pt x="1348083" y="1778707"/>
                  </a:lnTo>
                  <a:close/>
                  <a:moveTo>
                    <a:pt x="1348083" y="1778707"/>
                  </a:moveTo>
                  <a:lnTo>
                    <a:pt x="1317536" y="1804778"/>
                  </a:lnTo>
                  <a:lnTo>
                    <a:pt x="1306488" y="1852023"/>
                  </a:lnTo>
                  <a:close/>
                  <a:moveTo>
                    <a:pt x="1348083" y="1778707"/>
                  </a:moveTo>
                  <a:lnTo>
                    <a:pt x="1338823" y="1686144"/>
                  </a:lnTo>
                  <a:lnTo>
                    <a:pt x="1347447" y="1753992"/>
                  </a:lnTo>
                  <a:close/>
                  <a:moveTo>
                    <a:pt x="1338823" y="1686144"/>
                  </a:moveTo>
                  <a:lnTo>
                    <a:pt x="1340631" y="1671778"/>
                  </a:lnTo>
                  <a:lnTo>
                    <a:pt x="1347447" y="1753992"/>
                  </a:lnTo>
                  <a:close/>
                  <a:moveTo>
                    <a:pt x="1142942" y="1524022"/>
                  </a:moveTo>
                  <a:lnTo>
                    <a:pt x="1072220" y="1520926"/>
                  </a:lnTo>
                  <a:lnTo>
                    <a:pt x="1051482" y="1582567"/>
                  </a:lnTo>
                  <a:close/>
                  <a:moveTo>
                    <a:pt x="849828" y="1170727"/>
                  </a:moveTo>
                  <a:lnTo>
                    <a:pt x="787997" y="1130350"/>
                  </a:lnTo>
                  <a:lnTo>
                    <a:pt x="868404" y="1178487"/>
                  </a:lnTo>
                  <a:close/>
                  <a:moveTo>
                    <a:pt x="894174" y="906126"/>
                  </a:moveTo>
                  <a:lnTo>
                    <a:pt x="885142" y="893405"/>
                  </a:lnTo>
                  <a:lnTo>
                    <a:pt x="968648" y="943983"/>
                  </a:lnTo>
                  <a:close/>
                  <a:moveTo>
                    <a:pt x="852717" y="966328"/>
                  </a:moveTo>
                  <a:lnTo>
                    <a:pt x="885142" y="893405"/>
                  </a:lnTo>
                  <a:lnTo>
                    <a:pt x="894174" y="906126"/>
                  </a:lnTo>
                  <a:close/>
                  <a:moveTo>
                    <a:pt x="898890" y="700419"/>
                  </a:moveTo>
                  <a:lnTo>
                    <a:pt x="829105" y="696561"/>
                  </a:lnTo>
                  <a:lnTo>
                    <a:pt x="837913" y="811190"/>
                  </a:lnTo>
                  <a:close/>
                  <a:moveTo>
                    <a:pt x="821404" y="690539"/>
                  </a:moveTo>
                  <a:lnTo>
                    <a:pt x="829105" y="696561"/>
                  </a:lnTo>
                  <a:lnTo>
                    <a:pt x="835290" y="685969"/>
                  </a:lnTo>
                  <a:close/>
                  <a:moveTo>
                    <a:pt x="837629" y="694715"/>
                  </a:moveTo>
                  <a:lnTo>
                    <a:pt x="829105" y="696561"/>
                  </a:lnTo>
                  <a:lnTo>
                    <a:pt x="821404" y="690539"/>
                  </a:lnTo>
                  <a:close/>
                  <a:moveTo>
                    <a:pt x="1780147" y="1669816"/>
                  </a:moveTo>
                  <a:lnTo>
                    <a:pt x="1737642" y="1643779"/>
                  </a:lnTo>
                  <a:lnTo>
                    <a:pt x="1712077" y="1734870"/>
                  </a:lnTo>
                  <a:close/>
                  <a:moveTo>
                    <a:pt x="835290" y="685969"/>
                  </a:moveTo>
                  <a:lnTo>
                    <a:pt x="903934" y="663960"/>
                  </a:lnTo>
                  <a:lnTo>
                    <a:pt x="952945" y="632001"/>
                  </a:lnTo>
                  <a:close/>
                  <a:moveTo>
                    <a:pt x="952945" y="632001"/>
                  </a:moveTo>
                  <a:lnTo>
                    <a:pt x="903934" y="663960"/>
                  </a:lnTo>
                  <a:lnTo>
                    <a:pt x="1025864" y="625974"/>
                  </a:lnTo>
                  <a:close/>
                  <a:moveTo>
                    <a:pt x="1177517" y="914323"/>
                  </a:moveTo>
                  <a:lnTo>
                    <a:pt x="1086506" y="908759"/>
                  </a:lnTo>
                  <a:lnTo>
                    <a:pt x="1157648" y="911514"/>
                  </a:lnTo>
                  <a:close/>
                  <a:moveTo>
                    <a:pt x="2158035" y="1846893"/>
                  </a:moveTo>
                  <a:lnTo>
                    <a:pt x="2155782" y="1848771"/>
                  </a:lnTo>
                  <a:lnTo>
                    <a:pt x="2196472" y="1967544"/>
                  </a:lnTo>
                  <a:close/>
                  <a:moveTo>
                    <a:pt x="2151449" y="1846893"/>
                  </a:moveTo>
                  <a:lnTo>
                    <a:pt x="2074269" y="1822666"/>
                  </a:lnTo>
                  <a:lnTo>
                    <a:pt x="2037810" y="1781709"/>
                  </a:lnTo>
                  <a:close/>
                  <a:moveTo>
                    <a:pt x="1249910" y="906329"/>
                  </a:moveTo>
                  <a:lnTo>
                    <a:pt x="1307098" y="950698"/>
                  </a:lnTo>
                  <a:lnTo>
                    <a:pt x="1177517" y="914323"/>
                  </a:lnTo>
                  <a:close/>
                  <a:moveTo>
                    <a:pt x="1371163" y="865812"/>
                  </a:moveTo>
                  <a:lnTo>
                    <a:pt x="1301674" y="898747"/>
                  </a:lnTo>
                  <a:lnTo>
                    <a:pt x="1344743" y="880593"/>
                  </a:lnTo>
                  <a:close/>
                  <a:moveTo>
                    <a:pt x="2254802" y="1808456"/>
                  </a:moveTo>
                  <a:lnTo>
                    <a:pt x="2158035" y="1846893"/>
                  </a:lnTo>
                  <a:lnTo>
                    <a:pt x="2271697" y="1788299"/>
                  </a:lnTo>
                  <a:close/>
                  <a:moveTo>
                    <a:pt x="2275232" y="1709872"/>
                  </a:moveTo>
                  <a:lnTo>
                    <a:pt x="2254802" y="1808456"/>
                  </a:lnTo>
                  <a:lnTo>
                    <a:pt x="2271697" y="1788299"/>
                  </a:lnTo>
                  <a:close/>
                  <a:moveTo>
                    <a:pt x="2337749" y="1719639"/>
                  </a:moveTo>
                  <a:lnTo>
                    <a:pt x="2271697" y="1788299"/>
                  </a:lnTo>
                  <a:lnTo>
                    <a:pt x="2333007" y="1738868"/>
                  </a:lnTo>
                  <a:close/>
                  <a:moveTo>
                    <a:pt x="2337749" y="1719639"/>
                  </a:moveTo>
                  <a:lnTo>
                    <a:pt x="2275232" y="1709872"/>
                  </a:lnTo>
                  <a:lnTo>
                    <a:pt x="2271697" y="1788299"/>
                  </a:lnTo>
                  <a:close/>
                  <a:moveTo>
                    <a:pt x="1560669" y="801830"/>
                  </a:moveTo>
                  <a:lnTo>
                    <a:pt x="1589149" y="803080"/>
                  </a:lnTo>
                  <a:lnTo>
                    <a:pt x="1485045" y="797741"/>
                  </a:lnTo>
                  <a:close/>
                  <a:moveTo>
                    <a:pt x="2307515" y="1491813"/>
                  </a:moveTo>
                  <a:lnTo>
                    <a:pt x="2335890" y="1520966"/>
                  </a:lnTo>
                  <a:lnTo>
                    <a:pt x="2313906" y="1484937"/>
                  </a:lnTo>
                  <a:close/>
                  <a:moveTo>
                    <a:pt x="2307515" y="1491813"/>
                  </a:moveTo>
                  <a:lnTo>
                    <a:pt x="2335335" y="1532369"/>
                  </a:lnTo>
                  <a:lnTo>
                    <a:pt x="2335890" y="1520966"/>
                  </a:lnTo>
                  <a:close/>
                  <a:moveTo>
                    <a:pt x="2335890" y="1520966"/>
                  </a:moveTo>
                  <a:lnTo>
                    <a:pt x="2350083" y="1409335"/>
                  </a:lnTo>
                  <a:lnTo>
                    <a:pt x="2313906" y="1484937"/>
                  </a:lnTo>
                  <a:close/>
                  <a:moveTo>
                    <a:pt x="2350083" y="1409335"/>
                  </a:moveTo>
                  <a:lnTo>
                    <a:pt x="2350365" y="1402722"/>
                  </a:lnTo>
                  <a:lnTo>
                    <a:pt x="2313906" y="1484937"/>
                  </a:lnTo>
                  <a:close/>
                  <a:moveTo>
                    <a:pt x="2350365" y="1402722"/>
                  </a:moveTo>
                  <a:lnTo>
                    <a:pt x="2350083" y="1409335"/>
                  </a:lnTo>
                  <a:lnTo>
                    <a:pt x="2336401" y="1321152"/>
                  </a:lnTo>
                  <a:close/>
                  <a:moveTo>
                    <a:pt x="2088738" y="1073862"/>
                  </a:moveTo>
                  <a:lnTo>
                    <a:pt x="2099447" y="1156077"/>
                  </a:lnTo>
                  <a:lnTo>
                    <a:pt x="2068648" y="1112299"/>
                  </a:lnTo>
                  <a:close/>
                  <a:moveTo>
                    <a:pt x="1839871" y="947868"/>
                  </a:moveTo>
                  <a:lnTo>
                    <a:pt x="1836098" y="843890"/>
                  </a:lnTo>
                  <a:lnTo>
                    <a:pt x="1838782" y="921501"/>
                  </a:lnTo>
                  <a:close/>
                  <a:moveTo>
                    <a:pt x="2069558" y="1055252"/>
                  </a:moveTo>
                  <a:lnTo>
                    <a:pt x="2093457" y="1135915"/>
                  </a:lnTo>
                  <a:lnTo>
                    <a:pt x="2099447" y="1156077"/>
                  </a:lnTo>
                  <a:close/>
                  <a:moveTo>
                    <a:pt x="1714156" y="451426"/>
                  </a:moveTo>
                  <a:lnTo>
                    <a:pt x="1660222" y="464979"/>
                  </a:lnTo>
                  <a:lnTo>
                    <a:pt x="1786934" y="444872"/>
                  </a:lnTo>
                  <a:close/>
                  <a:moveTo>
                    <a:pt x="2077325" y="748662"/>
                  </a:moveTo>
                  <a:lnTo>
                    <a:pt x="2077281" y="750344"/>
                  </a:lnTo>
                  <a:lnTo>
                    <a:pt x="2078525" y="647594"/>
                  </a:lnTo>
                  <a:close/>
                  <a:moveTo>
                    <a:pt x="1723341" y="55361"/>
                  </a:moveTo>
                  <a:lnTo>
                    <a:pt x="1720691" y="56085"/>
                  </a:lnTo>
                  <a:lnTo>
                    <a:pt x="1727777" y="54186"/>
                  </a:lnTo>
                  <a:close/>
                  <a:moveTo>
                    <a:pt x="1720691" y="56085"/>
                  </a:moveTo>
                  <a:lnTo>
                    <a:pt x="1723341" y="55361"/>
                  </a:lnTo>
                  <a:lnTo>
                    <a:pt x="1700507" y="54186"/>
                  </a:lnTo>
                  <a:close/>
                  <a:moveTo>
                    <a:pt x="1700507" y="54186"/>
                  </a:moveTo>
                  <a:lnTo>
                    <a:pt x="1723341" y="55361"/>
                  </a:lnTo>
                  <a:lnTo>
                    <a:pt x="1725256" y="52374"/>
                  </a:lnTo>
                  <a:close/>
                  <a:moveTo>
                    <a:pt x="1766092" y="0"/>
                  </a:moveTo>
                  <a:lnTo>
                    <a:pt x="1700507" y="54186"/>
                  </a:lnTo>
                  <a:lnTo>
                    <a:pt x="1725256" y="52374"/>
                  </a:lnTo>
                  <a:close/>
                  <a:moveTo>
                    <a:pt x="1723341" y="55361"/>
                  </a:moveTo>
                  <a:lnTo>
                    <a:pt x="1727777" y="54186"/>
                  </a:lnTo>
                  <a:lnTo>
                    <a:pt x="1725256" y="52374"/>
                  </a:lnTo>
                  <a:close/>
                  <a:moveTo>
                    <a:pt x="1821678" y="34577"/>
                  </a:moveTo>
                  <a:lnTo>
                    <a:pt x="1814202" y="15750"/>
                  </a:lnTo>
                  <a:lnTo>
                    <a:pt x="1795008" y="44653"/>
                  </a:lnTo>
                  <a:close/>
                  <a:moveTo>
                    <a:pt x="1795008" y="44653"/>
                  </a:moveTo>
                  <a:lnTo>
                    <a:pt x="1814202" y="15750"/>
                  </a:lnTo>
                  <a:lnTo>
                    <a:pt x="1766092" y="0"/>
                  </a:lnTo>
                  <a:close/>
                  <a:moveTo>
                    <a:pt x="1725256" y="52374"/>
                  </a:moveTo>
                  <a:lnTo>
                    <a:pt x="1727777" y="54186"/>
                  </a:lnTo>
                  <a:lnTo>
                    <a:pt x="1795008" y="44653"/>
                  </a:lnTo>
                  <a:close/>
                  <a:moveTo>
                    <a:pt x="1766092" y="0"/>
                  </a:moveTo>
                  <a:lnTo>
                    <a:pt x="1725256" y="52374"/>
                  </a:lnTo>
                  <a:lnTo>
                    <a:pt x="1795008" y="4465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03" name="Candidate_density__2102">
              <a:extLst>
                <a:ext uri="{FF2B5EF4-FFF2-40B4-BE49-F238E27FC236}">
                  <a16:creationId xmlns:a16="http://schemas.microsoft.com/office/drawing/2014/main" id="{152FD63C-75D3-53B1-8ABD-359A2F8EDDC2}"/>
                </a:ext>
              </a:extLst>
            </p:cNvPr>
            <p:cNvSpPr>
              <a:spLocks noGrp="1"/>
            </p:cNvSpPr>
            <p:nvPr/>
          </p:nvSpPr>
          <p:spPr>
            <a:xfrm>
              <a:off x="4045031" y="1770625"/>
              <a:ext cx="2138886" cy="2240335"/>
            </a:xfrm>
            <a:custGeom>
              <a:avLst/>
              <a:gdLst/>
              <a:ahLst/>
              <a:cxnLst/>
              <a:rect l="0" t="0" r="0" b="0"/>
              <a:pathLst>
                <a:path w="2138886" h="2240335">
                  <a:moveTo>
                    <a:pt x="0" y="1326016"/>
                  </a:moveTo>
                  <a:lnTo>
                    <a:pt x="30858" y="1340553"/>
                  </a:lnTo>
                  <a:lnTo>
                    <a:pt x="59143" y="1364918"/>
                  </a:lnTo>
                  <a:close/>
                  <a:moveTo>
                    <a:pt x="991830" y="2191946"/>
                  </a:moveTo>
                  <a:lnTo>
                    <a:pt x="986834" y="2173732"/>
                  </a:lnTo>
                  <a:lnTo>
                    <a:pt x="947088" y="2240335"/>
                  </a:lnTo>
                  <a:close/>
                  <a:moveTo>
                    <a:pt x="991830" y="2191946"/>
                  </a:moveTo>
                  <a:lnTo>
                    <a:pt x="1011989" y="2153509"/>
                  </a:lnTo>
                  <a:lnTo>
                    <a:pt x="986834" y="2173732"/>
                  </a:lnTo>
                  <a:close/>
                  <a:moveTo>
                    <a:pt x="1011989" y="2153509"/>
                  </a:moveTo>
                  <a:lnTo>
                    <a:pt x="991830" y="2191946"/>
                  </a:lnTo>
                  <a:lnTo>
                    <a:pt x="1047996" y="2123751"/>
                  </a:lnTo>
                  <a:close/>
                  <a:moveTo>
                    <a:pt x="1023434" y="2095373"/>
                  </a:moveTo>
                  <a:lnTo>
                    <a:pt x="1011989" y="2153509"/>
                  </a:lnTo>
                  <a:lnTo>
                    <a:pt x="1047996" y="2123751"/>
                  </a:lnTo>
                  <a:close/>
                  <a:moveTo>
                    <a:pt x="1096319" y="2071294"/>
                  </a:moveTo>
                  <a:lnTo>
                    <a:pt x="1087690" y="2056961"/>
                  </a:lnTo>
                  <a:lnTo>
                    <a:pt x="1047996" y="2123751"/>
                  </a:lnTo>
                  <a:close/>
                  <a:moveTo>
                    <a:pt x="1096319" y="2071294"/>
                  </a:moveTo>
                  <a:lnTo>
                    <a:pt x="1131731" y="2032858"/>
                  </a:lnTo>
                  <a:lnTo>
                    <a:pt x="1087690" y="2056961"/>
                  </a:lnTo>
                  <a:close/>
                  <a:moveTo>
                    <a:pt x="225455" y="847266"/>
                  </a:moveTo>
                  <a:lnTo>
                    <a:pt x="267720" y="964062"/>
                  </a:lnTo>
                  <a:lnTo>
                    <a:pt x="272148" y="958386"/>
                  </a:lnTo>
                  <a:close/>
                  <a:moveTo>
                    <a:pt x="857362" y="1537913"/>
                  </a:moveTo>
                  <a:lnTo>
                    <a:pt x="878100" y="1476273"/>
                  </a:lnTo>
                  <a:lnTo>
                    <a:pt x="805036" y="1583346"/>
                  </a:lnTo>
                  <a:close/>
                  <a:moveTo>
                    <a:pt x="526193" y="1135704"/>
                  </a:moveTo>
                  <a:lnTo>
                    <a:pt x="570961" y="1090056"/>
                  </a:lnTo>
                  <a:lnTo>
                    <a:pt x="655708" y="1126074"/>
                  </a:lnTo>
                  <a:close/>
                  <a:moveTo>
                    <a:pt x="774528" y="899330"/>
                  </a:moveTo>
                  <a:lnTo>
                    <a:pt x="847784" y="856498"/>
                  </a:lnTo>
                  <a:lnTo>
                    <a:pt x="791190" y="892531"/>
                  </a:lnTo>
                  <a:close/>
                  <a:moveTo>
                    <a:pt x="797436" y="880706"/>
                  </a:moveTo>
                  <a:lnTo>
                    <a:pt x="791190" y="892531"/>
                  </a:lnTo>
                  <a:lnTo>
                    <a:pt x="847784" y="856498"/>
                  </a:lnTo>
                  <a:close/>
                  <a:moveTo>
                    <a:pt x="1177042" y="821159"/>
                  </a:moveTo>
                  <a:lnTo>
                    <a:pt x="1055789" y="861676"/>
                  </a:lnTo>
                  <a:lnTo>
                    <a:pt x="1107554" y="854094"/>
                  </a:lnTo>
                  <a:close/>
                  <a:moveTo>
                    <a:pt x="1150623" y="835940"/>
                  </a:moveTo>
                  <a:lnTo>
                    <a:pt x="1182957" y="815657"/>
                  </a:lnTo>
                  <a:lnTo>
                    <a:pt x="1177042" y="821159"/>
                  </a:lnTo>
                  <a:close/>
                  <a:moveTo>
                    <a:pt x="1963915" y="1802239"/>
                  </a:moveTo>
                  <a:lnTo>
                    <a:pt x="2027921" y="1773195"/>
                  </a:lnTo>
                  <a:lnTo>
                    <a:pt x="2077577" y="1743646"/>
                  </a:lnTo>
                  <a:close/>
                  <a:moveTo>
                    <a:pt x="2077577" y="1743646"/>
                  </a:moveTo>
                  <a:lnTo>
                    <a:pt x="2027921" y="1773195"/>
                  </a:lnTo>
                  <a:lnTo>
                    <a:pt x="2138886" y="1694214"/>
                  </a:lnTo>
                  <a:close/>
                  <a:moveTo>
                    <a:pt x="1178642" y="813161"/>
                  </a:moveTo>
                  <a:lnTo>
                    <a:pt x="1177042" y="821159"/>
                  </a:lnTo>
                  <a:lnTo>
                    <a:pt x="1182957" y="815657"/>
                  </a:lnTo>
                  <a:close/>
                  <a:moveTo>
                    <a:pt x="1644662" y="876848"/>
                  </a:moveTo>
                  <a:lnTo>
                    <a:pt x="1627555" y="960517"/>
                  </a:lnTo>
                  <a:lnTo>
                    <a:pt x="1645751" y="903215"/>
                  </a:lnTo>
                  <a:close/>
                  <a:moveTo>
                    <a:pt x="1650801" y="782564"/>
                  </a:moveTo>
                  <a:lnTo>
                    <a:pt x="1641978" y="799237"/>
                  </a:lnTo>
                  <a:lnTo>
                    <a:pt x="1645751" y="903215"/>
                  </a:lnTo>
                  <a:close/>
                  <a:moveTo>
                    <a:pt x="1762786" y="757059"/>
                  </a:moveTo>
                  <a:lnTo>
                    <a:pt x="1650801" y="782564"/>
                  </a:lnTo>
                  <a:lnTo>
                    <a:pt x="1747544" y="753707"/>
                  </a:lnTo>
                  <a:close/>
                  <a:moveTo>
                    <a:pt x="1641978" y="799237"/>
                  </a:moveTo>
                  <a:lnTo>
                    <a:pt x="1650801" y="782564"/>
                  </a:lnTo>
                  <a:lnTo>
                    <a:pt x="1762786" y="757059"/>
                  </a:lnTo>
                  <a:close/>
                  <a:moveTo>
                    <a:pt x="1747544" y="753707"/>
                  </a:moveTo>
                  <a:lnTo>
                    <a:pt x="1650801" y="782564"/>
                  </a:lnTo>
                  <a:lnTo>
                    <a:pt x="1706732" y="762688"/>
                  </a:lnTo>
                  <a:close/>
                  <a:moveTo>
                    <a:pt x="1984439" y="598062"/>
                  </a:moveTo>
                  <a:lnTo>
                    <a:pt x="1883161" y="705691"/>
                  </a:lnTo>
                  <a:lnTo>
                    <a:pt x="1939590" y="645582"/>
                  </a:lnTo>
                  <a:close/>
                  <a:moveTo>
                    <a:pt x="1984439" y="598062"/>
                  </a:moveTo>
                  <a:lnTo>
                    <a:pt x="1939590" y="645582"/>
                  </a:lnTo>
                  <a:lnTo>
                    <a:pt x="2060383" y="603346"/>
                  </a:lnTo>
                  <a:close/>
                  <a:moveTo>
                    <a:pt x="1526571" y="11432"/>
                  </a:moveTo>
                  <a:lnTo>
                    <a:pt x="1506387" y="9533"/>
                  </a:lnTo>
                  <a:lnTo>
                    <a:pt x="1477819" y="33729"/>
                  </a:lnTo>
                  <a:close/>
                  <a:moveTo>
                    <a:pt x="1533656" y="9533"/>
                  </a:moveTo>
                  <a:lnTo>
                    <a:pt x="1477819" y="33729"/>
                  </a:lnTo>
                  <a:lnTo>
                    <a:pt x="1600887" y="0"/>
                  </a:lnTo>
                  <a:close/>
                  <a:moveTo>
                    <a:pt x="1526571" y="11432"/>
                  </a:moveTo>
                  <a:lnTo>
                    <a:pt x="1477819" y="33729"/>
                  </a:lnTo>
                  <a:lnTo>
                    <a:pt x="1533656" y="9533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04" name="Candidate_density__2103">
              <a:extLst>
                <a:ext uri="{FF2B5EF4-FFF2-40B4-BE49-F238E27FC236}">
                  <a16:creationId xmlns:a16="http://schemas.microsoft.com/office/drawing/2014/main" id="{151467D1-1C94-FCCA-5B33-86DFF0F8B3F7}"/>
                </a:ext>
              </a:extLst>
            </p:cNvPr>
            <p:cNvSpPr>
              <a:spLocks noGrp="1"/>
            </p:cNvSpPr>
            <p:nvPr/>
          </p:nvSpPr>
          <p:spPr>
            <a:xfrm>
              <a:off x="3987497" y="1506742"/>
              <a:ext cx="2449256" cy="3042019"/>
            </a:xfrm>
            <a:custGeom>
              <a:avLst/>
              <a:gdLst/>
              <a:ahLst/>
              <a:cxnLst/>
              <a:rect l="0" t="0" r="0" b="0"/>
              <a:pathLst>
                <a:path w="2449256" h="3042019">
                  <a:moveTo>
                    <a:pt x="81785" y="1266381"/>
                  </a:moveTo>
                  <a:lnTo>
                    <a:pt x="34527" y="1287358"/>
                  </a:lnTo>
                  <a:lnTo>
                    <a:pt x="56663" y="1369454"/>
                  </a:lnTo>
                  <a:close/>
                  <a:moveTo>
                    <a:pt x="0" y="1256020"/>
                  </a:moveTo>
                  <a:lnTo>
                    <a:pt x="34527" y="1287358"/>
                  </a:lnTo>
                  <a:lnTo>
                    <a:pt x="32868" y="1222602"/>
                  </a:lnTo>
                  <a:close/>
                  <a:moveTo>
                    <a:pt x="32868" y="1222602"/>
                  </a:moveTo>
                  <a:lnTo>
                    <a:pt x="34527" y="1287358"/>
                  </a:lnTo>
                  <a:lnTo>
                    <a:pt x="81785" y="1266381"/>
                  </a:lnTo>
                  <a:close/>
                  <a:moveTo>
                    <a:pt x="1697850" y="2954462"/>
                  </a:moveTo>
                  <a:lnTo>
                    <a:pt x="1816488" y="3010157"/>
                  </a:lnTo>
                  <a:lnTo>
                    <a:pt x="1795994" y="2926726"/>
                  </a:lnTo>
                  <a:close/>
                  <a:moveTo>
                    <a:pt x="1697850" y="2954462"/>
                  </a:moveTo>
                  <a:lnTo>
                    <a:pt x="1750191" y="3036677"/>
                  </a:lnTo>
                  <a:lnTo>
                    <a:pt x="1816488" y="3010157"/>
                  </a:lnTo>
                  <a:close/>
                  <a:moveTo>
                    <a:pt x="1795994" y="2926726"/>
                  </a:moveTo>
                  <a:lnTo>
                    <a:pt x="1893936" y="2954345"/>
                  </a:lnTo>
                  <a:lnTo>
                    <a:pt x="1865132" y="2916025"/>
                  </a:lnTo>
                  <a:close/>
                  <a:moveTo>
                    <a:pt x="1675260" y="2872247"/>
                  </a:moveTo>
                  <a:lnTo>
                    <a:pt x="1795994" y="2926726"/>
                  </a:lnTo>
                  <a:lnTo>
                    <a:pt x="1753402" y="2861260"/>
                  </a:lnTo>
                  <a:close/>
                  <a:moveTo>
                    <a:pt x="1675260" y="2872247"/>
                  </a:moveTo>
                  <a:lnTo>
                    <a:pt x="1697850" y="2954462"/>
                  </a:lnTo>
                  <a:lnTo>
                    <a:pt x="1795994" y="2926726"/>
                  </a:lnTo>
                  <a:close/>
                  <a:moveTo>
                    <a:pt x="1865132" y="2916025"/>
                  </a:moveTo>
                  <a:lnTo>
                    <a:pt x="1879449" y="2900180"/>
                  </a:lnTo>
                  <a:lnTo>
                    <a:pt x="1795994" y="2926726"/>
                  </a:lnTo>
                  <a:close/>
                  <a:moveTo>
                    <a:pt x="653509" y="1518369"/>
                  </a:moveTo>
                  <a:lnTo>
                    <a:pt x="673338" y="1455965"/>
                  </a:lnTo>
                  <a:lnTo>
                    <a:pt x="584394" y="1543655"/>
                  </a:lnTo>
                  <a:close/>
                  <a:moveTo>
                    <a:pt x="584394" y="1543655"/>
                  </a:moveTo>
                  <a:lnTo>
                    <a:pt x="673338" y="1455965"/>
                  </a:lnTo>
                  <a:lnTo>
                    <a:pt x="660693" y="1442126"/>
                  </a:lnTo>
                  <a:close/>
                  <a:moveTo>
                    <a:pt x="584394" y="1543655"/>
                  </a:moveTo>
                  <a:lnTo>
                    <a:pt x="660693" y="1442126"/>
                  </a:lnTo>
                  <a:lnTo>
                    <a:pt x="576899" y="1449657"/>
                  </a:lnTo>
                  <a:close/>
                  <a:moveTo>
                    <a:pt x="660693" y="1442126"/>
                  </a:moveTo>
                  <a:lnTo>
                    <a:pt x="673338" y="1455965"/>
                  </a:lnTo>
                  <a:lnTo>
                    <a:pt x="682896" y="1436153"/>
                  </a:lnTo>
                  <a:close/>
                  <a:moveTo>
                    <a:pt x="1920727" y="2998240"/>
                  </a:moveTo>
                  <a:lnTo>
                    <a:pt x="2035765" y="3042019"/>
                  </a:lnTo>
                  <a:lnTo>
                    <a:pt x="2015069" y="2959804"/>
                  </a:lnTo>
                  <a:close/>
                  <a:moveTo>
                    <a:pt x="2015069" y="2959804"/>
                  </a:moveTo>
                  <a:lnTo>
                    <a:pt x="2012251" y="2902844"/>
                  </a:lnTo>
                  <a:lnTo>
                    <a:pt x="1920727" y="2998240"/>
                  </a:lnTo>
                  <a:close/>
                  <a:moveTo>
                    <a:pt x="1920727" y="2998240"/>
                  </a:moveTo>
                  <a:lnTo>
                    <a:pt x="2012251" y="2902844"/>
                  </a:lnTo>
                  <a:lnTo>
                    <a:pt x="1888273" y="2912297"/>
                  </a:lnTo>
                  <a:close/>
                  <a:moveTo>
                    <a:pt x="1888273" y="2912297"/>
                  </a:moveTo>
                  <a:lnTo>
                    <a:pt x="2012251" y="2902844"/>
                  </a:lnTo>
                  <a:lnTo>
                    <a:pt x="1996983" y="2884510"/>
                  </a:lnTo>
                  <a:close/>
                  <a:moveTo>
                    <a:pt x="1920727" y="2998240"/>
                  </a:moveTo>
                  <a:lnTo>
                    <a:pt x="1888273" y="2912297"/>
                  </a:lnTo>
                  <a:lnTo>
                    <a:pt x="1893936" y="2954345"/>
                  </a:lnTo>
                  <a:close/>
                  <a:moveTo>
                    <a:pt x="1865132" y="2916025"/>
                  </a:moveTo>
                  <a:lnTo>
                    <a:pt x="1893936" y="2954345"/>
                  </a:lnTo>
                  <a:lnTo>
                    <a:pt x="1888273" y="2912297"/>
                  </a:lnTo>
                  <a:close/>
                  <a:moveTo>
                    <a:pt x="1879449" y="2900180"/>
                  </a:moveTo>
                  <a:lnTo>
                    <a:pt x="1865132" y="2916025"/>
                  </a:lnTo>
                  <a:lnTo>
                    <a:pt x="1888273" y="2912297"/>
                  </a:lnTo>
                  <a:close/>
                  <a:moveTo>
                    <a:pt x="1996983" y="2884510"/>
                  </a:moveTo>
                  <a:lnTo>
                    <a:pt x="2012251" y="2902844"/>
                  </a:lnTo>
                  <a:lnTo>
                    <a:pt x="2027802" y="2877589"/>
                  </a:lnTo>
                  <a:close/>
                  <a:moveTo>
                    <a:pt x="1114636" y="1815907"/>
                  </a:moveTo>
                  <a:lnTo>
                    <a:pt x="1023686" y="1847229"/>
                  </a:lnTo>
                  <a:lnTo>
                    <a:pt x="1128396" y="1827521"/>
                  </a:lnTo>
                  <a:close/>
                  <a:moveTo>
                    <a:pt x="1128396" y="1827521"/>
                  </a:moveTo>
                  <a:lnTo>
                    <a:pt x="1023686" y="1847229"/>
                  </a:lnTo>
                  <a:lnTo>
                    <a:pt x="1009560" y="1877072"/>
                  </a:lnTo>
                  <a:close/>
                  <a:moveTo>
                    <a:pt x="840492" y="1600584"/>
                  </a:moveTo>
                  <a:lnTo>
                    <a:pt x="795141" y="1632710"/>
                  </a:lnTo>
                  <a:lnTo>
                    <a:pt x="918291" y="1599287"/>
                  </a:lnTo>
                  <a:close/>
                  <a:moveTo>
                    <a:pt x="918291" y="1599287"/>
                  </a:moveTo>
                  <a:lnTo>
                    <a:pt x="795141" y="1632710"/>
                  </a:lnTo>
                  <a:lnTo>
                    <a:pt x="888576" y="1644362"/>
                  </a:lnTo>
                  <a:close/>
                  <a:moveTo>
                    <a:pt x="888576" y="1644362"/>
                  </a:moveTo>
                  <a:lnTo>
                    <a:pt x="795141" y="1632710"/>
                  </a:lnTo>
                  <a:lnTo>
                    <a:pt x="840981" y="1656423"/>
                  </a:lnTo>
                  <a:close/>
                  <a:moveTo>
                    <a:pt x="673338" y="1455965"/>
                  </a:moveTo>
                  <a:lnTo>
                    <a:pt x="653509" y="1518369"/>
                  </a:lnTo>
                  <a:lnTo>
                    <a:pt x="712961" y="1499725"/>
                  </a:lnTo>
                  <a:close/>
                  <a:moveTo>
                    <a:pt x="682896" y="1436153"/>
                  </a:moveTo>
                  <a:lnTo>
                    <a:pt x="673338" y="1455965"/>
                  </a:lnTo>
                  <a:lnTo>
                    <a:pt x="712961" y="1499725"/>
                  </a:lnTo>
                  <a:close/>
                  <a:moveTo>
                    <a:pt x="2015069" y="2959804"/>
                  </a:moveTo>
                  <a:lnTo>
                    <a:pt x="2055477" y="3037140"/>
                  </a:lnTo>
                  <a:lnTo>
                    <a:pt x="2035112" y="2953603"/>
                  </a:lnTo>
                  <a:close/>
                  <a:moveTo>
                    <a:pt x="2015069" y="2959804"/>
                  </a:moveTo>
                  <a:lnTo>
                    <a:pt x="2035765" y="3042019"/>
                  </a:lnTo>
                  <a:lnTo>
                    <a:pt x="2055477" y="3037140"/>
                  </a:lnTo>
                  <a:close/>
                  <a:moveTo>
                    <a:pt x="2012251" y="2902844"/>
                  </a:moveTo>
                  <a:lnTo>
                    <a:pt x="2015069" y="2959804"/>
                  </a:lnTo>
                  <a:lnTo>
                    <a:pt x="2035112" y="2953603"/>
                  </a:lnTo>
                  <a:close/>
                  <a:moveTo>
                    <a:pt x="2035112" y="2953603"/>
                  </a:moveTo>
                  <a:lnTo>
                    <a:pt x="2133779" y="2863358"/>
                  </a:lnTo>
                  <a:lnTo>
                    <a:pt x="2027802" y="2877589"/>
                  </a:lnTo>
                  <a:close/>
                  <a:moveTo>
                    <a:pt x="2027802" y="2877589"/>
                  </a:moveTo>
                  <a:lnTo>
                    <a:pt x="2133779" y="2863358"/>
                  </a:lnTo>
                  <a:lnTo>
                    <a:pt x="2103505" y="2839152"/>
                  </a:lnTo>
                  <a:close/>
                  <a:moveTo>
                    <a:pt x="2027802" y="2877589"/>
                  </a:moveTo>
                  <a:lnTo>
                    <a:pt x="2012251" y="2902844"/>
                  </a:lnTo>
                  <a:lnTo>
                    <a:pt x="2035112" y="2953603"/>
                  </a:lnTo>
                  <a:close/>
                  <a:moveTo>
                    <a:pt x="2120120" y="2812289"/>
                  </a:moveTo>
                  <a:lnTo>
                    <a:pt x="2027802" y="2877589"/>
                  </a:lnTo>
                  <a:lnTo>
                    <a:pt x="2103505" y="2839152"/>
                  </a:lnTo>
                  <a:close/>
                  <a:moveTo>
                    <a:pt x="2120120" y="2812289"/>
                  </a:moveTo>
                  <a:lnTo>
                    <a:pt x="2076943" y="2866060"/>
                  </a:lnTo>
                  <a:lnTo>
                    <a:pt x="2027802" y="2877589"/>
                  </a:lnTo>
                  <a:close/>
                  <a:moveTo>
                    <a:pt x="942462" y="1359280"/>
                  </a:moveTo>
                  <a:lnTo>
                    <a:pt x="932688" y="1277065"/>
                  </a:lnTo>
                  <a:lnTo>
                    <a:pt x="886986" y="1379337"/>
                  </a:lnTo>
                  <a:close/>
                  <a:moveTo>
                    <a:pt x="469474" y="875846"/>
                  </a:moveTo>
                  <a:lnTo>
                    <a:pt x="388142" y="881375"/>
                  </a:lnTo>
                  <a:lnTo>
                    <a:pt x="485332" y="879953"/>
                  </a:lnTo>
                  <a:close/>
                  <a:moveTo>
                    <a:pt x="494484" y="865990"/>
                  </a:moveTo>
                  <a:lnTo>
                    <a:pt x="460246" y="783774"/>
                  </a:lnTo>
                  <a:lnTo>
                    <a:pt x="469474" y="875846"/>
                  </a:lnTo>
                  <a:close/>
                  <a:moveTo>
                    <a:pt x="460246" y="783774"/>
                  </a:moveTo>
                  <a:lnTo>
                    <a:pt x="457785" y="785257"/>
                  </a:lnTo>
                  <a:lnTo>
                    <a:pt x="469474" y="875846"/>
                  </a:lnTo>
                  <a:close/>
                  <a:moveTo>
                    <a:pt x="469474" y="875846"/>
                  </a:moveTo>
                  <a:lnTo>
                    <a:pt x="485332" y="879953"/>
                  </a:lnTo>
                  <a:lnTo>
                    <a:pt x="494484" y="865990"/>
                  </a:lnTo>
                  <a:close/>
                  <a:moveTo>
                    <a:pt x="414812" y="701560"/>
                  </a:moveTo>
                  <a:lnTo>
                    <a:pt x="457785" y="785257"/>
                  </a:lnTo>
                  <a:lnTo>
                    <a:pt x="458776" y="780667"/>
                  </a:lnTo>
                  <a:close/>
                  <a:moveTo>
                    <a:pt x="376089" y="822211"/>
                  </a:moveTo>
                  <a:lnTo>
                    <a:pt x="457785" y="785257"/>
                  </a:lnTo>
                  <a:lnTo>
                    <a:pt x="414812" y="701560"/>
                  </a:lnTo>
                  <a:close/>
                  <a:moveTo>
                    <a:pt x="457785" y="785257"/>
                  </a:moveTo>
                  <a:lnTo>
                    <a:pt x="460246" y="783774"/>
                  </a:lnTo>
                  <a:lnTo>
                    <a:pt x="458776" y="780667"/>
                  </a:lnTo>
                  <a:close/>
                  <a:moveTo>
                    <a:pt x="2103505" y="2839152"/>
                  </a:moveTo>
                  <a:lnTo>
                    <a:pt x="2133779" y="2863358"/>
                  </a:lnTo>
                  <a:lnTo>
                    <a:pt x="2135376" y="2832590"/>
                  </a:lnTo>
                  <a:close/>
                  <a:moveTo>
                    <a:pt x="2120120" y="2812289"/>
                  </a:moveTo>
                  <a:lnTo>
                    <a:pt x="2103505" y="2839152"/>
                  </a:lnTo>
                  <a:lnTo>
                    <a:pt x="2135376" y="2832590"/>
                  </a:lnTo>
                  <a:close/>
                  <a:moveTo>
                    <a:pt x="1815116" y="2410720"/>
                  </a:moveTo>
                  <a:lnTo>
                    <a:pt x="1777272" y="2345862"/>
                  </a:lnTo>
                  <a:lnTo>
                    <a:pt x="1774461" y="2355899"/>
                  </a:lnTo>
                  <a:close/>
                  <a:moveTo>
                    <a:pt x="1873954" y="2323385"/>
                  </a:moveTo>
                  <a:lnTo>
                    <a:pt x="1777272" y="2345862"/>
                  </a:lnTo>
                  <a:lnTo>
                    <a:pt x="1815116" y="2410720"/>
                  </a:lnTo>
                  <a:close/>
                  <a:moveTo>
                    <a:pt x="1583087" y="2099216"/>
                  </a:moveTo>
                  <a:lnTo>
                    <a:pt x="1696304" y="2127140"/>
                  </a:lnTo>
                  <a:lnTo>
                    <a:pt x="1662052" y="2074197"/>
                  </a:lnTo>
                  <a:close/>
                  <a:moveTo>
                    <a:pt x="1693705" y="2142995"/>
                  </a:moveTo>
                  <a:lnTo>
                    <a:pt x="1696304" y="2127140"/>
                  </a:lnTo>
                  <a:lnTo>
                    <a:pt x="1583087" y="2099216"/>
                  </a:lnTo>
                  <a:close/>
                  <a:moveTo>
                    <a:pt x="1601457" y="2181432"/>
                  </a:moveTo>
                  <a:lnTo>
                    <a:pt x="1693705" y="2142995"/>
                  </a:lnTo>
                  <a:lnTo>
                    <a:pt x="1583087" y="2099216"/>
                  </a:lnTo>
                  <a:close/>
                  <a:moveTo>
                    <a:pt x="1662052" y="2074197"/>
                  </a:moveTo>
                  <a:lnTo>
                    <a:pt x="1696304" y="2127140"/>
                  </a:lnTo>
                  <a:lnTo>
                    <a:pt x="1753339" y="2061727"/>
                  </a:lnTo>
                  <a:close/>
                  <a:moveTo>
                    <a:pt x="942462" y="1359280"/>
                  </a:moveTo>
                  <a:lnTo>
                    <a:pt x="1044772" y="1363118"/>
                  </a:lnTo>
                  <a:lnTo>
                    <a:pt x="1013773" y="1336853"/>
                  </a:lnTo>
                  <a:close/>
                  <a:moveTo>
                    <a:pt x="932688" y="1277065"/>
                  </a:moveTo>
                  <a:lnTo>
                    <a:pt x="942462" y="1359280"/>
                  </a:lnTo>
                  <a:lnTo>
                    <a:pt x="1013773" y="1336853"/>
                  </a:lnTo>
                  <a:close/>
                  <a:moveTo>
                    <a:pt x="1097782" y="1329148"/>
                  </a:moveTo>
                  <a:lnTo>
                    <a:pt x="973980" y="1269113"/>
                  </a:lnTo>
                  <a:lnTo>
                    <a:pt x="1013773" y="1336853"/>
                  </a:lnTo>
                  <a:close/>
                  <a:moveTo>
                    <a:pt x="460246" y="783774"/>
                  </a:moveTo>
                  <a:lnTo>
                    <a:pt x="494484" y="865990"/>
                  </a:lnTo>
                  <a:lnTo>
                    <a:pt x="566013" y="827554"/>
                  </a:lnTo>
                  <a:close/>
                  <a:moveTo>
                    <a:pt x="460246" y="783774"/>
                  </a:moveTo>
                  <a:lnTo>
                    <a:pt x="566013" y="827554"/>
                  </a:lnTo>
                  <a:lnTo>
                    <a:pt x="513623" y="745338"/>
                  </a:lnTo>
                  <a:close/>
                  <a:moveTo>
                    <a:pt x="472326" y="673342"/>
                  </a:moveTo>
                  <a:lnTo>
                    <a:pt x="458776" y="780667"/>
                  </a:lnTo>
                  <a:lnTo>
                    <a:pt x="491266" y="663123"/>
                  </a:lnTo>
                  <a:close/>
                  <a:moveTo>
                    <a:pt x="491266" y="663123"/>
                  </a:moveTo>
                  <a:lnTo>
                    <a:pt x="458776" y="780667"/>
                  </a:lnTo>
                  <a:lnTo>
                    <a:pt x="460246" y="783774"/>
                  </a:lnTo>
                  <a:close/>
                  <a:moveTo>
                    <a:pt x="491266" y="663123"/>
                  </a:moveTo>
                  <a:lnTo>
                    <a:pt x="460246" y="783774"/>
                  </a:lnTo>
                  <a:lnTo>
                    <a:pt x="513623" y="745338"/>
                  </a:lnTo>
                  <a:close/>
                  <a:moveTo>
                    <a:pt x="414812" y="701560"/>
                  </a:moveTo>
                  <a:lnTo>
                    <a:pt x="458776" y="780667"/>
                  </a:lnTo>
                  <a:lnTo>
                    <a:pt x="472326" y="673342"/>
                  </a:lnTo>
                  <a:close/>
                  <a:moveTo>
                    <a:pt x="427201" y="662611"/>
                  </a:moveTo>
                  <a:lnTo>
                    <a:pt x="414812" y="701560"/>
                  </a:lnTo>
                  <a:lnTo>
                    <a:pt x="472326" y="673342"/>
                  </a:lnTo>
                  <a:close/>
                  <a:moveTo>
                    <a:pt x="538341" y="584285"/>
                  </a:moveTo>
                  <a:lnTo>
                    <a:pt x="427201" y="662611"/>
                  </a:lnTo>
                  <a:lnTo>
                    <a:pt x="491266" y="663123"/>
                  </a:lnTo>
                  <a:close/>
                  <a:moveTo>
                    <a:pt x="491266" y="663123"/>
                  </a:moveTo>
                  <a:lnTo>
                    <a:pt x="427201" y="662611"/>
                  </a:lnTo>
                  <a:lnTo>
                    <a:pt x="472326" y="673342"/>
                  </a:lnTo>
                  <a:close/>
                  <a:moveTo>
                    <a:pt x="2218831" y="2687492"/>
                  </a:moveTo>
                  <a:lnTo>
                    <a:pt x="2196324" y="2743541"/>
                  </a:lnTo>
                  <a:lnTo>
                    <a:pt x="2208030" y="2718501"/>
                  </a:lnTo>
                  <a:close/>
                  <a:moveTo>
                    <a:pt x="2208030" y="2718501"/>
                  </a:moveTo>
                  <a:lnTo>
                    <a:pt x="2242800" y="2777109"/>
                  </a:lnTo>
                  <a:lnTo>
                    <a:pt x="2243111" y="2705504"/>
                  </a:lnTo>
                  <a:close/>
                  <a:moveTo>
                    <a:pt x="2218831" y="2687492"/>
                  </a:moveTo>
                  <a:lnTo>
                    <a:pt x="2208030" y="2718501"/>
                  </a:lnTo>
                  <a:lnTo>
                    <a:pt x="2243111" y="2705504"/>
                  </a:lnTo>
                  <a:close/>
                  <a:moveTo>
                    <a:pt x="2335790" y="2690750"/>
                  </a:moveTo>
                  <a:lnTo>
                    <a:pt x="2243111" y="2705504"/>
                  </a:lnTo>
                  <a:lnTo>
                    <a:pt x="2242800" y="2777109"/>
                  </a:lnTo>
                  <a:close/>
                  <a:moveTo>
                    <a:pt x="2243111" y="2705504"/>
                  </a:moveTo>
                  <a:lnTo>
                    <a:pt x="2292605" y="2684664"/>
                  </a:lnTo>
                  <a:lnTo>
                    <a:pt x="2218831" y="2687492"/>
                  </a:lnTo>
                  <a:close/>
                  <a:moveTo>
                    <a:pt x="2243111" y="2705504"/>
                  </a:moveTo>
                  <a:lnTo>
                    <a:pt x="2335790" y="2690750"/>
                  </a:lnTo>
                  <a:lnTo>
                    <a:pt x="2292605" y="2684664"/>
                  </a:lnTo>
                  <a:close/>
                  <a:moveTo>
                    <a:pt x="1693705" y="2142995"/>
                  </a:moveTo>
                  <a:lnTo>
                    <a:pt x="1705347" y="2160950"/>
                  </a:lnTo>
                  <a:lnTo>
                    <a:pt x="1706584" y="2138086"/>
                  </a:lnTo>
                  <a:close/>
                  <a:moveTo>
                    <a:pt x="1696304" y="2127140"/>
                  </a:moveTo>
                  <a:lnTo>
                    <a:pt x="1693705" y="2142995"/>
                  </a:lnTo>
                  <a:lnTo>
                    <a:pt x="1706584" y="2138086"/>
                  </a:lnTo>
                  <a:close/>
                  <a:moveTo>
                    <a:pt x="1705347" y="2160950"/>
                  </a:moveTo>
                  <a:lnTo>
                    <a:pt x="1795567" y="2104559"/>
                  </a:lnTo>
                  <a:lnTo>
                    <a:pt x="1706584" y="2138086"/>
                  </a:lnTo>
                  <a:close/>
                  <a:moveTo>
                    <a:pt x="1833182" y="2145044"/>
                  </a:moveTo>
                  <a:lnTo>
                    <a:pt x="1795567" y="2104559"/>
                  </a:lnTo>
                  <a:lnTo>
                    <a:pt x="1705347" y="2160950"/>
                  </a:lnTo>
                  <a:close/>
                  <a:moveTo>
                    <a:pt x="1810734" y="2061114"/>
                  </a:moveTo>
                  <a:lnTo>
                    <a:pt x="1706584" y="2138086"/>
                  </a:lnTo>
                  <a:lnTo>
                    <a:pt x="1795567" y="2104559"/>
                  </a:lnTo>
                  <a:close/>
                  <a:moveTo>
                    <a:pt x="1696304" y="2127140"/>
                  </a:moveTo>
                  <a:lnTo>
                    <a:pt x="1706584" y="2138086"/>
                  </a:lnTo>
                  <a:lnTo>
                    <a:pt x="1810734" y="2061114"/>
                  </a:lnTo>
                  <a:close/>
                  <a:moveTo>
                    <a:pt x="1753339" y="2061727"/>
                  </a:moveTo>
                  <a:lnTo>
                    <a:pt x="1696304" y="2127140"/>
                  </a:lnTo>
                  <a:lnTo>
                    <a:pt x="1810734" y="2061114"/>
                  </a:lnTo>
                  <a:close/>
                  <a:moveTo>
                    <a:pt x="1398101" y="1731920"/>
                  </a:moveTo>
                  <a:lnTo>
                    <a:pt x="1473514" y="1705922"/>
                  </a:lnTo>
                  <a:lnTo>
                    <a:pt x="1421899" y="1658501"/>
                  </a:lnTo>
                  <a:close/>
                  <a:moveTo>
                    <a:pt x="595599" y="583161"/>
                  </a:moveTo>
                  <a:lnTo>
                    <a:pt x="491266" y="663123"/>
                  </a:lnTo>
                  <a:lnTo>
                    <a:pt x="571142" y="624687"/>
                  </a:lnTo>
                  <a:close/>
                  <a:moveTo>
                    <a:pt x="595599" y="583161"/>
                  </a:moveTo>
                  <a:lnTo>
                    <a:pt x="538341" y="584285"/>
                  </a:lnTo>
                  <a:lnTo>
                    <a:pt x="491266" y="663123"/>
                  </a:lnTo>
                  <a:close/>
                  <a:moveTo>
                    <a:pt x="2415300" y="2477198"/>
                  </a:moveTo>
                  <a:lnTo>
                    <a:pt x="2437751" y="2568357"/>
                  </a:lnTo>
                  <a:lnTo>
                    <a:pt x="2447990" y="2556563"/>
                  </a:lnTo>
                  <a:close/>
                  <a:moveTo>
                    <a:pt x="2437751" y="2568357"/>
                  </a:moveTo>
                  <a:lnTo>
                    <a:pt x="2449256" y="2559413"/>
                  </a:lnTo>
                  <a:lnTo>
                    <a:pt x="2447990" y="2556563"/>
                  </a:lnTo>
                  <a:close/>
                  <a:moveTo>
                    <a:pt x="664020" y="560319"/>
                  </a:moveTo>
                  <a:lnTo>
                    <a:pt x="595599" y="583161"/>
                  </a:lnTo>
                  <a:lnTo>
                    <a:pt x="715640" y="538115"/>
                  </a:lnTo>
                  <a:close/>
                  <a:moveTo>
                    <a:pt x="715640" y="538115"/>
                  </a:moveTo>
                  <a:lnTo>
                    <a:pt x="727804" y="504036"/>
                  </a:lnTo>
                  <a:lnTo>
                    <a:pt x="697039" y="542472"/>
                  </a:lnTo>
                  <a:close/>
                  <a:moveTo>
                    <a:pt x="2415300" y="2477198"/>
                  </a:moveTo>
                  <a:lnTo>
                    <a:pt x="2447990" y="2556563"/>
                  </a:lnTo>
                  <a:lnTo>
                    <a:pt x="2434657" y="2470781"/>
                  </a:lnTo>
                  <a:close/>
                  <a:moveTo>
                    <a:pt x="819731" y="433433"/>
                  </a:moveTo>
                  <a:lnTo>
                    <a:pt x="727804" y="504036"/>
                  </a:lnTo>
                  <a:lnTo>
                    <a:pt x="794963" y="465599"/>
                  </a:lnTo>
                  <a:close/>
                  <a:moveTo>
                    <a:pt x="819731" y="433433"/>
                  </a:moveTo>
                  <a:lnTo>
                    <a:pt x="767941" y="455003"/>
                  </a:lnTo>
                  <a:lnTo>
                    <a:pt x="727804" y="504036"/>
                  </a:lnTo>
                  <a:close/>
                  <a:moveTo>
                    <a:pt x="1554966" y="1099741"/>
                  </a:moveTo>
                  <a:lnTo>
                    <a:pt x="1506134" y="1123320"/>
                  </a:lnTo>
                  <a:lnTo>
                    <a:pt x="1577968" y="1102549"/>
                  </a:lnTo>
                  <a:close/>
                  <a:moveTo>
                    <a:pt x="1577968" y="1102549"/>
                  </a:moveTo>
                  <a:lnTo>
                    <a:pt x="1506134" y="1123320"/>
                  </a:lnTo>
                  <a:lnTo>
                    <a:pt x="1467719" y="1184208"/>
                  </a:lnTo>
                  <a:close/>
                  <a:moveTo>
                    <a:pt x="1577968" y="1102549"/>
                  </a:moveTo>
                  <a:lnTo>
                    <a:pt x="1467719" y="1184208"/>
                  </a:lnTo>
                  <a:lnTo>
                    <a:pt x="1513679" y="1140840"/>
                  </a:lnTo>
                  <a:close/>
                  <a:moveTo>
                    <a:pt x="1554966" y="1099741"/>
                  </a:moveTo>
                  <a:lnTo>
                    <a:pt x="1577968" y="1102549"/>
                  </a:lnTo>
                  <a:lnTo>
                    <a:pt x="1587500" y="1084884"/>
                  </a:lnTo>
                  <a:close/>
                  <a:moveTo>
                    <a:pt x="1811438" y="772533"/>
                  </a:moveTo>
                  <a:lnTo>
                    <a:pt x="1849807" y="722928"/>
                  </a:lnTo>
                  <a:lnTo>
                    <a:pt x="1775487" y="761365"/>
                  </a:lnTo>
                  <a:close/>
                  <a:moveTo>
                    <a:pt x="1354138" y="229637"/>
                  </a:moveTo>
                  <a:lnTo>
                    <a:pt x="1336167" y="325408"/>
                  </a:lnTo>
                  <a:lnTo>
                    <a:pt x="1376222" y="259966"/>
                  </a:lnTo>
                  <a:close/>
                  <a:moveTo>
                    <a:pt x="1354138" y="229637"/>
                  </a:moveTo>
                  <a:lnTo>
                    <a:pt x="1285723" y="268074"/>
                  </a:lnTo>
                  <a:lnTo>
                    <a:pt x="1336167" y="325408"/>
                  </a:lnTo>
                  <a:close/>
                  <a:moveTo>
                    <a:pt x="1349261" y="159162"/>
                  </a:moveTo>
                  <a:lnTo>
                    <a:pt x="1285723" y="268074"/>
                  </a:lnTo>
                  <a:lnTo>
                    <a:pt x="1354138" y="229637"/>
                  </a:lnTo>
                  <a:close/>
                  <a:moveTo>
                    <a:pt x="1349261" y="159162"/>
                  </a:moveTo>
                  <a:lnTo>
                    <a:pt x="1302706" y="200303"/>
                  </a:lnTo>
                  <a:lnTo>
                    <a:pt x="1285723" y="268074"/>
                  </a:lnTo>
                  <a:close/>
                  <a:moveTo>
                    <a:pt x="1349261" y="159162"/>
                  </a:moveTo>
                  <a:lnTo>
                    <a:pt x="1347705" y="147423"/>
                  </a:lnTo>
                  <a:lnTo>
                    <a:pt x="1306115" y="185859"/>
                  </a:lnTo>
                  <a:close/>
                  <a:moveTo>
                    <a:pt x="1833811" y="794045"/>
                  </a:moveTo>
                  <a:lnTo>
                    <a:pt x="1849807" y="722928"/>
                  </a:lnTo>
                  <a:lnTo>
                    <a:pt x="1811438" y="772533"/>
                  </a:lnTo>
                  <a:close/>
                  <a:moveTo>
                    <a:pt x="1886234" y="711926"/>
                  </a:moveTo>
                  <a:lnTo>
                    <a:pt x="1849807" y="722928"/>
                  </a:lnTo>
                  <a:lnTo>
                    <a:pt x="1833811" y="794045"/>
                  </a:lnTo>
                  <a:close/>
                  <a:moveTo>
                    <a:pt x="1934156" y="773059"/>
                  </a:moveTo>
                  <a:lnTo>
                    <a:pt x="1886234" y="711926"/>
                  </a:lnTo>
                  <a:lnTo>
                    <a:pt x="1833811" y="794045"/>
                  </a:lnTo>
                  <a:close/>
                  <a:moveTo>
                    <a:pt x="1960766" y="766707"/>
                  </a:moveTo>
                  <a:lnTo>
                    <a:pt x="1956394" y="684492"/>
                  </a:lnTo>
                  <a:lnTo>
                    <a:pt x="1934156" y="773059"/>
                  </a:lnTo>
                  <a:close/>
                  <a:moveTo>
                    <a:pt x="1956394" y="684492"/>
                  </a:moveTo>
                  <a:lnTo>
                    <a:pt x="1886234" y="711926"/>
                  </a:lnTo>
                  <a:lnTo>
                    <a:pt x="1934156" y="773059"/>
                  </a:lnTo>
                  <a:close/>
                  <a:moveTo>
                    <a:pt x="1866903" y="701252"/>
                  </a:moveTo>
                  <a:lnTo>
                    <a:pt x="1849807" y="722928"/>
                  </a:lnTo>
                  <a:lnTo>
                    <a:pt x="1886234" y="711926"/>
                  </a:lnTo>
                  <a:close/>
                  <a:moveTo>
                    <a:pt x="1979474" y="628270"/>
                  </a:moveTo>
                  <a:lnTo>
                    <a:pt x="1886234" y="711926"/>
                  </a:lnTo>
                  <a:lnTo>
                    <a:pt x="1956394" y="684492"/>
                  </a:lnTo>
                  <a:close/>
                  <a:moveTo>
                    <a:pt x="1684637" y="394068"/>
                  </a:moveTo>
                  <a:lnTo>
                    <a:pt x="1711302" y="437846"/>
                  </a:lnTo>
                  <a:lnTo>
                    <a:pt x="1732697" y="355632"/>
                  </a:lnTo>
                  <a:close/>
                  <a:moveTo>
                    <a:pt x="1354138" y="229637"/>
                  </a:moveTo>
                  <a:lnTo>
                    <a:pt x="1376222" y="259966"/>
                  </a:lnTo>
                  <a:lnTo>
                    <a:pt x="1381623" y="218652"/>
                  </a:lnTo>
                  <a:close/>
                  <a:moveTo>
                    <a:pt x="1349261" y="159162"/>
                  </a:moveTo>
                  <a:lnTo>
                    <a:pt x="1354138" y="229637"/>
                  </a:lnTo>
                  <a:lnTo>
                    <a:pt x="1381623" y="218652"/>
                  </a:lnTo>
                  <a:close/>
                  <a:moveTo>
                    <a:pt x="1349261" y="159162"/>
                  </a:moveTo>
                  <a:lnTo>
                    <a:pt x="1381623" y="218652"/>
                  </a:lnTo>
                  <a:lnTo>
                    <a:pt x="1347705" y="147423"/>
                  </a:lnTo>
                  <a:close/>
                  <a:moveTo>
                    <a:pt x="1347705" y="147423"/>
                  </a:moveTo>
                  <a:lnTo>
                    <a:pt x="1381623" y="218652"/>
                  </a:lnTo>
                  <a:lnTo>
                    <a:pt x="1445360" y="191201"/>
                  </a:lnTo>
                  <a:close/>
                  <a:moveTo>
                    <a:pt x="1347705" y="147423"/>
                  </a:moveTo>
                  <a:lnTo>
                    <a:pt x="1445360" y="191201"/>
                  </a:lnTo>
                  <a:lnTo>
                    <a:pt x="1425047" y="108986"/>
                  </a:lnTo>
                  <a:close/>
                  <a:moveTo>
                    <a:pt x="1453404" y="54676"/>
                  </a:moveTo>
                  <a:lnTo>
                    <a:pt x="1347705" y="147423"/>
                  </a:lnTo>
                  <a:lnTo>
                    <a:pt x="1425047" y="108986"/>
                  </a:lnTo>
                  <a:close/>
                  <a:moveTo>
                    <a:pt x="1453404" y="54676"/>
                  </a:moveTo>
                  <a:lnTo>
                    <a:pt x="1400093" y="70555"/>
                  </a:lnTo>
                  <a:lnTo>
                    <a:pt x="1347705" y="147423"/>
                  </a:lnTo>
                  <a:close/>
                  <a:moveTo>
                    <a:pt x="1956394" y="684492"/>
                  </a:moveTo>
                  <a:lnTo>
                    <a:pt x="1960766" y="766707"/>
                  </a:lnTo>
                  <a:lnTo>
                    <a:pt x="2033287" y="728271"/>
                  </a:lnTo>
                  <a:close/>
                  <a:moveTo>
                    <a:pt x="1956394" y="684492"/>
                  </a:moveTo>
                  <a:lnTo>
                    <a:pt x="2033287" y="728271"/>
                  </a:lnTo>
                  <a:lnTo>
                    <a:pt x="2027725" y="646055"/>
                  </a:lnTo>
                  <a:close/>
                  <a:moveTo>
                    <a:pt x="2034140" y="617458"/>
                  </a:moveTo>
                  <a:lnTo>
                    <a:pt x="1956394" y="684492"/>
                  </a:lnTo>
                  <a:lnTo>
                    <a:pt x="2027725" y="646055"/>
                  </a:lnTo>
                  <a:close/>
                  <a:moveTo>
                    <a:pt x="2034140" y="617458"/>
                  </a:moveTo>
                  <a:lnTo>
                    <a:pt x="1979474" y="628270"/>
                  </a:lnTo>
                  <a:lnTo>
                    <a:pt x="1956394" y="684492"/>
                  </a:lnTo>
                  <a:close/>
                  <a:moveTo>
                    <a:pt x="1979474" y="628270"/>
                  </a:moveTo>
                  <a:lnTo>
                    <a:pt x="2034140" y="617458"/>
                  </a:lnTo>
                  <a:lnTo>
                    <a:pt x="1998134" y="602277"/>
                  </a:lnTo>
                  <a:close/>
                  <a:moveTo>
                    <a:pt x="1732697" y="355632"/>
                  </a:moveTo>
                  <a:lnTo>
                    <a:pt x="1808557" y="331359"/>
                  </a:lnTo>
                  <a:lnTo>
                    <a:pt x="1794499" y="325544"/>
                  </a:lnTo>
                  <a:close/>
                  <a:moveTo>
                    <a:pt x="1783749" y="399410"/>
                  </a:moveTo>
                  <a:lnTo>
                    <a:pt x="1808557" y="331359"/>
                  </a:lnTo>
                  <a:lnTo>
                    <a:pt x="1732697" y="355632"/>
                  </a:lnTo>
                  <a:close/>
                  <a:moveTo>
                    <a:pt x="1711302" y="437846"/>
                  </a:moveTo>
                  <a:lnTo>
                    <a:pt x="1783749" y="399410"/>
                  </a:lnTo>
                  <a:lnTo>
                    <a:pt x="1732697" y="355632"/>
                  </a:lnTo>
                  <a:close/>
                  <a:moveTo>
                    <a:pt x="1794499" y="325544"/>
                  </a:moveTo>
                  <a:lnTo>
                    <a:pt x="1737262" y="279998"/>
                  </a:lnTo>
                  <a:lnTo>
                    <a:pt x="1732697" y="355632"/>
                  </a:lnTo>
                  <a:close/>
                  <a:moveTo>
                    <a:pt x="1737262" y="279998"/>
                  </a:moveTo>
                  <a:lnTo>
                    <a:pt x="1794499" y="325544"/>
                  </a:lnTo>
                  <a:lnTo>
                    <a:pt x="1815022" y="317195"/>
                  </a:lnTo>
                  <a:close/>
                  <a:moveTo>
                    <a:pt x="1794499" y="325544"/>
                  </a:moveTo>
                  <a:lnTo>
                    <a:pt x="1808557" y="331359"/>
                  </a:lnTo>
                  <a:lnTo>
                    <a:pt x="1815022" y="317195"/>
                  </a:lnTo>
                  <a:close/>
                  <a:moveTo>
                    <a:pt x="1453404" y="54676"/>
                  </a:moveTo>
                  <a:lnTo>
                    <a:pt x="1425047" y="108986"/>
                  </a:lnTo>
                  <a:lnTo>
                    <a:pt x="1497351" y="85068"/>
                  </a:lnTo>
                  <a:close/>
                  <a:moveTo>
                    <a:pt x="1498596" y="26770"/>
                  </a:moveTo>
                  <a:lnTo>
                    <a:pt x="1453404" y="54676"/>
                  </a:lnTo>
                  <a:lnTo>
                    <a:pt x="1574207" y="12477"/>
                  </a:lnTo>
                  <a:close/>
                  <a:moveTo>
                    <a:pt x="1574207" y="12477"/>
                  </a:moveTo>
                  <a:lnTo>
                    <a:pt x="1453404" y="54676"/>
                  </a:lnTo>
                  <a:lnTo>
                    <a:pt x="1539676" y="70549"/>
                  </a:lnTo>
                  <a:close/>
                  <a:moveTo>
                    <a:pt x="1539676" y="70549"/>
                  </a:moveTo>
                  <a:lnTo>
                    <a:pt x="1453404" y="54676"/>
                  </a:lnTo>
                  <a:lnTo>
                    <a:pt x="1497351" y="85068"/>
                  </a:lnTo>
                  <a:close/>
                  <a:moveTo>
                    <a:pt x="1808557" y="331359"/>
                  </a:moveTo>
                  <a:lnTo>
                    <a:pt x="1867909" y="338060"/>
                  </a:lnTo>
                  <a:lnTo>
                    <a:pt x="1815022" y="317195"/>
                  </a:lnTo>
                  <a:close/>
                  <a:moveTo>
                    <a:pt x="1815022" y="317195"/>
                  </a:moveTo>
                  <a:lnTo>
                    <a:pt x="1901435" y="278758"/>
                  </a:lnTo>
                  <a:lnTo>
                    <a:pt x="1800306" y="300507"/>
                  </a:lnTo>
                  <a:close/>
                  <a:moveTo>
                    <a:pt x="1574207" y="12477"/>
                  </a:moveTo>
                  <a:lnTo>
                    <a:pt x="1539676" y="70549"/>
                  </a:lnTo>
                  <a:lnTo>
                    <a:pt x="1625891" y="41159"/>
                  </a:lnTo>
                  <a:close/>
                  <a:moveTo>
                    <a:pt x="1574207" y="12477"/>
                  </a:moveTo>
                  <a:lnTo>
                    <a:pt x="1625891" y="41159"/>
                  </a:lnTo>
                  <a:lnTo>
                    <a:pt x="1702959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05" name="Candidate_density__2104">
              <a:extLst>
                <a:ext uri="{FF2B5EF4-FFF2-40B4-BE49-F238E27FC236}">
                  <a16:creationId xmlns:a16="http://schemas.microsoft.com/office/drawing/2014/main" id="{1BC92789-9E94-9567-BABC-F0447164F3E3}"/>
                </a:ext>
              </a:extLst>
            </p:cNvPr>
            <p:cNvSpPr>
              <a:spLocks noGrp="1"/>
            </p:cNvSpPr>
            <p:nvPr/>
          </p:nvSpPr>
          <p:spPr>
            <a:xfrm>
              <a:off x="3816695" y="1621071"/>
              <a:ext cx="2347125" cy="2418373"/>
            </a:xfrm>
            <a:custGeom>
              <a:avLst/>
              <a:gdLst/>
              <a:ahLst/>
              <a:cxnLst/>
              <a:rect l="0" t="0" r="0" b="0"/>
              <a:pathLst>
                <a:path w="2347125" h="2418373">
                  <a:moveTo>
                    <a:pt x="684496" y="2378081"/>
                  </a:moveTo>
                  <a:lnTo>
                    <a:pt x="653071" y="2352590"/>
                  </a:lnTo>
                  <a:lnTo>
                    <a:pt x="724135" y="2418373"/>
                  </a:lnTo>
                  <a:close/>
                  <a:moveTo>
                    <a:pt x="569916" y="2259509"/>
                  </a:moveTo>
                  <a:lnTo>
                    <a:pt x="647993" y="2336158"/>
                  </a:lnTo>
                  <a:lnTo>
                    <a:pt x="578815" y="2261616"/>
                  </a:lnTo>
                  <a:close/>
                  <a:moveTo>
                    <a:pt x="569916" y="2259509"/>
                  </a:moveTo>
                  <a:lnTo>
                    <a:pt x="653071" y="2352590"/>
                  </a:lnTo>
                  <a:lnTo>
                    <a:pt x="647993" y="2336158"/>
                  </a:lnTo>
                  <a:close/>
                  <a:moveTo>
                    <a:pt x="647993" y="2336158"/>
                  </a:moveTo>
                  <a:lnTo>
                    <a:pt x="653071" y="2352590"/>
                  </a:lnTo>
                  <a:lnTo>
                    <a:pt x="684496" y="2378081"/>
                  </a:lnTo>
                  <a:close/>
                  <a:moveTo>
                    <a:pt x="564190" y="2253943"/>
                  </a:moveTo>
                  <a:lnTo>
                    <a:pt x="569916" y="2259509"/>
                  </a:lnTo>
                  <a:lnTo>
                    <a:pt x="578815" y="2261616"/>
                  </a:lnTo>
                  <a:close/>
                  <a:moveTo>
                    <a:pt x="684496" y="2378081"/>
                  </a:moveTo>
                  <a:lnTo>
                    <a:pt x="792401" y="2400001"/>
                  </a:lnTo>
                  <a:lnTo>
                    <a:pt x="802711" y="2326211"/>
                  </a:lnTo>
                  <a:close/>
                  <a:moveTo>
                    <a:pt x="792401" y="2400001"/>
                  </a:moveTo>
                  <a:lnTo>
                    <a:pt x="864458" y="2402012"/>
                  </a:lnTo>
                  <a:lnTo>
                    <a:pt x="802711" y="2326211"/>
                  </a:lnTo>
                  <a:close/>
                  <a:moveTo>
                    <a:pt x="665867" y="2297722"/>
                  </a:moveTo>
                  <a:lnTo>
                    <a:pt x="684496" y="2378081"/>
                  </a:lnTo>
                  <a:lnTo>
                    <a:pt x="734592" y="2350179"/>
                  </a:lnTo>
                  <a:close/>
                  <a:moveTo>
                    <a:pt x="665867" y="2297722"/>
                  </a:moveTo>
                  <a:lnTo>
                    <a:pt x="647993" y="2336158"/>
                  </a:lnTo>
                  <a:lnTo>
                    <a:pt x="684496" y="2378081"/>
                  </a:lnTo>
                  <a:close/>
                  <a:moveTo>
                    <a:pt x="595718" y="2238533"/>
                  </a:moveTo>
                  <a:lnTo>
                    <a:pt x="578815" y="2261616"/>
                  </a:lnTo>
                  <a:lnTo>
                    <a:pt x="635333" y="2215506"/>
                  </a:lnTo>
                  <a:close/>
                  <a:moveTo>
                    <a:pt x="635333" y="2215506"/>
                  </a:moveTo>
                  <a:lnTo>
                    <a:pt x="578815" y="2261616"/>
                  </a:lnTo>
                  <a:lnTo>
                    <a:pt x="647993" y="2336158"/>
                  </a:lnTo>
                  <a:close/>
                  <a:moveTo>
                    <a:pt x="635333" y="2215506"/>
                  </a:moveTo>
                  <a:lnTo>
                    <a:pt x="647993" y="2336158"/>
                  </a:lnTo>
                  <a:lnTo>
                    <a:pt x="665867" y="2297722"/>
                  </a:lnTo>
                  <a:close/>
                  <a:moveTo>
                    <a:pt x="564190" y="2253943"/>
                  </a:moveTo>
                  <a:lnTo>
                    <a:pt x="578815" y="2261616"/>
                  </a:lnTo>
                  <a:lnTo>
                    <a:pt x="595718" y="2238533"/>
                  </a:lnTo>
                  <a:close/>
                  <a:moveTo>
                    <a:pt x="495629" y="2229253"/>
                  </a:moveTo>
                  <a:lnTo>
                    <a:pt x="595718" y="2238533"/>
                  </a:lnTo>
                  <a:lnTo>
                    <a:pt x="620340" y="2201670"/>
                  </a:lnTo>
                  <a:close/>
                  <a:moveTo>
                    <a:pt x="0" y="1418959"/>
                  </a:moveTo>
                  <a:lnTo>
                    <a:pt x="31817" y="1493185"/>
                  </a:lnTo>
                  <a:lnTo>
                    <a:pt x="101250" y="1397237"/>
                  </a:lnTo>
                  <a:close/>
                  <a:moveTo>
                    <a:pt x="0" y="1418959"/>
                  </a:moveTo>
                  <a:lnTo>
                    <a:pt x="101250" y="1397237"/>
                  </a:lnTo>
                  <a:lnTo>
                    <a:pt x="21116" y="1354558"/>
                  </a:lnTo>
                  <a:close/>
                  <a:moveTo>
                    <a:pt x="105330" y="1390762"/>
                  </a:moveTo>
                  <a:lnTo>
                    <a:pt x="117016" y="1284327"/>
                  </a:lnTo>
                  <a:lnTo>
                    <a:pt x="57917" y="1276950"/>
                  </a:lnTo>
                  <a:close/>
                  <a:moveTo>
                    <a:pt x="680115" y="1930235"/>
                  </a:moveTo>
                  <a:lnTo>
                    <a:pt x="619749" y="1818627"/>
                  </a:lnTo>
                  <a:lnTo>
                    <a:pt x="618941" y="1919376"/>
                  </a:lnTo>
                  <a:close/>
                  <a:moveTo>
                    <a:pt x="684883" y="1809773"/>
                  </a:moveTo>
                  <a:lnTo>
                    <a:pt x="711737" y="1834324"/>
                  </a:lnTo>
                  <a:lnTo>
                    <a:pt x="652642" y="1791885"/>
                  </a:lnTo>
                  <a:close/>
                  <a:moveTo>
                    <a:pt x="636739" y="1504538"/>
                  </a:moveTo>
                  <a:lnTo>
                    <a:pt x="687547" y="1423732"/>
                  </a:lnTo>
                  <a:lnTo>
                    <a:pt x="624572" y="1414338"/>
                  </a:lnTo>
                  <a:close/>
                  <a:moveTo>
                    <a:pt x="687547" y="1423732"/>
                  </a:moveTo>
                  <a:lnTo>
                    <a:pt x="653131" y="1400005"/>
                  </a:lnTo>
                  <a:lnTo>
                    <a:pt x="624572" y="1414338"/>
                  </a:lnTo>
                  <a:close/>
                  <a:moveTo>
                    <a:pt x="391281" y="1082446"/>
                  </a:moveTo>
                  <a:lnTo>
                    <a:pt x="334706" y="1113616"/>
                  </a:lnTo>
                  <a:lnTo>
                    <a:pt x="422175" y="1157422"/>
                  </a:lnTo>
                  <a:close/>
                  <a:moveTo>
                    <a:pt x="422175" y="1157422"/>
                  </a:moveTo>
                  <a:lnTo>
                    <a:pt x="487144" y="1121521"/>
                  </a:lnTo>
                  <a:lnTo>
                    <a:pt x="454241" y="1091853"/>
                  </a:lnTo>
                  <a:close/>
                  <a:moveTo>
                    <a:pt x="453791" y="996820"/>
                  </a:moveTo>
                  <a:lnTo>
                    <a:pt x="431117" y="992964"/>
                  </a:lnTo>
                  <a:lnTo>
                    <a:pt x="454241" y="1091853"/>
                  </a:lnTo>
                  <a:close/>
                  <a:moveTo>
                    <a:pt x="454241" y="1091853"/>
                  </a:moveTo>
                  <a:lnTo>
                    <a:pt x="374276" y="996178"/>
                  </a:lnTo>
                  <a:lnTo>
                    <a:pt x="391281" y="1082446"/>
                  </a:lnTo>
                  <a:close/>
                  <a:moveTo>
                    <a:pt x="288489" y="936098"/>
                  </a:moveTo>
                  <a:lnTo>
                    <a:pt x="374276" y="996178"/>
                  </a:lnTo>
                  <a:lnTo>
                    <a:pt x="375637" y="983272"/>
                  </a:lnTo>
                  <a:close/>
                  <a:moveTo>
                    <a:pt x="276601" y="949186"/>
                  </a:moveTo>
                  <a:lnTo>
                    <a:pt x="374276" y="996178"/>
                  </a:lnTo>
                  <a:lnTo>
                    <a:pt x="288489" y="936098"/>
                  </a:lnTo>
                  <a:close/>
                  <a:moveTo>
                    <a:pt x="1340704" y="1956925"/>
                  </a:moveTo>
                  <a:lnTo>
                    <a:pt x="1279280" y="2046361"/>
                  </a:lnTo>
                  <a:lnTo>
                    <a:pt x="1349144" y="2050155"/>
                  </a:lnTo>
                  <a:close/>
                  <a:moveTo>
                    <a:pt x="1349144" y="2050155"/>
                  </a:moveTo>
                  <a:lnTo>
                    <a:pt x="1342842" y="2091572"/>
                  </a:lnTo>
                  <a:lnTo>
                    <a:pt x="1378847" y="2061760"/>
                  </a:lnTo>
                  <a:close/>
                  <a:moveTo>
                    <a:pt x="1114109" y="1578487"/>
                  </a:moveTo>
                  <a:lnTo>
                    <a:pt x="1059378" y="1530034"/>
                  </a:lnTo>
                  <a:lnTo>
                    <a:pt x="1106436" y="1625827"/>
                  </a:lnTo>
                  <a:close/>
                  <a:moveTo>
                    <a:pt x="1046709" y="1605148"/>
                  </a:moveTo>
                  <a:lnTo>
                    <a:pt x="1055776" y="1612248"/>
                  </a:lnTo>
                  <a:lnTo>
                    <a:pt x="1106436" y="1625827"/>
                  </a:lnTo>
                  <a:close/>
                  <a:moveTo>
                    <a:pt x="1011783" y="1542094"/>
                  </a:moveTo>
                  <a:lnTo>
                    <a:pt x="1046709" y="1605148"/>
                  </a:lnTo>
                  <a:lnTo>
                    <a:pt x="1106436" y="1625827"/>
                  </a:lnTo>
                  <a:close/>
                  <a:moveTo>
                    <a:pt x="1297344" y="1831491"/>
                  </a:moveTo>
                  <a:lnTo>
                    <a:pt x="1359153" y="1841833"/>
                  </a:lnTo>
                  <a:lnTo>
                    <a:pt x="1346275" y="1752211"/>
                  </a:lnTo>
                  <a:close/>
                  <a:moveTo>
                    <a:pt x="1297344" y="1831491"/>
                  </a:moveTo>
                  <a:lnTo>
                    <a:pt x="1346275" y="1752211"/>
                  </a:lnTo>
                  <a:lnTo>
                    <a:pt x="1274028" y="1750354"/>
                  </a:lnTo>
                  <a:close/>
                  <a:moveTo>
                    <a:pt x="955604" y="1527175"/>
                  </a:moveTo>
                  <a:lnTo>
                    <a:pt x="1046709" y="1605148"/>
                  </a:lnTo>
                  <a:lnTo>
                    <a:pt x="955821" y="1530034"/>
                  </a:lnTo>
                  <a:close/>
                  <a:moveTo>
                    <a:pt x="1052057" y="1609445"/>
                  </a:moveTo>
                  <a:lnTo>
                    <a:pt x="1046709" y="1605148"/>
                  </a:lnTo>
                  <a:lnTo>
                    <a:pt x="955604" y="1527175"/>
                  </a:lnTo>
                  <a:close/>
                  <a:moveTo>
                    <a:pt x="1052057" y="1609445"/>
                  </a:moveTo>
                  <a:lnTo>
                    <a:pt x="1055776" y="1612248"/>
                  </a:lnTo>
                  <a:lnTo>
                    <a:pt x="1046709" y="1605148"/>
                  </a:lnTo>
                  <a:close/>
                  <a:moveTo>
                    <a:pt x="803669" y="1253778"/>
                  </a:moveTo>
                  <a:lnTo>
                    <a:pt x="904924" y="1268101"/>
                  </a:lnTo>
                  <a:lnTo>
                    <a:pt x="907421" y="1162737"/>
                  </a:lnTo>
                  <a:close/>
                  <a:moveTo>
                    <a:pt x="1849350" y="2313748"/>
                  </a:moveTo>
                  <a:lnTo>
                    <a:pt x="1863794" y="2335083"/>
                  </a:lnTo>
                  <a:lnTo>
                    <a:pt x="1897776" y="2342684"/>
                  </a:lnTo>
                  <a:close/>
                  <a:moveTo>
                    <a:pt x="1849350" y="2313748"/>
                  </a:moveTo>
                  <a:lnTo>
                    <a:pt x="1897776" y="2342684"/>
                  </a:lnTo>
                  <a:lnTo>
                    <a:pt x="1927239" y="2283504"/>
                  </a:lnTo>
                  <a:close/>
                  <a:moveTo>
                    <a:pt x="967364" y="1156745"/>
                  </a:moveTo>
                  <a:lnTo>
                    <a:pt x="913176" y="1161300"/>
                  </a:lnTo>
                  <a:lnTo>
                    <a:pt x="907421" y="1162737"/>
                  </a:lnTo>
                  <a:close/>
                  <a:moveTo>
                    <a:pt x="914908" y="1162737"/>
                  </a:moveTo>
                  <a:lnTo>
                    <a:pt x="913176" y="1161300"/>
                  </a:lnTo>
                  <a:lnTo>
                    <a:pt x="1019280" y="1206516"/>
                  </a:lnTo>
                  <a:close/>
                  <a:moveTo>
                    <a:pt x="837925" y="961701"/>
                  </a:moveTo>
                  <a:lnTo>
                    <a:pt x="872891" y="1080521"/>
                  </a:lnTo>
                  <a:lnTo>
                    <a:pt x="928390" y="1011027"/>
                  </a:lnTo>
                  <a:close/>
                  <a:moveTo>
                    <a:pt x="1622207" y="1782021"/>
                  </a:moveTo>
                  <a:lnTo>
                    <a:pt x="1602742" y="1764984"/>
                  </a:lnTo>
                  <a:lnTo>
                    <a:pt x="1582092" y="1681680"/>
                  </a:lnTo>
                  <a:close/>
                  <a:moveTo>
                    <a:pt x="808103" y="685669"/>
                  </a:moveTo>
                  <a:lnTo>
                    <a:pt x="855620" y="795440"/>
                  </a:lnTo>
                  <a:lnTo>
                    <a:pt x="917893" y="756578"/>
                  </a:lnTo>
                  <a:close/>
                  <a:moveTo>
                    <a:pt x="1599858" y="1743584"/>
                  </a:moveTo>
                  <a:lnTo>
                    <a:pt x="1582092" y="1681680"/>
                  </a:lnTo>
                  <a:lnTo>
                    <a:pt x="1602742" y="1764984"/>
                  </a:lnTo>
                  <a:close/>
                  <a:moveTo>
                    <a:pt x="1667554" y="1608832"/>
                  </a:moveTo>
                  <a:lnTo>
                    <a:pt x="1695262" y="1622933"/>
                  </a:lnTo>
                  <a:lnTo>
                    <a:pt x="1719124" y="1630867"/>
                  </a:lnTo>
                  <a:close/>
                  <a:moveTo>
                    <a:pt x="1236814" y="979871"/>
                  </a:moveTo>
                  <a:lnTo>
                    <a:pt x="1251186" y="951529"/>
                  </a:lnTo>
                  <a:lnTo>
                    <a:pt x="1174237" y="942489"/>
                  </a:lnTo>
                  <a:close/>
                  <a:moveTo>
                    <a:pt x="1236814" y="979871"/>
                  </a:moveTo>
                  <a:lnTo>
                    <a:pt x="1269170" y="965212"/>
                  </a:lnTo>
                  <a:lnTo>
                    <a:pt x="1251186" y="951529"/>
                  </a:lnTo>
                  <a:close/>
                  <a:moveTo>
                    <a:pt x="981079" y="777618"/>
                  </a:moveTo>
                  <a:lnTo>
                    <a:pt x="1025523" y="730186"/>
                  </a:lnTo>
                  <a:lnTo>
                    <a:pt x="999554" y="783237"/>
                  </a:lnTo>
                  <a:close/>
                  <a:moveTo>
                    <a:pt x="2209306" y="1913357"/>
                  </a:moveTo>
                  <a:lnTo>
                    <a:pt x="2152232" y="1875928"/>
                  </a:lnTo>
                  <a:lnTo>
                    <a:pt x="2108485" y="1927568"/>
                  </a:lnTo>
                  <a:close/>
                  <a:moveTo>
                    <a:pt x="2035442" y="1933129"/>
                  </a:moveTo>
                  <a:lnTo>
                    <a:pt x="1973375" y="1845627"/>
                  </a:lnTo>
                  <a:lnTo>
                    <a:pt x="1952478" y="1869579"/>
                  </a:lnTo>
                  <a:close/>
                  <a:moveTo>
                    <a:pt x="2035442" y="1933129"/>
                  </a:moveTo>
                  <a:lnTo>
                    <a:pt x="2108485" y="1927568"/>
                  </a:lnTo>
                  <a:lnTo>
                    <a:pt x="2152232" y="1875928"/>
                  </a:lnTo>
                  <a:close/>
                  <a:moveTo>
                    <a:pt x="2075885" y="1869135"/>
                  </a:moveTo>
                  <a:lnTo>
                    <a:pt x="2035442" y="1933129"/>
                  </a:lnTo>
                  <a:lnTo>
                    <a:pt x="2152232" y="1875928"/>
                  </a:lnTo>
                  <a:close/>
                  <a:moveTo>
                    <a:pt x="1269170" y="965212"/>
                  </a:moveTo>
                  <a:lnTo>
                    <a:pt x="1335260" y="1047427"/>
                  </a:lnTo>
                  <a:lnTo>
                    <a:pt x="1395979" y="1011157"/>
                  </a:lnTo>
                  <a:close/>
                  <a:moveTo>
                    <a:pt x="1359844" y="940442"/>
                  </a:moveTo>
                  <a:lnTo>
                    <a:pt x="1395979" y="1011157"/>
                  </a:lnTo>
                  <a:lnTo>
                    <a:pt x="1406978" y="962716"/>
                  </a:lnTo>
                  <a:close/>
                  <a:moveTo>
                    <a:pt x="1406978" y="962716"/>
                  </a:moveTo>
                  <a:lnTo>
                    <a:pt x="1352206" y="846560"/>
                  </a:lnTo>
                  <a:lnTo>
                    <a:pt x="1359844" y="940442"/>
                  </a:lnTo>
                  <a:close/>
                  <a:moveTo>
                    <a:pt x="1274323" y="849285"/>
                  </a:moveTo>
                  <a:lnTo>
                    <a:pt x="1174237" y="942489"/>
                  </a:lnTo>
                  <a:lnTo>
                    <a:pt x="1251186" y="951529"/>
                  </a:lnTo>
                  <a:close/>
                  <a:moveTo>
                    <a:pt x="1228118" y="762345"/>
                  </a:moveTo>
                  <a:lnTo>
                    <a:pt x="1211501" y="803155"/>
                  </a:lnTo>
                  <a:lnTo>
                    <a:pt x="1208026" y="800782"/>
                  </a:lnTo>
                  <a:close/>
                  <a:moveTo>
                    <a:pt x="1197811" y="850896"/>
                  </a:moveTo>
                  <a:lnTo>
                    <a:pt x="1211501" y="803155"/>
                  </a:lnTo>
                  <a:lnTo>
                    <a:pt x="1228118" y="762345"/>
                  </a:lnTo>
                  <a:close/>
                  <a:moveTo>
                    <a:pt x="1274323" y="849285"/>
                  </a:moveTo>
                  <a:lnTo>
                    <a:pt x="1211501" y="803155"/>
                  </a:lnTo>
                  <a:lnTo>
                    <a:pt x="1197811" y="850896"/>
                  </a:lnTo>
                  <a:close/>
                  <a:moveTo>
                    <a:pt x="1219076" y="800782"/>
                  </a:moveTo>
                  <a:lnTo>
                    <a:pt x="1349586" y="825572"/>
                  </a:lnTo>
                  <a:lnTo>
                    <a:pt x="1277500" y="762345"/>
                  </a:lnTo>
                  <a:close/>
                  <a:moveTo>
                    <a:pt x="1219076" y="800782"/>
                  </a:moveTo>
                  <a:lnTo>
                    <a:pt x="1211501" y="803155"/>
                  </a:lnTo>
                  <a:lnTo>
                    <a:pt x="1274323" y="849285"/>
                  </a:lnTo>
                  <a:close/>
                  <a:moveTo>
                    <a:pt x="2252657" y="1900445"/>
                  </a:moveTo>
                  <a:lnTo>
                    <a:pt x="2152232" y="1875928"/>
                  </a:lnTo>
                  <a:lnTo>
                    <a:pt x="2209306" y="1913357"/>
                  </a:lnTo>
                  <a:close/>
                  <a:moveTo>
                    <a:pt x="2168939" y="1807821"/>
                  </a:moveTo>
                  <a:lnTo>
                    <a:pt x="2152232" y="1875928"/>
                  </a:lnTo>
                  <a:lnTo>
                    <a:pt x="2252657" y="1900445"/>
                  </a:lnTo>
                  <a:close/>
                  <a:moveTo>
                    <a:pt x="2251352" y="1801413"/>
                  </a:moveTo>
                  <a:lnTo>
                    <a:pt x="2168939" y="1807821"/>
                  </a:lnTo>
                  <a:lnTo>
                    <a:pt x="2252657" y="1900445"/>
                  </a:lnTo>
                  <a:close/>
                  <a:moveTo>
                    <a:pt x="2251352" y="1801413"/>
                  </a:moveTo>
                  <a:lnTo>
                    <a:pt x="2252657" y="1900445"/>
                  </a:lnTo>
                  <a:lnTo>
                    <a:pt x="2309447" y="1814774"/>
                  </a:lnTo>
                  <a:close/>
                  <a:moveTo>
                    <a:pt x="2168939" y="1807821"/>
                  </a:moveTo>
                  <a:lnTo>
                    <a:pt x="2075885" y="1869135"/>
                  </a:lnTo>
                  <a:lnTo>
                    <a:pt x="2152232" y="1875928"/>
                  </a:lnTo>
                  <a:close/>
                  <a:moveTo>
                    <a:pt x="2161411" y="1713849"/>
                  </a:moveTo>
                  <a:lnTo>
                    <a:pt x="2097331" y="1670664"/>
                  </a:lnTo>
                  <a:lnTo>
                    <a:pt x="2060129" y="1635505"/>
                  </a:lnTo>
                  <a:close/>
                  <a:moveTo>
                    <a:pt x="1990402" y="1631600"/>
                  </a:moveTo>
                  <a:lnTo>
                    <a:pt x="2060129" y="1635505"/>
                  </a:lnTo>
                  <a:lnTo>
                    <a:pt x="2010608" y="1625077"/>
                  </a:lnTo>
                  <a:close/>
                  <a:moveTo>
                    <a:pt x="1361497" y="844561"/>
                  </a:moveTo>
                  <a:lnTo>
                    <a:pt x="1465563" y="814995"/>
                  </a:lnTo>
                  <a:lnTo>
                    <a:pt x="1470818" y="784976"/>
                  </a:lnTo>
                  <a:close/>
                  <a:moveTo>
                    <a:pt x="1178419" y="666477"/>
                  </a:moveTo>
                  <a:lnTo>
                    <a:pt x="1201209" y="748042"/>
                  </a:lnTo>
                  <a:lnTo>
                    <a:pt x="1251514" y="737556"/>
                  </a:lnTo>
                  <a:close/>
                  <a:moveTo>
                    <a:pt x="1277500" y="762345"/>
                  </a:moveTo>
                  <a:lnTo>
                    <a:pt x="1349586" y="825572"/>
                  </a:lnTo>
                  <a:lnTo>
                    <a:pt x="1267381" y="754837"/>
                  </a:lnTo>
                  <a:close/>
                  <a:moveTo>
                    <a:pt x="1928902" y="1181137"/>
                  </a:moveTo>
                  <a:lnTo>
                    <a:pt x="1868853" y="1158534"/>
                  </a:lnTo>
                  <a:lnTo>
                    <a:pt x="1817719" y="1110843"/>
                  </a:lnTo>
                  <a:close/>
                  <a:moveTo>
                    <a:pt x="1807965" y="1018680"/>
                  </a:moveTo>
                  <a:lnTo>
                    <a:pt x="1817719" y="1110843"/>
                  </a:lnTo>
                  <a:lnTo>
                    <a:pt x="1872998" y="1026402"/>
                  </a:lnTo>
                  <a:close/>
                  <a:moveTo>
                    <a:pt x="2277776" y="1579746"/>
                  </a:moveTo>
                  <a:lnTo>
                    <a:pt x="2347125" y="1483866"/>
                  </a:lnTo>
                  <a:lnTo>
                    <a:pt x="2282265" y="1476005"/>
                  </a:lnTo>
                  <a:close/>
                  <a:moveTo>
                    <a:pt x="2282265" y="1476005"/>
                  </a:moveTo>
                  <a:lnTo>
                    <a:pt x="2347125" y="1483866"/>
                  </a:lnTo>
                  <a:lnTo>
                    <a:pt x="2318582" y="1406979"/>
                  </a:lnTo>
                  <a:close/>
                  <a:moveTo>
                    <a:pt x="2072425" y="1225140"/>
                  </a:moveTo>
                  <a:lnTo>
                    <a:pt x="2127673" y="1240816"/>
                  </a:lnTo>
                  <a:lnTo>
                    <a:pt x="2103774" y="1160154"/>
                  </a:lnTo>
                  <a:close/>
                  <a:moveTo>
                    <a:pt x="1984433" y="855245"/>
                  </a:moveTo>
                  <a:lnTo>
                    <a:pt x="1936834" y="874413"/>
                  </a:lnTo>
                  <a:lnTo>
                    <a:pt x="1922536" y="928844"/>
                  </a:lnTo>
                  <a:close/>
                  <a:moveTo>
                    <a:pt x="2038455" y="752296"/>
                  </a:moveTo>
                  <a:lnTo>
                    <a:pt x="2111540" y="853563"/>
                  </a:lnTo>
                  <a:lnTo>
                    <a:pt x="2112741" y="752495"/>
                  </a:lnTo>
                  <a:close/>
                  <a:moveTo>
                    <a:pt x="1813586" y="369748"/>
                  </a:moveTo>
                  <a:lnTo>
                    <a:pt x="1783045" y="338294"/>
                  </a:lnTo>
                  <a:lnTo>
                    <a:pt x="1785470" y="323518"/>
                  </a:lnTo>
                  <a:close/>
                  <a:moveTo>
                    <a:pt x="2252176" y="696157"/>
                  </a:moveTo>
                  <a:lnTo>
                    <a:pt x="2212775" y="747617"/>
                  </a:lnTo>
                  <a:lnTo>
                    <a:pt x="2259579" y="707408"/>
                  </a:lnTo>
                  <a:close/>
                  <a:moveTo>
                    <a:pt x="2252176" y="696157"/>
                  </a:moveTo>
                  <a:lnTo>
                    <a:pt x="2196225" y="734593"/>
                  </a:lnTo>
                  <a:lnTo>
                    <a:pt x="2212775" y="747617"/>
                  </a:lnTo>
                  <a:close/>
                  <a:moveTo>
                    <a:pt x="1728018" y="38436"/>
                  </a:moveTo>
                  <a:lnTo>
                    <a:pt x="1734723" y="159088"/>
                  </a:lnTo>
                  <a:lnTo>
                    <a:pt x="1800308" y="104901"/>
                  </a:lnTo>
                  <a:close/>
                  <a:moveTo>
                    <a:pt x="2252176" y="696157"/>
                  </a:moveTo>
                  <a:lnTo>
                    <a:pt x="2259579" y="707408"/>
                  </a:lnTo>
                  <a:lnTo>
                    <a:pt x="2247815" y="657720"/>
                  </a:lnTo>
                  <a:close/>
                  <a:moveTo>
                    <a:pt x="2131709" y="436798"/>
                  </a:moveTo>
                  <a:lnTo>
                    <a:pt x="2204942" y="503129"/>
                  </a:lnTo>
                  <a:lnTo>
                    <a:pt x="2249168" y="493290"/>
                  </a:lnTo>
                  <a:close/>
                  <a:moveTo>
                    <a:pt x="1817428" y="0"/>
                  </a:moveTo>
                  <a:lnTo>
                    <a:pt x="1800308" y="104901"/>
                  </a:lnTo>
                  <a:lnTo>
                    <a:pt x="1731490" y="119432"/>
                  </a:lnTo>
                  <a:close/>
                  <a:moveTo>
                    <a:pt x="2006330" y="102666"/>
                  </a:moveTo>
                  <a:lnTo>
                    <a:pt x="2072237" y="164430"/>
                  </a:lnTo>
                  <a:lnTo>
                    <a:pt x="2047964" y="144013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06" name="Candidate_density__2105">
              <a:extLst>
                <a:ext uri="{FF2B5EF4-FFF2-40B4-BE49-F238E27FC236}">
                  <a16:creationId xmlns:a16="http://schemas.microsoft.com/office/drawing/2014/main" id="{A0A55C4D-874C-0925-1170-E7251259BF5F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1682941"/>
              <a:ext cx="2227165" cy="2323899"/>
            </a:xfrm>
            <a:custGeom>
              <a:avLst/>
              <a:gdLst/>
              <a:ahLst/>
              <a:cxnLst/>
              <a:rect l="0" t="0" r="0" b="0"/>
              <a:pathLst>
                <a:path w="2227165" h="2323899">
                  <a:moveTo>
                    <a:pt x="505386" y="2167383"/>
                  </a:moveTo>
                  <a:lnTo>
                    <a:pt x="427230" y="2153827"/>
                  </a:lnTo>
                  <a:lnTo>
                    <a:pt x="444024" y="2153165"/>
                  </a:lnTo>
                  <a:close/>
                  <a:moveTo>
                    <a:pt x="891531" y="2225973"/>
                  </a:moveTo>
                  <a:lnTo>
                    <a:pt x="843324" y="2204572"/>
                  </a:lnTo>
                  <a:lnTo>
                    <a:pt x="812469" y="2264340"/>
                  </a:lnTo>
                  <a:close/>
                  <a:moveTo>
                    <a:pt x="891531" y="2225973"/>
                  </a:moveTo>
                  <a:lnTo>
                    <a:pt x="911056" y="2139082"/>
                  </a:lnTo>
                  <a:lnTo>
                    <a:pt x="846092" y="2174850"/>
                  </a:lnTo>
                  <a:close/>
                  <a:moveTo>
                    <a:pt x="846092" y="2174850"/>
                  </a:moveTo>
                  <a:lnTo>
                    <a:pt x="799279" y="2115199"/>
                  </a:lnTo>
                  <a:lnTo>
                    <a:pt x="843324" y="2204572"/>
                  </a:lnTo>
                  <a:close/>
                  <a:moveTo>
                    <a:pt x="0" y="1331485"/>
                  </a:moveTo>
                  <a:lnTo>
                    <a:pt x="30873" y="1292687"/>
                  </a:lnTo>
                  <a:lnTo>
                    <a:pt x="67674" y="1215080"/>
                  </a:lnTo>
                  <a:close/>
                  <a:moveTo>
                    <a:pt x="1159827" y="2296674"/>
                  </a:moveTo>
                  <a:lnTo>
                    <a:pt x="1091858" y="2321211"/>
                  </a:lnTo>
                  <a:lnTo>
                    <a:pt x="1109550" y="2323899"/>
                  </a:lnTo>
                  <a:close/>
                  <a:moveTo>
                    <a:pt x="1159827" y="2296674"/>
                  </a:moveTo>
                  <a:lnTo>
                    <a:pt x="1109550" y="2323899"/>
                  </a:lnTo>
                  <a:lnTo>
                    <a:pt x="1224927" y="2261416"/>
                  </a:lnTo>
                  <a:close/>
                  <a:moveTo>
                    <a:pt x="799279" y="2115199"/>
                  </a:moveTo>
                  <a:lnTo>
                    <a:pt x="846092" y="2174850"/>
                  </a:lnTo>
                  <a:lnTo>
                    <a:pt x="859884" y="2191108"/>
                  </a:lnTo>
                  <a:close/>
                  <a:moveTo>
                    <a:pt x="1197532" y="2222446"/>
                  </a:moveTo>
                  <a:lnTo>
                    <a:pt x="1243172" y="2221963"/>
                  </a:lnTo>
                  <a:lnTo>
                    <a:pt x="1226876" y="2202757"/>
                  </a:lnTo>
                  <a:close/>
                  <a:moveTo>
                    <a:pt x="1224927" y="2261416"/>
                  </a:moveTo>
                  <a:lnTo>
                    <a:pt x="1243172" y="2221963"/>
                  </a:lnTo>
                  <a:lnTo>
                    <a:pt x="1197532" y="2222446"/>
                  </a:lnTo>
                  <a:close/>
                  <a:moveTo>
                    <a:pt x="1159827" y="2296674"/>
                  </a:moveTo>
                  <a:lnTo>
                    <a:pt x="1224927" y="2261416"/>
                  </a:lnTo>
                  <a:lnTo>
                    <a:pt x="1197532" y="2222446"/>
                  </a:lnTo>
                  <a:close/>
                  <a:moveTo>
                    <a:pt x="1243172" y="2221963"/>
                  </a:moveTo>
                  <a:lnTo>
                    <a:pt x="1250082" y="2241193"/>
                  </a:lnTo>
                  <a:lnTo>
                    <a:pt x="1261527" y="2183057"/>
                  </a:lnTo>
                  <a:close/>
                  <a:moveTo>
                    <a:pt x="1226876" y="2202757"/>
                  </a:moveTo>
                  <a:lnTo>
                    <a:pt x="1243172" y="2221963"/>
                  </a:lnTo>
                  <a:lnTo>
                    <a:pt x="1261527" y="2183057"/>
                  </a:lnTo>
                  <a:close/>
                  <a:moveTo>
                    <a:pt x="1226876" y="2202757"/>
                  </a:moveTo>
                  <a:lnTo>
                    <a:pt x="1261527" y="2183057"/>
                  </a:lnTo>
                  <a:lnTo>
                    <a:pt x="1204636" y="2192700"/>
                  </a:lnTo>
                  <a:close/>
                  <a:moveTo>
                    <a:pt x="1337858" y="2105485"/>
                  </a:moveTo>
                  <a:lnTo>
                    <a:pt x="1261527" y="2183057"/>
                  </a:lnTo>
                  <a:lnTo>
                    <a:pt x="1325784" y="2144645"/>
                  </a:lnTo>
                  <a:close/>
                  <a:moveTo>
                    <a:pt x="1337858" y="2105485"/>
                  </a:moveTo>
                  <a:lnTo>
                    <a:pt x="1286284" y="2086821"/>
                  </a:lnTo>
                  <a:lnTo>
                    <a:pt x="1261527" y="2183057"/>
                  </a:lnTo>
                  <a:close/>
                  <a:moveTo>
                    <a:pt x="634329" y="1352467"/>
                  </a:moveTo>
                  <a:lnTo>
                    <a:pt x="662888" y="1338135"/>
                  </a:lnTo>
                  <a:lnTo>
                    <a:pt x="693686" y="1259954"/>
                  </a:lnTo>
                  <a:close/>
                  <a:moveTo>
                    <a:pt x="271509" y="865104"/>
                  </a:moveTo>
                  <a:lnTo>
                    <a:pt x="286358" y="887315"/>
                  </a:lnTo>
                  <a:lnTo>
                    <a:pt x="298247" y="874227"/>
                  </a:lnTo>
                  <a:close/>
                  <a:moveTo>
                    <a:pt x="286358" y="887315"/>
                  </a:moveTo>
                  <a:lnTo>
                    <a:pt x="271509" y="865104"/>
                  </a:lnTo>
                  <a:lnTo>
                    <a:pt x="227752" y="800586"/>
                  </a:lnTo>
                  <a:close/>
                  <a:moveTo>
                    <a:pt x="1043130" y="1671030"/>
                  </a:moveTo>
                  <a:lnTo>
                    <a:pt x="1116193" y="1563957"/>
                  </a:lnTo>
                  <a:lnTo>
                    <a:pt x="1065533" y="1550378"/>
                  </a:lnTo>
                  <a:close/>
                  <a:moveTo>
                    <a:pt x="695988" y="1246688"/>
                  </a:moveTo>
                  <a:lnTo>
                    <a:pt x="764287" y="1223387"/>
                  </a:lnTo>
                  <a:lnTo>
                    <a:pt x="813426" y="1191907"/>
                  </a:lnTo>
                  <a:close/>
                  <a:moveTo>
                    <a:pt x="737106" y="1185217"/>
                  </a:moveTo>
                  <a:lnTo>
                    <a:pt x="695988" y="1246688"/>
                  </a:lnTo>
                  <a:lnTo>
                    <a:pt x="813426" y="1191907"/>
                  </a:lnTo>
                  <a:close/>
                  <a:moveTo>
                    <a:pt x="1368910" y="1779963"/>
                  </a:moveTo>
                  <a:lnTo>
                    <a:pt x="1361509" y="1847809"/>
                  </a:lnTo>
                  <a:lnTo>
                    <a:pt x="1391420" y="1797023"/>
                  </a:lnTo>
                  <a:close/>
                  <a:moveTo>
                    <a:pt x="893801" y="1213758"/>
                  </a:moveTo>
                  <a:lnTo>
                    <a:pt x="959450" y="1183081"/>
                  </a:lnTo>
                  <a:lnTo>
                    <a:pt x="914681" y="1206230"/>
                  </a:lnTo>
                  <a:close/>
                  <a:moveTo>
                    <a:pt x="836643" y="1063508"/>
                  </a:moveTo>
                  <a:lnTo>
                    <a:pt x="882648" y="1018651"/>
                  </a:lnTo>
                  <a:lnTo>
                    <a:pt x="845357" y="1001812"/>
                  </a:lnTo>
                  <a:close/>
                  <a:moveTo>
                    <a:pt x="1012621" y="987014"/>
                  </a:moveTo>
                  <a:lnTo>
                    <a:pt x="1022589" y="986212"/>
                  </a:lnTo>
                  <a:lnTo>
                    <a:pt x="1013538" y="980215"/>
                  </a:lnTo>
                  <a:close/>
                  <a:moveTo>
                    <a:pt x="1029284" y="980215"/>
                  </a:moveTo>
                  <a:lnTo>
                    <a:pt x="1022589" y="986212"/>
                  </a:lnTo>
                  <a:lnTo>
                    <a:pt x="1012621" y="987014"/>
                  </a:lnTo>
                  <a:close/>
                  <a:moveTo>
                    <a:pt x="1672880" y="1745596"/>
                  </a:moveTo>
                  <a:lnTo>
                    <a:pt x="1756050" y="1777901"/>
                  </a:lnTo>
                  <a:lnTo>
                    <a:pt x="1730703" y="1746586"/>
                  </a:lnTo>
                  <a:close/>
                  <a:moveTo>
                    <a:pt x="1013538" y="980215"/>
                  </a:moveTo>
                  <a:lnTo>
                    <a:pt x="1022589" y="986212"/>
                  </a:lnTo>
                  <a:lnTo>
                    <a:pt x="1035529" y="968390"/>
                  </a:lnTo>
                  <a:close/>
                  <a:moveTo>
                    <a:pt x="1035529" y="968390"/>
                  </a:moveTo>
                  <a:lnTo>
                    <a:pt x="1022589" y="986212"/>
                  </a:lnTo>
                  <a:lnTo>
                    <a:pt x="1029284" y="980215"/>
                  </a:lnTo>
                  <a:close/>
                  <a:moveTo>
                    <a:pt x="1101403" y="941778"/>
                  </a:moveTo>
                  <a:lnTo>
                    <a:pt x="1130479" y="951790"/>
                  </a:lnTo>
                  <a:lnTo>
                    <a:pt x="1146010" y="953803"/>
                  </a:lnTo>
                  <a:close/>
                  <a:moveTo>
                    <a:pt x="1085878" y="944181"/>
                  </a:moveTo>
                  <a:lnTo>
                    <a:pt x="1101403" y="941778"/>
                  </a:lnTo>
                  <a:lnTo>
                    <a:pt x="1065958" y="933161"/>
                  </a:lnTo>
                  <a:close/>
                  <a:moveTo>
                    <a:pt x="1065958" y="933161"/>
                  </a:moveTo>
                  <a:lnTo>
                    <a:pt x="1035529" y="968390"/>
                  </a:lnTo>
                  <a:lnTo>
                    <a:pt x="1085878" y="944181"/>
                  </a:lnTo>
                  <a:close/>
                  <a:moveTo>
                    <a:pt x="1221490" y="957354"/>
                  </a:moveTo>
                  <a:lnTo>
                    <a:pt x="1146010" y="953803"/>
                  </a:lnTo>
                  <a:lnTo>
                    <a:pt x="1130479" y="951790"/>
                  </a:lnTo>
                  <a:close/>
                  <a:moveTo>
                    <a:pt x="1101403" y="941778"/>
                  </a:moveTo>
                  <a:lnTo>
                    <a:pt x="1146010" y="953803"/>
                  </a:lnTo>
                  <a:lnTo>
                    <a:pt x="1162505" y="925752"/>
                  </a:lnTo>
                  <a:close/>
                  <a:moveTo>
                    <a:pt x="1246571" y="918001"/>
                  </a:moveTo>
                  <a:lnTo>
                    <a:pt x="1146010" y="953803"/>
                  </a:lnTo>
                  <a:lnTo>
                    <a:pt x="1221490" y="957354"/>
                  </a:lnTo>
                  <a:close/>
                  <a:moveTo>
                    <a:pt x="1952060" y="1801683"/>
                  </a:moveTo>
                  <a:lnTo>
                    <a:pt x="1872260" y="1781984"/>
                  </a:lnTo>
                  <a:lnTo>
                    <a:pt x="1810285" y="1763595"/>
                  </a:lnTo>
                  <a:close/>
                  <a:moveTo>
                    <a:pt x="1277138" y="692966"/>
                  </a:moveTo>
                  <a:lnTo>
                    <a:pt x="1395991" y="757025"/>
                  </a:lnTo>
                  <a:lnTo>
                    <a:pt x="1304116" y="771125"/>
                  </a:lnTo>
                  <a:close/>
                  <a:moveTo>
                    <a:pt x="2151710" y="1560426"/>
                  </a:moveTo>
                  <a:lnTo>
                    <a:pt x="2159262" y="1561566"/>
                  </a:lnTo>
                  <a:lnTo>
                    <a:pt x="2117529" y="1534901"/>
                  </a:lnTo>
                  <a:close/>
                  <a:moveTo>
                    <a:pt x="2151710" y="1560426"/>
                  </a:moveTo>
                  <a:lnTo>
                    <a:pt x="2227165" y="1563878"/>
                  </a:lnTo>
                  <a:lnTo>
                    <a:pt x="2159262" y="1561566"/>
                  </a:lnTo>
                  <a:close/>
                  <a:moveTo>
                    <a:pt x="1975324" y="1243061"/>
                  </a:moveTo>
                  <a:lnTo>
                    <a:pt x="1962505" y="1319759"/>
                  </a:lnTo>
                  <a:lnTo>
                    <a:pt x="2002236" y="1280222"/>
                  </a:lnTo>
                  <a:close/>
                  <a:moveTo>
                    <a:pt x="1827476" y="1048972"/>
                  </a:moveTo>
                  <a:lnTo>
                    <a:pt x="1854891" y="1073114"/>
                  </a:lnTo>
                  <a:lnTo>
                    <a:pt x="1882755" y="964532"/>
                  </a:lnTo>
                  <a:close/>
                  <a:moveTo>
                    <a:pt x="1692827" y="897663"/>
                  </a:moveTo>
                  <a:lnTo>
                    <a:pt x="1774551" y="891815"/>
                  </a:lnTo>
                  <a:lnTo>
                    <a:pt x="1739816" y="919849"/>
                  </a:lnTo>
                  <a:close/>
                  <a:moveTo>
                    <a:pt x="1739816" y="919849"/>
                  </a:moveTo>
                  <a:lnTo>
                    <a:pt x="1817196" y="930502"/>
                  </a:lnTo>
                  <a:lnTo>
                    <a:pt x="1851293" y="842783"/>
                  </a:lnTo>
                  <a:close/>
                  <a:moveTo>
                    <a:pt x="1817196" y="930502"/>
                  </a:moveTo>
                  <a:lnTo>
                    <a:pt x="1880071" y="886921"/>
                  </a:lnTo>
                  <a:lnTo>
                    <a:pt x="1932294" y="866973"/>
                  </a:lnTo>
                  <a:close/>
                  <a:moveTo>
                    <a:pt x="1851293" y="842783"/>
                  </a:moveTo>
                  <a:lnTo>
                    <a:pt x="1817196" y="930502"/>
                  </a:lnTo>
                  <a:lnTo>
                    <a:pt x="1932294" y="866973"/>
                  </a:lnTo>
                  <a:close/>
                  <a:moveTo>
                    <a:pt x="1932294" y="866973"/>
                  </a:moveTo>
                  <a:lnTo>
                    <a:pt x="1946591" y="812542"/>
                  </a:lnTo>
                  <a:lnTo>
                    <a:pt x="1851293" y="842783"/>
                  </a:lnTo>
                  <a:close/>
                  <a:moveTo>
                    <a:pt x="1931291" y="2415"/>
                  </a:moveTo>
                  <a:lnTo>
                    <a:pt x="1833736" y="42961"/>
                  </a:lnTo>
                  <a:lnTo>
                    <a:pt x="1810065" y="43031"/>
                  </a:lnTo>
                  <a:close/>
                  <a:moveTo>
                    <a:pt x="1978045" y="20345"/>
                  </a:moveTo>
                  <a:lnTo>
                    <a:pt x="2016087" y="40796"/>
                  </a:lnTo>
                  <a:lnTo>
                    <a:pt x="1961111" y="0"/>
                  </a:lnTo>
                  <a:close/>
                  <a:moveTo>
                    <a:pt x="1931291" y="2415"/>
                  </a:moveTo>
                  <a:lnTo>
                    <a:pt x="1978045" y="20345"/>
                  </a:lnTo>
                  <a:lnTo>
                    <a:pt x="1961111" y="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07" name="Candidate_density__2106">
              <a:extLst>
                <a:ext uri="{FF2B5EF4-FFF2-40B4-BE49-F238E27FC236}">
                  <a16:creationId xmlns:a16="http://schemas.microsoft.com/office/drawing/2014/main" id="{9847388B-B22A-B38C-6CC9-510DEF00BBEB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1685356"/>
              <a:ext cx="2357879" cy="2321484"/>
            </a:xfrm>
            <a:custGeom>
              <a:avLst/>
              <a:gdLst/>
              <a:ahLst/>
              <a:cxnLst/>
              <a:rect l="0" t="0" r="0" b="0"/>
              <a:pathLst>
                <a:path w="2357879" h="2321484">
                  <a:moveTo>
                    <a:pt x="523429" y="2168973"/>
                  </a:moveTo>
                  <a:lnTo>
                    <a:pt x="573947" y="2189657"/>
                  </a:lnTo>
                  <a:lnTo>
                    <a:pt x="505386" y="2164968"/>
                  </a:lnTo>
                  <a:close/>
                  <a:moveTo>
                    <a:pt x="694253" y="2313796"/>
                  </a:moveTo>
                  <a:lnTo>
                    <a:pt x="812469" y="2261926"/>
                  </a:lnTo>
                  <a:lnTo>
                    <a:pt x="744349" y="2285893"/>
                  </a:lnTo>
                  <a:close/>
                  <a:moveTo>
                    <a:pt x="573947" y="2189657"/>
                  </a:moveTo>
                  <a:lnTo>
                    <a:pt x="605475" y="2174247"/>
                  </a:lnTo>
                  <a:lnTo>
                    <a:pt x="505386" y="2164968"/>
                  </a:lnTo>
                  <a:close/>
                  <a:moveTo>
                    <a:pt x="41574" y="1428899"/>
                  </a:moveTo>
                  <a:lnTo>
                    <a:pt x="43973" y="1449722"/>
                  </a:lnTo>
                  <a:lnTo>
                    <a:pt x="111007" y="1332951"/>
                  </a:lnTo>
                  <a:close/>
                  <a:moveTo>
                    <a:pt x="41574" y="1428899"/>
                  </a:moveTo>
                  <a:lnTo>
                    <a:pt x="9757" y="1354673"/>
                  </a:lnTo>
                  <a:lnTo>
                    <a:pt x="29726" y="1411285"/>
                  </a:lnTo>
                  <a:close/>
                  <a:moveTo>
                    <a:pt x="9757" y="1354673"/>
                  </a:moveTo>
                  <a:lnTo>
                    <a:pt x="0" y="1329070"/>
                  </a:lnTo>
                  <a:lnTo>
                    <a:pt x="29726" y="1411285"/>
                  </a:lnTo>
                  <a:close/>
                  <a:moveTo>
                    <a:pt x="0" y="1329070"/>
                  </a:moveTo>
                  <a:lnTo>
                    <a:pt x="9757" y="1354673"/>
                  </a:lnTo>
                  <a:lnTo>
                    <a:pt x="30873" y="1290273"/>
                  </a:lnTo>
                  <a:close/>
                  <a:moveTo>
                    <a:pt x="67674" y="1212665"/>
                  </a:moveTo>
                  <a:lnTo>
                    <a:pt x="126773" y="1220041"/>
                  </a:lnTo>
                  <a:lnTo>
                    <a:pt x="76201" y="1208418"/>
                  </a:lnTo>
                  <a:close/>
                  <a:moveTo>
                    <a:pt x="30873" y="1290273"/>
                  </a:moveTo>
                  <a:lnTo>
                    <a:pt x="115087" y="1326476"/>
                  </a:lnTo>
                  <a:lnTo>
                    <a:pt x="67674" y="1212665"/>
                  </a:lnTo>
                  <a:close/>
                  <a:moveTo>
                    <a:pt x="76201" y="1208418"/>
                  </a:moveTo>
                  <a:lnTo>
                    <a:pt x="126773" y="1220041"/>
                  </a:lnTo>
                  <a:lnTo>
                    <a:pt x="70783" y="1164640"/>
                  </a:lnTo>
                  <a:close/>
                  <a:moveTo>
                    <a:pt x="1109550" y="2321484"/>
                  </a:moveTo>
                  <a:lnTo>
                    <a:pt x="1033737" y="2268631"/>
                  </a:lnTo>
                  <a:lnTo>
                    <a:pt x="1051025" y="2277215"/>
                  </a:lnTo>
                  <a:close/>
                  <a:moveTo>
                    <a:pt x="1091858" y="2318796"/>
                  </a:moveTo>
                  <a:lnTo>
                    <a:pt x="1033737" y="2268631"/>
                  </a:lnTo>
                  <a:lnTo>
                    <a:pt x="1109550" y="2321484"/>
                  </a:lnTo>
                  <a:close/>
                  <a:moveTo>
                    <a:pt x="911056" y="2136667"/>
                  </a:moveTo>
                  <a:lnTo>
                    <a:pt x="960419" y="2112785"/>
                  </a:lnTo>
                  <a:lnTo>
                    <a:pt x="962257" y="2166058"/>
                  </a:lnTo>
                  <a:close/>
                  <a:moveTo>
                    <a:pt x="659906" y="1929812"/>
                  </a:moveTo>
                  <a:lnTo>
                    <a:pt x="689872" y="1865949"/>
                  </a:lnTo>
                  <a:lnTo>
                    <a:pt x="628698" y="1855091"/>
                  </a:lnTo>
                  <a:close/>
                  <a:moveTo>
                    <a:pt x="1091858" y="2318796"/>
                  </a:moveTo>
                  <a:lnTo>
                    <a:pt x="976197" y="2254818"/>
                  </a:lnTo>
                  <a:lnTo>
                    <a:pt x="1033737" y="2268631"/>
                  </a:lnTo>
                  <a:close/>
                  <a:moveTo>
                    <a:pt x="706004" y="1624836"/>
                  </a:moveTo>
                  <a:lnTo>
                    <a:pt x="636661" y="1548341"/>
                  </a:lnTo>
                  <a:lnTo>
                    <a:pt x="654442" y="1581057"/>
                  </a:lnTo>
                  <a:close/>
                  <a:moveTo>
                    <a:pt x="1228454" y="2120442"/>
                  </a:moveTo>
                  <a:lnTo>
                    <a:pt x="1261527" y="2180642"/>
                  </a:lnTo>
                  <a:lnTo>
                    <a:pt x="1286284" y="2084406"/>
                  </a:lnTo>
                  <a:close/>
                  <a:moveTo>
                    <a:pt x="1286284" y="2084406"/>
                  </a:moveTo>
                  <a:lnTo>
                    <a:pt x="1337858" y="2103070"/>
                  </a:lnTo>
                  <a:lnTo>
                    <a:pt x="1286617" y="2059245"/>
                  </a:lnTo>
                  <a:close/>
                  <a:moveTo>
                    <a:pt x="1337858" y="2103070"/>
                  </a:moveTo>
                  <a:lnTo>
                    <a:pt x="1352599" y="2027287"/>
                  </a:lnTo>
                  <a:lnTo>
                    <a:pt x="1286617" y="2059245"/>
                  </a:lnTo>
                  <a:close/>
                  <a:moveTo>
                    <a:pt x="1280475" y="2079690"/>
                  </a:moveTo>
                  <a:lnTo>
                    <a:pt x="1286284" y="2084406"/>
                  </a:lnTo>
                  <a:lnTo>
                    <a:pt x="1286617" y="2059245"/>
                  </a:lnTo>
                  <a:close/>
                  <a:moveTo>
                    <a:pt x="1289037" y="1982076"/>
                  </a:moveTo>
                  <a:lnTo>
                    <a:pt x="1280475" y="2079690"/>
                  </a:lnTo>
                  <a:lnTo>
                    <a:pt x="1286617" y="2059245"/>
                  </a:lnTo>
                  <a:close/>
                  <a:moveTo>
                    <a:pt x="1358901" y="1985870"/>
                  </a:moveTo>
                  <a:lnTo>
                    <a:pt x="1286617" y="2059245"/>
                  </a:lnTo>
                  <a:lnTo>
                    <a:pt x="1352599" y="2027287"/>
                  </a:lnTo>
                  <a:close/>
                  <a:moveTo>
                    <a:pt x="1358901" y="1985870"/>
                  </a:moveTo>
                  <a:lnTo>
                    <a:pt x="1289037" y="1982076"/>
                  </a:lnTo>
                  <a:lnTo>
                    <a:pt x="1286617" y="2059245"/>
                  </a:lnTo>
                  <a:close/>
                  <a:moveTo>
                    <a:pt x="1311701" y="1876823"/>
                  </a:moveTo>
                  <a:lnTo>
                    <a:pt x="1298330" y="1887835"/>
                  </a:lnTo>
                  <a:lnTo>
                    <a:pt x="1350461" y="1892639"/>
                  </a:lnTo>
                  <a:close/>
                  <a:moveTo>
                    <a:pt x="1350461" y="1892639"/>
                  </a:moveTo>
                  <a:lnTo>
                    <a:pt x="1298330" y="1887835"/>
                  </a:lnTo>
                  <a:lnTo>
                    <a:pt x="1289037" y="1982076"/>
                  </a:lnTo>
                  <a:close/>
                  <a:moveTo>
                    <a:pt x="1311701" y="1876823"/>
                  </a:moveTo>
                  <a:lnTo>
                    <a:pt x="1350461" y="1892639"/>
                  </a:lnTo>
                  <a:lnTo>
                    <a:pt x="1361509" y="1845394"/>
                  </a:lnTo>
                  <a:close/>
                  <a:moveTo>
                    <a:pt x="397870" y="920644"/>
                  </a:moveTo>
                  <a:lnTo>
                    <a:pt x="463549" y="932535"/>
                  </a:lnTo>
                  <a:lnTo>
                    <a:pt x="530510" y="973494"/>
                  </a:lnTo>
                  <a:close/>
                  <a:moveTo>
                    <a:pt x="1299720" y="1873299"/>
                  </a:moveTo>
                  <a:lnTo>
                    <a:pt x="1298330" y="1887835"/>
                  </a:lnTo>
                  <a:lnTo>
                    <a:pt x="1311701" y="1876823"/>
                  </a:lnTo>
                  <a:close/>
                  <a:moveTo>
                    <a:pt x="1368910" y="1777548"/>
                  </a:moveTo>
                  <a:lnTo>
                    <a:pt x="1311701" y="1876823"/>
                  </a:lnTo>
                  <a:lnTo>
                    <a:pt x="1361509" y="1845394"/>
                  </a:lnTo>
                  <a:close/>
                  <a:moveTo>
                    <a:pt x="1299720" y="1873299"/>
                  </a:moveTo>
                  <a:lnTo>
                    <a:pt x="1311701" y="1876823"/>
                  </a:lnTo>
                  <a:lnTo>
                    <a:pt x="1368910" y="1777548"/>
                  </a:lnTo>
                  <a:close/>
                  <a:moveTo>
                    <a:pt x="1307101" y="1767206"/>
                  </a:moveTo>
                  <a:lnTo>
                    <a:pt x="1299720" y="1873299"/>
                  </a:lnTo>
                  <a:lnTo>
                    <a:pt x="1368910" y="1777548"/>
                  </a:lnTo>
                  <a:close/>
                  <a:moveTo>
                    <a:pt x="1356032" y="1687926"/>
                  </a:moveTo>
                  <a:lnTo>
                    <a:pt x="1368910" y="1777548"/>
                  </a:lnTo>
                  <a:lnTo>
                    <a:pt x="1391420" y="1794608"/>
                  </a:lnTo>
                  <a:close/>
                  <a:moveTo>
                    <a:pt x="924666" y="1098451"/>
                  </a:moveTo>
                  <a:lnTo>
                    <a:pt x="959450" y="1180666"/>
                  </a:lnTo>
                  <a:lnTo>
                    <a:pt x="893801" y="1211343"/>
                  </a:lnTo>
                  <a:close/>
                  <a:moveTo>
                    <a:pt x="820866" y="1119401"/>
                  </a:moveTo>
                  <a:lnTo>
                    <a:pt x="737106" y="1182802"/>
                  </a:lnTo>
                  <a:lnTo>
                    <a:pt x="813426" y="1189492"/>
                  </a:lnTo>
                  <a:close/>
                  <a:moveTo>
                    <a:pt x="761960" y="1106698"/>
                  </a:moveTo>
                  <a:lnTo>
                    <a:pt x="737106" y="1182802"/>
                  </a:lnTo>
                  <a:lnTo>
                    <a:pt x="820866" y="1119401"/>
                  </a:lnTo>
                  <a:close/>
                  <a:moveTo>
                    <a:pt x="820866" y="1119401"/>
                  </a:moveTo>
                  <a:lnTo>
                    <a:pt x="836643" y="1061093"/>
                  </a:lnTo>
                  <a:lnTo>
                    <a:pt x="770038" y="1090729"/>
                  </a:lnTo>
                  <a:close/>
                  <a:moveTo>
                    <a:pt x="917178" y="1098451"/>
                  </a:moveTo>
                  <a:lnTo>
                    <a:pt x="914681" y="1203815"/>
                  </a:lnTo>
                  <a:lnTo>
                    <a:pt x="922881" y="1180666"/>
                  </a:lnTo>
                  <a:close/>
                  <a:moveTo>
                    <a:pt x="893801" y="1211343"/>
                  </a:moveTo>
                  <a:lnTo>
                    <a:pt x="914681" y="1203815"/>
                  </a:lnTo>
                  <a:lnTo>
                    <a:pt x="813426" y="1189492"/>
                  </a:lnTo>
                  <a:close/>
                  <a:moveTo>
                    <a:pt x="882648" y="1016236"/>
                  </a:moveTo>
                  <a:lnTo>
                    <a:pt x="836643" y="1061093"/>
                  </a:lnTo>
                  <a:lnTo>
                    <a:pt x="894545" y="1020001"/>
                  </a:lnTo>
                  <a:close/>
                  <a:moveTo>
                    <a:pt x="894545" y="1020001"/>
                  </a:moveTo>
                  <a:lnTo>
                    <a:pt x="836643" y="1061093"/>
                  </a:lnTo>
                  <a:lnTo>
                    <a:pt x="820866" y="1119401"/>
                  </a:lnTo>
                  <a:close/>
                  <a:moveTo>
                    <a:pt x="845357" y="999397"/>
                  </a:moveTo>
                  <a:lnTo>
                    <a:pt x="882648" y="1016236"/>
                  </a:lnTo>
                  <a:lnTo>
                    <a:pt x="847682" y="897415"/>
                  </a:lnTo>
                  <a:close/>
                  <a:moveTo>
                    <a:pt x="938147" y="946742"/>
                  </a:moveTo>
                  <a:lnTo>
                    <a:pt x="882648" y="1016236"/>
                  </a:lnTo>
                  <a:lnTo>
                    <a:pt x="896690" y="1006944"/>
                  </a:lnTo>
                  <a:close/>
                  <a:moveTo>
                    <a:pt x="1013538" y="977800"/>
                  </a:moveTo>
                  <a:lnTo>
                    <a:pt x="938147" y="946742"/>
                  </a:lnTo>
                  <a:lnTo>
                    <a:pt x="1012621" y="984599"/>
                  </a:lnTo>
                  <a:close/>
                  <a:moveTo>
                    <a:pt x="1672880" y="1743181"/>
                  </a:moveTo>
                  <a:lnTo>
                    <a:pt x="1612499" y="1700699"/>
                  </a:lnTo>
                  <a:lnTo>
                    <a:pt x="1631964" y="1717736"/>
                  </a:lnTo>
                  <a:close/>
                  <a:moveTo>
                    <a:pt x="1648427" y="1715210"/>
                  </a:moveTo>
                  <a:lnTo>
                    <a:pt x="1612499" y="1700699"/>
                  </a:lnTo>
                  <a:lnTo>
                    <a:pt x="1672880" y="1743181"/>
                  </a:lnTo>
                  <a:close/>
                  <a:moveTo>
                    <a:pt x="1730703" y="1744171"/>
                  </a:moveTo>
                  <a:lnTo>
                    <a:pt x="1648427" y="1715210"/>
                  </a:lnTo>
                  <a:lnTo>
                    <a:pt x="1672880" y="1743181"/>
                  </a:lnTo>
                  <a:close/>
                  <a:moveTo>
                    <a:pt x="1013538" y="977800"/>
                  </a:moveTo>
                  <a:lnTo>
                    <a:pt x="1035529" y="965975"/>
                  </a:lnTo>
                  <a:lnTo>
                    <a:pt x="938147" y="946742"/>
                  </a:lnTo>
                  <a:close/>
                  <a:moveTo>
                    <a:pt x="938147" y="946742"/>
                  </a:moveTo>
                  <a:lnTo>
                    <a:pt x="1035529" y="965975"/>
                  </a:lnTo>
                  <a:lnTo>
                    <a:pt x="1065958" y="930746"/>
                  </a:lnTo>
                  <a:close/>
                  <a:moveTo>
                    <a:pt x="938147" y="946742"/>
                  </a:moveTo>
                  <a:lnTo>
                    <a:pt x="1065958" y="930746"/>
                  </a:lnTo>
                  <a:lnTo>
                    <a:pt x="990472" y="927172"/>
                  </a:lnTo>
                  <a:close/>
                  <a:moveTo>
                    <a:pt x="1994564" y="1832640"/>
                  </a:moveTo>
                  <a:lnTo>
                    <a:pt x="2045199" y="1868844"/>
                  </a:lnTo>
                  <a:lnTo>
                    <a:pt x="1962235" y="1805293"/>
                  </a:lnTo>
                  <a:close/>
                  <a:moveTo>
                    <a:pt x="1101403" y="939363"/>
                  </a:moveTo>
                  <a:lnTo>
                    <a:pt x="1162505" y="923337"/>
                  </a:lnTo>
                  <a:lnTo>
                    <a:pt x="1065958" y="930746"/>
                  </a:lnTo>
                  <a:close/>
                  <a:moveTo>
                    <a:pt x="1065958" y="930746"/>
                  </a:moveTo>
                  <a:lnTo>
                    <a:pt x="1162505" y="923337"/>
                  </a:lnTo>
                  <a:lnTo>
                    <a:pt x="1183995" y="878204"/>
                  </a:lnTo>
                  <a:close/>
                  <a:moveTo>
                    <a:pt x="1246571" y="915586"/>
                  </a:moveTo>
                  <a:lnTo>
                    <a:pt x="1162505" y="923337"/>
                  </a:lnTo>
                  <a:lnTo>
                    <a:pt x="1146010" y="951388"/>
                  </a:lnTo>
                  <a:close/>
                  <a:moveTo>
                    <a:pt x="1162505" y="923337"/>
                  </a:moveTo>
                  <a:lnTo>
                    <a:pt x="1246571" y="915586"/>
                  </a:lnTo>
                  <a:lnTo>
                    <a:pt x="1183995" y="878204"/>
                  </a:lnTo>
                  <a:close/>
                  <a:moveTo>
                    <a:pt x="1278927" y="900926"/>
                  </a:moveTo>
                  <a:lnTo>
                    <a:pt x="1351071" y="991314"/>
                  </a:lnTo>
                  <a:lnTo>
                    <a:pt x="1345017" y="983142"/>
                  </a:lnTo>
                  <a:close/>
                  <a:moveTo>
                    <a:pt x="1221490" y="954939"/>
                  </a:moveTo>
                  <a:lnTo>
                    <a:pt x="1351071" y="991314"/>
                  </a:lnTo>
                  <a:lnTo>
                    <a:pt x="1278927" y="900926"/>
                  </a:lnTo>
                  <a:close/>
                  <a:moveTo>
                    <a:pt x="1278927" y="900926"/>
                  </a:moveTo>
                  <a:lnTo>
                    <a:pt x="1246571" y="915586"/>
                  </a:lnTo>
                  <a:lnTo>
                    <a:pt x="1221490" y="954939"/>
                  </a:lnTo>
                  <a:close/>
                  <a:moveTo>
                    <a:pt x="1035280" y="665901"/>
                  </a:moveTo>
                  <a:lnTo>
                    <a:pt x="1030161" y="654281"/>
                  </a:lnTo>
                  <a:lnTo>
                    <a:pt x="996918" y="672617"/>
                  </a:lnTo>
                  <a:close/>
                  <a:moveTo>
                    <a:pt x="996918" y="672617"/>
                  </a:moveTo>
                  <a:lnTo>
                    <a:pt x="1030161" y="654281"/>
                  </a:lnTo>
                  <a:lnTo>
                    <a:pt x="967359" y="625555"/>
                  </a:lnTo>
                  <a:close/>
                  <a:moveTo>
                    <a:pt x="996918" y="672617"/>
                  </a:moveTo>
                  <a:lnTo>
                    <a:pt x="967359" y="625555"/>
                  </a:lnTo>
                  <a:lnTo>
                    <a:pt x="927650" y="692292"/>
                  </a:lnTo>
                  <a:close/>
                  <a:moveTo>
                    <a:pt x="2219063" y="1849072"/>
                  </a:moveTo>
                  <a:lnTo>
                    <a:pt x="2199755" y="1889387"/>
                  </a:lnTo>
                  <a:lnTo>
                    <a:pt x="2252128" y="1869996"/>
                  </a:lnTo>
                  <a:close/>
                  <a:moveTo>
                    <a:pt x="1952060" y="1799268"/>
                  </a:moveTo>
                  <a:lnTo>
                    <a:pt x="1962235" y="1805293"/>
                  </a:lnTo>
                  <a:lnTo>
                    <a:pt x="1983132" y="1781341"/>
                  </a:lnTo>
                  <a:close/>
                  <a:moveTo>
                    <a:pt x="2219063" y="1849072"/>
                  </a:moveTo>
                  <a:lnTo>
                    <a:pt x="2252128" y="1869996"/>
                  </a:lnTo>
                  <a:lnTo>
                    <a:pt x="2262414" y="1836160"/>
                  </a:lnTo>
                  <a:close/>
                  <a:moveTo>
                    <a:pt x="2262414" y="1836160"/>
                  </a:moveTo>
                  <a:lnTo>
                    <a:pt x="2252128" y="1869996"/>
                  </a:lnTo>
                  <a:lnTo>
                    <a:pt x="2298775" y="1849072"/>
                  </a:lnTo>
                  <a:close/>
                  <a:moveTo>
                    <a:pt x="1765648" y="1165762"/>
                  </a:moveTo>
                  <a:lnTo>
                    <a:pt x="1807965" y="1152915"/>
                  </a:lnTo>
                  <a:lnTo>
                    <a:pt x="1740816" y="1136375"/>
                  </a:lnTo>
                  <a:close/>
                  <a:moveTo>
                    <a:pt x="1480575" y="720691"/>
                  </a:moveTo>
                  <a:lnTo>
                    <a:pt x="1395991" y="754611"/>
                  </a:lnTo>
                  <a:lnTo>
                    <a:pt x="1359343" y="761287"/>
                  </a:lnTo>
                  <a:close/>
                  <a:moveTo>
                    <a:pt x="1475320" y="750709"/>
                  </a:moveTo>
                  <a:lnTo>
                    <a:pt x="1544422" y="755122"/>
                  </a:lnTo>
                  <a:lnTo>
                    <a:pt x="1480575" y="720691"/>
                  </a:lnTo>
                  <a:close/>
                  <a:moveTo>
                    <a:pt x="1261271" y="673270"/>
                  </a:moveTo>
                  <a:lnTo>
                    <a:pt x="1210966" y="683756"/>
                  </a:lnTo>
                  <a:lnTo>
                    <a:pt x="1237876" y="698060"/>
                  </a:lnTo>
                  <a:close/>
                  <a:moveTo>
                    <a:pt x="1261271" y="673270"/>
                  </a:moveTo>
                  <a:lnTo>
                    <a:pt x="1277138" y="690551"/>
                  </a:lnTo>
                  <a:lnTo>
                    <a:pt x="1268806" y="659623"/>
                  </a:lnTo>
                  <a:close/>
                  <a:moveTo>
                    <a:pt x="1277138" y="690551"/>
                  </a:moveTo>
                  <a:lnTo>
                    <a:pt x="1359343" y="761287"/>
                  </a:lnTo>
                  <a:lnTo>
                    <a:pt x="1395991" y="754611"/>
                  </a:lnTo>
                  <a:close/>
                  <a:moveTo>
                    <a:pt x="2280975" y="1547448"/>
                  </a:moveTo>
                  <a:lnTo>
                    <a:pt x="2329161" y="1642302"/>
                  </a:lnTo>
                  <a:lnTo>
                    <a:pt x="2351488" y="1532429"/>
                  </a:lnTo>
                  <a:close/>
                  <a:moveTo>
                    <a:pt x="2230965" y="1563990"/>
                  </a:moveTo>
                  <a:lnTo>
                    <a:pt x="2329161" y="1642302"/>
                  </a:lnTo>
                  <a:lnTo>
                    <a:pt x="2280975" y="1547448"/>
                  </a:lnTo>
                  <a:close/>
                  <a:moveTo>
                    <a:pt x="2234182" y="1558834"/>
                  </a:moveTo>
                  <a:lnTo>
                    <a:pt x="2230965" y="1563990"/>
                  </a:lnTo>
                  <a:lnTo>
                    <a:pt x="2280975" y="1547448"/>
                  </a:lnTo>
                  <a:close/>
                  <a:moveTo>
                    <a:pt x="2227165" y="1561463"/>
                  </a:moveTo>
                  <a:lnTo>
                    <a:pt x="2234182" y="1558834"/>
                  </a:lnTo>
                  <a:lnTo>
                    <a:pt x="2159262" y="1559151"/>
                  </a:lnTo>
                  <a:close/>
                  <a:moveTo>
                    <a:pt x="1954907" y="1303827"/>
                  </a:moveTo>
                  <a:lnTo>
                    <a:pt x="1962505" y="1317345"/>
                  </a:lnTo>
                  <a:lnTo>
                    <a:pt x="1975324" y="1240646"/>
                  </a:lnTo>
                  <a:close/>
                  <a:moveTo>
                    <a:pt x="1975324" y="1240646"/>
                  </a:moveTo>
                  <a:lnTo>
                    <a:pt x="2002236" y="1277807"/>
                  </a:lnTo>
                  <a:lnTo>
                    <a:pt x="2052817" y="1251719"/>
                  </a:lnTo>
                  <a:close/>
                  <a:moveTo>
                    <a:pt x="1739816" y="917434"/>
                  </a:moveTo>
                  <a:lnTo>
                    <a:pt x="1774551" y="889400"/>
                  </a:lnTo>
                  <a:lnTo>
                    <a:pt x="1817196" y="928087"/>
                  </a:lnTo>
                  <a:close/>
                  <a:moveTo>
                    <a:pt x="1480575" y="720691"/>
                  </a:moveTo>
                  <a:lnTo>
                    <a:pt x="1543010" y="675471"/>
                  </a:lnTo>
                  <a:lnTo>
                    <a:pt x="1577199" y="621187"/>
                  </a:lnTo>
                  <a:close/>
                  <a:moveTo>
                    <a:pt x="2280975" y="1547448"/>
                  </a:moveTo>
                  <a:lnTo>
                    <a:pt x="2159262" y="1559151"/>
                  </a:lnTo>
                  <a:lnTo>
                    <a:pt x="2234182" y="1558834"/>
                  </a:lnTo>
                  <a:close/>
                  <a:moveTo>
                    <a:pt x="2280975" y="1547448"/>
                  </a:moveTo>
                  <a:lnTo>
                    <a:pt x="2206511" y="1547698"/>
                  </a:lnTo>
                  <a:lnTo>
                    <a:pt x="2159262" y="1559151"/>
                  </a:lnTo>
                  <a:close/>
                  <a:moveTo>
                    <a:pt x="2287533" y="1515461"/>
                  </a:moveTo>
                  <a:lnTo>
                    <a:pt x="2206511" y="1547698"/>
                  </a:lnTo>
                  <a:lnTo>
                    <a:pt x="2280975" y="1547448"/>
                  </a:lnTo>
                  <a:close/>
                  <a:moveTo>
                    <a:pt x="2352760" y="1523024"/>
                  </a:moveTo>
                  <a:lnTo>
                    <a:pt x="2280975" y="1547448"/>
                  </a:lnTo>
                  <a:lnTo>
                    <a:pt x="2351488" y="1532429"/>
                  </a:lnTo>
                  <a:close/>
                  <a:moveTo>
                    <a:pt x="2352760" y="1523024"/>
                  </a:moveTo>
                  <a:lnTo>
                    <a:pt x="2287533" y="1515461"/>
                  </a:lnTo>
                  <a:lnTo>
                    <a:pt x="2280975" y="1547448"/>
                  </a:lnTo>
                  <a:close/>
                  <a:moveTo>
                    <a:pt x="2287533" y="1515461"/>
                  </a:moveTo>
                  <a:lnTo>
                    <a:pt x="2352760" y="1523024"/>
                  </a:lnTo>
                  <a:lnTo>
                    <a:pt x="2356882" y="1419581"/>
                  </a:lnTo>
                  <a:close/>
                  <a:moveTo>
                    <a:pt x="2352760" y="1523024"/>
                  </a:moveTo>
                  <a:lnTo>
                    <a:pt x="2351488" y="1532429"/>
                  </a:lnTo>
                  <a:lnTo>
                    <a:pt x="2357879" y="1525553"/>
                  </a:lnTo>
                  <a:close/>
                  <a:moveTo>
                    <a:pt x="2356882" y="1419581"/>
                  </a:moveTo>
                  <a:lnTo>
                    <a:pt x="2352760" y="1523024"/>
                  </a:lnTo>
                  <a:lnTo>
                    <a:pt x="2357879" y="1525553"/>
                  </a:lnTo>
                  <a:close/>
                  <a:moveTo>
                    <a:pt x="2137430" y="1176531"/>
                  </a:moveTo>
                  <a:lnTo>
                    <a:pt x="2082182" y="1160854"/>
                  </a:lnTo>
                  <a:lnTo>
                    <a:pt x="2052817" y="1251719"/>
                  </a:lnTo>
                  <a:close/>
                  <a:moveTo>
                    <a:pt x="1872376" y="809871"/>
                  </a:moveTo>
                  <a:lnTo>
                    <a:pt x="1946591" y="810127"/>
                  </a:lnTo>
                  <a:lnTo>
                    <a:pt x="1943409" y="712622"/>
                  </a:lnTo>
                  <a:close/>
                  <a:moveTo>
                    <a:pt x="1932294" y="864558"/>
                  </a:moveTo>
                  <a:lnTo>
                    <a:pt x="2000879" y="842328"/>
                  </a:lnTo>
                  <a:lnTo>
                    <a:pt x="1994190" y="790960"/>
                  </a:lnTo>
                  <a:close/>
                  <a:moveTo>
                    <a:pt x="1805942" y="220796"/>
                  </a:moveTo>
                  <a:lnTo>
                    <a:pt x="1823343" y="305462"/>
                  </a:lnTo>
                  <a:lnTo>
                    <a:pt x="1795227" y="259232"/>
                  </a:lnTo>
                  <a:close/>
                  <a:moveTo>
                    <a:pt x="1906926" y="41636"/>
                  </a:moveTo>
                  <a:lnTo>
                    <a:pt x="1858175" y="56366"/>
                  </a:lnTo>
                  <a:lnTo>
                    <a:pt x="1891150" y="65118"/>
                  </a:lnTo>
                  <a:close/>
                  <a:moveTo>
                    <a:pt x="1858175" y="56366"/>
                  </a:moveTo>
                  <a:lnTo>
                    <a:pt x="1906926" y="41636"/>
                  </a:lnTo>
                  <a:lnTo>
                    <a:pt x="1931291" y="0"/>
                  </a:lnTo>
                  <a:close/>
                  <a:moveTo>
                    <a:pt x="1810065" y="40616"/>
                  </a:moveTo>
                  <a:lnTo>
                    <a:pt x="1858175" y="56366"/>
                  </a:lnTo>
                  <a:lnTo>
                    <a:pt x="1931291" y="0"/>
                  </a:lnTo>
                  <a:close/>
                  <a:moveTo>
                    <a:pt x="1891150" y="65118"/>
                  </a:moveTo>
                  <a:lnTo>
                    <a:pt x="1978045" y="17930"/>
                  </a:lnTo>
                  <a:lnTo>
                    <a:pt x="1906926" y="41636"/>
                  </a:lnTo>
                  <a:close/>
                  <a:moveTo>
                    <a:pt x="2016087" y="38381"/>
                  </a:moveTo>
                  <a:lnTo>
                    <a:pt x="1978045" y="17930"/>
                  </a:lnTo>
                  <a:lnTo>
                    <a:pt x="1891150" y="65118"/>
                  </a:lnTo>
                  <a:close/>
                  <a:moveTo>
                    <a:pt x="1906926" y="41636"/>
                  </a:moveTo>
                  <a:lnTo>
                    <a:pt x="1978045" y="17930"/>
                  </a:lnTo>
                  <a:lnTo>
                    <a:pt x="1931291" y="0"/>
                  </a:lnTo>
                  <a:close/>
                  <a:moveTo>
                    <a:pt x="2279613" y="20517"/>
                  </a:moveTo>
                  <a:lnTo>
                    <a:pt x="2315844" y="91154"/>
                  </a:lnTo>
                  <a:lnTo>
                    <a:pt x="2336328" y="105486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08" name="Candidate_density__2107">
              <a:extLst>
                <a:ext uri="{FF2B5EF4-FFF2-40B4-BE49-F238E27FC236}">
                  <a16:creationId xmlns:a16="http://schemas.microsoft.com/office/drawing/2014/main" id="{7DEBB0E5-9330-EBC8-2784-65CA1A9984A7}"/>
                </a:ext>
              </a:extLst>
            </p:cNvPr>
            <p:cNvSpPr>
              <a:spLocks noGrp="1"/>
            </p:cNvSpPr>
            <p:nvPr/>
          </p:nvSpPr>
          <p:spPr>
            <a:xfrm>
              <a:off x="3924552" y="1508053"/>
              <a:ext cx="2210725" cy="2576568"/>
            </a:xfrm>
            <a:custGeom>
              <a:avLst/>
              <a:gdLst/>
              <a:ahLst/>
              <a:cxnLst/>
              <a:rect l="0" t="0" r="0" b="0"/>
              <a:pathLst>
                <a:path w="2210725" h="2576568">
                  <a:moveTo>
                    <a:pt x="616277" y="2531391"/>
                  </a:moveTo>
                  <a:lnTo>
                    <a:pt x="674028" y="2576568"/>
                  </a:lnTo>
                  <a:lnTo>
                    <a:pt x="684544" y="2513020"/>
                  </a:lnTo>
                  <a:close/>
                  <a:moveTo>
                    <a:pt x="616277" y="2531391"/>
                  </a:moveTo>
                  <a:lnTo>
                    <a:pt x="684544" y="2513020"/>
                  </a:lnTo>
                  <a:lnTo>
                    <a:pt x="576639" y="2491100"/>
                  </a:lnTo>
                  <a:close/>
                  <a:moveTo>
                    <a:pt x="487861" y="2351551"/>
                  </a:moveTo>
                  <a:lnTo>
                    <a:pt x="527476" y="2328524"/>
                  </a:lnTo>
                  <a:lnTo>
                    <a:pt x="512483" y="2314688"/>
                  </a:lnTo>
                  <a:close/>
                  <a:moveTo>
                    <a:pt x="725710" y="2379461"/>
                  </a:moveTo>
                  <a:lnTo>
                    <a:pt x="681665" y="2290088"/>
                  </a:lnTo>
                  <a:lnTo>
                    <a:pt x="623332" y="2302007"/>
                  </a:lnTo>
                  <a:close/>
                  <a:moveTo>
                    <a:pt x="610478" y="2212366"/>
                  </a:moveTo>
                  <a:lnTo>
                    <a:pt x="610070" y="2185689"/>
                  </a:lnTo>
                  <a:lnTo>
                    <a:pt x="531090" y="2169054"/>
                  </a:lnTo>
                  <a:close/>
                  <a:moveTo>
                    <a:pt x="126340" y="1550152"/>
                  </a:moveTo>
                  <a:lnTo>
                    <a:pt x="91023" y="1574892"/>
                  </a:lnTo>
                  <a:lnTo>
                    <a:pt x="117442" y="1570089"/>
                  </a:lnTo>
                  <a:close/>
                  <a:moveTo>
                    <a:pt x="0" y="1506374"/>
                  </a:moveTo>
                  <a:lnTo>
                    <a:pt x="91023" y="1574892"/>
                  </a:lnTo>
                  <a:lnTo>
                    <a:pt x="126340" y="1550152"/>
                  </a:lnTo>
                  <a:close/>
                  <a:moveTo>
                    <a:pt x="117442" y="1570089"/>
                  </a:moveTo>
                  <a:lnTo>
                    <a:pt x="79321" y="1594595"/>
                  </a:lnTo>
                  <a:lnTo>
                    <a:pt x="126340" y="1550152"/>
                  </a:lnTo>
                  <a:close/>
                  <a:moveTo>
                    <a:pt x="542291" y="2107115"/>
                  </a:moveTo>
                  <a:lnTo>
                    <a:pt x="632599" y="2054720"/>
                  </a:lnTo>
                  <a:lnTo>
                    <a:pt x="572258" y="2043253"/>
                  </a:lnTo>
                  <a:close/>
                  <a:moveTo>
                    <a:pt x="603880" y="1947342"/>
                  </a:moveTo>
                  <a:lnTo>
                    <a:pt x="577025" y="1922791"/>
                  </a:lnTo>
                  <a:lnTo>
                    <a:pt x="572258" y="2043253"/>
                  </a:lnTo>
                  <a:close/>
                  <a:moveTo>
                    <a:pt x="572258" y="2043253"/>
                  </a:moveTo>
                  <a:lnTo>
                    <a:pt x="653423" y="2005006"/>
                  </a:lnTo>
                  <a:lnTo>
                    <a:pt x="603880" y="1947342"/>
                  </a:lnTo>
                  <a:close/>
                  <a:moveTo>
                    <a:pt x="572258" y="2043253"/>
                  </a:moveTo>
                  <a:lnTo>
                    <a:pt x="632599" y="2054720"/>
                  </a:lnTo>
                  <a:lnTo>
                    <a:pt x="653423" y="2005006"/>
                  </a:lnTo>
                  <a:close/>
                  <a:moveTo>
                    <a:pt x="577025" y="1922791"/>
                  </a:moveTo>
                  <a:lnTo>
                    <a:pt x="534484" y="1840576"/>
                  </a:lnTo>
                  <a:lnTo>
                    <a:pt x="511892" y="1931646"/>
                  </a:lnTo>
                  <a:close/>
                  <a:moveTo>
                    <a:pt x="119608" y="1368143"/>
                  </a:moveTo>
                  <a:lnTo>
                    <a:pt x="2088" y="1305835"/>
                  </a:lnTo>
                  <a:lnTo>
                    <a:pt x="54343" y="1385722"/>
                  </a:lnTo>
                  <a:close/>
                  <a:moveTo>
                    <a:pt x="577025" y="1922791"/>
                  </a:moveTo>
                  <a:lnTo>
                    <a:pt x="588390" y="1802140"/>
                  </a:lnTo>
                  <a:lnTo>
                    <a:pt x="534484" y="1840576"/>
                  </a:lnTo>
                  <a:close/>
                  <a:moveTo>
                    <a:pt x="588390" y="1802140"/>
                  </a:moveTo>
                  <a:lnTo>
                    <a:pt x="536827" y="1758361"/>
                  </a:lnTo>
                  <a:lnTo>
                    <a:pt x="534484" y="1840576"/>
                  </a:lnTo>
                  <a:close/>
                  <a:moveTo>
                    <a:pt x="176858" y="1321600"/>
                  </a:moveTo>
                  <a:lnTo>
                    <a:pt x="185990" y="1284353"/>
                  </a:lnTo>
                  <a:lnTo>
                    <a:pt x="189926" y="1347285"/>
                  </a:lnTo>
                  <a:close/>
                  <a:moveTo>
                    <a:pt x="232765" y="1395777"/>
                  </a:moveTo>
                  <a:lnTo>
                    <a:pt x="305808" y="1390217"/>
                  </a:lnTo>
                  <a:lnTo>
                    <a:pt x="269515" y="1406956"/>
                  </a:lnTo>
                  <a:close/>
                  <a:moveTo>
                    <a:pt x="763394" y="1608679"/>
                  </a:moveTo>
                  <a:lnTo>
                    <a:pt x="694520" y="1604080"/>
                  </a:lnTo>
                  <a:lnTo>
                    <a:pt x="780852" y="1621293"/>
                  </a:lnTo>
                  <a:close/>
                  <a:moveTo>
                    <a:pt x="178985" y="1144419"/>
                  </a:moveTo>
                  <a:lnTo>
                    <a:pt x="283424" y="1195464"/>
                  </a:lnTo>
                  <a:lnTo>
                    <a:pt x="266419" y="1109196"/>
                  </a:lnTo>
                  <a:close/>
                  <a:moveTo>
                    <a:pt x="178985" y="1144419"/>
                  </a:moveTo>
                  <a:lnTo>
                    <a:pt x="226849" y="1226634"/>
                  </a:lnTo>
                  <a:lnTo>
                    <a:pt x="283424" y="1195464"/>
                  </a:lnTo>
                  <a:close/>
                  <a:moveTo>
                    <a:pt x="346384" y="1204871"/>
                  </a:moveTo>
                  <a:lnTo>
                    <a:pt x="323260" y="1105982"/>
                  </a:lnTo>
                  <a:lnTo>
                    <a:pt x="266419" y="1109196"/>
                  </a:lnTo>
                  <a:close/>
                  <a:moveTo>
                    <a:pt x="266419" y="1109196"/>
                  </a:moveTo>
                  <a:lnTo>
                    <a:pt x="323260" y="1105982"/>
                  </a:lnTo>
                  <a:lnTo>
                    <a:pt x="267780" y="1096290"/>
                  </a:lnTo>
                  <a:close/>
                  <a:moveTo>
                    <a:pt x="998579" y="1738845"/>
                  </a:moveTo>
                  <a:lnTo>
                    <a:pt x="951521" y="1643052"/>
                  </a:lnTo>
                  <a:lnTo>
                    <a:pt x="903926" y="1655112"/>
                  </a:lnTo>
                  <a:close/>
                  <a:moveTo>
                    <a:pt x="843703" y="1641080"/>
                  </a:moveTo>
                  <a:lnTo>
                    <a:pt x="780852" y="1621293"/>
                  </a:lnTo>
                  <a:lnTo>
                    <a:pt x="705560" y="1618448"/>
                  </a:lnTo>
                  <a:close/>
                  <a:moveTo>
                    <a:pt x="843703" y="1641080"/>
                  </a:moveTo>
                  <a:lnTo>
                    <a:pt x="705560" y="1618448"/>
                  </a:lnTo>
                  <a:lnTo>
                    <a:pt x="758732" y="1602045"/>
                  </a:lnTo>
                  <a:close/>
                  <a:moveTo>
                    <a:pt x="843703" y="1641080"/>
                  </a:moveTo>
                  <a:lnTo>
                    <a:pt x="847964" y="1643052"/>
                  </a:lnTo>
                  <a:lnTo>
                    <a:pt x="858086" y="1631400"/>
                  </a:lnTo>
                  <a:close/>
                  <a:moveTo>
                    <a:pt x="780852" y="1621293"/>
                  </a:moveTo>
                  <a:lnTo>
                    <a:pt x="843703" y="1641080"/>
                  </a:lnTo>
                  <a:lnTo>
                    <a:pt x="858086" y="1631400"/>
                  </a:lnTo>
                  <a:close/>
                  <a:moveTo>
                    <a:pt x="938851" y="1718166"/>
                  </a:moveTo>
                  <a:lnTo>
                    <a:pt x="903926" y="1655112"/>
                  </a:lnTo>
                  <a:lnTo>
                    <a:pt x="847964" y="1643052"/>
                  </a:lnTo>
                  <a:close/>
                  <a:moveTo>
                    <a:pt x="323260" y="1105982"/>
                  </a:moveTo>
                  <a:lnTo>
                    <a:pt x="345934" y="1109839"/>
                  </a:lnTo>
                  <a:lnTo>
                    <a:pt x="280255" y="1097948"/>
                  </a:lnTo>
                  <a:close/>
                  <a:moveTo>
                    <a:pt x="267780" y="1096290"/>
                  </a:moveTo>
                  <a:lnTo>
                    <a:pt x="323260" y="1105982"/>
                  </a:lnTo>
                  <a:lnTo>
                    <a:pt x="280255" y="1097948"/>
                  </a:lnTo>
                  <a:close/>
                  <a:moveTo>
                    <a:pt x="333054" y="846480"/>
                  </a:moveTo>
                  <a:lnTo>
                    <a:pt x="209839" y="879659"/>
                  </a:lnTo>
                  <a:lnTo>
                    <a:pt x="261787" y="858680"/>
                  </a:lnTo>
                  <a:close/>
                  <a:moveTo>
                    <a:pt x="1166171" y="1863373"/>
                  </a:moveTo>
                  <a:lnTo>
                    <a:pt x="1191341" y="1826211"/>
                  </a:lnTo>
                  <a:lnTo>
                    <a:pt x="1125269" y="1857833"/>
                  </a:lnTo>
                  <a:close/>
                  <a:moveTo>
                    <a:pt x="1166171" y="1863373"/>
                  </a:moveTo>
                  <a:lnTo>
                    <a:pt x="1238417" y="1865229"/>
                  </a:lnTo>
                  <a:lnTo>
                    <a:pt x="1191341" y="1826211"/>
                  </a:lnTo>
                  <a:close/>
                  <a:moveTo>
                    <a:pt x="799564" y="1275755"/>
                  </a:moveTo>
                  <a:lnTo>
                    <a:pt x="703251" y="1296705"/>
                  </a:lnTo>
                  <a:lnTo>
                    <a:pt x="695811" y="1366796"/>
                  </a:lnTo>
                  <a:close/>
                  <a:moveTo>
                    <a:pt x="799564" y="1275755"/>
                  </a:moveTo>
                  <a:lnTo>
                    <a:pt x="800433" y="1264098"/>
                  </a:lnTo>
                  <a:lnTo>
                    <a:pt x="776930" y="1197305"/>
                  </a:lnTo>
                  <a:close/>
                  <a:moveTo>
                    <a:pt x="703251" y="1296705"/>
                  </a:moveTo>
                  <a:lnTo>
                    <a:pt x="799564" y="1275755"/>
                  </a:lnTo>
                  <a:lnTo>
                    <a:pt x="776930" y="1197305"/>
                  </a:lnTo>
                  <a:close/>
                  <a:moveTo>
                    <a:pt x="800433" y="1264098"/>
                  </a:moveTo>
                  <a:lnTo>
                    <a:pt x="807051" y="1275755"/>
                  </a:lnTo>
                  <a:lnTo>
                    <a:pt x="776930" y="1197305"/>
                  </a:lnTo>
                  <a:close/>
                  <a:moveTo>
                    <a:pt x="333054" y="846480"/>
                  </a:moveTo>
                  <a:lnTo>
                    <a:pt x="261787" y="858680"/>
                  </a:lnTo>
                  <a:lnTo>
                    <a:pt x="392826" y="854755"/>
                  </a:lnTo>
                  <a:close/>
                  <a:moveTo>
                    <a:pt x="411652" y="861686"/>
                  </a:moveTo>
                  <a:lnTo>
                    <a:pt x="416631" y="864680"/>
                  </a:lnTo>
                  <a:lnTo>
                    <a:pt x="451087" y="880065"/>
                  </a:lnTo>
                  <a:close/>
                  <a:moveTo>
                    <a:pt x="475907" y="886722"/>
                  </a:moveTo>
                  <a:lnTo>
                    <a:pt x="451087" y="880065"/>
                  </a:lnTo>
                  <a:lnTo>
                    <a:pt x="416631" y="864680"/>
                  </a:lnTo>
                  <a:close/>
                  <a:moveTo>
                    <a:pt x="1878061" y="2409409"/>
                  </a:moveTo>
                  <a:lnTo>
                    <a:pt x="1819381" y="2396522"/>
                  </a:lnTo>
                  <a:lnTo>
                    <a:pt x="1789919" y="2455702"/>
                  </a:lnTo>
                  <a:close/>
                  <a:moveTo>
                    <a:pt x="730068" y="1074719"/>
                  </a:moveTo>
                  <a:lnTo>
                    <a:pt x="820533" y="1124046"/>
                  </a:lnTo>
                  <a:lnTo>
                    <a:pt x="736097" y="1072889"/>
                  </a:lnTo>
                  <a:close/>
                  <a:moveTo>
                    <a:pt x="589477" y="1032686"/>
                  </a:moveTo>
                  <a:lnTo>
                    <a:pt x="639742" y="1005414"/>
                  </a:lnTo>
                  <a:lnTo>
                    <a:pt x="730068" y="1074719"/>
                  </a:lnTo>
                  <a:close/>
                  <a:moveTo>
                    <a:pt x="594606" y="1029109"/>
                  </a:moveTo>
                  <a:lnTo>
                    <a:pt x="589477" y="1032686"/>
                  </a:lnTo>
                  <a:lnTo>
                    <a:pt x="730068" y="1074719"/>
                  </a:lnTo>
                  <a:close/>
                  <a:moveTo>
                    <a:pt x="620145" y="990673"/>
                  </a:moveTo>
                  <a:lnTo>
                    <a:pt x="586600" y="1021929"/>
                  </a:lnTo>
                  <a:lnTo>
                    <a:pt x="527193" y="918284"/>
                  </a:lnTo>
                  <a:close/>
                  <a:moveTo>
                    <a:pt x="635960" y="908458"/>
                  </a:moveTo>
                  <a:lnTo>
                    <a:pt x="586600" y="1021929"/>
                  </a:lnTo>
                  <a:lnTo>
                    <a:pt x="594606" y="1029109"/>
                  </a:lnTo>
                  <a:close/>
                  <a:moveTo>
                    <a:pt x="1473816" y="1812824"/>
                  </a:moveTo>
                  <a:lnTo>
                    <a:pt x="1514349" y="1895039"/>
                  </a:lnTo>
                  <a:lnTo>
                    <a:pt x="1474235" y="1794698"/>
                  </a:lnTo>
                  <a:close/>
                  <a:moveTo>
                    <a:pt x="1559696" y="1721850"/>
                  </a:moveTo>
                  <a:lnTo>
                    <a:pt x="1474235" y="1794698"/>
                  </a:lnTo>
                  <a:lnTo>
                    <a:pt x="1489192" y="1736903"/>
                  </a:lnTo>
                  <a:close/>
                  <a:moveTo>
                    <a:pt x="810204" y="870226"/>
                  </a:moveTo>
                  <a:lnTo>
                    <a:pt x="747762" y="908458"/>
                  </a:lnTo>
                  <a:lnTo>
                    <a:pt x="736964" y="969020"/>
                  </a:lnTo>
                  <a:close/>
                  <a:moveTo>
                    <a:pt x="736964" y="969020"/>
                  </a:moveTo>
                  <a:lnTo>
                    <a:pt x="747762" y="908458"/>
                  </a:lnTo>
                  <a:lnTo>
                    <a:pt x="714266" y="887381"/>
                  </a:lnTo>
                  <a:close/>
                  <a:moveTo>
                    <a:pt x="714266" y="887381"/>
                  </a:moveTo>
                  <a:lnTo>
                    <a:pt x="747762" y="908458"/>
                  </a:lnTo>
                  <a:lnTo>
                    <a:pt x="700246" y="798687"/>
                  </a:lnTo>
                  <a:close/>
                  <a:moveTo>
                    <a:pt x="700246" y="798687"/>
                  </a:moveTo>
                  <a:lnTo>
                    <a:pt x="810036" y="869596"/>
                  </a:lnTo>
                  <a:lnTo>
                    <a:pt x="729975" y="787807"/>
                  </a:lnTo>
                  <a:close/>
                  <a:moveTo>
                    <a:pt x="700246" y="798687"/>
                  </a:moveTo>
                  <a:lnTo>
                    <a:pt x="729975" y="787807"/>
                  </a:lnTo>
                  <a:lnTo>
                    <a:pt x="710657" y="776696"/>
                  </a:lnTo>
                  <a:close/>
                  <a:moveTo>
                    <a:pt x="1492000" y="1856603"/>
                  </a:moveTo>
                  <a:lnTo>
                    <a:pt x="1481770" y="1774388"/>
                  </a:lnTo>
                  <a:lnTo>
                    <a:pt x="1474235" y="1794698"/>
                  </a:lnTo>
                  <a:close/>
                  <a:moveTo>
                    <a:pt x="1994538" y="2075030"/>
                  </a:moveTo>
                  <a:lnTo>
                    <a:pt x="1914017" y="2079901"/>
                  </a:lnTo>
                  <a:lnTo>
                    <a:pt x="2002346" y="2168775"/>
                  </a:lnTo>
                  <a:close/>
                  <a:moveTo>
                    <a:pt x="1535859" y="1696182"/>
                  </a:moveTo>
                  <a:lnTo>
                    <a:pt x="1587405" y="1735951"/>
                  </a:lnTo>
                  <a:lnTo>
                    <a:pt x="1559696" y="1721850"/>
                  </a:lnTo>
                  <a:close/>
                  <a:moveTo>
                    <a:pt x="1489192" y="1736903"/>
                  </a:moveTo>
                  <a:lnTo>
                    <a:pt x="1535859" y="1696182"/>
                  </a:lnTo>
                  <a:lnTo>
                    <a:pt x="1559696" y="1721850"/>
                  </a:lnTo>
                  <a:close/>
                  <a:moveTo>
                    <a:pt x="1227038" y="1314068"/>
                  </a:moveTo>
                  <a:lnTo>
                    <a:pt x="1212134" y="1325544"/>
                  </a:lnTo>
                  <a:lnTo>
                    <a:pt x="1263382" y="1242661"/>
                  </a:lnTo>
                  <a:close/>
                  <a:moveTo>
                    <a:pt x="912547" y="831585"/>
                  </a:moveTo>
                  <a:lnTo>
                    <a:pt x="917666" y="843205"/>
                  </a:lnTo>
                  <a:lnTo>
                    <a:pt x="873222" y="890636"/>
                  </a:lnTo>
                  <a:close/>
                  <a:moveTo>
                    <a:pt x="775217" y="749370"/>
                  </a:moveTo>
                  <a:lnTo>
                    <a:pt x="810036" y="869596"/>
                  </a:lnTo>
                  <a:lnTo>
                    <a:pt x="849745" y="802859"/>
                  </a:lnTo>
                  <a:close/>
                  <a:moveTo>
                    <a:pt x="775217" y="749370"/>
                  </a:moveTo>
                  <a:lnTo>
                    <a:pt x="729975" y="787807"/>
                  </a:lnTo>
                  <a:lnTo>
                    <a:pt x="810036" y="869596"/>
                  </a:lnTo>
                  <a:close/>
                  <a:moveTo>
                    <a:pt x="729975" y="787807"/>
                  </a:moveTo>
                  <a:lnTo>
                    <a:pt x="775217" y="749370"/>
                  </a:lnTo>
                  <a:lnTo>
                    <a:pt x="710657" y="776696"/>
                  </a:lnTo>
                  <a:close/>
                  <a:moveTo>
                    <a:pt x="1470968" y="1571521"/>
                  </a:moveTo>
                  <a:lnTo>
                    <a:pt x="1464426" y="1602488"/>
                  </a:lnTo>
                  <a:lnTo>
                    <a:pt x="1519956" y="1636723"/>
                  </a:lnTo>
                  <a:close/>
                  <a:moveTo>
                    <a:pt x="1161313" y="1078230"/>
                  </a:moveTo>
                  <a:lnTo>
                    <a:pt x="1288122" y="1124175"/>
                  </a:lnTo>
                  <a:lnTo>
                    <a:pt x="1251987" y="1053461"/>
                  </a:lnTo>
                  <a:close/>
                  <a:moveTo>
                    <a:pt x="1251987" y="1053461"/>
                  </a:moveTo>
                  <a:lnTo>
                    <a:pt x="1143328" y="1064547"/>
                  </a:lnTo>
                  <a:lnTo>
                    <a:pt x="1161313" y="1078230"/>
                  </a:lnTo>
                  <a:close/>
                  <a:moveTo>
                    <a:pt x="1166465" y="962304"/>
                  </a:moveTo>
                  <a:lnTo>
                    <a:pt x="1143328" y="1064547"/>
                  </a:lnTo>
                  <a:lnTo>
                    <a:pt x="1251987" y="1053461"/>
                  </a:lnTo>
                  <a:close/>
                  <a:moveTo>
                    <a:pt x="1244349" y="959578"/>
                  </a:moveTo>
                  <a:lnTo>
                    <a:pt x="1166465" y="962304"/>
                  </a:lnTo>
                  <a:lnTo>
                    <a:pt x="1251987" y="1053461"/>
                  </a:lnTo>
                  <a:close/>
                  <a:moveTo>
                    <a:pt x="1166465" y="962304"/>
                  </a:moveTo>
                  <a:lnTo>
                    <a:pt x="1241728" y="938591"/>
                  </a:lnTo>
                  <a:lnTo>
                    <a:pt x="1111218" y="913800"/>
                  </a:lnTo>
                  <a:close/>
                  <a:moveTo>
                    <a:pt x="912547" y="831585"/>
                  </a:moveTo>
                  <a:lnTo>
                    <a:pt x="958953" y="809639"/>
                  </a:lnTo>
                  <a:lnTo>
                    <a:pt x="849745" y="802859"/>
                  </a:lnTo>
                  <a:close/>
                  <a:moveTo>
                    <a:pt x="2061082" y="1920839"/>
                  </a:moveTo>
                  <a:lnTo>
                    <a:pt x="2143495" y="1914431"/>
                  </a:lnTo>
                  <a:lnTo>
                    <a:pt x="2125639" y="1828856"/>
                  </a:lnTo>
                  <a:close/>
                  <a:moveTo>
                    <a:pt x="2061082" y="1920839"/>
                  </a:moveTo>
                  <a:lnTo>
                    <a:pt x="2125639" y="1828856"/>
                  </a:lnTo>
                  <a:lnTo>
                    <a:pt x="2053554" y="1826867"/>
                  </a:lnTo>
                  <a:close/>
                  <a:moveTo>
                    <a:pt x="2201590" y="1927792"/>
                  </a:moveTo>
                  <a:lnTo>
                    <a:pt x="2125639" y="1828856"/>
                  </a:lnTo>
                  <a:lnTo>
                    <a:pt x="2143495" y="1914431"/>
                  </a:lnTo>
                  <a:close/>
                  <a:moveTo>
                    <a:pt x="1972903" y="1831843"/>
                  </a:moveTo>
                  <a:lnTo>
                    <a:pt x="2053554" y="1826867"/>
                  </a:lnTo>
                  <a:lnTo>
                    <a:pt x="1952271" y="1748524"/>
                  </a:lnTo>
                  <a:close/>
                  <a:moveTo>
                    <a:pt x="2053554" y="1826867"/>
                  </a:moveTo>
                  <a:lnTo>
                    <a:pt x="2125639" y="1828856"/>
                  </a:lnTo>
                  <a:lnTo>
                    <a:pt x="2069213" y="1803156"/>
                  </a:lnTo>
                  <a:close/>
                  <a:moveTo>
                    <a:pt x="1644693" y="1394031"/>
                  </a:moveTo>
                  <a:lnTo>
                    <a:pt x="1658060" y="1380555"/>
                  </a:lnTo>
                  <a:lnTo>
                    <a:pt x="1593243" y="1416869"/>
                  </a:lnTo>
                  <a:close/>
                  <a:moveTo>
                    <a:pt x="1694079" y="1336784"/>
                  </a:moveTo>
                  <a:lnTo>
                    <a:pt x="1690350" y="1330218"/>
                  </a:lnTo>
                  <a:lnTo>
                    <a:pt x="1648034" y="1343066"/>
                  </a:lnTo>
                  <a:close/>
                  <a:moveTo>
                    <a:pt x="1357706" y="928013"/>
                  </a:moveTo>
                  <a:lnTo>
                    <a:pt x="1253640" y="957579"/>
                  </a:lnTo>
                  <a:lnTo>
                    <a:pt x="1334974" y="1008562"/>
                  </a:lnTo>
                  <a:close/>
                  <a:moveTo>
                    <a:pt x="1241728" y="938591"/>
                  </a:moveTo>
                  <a:lnTo>
                    <a:pt x="1253640" y="957579"/>
                  </a:lnTo>
                  <a:lnTo>
                    <a:pt x="1362961" y="897995"/>
                  </a:lnTo>
                  <a:close/>
                  <a:moveTo>
                    <a:pt x="1122724" y="754712"/>
                  </a:moveTo>
                  <a:lnTo>
                    <a:pt x="1070561" y="779496"/>
                  </a:lnTo>
                  <a:lnTo>
                    <a:pt x="1143657" y="850574"/>
                  </a:lnTo>
                  <a:close/>
                  <a:moveTo>
                    <a:pt x="1706237" y="1326901"/>
                  </a:moveTo>
                  <a:lnTo>
                    <a:pt x="1623202" y="1313679"/>
                  </a:lnTo>
                  <a:lnTo>
                    <a:pt x="1690350" y="1330218"/>
                  </a:lnTo>
                  <a:close/>
                  <a:moveTo>
                    <a:pt x="1639434" y="1220525"/>
                  </a:moveTo>
                  <a:lnTo>
                    <a:pt x="1623202" y="1313679"/>
                  </a:lnTo>
                  <a:lnTo>
                    <a:pt x="1706237" y="1326901"/>
                  </a:lnTo>
                  <a:close/>
                  <a:moveTo>
                    <a:pt x="1709862" y="1223861"/>
                  </a:moveTo>
                  <a:lnTo>
                    <a:pt x="1639434" y="1220525"/>
                  </a:lnTo>
                  <a:lnTo>
                    <a:pt x="1706237" y="1326901"/>
                  </a:lnTo>
                  <a:close/>
                  <a:moveTo>
                    <a:pt x="1760996" y="1271552"/>
                  </a:moveTo>
                  <a:lnTo>
                    <a:pt x="1821045" y="1294156"/>
                  </a:lnTo>
                  <a:lnTo>
                    <a:pt x="1890957" y="1263596"/>
                  </a:lnTo>
                  <a:close/>
                  <a:moveTo>
                    <a:pt x="1639434" y="1220525"/>
                  </a:moveTo>
                  <a:lnTo>
                    <a:pt x="1709862" y="1223861"/>
                  </a:lnTo>
                  <a:lnTo>
                    <a:pt x="1700108" y="1131699"/>
                  </a:lnTo>
                  <a:close/>
                  <a:moveTo>
                    <a:pt x="1491437" y="919142"/>
                  </a:moveTo>
                  <a:lnTo>
                    <a:pt x="1474690" y="893499"/>
                  </a:lnTo>
                  <a:lnTo>
                    <a:pt x="1474381" y="820716"/>
                  </a:lnTo>
                  <a:close/>
                  <a:moveTo>
                    <a:pt x="1175795" y="540328"/>
                  </a:moveTo>
                  <a:lnTo>
                    <a:pt x="1198527" y="551845"/>
                  </a:lnTo>
                  <a:lnTo>
                    <a:pt x="1116323" y="502607"/>
                  </a:lnTo>
                  <a:close/>
                  <a:moveTo>
                    <a:pt x="1116323" y="502607"/>
                  </a:moveTo>
                  <a:lnTo>
                    <a:pt x="1198527" y="551845"/>
                  </a:lnTo>
                  <a:lnTo>
                    <a:pt x="1234541" y="567182"/>
                  </a:lnTo>
                  <a:close/>
                  <a:moveTo>
                    <a:pt x="2174407" y="1589023"/>
                  </a:moveTo>
                  <a:lnTo>
                    <a:pt x="2210725" y="1519997"/>
                  </a:lnTo>
                  <a:lnTo>
                    <a:pt x="2141241" y="1515895"/>
                  </a:lnTo>
                  <a:close/>
                  <a:moveTo>
                    <a:pt x="2075033" y="1509129"/>
                  </a:moveTo>
                  <a:lnTo>
                    <a:pt x="2174407" y="1589023"/>
                  </a:lnTo>
                  <a:lnTo>
                    <a:pt x="2141241" y="1515895"/>
                  </a:lnTo>
                  <a:close/>
                  <a:moveTo>
                    <a:pt x="2075033" y="1509129"/>
                  </a:moveTo>
                  <a:lnTo>
                    <a:pt x="2141241" y="1515895"/>
                  </a:lnTo>
                  <a:lnTo>
                    <a:pt x="2104336" y="1504067"/>
                  </a:lnTo>
                  <a:close/>
                  <a:moveTo>
                    <a:pt x="1964568" y="1338158"/>
                  </a:moveTo>
                  <a:lnTo>
                    <a:pt x="1857710" y="1417949"/>
                  </a:lnTo>
                  <a:lnTo>
                    <a:pt x="1935203" y="1429022"/>
                  </a:lnTo>
                  <a:close/>
                  <a:moveTo>
                    <a:pt x="1198527" y="551845"/>
                  </a:moveTo>
                  <a:lnTo>
                    <a:pt x="1191596" y="541504"/>
                  </a:lnTo>
                  <a:lnTo>
                    <a:pt x="1258928" y="572490"/>
                  </a:lnTo>
                  <a:close/>
                  <a:moveTo>
                    <a:pt x="1876576" y="968264"/>
                  </a:moveTo>
                  <a:lnTo>
                    <a:pt x="1846404" y="886048"/>
                  </a:lnTo>
                  <a:lnTo>
                    <a:pt x="1828977" y="987431"/>
                  </a:lnTo>
                  <a:close/>
                  <a:moveTo>
                    <a:pt x="1846404" y="886048"/>
                  </a:moveTo>
                  <a:lnTo>
                    <a:pt x="1825794" y="889925"/>
                  </a:lnTo>
                  <a:lnTo>
                    <a:pt x="1828977" y="987431"/>
                  </a:lnTo>
                  <a:close/>
                  <a:moveTo>
                    <a:pt x="1599964" y="752153"/>
                  </a:moveTo>
                  <a:lnTo>
                    <a:pt x="1664600" y="803833"/>
                  </a:lnTo>
                  <a:lnTo>
                    <a:pt x="1721174" y="814295"/>
                  </a:lnTo>
                  <a:close/>
                  <a:moveTo>
                    <a:pt x="1599964" y="752153"/>
                  </a:moveTo>
                  <a:lnTo>
                    <a:pt x="1721174" y="814295"/>
                  </a:lnTo>
                  <a:lnTo>
                    <a:pt x="1686059" y="742751"/>
                  </a:lnTo>
                  <a:close/>
                  <a:moveTo>
                    <a:pt x="1471166" y="395903"/>
                  </a:moveTo>
                  <a:lnTo>
                    <a:pt x="1472727" y="384130"/>
                  </a:lnTo>
                  <a:lnTo>
                    <a:pt x="1473968" y="431194"/>
                  </a:lnTo>
                  <a:close/>
                  <a:moveTo>
                    <a:pt x="1876576" y="968264"/>
                  </a:moveTo>
                  <a:lnTo>
                    <a:pt x="1871449" y="952902"/>
                  </a:lnTo>
                  <a:lnTo>
                    <a:pt x="1846404" y="886048"/>
                  </a:lnTo>
                  <a:close/>
                  <a:moveTo>
                    <a:pt x="1568874" y="276967"/>
                  </a:moveTo>
                  <a:lnTo>
                    <a:pt x="1575656" y="275102"/>
                  </a:lnTo>
                  <a:lnTo>
                    <a:pt x="1631841" y="354321"/>
                  </a:lnTo>
                  <a:close/>
                  <a:moveTo>
                    <a:pt x="2023710" y="765397"/>
                  </a:moveTo>
                  <a:lnTo>
                    <a:pt x="2088368" y="847612"/>
                  </a:lnTo>
                  <a:lnTo>
                    <a:pt x="2144319" y="809175"/>
                  </a:lnTo>
                  <a:close/>
                  <a:moveTo>
                    <a:pt x="2096232" y="726960"/>
                  </a:moveTo>
                  <a:lnTo>
                    <a:pt x="2144319" y="809175"/>
                  </a:lnTo>
                  <a:lnTo>
                    <a:pt x="2139958" y="770739"/>
                  </a:lnTo>
                  <a:close/>
                  <a:moveTo>
                    <a:pt x="2090669" y="644745"/>
                  </a:moveTo>
                  <a:lnTo>
                    <a:pt x="2144272" y="688524"/>
                  </a:lnTo>
                  <a:lnTo>
                    <a:pt x="2141310" y="606308"/>
                  </a:lnTo>
                  <a:close/>
                  <a:moveTo>
                    <a:pt x="1964379" y="277448"/>
                  </a:moveTo>
                  <a:lnTo>
                    <a:pt x="1930853" y="336750"/>
                  </a:lnTo>
                  <a:lnTo>
                    <a:pt x="1940106" y="257031"/>
                  </a:lnTo>
                  <a:close/>
                  <a:moveTo>
                    <a:pt x="1903007" y="17436"/>
                  </a:moveTo>
                  <a:lnTo>
                    <a:pt x="1972852" y="74581"/>
                  </a:lnTo>
                  <a:lnTo>
                    <a:pt x="1886913" y="0"/>
                  </a:lnTo>
                  <a:close/>
                  <a:moveTo>
                    <a:pt x="2035619" y="118360"/>
                  </a:moveTo>
                  <a:lnTo>
                    <a:pt x="2047341" y="130350"/>
                  </a:lnTo>
                  <a:lnTo>
                    <a:pt x="1938629" y="58047"/>
                  </a:lnTo>
                  <a:close/>
                  <a:moveTo>
                    <a:pt x="1938629" y="58047"/>
                  </a:moveTo>
                  <a:lnTo>
                    <a:pt x="2047341" y="130350"/>
                  </a:lnTo>
                  <a:lnTo>
                    <a:pt x="1972852" y="74581"/>
                  </a:lnTo>
                  <a:close/>
                  <a:moveTo>
                    <a:pt x="1972852" y="74581"/>
                  </a:moveTo>
                  <a:lnTo>
                    <a:pt x="2047341" y="130350"/>
                  </a:lnTo>
                  <a:lnTo>
                    <a:pt x="2004429" y="117978"/>
                  </a:lnTo>
                  <a:close/>
                  <a:moveTo>
                    <a:pt x="1938629" y="58047"/>
                  </a:moveTo>
                  <a:lnTo>
                    <a:pt x="1972852" y="74581"/>
                  </a:lnTo>
                  <a:lnTo>
                    <a:pt x="1903007" y="1743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09" name="Candidate_density__2108">
              <a:extLst>
                <a:ext uri="{FF2B5EF4-FFF2-40B4-BE49-F238E27FC236}">
                  <a16:creationId xmlns:a16="http://schemas.microsoft.com/office/drawing/2014/main" id="{A6134D7E-8505-2DFE-4E6E-4DAC8950FB7F}"/>
                </a:ext>
              </a:extLst>
            </p:cNvPr>
            <p:cNvSpPr>
              <a:spLocks noGrp="1"/>
            </p:cNvSpPr>
            <p:nvPr/>
          </p:nvSpPr>
          <p:spPr>
            <a:xfrm>
              <a:off x="3883139" y="1685356"/>
              <a:ext cx="2387556" cy="2223558"/>
            </a:xfrm>
            <a:custGeom>
              <a:avLst/>
              <a:gdLst/>
              <a:ahLst/>
              <a:cxnLst/>
              <a:rect l="0" t="0" r="0" b="0"/>
              <a:pathLst>
                <a:path w="2387556" h="2223558">
                  <a:moveTo>
                    <a:pt x="767123" y="2202157"/>
                  </a:moveTo>
                  <a:lnTo>
                    <a:pt x="815330" y="2223558"/>
                  </a:lnTo>
                  <a:lnTo>
                    <a:pt x="769891" y="2172435"/>
                  </a:lnTo>
                  <a:close/>
                  <a:moveTo>
                    <a:pt x="769891" y="2172435"/>
                  </a:moveTo>
                  <a:lnTo>
                    <a:pt x="834855" y="2136667"/>
                  </a:lnTo>
                  <a:lnTo>
                    <a:pt x="783683" y="2188694"/>
                  </a:lnTo>
                  <a:close/>
                  <a:moveTo>
                    <a:pt x="0" y="1208418"/>
                  </a:moveTo>
                  <a:lnTo>
                    <a:pt x="44322" y="1125031"/>
                  </a:lnTo>
                  <a:lnTo>
                    <a:pt x="58699" y="1087767"/>
                  </a:lnTo>
                  <a:close/>
                  <a:moveTo>
                    <a:pt x="87408" y="1005551"/>
                  </a:moveTo>
                  <a:lnTo>
                    <a:pt x="134640" y="912011"/>
                  </a:lnTo>
                  <a:lnTo>
                    <a:pt x="142511" y="884900"/>
                  </a:lnTo>
                  <a:close/>
                  <a:moveTo>
                    <a:pt x="593882" y="1210869"/>
                  </a:moveTo>
                  <a:lnTo>
                    <a:pt x="617485" y="1257539"/>
                  </a:lnTo>
                  <a:lnTo>
                    <a:pt x="619788" y="1244273"/>
                  </a:lnTo>
                  <a:close/>
                  <a:moveTo>
                    <a:pt x="593882" y="1210869"/>
                  </a:moveTo>
                  <a:lnTo>
                    <a:pt x="619788" y="1244273"/>
                  </a:lnTo>
                  <a:lnTo>
                    <a:pt x="660905" y="1182802"/>
                  </a:lnTo>
                  <a:close/>
                  <a:moveTo>
                    <a:pt x="1054278" y="949375"/>
                  </a:moveTo>
                  <a:lnTo>
                    <a:pt x="1025202" y="939363"/>
                  </a:lnTo>
                  <a:lnTo>
                    <a:pt x="1009677" y="941766"/>
                  </a:lnTo>
                  <a:close/>
                  <a:moveTo>
                    <a:pt x="1870807" y="1349975"/>
                  </a:moveTo>
                  <a:lnTo>
                    <a:pt x="1886304" y="1317345"/>
                  </a:lnTo>
                  <a:lnTo>
                    <a:pt x="1878706" y="1303827"/>
                  </a:lnTo>
                  <a:close/>
                  <a:moveTo>
                    <a:pt x="1593743" y="934848"/>
                  </a:moveTo>
                  <a:lnTo>
                    <a:pt x="1616626" y="895248"/>
                  </a:lnTo>
                  <a:lnTo>
                    <a:pt x="1663616" y="917434"/>
                  </a:lnTo>
                  <a:close/>
                  <a:moveTo>
                    <a:pt x="2061229" y="1176531"/>
                  </a:moveTo>
                  <a:lnTo>
                    <a:pt x="1976616" y="1251719"/>
                  </a:lnTo>
                  <a:lnTo>
                    <a:pt x="2047392" y="1237680"/>
                  </a:lnTo>
                  <a:close/>
                  <a:moveTo>
                    <a:pt x="1856093" y="864558"/>
                  </a:moveTo>
                  <a:lnTo>
                    <a:pt x="1803870" y="884506"/>
                  </a:lnTo>
                  <a:lnTo>
                    <a:pt x="1924678" y="842328"/>
                  </a:lnTo>
                  <a:close/>
                  <a:moveTo>
                    <a:pt x="2326877" y="714086"/>
                  </a:moveTo>
                  <a:lnTo>
                    <a:pt x="2374214" y="675650"/>
                  </a:lnTo>
                  <a:lnTo>
                    <a:pt x="2343296" y="710689"/>
                  </a:lnTo>
                  <a:close/>
                  <a:moveTo>
                    <a:pt x="1827094" y="17930"/>
                  </a:moveTo>
                  <a:lnTo>
                    <a:pt x="1757536" y="40546"/>
                  </a:lnTo>
                  <a:lnTo>
                    <a:pt x="1855091" y="0"/>
                  </a:lnTo>
                  <a:close/>
                  <a:moveTo>
                    <a:pt x="2374214" y="675650"/>
                  </a:moveTo>
                  <a:lnTo>
                    <a:pt x="2387556" y="597512"/>
                  </a:lnTo>
                  <a:lnTo>
                    <a:pt x="2371095" y="64543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10" name="Candidate_density__2109">
              <a:extLst>
                <a:ext uri="{FF2B5EF4-FFF2-40B4-BE49-F238E27FC236}">
                  <a16:creationId xmlns:a16="http://schemas.microsoft.com/office/drawing/2014/main" id="{A0B2A2D5-D046-DF1F-05F7-7FDB400BE06D}"/>
                </a:ext>
              </a:extLst>
            </p:cNvPr>
            <p:cNvSpPr>
              <a:spLocks noGrp="1"/>
            </p:cNvSpPr>
            <p:nvPr/>
          </p:nvSpPr>
          <p:spPr>
            <a:xfrm>
              <a:off x="3978895" y="1506742"/>
              <a:ext cx="1942757" cy="2303317"/>
            </a:xfrm>
            <a:custGeom>
              <a:avLst/>
              <a:gdLst/>
              <a:ahLst/>
              <a:cxnLst/>
              <a:rect l="0" t="0" r="0" b="0"/>
              <a:pathLst>
                <a:path w="1942757" h="2303317">
                  <a:moveTo>
                    <a:pt x="627322" y="2291399"/>
                  </a:moveTo>
                  <a:lnTo>
                    <a:pt x="573903" y="2209184"/>
                  </a:lnTo>
                  <a:lnTo>
                    <a:pt x="568989" y="2303317"/>
                  </a:lnTo>
                  <a:close/>
                  <a:moveTo>
                    <a:pt x="0" y="1387033"/>
                  </a:moveTo>
                  <a:lnTo>
                    <a:pt x="67953" y="1467361"/>
                  </a:lnTo>
                  <a:lnTo>
                    <a:pt x="65265" y="1369454"/>
                  </a:lnTo>
                  <a:close/>
                  <a:moveTo>
                    <a:pt x="0" y="1387033"/>
                  </a:moveTo>
                  <a:lnTo>
                    <a:pt x="60702" y="1469248"/>
                  </a:lnTo>
                  <a:lnTo>
                    <a:pt x="67953" y="1467361"/>
                  </a:lnTo>
                  <a:close/>
                  <a:moveTo>
                    <a:pt x="135583" y="1348596"/>
                  </a:moveTo>
                  <a:lnTo>
                    <a:pt x="90387" y="1266381"/>
                  </a:lnTo>
                  <a:lnTo>
                    <a:pt x="65265" y="1369454"/>
                  </a:lnTo>
                  <a:close/>
                  <a:moveTo>
                    <a:pt x="135583" y="1348596"/>
                  </a:moveTo>
                  <a:lnTo>
                    <a:pt x="172506" y="1227945"/>
                  </a:lnTo>
                  <a:lnTo>
                    <a:pt x="90387" y="1266381"/>
                  </a:lnTo>
                  <a:close/>
                  <a:moveTo>
                    <a:pt x="610897" y="1682799"/>
                  </a:moveTo>
                  <a:lnTo>
                    <a:pt x="651217" y="1619759"/>
                  </a:lnTo>
                  <a:lnTo>
                    <a:pt x="578090" y="1695366"/>
                  </a:lnTo>
                  <a:close/>
                  <a:moveTo>
                    <a:pt x="472850" y="919595"/>
                  </a:moveTo>
                  <a:lnTo>
                    <a:pt x="550630" y="916953"/>
                  </a:lnTo>
                  <a:lnTo>
                    <a:pt x="493934" y="879953"/>
                  </a:lnTo>
                  <a:close/>
                  <a:moveTo>
                    <a:pt x="493934" y="879953"/>
                  </a:moveTo>
                  <a:lnTo>
                    <a:pt x="550630" y="916953"/>
                  </a:lnTo>
                  <a:lnTo>
                    <a:pt x="503086" y="865990"/>
                  </a:lnTo>
                  <a:close/>
                  <a:moveTo>
                    <a:pt x="503086" y="865990"/>
                  </a:moveTo>
                  <a:lnTo>
                    <a:pt x="550630" y="916953"/>
                  </a:lnTo>
                  <a:lnTo>
                    <a:pt x="581618" y="909769"/>
                  </a:lnTo>
                  <a:close/>
                  <a:moveTo>
                    <a:pt x="503086" y="865990"/>
                  </a:moveTo>
                  <a:lnTo>
                    <a:pt x="581618" y="909769"/>
                  </a:lnTo>
                  <a:lnTo>
                    <a:pt x="574615" y="827554"/>
                  </a:lnTo>
                  <a:close/>
                  <a:moveTo>
                    <a:pt x="606758" y="991984"/>
                  </a:moveTo>
                  <a:lnTo>
                    <a:pt x="672600" y="1054097"/>
                  </a:lnTo>
                  <a:lnTo>
                    <a:pt x="682621" y="970330"/>
                  </a:lnTo>
                  <a:close/>
                  <a:moveTo>
                    <a:pt x="581618" y="909769"/>
                  </a:moveTo>
                  <a:lnTo>
                    <a:pt x="682621" y="970330"/>
                  </a:lnTo>
                  <a:lnTo>
                    <a:pt x="659923" y="888692"/>
                  </a:lnTo>
                  <a:close/>
                  <a:moveTo>
                    <a:pt x="581618" y="909769"/>
                  </a:moveTo>
                  <a:lnTo>
                    <a:pt x="606758" y="991984"/>
                  </a:lnTo>
                  <a:lnTo>
                    <a:pt x="682621" y="970330"/>
                  </a:lnTo>
                  <a:close/>
                  <a:moveTo>
                    <a:pt x="682621" y="970330"/>
                  </a:moveTo>
                  <a:lnTo>
                    <a:pt x="713629" y="953547"/>
                  </a:lnTo>
                  <a:lnTo>
                    <a:pt x="755861" y="871537"/>
                  </a:lnTo>
                  <a:close/>
                  <a:moveTo>
                    <a:pt x="574615" y="827554"/>
                  </a:moveTo>
                  <a:lnTo>
                    <a:pt x="581618" y="909769"/>
                  </a:lnTo>
                  <a:lnTo>
                    <a:pt x="659923" y="888692"/>
                  </a:lnTo>
                  <a:close/>
                  <a:moveTo>
                    <a:pt x="522225" y="745338"/>
                  </a:moveTo>
                  <a:lnTo>
                    <a:pt x="574615" y="827554"/>
                  </a:lnTo>
                  <a:lnTo>
                    <a:pt x="588226" y="706902"/>
                  </a:lnTo>
                  <a:close/>
                  <a:moveTo>
                    <a:pt x="499868" y="663123"/>
                  </a:moveTo>
                  <a:lnTo>
                    <a:pt x="522225" y="745338"/>
                  </a:lnTo>
                  <a:lnTo>
                    <a:pt x="588226" y="706902"/>
                  </a:lnTo>
                  <a:close/>
                  <a:moveTo>
                    <a:pt x="499868" y="663123"/>
                  </a:moveTo>
                  <a:lnTo>
                    <a:pt x="588226" y="706902"/>
                  </a:lnTo>
                  <a:lnTo>
                    <a:pt x="579744" y="624687"/>
                  </a:lnTo>
                  <a:close/>
                  <a:moveTo>
                    <a:pt x="1804169" y="2104559"/>
                  </a:moveTo>
                  <a:lnTo>
                    <a:pt x="1859674" y="2081211"/>
                  </a:lnTo>
                  <a:lnTo>
                    <a:pt x="1819336" y="2061114"/>
                  </a:lnTo>
                  <a:close/>
                  <a:moveTo>
                    <a:pt x="665571" y="668465"/>
                  </a:moveTo>
                  <a:lnTo>
                    <a:pt x="588226" y="706902"/>
                  </a:lnTo>
                  <a:lnTo>
                    <a:pt x="656315" y="778006"/>
                  </a:lnTo>
                  <a:close/>
                  <a:moveTo>
                    <a:pt x="579744" y="624687"/>
                  </a:moveTo>
                  <a:lnTo>
                    <a:pt x="669702" y="612858"/>
                  </a:lnTo>
                  <a:lnTo>
                    <a:pt x="652942" y="594091"/>
                  </a:lnTo>
                  <a:close/>
                  <a:moveTo>
                    <a:pt x="665571" y="668465"/>
                  </a:moveTo>
                  <a:lnTo>
                    <a:pt x="669702" y="612858"/>
                  </a:lnTo>
                  <a:lnTo>
                    <a:pt x="579744" y="624687"/>
                  </a:lnTo>
                  <a:close/>
                  <a:moveTo>
                    <a:pt x="588226" y="706902"/>
                  </a:moveTo>
                  <a:lnTo>
                    <a:pt x="665571" y="668465"/>
                  </a:lnTo>
                  <a:lnTo>
                    <a:pt x="579744" y="624687"/>
                  </a:lnTo>
                  <a:close/>
                  <a:moveTo>
                    <a:pt x="604201" y="583161"/>
                  </a:moveTo>
                  <a:lnTo>
                    <a:pt x="579744" y="624687"/>
                  </a:lnTo>
                  <a:lnTo>
                    <a:pt x="652942" y="594091"/>
                  </a:lnTo>
                  <a:close/>
                  <a:moveTo>
                    <a:pt x="724242" y="538115"/>
                  </a:moveTo>
                  <a:lnTo>
                    <a:pt x="652942" y="594091"/>
                  </a:lnTo>
                  <a:lnTo>
                    <a:pt x="685747" y="586250"/>
                  </a:lnTo>
                  <a:close/>
                  <a:moveTo>
                    <a:pt x="604201" y="583161"/>
                  </a:moveTo>
                  <a:lnTo>
                    <a:pt x="652942" y="594091"/>
                  </a:lnTo>
                  <a:lnTo>
                    <a:pt x="724242" y="538115"/>
                  </a:lnTo>
                  <a:close/>
                  <a:moveTo>
                    <a:pt x="652942" y="594091"/>
                  </a:moveTo>
                  <a:lnTo>
                    <a:pt x="669702" y="612858"/>
                  </a:lnTo>
                  <a:lnTo>
                    <a:pt x="685747" y="586250"/>
                  </a:lnTo>
                  <a:close/>
                  <a:moveTo>
                    <a:pt x="781267" y="550357"/>
                  </a:moveTo>
                  <a:lnTo>
                    <a:pt x="685747" y="586250"/>
                  </a:lnTo>
                  <a:lnTo>
                    <a:pt x="785096" y="550436"/>
                  </a:lnTo>
                  <a:close/>
                  <a:moveTo>
                    <a:pt x="685747" y="586250"/>
                  </a:moveTo>
                  <a:lnTo>
                    <a:pt x="669702" y="612858"/>
                  </a:lnTo>
                  <a:lnTo>
                    <a:pt x="785096" y="550436"/>
                  </a:lnTo>
                  <a:close/>
                  <a:moveTo>
                    <a:pt x="724242" y="538115"/>
                  </a:moveTo>
                  <a:lnTo>
                    <a:pt x="685747" y="586250"/>
                  </a:lnTo>
                  <a:lnTo>
                    <a:pt x="781267" y="550357"/>
                  </a:lnTo>
                  <a:close/>
                  <a:moveTo>
                    <a:pt x="724242" y="538115"/>
                  </a:moveTo>
                  <a:lnTo>
                    <a:pt x="781267" y="550357"/>
                  </a:lnTo>
                  <a:lnTo>
                    <a:pt x="736406" y="504036"/>
                  </a:lnTo>
                  <a:close/>
                  <a:moveTo>
                    <a:pt x="736406" y="504036"/>
                  </a:moveTo>
                  <a:lnTo>
                    <a:pt x="781267" y="550357"/>
                  </a:lnTo>
                  <a:lnTo>
                    <a:pt x="786228" y="547814"/>
                  </a:lnTo>
                  <a:close/>
                  <a:moveTo>
                    <a:pt x="736406" y="504036"/>
                  </a:moveTo>
                  <a:lnTo>
                    <a:pt x="786228" y="547814"/>
                  </a:lnTo>
                  <a:lnTo>
                    <a:pt x="803565" y="465599"/>
                  </a:lnTo>
                  <a:close/>
                  <a:moveTo>
                    <a:pt x="781267" y="550357"/>
                  </a:moveTo>
                  <a:lnTo>
                    <a:pt x="785096" y="550436"/>
                  </a:lnTo>
                  <a:lnTo>
                    <a:pt x="786228" y="547814"/>
                  </a:lnTo>
                  <a:close/>
                  <a:moveTo>
                    <a:pt x="1636007" y="1331529"/>
                  </a:moveTo>
                  <a:lnTo>
                    <a:pt x="1639736" y="1338094"/>
                  </a:lnTo>
                  <a:lnTo>
                    <a:pt x="1590350" y="1395341"/>
                  </a:lnTo>
                  <a:close/>
                  <a:moveTo>
                    <a:pt x="803565" y="465599"/>
                  </a:moveTo>
                  <a:lnTo>
                    <a:pt x="905664" y="507362"/>
                  </a:lnTo>
                  <a:lnTo>
                    <a:pt x="859786" y="447022"/>
                  </a:lnTo>
                  <a:close/>
                  <a:moveTo>
                    <a:pt x="904902" y="509378"/>
                  </a:moveTo>
                  <a:lnTo>
                    <a:pt x="905664" y="507362"/>
                  </a:lnTo>
                  <a:lnTo>
                    <a:pt x="803565" y="465599"/>
                  </a:lnTo>
                  <a:close/>
                  <a:moveTo>
                    <a:pt x="786228" y="547814"/>
                  </a:moveTo>
                  <a:lnTo>
                    <a:pt x="904902" y="509378"/>
                  </a:lnTo>
                  <a:lnTo>
                    <a:pt x="803565" y="465599"/>
                  </a:lnTo>
                  <a:close/>
                  <a:moveTo>
                    <a:pt x="828333" y="433433"/>
                  </a:moveTo>
                  <a:lnTo>
                    <a:pt x="803565" y="465599"/>
                  </a:lnTo>
                  <a:lnTo>
                    <a:pt x="859786" y="447022"/>
                  </a:lnTo>
                  <a:close/>
                  <a:moveTo>
                    <a:pt x="859786" y="447022"/>
                  </a:moveTo>
                  <a:lnTo>
                    <a:pt x="905664" y="507362"/>
                  </a:lnTo>
                  <a:lnTo>
                    <a:pt x="968130" y="462251"/>
                  </a:lnTo>
                  <a:close/>
                  <a:moveTo>
                    <a:pt x="1651894" y="1328211"/>
                  </a:moveTo>
                  <a:lnTo>
                    <a:pt x="1636007" y="1331529"/>
                  </a:lnTo>
                  <a:lnTo>
                    <a:pt x="1600411" y="1409566"/>
                  </a:lnTo>
                  <a:close/>
                  <a:moveTo>
                    <a:pt x="1703366" y="1386457"/>
                  </a:moveTo>
                  <a:lnTo>
                    <a:pt x="1771060" y="1298469"/>
                  </a:lnTo>
                  <a:lnTo>
                    <a:pt x="1766702" y="1295466"/>
                  </a:lnTo>
                  <a:close/>
                  <a:moveTo>
                    <a:pt x="1703366" y="1386457"/>
                  </a:moveTo>
                  <a:lnTo>
                    <a:pt x="1766702" y="1295466"/>
                  </a:lnTo>
                  <a:lnTo>
                    <a:pt x="1651894" y="1328211"/>
                  </a:lnTo>
                  <a:close/>
                  <a:moveTo>
                    <a:pt x="1836614" y="1264907"/>
                  </a:moveTo>
                  <a:lnTo>
                    <a:pt x="1766702" y="1295466"/>
                  </a:lnTo>
                  <a:lnTo>
                    <a:pt x="1779028" y="1293092"/>
                  </a:lnTo>
                  <a:close/>
                  <a:moveTo>
                    <a:pt x="1766702" y="1295466"/>
                  </a:moveTo>
                  <a:lnTo>
                    <a:pt x="1771060" y="1298469"/>
                  </a:lnTo>
                  <a:lnTo>
                    <a:pt x="1779028" y="1293092"/>
                  </a:lnTo>
                  <a:close/>
                  <a:moveTo>
                    <a:pt x="1522280" y="1140840"/>
                  </a:moveTo>
                  <a:lnTo>
                    <a:pt x="1539843" y="1158530"/>
                  </a:lnTo>
                  <a:lnTo>
                    <a:pt x="1586570" y="1102549"/>
                  </a:lnTo>
                  <a:close/>
                  <a:moveTo>
                    <a:pt x="906820" y="508877"/>
                  </a:moveTo>
                  <a:lnTo>
                    <a:pt x="968130" y="462251"/>
                  </a:lnTo>
                  <a:lnTo>
                    <a:pt x="905664" y="507362"/>
                  </a:lnTo>
                  <a:close/>
                  <a:moveTo>
                    <a:pt x="1818551" y="1353406"/>
                  </a:moveTo>
                  <a:lnTo>
                    <a:pt x="1779028" y="1293092"/>
                  </a:lnTo>
                  <a:lnTo>
                    <a:pt x="1771060" y="1298469"/>
                  </a:lnTo>
                  <a:close/>
                  <a:moveTo>
                    <a:pt x="1863682" y="1277215"/>
                  </a:moveTo>
                  <a:lnTo>
                    <a:pt x="1779028" y="1293092"/>
                  </a:lnTo>
                  <a:lnTo>
                    <a:pt x="1818551" y="1353406"/>
                  </a:lnTo>
                  <a:close/>
                  <a:moveTo>
                    <a:pt x="1836614" y="1264907"/>
                  </a:moveTo>
                  <a:lnTo>
                    <a:pt x="1779028" y="1293092"/>
                  </a:lnTo>
                  <a:lnTo>
                    <a:pt x="1863682" y="1277215"/>
                  </a:lnTo>
                  <a:close/>
                  <a:moveTo>
                    <a:pt x="1666831" y="815606"/>
                  </a:moveTo>
                  <a:lnTo>
                    <a:pt x="1728528" y="805144"/>
                  </a:lnTo>
                  <a:lnTo>
                    <a:pt x="1743686" y="765715"/>
                  </a:lnTo>
                  <a:close/>
                  <a:moveTo>
                    <a:pt x="1842413" y="794045"/>
                  </a:moveTo>
                  <a:lnTo>
                    <a:pt x="1767881" y="794047"/>
                  </a:lnTo>
                  <a:lnTo>
                    <a:pt x="1876255" y="866624"/>
                  </a:lnTo>
                  <a:close/>
                  <a:moveTo>
                    <a:pt x="1876255" y="866624"/>
                  </a:moveTo>
                  <a:lnTo>
                    <a:pt x="1942757" y="773059"/>
                  </a:lnTo>
                  <a:lnTo>
                    <a:pt x="1842413" y="794045"/>
                  </a:lnTo>
                  <a:close/>
                  <a:moveTo>
                    <a:pt x="1728528" y="805144"/>
                  </a:moveTo>
                  <a:lnTo>
                    <a:pt x="1767881" y="794047"/>
                  </a:lnTo>
                  <a:lnTo>
                    <a:pt x="1743686" y="765715"/>
                  </a:lnTo>
                  <a:close/>
                  <a:moveTo>
                    <a:pt x="1820040" y="772533"/>
                  </a:moveTo>
                  <a:lnTo>
                    <a:pt x="1767881" y="794047"/>
                  </a:lnTo>
                  <a:lnTo>
                    <a:pt x="1842413" y="794045"/>
                  </a:lnTo>
                  <a:close/>
                  <a:moveTo>
                    <a:pt x="1743686" y="765715"/>
                  </a:moveTo>
                  <a:lnTo>
                    <a:pt x="1767881" y="794047"/>
                  </a:lnTo>
                  <a:lnTo>
                    <a:pt x="1820040" y="772533"/>
                  </a:lnTo>
                  <a:close/>
                  <a:moveTo>
                    <a:pt x="1390224" y="218652"/>
                  </a:moveTo>
                  <a:lnTo>
                    <a:pt x="1384824" y="259966"/>
                  </a:lnTo>
                  <a:lnTo>
                    <a:pt x="1453961" y="191201"/>
                  </a:lnTo>
                  <a:close/>
                  <a:moveTo>
                    <a:pt x="1715006" y="443282"/>
                  </a:moveTo>
                  <a:lnTo>
                    <a:pt x="1775161" y="452992"/>
                  </a:lnTo>
                  <a:lnTo>
                    <a:pt x="1719904" y="437846"/>
                  </a:lnTo>
                  <a:close/>
                  <a:moveTo>
                    <a:pt x="1775161" y="452992"/>
                  </a:moveTo>
                  <a:lnTo>
                    <a:pt x="1792351" y="399410"/>
                  </a:lnTo>
                  <a:lnTo>
                    <a:pt x="1719904" y="437846"/>
                  </a:lnTo>
                  <a:close/>
                  <a:moveTo>
                    <a:pt x="1529179" y="166277"/>
                  </a:moveTo>
                  <a:lnTo>
                    <a:pt x="1519666" y="270255"/>
                  </a:lnTo>
                  <a:lnTo>
                    <a:pt x="1565817" y="152765"/>
                  </a:lnTo>
                  <a:close/>
                  <a:moveTo>
                    <a:pt x="1453961" y="191201"/>
                  </a:moveTo>
                  <a:lnTo>
                    <a:pt x="1519666" y="270255"/>
                  </a:lnTo>
                  <a:lnTo>
                    <a:pt x="1529179" y="166277"/>
                  </a:lnTo>
                  <a:close/>
                  <a:moveTo>
                    <a:pt x="1433649" y="108986"/>
                  </a:moveTo>
                  <a:lnTo>
                    <a:pt x="1529179" y="166277"/>
                  </a:lnTo>
                  <a:lnTo>
                    <a:pt x="1505953" y="85068"/>
                  </a:lnTo>
                  <a:close/>
                  <a:moveTo>
                    <a:pt x="1433649" y="108986"/>
                  </a:moveTo>
                  <a:lnTo>
                    <a:pt x="1453961" y="191201"/>
                  </a:lnTo>
                  <a:lnTo>
                    <a:pt x="1529179" y="166277"/>
                  </a:lnTo>
                  <a:close/>
                  <a:moveTo>
                    <a:pt x="1565817" y="152765"/>
                  </a:moveTo>
                  <a:lnTo>
                    <a:pt x="1548278" y="70549"/>
                  </a:lnTo>
                  <a:lnTo>
                    <a:pt x="1529179" y="166277"/>
                  </a:lnTo>
                  <a:close/>
                  <a:moveTo>
                    <a:pt x="1548278" y="70549"/>
                  </a:moveTo>
                  <a:lnTo>
                    <a:pt x="1505953" y="85068"/>
                  </a:lnTo>
                  <a:lnTo>
                    <a:pt x="1529179" y="166277"/>
                  </a:lnTo>
                  <a:close/>
                  <a:moveTo>
                    <a:pt x="1775161" y="452992"/>
                  </a:moveTo>
                  <a:lnTo>
                    <a:pt x="1810949" y="458757"/>
                  </a:lnTo>
                  <a:lnTo>
                    <a:pt x="1792351" y="399410"/>
                  </a:lnTo>
                  <a:close/>
                  <a:moveTo>
                    <a:pt x="1792351" y="399410"/>
                  </a:moveTo>
                  <a:lnTo>
                    <a:pt x="1852403" y="443189"/>
                  </a:lnTo>
                  <a:lnTo>
                    <a:pt x="1864162" y="360973"/>
                  </a:lnTo>
                  <a:close/>
                  <a:moveTo>
                    <a:pt x="1876511" y="338060"/>
                  </a:moveTo>
                  <a:lnTo>
                    <a:pt x="1792351" y="399410"/>
                  </a:lnTo>
                  <a:lnTo>
                    <a:pt x="1864162" y="360973"/>
                  </a:lnTo>
                  <a:close/>
                  <a:moveTo>
                    <a:pt x="1876511" y="338060"/>
                  </a:moveTo>
                  <a:lnTo>
                    <a:pt x="1817159" y="331359"/>
                  </a:lnTo>
                  <a:lnTo>
                    <a:pt x="1792351" y="399410"/>
                  </a:lnTo>
                  <a:close/>
                  <a:moveTo>
                    <a:pt x="1876511" y="338060"/>
                  </a:moveTo>
                  <a:lnTo>
                    <a:pt x="1910037" y="278758"/>
                  </a:lnTo>
                  <a:lnTo>
                    <a:pt x="1823624" y="317195"/>
                  </a:lnTo>
                  <a:close/>
                  <a:moveTo>
                    <a:pt x="1548278" y="70549"/>
                  </a:moveTo>
                  <a:lnTo>
                    <a:pt x="1662713" y="96023"/>
                  </a:lnTo>
                  <a:lnTo>
                    <a:pt x="1634493" y="41159"/>
                  </a:lnTo>
                  <a:close/>
                  <a:moveTo>
                    <a:pt x="1655227" y="114329"/>
                  </a:moveTo>
                  <a:lnTo>
                    <a:pt x="1662713" y="96023"/>
                  </a:lnTo>
                  <a:lnTo>
                    <a:pt x="1548278" y="70549"/>
                  </a:lnTo>
                  <a:close/>
                  <a:moveTo>
                    <a:pt x="1565817" y="152765"/>
                  </a:moveTo>
                  <a:lnTo>
                    <a:pt x="1655227" y="114329"/>
                  </a:lnTo>
                  <a:lnTo>
                    <a:pt x="1548278" y="70549"/>
                  </a:lnTo>
                  <a:close/>
                  <a:moveTo>
                    <a:pt x="1711561" y="0"/>
                  </a:moveTo>
                  <a:lnTo>
                    <a:pt x="1634493" y="41159"/>
                  </a:lnTo>
                  <a:lnTo>
                    <a:pt x="1672543" y="32113"/>
                  </a:lnTo>
                  <a:close/>
                  <a:moveTo>
                    <a:pt x="1634493" y="41159"/>
                  </a:moveTo>
                  <a:lnTo>
                    <a:pt x="1662713" y="96023"/>
                  </a:lnTo>
                  <a:lnTo>
                    <a:pt x="1672543" y="32113"/>
                  </a:lnTo>
                  <a:close/>
                  <a:moveTo>
                    <a:pt x="1662713" y="96023"/>
                  </a:moveTo>
                  <a:lnTo>
                    <a:pt x="1655227" y="114329"/>
                  </a:lnTo>
                  <a:lnTo>
                    <a:pt x="1686718" y="98792"/>
                  </a:lnTo>
                  <a:close/>
                  <a:moveTo>
                    <a:pt x="1742381" y="14040"/>
                  </a:moveTo>
                  <a:lnTo>
                    <a:pt x="1672543" y="32113"/>
                  </a:lnTo>
                  <a:lnTo>
                    <a:pt x="1785952" y="62934"/>
                  </a:lnTo>
                  <a:close/>
                  <a:moveTo>
                    <a:pt x="1672543" y="32113"/>
                  </a:moveTo>
                  <a:lnTo>
                    <a:pt x="1662713" y="96023"/>
                  </a:lnTo>
                  <a:lnTo>
                    <a:pt x="1785952" y="62934"/>
                  </a:lnTo>
                  <a:close/>
                  <a:moveTo>
                    <a:pt x="1785952" y="62934"/>
                  </a:moveTo>
                  <a:lnTo>
                    <a:pt x="1662713" y="96023"/>
                  </a:lnTo>
                  <a:lnTo>
                    <a:pt x="1754470" y="75891"/>
                  </a:lnTo>
                  <a:close/>
                  <a:moveTo>
                    <a:pt x="1711561" y="0"/>
                  </a:moveTo>
                  <a:lnTo>
                    <a:pt x="1672543" y="32113"/>
                  </a:lnTo>
                  <a:lnTo>
                    <a:pt x="1742381" y="14040"/>
                  </a:lnTo>
                  <a:close/>
                  <a:moveTo>
                    <a:pt x="1742381" y="14040"/>
                  </a:moveTo>
                  <a:lnTo>
                    <a:pt x="1785952" y="62934"/>
                  </a:lnTo>
                  <a:lnTo>
                    <a:pt x="1848664" y="1874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11" name="Candidate_density__2110">
              <a:extLst>
                <a:ext uri="{FF2B5EF4-FFF2-40B4-BE49-F238E27FC236}">
                  <a16:creationId xmlns:a16="http://schemas.microsoft.com/office/drawing/2014/main" id="{73004005-7C33-267B-3983-F7C190287A10}"/>
                </a:ext>
              </a:extLst>
            </p:cNvPr>
            <p:cNvSpPr>
              <a:spLocks noGrp="1"/>
            </p:cNvSpPr>
            <p:nvPr/>
          </p:nvSpPr>
          <p:spPr>
            <a:xfrm>
              <a:off x="3737049" y="1508053"/>
              <a:ext cx="2331823" cy="3066072"/>
            </a:xfrm>
            <a:custGeom>
              <a:avLst/>
              <a:gdLst/>
              <a:ahLst/>
              <a:cxnLst/>
              <a:rect l="0" t="0" r="0" b="0"/>
              <a:pathLst>
                <a:path w="2331823" h="3066072">
                  <a:moveTo>
                    <a:pt x="815750" y="2207873"/>
                  </a:moveTo>
                  <a:lnTo>
                    <a:pt x="797981" y="2212366"/>
                  </a:lnTo>
                  <a:lnTo>
                    <a:pt x="810836" y="2302007"/>
                  </a:lnTo>
                  <a:close/>
                  <a:moveTo>
                    <a:pt x="797981" y="2212366"/>
                  </a:moveTo>
                  <a:lnTo>
                    <a:pt x="815750" y="2207873"/>
                  </a:lnTo>
                  <a:lnTo>
                    <a:pt x="797573" y="2185689"/>
                  </a:lnTo>
                  <a:close/>
                  <a:moveTo>
                    <a:pt x="302549" y="1467938"/>
                  </a:moveTo>
                  <a:lnTo>
                    <a:pt x="187504" y="1506374"/>
                  </a:lnTo>
                  <a:lnTo>
                    <a:pt x="313844" y="1550152"/>
                  </a:lnTo>
                  <a:close/>
                  <a:moveTo>
                    <a:pt x="241847" y="1385722"/>
                  </a:moveTo>
                  <a:lnTo>
                    <a:pt x="187504" y="1506374"/>
                  </a:lnTo>
                  <a:lnTo>
                    <a:pt x="302549" y="1467938"/>
                  </a:lnTo>
                  <a:close/>
                  <a:moveTo>
                    <a:pt x="759761" y="2043253"/>
                  </a:moveTo>
                  <a:lnTo>
                    <a:pt x="764529" y="1922791"/>
                  </a:lnTo>
                  <a:lnTo>
                    <a:pt x="699395" y="1931646"/>
                  </a:lnTo>
                  <a:close/>
                  <a:moveTo>
                    <a:pt x="644412" y="1876254"/>
                  </a:moveTo>
                  <a:lnTo>
                    <a:pt x="635177" y="1879013"/>
                  </a:lnTo>
                  <a:lnTo>
                    <a:pt x="699395" y="1931646"/>
                  </a:lnTo>
                  <a:close/>
                  <a:moveTo>
                    <a:pt x="721988" y="1840576"/>
                  </a:moveTo>
                  <a:lnTo>
                    <a:pt x="644412" y="1876254"/>
                  </a:lnTo>
                  <a:lnTo>
                    <a:pt x="699395" y="1931646"/>
                  </a:lnTo>
                  <a:close/>
                  <a:moveTo>
                    <a:pt x="640149" y="1875763"/>
                  </a:moveTo>
                  <a:lnTo>
                    <a:pt x="635177" y="1879013"/>
                  </a:lnTo>
                  <a:lnTo>
                    <a:pt x="644412" y="1876254"/>
                  </a:lnTo>
                  <a:close/>
                  <a:moveTo>
                    <a:pt x="724331" y="1758361"/>
                  </a:moveTo>
                  <a:lnTo>
                    <a:pt x="644412" y="1876254"/>
                  </a:lnTo>
                  <a:lnTo>
                    <a:pt x="721988" y="1840576"/>
                  </a:lnTo>
                  <a:close/>
                  <a:moveTo>
                    <a:pt x="302549" y="1467938"/>
                  </a:moveTo>
                  <a:lnTo>
                    <a:pt x="371204" y="1490991"/>
                  </a:lnTo>
                  <a:lnTo>
                    <a:pt x="309799" y="1466051"/>
                  </a:lnTo>
                  <a:close/>
                  <a:moveTo>
                    <a:pt x="359051" y="1511716"/>
                  </a:moveTo>
                  <a:lnTo>
                    <a:pt x="371204" y="1490991"/>
                  </a:lnTo>
                  <a:lnTo>
                    <a:pt x="302549" y="1467938"/>
                  </a:lnTo>
                  <a:close/>
                  <a:moveTo>
                    <a:pt x="313844" y="1550152"/>
                  </a:moveTo>
                  <a:lnTo>
                    <a:pt x="359051" y="1511716"/>
                  </a:lnTo>
                  <a:lnTo>
                    <a:pt x="302549" y="1467938"/>
                  </a:lnTo>
                  <a:close/>
                  <a:moveTo>
                    <a:pt x="420268" y="1395777"/>
                  </a:moveTo>
                  <a:lnTo>
                    <a:pt x="377429" y="1347285"/>
                  </a:lnTo>
                  <a:lnTo>
                    <a:pt x="406409" y="1448101"/>
                  </a:lnTo>
                  <a:close/>
                  <a:moveTo>
                    <a:pt x="406409" y="1448101"/>
                  </a:moveTo>
                  <a:lnTo>
                    <a:pt x="377429" y="1347285"/>
                  </a:lnTo>
                  <a:lnTo>
                    <a:pt x="307112" y="1368143"/>
                  </a:lnTo>
                  <a:close/>
                  <a:moveTo>
                    <a:pt x="406409" y="1448101"/>
                  </a:moveTo>
                  <a:lnTo>
                    <a:pt x="307112" y="1368143"/>
                  </a:lnTo>
                  <a:lnTo>
                    <a:pt x="309799" y="1466051"/>
                  </a:lnTo>
                  <a:close/>
                  <a:moveTo>
                    <a:pt x="406409" y="1448101"/>
                  </a:moveTo>
                  <a:lnTo>
                    <a:pt x="309799" y="1466051"/>
                  </a:lnTo>
                  <a:lnTo>
                    <a:pt x="434590" y="1449323"/>
                  </a:lnTo>
                  <a:close/>
                  <a:moveTo>
                    <a:pt x="309799" y="1466051"/>
                  </a:moveTo>
                  <a:lnTo>
                    <a:pt x="371204" y="1490991"/>
                  </a:lnTo>
                  <a:lnTo>
                    <a:pt x="434590" y="1449323"/>
                  </a:lnTo>
                  <a:close/>
                  <a:moveTo>
                    <a:pt x="883" y="1139077"/>
                  </a:moveTo>
                  <a:lnTo>
                    <a:pt x="0" y="1154298"/>
                  </a:lnTo>
                  <a:lnTo>
                    <a:pt x="9105" y="1128366"/>
                  </a:lnTo>
                  <a:close/>
                  <a:moveTo>
                    <a:pt x="413022" y="1432143"/>
                  </a:moveTo>
                  <a:lnTo>
                    <a:pt x="457019" y="1406956"/>
                  </a:lnTo>
                  <a:lnTo>
                    <a:pt x="434590" y="1449323"/>
                  </a:lnTo>
                  <a:close/>
                  <a:moveTo>
                    <a:pt x="364361" y="1321600"/>
                  </a:moveTo>
                  <a:lnTo>
                    <a:pt x="457019" y="1406956"/>
                  </a:lnTo>
                  <a:lnTo>
                    <a:pt x="461064" y="1391065"/>
                  </a:lnTo>
                  <a:close/>
                  <a:moveTo>
                    <a:pt x="377429" y="1347285"/>
                  </a:moveTo>
                  <a:lnTo>
                    <a:pt x="457019" y="1406956"/>
                  </a:lnTo>
                  <a:lnTo>
                    <a:pt x="364361" y="1321600"/>
                  </a:lnTo>
                  <a:close/>
                  <a:moveTo>
                    <a:pt x="420268" y="1395777"/>
                  </a:moveTo>
                  <a:lnTo>
                    <a:pt x="457019" y="1406956"/>
                  </a:lnTo>
                  <a:lnTo>
                    <a:pt x="377429" y="1347285"/>
                  </a:lnTo>
                  <a:close/>
                  <a:moveTo>
                    <a:pt x="377429" y="1347285"/>
                  </a:moveTo>
                  <a:lnTo>
                    <a:pt x="373494" y="1284353"/>
                  </a:lnTo>
                  <a:lnTo>
                    <a:pt x="414352" y="1226634"/>
                  </a:lnTo>
                  <a:close/>
                  <a:moveTo>
                    <a:pt x="314754" y="1182855"/>
                  </a:moveTo>
                  <a:lnTo>
                    <a:pt x="414352" y="1226634"/>
                  </a:lnTo>
                  <a:lnTo>
                    <a:pt x="366489" y="1144419"/>
                  </a:lnTo>
                  <a:close/>
                  <a:moveTo>
                    <a:pt x="819936" y="1694056"/>
                  </a:moveTo>
                  <a:lnTo>
                    <a:pt x="893064" y="1618448"/>
                  </a:lnTo>
                  <a:lnTo>
                    <a:pt x="882023" y="1604080"/>
                  </a:lnTo>
                  <a:close/>
                  <a:moveTo>
                    <a:pt x="819936" y="1694056"/>
                  </a:moveTo>
                  <a:lnTo>
                    <a:pt x="882023" y="1604080"/>
                  </a:lnTo>
                  <a:lnTo>
                    <a:pt x="808541" y="1603228"/>
                  </a:lnTo>
                  <a:close/>
                  <a:moveTo>
                    <a:pt x="716385" y="1617556"/>
                  </a:moveTo>
                  <a:lnTo>
                    <a:pt x="808541" y="1603228"/>
                  </a:lnTo>
                  <a:lnTo>
                    <a:pt x="767194" y="1536750"/>
                  </a:lnTo>
                  <a:close/>
                  <a:moveTo>
                    <a:pt x="808541" y="1603228"/>
                  </a:moveTo>
                  <a:lnTo>
                    <a:pt x="882023" y="1604080"/>
                  </a:lnTo>
                  <a:lnTo>
                    <a:pt x="834843" y="1542345"/>
                  </a:lnTo>
                  <a:close/>
                  <a:moveTo>
                    <a:pt x="808541" y="1603228"/>
                  </a:moveTo>
                  <a:lnTo>
                    <a:pt x="834843" y="1542345"/>
                  </a:lnTo>
                  <a:lnTo>
                    <a:pt x="767194" y="1536750"/>
                  </a:lnTo>
                  <a:close/>
                  <a:moveTo>
                    <a:pt x="882023" y="1604080"/>
                  </a:moveTo>
                  <a:lnTo>
                    <a:pt x="893064" y="1618448"/>
                  </a:lnTo>
                  <a:lnTo>
                    <a:pt x="968356" y="1621293"/>
                  </a:lnTo>
                  <a:close/>
                  <a:moveTo>
                    <a:pt x="366489" y="1144419"/>
                  </a:moveTo>
                  <a:lnTo>
                    <a:pt x="453923" y="1109196"/>
                  </a:lnTo>
                  <a:lnTo>
                    <a:pt x="356247" y="1062204"/>
                  </a:lnTo>
                  <a:close/>
                  <a:moveTo>
                    <a:pt x="1045589" y="1631400"/>
                  </a:moveTo>
                  <a:lnTo>
                    <a:pt x="1035468" y="1643052"/>
                  </a:lnTo>
                  <a:lnTo>
                    <a:pt x="1091430" y="1655112"/>
                  </a:lnTo>
                  <a:close/>
                  <a:moveTo>
                    <a:pt x="2286213" y="3040708"/>
                  </a:moveTo>
                  <a:lnTo>
                    <a:pt x="2306708" y="3066072"/>
                  </a:lnTo>
                  <a:lnTo>
                    <a:pt x="2305925" y="3035829"/>
                  </a:lnTo>
                  <a:close/>
                  <a:moveTo>
                    <a:pt x="1139025" y="1643052"/>
                  </a:moveTo>
                  <a:lnTo>
                    <a:pt x="1193755" y="1691505"/>
                  </a:lnTo>
                  <a:lnTo>
                    <a:pt x="1195687" y="1630945"/>
                  </a:lnTo>
                  <a:close/>
                  <a:moveTo>
                    <a:pt x="449290" y="858680"/>
                  </a:moveTo>
                  <a:lnTo>
                    <a:pt x="499062" y="872315"/>
                  </a:lnTo>
                  <a:lnTo>
                    <a:pt x="580330" y="854755"/>
                  </a:lnTo>
                  <a:close/>
                  <a:moveTo>
                    <a:pt x="580330" y="854755"/>
                  </a:moveTo>
                  <a:lnTo>
                    <a:pt x="604135" y="864680"/>
                  </a:lnTo>
                  <a:lnTo>
                    <a:pt x="599156" y="861686"/>
                  </a:lnTo>
                  <a:close/>
                  <a:moveTo>
                    <a:pt x="520558" y="846480"/>
                  </a:moveTo>
                  <a:lnTo>
                    <a:pt x="580330" y="854755"/>
                  </a:lnTo>
                  <a:lnTo>
                    <a:pt x="599156" y="861686"/>
                  </a:lnTo>
                  <a:close/>
                  <a:moveTo>
                    <a:pt x="638591" y="880065"/>
                  </a:moveTo>
                  <a:lnTo>
                    <a:pt x="663410" y="886722"/>
                  </a:lnTo>
                  <a:lnTo>
                    <a:pt x="735780" y="878643"/>
                  </a:lnTo>
                  <a:close/>
                  <a:moveTo>
                    <a:pt x="1950202" y="2353929"/>
                  </a:moveTo>
                  <a:lnTo>
                    <a:pt x="1928996" y="2426766"/>
                  </a:lnTo>
                  <a:lnTo>
                    <a:pt x="2006885" y="2396522"/>
                  </a:lnTo>
                  <a:close/>
                  <a:moveTo>
                    <a:pt x="992822" y="1274318"/>
                  </a:moveTo>
                  <a:lnTo>
                    <a:pt x="987936" y="1264098"/>
                  </a:lnTo>
                  <a:lnTo>
                    <a:pt x="987067" y="1275755"/>
                  </a:lnTo>
                  <a:close/>
                  <a:moveTo>
                    <a:pt x="992822" y="1274318"/>
                  </a:moveTo>
                  <a:lnTo>
                    <a:pt x="994555" y="1275755"/>
                  </a:lnTo>
                  <a:lnTo>
                    <a:pt x="987936" y="1264098"/>
                  </a:lnTo>
                  <a:close/>
                  <a:moveTo>
                    <a:pt x="917572" y="1074719"/>
                  </a:moveTo>
                  <a:lnTo>
                    <a:pt x="914446" y="1052786"/>
                  </a:lnTo>
                  <a:lnTo>
                    <a:pt x="848605" y="990673"/>
                  </a:lnTo>
                  <a:close/>
                  <a:moveTo>
                    <a:pt x="848605" y="990673"/>
                  </a:moveTo>
                  <a:lnTo>
                    <a:pt x="782110" y="1029109"/>
                  </a:lnTo>
                  <a:lnTo>
                    <a:pt x="917572" y="1074719"/>
                  </a:lnTo>
                  <a:close/>
                  <a:moveTo>
                    <a:pt x="917572" y="1074719"/>
                  </a:moveTo>
                  <a:lnTo>
                    <a:pt x="923601" y="1072889"/>
                  </a:lnTo>
                  <a:lnTo>
                    <a:pt x="914446" y="1052786"/>
                  </a:lnTo>
                  <a:close/>
                  <a:moveTo>
                    <a:pt x="714696" y="918284"/>
                  </a:moveTo>
                  <a:lnTo>
                    <a:pt x="774104" y="1021929"/>
                  </a:lnTo>
                  <a:lnTo>
                    <a:pt x="792476" y="915643"/>
                  </a:lnTo>
                  <a:close/>
                  <a:moveTo>
                    <a:pt x="792476" y="915643"/>
                  </a:moveTo>
                  <a:lnTo>
                    <a:pt x="774104" y="1021929"/>
                  </a:lnTo>
                  <a:lnTo>
                    <a:pt x="823464" y="908458"/>
                  </a:lnTo>
                  <a:close/>
                  <a:moveTo>
                    <a:pt x="823464" y="908458"/>
                  </a:moveTo>
                  <a:lnTo>
                    <a:pt x="782110" y="1029109"/>
                  </a:lnTo>
                  <a:lnTo>
                    <a:pt x="848605" y="990673"/>
                  </a:lnTo>
                  <a:close/>
                  <a:moveTo>
                    <a:pt x="588535" y="860168"/>
                  </a:moveTo>
                  <a:lnTo>
                    <a:pt x="663410" y="886722"/>
                  </a:lnTo>
                  <a:lnTo>
                    <a:pt x="604135" y="864680"/>
                  </a:lnTo>
                  <a:close/>
                  <a:moveTo>
                    <a:pt x="714696" y="918284"/>
                  </a:moveTo>
                  <a:lnTo>
                    <a:pt x="663410" y="886722"/>
                  </a:lnTo>
                  <a:lnTo>
                    <a:pt x="588535" y="860168"/>
                  </a:lnTo>
                  <a:close/>
                  <a:moveTo>
                    <a:pt x="714696" y="918284"/>
                  </a:moveTo>
                  <a:lnTo>
                    <a:pt x="735780" y="878643"/>
                  </a:lnTo>
                  <a:lnTo>
                    <a:pt x="663410" y="886722"/>
                  </a:lnTo>
                  <a:close/>
                  <a:moveTo>
                    <a:pt x="580330" y="854755"/>
                  </a:moveTo>
                  <a:lnTo>
                    <a:pt x="553059" y="864680"/>
                  </a:lnTo>
                  <a:lnTo>
                    <a:pt x="588535" y="860168"/>
                  </a:lnTo>
                  <a:close/>
                  <a:moveTo>
                    <a:pt x="588535" y="860168"/>
                  </a:moveTo>
                  <a:lnTo>
                    <a:pt x="604135" y="864680"/>
                  </a:lnTo>
                  <a:lnTo>
                    <a:pt x="580330" y="854755"/>
                  </a:lnTo>
                  <a:close/>
                  <a:moveTo>
                    <a:pt x="1339110" y="1310699"/>
                  </a:moveTo>
                  <a:lnTo>
                    <a:pt x="1241794" y="1401749"/>
                  </a:lnTo>
                  <a:lnTo>
                    <a:pt x="1294202" y="1363312"/>
                  </a:lnTo>
                  <a:close/>
                  <a:moveTo>
                    <a:pt x="1339110" y="1310699"/>
                  </a:moveTo>
                  <a:lnTo>
                    <a:pt x="1295221" y="1361808"/>
                  </a:lnTo>
                  <a:lnTo>
                    <a:pt x="1241794" y="1401749"/>
                  </a:lnTo>
                  <a:close/>
                  <a:moveTo>
                    <a:pt x="816461" y="826243"/>
                  </a:moveTo>
                  <a:lnTo>
                    <a:pt x="901770" y="887381"/>
                  </a:lnTo>
                  <a:lnTo>
                    <a:pt x="887749" y="798687"/>
                  </a:lnTo>
                  <a:close/>
                  <a:moveTo>
                    <a:pt x="830073" y="705591"/>
                  </a:moveTo>
                  <a:lnTo>
                    <a:pt x="887749" y="798687"/>
                  </a:lnTo>
                  <a:lnTo>
                    <a:pt x="898161" y="776696"/>
                  </a:lnTo>
                  <a:close/>
                  <a:moveTo>
                    <a:pt x="816461" y="826243"/>
                  </a:moveTo>
                  <a:lnTo>
                    <a:pt x="887749" y="798687"/>
                  </a:lnTo>
                  <a:lnTo>
                    <a:pt x="830073" y="705591"/>
                  </a:lnTo>
                  <a:close/>
                  <a:moveTo>
                    <a:pt x="1676695" y="1736903"/>
                  </a:moveTo>
                  <a:lnTo>
                    <a:pt x="1661738" y="1794698"/>
                  </a:lnTo>
                  <a:lnTo>
                    <a:pt x="1669274" y="1774388"/>
                  </a:lnTo>
                  <a:close/>
                  <a:moveTo>
                    <a:pt x="2101520" y="2079901"/>
                  </a:moveTo>
                  <a:lnTo>
                    <a:pt x="2083630" y="2143734"/>
                  </a:lnTo>
                  <a:lnTo>
                    <a:pt x="2189850" y="2168775"/>
                  </a:lnTo>
                  <a:close/>
                  <a:moveTo>
                    <a:pt x="2046015" y="2103248"/>
                  </a:moveTo>
                  <a:lnTo>
                    <a:pt x="2083630" y="2143734"/>
                  </a:lnTo>
                  <a:lnTo>
                    <a:pt x="2101520" y="2079901"/>
                  </a:lnTo>
                  <a:close/>
                  <a:moveTo>
                    <a:pt x="1723363" y="1696182"/>
                  </a:moveTo>
                  <a:lnTo>
                    <a:pt x="1676695" y="1736903"/>
                  </a:lnTo>
                  <a:lnTo>
                    <a:pt x="1669274" y="1774388"/>
                  </a:lnTo>
                  <a:close/>
                  <a:moveTo>
                    <a:pt x="1339110" y="1310699"/>
                  </a:moveTo>
                  <a:lnTo>
                    <a:pt x="1399638" y="1325544"/>
                  </a:lnTo>
                  <a:lnTo>
                    <a:pt x="1414542" y="1314068"/>
                  </a:lnTo>
                  <a:close/>
                  <a:moveTo>
                    <a:pt x="1431852" y="959578"/>
                  </a:moveTo>
                  <a:lnTo>
                    <a:pt x="1429232" y="938591"/>
                  </a:lnTo>
                  <a:lnTo>
                    <a:pt x="1353969" y="962304"/>
                  </a:lnTo>
                  <a:close/>
                  <a:moveTo>
                    <a:pt x="1431852" y="959578"/>
                  </a:moveTo>
                  <a:lnTo>
                    <a:pt x="1441144" y="957579"/>
                  </a:lnTo>
                  <a:lnTo>
                    <a:pt x="1429232" y="938591"/>
                  </a:lnTo>
                  <a:close/>
                  <a:moveTo>
                    <a:pt x="1832196" y="1394031"/>
                  </a:moveTo>
                  <a:lnTo>
                    <a:pt x="1881583" y="1336784"/>
                  </a:lnTo>
                  <a:lnTo>
                    <a:pt x="1845564" y="1380555"/>
                  </a:lnTo>
                  <a:close/>
                  <a:moveTo>
                    <a:pt x="1181964" y="440996"/>
                  </a:moveTo>
                  <a:lnTo>
                    <a:pt x="1101633" y="445711"/>
                  </a:lnTo>
                  <a:lnTo>
                    <a:pt x="1209976" y="460941"/>
                  </a:lnTo>
                  <a:close/>
                  <a:moveTo>
                    <a:pt x="1893740" y="1326901"/>
                  </a:moveTo>
                  <a:lnTo>
                    <a:pt x="2008548" y="1294156"/>
                  </a:lnTo>
                  <a:lnTo>
                    <a:pt x="1897365" y="1223861"/>
                  </a:lnTo>
                  <a:close/>
                  <a:moveTo>
                    <a:pt x="1826938" y="1220525"/>
                  </a:moveTo>
                  <a:lnTo>
                    <a:pt x="1887612" y="1131699"/>
                  </a:lnTo>
                  <a:lnTo>
                    <a:pt x="1781690" y="1157219"/>
                  </a:lnTo>
                  <a:close/>
                  <a:moveTo>
                    <a:pt x="1698396" y="1164343"/>
                  </a:moveTo>
                  <a:lnTo>
                    <a:pt x="1781690" y="1157219"/>
                  </a:lnTo>
                  <a:lnTo>
                    <a:pt x="1764127" y="1139530"/>
                  </a:lnTo>
                  <a:close/>
                  <a:moveTo>
                    <a:pt x="1781690" y="1157219"/>
                  </a:moveTo>
                  <a:lnTo>
                    <a:pt x="1887612" y="1131699"/>
                  </a:lnTo>
                  <a:lnTo>
                    <a:pt x="1828416" y="1101238"/>
                  </a:lnTo>
                  <a:close/>
                  <a:moveTo>
                    <a:pt x="1282560" y="559397"/>
                  </a:moveTo>
                  <a:lnTo>
                    <a:pt x="1363298" y="540328"/>
                  </a:lnTo>
                  <a:lnTo>
                    <a:pt x="1303827" y="502607"/>
                  </a:lnTo>
                  <a:close/>
                  <a:moveTo>
                    <a:pt x="1282560" y="559397"/>
                  </a:moveTo>
                  <a:lnTo>
                    <a:pt x="1303827" y="502607"/>
                  </a:lnTo>
                  <a:lnTo>
                    <a:pt x="1242826" y="491608"/>
                  </a:lnTo>
                  <a:close/>
                  <a:moveTo>
                    <a:pt x="1148666" y="507566"/>
                  </a:moveTo>
                  <a:lnTo>
                    <a:pt x="1242826" y="491608"/>
                  </a:lnTo>
                  <a:lnTo>
                    <a:pt x="1209976" y="460941"/>
                  </a:lnTo>
                  <a:close/>
                  <a:moveTo>
                    <a:pt x="1242826" y="491608"/>
                  </a:moveTo>
                  <a:lnTo>
                    <a:pt x="1292971" y="492589"/>
                  </a:lnTo>
                  <a:lnTo>
                    <a:pt x="1209976" y="460941"/>
                  </a:lnTo>
                  <a:close/>
                  <a:moveTo>
                    <a:pt x="1242826" y="491608"/>
                  </a:moveTo>
                  <a:lnTo>
                    <a:pt x="1303827" y="502607"/>
                  </a:lnTo>
                  <a:lnTo>
                    <a:pt x="1292971" y="492589"/>
                  </a:lnTo>
                  <a:close/>
                  <a:moveTo>
                    <a:pt x="2152071" y="1338158"/>
                  </a:moveTo>
                  <a:lnTo>
                    <a:pt x="2105529" y="1275905"/>
                  </a:lnTo>
                  <a:lnTo>
                    <a:pt x="2060398" y="1352096"/>
                  </a:lnTo>
                  <a:close/>
                  <a:moveTo>
                    <a:pt x="2152071" y="1338158"/>
                  </a:moveTo>
                  <a:lnTo>
                    <a:pt x="2183420" y="1273172"/>
                  </a:lnTo>
                  <a:lnTo>
                    <a:pt x="2105529" y="1275905"/>
                  </a:lnTo>
                  <a:close/>
                  <a:moveTo>
                    <a:pt x="1379099" y="541504"/>
                  </a:moveTo>
                  <a:lnTo>
                    <a:pt x="1386031" y="551845"/>
                  </a:lnTo>
                  <a:lnTo>
                    <a:pt x="1363298" y="540328"/>
                  </a:lnTo>
                  <a:close/>
                  <a:moveTo>
                    <a:pt x="2007932" y="848153"/>
                  </a:moveTo>
                  <a:lnTo>
                    <a:pt x="1970375" y="803833"/>
                  </a:lnTo>
                  <a:lnTo>
                    <a:pt x="2013298" y="889925"/>
                  </a:lnTo>
                  <a:close/>
                  <a:moveTo>
                    <a:pt x="2013298" y="889925"/>
                  </a:moveTo>
                  <a:lnTo>
                    <a:pt x="1970375" y="803833"/>
                  </a:lnTo>
                  <a:lnTo>
                    <a:pt x="1908678" y="814295"/>
                  </a:lnTo>
                  <a:close/>
                  <a:moveTo>
                    <a:pt x="2013298" y="889925"/>
                  </a:moveTo>
                  <a:lnTo>
                    <a:pt x="1908678" y="814295"/>
                  </a:lnTo>
                  <a:lnTo>
                    <a:pt x="1942185" y="887147"/>
                  </a:lnTo>
                  <a:close/>
                  <a:moveTo>
                    <a:pt x="2013298" y="889925"/>
                  </a:moveTo>
                  <a:lnTo>
                    <a:pt x="2033908" y="886048"/>
                  </a:lnTo>
                  <a:lnTo>
                    <a:pt x="2007932" y="848153"/>
                  </a:lnTo>
                  <a:close/>
                  <a:moveTo>
                    <a:pt x="1985532" y="764405"/>
                  </a:moveTo>
                  <a:lnTo>
                    <a:pt x="1875373" y="760055"/>
                  </a:lnTo>
                  <a:lnTo>
                    <a:pt x="1908678" y="814295"/>
                  </a:lnTo>
                  <a:close/>
                  <a:moveTo>
                    <a:pt x="2154478" y="902204"/>
                  </a:moveTo>
                  <a:lnTo>
                    <a:pt x="2118101" y="865314"/>
                  </a:lnTo>
                  <a:lnTo>
                    <a:pt x="2033908" y="886048"/>
                  </a:lnTo>
                  <a:close/>
                  <a:moveTo>
                    <a:pt x="2118101" y="865314"/>
                  </a:moveTo>
                  <a:lnTo>
                    <a:pt x="2007932" y="848153"/>
                  </a:lnTo>
                  <a:lnTo>
                    <a:pt x="2033908" y="886048"/>
                  </a:lnTo>
                  <a:close/>
                  <a:moveTo>
                    <a:pt x="2009728" y="792736"/>
                  </a:moveTo>
                  <a:lnTo>
                    <a:pt x="2007932" y="848153"/>
                  </a:lnTo>
                  <a:lnTo>
                    <a:pt x="2118101" y="865314"/>
                  </a:lnTo>
                  <a:close/>
                  <a:moveTo>
                    <a:pt x="2118101" y="865314"/>
                  </a:moveTo>
                  <a:lnTo>
                    <a:pt x="2192387" y="865513"/>
                  </a:lnTo>
                  <a:lnTo>
                    <a:pt x="2184604" y="771749"/>
                  </a:lnTo>
                  <a:close/>
                  <a:moveTo>
                    <a:pt x="1970375" y="803833"/>
                  </a:moveTo>
                  <a:lnTo>
                    <a:pt x="2007932" y="848153"/>
                  </a:lnTo>
                  <a:lnTo>
                    <a:pt x="2009728" y="792736"/>
                  </a:lnTo>
                  <a:close/>
                  <a:moveTo>
                    <a:pt x="1756378" y="276967"/>
                  </a:moveTo>
                  <a:lnTo>
                    <a:pt x="1687136" y="310542"/>
                  </a:lnTo>
                  <a:lnTo>
                    <a:pt x="1763159" y="275102"/>
                  </a:lnTo>
                  <a:close/>
                  <a:moveTo>
                    <a:pt x="1763159" y="275102"/>
                  </a:moveTo>
                  <a:lnTo>
                    <a:pt x="1687136" y="310542"/>
                  </a:lnTo>
                  <a:lnTo>
                    <a:pt x="1660230" y="384130"/>
                  </a:lnTo>
                  <a:close/>
                  <a:moveTo>
                    <a:pt x="1763159" y="275102"/>
                  </a:moveTo>
                  <a:lnTo>
                    <a:pt x="1660230" y="384130"/>
                  </a:lnTo>
                  <a:lnTo>
                    <a:pt x="1698103" y="310526"/>
                  </a:lnTo>
                  <a:close/>
                  <a:moveTo>
                    <a:pt x="1695808" y="189891"/>
                  </a:moveTo>
                  <a:lnTo>
                    <a:pt x="1687136" y="310542"/>
                  </a:lnTo>
                  <a:lnTo>
                    <a:pt x="1761513" y="268945"/>
                  </a:lnTo>
                  <a:close/>
                  <a:moveTo>
                    <a:pt x="1761513" y="268945"/>
                  </a:moveTo>
                  <a:lnTo>
                    <a:pt x="1687136" y="310542"/>
                  </a:lnTo>
                  <a:lnTo>
                    <a:pt x="1756378" y="276967"/>
                  </a:lnTo>
                  <a:close/>
                  <a:moveTo>
                    <a:pt x="2211214" y="765397"/>
                  </a:moveTo>
                  <a:lnTo>
                    <a:pt x="2331823" y="809175"/>
                  </a:lnTo>
                  <a:lnTo>
                    <a:pt x="2283736" y="726960"/>
                  </a:lnTo>
                  <a:close/>
                  <a:moveTo>
                    <a:pt x="1893232" y="482766"/>
                  </a:moveTo>
                  <a:lnTo>
                    <a:pt x="1936363" y="491512"/>
                  </a:lnTo>
                  <a:lnTo>
                    <a:pt x="2017008" y="451682"/>
                  </a:lnTo>
                  <a:close/>
                  <a:moveTo>
                    <a:pt x="1956852" y="441972"/>
                  </a:moveTo>
                  <a:lnTo>
                    <a:pt x="1893232" y="482766"/>
                  </a:lnTo>
                  <a:lnTo>
                    <a:pt x="2017008" y="451682"/>
                  </a:lnTo>
                  <a:close/>
                  <a:moveTo>
                    <a:pt x="1761513" y="268945"/>
                  </a:moveTo>
                  <a:lnTo>
                    <a:pt x="1814369" y="272106"/>
                  </a:lnTo>
                  <a:lnTo>
                    <a:pt x="1807664" y="151454"/>
                  </a:lnTo>
                  <a:close/>
                  <a:moveTo>
                    <a:pt x="2278173" y="644745"/>
                  </a:moveTo>
                  <a:lnTo>
                    <a:pt x="2283736" y="726960"/>
                  </a:lnTo>
                  <a:lnTo>
                    <a:pt x="2331775" y="688524"/>
                  </a:lnTo>
                  <a:close/>
                  <a:moveTo>
                    <a:pt x="2328814" y="606308"/>
                  </a:moveTo>
                  <a:lnTo>
                    <a:pt x="2284588" y="616148"/>
                  </a:lnTo>
                  <a:lnTo>
                    <a:pt x="2278173" y="644745"/>
                  </a:lnTo>
                  <a:close/>
                  <a:moveTo>
                    <a:pt x="1807664" y="151454"/>
                  </a:moveTo>
                  <a:lnTo>
                    <a:pt x="1879954" y="217920"/>
                  </a:lnTo>
                  <a:lnTo>
                    <a:pt x="1897074" y="113018"/>
                  </a:lnTo>
                  <a:close/>
                  <a:moveTo>
                    <a:pt x="2118357" y="336750"/>
                  </a:moveTo>
                  <a:lnTo>
                    <a:pt x="2106008" y="359663"/>
                  </a:lnTo>
                  <a:lnTo>
                    <a:pt x="2127610" y="257031"/>
                  </a:lnTo>
                  <a:close/>
                  <a:moveTo>
                    <a:pt x="2074417" y="0"/>
                  </a:moveTo>
                  <a:lnTo>
                    <a:pt x="1984228" y="12730"/>
                  </a:lnTo>
                  <a:lnTo>
                    <a:pt x="2090511" y="17436"/>
                  </a:lnTo>
                  <a:close/>
                  <a:moveTo>
                    <a:pt x="2038867" y="68401"/>
                  </a:moveTo>
                  <a:lnTo>
                    <a:pt x="2090511" y="17436"/>
                  </a:lnTo>
                  <a:lnTo>
                    <a:pt x="2027799" y="61623"/>
                  </a:lnTo>
                  <a:close/>
                  <a:moveTo>
                    <a:pt x="2038867" y="68401"/>
                  </a:moveTo>
                  <a:lnTo>
                    <a:pt x="2126132" y="58047"/>
                  </a:lnTo>
                  <a:lnTo>
                    <a:pt x="2090511" y="1743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12" name="Candidate_density__2111">
              <a:extLst>
                <a:ext uri="{FF2B5EF4-FFF2-40B4-BE49-F238E27FC236}">
                  <a16:creationId xmlns:a16="http://schemas.microsoft.com/office/drawing/2014/main" id="{A4700F3D-09D6-9415-53CC-CABF747DF4FA}"/>
                </a:ext>
              </a:extLst>
            </p:cNvPr>
            <p:cNvSpPr>
              <a:spLocks noGrp="1"/>
            </p:cNvSpPr>
            <p:nvPr/>
          </p:nvSpPr>
          <p:spPr>
            <a:xfrm>
              <a:off x="3514350" y="1906152"/>
              <a:ext cx="2584609" cy="2098000"/>
            </a:xfrm>
            <a:custGeom>
              <a:avLst/>
              <a:gdLst/>
              <a:ahLst/>
              <a:cxnLst/>
              <a:rect l="0" t="0" r="0" b="0"/>
              <a:pathLst>
                <a:path w="2584609" h="2098000">
                  <a:moveTo>
                    <a:pt x="83157" y="1222197"/>
                  </a:moveTo>
                  <a:lnTo>
                    <a:pt x="0" y="1189942"/>
                  </a:lnTo>
                  <a:lnTo>
                    <a:pt x="19630" y="1199883"/>
                  </a:lnTo>
                  <a:close/>
                  <a:moveTo>
                    <a:pt x="619998" y="1886646"/>
                  </a:moveTo>
                  <a:lnTo>
                    <a:pt x="623406" y="1894875"/>
                  </a:lnTo>
                  <a:lnTo>
                    <a:pt x="637859" y="1902846"/>
                  </a:lnTo>
                  <a:close/>
                  <a:moveTo>
                    <a:pt x="719817" y="1930616"/>
                  </a:moveTo>
                  <a:lnTo>
                    <a:pt x="623406" y="1894875"/>
                  </a:lnTo>
                  <a:lnTo>
                    <a:pt x="668987" y="1918410"/>
                  </a:lnTo>
                  <a:close/>
                  <a:moveTo>
                    <a:pt x="719817" y="1930616"/>
                  </a:moveTo>
                  <a:lnTo>
                    <a:pt x="637859" y="1902846"/>
                  </a:lnTo>
                  <a:lnTo>
                    <a:pt x="623406" y="1894875"/>
                  </a:lnTo>
                  <a:close/>
                  <a:moveTo>
                    <a:pt x="179015" y="1311141"/>
                  </a:moveTo>
                  <a:lnTo>
                    <a:pt x="180087" y="1312271"/>
                  </a:lnTo>
                  <a:lnTo>
                    <a:pt x="182408" y="1314622"/>
                  </a:lnTo>
                  <a:close/>
                  <a:moveTo>
                    <a:pt x="179015" y="1311141"/>
                  </a:moveTo>
                  <a:lnTo>
                    <a:pt x="91248" y="1228926"/>
                  </a:lnTo>
                  <a:lnTo>
                    <a:pt x="129501" y="1253304"/>
                  </a:lnTo>
                  <a:close/>
                  <a:moveTo>
                    <a:pt x="797974" y="1944172"/>
                  </a:moveTo>
                  <a:lnTo>
                    <a:pt x="922685" y="1916588"/>
                  </a:lnTo>
                  <a:lnTo>
                    <a:pt x="842398" y="1895066"/>
                  </a:lnTo>
                  <a:close/>
                  <a:moveTo>
                    <a:pt x="637859" y="1902846"/>
                  </a:moveTo>
                  <a:lnTo>
                    <a:pt x="719817" y="1930616"/>
                  </a:lnTo>
                  <a:lnTo>
                    <a:pt x="771885" y="1910089"/>
                  </a:lnTo>
                  <a:close/>
                  <a:moveTo>
                    <a:pt x="91248" y="1228926"/>
                  </a:moveTo>
                  <a:lnTo>
                    <a:pt x="179015" y="1311141"/>
                  </a:lnTo>
                  <a:lnTo>
                    <a:pt x="92799" y="1222550"/>
                  </a:lnTo>
                  <a:close/>
                  <a:moveTo>
                    <a:pt x="83157" y="1222197"/>
                  </a:moveTo>
                  <a:lnTo>
                    <a:pt x="91248" y="1228926"/>
                  </a:lnTo>
                  <a:lnTo>
                    <a:pt x="92799" y="1222550"/>
                  </a:lnTo>
                  <a:close/>
                  <a:moveTo>
                    <a:pt x="1084402" y="2027362"/>
                  </a:moveTo>
                  <a:lnTo>
                    <a:pt x="1001178" y="1994858"/>
                  </a:lnTo>
                  <a:lnTo>
                    <a:pt x="1036937" y="2065097"/>
                  </a:lnTo>
                  <a:close/>
                  <a:moveTo>
                    <a:pt x="1036937" y="2065097"/>
                  </a:moveTo>
                  <a:lnTo>
                    <a:pt x="1105056" y="2041130"/>
                  </a:lnTo>
                  <a:lnTo>
                    <a:pt x="1084402" y="2027362"/>
                  </a:lnTo>
                  <a:close/>
                  <a:moveTo>
                    <a:pt x="922685" y="1916588"/>
                  </a:moveTo>
                  <a:lnTo>
                    <a:pt x="939502" y="1819669"/>
                  </a:lnTo>
                  <a:lnTo>
                    <a:pt x="939968" y="1809774"/>
                  </a:lnTo>
                  <a:close/>
                  <a:moveTo>
                    <a:pt x="893723" y="1871759"/>
                  </a:moveTo>
                  <a:lnTo>
                    <a:pt x="922685" y="1916588"/>
                  </a:lnTo>
                  <a:lnTo>
                    <a:pt x="939968" y="1809774"/>
                  </a:lnTo>
                  <a:close/>
                  <a:moveTo>
                    <a:pt x="842398" y="1895066"/>
                  </a:moveTo>
                  <a:lnTo>
                    <a:pt x="922685" y="1916588"/>
                  </a:lnTo>
                  <a:lnTo>
                    <a:pt x="893723" y="1871759"/>
                  </a:lnTo>
                  <a:close/>
                  <a:moveTo>
                    <a:pt x="322314" y="1190489"/>
                  </a:moveTo>
                  <a:lnTo>
                    <a:pt x="304200" y="1171869"/>
                  </a:lnTo>
                  <a:lnTo>
                    <a:pt x="362654" y="1216013"/>
                  </a:lnTo>
                  <a:close/>
                  <a:moveTo>
                    <a:pt x="322314" y="1190489"/>
                  </a:moveTo>
                  <a:lnTo>
                    <a:pt x="307427" y="1072983"/>
                  </a:lnTo>
                  <a:lnTo>
                    <a:pt x="304200" y="1171869"/>
                  </a:lnTo>
                  <a:close/>
                  <a:moveTo>
                    <a:pt x="1072067" y="1872581"/>
                  </a:moveTo>
                  <a:lnTo>
                    <a:pt x="1091867" y="1891989"/>
                  </a:lnTo>
                  <a:lnTo>
                    <a:pt x="1152472" y="1967898"/>
                  </a:lnTo>
                  <a:close/>
                  <a:moveTo>
                    <a:pt x="939968" y="1809774"/>
                  </a:moveTo>
                  <a:lnTo>
                    <a:pt x="952494" y="1709016"/>
                  </a:lnTo>
                  <a:lnTo>
                    <a:pt x="932960" y="1689122"/>
                  </a:lnTo>
                  <a:close/>
                  <a:moveTo>
                    <a:pt x="952494" y="1709016"/>
                  </a:moveTo>
                  <a:lnTo>
                    <a:pt x="921286" y="1634295"/>
                  </a:lnTo>
                  <a:lnTo>
                    <a:pt x="932960" y="1689122"/>
                  </a:lnTo>
                  <a:close/>
                  <a:moveTo>
                    <a:pt x="1268784" y="2034022"/>
                  </a:moveTo>
                  <a:lnTo>
                    <a:pt x="1258831" y="2017982"/>
                  </a:lnTo>
                  <a:lnTo>
                    <a:pt x="1152472" y="1967898"/>
                  </a:lnTo>
                  <a:close/>
                  <a:moveTo>
                    <a:pt x="1258831" y="2017982"/>
                  </a:moveTo>
                  <a:lnTo>
                    <a:pt x="1318809" y="1979546"/>
                  </a:lnTo>
                  <a:lnTo>
                    <a:pt x="1200580" y="1967870"/>
                  </a:lnTo>
                  <a:close/>
                  <a:moveTo>
                    <a:pt x="1419277" y="2013025"/>
                  </a:moveTo>
                  <a:lnTo>
                    <a:pt x="1384446" y="2098000"/>
                  </a:lnTo>
                  <a:lnTo>
                    <a:pt x="1490119" y="1999235"/>
                  </a:lnTo>
                  <a:close/>
                  <a:moveTo>
                    <a:pt x="987227" y="1524692"/>
                  </a:moveTo>
                  <a:lnTo>
                    <a:pt x="966498" y="1434791"/>
                  </a:lnTo>
                  <a:lnTo>
                    <a:pt x="998592" y="1404040"/>
                  </a:lnTo>
                  <a:close/>
                  <a:moveTo>
                    <a:pt x="1497223" y="1969489"/>
                  </a:moveTo>
                  <a:lnTo>
                    <a:pt x="1419277" y="2013025"/>
                  </a:lnTo>
                  <a:lnTo>
                    <a:pt x="1490119" y="1999235"/>
                  </a:lnTo>
                  <a:close/>
                  <a:moveTo>
                    <a:pt x="1497223" y="1969489"/>
                  </a:moveTo>
                  <a:lnTo>
                    <a:pt x="1430410" y="1963215"/>
                  </a:lnTo>
                  <a:lnTo>
                    <a:pt x="1419277" y="2013025"/>
                  </a:lnTo>
                  <a:close/>
                  <a:moveTo>
                    <a:pt x="1497223" y="1969489"/>
                  </a:moveTo>
                  <a:lnTo>
                    <a:pt x="1490119" y="1999235"/>
                  </a:lnTo>
                  <a:lnTo>
                    <a:pt x="1519464" y="1979546"/>
                  </a:lnTo>
                  <a:close/>
                  <a:moveTo>
                    <a:pt x="1521042" y="1899646"/>
                  </a:moveTo>
                  <a:lnTo>
                    <a:pt x="1578872" y="1863610"/>
                  </a:lnTo>
                  <a:lnTo>
                    <a:pt x="1573062" y="1858894"/>
                  </a:lnTo>
                  <a:close/>
                  <a:moveTo>
                    <a:pt x="1497223" y="1969489"/>
                  </a:moveTo>
                  <a:lnTo>
                    <a:pt x="1554115" y="1959846"/>
                  </a:lnTo>
                  <a:lnTo>
                    <a:pt x="1521042" y="1899646"/>
                  </a:lnTo>
                  <a:close/>
                  <a:moveTo>
                    <a:pt x="941946" y="1317222"/>
                  </a:moveTo>
                  <a:lnTo>
                    <a:pt x="942905" y="1346581"/>
                  </a:lnTo>
                  <a:lnTo>
                    <a:pt x="1060666" y="1381389"/>
                  </a:lnTo>
                  <a:close/>
                  <a:moveTo>
                    <a:pt x="724520" y="872340"/>
                  </a:moveTo>
                  <a:lnTo>
                    <a:pt x="724527" y="872313"/>
                  </a:lnTo>
                  <a:lnTo>
                    <a:pt x="657866" y="901635"/>
                  </a:lnTo>
                  <a:close/>
                  <a:moveTo>
                    <a:pt x="947079" y="998307"/>
                  </a:moveTo>
                  <a:lnTo>
                    <a:pt x="959373" y="1002777"/>
                  </a:lnTo>
                  <a:lnTo>
                    <a:pt x="962670" y="990073"/>
                  </a:lnTo>
                  <a:close/>
                  <a:moveTo>
                    <a:pt x="704796" y="788283"/>
                  </a:moveTo>
                  <a:lnTo>
                    <a:pt x="710658" y="833876"/>
                  </a:lnTo>
                  <a:lnTo>
                    <a:pt x="676161" y="751662"/>
                  </a:lnTo>
                  <a:close/>
                  <a:moveTo>
                    <a:pt x="1433071" y="1560683"/>
                  </a:moveTo>
                  <a:lnTo>
                    <a:pt x="1410441" y="1549584"/>
                  </a:lnTo>
                  <a:lnTo>
                    <a:pt x="1366414" y="1491598"/>
                  </a:lnTo>
                  <a:close/>
                  <a:moveTo>
                    <a:pt x="1528618" y="1543597"/>
                  </a:moveTo>
                  <a:lnTo>
                    <a:pt x="1534294" y="1518789"/>
                  </a:lnTo>
                  <a:lnTo>
                    <a:pt x="1425881" y="1491598"/>
                  </a:lnTo>
                  <a:close/>
                  <a:moveTo>
                    <a:pt x="1576373" y="1465273"/>
                  </a:moveTo>
                  <a:lnTo>
                    <a:pt x="1534294" y="1518789"/>
                  </a:lnTo>
                  <a:lnTo>
                    <a:pt x="1528618" y="1543597"/>
                  </a:lnTo>
                  <a:close/>
                  <a:moveTo>
                    <a:pt x="1576373" y="1465273"/>
                  </a:moveTo>
                  <a:lnTo>
                    <a:pt x="1528618" y="1543597"/>
                  </a:lnTo>
                  <a:lnTo>
                    <a:pt x="1599689" y="1546410"/>
                  </a:lnTo>
                  <a:close/>
                  <a:moveTo>
                    <a:pt x="1242686" y="1294002"/>
                  </a:moveTo>
                  <a:lnTo>
                    <a:pt x="1303462" y="1305184"/>
                  </a:lnTo>
                  <a:lnTo>
                    <a:pt x="1257948" y="1242094"/>
                  </a:lnTo>
                  <a:close/>
                  <a:moveTo>
                    <a:pt x="1303462" y="1305184"/>
                  </a:moveTo>
                  <a:lnTo>
                    <a:pt x="1354402" y="1324363"/>
                  </a:lnTo>
                  <a:lnTo>
                    <a:pt x="1257948" y="1242094"/>
                  </a:lnTo>
                  <a:close/>
                  <a:moveTo>
                    <a:pt x="962670" y="990073"/>
                  </a:moveTo>
                  <a:lnTo>
                    <a:pt x="987549" y="879779"/>
                  </a:lnTo>
                  <a:lnTo>
                    <a:pt x="947079" y="998307"/>
                  </a:lnTo>
                  <a:close/>
                  <a:moveTo>
                    <a:pt x="962670" y="990073"/>
                  </a:moveTo>
                  <a:lnTo>
                    <a:pt x="1054548" y="885902"/>
                  </a:lnTo>
                  <a:lnTo>
                    <a:pt x="987549" y="879779"/>
                  </a:lnTo>
                  <a:close/>
                  <a:moveTo>
                    <a:pt x="1054548" y="885902"/>
                  </a:moveTo>
                  <a:lnTo>
                    <a:pt x="1062626" y="869933"/>
                  </a:lnTo>
                  <a:lnTo>
                    <a:pt x="987530" y="867819"/>
                  </a:lnTo>
                  <a:close/>
                  <a:moveTo>
                    <a:pt x="1054548" y="885902"/>
                  </a:moveTo>
                  <a:lnTo>
                    <a:pt x="1113453" y="898605"/>
                  </a:lnTo>
                  <a:lnTo>
                    <a:pt x="1062626" y="869933"/>
                  </a:lnTo>
                  <a:close/>
                  <a:moveTo>
                    <a:pt x="1137945" y="778601"/>
                  </a:moveTo>
                  <a:lnTo>
                    <a:pt x="1140270" y="676619"/>
                  </a:lnTo>
                  <a:lnTo>
                    <a:pt x="1136729" y="757004"/>
                  </a:lnTo>
                  <a:close/>
                  <a:moveTo>
                    <a:pt x="1136729" y="757004"/>
                  </a:moveTo>
                  <a:lnTo>
                    <a:pt x="1133509" y="674789"/>
                  </a:lnTo>
                  <a:lnTo>
                    <a:pt x="1177118" y="718567"/>
                  </a:lnTo>
                  <a:close/>
                  <a:moveTo>
                    <a:pt x="1941014" y="1494414"/>
                  </a:moveTo>
                  <a:lnTo>
                    <a:pt x="2023291" y="1523375"/>
                  </a:lnTo>
                  <a:lnTo>
                    <a:pt x="1997011" y="1505262"/>
                  </a:lnTo>
                  <a:close/>
                  <a:moveTo>
                    <a:pt x="1556583" y="1171718"/>
                  </a:moveTo>
                  <a:lnTo>
                    <a:pt x="1621754" y="1136727"/>
                  </a:lnTo>
                  <a:lnTo>
                    <a:pt x="1666198" y="1091207"/>
                  </a:lnTo>
                  <a:close/>
                  <a:moveTo>
                    <a:pt x="2085844" y="1542048"/>
                  </a:moveTo>
                  <a:lnTo>
                    <a:pt x="1997011" y="1505262"/>
                  </a:lnTo>
                  <a:lnTo>
                    <a:pt x="2036331" y="1533888"/>
                  </a:lnTo>
                  <a:close/>
                  <a:moveTo>
                    <a:pt x="2085844" y="1542048"/>
                  </a:moveTo>
                  <a:lnTo>
                    <a:pt x="2164848" y="1558773"/>
                  </a:lnTo>
                  <a:lnTo>
                    <a:pt x="2212600" y="1522110"/>
                  </a:lnTo>
                  <a:close/>
                  <a:moveTo>
                    <a:pt x="2244648" y="1578472"/>
                  </a:moveTo>
                  <a:lnTo>
                    <a:pt x="2212600" y="1522110"/>
                  </a:lnTo>
                  <a:lnTo>
                    <a:pt x="2164848" y="1558773"/>
                  </a:lnTo>
                  <a:close/>
                  <a:moveTo>
                    <a:pt x="1969170" y="1227620"/>
                  </a:moveTo>
                  <a:lnTo>
                    <a:pt x="2067950" y="1259944"/>
                  </a:lnTo>
                  <a:lnTo>
                    <a:pt x="1997607" y="1337852"/>
                  </a:lnTo>
                  <a:close/>
                  <a:moveTo>
                    <a:pt x="1906615" y="1134985"/>
                  </a:moveTo>
                  <a:lnTo>
                    <a:pt x="1866041" y="1062353"/>
                  </a:lnTo>
                  <a:lnTo>
                    <a:pt x="1861331" y="1054515"/>
                  </a:lnTo>
                  <a:close/>
                  <a:moveTo>
                    <a:pt x="1930158" y="1238623"/>
                  </a:moveTo>
                  <a:lnTo>
                    <a:pt x="2003726" y="1235024"/>
                  </a:lnTo>
                  <a:lnTo>
                    <a:pt x="1969170" y="1227620"/>
                  </a:lnTo>
                  <a:close/>
                  <a:moveTo>
                    <a:pt x="1593071" y="521043"/>
                  </a:moveTo>
                  <a:lnTo>
                    <a:pt x="1569725" y="469755"/>
                  </a:lnTo>
                  <a:lnTo>
                    <a:pt x="1596704" y="547914"/>
                  </a:lnTo>
                  <a:close/>
                  <a:moveTo>
                    <a:pt x="2217867" y="1326600"/>
                  </a:moveTo>
                  <a:lnTo>
                    <a:pt x="2287864" y="1309647"/>
                  </a:lnTo>
                  <a:lnTo>
                    <a:pt x="2339924" y="1289089"/>
                  </a:lnTo>
                  <a:close/>
                  <a:moveTo>
                    <a:pt x="2410117" y="1311691"/>
                  </a:moveTo>
                  <a:lnTo>
                    <a:pt x="2412030" y="1304757"/>
                  </a:lnTo>
                  <a:lnTo>
                    <a:pt x="2365624" y="1321721"/>
                  </a:lnTo>
                  <a:close/>
                  <a:moveTo>
                    <a:pt x="2181428" y="1076149"/>
                  </a:moveTo>
                  <a:lnTo>
                    <a:pt x="2216109" y="1104823"/>
                  </a:lnTo>
                  <a:lnTo>
                    <a:pt x="2197535" y="1178764"/>
                  </a:lnTo>
                  <a:close/>
                  <a:moveTo>
                    <a:pt x="2412030" y="1304757"/>
                  </a:moveTo>
                  <a:lnTo>
                    <a:pt x="2410117" y="1311691"/>
                  </a:lnTo>
                  <a:lnTo>
                    <a:pt x="2419110" y="1306494"/>
                  </a:lnTo>
                  <a:close/>
                  <a:moveTo>
                    <a:pt x="2499099" y="1326902"/>
                  </a:moveTo>
                  <a:lnTo>
                    <a:pt x="2410117" y="1311691"/>
                  </a:lnTo>
                  <a:lnTo>
                    <a:pt x="2451849" y="1338355"/>
                  </a:lnTo>
                  <a:close/>
                  <a:moveTo>
                    <a:pt x="2499099" y="1326902"/>
                  </a:moveTo>
                  <a:lnTo>
                    <a:pt x="2419110" y="1306494"/>
                  </a:lnTo>
                  <a:lnTo>
                    <a:pt x="2410117" y="1311691"/>
                  </a:lnTo>
                  <a:close/>
                  <a:moveTo>
                    <a:pt x="2412030" y="1304757"/>
                  </a:moveTo>
                  <a:lnTo>
                    <a:pt x="2419110" y="1306494"/>
                  </a:lnTo>
                  <a:lnTo>
                    <a:pt x="2421964" y="1302059"/>
                  </a:lnTo>
                  <a:close/>
                  <a:moveTo>
                    <a:pt x="2512532" y="1289021"/>
                  </a:moveTo>
                  <a:lnTo>
                    <a:pt x="2419110" y="1306494"/>
                  </a:lnTo>
                  <a:lnTo>
                    <a:pt x="2499099" y="1326902"/>
                  </a:lnTo>
                  <a:close/>
                  <a:moveTo>
                    <a:pt x="2512532" y="1289021"/>
                  </a:moveTo>
                  <a:lnTo>
                    <a:pt x="2421964" y="1302059"/>
                  </a:lnTo>
                  <a:lnTo>
                    <a:pt x="2419110" y="1306494"/>
                  </a:lnTo>
                  <a:close/>
                  <a:moveTo>
                    <a:pt x="2421964" y="1302059"/>
                  </a:moveTo>
                  <a:lnTo>
                    <a:pt x="2512532" y="1289021"/>
                  </a:lnTo>
                  <a:lnTo>
                    <a:pt x="2459241" y="1241338"/>
                  </a:lnTo>
                  <a:close/>
                  <a:moveTo>
                    <a:pt x="2512532" y="1289021"/>
                  </a:moveTo>
                  <a:lnTo>
                    <a:pt x="2524291" y="1205889"/>
                  </a:lnTo>
                  <a:lnTo>
                    <a:pt x="2459241" y="1241338"/>
                  </a:lnTo>
                  <a:close/>
                  <a:moveTo>
                    <a:pt x="2580121" y="1294665"/>
                  </a:moveTo>
                  <a:lnTo>
                    <a:pt x="2512532" y="1289021"/>
                  </a:lnTo>
                  <a:lnTo>
                    <a:pt x="2499099" y="1326902"/>
                  </a:lnTo>
                  <a:close/>
                  <a:moveTo>
                    <a:pt x="2584609" y="1190923"/>
                  </a:moveTo>
                  <a:lnTo>
                    <a:pt x="2512532" y="1289021"/>
                  </a:lnTo>
                  <a:lnTo>
                    <a:pt x="2580121" y="1294665"/>
                  </a:lnTo>
                  <a:close/>
                  <a:moveTo>
                    <a:pt x="2100294" y="520063"/>
                  </a:moveTo>
                  <a:lnTo>
                    <a:pt x="2167678" y="570164"/>
                  </a:lnTo>
                  <a:lnTo>
                    <a:pt x="2088203" y="490795"/>
                  </a:lnTo>
                  <a:close/>
                  <a:moveTo>
                    <a:pt x="2074802" y="405734"/>
                  </a:moveTo>
                  <a:lnTo>
                    <a:pt x="2074816" y="424806"/>
                  </a:lnTo>
                  <a:lnTo>
                    <a:pt x="2131377" y="416196"/>
                  </a:lnTo>
                  <a:close/>
                  <a:moveTo>
                    <a:pt x="2087327" y="41177"/>
                  </a:moveTo>
                  <a:lnTo>
                    <a:pt x="2077634" y="99019"/>
                  </a:lnTo>
                  <a:lnTo>
                    <a:pt x="2098530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13" name="Candidate_density__2112">
              <a:extLst>
                <a:ext uri="{FF2B5EF4-FFF2-40B4-BE49-F238E27FC236}">
                  <a16:creationId xmlns:a16="http://schemas.microsoft.com/office/drawing/2014/main" id="{C0C7A80E-8A15-458E-698C-39A34719F77F}"/>
                </a:ext>
              </a:extLst>
            </p:cNvPr>
            <p:cNvSpPr>
              <a:spLocks noGrp="1"/>
            </p:cNvSpPr>
            <p:nvPr/>
          </p:nvSpPr>
          <p:spPr>
            <a:xfrm>
              <a:off x="3597507" y="1906152"/>
              <a:ext cx="2361141" cy="2098000"/>
            </a:xfrm>
            <a:custGeom>
              <a:avLst/>
              <a:gdLst/>
              <a:ahLst/>
              <a:cxnLst/>
              <a:rect l="0" t="0" r="0" b="0"/>
              <a:pathLst>
                <a:path w="2361141" h="2098000">
                  <a:moveTo>
                    <a:pt x="7210" y="1185697"/>
                  </a:moveTo>
                  <a:lnTo>
                    <a:pt x="8091" y="1228926"/>
                  </a:lnTo>
                  <a:lnTo>
                    <a:pt x="0" y="1222197"/>
                  </a:lnTo>
                  <a:close/>
                  <a:moveTo>
                    <a:pt x="186329" y="1361533"/>
                  </a:moveTo>
                  <a:lnTo>
                    <a:pt x="99251" y="1314622"/>
                  </a:lnTo>
                  <a:lnTo>
                    <a:pt x="96930" y="1312271"/>
                  </a:lnTo>
                  <a:close/>
                  <a:moveTo>
                    <a:pt x="636660" y="1930616"/>
                  </a:moveTo>
                  <a:lnTo>
                    <a:pt x="714816" y="1944172"/>
                  </a:lnTo>
                  <a:lnTo>
                    <a:pt x="759241" y="1895066"/>
                  </a:lnTo>
                  <a:close/>
                  <a:moveTo>
                    <a:pt x="688728" y="1910089"/>
                  </a:moveTo>
                  <a:lnTo>
                    <a:pt x="636660" y="1930616"/>
                  </a:lnTo>
                  <a:lnTo>
                    <a:pt x="759241" y="1895066"/>
                  </a:lnTo>
                  <a:close/>
                  <a:moveTo>
                    <a:pt x="1021899" y="2041130"/>
                  </a:moveTo>
                  <a:lnTo>
                    <a:pt x="1052755" y="1981361"/>
                  </a:lnTo>
                  <a:lnTo>
                    <a:pt x="1001245" y="2027362"/>
                  </a:lnTo>
                  <a:close/>
                  <a:moveTo>
                    <a:pt x="688728" y="1910089"/>
                  </a:moveTo>
                  <a:lnTo>
                    <a:pt x="759241" y="1895066"/>
                  </a:lnTo>
                  <a:lnTo>
                    <a:pt x="810566" y="1871759"/>
                  </a:lnTo>
                  <a:close/>
                  <a:moveTo>
                    <a:pt x="856810" y="1809774"/>
                  </a:moveTo>
                  <a:lnTo>
                    <a:pt x="856345" y="1819669"/>
                  </a:lnTo>
                  <a:lnTo>
                    <a:pt x="858135" y="1770954"/>
                  </a:lnTo>
                  <a:close/>
                  <a:moveTo>
                    <a:pt x="224773" y="1069838"/>
                  </a:moveTo>
                  <a:lnTo>
                    <a:pt x="224270" y="1072983"/>
                  </a:lnTo>
                  <a:lnTo>
                    <a:pt x="239157" y="1190489"/>
                  </a:lnTo>
                  <a:close/>
                  <a:moveTo>
                    <a:pt x="209431" y="1108274"/>
                  </a:moveTo>
                  <a:lnTo>
                    <a:pt x="224773" y="1069838"/>
                  </a:lnTo>
                  <a:lnTo>
                    <a:pt x="239157" y="1190489"/>
                  </a:lnTo>
                  <a:close/>
                  <a:moveTo>
                    <a:pt x="858135" y="1770954"/>
                  </a:moveTo>
                  <a:lnTo>
                    <a:pt x="869336" y="1709016"/>
                  </a:lnTo>
                  <a:lnTo>
                    <a:pt x="856810" y="1809774"/>
                  </a:lnTo>
                  <a:close/>
                  <a:moveTo>
                    <a:pt x="838129" y="1634295"/>
                  </a:moveTo>
                  <a:lnTo>
                    <a:pt x="826991" y="1606907"/>
                  </a:lnTo>
                  <a:lnTo>
                    <a:pt x="849803" y="1689122"/>
                  </a:lnTo>
                  <a:close/>
                  <a:moveTo>
                    <a:pt x="838129" y="1634295"/>
                  </a:moveTo>
                  <a:lnTo>
                    <a:pt x="838937" y="1533546"/>
                  </a:lnTo>
                  <a:lnTo>
                    <a:pt x="826991" y="1606907"/>
                  </a:lnTo>
                  <a:close/>
                  <a:moveTo>
                    <a:pt x="1069315" y="1967898"/>
                  </a:moveTo>
                  <a:lnTo>
                    <a:pt x="1175674" y="2017982"/>
                  </a:lnTo>
                  <a:lnTo>
                    <a:pt x="1117423" y="1967870"/>
                  </a:lnTo>
                  <a:close/>
                  <a:moveTo>
                    <a:pt x="1301289" y="2098000"/>
                  </a:moveTo>
                  <a:lnTo>
                    <a:pt x="1369257" y="2073463"/>
                  </a:lnTo>
                  <a:lnTo>
                    <a:pt x="1406962" y="1999235"/>
                  </a:lnTo>
                  <a:close/>
                  <a:moveTo>
                    <a:pt x="858789" y="1317222"/>
                  </a:moveTo>
                  <a:lnTo>
                    <a:pt x="855927" y="1219456"/>
                  </a:lnTo>
                  <a:lnTo>
                    <a:pt x="850871" y="1283388"/>
                  </a:lnTo>
                  <a:close/>
                  <a:moveTo>
                    <a:pt x="855927" y="1219456"/>
                  </a:moveTo>
                  <a:lnTo>
                    <a:pt x="843759" y="1129256"/>
                  </a:lnTo>
                  <a:lnTo>
                    <a:pt x="825400" y="1201174"/>
                  </a:lnTo>
                  <a:close/>
                  <a:moveTo>
                    <a:pt x="574708" y="901635"/>
                  </a:moveTo>
                  <a:lnTo>
                    <a:pt x="522725" y="872313"/>
                  </a:lnTo>
                  <a:lnTo>
                    <a:pt x="525844" y="934142"/>
                  </a:lnTo>
                  <a:close/>
                  <a:moveTo>
                    <a:pt x="844784" y="1118959"/>
                  </a:moveTo>
                  <a:lnTo>
                    <a:pt x="876216" y="1002777"/>
                  </a:lnTo>
                  <a:lnTo>
                    <a:pt x="863922" y="998307"/>
                  </a:lnTo>
                  <a:close/>
                  <a:moveTo>
                    <a:pt x="863922" y="998307"/>
                  </a:moveTo>
                  <a:lnTo>
                    <a:pt x="887698" y="1020675"/>
                  </a:lnTo>
                  <a:lnTo>
                    <a:pt x="844784" y="1118959"/>
                  </a:lnTo>
                  <a:close/>
                  <a:moveTo>
                    <a:pt x="876216" y="1002777"/>
                  </a:moveTo>
                  <a:lnTo>
                    <a:pt x="903116" y="1036743"/>
                  </a:lnTo>
                  <a:lnTo>
                    <a:pt x="879513" y="990073"/>
                  </a:lnTo>
                  <a:close/>
                  <a:moveTo>
                    <a:pt x="507677" y="651016"/>
                  </a:moveTo>
                  <a:lnTo>
                    <a:pt x="594825" y="698190"/>
                  </a:lnTo>
                  <a:lnTo>
                    <a:pt x="561659" y="676362"/>
                  </a:lnTo>
                  <a:close/>
                  <a:moveTo>
                    <a:pt x="1496609" y="1453161"/>
                  </a:moveTo>
                  <a:lnTo>
                    <a:pt x="1451137" y="1518789"/>
                  </a:lnTo>
                  <a:lnTo>
                    <a:pt x="1493216" y="1465273"/>
                  </a:lnTo>
                  <a:close/>
                  <a:moveTo>
                    <a:pt x="946536" y="962006"/>
                  </a:moveTo>
                  <a:lnTo>
                    <a:pt x="971391" y="885902"/>
                  </a:lnTo>
                  <a:lnTo>
                    <a:pt x="879513" y="990073"/>
                  </a:lnTo>
                  <a:close/>
                  <a:moveTo>
                    <a:pt x="904392" y="879779"/>
                  </a:moveTo>
                  <a:lnTo>
                    <a:pt x="971391" y="885902"/>
                  </a:lnTo>
                  <a:lnTo>
                    <a:pt x="904373" y="867819"/>
                  </a:lnTo>
                  <a:close/>
                  <a:moveTo>
                    <a:pt x="1021900" y="813373"/>
                  </a:moveTo>
                  <a:lnTo>
                    <a:pt x="904373" y="867819"/>
                  </a:lnTo>
                  <a:lnTo>
                    <a:pt x="979469" y="869933"/>
                  </a:lnTo>
                  <a:close/>
                  <a:moveTo>
                    <a:pt x="979469" y="869933"/>
                  </a:moveTo>
                  <a:lnTo>
                    <a:pt x="1046073" y="840297"/>
                  </a:lnTo>
                  <a:lnTo>
                    <a:pt x="1021900" y="813373"/>
                  </a:lnTo>
                  <a:close/>
                  <a:moveTo>
                    <a:pt x="1940134" y="1523375"/>
                  </a:moveTo>
                  <a:lnTo>
                    <a:pt x="1953174" y="1533888"/>
                  </a:lnTo>
                  <a:lnTo>
                    <a:pt x="1913854" y="1505262"/>
                  </a:lnTo>
                  <a:close/>
                  <a:moveTo>
                    <a:pt x="1275389" y="709951"/>
                  </a:moveTo>
                  <a:lnTo>
                    <a:pt x="1393425" y="657408"/>
                  </a:lnTo>
                  <a:lnTo>
                    <a:pt x="1321095" y="665636"/>
                  </a:lnTo>
                  <a:close/>
                  <a:moveTo>
                    <a:pt x="2081691" y="1558773"/>
                  </a:moveTo>
                  <a:lnTo>
                    <a:pt x="2002687" y="1542048"/>
                  </a:lnTo>
                  <a:lnTo>
                    <a:pt x="1953174" y="1533888"/>
                  </a:lnTo>
                  <a:close/>
                  <a:moveTo>
                    <a:pt x="1947548" y="1238185"/>
                  </a:moveTo>
                  <a:lnTo>
                    <a:pt x="1984793" y="1259944"/>
                  </a:lnTo>
                  <a:lnTo>
                    <a:pt x="1886013" y="1227620"/>
                  </a:lnTo>
                  <a:close/>
                  <a:moveTo>
                    <a:pt x="1920569" y="1235024"/>
                  </a:moveTo>
                  <a:lnTo>
                    <a:pt x="1947548" y="1238185"/>
                  </a:lnTo>
                  <a:lnTo>
                    <a:pt x="1886013" y="1227620"/>
                  </a:lnTo>
                  <a:close/>
                  <a:moveTo>
                    <a:pt x="1321095" y="665636"/>
                  </a:moveTo>
                  <a:lnTo>
                    <a:pt x="1393425" y="657408"/>
                  </a:lnTo>
                  <a:lnTo>
                    <a:pt x="1407143" y="559479"/>
                  </a:lnTo>
                  <a:close/>
                  <a:moveTo>
                    <a:pt x="1789459" y="1045340"/>
                  </a:moveTo>
                  <a:lnTo>
                    <a:pt x="1782884" y="1062353"/>
                  </a:lnTo>
                  <a:lnTo>
                    <a:pt x="1900853" y="1014333"/>
                  </a:lnTo>
                  <a:close/>
                  <a:moveTo>
                    <a:pt x="2282467" y="1321721"/>
                  </a:moveTo>
                  <a:lnTo>
                    <a:pt x="2328873" y="1304757"/>
                  </a:lnTo>
                  <a:lnTo>
                    <a:pt x="2256767" y="1289089"/>
                  </a:lnTo>
                  <a:close/>
                  <a:moveTo>
                    <a:pt x="2282467" y="1321721"/>
                  </a:moveTo>
                  <a:lnTo>
                    <a:pt x="2256767" y="1289089"/>
                  </a:lnTo>
                  <a:lnTo>
                    <a:pt x="2204707" y="1309647"/>
                  </a:lnTo>
                  <a:close/>
                  <a:moveTo>
                    <a:pt x="2282467" y="1321721"/>
                  </a:moveTo>
                  <a:lnTo>
                    <a:pt x="2361141" y="1337215"/>
                  </a:lnTo>
                  <a:lnTo>
                    <a:pt x="2326960" y="1311691"/>
                  </a:lnTo>
                  <a:close/>
                  <a:moveTo>
                    <a:pt x="2164337" y="1083031"/>
                  </a:moveTo>
                  <a:lnTo>
                    <a:pt x="2098271" y="1076149"/>
                  </a:lnTo>
                  <a:lnTo>
                    <a:pt x="2114378" y="1178764"/>
                  </a:lnTo>
                  <a:close/>
                  <a:moveTo>
                    <a:pt x="1939427" y="932119"/>
                  </a:moveTo>
                  <a:lnTo>
                    <a:pt x="1950247" y="915579"/>
                  </a:lnTo>
                  <a:lnTo>
                    <a:pt x="1927972" y="893682"/>
                  </a:lnTo>
                  <a:close/>
                  <a:moveTo>
                    <a:pt x="1837938" y="766243"/>
                  </a:moveTo>
                  <a:lnTo>
                    <a:pt x="1855929" y="729252"/>
                  </a:lnTo>
                  <a:lnTo>
                    <a:pt x="1822727" y="780916"/>
                  </a:lnTo>
                  <a:close/>
                  <a:moveTo>
                    <a:pt x="1918704" y="645902"/>
                  </a:moveTo>
                  <a:lnTo>
                    <a:pt x="1879374" y="714052"/>
                  </a:lnTo>
                  <a:lnTo>
                    <a:pt x="1998642" y="666118"/>
                  </a:lnTo>
                  <a:close/>
                  <a:moveTo>
                    <a:pt x="1998642" y="666118"/>
                  </a:moveTo>
                  <a:lnTo>
                    <a:pt x="1949247" y="696638"/>
                  </a:lnTo>
                  <a:lnTo>
                    <a:pt x="2060724" y="619572"/>
                  </a:lnTo>
                  <a:close/>
                  <a:moveTo>
                    <a:pt x="2060724" y="619572"/>
                  </a:moveTo>
                  <a:lnTo>
                    <a:pt x="2156022" y="589331"/>
                  </a:lnTo>
                  <a:lnTo>
                    <a:pt x="2081806" y="589075"/>
                  </a:lnTo>
                  <a:close/>
                  <a:moveTo>
                    <a:pt x="2090146" y="282018"/>
                  </a:moveTo>
                  <a:lnTo>
                    <a:pt x="2081464" y="285081"/>
                  </a:lnTo>
                  <a:lnTo>
                    <a:pt x="2086062" y="283903"/>
                  </a:lnTo>
                  <a:close/>
                  <a:moveTo>
                    <a:pt x="2171091" y="323153"/>
                  </a:moveTo>
                  <a:lnTo>
                    <a:pt x="2090146" y="282018"/>
                  </a:lnTo>
                  <a:lnTo>
                    <a:pt x="2088536" y="285081"/>
                  </a:lnTo>
                  <a:close/>
                  <a:moveTo>
                    <a:pt x="2086062" y="283903"/>
                  </a:moveTo>
                  <a:lnTo>
                    <a:pt x="2088536" y="285081"/>
                  </a:lnTo>
                  <a:lnTo>
                    <a:pt x="2090146" y="282018"/>
                  </a:lnTo>
                  <a:close/>
                  <a:moveTo>
                    <a:pt x="2015373" y="0"/>
                  </a:moveTo>
                  <a:lnTo>
                    <a:pt x="2051053" y="1262"/>
                  </a:lnTo>
                  <a:lnTo>
                    <a:pt x="2004170" y="4117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14" name="Candidate_density__2113">
              <a:extLst>
                <a:ext uri="{FF2B5EF4-FFF2-40B4-BE49-F238E27FC236}">
                  <a16:creationId xmlns:a16="http://schemas.microsoft.com/office/drawing/2014/main" id="{3A2EB1A3-7A36-155E-A424-15B211B68C3F}"/>
                </a:ext>
              </a:extLst>
            </p:cNvPr>
            <p:cNvSpPr>
              <a:spLocks noGrp="1"/>
            </p:cNvSpPr>
            <p:nvPr/>
          </p:nvSpPr>
          <p:spPr>
            <a:xfrm>
              <a:off x="3818550" y="1631657"/>
              <a:ext cx="2500497" cy="2372495"/>
            </a:xfrm>
            <a:custGeom>
              <a:avLst/>
              <a:gdLst/>
              <a:ahLst/>
              <a:cxnLst/>
              <a:rect l="0" t="0" r="0" b="0"/>
              <a:pathLst>
                <a:path w="2500497" h="2372495">
                  <a:moveTo>
                    <a:pt x="315798" y="2161142"/>
                  </a:moveTo>
                  <a:lnTo>
                    <a:pt x="279547" y="2101520"/>
                  </a:lnTo>
                  <a:lnTo>
                    <a:pt x="319206" y="2169370"/>
                  </a:lnTo>
                  <a:close/>
                  <a:moveTo>
                    <a:pt x="732737" y="2339592"/>
                  </a:moveTo>
                  <a:lnTo>
                    <a:pt x="666458" y="2269020"/>
                  </a:lnTo>
                  <a:lnTo>
                    <a:pt x="664012" y="2287135"/>
                  </a:lnTo>
                  <a:close/>
                  <a:moveTo>
                    <a:pt x="696979" y="2269354"/>
                  </a:moveTo>
                  <a:lnTo>
                    <a:pt x="666458" y="2269020"/>
                  </a:lnTo>
                  <a:lnTo>
                    <a:pt x="732737" y="2339592"/>
                  </a:lnTo>
                  <a:close/>
                  <a:moveTo>
                    <a:pt x="729335" y="2178403"/>
                  </a:moveTo>
                  <a:lnTo>
                    <a:pt x="748916" y="2184882"/>
                  </a:lnTo>
                  <a:lnTo>
                    <a:pt x="831712" y="2255856"/>
                  </a:lnTo>
                  <a:close/>
                  <a:moveTo>
                    <a:pt x="635303" y="2094164"/>
                  </a:moveTo>
                  <a:lnTo>
                    <a:pt x="716480" y="2088761"/>
                  </a:lnTo>
                  <a:lnTo>
                    <a:pt x="637092" y="2045449"/>
                  </a:lnTo>
                  <a:close/>
                  <a:moveTo>
                    <a:pt x="58454" y="1490509"/>
                  </a:moveTo>
                  <a:lnTo>
                    <a:pt x="0" y="1446364"/>
                  </a:lnTo>
                  <a:lnTo>
                    <a:pt x="32594" y="1457275"/>
                  </a:lnTo>
                  <a:close/>
                  <a:moveTo>
                    <a:pt x="637092" y="2045449"/>
                  </a:moveTo>
                  <a:lnTo>
                    <a:pt x="760795" y="2052734"/>
                  </a:lnTo>
                  <a:lnTo>
                    <a:pt x="710666" y="1963617"/>
                  </a:lnTo>
                  <a:close/>
                  <a:moveTo>
                    <a:pt x="716072" y="2062084"/>
                  </a:moveTo>
                  <a:lnTo>
                    <a:pt x="760795" y="2052734"/>
                  </a:lnTo>
                  <a:lnTo>
                    <a:pt x="637092" y="2045449"/>
                  </a:lnTo>
                  <a:close/>
                  <a:moveTo>
                    <a:pt x="710666" y="1963617"/>
                  </a:moveTo>
                  <a:lnTo>
                    <a:pt x="648294" y="1983511"/>
                  </a:lnTo>
                  <a:lnTo>
                    <a:pt x="637092" y="2045449"/>
                  </a:lnTo>
                  <a:close/>
                  <a:moveTo>
                    <a:pt x="954631" y="2292477"/>
                  </a:moveTo>
                  <a:lnTo>
                    <a:pt x="964585" y="2308517"/>
                  </a:lnTo>
                  <a:lnTo>
                    <a:pt x="992824" y="2324294"/>
                  </a:lnTo>
                  <a:close/>
                  <a:moveTo>
                    <a:pt x="1080246" y="2372495"/>
                  </a:moveTo>
                  <a:lnTo>
                    <a:pt x="992824" y="2324294"/>
                  </a:lnTo>
                  <a:lnTo>
                    <a:pt x="964585" y="2308517"/>
                  </a:lnTo>
                  <a:close/>
                  <a:moveTo>
                    <a:pt x="1014609" y="2254041"/>
                  </a:moveTo>
                  <a:lnTo>
                    <a:pt x="954631" y="2292477"/>
                  </a:lnTo>
                  <a:lnTo>
                    <a:pt x="992824" y="2324294"/>
                  </a:lnTo>
                  <a:close/>
                  <a:moveTo>
                    <a:pt x="992824" y="2324294"/>
                  </a:moveTo>
                  <a:lnTo>
                    <a:pt x="1080246" y="2372495"/>
                  </a:lnTo>
                  <a:lnTo>
                    <a:pt x="1115077" y="2287520"/>
                  </a:lnTo>
                  <a:close/>
                  <a:moveTo>
                    <a:pt x="1034469" y="2264798"/>
                  </a:moveTo>
                  <a:lnTo>
                    <a:pt x="992824" y="2324294"/>
                  </a:lnTo>
                  <a:lnTo>
                    <a:pt x="1115077" y="2287520"/>
                  </a:lnTo>
                  <a:close/>
                  <a:moveTo>
                    <a:pt x="1126211" y="2237710"/>
                  </a:moveTo>
                  <a:lnTo>
                    <a:pt x="1193024" y="2243985"/>
                  </a:lnTo>
                  <a:lnTo>
                    <a:pt x="1137805" y="2157293"/>
                  </a:lnTo>
                  <a:close/>
                  <a:moveTo>
                    <a:pt x="1193024" y="2243985"/>
                  </a:moveTo>
                  <a:lnTo>
                    <a:pt x="1216842" y="2174141"/>
                  </a:lnTo>
                  <a:lnTo>
                    <a:pt x="1137805" y="2157293"/>
                  </a:lnTo>
                  <a:close/>
                  <a:moveTo>
                    <a:pt x="1008158" y="1972817"/>
                  </a:moveTo>
                  <a:lnTo>
                    <a:pt x="1046299" y="1968960"/>
                  </a:lnTo>
                  <a:lnTo>
                    <a:pt x="1010676" y="1960635"/>
                  </a:lnTo>
                  <a:close/>
                  <a:moveTo>
                    <a:pt x="996161" y="1968960"/>
                  </a:moveTo>
                  <a:lnTo>
                    <a:pt x="1008158" y="1972817"/>
                  </a:lnTo>
                  <a:lnTo>
                    <a:pt x="1010676" y="1960635"/>
                  </a:lnTo>
                  <a:close/>
                  <a:moveTo>
                    <a:pt x="756466" y="1655884"/>
                  </a:moveTo>
                  <a:lnTo>
                    <a:pt x="638706" y="1621076"/>
                  </a:lnTo>
                  <a:lnTo>
                    <a:pt x="694392" y="1678535"/>
                  </a:lnTo>
                  <a:close/>
                  <a:moveTo>
                    <a:pt x="637747" y="1591717"/>
                  </a:moveTo>
                  <a:lnTo>
                    <a:pt x="738435" y="1570451"/>
                  </a:lnTo>
                  <a:lnTo>
                    <a:pt x="727040" y="1479623"/>
                  </a:lnTo>
                  <a:close/>
                  <a:moveTo>
                    <a:pt x="637747" y="1591717"/>
                  </a:moveTo>
                  <a:lnTo>
                    <a:pt x="727040" y="1479623"/>
                  </a:lnTo>
                  <a:lnTo>
                    <a:pt x="634884" y="1493952"/>
                  </a:lnTo>
                  <a:close/>
                  <a:moveTo>
                    <a:pt x="304801" y="1208637"/>
                  </a:moveTo>
                  <a:lnTo>
                    <a:pt x="379563" y="1267460"/>
                  </a:lnTo>
                  <a:lnTo>
                    <a:pt x="353666" y="1176130"/>
                  </a:lnTo>
                  <a:close/>
                  <a:moveTo>
                    <a:pt x="353666" y="1176130"/>
                  </a:moveTo>
                  <a:lnTo>
                    <a:pt x="379563" y="1267460"/>
                  </a:lnTo>
                  <a:lnTo>
                    <a:pt x="420320" y="1146835"/>
                  </a:lnTo>
                  <a:close/>
                  <a:moveTo>
                    <a:pt x="420320" y="1146835"/>
                  </a:moveTo>
                  <a:lnTo>
                    <a:pt x="332851" y="1103030"/>
                  </a:lnTo>
                  <a:lnTo>
                    <a:pt x="336780" y="1112997"/>
                  </a:lnTo>
                  <a:close/>
                  <a:moveTo>
                    <a:pt x="1228121" y="2115359"/>
                  </a:moveTo>
                  <a:lnTo>
                    <a:pt x="1216842" y="2174141"/>
                  </a:lnTo>
                  <a:lnTo>
                    <a:pt x="1268863" y="2133390"/>
                  </a:lnTo>
                  <a:close/>
                  <a:moveTo>
                    <a:pt x="1228121" y="2115359"/>
                  </a:moveTo>
                  <a:lnTo>
                    <a:pt x="1268863" y="2133390"/>
                  </a:lnTo>
                  <a:lnTo>
                    <a:pt x="1277425" y="2035775"/>
                  </a:lnTo>
                  <a:close/>
                  <a:moveTo>
                    <a:pt x="1214933" y="2025988"/>
                  </a:moveTo>
                  <a:lnTo>
                    <a:pt x="1228121" y="2115359"/>
                  </a:lnTo>
                  <a:lnTo>
                    <a:pt x="1277425" y="2035775"/>
                  </a:lnTo>
                  <a:close/>
                  <a:moveTo>
                    <a:pt x="1214933" y="2025988"/>
                  </a:moveTo>
                  <a:lnTo>
                    <a:pt x="1277425" y="2035775"/>
                  </a:lnTo>
                  <a:lnTo>
                    <a:pt x="1215875" y="1955324"/>
                  </a:lnTo>
                  <a:close/>
                  <a:moveTo>
                    <a:pt x="1277425" y="2035775"/>
                  </a:moveTo>
                  <a:lnTo>
                    <a:pt x="1286718" y="1941534"/>
                  </a:lnTo>
                  <a:lnTo>
                    <a:pt x="1215875" y="1955324"/>
                  </a:lnTo>
                  <a:close/>
                  <a:moveTo>
                    <a:pt x="1106241" y="1824079"/>
                  </a:moveTo>
                  <a:lnTo>
                    <a:pt x="1059252" y="1791685"/>
                  </a:lnTo>
                  <a:lnTo>
                    <a:pt x="1062214" y="1766093"/>
                  </a:lnTo>
                  <a:close/>
                  <a:moveTo>
                    <a:pt x="527405" y="1190587"/>
                  </a:moveTo>
                  <a:lnTo>
                    <a:pt x="420364" y="1146800"/>
                  </a:lnTo>
                  <a:lnTo>
                    <a:pt x="420370" y="1146809"/>
                  </a:lnTo>
                  <a:close/>
                  <a:moveTo>
                    <a:pt x="353666" y="1176130"/>
                  </a:moveTo>
                  <a:lnTo>
                    <a:pt x="420328" y="1146809"/>
                  </a:lnTo>
                  <a:lnTo>
                    <a:pt x="380420" y="1118682"/>
                  </a:lnTo>
                  <a:close/>
                  <a:moveTo>
                    <a:pt x="380420" y="1118682"/>
                  </a:moveTo>
                  <a:lnTo>
                    <a:pt x="420328" y="1146809"/>
                  </a:lnTo>
                  <a:lnTo>
                    <a:pt x="336780" y="1112997"/>
                  </a:lnTo>
                  <a:close/>
                  <a:moveTo>
                    <a:pt x="373782" y="972686"/>
                  </a:moveTo>
                  <a:lnTo>
                    <a:pt x="386258" y="974343"/>
                  </a:lnTo>
                  <a:lnTo>
                    <a:pt x="340616" y="950857"/>
                  </a:lnTo>
                  <a:close/>
                  <a:moveTo>
                    <a:pt x="1224418" y="1818092"/>
                  </a:moveTo>
                  <a:lnTo>
                    <a:pt x="1128871" y="1835178"/>
                  </a:lnTo>
                  <a:lnTo>
                    <a:pt x="1219315" y="1922334"/>
                  </a:lnTo>
                  <a:close/>
                  <a:moveTo>
                    <a:pt x="1288108" y="1926998"/>
                  </a:moveTo>
                  <a:lnTo>
                    <a:pt x="1215875" y="1955324"/>
                  </a:lnTo>
                  <a:lnTo>
                    <a:pt x="1286718" y="1941534"/>
                  </a:lnTo>
                  <a:close/>
                  <a:moveTo>
                    <a:pt x="1288108" y="1926998"/>
                  </a:moveTo>
                  <a:lnTo>
                    <a:pt x="1219315" y="1922334"/>
                  </a:lnTo>
                  <a:lnTo>
                    <a:pt x="1215875" y="1955324"/>
                  </a:lnTo>
                  <a:close/>
                  <a:moveTo>
                    <a:pt x="1219315" y="1922334"/>
                  </a:moveTo>
                  <a:lnTo>
                    <a:pt x="1288108" y="1926998"/>
                  </a:lnTo>
                  <a:lnTo>
                    <a:pt x="1295489" y="1820905"/>
                  </a:lnTo>
                  <a:close/>
                  <a:moveTo>
                    <a:pt x="1219315" y="1922334"/>
                  </a:moveTo>
                  <a:lnTo>
                    <a:pt x="1295489" y="1820905"/>
                  </a:lnTo>
                  <a:lnTo>
                    <a:pt x="1224418" y="1818092"/>
                  </a:lnTo>
                  <a:close/>
                  <a:moveTo>
                    <a:pt x="1128871" y="1835178"/>
                  </a:moveTo>
                  <a:lnTo>
                    <a:pt x="1224418" y="1818092"/>
                  </a:lnTo>
                  <a:lnTo>
                    <a:pt x="1121682" y="1766093"/>
                  </a:lnTo>
                  <a:close/>
                  <a:moveTo>
                    <a:pt x="1095689" y="1661971"/>
                  </a:moveTo>
                  <a:lnTo>
                    <a:pt x="1062963" y="1728076"/>
                  </a:lnTo>
                  <a:lnTo>
                    <a:pt x="1081879" y="1732990"/>
                  </a:lnTo>
                  <a:close/>
                  <a:moveTo>
                    <a:pt x="1012960" y="1668636"/>
                  </a:moveTo>
                  <a:lnTo>
                    <a:pt x="1050202" y="1598858"/>
                  </a:lnTo>
                  <a:lnTo>
                    <a:pt x="999262" y="1579679"/>
                  </a:lnTo>
                  <a:close/>
                  <a:moveTo>
                    <a:pt x="1095689" y="1661971"/>
                  </a:moveTo>
                  <a:lnTo>
                    <a:pt x="1103469" y="1683877"/>
                  </a:lnTo>
                  <a:lnTo>
                    <a:pt x="1050202" y="1598858"/>
                  </a:lnTo>
                  <a:close/>
                  <a:moveTo>
                    <a:pt x="938486" y="1568497"/>
                  </a:moveTo>
                  <a:lnTo>
                    <a:pt x="953749" y="1516589"/>
                  </a:lnTo>
                  <a:lnTo>
                    <a:pt x="909341" y="1492100"/>
                  </a:lnTo>
                  <a:close/>
                  <a:moveTo>
                    <a:pt x="836070" y="951114"/>
                  </a:moveTo>
                  <a:lnTo>
                    <a:pt x="829309" y="949284"/>
                  </a:lnTo>
                  <a:lnTo>
                    <a:pt x="832530" y="1031499"/>
                  </a:lnTo>
                  <a:close/>
                  <a:moveTo>
                    <a:pt x="829309" y="949284"/>
                  </a:moveTo>
                  <a:lnTo>
                    <a:pt x="809080" y="912465"/>
                  </a:lnTo>
                  <a:lnTo>
                    <a:pt x="872918" y="993062"/>
                  </a:lnTo>
                  <a:close/>
                  <a:moveTo>
                    <a:pt x="888223" y="910847"/>
                  </a:moveTo>
                  <a:lnTo>
                    <a:pt x="926535" y="1000441"/>
                  </a:lnTo>
                  <a:lnTo>
                    <a:pt x="978860" y="980871"/>
                  </a:lnTo>
                  <a:close/>
                  <a:moveTo>
                    <a:pt x="1598003" y="1732998"/>
                  </a:moveTo>
                  <a:lnTo>
                    <a:pt x="1600887" y="1754398"/>
                  </a:lnTo>
                  <a:lnTo>
                    <a:pt x="1636815" y="1768909"/>
                  </a:lnTo>
                  <a:close/>
                  <a:moveTo>
                    <a:pt x="1692955" y="1776777"/>
                  </a:moveTo>
                  <a:lnTo>
                    <a:pt x="1636815" y="1768909"/>
                  </a:lnTo>
                  <a:lnTo>
                    <a:pt x="1692811" y="1779757"/>
                  </a:lnTo>
                  <a:close/>
                  <a:moveTo>
                    <a:pt x="1598003" y="1732998"/>
                  </a:moveTo>
                  <a:lnTo>
                    <a:pt x="1636815" y="1768909"/>
                  </a:lnTo>
                  <a:lnTo>
                    <a:pt x="1692955" y="1776777"/>
                  </a:lnTo>
                  <a:close/>
                  <a:moveTo>
                    <a:pt x="1990434" y="1824655"/>
                  </a:moveTo>
                  <a:lnTo>
                    <a:pt x="1971520" y="1835041"/>
                  </a:lnTo>
                  <a:lnTo>
                    <a:pt x="2033587" y="1922543"/>
                  </a:lnTo>
                  <a:close/>
                  <a:moveTo>
                    <a:pt x="2074030" y="1858548"/>
                  </a:moveTo>
                  <a:lnTo>
                    <a:pt x="1990434" y="1824655"/>
                  </a:lnTo>
                  <a:lnTo>
                    <a:pt x="2033587" y="1922543"/>
                  </a:lnTo>
                  <a:close/>
                  <a:moveTo>
                    <a:pt x="1971520" y="1835041"/>
                  </a:moveTo>
                  <a:lnTo>
                    <a:pt x="1981010" y="1820556"/>
                  </a:lnTo>
                  <a:lnTo>
                    <a:pt x="1940448" y="1852967"/>
                  </a:lnTo>
                  <a:close/>
                  <a:moveTo>
                    <a:pt x="1940448" y="1852967"/>
                  </a:moveTo>
                  <a:lnTo>
                    <a:pt x="1981010" y="1820556"/>
                  </a:lnTo>
                  <a:lnTo>
                    <a:pt x="1908401" y="1796605"/>
                  </a:lnTo>
                  <a:close/>
                  <a:moveTo>
                    <a:pt x="1557131" y="1329010"/>
                  </a:moveTo>
                  <a:lnTo>
                    <a:pt x="1597815" y="1407896"/>
                  </a:lnTo>
                  <a:lnTo>
                    <a:pt x="1602416" y="1409480"/>
                  </a:lnTo>
                  <a:close/>
                  <a:moveTo>
                    <a:pt x="1186100" y="833974"/>
                  </a:moveTo>
                  <a:lnTo>
                    <a:pt x="1172383" y="931903"/>
                  </a:lnTo>
                  <a:lnTo>
                    <a:pt x="1195956" y="840309"/>
                  </a:lnTo>
                  <a:close/>
                  <a:moveTo>
                    <a:pt x="1195956" y="840309"/>
                  </a:moveTo>
                  <a:lnTo>
                    <a:pt x="1172383" y="931903"/>
                  </a:lnTo>
                  <a:lnTo>
                    <a:pt x="1272468" y="838699"/>
                  </a:lnTo>
                  <a:close/>
                  <a:moveTo>
                    <a:pt x="1192768" y="792918"/>
                  </a:moveTo>
                  <a:lnTo>
                    <a:pt x="1195956" y="840309"/>
                  </a:lnTo>
                  <a:lnTo>
                    <a:pt x="1226264" y="751759"/>
                  </a:lnTo>
                  <a:close/>
                  <a:moveTo>
                    <a:pt x="1186100" y="833974"/>
                  </a:moveTo>
                  <a:lnTo>
                    <a:pt x="1195956" y="840309"/>
                  </a:lnTo>
                  <a:lnTo>
                    <a:pt x="1192768" y="792918"/>
                  </a:lnTo>
                  <a:close/>
                  <a:moveTo>
                    <a:pt x="1981010" y="1820556"/>
                  </a:moveTo>
                  <a:lnTo>
                    <a:pt x="1971520" y="1835041"/>
                  </a:lnTo>
                  <a:lnTo>
                    <a:pt x="1990434" y="1824655"/>
                  </a:lnTo>
                  <a:close/>
                  <a:moveTo>
                    <a:pt x="1981010" y="1820556"/>
                  </a:moveTo>
                  <a:lnTo>
                    <a:pt x="1990434" y="1824655"/>
                  </a:lnTo>
                  <a:lnTo>
                    <a:pt x="1992631" y="1817878"/>
                  </a:lnTo>
                  <a:close/>
                  <a:moveTo>
                    <a:pt x="1992631" y="1817878"/>
                  </a:moveTo>
                  <a:lnTo>
                    <a:pt x="1908401" y="1796605"/>
                  </a:lnTo>
                  <a:lnTo>
                    <a:pt x="1981010" y="1820556"/>
                  </a:lnTo>
                  <a:close/>
                  <a:moveTo>
                    <a:pt x="2091557" y="1798044"/>
                  </a:moveTo>
                  <a:lnTo>
                    <a:pt x="1990434" y="1824655"/>
                  </a:lnTo>
                  <a:lnTo>
                    <a:pt x="2074030" y="1858548"/>
                  </a:lnTo>
                  <a:close/>
                  <a:moveTo>
                    <a:pt x="2091557" y="1798044"/>
                  </a:moveTo>
                  <a:lnTo>
                    <a:pt x="1992631" y="1817878"/>
                  </a:lnTo>
                  <a:lnTo>
                    <a:pt x="1990434" y="1824655"/>
                  </a:lnTo>
                  <a:close/>
                  <a:moveTo>
                    <a:pt x="1783244" y="1607325"/>
                  </a:moveTo>
                  <a:lnTo>
                    <a:pt x="1822368" y="1634930"/>
                  </a:lnTo>
                  <a:lnTo>
                    <a:pt x="1856702" y="1603313"/>
                  </a:lnTo>
                  <a:close/>
                  <a:moveTo>
                    <a:pt x="1679810" y="1288828"/>
                  </a:moveTo>
                  <a:lnTo>
                    <a:pt x="1561841" y="1336848"/>
                  </a:lnTo>
                  <a:lnTo>
                    <a:pt x="1602416" y="1409480"/>
                  </a:lnTo>
                  <a:close/>
                  <a:moveTo>
                    <a:pt x="1750695" y="1270426"/>
                  </a:moveTo>
                  <a:lnTo>
                    <a:pt x="1699245" y="1293265"/>
                  </a:lnTo>
                  <a:lnTo>
                    <a:pt x="1718384" y="1206614"/>
                  </a:lnTo>
                  <a:close/>
                  <a:moveTo>
                    <a:pt x="1257194" y="713322"/>
                  </a:moveTo>
                  <a:lnTo>
                    <a:pt x="1265526" y="744250"/>
                  </a:lnTo>
                  <a:lnTo>
                    <a:pt x="1288871" y="795538"/>
                  </a:lnTo>
                  <a:close/>
                  <a:moveTo>
                    <a:pt x="1226264" y="751759"/>
                  </a:moveTo>
                  <a:lnTo>
                    <a:pt x="1199354" y="737455"/>
                  </a:lnTo>
                  <a:lnTo>
                    <a:pt x="1192768" y="792918"/>
                  </a:lnTo>
                  <a:close/>
                  <a:moveTo>
                    <a:pt x="1706929" y="1168177"/>
                  </a:moveTo>
                  <a:lnTo>
                    <a:pt x="1750695" y="1270426"/>
                  </a:lnTo>
                  <a:lnTo>
                    <a:pt x="1718384" y="1206614"/>
                  </a:lnTo>
                  <a:close/>
                  <a:moveTo>
                    <a:pt x="1669904" y="1097735"/>
                  </a:moveTo>
                  <a:lnTo>
                    <a:pt x="1729204" y="1190075"/>
                  </a:lnTo>
                  <a:lnTo>
                    <a:pt x="1745437" y="1096921"/>
                  </a:lnTo>
                  <a:close/>
                  <a:moveTo>
                    <a:pt x="1706929" y="1168177"/>
                  </a:moveTo>
                  <a:lnTo>
                    <a:pt x="1729204" y="1190075"/>
                  </a:lnTo>
                  <a:lnTo>
                    <a:pt x="1669904" y="1097735"/>
                  </a:lnTo>
                  <a:close/>
                  <a:moveTo>
                    <a:pt x="1601685" y="1055411"/>
                  </a:moveTo>
                  <a:lnTo>
                    <a:pt x="1578127" y="1124398"/>
                  </a:lnTo>
                  <a:lnTo>
                    <a:pt x="1616895" y="1040738"/>
                  </a:lnTo>
                  <a:close/>
                  <a:moveTo>
                    <a:pt x="2242922" y="1458601"/>
                  </a:moveTo>
                  <a:lnTo>
                    <a:pt x="2220091" y="1480385"/>
                  </a:lnTo>
                  <a:lnTo>
                    <a:pt x="2280410" y="1465418"/>
                  </a:lnTo>
                  <a:close/>
                  <a:moveTo>
                    <a:pt x="2280410" y="1465418"/>
                  </a:moveTo>
                  <a:lnTo>
                    <a:pt x="2220091" y="1480385"/>
                  </a:lnTo>
                  <a:lnTo>
                    <a:pt x="2208332" y="1563516"/>
                  </a:lnTo>
                  <a:close/>
                  <a:moveTo>
                    <a:pt x="2221570" y="1452662"/>
                  </a:moveTo>
                  <a:lnTo>
                    <a:pt x="2155042" y="1515833"/>
                  </a:lnTo>
                  <a:lnTo>
                    <a:pt x="2220091" y="1480385"/>
                  </a:lnTo>
                  <a:close/>
                  <a:moveTo>
                    <a:pt x="2124431" y="1370950"/>
                  </a:moveTo>
                  <a:lnTo>
                    <a:pt x="2201932" y="1412490"/>
                  </a:lnTo>
                  <a:lnTo>
                    <a:pt x="2151863" y="1376386"/>
                  </a:lnTo>
                  <a:close/>
                  <a:moveTo>
                    <a:pt x="2221570" y="1452662"/>
                  </a:moveTo>
                  <a:lnTo>
                    <a:pt x="2201932" y="1412490"/>
                  </a:lnTo>
                  <a:lnTo>
                    <a:pt x="2124431" y="1370950"/>
                  </a:lnTo>
                  <a:close/>
                  <a:moveTo>
                    <a:pt x="2221570" y="1452662"/>
                  </a:moveTo>
                  <a:lnTo>
                    <a:pt x="2220091" y="1480385"/>
                  </a:lnTo>
                  <a:lnTo>
                    <a:pt x="2242922" y="1458601"/>
                  </a:lnTo>
                  <a:close/>
                  <a:moveTo>
                    <a:pt x="2221570" y="1452662"/>
                  </a:moveTo>
                  <a:lnTo>
                    <a:pt x="2242922" y="1458601"/>
                  </a:lnTo>
                  <a:lnTo>
                    <a:pt x="2201932" y="1412490"/>
                  </a:lnTo>
                  <a:close/>
                  <a:moveTo>
                    <a:pt x="2124431" y="1370950"/>
                  </a:moveTo>
                  <a:lnTo>
                    <a:pt x="2151863" y="1376386"/>
                  </a:lnTo>
                  <a:lnTo>
                    <a:pt x="2112164" y="1355520"/>
                  </a:lnTo>
                  <a:close/>
                  <a:moveTo>
                    <a:pt x="1860764" y="863570"/>
                  </a:moveTo>
                  <a:lnTo>
                    <a:pt x="1931797" y="766321"/>
                  </a:lnTo>
                  <a:lnTo>
                    <a:pt x="1860683" y="763543"/>
                  </a:lnTo>
                  <a:close/>
                  <a:moveTo>
                    <a:pt x="1784003" y="765290"/>
                  </a:moveTo>
                  <a:lnTo>
                    <a:pt x="1860764" y="863570"/>
                  </a:lnTo>
                  <a:lnTo>
                    <a:pt x="1860683" y="763543"/>
                  </a:lnTo>
                  <a:close/>
                  <a:moveTo>
                    <a:pt x="1827177" y="690691"/>
                  </a:moveTo>
                  <a:lnTo>
                    <a:pt x="1770616" y="699301"/>
                  </a:lnTo>
                  <a:lnTo>
                    <a:pt x="1784003" y="765290"/>
                  </a:lnTo>
                  <a:close/>
                  <a:moveTo>
                    <a:pt x="1746508" y="762444"/>
                  </a:moveTo>
                  <a:lnTo>
                    <a:pt x="1784003" y="765290"/>
                  </a:lnTo>
                  <a:lnTo>
                    <a:pt x="1770616" y="699301"/>
                  </a:lnTo>
                  <a:close/>
                  <a:moveTo>
                    <a:pt x="1539324" y="391851"/>
                  </a:moveTo>
                  <a:lnTo>
                    <a:pt x="1585936" y="350922"/>
                  </a:lnTo>
                  <a:lnTo>
                    <a:pt x="1671508" y="395786"/>
                  </a:lnTo>
                  <a:close/>
                  <a:moveTo>
                    <a:pt x="1773434" y="373514"/>
                  </a:moveTo>
                  <a:lnTo>
                    <a:pt x="1811731" y="359162"/>
                  </a:lnTo>
                  <a:lnTo>
                    <a:pt x="1794330" y="274495"/>
                  </a:lnTo>
                  <a:close/>
                  <a:moveTo>
                    <a:pt x="2019102" y="210221"/>
                  </a:moveTo>
                  <a:lnTo>
                    <a:pt x="2010752" y="201670"/>
                  </a:lnTo>
                  <a:lnTo>
                    <a:pt x="2110718" y="279837"/>
                  </a:lnTo>
                  <a:close/>
                  <a:moveTo>
                    <a:pt x="2046109" y="133427"/>
                  </a:moveTo>
                  <a:lnTo>
                    <a:pt x="2024507" y="236058"/>
                  </a:lnTo>
                  <a:lnTo>
                    <a:pt x="2010752" y="201670"/>
                  </a:lnTo>
                  <a:close/>
                  <a:moveTo>
                    <a:pt x="2500497" y="367395"/>
                  </a:moveTo>
                  <a:lnTo>
                    <a:pt x="2441067" y="294384"/>
                  </a:lnTo>
                  <a:lnTo>
                    <a:pt x="2459027" y="309992"/>
                  </a:lnTo>
                  <a:close/>
                  <a:moveTo>
                    <a:pt x="2365757" y="295019"/>
                  </a:moveTo>
                  <a:lnTo>
                    <a:pt x="2441067" y="294384"/>
                  </a:lnTo>
                  <a:lnTo>
                    <a:pt x="2388270" y="237215"/>
                  </a:lnTo>
                  <a:close/>
                  <a:moveTo>
                    <a:pt x="2365757" y="295019"/>
                  </a:moveTo>
                  <a:lnTo>
                    <a:pt x="2388270" y="237215"/>
                  </a:lnTo>
                  <a:lnTo>
                    <a:pt x="2339932" y="215922"/>
                  </a:lnTo>
                  <a:close/>
                  <a:moveTo>
                    <a:pt x="2277393" y="206172"/>
                  </a:moveTo>
                  <a:lnTo>
                    <a:pt x="2339932" y="215922"/>
                  </a:lnTo>
                  <a:lnTo>
                    <a:pt x="2304232" y="144854"/>
                  </a:lnTo>
                  <a:close/>
                  <a:moveTo>
                    <a:pt x="2339932" y="215922"/>
                  </a:moveTo>
                  <a:lnTo>
                    <a:pt x="2388270" y="237215"/>
                  </a:lnTo>
                  <a:lnTo>
                    <a:pt x="2304232" y="144854"/>
                  </a:lnTo>
                  <a:close/>
                  <a:moveTo>
                    <a:pt x="2253137" y="125801"/>
                  </a:moveTo>
                  <a:lnTo>
                    <a:pt x="2304232" y="144854"/>
                  </a:lnTo>
                  <a:lnTo>
                    <a:pt x="2268001" y="74217"/>
                  </a:lnTo>
                  <a:close/>
                  <a:moveTo>
                    <a:pt x="2253137" y="125801"/>
                  </a:moveTo>
                  <a:lnTo>
                    <a:pt x="2268001" y="74217"/>
                  </a:lnTo>
                  <a:lnTo>
                    <a:pt x="2225913" y="47839"/>
                  </a:lnTo>
                  <a:close/>
                  <a:moveTo>
                    <a:pt x="2225913" y="47839"/>
                  </a:moveTo>
                  <a:lnTo>
                    <a:pt x="2262479" y="68992"/>
                  </a:lnTo>
                  <a:lnTo>
                    <a:pt x="2169496" y="0"/>
                  </a:lnTo>
                  <a:close/>
                  <a:moveTo>
                    <a:pt x="2225913" y="47839"/>
                  </a:moveTo>
                  <a:lnTo>
                    <a:pt x="2268001" y="74217"/>
                  </a:lnTo>
                  <a:lnTo>
                    <a:pt x="2262479" y="6899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15" name="Candidate_density__2114">
              <a:extLst>
                <a:ext uri="{FF2B5EF4-FFF2-40B4-BE49-F238E27FC236}">
                  <a16:creationId xmlns:a16="http://schemas.microsoft.com/office/drawing/2014/main" id="{033BE570-5E3F-5DBC-8843-3DE42CD9A275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66100"/>
              <a:ext cx="2807342" cy="2352692"/>
            </a:xfrm>
            <a:custGeom>
              <a:avLst/>
              <a:gdLst/>
              <a:ahLst/>
              <a:cxnLst/>
              <a:rect l="0" t="0" r="0" b="0"/>
              <a:pathLst>
                <a:path w="2807342" h="2352692">
                  <a:moveTo>
                    <a:pt x="664114" y="2226699"/>
                  </a:moveTo>
                  <a:lnTo>
                    <a:pt x="621890" y="2144483"/>
                  </a:lnTo>
                  <a:lnTo>
                    <a:pt x="627862" y="2167077"/>
                  </a:lnTo>
                  <a:close/>
                  <a:moveTo>
                    <a:pt x="636933" y="2074495"/>
                  </a:moveTo>
                  <a:lnTo>
                    <a:pt x="627862" y="2167077"/>
                  </a:lnTo>
                  <a:lnTo>
                    <a:pt x="621890" y="2144483"/>
                  </a:lnTo>
                  <a:close/>
                  <a:moveTo>
                    <a:pt x="3408" y="1486763"/>
                  </a:moveTo>
                  <a:lnTo>
                    <a:pt x="2490" y="1411111"/>
                  </a:lnTo>
                  <a:lnTo>
                    <a:pt x="12247" y="1503271"/>
                  </a:lnTo>
                  <a:close/>
                  <a:moveTo>
                    <a:pt x="3408" y="1486763"/>
                  </a:moveTo>
                  <a:lnTo>
                    <a:pt x="0" y="1404548"/>
                  </a:lnTo>
                  <a:lnTo>
                    <a:pt x="2490" y="1411111"/>
                  </a:lnTo>
                  <a:close/>
                  <a:moveTo>
                    <a:pt x="5224" y="1384586"/>
                  </a:moveTo>
                  <a:lnTo>
                    <a:pt x="2490" y="1411111"/>
                  </a:lnTo>
                  <a:lnTo>
                    <a:pt x="0" y="1404548"/>
                  </a:lnTo>
                  <a:close/>
                  <a:moveTo>
                    <a:pt x="1012327" y="2352692"/>
                  </a:moveTo>
                  <a:lnTo>
                    <a:pt x="1014774" y="2334578"/>
                  </a:lnTo>
                  <a:lnTo>
                    <a:pt x="1097232" y="2250439"/>
                  </a:lnTo>
                  <a:close/>
                  <a:moveTo>
                    <a:pt x="981794" y="2270477"/>
                  </a:moveTo>
                  <a:lnTo>
                    <a:pt x="1012327" y="2352692"/>
                  </a:lnTo>
                  <a:lnTo>
                    <a:pt x="1097232" y="2250439"/>
                  </a:lnTo>
                  <a:close/>
                  <a:moveTo>
                    <a:pt x="981794" y="2270477"/>
                  </a:moveTo>
                  <a:lnTo>
                    <a:pt x="1077650" y="2243960"/>
                  </a:lnTo>
                  <a:lnTo>
                    <a:pt x="983618" y="2159722"/>
                  </a:lnTo>
                  <a:close/>
                  <a:moveTo>
                    <a:pt x="981794" y="2270477"/>
                  </a:moveTo>
                  <a:lnTo>
                    <a:pt x="983618" y="2159722"/>
                  </a:lnTo>
                  <a:lnTo>
                    <a:pt x="966801" y="2256641"/>
                  </a:lnTo>
                  <a:close/>
                  <a:moveTo>
                    <a:pt x="1024420" y="2314256"/>
                  </a:moveTo>
                  <a:lnTo>
                    <a:pt x="1015539" y="2233862"/>
                  </a:lnTo>
                  <a:lnTo>
                    <a:pt x="1014774" y="2334578"/>
                  </a:lnTo>
                  <a:close/>
                  <a:moveTo>
                    <a:pt x="1135983" y="2232041"/>
                  </a:moveTo>
                  <a:lnTo>
                    <a:pt x="1116183" y="2212633"/>
                  </a:lnTo>
                  <a:lnTo>
                    <a:pt x="1109111" y="2118291"/>
                  </a:lnTo>
                  <a:close/>
                  <a:moveTo>
                    <a:pt x="1058982" y="2029174"/>
                  </a:moveTo>
                  <a:lnTo>
                    <a:pt x="1109111" y="2118291"/>
                  </a:lnTo>
                  <a:lnTo>
                    <a:pt x="1105453" y="2111389"/>
                  </a:lnTo>
                  <a:close/>
                  <a:moveTo>
                    <a:pt x="1058982" y="2029174"/>
                  </a:moveTo>
                  <a:lnTo>
                    <a:pt x="1086917" y="1996673"/>
                  </a:lnTo>
                  <a:lnTo>
                    <a:pt x="996609" y="2049068"/>
                  </a:lnTo>
                  <a:close/>
                  <a:moveTo>
                    <a:pt x="1105453" y="2111389"/>
                  </a:moveTo>
                  <a:lnTo>
                    <a:pt x="1081507" y="1990738"/>
                  </a:lnTo>
                  <a:lnTo>
                    <a:pt x="1058982" y="2029174"/>
                  </a:lnTo>
                  <a:close/>
                  <a:moveTo>
                    <a:pt x="631176" y="1263553"/>
                  </a:moveTo>
                  <a:lnTo>
                    <a:pt x="727878" y="1333017"/>
                  </a:lnTo>
                  <a:lnTo>
                    <a:pt x="653117" y="1274194"/>
                  </a:lnTo>
                  <a:close/>
                  <a:moveTo>
                    <a:pt x="1394614" y="2034517"/>
                  </a:moveTo>
                  <a:lnTo>
                    <a:pt x="1356473" y="2038374"/>
                  </a:lnTo>
                  <a:lnTo>
                    <a:pt x="1371802" y="2126004"/>
                  </a:lnTo>
                  <a:close/>
                  <a:moveTo>
                    <a:pt x="1086751" y="1636008"/>
                  </a:moveTo>
                  <a:lnTo>
                    <a:pt x="986062" y="1657274"/>
                  </a:lnTo>
                  <a:lnTo>
                    <a:pt x="1104781" y="1721441"/>
                  </a:lnTo>
                  <a:close/>
                  <a:moveTo>
                    <a:pt x="768636" y="1212392"/>
                  </a:moveTo>
                  <a:lnTo>
                    <a:pt x="727878" y="1333017"/>
                  </a:lnTo>
                  <a:lnTo>
                    <a:pt x="786289" y="1298134"/>
                  </a:lnTo>
                  <a:close/>
                  <a:moveTo>
                    <a:pt x="685096" y="1178554"/>
                  </a:moveTo>
                  <a:lnTo>
                    <a:pt x="681167" y="1168587"/>
                  </a:lnTo>
                  <a:lnTo>
                    <a:pt x="640308" y="1226306"/>
                  </a:lnTo>
                  <a:close/>
                  <a:moveTo>
                    <a:pt x="1576437" y="2180916"/>
                  </a:moveTo>
                  <a:lnTo>
                    <a:pt x="1486120" y="2222850"/>
                  </a:lnTo>
                  <a:lnTo>
                    <a:pt x="1565157" y="2239698"/>
                  </a:lnTo>
                  <a:close/>
                  <a:moveTo>
                    <a:pt x="1489899" y="2190677"/>
                  </a:moveTo>
                  <a:lnTo>
                    <a:pt x="1576437" y="2180916"/>
                  </a:lnTo>
                  <a:lnTo>
                    <a:pt x="1563248" y="2091545"/>
                  </a:lnTo>
                  <a:close/>
                  <a:moveTo>
                    <a:pt x="1564191" y="2020881"/>
                  </a:moveTo>
                  <a:lnTo>
                    <a:pt x="1518922" y="1996080"/>
                  </a:lnTo>
                  <a:lnTo>
                    <a:pt x="1563248" y="2091545"/>
                  </a:lnTo>
                  <a:close/>
                  <a:moveTo>
                    <a:pt x="1563248" y="2091545"/>
                  </a:moveTo>
                  <a:lnTo>
                    <a:pt x="1518922" y="1996080"/>
                  </a:lnTo>
                  <a:lnTo>
                    <a:pt x="1456501" y="2017644"/>
                  </a:lnTo>
                  <a:close/>
                  <a:moveTo>
                    <a:pt x="1394614" y="2034517"/>
                  </a:moveTo>
                  <a:lnTo>
                    <a:pt x="1456501" y="2017644"/>
                  </a:lnTo>
                  <a:lnTo>
                    <a:pt x="1358991" y="2026192"/>
                  </a:lnTo>
                  <a:close/>
                  <a:moveTo>
                    <a:pt x="1358991" y="2026192"/>
                  </a:moveTo>
                  <a:lnTo>
                    <a:pt x="1456501" y="2017644"/>
                  </a:lnTo>
                  <a:lnTo>
                    <a:pt x="1467769" y="1939036"/>
                  </a:lnTo>
                  <a:close/>
                  <a:moveTo>
                    <a:pt x="826967" y="1215128"/>
                  </a:moveTo>
                  <a:lnTo>
                    <a:pt x="768679" y="1212357"/>
                  </a:lnTo>
                  <a:lnTo>
                    <a:pt x="875721" y="1256144"/>
                  </a:lnTo>
                  <a:close/>
                  <a:moveTo>
                    <a:pt x="1518922" y="1996080"/>
                  </a:moveTo>
                  <a:lnTo>
                    <a:pt x="1564191" y="2020881"/>
                  </a:lnTo>
                  <a:lnTo>
                    <a:pt x="1567630" y="1987891"/>
                  </a:lnTo>
                  <a:close/>
                  <a:moveTo>
                    <a:pt x="1567630" y="1987891"/>
                  </a:moveTo>
                  <a:lnTo>
                    <a:pt x="1467769" y="1939036"/>
                  </a:lnTo>
                  <a:lnTo>
                    <a:pt x="1518922" y="1996080"/>
                  </a:lnTo>
                  <a:close/>
                  <a:moveTo>
                    <a:pt x="1477186" y="1900735"/>
                  </a:moveTo>
                  <a:lnTo>
                    <a:pt x="1467769" y="1939036"/>
                  </a:lnTo>
                  <a:lnTo>
                    <a:pt x="1567630" y="1987891"/>
                  </a:lnTo>
                  <a:close/>
                  <a:moveTo>
                    <a:pt x="1469997" y="1831650"/>
                  </a:moveTo>
                  <a:lnTo>
                    <a:pt x="1454557" y="1889636"/>
                  </a:lnTo>
                  <a:lnTo>
                    <a:pt x="1477186" y="1900735"/>
                  </a:lnTo>
                  <a:close/>
                  <a:moveTo>
                    <a:pt x="1361275" y="1734193"/>
                  </a:moveTo>
                  <a:lnTo>
                    <a:pt x="1444004" y="1727528"/>
                  </a:lnTo>
                  <a:lnTo>
                    <a:pt x="1398517" y="1664416"/>
                  </a:lnTo>
                  <a:close/>
                  <a:moveTo>
                    <a:pt x="694922" y="811360"/>
                  </a:moveTo>
                  <a:lnTo>
                    <a:pt x="633968" y="772194"/>
                  </a:lnTo>
                  <a:lnTo>
                    <a:pt x="572500" y="750202"/>
                  </a:lnTo>
                  <a:close/>
                  <a:moveTo>
                    <a:pt x="694922" y="811360"/>
                  </a:moveTo>
                  <a:lnTo>
                    <a:pt x="716105" y="800633"/>
                  </a:lnTo>
                  <a:lnTo>
                    <a:pt x="633968" y="772194"/>
                  </a:lnTo>
                  <a:close/>
                  <a:moveTo>
                    <a:pt x="572500" y="750202"/>
                  </a:moveTo>
                  <a:lnTo>
                    <a:pt x="608499" y="762853"/>
                  </a:lnTo>
                  <a:lnTo>
                    <a:pt x="549662" y="735647"/>
                  </a:lnTo>
                  <a:close/>
                  <a:moveTo>
                    <a:pt x="1184386" y="1016672"/>
                  </a:moveTo>
                  <a:lnTo>
                    <a:pt x="1094060" y="947366"/>
                  </a:lnTo>
                  <a:lnTo>
                    <a:pt x="1177625" y="1014841"/>
                  </a:lnTo>
                  <a:close/>
                  <a:moveTo>
                    <a:pt x="981511" y="860237"/>
                  </a:moveTo>
                  <a:lnTo>
                    <a:pt x="1000778" y="877263"/>
                  </a:lnTo>
                  <a:lnTo>
                    <a:pt x="1074463" y="932626"/>
                  </a:lnTo>
                  <a:close/>
                  <a:moveTo>
                    <a:pt x="1157395" y="978022"/>
                  </a:moveTo>
                  <a:lnTo>
                    <a:pt x="1177625" y="1014841"/>
                  </a:lnTo>
                  <a:lnTo>
                    <a:pt x="1094060" y="947366"/>
                  </a:lnTo>
                  <a:close/>
                  <a:moveTo>
                    <a:pt x="1050141" y="904534"/>
                  </a:moveTo>
                  <a:lnTo>
                    <a:pt x="1157395" y="978022"/>
                  </a:lnTo>
                  <a:lnTo>
                    <a:pt x="1074463" y="932626"/>
                  </a:lnTo>
                  <a:close/>
                  <a:moveTo>
                    <a:pt x="1074463" y="932626"/>
                  </a:moveTo>
                  <a:lnTo>
                    <a:pt x="1157395" y="978022"/>
                  </a:lnTo>
                  <a:lnTo>
                    <a:pt x="1094060" y="947366"/>
                  </a:lnTo>
                  <a:close/>
                  <a:moveTo>
                    <a:pt x="1236538" y="976404"/>
                  </a:moveTo>
                  <a:lnTo>
                    <a:pt x="1190415" y="1014841"/>
                  </a:lnTo>
                  <a:lnTo>
                    <a:pt x="1274851" y="1065998"/>
                  </a:lnTo>
                  <a:close/>
                  <a:moveTo>
                    <a:pt x="1050141" y="904534"/>
                  </a:moveTo>
                  <a:lnTo>
                    <a:pt x="1074463" y="932626"/>
                  </a:lnTo>
                  <a:lnTo>
                    <a:pt x="1000778" y="877263"/>
                  </a:lnTo>
                  <a:close/>
                  <a:moveTo>
                    <a:pt x="1972396" y="1760119"/>
                  </a:moveTo>
                  <a:lnTo>
                    <a:pt x="1946318" y="1798555"/>
                  </a:lnTo>
                  <a:lnTo>
                    <a:pt x="2041270" y="1842334"/>
                  </a:lnTo>
                  <a:close/>
                  <a:moveTo>
                    <a:pt x="1936088" y="1716340"/>
                  </a:moveTo>
                  <a:lnTo>
                    <a:pt x="1946318" y="1798555"/>
                  </a:lnTo>
                  <a:lnTo>
                    <a:pt x="1972396" y="1760119"/>
                  </a:lnTo>
                  <a:close/>
                  <a:moveTo>
                    <a:pt x="1236538" y="976404"/>
                  </a:moveTo>
                  <a:lnTo>
                    <a:pt x="1327175" y="1046428"/>
                  </a:lnTo>
                  <a:lnTo>
                    <a:pt x="1289360" y="937968"/>
                  </a:lnTo>
                  <a:close/>
                  <a:moveTo>
                    <a:pt x="2020718" y="1557252"/>
                  </a:moveTo>
                  <a:lnTo>
                    <a:pt x="1974274" y="1578675"/>
                  </a:lnTo>
                  <a:lnTo>
                    <a:pt x="2013285" y="1567673"/>
                  </a:lnTo>
                  <a:close/>
                  <a:moveTo>
                    <a:pt x="1925285" y="1513473"/>
                  </a:moveTo>
                  <a:lnTo>
                    <a:pt x="1974274" y="1578675"/>
                  </a:lnTo>
                  <a:lnTo>
                    <a:pt x="2020718" y="1557252"/>
                  </a:lnTo>
                  <a:close/>
                  <a:moveTo>
                    <a:pt x="1950731" y="1475037"/>
                  </a:moveTo>
                  <a:lnTo>
                    <a:pt x="1925285" y="1513473"/>
                  </a:lnTo>
                  <a:lnTo>
                    <a:pt x="2020718" y="1557252"/>
                  </a:lnTo>
                  <a:close/>
                  <a:moveTo>
                    <a:pt x="1950731" y="1475037"/>
                  </a:moveTo>
                  <a:lnTo>
                    <a:pt x="1946131" y="1473454"/>
                  </a:lnTo>
                  <a:lnTo>
                    <a:pt x="1925285" y="1513473"/>
                  </a:lnTo>
                  <a:close/>
                  <a:moveTo>
                    <a:pt x="1717700" y="1184614"/>
                  </a:moveTo>
                  <a:lnTo>
                    <a:pt x="1770100" y="1228392"/>
                  </a:lnTo>
                  <a:lnTo>
                    <a:pt x="1710149" y="1146177"/>
                  </a:lnTo>
                  <a:close/>
                  <a:moveTo>
                    <a:pt x="1332875" y="652886"/>
                  </a:moveTo>
                  <a:lnTo>
                    <a:pt x="1304063" y="744812"/>
                  </a:lnTo>
                  <a:lnTo>
                    <a:pt x="1338321" y="657698"/>
                  </a:lnTo>
                  <a:close/>
                  <a:moveTo>
                    <a:pt x="1332875" y="652886"/>
                  </a:moveTo>
                  <a:lnTo>
                    <a:pt x="1229534" y="691323"/>
                  </a:lnTo>
                  <a:lnTo>
                    <a:pt x="1304063" y="744812"/>
                  </a:lnTo>
                  <a:close/>
                  <a:moveTo>
                    <a:pt x="2352232" y="1774168"/>
                  </a:moveTo>
                  <a:lnTo>
                    <a:pt x="2276454" y="1775182"/>
                  </a:lnTo>
                  <a:lnTo>
                    <a:pt x="2340946" y="1883435"/>
                  </a:lnTo>
                  <a:close/>
                  <a:moveTo>
                    <a:pt x="2340946" y="1883435"/>
                  </a:moveTo>
                  <a:lnTo>
                    <a:pt x="2439873" y="1863602"/>
                  </a:lnTo>
                  <a:lnTo>
                    <a:pt x="2427221" y="1773795"/>
                  </a:lnTo>
                  <a:close/>
                  <a:moveTo>
                    <a:pt x="2340946" y="1883435"/>
                  </a:moveTo>
                  <a:lnTo>
                    <a:pt x="2427221" y="1773795"/>
                  </a:lnTo>
                  <a:lnTo>
                    <a:pt x="2352232" y="1774168"/>
                  </a:lnTo>
                  <a:close/>
                  <a:moveTo>
                    <a:pt x="2515400" y="1862791"/>
                  </a:moveTo>
                  <a:lnTo>
                    <a:pt x="2439873" y="1863602"/>
                  </a:lnTo>
                  <a:lnTo>
                    <a:pt x="2422345" y="1924105"/>
                  </a:lnTo>
                  <a:close/>
                  <a:moveTo>
                    <a:pt x="2439873" y="1863602"/>
                  </a:moveTo>
                  <a:lnTo>
                    <a:pt x="2515400" y="1862791"/>
                  </a:lnTo>
                  <a:lnTo>
                    <a:pt x="2507872" y="1768820"/>
                  </a:lnTo>
                  <a:close/>
                  <a:moveTo>
                    <a:pt x="2439873" y="1863602"/>
                  </a:moveTo>
                  <a:lnTo>
                    <a:pt x="2507872" y="1768820"/>
                  </a:lnTo>
                  <a:lnTo>
                    <a:pt x="2427221" y="1773795"/>
                  </a:lnTo>
                  <a:close/>
                  <a:moveTo>
                    <a:pt x="2276454" y="1775182"/>
                  </a:moveTo>
                  <a:lnTo>
                    <a:pt x="2352232" y="1774168"/>
                  </a:lnTo>
                  <a:lnTo>
                    <a:pt x="2336863" y="1686570"/>
                  </a:lnTo>
                  <a:close/>
                  <a:moveTo>
                    <a:pt x="2352232" y="1774168"/>
                  </a:moveTo>
                  <a:lnTo>
                    <a:pt x="2427221" y="1773795"/>
                  </a:lnTo>
                  <a:lnTo>
                    <a:pt x="2406589" y="1690476"/>
                  </a:lnTo>
                  <a:close/>
                  <a:moveTo>
                    <a:pt x="2352232" y="1774168"/>
                  </a:moveTo>
                  <a:lnTo>
                    <a:pt x="2406589" y="1690476"/>
                  </a:lnTo>
                  <a:lnTo>
                    <a:pt x="2336863" y="1686570"/>
                  </a:lnTo>
                  <a:close/>
                  <a:moveTo>
                    <a:pt x="2170683" y="1700488"/>
                  </a:moveTo>
                  <a:lnTo>
                    <a:pt x="2261678" y="1687102"/>
                  </a:lnTo>
                  <a:lnTo>
                    <a:pt x="2205018" y="1668870"/>
                  </a:lnTo>
                  <a:close/>
                  <a:moveTo>
                    <a:pt x="2261678" y="1687102"/>
                  </a:moveTo>
                  <a:lnTo>
                    <a:pt x="2336863" y="1686570"/>
                  </a:lnTo>
                  <a:lnTo>
                    <a:pt x="2285018" y="1689320"/>
                  </a:lnTo>
                  <a:close/>
                  <a:moveTo>
                    <a:pt x="1748041" y="1107740"/>
                  </a:moveTo>
                  <a:lnTo>
                    <a:pt x="1745373" y="1064968"/>
                  </a:lnTo>
                  <a:lnTo>
                    <a:pt x="1710149" y="1146177"/>
                  </a:lnTo>
                  <a:close/>
                  <a:moveTo>
                    <a:pt x="1534856" y="861095"/>
                  </a:moveTo>
                  <a:lnTo>
                    <a:pt x="1541083" y="858475"/>
                  </a:lnTo>
                  <a:lnTo>
                    <a:pt x="1457320" y="815872"/>
                  </a:lnTo>
                  <a:close/>
                  <a:moveTo>
                    <a:pt x="1534415" y="899532"/>
                  </a:moveTo>
                  <a:lnTo>
                    <a:pt x="1541083" y="858475"/>
                  </a:lnTo>
                  <a:lnTo>
                    <a:pt x="1534856" y="861095"/>
                  </a:lnTo>
                  <a:close/>
                  <a:moveTo>
                    <a:pt x="1605509" y="778880"/>
                  </a:moveTo>
                  <a:lnTo>
                    <a:pt x="1577042" y="696665"/>
                  </a:lnTo>
                  <a:lnTo>
                    <a:pt x="1597975" y="792527"/>
                  </a:lnTo>
                  <a:close/>
                  <a:moveTo>
                    <a:pt x="2312028" y="1359902"/>
                  </a:moveTo>
                  <a:lnTo>
                    <a:pt x="2255807" y="1315949"/>
                  </a:lnTo>
                  <a:lnTo>
                    <a:pt x="2291610" y="1423083"/>
                  </a:lnTo>
                  <a:close/>
                  <a:moveTo>
                    <a:pt x="2291610" y="1423083"/>
                  </a:moveTo>
                  <a:lnTo>
                    <a:pt x="2255807" y="1315949"/>
                  </a:lnTo>
                  <a:lnTo>
                    <a:pt x="2212027" y="1327099"/>
                  </a:lnTo>
                  <a:close/>
                  <a:moveTo>
                    <a:pt x="2291610" y="1423083"/>
                  </a:moveTo>
                  <a:lnTo>
                    <a:pt x="2212027" y="1327099"/>
                  </a:lnTo>
                  <a:lnTo>
                    <a:pt x="2225544" y="1416202"/>
                  </a:lnTo>
                  <a:close/>
                  <a:moveTo>
                    <a:pt x="2029873" y="1354003"/>
                  </a:moveTo>
                  <a:lnTo>
                    <a:pt x="2099011" y="1335983"/>
                  </a:lnTo>
                  <a:lnTo>
                    <a:pt x="2055245" y="1233734"/>
                  </a:lnTo>
                  <a:close/>
                  <a:moveTo>
                    <a:pt x="1904282" y="1165241"/>
                  </a:moveTo>
                  <a:lnTo>
                    <a:pt x="1926442" y="1189956"/>
                  </a:lnTo>
                  <a:lnTo>
                    <a:pt x="1950000" y="1120968"/>
                  </a:lnTo>
                  <a:close/>
                  <a:moveTo>
                    <a:pt x="2550247" y="1478047"/>
                  </a:moveTo>
                  <a:lnTo>
                    <a:pt x="2591238" y="1524158"/>
                  </a:lnTo>
                  <a:lnTo>
                    <a:pt x="2529351" y="1451081"/>
                  </a:lnTo>
                  <a:close/>
                  <a:moveTo>
                    <a:pt x="2529351" y="1451081"/>
                  </a:moveTo>
                  <a:lnTo>
                    <a:pt x="2591238" y="1524158"/>
                  </a:lnTo>
                  <a:lnTo>
                    <a:pt x="2628725" y="1530975"/>
                  </a:lnTo>
                  <a:close/>
                  <a:moveTo>
                    <a:pt x="2550247" y="1478047"/>
                  </a:moveTo>
                  <a:lnTo>
                    <a:pt x="2529351" y="1451081"/>
                  </a:lnTo>
                  <a:lnTo>
                    <a:pt x="2500179" y="1441943"/>
                  </a:lnTo>
                  <a:close/>
                  <a:moveTo>
                    <a:pt x="1607035" y="493798"/>
                  </a:moveTo>
                  <a:lnTo>
                    <a:pt x="1687916" y="483193"/>
                  </a:lnTo>
                  <a:lnTo>
                    <a:pt x="1645914" y="483456"/>
                  </a:lnTo>
                  <a:close/>
                  <a:moveTo>
                    <a:pt x="2300722" y="828001"/>
                  </a:moveTo>
                  <a:lnTo>
                    <a:pt x="2325766" y="894854"/>
                  </a:lnTo>
                  <a:lnTo>
                    <a:pt x="2421292" y="844157"/>
                  </a:lnTo>
                  <a:close/>
                  <a:moveTo>
                    <a:pt x="2019823" y="461343"/>
                  </a:moveTo>
                  <a:lnTo>
                    <a:pt x="2020032" y="458545"/>
                  </a:lnTo>
                  <a:lnTo>
                    <a:pt x="1932467" y="378489"/>
                  </a:lnTo>
                  <a:close/>
                  <a:moveTo>
                    <a:pt x="1932467" y="378489"/>
                  </a:moveTo>
                  <a:lnTo>
                    <a:pt x="1879526" y="416925"/>
                  </a:lnTo>
                  <a:lnTo>
                    <a:pt x="2019823" y="461343"/>
                  </a:lnTo>
                  <a:close/>
                  <a:moveTo>
                    <a:pt x="2020032" y="458545"/>
                  </a:moveTo>
                  <a:lnTo>
                    <a:pt x="2121750" y="439071"/>
                  </a:lnTo>
                  <a:lnTo>
                    <a:pt x="2131443" y="381229"/>
                  </a:lnTo>
                  <a:close/>
                  <a:moveTo>
                    <a:pt x="2550550" y="668913"/>
                  </a:moveTo>
                  <a:lnTo>
                    <a:pt x="2594276" y="712691"/>
                  </a:lnTo>
                  <a:lnTo>
                    <a:pt x="2598590" y="630476"/>
                  </a:lnTo>
                  <a:close/>
                  <a:moveTo>
                    <a:pt x="2459034" y="345394"/>
                  </a:moveTo>
                  <a:lnTo>
                    <a:pt x="2359068" y="267227"/>
                  </a:lnTo>
                  <a:lnTo>
                    <a:pt x="2372823" y="301615"/>
                  </a:lnTo>
                  <a:close/>
                  <a:moveTo>
                    <a:pt x="2438160" y="46415"/>
                  </a:moveTo>
                  <a:lnTo>
                    <a:pt x="2489937" y="60313"/>
                  </a:lnTo>
                  <a:lnTo>
                    <a:pt x="2392947" y="0"/>
                  </a:lnTo>
                  <a:close/>
                  <a:moveTo>
                    <a:pt x="2789383" y="359941"/>
                  </a:moveTo>
                  <a:lnTo>
                    <a:pt x="2714073" y="360576"/>
                  </a:lnTo>
                  <a:lnTo>
                    <a:pt x="2807342" y="375549"/>
                  </a:lnTo>
                  <a:close/>
                  <a:moveTo>
                    <a:pt x="2448602" y="54845"/>
                  </a:moveTo>
                  <a:lnTo>
                    <a:pt x="2517811" y="65557"/>
                  </a:lnTo>
                  <a:lnTo>
                    <a:pt x="2489937" y="60313"/>
                  </a:lnTo>
                  <a:close/>
                  <a:moveTo>
                    <a:pt x="2574229" y="113397"/>
                  </a:moveTo>
                  <a:lnTo>
                    <a:pt x="2517811" y="65557"/>
                  </a:lnTo>
                  <a:lnTo>
                    <a:pt x="2448602" y="54845"/>
                  </a:lnTo>
                  <a:close/>
                  <a:moveTo>
                    <a:pt x="2498429" y="114429"/>
                  </a:moveTo>
                  <a:lnTo>
                    <a:pt x="2574229" y="113397"/>
                  </a:lnTo>
                  <a:lnTo>
                    <a:pt x="2448602" y="54845"/>
                  </a:lnTo>
                  <a:close/>
                  <a:moveTo>
                    <a:pt x="2378350" y="51368"/>
                  </a:moveTo>
                  <a:lnTo>
                    <a:pt x="2438160" y="46415"/>
                  </a:lnTo>
                  <a:lnTo>
                    <a:pt x="2361042" y="36739"/>
                  </a:lnTo>
                  <a:close/>
                  <a:moveTo>
                    <a:pt x="2378350" y="51368"/>
                  </a:moveTo>
                  <a:lnTo>
                    <a:pt x="2448602" y="54845"/>
                  </a:lnTo>
                  <a:lnTo>
                    <a:pt x="2438160" y="46415"/>
                  </a:lnTo>
                  <a:close/>
                  <a:moveTo>
                    <a:pt x="2448602" y="54845"/>
                  </a:moveTo>
                  <a:lnTo>
                    <a:pt x="2489937" y="60313"/>
                  </a:lnTo>
                  <a:lnTo>
                    <a:pt x="2438160" y="4641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16" name="Candidate_density__2115">
              <a:extLst>
                <a:ext uri="{FF2B5EF4-FFF2-40B4-BE49-F238E27FC236}">
                  <a16:creationId xmlns:a16="http://schemas.microsoft.com/office/drawing/2014/main" id="{7B336F68-FA74-FF60-96D5-602FD8402BC7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66100"/>
              <a:ext cx="2438160" cy="2270477"/>
            </a:xfrm>
            <a:custGeom>
              <a:avLst/>
              <a:gdLst/>
              <a:ahLst/>
              <a:cxnLst/>
              <a:rect l="0" t="0" r="0" b="0"/>
              <a:pathLst>
                <a:path w="2438160" h="2270477">
                  <a:moveTo>
                    <a:pt x="621890" y="2144483"/>
                  </a:moveTo>
                  <a:lnTo>
                    <a:pt x="663815" y="2037756"/>
                  </a:lnTo>
                  <a:lnTo>
                    <a:pt x="636933" y="2074495"/>
                  </a:lnTo>
                  <a:close/>
                  <a:moveTo>
                    <a:pt x="676398" y="2023832"/>
                  </a:moveTo>
                  <a:lnTo>
                    <a:pt x="663815" y="2037756"/>
                  </a:lnTo>
                  <a:lnTo>
                    <a:pt x="621890" y="2144483"/>
                  </a:lnTo>
                  <a:close/>
                  <a:moveTo>
                    <a:pt x="678922" y="2016281"/>
                  </a:moveTo>
                  <a:lnTo>
                    <a:pt x="658967" y="2062268"/>
                  </a:lnTo>
                  <a:lnTo>
                    <a:pt x="663815" y="2037756"/>
                  </a:lnTo>
                  <a:close/>
                  <a:moveTo>
                    <a:pt x="46258" y="1322802"/>
                  </a:moveTo>
                  <a:lnTo>
                    <a:pt x="5224" y="1384586"/>
                  </a:lnTo>
                  <a:lnTo>
                    <a:pt x="0" y="1404548"/>
                  </a:lnTo>
                  <a:close/>
                  <a:moveTo>
                    <a:pt x="5224" y="1384586"/>
                  </a:moveTo>
                  <a:lnTo>
                    <a:pt x="46258" y="1322802"/>
                  </a:lnTo>
                  <a:lnTo>
                    <a:pt x="39931" y="1322333"/>
                  </a:lnTo>
                  <a:close/>
                  <a:moveTo>
                    <a:pt x="46258" y="1322802"/>
                  </a:moveTo>
                  <a:lnTo>
                    <a:pt x="106195" y="1283896"/>
                  </a:lnTo>
                  <a:lnTo>
                    <a:pt x="39931" y="1322333"/>
                  </a:lnTo>
                  <a:close/>
                  <a:moveTo>
                    <a:pt x="109626" y="1281068"/>
                  </a:moveTo>
                  <a:lnTo>
                    <a:pt x="39931" y="1322333"/>
                  </a:lnTo>
                  <a:lnTo>
                    <a:pt x="106195" y="1283896"/>
                  </a:lnTo>
                  <a:close/>
                  <a:moveTo>
                    <a:pt x="109626" y="1281068"/>
                  </a:moveTo>
                  <a:lnTo>
                    <a:pt x="58412" y="1304788"/>
                  </a:lnTo>
                  <a:lnTo>
                    <a:pt x="39931" y="1322333"/>
                  </a:lnTo>
                  <a:close/>
                  <a:moveTo>
                    <a:pt x="1097232" y="2250439"/>
                  </a:moveTo>
                  <a:lnTo>
                    <a:pt x="1077650" y="2243960"/>
                  </a:lnTo>
                  <a:lnTo>
                    <a:pt x="981794" y="2270477"/>
                  </a:lnTo>
                  <a:close/>
                  <a:moveTo>
                    <a:pt x="983618" y="2159722"/>
                  </a:moveTo>
                  <a:lnTo>
                    <a:pt x="1077650" y="2243960"/>
                  </a:lnTo>
                  <a:lnTo>
                    <a:pt x="1064795" y="2154318"/>
                  </a:lnTo>
                  <a:close/>
                  <a:moveTo>
                    <a:pt x="678922" y="2016281"/>
                  </a:moveTo>
                  <a:lnTo>
                    <a:pt x="695672" y="2011856"/>
                  </a:lnTo>
                  <a:lnTo>
                    <a:pt x="734092" y="1943898"/>
                  </a:lnTo>
                  <a:close/>
                  <a:moveTo>
                    <a:pt x="109626" y="1281068"/>
                  </a:moveTo>
                  <a:lnTo>
                    <a:pt x="106195" y="1283896"/>
                  </a:lnTo>
                  <a:lnTo>
                    <a:pt x="150733" y="1251093"/>
                  </a:lnTo>
                  <a:close/>
                  <a:moveTo>
                    <a:pt x="109626" y="1281068"/>
                  </a:moveTo>
                  <a:lnTo>
                    <a:pt x="150733" y="1251093"/>
                  </a:lnTo>
                  <a:lnTo>
                    <a:pt x="216234" y="1185796"/>
                  </a:lnTo>
                  <a:close/>
                  <a:moveTo>
                    <a:pt x="163556" y="1204046"/>
                  </a:moveTo>
                  <a:lnTo>
                    <a:pt x="109626" y="1281068"/>
                  </a:lnTo>
                  <a:lnTo>
                    <a:pt x="216234" y="1185796"/>
                  </a:lnTo>
                  <a:close/>
                  <a:moveTo>
                    <a:pt x="216234" y="1185796"/>
                  </a:moveTo>
                  <a:lnTo>
                    <a:pt x="234603" y="1163244"/>
                  </a:lnTo>
                  <a:lnTo>
                    <a:pt x="167837" y="1201681"/>
                  </a:lnTo>
                  <a:close/>
                  <a:moveTo>
                    <a:pt x="1082564" y="2149826"/>
                  </a:moveTo>
                  <a:lnTo>
                    <a:pt x="1135983" y="2232041"/>
                  </a:lnTo>
                  <a:lnTo>
                    <a:pt x="1109111" y="2118291"/>
                  </a:lnTo>
                  <a:close/>
                  <a:moveTo>
                    <a:pt x="1064388" y="2127641"/>
                  </a:moveTo>
                  <a:lnTo>
                    <a:pt x="1082564" y="2149826"/>
                  </a:lnTo>
                  <a:lnTo>
                    <a:pt x="1109111" y="2118291"/>
                  </a:lnTo>
                  <a:close/>
                  <a:moveTo>
                    <a:pt x="580092" y="1495025"/>
                  </a:moveTo>
                  <a:lnTo>
                    <a:pt x="625865" y="1453668"/>
                  </a:lnTo>
                  <a:lnTo>
                    <a:pt x="580658" y="1492105"/>
                  </a:lnTo>
                  <a:close/>
                  <a:moveTo>
                    <a:pt x="1081507" y="1990738"/>
                  </a:moveTo>
                  <a:lnTo>
                    <a:pt x="1086917" y="1996673"/>
                  </a:lnTo>
                  <a:lnTo>
                    <a:pt x="1058982" y="2029174"/>
                  </a:lnTo>
                  <a:close/>
                  <a:moveTo>
                    <a:pt x="679837" y="1374095"/>
                  </a:moveTo>
                  <a:lnTo>
                    <a:pt x="625865" y="1453668"/>
                  </a:lnTo>
                  <a:lnTo>
                    <a:pt x="639807" y="1415232"/>
                  </a:lnTo>
                  <a:close/>
                  <a:moveTo>
                    <a:pt x="679837" y="1374095"/>
                  </a:moveTo>
                  <a:lnTo>
                    <a:pt x="638018" y="1432944"/>
                  </a:lnTo>
                  <a:lnTo>
                    <a:pt x="625865" y="1453668"/>
                  </a:lnTo>
                  <a:close/>
                  <a:moveTo>
                    <a:pt x="727878" y="1333017"/>
                  </a:moveTo>
                  <a:lnTo>
                    <a:pt x="723833" y="1348909"/>
                  </a:lnTo>
                  <a:lnTo>
                    <a:pt x="679837" y="1374095"/>
                  </a:lnTo>
                  <a:close/>
                  <a:moveTo>
                    <a:pt x="679837" y="1374095"/>
                  </a:moveTo>
                  <a:lnTo>
                    <a:pt x="701404" y="1391276"/>
                  </a:lnTo>
                  <a:lnTo>
                    <a:pt x="638018" y="1432944"/>
                  </a:lnTo>
                  <a:close/>
                  <a:moveTo>
                    <a:pt x="1413941" y="2116731"/>
                  </a:moveTo>
                  <a:lnTo>
                    <a:pt x="1394614" y="2034517"/>
                  </a:lnTo>
                  <a:lnTo>
                    <a:pt x="1371802" y="2126004"/>
                  </a:lnTo>
                  <a:close/>
                  <a:moveTo>
                    <a:pt x="1104781" y="1721441"/>
                  </a:moveTo>
                  <a:lnTo>
                    <a:pt x="1042707" y="1744092"/>
                  </a:lnTo>
                  <a:lnTo>
                    <a:pt x="1126670" y="1714897"/>
                  </a:lnTo>
                  <a:close/>
                  <a:moveTo>
                    <a:pt x="791595" y="1294581"/>
                  </a:moveTo>
                  <a:lnTo>
                    <a:pt x="768685" y="1212366"/>
                  </a:lnTo>
                  <a:lnTo>
                    <a:pt x="786289" y="1298134"/>
                  </a:lnTo>
                  <a:close/>
                  <a:moveTo>
                    <a:pt x="1489899" y="2190677"/>
                  </a:moveTo>
                  <a:lnTo>
                    <a:pt x="1563248" y="2091545"/>
                  </a:lnTo>
                  <a:lnTo>
                    <a:pt x="1474271" y="2103290"/>
                  </a:lnTo>
                  <a:close/>
                  <a:moveTo>
                    <a:pt x="1394614" y="2034517"/>
                  </a:moveTo>
                  <a:lnTo>
                    <a:pt x="1474271" y="2103290"/>
                  </a:lnTo>
                  <a:lnTo>
                    <a:pt x="1456501" y="2017644"/>
                  </a:lnTo>
                  <a:close/>
                  <a:moveTo>
                    <a:pt x="1394614" y="2034517"/>
                  </a:moveTo>
                  <a:lnTo>
                    <a:pt x="1413941" y="2116731"/>
                  </a:lnTo>
                  <a:lnTo>
                    <a:pt x="1474271" y="2103290"/>
                  </a:lnTo>
                  <a:close/>
                  <a:moveTo>
                    <a:pt x="1563248" y="2091545"/>
                  </a:moveTo>
                  <a:lnTo>
                    <a:pt x="1456501" y="2017644"/>
                  </a:lnTo>
                  <a:lnTo>
                    <a:pt x="1474271" y="2103290"/>
                  </a:lnTo>
                  <a:close/>
                  <a:moveTo>
                    <a:pt x="1456501" y="2017644"/>
                  </a:moveTo>
                  <a:lnTo>
                    <a:pt x="1518922" y="1996080"/>
                  </a:lnTo>
                  <a:lnTo>
                    <a:pt x="1467769" y="1939036"/>
                  </a:lnTo>
                  <a:close/>
                  <a:moveTo>
                    <a:pt x="1407568" y="1857243"/>
                  </a:moveTo>
                  <a:lnTo>
                    <a:pt x="1454557" y="1889636"/>
                  </a:lnTo>
                  <a:lnTo>
                    <a:pt x="1469997" y="1831650"/>
                  </a:lnTo>
                  <a:close/>
                  <a:moveTo>
                    <a:pt x="1213050" y="1543997"/>
                  </a:moveTo>
                  <a:lnTo>
                    <a:pt x="1119558" y="1623441"/>
                  </a:lnTo>
                  <a:lnTo>
                    <a:pt x="1152692" y="1585005"/>
                  </a:lnTo>
                  <a:close/>
                  <a:moveTo>
                    <a:pt x="1213050" y="1543997"/>
                  </a:moveTo>
                  <a:lnTo>
                    <a:pt x="1159878" y="1560401"/>
                  </a:lnTo>
                  <a:lnTo>
                    <a:pt x="1119558" y="1623441"/>
                  </a:lnTo>
                  <a:close/>
                  <a:moveTo>
                    <a:pt x="875721" y="1256144"/>
                  </a:moveTo>
                  <a:lnTo>
                    <a:pt x="768685" y="1212366"/>
                  </a:lnTo>
                  <a:lnTo>
                    <a:pt x="791595" y="1294581"/>
                  </a:lnTo>
                  <a:close/>
                  <a:moveTo>
                    <a:pt x="549662" y="735647"/>
                  </a:moveTo>
                  <a:lnTo>
                    <a:pt x="430905" y="785494"/>
                  </a:lnTo>
                  <a:lnTo>
                    <a:pt x="481757" y="760420"/>
                  </a:lnTo>
                  <a:close/>
                  <a:moveTo>
                    <a:pt x="694922" y="811360"/>
                  </a:moveTo>
                  <a:lnTo>
                    <a:pt x="765876" y="814268"/>
                  </a:lnTo>
                  <a:lnTo>
                    <a:pt x="716105" y="800633"/>
                  </a:lnTo>
                  <a:close/>
                  <a:moveTo>
                    <a:pt x="765876" y="814268"/>
                  </a:moveTo>
                  <a:lnTo>
                    <a:pt x="694922" y="811360"/>
                  </a:lnTo>
                  <a:lnTo>
                    <a:pt x="785984" y="846699"/>
                  </a:lnTo>
                  <a:close/>
                  <a:moveTo>
                    <a:pt x="694922" y="811360"/>
                  </a:moveTo>
                  <a:lnTo>
                    <a:pt x="711603" y="847256"/>
                  </a:lnTo>
                  <a:lnTo>
                    <a:pt x="785984" y="846699"/>
                  </a:lnTo>
                  <a:close/>
                  <a:moveTo>
                    <a:pt x="847144" y="796708"/>
                  </a:moveTo>
                  <a:lnTo>
                    <a:pt x="765876" y="814268"/>
                  </a:lnTo>
                  <a:lnTo>
                    <a:pt x="819873" y="806632"/>
                  </a:lnTo>
                  <a:close/>
                  <a:moveTo>
                    <a:pt x="765876" y="814268"/>
                  </a:moveTo>
                  <a:lnTo>
                    <a:pt x="785984" y="846699"/>
                  </a:lnTo>
                  <a:lnTo>
                    <a:pt x="819873" y="806632"/>
                  </a:lnTo>
                  <a:close/>
                  <a:moveTo>
                    <a:pt x="484058" y="761512"/>
                  </a:moveTo>
                  <a:lnTo>
                    <a:pt x="549662" y="735647"/>
                  </a:lnTo>
                  <a:lnTo>
                    <a:pt x="481757" y="760420"/>
                  </a:lnTo>
                  <a:close/>
                  <a:moveTo>
                    <a:pt x="484058" y="761512"/>
                  </a:moveTo>
                  <a:lnTo>
                    <a:pt x="572500" y="750202"/>
                  </a:lnTo>
                  <a:lnTo>
                    <a:pt x="549662" y="735647"/>
                  </a:lnTo>
                  <a:close/>
                  <a:moveTo>
                    <a:pt x="1571082" y="1616242"/>
                  </a:moveTo>
                  <a:lnTo>
                    <a:pt x="1488054" y="1710998"/>
                  </a:lnTo>
                  <a:lnTo>
                    <a:pt x="1530226" y="1672562"/>
                  </a:lnTo>
                  <a:close/>
                  <a:moveTo>
                    <a:pt x="855349" y="802120"/>
                  </a:moveTo>
                  <a:lnTo>
                    <a:pt x="819873" y="806632"/>
                  </a:lnTo>
                  <a:lnTo>
                    <a:pt x="813580" y="875577"/>
                  </a:lnTo>
                  <a:close/>
                  <a:moveTo>
                    <a:pt x="909727" y="858004"/>
                  </a:moveTo>
                  <a:lnTo>
                    <a:pt x="855349" y="802120"/>
                  </a:lnTo>
                  <a:lnTo>
                    <a:pt x="813580" y="875577"/>
                  </a:lnTo>
                  <a:close/>
                  <a:moveTo>
                    <a:pt x="909727" y="858004"/>
                  </a:moveTo>
                  <a:lnTo>
                    <a:pt x="813580" y="875577"/>
                  </a:lnTo>
                  <a:lnTo>
                    <a:pt x="924407" y="870380"/>
                  </a:lnTo>
                  <a:close/>
                  <a:moveTo>
                    <a:pt x="909727" y="858004"/>
                  </a:moveTo>
                  <a:lnTo>
                    <a:pt x="981511" y="860237"/>
                  </a:lnTo>
                  <a:lnTo>
                    <a:pt x="855349" y="802120"/>
                  </a:lnTo>
                  <a:close/>
                  <a:moveTo>
                    <a:pt x="981511" y="860237"/>
                  </a:moveTo>
                  <a:lnTo>
                    <a:pt x="909727" y="858004"/>
                  </a:lnTo>
                  <a:lnTo>
                    <a:pt x="1000778" y="877263"/>
                  </a:lnTo>
                  <a:close/>
                  <a:moveTo>
                    <a:pt x="909727" y="858004"/>
                  </a:moveTo>
                  <a:lnTo>
                    <a:pt x="924407" y="870380"/>
                  </a:lnTo>
                  <a:lnTo>
                    <a:pt x="1000778" y="877263"/>
                  </a:lnTo>
                  <a:close/>
                  <a:moveTo>
                    <a:pt x="1548148" y="1315295"/>
                  </a:moveTo>
                  <a:lnTo>
                    <a:pt x="1561017" y="1305265"/>
                  </a:lnTo>
                  <a:lnTo>
                    <a:pt x="1508609" y="1343701"/>
                  </a:lnTo>
                  <a:close/>
                  <a:moveTo>
                    <a:pt x="1222290" y="894189"/>
                  </a:moveTo>
                  <a:lnTo>
                    <a:pt x="1181260" y="994739"/>
                  </a:lnTo>
                  <a:lnTo>
                    <a:pt x="1190415" y="1014841"/>
                  </a:lnTo>
                  <a:close/>
                  <a:moveTo>
                    <a:pt x="1936088" y="1716340"/>
                  </a:moveTo>
                  <a:lnTo>
                    <a:pt x="1972396" y="1760119"/>
                  </a:lnTo>
                  <a:lnTo>
                    <a:pt x="1988427" y="1677904"/>
                  </a:lnTo>
                  <a:close/>
                  <a:moveTo>
                    <a:pt x="1990177" y="1638134"/>
                  </a:moveTo>
                  <a:lnTo>
                    <a:pt x="1936088" y="1716340"/>
                  </a:lnTo>
                  <a:lnTo>
                    <a:pt x="1988427" y="1677904"/>
                  </a:lnTo>
                  <a:close/>
                  <a:moveTo>
                    <a:pt x="1504048" y="1378437"/>
                  </a:moveTo>
                  <a:lnTo>
                    <a:pt x="1548148" y="1315295"/>
                  </a:lnTo>
                  <a:lnTo>
                    <a:pt x="1477870" y="1331193"/>
                  </a:lnTo>
                  <a:close/>
                  <a:moveTo>
                    <a:pt x="1717700" y="1184614"/>
                  </a:moveTo>
                  <a:lnTo>
                    <a:pt x="1666452" y="1267497"/>
                  </a:lnTo>
                  <a:lnTo>
                    <a:pt x="1668861" y="1266828"/>
                  </a:lnTo>
                  <a:close/>
                  <a:moveTo>
                    <a:pt x="1229534" y="691323"/>
                  </a:moveTo>
                  <a:lnTo>
                    <a:pt x="1206590" y="659035"/>
                  </a:lnTo>
                  <a:lnTo>
                    <a:pt x="1164975" y="718648"/>
                  </a:lnTo>
                  <a:close/>
                  <a:moveTo>
                    <a:pt x="1174231" y="609108"/>
                  </a:moveTo>
                  <a:lnTo>
                    <a:pt x="1164975" y="718648"/>
                  </a:lnTo>
                  <a:lnTo>
                    <a:pt x="1206590" y="659035"/>
                  </a:lnTo>
                  <a:close/>
                  <a:moveTo>
                    <a:pt x="1988427" y="1677904"/>
                  </a:moveTo>
                  <a:lnTo>
                    <a:pt x="2013285" y="1567673"/>
                  </a:lnTo>
                  <a:lnTo>
                    <a:pt x="1990177" y="1638134"/>
                  </a:lnTo>
                  <a:close/>
                  <a:moveTo>
                    <a:pt x="2020718" y="1557252"/>
                  </a:moveTo>
                  <a:lnTo>
                    <a:pt x="2013285" y="1567673"/>
                  </a:lnTo>
                  <a:lnTo>
                    <a:pt x="1988427" y="1677904"/>
                  </a:lnTo>
                  <a:close/>
                  <a:moveTo>
                    <a:pt x="2032852" y="1639467"/>
                  </a:moveTo>
                  <a:lnTo>
                    <a:pt x="2020718" y="1557252"/>
                  </a:lnTo>
                  <a:lnTo>
                    <a:pt x="1988427" y="1677904"/>
                  </a:lnTo>
                  <a:close/>
                  <a:moveTo>
                    <a:pt x="1990177" y="1638134"/>
                  </a:moveTo>
                  <a:lnTo>
                    <a:pt x="2013285" y="1567673"/>
                  </a:lnTo>
                  <a:lnTo>
                    <a:pt x="2041723" y="1677904"/>
                  </a:lnTo>
                  <a:close/>
                  <a:moveTo>
                    <a:pt x="1717700" y="1184614"/>
                  </a:moveTo>
                  <a:lnTo>
                    <a:pt x="1668861" y="1266828"/>
                  </a:lnTo>
                  <a:lnTo>
                    <a:pt x="1770100" y="1228392"/>
                  </a:lnTo>
                  <a:close/>
                  <a:moveTo>
                    <a:pt x="1413271" y="751592"/>
                  </a:moveTo>
                  <a:lnTo>
                    <a:pt x="1366865" y="773537"/>
                  </a:lnTo>
                  <a:lnTo>
                    <a:pt x="1452175" y="804721"/>
                  </a:lnTo>
                  <a:close/>
                  <a:moveTo>
                    <a:pt x="1366865" y="773537"/>
                  </a:moveTo>
                  <a:lnTo>
                    <a:pt x="1327540" y="832589"/>
                  </a:lnTo>
                  <a:lnTo>
                    <a:pt x="1452175" y="804721"/>
                  </a:lnTo>
                  <a:close/>
                  <a:moveTo>
                    <a:pt x="1304063" y="744812"/>
                  </a:moveTo>
                  <a:lnTo>
                    <a:pt x="1413271" y="751592"/>
                  </a:lnTo>
                  <a:lnTo>
                    <a:pt x="1428267" y="715333"/>
                  </a:lnTo>
                  <a:close/>
                  <a:moveTo>
                    <a:pt x="1304063" y="744812"/>
                  </a:moveTo>
                  <a:lnTo>
                    <a:pt x="1428267" y="715333"/>
                  </a:lnTo>
                  <a:lnTo>
                    <a:pt x="1338321" y="657698"/>
                  </a:lnTo>
                  <a:close/>
                  <a:moveTo>
                    <a:pt x="1413271" y="751592"/>
                  </a:moveTo>
                  <a:lnTo>
                    <a:pt x="1461298" y="735101"/>
                  </a:lnTo>
                  <a:lnTo>
                    <a:pt x="1428267" y="715333"/>
                  </a:lnTo>
                  <a:close/>
                  <a:moveTo>
                    <a:pt x="1413271" y="751592"/>
                  </a:moveTo>
                  <a:lnTo>
                    <a:pt x="1452175" y="804721"/>
                  </a:lnTo>
                  <a:lnTo>
                    <a:pt x="1461298" y="735101"/>
                  </a:lnTo>
                  <a:close/>
                  <a:moveTo>
                    <a:pt x="1268199" y="570671"/>
                  </a:moveTo>
                  <a:lnTo>
                    <a:pt x="1229534" y="691323"/>
                  </a:lnTo>
                  <a:lnTo>
                    <a:pt x="1332875" y="652886"/>
                  </a:lnTo>
                  <a:close/>
                  <a:moveTo>
                    <a:pt x="1817647" y="1205170"/>
                  </a:moveTo>
                  <a:lnTo>
                    <a:pt x="1875542" y="1218695"/>
                  </a:lnTo>
                  <a:lnTo>
                    <a:pt x="1833960" y="1180976"/>
                  </a:lnTo>
                  <a:close/>
                  <a:moveTo>
                    <a:pt x="1457320" y="815872"/>
                  </a:moveTo>
                  <a:lnTo>
                    <a:pt x="1541083" y="858475"/>
                  </a:lnTo>
                  <a:lnTo>
                    <a:pt x="1547669" y="803012"/>
                  </a:lnTo>
                  <a:close/>
                  <a:moveTo>
                    <a:pt x="1524879" y="721448"/>
                  </a:moveTo>
                  <a:lnTo>
                    <a:pt x="1461298" y="735101"/>
                  </a:lnTo>
                  <a:lnTo>
                    <a:pt x="1457320" y="815872"/>
                  </a:lnTo>
                  <a:close/>
                  <a:moveTo>
                    <a:pt x="1547669" y="803012"/>
                  </a:moveTo>
                  <a:lnTo>
                    <a:pt x="1524879" y="721448"/>
                  </a:lnTo>
                  <a:lnTo>
                    <a:pt x="1457320" y="815872"/>
                  </a:lnTo>
                  <a:close/>
                  <a:moveTo>
                    <a:pt x="1435406" y="633504"/>
                  </a:moveTo>
                  <a:lnTo>
                    <a:pt x="1428267" y="715333"/>
                  </a:lnTo>
                  <a:lnTo>
                    <a:pt x="1511254" y="614450"/>
                  </a:lnTo>
                  <a:close/>
                  <a:moveTo>
                    <a:pt x="1428267" y="715333"/>
                  </a:moveTo>
                  <a:lnTo>
                    <a:pt x="1461298" y="735101"/>
                  </a:lnTo>
                  <a:lnTo>
                    <a:pt x="1511254" y="614450"/>
                  </a:lnTo>
                  <a:close/>
                  <a:moveTo>
                    <a:pt x="1511254" y="614450"/>
                  </a:moveTo>
                  <a:lnTo>
                    <a:pt x="1461298" y="735101"/>
                  </a:lnTo>
                  <a:lnTo>
                    <a:pt x="1539966" y="639097"/>
                  </a:lnTo>
                  <a:close/>
                  <a:moveTo>
                    <a:pt x="1539966" y="639097"/>
                  </a:moveTo>
                  <a:lnTo>
                    <a:pt x="1461298" y="735101"/>
                  </a:lnTo>
                  <a:lnTo>
                    <a:pt x="1524879" y="721448"/>
                  </a:lnTo>
                  <a:close/>
                  <a:moveTo>
                    <a:pt x="1524879" y="721448"/>
                  </a:moveTo>
                  <a:lnTo>
                    <a:pt x="1577042" y="696665"/>
                  </a:lnTo>
                  <a:lnTo>
                    <a:pt x="1539966" y="639097"/>
                  </a:lnTo>
                  <a:close/>
                  <a:moveTo>
                    <a:pt x="1332875" y="652886"/>
                  </a:moveTo>
                  <a:lnTo>
                    <a:pt x="1338321" y="657698"/>
                  </a:lnTo>
                  <a:lnTo>
                    <a:pt x="1339254" y="651082"/>
                  </a:lnTo>
                  <a:close/>
                  <a:moveTo>
                    <a:pt x="1268199" y="570671"/>
                  </a:moveTo>
                  <a:lnTo>
                    <a:pt x="1332875" y="652886"/>
                  </a:lnTo>
                  <a:lnTo>
                    <a:pt x="1339254" y="651082"/>
                  </a:lnTo>
                  <a:close/>
                  <a:moveTo>
                    <a:pt x="1435406" y="633504"/>
                  </a:moveTo>
                  <a:lnTo>
                    <a:pt x="1338321" y="657698"/>
                  </a:lnTo>
                  <a:lnTo>
                    <a:pt x="1428267" y="715333"/>
                  </a:lnTo>
                  <a:close/>
                  <a:moveTo>
                    <a:pt x="1435406" y="633504"/>
                  </a:moveTo>
                  <a:lnTo>
                    <a:pt x="1339254" y="651082"/>
                  </a:lnTo>
                  <a:lnTo>
                    <a:pt x="1338321" y="657698"/>
                  </a:lnTo>
                  <a:close/>
                  <a:moveTo>
                    <a:pt x="1441497" y="549596"/>
                  </a:moveTo>
                  <a:lnTo>
                    <a:pt x="1424521" y="532234"/>
                  </a:lnTo>
                  <a:lnTo>
                    <a:pt x="1435406" y="633504"/>
                  </a:lnTo>
                  <a:close/>
                  <a:moveTo>
                    <a:pt x="1435406" y="633504"/>
                  </a:moveTo>
                  <a:lnTo>
                    <a:pt x="1424521" y="532234"/>
                  </a:lnTo>
                  <a:lnTo>
                    <a:pt x="1342683" y="548201"/>
                  </a:lnTo>
                  <a:close/>
                  <a:moveTo>
                    <a:pt x="1435406" y="633504"/>
                  </a:moveTo>
                  <a:lnTo>
                    <a:pt x="1342683" y="548201"/>
                  </a:lnTo>
                  <a:lnTo>
                    <a:pt x="1339254" y="651082"/>
                  </a:lnTo>
                  <a:close/>
                  <a:moveTo>
                    <a:pt x="1435406" y="633504"/>
                  </a:moveTo>
                  <a:lnTo>
                    <a:pt x="1511254" y="614450"/>
                  </a:lnTo>
                  <a:lnTo>
                    <a:pt x="1441497" y="549596"/>
                  </a:lnTo>
                  <a:close/>
                  <a:moveTo>
                    <a:pt x="2225544" y="1416202"/>
                  </a:moveTo>
                  <a:lnTo>
                    <a:pt x="2140534" y="1436601"/>
                  </a:lnTo>
                  <a:lnTo>
                    <a:pt x="2260225" y="1444876"/>
                  </a:lnTo>
                  <a:close/>
                  <a:moveTo>
                    <a:pt x="2260225" y="1444876"/>
                  </a:moveTo>
                  <a:lnTo>
                    <a:pt x="2140534" y="1436601"/>
                  </a:lnTo>
                  <a:lnTo>
                    <a:pt x="2136648" y="1476705"/>
                  </a:lnTo>
                  <a:close/>
                  <a:moveTo>
                    <a:pt x="2029873" y="1354003"/>
                  </a:moveTo>
                  <a:lnTo>
                    <a:pt x="2059464" y="1430038"/>
                  </a:lnTo>
                  <a:lnTo>
                    <a:pt x="2109071" y="1350208"/>
                  </a:lnTo>
                  <a:close/>
                  <a:moveTo>
                    <a:pt x="2225544" y="1416202"/>
                  </a:moveTo>
                  <a:lnTo>
                    <a:pt x="2112604" y="1386807"/>
                  </a:lnTo>
                  <a:lnTo>
                    <a:pt x="2140534" y="1436601"/>
                  </a:lnTo>
                  <a:close/>
                  <a:moveTo>
                    <a:pt x="2109071" y="1350208"/>
                  </a:moveTo>
                  <a:lnTo>
                    <a:pt x="2099011" y="1335983"/>
                  </a:lnTo>
                  <a:lnTo>
                    <a:pt x="2029873" y="1354003"/>
                  </a:lnTo>
                  <a:close/>
                  <a:moveTo>
                    <a:pt x="2018219" y="1163292"/>
                  </a:moveTo>
                  <a:lnTo>
                    <a:pt x="1926442" y="1189956"/>
                  </a:lnTo>
                  <a:lnTo>
                    <a:pt x="2054394" y="1232624"/>
                  </a:lnTo>
                  <a:close/>
                  <a:moveTo>
                    <a:pt x="1965211" y="1106295"/>
                  </a:moveTo>
                  <a:lnTo>
                    <a:pt x="1926442" y="1189956"/>
                  </a:lnTo>
                  <a:lnTo>
                    <a:pt x="2018219" y="1163292"/>
                  </a:lnTo>
                  <a:close/>
                  <a:moveTo>
                    <a:pt x="2018219" y="1163292"/>
                  </a:moveTo>
                  <a:lnTo>
                    <a:pt x="2093752" y="1162478"/>
                  </a:lnTo>
                  <a:lnTo>
                    <a:pt x="2048504" y="1099172"/>
                  </a:lnTo>
                  <a:close/>
                  <a:moveTo>
                    <a:pt x="2018219" y="1163292"/>
                  </a:moveTo>
                  <a:lnTo>
                    <a:pt x="2048504" y="1099172"/>
                  </a:lnTo>
                  <a:lnTo>
                    <a:pt x="1965211" y="1106295"/>
                  </a:lnTo>
                  <a:close/>
                  <a:moveTo>
                    <a:pt x="1577042" y="696665"/>
                  </a:moveTo>
                  <a:lnTo>
                    <a:pt x="1605509" y="778880"/>
                  </a:lnTo>
                  <a:lnTo>
                    <a:pt x="1643409" y="740443"/>
                  </a:lnTo>
                  <a:close/>
                  <a:moveTo>
                    <a:pt x="1511254" y="614450"/>
                  </a:moveTo>
                  <a:lnTo>
                    <a:pt x="1539966" y="639097"/>
                  </a:lnTo>
                  <a:lnTo>
                    <a:pt x="1555865" y="596165"/>
                  </a:lnTo>
                  <a:close/>
                  <a:moveTo>
                    <a:pt x="1555865" y="596165"/>
                  </a:moveTo>
                  <a:lnTo>
                    <a:pt x="1441497" y="549596"/>
                  </a:lnTo>
                  <a:lnTo>
                    <a:pt x="1511254" y="614450"/>
                  </a:lnTo>
                  <a:close/>
                  <a:moveTo>
                    <a:pt x="1607035" y="493798"/>
                  </a:moveTo>
                  <a:lnTo>
                    <a:pt x="1630113" y="482280"/>
                  </a:lnTo>
                  <a:lnTo>
                    <a:pt x="1549374" y="501349"/>
                  </a:lnTo>
                  <a:close/>
                  <a:moveTo>
                    <a:pt x="2418886" y="1280111"/>
                  </a:moveTo>
                  <a:lnTo>
                    <a:pt x="2327212" y="1294048"/>
                  </a:lnTo>
                  <a:lnTo>
                    <a:pt x="2312028" y="1359902"/>
                  </a:lnTo>
                  <a:close/>
                  <a:moveTo>
                    <a:pt x="1658260" y="537577"/>
                  </a:moveTo>
                  <a:lnTo>
                    <a:pt x="1687916" y="483193"/>
                  </a:lnTo>
                  <a:lnTo>
                    <a:pt x="1607035" y="493798"/>
                  </a:lnTo>
                  <a:close/>
                  <a:moveTo>
                    <a:pt x="1630113" y="482280"/>
                  </a:moveTo>
                  <a:lnTo>
                    <a:pt x="1607035" y="493798"/>
                  </a:lnTo>
                  <a:lnTo>
                    <a:pt x="1645914" y="483456"/>
                  </a:lnTo>
                  <a:close/>
                  <a:moveTo>
                    <a:pt x="2175492" y="756248"/>
                  </a:moveTo>
                  <a:lnTo>
                    <a:pt x="2132319" y="830847"/>
                  </a:lnTo>
                  <a:lnTo>
                    <a:pt x="2208999" y="829100"/>
                  </a:lnTo>
                  <a:close/>
                  <a:moveTo>
                    <a:pt x="1879526" y="416925"/>
                  </a:moveTo>
                  <a:lnTo>
                    <a:pt x="1887640" y="457408"/>
                  </a:lnTo>
                  <a:lnTo>
                    <a:pt x="2019823" y="461343"/>
                  </a:lnTo>
                  <a:close/>
                  <a:moveTo>
                    <a:pt x="2019823" y="461343"/>
                  </a:moveTo>
                  <a:lnTo>
                    <a:pt x="2022854" y="460704"/>
                  </a:lnTo>
                  <a:lnTo>
                    <a:pt x="2020032" y="458545"/>
                  </a:lnTo>
                  <a:close/>
                  <a:moveTo>
                    <a:pt x="2019823" y="461343"/>
                  </a:moveTo>
                  <a:lnTo>
                    <a:pt x="2027475" y="486370"/>
                  </a:lnTo>
                  <a:lnTo>
                    <a:pt x="2022854" y="460704"/>
                  </a:lnTo>
                  <a:close/>
                  <a:moveTo>
                    <a:pt x="2027475" y="486370"/>
                  </a:moveTo>
                  <a:lnTo>
                    <a:pt x="2019823" y="461343"/>
                  </a:lnTo>
                  <a:lnTo>
                    <a:pt x="2009083" y="460704"/>
                  </a:lnTo>
                  <a:close/>
                  <a:moveTo>
                    <a:pt x="2121750" y="439071"/>
                  </a:moveTo>
                  <a:lnTo>
                    <a:pt x="2022854" y="460704"/>
                  </a:lnTo>
                  <a:lnTo>
                    <a:pt x="2158347" y="481817"/>
                  </a:lnTo>
                  <a:close/>
                  <a:moveTo>
                    <a:pt x="2022854" y="460704"/>
                  </a:moveTo>
                  <a:lnTo>
                    <a:pt x="2121750" y="439071"/>
                  </a:lnTo>
                  <a:lnTo>
                    <a:pt x="2020032" y="458545"/>
                  </a:lnTo>
                  <a:close/>
                  <a:moveTo>
                    <a:pt x="2203177" y="433465"/>
                  </a:moveTo>
                  <a:lnTo>
                    <a:pt x="2160047" y="424719"/>
                  </a:lnTo>
                  <a:lnTo>
                    <a:pt x="2121750" y="439071"/>
                  </a:lnTo>
                  <a:close/>
                  <a:moveTo>
                    <a:pt x="2203177" y="433465"/>
                  </a:moveTo>
                  <a:lnTo>
                    <a:pt x="2121750" y="439071"/>
                  </a:lnTo>
                  <a:lnTo>
                    <a:pt x="2219677" y="432464"/>
                  </a:lnTo>
                  <a:close/>
                  <a:moveTo>
                    <a:pt x="2121750" y="439071"/>
                  </a:moveTo>
                  <a:lnTo>
                    <a:pt x="2158347" y="481817"/>
                  </a:lnTo>
                  <a:lnTo>
                    <a:pt x="2219677" y="432464"/>
                  </a:lnTo>
                  <a:close/>
                  <a:moveTo>
                    <a:pt x="2203177" y="433465"/>
                  </a:moveTo>
                  <a:lnTo>
                    <a:pt x="2219677" y="432464"/>
                  </a:lnTo>
                  <a:lnTo>
                    <a:pt x="2234998" y="422268"/>
                  </a:lnTo>
                  <a:close/>
                  <a:moveTo>
                    <a:pt x="1944868" y="240971"/>
                  </a:moveTo>
                  <a:lnTo>
                    <a:pt x="1964917" y="252478"/>
                  </a:lnTo>
                  <a:lnTo>
                    <a:pt x="1937464" y="267523"/>
                  </a:lnTo>
                  <a:close/>
                  <a:moveTo>
                    <a:pt x="2225691" y="24546"/>
                  </a:moveTo>
                  <a:lnTo>
                    <a:pt x="2163888" y="54971"/>
                  </a:lnTo>
                  <a:lnTo>
                    <a:pt x="2108822" y="81451"/>
                  </a:lnTo>
                  <a:close/>
                  <a:moveTo>
                    <a:pt x="2263131" y="16534"/>
                  </a:moveTo>
                  <a:lnTo>
                    <a:pt x="2195379" y="39435"/>
                  </a:lnTo>
                  <a:lnTo>
                    <a:pt x="2225691" y="24546"/>
                  </a:lnTo>
                  <a:close/>
                  <a:moveTo>
                    <a:pt x="2305681" y="10354"/>
                  </a:moveTo>
                  <a:lnTo>
                    <a:pt x="2263131" y="16534"/>
                  </a:lnTo>
                  <a:lnTo>
                    <a:pt x="2361042" y="36739"/>
                  </a:lnTo>
                  <a:close/>
                  <a:moveTo>
                    <a:pt x="2361042" y="36739"/>
                  </a:moveTo>
                  <a:lnTo>
                    <a:pt x="2263131" y="16534"/>
                  </a:lnTo>
                  <a:lnTo>
                    <a:pt x="2225691" y="24546"/>
                  </a:lnTo>
                  <a:close/>
                  <a:moveTo>
                    <a:pt x="2392947" y="0"/>
                  </a:moveTo>
                  <a:lnTo>
                    <a:pt x="2305681" y="10354"/>
                  </a:lnTo>
                  <a:lnTo>
                    <a:pt x="2438160" y="46415"/>
                  </a:lnTo>
                  <a:close/>
                  <a:moveTo>
                    <a:pt x="2305681" y="10354"/>
                  </a:moveTo>
                  <a:lnTo>
                    <a:pt x="2361042" y="36739"/>
                  </a:lnTo>
                  <a:lnTo>
                    <a:pt x="2438160" y="4641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17" name="Candidate_density__2116">
              <a:extLst>
                <a:ext uri="{FF2B5EF4-FFF2-40B4-BE49-F238E27FC236}">
                  <a16:creationId xmlns:a16="http://schemas.microsoft.com/office/drawing/2014/main" id="{247E2D98-1B02-1213-AA0F-DA03179B4A8E}"/>
                </a:ext>
              </a:extLst>
            </p:cNvPr>
            <p:cNvSpPr>
              <a:spLocks noGrp="1"/>
            </p:cNvSpPr>
            <p:nvPr/>
          </p:nvSpPr>
          <p:spPr>
            <a:xfrm>
              <a:off x="4050326" y="1569676"/>
              <a:ext cx="1878942" cy="2140908"/>
            </a:xfrm>
            <a:custGeom>
              <a:avLst/>
              <a:gdLst/>
              <a:ahLst/>
              <a:cxnLst/>
              <a:rect l="0" t="0" r="0" b="0"/>
              <a:pathLst>
                <a:path w="1878942" h="2140908">
                  <a:moveTo>
                    <a:pt x="92962" y="2102471"/>
                  </a:moveTo>
                  <a:lnTo>
                    <a:pt x="96306" y="2020256"/>
                  </a:lnTo>
                  <a:lnTo>
                    <a:pt x="41799" y="2140908"/>
                  </a:lnTo>
                  <a:close/>
                  <a:moveTo>
                    <a:pt x="98830" y="2012705"/>
                  </a:moveTo>
                  <a:lnTo>
                    <a:pt x="83723" y="2034180"/>
                  </a:lnTo>
                  <a:lnTo>
                    <a:pt x="96306" y="2020256"/>
                  </a:lnTo>
                  <a:close/>
                  <a:moveTo>
                    <a:pt x="98830" y="2012705"/>
                  </a:moveTo>
                  <a:lnTo>
                    <a:pt x="96306" y="2020256"/>
                  </a:lnTo>
                  <a:lnTo>
                    <a:pt x="115581" y="2008280"/>
                  </a:lnTo>
                  <a:close/>
                  <a:moveTo>
                    <a:pt x="0" y="1491449"/>
                  </a:moveTo>
                  <a:lnTo>
                    <a:pt x="46494" y="1503393"/>
                  </a:lnTo>
                  <a:lnTo>
                    <a:pt x="45774" y="1450093"/>
                  </a:lnTo>
                  <a:close/>
                  <a:moveTo>
                    <a:pt x="557813" y="1702080"/>
                  </a:moveTo>
                  <a:lnTo>
                    <a:pt x="539466" y="1619865"/>
                  </a:lnTo>
                  <a:lnTo>
                    <a:pt x="524690" y="1717865"/>
                  </a:lnTo>
                  <a:close/>
                  <a:moveTo>
                    <a:pt x="539466" y="1619865"/>
                  </a:moveTo>
                  <a:lnTo>
                    <a:pt x="506659" y="1632432"/>
                  </a:lnTo>
                  <a:lnTo>
                    <a:pt x="524690" y="1717865"/>
                  </a:lnTo>
                  <a:close/>
                  <a:moveTo>
                    <a:pt x="524690" y="1717865"/>
                  </a:moveTo>
                  <a:lnTo>
                    <a:pt x="546578" y="1711321"/>
                  </a:lnTo>
                  <a:lnTo>
                    <a:pt x="557813" y="1702080"/>
                  </a:lnTo>
                  <a:close/>
                  <a:moveTo>
                    <a:pt x="206197" y="1294558"/>
                  </a:moveTo>
                  <a:lnTo>
                    <a:pt x="147787" y="1329441"/>
                  </a:lnTo>
                  <a:lnTo>
                    <a:pt x="210903" y="1292260"/>
                  </a:lnTo>
                  <a:close/>
                  <a:moveTo>
                    <a:pt x="147787" y="1329441"/>
                  </a:moveTo>
                  <a:lnTo>
                    <a:pt x="99745" y="1370520"/>
                  </a:lnTo>
                  <a:lnTo>
                    <a:pt x="210903" y="1292260"/>
                  </a:lnTo>
                  <a:close/>
                  <a:moveTo>
                    <a:pt x="206197" y="1294558"/>
                  </a:moveTo>
                  <a:lnTo>
                    <a:pt x="210903" y="1292260"/>
                  </a:lnTo>
                  <a:lnTo>
                    <a:pt x="211503" y="1291005"/>
                  </a:lnTo>
                  <a:close/>
                  <a:moveTo>
                    <a:pt x="546578" y="1711321"/>
                  </a:moveTo>
                  <a:lnTo>
                    <a:pt x="596307" y="1682046"/>
                  </a:lnTo>
                  <a:lnTo>
                    <a:pt x="557813" y="1702080"/>
                  </a:lnTo>
                  <a:close/>
                  <a:moveTo>
                    <a:pt x="539466" y="1619865"/>
                  </a:moveTo>
                  <a:lnTo>
                    <a:pt x="557813" y="1702080"/>
                  </a:lnTo>
                  <a:lnTo>
                    <a:pt x="597261" y="1663643"/>
                  </a:lnTo>
                  <a:close/>
                  <a:moveTo>
                    <a:pt x="539466" y="1619865"/>
                  </a:moveTo>
                  <a:lnTo>
                    <a:pt x="597261" y="1663643"/>
                  </a:lnTo>
                  <a:lnTo>
                    <a:pt x="572601" y="1581429"/>
                  </a:lnTo>
                  <a:close/>
                  <a:moveTo>
                    <a:pt x="233488" y="872001"/>
                  </a:moveTo>
                  <a:lnTo>
                    <a:pt x="239781" y="803056"/>
                  </a:lnTo>
                  <a:lnTo>
                    <a:pt x="205893" y="843123"/>
                  </a:lnTo>
                  <a:close/>
                  <a:moveTo>
                    <a:pt x="611190" y="907397"/>
                  </a:moveTo>
                  <a:lnTo>
                    <a:pt x="601169" y="991163"/>
                  </a:lnTo>
                  <a:lnTo>
                    <a:pt x="642198" y="890613"/>
                  </a:lnTo>
                  <a:close/>
                  <a:moveTo>
                    <a:pt x="642198" y="890613"/>
                  </a:moveTo>
                  <a:lnTo>
                    <a:pt x="610324" y="1011265"/>
                  </a:lnTo>
                  <a:lnTo>
                    <a:pt x="656447" y="972829"/>
                  </a:lnTo>
                  <a:close/>
                  <a:moveTo>
                    <a:pt x="1141532" y="1345468"/>
                  </a:moveTo>
                  <a:lnTo>
                    <a:pt x="1101489" y="1351714"/>
                  </a:lnTo>
                  <a:lnTo>
                    <a:pt x="1130397" y="1424824"/>
                  </a:lnTo>
                  <a:close/>
                  <a:moveTo>
                    <a:pt x="1017599" y="1359323"/>
                  </a:moveTo>
                  <a:lnTo>
                    <a:pt x="980925" y="1301689"/>
                  </a:lnTo>
                  <a:lnTo>
                    <a:pt x="968057" y="1311719"/>
                  </a:lnTo>
                  <a:close/>
                  <a:moveTo>
                    <a:pt x="1086361" y="1263921"/>
                  </a:moveTo>
                  <a:lnTo>
                    <a:pt x="980925" y="1301689"/>
                  </a:lnTo>
                  <a:lnTo>
                    <a:pt x="1017599" y="1359323"/>
                  </a:lnTo>
                  <a:close/>
                  <a:moveTo>
                    <a:pt x="1101489" y="1351714"/>
                  </a:moveTo>
                  <a:lnTo>
                    <a:pt x="1086361" y="1263921"/>
                  </a:lnTo>
                  <a:lnTo>
                    <a:pt x="1017599" y="1359323"/>
                  </a:lnTo>
                  <a:close/>
                  <a:moveTo>
                    <a:pt x="1141532" y="1345468"/>
                  </a:moveTo>
                  <a:lnTo>
                    <a:pt x="1088770" y="1263252"/>
                  </a:lnTo>
                  <a:lnTo>
                    <a:pt x="1101489" y="1351714"/>
                  </a:lnTo>
                  <a:close/>
                  <a:moveTo>
                    <a:pt x="1088770" y="1263252"/>
                  </a:moveTo>
                  <a:lnTo>
                    <a:pt x="1086361" y="1263921"/>
                  </a:lnTo>
                  <a:lnTo>
                    <a:pt x="1101489" y="1351714"/>
                  </a:lnTo>
                  <a:close/>
                  <a:moveTo>
                    <a:pt x="1025833" y="1249076"/>
                  </a:moveTo>
                  <a:lnTo>
                    <a:pt x="980925" y="1301689"/>
                  </a:lnTo>
                  <a:lnTo>
                    <a:pt x="1086361" y="1263921"/>
                  </a:lnTo>
                  <a:close/>
                  <a:moveTo>
                    <a:pt x="642198" y="890613"/>
                  </a:moveTo>
                  <a:lnTo>
                    <a:pt x="656447" y="972829"/>
                  </a:lnTo>
                  <a:lnTo>
                    <a:pt x="709268" y="934392"/>
                  </a:lnTo>
                  <a:close/>
                  <a:moveTo>
                    <a:pt x="642198" y="890613"/>
                  </a:moveTo>
                  <a:lnTo>
                    <a:pt x="709268" y="934392"/>
                  </a:lnTo>
                  <a:lnTo>
                    <a:pt x="733746" y="852177"/>
                  </a:lnTo>
                  <a:close/>
                  <a:moveTo>
                    <a:pt x="747448" y="829013"/>
                  </a:moveTo>
                  <a:lnTo>
                    <a:pt x="642198" y="890613"/>
                  </a:lnTo>
                  <a:lnTo>
                    <a:pt x="733746" y="852177"/>
                  </a:lnTo>
                  <a:close/>
                  <a:moveTo>
                    <a:pt x="747448" y="829013"/>
                  </a:moveTo>
                  <a:lnTo>
                    <a:pt x="684430" y="808603"/>
                  </a:lnTo>
                  <a:lnTo>
                    <a:pt x="642198" y="890613"/>
                  </a:lnTo>
                  <a:close/>
                  <a:moveTo>
                    <a:pt x="1088770" y="1263252"/>
                  </a:moveTo>
                  <a:lnTo>
                    <a:pt x="1141532" y="1345468"/>
                  </a:lnTo>
                  <a:lnTo>
                    <a:pt x="1211087" y="1307031"/>
                  </a:lnTo>
                  <a:close/>
                  <a:moveTo>
                    <a:pt x="1088770" y="1263252"/>
                  </a:moveTo>
                  <a:lnTo>
                    <a:pt x="1211087" y="1307031"/>
                  </a:lnTo>
                  <a:lnTo>
                    <a:pt x="1190008" y="1224816"/>
                  </a:lnTo>
                  <a:close/>
                  <a:moveTo>
                    <a:pt x="733746" y="852177"/>
                  </a:moveTo>
                  <a:lnTo>
                    <a:pt x="810228" y="848536"/>
                  </a:lnTo>
                  <a:lnTo>
                    <a:pt x="771822" y="837399"/>
                  </a:lnTo>
                  <a:close/>
                  <a:moveTo>
                    <a:pt x="747448" y="829013"/>
                  </a:moveTo>
                  <a:lnTo>
                    <a:pt x="733746" y="852177"/>
                  </a:lnTo>
                  <a:lnTo>
                    <a:pt x="771822" y="837399"/>
                  </a:lnTo>
                  <a:close/>
                  <a:moveTo>
                    <a:pt x="872083" y="801145"/>
                  </a:moveTo>
                  <a:lnTo>
                    <a:pt x="747448" y="829013"/>
                  </a:lnTo>
                  <a:lnTo>
                    <a:pt x="870172" y="813740"/>
                  </a:lnTo>
                  <a:close/>
                  <a:moveTo>
                    <a:pt x="870172" y="813740"/>
                  </a:moveTo>
                  <a:lnTo>
                    <a:pt x="747448" y="829013"/>
                  </a:lnTo>
                  <a:lnTo>
                    <a:pt x="771822" y="837399"/>
                  </a:lnTo>
                  <a:close/>
                  <a:moveTo>
                    <a:pt x="771822" y="837399"/>
                  </a:moveTo>
                  <a:lnTo>
                    <a:pt x="810228" y="848536"/>
                  </a:lnTo>
                  <a:lnTo>
                    <a:pt x="870172" y="813740"/>
                  </a:lnTo>
                  <a:close/>
                  <a:moveTo>
                    <a:pt x="633275" y="589165"/>
                  </a:moveTo>
                  <a:lnTo>
                    <a:pt x="626498" y="655460"/>
                  </a:lnTo>
                  <a:lnTo>
                    <a:pt x="688107" y="567095"/>
                  </a:lnTo>
                  <a:close/>
                  <a:moveTo>
                    <a:pt x="688107" y="567095"/>
                  </a:moveTo>
                  <a:lnTo>
                    <a:pt x="626498" y="655460"/>
                  </a:lnTo>
                  <a:lnTo>
                    <a:pt x="649443" y="687747"/>
                  </a:lnTo>
                  <a:close/>
                  <a:moveTo>
                    <a:pt x="594140" y="605532"/>
                  </a:moveTo>
                  <a:lnTo>
                    <a:pt x="626498" y="655460"/>
                  </a:lnTo>
                  <a:lnTo>
                    <a:pt x="633275" y="589165"/>
                  </a:lnTo>
                  <a:close/>
                  <a:moveTo>
                    <a:pt x="598271" y="549924"/>
                  </a:moveTo>
                  <a:lnTo>
                    <a:pt x="594140" y="605532"/>
                  </a:lnTo>
                  <a:lnTo>
                    <a:pt x="633275" y="589165"/>
                  </a:lnTo>
                  <a:close/>
                  <a:moveTo>
                    <a:pt x="713665" y="487503"/>
                  </a:moveTo>
                  <a:lnTo>
                    <a:pt x="598271" y="549924"/>
                  </a:lnTo>
                  <a:lnTo>
                    <a:pt x="688107" y="567095"/>
                  </a:lnTo>
                  <a:close/>
                  <a:moveTo>
                    <a:pt x="688107" y="567095"/>
                  </a:moveTo>
                  <a:lnTo>
                    <a:pt x="598271" y="549924"/>
                  </a:lnTo>
                  <a:lnTo>
                    <a:pt x="633275" y="589165"/>
                  </a:lnTo>
                  <a:close/>
                  <a:moveTo>
                    <a:pt x="1533340" y="1515240"/>
                  </a:moveTo>
                  <a:lnTo>
                    <a:pt x="1556556" y="1473129"/>
                  </a:lnTo>
                  <a:lnTo>
                    <a:pt x="1539527" y="1438150"/>
                  </a:lnTo>
                  <a:close/>
                  <a:moveTo>
                    <a:pt x="1539527" y="1438150"/>
                  </a:moveTo>
                  <a:lnTo>
                    <a:pt x="1560442" y="1433025"/>
                  </a:lnTo>
                  <a:lnTo>
                    <a:pt x="1532512" y="1383231"/>
                  </a:lnTo>
                  <a:close/>
                  <a:moveTo>
                    <a:pt x="1507000" y="1433025"/>
                  </a:moveTo>
                  <a:lnTo>
                    <a:pt x="1539527" y="1438150"/>
                  </a:lnTo>
                  <a:lnTo>
                    <a:pt x="1532512" y="1383231"/>
                  </a:lnTo>
                  <a:close/>
                  <a:moveTo>
                    <a:pt x="1539527" y="1438150"/>
                  </a:moveTo>
                  <a:lnTo>
                    <a:pt x="1556556" y="1473129"/>
                  </a:lnTo>
                  <a:lnTo>
                    <a:pt x="1560442" y="1433025"/>
                  </a:lnTo>
                  <a:close/>
                  <a:moveTo>
                    <a:pt x="1295451" y="1215119"/>
                  </a:moveTo>
                  <a:lnTo>
                    <a:pt x="1324190" y="1161666"/>
                  </a:lnTo>
                  <a:lnTo>
                    <a:pt x="1253868" y="1177400"/>
                  </a:lnTo>
                  <a:close/>
                  <a:moveTo>
                    <a:pt x="1295451" y="1215119"/>
                  </a:moveTo>
                  <a:lnTo>
                    <a:pt x="1237555" y="1201594"/>
                  </a:lnTo>
                  <a:lnTo>
                    <a:pt x="1335014" y="1202130"/>
                  </a:lnTo>
                  <a:close/>
                  <a:moveTo>
                    <a:pt x="1324190" y="1161666"/>
                  </a:moveTo>
                  <a:lnTo>
                    <a:pt x="1295451" y="1215119"/>
                  </a:lnTo>
                  <a:lnTo>
                    <a:pt x="1346350" y="1186380"/>
                  </a:lnTo>
                  <a:close/>
                  <a:moveTo>
                    <a:pt x="1295451" y="1215119"/>
                  </a:moveTo>
                  <a:lnTo>
                    <a:pt x="1335014" y="1202130"/>
                  </a:lnTo>
                  <a:lnTo>
                    <a:pt x="1346350" y="1186380"/>
                  </a:lnTo>
                  <a:close/>
                  <a:moveTo>
                    <a:pt x="872083" y="801145"/>
                  </a:moveTo>
                  <a:lnTo>
                    <a:pt x="870172" y="813740"/>
                  </a:lnTo>
                  <a:lnTo>
                    <a:pt x="877228" y="812297"/>
                  </a:lnTo>
                  <a:close/>
                  <a:moveTo>
                    <a:pt x="877228" y="812297"/>
                  </a:moveTo>
                  <a:lnTo>
                    <a:pt x="881206" y="731525"/>
                  </a:lnTo>
                  <a:lnTo>
                    <a:pt x="872083" y="801145"/>
                  </a:lnTo>
                  <a:close/>
                  <a:moveTo>
                    <a:pt x="688107" y="567095"/>
                  </a:moveTo>
                  <a:lnTo>
                    <a:pt x="759162" y="647506"/>
                  </a:lnTo>
                  <a:lnTo>
                    <a:pt x="762592" y="544626"/>
                  </a:lnTo>
                  <a:close/>
                  <a:moveTo>
                    <a:pt x="713665" y="487503"/>
                  </a:moveTo>
                  <a:lnTo>
                    <a:pt x="688107" y="567095"/>
                  </a:lnTo>
                  <a:lnTo>
                    <a:pt x="762592" y="544626"/>
                  </a:lnTo>
                  <a:close/>
                  <a:moveTo>
                    <a:pt x="713665" y="487503"/>
                  </a:moveTo>
                  <a:lnTo>
                    <a:pt x="762592" y="544626"/>
                  </a:lnTo>
                  <a:lnTo>
                    <a:pt x="714797" y="484880"/>
                  </a:lnTo>
                  <a:close/>
                  <a:moveTo>
                    <a:pt x="714797" y="484880"/>
                  </a:moveTo>
                  <a:lnTo>
                    <a:pt x="762592" y="544626"/>
                  </a:lnTo>
                  <a:lnTo>
                    <a:pt x="844430" y="528658"/>
                  </a:lnTo>
                  <a:close/>
                  <a:moveTo>
                    <a:pt x="714797" y="484880"/>
                  </a:moveTo>
                  <a:lnTo>
                    <a:pt x="844430" y="528658"/>
                  </a:lnTo>
                  <a:lnTo>
                    <a:pt x="833471" y="446444"/>
                  </a:lnTo>
                  <a:close/>
                  <a:moveTo>
                    <a:pt x="1528980" y="1346632"/>
                  </a:moveTo>
                  <a:lnTo>
                    <a:pt x="1507000" y="1433025"/>
                  </a:lnTo>
                  <a:lnTo>
                    <a:pt x="1532512" y="1383231"/>
                  </a:lnTo>
                  <a:close/>
                  <a:moveTo>
                    <a:pt x="1479373" y="1426462"/>
                  </a:moveTo>
                  <a:lnTo>
                    <a:pt x="1507000" y="1433025"/>
                  </a:lnTo>
                  <a:lnTo>
                    <a:pt x="1528980" y="1346632"/>
                  </a:lnTo>
                  <a:close/>
                  <a:moveTo>
                    <a:pt x="1528980" y="1346632"/>
                  </a:moveTo>
                  <a:lnTo>
                    <a:pt x="1532512" y="1383231"/>
                  </a:lnTo>
                  <a:lnTo>
                    <a:pt x="1645452" y="1412626"/>
                  </a:lnTo>
                  <a:close/>
                  <a:moveTo>
                    <a:pt x="1631935" y="1323524"/>
                  </a:moveTo>
                  <a:lnTo>
                    <a:pt x="1528980" y="1346632"/>
                  </a:lnTo>
                  <a:lnTo>
                    <a:pt x="1645452" y="1412626"/>
                  </a:lnTo>
                  <a:close/>
                  <a:moveTo>
                    <a:pt x="1528980" y="1346632"/>
                  </a:moveTo>
                  <a:lnTo>
                    <a:pt x="1564576" y="1268595"/>
                  </a:lnTo>
                  <a:lnTo>
                    <a:pt x="1518919" y="1332407"/>
                  </a:lnTo>
                  <a:close/>
                  <a:moveTo>
                    <a:pt x="1631935" y="1323524"/>
                  </a:moveTo>
                  <a:lnTo>
                    <a:pt x="1580463" y="1265277"/>
                  </a:lnTo>
                  <a:lnTo>
                    <a:pt x="1528980" y="1346632"/>
                  </a:lnTo>
                  <a:close/>
                  <a:moveTo>
                    <a:pt x="1675715" y="1312373"/>
                  </a:moveTo>
                  <a:lnTo>
                    <a:pt x="1699629" y="1235535"/>
                  </a:lnTo>
                  <a:lnTo>
                    <a:pt x="1631935" y="1323524"/>
                  </a:lnTo>
                  <a:close/>
                  <a:moveTo>
                    <a:pt x="996950" y="693089"/>
                  </a:moveTo>
                  <a:lnTo>
                    <a:pt x="1063318" y="736868"/>
                  </a:lnTo>
                  <a:lnTo>
                    <a:pt x="1050875" y="654653"/>
                  </a:lnTo>
                  <a:close/>
                  <a:moveTo>
                    <a:pt x="975774" y="592589"/>
                  </a:moveTo>
                  <a:lnTo>
                    <a:pt x="959875" y="635522"/>
                  </a:lnTo>
                  <a:lnTo>
                    <a:pt x="1014089" y="572438"/>
                  </a:lnTo>
                  <a:close/>
                  <a:moveTo>
                    <a:pt x="1014089" y="572438"/>
                  </a:moveTo>
                  <a:lnTo>
                    <a:pt x="959875" y="635522"/>
                  </a:lnTo>
                  <a:lnTo>
                    <a:pt x="996950" y="693089"/>
                  </a:lnTo>
                  <a:close/>
                  <a:moveTo>
                    <a:pt x="1014089" y="572438"/>
                  </a:moveTo>
                  <a:lnTo>
                    <a:pt x="996950" y="693089"/>
                  </a:lnTo>
                  <a:lnTo>
                    <a:pt x="1050875" y="654653"/>
                  </a:lnTo>
                  <a:close/>
                  <a:moveTo>
                    <a:pt x="863361" y="523294"/>
                  </a:moveTo>
                  <a:lnTo>
                    <a:pt x="861406" y="546020"/>
                  </a:lnTo>
                  <a:lnTo>
                    <a:pt x="975774" y="592589"/>
                  </a:lnTo>
                  <a:close/>
                  <a:moveTo>
                    <a:pt x="969283" y="497773"/>
                  </a:moveTo>
                  <a:lnTo>
                    <a:pt x="863361" y="523294"/>
                  </a:lnTo>
                  <a:lnTo>
                    <a:pt x="975774" y="592589"/>
                  </a:lnTo>
                  <a:close/>
                  <a:moveTo>
                    <a:pt x="1014089" y="572438"/>
                  </a:moveTo>
                  <a:lnTo>
                    <a:pt x="1026943" y="490222"/>
                  </a:lnTo>
                  <a:lnTo>
                    <a:pt x="975774" y="592589"/>
                  </a:lnTo>
                  <a:close/>
                  <a:moveTo>
                    <a:pt x="1026943" y="490222"/>
                  </a:moveTo>
                  <a:lnTo>
                    <a:pt x="969283" y="497773"/>
                  </a:lnTo>
                  <a:lnTo>
                    <a:pt x="975774" y="592589"/>
                  </a:lnTo>
                  <a:close/>
                  <a:moveTo>
                    <a:pt x="844430" y="528658"/>
                  </a:moveTo>
                  <a:lnTo>
                    <a:pt x="861406" y="546020"/>
                  </a:lnTo>
                  <a:lnTo>
                    <a:pt x="863361" y="523294"/>
                  </a:lnTo>
                  <a:close/>
                  <a:moveTo>
                    <a:pt x="833471" y="446444"/>
                  </a:moveTo>
                  <a:lnTo>
                    <a:pt x="863361" y="523294"/>
                  </a:lnTo>
                  <a:lnTo>
                    <a:pt x="835389" y="445943"/>
                  </a:lnTo>
                  <a:close/>
                  <a:moveTo>
                    <a:pt x="833471" y="446444"/>
                  </a:moveTo>
                  <a:lnTo>
                    <a:pt x="844430" y="528658"/>
                  </a:lnTo>
                  <a:lnTo>
                    <a:pt x="863361" y="523294"/>
                  </a:lnTo>
                  <a:close/>
                  <a:moveTo>
                    <a:pt x="863361" y="523294"/>
                  </a:moveTo>
                  <a:lnTo>
                    <a:pt x="969283" y="497773"/>
                  </a:lnTo>
                  <a:lnTo>
                    <a:pt x="929548" y="429985"/>
                  </a:lnTo>
                  <a:close/>
                  <a:moveTo>
                    <a:pt x="863361" y="523294"/>
                  </a:moveTo>
                  <a:lnTo>
                    <a:pt x="929548" y="429985"/>
                  </a:lnTo>
                  <a:lnTo>
                    <a:pt x="835389" y="445943"/>
                  </a:lnTo>
                  <a:close/>
                  <a:moveTo>
                    <a:pt x="834234" y="444429"/>
                  </a:moveTo>
                  <a:lnTo>
                    <a:pt x="833471" y="446444"/>
                  </a:lnTo>
                  <a:lnTo>
                    <a:pt x="835389" y="445943"/>
                  </a:lnTo>
                  <a:close/>
                  <a:moveTo>
                    <a:pt x="1675715" y="1312373"/>
                  </a:moveTo>
                  <a:lnTo>
                    <a:pt x="1731936" y="1356326"/>
                  </a:lnTo>
                  <a:lnTo>
                    <a:pt x="1747120" y="1290472"/>
                  </a:lnTo>
                  <a:close/>
                  <a:moveTo>
                    <a:pt x="1699629" y="1235535"/>
                  </a:moveTo>
                  <a:lnTo>
                    <a:pt x="1675715" y="1312373"/>
                  </a:lnTo>
                  <a:lnTo>
                    <a:pt x="1747120" y="1290472"/>
                  </a:lnTo>
                  <a:close/>
                  <a:moveTo>
                    <a:pt x="1014089" y="572438"/>
                  </a:moveTo>
                  <a:lnTo>
                    <a:pt x="1078168" y="534001"/>
                  </a:lnTo>
                  <a:lnTo>
                    <a:pt x="1026943" y="490222"/>
                  </a:lnTo>
                  <a:close/>
                  <a:moveTo>
                    <a:pt x="1703731" y="390059"/>
                  </a:moveTo>
                  <a:lnTo>
                    <a:pt x="1623085" y="429889"/>
                  </a:lnTo>
                  <a:lnTo>
                    <a:pt x="1654906" y="418692"/>
                  </a:lnTo>
                  <a:close/>
                  <a:moveTo>
                    <a:pt x="1739518" y="395823"/>
                  </a:moveTo>
                  <a:lnTo>
                    <a:pt x="1654906" y="418692"/>
                  </a:lnTo>
                  <a:lnTo>
                    <a:pt x="1764036" y="400332"/>
                  </a:lnTo>
                  <a:close/>
                  <a:moveTo>
                    <a:pt x="1764036" y="400332"/>
                  </a:moveTo>
                  <a:lnTo>
                    <a:pt x="1654906" y="418692"/>
                  </a:lnTo>
                  <a:lnTo>
                    <a:pt x="1639585" y="428888"/>
                  </a:lnTo>
                  <a:close/>
                  <a:moveTo>
                    <a:pt x="1764036" y="400332"/>
                  </a:moveTo>
                  <a:lnTo>
                    <a:pt x="1639585" y="428888"/>
                  </a:lnTo>
                  <a:lnTo>
                    <a:pt x="1704260" y="455495"/>
                  </a:lnTo>
                  <a:close/>
                  <a:moveTo>
                    <a:pt x="1703731" y="390059"/>
                  </a:moveTo>
                  <a:lnTo>
                    <a:pt x="1654906" y="418692"/>
                  </a:lnTo>
                  <a:lnTo>
                    <a:pt x="1739518" y="395823"/>
                  </a:lnTo>
                  <a:close/>
                  <a:moveTo>
                    <a:pt x="1720920" y="336476"/>
                  </a:moveTo>
                  <a:lnTo>
                    <a:pt x="1739518" y="395823"/>
                  </a:lnTo>
                  <a:lnTo>
                    <a:pt x="1780973" y="380255"/>
                  </a:lnTo>
                  <a:close/>
                  <a:moveTo>
                    <a:pt x="1739518" y="395823"/>
                  </a:moveTo>
                  <a:lnTo>
                    <a:pt x="1764036" y="400332"/>
                  </a:lnTo>
                  <a:lnTo>
                    <a:pt x="1780973" y="380255"/>
                  </a:lnTo>
                  <a:close/>
                  <a:moveTo>
                    <a:pt x="1764036" y="400332"/>
                  </a:moveTo>
                  <a:lnTo>
                    <a:pt x="1823517" y="407517"/>
                  </a:lnTo>
                  <a:lnTo>
                    <a:pt x="1780973" y="380255"/>
                  </a:lnTo>
                  <a:close/>
                  <a:moveTo>
                    <a:pt x="1823517" y="407517"/>
                  </a:moveTo>
                  <a:lnTo>
                    <a:pt x="1878942" y="341819"/>
                  </a:lnTo>
                  <a:lnTo>
                    <a:pt x="1780973" y="380255"/>
                  </a:lnTo>
                  <a:close/>
                  <a:moveTo>
                    <a:pt x="1878942" y="341819"/>
                  </a:moveTo>
                  <a:lnTo>
                    <a:pt x="1792731" y="298039"/>
                  </a:lnTo>
                  <a:lnTo>
                    <a:pt x="1780973" y="380255"/>
                  </a:lnTo>
                  <a:close/>
                  <a:moveTo>
                    <a:pt x="1615287" y="35859"/>
                  </a:moveTo>
                  <a:lnTo>
                    <a:pt x="1583796" y="51395"/>
                  </a:lnTo>
                  <a:lnTo>
                    <a:pt x="1645600" y="20970"/>
                  </a:lnTo>
                  <a:close/>
                  <a:moveTo>
                    <a:pt x="1683039" y="12958"/>
                  </a:moveTo>
                  <a:lnTo>
                    <a:pt x="1591282" y="33090"/>
                  </a:lnTo>
                  <a:lnTo>
                    <a:pt x="1615287" y="35859"/>
                  </a:lnTo>
                  <a:close/>
                  <a:moveTo>
                    <a:pt x="1714521" y="0"/>
                  </a:moveTo>
                  <a:lnTo>
                    <a:pt x="1683039" y="12958"/>
                  </a:lnTo>
                  <a:lnTo>
                    <a:pt x="1725589" y="677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18" name="Candidate_density__2117">
              <a:extLst>
                <a:ext uri="{FF2B5EF4-FFF2-40B4-BE49-F238E27FC236}">
                  <a16:creationId xmlns:a16="http://schemas.microsoft.com/office/drawing/2014/main" id="{9C13A0DA-3F55-4148-CB68-3FD194002B8F}"/>
                </a:ext>
              </a:extLst>
            </p:cNvPr>
            <p:cNvSpPr>
              <a:spLocks noGrp="1"/>
            </p:cNvSpPr>
            <p:nvPr/>
          </p:nvSpPr>
          <p:spPr>
            <a:xfrm>
              <a:off x="3806938" y="2180215"/>
              <a:ext cx="2495472" cy="1753300"/>
            </a:xfrm>
            <a:custGeom>
              <a:avLst/>
              <a:gdLst/>
              <a:ahLst/>
              <a:cxnLst/>
              <a:rect l="0" t="0" r="0" b="0"/>
              <a:pathLst>
                <a:path w="2495472" h="1753300">
                  <a:moveTo>
                    <a:pt x="791815" y="1753300"/>
                  </a:moveTo>
                  <a:lnTo>
                    <a:pt x="843324" y="1707299"/>
                  </a:lnTo>
                  <a:lnTo>
                    <a:pt x="846795" y="1700142"/>
                  </a:lnTo>
                  <a:close/>
                  <a:moveTo>
                    <a:pt x="15343" y="795775"/>
                  </a:moveTo>
                  <a:lnTo>
                    <a:pt x="0" y="834212"/>
                  </a:lnTo>
                  <a:lnTo>
                    <a:pt x="67674" y="717806"/>
                  </a:lnTo>
                  <a:close/>
                  <a:moveTo>
                    <a:pt x="791815" y="1753300"/>
                  </a:moveTo>
                  <a:lnTo>
                    <a:pt x="846795" y="1700142"/>
                  </a:lnTo>
                  <a:lnTo>
                    <a:pt x="907992" y="1693807"/>
                  </a:lnTo>
                  <a:close/>
                  <a:moveTo>
                    <a:pt x="22131" y="789163"/>
                  </a:moveTo>
                  <a:lnTo>
                    <a:pt x="14839" y="798921"/>
                  </a:lnTo>
                  <a:lnTo>
                    <a:pt x="15343" y="795775"/>
                  </a:lnTo>
                  <a:close/>
                  <a:moveTo>
                    <a:pt x="635353" y="844896"/>
                  </a:moveTo>
                  <a:lnTo>
                    <a:pt x="634329" y="855194"/>
                  </a:lnTo>
                  <a:lnTo>
                    <a:pt x="645485" y="839250"/>
                  </a:lnTo>
                  <a:close/>
                  <a:moveTo>
                    <a:pt x="645485" y="839250"/>
                  </a:moveTo>
                  <a:lnTo>
                    <a:pt x="666785" y="728715"/>
                  </a:lnTo>
                  <a:lnTo>
                    <a:pt x="635353" y="844896"/>
                  </a:lnTo>
                  <a:close/>
                  <a:moveTo>
                    <a:pt x="678267" y="746612"/>
                  </a:moveTo>
                  <a:lnTo>
                    <a:pt x="655181" y="838241"/>
                  </a:lnTo>
                  <a:lnTo>
                    <a:pt x="635353" y="844896"/>
                  </a:lnTo>
                  <a:close/>
                  <a:moveTo>
                    <a:pt x="666785" y="728715"/>
                  </a:moveTo>
                  <a:lnTo>
                    <a:pt x="645485" y="839250"/>
                  </a:lnTo>
                  <a:lnTo>
                    <a:pt x="693686" y="762681"/>
                  </a:lnTo>
                  <a:close/>
                  <a:moveTo>
                    <a:pt x="1287179" y="1179098"/>
                  </a:moveTo>
                  <a:lnTo>
                    <a:pt x="1263028" y="1247586"/>
                  </a:lnTo>
                  <a:lnTo>
                    <a:pt x="1241706" y="1244727"/>
                  </a:lnTo>
                  <a:close/>
                  <a:moveTo>
                    <a:pt x="836643" y="566235"/>
                  </a:moveTo>
                  <a:lnTo>
                    <a:pt x="845357" y="504539"/>
                  </a:lnTo>
                  <a:lnTo>
                    <a:pt x="812469" y="539310"/>
                  </a:lnTo>
                  <a:close/>
                  <a:moveTo>
                    <a:pt x="1669943" y="439989"/>
                  </a:moveTo>
                  <a:lnTo>
                    <a:pt x="1739816" y="422575"/>
                  </a:lnTo>
                  <a:lnTo>
                    <a:pt x="1789212" y="392055"/>
                  </a:lnTo>
                  <a:close/>
                  <a:moveTo>
                    <a:pt x="1872033" y="11019"/>
                  </a:moveTo>
                  <a:lnTo>
                    <a:pt x="1774813" y="33461"/>
                  </a:lnTo>
                  <a:lnTo>
                    <a:pt x="1876632" y="9840"/>
                  </a:lnTo>
                  <a:close/>
                  <a:moveTo>
                    <a:pt x="1876632" y="9840"/>
                  </a:moveTo>
                  <a:lnTo>
                    <a:pt x="1774813" y="33461"/>
                  </a:lnTo>
                  <a:lnTo>
                    <a:pt x="1752227" y="38574"/>
                  </a:lnTo>
                  <a:close/>
                  <a:moveTo>
                    <a:pt x="1872033" y="11019"/>
                  </a:moveTo>
                  <a:lnTo>
                    <a:pt x="1880715" y="7955"/>
                  </a:lnTo>
                  <a:lnTo>
                    <a:pt x="1931558" y="0"/>
                  </a:lnTo>
                  <a:close/>
                  <a:moveTo>
                    <a:pt x="1931558" y="0"/>
                  </a:moveTo>
                  <a:lnTo>
                    <a:pt x="1880715" y="7955"/>
                  </a:lnTo>
                  <a:lnTo>
                    <a:pt x="1961661" y="49091"/>
                  </a:lnTo>
                  <a:close/>
                  <a:moveTo>
                    <a:pt x="2393002" y="180225"/>
                  </a:moveTo>
                  <a:lnTo>
                    <a:pt x="2419497" y="215831"/>
                  </a:lnTo>
                  <a:lnTo>
                    <a:pt x="2447296" y="150573"/>
                  </a:lnTo>
                  <a:close/>
                  <a:moveTo>
                    <a:pt x="2365831" y="256302"/>
                  </a:moveTo>
                  <a:lnTo>
                    <a:pt x="2419497" y="215831"/>
                  </a:lnTo>
                  <a:lnTo>
                    <a:pt x="2393002" y="180225"/>
                  </a:lnTo>
                  <a:close/>
                  <a:moveTo>
                    <a:pt x="2447296" y="150573"/>
                  </a:moveTo>
                  <a:lnTo>
                    <a:pt x="2419497" y="215831"/>
                  </a:lnTo>
                  <a:lnTo>
                    <a:pt x="2450415" y="180792"/>
                  </a:lnTo>
                  <a:close/>
                  <a:moveTo>
                    <a:pt x="2447296" y="150573"/>
                  </a:moveTo>
                  <a:lnTo>
                    <a:pt x="2463756" y="102653"/>
                  </a:lnTo>
                  <a:lnTo>
                    <a:pt x="2453168" y="126521"/>
                  </a:lnTo>
                  <a:close/>
                  <a:moveTo>
                    <a:pt x="2437023" y="142356"/>
                  </a:moveTo>
                  <a:lnTo>
                    <a:pt x="2447296" y="150573"/>
                  </a:lnTo>
                  <a:lnTo>
                    <a:pt x="2453168" y="126521"/>
                  </a:lnTo>
                  <a:close/>
                  <a:moveTo>
                    <a:pt x="2478735" y="60140"/>
                  </a:moveTo>
                  <a:lnTo>
                    <a:pt x="2495472" y="69485"/>
                  </a:lnTo>
                  <a:lnTo>
                    <a:pt x="2453168" y="12652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19" name="Candidate_density__2118">
              <a:extLst>
                <a:ext uri="{FF2B5EF4-FFF2-40B4-BE49-F238E27FC236}">
                  <a16:creationId xmlns:a16="http://schemas.microsoft.com/office/drawing/2014/main" id="{C62D4F3F-B2FB-4783-04AF-3033555471CE}"/>
                </a:ext>
              </a:extLst>
            </p:cNvPr>
            <p:cNvSpPr>
              <a:spLocks noGrp="1"/>
            </p:cNvSpPr>
            <p:nvPr/>
          </p:nvSpPr>
          <p:spPr>
            <a:xfrm>
              <a:off x="5102928" y="3035795"/>
              <a:ext cx="39239" cy="38437"/>
            </a:xfrm>
            <a:custGeom>
              <a:avLst/>
              <a:gdLst/>
              <a:ahLst/>
              <a:cxnLst/>
              <a:rect l="0" t="0" r="0" b="0"/>
              <a:pathLst>
                <a:path w="39239" h="38437">
                  <a:moveTo>
                    <a:pt x="0" y="38437"/>
                  </a:moveTo>
                  <a:lnTo>
                    <a:pt x="39239" y="0"/>
                  </a:lnTo>
                  <a:lnTo>
                    <a:pt x="33177" y="7084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20" name="Candidate_density__2119">
              <a:extLst>
                <a:ext uri="{FF2B5EF4-FFF2-40B4-BE49-F238E27FC236}">
                  <a16:creationId xmlns:a16="http://schemas.microsoft.com/office/drawing/2014/main" id="{04FB8A58-960B-E304-4606-8E839DB9D411}"/>
                </a:ext>
              </a:extLst>
            </p:cNvPr>
            <p:cNvSpPr>
              <a:spLocks noGrp="1"/>
            </p:cNvSpPr>
            <p:nvPr/>
          </p:nvSpPr>
          <p:spPr>
            <a:xfrm>
              <a:off x="3473643" y="1757458"/>
              <a:ext cx="2879382" cy="2198494"/>
            </a:xfrm>
            <a:custGeom>
              <a:avLst/>
              <a:gdLst/>
              <a:ahLst/>
              <a:cxnLst/>
              <a:rect l="0" t="0" r="0" b="0"/>
              <a:pathLst>
                <a:path w="2879382" h="2198494">
                  <a:moveTo>
                    <a:pt x="0" y="1295405"/>
                  </a:moveTo>
                  <a:lnTo>
                    <a:pt x="8839" y="1311913"/>
                  </a:lnTo>
                  <a:lnTo>
                    <a:pt x="40708" y="1338637"/>
                  </a:lnTo>
                  <a:close/>
                  <a:moveTo>
                    <a:pt x="696339" y="1996905"/>
                  </a:moveTo>
                  <a:lnTo>
                    <a:pt x="660706" y="2035341"/>
                  </a:lnTo>
                  <a:lnTo>
                    <a:pt x="678567" y="2051541"/>
                  </a:lnTo>
                  <a:close/>
                  <a:moveTo>
                    <a:pt x="0" y="1295405"/>
                  </a:moveTo>
                  <a:lnTo>
                    <a:pt x="40708" y="1338637"/>
                  </a:lnTo>
                  <a:lnTo>
                    <a:pt x="66859" y="1339183"/>
                  </a:lnTo>
                  <a:close/>
                  <a:moveTo>
                    <a:pt x="11082" y="1256969"/>
                  </a:moveTo>
                  <a:lnTo>
                    <a:pt x="0" y="1295405"/>
                  </a:lnTo>
                  <a:lnTo>
                    <a:pt x="66859" y="1339183"/>
                  </a:lnTo>
                  <a:close/>
                  <a:moveTo>
                    <a:pt x="1041886" y="2143553"/>
                  </a:moveTo>
                  <a:lnTo>
                    <a:pt x="1125110" y="2176056"/>
                  </a:lnTo>
                  <a:lnTo>
                    <a:pt x="1167663" y="2119953"/>
                  </a:lnTo>
                  <a:close/>
                  <a:moveTo>
                    <a:pt x="750955" y="1755601"/>
                  </a:moveTo>
                  <a:lnTo>
                    <a:pt x="709190" y="1706645"/>
                  </a:lnTo>
                  <a:lnTo>
                    <a:pt x="749276" y="1774148"/>
                  </a:lnTo>
                  <a:close/>
                  <a:moveTo>
                    <a:pt x="1359516" y="2128240"/>
                  </a:moveTo>
                  <a:lnTo>
                    <a:pt x="1337731" y="2198494"/>
                  </a:lnTo>
                  <a:lnTo>
                    <a:pt x="1379377" y="2138997"/>
                  </a:lnTo>
                  <a:close/>
                  <a:moveTo>
                    <a:pt x="1167663" y="2119953"/>
                  </a:moveTo>
                  <a:lnTo>
                    <a:pt x="1212046" y="2070692"/>
                  </a:lnTo>
                  <a:lnTo>
                    <a:pt x="1086229" y="2094143"/>
                  </a:lnTo>
                  <a:close/>
                  <a:moveTo>
                    <a:pt x="1212046" y="2070692"/>
                  </a:moveTo>
                  <a:lnTo>
                    <a:pt x="1167663" y="2119953"/>
                  </a:lnTo>
                  <a:lnTo>
                    <a:pt x="1292925" y="2094428"/>
                  </a:lnTo>
                  <a:close/>
                  <a:moveTo>
                    <a:pt x="981829" y="1906456"/>
                  </a:moveTo>
                  <a:lnTo>
                    <a:pt x="974744" y="1955977"/>
                  </a:lnTo>
                  <a:lnTo>
                    <a:pt x="1016313" y="1920031"/>
                  </a:lnTo>
                  <a:close/>
                  <a:moveTo>
                    <a:pt x="952083" y="1830546"/>
                  </a:moveTo>
                  <a:lnTo>
                    <a:pt x="1016313" y="1920031"/>
                  </a:lnTo>
                  <a:lnTo>
                    <a:pt x="973667" y="1837816"/>
                  </a:lnTo>
                  <a:close/>
                  <a:moveTo>
                    <a:pt x="981829" y="1906456"/>
                  </a:moveTo>
                  <a:lnTo>
                    <a:pt x="1016313" y="1920031"/>
                  </a:lnTo>
                  <a:lnTo>
                    <a:pt x="952083" y="1830546"/>
                  </a:lnTo>
                  <a:close/>
                  <a:moveTo>
                    <a:pt x="950856" y="1755601"/>
                  </a:moveTo>
                  <a:lnTo>
                    <a:pt x="952083" y="1830546"/>
                  </a:lnTo>
                  <a:lnTo>
                    <a:pt x="973667" y="1837816"/>
                  </a:lnTo>
                  <a:close/>
                  <a:moveTo>
                    <a:pt x="1059088" y="1777466"/>
                  </a:moveTo>
                  <a:lnTo>
                    <a:pt x="952083" y="1830546"/>
                  </a:lnTo>
                  <a:lnTo>
                    <a:pt x="950856" y="1755601"/>
                  </a:lnTo>
                  <a:close/>
                  <a:moveTo>
                    <a:pt x="979689" y="1759264"/>
                  </a:moveTo>
                  <a:lnTo>
                    <a:pt x="952083" y="1830546"/>
                  </a:lnTo>
                  <a:lnTo>
                    <a:pt x="1059088" y="1777466"/>
                  </a:lnTo>
                  <a:close/>
                  <a:moveTo>
                    <a:pt x="785725" y="1591171"/>
                  </a:moveTo>
                  <a:lnTo>
                    <a:pt x="756028" y="1470520"/>
                  </a:lnTo>
                  <a:lnTo>
                    <a:pt x="728073" y="1508956"/>
                  </a:lnTo>
                  <a:close/>
                  <a:moveTo>
                    <a:pt x="629590" y="1501476"/>
                  </a:moveTo>
                  <a:lnTo>
                    <a:pt x="705734" y="1507508"/>
                  </a:lnTo>
                  <a:lnTo>
                    <a:pt x="750452" y="1459500"/>
                  </a:lnTo>
                  <a:close/>
                  <a:moveTo>
                    <a:pt x="1359516" y="2128240"/>
                  </a:moveTo>
                  <a:lnTo>
                    <a:pt x="1379377" y="2138997"/>
                  </a:lnTo>
                  <a:lnTo>
                    <a:pt x="1382676" y="2123219"/>
                  </a:lnTo>
                  <a:close/>
                  <a:moveTo>
                    <a:pt x="1382676" y="2123219"/>
                  </a:moveTo>
                  <a:lnTo>
                    <a:pt x="1292925" y="2094428"/>
                  </a:lnTo>
                  <a:lnTo>
                    <a:pt x="1359516" y="2128240"/>
                  </a:lnTo>
                  <a:close/>
                  <a:moveTo>
                    <a:pt x="1471118" y="2111909"/>
                  </a:moveTo>
                  <a:lnTo>
                    <a:pt x="1379377" y="2138997"/>
                  </a:lnTo>
                  <a:lnTo>
                    <a:pt x="1459984" y="2161719"/>
                  </a:lnTo>
                  <a:close/>
                  <a:moveTo>
                    <a:pt x="1471118" y="2111909"/>
                  </a:moveTo>
                  <a:lnTo>
                    <a:pt x="1382676" y="2123219"/>
                  </a:lnTo>
                  <a:lnTo>
                    <a:pt x="1379377" y="2138997"/>
                  </a:lnTo>
                  <a:close/>
                  <a:moveTo>
                    <a:pt x="1293660" y="1934811"/>
                  </a:moveTo>
                  <a:lnTo>
                    <a:pt x="1295949" y="1890530"/>
                  </a:lnTo>
                  <a:lnTo>
                    <a:pt x="1230020" y="1922690"/>
                  </a:lnTo>
                  <a:close/>
                  <a:moveTo>
                    <a:pt x="1341069" y="1843159"/>
                  </a:moveTo>
                  <a:lnTo>
                    <a:pt x="1295949" y="1890530"/>
                  </a:lnTo>
                  <a:lnTo>
                    <a:pt x="1353065" y="1847016"/>
                  </a:lnTo>
                  <a:close/>
                  <a:moveTo>
                    <a:pt x="1353065" y="1847016"/>
                  </a:moveTo>
                  <a:lnTo>
                    <a:pt x="1295949" y="1890530"/>
                  </a:lnTo>
                  <a:lnTo>
                    <a:pt x="1293660" y="1934811"/>
                  </a:lnTo>
                  <a:close/>
                  <a:moveTo>
                    <a:pt x="1060173" y="1566320"/>
                  </a:moveTo>
                  <a:lnTo>
                    <a:pt x="1007205" y="1583485"/>
                  </a:lnTo>
                  <a:lnTo>
                    <a:pt x="994596" y="1514298"/>
                  </a:lnTo>
                  <a:close/>
                  <a:moveTo>
                    <a:pt x="1322918" y="1776161"/>
                  </a:moveTo>
                  <a:lnTo>
                    <a:pt x="1341069" y="1843159"/>
                  </a:lnTo>
                  <a:lnTo>
                    <a:pt x="1355583" y="1834834"/>
                  </a:lnTo>
                  <a:close/>
                  <a:moveTo>
                    <a:pt x="1322918" y="1776161"/>
                  </a:moveTo>
                  <a:lnTo>
                    <a:pt x="1355583" y="1834834"/>
                  </a:lnTo>
                  <a:lnTo>
                    <a:pt x="1397004" y="1774497"/>
                  </a:lnTo>
                  <a:close/>
                  <a:moveTo>
                    <a:pt x="1355583" y="1834834"/>
                  </a:moveTo>
                  <a:lnTo>
                    <a:pt x="1464361" y="1747678"/>
                  </a:lnTo>
                  <a:lnTo>
                    <a:pt x="1397004" y="1774497"/>
                  </a:lnTo>
                  <a:close/>
                  <a:moveTo>
                    <a:pt x="751366" y="982571"/>
                  </a:moveTo>
                  <a:lnTo>
                    <a:pt x="765271" y="1020999"/>
                  </a:lnTo>
                  <a:lnTo>
                    <a:pt x="823559" y="1023770"/>
                  </a:lnTo>
                  <a:close/>
                  <a:moveTo>
                    <a:pt x="1407871" y="1602275"/>
                  </a:moveTo>
                  <a:lnTo>
                    <a:pt x="1473778" y="1709377"/>
                  </a:lnTo>
                  <a:lnTo>
                    <a:pt x="1407121" y="1640292"/>
                  </a:lnTo>
                  <a:close/>
                  <a:moveTo>
                    <a:pt x="1422163" y="1690748"/>
                  </a:moveTo>
                  <a:lnTo>
                    <a:pt x="1473778" y="1709377"/>
                  </a:lnTo>
                  <a:lnTo>
                    <a:pt x="1407871" y="1602275"/>
                  </a:lnTo>
                  <a:close/>
                  <a:moveTo>
                    <a:pt x="1296158" y="1532411"/>
                  </a:moveTo>
                  <a:lnTo>
                    <a:pt x="1357867" y="1542835"/>
                  </a:lnTo>
                  <a:lnTo>
                    <a:pt x="1344170" y="1453878"/>
                  </a:lnTo>
                  <a:close/>
                  <a:moveTo>
                    <a:pt x="1296158" y="1532411"/>
                  </a:moveTo>
                  <a:lnTo>
                    <a:pt x="1344170" y="1453878"/>
                  </a:lnTo>
                  <a:lnTo>
                    <a:pt x="1283394" y="1442696"/>
                  </a:lnTo>
                  <a:close/>
                  <a:moveTo>
                    <a:pt x="823559" y="1023770"/>
                  </a:moveTo>
                  <a:lnTo>
                    <a:pt x="872313" y="1064786"/>
                  </a:lnTo>
                  <a:lnTo>
                    <a:pt x="873337" y="1033237"/>
                  </a:lnTo>
                  <a:close/>
                  <a:moveTo>
                    <a:pt x="780887" y="944134"/>
                  </a:moveTo>
                  <a:lnTo>
                    <a:pt x="716758" y="982571"/>
                  </a:lnTo>
                  <a:lnTo>
                    <a:pt x="714521" y="900356"/>
                  </a:lnTo>
                  <a:close/>
                  <a:moveTo>
                    <a:pt x="1009816" y="1108565"/>
                  </a:moveTo>
                  <a:lnTo>
                    <a:pt x="1000685" y="1026350"/>
                  </a:lnTo>
                  <a:lnTo>
                    <a:pt x="1023782" y="1063310"/>
                  </a:lnTo>
                  <a:close/>
                  <a:moveTo>
                    <a:pt x="1068013" y="734822"/>
                  </a:moveTo>
                  <a:lnTo>
                    <a:pt x="1046732" y="713176"/>
                  </a:lnTo>
                  <a:lnTo>
                    <a:pt x="1017066" y="702831"/>
                  </a:lnTo>
                  <a:close/>
                  <a:moveTo>
                    <a:pt x="1017066" y="702831"/>
                  </a:moveTo>
                  <a:lnTo>
                    <a:pt x="1097407" y="772071"/>
                  </a:lnTo>
                  <a:lnTo>
                    <a:pt x="1068013" y="734822"/>
                  </a:lnTo>
                  <a:close/>
                  <a:moveTo>
                    <a:pt x="2037862" y="1650976"/>
                  </a:moveTo>
                  <a:lnTo>
                    <a:pt x="2037718" y="1653957"/>
                  </a:lnTo>
                  <a:lnTo>
                    <a:pt x="2042364" y="1654639"/>
                  </a:lnTo>
                  <a:close/>
                  <a:moveTo>
                    <a:pt x="2126552" y="1690742"/>
                  </a:moveTo>
                  <a:lnTo>
                    <a:pt x="2042364" y="1654639"/>
                  </a:lnTo>
                  <a:lnTo>
                    <a:pt x="2037718" y="1653957"/>
                  </a:lnTo>
                  <a:close/>
                  <a:moveTo>
                    <a:pt x="2085757" y="1612540"/>
                  </a:moveTo>
                  <a:lnTo>
                    <a:pt x="2037862" y="1650976"/>
                  </a:lnTo>
                  <a:lnTo>
                    <a:pt x="2042364" y="1654639"/>
                  </a:lnTo>
                  <a:close/>
                  <a:moveTo>
                    <a:pt x="2042364" y="1654639"/>
                  </a:moveTo>
                  <a:lnTo>
                    <a:pt x="2126552" y="1690742"/>
                  </a:lnTo>
                  <a:lnTo>
                    <a:pt x="2168281" y="1631563"/>
                  </a:lnTo>
                  <a:close/>
                  <a:moveTo>
                    <a:pt x="2168281" y="1631563"/>
                  </a:moveTo>
                  <a:lnTo>
                    <a:pt x="2126552" y="1690742"/>
                  </a:lnTo>
                  <a:lnTo>
                    <a:pt x="2253308" y="1670805"/>
                  </a:lnTo>
                  <a:close/>
                  <a:moveTo>
                    <a:pt x="2153307" y="1420393"/>
                  </a:moveTo>
                  <a:lnTo>
                    <a:pt x="2171894" y="1429865"/>
                  </a:lnTo>
                  <a:lnTo>
                    <a:pt x="2134223" y="1409673"/>
                  </a:lnTo>
                  <a:close/>
                  <a:moveTo>
                    <a:pt x="2035176" y="1355748"/>
                  </a:moveTo>
                  <a:lnTo>
                    <a:pt x="2070647" y="1427003"/>
                  </a:lnTo>
                  <a:lnTo>
                    <a:pt x="2108658" y="1408638"/>
                  </a:lnTo>
                  <a:close/>
                  <a:moveTo>
                    <a:pt x="2108658" y="1408638"/>
                  </a:moveTo>
                  <a:lnTo>
                    <a:pt x="2070647" y="1427003"/>
                  </a:lnTo>
                  <a:lnTo>
                    <a:pt x="2073121" y="1448109"/>
                  </a:lnTo>
                  <a:close/>
                  <a:moveTo>
                    <a:pt x="2110024" y="1327458"/>
                  </a:moveTo>
                  <a:lnTo>
                    <a:pt x="2035176" y="1355748"/>
                  </a:lnTo>
                  <a:lnTo>
                    <a:pt x="2108658" y="1408638"/>
                  </a:lnTo>
                  <a:close/>
                  <a:moveTo>
                    <a:pt x="2134223" y="1409673"/>
                  </a:moveTo>
                  <a:lnTo>
                    <a:pt x="2110024" y="1327458"/>
                  </a:lnTo>
                  <a:lnTo>
                    <a:pt x="2108658" y="1408638"/>
                  </a:lnTo>
                  <a:close/>
                  <a:moveTo>
                    <a:pt x="2171894" y="1429865"/>
                  </a:moveTo>
                  <a:lnTo>
                    <a:pt x="2258575" y="1475295"/>
                  </a:lnTo>
                  <a:lnTo>
                    <a:pt x="2305267" y="1434666"/>
                  </a:lnTo>
                  <a:close/>
                  <a:moveTo>
                    <a:pt x="2218386" y="1388491"/>
                  </a:moveTo>
                  <a:lnTo>
                    <a:pt x="2171894" y="1429865"/>
                  </a:lnTo>
                  <a:lnTo>
                    <a:pt x="2305267" y="1434666"/>
                  </a:lnTo>
                  <a:close/>
                  <a:moveTo>
                    <a:pt x="2024718" y="1163028"/>
                  </a:moveTo>
                  <a:lnTo>
                    <a:pt x="2026465" y="1162645"/>
                  </a:lnTo>
                  <a:lnTo>
                    <a:pt x="1947700" y="1148958"/>
                  </a:lnTo>
                  <a:close/>
                  <a:moveTo>
                    <a:pt x="1947700" y="1148958"/>
                  </a:moveTo>
                  <a:lnTo>
                    <a:pt x="2026465" y="1162645"/>
                  </a:lnTo>
                  <a:lnTo>
                    <a:pt x="2051612" y="1043606"/>
                  </a:lnTo>
                  <a:close/>
                  <a:moveTo>
                    <a:pt x="1947700" y="1148958"/>
                  </a:moveTo>
                  <a:lnTo>
                    <a:pt x="2051612" y="1043606"/>
                  </a:lnTo>
                  <a:lnTo>
                    <a:pt x="1986012" y="1076996"/>
                  </a:lnTo>
                  <a:close/>
                  <a:moveTo>
                    <a:pt x="2051612" y="1043606"/>
                  </a:moveTo>
                  <a:lnTo>
                    <a:pt x="2026465" y="1162645"/>
                  </a:lnTo>
                  <a:lnTo>
                    <a:pt x="2051837" y="1042376"/>
                  </a:lnTo>
                  <a:close/>
                  <a:moveTo>
                    <a:pt x="1893499" y="1009763"/>
                  </a:moveTo>
                  <a:lnTo>
                    <a:pt x="1845773" y="988176"/>
                  </a:lnTo>
                  <a:lnTo>
                    <a:pt x="1927984" y="960161"/>
                  </a:lnTo>
                  <a:close/>
                  <a:moveTo>
                    <a:pt x="1744633" y="916382"/>
                  </a:moveTo>
                  <a:lnTo>
                    <a:pt x="1845773" y="988176"/>
                  </a:lnTo>
                  <a:lnTo>
                    <a:pt x="1758630" y="898337"/>
                  </a:lnTo>
                  <a:close/>
                  <a:moveTo>
                    <a:pt x="1946592" y="929611"/>
                  </a:moveTo>
                  <a:lnTo>
                    <a:pt x="1845773" y="988176"/>
                  </a:lnTo>
                  <a:lnTo>
                    <a:pt x="1830552" y="989618"/>
                  </a:lnTo>
                  <a:close/>
                  <a:moveTo>
                    <a:pt x="2051619" y="1042103"/>
                  </a:moveTo>
                  <a:lnTo>
                    <a:pt x="2051612" y="1043606"/>
                  </a:lnTo>
                  <a:lnTo>
                    <a:pt x="2051837" y="1042376"/>
                  </a:lnTo>
                  <a:close/>
                  <a:moveTo>
                    <a:pt x="2051619" y="1042103"/>
                  </a:moveTo>
                  <a:lnTo>
                    <a:pt x="2051837" y="1042376"/>
                  </a:lnTo>
                  <a:lnTo>
                    <a:pt x="2050986" y="1041266"/>
                  </a:lnTo>
                  <a:close/>
                  <a:moveTo>
                    <a:pt x="2443049" y="1306022"/>
                  </a:moveTo>
                  <a:lnTo>
                    <a:pt x="2510453" y="1311816"/>
                  </a:lnTo>
                  <a:lnTo>
                    <a:pt x="2469338" y="1245149"/>
                  </a:lnTo>
                  <a:close/>
                  <a:moveTo>
                    <a:pt x="2443049" y="1306022"/>
                  </a:moveTo>
                  <a:lnTo>
                    <a:pt x="2469338" y="1245149"/>
                  </a:lnTo>
                  <a:lnTo>
                    <a:pt x="2425374" y="1220299"/>
                  </a:lnTo>
                  <a:close/>
                  <a:moveTo>
                    <a:pt x="2566477" y="1326861"/>
                  </a:moveTo>
                  <a:lnTo>
                    <a:pt x="2510453" y="1311816"/>
                  </a:lnTo>
                  <a:lnTo>
                    <a:pt x="2499949" y="1390032"/>
                  </a:lnTo>
                  <a:close/>
                  <a:moveTo>
                    <a:pt x="2510453" y="1311816"/>
                  </a:moveTo>
                  <a:lnTo>
                    <a:pt x="2566477" y="1326861"/>
                  </a:lnTo>
                  <a:lnTo>
                    <a:pt x="2469338" y="1245149"/>
                  </a:lnTo>
                  <a:close/>
                  <a:moveTo>
                    <a:pt x="2425374" y="1220299"/>
                  </a:moveTo>
                  <a:lnTo>
                    <a:pt x="2469338" y="1245149"/>
                  </a:lnTo>
                  <a:lnTo>
                    <a:pt x="2457072" y="1229719"/>
                  </a:lnTo>
                  <a:close/>
                  <a:moveTo>
                    <a:pt x="2040279" y="636643"/>
                  </a:moveTo>
                  <a:lnTo>
                    <a:pt x="1973243" y="644860"/>
                  </a:lnTo>
                  <a:lnTo>
                    <a:pt x="2003910" y="720021"/>
                  </a:lnTo>
                  <a:close/>
                  <a:moveTo>
                    <a:pt x="1973243" y="644860"/>
                  </a:moveTo>
                  <a:lnTo>
                    <a:pt x="2040279" y="636643"/>
                  </a:lnTo>
                  <a:lnTo>
                    <a:pt x="1977487" y="614719"/>
                  </a:lnTo>
                  <a:close/>
                  <a:moveTo>
                    <a:pt x="2237162" y="598206"/>
                  </a:moveTo>
                  <a:lnTo>
                    <a:pt x="2141002" y="668757"/>
                  </a:lnTo>
                  <a:lnTo>
                    <a:pt x="2143903" y="627300"/>
                  </a:lnTo>
                  <a:close/>
                  <a:moveTo>
                    <a:pt x="2077667" y="620558"/>
                  </a:moveTo>
                  <a:lnTo>
                    <a:pt x="2091415" y="636643"/>
                  </a:lnTo>
                  <a:lnTo>
                    <a:pt x="2115524" y="573500"/>
                  </a:lnTo>
                  <a:close/>
                  <a:moveTo>
                    <a:pt x="2016415" y="269985"/>
                  </a:moveTo>
                  <a:lnTo>
                    <a:pt x="1930843" y="225121"/>
                  </a:lnTo>
                  <a:lnTo>
                    <a:pt x="2005674" y="269346"/>
                  </a:lnTo>
                  <a:close/>
                  <a:moveTo>
                    <a:pt x="2024067" y="295012"/>
                  </a:moveTo>
                  <a:lnTo>
                    <a:pt x="2005674" y="269346"/>
                  </a:lnTo>
                  <a:lnTo>
                    <a:pt x="2016870" y="230910"/>
                  </a:lnTo>
                  <a:close/>
                  <a:moveTo>
                    <a:pt x="2016624" y="267187"/>
                  </a:moveTo>
                  <a:lnTo>
                    <a:pt x="2128035" y="189871"/>
                  </a:lnTo>
                  <a:lnTo>
                    <a:pt x="2050120" y="177221"/>
                  </a:lnTo>
                  <a:close/>
                  <a:moveTo>
                    <a:pt x="2622301" y="80372"/>
                  </a:moveTo>
                  <a:lnTo>
                    <a:pt x="2649139" y="19053"/>
                  </a:lnTo>
                  <a:lnTo>
                    <a:pt x="2598044" y="0"/>
                  </a:lnTo>
                  <a:close/>
                  <a:moveTo>
                    <a:pt x="2833955" y="229668"/>
                  </a:moveTo>
                  <a:lnTo>
                    <a:pt x="2862898" y="306231"/>
                  </a:lnTo>
                  <a:lnTo>
                    <a:pt x="2879382" y="323809"/>
                  </a:lnTo>
                  <a:close/>
                  <a:moveTo>
                    <a:pt x="2833955" y="229668"/>
                  </a:moveTo>
                  <a:lnTo>
                    <a:pt x="2845404" y="241594"/>
                  </a:lnTo>
                  <a:lnTo>
                    <a:pt x="2803934" y="184191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21" name="Candidate_density__2120">
              <a:extLst>
                <a:ext uri="{FF2B5EF4-FFF2-40B4-BE49-F238E27FC236}">
                  <a16:creationId xmlns:a16="http://schemas.microsoft.com/office/drawing/2014/main" id="{C50FC29F-CCC4-6C41-6425-AC640E1760A9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679497"/>
              <a:ext cx="2837363" cy="2221514"/>
            </a:xfrm>
            <a:custGeom>
              <a:avLst/>
              <a:gdLst/>
              <a:ahLst/>
              <a:cxnLst/>
              <a:rect l="0" t="0" r="0" b="0"/>
              <a:pathLst>
                <a:path w="2837363" h="2221514">
                  <a:moveTo>
                    <a:pt x="699747" y="2074866"/>
                  </a:moveTo>
                  <a:lnTo>
                    <a:pt x="681975" y="2129502"/>
                  </a:lnTo>
                  <a:lnTo>
                    <a:pt x="733428" y="2106677"/>
                  </a:lnTo>
                  <a:close/>
                  <a:moveTo>
                    <a:pt x="621890" y="2031087"/>
                  </a:moveTo>
                  <a:lnTo>
                    <a:pt x="664114" y="2113302"/>
                  </a:lnTo>
                  <a:lnTo>
                    <a:pt x="699747" y="2074866"/>
                  </a:lnTo>
                  <a:close/>
                  <a:moveTo>
                    <a:pt x="0" y="1291151"/>
                  </a:moveTo>
                  <a:lnTo>
                    <a:pt x="3408" y="1373366"/>
                  </a:lnTo>
                  <a:lnTo>
                    <a:pt x="14490" y="1334930"/>
                  </a:lnTo>
                  <a:close/>
                  <a:moveTo>
                    <a:pt x="865450" y="2106422"/>
                  </a:moveTo>
                  <a:lnTo>
                    <a:pt x="779037" y="2036429"/>
                  </a:lnTo>
                  <a:lnTo>
                    <a:pt x="733428" y="2106677"/>
                  </a:lnTo>
                  <a:close/>
                  <a:moveTo>
                    <a:pt x="1024420" y="2200860"/>
                  </a:moveTo>
                  <a:lnTo>
                    <a:pt x="1014774" y="2221181"/>
                  </a:lnTo>
                  <a:lnTo>
                    <a:pt x="1045294" y="2221514"/>
                  </a:lnTo>
                  <a:close/>
                  <a:moveTo>
                    <a:pt x="1077666" y="2162423"/>
                  </a:moveTo>
                  <a:lnTo>
                    <a:pt x="1045294" y="2221514"/>
                  </a:lnTo>
                  <a:lnTo>
                    <a:pt x="1089638" y="2172104"/>
                  </a:lnTo>
                  <a:close/>
                  <a:moveTo>
                    <a:pt x="1077666" y="2162423"/>
                  </a:moveTo>
                  <a:lnTo>
                    <a:pt x="1024420" y="2200860"/>
                  </a:lnTo>
                  <a:lnTo>
                    <a:pt x="1045294" y="2221514"/>
                  </a:lnTo>
                  <a:close/>
                  <a:moveTo>
                    <a:pt x="1016565" y="2118644"/>
                  </a:moveTo>
                  <a:lnTo>
                    <a:pt x="1024420" y="2200860"/>
                  </a:lnTo>
                  <a:lnTo>
                    <a:pt x="1077666" y="2162423"/>
                  </a:lnTo>
                  <a:close/>
                  <a:moveTo>
                    <a:pt x="1016565" y="2118644"/>
                  </a:moveTo>
                  <a:lnTo>
                    <a:pt x="1077666" y="2162423"/>
                  </a:lnTo>
                  <a:lnTo>
                    <a:pt x="1040634" y="2080208"/>
                  </a:lnTo>
                  <a:close/>
                  <a:moveTo>
                    <a:pt x="1089638" y="2172104"/>
                  </a:moveTo>
                  <a:lnTo>
                    <a:pt x="1045294" y="2221514"/>
                  </a:lnTo>
                  <a:lnTo>
                    <a:pt x="1171071" y="2197914"/>
                  </a:lnTo>
                  <a:close/>
                  <a:moveTo>
                    <a:pt x="719943" y="1789784"/>
                  </a:moveTo>
                  <a:lnTo>
                    <a:pt x="736470" y="1871999"/>
                  </a:lnTo>
                  <a:lnTo>
                    <a:pt x="712598" y="1784607"/>
                  </a:lnTo>
                  <a:close/>
                  <a:moveTo>
                    <a:pt x="736470" y="1871999"/>
                  </a:moveTo>
                  <a:lnTo>
                    <a:pt x="752684" y="1852110"/>
                  </a:lnTo>
                  <a:lnTo>
                    <a:pt x="712598" y="1784607"/>
                  </a:lnTo>
                  <a:close/>
                  <a:moveTo>
                    <a:pt x="428903" y="1433101"/>
                  </a:moveTo>
                  <a:lnTo>
                    <a:pt x="380909" y="1409435"/>
                  </a:lnTo>
                  <a:lnTo>
                    <a:pt x="351643" y="1435320"/>
                  </a:lnTo>
                  <a:close/>
                  <a:moveTo>
                    <a:pt x="428903" y="1433101"/>
                  </a:moveTo>
                  <a:lnTo>
                    <a:pt x="459822" y="1425823"/>
                  </a:lnTo>
                  <a:lnTo>
                    <a:pt x="380909" y="1409435"/>
                  </a:lnTo>
                  <a:close/>
                  <a:moveTo>
                    <a:pt x="1077666" y="2162423"/>
                  </a:moveTo>
                  <a:lnTo>
                    <a:pt x="1089638" y="2172104"/>
                  </a:lnTo>
                  <a:lnTo>
                    <a:pt x="1099779" y="2152073"/>
                  </a:lnTo>
                  <a:close/>
                  <a:moveTo>
                    <a:pt x="1052326" y="2032602"/>
                  </a:moveTo>
                  <a:lnTo>
                    <a:pt x="1040634" y="2080208"/>
                  </a:lnTo>
                  <a:lnTo>
                    <a:pt x="1059609" y="1959556"/>
                  </a:lnTo>
                  <a:close/>
                  <a:moveTo>
                    <a:pt x="1055452" y="1987925"/>
                  </a:moveTo>
                  <a:lnTo>
                    <a:pt x="1059609" y="1959556"/>
                  </a:lnTo>
                  <a:lnTo>
                    <a:pt x="1072820" y="1894025"/>
                  </a:lnTo>
                  <a:close/>
                  <a:moveTo>
                    <a:pt x="1105453" y="1997993"/>
                  </a:moveTo>
                  <a:lnTo>
                    <a:pt x="1072820" y="1894025"/>
                  </a:lnTo>
                  <a:lnTo>
                    <a:pt x="1081507" y="1877341"/>
                  </a:lnTo>
                  <a:close/>
                  <a:moveTo>
                    <a:pt x="764875" y="1642014"/>
                  </a:moveTo>
                  <a:lnTo>
                    <a:pt x="761540" y="1566172"/>
                  </a:lnTo>
                  <a:lnTo>
                    <a:pt x="789133" y="1669132"/>
                  </a:lnTo>
                  <a:close/>
                  <a:moveTo>
                    <a:pt x="759437" y="1548481"/>
                  </a:moveTo>
                  <a:lnTo>
                    <a:pt x="753861" y="1537461"/>
                  </a:lnTo>
                  <a:lnTo>
                    <a:pt x="709142" y="1585469"/>
                  </a:lnTo>
                  <a:close/>
                  <a:moveTo>
                    <a:pt x="665182" y="1484566"/>
                  </a:moveTo>
                  <a:lnTo>
                    <a:pt x="632999" y="1579438"/>
                  </a:lnTo>
                  <a:lnTo>
                    <a:pt x="753861" y="1537461"/>
                  </a:lnTo>
                  <a:close/>
                  <a:moveTo>
                    <a:pt x="1304298" y="2106987"/>
                  </a:moveTo>
                  <a:lnTo>
                    <a:pt x="1296333" y="2172389"/>
                  </a:lnTo>
                  <a:lnTo>
                    <a:pt x="1386085" y="2201180"/>
                  </a:lnTo>
                  <a:close/>
                  <a:moveTo>
                    <a:pt x="1393897" y="2094737"/>
                  </a:moveTo>
                  <a:lnTo>
                    <a:pt x="1304298" y="2106987"/>
                  </a:lnTo>
                  <a:lnTo>
                    <a:pt x="1386085" y="2201180"/>
                  </a:lnTo>
                  <a:close/>
                  <a:moveTo>
                    <a:pt x="1486120" y="2109453"/>
                  </a:moveTo>
                  <a:lnTo>
                    <a:pt x="1449282" y="2085550"/>
                  </a:lnTo>
                  <a:lnTo>
                    <a:pt x="1474526" y="2189871"/>
                  </a:lnTo>
                  <a:close/>
                  <a:moveTo>
                    <a:pt x="1474526" y="2189871"/>
                  </a:moveTo>
                  <a:lnTo>
                    <a:pt x="1449282" y="2085550"/>
                  </a:lnTo>
                  <a:lnTo>
                    <a:pt x="1393897" y="2094737"/>
                  </a:lnTo>
                  <a:close/>
                  <a:moveTo>
                    <a:pt x="1474526" y="2189871"/>
                  </a:moveTo>
                  <a:lnTo>
                    <a:pt x="1393897" y="2094737"/>
                  </a:lnTo>
                  <a:lnTo>
                    <a:pt x="1386085" y="2201180"/>
                  </a:lnTo>
                  <a:close/>
                  <a:moveTo>
                    <a:pt x="1304298" y="2106987"/>
                  </a:moveTo>
                  <a:lnTo>
                    <a:pt x="1215454" y="2148653"/>
                  </a:lnTo>
                  <a:lnTo>
                    <a:pt x="1296333" y="2172389"/>
                  </a:lnTo>
                  <a:close/>
                  <a:moveTo>
                    <a:pt x="1220013" y="2114917"/>
                  </a:moveTo>
                  <a:lnTo>
                    <a:pt x="1304298" y="2106987"/>
                  </a:lnTo>
                  <a:lnTo>
                    <a:pt x="1297068" y="2012772"/>
                  </a:lnTo>
                  <a:close/>
                  <a:moveTo>
                    <a:pt x="1304298" y="2106987"/>
                  </a:moveTo>
                  <a:lnTo>
                    <a:pt x="1371802" y="2012607"/>
                  </a:lnTo>
                  <a:lnTo>
                    <a:pt x="1297068" y="2012772"/>
                  </a:lnTo>
                  <a:close/>
                  <a:moveTo>
                    <a:pt x="1356473" y="1924977"/>
                  </a:moveTo>
                  <a:lnTo>
                    <a:pt x="1297068" y="2012772"/>
                  </a:lnTo>
                  <a:lnTo>
                    <a:pt x="1371802" y="2012607"/>
                  </a:lnTo>
                  <a:close/>
                  <a:moveTo>
                    <a:pt x="1081507" y="1877341"/>
                  </a:moveTo>
                  <a:lnTo>
                    <a:pt x="1072820" y="1894025"/>
                  </a:lnTo>
                  <a:lnTo>
                    <a:pt x="1078943" y="1868735"/>
                  </a:lnTo>
                  <a:close/>
                  <a:moveTo>
                    <a:pt x="1062496" y="1855427"/>
                  </a:moveTo>
                  <a:lnTo>
                    <a:pt x="1081507" y="1877341"/>
                  </a:lnTo>
                  <a:lnTo>
                    <a:pt x="1078943" y="1868735"/>
                  </a:lnTo>
                  <a:close/>
                  <a:moveTo>
                    <a:pt x="1576437" y="2067520"/>
                  </a:moveTo>
                  <a:lnTo>
                    <a:pt x="1489899" y="2077280"/>
                  </a:lnTo>
                  <a:lnTo>
                    <a:pt x="1486120" y="2109453"/>
                  </a:lnTo>
                  <a:close/>
                  <a:moveTo>
                    <a:pt x="988848" y="1581112"/>
                  </a:moveTo>
                  <a:lnTo>
                    <a:pt x="1063581" y="1644281"/>
                  </a:lnTo>
                  <a:lnTo>
                    <a:pt x="998005" y="1592260"/>
                  </a:lnTo>
                  <a:close/>
                  <a:moveTo>
                    <a:pt x="1477186" y="1787339"/>
                  </a:moveTo>
                  <a:lnTo>
                    <a:pt x="1400412" y="1852458"/>
                  </a:lnTo>
                  <a:lnTo>
                    <a:pt x="1467769" y="1825640"/>
                  </a:lnTo>
                  <a:close/>
                  <a:moveTo>
                    <a:pt x="1334988" y="1681667"/>
                  </a:moveTo>
                  <a:lnTo>
                    <a:pt x="1361275" y="1620797"/>
                  </a:lnTo>
                  <a:lnTo>
                    <a:pt x="1299566" y="1610373"/>
                  </a:lnTo>
                  <a:close/>
                  <a:moveTo>
                    <a:pt x="1453520" y="1706487"/>
                  </a:moveTo>
                  <a:lnTo>
                    <a:pt x="1412376" y="1679817"/>
                  </a:lnTo>
                  <a:lnTo>
                    <a:pt x="1471606" y="1624782"/>
                  </a:lnTo>
                  <a:close/>
                  <a:moveTo>
                    <a:pt x="1299566" y="1610373"/>
                  </a:moveTo>
                  <a:lnTo>
                    <a:pt x="1286802" y="1520657"/>
                  </a:lnTo>
                  <a:lnTo>
                    <a:pt x="1212864" y="1620268"/>
                  </a:lnTo>
                  <a:close/>
                  <a:moveTo>
                    <a:pt x="1257656" y="1444260"/>
                  </a:moveTo>
                  <a:lnTo>
                    <a:pt x="1152692" y="1471608"/>
                  </a:lnTo>
                  <a:lnTo>
                    <a:pt x="1286802" y="1520657"/>
                  </a:lnTo>
                  <a:close/>
                  <a:moveTo>
                    <a:pt x="953738" y="1186526"/>
                  </a:moveTo>
                  <a:lnTo>
                    <a:pt x="876745" y="1111198"/>
                  </a:lnTo>
                  <a:lnTo>
                    <a:pt x="875721" y="1142747"/>
                  </a:lnTo>
                  <a:close/>
                  <a:moveTo>
                    <a:pt x="754774" y="1060532"/>
                  </a:moveTo>
                  <a:lnTo>
                    <a:pt x="826967" y="1101731"/>
                  </a:lnTo>
                  <a:lnTo>
                    <a:pt x="791972" y="1022096"/>
                  </a:lnTo>
                  <a:close/>
                  <a:moveTo>
                    <a:pt x="720277" y="978317"/>
                  </a:moveTo>
                  <a:lnTo>
                    <a:pt x="754774" y="1060532"/>
                  </a:lnTo>
                  <a:lnTo>
                    <a:pt x="791972" y="1022096"/>
                  </a:lnTo>
                  <a:close/>
                  <a:moveTo>
                    <a:pt x="720277" y="978317"/>
                  </a:moveTo>
                  <a:lnTo>
                    <a:pt x="791972" y="1022096"/>
                  </a:lnTo>
                  <a:lnTo>
                    <a:pt x="779657" y="939881"/>
                  </a:lnTo>
                  <a:close/>
                  <a:moveTo>
                    <a:pt x="720277" y="978317"/>
                  </a:moveTo>
                  <a:lnTo>
                    <a:pt x="779657" y="939881"/>
                  </a:lnTo>
                  <a:lnTo>
                    <a:pt x="717673" y="971757"/>
                  </a:lnTo>
                  <a:close/>
                  <a:moveTo>
                    <a:pt x="1412376" y="1679817"/>
                  </a:moveTo>
                  <a:lnTo>
                    <a:pt x="1502550" y="1740479"/>
                  </a:lnTo>
                  <a:lnTo>
                    <a:pt x="1412345" y="1679369"/>
                  </a:lnTo>
                  <a:close/>
                  <a:moveTo>
                    <a:pt x="1060230" y="1201348"/>
                  </a:moveTo>
                  <a:lnTo>
                    <a:pt x="1013224" y="1186526"/>
                  </a:lnTo>
                  <a:lnTo>
                    <a:pt x="1019050" y="1156190"/>
                  </a:lnTo>
                  <a:close/>
                  <a:moveTo>
                    <a:pt x="711603" y="733860"/>
                  </a:moveTo>
                  <a:lnTo>
                    <a:pt x="738263" y="737014"/>
                  </a:lnTo>
                  <a:lnTo>
                    <a:pt x="746137" y="756419"/>
                  </a:lnTo>
                  <a:close/>
                  <a:moveTo>
                    <a:pt x="631923" y="714608"/>
                  </a:moveTo>
                  <a:lnTo>
                    <a:pt x="689823" y="715885"/>
                  </a:lnTo>
                  <a:lnTo>
                    <a:pt x="711603" y="733860"/>
                  </a:lnTo>
                  <a:close/>
                  <a:moveTo>
                    <a:pt x="1071421" y="812783"/>
                  </a:moveTo>
                  <a:lnTo>
                    <a:pt x="1153075" y="863008"/>
                  </a:lnTo>
                  <a:lnTo>
                    <a:pt x="1050141" y="791137"/>
                  </a:lnTo>
                  <a:close/>
                  <a:moveTo>
                    <a:pt x="1153075" y="863008"/>
                  </a:moveTo>
                  <a:lnTo>
                    <a:pt x="1157395" y="864626"/>
                  </a:lnTo>
                  <a:lnTo>
                    <a:pt x="1050141" y="791137"/>
                  </a:lnTo>
                  <a:close/>
                  <a:moveTo>
                    <a:pt x="1160437" y="866942"/>
                  </a:moveTo>
                  <a:lnTo>
                    <a:pt x="1157395" y="864626"/>
                  </a:lnTo>
                  <a:lnTo>
                    <a:pt x="1153075" y="863008"/>
                  </a:lnTo>
                  <a:close/>
                  <a:moveTo>
                    <a:pt x="984815" y="767633"/>
                  </a:moveTo>
                  <a:lnTo>
                    <a:pt x="924407" y="756983"/>
                  </a:lnTo>
                  <a:lnTo>
                    <a:pt x="853423" y="770242"/>
                  </a:lnTo>
                  <a:close/>
                  <a:moveTo>
                    <a:pt x="1000778" y="763866"/>
                  </a:moveTo>
                  <a:lnTo>
                    <a:pt x="1020474" y="780792"/>
                  </a:lnTo>
                  <a:lnTo>
                    <a:pt x="1050141" y="791137"/>
                  </a:lnTo>
                  <a:close/>
                  <a:moveTo>
                    <a:pt x="984815" y="767633"/>
                  </a:moveTo>
                  <a:lnTo>
                    <a:pt x="1020474" y="780792"/>
                  </a:lnTo>
                  <a:lnTo>
                    <a:pt x="1000778" y="763866"/>
                  </a:lnTo>
                  <a:close/>
                  <a:moveTo>
                    <a:pt x="924407" y="756983"/>
                  </a:moveTo>
                  <a:lnTo>
                    <a:pt x="984815" y="767633"/>
                  </a:lnTo>
                  <a:lnTo>
                    <a:pt x="1000778" y="763866"/>
                  </a:lnTo>
                  <a:close/>
                  <a:moveTo>
                    <a:pt x="1537711" y="1337765"/>
                  </a:moveTo>
                  <a:lnTo>
                    <a:pt x="1608048" y="1341175"/>
                  </a:lnTo>
                  <a:lnTo>
                    <a:pt x="1597690" y="1249503"/>
                  </a:lnTo>
                  <a:close/>
                  <a:moveTo>
                    <a:pt x="1710313" y="1317862"/>
                  </a:moveTo>
                  <a:lnTo>
                    <a:pt x="1710489" y="1315003"/>
                  </a:lnTo>
                  <a:lnTo>
                    <a:pt x="1608048" y="1341175"/>
                  </a:lnTo>
                  <a:close/>
                  <a:moveTo>
                    <a:pt x="1608048" y="1341175"/>
                  </a:moveTo>
                  <a:lnTo>
                    <a:pt x="1710489" y="1315003"/>
                  </a:lnTo>
                  <a:lnTo>
                    <a:pt x="1681581" y="1241893"/>
                  </a:lnTo>
                  <a:close/>
                  <a:moveTo>
                    <a:pt x="1504048" y="1265041"/>
                  </a:moveTo>
                  <a:lnTo>
                    <a:pt x="1477870" y="1217797"/>
                  </a:lnTo>
                  <a:lnTo>
                    <a:pt x="1443414" y="1153650"/>
                  </a:lnTo>
                  <a:close/>
                  <a:moveTo>
                    <a:pt x="1100815" y="850032"/>
                  </a:moveTo>
                  <a:lnTo>
                    <a:pt x="1215377" y="917579"/>
                  </a:lnTo>
                  <a:lnTo>
                    <a:pt x="1153075" y="863008"/>
                  </a:lnTo>
                  <a:close/>
                  <a:moveTo>
                    <a:pt x="1153075" y="863008"/>
                  </a:moveTo>
                  <a:lnTo>
                    <a:pt x="1215377" y="917579"/>
                  </a:lnTo>
                  <a:lnTo>
                    <a:pt x="1160437" y="866942"/>
                  </a:lnTo>
                  <a:close/>
                  <a:moveTo>
                    <a:pt x="1100815" y="850032"/>
                  </a:moveTo>
                  <a:lnTo>
                    <a:pt x="1153075" y="863008"/>
                  </a:lnTo>
                  <a:lnTo>
                    <a:pt x="1071421" y="812783"/>
                  </a:lnTo>
                  <a:close/>
                  <a:moveTo>
                    <a:pt x="1289360" y="824572"/>
                  </a:moveTo>
                  <a:lnTo>
                    <a:pt x="1282712" y="923430"/>
                  </a:lnTo>
                  <a:lnTo>
                    <a:pt x="1287198" y="847020"/>
                  </a:lnTo>
                  <a:close/>
                  <a:moveTo>
                    <a:pt x="2089165" y="1690501"/>
                  </a:moveTo>
                  <a:lnTo>
                    <a:pt x="2045772" y="1732600"/>
                  </a:lnTo>
                  <a:lnTo>
                    <a:pt x="2092842" y="1693386"/>
                  </a:lnTo>
                  <a:close/>
                  <a:moveTo>
                    <a:pt x="1972396" y="1646722"/>
                  </a:moveTo>
                  <a:lnTo>
                    <a:pt x="2041270" y="1728937"/>
                  </a:lnTo>
                  <a:lnTo>
                    <a:pt x="2089165" y="1690501"/>
                  </a:lnTo>
                  <a:close/>
                  <a:moveTo>
                    <a:pt x="2092842" y="1693386"/>
                  </a:moveTo>
                  <a:lnTo>
                    <a:pt x="2045772" y="1732600"/>
                  </a:lnTo>
                  <a:lnTo>
                    <a:pt x="2171689" y="1709524"/>
                  </a:lnTo>
                  <a:close/>
                  <a:moveTo>
                    <a:pt x="1752323" y="1256214"/>
                  </a:moveTo>
                  <a:lnTo>
                    <a:pt x="1791179" y="1197211"/>
                  </a:lnTo>
                  <a:lnTo>
                    <a:pt x="1721624" y="1235647"/>
                  </a:lnTo>
                  <a:close/>
                  <a:moveTo>
                    <a:pt x="2276454" y="1661786"/>
                  </a:moveTo>
                  <a:lnTo>
                    <a:pt x="2256716" y="1748766"/>
                  </a:lnTo>
                  <a:lnTo>
                    <a:pt x="2340946" y="1770039"/>
                  </a:lnTo>
                  <a:close/>
                  <a:moveTo>
                    <a:pt x="2089165" y="1690501"/>
                  </a:moveTo>
                  <a:lnTo>
                    <a:pt x="2092842" y="1693386"/>
                  </a:lnTo>
                  <a:lnTo>
                    <a:pt x="2094173" y="1688793"/>
                  </a:lnTo>
                  <a:close/>
                  <a:moveTo>
                    <a:pt x="2179026" y="1680400"/>
                  </a:moveTo>
                  <a:lnTo>
                    <a:pt x="2092842" y="1693386"/>
                  </a:lnTo>
                  <a:lnTo>
                    <a:pt x="2171689" y="1709524"/>
                  </a:lnTo>
                  <a:close/>
                  <a:moveTo>
                    <a:pt x="2179026" y="1680400"/>
                  </a:moveTo>
                  <a:lnTo>
                    <a:pt x="2094173" y="1688793"/>
                  </a:lnTo>
                  <a:lnTo>
                    <a:pt x="2092842" y="1693386"/>
                  </a:lnTo>
                  <a:close/>
                  <a:moveTo>
                    <a:pt x="2094173" y="1688793"/>
                  </a:moveTo>
                  <a:lnTo>
                    <a:pt x="2179026" y="1680400"/>
                  </a:lnTo>
                  <a:lnTo>
                    <a:pt x="2170683" y="1587091"/>
                  </a:lnTo>
                  <a:close/>
                  <a:moveTo>
                    <a:pt x="2276454" y="1661786"/>
                  </a:moveTo>
                  <a:lnTo>
                    <a:pt x="2171689" y="1709524"/>
                  </a:lnTo>
                  <a:lnTo>
                    <a:pt x="2256716" y="1748766"/>
                  </a:lnTo>
                  <a:close/>
                  <a:moveTo>
                    <a:pt x="2276454" y="1661786"/>
                  </a:moveTo>
                  <a:lnTo>
                    <a:pt x="2179026" y="1680400"/>
                  </a:lnTo>
                  <a:lnTo>
                    <a:pt x="2171689" y="1709524"/>
                  </a:lnTo>
                  <a:close/>
                  <a:moveTo>
                    <a:pt x="2179026" y="1680400"/>
                  </a:moveTo>
                  <a:lnTo>
                    <a:pt x="2276454" y="1661786"/>
                  </a:lnTo>
                  <a:lnTo>
                    <a:pt x="2261678" y="1573705"/>
                  </a:lnTo>
                  <a:close/>
                  <a:moveTo>
                    <a:pt x="2276454" y="1661786"/>
                  </a:moveTo>
                  <a:lnTo>
                    <a:pt x="2336863" y="1573174"/>
                  </a:lnTo>
                  <a:lnTo>
                    <a:pt x="2261678" y="1573705"/>
                  </a:lnTo>
                  <a:close/>
                  <a:moveTo>
                    <a:pt x="2170683" y="1587091"/>
                  </a:moveTo>
                  <a:lnTo>
                    <a:pt x="2131560" y="1559485"/>
                  </a:lnTo>
                  <a:lnTo>
                    <a:pt x="2076529" y="1526071"/>
                  </a:lnTo>
                  <a:close/>
                  <a:moveTo>
                    <a:pt x="2028126" y="1240989"/>
                  </a:moveTo>
                  <a:lnTo>
                    <a:pt x="1950731" y="1361640"/>
                  </a:lnTo>
                  <a:lnTo>
                    <a:pt x="2035773" y="1323204"/>
                  </a:lnTo>
                  <a:close/>
                  <a:moveTo>
                    <a:pt x="1800190" y="1158774"/>
                  </a:moveTo>
                  <a:lnTo>
                    <a:pt x="1840031" y="1090279"/>
                  </a:lnTo>
                  <a:lnTo>
                    <a:pt x="1770100" y="1114995"/>
                  </a:lnTo>
                  <a:close/>
                  <a:moveTo>
                    <a:pt x="1748041" y="994344"/>
                  </a:moveTo>
                  <a:lnTo>
                    <a:pt x="1817647" y="1091773"/>
                  </a:lnTo>
                  <a:lnTo>
                    <a:pt x="1833960" y="1067579"/>
                  </a:lnTo>
                  <a:close/>
                  <a:moveTo>
                    <a:pt x="1770100" y="1114995"/>
                  </a:moveTo>
                  <a:lnTo>
                    <a:pt x="1817647" y="1091773"/>
                  </a:lnTo>
                  <a:lnTo>
                    <a:pt x="1748041" y="994344"/>
                  </a:lnTo>
                  <a:close/>
                  <a:moveTo>
                    <a:pt x="1710149" y="1032780"/>
                  </a:moveTo>
                  <a:lnTo>
                    <a:pt x="1770100" y="1114995"/>
                  </a:lnTo>
                  <a:lnTo>
                    <a:pt x="1748041" y="994344"/>
                  </a:lnTo>
                  <a:close/>
                  <a:moveTo>
                    <a:pt x="2197406" y="1449198"/>
                  </a:moveTo>
                  <a:lnTo>
                    <a:pt x="2137631" y="1487634"/>
                  </a:lnTo>
                  <a:lnTo>
                    <a:pt x="2175302" y="1507827"/>
                  </a:lnTo>
                  <a:close/>
                  <a:moveTo>
                    <a:pt x="2028126" y="1240989"/>
                  </a:moveTo>
                  <a:lnTo>
                    <a:pt x="2059464" y="1316641"/>
                  </a:lnTo>
                  <a:lnTo>
                    <a:pt x="2029873" y="1240606"/>
                  </a:lnTo>
                  <a:close/>
                  <a:moveTo>
                    <a:pt x="2028126" y="1240989"/>
                  </a:moveTo>
                  <a:lnTo>
                    <a:pt x="2035773" y="1323204"/>
                  </a:lnTo>
                  <a:lnTo>
                    <a:pt x="2059464" y="1316641"/>
                  </a:lnTo>
                  <a:close/>
                  <a:moveTo>
                    <a:pt x="2018219" y="1049896"/>
                  </a:moveTo>
                  <a:lnTo>
                    <a:pt x="2054394" y="1119228"/>
                  </a:lnTo>
                  <a:lnTo>
                    <a:pt x="2055245" y="1120338"/>
                  </a:lnTo>
                  <a:close/>
                  <a:moveTo>
                    <a:pt x="1833960" y="1067579"/>
                  </a:moveTo>
                  <a:lnTo>
                    <a:pt x="1849181" y="1066137"/>
                  </a:lnTo>
                  <a:lnTo>
                    <a:pt x="1748041" y="994344"/>
                  </a:lnTo>
                  <a:close/>
                  <a:moveTo>
                    <a:pt x="1950000" y="1007572"/>
                  </a:moveTo>
                  <a:lnTo>
                    <a:pt x="1833960" y="1067579"/>
                  </a:lnTo>
                  <a:lnTo>
                    <a:pt x="1904282" y="1051845"/>
                  </a:lnTo>
                  <a:close/>
                  <a:moveTo>
                    <a:pt x="1528294" y="744868"/>
                  </a:moveTo>
                  <a:lnTo>
                    <a:pt x="1611718" y="793969"/>
                  </a:lnTo>
                  <a:lnTo>
                    <a:pt x="1534856" y="747698"/>
                  </a:lnTo>
                  <a:close/>
                  <a:moveTo>
                    <a:pt x="1663261" y="709262"/>
                  </a:moveTo>
                  <a:lnTo>
                    <a:pt x="1637186" y="747698"/>
                  </a:lnTo>
                  <a:lnTo>
                    <a:pt x="1673109" y="791477"/>
                  </a:lnTo>
                  <a:close/>
                  <a:moveTo>
                    <a:pt x="1605509" y="665483"/>
                  </a:moveTo>
                  <a:lnTo>
                    <a:pt x="1637186" y="747698"/>
                  </a:lnTo>
                  <a:lnTo>
                    <a:pt x="1663261" y="709262"/>
                  </a:lnTo>
                  <a:close/>
                  <a:moveTo>
                    <a:pt x="2055027" y="1120064"/>
                  </a:moveTo>
                  <a:lnTo>
                    <a:pt x="1989420" y="1154958"/>
                  </a:lnTo>
                  <a:lnTo>
                    <a:pt x="2055020" y="1121568"/>
                  </a:lnTo>
                  <a:close/>
                  <a:moveTo>
                    <a:pt x="2055027" y="1120064"/>
                  </a:moveTo>
                  <a:lnTo>
                    <a:pt x="1987952" y="1114003"/>
                  </a:lnTo>
                  <a:lnTo>
                    <a:pt x="1989420" y="1154958"/>
                  </a:lnTo>
                  <a:close/>
                  <a:moveTo>
                    <a:pt x="1987952" y="1114003"/>
                  </a:moveTo>
                  <a:lnTo>
                    <a:pt x="2054394" y="1119228"/>
                  </a:lnTo>
                  <a:lnTo>
                    <a:pt x="1973776" y="1096466"/>
                  </a:lnTo>
                  <a:close/>
                  <a:moveTo>
                    <a:pt x="1987952" y="1114003"/>
                  </a:moveTo>
                  <a:lnTo>
                    <a:pt x="2055027" y="1120064"/>
                  </a:lnTo>
                  <a:lnTo>
                    <a:pt x="2054394" y="1119228"/>
                  </a:lnTo>
                  <a:close/>
                  <a:moveTo>
                    <a:pt x="2359278" y="1294175"/>
                  </a:moveTo>
                  <a:lnTo>
                    <a:pt x="2428783" y="1298261"/>
                  </a:lnTo>
                  <a:lnTo>
                    <a:pt x="2380033" y="1285562"/>
                  </a:lnTo>
                  <a:close/>
                  <a:moveTo>
                    <a:pt x="2428783" y="1298261"/>
                  </a:moveTo>
                  <a:lnTo>
                    <a:pt x="2460480" y="1307680"/>
                  </a:lnTo>
                  <a:lnTo>
                    <a:pt x="2380033" y="1285562"/>
                  </a:lnTo>
                  <a:close/>
                  <a:moveTo>
                    <a:pt x="2144410" y="746719"/>
                  </a:moveTo>
                  <a:lnTo>
                    <a:pt x="2132319" y="717451"/>
                  </a:lnTo>
                  <a:lnTo>
                    <a:pt x="2094823" y="714604"/>
                  </a:lnTo>
                  <a:close/>
                  <a:moveTo>
                    <a:pt x="2043687" y="714604"/>
                  </a:moveTo>
                  <a:lnTo>
                    <a:pt x="2081075" y="698519"/>
                  </a:lnTo>
                  <a:lnTo>
                    <a:pt x="1980895" y="692680"/>
                  </a:lnTo>
                  <a:close/>
                  <a:moveTo>
                    <a:pt x="2147312" y="705262"/>
                  </a:moveTo>
                  <a:lnTo>
                    <a:pt x="2128496" y="676168"/>
                  </a:lnTo>
                  <a:lnTo>
                    <a:pt x="2118932" y="651462"/>
                  </a:lnTo>
                  <a:close/>
                  <a:moveTo>
                    <a:pt x="2118932" y="651462"/>
                  </a:moveTo>
                  <a:lnTo>
                    <a:pt x="2128496" y="676168"/>
                  </a:lnTo>
                  <a:lnTo>
                    <a:pt x="2103626" y="657690"/>
                  </a:lnTo>
                  <a:close/>
                  <a:moveTo>
                    <a:pt x="2103626" y="657690"/>
                  </a:moveTo>
                  <a:lnTo>
                    <a:pt x="2081075" y="698519"/>
                  </a:lnTo>
                  <a:lnTo>
                    <a:pt x="2118932" y="651462"/>
                  </a:lnTo>
                  <a:close/>
                  <a:moveTo>
                    <a:pt x="2158347" y="368421"/>
                  </a:moveTo>
                  <a:lnTo>
                    <a:pt x="2027475" y="372973"/>
                  </a:lnTo>
                  <a:lnTo>
                    <a:pt x="2078904" y="350058"/>
                  </a:lnTo>
                  <a:close/>
                  <a:moveTo>
                    <a:pt x="2664479" y="326998"/>
                  </a:moveTo>
                  <a:lnTo>
                    <a:pt x="2714073" y="247180"/>
                  </a:lnTo>
                  <a:lnTo>
                    <a:pt x="2646900" y="241197"/>
                  </a:lnTo>
                  <a:close/>
                  <a:moveTo>
                    <a:pt x="2646900" y="241197"/>
                  </a:moveTo>
                  <a:lnTo>
                    <a:pt x="2714073" y="247180"/>
                  </a:lnTo>
                  <a:lnTo>
                    <a:pt x="2688248" y="168082"/>
                  </a:lnTo>
                  <a:close/>
                  <a:moveTo>
                    <a:pt x="2646900" y="241197"/>
                  </a:moveTo>
                  <a:lnTo>
                    <a:pt x="2688248" y="168082"/>
                  </a:lnTo>
                  <a:lnTo>
                    <a:pt x="2625709" y="158333"/>
                  </a:lnTo>
                  <a:close/>
                  <a:moveTo>
                    <a:pt x="2646900" y="241197"/>
                  </a:moveTo>
                  <a:lnTo>
                    <a:pt x="2625709" y="158333"/>
                  </a:lnTo>
                  <a:lnTo>
                    <a:pt x="2626187" y="237340"/>
                  </a:lnTo>
                  <a:close/>
                  <a:moveTo>
                    <a:pt x="2625709" y="158333"/>
                  </a:moveTo>
                  <a:lnTo>
                    <a:pt x="2610844" y="155125"/>
                  </a:lnTo>
                  <a:lnTo>
                    <a:pt x="2626187" y="237340"/>
                  </a:lnTo>
                  <a:close/>
                  <a:moveTo>
                    <a:pt x="2714073" y="247180"/>
                  </a:moveTo>
                  <a:lnTo>
                    <a:pt x="2738254" y="282503"/>
                  </a:lnTo>
                  <a:lnTo>
                    <a:pt x="2807342" y="262153"/>
                  </a:lnTo>
                  <a:close/>
                  <a:moveTo>
                    <a:pt x="2541104" y="102706"/>
                  </a:moveTo>
                  <a:lnTo>
                    <a:pt x="2610844" y="155125"/>
                  </a:lnTo>
                  <a:lnTo>
                    <a:pt x="2524914" y="79593"/>
                  </a:lnTo>
                  <a:close/>
                  <a:moveTo>
                    <a:pt x="2524914" y="79593"/>
                  </a:moveTo>
                  <a:lnTo>
                    <a:pt x="2610844" y="155125"/>
                  </a:lnTo>
                  <a:lnTo>
                    <a:pt x="2625709" y="158333"/>
                  </a:lnTo>
                  <a:close/>
                  <a:moveTo>
                    <a:pt x="2524914" y="79593"/>
                  </a:moveTo>
                  <a:lnTo>
                    <a:pt x="2625709" y="158333"/>
                  </a:lnTo>
                  <a:lnTo>
                    <a:pt x="2601452" y="77961"/>
                  </a:lnTo>
                  <a:close/>
                  <a:moveTo>
                    <a:pt x="2524914" y="79593"/>
                  </a:moveTo>
                  <a:lnTo>
                    <a:pt x="2601452" y="77961"/>
                  </a:lnTo>
                  <a:lnTo>
                    <a:pt x="2574229" y="0"/>
                  </a:lnTo>
                  <a:close/>
                  <a:moveTo>
                    <a:pt x="2759549" y="310300"/>
                  </a:moveTo>
                  <a:lnTo>
                    <a:pt x="2837363" y="307629"/>
                  </a:lnTo>
                  <a:lnTo>
                    <a:pt x="2807342" y="26215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22" name="Candidate_density__2121">
              <a:extLst>
                <a:ext uri="{FF2B5EF4-FFF2-40B4-BE49-F238E27FC236}">
                  <a16:creationId xmlns:a16="http://schemas.microsoft.com/office/drawing/2014/main" id="{0EBE6073-D9F4-196C-7F33-B23598156063}"/>
                </a:ext>
              </a:extLst>
            </p:cNvPr>
            <p:cNvSpPr>
              <a:spLocks noGrp="1"/>
            </p:cNvSpPr>
            <p:nvPr/>
          </p:nvSpPr>
          <p:spPr>
            <a:xfrm>
              <a:off x="3470234" y="1590635"/>
              <a:ext cx="2807342" cy="2198315"/>
            </a:xfrm>
            <a:custGeom>
              <a:avLst/>
              <a:gdLst/>
              <a:ahLst/>
              <a:cxnLst/>
              <a:rect l="0" t="0" r="0" b="0"/>
              <a:pathLst>
                <a:path w="2807342" h="2198315">
                  <a:moveTo>
                    <a:pt x="621890" y="2119948"/>
                  </a:moveTo>
                  <a:lnTo>
                    <a:pt x="699747" y="2163727"/>
                  </a:lnTo>
                  <a:lnTo>
                    <a:pt x="673054" y="2081512"/>
                  </a:lnTo>
                  <a:close/>
                  <a:moveTo>
                    <a:pt x="0" y="1380012"/>
                  </a:moveTo>
                  <a:lnTo>
                    <a:pt x="14490" y="1423792"/>
                  </a:lnTo>
                  <a:lnTo>
                    <a:pt x="18869" y="1341576"/>
                  </a:lnTo>
                  <a:close/>
                  <a:moveTo>
                    <a:pt x="46258" y="1298267"/>
                  </a:moveTo>
                  <a:lnTo>
                    <a:pt x="0" y="1380012"/>
                  </a:lnTo>
                  <a:lnTo>
                    <a:pt x="18869" y="1341576"/>
                  </a:lnTo>
                  <a:close/>
                  <a:moveTo>
                    <a:pt x="699747" y="2163727"/>
                  </a:moveTo>
                  <a:lnTo>
                    <a:pt x="733428" y="2195538"/>
                  </a:lnTo>
                  <a:lnTo>
                    <a:pt x="760927" y="2134454"/>
                  </a:lnTo>
                  <a:close/>
                  <a:moveTo>
                    <a:pt x="733428" y="2195538"/>
                  </a:moveTo>
                  <a:lnTo>
                    <a:pt x="779037" y="2125291"/>
                  </a:lnTo>
                  <a:lnTo>
                    <a:pt x="760927" y="2134454"/>
                  </a:lnTo>
                  <a:close/>
                  <a:moveTo>
                    <a:pt x="719943" y="1878645"/>
                  </a:moveTo>
                  <a:lnTo>
                    <a:pt x="695672" y="1987321"/>
                  </a:lnTo>
                  <a:lnTo>
                    <a:pt x="736470" y="1960860"/>
                  </a:lnTo>
                  <a:close/>
                  <a:moveTo>
                    <a:pt x="91688" y="1252918"/>
                  </a:moveTo>
                  <a:lnTo>
                    <a:pt x="46258" y="1298267"/>
                  </a:lnTo>
                  <a:lnTo>
                    <a:pt x="18869" y="1341576"/>
                  </a:lnTo>
                  <a:close/>
                  <a:moveTo>
                    <a:pt x="157791" y="1221411"/>
                  </a:moveTo>
                  <a:lnTo>
                    <a:pt x="106195" y="1259361"/>
                  </a:lnTo>
                  <a:lnTo>
                    <a:pt x="46258" y="1298267"/>
                  </a:lnTo>
                  <a:close/>
                  <a:moveTo>
                    <a:pt x="869901" y="2004639"/>
                  </a:moveTo>
                  <a:lnTo>
                    <a:pt x="752684" y="1940971"/>
                  </a:lnTo>
                  <a:lnTo>
                    <a:pt x="736470" y="1960860"/>
                  </a:lnTo>
                  <a:close/>
                  <a:moveTo>
                    <a:pt x="428903" y="1521962"/>
                  </a:moveTo>
                  <a:lnTo>
                    <a:pt x="503394" y="1521995"/>
                  </a:lnTo>
                  <a:lnTo>
                    <a:pt x="459822" y="1514684"/>
                  </a:lnTo>
                  <a:close/>
                  <a:moveTo>
                    <a:pt x="459822" y="1514684"/>
                  </a:moveTo>
                  <a:lnTo>
                    <a:pt x="503394" y="1521995"/>
                  </a:lnTo>
                  <a:lnTo>
                    <a:pt x="580092" y="1470490"/>
                  </a:lnTo>
                  <a:close/>
                  <a:moveTo>
                    <a:pt x="789133" y="1757993"/>
                  </a:moveTo>
                  <a:lnTo>
                    <a:pt x="761540" y="1655033"/>
                  </a:lnTo>
                  <a:lnTo>
                    <a:pt x="759437" y="1637342"/>
                  </a:lnTo>
                  <a:close/>
                  <a:moveTo>
                    <a:pt x="1304298" y="2195848"/>
                  </a:moveTo>
                  <a:lnTo>
                    <a:pt x="1393897" y="2183598"/>
                  </a:lnTo>
                  <a:lnTo>
                    <a:pt x="1371802" y="2101468"/>
                  </a:lnTo>
                  <a:close/>
                  <a:moveTo>
                    <a:pt x="1449282" y="2174411"/>
                  </a:moveTo>
                  <a:lnTo>
                    <a:pt x="1413941" y="2092196"/>
                  </a:lnTo>
                  <a:lnTo>
                    <a:pt x="1393897" y="2183598"/>
                  </a:lnTo>
                  <a:close/>
                  <a:moveTo>
                    <a:pt x="1059609" y="2048418"/>
                  </a:moveTo>
                  <a:lnTo>
                    <a:pt x="1078943" y="1957596"/>
                  </a:lnTo>
                  <a:lnTo>
                    <a:pt x="1072820" y="1982886"/>
                  </a:lnTo>
                  <a:close/>
                  <a:moveTo>
                    <a:pt x="1078943" y="1957596"/>
                  </a:moveTo>
                  <a:lnTo>
                    <a:pt x="1083041" y="1927766"/>
                  </a:lnTo>
                  <a:lnTo>
                    <a:pt x="1062496" y="1944288"/>
                  </a:lnTo>
                  <a:close/>
                  <a:moveTo>
                    <a:pt x="748118" y="1544315"/>
                  </a:moveTo>
                  <a:lnTo>
                    <a:pt x="665182" y="1573428"/>
                  </a:lnTo>
                  <a:lnTo>
                    <a:pt x="753861" y="1626323"/>
                  </a:lnTo>
                  <a:close/>
                  <a:moveTo>
                    <a:pt x="748118" y="1544315"/>
                  </a:moveTo>
                  <a:lnTo>
                    <a:pt x="743449" y="1448019"/>
                  </a:lnTo>
                  <a:lnTo>
                    <a:pt x="673159" y="1544663"/>
                  </a:lnTo>
                  <a:close/>
                  <a:moveTo>
                    <a:pt x="828181" y="1516691"/>
                  </a:moveTo>
                  <a:lnTo>
                    <a:pt x="800892" y="1434476"/>
                  </a:lnTo>
                  <a:lnTo>
                    <a:pt x="748118" y="1544315"/>
                  </a:lnTo>
                  <a:close/>
                  <a:moveTo>
                    <a:pt x="800892" y="1434476"/>
                  </a:moveTo>
                  <a:lnTo>
                    <a:pt x="743449" y="1448019"/>
                  </a:lnTo>
                  <a:lnTo>
                    <a:pt x="748118" y="1544315"/>
                  </a:lnTo>
                  <a:close/>
                  <a:moveTo>
                    <a:pt x="1449282" y="2174411"/>
                  </a:moveTo>
                  <a:lnTo>
                    <a:pt x="1486120" y="2198315"/>
                  </a:lnTo>
                  <a:lnTo>
                    <a:pt x="1489899" y="2166142"/>
                  </a:lnTo>
                  <a:close/>
                  <a:moveTo>
                    <a:pt x="1413941" y="2092196"/>
                  </a:moveTo>
                  <a:lnTo>
                    <a:pt x="1489899" y="2166142"/>
                  </a:lnTo>
                  <a:lnTo>
                    <a:pt x="1474271" y="2078755"/>
                  </a:lnTo>
                  <a:close/>
                  <a:moveTo>
                    <a:pt x="1413941" y="2092196"/>
                  </a:moveTo>
                  <a:lnTo>
                    <a:pt x="1449282" y="2174411"/>
                  </a:lnTo>
                  <a:lnTo>
                    <a:pt x="1489899" y="2166142"/>
                  </a:lnTo>
                  <a:close/>
                  <a:moveTo>
                    <a:pt x="1091759" y="1746994"/>
                  </a:moveTo>
                  <a:lnTo>
                    <a:pt x="1063581" y="1733143"/>
                  </a:lnTo>
                  <a:lnTo>
                    <a:pt x="988848" y="1669974"/>
                  </a:lnTo>
                  <a:close/>
                  <a:moveTo>
                    <a:pt x="743889" y="1352260"/>
                  </a:moveTo>
                  <a:lnTo>
                    <a:pt x="860063" y="1413806"/>
                  </a:lnTo>
                  <a:lnTo>
                    <a:pt x="786634" y="1318452"/>
                  </a:lnTo>
                  <a:close/>
                  <a:moveTo>
                    <a:pt x="790995" y="1271301"/>
                  </a:moveTo>
                  <a:lnTo>
                    <a:pt x="743889" y="1352260"/>
                  </a:lnTo>
                  <a:lnTo>
                    <a:pt x="782533" y="1303121"/>
                  </a:lnTo>
                  <a:close/>
                  <a:moveTo>
                    <a:pt x="849453" y="1274665"/>
                  </a:moveTo>
                  <a:lnTo>
                    <a:pt x="790995" y="1271301"/>
                  </a:lnTo>
                  <a:lnTo>
                    <a:pt x="782533" y="1303121"/>
                  </a:lnTo>
                  <a:close/>
                  <a:moveTo>
                    <a:pt x="382779" y="758722"/>
                  </a:moveTo>
                  <a:lnTo>
                    <a:pt x="338380" y="776754"/>
                  </a:lnTo>
                  <a:lnTo>
                    <a:pt x="412007" y="753759"/>
                  </a:lnTo>
                  <a:close/>
                  <a:moveTo>
                    <a:pt x="412007" y="753759"/>
                  </a:moveTo>
                  <a:lnTo>
                    <a:pt x="338380" y="776754"/>
                  </a:lnTo>
                  <a:lnTo>
                    <a:pt x="293760" y="805513"/>
                  </a:lnTo>
                  <a:close/>
                  <a:moveTo>
                    <a:pt x="412007" y="753759"/>
                  </a:moveTo>
                  <a:lnTo>
                    <a:pt x="293760" y="805513"/>
                  </a:lnTo>
                  <a:lnTo>
                    <a:pt x="345149" y="782444"/>
                  </a:lnTo>
                  <a:close/>
                  <a:moveTo>
                    <a:pt x="481757" y="735885"/>
                  </a:moveTo>
                  <a:lnTo>
                    <a:pt x="382779" y="758722"/>
                  </a:lnTo>
                  <a:lnTo>
                    <a:pt x="474321" y="738318"/>
                  </a:lnTo>
                  <a:close/>
                  <a:moveTo>
                    <a:pt x="357226" y="764142"/>
                  </a:moveTo>
                  <a:lnTo>
                    <a:pt x="382779" y="758722"/>
                  </a:lnTo>
                  <a:lnTo>
                    <a:pt x="481757" y="735885"/>
                  </a:lnTo>
                  <a:close/>
                  <a:moveTo>
                    <a:pt x="382779" y="758722"/>
                  </a:moveTo>
                  <a:lnTo>
                    <a:pt x="412007" y="753759"/>
                  </a:lnTo>
                  <a:lnTo>
                    <a:pt x="474321" y="738318"/>
                  </a:lnTo>
                  <a:close/>
                  <a:moveTo>
                    <a:pt x="1334988" y="1770529"/>
                  </a:moveTo>
                  <a:lnTo>
                    <a:pt x="1411279" y="1769098"/>
                  </a:lnTo>
                  <a:lnTo>
                    <a:pt x="1361275" y="1709658"/>
                  </a:lnTo>
                  <a:close/>
                  <a:moveTo>
                    <a:pt x="1361275" y="1709658"/>
                  </a:moveTo>
                  <a:lnTo>
                    <a:pt x="1411279" y="1769098"/>
                  </a:lnTo>
                  <a:lnTo>
                    <a:pt x="1444004" y="1702993"/>
                  </a:lnTo>
                  <a:close/>
                  <a:moveTo>
                    <a:pt x="1286802" y="1609519"/>
                  </a:moveTo>
                  <a:lnTo>
                    <a:pt x="1177353" y="1642684"/>
                  </a:lnTo>
                  <a:lnTo>
                    <a:pt x="1212864" y="1709129"/>
                  </a:lnTo>
                  <a:close/>
                  <a:moveTo>
                    <a:pt x="1286802" y="1609519"/>
                  </a:moveTo>
                  <a:lnTo>
                    <a:pt x="1152692" y="1560469"/>
                  </a:lnTo>
                  <a:lnTo>
                    <a:pt x="1177353" y="1642684"/>
                  </a:lnTo>
                  <a:close/>
                  <a:moveTo>
                    <a:pt x="471821" y="786426"/>
                  </a:moveTo>
                  <a:lnTo>
                    <a:pt x="474321" y="738318"/>
                  </a:lnTo>
                  <a:lnTo>
                    <a:pt x="412007" y="753759"/>
                  </a:lnTo>
                  <a:close/>
                  <a:moveTo>
                    <a:pt x="484058" y="736976"/>
                  </a:moveTo>
                  <a:lnTo>
                    <a:pt x="474321" y="738318"/>
                  </a:lnTo>
                  <a:lnTo>
                    <a:pt x="471821" y="786426"/>
                  </a:lnTo>
                  <a:close/>
                  <a:moveTo>
                    <a:pt x="532558" y="797639"/>
                  </a:moveTo>
                  <a:lnTo>
                    <a:pt x="484058" y="736976"/>
                  </a:lnTo>
                  <a:lnTo>
                    <a:pt x="471821" y="786426"/>
                  </a:lnTo>
                  <a:close/>
                  <a:moveTo>
                    <a:pt x="532558" y="797639"/>
                  </a:moveTo>
                  <a:lnTo>
                    <a:pt x="617478" y="789193"/>
                  </a:lnTo>
                  <a:lnTo>
                    <a:pt x="572500" y="725667"/>
                  </a:lnTo>
                  <a:close/>
                  <a:moveTo>
                    <a:pt x="532558" y="797639"/>
                  </a:moveTo>
                  <a:lnTo>
                    <a:pt x="572500" y="725667"/>
                  </a:lnTo>
                  <a:lnTo>
                    <a:pt x="484058" y="736976"/>
                  </a:lnTo>
                  <a:close/>
                  <a:moveTo>
                    <a:pt x="617478" y="789193"/>
                  </a:moveTo>
                  <a:lnTo>
                    <a:pt x="532558" y="797639"/>
                  </a:lnTo>
                  <a:lnTo>
                    <a:pt x="631923" y="803469"/>
                  </a:lnTo>
                  <a:close/>
                  <a:moveTo>
                    <a:pt x="532558" y="797639"/>
                  </a:moveTo>
                  <a:lnTo>
                    <a:pt x="561093" y="817307"/>
                  </a:lnTo>
                  <a:lnTo>
                    <a:pt x="631923" y="803469"/>
                  </a:lnTo>
                  <a:close/>
                  <a:moveTo>
                    <a:pt x="617478" y="789193"/>
                  </a:moveTo>
                  <a:lnTo>
                    <a:pt x="694922" y="786825"/>
                  </a:lnTo>
                  <a:lnTo>
                    <a:pt x="572500" y="725667"/>
                  </a:lnTo>
                  <a:close/>
                  <a:moveTo>
                    <a:pt x="694922" y="786825"/>
                  </a:moveTo>
                  <a:lnTo>
                    <a:pt x="617478" y="789193"/>
                  </a:lnTo>
                  <a:lnTo>
                    <a:pt x="711603" y="822721"/>
                  </a:lnTo>
                  <a:close/>
                  <a:moveTo>
                    <a:pt x="617478" y="789193"/>
                  </a:moveTo>
                  <a:lnTo>
                    <a:pt x="631923" y="803469"/>
                  </a:lnTo>
                  <a:lnTo>
                    <a:pt x="711603" y="822721"/>
                  </a:lnTo>
                  <a:close/>
                  <a:moveTo>
                    <a:pt x="746137" y="845280"/>
                  </a:moveTo>
                  <a:lnTo>
                    <a:pt x="785984" y="822164"/>
                  </a:lnTo>
                  <a:lnTo>
                    <a:pt x="711603" y="822721"/>
                  </a:lnTo>
                  <a:close/>
                  <a:moveTo>
                    <a:pt x="746137" y="845280"/>
                  </a:moveTo>
                  <a:lnTo>
                    <a:pt x="813580" y="851042"/>
                  </a:lnTo>
                  <a:lnTo>
                    <a:pt x="785984" y="822164"/>
                  </a:lnTo>
                  <a:close/>
                  <a:moveTo>
                    <a:pt x="813580" y="851042"/>
                  </a:moveTo>
                  <a:lnTo>
                    <a:pt x="746137" y="845280"/>
                  </a:lnTo>
                  <a:lnTo>
                    <a:pt x="853423" y="859103"/>
                  </a:lnTo>
                  <a:close/>
                  <a:moveTo>
                    <a:pt x="813580" y="851042"/>
                  </a:moveTo>
                  <a:lnTo>
                    <a:pt x="853423" y="859103"/>
                  </a:lnTo>
                  <a:lnTo>
                    <a:pt x="924407" y="845845"/>
                  </a:lnTo>
                  <a:close/>
                  <a:moveTo>
                    <a:pt x="1602246" y="1609590"/>
                  </a:moveTo>
                  <a:lnTo>
                    <a:pt x="1621248" y="1564066"/>
                  </a:lnTo>
                  <a:lnTo>
                    <a:pt x="1530226" y="1648027"/>
                  </a:lnTo>
                  <a:close/>
                  <a:moveTo>
                    <a:pt x="1621248" y="1564066"/>
                  </a:moveTo>
                  <a:lnTo>
                    <a:pt x="1602246" y="1609590"/>
                  </a:lnTo>
                  <a:lnTo>
                    <a:pt x="1653967" y="1488938"/>
                  </a:lnTo>
                  <a:close/>
                  <a:moveTo>
                    <a:pt x="1537711" y="1426626"/>
                  </a:moveTo>
                  <a:lnTo>
                    <a:pt x="1597690" y="1338364"/>
                  </a:lnTo>
                  <a:lnTo>
                    <a:pt x="1504048" y="1353902"/>
                  </a:lnTo>
                  <a:close/>
                  <a:moveTo>
                    <a:pt x="1608048" y="1430036"/>
                  </a:moveTo>
                  <a:lnTo>
                    <a:pt x="1681581" y="1330755"/>
                  </a:lnTo>
                  <a:lnTo>
                    <a:pt x="1597690" y="1338364"/>
                  </a:lnTo>
                  <a:close/>
                  <a:moveTo>
                    <a:pt x="1430765" y="1352887"/>
                  </a:moveTo>
                  <a:lnTo>
                    <a:pt x="1504048" y="1353902"/>
                  </a:lnTo>
                  <a:lnTo>
                    <a:pt x="1443414" y="1242511"/>
                  </a:lnTo>
                  <a:close/>
                  <a:moveTo>
                    <a:pt x="1972396" y="1735583"/>
                  </a:moveTo>
                  <a:lnTo>
                    <a:pt x="2089165" y="1779362"/>
                  </a:lnTo>
                  <a:lnTo>
                    <a:pt x="2033836" y="1697147"/>
                  </a:lnTo>
                  <a:close/>
                  <a:moveTo>
                    <a:pt x="1988427" y="1653369"/>
                  </a:moveTo>
                  <a:lnTo>
                    <a:pt x="1972396" y="1735583"/>
                  </a:lnTo>
                  <a:lnTo>
                    <a:pt x="2033836" y="1697147"/>
                  </a:lnTo>
                  <a:close/>
                  <a:moveTo>
                    <a:pt x="1710489" y="1403865"/>
                  </a:moveTo>
                  <a:lnTo>
                    <a:pt x="1752323" y="1345075"/>
                  </a:lnTo>
                  <a:lnTo>
                    <a:pt x="1721624" y="1324508"/>
                  </a:lnTo>
                  <a:close/>
                  <a:moveTo>
                    <a:pt x="2033836" y="1697147"/>
                  </a:moveTo>
                  <a:lnTo>
                    <a:pt x="2094173" y="1777654"/>
                  </a:lnTo>
                  <a:lnTo>
                    <a:pt x="2096832" y="1675399"/>
                  </a:lnTo>
                  <a:close/>
                  <a:moveTo>
                    <a:pt x="2033836" y="1697147"/>
                  </a:moveTo>
                  <a:lnTo>
                    <a:pt x="2089165" y="1779362"/>
                  </a:lnTo>
                  <a:lnTo>
                    <a:pt x="2094173" y="1777654"/>
                  </a:lnTo>
                  <a:close/>
                  <a:moveTo>
                    <a:pt x="2094173" y="1777654"/>
                  </a:moveTo>
                  <a:lnTo>
                    <a:pt x="2170683" y="1675952"/>
                  </a:lnTo>
                  <a:lnTo>
                    <a:pt x="2096832" y="1675399"/>
                  </a:lnTo>
                  <a:close/>
                  <a:moveTo>
                    <a:pt x="2179026" y="1769262"/>
                  </a:moveTo>
                  <a:lnTo>
                    <a:pt x="2261678" y="1662566"/>
                  </a:lnTo>
                  <a:lnTo>
                    <a:pt x="2170683" y="1675952"/>
                  </a:lnTo>
                  <a:close/>
                  <a:moveTo>
                    <a:pt x="2074055" y="1593826"/>
                  </a:moveTo>
                  <a:lnTo>
                    <a:pt x="2170683" y="1675952"/>
                  </a:lnTo>
                  <a:lnTo>
                    <a:pt x="2076529" y="1614932"/>
                  </a:lnTo>
                  <a:close/>
                  <a:moveTo>
                    <a:pt x="2020718" y="1532717"/>
                  </a:moveTo>
                  <a:lnTo>
                    <a:pt x="2074055" y="1593826"/>
                  </a:lnTo>
                  <a:lnTo>
                    <a:pt x="2038584" y="1522570"/>
                  </a:lnTo>
                  <a:close/>
                  <a:moveTo>
                    <a:pt x="2035773" y="1412066"/>
                  </a:moveTo>
                  <a:lnTo>
                    <a:pt x="2038584" y="1522570"/>
                  </a:lnTo>
                  <a:lnTo>
                    <a:pt x="2060843" y="1447401"/>
                  </a:lnTo>
                  <a:close/>
                  <a:moveTo>
                    <a:pt x="2020718" y="1532717"/>
                  </a:moveTo>
                  <a:lnTo>
                    <a:pt x="2038584" y="1522570"/>
                  </a:lnTo>
                  <a:lnTo>
                    <a:pt x="2035773" y="1412066"/>
                  </a:lnTo>
                  <a:close/>
                  <a:moveTo>
                    <a:pt x="1950731" y="1450502"/>
                  </a:moveTo>
                  <a:lnTo>
                    <a:pt x="2020718" y="1532717"/>
                  </a:lnTo>
                  <a:lnTo>
                    <a:pt x="2035773" y="1412066"/>
                  </a:lnTo>
                  <a:close/>
                  <a:moveTo>
                    <a:pt x="2087091" y="1412066"/>
                  </a:moveTo>
                  <a:lnTo>
                    <a:pt x="2060843" y="1447401"/>
                  </a:lnTo>
                  <a:lnTo>
                    <a:pt x="2119618" y="1417190"/>
                  </a:lnTo>
                  <a:close/>
                  <a:moveTo>
                    <a:pt x="2119618" y="1417190"/>
                  </a:moveTo>
                  <a:lnTo>
                    <a:pt x="2060843" y="1447401"/>
                  </a:lnTo>
                  <a:lnTo>
                    <a:pt x="2038584" y="1522570"/>
                  </a:lnTo>
                  <a:close/>
                  <a:moveTo>
                    <a:pt x="1770100" y="1203857"/>
                  </a:moveTo>
                  <a:lnTo>
                    <a:pt x="1840031" y="1179140"/>
                  </a:lnTo>
                  <a:lnTo>
                    <a:pt x="1817647" y="1180634"/>
                  </a:lnTo>
                  <a:close/>
                  <a:moveTo>
                    <a:pt x="1791179" y="1286072"/>
                  </a:moveTo>
                  <a:lnTo>
                    <a:pt x="1800190" y="1247636"/>
                  </a:lnTo>
                  <a:lnTo>
                    <a:pt x="1770100" y="1203857"/>
                  </a:lnTo>
                  <a:close/>
                  <a:moveTo>
                    <a:pt x="1817647" y="1180634"/>
                  </a:moveTo>
                  <a:lnTo>
                    <a:pt x="1840031" y="1179140"/>
                  </a:lnTo>
                  <a:lnTo>
                    <a:pt x="1915106" y="1181171"/>
                  </a:lnTo>
                  <a:close/>
                  <a:moveTo>
                    <a:pt x="1457320" y="791337"/>
                  </a:moveTo>
                  <a:lnTo>
                    <a:pt x="1450264" y="792781"/>
                  </a:lnTo>
                  <a:lnTo>
                    <a:pt x="1522726" y="828764"/>
                  </a:lnTo>
                  <a:close/>
                  <a:moveTo>
                    <a:pt x="1522726" y="828764"/>
                  </a:moveTo>
                  <a:lnTo>
                    <a:pt x="1390320" y="827576"/>
                  </a:lnTo>
                  <a:lnTo>
                    <a:pt x="1506272" y="836560"/>
                  </a:lnTo>
                  <a:close/>
                  <a:moveTo>
                    <a:pt x="1457320" y="791337"/>
                  </a:moveTo>
                  <a:lnTo>
                    <a:pt x="1522726" y="828764"/>
                  </a:lnTo>
                  <a:lnTo>
                    <a:pt x="1534856" y="836560"/>
                  </a:lnTo>
                  <a:close/>
                  <a:moveTo>
                    <a:pt x="2113432" y="1494281"/>
                  </a:moveTo>
                  <a:lnTo>
                    <a:pt x="2137631" y="1576495"/>
                  </a:lnTo>
                  <a:lnTo>
                    <a:pt x="2197406" y="1538059"/>
                  </a:lnTo>
                  <a:close/>
                  <a:moveTo>
                    <a:pt x="2113432" y="1494281"/>
                  </a:moveTo>
                  <a:lnTo>
                    <a:pt x="2197406" y="1538059"/>
                  </a:lnTo>
                  <a:lnTo>
                    <a:pt x="2168517" y="1455844"/>
                  </a:lnTo>
                  <a:close/>
                  <a:moveTo>
                    <a:pt x="2060843" y="1447401"/>
                  </a:moveTo>
                  <a:lnTo>
                    <a:pt x="2087091" y="1412066"/>
                  </a:lnTo>
                  <a:lnTo>
                    <a:pt x="2059464" y="1405503"/>
                  </a:lnTo>
                  <a:close/>
                  <a:moveTo>
                    <a:pt x="2260225" y="1420340"/>
                  </a:moveTo>
                  <a:lnTo>
                    <a:pt x="2136648" y="1452169"/>
                  </a:lnTo>
                  <a:lnTo>
                    <a:pt x="2184853" y="1417197"/>
                  </a:lnTo>
                  <a:close/>
                  <a:moveTo>
                    <a:pt x="2035773" y="1412066"/>
                  </a:moveTo>
                  <a:lnTo>
                    <a:pt x="2060843" y="1447401"/>
                  </a:lnTo>
                  <a:lnTo>
                    <a:pt x="2059464" y="1405503"/>
                  </a:lnTo>
                  <a:close/>
                  <a:moveTo>
                    <a:pt x="1840031" y="1179140"/>
                  </a:moveTo>
                  <a:lnTo>
                    <a:pt x="1893268" y="1219249"/>
                  </a:lnTo>
                  <a:lnTo>
                    <a:pt x="1960880" y="1209199"/>
                  </a:lnTo>
                  <a:close/>
                  <a:moveTo>
                    <a:pt x="1973776" y="1185327"/>
                  </a:moveTo>
                  <a:lnTo>
                    <a:pt x="1840031" y="1179140"/>
                  </a:lnTo>
                  <a:lnTo>
                    <a:pt x="1960880" y="1209199"/>
                  </a:lnTo>
                  <a:close/>
                  <a:moveTo>
                    <a:pt x="1915106" y="1181171"/>
                  </a:moveTo>
                  <a:lnTo>
                    <a:pt x="1840031" y="1179140"/>
                  </a:lnTo>
                  <a:lnTo>
                    <a:pt x="1973776" y="1185327"/>
                  </a:lnTo>
                  <a:close/>
                  <a:moveTo>
                    <a:pt x="2054394" y="1208089"/>
                  </a:moveTo>
                  <a:lnTo>
                    <a:pt x="1926442" y="1165420"/>
                  </a:lnTo>
                  <a:lnTo>
                    <a:pt x="1915106" y="1181171"/>
                  </a:lnTo>
                  <a:close/>
                  <a:moveTo>
                    <a:pt x="2054394" y="1208089"/>
                  </a:moveTo>
                  <a:lnTo>
                    <a:pt x="1915106" y="1181171"/>
                  </a:lnTo>
                  <a:lnTo>
                    <a:pt x="1973776" y="1185327"/>
                  </a:lnTo>
                  <a:close/>
                  <a:moveTo>
                    <a:pt x="1522726" y="828764"/>
                  </a:moveTo>
                  <a:lnTo>
                    <a:pt x="1506272" y="836560"/>
                  </a:lnTo>
                  <a:lnTo>
                    <a:pt x="1528294" y="833729"/>
                  </a:lnTo>
                  <a:close/>
                  <a:moveTo>
                    <a:pt x="1528294" y="833729"/>
                  </a:moveTo>
                  <a:lnTo>
                    <a:pt x="1534856" y="836560"/>
                  </a:lnTo>
                  <a:lnTo>
                    <a:pt x="1522726" y="828764"/>
                  </a:lnTo>
                  <a:close/>
                  <a:moveTo>
                    <a:pt x="1605509" y="754344"/>
                  </a:moveTo>
                  <a:lnTo>
                    <a:pt x="1663261" y="798123"/>
                  </a:lnTo>
                  <a:lnTo>
                    <a:pt x="1643409" y="715908"/>
                  </a:lnTo>
                  <a:close/>
                  <a:moveTo>
                    <a:pt x="2306750" y="1379091"/>
                  </a:moveTo>
                  <a:lnTo>
                    <a:pt x="2184853" y="1417197"/>
                  </a:lnTo>
                  <a:lnTo>
                    <a:pt x="2230245" y="1371706"/>
                  </a:lnTo>
                  <a:close/>
                  <a:moveTo>
                    <a:pt x="2359278" y="1383036"/>
                  </a:moveTo>
                  <a:lnTo>
                    <a:pt x="2380033" y="1374423"/>
                  </a:lnTo>
                  <a:lnTo>
                    <a:pt x="2306750" y="1379091"/>
                  </a:lnTo>
                  <a:close/>
                  <a:moveTo>
                    <a:pt x="1658260" y="513042"/>
                  </a:moveTo>
                  <a:lnTo>
                    <a:pt x="1677668" y="595256"/>
                  </a:lnTo>
                  <a:lnTo>
                    <a:pt x="1718157" y="556820"/>
                  </a:lnTo>
                  <a:close/>
                  <a:moveTo>
                    <a:pt x="1676075" y="392390"/>
                  </a:moveTo>
                  <a:lnTo>
                    <a:pt x="1690439" y="422724"/>
                  </a:lnTo>
                  <a:lnTo>
                    <a:pt x="1658260" y="513042"/>
                  </a:lnTo>
                  <a:close/>
                  <a:moveTo>
                    <a:pt x="2111176" y="774780"/>
                  </a:moveTo>
                  <a:lnTo>
                    <a:pt x="2081075" y="787380"/>
                  </a:lnTo>
                  <a:lnTo>
                    <a:pt x="2043687" y="803466"/>
                  </a:lnTo>
                  <a:close/>
                  <a:moveTo>
                    <a:pt x="2094823" y="803466"/>
                  </a:moveTo>
                  <a:lnTo>
                    <a:pt x="2081075" y="787380"/>
                  </a:lnTo>
                  <a:lnTo>
                    <a:pt x="2144410" y="835580"/>
                  </a:lnTo>
                  <a:close/>
                  <a:moveTo>
                    <a:pt x="2144410" y="835580"/>
                  </a:moveTo>
                  <a:lnTo>
                    <a:pt x="2081075" y="787380"/>
                  </a:lnTo>
                  <a:lnTo>
                    <a:pt x="2111176" y="774780"/>
                  </a:lnTo>
                  <a:close/>
                  <a:moveTo>
                    <a:pt x="2128496" y="765029"/>
                  </a:moveTo>
                  <a:lnTo>
                    <a:pt x="2147312" y="794123"/>
                  </a:lnTo>
                  <a:lnTo>
                    <a:pt x="2144410" y="835580"/>
                  </a:lnTo>
                  <a:close/>
                  <a:moveTo>
                    <a:pt x="2111176" y="774780"/>
                  </a:moveTo>
                  <a:lnTo>
                    <a:pt x="2128496" y="765029"/>
                  </a:lnTo>
                  <a:lnTo>
                    <a:pt x="2144410" y="835580"/>
                  </a:lnTo>
                  <a:close/>
                  <a:moveTo>
                    <a:pt x="1980895" y="781542"/>
                  </a:moveTo>
                  <a:lnTo>
                    <a:pt x="2081075" y="787380"/>
                  </a:lnTo>
                  <a:lnTo>
                    <a:pt x="2103626" y="746552"/>
                  </a:lnTo>
                  <a:close/>
                  <a:moveTo>
                    <a:pt x="1763432" y="310594"/>
                  </a:moveTo>
                  <a:lnTo>
                    <a:pt x="1713549" y="339295"/>
                  </a:lnTo>
                  <a:lnTo>
                    <a:pt x="1676075" y="392390"/>
                  </a:lnTo>
                  <a:close/>
                  <a:moveTo>
                    <a:pt x="2158347" y="457282"/>
                  </a:moveTo>
                  <a:lnTo>
                    <a:pt x="2022854" y="436169"/>
                  </a:lnTo>
                  <a:lnTo>
                    <a:pt x="2027475" y="461835"/>
                  </a:lnTo>
                  <a:close/>
                  <a:moveTo>
                    <a:pt x="1834457" y="297488"/>
                  </a:moveTo>
                  <a:lnTo>
                    <a:pt x="1763432" y="310594"/>
                  </a:lnTo>
                  <a:lnTo>
                    <a:pt x="1885522" y="273211"/>
                  </a:lnTo>
                  <a:close/>
                  <a:moveTo>
                    <a:pt x="1885522" y="273211"/>
                  </a:moveTo>
                  <a:lnTo>
                    <a:pt x="1934139" y="233302"/>
                  </a:lnTo>
                  <a:lnTo>
                    <a:pt x="1937464" y="242988"/>
                  </a:lnTo>
                  <a:close/>
                  <a:moveTo>
                    <a:pt x="1944868" y="216436"/>
                  </a:moveTo>
                  <a:lnTo>
                    <a:pt x="1937464" y="242988"/>
                  </a:lnTo>
                  <a:lnTo>
                    <a:pt x="1934139" y="233302"/>
                  </a:lnTo>
                  <a:close/>
                  <a:moveTo>
                    <a:pt x="2284352" y="434536"/>
                  </a:moveTo>
                  <a:lnTo>
                    <a:pt x="2219677" y="407928"/>
                  </a:lnTo>
                  <a:lnTo>
                    <a:pt x="2158347" y="457282"/>
                  </a:lnTo>
                  <a:close/>
                  <a:moveTo>
                    <a:pt x="1944868" y="216436"/>
                  </a:moveTo>
                  <a:lnTo>
                    <a:pt x="1986785" y="202891"/>
                  </a:lnTo>
                  <a:lnTo>
                    <a:pt x="1981489" y="151087"/>
                  </a:lnTo>
                  <a:close/>
                  <a:moveTo>
                    <a:pt x="1981489" y="151087"/>
                  </a:moveTo>
                  <a:lnTo>
                    <a:pt x="1986785" y="202891"/>
                  </a:lnTo>
                  <a:lnTo>
                    <a:pt x="1998347" y="194865"/>
                  </a:lnTo>
                  <a:close/>
                  <a:moveTo>
                    <a:pt x="1981489" y="151087"/>
                  </a:moveTo>
                  <a:lnTo>
                    <a:pt x="1998347" y="194865"/>
                  </a:lnTo>
                  <a:lnTo>
                    <a:pt x="1993394" y="112651"/>
                  </a:lnTo>
                  <a:close/>
                  <a:moveTo>
                    <a:pt x="2403609" y="386557"/>
                  </a:moveTo>
                  <a:lnTo>
                    <a:pt x="2344128" y="379372"/>
                  </a:lnTo>
                  <a:lnTo>
                    <a:pt x="2284352" y="434536"/>
                  </a:lnTo>
                  <a:close/>
                  <a:moveTo>
                    <a:pt x="2152456" y="4852"/>
                  </a:moveTo>
                  <a:lnTo>
                    <a:pt x="2033247" y="53013"/>
                  </a:lnTo>
                  <a:lnTo>
                    <a:pt x="2088229" y="43379"/>
                  </a:lnTo>
                  <a:close/>
                  <a:moveTo>
                    <a:pt x="2283247" y="0"/>
                  </a:moveTo>
                  <a:lnTo>
                    <a:pt x="2225691" y="11"/>
                  </a:lnTo>
                  <a:lnTo>
                    <a:pt x="2152456" y="4852"/>
                  </a:lnTo>
                  <a:close/>
                  <a:moveTo>
                    <a:pt x="2283247" y="0"/>
                  </a:moveTo>
                  <a:lnTo>
                    <a:pt x="2152456" y="4852"/>
                  </a:lnTo>
                  <a:lnTo>
                    <a:pt x="2215755" y="26314"/>
                  </a:lnTo>
                  <a:close/>
                  <a:moveTo>
                    <a:pt x="2361042" y="12204"/>
                  </a:moveTo>
                  <a:lnTo>
                    <a:pt x="2225691" y="11"/>
                  </a:lnTo>
                  <a:lnTo>
                    <a:pt x="2283247" y="0"/>
                  </a:lnTo>
                  <a:close/>
                  <a:moveTo>
                    <a:pt x="2713343" y="408417"/>
                  </a:moveTo>
                  <a:lnTo>
                    <a:pt x="2738254" y="371365"/>
                  </a:lnTo>
                  <a:lnTo>
                    <a:pt x="2664479" y="415859"/>
                  </a:lnTo>
                  <a:close/>
                  <a:moveTo>
                    <a:pt x="2664479" y="415859"/>
                  </a:moveTo>
                  <a:lnTo>
                    <a:pt x="2738254" y="371365"/>
                  </a:lnTo>
                  <a:lnTo>
                    <a:pt x="2714073" y="336041"/>
                  </a:lnTo>
                  <a:close/>
                  <a:moveTo>
                    <a:pt x="2438876" y="177809"/>
                  </a:moveTo>
                  <a:lnTo>
                    <a:pt x="2524914" y="168454"/>
                  </a:lnTo>
                  <a:lnTo>
                    <a:pt x="2498429" y="89894"/>
                  </a:lnTo>
                  <a:close/>
                  <a:moveTo>
                    <a:pt x="2438876" y="177809"/>
                  </a:moveTo>
                  <a:lnTo>
                    <a:pt x="2498429" y="89894"/>
                  </a:lnTo>
                  <a:lnTo>
                    <a:pt x="2422050" y="91397"/>
                  </a:lnTo>
                  <a:close/>
                  <a:moveTo>
                    <a:pt x="2524914" y="168454"/>
                  </a:moveTo>
                  <a:lnTo>
                    <a:pt x="2574229" y="88861"/>
                  </a:lnTo>
                  <a:lnTo>
                    <a:pt x="2498429" y="89894"/>
                  </a:lnTo>
                  <a:close/>
                  <a:moveTo>
                    <a:pt x="2343704" y="94499"/>
                  </a:moveTo>
                  <a:lnTo>
                    <a:pt x="2422050" y="91397"/>
                  </a:lnTo>
                  <a:lnTo>
                    <a:pt x="2378350" y="26833"/>
                  </a:lnTo>
                  <a:close/>
                  <a:moveTo>
                    <a:pt x="2343704" y="94499"/>
                  </a:moveTo>
                  <a:lnTo>
                    <a:pt x="2378350" y="26833"/>
                  </a:lnTo>
                  <a:lnTo>
                    <a:pt x="2310488" y="21411"/>
                  </a:lnTo>
                  <a:close/>
                  <a:moveTo>
                    <a:pt x="2422050" y="91397"/>
                  </a:moveTo>
                  <a:lnTo>
                    <a:pt x="2498429" y="89894"/>
                  </a:lnTo>
                  <a:lnTo>
                    <a:pt x="2448602" y="30310"/>
                  </a:lnTo>
                  <a:close/>
                  <a:moveTo>
                    <a:pt x="2422050" y="91397"/>
                  </a:moveTo>
                  <a:lnTo>
                    <a:pt x="2448602" y="30310"/>
                  </a:lnTo>
                  <a:lnTo>
                    <a:pt x="2378350" y="26833"/>
                  </a:lnTo>
                  <a:close/>
                  <a:moveTo>
                    <a:pt x="2222098" y="32678"/>
                  </a:moveTo>
                  <a:lnTo>
                    <a:pt x="2310488" y="21411"/>
                  </a:lnTo>
                  <a:lnTo>
                    <a:pt x="2283247" y="0"/>
                  </a:lnTo>
                  <a:close/>
                  <a:moveTo>
                    <a:pt x="2310488" y="21411"/>
                  </a:moveTo>
                  <a:lnTo>
                    <a:pt x="2361042" y="12204"/>
                  </a:lnTo>
                  <a:lnTo>
                    <a:pt x="2283247" y="0"/>
                  </a:lnTo>
                  <a:close/>
                  <a:moveTo>
                    <a:pt x="2310488" y="21411"/>
                  </a:moveTo>
                  <a:lnTo>
                    <a:pt x="2378350" y="26833"/>
                  </a:lnTo>
                  <a:lnTo>
                    <a:pt x="2361042" y="12204"/>
                  </a:lnTo>
                  <a:close/>
                  <a:moveTo>
                    <a:pt x="2759549" y="399161"/>
                  </a:moveTo>
                  <a:lnTo>
                    <a:pt x="2807342" y="351014"/>
                  </a:lnTo>
                  <a:lnTo>
                    <a:pt x="2738254" y="37136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23" name="Candidate_density__2122">
              <a:extLst>
                <a:ext uri="{FF2B5EF4-FFF2-40B4-BE49-F238E27FC236}">
                  <a16:creationId xmlns:a16="http://schemas.microsoft.com/office/drawing/2014/main" id="{2E76F771-D903-1AFA-21C7-086B26657D53}"/>
                </a:ext>
              </a:extLst>
            </p:cNvPr>
            <p:cNvSpPr>
              <a:spLocks noGrp="1"/>
            </p:cNvSpPr>
            <p:nvPr/>
          </p:nvSpPr>
          <p:spPr>
            <a:xfrm>
              <a:off x="3514350" y="1799509"/>
              <a:ext cx="2838924" cy="2086190"/>
            </a:xfrm>
            <a:custGeom>
              <a:avLst/>
              <a:gdLst/>
              <a:ahLst/>
              <a:cxnLst/>
              <a:rect l="0" t="0" r="0" b="0"/>
              <a:pathLst>
                <a:path w="2838924" h="2086190">
                  <a:moveTo>
                    <a:pt x="689313" y="1986664"/>
                  </a:moveTo>
                  <a:lnTo>
                    <a:pt x="637859" y="2009490"/>
                  </a:lnTo>
                  <a:lnTo>
                    <a:pt x="771885" y="2016733"/>
                  </a:lnTo>
                  <a:close/>
                  <a:moveTo>
                    <a:pt x="137769" y="1392726"/>
                  </a:moveTo>
                  <a:lnTo>
                    <a:pt x="193372" y="1461563"/>
                  </a:lnTo>
                  <a:lnTo>
                    <a:pt x="170800" y="1441318"/>
                  </a:lnTo>
                  <a:close/>
                  <a:moveTo>
                    <a:pt x="179015" y="1417784"/>
                  </a:moveTo>
                  <a:lnTo>
                    <a:pt x="137769" y="1392726"/>
                  </a:lnTo>
                  <a:lnTo>
                    <a:pt x="92799" y="1329194"/>
                  </a:lnTo>
                  <a:close/>
                  <a:moveTo>
                    <a:pt x="26151" y="1297133"/>
                  </a:moveTo>
                  <a:lnTo>
                    <a:pt x="0" y="1296586"/>
                  </a:lnTo>
                  <a:lnTo>
                    <a:pt x="39402" y="1312012"/>
                  </a:lnTo>
                  <a:close/>
                  <a:moveTo>
                    <a:pt x="0" y="1296586"/>
                  </a:moveTo>
                  <a:lnTo>
                    <a:pt x="83157" y="1328840"/>
                  </a:lnTo>
                  <a:lnTo>
                    <a:pt x="39402" y="1312012"/>
                  </a:lnTo>
                  <a:close/>
                  <a:moveTo>
                    <a:pt x="83157" y="1328840"/>
                  </a:moveTo>
                  <a:lnTo>
                    <a:pt x="92799" y="1329194"/>
                  </a:lnTo>
                  <a:lnTo>
                    <a:pt x="39402" y="1312012"/>
                  </a:lnTo>
                  <a:close/>
                  <a:moveTo>
                    <a:pt x="116942" y="1379348"/>
                  </a:moveTo>
                  <a:lnTo>
                    <a:pt x="137769" y="1392726"/>
                  </a:lnTo>
                  <a:lnTo>
                    <a:pt x="170800" y="1441318"/>
                  </a:lnTo>
                  <a:close/>
                  <a:moveTo>
                    <a:pt x="137769" y="1392726"/>
                  </a:moveTo>
                  <a:lnTo>
                    <a:pt x="116942" y="1379348"/>
                  </a:lnTo>
                  <a:lnTo>
                    <a:pt x="39402" y="1312012"/>
                  </a:lnTo>
                  <a:close/>
                  <a:moveTo>
                    <a:pt x="92799" y="1329194"/>
                  </a:moveTo>
                  <a:lnTo>
                    <a:pt x="137769" y="1392726"/>
                  </a:lnTo>
                  <a:lnTo>
                    <a:pt x="39402" y="1312012"/>
                  </a:lnTo>
                  <a:close/>
                  <a:moveTo>
                    <a:pt x="771885" y="2016733"/>
                  </a:moveTo>
                  <a:lnTo>
                    <a:pt x="821334" y="1986410"/>
                  </a:lnTo>
                  <a:lnTo>
                    <a:pt x="689313" y="1986664"/>
                  </a:lnTo>
                  <a:close/>
                  <a:moveTo>
                    <a:pt x="336793" y="1289423"/>
                  </a:moveTo>
                  <a:lnTo>
                    <a:pt x="304200" y="1278513"/>
                  </a:lnTo>
                  <a:lnTo>
                    <a:pt x="279386" y="1258696"/>
                  </a:lnTo>
                  <a:close/>
                  <a:moveTo>
                    <a:pt x="821334" y="1986410"/>
                  </a:moveTo>
                  <a:lnTo>
                    <a:pt x="893723" y="1978402"/>
                  </a:lnTo>
                  <a:lnTo>
                    <a:pt x="934037" y="1913927"/>
                  </a:lnTo>
                  <a:close/>
                  <a:moveTo>
                    <a:pt x="1318809" y="2086190"/>
                  </a:moveTo>
                  <a:lnTo>
                    <a:pt x="1252217" y="2052377"/>
                  </a:lnTo>
                  <a:lnTo>
                    <a:pt x="1200580" y="2074513"/>
                  </a:lnTo>
                  <a:close/>
                  <a:moveTo>
                    <a:pt x="1126955" y="2077902"/>
                  </a:moveTo>
                  <a:lnTo>
                    <a:pt x="1200580" y="2074513"/>
                  </a:lnTo>
                  <a:lnTo>
                    <a:pt x="1252217" y="2052377"/>
                  </a:lnTo>
                  <a:close/>
                  <a:moveTo>
                    <a:pt x="687366" y="1466905"/>
                  </a:moveTo>
                  <a:lnTo>
                    <a:pt x="715321" y="1428469"/>
                  </a:lnTo>
                  <a:lnTo>
                    <a:pt x="665027" y="1465457"/>
                  </a:lnTo>
                  <a:close/>
                  <a:moveTo>
                    <a:pt x="1269037" y="1779591"/>
                  </a:moveTo>
                  <a:lnTo>
                    <a:pt x="1255241" y="1848479"/>
                  </a:lnTo>
                  <a:lnTo>
                    <a:pt x="1300361" y="1801108"/>
                  </a:lnTo>
                  <a:close/>
                  <a:moveTo>
                    <a:pt x="1269037" y="1779591"/>
                  </a:moveTo>
                  <a:lnTo>
                    <a:pt x="1300361" y="1801108"/>
                  </a:lnTo>
                  <a:lnTo>
                    <a:pt x="1282211" y="1734111"/>
                  </a:lnTo>
                  <a:close/>
                  <a:moveTo>
                    <a:pt x="934028" y="1390032"/>
                  </a:moveTo>
                  <a:lnTo>
                    <a:pt x="944732" y="1461100"/>
                  </a:lnTo>
                  <a:lnTo>
                    <a:pt x="953889" y="1472247"/>
                  </a:lnTo>
                  <a:close/>
                  <a:moveTo>
                    <a:pt x="605882" y="978957"/>
                  </a:moveTo>
                  <a:lnTo>
                    <a:pt x="657866" y="1008279"/>
                  </a:lnTo>
                  <a:lnTo>
                    <a:pt x="684620" y="950830"/>
                  </a:lnTo>
                  <a:close/>
                  <a:moveTo>
                    <a:pt x="684620" y="950830"/>
                  </a:moveTo>
                  <a:lnTo>
                    <a:pt x="640980" y="945146"/>
                  </a:lnTo>
                  <a:lnTo>
                    <a:pt x="605882" y="978957"/>
                  </a:lnTo>
                  <a:close/>
                  <a:moveTo>
                    <a:pt x="676051" y="940520"/>
                  </a:moveTo>
                  <a:lnTo>
                    <a:pt x="596090" y="896742"/>
                  </a:lnTo>
                  <a:lnTo>
                    <a:pt x="673813" y="858305"/>
                  </a:lnTo>
                  <a:close/>
                  <a:moveTo>
                    <a:pt x="644816" y="783005"/>
                  </a:moveTo>
                  <a:lnTo>
                    <a:pt x="676161" y="858305"/>
                  </a:lnTo>
                  <a:lnTo>
                    <a:pt x="673557" y="851745"/>
                  </a:lnTo>
                  <a:close/>
                  <a:moveTo>
                    <a:pt x="1381455" y="1648697"/>
                  </a:moveTo>
                  <a:lnTo>
                    <a:pt x="1282211" y="1734111"/>
                  </a:lnTo>
                  <a:lnTo>
                    <a:pt x="1356296" y="1732446"/>
                  </a:lnTo>
                  <a:close/>
                  <a:moveTo>
                    <a:pt x="1433071" y="1667327"/>
                  </a:moveTo>
                  <a:lnTo>
                    <a:pt x="1381455" y="1648697"/>
                  </a:lnTo>
                  <a:lnTo>
                    <a:pt x="1356296" y="1732446"/>
                  </a:lnTo>
                  <a:close/>
                  <a:moveTo>
                    <a:pt x="970855" y="1127318"/>
                  </a:moveTo>
                  <a:lnTo>
                    <a:pt x="947079" y="1104951"/>
                  </a:lnTo>
                  <a:lnTo>
                    <a:pt x="969108" y="1066514"/>
                  </a:lnTo>
                  <a:close/>
                  <a:moveTo>
                    <a:pt x="947079" y="1104951"/>
                  </a:moveTo>
                  <a:lnTo>
                    <a:pt x="959978" y="984299"/>
                  </a:lnTo>
                  <a:lnTo>
                    <a:pt x="969108" y="1066514"/>
                  </a:lnTo>
                  <a:close/>
                  <a:moveTo>
                    <a:pt x="678210" y="819869"/>
                  </a:moveTo>
                  <a:lnTo>
                    <a:pt x="673813" y="858305"/>
                  </a:lnTo>
                  <a:lnTo>
                    <a:pt x="711341" y="777811"/>
                  </a:lnTo>
                  <a:close/>
                  <a:moveTo>
                    <a:pt x="673813" y="858305"/>
                  </a:moveTo>
                  <a:lnTo>
                    <a:pt x="673557" y="851745"/>
                  </a:lnTo>
                  <a:lnTo>
                    <a:pt x="711341" y="777811"/>
                  </a:lnTo>
                  <a:close/>
                  <a:moveTo>
                    <a:pt x="735541" y="819869"/>
                  </a:moveTo>
                  <a:lnTo>
                    <a:pt x="711341" y="777811"/>
                  </a:lnTo>
                  <a:lnTo>
                    <a:pt x="673557" y="851745"/>
                  </a:lnTo>
                  <a:close/>
                  <a:moveTo>
                    <a:pt x="1368230" y="1559357"/>
                  </a:moveTo>
                  <a:lnTo>
                    <a:pt x="1472095" y="1635601"/>
                  </a:lnTo>
                  <a:lnTo>
                    <a:pt x="1395815" y="1637022"/>
                  </a:lnTo>
                  <a:close/>
                  <a:moveTo>
                    <a:pt x="993662" y="981452"/>
                  </a:moveTo>
                  <a:lnTo>
                    <a:pt x="1037285" y="1046080"/>
                  </a:lnTo>
                  <a:lnTo>
                    <a:pt x="983074" y="1021259"/>
                  </a:lnTo>
                  <a:close/>
                  <a:moveTo>
                    <a:pt x="1493595" y="1217753"/>
                  </a:moveTo>
                  <a:lnTo>
                    <a:pt x="1495257" y="1316494"/>
                  </a:lnTo>
                  <a:lnTo>
                    <a:pt x="1563932" y="1221163"/>
                  </a:lnTo>
                  <a:close/>
                  <a:moveTo>
                    <a:pt x="1666198" y="1197850"/>
                  </a:moveTo>
                  <a:lnTo>
                    <a:pt x="1563932" y="1221163"/>
                  </a:lnTo>
                  <a:lnTo>
                    <a:pt x="1556583" y="1278362"/>
                  </a:lnTo>
                  <a:close/>
                  <a:moveTo>
                    <a:pt x="1399298" y="1033638"/>
                  </a:moveTo>
                  <a:lnTo>
                    <a:pt x="1433755" y="1097785"/>
                  </a:lnTo>
                  <a:lnTo>
                    <a:pt x="1408939" y="1071856"/>
                  </a:lnTo>
                  <a:close/>
                  <a:moveTo>
                    <a:pt x="1399298" y="1033638"/>
                  </a:moveTo>
                  <a:lnTo>
                    <a:pt x="1408939" y="1071856"/>
                  </a:lnTo>
                  <a:lnTo>
                    <a:pt x="1399509" y="1033204"/>
                  </a:lnTo>
                  <a:close/>
                  <a:moveTo>
                    <a:pt x="2131186" y="1387815"/>
                  </a:moveTo>
                  <a:lnTo>
                    <a:pt x="2179421" y="1384610"/>
                  </a:lnTo>
                  <a:lnTo>
                    <a:pt x="2217867" y="1433244"/>
                  </a:lnTo>
                  <a:close/>
                  <a:moveTo>
                    <a:pt x="1872616" y="1151984"/>
                  </a:moveTo>
                  <a:lnTo>
                    <a:pt x="1984010" y="1120977"/>
                  </a:lnTo>
                  <a:lnTo>
                    <a:pt x="1906993" y="1106907"/>
                  </a:lnTo>
                  <a:close/>
                  <a:moveTo>
                    <a:pt x="2264560" y="1392615"/>
                  </a:moveTo>
                  <a:lnTo>
                    <a:pt x="2217867" y="1433244"/>
                  </a:lnTo>
                  <a:lnTo>
                    <a:pt x="2339924" y="1395733"/>
                  </a:lnTo>
                  <a:close/>
                  <a:moveTo>
                    <a:pt x="1945304" y="1034946"/>
                  </a:moveTo>
                  <a:lnTo>
                    <a:pt x="1850558" y="1120977"/>
                  </a:lnTo>
                  <a:lnTo>
                    <a:pt x="1906993" y="1106907"/>
                  </a:lnTo>
                  <a:close/>
                  <a:moveTo>
                    <a:pt x="1686981" y="841636"/>
                  </a:moveTo>
                  <a:lnTo>
                    <a:pt x="1703925" y="874331"/>
                  </a:lnTo>
                  <a:lnTo>
                    <a:pt x="1717922" y="856286"/>
                  </a:lnTo>
                  <a:close/>
                  <a:moveTo>
                    <a:pt x="1887276" y="918110"/>
                  </a:moveTo>
                  <a:lnTo>
                    <a:pt x="1805065" y="946125"/>
                  </a:lnTo>
                  <a:lnTo>
                    <a:pt x="1905884" y="887560"/>
                  </a:lnTo>
                  <a:close/>
                  <a:moveTo>
                    <a:pt x="2412030" y="1411401"/>
                  </a:moveTo>
                  <a:lnTo>
                    <a:pt x="2421964" y="1408703"/>
                  </a:lnTo>
                  <a:lnTo>
                    <a:pt x="2339924" y="1395733"/>
                  </a:lnTo>
                  <a:close/>
                  <a:moveTo>
                    <a:pt x="2339924" y="1395733"/>
                  </a:moveTo>
                  <a:lnTo>
                    <a:pt x="2421964" y="1408703"/>
                  </a:lnTo>
                  <a:lnTo>
                    <a:pt x="2459241" y="1347981"/>
                  </a:lnTo>
                  <a:close/>
                  <a:moveTo>
                    <a:pt x="2339924" y="1395733"/>
                  </a:moveTo>
                  <a:lnTo>
                    <a:pt x="2459241" y="1347981"/>
                  </a:lnTo>
                  <a:lnTo>
                    <a:pt x="2389767" y="1366885"/>
                  </a:lnTo>
                  <a:close/>
                  <a:moveTo>
                    <a:pt x="2264560" y="1392615"/>
                  </a:moveTo>
                  <a:lnTo>
                    <a:pt x="2339924" y="1395733"/>
                  </a:lnTo>
                  <a:lnTo>
                    <a:pt x="2389767" y="1366885"/>
                  </a:lnTo>
                  <a:close/>
                  <a:moveTo>
                    <a:pt x="2469746" y="1269765"/>
                  </a:moveTo>
                  <a:lnTo>
                    <a:pt x="2389767" y="1366885"/>
                  </a:lnTo>
                  <a:lnTo>
                    <a:pt x="2459241" y="1347981"/>
                  </a:lnTo>
                  <a:close/>
                  <a:moveTo>
                    <a:pt x="2152874" y="444770"/>
                  </a:moveTo>
                  <a:lnTo>
                    <a:pt x="2163489" y="536232"/>
                  </a:lnTo>
                  <a:lnTo>
                    <a:pt x="2196455" y="556155"/>
                  </a:lnTo>
                  <a:close/>
                  <a:moveTo>
                    <a:pt x="1975917" y="225136"/>
                  </a:moveTo>
                  <a:lnTo>
                    <a:pt x="2009413" y="135170"/>
                  </a:lnTo>
                  <a:lnTo>
                    <a:pt x="1903559" y="125906"/>
                  </a:lnTo>
                  <a:close/>
                  <a:moveTo>
                    <a:pt x="2293414" y="29770"/>
                  </a:moveTo>
                  <a:lnTo>
                    <a:pt x="2323301" y="42369"/>
                  </a:lnTo>
                  <a:lnTo>
                    <a:pt x="2282019" y="0"/>
                  </a:lnTo>
                  <a:close/>
                  <a:moveTo>
                    <a:pt x="2822190" y="264180"/>
                  </a:moveTo>
                  <a:lnTo>
                    <a:pt x="2838924" y="363973"/>
                  </a:lnTo>
                  <a:lnTo>
                    <a:pt x="2838674" y="281758"/>
                  </a:lnTo>
                  <a:close/>
                  <a:moveTo>
                    <a:pt x="2822190" y="264180"/>
                  </a:moveTo>
                  <a:lnTo>
                    <a:pt x="2832518" y="355876"/>
                  </a:lnTo>
                  <a:lnTo>
                    <a:pt x="2838924" y="363973"/>
                  </a:lnTo>
                  <a:close/>
                  <a:moveTo>
                    <a:pt x="2793248" y="187617"/>
                  </a:moveTo>
                  <a:lnTo>
                    <a:pt x="2838674" y="281758"/>
                  </a:lnTo>
                  <a:lnTo>
                    <a:pt x="2804697" y="19954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24" name="Candidate_density__2123">
              <a:extLst>
                <a:ext uri="{FF2B5EF4-FFF2-40B4-BE49-F238E27FC236}">
                  <a16:creationId xmlns:a16="http://schemas.microsoft.com/office/drawing/2014/main" id="{82101E10-DF9C-2C5C-CECE-9A5B5DE3ABF0}"/>
                </a:ext>
              </a:extLst>
            </p:cNvPr>
            <p:cNvSpPr>
              <a:spLocks noGrp="1"/>
            </p:cNvSpPr>
            <p:nvPr/>
          </p:nvSpPr>
          <p:spPr>
            <a:xfrm>
              <a:off x="3899137" y="1590635"/>
              <a:ext cx="2330646" cy="2183598"/>
            </a:xfrm>
            <a:custGeom>
              <a:avLst/>
              <a:gdLst/>
              <a:ahLst/>
              <a:cxnLst/>
              <a:rect l="0" t="0" r="0" b="0"/>
              <a:pathLst>
                <a:path w="2330646" h="2183598">
                  <a:moveTo>
                    <a:pt x="244151" y="2081512"/>
                  </a:moveTo>
                  <a:lnTo>
                    <a:pt x="332024" y="2134454"/>
                  </a:lnTo>
                  <a:lnTo>
                    <a:pt x="309594" y="2052598"/>
                  </a:lnTo>
                  <a:close/>
                  <a:moveTo>
                    <a:pt x="244151" y="2081512"/>
                  </a:moveTo>
                  <a:lnTo>
                    <a:pt x="270844" y="2163727"/>
                  </a:lnTo>
                  <a:lnTo>
                    <a:pt x="332024" y="2134454"/>
                  </a:lnTo>
                  <a:close/>
                  <a:moveTo>
                    <a:pt x="350135" y="2125291"/>
                  </a:moveTo>
                  <a:lnTo>
                    <a:pt x="330565" y="2043075"/>
                  </a:lnTo>
                  <a:lnTo>
                    <a:pt x="332024" y="2134454"/>
                  </a:lnTo>
                  <a:close/>
                  <a:moveTo>
                    <a:pt x="330565" y="2043075"/>
                  </a:moveTo>
                  <a:lnTo>
                    <a:pt x="309594" y="2052598"/>
                  </a:lnTo>
                  <a:lnTo>
                    <a:pt x="332024" y="2134454"/>
                  </a:lnTo>
                  <a:close/>
                  <a:moveTo>
                    <a:pt x="247495" y="1999297"/>
                  </a:moveTo>
                  <a:lnTo>
                    <a:pt x="309594" y="2052598"/>
                  </a:lnTo>
                  <a:lnTo>
                    <a:pt x="266770" y="1987321"/>
                  </a:lnTo>
                  <a:close/>
                  <a:moveTo>
                    <a:pt x="247495" y="1999297"/>
                  </a:moveTo>
                  <a:lnTo>
                    <a:pt x="244151" y="2081512"/>
                  </a:lnTo>
                  <a:lnTo>
                    <a:pt x="309594" y="2052598"/>
                  </a:lnTo>
                  <a:close/>
                  <a:moveTo>
                    <a:pt x="330565" y="2043075"/>
                  </a:moveTo>
                  <a:lnTo>
                    <a:pt x="307567" y="1960860"/>
                  </a:lnTo>
                  <a:lnTo>
                    <a:pt x="309594" y="2052598"/>
                  </a:lnTo>
                  <a:close/>
                  <a:moveTo>
                    <a:pt x="307567" y="1960860"/>
                  </a:moveTo>
                  <a:lnTo>
                    <a:pt x="266770" y="1987321"/>
                  </a:lnTo>
                  <a:lnTo>
                    <a:pt x="309594" y="2052598"/>
                  </a:lnTo>
                  <a:close/>
                  <a:moveTo>
                    <a:pt x="440999" y="2004639"/>
                  </a:moveTo>
                  <a:lnTo>
                    <a:pt x="307567" y="1960860"/>
                  </a:lnTo>
                  <a:lnTo>
                    <a:pt x="330565" y="2043075"/>
                  </a:lnTo>
                  <a:close/>
                  <a:moveTo>
                    <a:pt x="74491" y="1521995"/>
                  </a:moveTo>
                  <a:lnTo>
                    <a:pt x="0" y="1521962"/>
                  </a:lnTo>
                  <a:lnTo>
                    <a:pt x="92220" y="1528672"/>
                  </a:lnTo>
                  <a:close/>
                  <a:moveTo>
                    <a:pt x="151189" y="1470490"/>
                  </a:moveTo>
                  <a:lnTo>
                    <a:pt x="74491" y="1521995"/>
                  </a:lnTo>
                  <a:lnTo>
                    <a:pt x="99867" y="1511348"/>
                  </a:lnTo>
                  <a:close/>
                  <a:moveTo>
                    <a:pt x="74491" y="1521995"/>
                  </a:moveTo>
                  <a:lnTo>
                    <a:pt x="92220" y="1528672"/>
                  </a:lnTo>
                  <a:lnTo>
                    <a:pt x="99867" y="1511348"/>
                  </a:lnTo>
                  <a:close/>
                  <a:moveTo>
                    <a:pt x="197683" y="1482434"/>
                  </a:moveTo>
                  <a:lnTo>
                    <a:pt x="99867" y="1511348"/>
                  </a:lnTo>
                  <a:lnTo>
                    <a:pt x="220825" y="1515644"/>
                  </a:lnTo>
                  <a:close/>
                  <a:moveTo>
                    <a:pt x="99867" y="1511348"/>
                  </a:moveTo>
                  <a:lnTo>
                    <a:pt x="92220" y="1528672"/>
                  </a:lnTo>
                  <a:lnTo>
                    <a:pt x="220825" y="1515644"/>
                  </a:lnTo>
                  <a:close/>
                  <a:moveTo>
                    <a:pt x="151189" y="1470490"/>
                  </a:moveTo>
                  <a:lnTo>
                    <a:pt x="99867" y="1511348"/>
                  </a:lnTo>
                  <a:lnTo>
                    <a:pt x="197683" y="1482434"/>
                  </a:lnTo>
                  <a:close/>
                  <a:moveTo>
                    <a:pt x="196963" y="1429133"/>
                  </a:moveTo>
                  <a:lnTo>
                    <a:pt x="197683" y="1482434"/>
                  </a:lnTo>
                  <a:lnTo>
                    <a:pt x="224853" y="1472912"/>
                  </a:lnTo>
                  <a:close/>
                  <a:moveTo>
                    <a:pt x="196963" y="1429133"/>
                  </a:moveTo>
                  <a:lnTo>
                    <a:pt x="224853" y="1472912"/>
                  </a:lnTo>
                  <a:lnTo>
                    <a:pt x="210904" y="1390697"/>
                  </a:lnTo>
                  <a:close/>
                  <a:moveTo>
                    <a:pt x="197683" y="1482434"/>
                  </a:moveTo>
                  <a:lnTo>
                    <a:pt x="220825" y="1515644"/>
                  </a:lnTo>
                  <a:lnTo>
                    <a:pt x="224853" y="1472912"/>
                  </a:lnTo>
                  <a:close/>
                  <a:moveTo>
                    <a:pt x="985038" y="2092196"/>
                  </a:moveTo>
                  <a:lnTo>
                    <a:pt x="942899" y="2101468"/>
                  </a:lnTo>
                  <a:lnTo>
                    <a:pt x="964994" y="2183598"/>
                  </a:lnTo>
                  <a:close/>
                  <a:moveTo>
                    <a:pt x="319215" y="1544315"/>
                  </a:moveTo>
                  <a:lnTo>
                    <a:pt x="324958" y="1626323"/>
                  </a:lnTo>
                  <a:lnTo>
                    <a:pt x="399278" y="1516691"/>
                  </a:lnTo>
                  <a:close/>
                  <a:moveTo>
                    <a:pt x="399278" y="1516691"/>
                  </a:moveTo>
                  <a:lnTo>
                    <a:pt x="324958" y="1626323"/>
                  </a:lnTo>
                  <a:lnTo>
                    <a:pt x="330534" y="1637342"/>
                  </a:lnTo>
                  <a:close/>
                  <a:moveTo>
                    <a:pt x="314546" y="1448019"/>
                  </a:moveTo>
                  <a:lnTo>
                    <a:pt x="224853" y="1472912"/>
                  </a:lnTo>
                  <a:lnTo>
                    <a:pt x="244257" y="1544663"/>
                  </a:lnTo>
                  <a:close/>
                  <a:moveTo>
                    <a:pt x="210904" y="1390697"/>
                  </a:moveTo>
                  <a:lnTo>
                    <a:pt x="314546" y="1448019"/>
                  </a:lnTo>
                  <a:lnTo>
                    <a:pt x="303243" y="1357116"/>
                  </a:lnTo>
                  <a:close/>
                  <a:moveTo>
                    <a:pt x="210904" y="1390697"/>
                  </a:moveTo>
                  <a:lnTo>
                    <a:pt x="224853" y="1472912"/>
                  </a:lnTo>
                  <a:lnTo>
                    <a:pt x="314546" y="1448019"/>
                  </a:lnTo>
                  <a:close/>
                  <a:moveTo>
                    <a:pt x="371989" y="1434476"/>
                  </a:moveTo>
                  <a:lnTo>
                    <a:pt x="314986" y="1352260"/>
                  </a:lnTo>
                  <a:lnTo>
                    <a:pt x="314546" y="1448019"/>
                  </a:lnTo>
                  <a:close/>
                  <a:moveTo>
                    <a:pt x="314986" y="1352260"/>
                  </a:moveTo>
                  <a:lnTo>
                    <a:pt x="303243" y="1357116"/>
                  </a:lnTo>
                  <a:lnTo>
                    <a:pt x="314546" y="1448019"/>
                  </a:lnTo>
                  <a:close/>
                  <a:moveTo>
                    <a:pt x="250934" y="1349560"/>
                  </a:moveTo>
                  <a:lnTo>
                    <a:pt x="210904" y="1390697"/>
                  </a:lnTo>
                  <a:lnTo>
                    <a:pt x="303243" y="1357116"/>
                  </a:lnTo>
                  <a:close/>
                  <a:moveTo>
                    <a:pt x="362092" y="1271301"/>
                  </a:moveTo>
                  <a:lnTo>
                    <a:pt x="250934" y="1349560"/>
                  </a:lnTo>
                  <a:lnTo>
                    <a:pt x="314986" y="1352260"/>
                  </a:lnTo>
                  <a:close/>
                  <a:moveTo>
                    <a:pt x="314986" y="1352260"/>
                  </a:moveTo>
                  <a:lnTo>
                    <a:pt x="250934" y="1349560"/>
                  </a:lnTo>
                  <a:lnTo>
                    <a:pt x="303243" y="1357116"/>
                  </a:lnTo>
                  <a:close/>
                  <a:moveTo>
                    <a:pt x="747496" y="1661086"/>
                  </a:moveTo>
                  <a:lnTo>
                    <a:pt x="662856" y="1746994"/>
                  </a:lnTo>
                  <a:lnTo>
                    <a:pt x="721656" y="1724899"/>
                  </a:lnTo>
                  <a:close/>
                  <a:moveTo>
                    <a:pt x="634678" y="1733143"/>
                  </a:moveTo>
                  <a:lnTo>
                    <a:pt x="662856" y="1746994"/>
                  </a:lnTo>
                  <a:lnTo>
                    <a:pt x="747496" y="1661086"/>
                  </a:lnTo>
                  <a:close/>
                  <a:moveTo>
                    <a:pt x="697767" y="1690362"/>
                  </a:moveTo>
                  <a:lnTo>
                    <a:pt x="634678" y="1733143"/>
                  </a:lnTo>
                  <a:lnTo>
                    <a:pt x="747496" y="1661086"/>
                  </a:lnTo>
                  <a:close/>
                  <a:moveTo>
                    <a:pt x="747496" y="1661086"/>
                  </a:moveTo>
                  <a:lnTo>
                    <a:pt x="748450" y="1642684"/>
                  </a:lnTo>
                  <a:lnTo>
                    <a:pt x="709002" y="1681121"/>
                  </a:lnTo>
                  <a:close/>
                  <a:moveTo>
                    <a:pt x="371989" y="1434476"/>
                  </a:moveTo>
                  <a:lnTo>
                    <a:pt x="461018" y="1425967"/>
                  </a:lnTo>
                  <a:lnTo>
                    <a:pt x="431160" y="1413806"/>
                  </a:lnTo>
                  <a:close/>
                  <a:moveTo>
                    <a:pt x="371989" y="1434476"/>
                  </a:moveTo>
                  <a:lnTo>
                    <a:pt x="431160" y="1413806"/>
                  </a:lnTo>
                  <a:lnTo>
                    <a:pt x="314986" y="1352260"/>
                  </a:lnTo>
                  <a:close/>
                  <a:moveTo>
                    <a:pt x="431160" y="1413806"/>
                  </a:moveTo>
                  <a:lnTo>
                    <a:pt x="522115" y="1396039"/>
                  </a:lnTo>
                  <a:lnTo>
                    <a:pt x="440979" y="1351045"/>
                  </a:lnTo>
                  <a:close/>
                  <a:moveTo>
                    <a:pt x="431160" y="1413806"/>
                  </a:moveTo>
                  <a:lnTo>
                    <a:pt x="461018" y="1425967"/>
                  </a:lnTo>
                  <a:lnTo>
                    <a:pt x="522115" y="1396039"/>
                  </a:lnTo>
                  <a:close/>
                  <a:moveTo>
                    <a:pt x="362092" y="1271301"/>
                  </a:moveTo>
                  <a:lnTo>
                    <a:pt x="420550" y="1274665"/>
                  </a:lnTo>
                  <a:lnTo>
                    <a:pt x="362692" y="1270046"/>
                  </a:lnTo>
                  <a:close/>
                  <a:moveTo>
                    <a:pt x="420550" y="1274665"/>
                  </a:moveTo>
                  <a:lnTo>
                    <a:pt x="446818" y="1231609"/>
                  </a:lnTo>
                  <a:lnTo>
                    <a:pt x="362692" y="1270046"/>
                  </a:lnTo>
                  <a:close/>
                  <a:moveTo>
                    <a:pt x="747496" y="1661086"/>
                  </a:moveTo>
                  <a:lnTo>
                    <a:pt x="721656" y="1724899"/>
                  </a:lnTo>
                  <a:lnTo>
                    <a:pt x="783961" y="1709129"/>
                  </a:lnTo>
                  <a:close/>
                  <a:moveTo>
                    <a:pt x="783961" y="1709129"/>
                  </a:moveTo>
                  <a:lnTo>
                    <a:pt x="748450" y="1642684"/>
                  </a:lnTo>
                  <a:lnTo>
                    <a:pt x="747496" y="1661086"/>
                  </a:lnTo>
                  <a:close/>
                  <a:moveTo>
                    <a:pt x="524835" y="1275387"/>
                  </a:moveTo>
                  <a:lnTo>
                    <a:pt x="440979" y="1351045"/>
                  </a:lnTo>
                  <a:lnTo>
                    <a:pt x="522115" y="1396039"/>
                  </a:lnTo>
                  <a:close/>
                  <a:moveTo>
                    <a:pt x="420550" y="1274665"/>
                  </a:moveTo>
                  <a:lnTo>
                    <a:pt x="453335" y="1295685"/>
                  </a:lnTo>
                  <a:lnTo>
                    <a:pt x="524835" y="1275387"/>
                  </a:lnTo>
                  <a:close/>
                  <a:moveTo>
                    <a:pt x="446818" y="1231609"/>
                  </a:moveTo>
                  <a:lnTo>
                    <a:pt x="420550" y="1274665"/>
                  </a:lnTo>
                  <a:lnTo>
                    <a:pt x="524835" y="1275387"/>
                  </a:lnTo>
                  <a:close/>
                  <a:moveTo>
                    <a:pt x="52854" y="735885"/>
                  </a:moveTo>
                  <a:lnTo>
                    <a:pt x="45418" y="738318"/>
                  </a:lnTo>
                  <a:lnTo>
                    <a:pt x="55155" y="736976"/>
                  </a:lnTo>
                  <a:close/>
                  <a:moveTo>
                    <a:pt x="1023602" y="1705684"/>
                  </a:moveTo>
                  <a:lnTo>
                    <a:pt x="983474" y="1768678"/>
                  </a:lnTo>
                  <a:lnTo>
                    <a:pt x="983443" y="1768231"/>
                  </a:lnTo>
                  <a:close/>
                  <a:moveTo>
                    <a:pt x="1042703" y="1713643"/>
                  </a:moveTo>
                  <a:lnTo>
                    <a:pt x="983474" y="1768678"/>
                  </a:lnTo>
                  <a:lnTo>
                    <a:pt x="1023602" y="1705684"/>
                  </a:lnTo>
                  <a:close/>
                  <a:moveTo>
                    <a:pt x="1086559" y="1662412"/>
                  </a:moveTo>
                  <a:lnTo>
                    <a:pt x="1042703" y="1713643"/>
                  </a:lnTo>
                  <a:lnTo>
                    <a:pt x="1023602" y="1705684"/>
                  </a:lnTo>
                  <a:close/>
                  <a:moveTo>
                    <a:pt x="1042703" y="1713643"/>
                  </a:moveTo>
                  <a:lnTo>
                    <a:pt x="1086559" y="1662412"/>
                  </a:lnTo>
                  <a:lnTo>
                    <a:pt x="1059151" y="1686463"/>
                  </a:lnTo>
                  <a:close/>
                  <a:moveTo>
                    <a:pt x="1086559" y="1662412"/>
                  </a:moveTo>
                  <a:lnTo>
                    <a:pt x="1101323" y="1648027"/>
                  </a:lnTo>
                  <a:lnTo>
                    <a:pt x="1059151" y="1686463"/>
                  </a:lnTo>
                  <a:close/>
                  <a:moveTo>
                    <a:pt x="1086559" y="1662412"/>
                  </a:moveTo>
                  <a:lnTo>
                    <a:pt x="1146778" y="1672357"/>
                  </a:lnTo>
                  <a:lnTo>
                    <a:pt x="1101323" y="1648027"/>
                  </a:lnTo>
                  <a:close/>
                  <a:moveTo>
                    <a:pt x="1146778" y="1672357"/>
                  </a:moveTo>
                  <a:lnTo>
                    <a:pt x="1173343" y="1609590"/>
                  </a:lnTo>
                  <a:lnTo>
                    <a:pt x="1101323" y="1648027"/>
                  </a:lnTo>
                  <a:close/>
                  <a:moveTo>
                    <a:pt x="1075145" y="1353902"/>
                  </a:moveTo>
                  <a:lnTo>
                    <a:pt x="1168788" y="1338364"/>
                  </a:lnTo>
                  <a:lnTo>
                    <a:pt x="1119246" y="1290760"/>
                  </a:lnTo>
                  <a:close/>
                  <a:moveTo>
                    <a:pt x="1559524" y="1653369"/>
                  </a:moveTo>
                  <a:lnTo>
                    <a:pt x="1604933" y="1697147"/>
                  </a:lnTo>
                  <a:lnTo>
                    <a:pt x="1603950" y="1614932"/>
                  </a:lnTo>
                  <a:close/>
                  <a:moveTo>
                    <a:pt x="858295" y="935882"/>
                  </a:moveTo>
                  <a:lnTo>
                    <a:pt x="915322" y="933895"/>
                  </a:lnTo>
                  <a:lnTo>
                    <a:pt x="860457" y="913433"/>
                  </a:lnTo>
                  <a:close/>
                  <a:moveTo>
                    <a:pt x="915322" y="933895"/>
                  </a:moveTo>
                  <a:lnTo>
                    <a:pt x="938099" y="874996"/>
                  </a:lnTo>
                  <a:lnTo>
                    <a:pt x="860457" y="913433"/>
                  </a:lnTo>
                  <a:close/>
                  <a:moveTo>
                    <a:pt x="938099" y="874996"/>
                  </a:moveTo>
                  <a:lnTo>
                    <a:pt x="961417" y="827576"/>
                  </a:lnTo>
                  <a:lnTo>
                    <a:pt x="884935" y="831218"/>
                  </a:lnTo>
                  <a:close/>
                  <a:moveTo>
                    <a:pt x="860457" y="913433"/>
                  </a:moveTo>
                  <a:lnTo>
                    <a:pt x="938099" y="874996"/>
                  </a:lnTo>
                  <a:lnTo>
                    <a:pt x="884935" y="831218"/>
                  </a:lnTo>
                  <a:close/>
                  <a:moveTo>
                    <a:pt x="1603950" y="1614932"/>
                  </a:moveTo>
                  <a:lnTo>
                    <a:pt x="1667930" y="1675399"/>
                  </a:lnTo>
                  <a:lnTo>
                    <a:pt x="1645152" y="1593826"/>
                  </a:lnTo>
                  <a:close/>
                  <a:moveTo>
                    <a:pt x="1603950" y="1614932"/>
                  </a:moveTo>
                  <a:lnTo>
                    <a:pt x="1604933" y="1697147"/>
                  </a:lnTo>
                  <a:lnTo>
                    <a:pt x="1667930" y="1675399"/>
                  </a:lnTo>
                  <a:close/>
                  <a:moveTo>
                    <a:pt x="1667930" y="1675399"/>
                  </a:moveTo>
                  <a:lnTo>
                    <a:pt x="1741780" y="1675952"/>
                  </a:lnTo>
                  <a:lnTo>
                    <a:pt x="1645152" y="1593826"/>
                  </a:lnTo>
                  <a:close/>
                  <a:moveTo>
                    <a:pt x="1591815" y="1532717"/>
                  </a:moveTo>
                  <a:lnTo>
                    <a:pt x="1603950" y="1614932"/>
                  </a:lnTo>
                  <a:lnTo>
                    <a:pt x="1645152" y="1593826"/>
                  </a:lnTo>
                  <a:close/>
                  <a:moveTo>
                    <a:pt x="1609681" y="1522570"/>
                  </a:moveTo>
                  <a:lnTo>
                    <a:pt x="1684529" y="1494281"/>
                  </a:lnTo>
                  <a:lnTo>
                    <a:pt x="1690716" y="1417190"/>
                  </a:lnTo>
                  <a:close/>
                  <a:moveTo>
                    <a:pt x="961417" y="827576"/>
                  </a:moveTo>
                  <a:lnTo>
                    <a:pt x="938099" y="874996"/>
                  </a:lnTo>
                  <a:lnTo>
                    <a:pt x="1006624" y="848555"/>
                  </a:lnTo>
                  <a:close/>
                  <a:moveTo>
                    <a:pt x="1021361" y="792781"/>
                  </a:moveTo>
                  <a:lnTo>
                    <a:pt x="961417" y="827576"/>
                  </a:lnTo>
                  <a:lnTo>
                    <a:pt x="1093824" y="828764"/>
                  </a:lnTo>
                  <a:close/>
                  <a:moveTo>
                    <a:pt x="1077369" y="836560"/>
                  </a:moveTo>
                  <a:lnTo>
                    <a:pt x="961417" y="827576"/>
                  </a:lnTo>
                  <a:lnTo>
                    <a:pt x="1006624" y="848555"/>
                  </a:lnTo>
                  <a:close/>
                  <a:moveTo>
                    <a:pt x="1755950" y="1417197"/>
                  </a:moveTo>
                  <a:lnTo>
                    <a:pt x="1684529" y="1494281"/>
                  </a:lnTo>
                  <a:lnTo>
                    <a:pt x="1739614" y="1455844"/>
                  </a:lnTo>
                  <a:close/>
                  <a:moveTo>
                    <a:pt x="1707745" y="1452169"/>
                  </a:moveTo>
                  <a:lnTo>
                    <a:pt x="1684529" y="1494281"/>
                  </a:lnTo>
                  <a:lnTo>
                    <a:pt x="1755950" y="1417197"/>
                  </a:lnTo>
                  <a:close/>
                  <a:moveTo>
                    <a:pt x="1214507" y="715908"/>
                  </a:moveTo>
                  <a:lnTo>
                    <a:pt x="1234359" y="798123"/>
                  </a:lnTo>
                  <a:lnTo>
                    <a:pt x="1286616" y="759687"/>
                  </a:lnTo>
                  <a:close/>
                  <a:moveTo>
                    <a:pt x="1202064" y="633693"/>
                  </a:moveTo>
                  <a:lnTo>
                    <a:pt x="1214507" y="715908"/>
                  </a:lnTo>
                  <a:lnTo>
                    <a:pt x="1266365" y="677472"/>
                  </a:lnTo>
                  <a:close/>
                  <a:moveTo>
                    <a:pt x="1202064" y="633693"/>
                  </a:moveTo>
                  <a:lnTo>
                    <a:pt x="1266365" y="677472"/>
                  </a:lnTo>
                  <a:lnTo>
                    <a:pt x="1248765" y="595256"/>
                  </a:lnTo>
                  <a:close/>
                  <a:moveTo>
                    <a:pt x="1165278" y="551478"/>
                  </a:moveTo>
                  <a:lnTo>
                    <a:pt x="1202064" y="633693"/>
                  </a:lnTo>
                  <a:lnTo>
                    <a:pt x="1248765" y="595256"/>
                  </a:lnTo>
                  <a:close/>
                  <a:moveTo>
                    <a:pt x="1165278" y="551478"/>
                  </a:moveTo>
                  <a:lnTo>
                    <a:pt x="1248765" y="595256"/>
                  </a:lnTo>
                  <a:lnTo>
                    <a:pt x="1229357" y="513042"/>
                  </a:lnTo>
                  <a:close/>
                  <a:moveTo>
                    <a:pt x="1254195" y="474605"/>
                  </a:moveTo>
                  <a:lnTo>
                    <a:pt x="1247172" y="392390"/>
                  </a:lnTo>
                  <a:lnTo>
                    <a:pt x="1229357" y="513042"/>
                  </a:lnTo>
                  <a:close/>
                  <a:moveTo>
                    <a:pt x="1557882" y="202891"/>
                  </a:moveTo>
                  <a:lnTo>
                    <a:pt x="1505236" y="233302"/>
                  </a:lnTo>
                  <a:lnTo>
                    <a:pt x="1575509" y="223857"/>
                  </a:lnTo>
                  <a:close/>
                  <a:moveTo>
                    <a:pt x="1515965" y="216436"/>
                  </a:moveTo>
                  <a:lnTo>
                    <a:pt x="1505236" y="233302"/>
                  </a:lnTo>
                  <a:lnTo>
                    <a:pt x="1557882" y="202891"/>
                  </a:lnTo>
                  <a:close/>
                  <a:moveTo>
                    <a:pt x="1659326" y="43379"/>
                  </a:moveTo>
                  <a:lnTo>
                    <a:pt x="1564491" y="112651"/>
                  </a:lnTo>
                  <a:lnTo>
                    <a:pt x="1640769" y="74214"/>
                  </a:lnTo>
                  <a:close/>
                  <a:moveTo>
                    <a:pt x="1659326" y="43379"/>
                  </a:moveTo>
                  <a:lnTo>
                    <a:pt x="1604344" y="53013"/>
                  </a:lnTo>
                  <a:lnTo>
                    <a:pt x="1564491" y="112651"/>
                  </a:lnTo>
                  <a:close/>
                  <a:moveTo>
                    <a:pt x="1723553" y="4852"/>
                  </a:moveTo>
                  <a:lnTo>
                    <a:pt x="1659326" y="43379"/>
                  </a:lnTo>
                  <a:lnTo>
                    <a:pt x="1786852" y="26314"/>
                  </a:lnTo>
                  <a:close/>
                  <a:moveTo>
                    <a:pt x="1793195" y="32678"/>
                  </a:moveTo>
                  <a:lnTo>
                    <a:pt x="1854344" y="0"/>
                  </a:lnTo>
                  <a:lnTo>
                    <a:pt x="1786852" y="26314"/>
                  </a:lnTo>
                  <a:close/>
                  <a:moveTo>
                    <a:pt x="2309352" y="371365"/>
                  </a:moveTo>
                  <a:lnTo>
                    <a:pt x="2284440" y="408417"/>
                  </a:lnTo>
                  <a:lnTo>
                    <a:pt x="2330646" y="399161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25" name="Candidate_density__2124">
              <a:extLst>
                <a:ext uri="{FF2B5EF4-FFF2-40B4-BE49-F238E27FC236}">
                  <a16:creationId xmlns:a16="http://schemas.microsoft.com/office/drawing/2014/main" id="{FC2CB2D3-8DAB-D175-EA57-3E1049AE4338}"/>
                </a:ext>
              </a:extLst>
            </p:cNvPr>
            <p:cNvSpPr>
              <a:spLocks noGrp="1"/>
            </p:cNvSpPr>
            <p:nvPr/>
          </p:nvSpPr>
          <p:spPr>
            <a:xfrm>
              <a:off x="3793736" y="1799509"/>
              <a:ext cx="2559538" cy="2134006"/>
            </a:xfrm>
            <a:custGeom>
              <a:avLst/>
              <a:gdLst/>
              <a:ahLst/>
              <a:cxnLst/>
              <a:rect l="0" t="0" r="0" b="0"/>
              <a:pathLst>
                <a:path w="2559538" h="2134006">
                  <a:moveTo>
                    <a:pt x="541948" y="1986410"/>
                  </a:moveTo>
                  <a:lnTo>
                    <a:pt x="492500" y="2016733"/>
                  </a:lnTo>
                  <a:lnTo>
                    <a:pt x="614337" y="1978402"/>
                  </a:lnTo>
                  <a:close/>
                  <a:moveTo>
                    <a:pt x="0" y="1258696"/>
                  </a:moveTo>
                  <a:lnTo>
                    <a:pt x="24814" y="1278513"/>
                  </a:lnTo>
                  <a:lnTo>
                    <a:pt x="28041" y="1179627"/>
                  </a:lnTo>
                  <a:close/>
                  <a:moveTo>
                    <a:pt x="847569" y="2077902"/>
                  </a:moveTo>
                  <a:lnTo>
                    <a:pt x="805017" y="2134006"/>
                  </a:lnTo>
                  <a:lnTo>
                    <a:pt x="921194" y="2074513"/>
                  </a:lnTo>
                  <a:close/>
                  <a:moveTo>
                    <a:pt x="654651" y="1913927"/>
                  </a:moveTo>
                  <a:lnTo>
                    <a:pt x="614337" y="1978402"/>
                  </a:lnTo>
                  <a:lnTo>
                    <a:pt x="696220" y="1877981"/>
                  </a:lnTo>
                  <a:close/>
                  <a:moveTo>
                    <a:pt x="660582" y="1916417"/>
                  </a:moveTo>
                  <a:lnTo>
                    <a:pt x="653574" y="1795765"/>
                  </a:lnTo>
                  <a:lnTo>
                    <a:pt x="696220" y="1877981"/>
                  </a:lnTo>
                  <a:close/>
                  <a:moveTo>
                    <a:pt x="252363" y="1505342"/>
                  </a:moveTo>
                  <a:lnTo>
                    <a:pt x="273980" y="1466905"/>
                  </a:lnTo>
                  <a:lnTo>
                    <a:pt x="242574" y="1487870"/>
                  </a:lnTo>
                  <a:close/>
                  <a:moveTo>
                    <a:pt x="273980" y="1466905"/>
                  </a:moveTo>
                  <a:lnTo>
                    <a:pt x="252363" y="1505342"/>
                  </a:lnTo>
                  <a:lnTo>
                    <a:pt x="309497" y="1459426"/>
                  </a:lnTo>
                  <a:close/>
                  <a:moveTo>
                    <a:pt x="309497" y="1459426"/>
                  </a:moveTo>
                  <a:lnTo>
                    <a:pt x="261374" y="1494705"/>
                  </a:lnTo>
                  <a:lnTo>
                    <a:pt x="385641" y="1465457"/>
                  </a:lnTo>
                  <a:close/>
                  <a:moveTo>
                    <a:pt x="667693" y="1104951"/>
                  </a:moveTo>
                  <a:lnTo>
                    <a:pt x="708163" y="986422"/>
                  </a:lnTo>
                  <a:lnTo>
                    <a:pt x="680592" y="984299"/>
                  </a:lnTo>
                  <a:close/>
                  <a:moveTo>
                    <a:pt x="680592" y="984299"/>
                  </a:moveTo>
                  <a:lnTo>
                    <a:pt x="708163" y="986422"/>
                  </a:lnTo>
                  <a:lnTo>
                    <a:pt x="708144" y="974462"/>
                  </a:lnTo>
                  <a:close/>
                  <a:moveTo>
                    <a:pt x="680592" y="984299"/>
                  </a:moveTo>
                  <a:lnTo>
                    <a:pt x="714276" y="981452"/>
                  </a:lnTo>
                  <a:lnTo>
                    <a:pt x="703688" y="1021259"/>
                  </a:lnTo>
                  <a:close/>
                  <a:moveTo>
                    <a:pt x="714276" y="981452"/>
                  </a:moveTo>
                  <a:lnTo>
                    <a:pt x="680592" y="984299"/>
                  </a:lnTo>
                  <a:lnTo>
                    <a:pt x="708144" y="974462"/>
                  </a:lnTo>
                  <a:close/>
                  <a:moveTo>
                    <a:pt x="1220535" y="1318501"/>
                  </a:moveTo>
                  <a:lnTo>
                    <a:pt x="1214673" y="1323254"/>
                  </a:lnTo>
                  <a:lnTo>
                    <a:pt x="1207171" y="1323567"/>
                  </a:lnTo>
                  <a:close/>
                  <a:moveTo>
                    <a:pt x="1161513" y="1339700"/>
                  </a:moveTo>
                  <a:lnTo>
                    <a:pt x="1192634" y="1318501"/>
                  </a:lnTo>
                  <a:lnTo>
                    <a:pt x="1136851" y="1310948"/>
                  </a:lnTo>
                  <a:close/>
                  <a:moveTo>
                    <a:pt x="1220535" y="1318501"/>
                  </a:moveTo>
                  <a:lnTo>
                    <a:pt x="1207171" y="1323567"/>
                  </a:lnTo>
                  <a:lnTo>
                    <a:pt x="1277197" y="1278362"/>
                  </a:lnTo>
                  <a:close/>
                  <a:moveTo>
                    <a:pt x="1215871" y="1316494"/>
                  </a:moveTo>
                  <a:lnTo>
                    <a:pt x="1214673" y="1323254"/>
                  </a:lnTo>
                  <a:lnTo>
                    <a:pt x="1220535" y="1318501"/>
                  </a:lnTo>
                  <a:close/>
                  <a:moveTo>
                    <a:pt x="1215871" y="1316494"/>
                  </a:moveTo>
                  <a:lnTo>
                    <a:pt x="1220535" y="1318501"/>
                  </a:lnTo>
                  <a:lnTo>
                    <a:pt x="1277197" y="1278362"/>
                  </a:lnTo>
                  <a:close/>
                  <a:moveTo>
                    <a:pt x="1284546" y="1221163"/>
                  </a:moveTo>
                  <a:lnTo>
                    <a:pt x="1215871" y="1316494"/>
                  </a:lnTo>
                  <a:lnTo>
                    <a:pt x="1277197" y="1278362"/>
                  </a:lnTo>
                  <a:close/>
                  <a:moveTo>
                    <a:pt x="1788564" y="1366588"/>
                  </a:moveTo>
                  <a:lnTo>
                    <a:pt x="1833214" y="1378342"/>
                  </a:lnTo>
                  <a:lnTo>
                    <a:pt x="1814129" y="1367622"/>
                  </a:lnTo>
                  <a:close/>
                  <a:moveTo>
                    <a:pt x="1571173" y="1120977"/>
                  </a:moveTo>
                  <a:lnTo>
                    <a:pt x="1593231" y="1151984"/>
                  </a:lnTo>
                  <a:lnTo>
                    <a:pt x="1627607" y="1106907"/>
                  </a:lnTo>
                  <a:close/>
                  <a:moveTo>
                    <a:pt x="1261616" y="853160"/>
                  </a:moveTo>
                  <a:lnTo>
                    <a:pt x="1292187" y="912768"/>
                  </a:lnTo>
                  <a:lnTo>
                    <a:pt x="1294009" y="910816"/>
                  </a:lnTo>
                  <a:close/>
                  <a:moveTo>
                    <a:pt x="1337616" y="858653"/>
                  </a:moveTo>
                  <a:lnTo>
                    <a:pt x="1294009" y="910816"/>
                  </a:lnTo>
                  <a:lnTo>
                    <a:pt x="1407595" y="841636"/>
                  </a:lnTo>
                  <a:close/>
                  <a:moveTo>
                    <a:pt x="1636907" y="816199"/>
                  </a:moveTo>
                  <a:lnTo>
                    <a:pt x="1607891" y="918110"/>
                  </a:lnTo>
                  <a:lnTo>
                    <a:pt x="1626499" y="887560"/>
                  </a:lnTo>
                  <a:close/>
                  <a:moveTo>
                    <a:pt x="1636907" y="816199"/>
                  </a:moveTo>
                  <a:lnTo>
                    <a:pt x="1626499" y="887560"/>
                  </a:lnTo>
                  <a:lnTo>
                    <a:pt x="1659701" y="835895"/>
                  </a:lnTo>
                  <a:close/>
                  <a:moveTo>
                    <a:pt x="1636907" y="816199"/>
                  </a:moveTo>
                  <a:lnTo>
                    <a:pt x="1659701" y="835895"/>
                  </a:lnTo>
                  <a:lnTo>
                    <a:pt x="1655290" y="780004"/>
                  </a:lnTo>
                  <a:close/>
                  <a:moveTo>
                    <a:pt x="1655290" y="780004"/>
                  </a:moveTo>
                  <a:lnTo>
                    <a:pt x="1659701" y="835895"/>
                  </a:lnTo>
                  <a:lnTo>
                    <a:pt x="1683145" y="820695"/>
                  </a:lnTo>
                  <a:close/>
                  <a:moveTo>
                    <a:pt x="1655290" y="780004"/>
                  </a:moveTo>
                  <a:lnTo>
                    <a:pt x="1683145" y="820695"/>
                  </a:lnTo>
                  <a:lnTo>
                    <a:pt x="1722476" y="752546"/>
                  </a:lnTo>
                  <a:close/>
                  <a:moveTo>
                    <a:pt x="1722476" y="752546"/>
                  </a:moveTo>
                  <a:lnTo>
                    <a:pt x="1774497" y="731842"/>
                  </a:lnTo>
                  <a:lnTo>
                    <a:pt x="1655290" y="780004"/>
                  </a:lnTo>
                  <a:close/>
                  <a:moveTo>
                    <a:pt x="1802414" y="772761"/>
                  </a:moveTo>
                  <a:lnTo>
                    <a:pt x="1774497" y="731842"/>
                  </a:lnTo>
                  <a:lnTo>
                    <a:pt x="1722476" y="752546"/>
                  </a:lnTo>
                  <a:close/>
                  <a:moveTo>
                    <a:pt x="1934471" y="772641"/>
                  </a:moveTo>
                  <a:lnTo>
                    <a:pt x="1974862" y="823316"/>
                  </a:lnTo>
                  <a:lnTo>
                    <a:pt x="1924644" y="803550"/>
                  </a:lnTo>
                  <a:close/>
                  <a:moveTo>
                    <a:pt x="2079767" y="822017"/>
                  </a:moveTo>
                  <a:lnTo>
                    <a:pt x="1974862" y="823316"/>
                  </a:lnTo>
                  <a:lnTo>
                    <a:pt x="2049787" y="822996"/>
                  </a:lnTo>
                  <a:close/>
                  <a:moveTo>
                    <a:pt x="2079767" y="822017"/>
                  </a:moveTo>
                  <a:lnTo>
                    <a:pt x="2006416" y="826427"/>
                  </a:lnTo>
                  <a:lnTo>
                    <a:pt x="1974862" y="823316"/>
                  </a:lnTo>
                  <a:close/>
                  <a:moveTo>
                    <a:pt x="2127435" y="785037"/>
                  </a:moveTo>
                  <a:lnTo>
                    <a:pt x="2079767" y="822017"/>
                  </a:lnTo>
                  <a:lnTo>
                    <a:pt x="2206482" y="801925"/>
                  </a:lnTo>
                  <a:close/>
                  <a:moveTo>
                    <a:pt x="1885235" y="391725"/>
                  </a:moveTo>
                  <a:lnTo>
                    <a:pt x="1873488" y="444770"/>
                  </a:lnTo>
                  <a:lnTo>
                    <a:pt x="1885803" y="473940"/>
                  </a:lnTo>
                  <a:close/>
                  <a:moveTo>
                    <a:pt x="1944760" y="380706"/>
                  </a:moveTo>
                  <a:lnTo>
                    <a:pt x="1873488" y="444770"/>
                  </a:lnTo>
                  <a:lnTo>
                    <a:pt x="1885235" y="391725"/>
                  </a:lnTo>
                  <a:close/>
                  <a:moveTo>
                    <a:pt x="1879777" y="416401"/>
                  </a:moveTo>
                  <a:lnTo>
                    <a:pt x="1873488" y="444770"/>
                  </a:lnTo>
                  <a:lnTo>
                    <a:pt x="1944760" y="380706"/>
                  </a:lnTo>
                  <a:close/>
                  <a:moveTo>
                    <a:pt x="2268270" y="764364"/>
                  </a:moveTo>
                  <a:lnTo>
                    <a:pt x="2248379" y="743366"/>
                  </a:lnTo>
                  <a:lnTo>
                    <a:pt x="2206482" y="801925"/>
                  </a:lnTo>
                  <a:close/>
                  <a:moveTo>
                    <a:pt x="2268270" y="764364"/>
                  </a:moveTo>
                  <a:lnTo>
                    <a:pt x="2315529" y="725928"/>
                  </a:lnTo>
                  <a:lnTo>
                    <a:pt x="2248379" y="743366"/>
                  </a:lnTo>
                  <a:close/>
                  <a:moveTo>
                    <a:pt x="1730027" y="135170"/>
                  </a:moveTo>
                  <a:lnTo>
                    <a:pt x="1807941" y="147821"/>
                  </a:lnTo>
                  <a:lnTo>
                    <a:pt x="1854824" y="107906"/>
                  </a:lnTo>
                  <a:close/>
                  <a:moveTo>
                    <a:pt x="2344684" y="609577"/>
                  </a:moveTo>
                  <a:lnTo>
                    <a:pt x="2379033" y="637008"/>
                  </a:lnTo>
                  <a:lnTo>
                    <a:pt x="2349779" y="605276"/>
                  </a:lnTo>
                  <a:close/>
                  <a:moveTo>
                    <a:pt x="2318065" y="725256"/>
                  </a:moveTo>
                  <a:lnTo>
                    <a:pt x="2373066" y="652236"/>
                  </a:lnTo>
                  <a:lnTo>
                    <a:pt x="2344684" y="609577"/>
                  </a:lnTo>
                  <a:close/>
                  <a:moveTo>
                    <a:pt x="2349779" y="605276"/>
                  </a:moveTo>
                  <a:lnTo>
                    <a:pt x="2379033" y="637008"/>
                  </a:lnTo>
                  <a:lnTo>
                    <a:pt x="2406204" y="560931"/>
                  </a:lnTo>
                  <a:close/>
                  <a:moveTo>
                    <a:pt x="1863991" y="68206"/>
                  </a:moveTo>
                  <a:lnTo>
                    <a:pt x="1918941" y="29770"/>
                  </a:lnTo>
                  <a:lnTo>
                    <a:pt x="1896293" y="47750"/>
                  </a:lnTo>
                  <a:close/>
                  <a:moveTo>
                    <a:pt x="2014028" y="29770"/>
                  </a:moveTo>
                  <a:lnTo>
                    <a:pt x="1963805" y="21505"/>
                  </a:lnTo>
                  <a:lnTo>
                    <a:pt x="2035566" y="33819"/>
                  </a:lnTo>
                  <a:close/>
                  <a:moveTo>
                    <a:pt x="2014028" y="29770"/>
                  </a:moveTo>
                  <a:lnTo>
                    <a:pt x="2035566" y="33819"/>
                  </a:lnTo>
                  <a:lnTo>
                    <a:pt x="2043916" y="42369"/>
                  </a:lnTo>
                  <a:close/>
                  <a:moveTo>
                    <a:pt x="2436674" y="490055"/>
                  </a:moveTo>
                  <a:lnTo>
                    <a:pt x="2349779" y="605276"/>
                  </a:lnTo>
                  <a:lnTo>
                    <a:pt x="2406204" y="560931"/>
                  </a:lnTo>
                  <a:close/>
                  <a:moveTo>
                    <a:pt x="2436674" y="490055"/>
                  </a:moveTo>
                  <a:lnTo>
                    <a:pt x="2406204" y="560931"/>
                  </a:lnTo>
                  <a:lnTo>
                    <a:pt x="2450225" y="523062"/>
                  </a:lnTo>
                  <a:close/>
                  <a:moveTo>
                    <a:pt x="2436674" y="490055"/>
                  </a:moveTo>
                  <a:lnTo>
                    <a:pt x="2450225" y="523062"/>
                  </a:lnTo>
                  <a:lnTo>
                    <a:pt x="2442109" y="479973"/>
                  </a:lnTo>
                  <a:close/>
                  <a:moveTo>
                    <a:pt x="2442109" y="479973"/>
                  </a:moveTo>
                  <a:lnTo>
                    <a:pt x="2450225" y="523062"/>
                  </a:lnTo>
                  <a:lnTo>
                    <a:pt x="2466370" y="507227"/>
                  </a:lnTo>
                  <a:close/>
                  <a:moveTo>
                    <a:pt x="2442109" y="479973"/>
                  </a:moveTo>
                  <a:lnTo>
                    <a:pt x="2466370" y="507227"/>
                  </a:lnTo>
                  <a:lnTo>
                    <a:pt x="2508674" y="450191"/>
                  </a:lnTo>
                  <a:close/>
                  <a:moveTo>
                    <a:pt x="1899437" y="23305"/>
                  </a:moveTo>
                  <a:lnTo>
                    <a:pt x="1918941" y="29770"/>
                  </a:lnTo>
                  <a:lnTo>
                    <a:pt x="1963805" y="21505"/>
                  </a:lnTo>
                  <a:close/>
                  <a:moveTo>
                    <a:pt x="1963805" y="21505"/>
                  </a:moveTo>
                  <a:lnTo>
                    <a:pt x="2014028" y="29770"/>
                  </a:lnTo>
                  <a:lnTo>
                    <a:pt x="2002634" y="0"/>
                  </a:lnTo>
                  <a:close/>
                  <a:moveTo>
                    <a:pt x="2442109" y="479973"/>
                  </a:moveTo>
                  <a:lnTo>
                    <a:pt x="2508674" y="450191"/>
                  </a:lnTo>
                  <a:lnTo>
                    <a:pt x="2548779" y="384936"/>
                  </a:lnTo>
                  <a:close/>
                  <a:moveTo>
                    <a:pt x="2559289" y="281758"/>
                  </a:moveTo>
                  <a:lnTo>
                    <a:pt x="2559538" y="363973"/>
                  </a:lnTo>
                  <a:lnTo>
                    <a:pt x="2537692" y="320195"/>
                  </a:lnTo>
                  <a:close/>
                  <a:moveTo>
                    <a:pt x="2553132" y="355876"/>
                  </a:moveTo>
                  <a:lnTo>
                    <a:pt x="2548779" y="384936"/>
                  </a:lnTo>
                  <a:lnTo>
                    <a:pt x="2559538" y="36397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26" name="Candidate_density__2125">
              <a:extLst>
                <a:ext uri="{FF2B5EF4-FFF2-40B4-BE49-F238E27FC236}">
                  <a16:creationId xmlns:a16="http://schemas.microsoft.com/office/drawing/2014/main" id="{2031D39E-FB90-D86F-B58C-34AB4AA339F5}"/>
                </a:ext>
              </a:extLst>
            </p:cNvPr>
            <p:cNvSpPr>
              <a:spLocks noGrp="1"/>
            </p:cNvSpPr>
            <p:nvPr/>
          </p:nvSpPr>
          <p:spPr>
            <a:xfrm>
              <a:off x="3793736" y="1821013"/>
              <a:ext cx="2559538" cy="1637825"/>
            </a:xfrm>
            <a:custGeom>
              <a:avLst/>
              <a:gdLst/>
              <a:ahLst/>
              <a:cxnLst/>
              <a:rect l="0" t="0" r="0" b="0"/>
              <a:pathLst>
                <a:path w="2559538" h="1637825">
                  <a:moveTo>
                    <a:pt x="252363" y="1483837"/>
                  </a:moveTo>
                  <a:lnTo>
                    <a:pt x="242574" y="1466365"/>
                  </a:lnTo>
                  <a:lnTo>
                    <a:pt x="203505" y="1535494"/>
                  </a:lnTo>
                  <a:close/>
                  <a:moveTo>
                    <a:pt x="252363" y="1483837"/>
                  </a:moveTo>
                  <a:lnTo>
                    <a:pt x="261374" y="1473200"/>
                  </a:lnTo>
                  <a:lnTo>
                    <a:pt x="309497" y="1437921"/>
                  </a:lnTo>
                  <a:close/>
                  <a:moveTo>
                    <a:pt x="28041" y="1158122"/>
                  </a:moveTo>
                  <a:lnTo>
                    <a:pt x="35333" y="1148364"/>
                  </a:lnTo>
                  <a:lnTo>
                    <a:pt x="0" y="1237192"/>
                  </a:lnTo>
                  <a:close/>
                  <a:moveTo>
                    <a:pt x="1179049" y="1598962"/>
                  </a:moveTo>
                  <a:lnTo>
                    <a:pt x="1254908" y="1603928"/>
                  </a:lnTo>
                  <a:lnTo>
                    <a:pt x="1192709" y="1614096"/>
                  </a:lnTo>
                  <a:close/>
                  <a:moveTo>
                    <a:pt x="1254908" y="1603928"/>
                  </a:moveTo>
                  <a:lnTo>
                    <a:pt x="1276230" y="1606787"/>
                  </a:lnTo>
                  <a:lnTo>
                    <a:pt x="1192709" y="1614096"/>
                  </a:lnTo>
                  <a:close/>
                  <a:moveTo>
                    <a:pt x="825671" y="898511"/>
                  </a:moveTo>
                  <a:lnTo>
                    <a:pt x="714276" y="959947"/>
                  </a:lnTo>
                  <a:lnTo>
                    <a:pt x="708144" y="952958"/>
                  </a:lnTo>
                  <a:close/>
                  <a:moveTo>
                    <a:pt x="1313618" y="1608233"/>
                  </a:moveTo>
                  <a:lnTo>
                    <a:pt x="1192709" y="1614096"/>
                  </a:lnTo>
                  <a:lnTo>
                    <a:pt x="1276230" y="1606787"/>
                  </a:lnTo>
                  <a:close/>
                  <a:moveTo>
                    <a:pt x="1313618" y="1608233"/>
                  </a:moveTo>
                  <a:lnTo>
                    <a:pt x="1247002" y="1637825"/>
                  </a:lnTo>
                  <a:lnTo>
                    <a:pt x="1192709" y="1614096"/>
                  </a:lnTo>
                  <a:close/>
                  <a:moveTo>
                    <a:pt x="1338161" y="1582078"/>
                  </a:moveTo>
                  <a:lnTo>
                    <a:pt x="1313618" y="1608233"/>
                  </a:lnTo>
                  <a:lnTo>
                    <a:pt x="1276230" y="1606787"/>
                  </a:lnTo>
                  <a:close/>
                  <a:moveTo>
                    <a:pt x="1096488" y="1353736"/>
                  </a:moveTo>
                  <a:lnTo>
                    <a:pt x="980906" y="1364828"/>
                  </a:lnTo>
                  <a:lnTo>
                    <a:pt x="1075017" y="1348909"/>
                  </a:lnTo>
                  <a:close/>
                  <a:moveTo>
                    <a:pt x="1123121" y="1335433"/>
                  </a:moveTo>
                  <a:lnTo>
                    <a:pt x="1096488" y="1353736"/>
                  </a:lnTo>
                  <a:lnTo>
                    <a:pt x="1075017" y="1348909"/>
                  </a:lnTo>
                  <a:close/>
                  <a:moveTo>
                    <a:pt x="1096488" y="1353736"/>
                  </a:moveTo>
                  <a:lnTo>
                    <a:pt x="1123121" y="1335433"/>
                  </a:lnTo>
                  <a:lnTo>
                    <a:pt x="1122373" y="1310409"/>
                  </a:lnTo>
                  <a:close/>
                  <a:moveTo>
                    <a:pt x="1207171" y="1302062"/>
                  </a:moveTo>
                  <a:lnTo>
                    <a:pt x="1192634" y="1296996"/>
                  </a:lnTo>
                  <a:lnTo>
                    <a:pt x="1161513" y="1318195"/>
                  </a:lnTo>
                  <a:close/>
                  <a:moveTo>
                    <a:pt x="1122373" y="1310409"/>
                  </a:moveTo>
                  <a:lnTo>
                    <a:pt x="1123121" y="1335433"/>
                  </a:lnTo>
                  <a:lnTo>
                    <a:pt x="1161513" y="1318195"/>
                  </a:lnTo>
                  <a:close/>
                  <a:moveTo>
                    <a:pt x="1136851" y="1289443"/>
                  </a:moveTo>
                  <a:lnTo>
                    <a:pt x="1122373" y="1310409"/>
                  </a:lnTo>
                  <a:lnTo>
                    <a:pt x="1161513" y="1318195"/>
                  </a:lnTo>
                  <a:close/>
                  <a:moveTo>
                    <a:pt x="1277197" y="1256857"/>
                  </a:moveTo>
                  <a:lnTo>
                    <a:pt x="1207171" y="1302062"/>
                  </a:lnTo>
                  <a:lnTo>
                    <a:pt x="1161513" y="1318195"/>
                  </a:lnTo>
                  <a:close/>
                  <a:moveTo>
                    <a:pt x="1120123" y="1011700"/>
                  </a:moveTo>
                  <a:lnTo>
                    <a:pt x="1131233" y="989782"/>
                  </a:lnTo>
                  <a:lnTo>
                    <a:pt x="1187436" y="984711"/>
                  </a:lnTo>
                  <a:close/>
                  <a:moveTo>
                    <a:pt x="1219255" y="929700"/>
                  </a:moveTo>
                  <a:lnTo>
                    <a:pt x="1229328" y="926136"/>
                  </a:lnTo>
                  <a:lnTo>
                    <a:pt x="1187436" y="984711"/>
                  </a:lnTo>
                  <a:close/>
                  <a:moveTo>
                    <a:pt x="1219255" y="929700"/>
                  </a:moveTo>
                  <a:lnTo>
                    <a:pt x="1292187" y="891263"/>
                  </a:lnTo>
                  <a:lnTo>
                    <a:pt x="1229328" y="926136"/>
                  </a:lnTo>
                  <a:close/>
                  <a:moveTo>
                    <a:pt x="1558991" y="1107517"/>
                  </a:moveTo>
                  <a:lnTo>
                    <a:pt x="1593231" y="1130479"/>
                  </a:lnTo>
                  <a:lnTo>
                    <a:pt x="1571173" y="1099472"/>
                  </a:lnTo>
                  <a:close/>
                  <a:moveTo>
                    <a:pt x="1586655" y="1147491"/>
                  </a:moveTo>
                  <a:lnTo>
                    <a:pt x="1593231" y="1130479"/>
                  </a:lnTo>
                  <a:lnTo>
                    <a:pt x="1558991" y="1107517"/>
                  </a:lnTo>
                  <a:close/>
                  <a:moveTo>
                    <a:pt x="1514291" y="1155594"/>
                  </a:moveTo>
                  <a:lnTo>
                    <a:pt x="1586655" y="1147491"/>
                  </a:lnTo>
                  <a:lnTo>
                    <a:pt x="1558991" y="1107517"/>
                  </a:lnTo>
                  <a:close/>
                  <a:moveTo>
                    <a:pt x="2154632" y="801764"/>
                  </a:moveTo>
                  <a:lnTo>
                    <a:pt x="2079767" y="800512"/>
                  </a:lnTo>
                  <a:lnTo>
                    <a:pt x="2049787" y="801491"/>
                  </a:lnTo>
                  <a:close/>
                  <a:moveTo>
                    <a:pt x="2079767" y="800512"/>
                  </a:moveTo>
                  <a:lnTo>
                    <a:pt x="2154632" y="801764"/>
                  </a:lnTo>
                  <a:lnTo>
                    <a:pt x="2206482" y="780421"/>
                  </a:lnTo>
                  <a:close/>
                  <a:moveTo>
                    <a:pt x="2171111" y="781296"/>
                  </a:moveTo>
                  <a:lnTo>
                    <a:pt x="2206482" y="780421"/>
                  </a:lnTo>
                  <a:lnTo>
                    <a:pt x="2154632" y="801764"/>
                  </a:lnTo>
                  <a:close/>
                  <a:moveTo>
                    <a:pt x="2315529" y="704423"/>
                  </a:moveTo>
                  <a:lnTo>
                    <a:pt x="2268270" y="742859"/>
                  </a:lnTo>
                  <a:lnTo>
                    <a:pt x="2318065" y="703751"/>
                  </a:lnTo>
                  <a:close/>
                  <a:moveTo>
                    <a:pt x="2003939" y="365258"/>
                  </a:moveTo>
                  <a:lnTo>
                    <a:pt x="1879777" y="394896"/>
                  </a:lnTo>
                  <a:lnTo>
                    <a:pt x="1944760" y="359201"/>
                  </a:lnTo>
                  <a:close/>
                  <a:moveTo>
                    <a:pt x="1819144" y="85139"/>
                  </a:moveTo>
                  <a:lnTo>
                    <a:pt x="1863991" y="46702"/>
                  </a:lnTo>
                  <a:lnTo>
                    <a:pt x="1854824" y="86401"/>
                  </a:lnTo>
                  <a:close/>
                  <a:moveTo>
                    <a:pt x="2373066" y="630731"/>
                  </a:moveTo>
                  <a:lnTo>
                    <a:pt x="2379033" y="615504"/>
                  </a:lnTo>
                  <a:lnTo>
                    <a:pt x="2344684" y="588073"/>
                  </a:lnTo>
                  <a:close/>
                  <a:moveTo>
                    <a:pt x="2406204" y="539427"/>
                  </a:moveTo>
                  <a:lnTo>
                    <a:pt x="2460498" y="509774"/>
                  </a:lnTo>
                  <a:lnTo>
                    <a:pt x="2450225" y="501557"/>
                  </a:lnTo>
                  <a:close/>
                  <a:moveTo>
                    <a:pt x="1863991" y="46702"/>
                  </a:moveTo>
                  <a:lnTo>
                    <a:pt x="1896293" y="26245"/>
                  </a:lnTo>
                  <a:lnTo>
                    <a:pt x="1854824" y="86401"/>
                  </a:lnTo>
                  <a:close/>
                  <a:moveTo>
                    <a:pt x="1918941" y="8265"/>
                  </a:moveTo>
                  <a:lnTo>
                    <a:pt x="1863991" y="46702"/>
                  </a:lnTo>
                  <a:lnTo>
                    <a:pt x="1963805" y="0"/>
                  </a:lnTo>
                  <a:close/>
                  <a:moveTo>
                    <a:pt x="2535363" y="380905"/>
                  </a:moveTo>
                  <a:lnTo>
                    <a:pt x="2548779" y="363431"/>
                  </a:lnTo>
                  <a:lnTo>
                    <a:pt x="2508674" y="428686"/>
                  </a:lnTo>
                  <a:close/>
                  <a:moveTo>
                    <a:pt x="2535363" y="380905"/>
                  </a:moveTo>
                  <a:lnTo>
                    <a:pt x="2559538" y="342468"/>
                  </a:lnTo>
                  <a:lnTo>
                    <a:pt x="2548779" y="36343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27" name="Candidate_density__2126">
              <a:extLst>
                <a:ext uri="{FF2B5EF4-FFF2-40B4-BE49-F238E27FC236}">
                  <a16:creationId xmlns:a16="http://schemas.microsoft.com/office/drawing/2014/main" id="{554CADBD-0A75-A85E-3F0E-5431D3B71AC7}"/>
                </a:ext>
              </a:extLst>
            </p:cNvPr>
            <p:cNvSpPr>
              <a:spLocks noGrp="1"/>
            </p:cNvSpPr>
            <p:nvPr/>
          </p:nvSpPr>
          <p:spPr>
            <a:xfrm>
              <a:off x="5107354" y="3368550"/>
              <a:ext cx="35493" cy="60697"/>
            </a:xfrm>
            <a:custGeom>
              <a:avLst/>
              <a:gdLst/>
              <a:ahLst/>
              <a:cxnLst/>
              <a:rect l="0" t="0" r="0" b="0"/>
              <a:pathLst>
                <a:path w="35493" h="60697">
                  <a:moveTo>
                    <a:pt x="35493" y="0"/>
                  </a:moveTo>
                  <a:lnTo>
                    <a:pt x="0" y="60697"/>
                  </a:lnTo>
                  <a:lnTo>
                    <a:pt x="24543" y="34542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28" name="Candidate_density__2127">
              <a:extLst>
                <a:ext uri="{FF2B5EF4-FFF2-40B4-BE49-F238E27FC236}">
                  <a16:creationId xmlns:a16="http://schemas.microsoft.com/office/drawing/2014/main" id="{E0FC3114-073E-4502-D6D2-861B13D37497}"/>
                </a:ext>
              </a:extLst>
            </p:cNvPr>
            <p:cNvSpPr>
              <a:spLocks noGrp="1"/>
            </p:cNvSpPr>
            <p:nvPr/>
          </p:nvSpPr>
          <p:spPr>
            <a:xfrm>
              <a:off x="3540502" y="1822814"/>
              <a:ext cx="2806366" cy="1857334"/>
            </a:xfrm>
            <a:custGeom>
              <a:avLst/>
              <a:gdLst/>
              <a:ahLst/>
              <a:cxnLst/>
              <a:rect l="0" t="0" r="0" b="0"/>
              <a:pathLst>
                <a:path w="2806366" h="1857334">
                  <a:moveTo>
                    <a:pt x="13251" y="1288707"/>
                  </a:moveTo>
                  <a:lnTo>
                    <a:pt x="90790" y="1356043"/>
                  </a:lnTo>
                  <a:lnTo>
                    <a:pt x="38319" y="1299124"/>
                  </a:lnTo>
                  <a:close/>
                  <a:moveTo>
                    <a:pt x="0" y="1273827"/>
                  </a:moveTo>
                  <a:lnTo>
                    <a:pt x="13251" y="1288707"/>
                  </a:lnTo>
                  <a:lnTo>
                    <a:pt x="38319" y="1299124"/>
                  </a:lnTo>
                  <a:close/>
                  <a:moveTo>
                    <a:pt x="160274" y="1429956"/>
                  </a:moveTo>
                  <a:lnTo>
                    <a:pt x="260631" y="1509052"/>
                  </a:lnTo>
                  <a:lnTo>
                    <a:pt x="209906" y="1489698"/>
                  </a:lnTo>
                  <a:close/>
                  <a:moveTo>
                    <a:pt x="144648" y="1418013"/>
                  </a:moveTo>
                  <a:lnTo>
                    <a:pt x="167221" y="1438258"/>
                  </a:lnTo>
                  <a:lnTo>
                    <a:pt x="160274" y="1429956"/>
                  </a:lnTo>
                  <a:close/>
                  <a:moveTo>
                    <a:pt x="281376" y="1292002"/>
                  </a:moveTo>
                  <a:lnTo>
                    <a:pt x="279208" y="1212046"/>
                  </a:lnTo>
                  <a:lnTo>
                    <a:pt x="215865" y="1253873"/>
                  </a:lnTo>
                  <a:close/>
                  <a:moveTo>
                    <a:pt x="281376" y="1292002"/>
                  </a:moveTo>
                  <a:lnTo>
                    <a:pt x="310642" y="1266118"/>
                  </a:lnTo>
                  <a:lnTo>
                    <a:pt x="283109" y="1196955"/>
                  </a:lnTo>
                  <a:close/>
                  <a:moveTo>
                    <a:pt x="710049" y="1708258"/>
                  </a:moveTo>
                  <a:lnTo>
                    <a:pt x="845992" y="1722666"/>
                  </a:lnTo>
                  <a:lnTo>
                    <a:pt x="764708" y="1697420"/>
                  </a:lnTo>
                  <a:close/>
                  <a:moveTo>
                    <a:pt x="885224" y="1765190"/>
                  </a:moveTo>
                  <a:lnTo>
                    <a:pt x="912830" y="1693908"/>
                  </a:lnTo>
                  <a:lnTo>
                    <a:pt x="845992" y="1722666"/>
                  </a:lnTo>
                  <a:close/>
                  <a:moveTo>
                    <a:pt x="695325" y="1651809"/>
                  </a:moveTo>
                  <a:lnTo>
                    <a:pt x="684096" y="1690245"/>
                  </a:lnTo>
                  <a:lnTo>
                    <a:pt x="710049" y="1708258"/>
                  </a:lnTo>
                  <a:close/>
                  <a:moveTo>
                    <a:pt x="695325" y="1651809"/>
                  </a:moveTo>
                  <a:lnTo>
                    <a:pt x="629236" y="1608030"/>
                  </a:lnTo>
                  <a:lnTo>
                    <a:pt x="684096" y="1690245"/>
                  </a:lnTo>
                  <a:close/>
                  <a:moveTo>
                    <a:pt x="495546" y="1439255"/>
                  </a:moveTo>
                  <a:lnTo>
                    <a:pt x="495809" y="1464565"/>
                  </a:lnTo>
                  <a:lnTo>
                    <a:pt x="527215" y="1443600"/>
                  </a:lnTo>
                  <a:close/>
                  <a:moveTo>
                    <a:pt x="992229" y="1712110"/>
                  </a:moveTo>
                  <a:lnTo>
                    <a:pt x="952590" y="1627360"/>
                  </a:lnTo>
                  <a:lnTo>
                    <a:pt x="912830" y="1693908"/>
                  </a:lnTo>
                  <a:close/>
                  <a:moveTo>
                    <a:pt x="1242886" y="1756286"/>
                  </a:moveTo>
                  <a:lnTo>
                    <a:pt x="1163161" y="1857334"/>
                  </a:lnTo>
                  <a:lnTo>
                    <a:pt x="1229090" y="1825174"/>
                  </a:lnTo>
                  <a:close/>
                  <a:moveTo>
                    <a:pt x="965499" y="1599836"/>
                  </a:moveTo>
                  <a:lnTo>
                    <a:pt x="928293" y="1529992"/>
                  </a:lnTo>
                  <a:lnTo>
                    <a:pt x="975399" y="1574936"/>
                  </a:lnTo>
                  <a:close/>
                  <a:moveTo>
                    <a:pt x="928293" y="1529992"/>
                  </a:moveTo>
                  <a:lnTo>
                    <a:pt x="918581" y="1437795"/>
                  </a:lnTo>
                  <a:lnTo>
                    <a:pt x="969058" y="1492721"/>
                  </a:lnTo>
                  <a:close/>
                  <a:moveTo>
                    <a:pt x="638213" y="1083584"/>
                  </a:moveTo>
                  <a:lnTo>
                    <a:pt x="712266" y="1070942"/>
                  </a:lnTo>
                  <a:lnTo>
                    <a:pt x="701653" y="1092601"/>
                  </a:lnTo>
                  <a:close/>
                  <a:moveTo>
                    <a:pt x="701653" y="1092601"/>
                  </a:moveTo>
                  <a:lnTo>
                    <a:pt x="716367" y="1086273"/>
                  </a:lnTo>
                  <a:lnTo>
                    <a:pt x="649720" y="1174322"/>
                  </a:lnTo>
                  <a:close/>
                  <a:moveTo>
                    <a:pt x="1355304" y="1625392"/>
                  </a:moveTo>
                  <a:lnTo>
                    <a:pt x="1275022" y="1630068"/>
                  </a:lnTo>
                  <a:lnTo>
                    <a:pt x="1256059" y="1710805"/>
                  </a:lnTo>
                  <a:close/>
                  <a:moveTo>
                    <a:pt x="1062234" y="1328237"/>
                  </a:moveTo>
                  <a:lnTo>
                    <a:pt x="1151805" y="1369373"/>
                  </a:lnTo>
                  <a:lnTo>
                    <a:pt x="1106572" y="1251418"/>
                  </a:lnTo>
                  <a:close/>
                  <a:moveTo>
                    <a:pt x="818832" y="975513"/>
                  </a:moveTo>
                  <a:lnTo>
                    <a:pt x="948783" y="1012872"/>
                  </a:lnTo>
                  <a:lnTo>
                    <a:pt x="956923" y="997954"/>
                  </a:lnTo>
                  <a:close/>
                  <a:moveTo>
                    <a:pt x="715622" y="780968"/>
                  </a:moveTo>
                  <a:lnTo>
                    <a:pt x="652058" y="796563"/>
                  </a:lnTo>
                  <a:lnTo>
                    <a:pt x="685190" y="754506"/>
                  </a:lnTo>
                  <a:close/>
                  <a:moveTo>
                    <a:pt x="685190" y="754506"/>
                  </a:moveTo>
                  <a:lnTo>
                    <a:pt x="709390" y="796563"/>
                  </a:lnTo>
                  <a:lnTo>
                    <a:pt x="715622" y="780968"/>
                  </a:lnTo>
                  <a:close/>
                  <a:moveTo>
                    <a:pt x="1317216" y="1595765"/>
                  </a:moveTo>
                  <a:lnTo>
                    <a:pt x="1369664" y="1613717"/>
                  </a:lnTo>
                  <a:lnTo>
                    <a:pt x="1351208" y="1668223"/>
                  </a:lnTo>
                  <a:close/>
                  <a:moveTo>
                    <a:pt x="1400476" y="1188299"/>
                  </a:moveTo>
                  <a:lnTo>
                    <a:pt x="1377485" y="1295196"/>
                  </a:lnTo>
                  <a:lnTo>
                    <a:pt x="1390086" y="1287643"/>
                  </a:lnTo>
                  <a:close/>
                  <a:moveTo>
                    <a:pt x="1346696" y="1271521"/>
                  </a:moveTo>
                  <a:lnTo>
                    <a:pt x="1377485" y="1295196"/>
                  </a:lnTo>
                  <a:lnTo>
                    <a:pt x="1400476" y="1188299"/>
                  </a:lnTo>
                  <a:close/>
                  <a:moveTo>
                    <a:pt x="1400476" y="1188299"/>
                  </a:moveTo>
                  <a:lnTo>
                    <a:pt x="1390086" y="1287643"/>
                  </a:lnTo>
                  <a:lnTo>
                    <a:pt x="1469106" y="1293189"/>
                  </a:lnTo>
                  <a:close/>
                  <a:moveTo>
                    <a:pt x="1169669" y="954480"/>
                  </a:moveTo>
                  <a:lnTo>
                    <a:pt x="1182486" y="853578"/>
                  </a:lnTo>
                  <a:lnTo>
                    <a:pt x="1126374" y="922442"/>
                  </a:lnTo>
                  <a:close/>
                  <a:moveTo>
                    <a:pt x="1505047" y="863600"/>
                  </a:moveTo>
                  <a:lnTo>
                    <a:pt x="1545421" y="889463"/>
                  </a:lnTo>
                  <a:lnTo>
                    <a:pt x="1514850" y="829855"/>
                  </a:lnTo>
                  <a:close/>
                  <a:moveTo>
                    <a:pt x="1813639" y="1094773"/>
                  </a:moveTo>
                  <a:lnTo>
                    <a:pt x="1823001" y="987070"/>
                  </a:lnTo>
                  <a:lnTo>
                    <a:pt x="1717397" y="1029825"/>
                  </a:lnTo>
                  <a:close/>
                  <a:moveTo>
                    <a:pt x="1691771" y="832981"/>
                  </a:moveTo>
                  <a:lnTo>
                    <a:pt x="1774883" y="894805"/>
                  </a:lnTo>
                  <a:lnTo>
                    <a:pt x="1723705" y="838208"/>
                  </a:lnTo>
                  <a:close/>
                  <a:moveTo>
                    <a:pt x="1691771" y="832981"/>
                  </a:moveTo>
                  <a:lnTo>
                    <a:pt x="1680763" y="812590"/>
                  </a:lnTo>
                  <a:lnTo>
                    <a:pt x="1660830" y="818331"/>
                  </a:lnTo>
                  <a:close/>
                  <a:moveTo>
                    <a:pt x="1691771" y="832981"/>
                  </a:moveTo>
                  <a:lnTo>
                    <a:pt x="1723705" y="838208"/>
                  </a:lnTo>
                  <a:lnTo>
                    <a:pt x="1680763" y="812590"/>
                  </a:lnTo>
                  <a:close/>
                  <a:moveTo>
                    <a:pt x="2286447" y="1333717"/>
                  </a:moveTo>
                  <a:lnTo>
                    <a:pt x="2238408" y="1369310"/>
                  </a:lnTo>
                  <a:lnTo>
                    <a:pt x="2363615" y="1343580"/>
                  </a:lnTo>
                  <a:close/>
                  <a:moveTo>
                    <a:pt x="1774883" y="894805"/>
                  </a:moveTo>
                  <a:lnTo>
                    <a:pt x="1826640" y="944407"/>
                  </a:lnTo>
                  <a:lnTo>
                    <a:pt x="1838537" y="874347"/>
                  </a:lnTo>
                  <a:close/>
                  <a:moveTo>
                    <a:pt x="1826640" y="944407"/>
                  </a:moveTo>
                  <a:lnTo>
                    <a:pt x="1861125" y="894805"/>
                  </a:lnTo>
                  <a:lnTo>
                    <a:pt x="1838537" y="874347"/>
                  </a:lnTo>
                  <a:close/>
                  <a:moveTo>
                    <a:pt x="1680763" y="812590"/>
                  </a:moveTo>
                  <a:lnTo>
                    <a:pt x="1723705" y="838208"/>
                  </a:lnTo>
                  <a:lnTo>
                    <a:pt x="1732808" y="799619"/>
                  </a:lnTo>
                  <a:close/>
                  <a:moveTo>
                    <a:pt x="1838537" y="874347"/>
                  </a:moveTo>
                  <a:lnTo>
                    <a:pt x="1723705" y="838208"/>
                  </a:lnTo>
                  <a:lnTo>
                    <a:pt x="1774883" y="894805"/>
                  </a:lnTo>
                  <a:close/>
                  <a:moveTo>
                    <a:pt x="1732808" y="799619"/>
                  </a:moveTo>
                  <a:lnTo>
                    <a:pt x="1723705" y="838208"/>
                  </a:lnTo>
                  <a:lnTo>
                    <a:pt x="1838537" y="874347"/>
                  </a:lnTo>
                  <a:close/>
                  <a:moveTo>
                    <a:pt x="1822722" y="787112"/>
                  </a:moveTo>
                  <a:lnTo>
                    <a:pt x="1838537" y="874347"/>
                  </a:lnTo>
                  <a:lnTo>
                    <a:pt x="1890141" y="792894"/>
                  </a:lnTo>
                  <a:close/>
                  <a:moveTo>
                    <a:pt x="1639011" y="800209"/>
                  </a:moveTo>
                  <a:lnTo>
                    <a:pt x="1680763" y="812590"/>
                  </a:lnTo>
                  <a:lnTo>
                    <a:pt x="1749502" y="719458"/>
                  </a:lnTo>
                  <a:close/>
                  <a:moveTo>
                    <a:pt x="1822722" y="787112"/>
                  </a:moveTo>
                  <a:lnTo>
                    <a:pt x="1890141" y="792894"/>
                  </a:lnTo>
                  <a:lnTo>
                    <a:pt x="1832232" y="750115"/>
                  </a:lnTo>
                  <a:close/>
                  <a:moveTo>
                    <a:pt x="1890141" y="792894"/>
                  </a:moveTo>
                  <a:lnTo>
                    <a:pt x="1908524" y="756699"/>
                  </a:lnTo>
                  <a:lnTo>
                    <a:pt x="1832232" y="750115"/>
                  </a:lnTo>
                  <a:close/>
                  <a:moveTo>
                    <a:pt x="1749502" y="719458"/>
                  </a:moveTo>
                  <a:lnTo>
                    <a:pt x="1832232" y="750115"/>
                  </a:lnTo>
                  <a:lnTo>
                    <a:pt x="1883442" y="726377"/>
                  </a:lnTo>
                  <a:close/>
                  <a:moveTo>
                    <a:pt x="1908524" y="756699"/>
                  </a:moveTo>
                  <a:lnTo>
                    <a:pt x="1946456" y="653502"/>
                  </a:lnTo>
                  <a:lnTo>
                    <a:pt x="1937051" y="654665"/>
                  </a:lnTo>
                  <a:close/>
                  <a:moveTo>
                    <a:pt x="2027731" y="708536"/>
                  </a:moveTo>
                  <a:lnTo>
                    <a:pt x="1946456" y="653502"/>
                  </a:lnTo>
                  <a:lnTo>
                    <a:pt x="1908524" y="756699"/>
                  </a:lnTo>
                  <a:close/>
                  <a:moveTo>
                    <a:pt x="1906384" y="579504"/>
                  </a:moveTo>
                  <a:lnTo>
                    <a:pt x="1894849" y="571287"/>
                  </a:lnTo>
                  <a:lnTo>
                    <a:pt x="1935148" y="653502"/>
                  </a:lnTo>
                  <a:close/>
                  <a:moveTo>
                    <a:pt x="1894849" y="571287"/>
                  </a:moveTo>
                  <a:lnTo>
                    <a:pt x="1906384" y="579504"/>
                  </a:lnTo>
                  <a:lnTo>
                    <a:pt x="1910628" y="549363"/>
                  </a:lnTo>
                  <a:close/>
                  <a:moveTo>
                    <a:pt x="1946456" y="653502"/>
                  </a:moveTo>
                  <a:lnTo>
                    <a:pt x="2027731" y="708536"/>
                  </a:lnTo>
                  <a:lnTo>
                    <a:pt x="1941839" y="650773"/>
                  </a:lnTo>
                  <a:close/>
                  <a:moveTo>
                    <a:pt x="1910628" y="549363"/>
                  </a:moveTo>
                  <a:lnTo>
                    <a:pt x="2033359" y="514373"/>
                  </a:lnTo>
                  <a:lnTo>
                    <a:pt x="1948162" y="474494"/>
                  </a:lnTo>
                  <a:close/>
                  <a:moveTo>
                    <a:pt x="2177382" y="779496"/>
                  </a:moveTo>
                  <a:lnTo>
                    <a:pt x="2177878" y="780245"/>
                  </a:lnTo>
                  <a:lnTo>
                    <a:pt x="2178968" y="780121"/>
                  </a:lnTo>
                  <a:close/>
                  <a:moveTo>
                    <a:pt x="2259650" y="803122"/>
                  </a:moveTo>
                  <a:lnTo>
                    <a:pt x="2178968" y="780121"/>
                  </a:lnTo>
                  <a:lnTo>
                    <a:pt x="2177878" y="780245"/>
                  </a:lnTo>
                  <a:close/>
                  <a:moveTo>
                    <a:pt x="2177382" y="779496"/>
                  </a:moveTo>
                  <a:lnTo>
                    <a:pt x="2178968" y="780121"/>
                  </a:lnTo>
                  <a:lnTo>
                    <a:pt x="2180455" y="778150"/>
                  </a:lnTo>
                  <a:close/>
                  <a:moveTo>
                    <a:pt x="2288075" y="751249"/>
                  </a:moveTo>
                  <a:lnTo>
                    <a:pt x="2178968" y="780121"/>
                  </a:lnTo>
                  <a:lnTo>
                    <a:pt x="2259650" y="803122"/>
                  </a:lnTo>
                  <a:close/>
                  <a:moveTo>
                    <a:pt x="2288075" y="751249"/>
                  </a:moveTo>
                  <a:lnTo>
                    <a:pt x="2180455" y="778150"/>
                  </a:lnTo>
                  <a:lnTo>
                    <a:pt x="2178968" y="780121"/>
                  </a:lnTo>
                  <a:close/>
                  <a:moveTo>
                    <a:pt x="2288075" y="751249"/>
                  </a:moveTo>
                  <a:lnTo>
                    <a:pt x="2298560" y="733400"/>
                  </a:lnTo>
                  <a:lnTo>
                    <a:pt x="2222626" y="728152"/>
                  </a:lnTo>
                  <a:close/>
                  <a:moveTo>
                    <a:pt x="2259650" y="803122"/>
                  </a:moveTo>
                  <a:lnTo>
                    <a:pt x="2322354" y="741059"/>
                  </a:lnTo>
                  <a:lnTo>
                    <a:pt x="2288075" y="751249"/>
                  </a:lnTo>
                  <a:close/>
                  <a:moveTo>
                    <a:pt x="2380669" y="761732"/>
                  </a:moveTo>
                  <a:lnTo>
                    <a:pt x="2322354" y="741059"/>
                  </a:lnTo>
                  <a:lnTo>
                    <a:pt x="2259650" y="803122"/>
                  </a:lnTo>
                  <a:close/>
                  <a:moveTo>
                    <a:pt x="2288075" y="751249"/>
                  </a:moveTo>
                  <a:lnTo>
                    <a:pt x="2322354" y="741059"/>
                  </a:lnTo>
                  <a:lnTo>
                    <a:pt x="2298560" y="733400"/>
                  </a:lnTo>
                  <a:close/>
                  <a:moveTo>
                    <a:pt x="2041438" y="430207"/>
                  </a:moveTo>
                  <a:lnTo>
                    <a:pt x="2126723" y="421465"/>
                  </a:lnTo>
                  <a:lnTo>
                    <a:pt x="2051277" y="366165"/>
                  </a:lnTo>
                  <a:close/>
                  <a:moveTo>
                    <a:pt x="2380669" y="761732"/>
                  </a:moveTo>
                  <a:lnTo>
                    <a:pt x="2403855" y="717714"/>
                  </a:lnTo>
                  <a:lnTo>
                    <a:pt x="2322354" y="741059"/>
                  </a:lnTo>
                  <a:close/>
                  <a:moveTo>
                    <a:pt x="2380669" y="761732"/>
                  </a:moveTo>
                  <a:lnTo>
                    <a:pt x="2457627" y="702623"/>
                  </a:lnTo>
                  <a:lnTo>
                    <a:pt x="2403855" y="717714"/>
                  </a:lnTo>
                  <a:close/>
                  <a:moveTo>
                    <a:pt x="2501613" y="720061"/>
                  </a:moveTo>
                  <a:lnTo>
                    <a:pt x="2457627" y="702623"/>
                  </a:lnTo>
                  <a:lnTo>
                    <a:pt x="2380669" y="761732"/>
                  </a:lnTo>
                  <a:close/>
                  <a:moveTo>
                    <a:pt x="2459717" y="778620"/>
                  </a:moveTo>
                  <a:lnTo>
                    <a:pt x="2501613" y="720061"/>
                  </a:lnTo>
                  <a:lnTo>
                    <a:pt x="2380669" y="761732"/>
                  </a:lnTo>
                  <a:close/>
                  <a:moveTo>
                    <a:pt x="2457627" y="702623"/>
                  </a:moveTo>
                  <a:lnTo>
                    <a:pt x="2501613" y="720061"/>
                  </a:lnTo>
                  <a:lnTo>
                    <a:pt x="2509781" y="692190"/>
                  </a:lnTo>
                  <a:close/>
                  <a:moveTo>
                    <a:pt x="2509781" y="692190"/>
                  </a:moveTo>
                  <a:lnTo>
                    <a:pt x="2501613" y="720061"/>
                  </a:lnTo>
                  <a:lnTo>
                    <a:pt x="2568763" y="702623"/>
                  </a:lnTo>
                  <a:close/>
                  <a:moveTo>
                    <a:pt x="2509781" y="692190"/>
                  </a:moveTo>
                  <a:lnTo>
                    <a:pt x="2568763" y="702623"/>
                  </a:lnTo>
                  <a:lnTo>
                    <a:pt x="2525502" y="594175"/>
                  </a:lnTo>
                  <a:close/>
                  <a:moveTo>
                    <a:pt x="2525502" y="594175"/>
                  </a:moveTo>
                  <a:lnTo>
                    <a:pt x="2568763" y="702623"/>
                  </a:lnTo>
                  <a:lnTo>
                    <a:pt x="2571299" y="701951"/>
                  </a:lnTo>
                  <a:close/>
                  <a:moveTo>
                    <a:pt x="2525502" y="594175"/>
                  </a:moveTo>
                  <a:lnTo>
                    <a:pt x="2571299" y="701951"/>
                  </a:lnTo>
                  <a:lnTo>
                    <a:pt x="2597919" y="586272"/>
                  </a:lnTo>
                  <a:close/>
                  <a:moveTo>
                    <a:pt x="1957905" y="37158"/>
                  </a:moveTo>
                  <a:lnTo>
                    <a:pt x="2037933" y="101071"/>
                  </a:lnTo>
                  <a:lnTo>
                    <a:pt x="2056202" y="17836"/>
                  </a:lnTo>
                  <a:close/>
                  <a:moveTo>
                    <a:pt x="2599145" y="580039"/>
                  </a:moveTo>
                  <a:lnTo>
                    <a:pt x="2597919" y="586272"/>
                  </a:lnTo>
                  <a:lnTo>
                    <a:pt x="2603014" y="581971"/>
                  </a:lnTo>
                  <a:close/>
                  <a:moveTo>
                    <a:pt x="2599145" y="580039"/>
                  </a:moveTo>
                  <a:lnTo>
                    <a:pt x="2603014" y="581971"/>
                  </a:lnTo>
                  <a:lnTo>
                    <a:pt x="2689908" y="466750"/>
                  </a:lnTo>
                  <a:close/>
                  <a:moveTo>
                    <a:pt x="2620479" y="462603"/>
                  </a:moveTo>
                  <a:lnTo>
                    <a:pt x="2599145" y="580039"/>
                  </a:lnTo>
                  <a:lnTo>
                    <a:pt x="2689908" y="466750"/>
                  </a:lnTo>
                  <a:close/>
                  <a:moveTo>
                    <a:pt x="2620479" y="462603"/>
                  </a:moveTo>
                  <a:lnTo>
                    <a:pt x="2689908" y="466750"/>
                  </a:lnTo>
                  <a:lnTo>
                    <a:pt x="2621258" y="458334"/>
                  </a:lnTo>
                  <a:close/>
                  <a:moveTo>
                    <a:pt x="2689908" y="466750"/>
                  </a:moveTo>
                  <a:lnTo>
                    <a:pt x="2695344" y="456668"/>
                  </a:lnTo>
                  <a:lnTo>
                    <a:pt x="2621258" y="458334"/>
                  </a:lnTo>
                  <a:close/>
                  <a:moveTo>
                    <a:pt x="2149528" y="24445"/>
                  </a:moveTo>
                  <a:lnTo>
                    <a:pt x="2152672" y="0"/>
                  </a:lnTo>
                  <a:lnTo>
                    <a:pt x="2116543" y="6465"/>
                  </a:lnTo>
                  <a:close/>
                  <a:moveTo>
                    <a:pt x="2149528" y="24445"/>
                  </a:moveTo>
                  <a:lnTo>
                    <a:pt x="2172176" y="6465"/>
                  </a:lnTo>
                  <a:lnTo>
                    <a:pt x="2152672" y="0"/>
                  </a:lnTo>
                  <a:close/>
                  <a:moveTo>
                    <a:pt x="2732750" y="381322"/>
                  </a:moveTo>
                  <a:lnTo>
                    <a:pt x="2695344" y="456668"/>
                  </a:lnTo>
                  <a:lnTo>
                    <a:pt x="2802013" y="361631"/>
                  </a:lnTo>
                  <a:close/>
                  <a:moveTo>
                    <a:pt x="2806366" y="332571"/>
                  </a:moveTo>
                  <a:lnTo>
                    <a:pt x="2732750" y="381322"/>
                  </a:lnTo>
                  <a:lnTo>
                    <a:pt x="2802013" y="361631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29" name="Candidate_density__2128">
              <a:extLst>
                <a:ext uri="{FF2B5EF4-FFF2-40B4-BE49-F238E27FC236}">
                  <a16:creationId xmlns:a16="http://schemas.microsoft.com/office/drawing/2014/main" id="{FB88AC28-D452-A2BD-71BB-FDAC960E77E2}"/>
                </a:ext>
              </a:extLst>
            </p:cNvPr>
            <p:cNvSpPr>
              <a:spLocks noGrp="1"/>
            </p:cNvSpPr>
            <p:nvPr/>
          </p:nvSpPr>
          <p:spPr>
            <a:xfrm>
              <a:off x="3540502" y="1712555"/>
              <a:ext cx="2806366" cy="2081859"/>
            </a:xfrm>
            <a:custGeom>
              <a:avLst/>
              <a:gdLst/>
              <a:ahLst/>
              <a:cxnLst/>
              <a:rect l="0" t="0" r="0" b="0"/>
              <a:pathLst>
                <a:path w="2806366" h="2081859">
                  <a:moveTo>
                    <a:pt x="159762" y="1510081"/>
                  </a:moveTo>
                  <a:lnTo>
                    <a:pt x="144648" y="1528272"/>
                  </a:lnTo>
                  <a:lnTo>
                    <a:pt x="160274" y="1540215"/>
                  </a:lnTo>
                  <a:close/>
                  <a:moveTo>
                    <a:pt x="90790" y="1466302"/>
                  </a:moveTo>
                  <a:lnTo>
                    <a:pt x="144648" y="1528272"/>
                  </a:lnTo>
                  <a:lnTo>
                    <a:pt x="159762" y="1510081"/>
                  </a:lnTo>
                  <a:close/>
                  <a:moveTo>
                    <a:pt x="90790" y="1466302"/>
                  </a:moveTo>
                  <a:lnTo>
                    <a:pt x="127782" y="1427865"/>
                  </a:lnTo>
                  <a:lnTo>
                    <a:pt x="38319" y="1409383"/>
                  </a:lnTo>
                  <a:close/>
                  <a:moveTo>
                    <a:pt x="127782" y="1427865"/>
                  </a:moveTo>
                  <a:lnTo>
                    <a:pt x="91726" y="1393859"/>
                  </a:lnTo>
                  <a:lnTo>
                    <a:pt x="38319" y="1409383"/>
                  </a:lnTo>
                  <a:close/>
                  <a:moveTo>
                    <a:pt x="17222" y="1345650"/>
                  </a:moveTo>
                  <a:lnTo>
                    <a:pt x="38319" y="1409383"/>
                  </a:lnTo>
                  <a:lnTo>
                    <a:pt x="91726" y="1393859"/>
                  </a:lnTo>
                  <a:close/>
                  <a:moveTo>
                    <a:pt x="17222" y="1345650"/>
                  </a:moveTo>
                  <a:lnTo>
                    <a:pt x="0" y="1384087"/>
                  </a:lnTo>
                  <a:lnTo>
                    <a:pt x="38319" y="1409383"/>
                  </a:lnTo>
                  <a:close/>
                  <a:moveTo>
                    <a:pt x="204942" y="1592296"/>
                  </a:moveTo>
                  <a:lnTo>
                    <a:pt x="160274" y="1540215"/>
                  </a:lnTo>
                  <a:lnTo>
                    <a:pt x="209906" y="1599958"/>
                  </a:lnTo>
                  <a:close/>
                  <a:moveTo>
                    <a:pt x="207239" y="1401942"/>
                  </a:moveTo>
                  <a:lnTo>
                    <a:pt x="281376" y="1402261"/>
                  </a:lnTo>
                  <a:lnTo>
                    <a:pt x="215865" y="1364132"/>
                  </a:lnTo>
                  <a:close/>
                  <a:moveTo>
                    <a:pt x="684096" y="1800504"/>
                  </a:moveTo>
                  <a:lnTo>
                    <a:pt x="682417" y="1819051"/>
                  </a:lnTo>
                  <a:lnTo>
                    <a:pt x="710049" y="1818517"/>
                  </a:lnTo>
                  <a:close/>
                  <a:moveTo>
                    <a:pt x="710049" y="1818517"/>
                  </a:moveTo>
                  <a:lnTo>
                    <a:pt x="804673" y="1880344"/>
                  </a:lnTo>
                  <a:lnTo>
                    <a:pt x="845992" y="1832925"/>
                  </a:lnTo>
                  <a:close/>
                  <a:moveTo>
                    <a:pt x="695325" y="1762068"/>
                  </a:moveTo>
                  <a:lnTo>
                    <a:pt x="710049" y="1818517"/>
                  </a:lnTo>
                  <a:lnTo>
                    <a:pt x="764708" y="1807679"/>
                  </a:lnTo>
                  <a:close/>
                  <a:moveTo>
                    <a:pt x="594915" y="1451508"/>
                  </a:moveTo>
                  <a:lnTo>
                    <a:pt x="527215" y="1553859"/>
                  </a:lnTo>
                  <a:lnTo>
                    <a:pt x="562731" y="1546380"/>
                  </a:lnTo>
                  <a:close/>
                  <a:moveTo>
                    <a:pt x="1149746" y="2081859"/>
                  </a:moveTo>
                  <a:lnTo>
                    <a:pt x="1226801" y="1979714"/>
                  </a:lnTo>
                  <a:lnTo>
                    <a:pt x="1162182" y="1971655"/>
                  </a:lnTo>
                  <a:close/>
                  <a:moveTo>
                    <a:pt x="1162182" y="1971655"/>
                  </a:moveTo>
                  <a:lnTo>
                    <a:pt x="1226801" y="1979714"/>
                  </a:lnTo>
                  <a:lnTo>
                    <a:pt x="1163161" y="1967593"/>
                  </a:lnTo>
                  <a:close/>
                  <a:moveTo>
                    <a:pt x="1242886" y="1866545"/>
                  </a:moveTo>
                  <a:lnTo>
                    <a:pt x="1177098" y="1859437"/>
                  </a:lnTo>
                  <a:lnTo>
                    <a:pt x="1163161" y="1967593"/>
                  </a:lnTo>
                  <a:close/>
                  <a:moveTo>
                    <a:pt x="1242886" y="1866545"/>
                  </a:moveTo>
                  <a:lnTo>
                    <a:pt x="1256059" y="1821064"/>
                  </a:lnTo>
                  <a:lnTo>
                    <a:pt x="1172281" y="1786489"/>
                  </a:lnTo>
                  <a:close/>
                  <a:moveTo>
                    <a:pt x="965499" y="1710095"/>
                  </a:moveTo>
                  <a:lnTo>
                    <a:pt x="952590" y="1737619"/>
                  </a:lnTo>
                  <a:lnTo>
                    <a:pt x="1071814" y="1784346"/>
                  </a:lnTo>
                  <a:close/>
                  <a:moveTo>
                    <a:pt x="307971" y="999443"/>
                  </a:moveTo>
                  <a:lnTo>
                    <a:pt x="360182" y="983695"/>
                  </a:lnTo>
                  <a:lnTo>
                    <a:pt x="312168" y="976859"/>
                  </a:lnTo>
                  <a:close/>
                  <a:moveTo>
                    <a:pt x="312168" y="976859"/>
                  </a:moveTo>
                  <a:lnTo>
                    <a:pt x="360182" y="983695"/>
                  </a:lnTo>
                  <a:lnTo>
                    <a:pt x="396155" y="869079"/>
                  </a:lnTo>
                  <a:close/>
                  <a:moveTo>
                    <a:pt x="317442" y="872479"/>
                  </a:moveTo>
                  <a:lnTo>
                    <a:pt x="312168" y="976859"/>
                  </a:lnTo>
                  <a:lnTo>
                    <a:pt x="396155" y="869079"/>
                  </a:lnTo>
                  <a:close/>
                  <a:moveTo>
                    <a:pt x="1275022" y="1740327"/>
                  </a:moveTo>
                  <a:lnTo>
                    <a:pt x="1355304" y="1735651"/>
                  </a:lnTo>
                  <a:lnTo>
                    <a:pt x="1341012" y="1647178"/>
                  </a:lnTo>
                  <a:close/>
                  <a:moveTo>
                    <a:pt x="725557" y="1183427"/>
                  </a:moveTo>
                  <a:lnTo>
                    <a:pt x="716367" y="1196532"/>
                  </a:lnTo>
                  <a:lnTo>
                    <a:pt x="811971" y="1173766"/>
                  </a:lnTo>
                  <a:close/>
                  <a:moveTo>
                    <a:pt x="712266" y="1181201"/>
                  </a:moveTo>
                  <a:lnTo>
                    <a:pt x="725557" y="1183427"/>
                  </a:lnTo>
                  <a:lnTo>
                    <a:pt x="779186" y="1152746"/>
                  </a:lnTo>
                  <a:close/>
                  <a:moveTo>
                    <a:pt x="1106572" y="1361677"/>
                  </a:moveTo>
                  <a:lnTo>
                    <a:pt x="1151805" y="1479632"/>
                  </a:lnTo>
                  <a:lnTo>
                    <a:pt x="1123342" y="1443892"/>
                  </a:lnTo>
                  <a:close/>
                  <a:moveTo>
                    <a:pt x="1106572" y="1361677"/>
                  </a:moveTo>
                  <a:lnTo>
                    <a:pt x="1088698" y="1370252"/>
                  </a:lnTo>
                  <a:lnTo>
                    <a:pt x="1062234" y="1438496"/>
                  </a:lnTo>
                  <a:close/>
                  <a:moveTo>
                    <a:pt x="883471" y="1153468"/>
                  </a:moveTo>
                  <a:lnTo>
                    <a:pt x="948783" y="1123131"/>
                  </a:lnTo>
                  <a:lnTo>
                    <a:pt x="818832" y="1085772"/>
                  </a:lnTo>
                  <a:close/>
                  <a:moveTo>
                    <a:pt x="956923" y="1108213"/>
                  </a:moveTo>
                  <a:lnTo>
                    <a:pt x="1011134" y="1133034"/>
                  </a:lnTo>
                  <a:lnTo>
                    <a:pt x="972273" y="1115032"/>
                  </a:lnTo>
                  <a:close/>
                  <a:moveTo>
                    <a:pt x="956923" y="1108213"/>
                  </a:moveTo>
                  <a:lnTo>
                    <a:pt x="972273" y="1115032"/>
                  </a:lnTo>
                  <a:lnTo>
                    <a:pt x="980367" y="1097454"/>
                  </a:lnTo>
                  <a:close/>
                  <a:moveTo>
                    <a:pt x="956923" y="1108213"/>
                  </a:moveTo>
                  <a:lnTo>
                    <a:pt x="980367" y="1097454"/>
                  </a:lnTo>
                  <a:lnTo>
                    <a:pt x="874530" y="1078816"/>
                  </a:lnTo>
                  <a:close/>
                  <a:moveTo>
                    <a:pt x="1467444" y="1304707"/>
                  </a:moveTo>
                  <a:lnTo>
                    <a:pt x="1400476" y="1298558"/>
                  </a:lnTo>
                  <a:lnTo>
                    <a:pt x="1469106" y="1403448"/>
                  </a:lnTo>
                  <a:close/>
                  <a:moveTo>
                    <a:pt x="1373358" y="1120158"/>
                  </a:moveTo>
                  <a:lnTo>
                    <a:pt x="1281879" y="1038159"/>
                  </a:lnTo>
                  <a:lnTo>
                    <a:pt x="1373147" y="1120592"/>
                  </a:lnTo>
                  <a:close/>
                  <a:moveTo>
                    <a:pt x="1274092" y="1040438"/>
                  </a:moveTo>
                  <a:lnTo>
                    <a:pt x="1269400" y="1010133"/>
                  </a:lnTo>
                  <a:lnTo>
                    <a:pt x="1182486" y="963837"/>
                  </a:lnTo>
                  <a:close/>
                  <a:moveTo>
                    <a:pt x="1077219" y="848916"/>
                  </a:moveTo>
                  <a:lnTo>
                    <a:pt x="1124199" y="873728"/>
                  </a:lnTo>
                  <a:lnTo>
                    <a:pt x="1030548" y="816974"/>
                  </a:lnTo>
                  <a:close/>
                  <a:moveTo>
                    <a:pt x="995416" y="791514"/>
                  </a:moveTo>
                  <a:lnTo>
                    <a:pt x="1030548" y="816974"/>
                  </a:lnTo>
                  <a:lnTo>
                    <a:pt x="929710" y="738269"/>
                  </a:lnTo>
                  <a:close/>
                  <a:moveTo>
                    <a:pt x="929710" y="738269"/>
                  </a:moveTo>
                  <a:lnTo>
                    <a:pt x="1030548" y="816974"/>
                  </a:lnTo>
                  <a:lnTo>
                    <a:pt x="950207" y="747734"/>
                  </a:lnTo>
                  <a:close/>
                  <a:moveTo>
                    <a:pt x="1077219" y="848916"/>
                  </a:moveTo>
                  <a:lnTo>
                    <a:pt x="1030548" y="816974"/>
                  </a:lnTo>
                  <a:lnTo>
                    <a:pt x="995416" y="791514"/>
                  </a:lnTo>
                  <a:close/>
                  <a:moveTo>
                    <a:pt x="1482562" y="1034595"/>
                  </a:moveTo>
                  <a:lnTo>
                    <a:pt x="1414971" y="999722"/>
                  </a:lnTo>
                  <a:lnTo>
                    <a:pt x="1373358" y="1120158"/>
                  </a:lnTo>
                  <a:close/>
                  <a:moveTo>
                    <a:pt x="1182486" y="963837"/>
                  </a:moveTo>
                  <a:lnTo>
                    <a:pt x="1269400" y="1010133"/>
                  </a:lnTo>
                  <a:lnTo>
                    <a:pt x="1305958" y="931618"/>
                  </a:lnTo>
                  <a:close/>
                  <a:moveTo>
                    <a:pt x="1414971" y="999722"/>
                  </a:moveTo>
                  <a:lnTo>
                    <a:pt x="1482562" y="1034595"/>
                  </a:lnTo>
                  <a:lnTo>
                    <a:pt x="1505047" y="973859"/>
                  </a:lnTo>
                  <a:close/>
                  <a:moveTo>
                    <a:pt x="1394242" y="983038"/>
                  </a:moveTo>
                  <a:lnTo>
                    <a:pt x="1505047" y="973859"/>
                  </a:lnTo>
                  <a:lnTo>
                    <a:pt x="1514850" y="940114"/>
                  </a:lnTo>
                  <a:close/>
                  <a:moveTo>
                    <a:pt x="1823001" y="1097329"/>
                  </a:moveTo>
                  <a:lnTo>
                    <a:pt x="1824407" y="1207931"/>
                  </a:lnTo>
                  <a:lnTo>
                    <a:pt x="1919153" y="1121900"/>
                  </a:lnTo>
                  <a:close/>
                  <a:moveTo>
                    <a:pt x="1778914" y="1033079"/>
                  </a:moveTo>
                  <a:lnTo>
                    <a:pt x="1826640" y="1054666"/>
                  </a:lnTo>
                  <a:lnTo>
                    <a:pt x="1774883" y="1005064"/>
                  </a:lnTo>
                  <a:close/>
                  <a:moveTo>
                    <a:pt x="1691771" y="943240"/>
                  </a:moveTo>
                  <a:lnTo>
                    <a:pt x="1778914" y="1033079"/>
                  </a:lnTo>
                  <a:lnTo>
                    <a:pt x="1774883" y="1005064"/>
                  </a:lnTo>
                  <a:close/>
                  <a:moveTo>
                    <a:pt x="2151527" y="1433394"/>
                  </a:moveTo>
                  <a:lnTo>
                    <a:pt x="2238408" y="1479569"/>
                  </a:lnTo>
                  <a:lnTo>
                    <a:pt x="2286447" y="1443976"/>
                  </a:lnTo>
                  <a:close/>
                  <a:moveTo>
                    <a:pt x="1822722" y="897371"/>
                  </a:moveTo>
                  <a:lnTo>
                    <a:pt x="1732808" y="909878"/>
                  </a:lnTo>
                  <a:lnTo>
                    <a:pt x="1838537" y="984606"/>
                  </a:lnTo>
                  <a:close/>
                  <a:moveTo>
                    <a:pt x="1680763" y="922849"/>
                  </a:moveTo>
                  <a:lnTo>
                    <a:pt x="1732808" y="909878"/>
                  </a:lnTo>
                  <a:lnTo>
                    <a:pt x="1749502" y="829717"/>
                  </a:lnTo>
                  <a:close/>
                  <a:moveTo>
                    <a:pt x="1732808" y="909878"/>
                  </a:moveTo>
                  <a:lnTo>
                    <a:pt x="1822722" y="897371"/>
                  </a:lnTo>
                  <a:lnTo>
                    <a:pt x="1749502" y="829717"/>
                  </a:lnTo>
                  <a:close/>
                  <a:moveTo>
                    <a:pt x="1822722" y="897371"/>
                  </a:moveTo>
                  <a:lnTo>
                    <a:pt x="1832232" y="860374"/>
                  </a:lnTo>
                  <a:lnTo>
                    <a:pt x="1749502" y="829717"/>
                  </a:lnTo>
                  <a:close/>
                  <a:moveTo>
                    <a:pt x="2376190" y="1350925"/>
                  </a:moveTo>
                  <a:lnTo>
                    <a:pt x="2286447" y="1443976"/>
                  </a:lnTo>
                  <a:lnTo>
                    <a:pt x="2363615" y="1453839"/>
                  </a:lnTo>
                  <a:close/>
                  <a:moveTo>
                    <a:pt x="2443594" y="1356719"/>
                  </a:moveTo>
                  <a:lnTo>
                    <a:pt x="2376190" y="1350925"/>
                  </a:lnTo>
                  <a:lnTo>
                    <a:pt x="2363615" y="1453839"/>
                  </a:lnTo>
                  <a:close/>
                  <a:moveTo>
                    <a:pt x="1946456" y="763761"/>
                  </a:moveTo>
                  <a:lnTo>
                    <a:pt x="1973420" y="681546"/>
                  </a:lnTo>
                  <a:lnTo>
                    <a:pt x="1937051" y="764925"/>
                  </a:lnTo>
                  <a:close/>
                  <a:moveTo>
                    <a:pt x="1937051" y="764925"/>
                  </a:moveTo>
                  <a:lnTo>
                    <a:pt x="1906384" y="689763"/>
                  </a:lnTo>
                  <a:lnTo>
                    <a:pt x="1935148" y="763761"/>
                  </a:lnTo>
                  <a:close/>
                  <a:moveTo>
                    <a:pt x="1946456" y="763761"/>
                  </a:moveTo>
                  <a:lnTo>
                    <a:pt x="1941839" y="761032"/>
                  </a:lnTo>
                  <a:lnTo>
                    <a:pt x="1973420" y="681546"/>
                  </a:lnTo>
                  <a:close/>
                  <a:moveTo>
                    <a:pt x="2126723" y="531724"/>
                  </a:moveTo>
                  <a:lnTo>
                    <a:pt x="2041438" y="540467"/>
                  </a:lnTo>
                  <a:lnTo>
                    <a:pt x="2137338" y="623186"/>
                  </a:lnTo>
                  <a:close/>
                  <a:moveTo>
                    <a:pt x="2041438" y="540467"/>
                  </a:moveTo>
                  <a:lnTo>
                    <a:pt x="2031623" y="522458"/>
                  </a:lnTo>
                  <a:lnTo>
                    <a:pt x="2033359" y="624632"/>
                  </a:lnTo>
                  <a:close/>
                  <a:moveTo>
                    <a:pt x="2322354" y="851318"/>
                  </a:moveTo>
                  <a:lnTo>
                    <a:pt x="2403855" y="827973"/>
                  </a:lnTo>
                  <a:lnTo>
                    <a:pt x="2416642" y="791286"/>
                  </a:lnTo>
                  <a:close/>
                  <a:moveTo>
                    <a:pt x="2298560" y="843659"/>
                  </a:moveTo>
                  <a:lnTo>
                    <a:pt x="2322354" y="851318"/>
                  </a:lnTo>
                  <a:lnTo>
                    <a:pt x="2416642" y="791286"/>
                  </a:lnTo>
                  <a:close/>
                  <a:moveTo>
                    <a:pt x="2403855" y="827973"/>
                  </a:moveTo>
                  <a:lnTo>
                    <a:pt x="2457627" y="812882"/>
                  </a:lnTo>
                  <a:lnTo>
                    <a:pt x="2416642" y="791286"/>
                  </a:lnTo>
                  <a:close/>
                  <a:moveTo>
                    <a:pt x="2209381" y="664709"/>
                  </a:moveTo>
                  <a:lnTo>
                    <a:pt x="2244103" y="640053"/>
                  </a:lnTo>
                  <a:lnTo>
                    <a:pt x="2169105" y="638302"/>
                  </a:lnTo>
                  <a:close/>
                  <a:moveTo>
                    <a:pt x="2463943" y="692230"/>
                  </a:moveTo>
                  <a:lnTo>
                    <a:pt x="2457627" y="812882"/>
                  </a:lnTo>
                  <a:lnTo>
                    <a:pt x="2525502" y="704434"/>
                  </a:lnTo>
                  <a:close/>
                  <a:moveTo>
                    <a:pt x="2525502" y="704434"/>
                  </a:moveTo>
                  <a:lnTo>
                    <a:pt x="2457627" y="812882"/>
                  </a:lnTo>
                  <a:lnTo>
                    <a:pt x="2509781" y="802450"/>
                  </a:lnTo>
                  <a:close/>
                  <a:moveTo>
                    <a:pt x="2330338" y="566236"/>
                  </a:moveTo>
                  <a:lnTo>
                    <a:pt x="2370759" y="648452"/>
                  </a:lnTo>
                  <a:lnTo>
                    <a:pt x="2306487" y="546264"/>
                  </a:lnTo>
                  <a:close/>
                  <a:moveTo>
                    <a:pt x="2056202" y="128095"/>
                  </a:moveTo>
                  <a:lnTo>
                    <a:pt x="2116543" y="116724"/>
                  </a:lnTo>
                  <a:lnTo>
                    <a:pt x="2066320" y="102261"/>
                  </a:lnTo>
                  <a:close/>
                  <a:moveTo>
                    <a:pt x="2599145" y="690298"/>
                  </a:moveTo>
                  <a:lnTo>
                    <a:pt x="2525502" y="704434"/>
                  </a:lnTo>
                  <a:lnTo>
                    <a:pt x="2597919" y="696531"/>
                  </a:lnTo>
                  <a:close/>
                  <a:moveTo>
                    <a:pt x="2599145" y="690298"/>
                  </a:moveTo>
                  <a:lnTo>
                    <a:pt x="2528245" y="687346"/>
                  </a:lnTo>
                  <a:lnTo>
                    <a:pt x="2525502" y="704434"/>
                  </a:lnTo>
                  <a:close/>
                  <a:moveTo>
                    <a:pt x="2528245" y="687346"/>
                  </a:moveTo>
                  <a:lnTo>
                    <a:pt x="2599145" y="690298"/>
                  </a:lnTo>
                  <a:lnTo>
                    <a:pt x="2620479" y="572862"/>
                  </a:lnTo>
                  <a:close/>
                  <a:moveTo>
                    <a:pt x="2528245" y="687346"/>
                  </a:moveTo>
                  <a:lnTo>
                    <a:pt x="2620479" y="572862"/>
                  </a:lnTo>
                  <a:lnTo>
                    <a:pt x="2542698" y="575505"/>
                  </a:lnTo>
                  <a:close/>
                  <a:moveTo>
                    <a:pt x="2620479" y="572862"/>
                  </a:moveTo>
                  <a:lnTo>
                    <a:pt x="2621258" y="568593"/>
                  </a:lnTo>
                  <a:lnTo>
                    <a:pt x="2546017" y="565936"/>
                  </a:lnTo>
                  <a:close/>
                  <a:moveTo>
                    <a:pt x="2171058" y="0"/>
                  </a:moveTo>
                  <a:lnTo>
                    <a:pt x="2116543" y="116724"/>
                  </a:lnTo>
                  <a:lnTo>
                    <a:pt x="2152672" y="110259"/>
                  </a:lnTo>
                  <a:close/>
                  <a:moveTo>
                    <a:pt x="2255868" y="86954"/>
                  </a:moveTo>
                  <a:lnTo>
                    <a:pt x="2259696" y="78288"/>
                  </a:lnTo>
                  <a:lnTo>
                    <a:pt x="2217039" y="108459"/>
                  </a:lnTo>
                  <a:close/>
                  <a:moveTo>
                    <a:pt x="2171058" y="0"/>
                  </a:moveTo>
                  <a:lnTo>
                    <a:pt x="2152672" y="110259"/>
                  </a:lnTo>
                  <a:lnTo>
                    <a:pt x="2217039" y="108459"/>
                  </a:lnTo>
                  <a:close/>
                  <a:moveTo>
                    <a:pt x="2621258" y="568593"/>
                  </a:moveTo>
                  <a:lnTo>
                    <a:pt x="2647916" y="453059"/>
                  </a:lnTo>
                  <a:lnTo>
                    <a:pt x="2546017" y="565936"/>
                  </a:lnTo>
                  <a:close/>
                  <a:moveTo>
                    <a:pt x="2621258" y="568593"/>
                  </a:moveTo>
                  <a:lnTo>
                    <a:pt x="2695344" y="566927"/>
                  </a:lnTo>
                  <a:lnTo>
                    <a:pt x="2732750" y="491582"/>
                  </a:lnTo>
                  <a:close/>
                  <a:moveTo>
                    <a:pt x="2806366" y="442830"/>
                  </a:moveTo>
                  <a:lnTo>
                    <a:pt x="2744207" y="432773"/>
                  </a:lnTo>
                  <a:lnTo>
                    <a:pt x="2732750" y="491582"/>
                  </a:lnTo>
                  <a:close/>
                  <a:moveTo>
                    <a:pt x="2744207" y="432773"/>
                  </a:moveTo>
                  <a:lnTo>
                    <a:pt x="2806366" y="442830"/>
                  </a:lnTo>
                  <a:lnTo>
                    <a:pt x="2796039" y="351134"/>
                  </a:lnTo>
                  <a:close/>
                  <a:moveTo>
                    <a:pt x="2452719" y="187694"/>
                  </a:moveTo>
                  <a:lnTo>
                    <a:pt x="2516819" y="196175"/>
                  </a:lnTo>
                  <a:lnTo>
                    <a:pt x="2495597" y="113336"/>
                  </a:lnTo>
                  <a:close/>
                  <a:moveTo>
                    <a:pt x="2495597" y="113336"/>
                  </a:moveTo>
                  <a:lnTo>
                    <a:pt x="2555920" y="204282"/>
                  </a:lnTo>
                  <a:lnTo>
                    <a:pt x="2540577" y="122067"/>
                  </a:lnTo>
                  <a:close/>
                  <a:moveTo>
                    <a:pt x="2495597" y="113336"/>
                  </a:moveTo>
                  <a:lnTo>
                    <a:pt x="2516819" y="196175"/>
                  </a:lnTo>
                  <a:lnTo>
                    <a:pt x="2555920" y="204282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30" name="Candidate_density__2129">
              <a:extLst>
                <a:ext uri="{FF2B5EF4-FFF2-40B4-BE49-F238E27FC236}">
                  <a16:creationId xmlns:a16="http://schemas.microsoft.com/office/drawing/2014/main" id="{30ACEC0C-B19A-A707-3B17-876ABD358606}"/>
                </a:ext>
              </a:extLst>
            </p:cNvPr>
            <p:cNvSpPr>
              <a:spLocks noGrp="1"/>
            </p:cNvSpPr>
            <p:nvPr/>
          </p:nvSpPr>
          <p:spPr>
            <a:xfrm>
              <a:off x="3484725" y="1708627"/>
              <a:ext cx="2851816" cy="2142973"/>
            </a:xfrm>
            <a:custGeom>
              <a:avLst/>
              <a:gdLst/>
              <a:ahLst/>
              <a:cxnLst/>
              <a:rect l="0" t="0" r="0" b="0"/>
              <a:pathLst>
                <a:path w="2851816" h="2142973">
                  <a:moveTo>
                    <a:pt x="183558" y="1431793"/>
                  </a:moveTo>
                  <a:lnTo>
                    <a:pt x="146567" y="1470229"/>
                  </a:lnTo>
                  <a:lnTo>
                    <a:pt x="215539" y="1514008"/>
                  </a:lnTo>
                  <a:close/>
                  <a:moveTo>
                    <a:pt x="72999" y="1349578"/>
                  </a:moveTo>
                  <a:lnTo>
                    <a:pt x="13696" y="1287194"/>
                  </a:lnTo>
                  <a:lnTo>
                    <a:pt x="0" y="1305799"/>
                  </a:lnTo>
                  <a:close/>
                  <a:moveTo>
                    <a:pt x="72999" y="1349578"/>
                  </a:moveTo>
                  <a:lnTo>
                    <a:pt x="0" y="1305799"/>
                  </a:lnTo>
                  <a:lnTo>
                    <a:pt x="55777" y="1388014"/>
                  </a:lnTo>
                  <a:close/>
                  <a:moveTo>
                    <a:pt x="857639" y="1968862"/>
                  </a:moveTo>
                  <a:lnTo>
                    <a:pt x="850959" y="2077292"/>
                  </a:lnTo>
                  <a:lnTo>
                    <a:pt x="885997" y="1993088"/>
                  </a:lnTo>
                  <a:close/>
                  <a:moveTo>
                    <a:pt x="857639" y="1968862"/>
                  </a:moveTo>
                  <a:lnTo>
                    <a:pt x="764547" y="2007299"/>
                  </a:lnTo>
                  <a:lnTo>
                    <a:pt x="850959" y="2077292"/>
                  </a:lnTo>
                  <a:close/>
                  <a:moveTo>
                    <a:pt x="885997" y="1993088"/>
                  </a:moveTo>
                  <a:lnTo>
                    <a:pt x="850959" y="2077292"/>
                  </a:lnTo>
                  <a:lnTo>
                    <a:pt x="963662" y="2004808"/>
                  </a:lnTo>
                  <a:close/>
                  <a:moveTo>
                    <a:pt x="765826" y="1822445"/>
                  </a:moveTo>
                  <a:lnTo>
                    <a:pt x="738194" y="1822979"/>
                  </a:lnTo>
                  <a:lnTo>
                    <a:pt x="855411" y="1886646"/>
                  </a:lnTo>
                  <a:close/>
                  <a:moveTo>
                    <a:pt x="1075147" y="2142973"/>
                  </a:moveTo>
                  <a:lnTo>
                    <a:pt x="1161736" y="2094856"/>
                  </a:lnTo>
                  <a:lnTo>
                    <a:pt x="1085289" y="2122942"/>
                  </a:lnTo>
                  <a:close/>
                  <a:moveTo>
                    <a:pt x="1200964" y="2119522"/>
                  </a:moveTo>
                  <a:lnTo>
                    <a:pt x="1161736" y="2094856"/>
                  </a:lnTo>
                  <a:lnTo>
                    <a:pt x="1075147" y="2142973"/>
                  </a:lnTo>
                  <a:close/>
                  <a:moveTo>
                    <a:pt x="1085289" y="2122942"/>
                  </a:moveTo>
                  <a:lnTo>
                    <a:pt x="1161736" y="2094856"/>
                  </a:lnTo>
                  <a:lnTo>
                    <a:pt x="1111704" y="2064452"/>
                  </a:lnTo>
                  <a:close/>
                  <a:moveTo>
                    <a:pt x="970747" y="1955286"/>
                  </a:moveTo>
                  <a:lnTo>
                    <a:pt x="885997" y="1993088"/>
                  </a:lnTo>
                  <a:lnTo>
                    <a:pt x="963662" y="2004808"/>
                  </a:lnTo>
                  <a:close/>
                  <a:moveTo>
                    <a:pt x="855411" y="1886646"/>
                  </a:moveTo>
                  <a:lnTo>
                    <a:pt x="860450" y="1884271"/>
                  </a:lnTo>
                  <a:lnTo>
                    <a:pt x="765826" y="1822445"/>
                  </a:lnTo>
                  <a:close/>
                  <a:moveTo>
                    <a:pt x="860450" y="1884271"/>
                  </a:moveTo>
                  <a:lnTo>
                    <a:pt x="941001" y="1879377"/>
                  </a:lnTo>
                  <a:lnTo>
                    <a:pt x="901768" y="1836853"/>
                  </a:lnTo>
                  <a:close/>
                  <a:moveTo>
                    <a:pt x="496449" y="1537460"/>
                  </a:moveTo>
                  <a:lnTo>
                    <a:pt x="551323" y="1553441"/>
                  </a:lnTo>
                  <a:lnTo>
                    <a:pt x="544302" y="1459057"/>
                  </a:lnTo>
                  <a:close/>
                  <a:moveTo>
                    <a:pt x="551323" y="1553441"/>
                  </a:moveTo>
                  <a:lnTo>
                    <a:pt x="582991" y="1557786"/>
                  </a:lnTo>
                  <a:lnTo>
                    <a:pt x="544302" y="1459057"/>
                  </a:lnTo>
                  <a:close/>
                  <a:moveTo>
                    <a:pt x="1161736" y="2094856"/>
                  </a:moveTo>
                  <a:lnTo>
                    <a:pt x="1200964" y="2119522"/>
                  </a:lnTo>
                  <a:lnTo>
                    <a:pt x="1205523" y="2085786"/>
                  </a:lnTo>
                  <a:close/>
                  <a:moveTo>
                    <a:pt x="1205523" y="2085786"/>
                  </a:moveTo>
                  <a:lnTo>
                    <a:pt x="1111704" y="2064452"/>
                  </a:lnTo>
                  <a:lnTo>
                    <a:pt x="1161736" y="2094856"/>
                  </a:lnTo>
                  <a:close/>
                  <a:moveTo>
                    <a:pt x="1131026" y="1985666"/>
                  </a:moveTo>
                  <a:lnTo>
                    <a:pt x="1111704" y="2064452"/>
                  </a:lnTo>
                  <a:lnTo>
                    <a:pt x="1205523" y="2085786"/>
                  </a:lnTo>
                  <a:close/>
                  <a:moveTo>
                    <a:pt x="1217959" y="1975583"/>
                  </a:moveTo>
                  <a:lnTo>
                    <a:pt x="1131026" y="1985666"/>
                  </a:lnTo>
                  <a:lnTo>
                    <a:pt x="1205523" y="2085786"/>
                  </a:lnTo>
                  <a:close/>
                  <a:moveTo>
                    <a:pt x="1289808" y="2077856"/>
                  </a:moveTo>
                  <a:lnTo>
                    <a:pt x="1205523" y="2085786"/>
                  </a:lnTo>
                  <a:lnTo>
                    <a:pt x="1200964" y="2119522"/>
                  </a:lnTo>
                  <a:close/>
                  <a:moveTo>
                    <a:pt x="1131026" y="1985666"/>
                  </a:moveTo>
                  <a:lnTo>
                    <a:pt x="1217959" y="1975583"/>
                  </a:lnTo>
                  <a:lnTo>
                    <a:pt x="1136524" y="1942049"/>
                  </a:lnTo>
                  <a:close/>
                  <a:moveTo>
                    <a:pt x="1217959" y="1975583"/>
                  </a:moveTo>
                  <a:lnTo>
                    <a:pt x="1218937" y="1971520"/>
                  </a:lnTo>
                  <a:lnTo>
                    <a:pt x="1136524" y="1942049"/>
                  </a:lnTo>
                  <a:close/>
                  <a:moveTo>
                    <a:pt x="1048006" y="1826296"/>
                  </a:moveTo>
                  <a:lnTo>
                    <a:pt x="1068551" y="1809774"/>
                  </a:lnTo>
                  <a:lnTo>
                    <a:pt x="1008367" y="1741546"/>
                  </a:lnTo>
                  <a:close/>
                  <a:moveTo>
                    <a:pt x="415959" y="987623"/>
                  </a:moveTo>
                  <a:lnTo>
                    <a:pt x="363748" y="1003370"/>
                  </a:lnTo>
                  <a:lnTo>
                    <a:pt x="430247" y="990729"/>
                  </a:lnTo>
                  <a:close/>
                  <a:moveTo>
                    <a:pt x="1232874" y="1863365"/>
                  </a:moveTo>
                  <a:lnTo>
                    <a:pt x="1136524" y="1942049"/>
                  </a:lnTo>
                  <a:lnTo>
                    <a:pt x="1218937" y="1971520"/>
                  </a:lnTo>
                  <a:close/>
                  <a:moveTo>
                    <a:pt x="1232874" y="1863365"/>
                  </a:moveTo>
                  <a:lnTo>
                    <a:pt x="1298663" y="1870473"/>
                  </a:lnTo>
                  <a:lnTo>
                    <a:pt x="1228058" y="1790417"/>
                  </a:lnTo>
                  <a:close/>
                  <a:moveTo>
                    <a:pt x="1127591" y="1788274"/>
                  </a:moveTo>
                  <a:lnTo>
                    <a:pt x="1008367" y="1741546"/>
                  </a:lnTo>
                  <a:lnTo>
                    <a:pt x="1068551" y="1809774"/>
                  </a:lnTo>
                  <a:close/>
                  <a:moveTo>
                    <a:pt x="1107909" y="1704183"/>
                  </a:moveTo>
                  <a:lnTo>
                    <a:pt x="1021276" y="1714022"/>
                  </a:lnTo>
                  <a:lnTo>
                    <a:pt x="1127591" y="1788274"/>
                  </a:lnTo>
                  <a:close/>
                  <a:moveTo>
                    <a:pt x="1021276" y="1714022"/>
                  </a:moveTo>
                  <a:lnTo>
                    <a:pt x="1107909" y="1704183"/>
                  </a:lnTo>
                  <a:lnTo>
                    <a:pt x="1077268" y="1629002"/>
                  </a:lnTo>
                  <a:close/>
                  <a:moveTo>
                    <a:pt x="1021276" y="1714022"/>
                  </a:moveTo>
                  <a:lnTo>
                    <a:pt x="1077268" y="1629002"/>
                  </a:lnTo>
                  <a:lnTo>
                    <a:pt x="984069" y="1644179"/>
                  </a:lnTo>
                  <a:close/>
                  <a:moveTo>
                    <a:pt x="984069" y="1644179"/>
                  </a:moveTo>
                  <a:lnTo>
                    <a:pt x="1077268" y="1629002"/>
                  </a:lnTo>
                  <a:lnTo>
                    <a:pt x="974358" y="1551981"/>
                  </a:lnTo>
                  <a:close/>
                  <a:moveTo>
                    <a:pt x="768043" y="1185128"/>
                  </a:moveTo>
                  <a:lnTo>
                    <a:pt x="729399" y="1234268"/>
                  </a:lnTo>
                  <a:lnTo>
                    <a:pt x="757429" y="1206788"/>
                  </a:lnTo>
                  <a:close/>
                  <a:moveTo>
                    <a:pt x="373219" y="876407"/>
                  </a:moveTo>
                  <a:lnTo>
                    <a:pt x="451932" y="873006"/>
                  </a:lnTo>
                  <a:lnTo>
                    <a:pt x="377969" y="841338"/>
                  </a:lnTo>
                  <a:close/>
                  <a:moveTo>
                    <a:pt x="451932" y="873006"/>
                  </a:moveTo>
                  <a:lnTo>
                    <a:pt x="456053" y="854622"/>
                  </a:lnTo>
                  <a:lnTo>
                    <a:pt x="377969" y="841338"/>
                  </a:lnTo>
                  <a:close/>
                  <a:moveTo>
                    <a:pt x="451932" y="873006"/>
                  </a:moveTo>
                  <a:lnTo>
                    <a:pt x="472485" y="866971"/>
                  </a:lnTo>
                  <a:lnTo>
                    <a:pt x="456053" y="854622"/>
                  </a:lnTo>
                  <a:close/>
                  <a:moveTo>
                    <a:pt x="1330798" y="1744254"/>
                  </a:moveTo>
                  <a:lnTo>
                    <a:pt x="1228058" y="1790417"/>
                  </a:lnTo>
                  <a:lnTo>
                    <a:pt x="1311836" y="1824992"/>
                  </a:lnTo>
                  <a:close/>
                  <a:moveTo>
                    <a:pt x="781333" y="1187354"/>
                  </a:moveTo>
                  <a:lnTo>
                    <a:pt x="867748" y="1177693"/>
                  </a:lnTo>
                  <a:lnTo>
                    <a:pt x="834963" y="1156673"/>
                  </a:lnTo>
                  <a:close/>
                  <a:moveTo>
                    <a:pt x="707835" y="910750"/>
                  </a:moveTo>
                  <a:lnTo>
                    <a:pt x="769805" y="992965"/>
                  </a:lnTo>
                  <a:lnTo>
                    <a:pt x="703438" y="949187"/>
                  </a:lnTo>
                  <a:close/>
                  <a:moveTo>
                    <a:pt x="584899" y="925591"/>
                  </a:moveTo>
                  <a:lnTo>
                    <a:pt x="658821" y="910750"/>
                  </a:lnTo>
                  <a:lnTo>
                    <a:pt x="589644" y="860237"/>
                  </a:lnTo>
                  <a:close/>
                  <a:moveTo>
                    <a:pt x="472485" y="866971"/>
                  </a:moveTo>
                  <a:lnTo>
                    <a:pt x="527939" y="828535"/>
                  </a:lnTo>
                  <a:lnTo>
                    <a:pt x="456053" y="854622"/>
                  </a:lnTo>
                  <a:close/>
                  <a:moveTo>
                    <a:pt x="1043774" y="1201174"/>
                  </a:moveTo>
                  <a:lnTo>
                    <a:pt x="1028050" y="1118959"/>
                  </a:lnTo>
                  <a:lnTo>
                    <a:pt x="1045740" y="1172217"/>
                  </a:lnTo>
                  <a:close/>
                  <a:moveTo>
                    <a:pt x="1012699" y="1112140"/>
                  </a:moveTo>
                  <a:lnTo>
                    <a:pt x="1004560" y="1127059"/>
                  </a:lnTo>
                  <a:lnTo>
                    <a:pt x="998734" y="1157395"/>
                  </a:lnTo>
                  <a:close/>
                  <a:moveTo>
                    <a:pt x="774915" y="995619"/>
                  </a:moveTo>
                  <a:lnTo>
                    <a:pt x="769805" y="992965"/>
                  </a:lnTo>
                  <a:lnTo>
                    <a:pt x="817906" y="954529"/>
                  </a:lnTo>
                  <a:close/>
                  <a:moveTo>
                    <a:pt x="774915" y="995619"/>
                  </a:moveTo>
                  <a:lnTo>
                    <a:pt x="822061" y="956689"/>
                  </a:lnTo>
                  <a:lnTo>
                    <a:pt x="777481" y="992965"/>
                  </a:lnTo>
                  <a:close/>
                  <a:moveTo>
                    <a:pt x="771399" y="895154"/>
                  </a:moveTo>
                  <a:lnTo>
                    <a:pt x="820925" y="952443"/>
                  </a:lnTo>
                  <a:lnTo>
                    <a:pt x="707835" y="910750"/>
                  </a:lnTo>
                  <a:close/>
                  <a:moveTo>
                    <a:pt x="707835" y="910750"/>
                  </a:moveTo>
                  <a:lnTo>
                    <a:pt x="817906" y="954529"/>
                  </a:lnTo>
                  <a:lnTo>
                    <a:pt x="769805" y="992965"/>
                  </a:lnTo>
                  <a:close/>
                  <a:moveTo>
                    <a:pt x="675333" y="686754"/>
                  </a:moveTo>
                  <a:lnTo>
                    <a:pt x="617433" y="685477"/>
                  </a:lnTo>
                  <a:lnTo>
                    <a:pt x="546603" y="699315"/>
                  </a:lnTo>
                  <a:close/>
                  <a:moveTo>
                    <a:pt x="675333" y="686754"/>
                  </a:moveTo>
                  <a:lnTo>
                    <a:pt x="723773" y="707883"/>
                  </a:lnTo>
                  <a:lnTo>
                    <a:pt x="697112" y="704729"/>
                  </a:lnTo>
                  <a:close/>
                  <a:moveTo>
                    <a:pt x="1425441" y="1727904"/>
                  </a:moveTo>
                  <a:lnTo>
                    <a:pt x="1372992" y="1709952"/>
                  </a:lnTo>
                  <a:lnTo>
                    <a:pt x="1397855" y="1650239"/>
                  </a:lnTo>
                  <a:close/>
                  <a:moveTo>
                    <a:pt x="1639476" y="1370946"/>
                  </a:moveTo>
                  <a:lnTo>
                    <a:pt x="1587756" y="1491598"/>
                  </a:lnTo>
                  <a:lnTo>
                    <a:pt x="1661728" y="1453161"/>
                  </a:lnTo>
                  <a:close/>
                  <a:moveTo>
                    <a:pt x="1428923" y="1124519"/>
                  </a:moveTo>
                  <a:lnTo>
                    <a:pt x="1343456" y="1133411"/>
                  </a:lnTo>
                  <a:lnTo>
                    <a:pt x="1416275" y="1234895"/>
                  </a:lnTo>
                  <a:close/>
                  <a:moveTo>
                    <a:pt x="1225446" y="1068667"/>
                  </a:moveTo>
                  <a:lnTo>
                    <a:pt x="1173313" y="1050458"/>
                  </a:lnTo>
                  <a:lnTo>
                    <a:pt x="1251757" y="1147368"/>
                  </a:lnTo>
                  <a:close/>
                  <a:moveTo>
                    <a:pt x="1428923" y="1124519"/>
                  </a:moveTo>
                  <a:lnTo>
                    <a:pt x="1329868" y="1044365"/>
                  </a:lnTo>
                  <a:lnTo>
                    <a:pt x="1343456" y="1133411"/>
                  </a:lnTo>
                  <a:close/>
                  <a:moveTo>
                    <a:pt x="1225446" y="1068667"/>
                  </a:moveTo>
                  <a:lnTo>
                    <a:pt x="1329868" y="1044365"/>
                  </a:lnTo>
                  <a:lnTo>
                    <a:pt x="1238263" y="967764"/>
                  </a:lnTo>
                  <a:close/>
                  <a:moveTo>
                    <a:pt x="1179976" y="877655"/>
                  </a:moveTo>
                  <a:lnTo>
                    <a:pt x="1200887" y="888448"/>
                  </a:lnTo>
                  <a:lnTo>
                    <a:pt x="1086324" y="820902"/>
                  </a:lnTo>
                  <a:close/>
                  <a:moveTo>
                    <a:pt x="985486" y="742197"/>
                  </a:moveTo>
                  <a:lnTo>
                    <a:pt x="1005983" y="751662"/>
                  </a:lnTo>
                  <a:lnTo>
                    <a:pt x="970324" y="738502"/>
                  </a:lnTo>
                  <a:close/>
                  <a:moveTo>
                    <a:pt x="1337656" y="1042086"/>
                  </a:moveTo>
                  <a:lnTo>
                    <a:pt x="1429135" y="1124086"/>
                  </a:lnTo>
                  <a:lnTo>
                    <a:pt x="1446500" y="1010138"/>
                  </a:lnTo>
                  <a:close/>
                  <a:moveTo>
                    <a:pt x="1325176" y="1014060"/>
                  </a:moveTo>
                  <a:lnTo>
                    <a:pt x="1450019" y="986965"/>
                  </a:lnTo>
                  <a:lnTo>
                    <a:pt x="1361735" y="935545"/>
                  </a:lnTo>
                  <a:close/>
                  <a:moveTo>
                    <a:pt x="1429135" y="1124086"/>
                  </a:moveTo>
                  <a:lnTo>
                    <a:pt x="1470747" y="1003650"/>
                  </a:lnTo>
                  <a:lnTo>
                    <a:pt x="1446500" y="1010138"/>
                  </a:lnTo>
                  <a:close/>
                  <a:moveTo>
                    <a:pt x="1446500" y="1010138"/>
                  </a:moveTo>
                  <a:lnTo>
                    <a:pt x="1470747" y="1003650"/>
                  </a:lnTo>
                  <a:lnTo>
                    <a:pt x="1450019" y="986965"/>
                  </a:lnTo>
                  <a:close/>
                  <a:moveTo>
                    <a:pt x="1470747" y="1003650"/>
                  </a:moveTo>
                  <a:lnTo>
                    <a:pt x="1560824" y="977786"/>
                  </a:lnTo>
                  <a:lnTo>
                    <a:pt x="1450019" y="986965"/>
                  </a:lnTo>
                  <a:close/>
                  <a:moveTo>
                    <a:pt x="1450019" y="986965"/>
                  </a:moveTo>
                  <a:lnTo>
                    <a:pt x="1570627" y="944041"/>
                  </a:lnTo>
                  <a:lnTo>
                    <a:pt x="1480513" y="885777"/>
                  </a:lnTo>
                  <a:close/>
                  <a:moveTo>
                    <a:pt x="1361735" y="935545"/>
                  </a:moveTo>
                  <a:lnTo>
                    <a:pt x="1450019" y="986965"/>
                  </a:lnTo>
                  <a:lnTo>
                    <a:pt x="1480513" y="885777"/>
                  </a:lnTo>
                  <a:close/>
                  <a:moveTo>
                    <a:pt x="2182915" y="1420067"/>
                  </a:moveTo>
                  <a:lnTo>
                    <a:pt x="2160812" y="1478696"/>
                  </a:lnTo>
                  <a:lnTo>
                    <a:pt x="2207304" y="1437322"/>
                  </a:lnTo>
                  <a:close/>
                  <a:moveTo>
                    <a:pt x="1773173" y="1144012"/>
                  </a:moveTo>
                  <a:lnTo>
                    <a:pt x="1878777" y="1101257"/>
                  </a:lnTo>
                  <a:lnTo>
                    <a:pt x="1785699" y="1129644"/>
                  </a:lnTo>
                  <a:close/>
                  <a:moveTo>
                    <a:pt x="1878777" y="1101257"/>
                  </a:moveTo>
                  <a:lnTo>
                    <a:pt x="1825541" y="1061148"/>
                  </a:lnTo>
                  <a:lnTo>
                    <a:pt x="1785699" y="1129644"/>
                  </a:lnTo>
                  <a:close/>
                  <a:moveTo>
                    <a:pt x="2236714" y="1381631"/>
                  </a:moveTo>
                  <a:lnTo>
                    <a:pt x="2207304" y="1437322"/>
                  </a:lnTo>
                  <a:lnTo>
                    <a:pt x="2253594" y="1395189"/>
                  </a:lnTo>
                  <a:close/>
                  <a:moveTo>
                    <a:pt x="2236714" y="1381631"/>
                  </a:moveTo>
                  <a:lnTo>
                    <a:pt x="2182915" y="1420067"/>
                  </a:lnTo>
                  <a:lnTo>
                    <a:pt x="2207304" y="1437322"/>
                  </a:lnTo>
                  <a:close/>
                  <a:moveTo>
                    <a:pt x="2253594" y="1395189"/>
                  </a:moveTo>
                  <a:lnTo>
                    <a:pt x="2207304" y="1437322"/>
                  </a:lnTo>
                  <a:lnTo>
                    <a:pt x="2342224" y="1447903"/>
                  </a:lnTo>
                  <a:close/>
                  <a:moveTo>
                    <a:pt x="2363860" y="1349630"/>
                  </a:moveTo>
                  <a:lnTo>
                    <a:pt x="2253594" y="1395189"/>
                  </a:lnTo>
                  <a:lnTo>
                    <a:pt x="2342224" y="1447903"/>
                  </a:lnTo>
                  <a:close/>
                  <a:moveTo>
                    <a:pt x="2431966" y="1354853"/>
                  </a:moveTo>
                  <a:lnTo>
                    <a:pt x="2363860" y="1349630"/>
                  </a:lnTo>
                  <a:lnTo>
                    <a:pt x="2342224" y="1447903"/>
                  </a:lnTo>
                  <a:close/>
                  <a:moveTo>
                    <a:pt x="2363860" y="1349630"/>
                  </a:moveTo>
                  <a:lnTo>
                    <a:pt x="2431966" y="1354853"/>
                  </a:lnTo>
                  <a:lnTo>
                    <a:pt x="2414292" y="1269130"/>
                  </a:lnTo>
                  <a:close/>
                  <a:moveTo>
                    <a:pt x="2363860" y="1349630"/>
                  </a:moveTo>
                  <a:lnTo>
                    <a:pt x="2414292" y="1269130"/>
                  </a:lnTo>
                  <a:lnTo>
                    <a:pt x="2344787" y="1265044"/>
                  </a:lnTo>
                  <a:close/>
                  <a:moveTo>
                    <a:pt x="2029196" y="685473"/>
                  </a:moveTo>
                  <a:lnTo>
                    <a:pt x="1997616" y="764959"/>
                  </a:lnTo>
                  <a:lnTo>
                    <a:pt x="2096686" y="656788"/>
                  </a:lnTo>
                  <a:close/>
                  <a:moveTo>
                    <a:pt x="2097215" y="544394"/>
                  </a:moveTo>
                  <a:lnTo>
                    <a:pt x="2089136" y="628560"/>
                  </a:lnTo>
                  <a:lnTo>
                    <a:pt x="2193115" y="627114"/>
                  </a:lnTo>
                  <a:close/>
                  <a:moveTo>
                    <a:pt x="2265158" y="668636"/>
                  </a:moveTo>
                  <a:lnTo>
                    <a:pt x="2344831" y="664456"/>
                  </a:lnTo>
                  <a:lnTo>
                    <a:pt x="2299880" y="643980"/>
                  </a:lnTo>
                  <a:close/>
                  <a:moveTo>
                    <a:pt x="2299880" y="643980"/>
                  </a:moveTo>
                  <a:lnTo>
                    <a:pt x="2344831" y="664456"/>
                  </a:lnTo>
                  <a:lnTo>
                    <a:pt x="2377559" y="655753"/>
                  </a:lnTo>
                  <a:close/>
                  <a:moveTo>
                    <a:pt x="2386115" y="570164"/>
                  </a:moveTo>
                  <a:lnTo>
                    <a:pt x="2344831" y="664456"/>
                  </a:lnTo>
                  <a:lnTo>
                    <a:pt x="2426536" y="652379"/>
                  </a:lnTo>
                  <a:close/>
                  <a:moveTo>
                    <a:pt x="2426536" y="652379"/>
                  </a:moveTo>
                  <a:lnTo>
                    <a:pt x="2386502" y="630578"/>
                  </a:lnTo>
                  <a:lnTo>
                    <a:pt x="2362263" y="550191"/>
                  </a:lnTo>
                  <a:close/>
                  <a:moveTo>
                    <a:pt x="2122096" y="106189"/>
                  </a:moveTo>
                  <a:lnTo>
                    <a:pt x="2172320" y="120652"/>
                  </a:lnTo>
                  <a:lnTo>
                    <a:pt x="2222988" y="0"/>
                  </a:lnTo>
                  <a:close/>
                  <a:moveTo>
                    <a:pt x="2315473" y="82215"/>
                  </a:moveTo>
                  <a:lnTo>
                    <a:pt x="2311645" y="90881"/>
                  </a:lnTo>
                  <a:lnTo>
                    <a:pt x="2252219" y="178693"/>
                  </a:lnTo>
                  <a:close/>
                  <a:moveTo>
                    <a:pt x="2272816" y="112386"/>
                  </a:moveTo>
                  <a:lnTo>
                    <a:pt x="2315473" y="82215"/>
                  </a:lnTo>
                  <a:lnTo>
                    <a:pt x="2226835" y="3927"/>
                  </a:lnTo>
                  <a:close/>
                  <a:moveTo>
                    <a:pt x="2703693" y="456987"/>
                  </a:moveTo>
                  <a:lnTo>
                    <a:pt x="2677035" y="572520"/>
                  </a:lnTo>
                  <a:lnTo>
                    <a:pt x="2788527" y="495509"/>
                  </a:lnTo>
                  <a:close/>
                  <a:moveTo>
                    <a:pt x="2611696" y="208209"/>
                  </a:moveTo>
                  <a:lnTo>
                    <a:pt x="2575037" y="254624"/>
                  </a:lnTo>
                  <a:lnTo>
                    <a:pt x="2632409" y="212066"/>
                  </a:lnTo>
                  <a:close/>
                  <a:moveTo>
                    <a:pt x="2632409" y="212066"/>
                  </a:moveTo>
                  <a:lnTo>
                    <a:pt x="2575037" y="254624"/>
                  </a:lnTo>
                  <a:lnTo>
                    <a:pt x="2579040" y="294954"/>
                  </a:lnTo>
                  <a:close/>
                  <a:moveTo>
                    <a:pt x="2632409" y="212066"/>
                  </a:moveTo>
                  <a:lnTo>
                    <a:pt x="2579040" y="294954"/>
                  </a:lnTo>
                  <a:lnTo>
                    <a:pt x="2649988" y="297867"/>
                  </a:lnTo>
                  <a:close/>
                  <a:moveTo>
                    <a:pt x="2799984" y="436700"/>
                  </a:moveTo>
                  <a:lnTo>
                    <a:pt x="2703693" y="456987"/>
                  </a:lnTo>
                  <a:lnTo>
                    <a:pt x="2788527" y="495509"/>
                  </a:lnTo>
                  <a:close/>
                  <a:moveTo>
                    <a:pt x="2799984" y="436700"/>
                  </a:moveTo>
                  <a:lnTo>
                    <a:pt x="2851816" y="355062"/>
                  </a:lnTo>
                  <a:lnTo>
                    <a:pt x="2786732" y="347382"/>
                  </a:lnTo>
                  <a:close/>
                  <a:moveTo>
                    <a:pt x="2786732" y="347382"/>
                  </a:moveTo>
                  <a:lnTo>
                    <a:pt x="2851816" y="355062"/>
                  </a:lnTo>
                  <a:lnTo>
                    <a:pt x="2822873" y="278499"/>
                  </a:lnTo>
                  <a:close/>
                  <a:moveTo>
                    <a:pt x="2572596" y="200102"/>
                  </a:moveTo>
                  <a:lnTo>
                    <a:pt x="2575037" y="254624"/>
                  </a:lnTo>
                  <a:lnTo>
                    <a:pt x="2611696" y="208209"/>
                  </a:lnTo>
                  <a:close/>
                  <a:moveTo>
                    <a:pt x="2490489" y="106169"/>
                  </a:moveTo>
                  <a:lnTo>
                    <a:pt x="2526614" y="73575"/>
                  </a:lnTo>
                  <a:lnTo>
                    <a:pt x="2450846" y="68950"/>
                  </a:lnTo>
                  <a:close/>
                  <a:moveTo>
                    <a:pt x="2490489" y="106169"/>
                  </a:moveTo>
                  <a:lnTo>
                    <a:pt x="2551373" y="117263"/>
                  </a:lnTo>
                  <a:lnTo>
                    <a:pt x="2526614" y="73575"/>
                  </a:lnTo>
                  <a:close/>
                  <a:moveTo>
                    <a:pt x="2551373" y="117263"/>
                  </a:moveTo>
                  <a:lnTo>
                    <a:pt x="2596353" y="125995"/>
                  </a:lnTo>
                  <a:lnTo>
                    <a:pt x="2526614" y="7357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31" name="Candidate_density__2130">
              <a:extLst>
                <a:ext uri="{FF2B5EF4-FFF2-40B4-BE49-F238E27FC236}">
                  <a16:creationId xmlns:a16="http://schemas.microsoft.com/office/drawing/2014/main" id="{CC624802-DEDA-C468-1E6A-441E75CA17F4}"/>
                </a:ext>
              </a:extLst>
            </p:cNvPr>
            <p:cNvSpPr>
              <a:spLocks noGrp="1"/>
            </p:cNvSpPr>
            <p:nvPr/>
          </p:nvSpPr>
          <p:spPr>
            <a:xfrm>
              <a:off x="3484725" y="1612046"/>
              <a:ext cx="2822873" cy="2229874"/>
            </a:xfrm>
            <a:custGeom>
              <a:avLst/>
              <a:gdLst/>
              <a:ahLst/>
              <a:cxnLst/>
              <a:rect l="0" t="0" r="0" b="0"/>
              <a:pathLst>
                <a:path w="2822873" h="2229874">
                  <a:moveTo>
                    <a:pt x="13696" y="1383775"/>
                  </a:moveTo>
                  <a:lnTo>
                    <a:pt x="30703" y="1336334"/>
                  </a:lnTo>
                  <a:lnTo>
                    <a:pt x="0" y="1402381"/>
                  </a:lnTo>
                  <a:close/>
                  <a:moveTo>
                    <a:pt x="0" y="1402381"/>
                  </a:moveTo>
                  <a:lnTo>
                    <a:pt x="30703" y="1336334"/>
                  </a:lnTo>
                  <a:lnTo>
                    <a:pt x="41082" y="1281729"/>
                  </a:lnTo>
                  <a:close/>
                  <a:moveTo>
                    <a:pt x="0" y="1402381"/>
                  </a:moveTo>
                  <a:lnTo>
                    <a:pt x="41082" y="1281729"/>
                  </a:lnTo>
                  <a:lnTo>
                    <a:pt x="4378" y="1320165"/>
                  </a:lnTo>
                  <a:close/>
                  <a:moveTo>
                    <a:pt x="77197" y="1231508"/>
                  </a:moveTo>
                  <a:lnTo>
                    <a:pt x="4378" y="1320165"/>
                  </a:lnTo>
                  <a:lnTo>
                    <a:pt x="41082" y="1281729"/>
                  </a:lnTo>
                  <a:close/>
                  <a:moveTo>
                    <a:pt x="30703" y="1336334"/>
                  </a:moveTo>
                  <a:lnTo>
                    <a:pt x="13696" y="1383775"/>
                  </a:lnTo>
                  <a:lnTo>
                    <a:pt x="29280" y="1363944"/>
                  </a:lnTo>
                  <a:close/>
                  <a:moveTo>
                    <a:pt x="372039" y="1574501"/>
                  </a:moveTo>
                  <a:lnTo>
                    <a:pt x="436014" y="1521888"/>
                  </a:lnTo>
                  <a:lnTo>
                    <a:pt x="414412" y="1500551"/>
                  </a:lnTo>
                  <a:close/>
                  <a:moveTo>
                    <a:pt x="372039" y="1574501"/>
                  </a:moveTo>
                  <a:lnTo>
                    <a:pt x="414412" y="1500551"/>
                  </a:lnTo>
                  <a:lnTo>
                    <a:pt x="337153" y="1502770"/>
                  </a:lnTo>
                  <a:close/>
                  <a:moveTo>
                    <a:pt x="41082" y="1281729"/>
                  </a:moveTo>
                  <a:lnTo>
                    <a:pt x="94650" y="1178368"/>
                  </a:lnTo>
                  <a:lnTo>
                    <a:pt x="77197" y="1231508"/>
                  </a:lnTo>
                  <a:close/>
                  <a:moveTo>
                    <a:pt x="94908" y="1161077"/>
                  </a:moveTo>
                  <a:lnTo>
                    <a:pt x="94650" y="1178368"/>
                  </a:lnTo>
                  <a:lnTo>
                    <a:pt x="41082" y="1281729"/>
                  </a:lnTo>
                  <a:close/>
                  <a:moveTo>
                    <a:pt x="69587" y="1243292"/>
                  </a:moveTo>
                  <a:lnTo>
                    <a:pt x="94908" y="1161077"/>
                  </a:lnTo>
                  <a:lnTo>
                    <a:pt x="41082" y="1281729"/>
                  </a:lnTo>
                  <a:close/>
                  <a:moveTo>
                    <a:pt x="106462" y="1125722"/>
                  </a:moveTo>
                  <a:lnTo>
                    <a:pt x="94650" y="1178368"/>
                  </a:lnTo>
                  <a:lnTo>
                    <a:pt x="94908" y="1161077"/>
                  </a:lnTo>
                  <a:close/>
                  <a:moveTo>
                    <a:pt x="1066538" y="2109222"/>
                  </a:moveTo>
                  <a:lnTo>
                    <a:pt x="1085289" y="2219524"/>
                  </a:lnTo>
                  <a:lnTo>
                    <a:pt x="1111704" y="2161033"/>
                  </a:lnTo>
                  <a:close/>
                  <a:moveTo>
                    <a:pt x="1063175" y="2229874"/>
                  </a:moveTo>
                  <a:lnTo>
                    <a:pt x="1085289" y="2219524"/>
                  </a:lnTo>
                  <a:lnTo>
                    <a:pt x="1066538" y="2109222"/>
                  </a:lnTo>
                  <a:close/>
                  <a:moveTo>
                    <a:pt x="1026144" y="2147658"/>
                  </a:moveTo>
                  <a:lnTo>
                    <a:pt x="1063175" y="2229874"/>
                  </a:lnTo>
                  <a:lnTo>
                    <a:pt x="1066538" y="2109222"/>
                  </a:lnTo>
                  <a:close/>
                  <a:moveTo>
                    <a:pt x="1045119" y="2027007"/>
                  </a:moveTo>
                  <a:lnTo>
                    <a:pt x="1026144" y="2147658"/>
                  </a:lnTo>
                  <a:lnTo>
                    <a:pt x="1066538" y="2109222"/>
                  </a:lnTo>
                  <a:close/>
                  <a:moveTo>
                    <a:pt x="857639" y="2065443"/>
                  </a:moveTo>
                  <a:lnTo>
                    <a:pt x="885997" y="2089669"/>
                  </a:lnTo>
                  <a:lnTo>
                    <a:pt x="891702" y="2055537"/>
                  </a:lnTo>
                  <a:close/>
                  <a:moveTo>
                    <a:pt x="855411" y="1983228"/>
                  </a:moveTo>
                  <a:lnTo>
                    <a:pt x="891702" y="2055537"/>
                  </a:lnTo>
                  <a:lnTo>
                    <a:pt x="860450" y="1980853"/>
                  </a:lnTo>
                  <a:close/>
                  <a:moveTo>
                    <a:pt x="855411" y="1983228"/>
                  </a:moveTo>
                  <a:lnTo>
                    <a:pt x="857639" y="2065443"/>
                  </a:lnTo>
                  <a:lnTo>
                    <a:pt x="891702" y="2055537"/>
                  </a:lnTo>
                  <a:close/>
                  <a:moveTo>
                    <a:pt x="970747" y="2051868"/>
                  </a:moveTo>
                  <a:lnTo>
                    <a:pt x="891702" y="2055537"/>
                  </a:lnTo>
                  <a:lnTo>
                    <a:pt x="885997" y="2089669"/>
                  </a:lnTo>
                  <a:close/>
                  <a:moveTo>
                    <a:pt x="891702" y="2055537"/>
                  </a:moveTo>
                  <a:lnTo>
                    <a:pt x="970747" y="2051868"/>
                  </a:lnTo>
                  <a:lnTo>
                    <a:pt x="941001" y="1975958"/>
                  </a:lnTo>
                  <a:close/>
                  <a:moveTo>
                    <a:pt x="891702" y="2055537"/>
                  </a:moveTo>
                  <a:lnTo>
                    <a:pt x="941001" y="1975958"/>
                  </a:lnTo>
                  <a:lnTo>
                    <a:pt x="860450" y="1980853"/>
                  </a:lnTo>
                  <a:close/>
                  <a:moveTo>
                    <a:pt x="496449" y="1634042"/>
                  </a:moveTo>
                  <a:lnTo>
                    <a:pt x="544302" y="1555638"/>
                  </a:lnTo>
                  <a:lnTo>
                    <a:pt x="464892" y="1559605"/>
                  </a:lnTo>
                  <a:close/>
                  <a:moveTo>
                    <a:pt x="544302" y="1555638"/>
                  </a:moveTo>
                  <a:lnTo>
                    <a:pt x="582991" y="1654368"/>
                  </a:lnTo>
                  <a:lnTo>
                    <a:pt x="650692" y="1552017"/>
                  </a:lnTo>
                  <a:close/>
                  <a:moveTo>
                    <a:pt x="94908" y="1161077"/>
                  </a:moveTo>
                  <a:lnTo>
                    <a:pt x="115189" y="1061578"/>
                  </a:lnTo>
                  <a:lnTo>
                    <a:pt x="106462" y="1125722"/>
                  </a:lnTo>
                  <a:close/>
                  <a:moveTo>
                    <a:pt x="121168" y="1040426"/>
                  </a:moveTo>
                  <a:lnTo>
                    <a:pt x="115189" y="1061578"/>
                  </a:lnTo>
                  <a:lnTo>
                    <a:pt x="94908" y="1161077"/>
                  </a:lnTo>
                  <a:close/>
                  <a:moveTo>
                    <a:pt x="747049" y="1633622"/>
                  </a:moveTo>
                  <a:lnTo>
                    <a:pt x="750385" y="1709465"/>
                  </a:lnTo>
                  <a:lnTo>
                    <a:pt x="726918" y="1698146"/>
                  </a:lnTo>
                  <a:close/>
                  <a:moveTo>
                    <a:pt x="129993" y="998498"/>
                  </a:moveTo>
                  <a:lnTo>
                    <a:pt x="115189" y="1061578"/>
                  </a:lnTo>
                  <a:lnTo>
                    <a:pt x="121168" y="1040426"/>
                  </a:lnTo>
                  <a:close/>
                  <a:moveTo>
                    <a:pt x="1066538" y="2109222"/>
                  </a:moveTo>
                  <a:lnTo>
                    <a:pt x="1111704" y="2161033"/>
                  </a:lnTo>
                  <a:lnTo>
                    <a:pt x="1131026" y="2082247"/>
                  </a:lnTo>
                  <a:close/>
                  <a:moveTo>
                    <a:pt x="1098181" y="1988571"/>
                  </a:moveTo>
                  <a:lnTo>
                    <a:pt x="1131026" y="2082247"/>
                  </a:lnTo>
                  <a:lnTo>
                    <a:pt x="1136524" y="2038631"/>
                  </a:lnTo>
                  <a:close/>
                  <a:moveTo>
                    <a:pt x="1066538" y="2109222"/>
                  </a:moveTo>
                  <a:lnTo>
                    <a:pt x="1131026" y="2082247"/>
                  </a:lnTo>
                  <a:lnTo>
                    <a:pt x="1098181" y="1988571"/>
                  </a:lnTo>
                  <a:close/>
                  <a:moveTo>
                    <a:pt x="1068551" y="1906356"/>
                  </a:moveTo>
                  <a:lnTo>
                    <a:pt x="1064452" y="1936186"/>
                  </a:lnTo>
                  <a:lnTo>
                    <a:pt x="1045119" y="2027007"/>
                  </a:lnTo>
                  <a:close/>
                  <a:moveTo>
                    <a:pt x="747049" y="1633622"/>
                  </a:moveTo>
                  <a:lnTo>
                    <a:pt x="811222" y="1660006"/>
                  </a:lnTo>
                  <a:lnTo>
                    <a:pt x="744946" y="1615932"/>
                  </a:lnTo>
                  <a:close/>
                  <a:moveTo>
                    <a:pt x="744946" y="1615932"/>
                  </a:moveTo>
                  <a:lnTo>
                    <a:pt x="812173" y="1659710"/>
                  </a:lnTo>
                  <a:lnTo>
                    <a:pt x="819311" y="1577495"/>
                  </a:lnTo>
                  <a:close/>
                  <a:moveTo>
                    <a:pt x="628150" y="1533717"/>
                  </a:moveTo>
                  <a:lnTo>
                    <a:pt x="650692" y="1552017"/>
                  </a:lnTo>
                  <a:lnTo>
                    <a:pt x="658669" y="1523252"/>
                  </a:lnTo>
                  <a:close/>
                  <a:moveTo>
                    <a:pt x="733628" y="1522904"/>
                  </a:moveTo>
                  <a:lnTo>
                    <a:pt x="658669" y="1523252"/>
                  </a:lnTo>
                  <a:lnTo>
                    <a:pt x="650692" y="1552017"/>
                  </a:lnTo>
                  <a:close/>
                  <a:moveTo>
                    <a:pt x="430247" y="1087310"/>
                  </a:moveTo>
                  <a:lnTo>
                    <a:pt x="363748" y="1099952"/>
                  </a:lnTo>
                  <a:lnTo>
                    <a:pt x="353180" y="1189464"/>
                  </a:lnTo>
                  <a:close/>
                  <a:moveTo>
                    <a:pt x="129993" y="998498"/>
                  </a:moveTo>
                  <a:lnTo>
                    <a:pt x="181855" y="977198"/>
                  </a:lnTo>
                  <a:lnTo>
                    <a:pt x="144110" y="958211"/>
                  </a:lnTo>
                  <a:close/>
                  <a:moveTo>
                    <a:pt x="215076" y="837559"/>
                  </a:moveTo>
                  <a:lnTo>
                    <a:pt x="213012" y="842457"/>
                  </a:lnTo>
                  <a:lnTo>
                    <a:pt x="144110" y="958211"/>
                  </a:lnTo>
                  <a:close/>
                  <a:moveTo>
                    <a:pt x="1098181" y="1988571"/>
                  </a:moveTo>
                  <a:lnTo>
                    <a:pt x="1136524" y="2038631"/>
                  </a:lnTo>
                  <a:lnTo>
                    <a:pt x="1142572" y="1972769"/>
                  </a:lnTo>
                  <a:close/>
                  <a:moveTo>
                    <a:pt x="1068551" y="1906356"/>
                  </a:moveTo>
                  <a:lnTo>
                    <a:pt x="1098181" y="1988571"/>
                  </a:lnTo>
                  <a:lnTo>
                    <a:pt x="1142572" y="1972769"/>
                  </a:lnTo>
                  <a:close/>
                  <a:moveTo>
                    <a:pt x="1232874" y="1959946"/>
                  </a:moveTo>
                  <a:lnTo>
                    <a:pt x="1142572" y="1972769"/>
                  </a:lnTo>
                  <a:lnTo>
                    <a:pt x="1136524" y="2038631"/>
                  </a:lnTo>
                  <a:close/>
                  <a:moveTo>
                    <a:pt x="1228058" y="1886998"/>
                  </a:moveTo>
                  <a:lnTo>
                    <a:pt x="1204027" y="1867918"/>
                  </a:lnTo>
                  <a:lnTo>
                    <a:pt x="1232874" y="1959946"/>
                  </a:lnTo>
                  <a:close/>
                  <a:moveTo>
                    <a:pt x="1232874" y="1959946"/>
                  </a:moveTo>
                  <a:lnTo>
                    <a:pt x="1204027" y="1867918"/>
                  </a:lnTo>
                  <a:lnTo>
                    <a:pt x="1127591" y="1884855"/>
                  </a:lnTo>
                  <a:close/>
                  <a:moveTo>
                    <a:pt x="1232874" y="1959946"/>
                  </a:moveTo>
                  <a:lnTo>
                    <a:pt x="1127591" y="1884855"/>
                  </a:lnTo>
                  <a:lnTo>
                    <a:pt x="1142572" y="1972769"/>
                  </a:lnTo>
                  <a:close/>
                  <a:moveTo>
                    <a:pt x="813691" y="1495280"/>
                  </a:moveTo>
                  <a:lnTo>
                    <a:pt x="819311" y="1577495"/>
                  </a:lnTo>
                  <a:lnTo>
                    <a:pt x="862954" y="1539059"/>
                  </a:lnTo>
                  <a:close/>
                  <a:moveTo>
                    <a:pt x="813691" y="1495280"/>
                  </a:moveTo>
                  <a:lnTo>
                    <a:pt x="862954" y="1539059"/>
                  </a:lnTo>
                  <a:lnTo>
                    <a:pt x="842711" y="1456843"/>
                  </a:lnTo>
                  <a:close/>
                  <a:moveTo>
                    <a:pt x="842711" y="1456843"/>
                  </a:moveTo>
                  <a:lnTo>
                    <a:pt x="875430" y="1404556"/>
                  </a:lnTo>
                  <a:lnTo>
                    <a:pt x="786402" y="1413065"/>
                  </a:lnTo>
                  <a:close/>
                  <a:moveTo>
                    <a:pt x="813691" y="1495280"/>
                  </a:moveTo>
                  <a:lnTo>
                    <a:pt x="842711" y="1456843"/>
                  </a:lnTo>
                  <a:lnTo>
                    <a:pt x="786402" y="1413065"/>
                  </a:lnTo>
                  <a:close/>
                  <a:moveTo>
                    <a:pt x="772144" y="1297041"/>
                  </a:moveTo>
                  <a:lnTo>
                    <a:pt x="845572" y="1392395"/>
                  </a:lnTo>
                  <a:lnTo>
                    <a:pt x="855392" y="1329634"/>
                  </a:lnTo>
                  <a:close/>
                  <a:moveTo>
                    <a:pt x="757429" y="1303369"/>
                  </a:moveTo>
                  <a:lnTo>
                    <a:pt x="729399" y="1330850"/>
                  </a:lnTo>
                  <a:lnTo>
                    <a:pt x="772144" y="1297041"/>
                  </a:lnTo>
                  <a:close/>
                  <a:moveTo>
                    <a:pt x="451932" y="969588"/>
                  </a:moveTo>
                  <a:lnTo>
                    <a:pt x="415959" y="1084204"/>
                  </a:lnTo>
                  <a:lnTo>
                    <a:pt x="432687" y="1079046"/>
                  </a:lnTo>
                  <a:close/>
                  <a:moveTo>
                    <a:pt x="451932" y="969588"/>
                  </a:moveTo>
                  <a:lnTo>
                    <a:pt x="432687" y="1079046"/>
                  </a:lnTo>
                  <a:lnTo>
                    <a:pt x="472485" y="963553"/>
                  </a:lnTo>
                  <a:close/>
                  <a:moveTo>
                    <a:pt x="472485" y="963553"/>
                  </a:moveTo>
                  <a:lnTo>
                    <a:pt x="432687" y="1079046"/>
                  </a:lnTo>
                  <a:lnTo>
                    <a:pt x="436804" y="1084204"/>
                  </a:lnTo>
                  <a:close/>
                  <a:moveTo>
                    <a:pt x="279270" y="784103"/>
                  </a:moveTo>
                  <a:lnTo>
                    <a:pt x="217978" y="833600"/>
                  </a:lnTo>
                  <a:lnTo>
                    <a:pt x="330659" y="761034"/>
                  </a:lnTo>
                  <a:close/>
                  <a:moveTo>
                    <a:pt x="1204027" y="1867918"/>
                  </a:moveTo>
                  <a:lnTo>
                    <a:pt x="1228058" y="1886998"/>
                  </a:lnTo>
                  <a:lnTo>
                    <a:pt x="1231534" y="1860943"/>
                  </a:lnTo>
                  <a:close/>
                  <a:moveTo>
                    <a:pt x="1330798" y="1840836"/>
                  </a:moveTo>
                  <a:lnTo>
                    <a:pt x="1231534" y="1860943"/>
                  </a:lnTo>
                  <a:lnTo>
                    <a:pt x="1228058" y="1886998"/>
                  </a:lnTo>
                  <a:close/>
                  <a:moveTo>
                    <a:pt x="1231534" y="1860943"/>
                  </a:moveTo>
                  <a:lnTo>
                    <a:pt x="1330798" y="1840836"/>
                  </a:lnTo>
                  <a:lnTo>
                    <a:pt x="1320498" y="1749118"/>
                  </a:lnTo>
                  <a:close/>
                  <a:moveTo>
                    <a:pt x="1330798" y="1840836"/>
                  </a:moveTo>
                  <a:lnTo>
                    <a:pt x="1396788" y="1747687"/>
                  </a:lnTo>
                  <a:lnTo>
                    <a:pt x="1320498" y="1749118"/>
                  </a:lnTo>
                  <a:close/>
                  <a:moveTo>
                    <a:pt x="1220670" y="1769683"/>
                  </a:moveTo>
                  <a:lnTo>
                    <a:pt x="1320498" y="1749118"/>
                  </a:lnTo>
                  <a:lnTo>
                    <a:pt x="1285076" y="1677823"/>
                  </a:lnTo>
                  <a:close/>
                  <a:moveTo>
                    <a:pt x="1220670" y="1769683"/>
                  </a:moveTo>
                  <a:lnTo>
                    <a:pt x="1285076" y="1677823"/>
                  </a:lnTo>
                  <a:lnTo>
                    <a:pt x="1198374" y="1687718"/>
                  </a:lnTo>
                  <a:close/>
                  <a:moveTo>
                    <a:pt x="875430" y="1404556"/>
                  </a:moveTo>
                  <a:lnTo>
                    <a:pt x="842711" y="1456843"/>
                  </a:lnTo>
                  <a:lnTo>
                    <a:pt x="918822" y="1351587"/>
                  </a:lnTo>
                  <a:close/>
                  <a:moveTo>
                    <a:pt x="918822" y="1351587"/>
                  </a:moveTo>
                  <a:lnTo>
                    <a:pt x="925845" y="1336192"/>
                  </a:lnTo>
                  <a:lnTo>
                    <a:pt x="936527" y="1374628"/>
                  </a:lnTo>
                  <a:close/>
                  <a:moveTo>
                    <a:pt x="939247" y="1253977"/>
                  </a:moveTo>
                  <a:lnTo>
                    <a:pt x="936527" y="1374628"/>
                  </a:lnTo>
                  <a:lnTo>
                    <a:pt x="925845" y="1336192"/>
                  </a:lnTo>
                  <a:close/>
                  <a:moveTo>
                    <a:pt x="867748" y="1274274"/>
                  </a:moveTo>
                  <a:lnTo>
                    <a:pt x="772144" y="1297041"/>
                  </a:lnTo>
                  <a:lnTo>
                    <a:pt x="855392" y="1329634"/>
                  </a:lnTo>
                  <a:close/>
                  <a:moveTo>
                    <a:pt x="658821" y="1007331"/>
                  </a:moveTo>
                  <a:lnTo>
                    <a:pt x="584899" y="1022173"/>
                  </a:lnTo>
                  <a:lnTo>
                    <a:pt x="602531" y="1107930"/>
                  </a:lnTo>
                  <a:close/>
                  <a:moveTo>
                    <a:pt x="472485" y="963553"/>
                  </a:moveTo>
                  <a:lnTo>
                    <a:pt x="513308" y="1045768"/>
                  </a:lnTo>
                  <a:lnTo>
                    <a:pt x="527939" y="925116"/>
                  </a:lnTo>
                  <a:close/>
                  <a:moveTo>
                    <a:pt x="518068" y="776229"/>
                  </a:moveTo>
                  <a:lnTo>
                    <a:pt x="457330" y="765015"/>
                  </a:lnTo>
                  <a:lnTo>
                    <a:pt x="546603" y="795896"/>
                  </a:lnTo>
                  <a:close/>
                  <a:moveTo>
                    <a:pt x="457330" y="765015"/>
                  </a:moveTo>
                  <a:lnTo>
                    <a:pt x="467063" y="777169"/>
                  </a:lnTo>
                  <a:lnTo>
                    <a:pt x="546603" y="795896"/>
                  </a:lnTo>
                  <a:close/>
                  <a:moveTo>
                    <a:pt x="925845" y="1336192"/>
                  </a:moveTo>
                  <a:lnTo>
                    <a:pt x="918822" y="1351587"/>
                  </a:lnTo>
                  <a:lnTo>
                    <a:pt x="1042566" y="1320387"/>
                  </a:lnTo>
                  <a:close/>
                  <a:moveTo>
                    <a:pt x="939247" y="1253977"/>
                  </a:moveTo>
                  <a:lnTo>
                    <a:pt x="1032159" y="1301295"/>
                  </a:lnTo>
                  <a:lnTo>
                    <a:pt x="1004560" y="1223640"/>
                  </a:lnTo>
                  <a:close/>
                  <a:moveTo>
                    <a:pt x="1032159" y="1301295"/>
                  </a:moveTo>
                  <a:lnTo>
                    <a:pt x="1043774" y="1297755"/>
                  </a:lnTo>
                  <a:lnTo>
                    <a:pt x="1045740" y="1268799"/>
                  </a:lnTo>
                  <a:close/>
                  <a:moveTo>
                    <a:pt x="1004560" y="1223640"/>
                  </a:moveTo>
                  <a:lnTo>
                    <a:pt x="1032159" y="1301295"/>
                  </a:lnTo>
                  <a:lnTo>
                    <a:pt x="1045740" y="1268799"/>
                  </a:lnTo>
                  <a:close/>
                  <a:moveTo>
                    <a:pt x="822061" y="1053270"/>
                  </a:moveTo>
                  <a:lnTo>
                    <a:pt x="774915" y="1092201"/>
                  </a:lnTo>
                  <a:lnTo>
                    <a:pt x="817906" y="1051110"/>
                  </a:lnTo>
                  <a:close/>
                  <a:moveTo>
                    <a:pt x="822061" y="1053270"/>
                  </a:moveTo>
                  <a:lnTo>
                    <a:pt x="822473" y="1051110"/>
                  </a:lnTo>
                  <a:lnTo>
                    <a:pt x="777481" y="1089546"/>
                  </a:lnTo>
                  <a:close/>
                  <a:moveTo>
                    <a:pt x="707835" y="1007331"/>
                  </a:moveTo>
                  <a:lnTo>
                    <a:pt x="820925" y="1049024"/>
                  </a:lnTo>
                  <a:lnTo>
                    <a:pt x="817906" y="1051110"/>
                  </a:lnTo>
                  <a:close/>
                  <a:moveTo>
                    <a:pt x="820925" y="1049024"/>
                  </a:moveTo>
                  <a:lnTo>
                    <a:pt x="771399" y="991736"/>
                  </a:lnTo>
                  <a:lnTo>
                    <a:pt x="822473" y="1051110"/>
                  </a:lnTo>
                  <a:close/>
                  <a:moveTo>
                    <a:pt x="822473" y="1051110"/>
                  </a:moveTo>
                  <a:lnTo>
                    <a:pt x="771399" y="991736"/>
                  </a:lnTo>
                  <a:lnTo>
                    <a:pt x="765167" y="1007331"/>
                  </a:lnTo>
                  <a:close/>
                  <a:moveTo>
                    <a:pt x="822473" y="1051110"/>
                  </a:moveTo>
                  <a:lnTo>
                    <a:pt x="765167" y="1007331"/>
                  </a:lnTo>
                  <a:lnTo>
                    <a:pt x="777481" y="1089546"/>
                  </a:lnTo>
                  <a:close/>
                  <a:moveTo>
                    <a:pt x="546603" y="795896"/>
                  </a:moveTo>
                  <a:lnTo>
                    <a:pt x="467063" y="777169"/>
                  </a:lnTo>
                  <a:lnTo>
                    <a:pt x="598702" y="775483"/>
                  </a:lnTo>
                  <a:close/>
                  <a:moveTo>
                    <a:pt x="675333" y="783336"/>
                  </a:moveTo>
                  <a:lnTo>
                    <a:pt x="546603" y="795896"/>
                  </a:lnTo>
                  <a:lnTo>
                    <a:pt x="598702" y="775483"/>
                  </a:lnTo>
                  <a:close/>
                  <a:moveTo>
                    <a:pt x="1397855" y="1746820"/>
                  </a:moveTo>
                  <a:lnTo>
                    <a:pt x="1385111" y="1765134"/>
                  </a:lnTo>
                  <a:lnTo>
                    <a:pt x="1411415" y="1708831"/>
                  </a:lnTo>
                  <a:close/>
                  <a:moveTo>
                    <a:pt x="1372992" y="1806533"/>
                  </a:moveTo>
                  <a:lnTo>
                    <a:pt x="1385111" y="1765134"/>
                  </a:lnTo>
                  <a:lnTo>
                    <a:pt x="1397855" y="1746820"/>
                  </a:lnTo>
                  <a:close/>
                  <a:moveTo>
                    <a:pt x="1246174" y="1309124"/>
                  </a:moveTo>
                  <a:lnTo>
                    <a:pt x="1189851" y="1259319"/>
                  </a:lnTo>
                  <a:lnTo>
                    <a:pt x="1240786" y="1352962"/>
                  </a:lnTo>
                  <a:close/>
                  <a:moveTo>
                    <a:pt x="1240786" y="1352962"/>
                  </a:moveTo>
                  <a:lnTo>
                    <a:pt x="1189851" y="1259319"/>
                  </a:lnTo>
                  <a:lnTo>
                    <a:pt x="1143359" y="1271484"/>
                  </a:lnTo>
                  <a:close/>
                  <a:moveTo>
                    <a:pt x="1240786" y="1352962"/>
                  </a:moveTo>
                  <a:lnTo>
                    <a:pt x="1308288" y="1358676"/>
                  </a:lnTo>
                  <a:lnTo>
                    <a:pt x="1246174" y="1309124"/>
                  </a:lnTo>
                  <a:close/>
                  <a:moveTo>
                    <a:pt x="1308288" y="1358676"/>
                  </a:moveTo>
                  <a:lnTo>
                    <a:pt x="1326786" y="1331863"/>
                  </a:lnTo>
                  <a:lnTo>
                    <a:pt x="1246174" y="1309124"/>
                  </a:lnTo>
                  <a:close/>
                  <a:moveTo>
                    <a:pt x="1308288" y="1358676"/>
                  </a:moveTo>
                  <a:lnTo>
                    <a:pt x="1240786" y="1352962"/>
                  </a:lnTo>
                  <a:lnTo>
                    <a:pt x="1332416" y="1352911"/>
                  </a:lnTo>
                  <a:close/>
                  <a:moveTo>
                    <a:pt x="1240786" y="1352962"/>
                  </a:moveTo>
                  <a:lnTo>
                    <a:pt x="1263332" y="1373276"/>
                  </a:lnTo>
                  <a:lnTo>
                    <a:pt x="1332416" y="1352911"/>
                  </a:lnTo>
                  <a:close/>
                  <a:moveTo>
                    <a:pt x="1308288" y="1358676"/>
                  </a:moveTo>
                  <a:lnTo>
                    <a:pt x="1352738" y="1341534"/>
                  </a:lnTo>
                  <a:lnTo>
                    <a:pt x="1326786" y="1331863"/>
                  </a:lnTo>
                  <a:close/>
                  <a:moveTo>
                    <a:pt x="1308288" y="1358676"/>
                  </a:moveTo>
                  <a:lnTo>
                    <a:pt x="1332416" y="1352911"/>
                  </a:lnTo>
                  <a:lnTo>
                    <a:pt x="1352738" y="1341534"/>
                  </a:lnTo>
                  <a:close/>
                  <a:moveTo>
                    <a:pt x="1043774" y="1297755"/>
                  </a:moveTo>
                  <a:lnTo>
                    <a:pt x="1143359" y="1271484"/>
                  </a:lnTo>
                  <a:lnTo>
                    <a:pt x="1028050" y="1215541"/>
                  </a:lnTo>
                  <a:close/>
                  <a:moveTo>
                    <a:pt x="1587756" y="1588179"/>
                  </a:moveTo>
                  <a:lnTo>
                    <a:pt x="1628367" y="1631958"/>
                  </a:lnTo>
                  <a:lnTo>
                    <a:pt x="1661728" y="1549743"/>
                  </a:lnTo>
                  <a:close/>
                  <a:moveTo>
                    <a:pt x="1378863" y="1401392"/>
                  </a:moveTo>
                  <a:lnTo>
                    <a:pt x="1352738" y="1341534"/>
                  </a:lnTo>
                  <a:lnTo>
                    <a:pt x="1332416" y="1352911"/>
                  </a:lnTo>
                  <a:close/>
                  <a:moveTo>
                    <a:pt x="1416275" y="1331476"/>
                  </a:moveTo>
                  <a:lnTo>
                    <a:pt x="1352738" y="1341534"/>
                  </a:lnTo>
                  <a:lnTo>
                    <a:pt x="1378863" y="1401392"/>
                  </a:lnTo>
                  <a:close/>
                  <a:moveTo>
                    <a:pt x="1456253" y="1399067"/>
                  </a:moveTo>
                  <a:lnTo>
                    <a:pt x="1416275" y="1331476"/>
                  </a:lnTo>
                  <a:lnTo>
                    <a:pt x="1378863" y="1401392"/>
                  </a:lnTo>
                  <a:close/>
                  <a:moveTo>
                    <a:pt x="1456253" y="1399067"/>
                  </a:moveTo>
                  <a:lnTo>
                    <a:pt x="1523220" y="1405216"/>
                  </a:lnTo>
                  <a:lnTo>
                    <a:pt x="1489558" y="1332491"/>
                  </a:lnTo>
                  <a:close/>
                  <a:moveTo>
                    <a:pt x="1456253" y="1399067"/>
                  </a:moveTo>
                  <a:lnTo>
                    <a:pt x="1489558" y="1332491"/>
                  </a:lnTo>
                  <a:lnTo>
                    <a:pt x="1416275" y="1331476"/>
                  </a:lnTo>
                  <a:close/>
                  <a:moveTo>
                    <a:pt x="1416275" y="1331476"/>
                  </a:moveTo>
                  <a:lnTo>
                    <a:pt x="1326786" y="1331863"/>
                  </a:lnTo>
                  <a:lnTo>
                    <a:pt x="1352738" y="1341534"/>
                  </a:lnTo>
                  <a:close/>
                  <a:moveTo>
                    <a:pt x="1343456" y="1229992"/>
                  </a:moveTo>
                  <a:lnTo>
                    <a:pt x="1326786" y="1331863"/>
                  </a:lnTo>
                  <a:lnTo>
                    <a:pt x="1416275" y="1331476"/>
                  </a:lnTo>
                  <a:close/>
                  <a:moveTo>
                    <a:pt x="1189851" y="1259319"/>
                  </a:moveTo>
                  <a:lnTo>
                    <a:pt x="1246174" y="1309124"/>
                  </a:lnTo>
                  <a:lnTo>
                    <a:pt x="1251757" y="1243949"/>
                  </a:lnTo>
                  <a:close/>
                  <a:moveTo>
                    <a:pt x="1251757" y="1243949"/>
                  </a:moveTo>
                  <a:lnTo>
                    <a:pt x="1145682" y="1212059"/>
                  </a:lnTo>
                  <a:lnTo>
                    <a:pt x="1189851" y="1259319"/>
                  </a:lnTo>
                  <a:close/>
                  <a:moveTo>
                    <a:pt x="1343456" y="1229992"/>
                  </a:moveTo>
                  <a:lnTo>
                    <a:pt x="1246174" y="1309124"/>
                  </a:lnTo>
                  <a:lnTo>
                    <a:pt x="1326786" y="1331863"/>
                  </a:lnTo>
                  <a:close/>
                  <a:moveTo>
                    <a:pt x="1343456" y="1229992"/>
                  </a:moveTo>
                  <a:lnTo>
                    <a:pt x="1251757" y="1243949"/>
                  </a:lnTo>
                  <a:lnTo>
                    <a:pt x="1246174" y="1309124"/>
                  </a:lnTo>
                  <a:close/>
                  <a:moveTo>
                    <a:pt x="1251757" y="1243949"/>
                  </a:moveTo>
                  <a:lnTo>
                    <a:pt x="1343456" y="1229992"/>
                  </a:lnTo>
                  <a:lnTo>
                    <a:pt x="1329868" y="1140947"/>
                  </a:lnTo>
                  <a:close/>
                  <a:moveTo>
                    <a:pt x="1428923" y="1221101"/>
                  </a:moveTo>
                  <a:lnTo>
                    <a:pt x="1337656" y="1138668"/>
                  </a:lnTo>
                  <a:lnTo>
                    <a:pt x="1329868" y="1140947"/>
                  </a:lnTo>
                  <a:close/>
                  <a:moveTo>
                    <a:pt x="1337656" y="1138668"/>
                  </a:moveTo>
                  <a:lnTo>
                    <a:pt x="1446500" y="1106720"/>
                  </a:lnTo>
                  <a:lnTo>
                    <a:pt x="1325176" y="1110641"/>
                  </a:lnTo>
                  <a:close/>
                  <a:moveTo>
                    <a:pt x="1325176" y="1110641"/>
                  </a:moveTo>
                  <a:lnTo>
                    <a:pt x="1446500" y="1106720"/>
                  </a:lnTo>
                  <a:lnTo>
                    <a:pt x="1450019" y="1083547"/>
                  </a:lnTo>
                  <a:close/>
                  <a:moveTo>
                    <a:pt x="1878777" y="1197838"/>
                  </a:moveTo>
                  <a:lnTo>
                    <a:pt x="1974930" y="1222408"/>
                  </a:lnTo>
                  <a:lnTo>
                    <a:pt x="1946390" y="1187788"/>
                  </a:lnTo>
                  <a:close/>
                  <a:moveTo>
                    <a:pt x="1488820" y="972222"/>
                  </a:moveTo>
                  <a:lnTo>
                    <a:pt x="1579663" y="859204"/>
                  </a:lnTo>
                  <a:lnTo>
                    <a:pt x="1579559" y="858952"/>
                  </a:lnTo>
                  <a:close/>
                  <a:moveTo>
                    <a:pt x="1513804" y="812318"/>
                  </a:moveTo>
                  <a:lnTo>
                    <a:pt x="1491782" y="815149"/>
                  </a:lnTo>
                  <a:lnTo>
                    <a:pt x="1489906" y="871247"/>
                  </a:lnTo>
                  <a:close/>
                  <a:moveTo>
                    <a:pt x="1579559" y="858952"/>
                  </a:moveTo>
                  <a:lnTo>
                    <a:pt x="1513804" y="812318"/>
                  </a:lnTo>
                  <a:lnTo>
                    <a:pt x="1489906" y="871247"/>
                  </a:lnTo>
                  <a:close/>
                  <a:moveTo>
                    <a:pt x="1579559" y="858952"/>
                  </a:moveTo>
                  <a:lnTo>
                    <a:pt x="1648769" y="863278"/>
                  </a:lnTo>
                  <a:lnTo>
                    <a:pt x="1513804" y="812318"/>
                  </a:lnTo>
                  <a:close/>
                  <a:moveTo>
                    <a:pt x="1648769" y="863278"/>
                  </a:moveTo>
                  <a:lnTo>
                    <a:pt x="1579559" y="858952"/>
                  </a:lnTo>
                  <a:lnTo>
                    <a:pt x="1654842" y="861625"/>
                  </a:lnTo>
                  <a:close/>
                  <a:moveTo>
                    <a:pt x="1579559" y="858952"/>
                  </a:moveTo>
                  <a:lnTo>
                    <a:pt x="1579663" y="859204"/>
                  </a:lnTo>
                  <a:lnTo>
                    <a:pt x="1654842" y="861625"/>
                  </a:lnTo>
                  <a:close/>
                  <a:moveTo>
                    <a:pt x="2154026" y="1434434"/>
                  </a:moveTo>
                  <a:lnTo>
                    <a:pt x="2182915" y="1516649"/>
                  </a:lnTo>
                  <a:lnTo>
                    <a:pt x="2236714" y="1478212"/>
                  </a:lnTo>
                  <a:close/>
                  <a:moveTo>
                    <a:pt x="2215754" y="1350296"/>
                  </a:moveTo>
                  <a:lnTo>
                    <a:pt x="2170363" y="1395787"/>
                  </a:lnTo>
                  <a:lnTo>
                    <a:pt x="2154026" y="1434434"/>
                  </a:lnTo>
                  <a:close/>
                  <a:moveTo>
                    <a:pt x="1946390" y="1187788"/>
                  </a:moveTo>
                  <a:lnTo>
                    <a:pt x="1974930" y="1222408"/>
                  </a:lnTo>
                  <a:lnTo>
                    <a:pt x="1973462" y="1181454"/>
                  </a:lnTo>
                  <a:close/>
                  <a:moveTo>
                    <a:pt x="1973462" y="1181454"/>
                  </a:moveTo>
                  <a:lnTo>
                    <a:pt x="1959286" y="1163917"/>
                  </a:lnTo>
                  <a:lnTo>
                    <a:pt x="1946390" y="1187788"/>
                  </a:lnTo>
                  <a:close/>
                  <a:moveTo>
                    <a:pt x="1630876" y="835477"/>
                  </a:moveTo>
                  <a:lnTo>
                    <a:pt x="1695992" y="824887"/>
                  </a:lnTo>
                  <a:lnTo>
                    <a:pt x="1654842" y="861625"/>
                  </a:lnTo>
                  <a:close/>
                  <a:moveTo>
                    <a:pt x="1630876" y="835477"/>
                  </a:moveTo>
                  <a:lnTo>
                    <a:pt x="1654842" y="861625"/>
                  </a:lnTo>
                  <a:lnTo>
                    <a:pt x="1579663" y="859204"/>
                  </a:lnTo>
                  <a:close/>
                  <a:moveTo>
                    <a:pt x="1658618" y="858928"/>
                  </a:moveTo>
                  <a:lnTo>
                    <a:pt x="1654842" y="861625"/>
                  </a:lnTo>
                  <a:lnTo>
                    <a:pt x="1695992" y="824887"/>
                  </a:lnTo>
                  <a:close/>
                  <a:moveTo>
                    <a:pt x="1695992" y="824887"/>
                  </a:moveTo>
                  <a:lnTo>
                    <a:pt x="1700992" y="818971"/>
                  </a:lnTo>
                  <a:lnTo>
                    <a:pt x="1658618" y="858928"/>
                  </a:lnTo>
                  <a:close/>
                  <a:moveTo>
                    <a:pt x="1658618" y="858928"/>
                  </a:moveTo>
                  <a:lnTo>
                    <a:pt x="1700992" y="818971"/>
                  </a:lnTo>
                  <a:lnTo>
                    <a:pt x="1701029" y="738277"/>
                  </a:lnTo>
                  <a:close/>
                  <a:moveTo>
                    <a:pt x="1658618" y="858928"/>
                  </a:moveTo>
                  <a:lnTo>
                    <a:pt x="1701029" y="738277"/>
                  </a:lnTo>
                  <a:lnTo>
                    <a:pt x="1648771" y="776713"/>
                  </a:lnTo>
                  <a:close/>
                  <a:moveTo>
                    <a:pt x="2260757" y="1469440"/>
                  </a:moveTo>
                  <a:lnTo>
                    <a:pt x="2363860" y="1446212"/>
                  </a:lnTo>
                  <a:lnTo>
                    <a:pt x="2344787" y="1361625"/>
                  </a:lnTo>
                  <a:close/>
                  <a:moveTo>
                    <a:pt x="2260757" y="1469440"/>
                  </a:moveTo>
                  <a:lnTo>
                    <a:pt x="2344787" y="1361625"/>
                  </a:lnTo>
                  <a:lnTo>
                    <a:pt x="2253613" y="1375157"/>
                  </a:lnTo>
                  <a:close/>
                  <a:moveTo>
                    <a:pt x="2253613" y="1375157"/>
                  </a:moveTo>
                  <a:lnTo>
                    <a:pt x="2292260" y="1357681"/>
                  </a:lnTo>
                  <a:lnTo>
                    <a:pt x="2215754" y="1350296"/>
                  </a:lnTo>
                  <a:close/>
                  <a:moveTo>
                    <a:pt x="2253613" y="1375157"/>
                  </a:moveTo>
                  <a:lnTo>
                    <a:pt x="2344787" y="1361625"/>
                  </a:lnTo>
                  <a:lnTo>
                    <a:pt x="2292260" y="1357681"/>
                  </a:lnTo>
                  <a:close/>
                  <a:moveTo>
                    <a:pt x="2193115" y="723695"/>
                  </a:moveTo>
                  <a:lnTo>
                    <a:pt x="2114006" y="743618"/>
                  </a:lnTo>
                  <a:lnTo>
                    <a:pt x="2224881" y="738811"/>
                  </a:lnTo>
                  <a:close/>
                  <a:moveTo>
                    <a:pt x="2224881" y="738811"/>
                  </a:moveTo>
                  <a:lnTo>
                    <a:pt x="2114006" y="743618"/>
                  </a:lnTo>
                  <a:lnTo>
                    <a:pt x="2096686" y="753370"/>
                  </a:lnTo>
                  <a:close/>
                  <a:moveTo>
                    <a:pt x="2193115" y="723695"/>
                  </a:moveTo>
                  <a:lnTo>
                    <a:pt x="2089136" y="725141"/>
                  </a:lnTo>
                  <a:lnTo>
                    <a:pt x="2114006" y="743618"/>
                  </a:lnTo>
                  <a:close/>
                  <a:moveTo>
                    <a:pt x="2386502" y="727159"/>
                  </a:moveTo>
                  <a:lnTo>
                    <a:pt x="2426536" y="748961"/>
                  </a:lnTo>
                  <a:lnTo>
                    <a:pt x="2377325" y="814914"/>
                  </a:lnTo>
                  <a:close/>
                  <a:moveTo>
                    <a:pt x="2111979" y="228604"/>
                  </a:moveTo>
                  <a:lnTo>
                    <a:pt x="2122096" y="202770"/>
                  </a:lnTo>
                  <a:lnTo>
                    <a:pt x="2013682" y="247926"/>
                  </a:lnTo>
                  <a:close/>
                  <a:moveTo>
                    <a:pt x="2129872" y="113965"/>
                  </a:moveTo>
                  <a:lnTo>
                    <a:pt x="2122096" y="202770"/>
                  </a:lnTo>
                  <a:lnTo>
                    <a:pt x="2222988" y="96581"/>
                  </a:lnTo>
                  <a:close/>
                  <a:moveTo>
                    <a:pt x="2222988" y="96581"/>
                  </a:moveTo>
                  <a:lnTo>
                    <a:pt x="2172320" y="217233"/>
                  </a:lnTo>
                  <a:lnTo>
                    <a:pt x="2226835" y="100509"/>
                  </a:lnTo>
                  <a:close/>
                  <a:moveTo>
                    <a:pt x="2640419" y="469221"/>
                  </a:moveTo>
                  <a:lnTo>
                    <a:pt x="2676516" y="451960"/>
                  </a:lnTo>
                  <a:lnTo>
                    <a:pt x="2604662" y="470798"/>
                  </a:lnTo>
                  <a:close/>
                  <a:moveTo>
                    <a:pt x="2604662" y="470798"/>
                  </a:moveTo>
                  <a:lnTo>
                    <a:pt x="2676516" y="451960"/>
                  </a:lnTo>
                  <a:lnTo>
                    <a:pt x="2649988" y="394448"/>
                  </a:lnTo>
                  <a:close/>
                  <a:moveTo>
                    <a:pt x="2604662" y="470798"/>
                  </a:moveTo>
                  <a:lnTo>
                    <a:pt x="2649988" y="394448"/>
                  </a:lnTo>
                  <a:lnTo>
                    <a:pt x="2579040" y="391536"/>
                  </a:lnTo>
                  <a:close/>
                  <a:moveTo>
                    <a:pt x="2649988" y="394448"/>
                  </a:moveTo>
                  <a:lnTo>
                    <a:pt x="2676516" y="451960"/>
                  </a:lnTo>
                  <a:lnTo>
                    <a:pt x="2698852" y="387006"/>
                  </a:lnTo>
                  <a:close/>
                  <a:moveTo>
                    <a:pt x="2371964" y="149261"/>
                  </a:moveTo>
                  <a:lnTo>
                    <a:pt x="2315473" y="178797"/>
                  </a:lnTo>
                  <a:lnTo>
                    <a:pt x="2263192" y="236441"/>
                  </a:lnTo>
                  <a:close/>
                  <a:moveTo>
                    <a:pt x="2424386" y="156399"/>
                  </a:moveTo>
                  <a:lnTo>
                    <a:pt x="2339371" y="164922"/>
                  </a:lnTo>
                  <a:lnTo>
                    <a:pt x="2450846" y="165532"/>
                  </a:lnTo>
                  <a:close/>
                  <a:moveTo>
                    <a:pt x="2339371" y="164922"/>
                  </a:moveTo>
                  <a:lnTo>
                    <a:pt x="2371964" y="149261"/>
                  </a:lnTo>
                  <a:lnTo>
                    <a:pt x="2450846" y="165532"/>
                  </a:lnTo>
                  <a:close/>
                  <a:moveTo>
                    <a:pt x="2510423" y="147044"/>
                  </a:moveTo>
                  <a:lnTo>
                    <a:pt x="2424386" y="156399"/>
                  </a:lnTo>
                  <a:lnTo>
                    <a:pt x="2526614" y="170157"/>
                  </a:lnTo>
                  <a:close/>
                  <a:moveTo>
                    <a:pt x="2424386" y="156399"/>
                  </a:moveTo>
                  <a:lnTo>
                    <a:pt x="2450846" y="165532"/>
                  </a:lnTo>
                  <a:lnTo>
                    <a:pt x="2526614" y="170157"/>
                  </a:lnTo>
                  <a:close/>
                  <a:moveTo>
                    <a:pt x="2227141" y="95480"/>
                  </a:moveTo>
                  <a:lnTo>
                    <a:pt x="2329214" y="73088"/>
                  </a:lnTo>
                  <a:lnTo>
                    <a:pt x="2295997" y="0"/>
                  </a:lnTo>
                  <a:close/>
                  <a:moveTo>
                    <a:pt x="2640419" y="469221"/>
                  </a:moveTo>
                  <a:lnTo>
                    <a:pt x="2704264" y="550508"/>
                  </a:lnTo>
                  <a:lnTo>
                    <a:pt x="2684179" y="466745"/>
                  </a:lnTo>
                  <a:close/>
                  <a:moveTo>
                    <a:pt x="2704264" y="550508"/>
                  </a:moveTo>
                  <a:lnTo>
                    <a:pt x="2799984" y="533282"/>
                  </a:lnTo>
                  <a:lnTo>
                    <a:pt x="2786732" y="443964"/>
                  </a:lnTo>
                  <a:close/>
                  <a:moveTo>
                    <a:pt x="2704264" y="550508"/>
                  </a:moveTo>
                  <a:lnTo>
                    <a:pt x="2786732" y="443964"/>
                  </a:lnTo>
                  <a:lnTo>
                    <a:pt x="2684179" y="466745"/>
                  </a:lnTo>
                  <a:close/>
                  <a:moveTo>
                    <a:pt x="2786732" y="443964"/>
                  </a:moveTo>
                  <a:lnTo>
                    <a:pt x="2745058" y="377750"/>
                  </a:lnTo>
                  <a:lnTo>
                    <a:pt x="2684179" y="466745"/>
                  </a:lnTo>
                  <a:close/>
                  <a:moveTo>
                    <a:pt x="2786732" y="443964"/>
                  </a:moveTo>
                  <a:lnTo>
                    <a:pt x="2822873" y="375080"/>
                  </a:lnTo>
                  <a:lnTo>
                    <a:pt x="2745058" y="37775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32" name="Candidate_density__2131">
              <a:extLst>
                <a:ext uri="{FF2B5EF4-FFF2-40B4-BE49-F238E27FC236}">
                  <a16:creationId xmlns:a16="http://schemas.microsoft.com/office/drawing/2014/main" id="{02B06290-AA50-D5E8-ACFE-32023412C9E9}"/>
                </a:ext>
              </a:extLst>
            </p:cNvPr>
            <p:cNvSpPr>
              <a:spLocks noGrp="1"/>
            </p:cNvSpPr>
            <p:nvPr/>
          </p:nvSpPr>
          <p:spPr>
            <a:xfrm>
              <a:off x="3628835" y="1612046"/>
              <a:ext cx="2600948" cy="2109222"/>
            </a:xfrm>
            <a:custGeom>
              <a:avLst/>
              <a:gdLst/>
              <a:ahLst/>
              <a:cxnLst/>
              <a:rect l="0" t="0" r="0" b="0"/>
              <a:pathLst>
                <a:path w="2600948" h="2109222">
                  <a:moveTo>
                    <a:pt x="600867" y="2021665"/>
                  </a:moveTo>
                  <a:lnTo>
                    <a:pt x="620437" y="2103880"/>
                  </a:lnTo>
                  <a:lnTo>
                    <a:pt x="713529" y="2065443"/>
                  </a:lnTo>
                  <a:close/>
                  <a:moveTo>
                    <a:pt x="600867" y="2021665"/>
                  </a:moveTo>
                  <a:lnTo>
                    <a:pt x="713529" y="2065443"/>
                  </a:lnTo>
                  <a:lnTo>
                    <a:pt x="711301" y="1983228"/>
                  </a:lnTo>
                  <a:close/>
                  <a:moveTo>
                    <a:pt x="240304" y="1572153"/>
                  </a:moveTo>
                  <a:lnTo>
                    <a:pt x="291903" y="1521888"/>
                  </a:lnTo>
                  <a:lnTo>
                    <a:pt x="227928" y="1574501"/>
                  </a:lnTo>
                  <a:close/>
                  <a:moveTo>
                    <a:pt x="270302" y="1500551"/>
                  </a:moveTo>
                  <a:lnTo>
                    <a:pt x="291903" y="1521888"/>
                  </a:lnTo>
                  <a:lnTo>
                    <a:pt x="362522" y="1507261"/>
                  </a:lnTo>
                  <a:close/>
                  <a:moveTo>
                    <a:pt x="400191" y="1555638"/>
                  </a:moveTo>
                  <a:lnTo>
                    <a:pt x="506582" y="1552017"/>
                  </a:lnTo>
                  <a:lnTo>
                    <a:pt x="484040" y="1533717"/>
                  </a:lnTo>
                  <a:close/>
                  <a:moveTo>
                    <a:pt x="291903" y="1521888"/>
                  </a:moveTo>
                  <a:lnTo>
                    <a:pt x="240304" y="1572153"/>
                  </a:lnTo>
                  <a:lnTo>
                    <a:pt x="320782" y="1559605"/>
                  </a:lnTo>
                  <a:close/>
                  <a:moveTo>
                    <a:pt x="320782" y="1559605"/>
                  </a:moveTo>
                  <a:lnTo>
                    <a:pt x="362522" y="1507261"/>
                  </a:lnTo>
                  <a:lnTo>
                    <a:pt x="291903" y="1521888"/>
                  </a:lnTo>
                  <a:close/>
                  <a:moveTo>
                    <a:pt x="320782" y="1559605"/>
                  </a:moveTo>
                  <a:lnTo>
                    <a:pt x="400191" y="1555638"/>
                  </a:lnTo>
                  <a:lnTo>
                    <a:pt x="362522" y="1507261"/>
                  </a:lnTo>
                  <a:close/>
                  <a:moveTo>
                    <a:pt x="491127" y="1494233"/>
                  </a:moveTo>
                  <a:lnTo>
                    <a:pt x="362522" y="1507261"/>
                  </a:lnTo>
                  <a:lnTo>
                    <a:pt x="484040" y="1533717"/>
                  </a:lnTo>
                  <a:close/>
                  <a:moveTo>
                    <a:pt x="484040" y="1533717"/>
                  </a:moveTo>
                  <a:lnTo>
                    <a:pt x="362522" y="1507261"/>
                  </a:lnTo>
                  <a:lnTo>
                    <a:pt x="400191" y="1555638"/>
                  </a:lnTo>
                  <a:close/>
                  <a:moveTo>
                    <a:pt x="901009" y="2027007"/>
                  </a:moveTo>
                  <a:lnTo>
                    <a:pt x="922428" y="2109222"/>
                  </a:lnTo>
                  <a:lnTo>
                    <a:pt x="954070" y="1988571"/>
                  </a:lnTo>
                  <a:close/>
                  <a:moveTo>
                    <a:pt x="954070" y="1988571"/>
                  </a:moveTo>
                  <a:lnTo>
                    <a:pt x="924440" y="1906356"/>
                  </a:lnTo>
                  <a:lnTo>
                    <a:pt x="901009" y="2027007"/>
                  </a:lnTo>
                  <a:close/>
                  <a:moveTo>
                    <a:pt x="669580" y="1495280"/>
                  </a:moveTo>
                  <a:lnTo>
                    <a:pt x="600836" y="1615932"/>
                  </a:lnTo>
                  <a:lnTo>
                    <a:pt x="675201" y="1577495"/>
                  </a:lnTo>
                  <a:close/>
                  <a:moveTo>
                    <a:pt x="491127" y="1494233"/>
                  </a:moveTo>
                  <a:lnTo>
                    <a:pt x="484040" y="1533717"/>
                  </a:lnTo>
                  <a:lnTo>
                    <a:pt x="514559" y="1523252"/>
                  </a:lnTo>
                  <a:close/>
                  <a:moveTo>
                    <a:pt x="514559" y="1523252"/>
                  </a:moveTo>
                  <a:lnTo>
                    <a:pt x="495156" y="1451501"/>
                  </a:lnTo>
                  <a:lnTo>
                    <a:pt x="491127" y="1494233"/>
                  </a:lnTo>
                  <a:close/>
                  <a:moveTo>
                    <a:pt x="278038" y="1166420"/>
                  </a:moveTo>
                  <a:lnTo>
                    <a:pt x="291792" y="1091068"/>
                  </a:lnTo>
                  <a:lnTo>
                    <a:pt x="286137" y="1087310"/>
                  </a:lnTo>
                  <a:close/>
                  <a:moveTo>
                    <a:pt x="209070" y="1189464"/>
                  </a:moveTo>
                  <a:lnTo>
                    <a:pt x="278038" y="1166420"/>
                  </a:lnTo>
                  <a:lnTo>
                    <a:pt x="286137" y="1087310"/>
                  </a:lnTo>
                  <a:close/>
                  <a:moveTo>
                    <a:pt x="286137" y="1087310"/>
                  </a:moveTo>
                  <a:lnTo>
                    <a:pt x="292694" y="1084204"/>
                  </a:lnTo>
                  <a:lnTo>
                    <a:pt x="288577" y="1079046"/>
                  </a:lnTo>
                  <a:close/>
                  <a:moveTo>
                    <a:pt x="271849" y="1084204"/>
                  </a:moveTo>
                  <a:lnTo>
                    <a:pt x="286137" y="1087310"/>
                  </a:lnTo>
                  <a:lnTo>
                    <a:pt x="288577" y="1079046"/>
                  </a:lnTo>
                  <a:close/>
                  <a:moveTo>
                    <a:pt x="286137" y="1087310"/>
                  </a:moveTo>
                  <a:lnTo>
                    <a:pt x="291792" y="1091068"/>
                  </a:lnTo>
                  <a:lnTo>
                    <a:pt x="292694" y="1084204"/>
                  </a:lnTo>
                  <a:close/>
                  <a:moveTo>
                    <a:pt x="44543" y="919774"/>
                  </a:moveTo>
                  <a:lnTo>
                    <a:pt x="70966" y="837559"/>
                  </a:lnTo>
                  <a:lnTo>
                    <a:pt x="0" y="958211"/>
                  </a:lnTo>
                  <a:close/>
                  <a:moveTo>
                    <a:pt x="73868" y="833600"/>
                  </a:moveTo>
                  <a:lnTo>
                    <a:pt x="68902" y="842457"/>
                  </a:lnTo>
                  <a:lnTo>
                    <a:pt x="70966" y="837559"/>
                  </a:lnTo>
                  <a:close/>
                  <a:moveTo>
                    <a:pt x="924440" y="1906356"/>
                  </a:moveTo>
                  <a:lnTo>
                    <a:pt x="998461" y="1972769"/>
                  </a:lnTo>
                  <a:lnTo>
                    <a:pt x="983481" y="1884855"/>
                  </a:lnTo>
                  <a:close/>
                  <a:moveTo>
                    <a:pt x="1059917" y="1867918"/>
                  </a:moveTo>
                  <a:lnTo>
                    <a:pt x="1017547" y="1785704"/>
                  </a:lnTo>
                  <a:lnTo>
                    <a:pt x="983481" y="1884855"/>
                  </a:lnTo>
                  <a:close/>
                  <a:moveTo>
                    <a:pt x="1017547" y="1785704"/>
                  </a:moveTo>
                  <a:lnTo>
                    <a:pt x="963798" y="1800765"/>
                  </a:lnTo>
                  <a:lnTo>
                    <a:pt x="983481" y="1884855"/>
                  </a:lnTo>
                  <a:close/>
                  <a:moveTo>
                    <a:pt x="1017547" y="1785704"/>
                  </a:moveTo>
                  <a:lnTo>
                    <a:pt x="991958" y="1703489"/>
                  </a:lnTo>
                  <a:lnTo>
                    <a:pt x="963798" y="1800765"/>
                  </a:lnTo>
                  <a:close/>
                  <a:moveTo>
                    <a:pt x="991958" y="1703489"/>
                  </a:moveTo>
                  <a:lnTo>
                    <a:pt x="933158" y="1725583"/>
                  </a:lnTo>
                  <a:lnTo>
                    <a:pt x="963798" y="1800765"/>
                  </a:lnTo>
                  <a:close/>
                  <a:moveTo>
                    <a:pt x="349211" y="1136124"/>
                  </a:moveTo>
                  <a:lnTo>
                    <a:pt x="291792" y="1091068"/>
                  </a:lnTo>
                  <a:lnTo>
                    <a:pt x="278038" y="1166420"/>
                  </a:lnTo>
                  <a:close/>
                  <a:moveTo>
                    <a:pt x="291792" y="1091068"/>
                  </a:moveTo>
                  <a:lnTo>
                    <a:pt x="349211" y="1136124"/>
                  </a:lnTo>
                  <a:lnTo>
                    <a:pt x="292694" y="1084204"/>
                  </a:lnTo>
                  <a:close/>
                  <a:moveTo>
                    <a:pt x="292694" y="1084204"/>
                  </a:moveTo>
                  <a:lnTo>
                    <a:pt x="349211" y="1136124"/>
                  </a:lnTo>
                  <a:lnTo>
                    <a:pt x="378649" y="1127983"/>
                  </a:lnTo>
                  <a:close/>
                  <a:moveTo>
                    <a:pt x="292694" y="1084204"/>
                  </a:moveTo>
                  <a:lnTo>
                    <a:pt x="378649" y="1127983"/>
                  </a:lnTo>
                  <a:lnTo>
                    <a:pt x="369198" y="1045768"/>
                  </a:lnTo>
                  <a:close/>
                  <a:moveTo>
                    <a:pt x="328375" y="963553"/>
                  </a:moveTo>
                  <a:lnTo>
                    <a:pt x="292694" y="1084204"/>
                  </a:lnTo>
                  <a:lnTo>
                    <a:pt x="369198" y="1045768"/>
                  </a:lnTo>
                  <a:close/>
                  <a:moveTo>
                    <a:pt x="70966" y="837559"/>
                  </a:moveTo>
                  <a:lnTo>
                    <a:pt x="143654" y="881777"/>
                  </a:lnTo>
                  <a:lnTo>
                    <a:pt x="81993" y="831815"/>
                  </a:lnTo>
                  <a:close/>
                  <a:moveTo>
                    <a:pt x="73868" y="833600"/>
                  </a:moveTo>
                  <a:lnTo>
                    <a:pt x="70966" y="837559"/>
                  </a:lnTo>
                  <a:lnTo>
                    <a:pt x="81993" y="831815"/>
                  </a:lnTo>
                  <a:close/>
                  <a:moveTo>
                    <a:pt x="186549" y="761034"/>
                  </a:moveTo>
                  <a:lnTo>
                    <a:pt x="81993" y="831815"/>
                  </a:lnTo>
                  <a:lnTo>
                    <a:pt x="144583" y="799123"/>
                  </a:lnTo>
                  <a:close/>
                  <a:moveTo>
                    <a:pt x="73868" y="833600"/>
                  </a:moveTo>
                  <a:lnTo>
                    <a:pt x="81993" y="831815"/>
                  </a:lnTo>
                  <a:lnTo>
                    <a:pt x="186549" y="761034"/>
                  </a:lnTo>
                  <a:close/>
                  <a:moveTo>
                    <a:pt x="1017547" y="1785704"/>
                  </a:moveTo>
                  <a:lnTo>
                    <a:pt x="1087424" y="1860943"/>
                  </a:lnTo>
                  <a:lnTo>
                    <a:pt x="1076560" y="1769683"/>
                  </a:lnTo>
                  <a:close/>
                  <a:moveTo>
                    <a:pt x="1017547" y="1785704"/>
                  </a:moveTo>
                  <a:lnTo>
                    <a:pt x="1059917" y="1867918"/>
                  </a:lnTo>
                  <a:lnTo>
                    <a:pt x="1087424" y="1860943"/>
                  </a:lnTo>
                  <a:close/>
                  <a:moveTo>
                    <a:pt x="1087424" y="1860943"/>
                  </a:moveTo>
                  <a:lnTo>
                    <a:pt x="1176388" y="1749118"/>
                  </a:lnTo>
                  <a:lnTo>
                    <a:pt x="1076560" y="1769683"/>
                  </a:lnTo>
                  <a:close/>
                  <a:moveTo>
                    <a:pt x="991958" y="1703489"/>
                  </a:moveTo>
                  <a:lnTo>
                    <a:pt x="1076560" y="1769683"/>
                  </a:lnTo>
                  <a:lnTo>
                    <a:pt x="1054264" y="1687718"/>
                  </a:lnTo>
                  <a:close/>
                  <a:moveTo>
                    <a:pt x="991958" y="1703489"/>
                  </a:moveTo>
                  <a:lnTo>
                    <a:pt x="1017547" y="1785704"/>
                  </a:lnTo>
                  <a:lnTo>
                    <a:pt x="1076560" y="1769683"/>
                  </a:lnTo>
                  <a:close/>
                  <a:moveTo>
                    <a:pt x="731320" y="1404556"/>
                  </a:moveTo>
                  <a:lnTo>
                    <a:pt x="774712" y="1351587"/>
                  </a:lnTo>
                  <a:lnTo>
                    <a:pt x="792417" y="1374628"/>
                  </a:lnTo>
                  <a:close/>
                  <a:moveTo>
                    <a:pt x="723637" y="1274274"/>
                  </a:moveTo>
                  <a:lnTo>
                    <a:pt x="711281" y="1329634"/>
                  </a:lnTo>
                  <a:lnTo>
                    <a:pt x="795137" y="1253977"/>
                  </a:lnTo>
                  <a:close/>
                  <a:moveTo>
                    <a:pt x="186549" y="761034"/>
                  </a:moveTo>
                  <a:lnTo>
                    <a:pt x="144583" y="799123"/>
                  </a:lnTo>
                  <a:lnTo>
                    <a:pt x="225150" y="776023"/>
                  </a:lnTo>
                  <a:close/>
                  <a:moveTo>
                    <a:pt x="225150" y="776023"/>
                  </a:moveTo>
                  <a:lnTo>
                    <a:pt x="253407" y="732349"/>
                  </a:lnTo>
                  <a:lnTo>
                    <a:pt x="186549" y="761034"/>
                  </a:lnTo>
                  <a:close/>
                  <a:moveTo>
                    <a:pt x="225150" y="776023"/>
                  </a:moveTo>
                  <a:lnTo>
                    <a:pt x="313220" y="765015"/>
                  </a:lnTo>
                  <a:lnTo>
                    <a:pt x="253407" y="732349"/>
                  </a:lnTo>
                  <a:close/>
                  <a:moveTo>
                    <a:pt x="888049" y="1301295"/>
                  </a:moveTo>
                  <a:lnTo>
                    <a:pt x="781734" y="1336192"/>
                  </a:lnTo>
                  <a:lnTo>
                    <a:pt x="898455" y="1320387"/>
                  </a:lnTo>
                  <a:close/>
                  <a:moveTo>
                    <a:pt x="795137" y="1253977"/>
                  </a:moveTo>
                  <a:lnTo>
                    <a:pt x="781734" y="1336192"/>
                  </a:lnTo>
                  <a:lnTo>
                    <a:pt x="888049" y="1301295"/>
                  </a:lnTo>
                  <a:close/>
                  <a:moveTo>
                    <a:pt x="1293904" y="1684273"/>
                  </a:moveTo>
                  <a:lnTo>
                    <a:pt x="1253745" y="1746820"/>
                  </a:lnTo>
                  <a:lnTo>
                    <a:pt x="1267305" y="1708831"/>
                  </a:lnTo>
                  <a:close/>
                  <a:moveTo>
                    <a:pt x="1320457" y="1692584"/>
                  </a:moveTo>
                  <a:lnTo>
                    <a:pt x="1267305" y="1708831"/>
                  </a:lnTo>
                  <a:lnTo>
                    <a:pt x="1353485" y="1691829"/>
                  </a:lnTo>
                  <a:close/>
                  <a:moveTo>
                    <a:pt x="1293904" y="1684273"/>
                  </a:moveTo>
                  <a:lnTo>
                    <a:pt x="1267305" y="1708831"/>
                  </a:lnTo>
                  <a:lnTo>
                    <a:pt x="1320457" y="1692584"/>
                  </a:lnTo>
                  <a:close/>
                  <a:moveTo>
                    <a:pt x="1417080" y="1650946"/>
                  </a:moveTo>
                  <a:lnTo>
                    <a:pt x="1320457" y="1692584"/>
                  </a:lnTo>
                  <a:lnTo>
                    <a:pt x="1396953" y="1670394"/>
                  </a:lnTo>
                  <a:close/>
                  <a:moveTo>
                    <a:pt x="1293904" y="1684273"/>
                  </a:moveTo>
                  <a:lnTo>
                    <a:pt x="1320457" y="1692584"/>
                  </a:lnTo>
                  <a:lnTo>
                    <a:pt x="1417080" y="1650946"/>
                  </a:lnTo>
                  <a:close/>
                  <a:moveTo>
                    <a:pt x="1356862" y="1641002"/>
                  </a:moveTo>
                  <a:lnTo>
                    <a:pt x="1293904" y="1684273"/>
                  </a:lnTo>
                  <a:lnTo>
                    <a:pt x="1417080" y="1650946"/>
                  </a:lnTo>
                  <a:close/>
                  <a:moveTo>
                    <a:pt x="1417080" y="1650946"/>
                  </a:moveTo>
                  <a:lnTo>
                    <a:pt x="1396953" y="1670394"/>
                  </a:lnTo>
                  <a:lnTo>
                    <a:pt x="1450509" y="1647446"/>
                  </a:lnTo>
                  <a:close/>
                  <a:moveTo>
                    <a:pt x="1417080" y="1650946"/>
                  </a:moveTo>
                  <a:lnTo>
                    <a:pt x="1450509" y="1647446"/>
                  </a:lnTo>
                  <a:lnTo>
                    <a:pt x="1443646" y="1588179"/>
                  </a:lnTo>
                  <a:close/>
                  <a:moveTo>
                    <a:pt x="1443646" y="1588179"/>
                  </a:moveTo>
                  <a:lnTo>
                    <a:pt x="1450509" y="1647446"/>
                  </a:lnTo>
                  <a:lnTo>
                    <a:pt x="1484257" y="1631958"/>
                  </a:lnTo>
                  <a:close/>
                  <a:moveTo>
                    <a:pt x="1107647" y="1243949"/>
                  </a:moveTo>
                  <a:lnTo>
                    <a:pt x="1185758" y="1140947"/>
                  </a:lnTo>
                  <a:lnTo>
                    <a:pt x="1081336" y="1165248"/>
                  </a:lnTo>
                  <a:close/>
                  <a:moveTo>
                    <a:pt x="1181066" y="1110641"/>
                  </a:moveTo>
                  <a:lnTo>
                    <a:pt x="1185758" y="1140947"/>
                  </a:lnTo>
                  <a:lnTo>
                    <a:pt x="1193545" y="1138668"/>
                  </a:lnTo>
                  <a:close/>
                  <a:moveTo>
                    <a:pt x="1185625" y="912484"/>
                  </a:moveTo>
                  <a:lnTo>
                    <a:pt x="1097641" y="974237"/>
                  </a:lnTo>
                  <a:lnTo>
                    <a:pt x="1153888" y="935801"/>
                  </a:lnTo>
                  <a:close/>
                  <a:moveTo>
                    <a:pt x="1185625" y="912484"/>
                  </a:moveTo>
                  <a:lnTo>
                    <a:pt x="1128597" y="914471"/>
                  </a:lnTo>
                  <a:lnTo>
                    <a:pt x="1097641" y="974237"/>
                  </a:lnTo>
                  <a:close/>
                  <a:moveTo>
                    <a:pt x="1185625" y="912484"/>
                  </a:moveTo>
                  <a:lnTo>
                    <a:pt x="1153888" y="935801"/>
                  </a:lnTo>
                  <a:lnTo>
                    <a:pt x="1210237" y="920861"/>
                  </a:lnTo>
                  <a:close/>
                  <a:moveTo>
                    <a:pt x="1276926" y="827144"/>
                  </a:moveTo>
                  <a:lnTo>
                    <a:pt x="1208401" y="853586"/>
                  </a:lnTo>
                  <a:lnTo>
                    <a:pt x="1298037" y="838915"/>
                  </a:lnTo>
                  <a:close/>
                  <a:moveTo>
                    <a:pt x="1208401" y="853586"/>
                  </a:moveTo>
                  <a:lnTo>
                    <a:pt x="1185625" y="912484"/>
                  </a:lnTo>
                  <a:lnTo>
                    <a:pt x="1298037" y="838915"/>
                  </a:lnTo>
                  <a:close/>
                  <a:moveTo>
                    <a:pt x="1298037" y="838915"/>
                  </a:moveTo>
                  <a:lnTo>
                    <a:pt x="1185625" y="912484"/>
                  </a:lnTo>
                  <a:lnTo>
                    <a:pt x="1267007" y="897364"/>
                  </a:lnTo>
                  <a:close/>
                  <a:moveTo>
                    <a:pt x="1267007" y="897364"/>
                  </a:moveTo>
                  <a:lnTo>
                    <a:pt x="1185625" y="912484"/>
                  </a:lnTo>
                  <a:lnTo>
                    <a:pt x="1210237" y="920861"/>
                  </a:lnTo>
                  <a:close/>
                  <a:moveTo>
                    <a:pt x="1276926" y="827144"/>
                  </a:moveTo>
                  <a:lnTo>
                    <a:pt x="1298037" y="838915"/>
                  </a:lnTo>
                  <a:lnTo>
                    <a:pt x="1347671" y="815149"/>
                  </a:lnTo>
                  <a:close/>
                  <a:moveTo>
                    <a:pt x="1298037" y="838915"/>
                  </a:moveTo>
                  <a:lnTo>
                    <a:pt x="1267007" y="897364"/>
                  </a:lnTo>
                  <a:lnTo>
                    <a:pt x="1345795" y="871247"/>
                  </a:lnTo>
                  <a:close/>
                  <a:moveTo>
                    <a:pt x="1345795" y="871247"/>
                  </a:moveTo>
                  <a:lnTo>
                    <a:pt x="1347671" y="815149"/>
                  </a:lnTo>
                  <a:lnTo>
                    <a:pt x="1298037" y="838915"/>
                  </a:lnTo>
                  <a:close/>
                  <a:moveTo>
                    <a:pt x="2009916" y="1434434"/>
                  </a:moveTo>
                  <a:lnTo>
                    <a:pt x="2092604" y="1478212"/>
                  </a:lnTo>
                  <a:lnTo>
                    <a:pt x="2048306" y="1395997"/>
                  </a:lnTo>
                  <a:close/>
                  <a:moveTo>
                    <a:pt x="2071644" y="1350296"/>
                  </a:moveTo>
                  <a:lnTo>
                    <a:pt x="2009916" y="1434434"/>
                  </a:lnTo>
                  <a:lnTo>
                    <a:pt x="2048306" y="1395997"/>
                  </a:lnTo>
                  <a:close/>
                  <a:moveTo>
                    <a:pt x="1484809" y="694497"/>
                  </a:moveTo>
                  <a:lnTo>
                    <a:pt x="1556919" y="738277"/>
                  </a:lnTo>
                  <a:lnTo>
                    <a:pt x="1536667" y="656061"/>
                  </a:lnTo>
                  <a:close/>
                  <a:moveTo>
                    <a:pt x="2048306" y="1395997"/>
                  </a:moveTo>
                  <a:lnTo>
                    <a:pt x="2116647" y="1469440"/>
                  </a:lnTo>
                  <a:lnTo>
                    <a:pt x="2109502" y="1375157"/>
                  </a:lnTo>
                  <a:close/>
                  <a:moveTo>
                    <a:pt x="2071644" y="1350296"/>
                  </a:moveTo>
                  <a:lnTo>
                    <a:pt x="2048306" y="1395997"/>
                  </a:lnTo>
                  <a:lnTo>
                    <a:pt x="2109502" y="1375157"/>
                  </a:lnTo>
                  <a:close/>
                  <a:moveTo>
                    <a:pt x="1536667" y="656061"/>
                  </a:moveTo>
                  <a:lnTo>
                    <a:pt x="1556919" y="738277"/>
                  </a:lnTo>
                  <a:lnTo>
                    <a:pt x="1594044" y="699840"/>
                  </a:lnTo>
                  <a:close/>
                  <a:moveTo>
                    <a:pt x="1536667" y="656061"/>
                  </a:moveTo>
                  <a:lnTo>
                    <a:pt x="1594044" y="699840"/>
                  </a:lnTo>
                  <a:lnTo>
                    <a:pt x="1582841" y="617625"/>
                  </a:lnTo>
                  <a:close/>
                  <a:moveTo>
                    <a:pt x="1519067" y="573846"/>
                  </a:moveTo>
                  <a:lnTo>
                    <a:pt x="1536667" y="656061"/>
                  </a:lnTo>
                  <a:lnTo>
                    <a:pt x="1582841" y="617625"/>
                  </a:lnTo>
                  <a:close/>
                  <a:moveTo>
                    <a:pt x="1519067" y="573846"/>
                  </a:moveTo>
                  <a:lnTo>
                    <a:pt x="1582841" y="617625"/>
                  </a:lnTo>
                  <a:lnTo>
                    <a:pt x="1559557" y="535410"/>
                  </a:lnTo>
                  <a:close/>
                  <a:moveTo>
                    <a:pt x="1499659" y="491631"/>
                  </a:moveTo>
                  <a:lnTo>
                    <a:pt x="1559557" y="535410"/>
                  </a:lnTo>
                  <a:lnTo>
                    <a:pt x="1524497" y="453195"/>
                  </a:lnTo>
                  <a:close/>
                  <a:moveTo>
                    <a:pt x="1559557" y="535410"/>
                  </a:moveTo>
                  <a:lnTo>
                    <a:pt x="1582841" y="617625"/>
                  </a:lnTo>
                  <a:lnTo>
                    <a:pt x="1680404" y="579188"/>
                  </a:lnTo>
                  <a:close/>
                  <a:moveTo>
                    <a:pt x="1559557" y="535410"/>
                  </a:moveTo>
                  <a:lnTo>
                    <a:pt x="1680404" y="579188"/>
                  </a:lnTo>
                  <a:lnTo>
                    <a:pt x="1643059" y="496973"/>
                  </a:lnTo>
                  <a:close/>
                  <a:moveTo>
                    <a:pt x="1524497" y="453195"/>
                  </a:moveTo>
                  <a:lnTo>
                    <a:pt x="1559557" y="535410"/>
                  </a:lnTo>
                  <a:lnTo>
                    <a:pt x="1643059" y="496973"/>
                  </a:lnTo>
                  <a:close/>
                  <a:moveTo>
                    <a:pt x="1524497" y="453195"/>
                  </a:moveTo>
                  <a:lnTo>
                    <a:pt x="1643059" y="496973"/>
                  </a:lnTo>
                  <a:lnTo>
                    <a:pt x="1590969" y="414758"/>
                  </a:lnTo>
                  <a:close/>
                  <a:moveTo>
                    <a:pt x="1517474" y="370979"/>
                  </a:moveTo>
                  <a:lnTo>
                    <a:pt x="1524497" y="453195"/>
                  </a:lnTo>
                  <a:lnTo>
                    <a:pt x="1590969" y="414758"/>
                  </a:lnTo>
                  <a:close/>
                  <a:moveTo>
                    <a:pt x="1517474" y="370979"/>
                  </a:moveTo>
                  <a:lnTo>
                    <a:pt x="1590969" y="414758"/>
                  </a:lnTo>
                  <a:lnTo>
                    <a:pt x="1577980" y="332543"/>
                  </a:lnTo>
                  <a:close/>
                  <a:moveTo>
                    <a:pt x="1604831" y="289183"/>
                  </a:moveTo>
                  <a:lnTo>
                    <a:pt x="1517474" y="370979"/>
                  </a:lnTo>
                  <a:lnTo>
                    <a:pt x="1577980" y="332543"/>
                  </a:lnTo>
                  <a:close/>
                  <a:moveTo>
                    <a:pt x="1577980" y="332543"/>
                  </a:moveTo>
                  <a:lnTo>
                    <a:pt x="1680649" y="357453"/>
                  </a:lnTo>
                  <a:lnTo>
                    <a:pt x="1652135" y="303513"/>
                  </a:lnTo>
                  <a:close/>
                  <a:moveTo>
                    <a:pt x="1590969" y="414758"/>
                  </a:moveTo>
                  <a:lnTo>
                    <a:pt x="1680144" y="376322"/>
                  </a:lnTo>
                  <a:lnTo>
                    <a:pt x="1577980" y="332543"/>
                  </a:lnTo>
                  <a:close/>
                  <a:moveTo>
                    <a:pt x="1604831" y="289183"/>
                  </a:moveTo>
                  <a:lnTo>
                    <a:pt x="1577980" y="332543"/>
                  </a:lnTo>
                  <a:lnTo>
                    <a:pt x="1652135" y="303513"/>
                  </a:lnTo>
                  <a:close/>
                  <a:moveTo>
                    <a:pt x="1726922" y="251800"/>
                  </a:moveTo>
                  <a:lnTo>
                    <a:pt x="1652135" y="303513"/>
                  </a:lnTo>
                  <a:lnTo>
                    <a:pt x="1684387" y="294106"/>
                  </a:lnTo>
                  <a:close/>
                  <a:moveTo>
                    <a:pt x="1604831" y="289183"/>
                  </a:moveTo>
                  <a:lnTo>
                    <a:pt x="1652135" y="303513"/>
                  </a:lnTo>
                  <a:lnTo>
                    <a:pt x="1726922" y="251800"/>
                  </a:lnTo>
                  <a:close/>
                  <a:moveTo>
                    <a:pt x="1652135" y="303513"/>
                  </a:moveTo>
                  <a:lnTo>
                    <a:pt x="1680649" y="357453"/>
                  </a:lnTo>
                  <a:lnTo>
                    <a:pt x="1684387" y="294106"/>
                  </a:lnTo>
                  <a:close/>
                  <a:moveTo>
                    <a:pt x="2200721" y="761037"/>
                  </a:moveTo>
                  <a:lnTo>
                    <a:pt x="2233215" y="814914"/>
                  </a:lnTo>
                  <a:lnTo>
                    <a:pt x="2282426" y="748961"/>
                  </a:lnTo>
                  <a:close/>
                  <a:moveTo>
                    <a:pt x="1783198" y="247005"/>
                  </a:moveTo>
                  <a:lnTo>
                    <a:pt x="1726922" y="251800"/>
                  </a:lnTo>
                  <a:lnTo>
                    <a:pt x="1684387" y="294106"/>
                  </a:lnTo>
                  <a:close/>
                  <a:moveTo>
                    <a:pt x="1845811" y="202446"/>
                  </a:moveTo>
                  <a:lnTo>
                    <a:pt x="1775539" y="211891"/>
                  </a:lnTo>
                  <a:lnTo>
                    <a:pt x="1726922" y="251800"/>
                  </a:lnTo>
                  <a:close/>
                  <a:moveTo>
                    <a:pt x="1845811" y="202446"/>
                  </a:moveTo>
                  <a:lnTo>
                    <a:pt x="1726922" y="251800"/>
                  </a:lnTo>
                  <a:lnTo>
                    <a:pt x="1783198" y="247005"/>
                  </a:lnTo>
                  <a:close/>
                  <a:moveTo>
                    <a:pt x="1828185" y="181480"/>
                  </a:moveTo>
                  <a:lnTo>
                    <a:pt x="1845811" y="202446"/>
                  </a:lnTo>
                  <a:lnTo>
                    <a:pt x="1839746" y="173455"/>
                  </a:lnTo>
                  <a:close/>
                  <a:moveTo>
                    <a:pt x="1791923" y="250460"/>
                  </a:moveTo>
                  <a:lnTo>
                    <a:pt x="1845811" y="202446"/>
                  </a:lnTo>
                  <a:lnTo>
                    <a:pt x="1783198" y="247005"/>
                  </a:lnTo>
                  <a:close/>
                  <a:moveTo>
                    <a:pt x="1791923" y="250460"/>
                  </a:moveTo>
                  <a:lnTo>
                    <a:pt x="1869572" y="247926"/>
                  </a:lnTo>
                  <a:lnTo>
                    <a:pt x="1845811" y="202446"/>
                  </a:lnTo>
                  <a:close/>
                  <a:moveTo>
                    <a:pt x="1869572" y="247926"/>
                  </a:moveTo>
                  <a:lnTo>
                    <a:pt x="1977986" y="202770"/>
                  </a:lnTo>
                  <a:lnTo>
                    <a:pt x="1839746" y="173455"/>
                  </a:lnTo>
                  <a:close/>
                  <a:moveTo>
                    <a:pt x="1839746" y="173455"/>
                  </a:moveTo>
                  <a:lnTo>
                    <a:pt x="1977986" y="202770"/>
                  </a:lnTo>
                  <a:lnTo>
                    <a:pt x="1916243" y="135019"/>
                  </a:lnTo>
                  <a:close/>
                  <a:moveTo>
                    <a:pt x="1839746" y="173455"/>
                  </a:moveTo>
                  <a:lnTo>
                    <a:pt x="1845811" y="202446"/>
                  </a:lnTo>
                  <a:lnTo>
                    <a:pt x="1869572" y="247926"/>
                  </a:lnTo>
                  <a:close/>
                  <a:moveTo>
                    <a:pt x="1834794" y="91240"/>
                  </a:moveTo>
                  <a:lnTo>
                    <a:pt x="1839746" y="173455"/>
                  </a:lnTo>
                  <a:lnTo>
                    <a:pt x="1916243" y="135019"/>
                  </a:lnTo>
                  <a:close/>
                  <a:moveTo>
                    <a:pt x="1834794" y="91240"/>
                  </a:moveTo>
                  <a:lnTo>
                    <a:pt x="1916243" y="135019"/>
                  </a:lnTo>
                  <a:lnTo>
                    <a:pt x="1911071" y="52803"/>
                  </a:lnTo>
                  <a:close/>
                  <a:moveTo>
                    <a:pt x="1916243" y="135019"/>
                  </a:moveTo>
                  <a:lnTo>
                    <a:pt x="1977986" y="202770"/>
                  </a:lnTo>
                  <a:lnTo>
                    <a:pt x="1985762" y="113965"/>
                  </a:lnTo>
                  <a:close/>
                  <a:moveTo>
                    <a:pt x="1911071" y="52803"/>
                  </a:moveTo>
                  <a:lnTo>
                    <a:pt x="1985762" y="113965"/>
                  </a:lnTo>
                  <a:lnTo>
                    <a:pt x="1955286" y="38649"/>
                  </a:lnTo>
                  <a:close/>
                  <a:moveTo>
                    <a:pt x="1911071" y="52803"/>
                  </a:moveTo>
                  <a:lnTo>
                    <a:pt x="1916243" y="135019"/>
                  </a:lnTo>
                  <a:lnTo>
                    <a:pt x="1985762" y="113965"/>
                  </a:lnTo>
                  <a:close/>
                  <a:moveTo>
                    <a:pt x="2078878" y="96581"/>
                  </a:moveTo>
                  <a:lnTo>
                    <a:pt x="2051958" y="14367"/>
                  </a:lnTo>
                  <a:lnTo>
                    <a:pt x="1985762" y="113965"/>
                  </a:lnTo>
                  <a:close/>
                  <a:moveTo>
                    <a:pt x="2051958" y="14367"/>
                  </a:moveTo>
                  <a:lnTo>
                    <a:pt x="1955286" y="38649"/>
                  </a:lnTo>
                  <a:lnTo>
                    <a:pt x="1985762" y="113965"/>
                  </a:lnTo>
                  <a:close/>
                  <a:moveTo>
                    <a:pt x="1929629" y="21968"/>
                  </a:moveTo>
                  <a:lnTo>
                    <a:pt x="1911071" y="52803"/>
                  </a:lnTo>
                  <a:lnTo>
                    <a:pt x="1955286" y="38649"/>
                  </a:lnTo>
                  <a:close/>
                  <a:moveTo>
                    <a:pt x="2057154" y="4904"/>
                  </a:moveTo>
                  <a:lnTo>
                    <a:pt x="1955286" y="38649"/>
                  </a:lnTo>
                  <a:lnTo>
                    <a:pt x="2051958" y="14367"/>
                  </a:lnTo>
                  <a:close/>
                  <a:moveTo>
                    <a:pt x="1929629" y="21968"/>
                  </a:moveTo>
                  <a:lnTo>
                    <a:pt x="1955286" y="38649"/>
                  </a:lnTo>
                  <a:lnTo>
                    <a:pt x="2057154" y="4904"/>
                  </a:lnTo>
                  <a:close/>
                  <a:moveTo>
                    <a:pt x="2195261" y="164922"/>
                  </a:moveTo>
                  <a:lnTo>
                    <a:pt x="2171363" y="178797"/>
                  </a:lnTo>
                  <a:lnTo>
                    <a:pt x="2227853" y="149261"/>
                  </a:lnTo>
                  <a:close/>
                  <a:moveTo>
                    <a:pt x="2195261" y="164922"/>
                  </a:moveTo>
                  <a:lnTo>
                    <a:pt x="2082725" y="100509"/>
                  </a:lnTo>
                  <a:lnTo>
                    <a:pt x="2171363" y="178797"/>
                  </a:lnTo>
                  <a:close/>
                  <a:moveTo>
                    <a:pt x="2083031" y="95480"/>
                  </a:moveTo>
                  <a:lnTo>
                    <a:pt x="2082725" y="100509"/>
                  </a:lnTo>
                  <a:lnTo>
                    <a:pt x="2195261" y="164922"/>
                  </a:lnTo>
                  <a:close/>
                  <a:moveTo>
                    <a:pt x="2185104" y="73088"/>
                  </a:moveTo>
                  <a:lnTo>
                    <a:pt x="2083031" y="95480"/>
                  </a:lnTo>
                  <a:lnTo>
                    <a:pt x="2195261" y="164922"/>
                  </a:lnTo>
                  <a:close/>
                  <a:moveTo>
                    <a:pt x="2195261" y="164922"/>
                  </a:moveTo>
                  <a:lnTo>
                    <a:pt x="2280276" y="156399"/>
                  </a:lnTo>
                  <a:lnTo>
                    <a:pt x="2263449" y="69987"/>
                  </a:lnTo>
                  <a:close/>
                  <a:moveTo>
                    <a:pt x="2195261" y="164922"/>
                  </a:moveTo>
                  <a:lnTo>
                    <a:pt x="2263449" y="69987"/>
                  </a:lnTo>
                  <a:lnTo>
                    <a:pt x="2185104" y="73088"/>
                  </a:lnTo>
                  <a:close/>
                  <a:moveTo>
                    <a:pt x="2078878" y="96581"/>
                  </a:moveTo>
                  <a:lnTo>
                    <a:pt x="2082725" y="100509"/>
                  </a:lnTo>
                  <a:lnTo>
                    <a:pt x="2083031" y="95480"/>
                  </a:lnTo>
                  <a:close/>
                  <a:moveTo>
                    <a:pt x="2051958" y="14367"/>
                  </a:moveTo>
                  <a:lnTo>
                    <a:pt x="2083031" y="95480"/>
                  </a:lnTo>
                  <a:lnTo>
                    <a:pt x="2063497" y="11267"/>
                  </a:lnTo>
                  <a:close/>
                  <a:moveTo>
                    <a:pt x="2051958" y="14367"/>
                  </a:moveTo>
                  <a:lnTo>
                    <a:pt x="2078878" y="96581"/>
                  </a:lnTo>
                  <a:lnTo>
                    <a:pt x="2083031" y="95480"/>
                  </a:lnTo>
                  <a:close/>
                  <a:moveTo>
                    <a:pt x="2083031" y="95480"/>
                  </a:moveTo>
                  <a:lnTo>
                    <a:pt x="2151887" y="0"/>
                  </a:lnTo>
                  <a:lnTo>
                    <a:pt x="2063497" y="11267"/>
                  </a:lnTo>
                  <a:close/>
                  <a:moveTo>
                    <a:pt x="2057154" y="4904"/>
                  </a:moveTo>
                  <a:lnTo>
                    <a:pt x="2051958" y="14367"/>
                  </a:lnTo>
                  <a:lnTo>
                    <a:pt x="2063497" y="11267"/>
                  </a:lnTo>
                  <a:close/>
                  <a:moveTo>
                    <a:pt x="2532406" y="451960"/>
                  </a:moveTo>
                  <a:lnTo>
                    <a:pt x="2496308" y="469221"/>
                  </a:lnTo>
                  <a:lnTo>
                    <a:pt x="2540069" y="466745"/>
                  </a:lnTo>
                  <a:close/>
                  <a:moveTo>
                    <a:pt x="2540069" y="466745"/>
                  </a:moveTo>
                  <a:lnTo>
                    <a:pt x="2554742" y="387006"/>
                  </a:lnTo>
                  <a:lnTo>
                    <a:pt x="2532406" y="451960"/>
                  </a:lnTo>
                  <a:close/>
                  <a:moveTo>
                    <a:pt x="2600948" y="377750"/>
                  </a:moveTo>
                  <a:lnTo>
                    <a:pt x="2554742" y="387006"/>
                  </a:lnTo>
                  <a:lnTo>
                    <a:pt x="2540069" y="46674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33" name="Candidate_density__2132">
              <a:extLst>
                <a:ext uri="{FF2B5EF4-FFF2-40B4-BE49-F238E27FC236}">
                  <a16:creationId xmlns:a16="http://schemas.microsoft.com/office/drawing/2014/main" id="{E1680D1B-4767-ED2D-C806-3D94E97D3AD4}"/>
                </a:ext>
              </a:extLst>
            </p:cNvPr>
            <p:cNvSpPr>
              <a:spLocks noGrp="1"/>
            </p:cNvSpPr>
            <p:nvPr/>
          </p:nvSpPr>
          <p:spPr>
            <a:xfrm>
              <a:off x="3953875" y="1847259"/>
              <a:ext cx="1843800" cy="1638049"/>
            </a:xfrm>
            <a:custGeom>
              <a:avLst/>
              <a:gdLst/>
              <a:ahLst/>
              <a:cxnLst/>
              <a:rect l="0" t="0" r="0" b="0"/>
              <a:pathLst>
                <a:path w="1843800" h="1638049">
                  <a:moveTo>
                    <a:pt x="0" y="1539807"/>
                  </a:moveTo>
                  <a:lnTo>
                    <a:pt x="43366" y="1509249"/>
                  </a:lnTo>
                  <a:lnTo>
                    <a:pt x="82435" y="1440120"/>
                  </a:lnTo>
                  <a:close/>
                  <a:moveTo>
                    <a:pt x="531395" y="1358469"/>
                  </a:moveTo>
                  <a:lnTo>
                    <a:pt x="505208" y="1413350"/>
                  </a:lnTo>
                  <a:lnTo>
                    <a:pt x="592672" y="1308915"/>
                  </a:lnTo>
                  <a:close/>
                  <a:moveTo>
                    <a:pt x="581872" y="1331990"/>
                  </a:moveTo>
                  <a:lnTo>
                    <a:pt x="531395" y="1358469"/>
                  </a:lnTo>
                  <a:lnTo>
                    <a:pt x="648861" y="1303792"/>
                  </a:lnTo>
                  <a:close/>
                  <a:moveTo>
                    <a:pt x="1020622" y="1638049"/>
                  </a:moveTo>
                  <a:lnTo>
                    <a:pt x="1086863" y="1611580"/>
                  </a:lnTo>
                  <a:lnTo>
                    <a:pt x="1128817" y="1553232"/>
                  </a:lnTo>
                  <a:close/>
                  <a:moveTo>
                    <a:pt x="1128817" y="1553232"/>
                  </a:moveTo>
                  <a:lnTo>
                    <a:pt x="1188972" y="1521291"/>
                  </a:lnTo>
                  <a:lnTo>
                    <a:pt x="1186973" y="1517397"/>
                  </a:lnTo>
                  <a:close/>
                  <a:moveTo>
                    <a:pt x="1153479" y="1581988"/>
                  </a:moveTo>
                  <a:lnTo>
                    <a:pt x="1188972" y="1521291"/>
                  </a:lnTo>
                  <a:lnTo>
                    <a:pt x="1128817" y="1553232"/>
                  </a:lnTo>
                  <a:close/>
                  <a:moveTo>
                    <a:pt x="1086863" y="1611580"/>
                  </a:moveTo>
                  <a:lnTo>
                    <a:pt x="1153479" y="1581988"/>
                  </a:lnTo>
                  <a:lnTo>
                    <a:pt x="1128817" y="1553232"/>
                  </a:lnTo>
                  <a:close/>
                  <a:moveTo>
                    <a:pt x="964111" y="1270751"/>
                  </a:moveTo>
                  <a:lnTo>
                    <a:pt x="904270" y="1370789"/>
                  </a:lnTo>
                  <a:lnTo>
                    <a:pt x="936349" y="1327491"/>
                  </a:lnTo>
                  <a:close/>
                  <a:moveTo>
                    <a:pt x="962235" y="1284164"/>
                  </a:moveTo>
                  <a:lnTo>
                    <a:pt x="964111" y="1270751"/>
                  </a:lnTo>
                  <a:lnTo>
                    <a:pt x="936349" y="1327491"/>
                  </a:lnTo>
                  <a:close/>
                  <a:moveTo>
                    <a:pt x="1248374" y="1506379"/>
                  </a:moveTo>
                  <a:lnTo>
                    <a:pt x="1186973" y="1517397"/>
                  </a:lnTo>
                  <a:lnTo>
                    <a:pt x="1198144" y="1513835"/>
                  </a:lnTo>
                  <a:close/>
                  <a:moveTo>
                    <a:pt x="1128817" y="1553232"/>
                  </a:moveTo>
                  <a:lnTo>
                    <a:pt x="1186973" y="1517397"/>
                  </a:lnTo>
                  <a:lnTo>
                    <a:pt x="1248374" y="1506379"/>
                  </a:lnTo>
                  <a:close/>
                  <a:moveTo>
                    <a:pt x="1278424" y="1478960"/>
                  </a:moveTo>
                  <a:lnTo>
                    <a:pt x="1319463" y="1375704"/>
                  </a:lnTo>
                  <a:lnTo>
                    <a:pt x="1303724" y="1358309"/>
                  </a:lnTo>
                  <a:close/>
                  <a:moveTo>
                    <a:pt x="1330410" y="1166620"/>
                  </a:moveTo>
                  <a:lnTo>
                    <a:pt x="1355127" y="1193878"/>
                  </a:lnTo>
                  <a:lnTo>
                    <a:pt x="1341302" y="1144759"/>
                  </a:lnTo>
                  <a:close/>
                  <a:moveTo>
                    <a:pt x="1341302" y="1144759"/>
                  </a:moveTo>
                  <a:lnTo>
                    <a:pt x="1355127" y="1193878"/>
                  </a:lnTo>
                  <a:lnTo>
                    <a:pt x="1354152" y="1129349"/>
                  </a:lnTo>
                  <a:close/>
                  <a:moveTo>
                    <a:pt x="1341302" y="1144759"/>
                  </a:moveTo>
                  <a:lnTo>
                    <a:pt x="1354152" y="1129349"/>
                  </a:lnTo>
                  <a:lnTo>
                    <a:pt x="1398852" y="1081272"/>
                  </a:lnTo>
                  <a:close/>
                  <a:moveTo>
                    <a:pt x="1398852" y="1081272"/>
                  </a:moveTo>
                  <a:lnTo>
                    <a:pt x="1400266" y="1070328"/>
                  </a:lnTo>
                  <a:lnTo>
                    <a:pt x="1389003" y="1107902"/>
                  </a:lnTo>
                  <a:close/>
                  <a:moveTo>
                    <a:pt x="1341302" y="1144759"/>
                  </a:moveTo>
                  <a:lnTo>
                    <a:pt x="1398852" y="1081272"/>
                  </a:lnTo>
                  <a:lnTo>
                    <a:pt x="1389003" y="1107902"/>
                  </a:lnTo>
                  <a:close/>
                  <a:moveTo>
                    <a:pt x="1400266" y="1070328"/>
                  </a:moveTo>
                  <a:lnTo>
                    <a:pt x="1398852" y="1081272"/>
                  </a:lnTo>
                  <a:lnTo>
                    <a:pt x="1411034" y="1073227"/>
                  </a:lnTo>
                  <a:close/>
                  <a:moveTo>
                    <a:pt x="1719638" y="368651"/>
                  </a:moveTo>
                  <a:lnTo>
                    <a:pt x="1697242" y="348374"/>
                  </a:lnTo>
                  <a:lnTo>
                    <a:pt x="1637904" y="341720"/>
                  </a:lnTo>
                  <a:close/>
                  <a:moveTo>
                    <a:pt x="1843800" y="339013"/>
                  </a:moveTo>
                  <a:lnTo>
                    <a:pt x="1752047" y="365560"/>
                  </a:lnTo>
                  <a:lnTo>
                    <a:pt x="1719638" y="368651"/>
                  </a:lnTo>
                  <a:close/>
                  <a:moveTo>
                    <a:pt x="1694686" y="60156"/>
                  </a:moveTo>
                  <a:lnTo>
                    <a:pt x="1736155" y="0"/>
                  </a:lnTo>
                  <a:lnTo>
                    <a:pt x="1624560" y="76626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34" name="Candidate_density__2133">
              <a:extLst>
                <a:ext uri="{FF2B5EF4-FFF2-40B4-BE49-F238E27FC236}">
                  <a16:creationId xmlns:a16="http://schemas.microsoft.com/office/drawing/2014/main" id="{2F21988A-01ED-3AA9-64FE-A157AFF5333B}"/>
                </a:ext>
              </a:extLst>
            </p:cNvPr>
            <p:cNvSpPr>
              <a:spLocks noGrp="1"/>
            </p:cNvSpPr>
            <p:nvPr/>
          </p:nvSpPr>
          <p:spPr>
            <a:xfrm>
              <a:off x="3819709" y="1829279"/>
              <a:ext cx="2101461" cy="1716201"/>
            </a:xfrm>
            <a:custGeom>
              <a:avLst/>
              <a:gdLst/>
              <a:ahLst/>
              <a:cxnLst/>
              <a:rect l="0" t="0" r="0" b="0"/>
              <a:pathLst>
                <a:path w="2101461" h="1716201">
                  <a:moveTo>
                    <a:pt x="0" y="1205581"/>
                  </a:moveTo>
                  <a:lnTo>
                    <a:pt x="2169" y="1285537"/>
                  </a:lnTo>
                  <a:lnTo>
                    <a:pt x="3901" y="1190489"/>
                  </a:lnTo>
                  <a:close/>
                  <a:moveTo>
                    <a:pt x="195461" y="1519350"/>
                  </a:moveTo>
                  <a:lnTo>
                    <a:pt x="216601" y="1458100"/>
                  </a:lnTo>
                  <a:lnTo>
                    <a:pt x="216338" y="1432790"/>
                  </a:lnTo>
                  <a:close/>
                  <a:moveTo>
                    <a:pt x="566784" y="1716201"/>
                  </a:moveTo>
                  <a:lnTo>
                    <a:pt x="633623" y="1687443"/>
                  </a:lnTo>
                  <a:lnTo>
                    <a:pt x="673383" y="1620895"/>
                  </a:lnTo>
                  <a:close/>
                  <a:moveTo>
                    <a:pt x="611115" y="1666747"/>
                  </a:moveTo>
                  <a:lnTo>
                    <a:pt x="566784" y="1716201"/>
                  </a:lnTo>
                  <a:lnTo>
                    <a:pt x="673383" y="1620895"/>
                  </a:lnTo>
                  <a:close/>
                  <a:moveTo>
                    <a:pt x="649085" y="1523527"/>
                  </a:moveTo>
                  <a:lnTo>
                    <a:pt x="689851" y="1486255"/>
                  </a:lnTo>
                  <a:lnTo>
                    <a:pt x="696192" y="1568471"/>
                  </a:lnTo>
                  <a:close/>
                  <a:moveTo>
                    <a:pt x="609719" y="1404040"/>
                  </a:moveTo>
                  <a:lnTo>
                    <a:pt x="639373" y="1431330"/>
                  </a:lnTo>
                  <a:lnTo>
                    <a:pt x="665561" y="1376449"/>
                  </a:lnTo>
                  <a:close/>
                  <a:moveTo>
                    <a:pt x="437159" y="1079808"/>
                  </a:moveTo>
                  <a:lnTo>
                    <a:pt x="446349" y="1066703"/>
                  </a:lnTo>
                  <a:lnTo>
                    <a:pt x="404800" y="1157395"/>
                  </a:lnTo>
                  <a:close/>
                  <a:moveTo>
                    <a:pt x="446349" y="1066703"/>
                  </a:moveTo>
                  <a:lnTo>
                    <a:pt x="433059" y="1064477"/>
                  </a:lnTo>
                  <a:lnTo>
                    <a:pt x="394886" y="992965"/>
                  </a:lnTo>
                  <a:close/>
                  <a:moveTo>
                    <a:pt x="539624" y="969048"/>
                  </a:moveTo>
                  <a:lnTo>
                    <a:pt x="527270" y="961416"/>
                  </a:lnTo>
                  <a:lnTo>
                    <a:pt x="604263" y="1036744"/>
                  </a:lnTo>
                  <a:close/>
                  <a:moveTo>
                    <a:pt x="809490" y="1253528"/>
                  </a:moveTo>
                  <a:lnTo>
                    <a:pt x="716037" y="1349969"/>
                  </a:lnTo>
                  <a:lnTo>
                    <a:pt x="783026" y="1321772"/>
                  </a:lnTo>
                  <a:close/>
                  <a:moveTo>
                    <a:pt x="539624" y="969048"/>
                  </a:moveTo>
                  <a:lnTo>
                    <a:pt x="677715" y="991488"/>
                  </a:lnTo>
                  <a:lnTo>
                    <a:pt x="595322" y="962091"/>
                  </a:lnTo>
                  <a:close/>
                  <a:moveTo>
                    <a:pt x="1166661" y="1288731"/>
                  </a:moveTo>
                  <a:lnTo>
                    <a:pt x="1181197" y="1293797"/>
                  </a:lnTo>
                  <a:lnTo>
                    <a:pt x="1188700" y="1293484"/>
                  </a:lnTo>
                  <a:close/>
                  <a:moveTo>
                    <a:pt x="1098277" y="1288731"/>
                  </a:moveTo>
                  <a:lnTo>
                    <a:pt x="1096400" y="1302144"/>
                  </a:lnTo>
                  <a:lnTo>
                    <a:pt x="1110878" y="1281178"/>
                  </a:lnTo>
                  <a:close/>
                  <a:moveTo>
                    <a:pt x="1166661" y="1288731"/>
                  </a:moveTo>
                  <a:lnTo>
                    <a:pt x="1188700" y="1293484"/>
                  </a:lnTo>
                  <a:lnTo>
                    <a:pt x="1189898" y="1286723"/>
                  </a:lnTo>
                  <a:close/>
                  <a:moveTo>
                    <a:pt x="1189898" y="1286723"/>
                  </a:moveTo>
                  <a:lnTo>
                    <a:pt x="1110878" y="1281178"/>
                  </a:lnTo>
                  <a:lnTo>
                    <a:pt x="1166661" y="1288731"/>
                  </a:lnTo>
                  <a:close/>
                  <a:moveTo>
                    <a:pt x="1161462" y="976445"/>
                  </a:moveTo>
                  <a:lnTo>
                    <a:pt x="1203355" y="917871"/>
                  </a:lnTo>
                  <a:lnTo>
                    <a:pt x="1094150" y="1003434"/>
                  </a:lnTo>
                  <a:close/>
                  <a:moveTo>
                    <a:pt x="1225840" y="857135"/>
                  </a:moveTo>
                  <a:lnTo>
                    <a:pt x="1203355" y="917871"/>
                  </a:lnTo>
                  <a:lnTo>
                    <a:pt x="1266213" y="882998"/>
                  </a:lnTo>
                  <a:close/>
                  <a:moveTo>
                    <a:pt x="1235643" y="823390"/>
                  </a:moveTo>
                  <a:lnTo>
                    <a:pt x="1268036" y="881046"/>
                  </a:lnTo>
                  <a:lnTo>
                    <a:pt x="1311643" y="828883"/>
                  </a:lnTo>
                  <a:close/>
                  <a:moveTo>
                    <a:pt x="1534432" y="1088308"/>
                  </a:moveTo>
                  <a:lnTo>
                    <a:pt x="1545199" y="1091207"/>
                  </a:lnTo>
                  <a:lnTo>
                    <a:pt x="1543793" y="980605"/>
                  </a:lnTo>
                  <a:close/>
                  <a:moveTo>
                    <a:pt x="1359803" y="793743"/>
                  </a:moveTo>
                  <a:lnTo>
                    <a:pt x="1265809" y="824641"/>
                  </a:lnTo>
                  <a:lnTo>
                    <a:pt x="1235643" y="823390"/>
                  </a:lnTo>
                  <a:close/>
                  <a:moveTo>
                    <a:pt x="1359803" y="793743"/>
                  </a:moveTo>
                  <a:lnTo>
                    <a:pt x="1235643" y="823390"/>
                  </a:lnTo>
                  <a:lnTo>
                    <a:pt x="1311643" y="828883"/>
                  </a:lnTo>
                  <a:close/>
                  <a:moveTo>
                    <a:pt x="1381622" y="811866"/>
                  </a:moveTo>
                  <a:lnTo>
                    <a:pt x="1401555" y="806125"/>
                  </a:lnTo>
                  <a:lnTo>
                    <a:pt x="1359803" y="793743"/>
                  </a:lnTo>
                  <a:close/>
                  <a:moveTo>
                    <a:pt x="1381622" y="811866"/>
                  </a:moveTo>
                  <a:lnTo>
                    <a:pt x="1359803" y="793743"/>
                  </a:lnTo>
                  <a:lnTo>
                    <a:pt x="1311643" y="828883"/>
                  </a:lnTo>
                  <a:close/>
                  <a:moveTo>
                    <a:pt x="1559330" y="867882"/>
                  </a:moveTo>
                  <a:lnTo>
                    <a:pt x="1581917" y="888340"/>
                  </a:lnTo>
                  <a:lnTo>
                    <a:pt x="1610934" y="786429"/>
                  </a:lnTo>
                  <a:close/>
                  <a:moveTo>
                    <a:pt x="1604234" y="719912"/>
                  </a:moveTo>
                  <a:lnTo>
                    <a:pt x="1657843" y="648200"/>
                  </a:lnTo>
                  <a:lnTo>
                    <a:pt x="1655940" y="647037"/>
                  </a:lnTo>
                  <a:close/>
                  <a:moveTo>
                    <a:pt x="1629317" y="750234"/>
                  </a:moveTo>
                  <a:lnTo>
                    <a:pt x="1657843" y="648200"/>
                  </a:lnTo>
                  <a:lnTo>
                    <a:pt x="1604234" y="719912"/>
                  </a:lnTo>
                  <a:close/>
                  <a:moveTo>
                    <a:pt x="1553025" y="743650"/>
                  </a:moveTo>
                  <a:lnTo>
                    <a:pt x="1629317" y="750234"/>
                  </a:lnTo>
                  <a:lnTo>
                    <a:pt x="1604234" y="719912"/>
                  </a:lnTo>
                  <a:close/>
                  <a:moveTo>
                    <a:pt x="1763308" y="723143"/>
                  </a:moveTo>
                  <a:lnTo>
                    <a:pt x="1898175" y="773030"/>
                  </a:lnTo>
                  <a:lnTo>
                    <a:pt x="1819080" y="750664"/>
                  </a:lnTo>
                  <a:close/>
                  <a:moveTo>
                    <a:pt x="1763308" y="723143"/>
                  </a:moveTo>
                  <a:lnTo>
                    <a:pt x="1898671" y="773780"/>
                  </a:lnTo>
                  <a:lnTo>
                    <a:pt x="1898175" y="773030"/>
                  </a:lnTo>
                  <a:close/>
                  <a:moveTo>
                    <a:pt x="1610561" y="726139"/>
                  </a:moveTo>
                  <a:lnTo>
                    <a:pt x="1655940" y="647037"/>
                  </a:lnTo>
                  <a:lnTo>
                    <a:pt x="1662631" y="644308"/>
                  </a:lnTo>
                  <a:close/>
                  <a:moveTo>
                    <a:pt x="1615641" y="564822"/>
                  </a:moveTo>
                  <a:lnTo>
                    <a:pt x="1631421" y="542898"/>
                  </a:lnTo>
                  <a:lnTo>
                    <a:pt x="1668955" y="468029"/>
                  </a:lnTo>
                  <a:close/>
                  <a:moveTo>
                    <a:pt x="1980442" y="796657"/>
                  </a:moveTo>
                  <a:lnTo>
                    <a:pt x="1898671" y="773780"/>
                  </a:lnTo>
                  <a:lnTo>
                    <a:pt x="1948889" y="793546"/>
                  </a:lnTo>
                  <a:close/>
                  <a:moveTo>
                    <a:pt x="1898175" y="773030"/>
                  </a:moveTo>
                  <a:lnTo>
                    <a:pt x="1901247" y="771685"/>
                  </a:lnTo>
                  <a:lnTo>
                    <a:pt x="1819080" y="750664"/>
                  </a:lnTo>
                  <a:close/>
                  <a:moveTo>
                    <a:pt x="1901247" y="771685"/>
                  </a:moveTo>
                  <a:lnTo>
                    <a:pt x="2008867" y="744784"/>
                  </a:lnTo>
                  <a:lnTo>
                    <a:pt x="1943419" y="721687"/>
                  </a:lnTo>
                  <a:close/>
                  <a:moveTo>
                    <a:pt x="2053794" y="792247"/>
                  </a:moveTo>
                  <a:lnTo>
                    <a:pt x="2101461" y="755267"/>
                  </a:lnTo>
                  <a:lnTo>
                    <a:pt x="1980442" y="796657"/>
                  </a:lnTo>
                  <a:close/>
                  <a:moveTo>
                    <a:pt x="1847515" y="415000"/>
                  </a:moveTo>
                  <a:lnTo>
                    <a:pt x="1853803" y="386630"/>
                  </a:lnTo>
                  <a:lnTo>
                    <a:pt x="1772070" y="359700"/>
                  </a:lnTo>
                  <a:close/>
                  <a:moveTo>
                    <a:pt x="1752415" y="405734"/>
                  </a:moveTo>
                  <a:lnTo>
                    <a:pt x="1762230" y="423742"/>
                  </a:lnTo>
                  <a:lnTo>
                    <a:pt x="1772070" y="359700"/>
                  </a:lnTo>
                  <a:close/>
                  <a:moveTo>
                    <a:pt x="1758726" y="94606"/>
                  </a:moveTo>
                  <a:lnTo>
                    <a:pt x="1837336" y="0"/>
                  </a:lnTo>
                  <a:lnTo>
                    <a:pt x="1776995" y="11371"/>
                  </a:lnTo>
                  <a:close/>
                  <a:moveTo>
                    <a:pt x="1870320" y="17980"/>
                  </a:moveTo>
                  <a:lnTo>
                    <a:pt x="1837336" y="0"/>
                  </a:lnTo>
                  <a:lnTo>
                    <a:pt x="1758726" y="94606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35" name="Candidate_density__2134">
              <a:extLst>
                <a:ext uri="{FF2B5EF4-FFF2-40B4-BE49-F238E27FC236}">
                  <a16:creationId xmlns:a16="http://schemas.microsoft.com/office/drawing/2014/main" id="{17A593AA-9343-3B84-30C3-9E0072F1F769}"/>
                </a:ext>
              </a:extLst>
            </p:cNvPr>
            <p:cNvSpPr>
              <a:spLocks noGrp="1"/>
            </p:cNvSpPr>
            <p:nvPr/>
          </p:nvSpPr>
          <p:spPr>
            <a:xfrm>
              <a:off x="5152018" y="3326218"/>
              <a:ext cx="80280" cy="34875"/>
            </a:xfrm>
            <a:custGeom>
              <a:avLst/>
              <a:gdLst/>
              <a:ahLst/>
              <a:cxnLst/>
              <a:rect l="0" t="0" r="0" b="0"/>
              <a:pathLst>
                <a:path w="80280" h="34875">
                  <a:moveTo>
                    <a:pt x="80280" y="0"/>
                  </a:moveTo>
                  <a:lnTo>
                    <a:pt x="50231" y="27419"/>
                  </a:lnTo>
                  <a:lnTo>
                    <a:pt x="0" y="34875"/>
                  </a:lnTo>
                  <a:close/>
                </a:path>
              </a:pathLst>
            </a:custGeom>
            <a:solidFill>
              <a:srgbClr val="CDD4DA"/>
            </a:solidFill>
            <a:ln w="1524">
              <a:solidFill>
                <a:srgbClr val="CDD4DA"/>
              </a:solidFill>
            </a:ln>
          </p:spPr>
        </p:sp>
        <p:sp>
          <p:nvSpPr>
            <p:cNvPr id="2136" name="Candidate_density__2135">
              <a:extLst>
                <a:ext uri="{FF2B5EF4-FFF2-40B4-BE49-F238E27FC236}">
                  <a16:creationId xmlns:a16="http://schemas.microsoft.com/office/drawing/2014/main" id="{E4357DB8-758A-2D9D-0B2F-56807C8B2BAC}"/>
                </a:ext>
              </a:extLst>
            </p:cNvPr>
            <p:cNvSpPr>
              <a:spLocks noGrp="1"/>
            </p:cNvSpPr>
            <p:nvPr/>
          </p:nvSpPr>
          <p:spPr>
            <a:xfrm>
              <a:off x="3498421" y="1777578"/>
              <a:ext cx="2786288" cy="1527273"/>
            </a:xfrm>
            <a:custGeom>
              <a:avLst/>
              <a:gdLst/>
              <a:ahLst/>
              <a:cxnLst/>
              <a:rect l="0" t="0" r="0" b="0"/>
              <a:pathLst>
                <a:path w="2786288" h="1527273">
                  <a:moveTo>
                    <a:pt x="35134" y="1238574"/>
                  </a:moveTo>
                  <a:lnTo>
                    <a:pt x="0" y="1218243"/>
                  </a:lnTo>
                  <a:lnTo>
                    <a:pt x="59303" y="1280627"/>
                  </a:lnTo>
                  <a:close/>
                  <a:moveTo>
                    <a:pt x="247023" y="1527273"/>
                  </a:moveTo>
                  <a:lnTo>
                    <a:pt x="258891" y="1488836"/>
                  </a:lnTo>
                  <a:lnTo>
                    <a:pt x="201843" y="1445058"/>
                  </a:lnTo>
                  <a:close/>
                  <a:moveTo>
                    <a:pt x="169863" y="1362842"/>
                  </a:moveTo>
                  <a:lnTo>
                    <a:pt x="249320" y="1336919"/>
                  </a:lnTo>
                  <a:lnTo>
                    <a:pt x="133807" y="1328836"/>
                  </a:lnTo>
                  <a:close/>
                  <a:moveTo>
                    <a:pt x="59303" y="1280627"/>
                  </a:moveTo>
                  <a:lnTo>
                    <a:pt x="100074" y="1242191"/>
                  </a:lnTo>
                  <a:lnTo>
                    <a:pt x="35134" y="1238574"/>
                  </a:lnTo>
                  <a:close/>
                  <a:moveTo>
                    <a:pt x="100074" y="1242191"/>
                  </a:moveTo>
                  <a:lnTo>
                    <a:pt x="89794" y="1227736"/>
                  </a:lnTo>
                  <a:lnTo>
                    <a:pt x="35134" y="1238574"/>
                  </a:lnTo>
                  <a:close/>
                  <a:moveTo>
                    <a:pt x="56405" y="1159976"/>
                  </a:moveTo>
                  <a:lnTo>
                    <a:pt x="35134" y="1238574"/>
                  </a:lnTo>
                  <a:lnTo>
                    <a:pt x="89794" y="1227736"/>
                  </a:lnTo>
                  <a:close/>
                  <a:moveTo>
                    <a:pt x="482754" y="1468510"/>
                  </a:moveTo>
                  <a:lnTo>
                    <a:pt x="370718" y="1406621"/>
                  </a:lnTo>
                  <a:lnTo>
                    <a:pt x="424998" y="1429834"/>
                  </a:lnTo>
                  <a:close/>
                  <a:moveTo>
                    <a:pt x="56405" y="1159976"/>
                  </a:moveTo>
                  <a:lnTo>
                    <a:pt x="53260" y="1074852"/>
                  </a:lnTo>
                  <a:lnTo>
                    <a:pt x="53312" y="1091335"/>
                  </a:lnTo>
                  <a:close/>
                  <a:moveTo>
                    <a:pt x="67829" y="1039324"/>
                  </a:moveTo>
                  <a:lnTo>
                    <a:pt x="53260" y="1074852"/>
                  </a:lnTo>
                  <a:lnTo>
                    <a:pt x="56405" y="1159976"/>
                  </a:lnTo>
                  <a:close/>
                  <a:moveTo>
                    <a:pt x="312540" y="1072824"/>
                  </a:moveTo>
                  <a:lnTo>
                    <a:pt x="387343" y="1083103"/>
                  </a:lnTo>
                  <a:lnTo>
                    <a:pt x="265257" y="1023686"/>
                  </a:lnTo>
                  <a:close/>
                  <a:moveTo>
                    <a:pt x="387343" y="1083103"/>
                  </a:moveTo>
                  <a:lnTo>
                    <a:pt x="312540" y="1072824"/>
                  </a:lnTo>
                  <a:lnTo>
                    <a:pt x="318945" y="1080131"/>
                  </a:lnTo>
                  <a:close/>
                  <a:moveTo>
                    <a:pt x="285324" y="807187"/>
                  </a:moveTo>
                  <a:lnTo>
                    <a:pt x="192843" y="821781"/>
                  </a:lnTo>
                  <a:lnTo>
                    <a:pt x="311308" y="853015"/>
                  </a:lnTo>
                  <a:close/>
                  <a:moveTo>
                    <a:pt x="364273" y="772388"/>
                  </a:moveTo>
                  <a:lnTo>
                    <a:pt x="275295" y="715806"/>
                  </a:lnTo>
                  <a:lnTo>
                    <a:pt x="359523" y="807457"/>
                  </a:lnTo>
                  <a:close/>
                  <a:moveTo>
                    <a:pt x="514243" y="759584"/>
                  </a:moveTo>
                  <a:lnTo>
                    <a:pt x="488926" y="744583"/>
                  </a:lnTo>
                  <a:lnTo>
                    <a:pt x="442357" y="785672"/>
                  </a:lnTo>
                  <a:close/>
                  <a:moveTo>
                    <a:pt x="442357" y="785672"/>
                  </a:moveTo>
                  <a:lnTo>
                    <a:pt x="488926" y="744583"/>
                  </a:lnTo>
                  <a:lnTo>
                    <a:pt x="364273" y="772388"/>
                  </a:lnTo>
                  <a:close/>
                  <a:moveTo>
                    <a:pt x="1059074" y="1302932"/>
                  </a:moveTo>
                  <a:lnTo>
                    <a:pt x="1130779" y="1305229"/>
                  </a:lnTo>
                  <a:lnTo>
                    <a:pt x="1057595" y="1262251"/>
                  </a:lnTo>
                  <a:close/>
                  <a:moveTo>
                    <a:pt x="1130779" y="1305229"/>
                  </a:moveTo>
                  <a:lnTo>
                    <a:pt x="1139288" y="1289030"/>
                  </a:lnTo>
                  <a:lnTo>
                    <a:pt x="1057595" y="1262251"/>
                  </a:lnTo>
                  <a:close/>
                  <a:moveTo>
                    <a:pt x="1057595" y="1262251"/>
                  </a:moveTo>
                  <a:lnTo>
                    <a:pt x="988629" y="1214439"/>
                  </a:lnTo>
                  <a:lnTo>
                    <a:pt x="1059074" y="1302932"/>
                  </a:lnTo>
                  <a:close/>
                  <a:moveTo>
                    <a:pt x="978186" y="1244015"/>
                  </a:moveTo>
                  <a:lnTo>
                    <a:pt x="1025575" y="1296654"/>
                  </a:lnTo>
                  <a:lnTo>
                    <a:pt x="1059074" y="1302932"/>
                  </a:lnTo>
                  <a:close/>
                  <a:moveTo>
                    <a:pt x="965424" y="1218384"/>
                  </a:moveTo>
                  <a:lnTo>
                    <a:pt x="978186" y="1244015"/>
                  </a:lnTo>
                  <a:lnTo>
                    <a:pt x="1059074" y="1302932"/>
                  </a:lnTo>
                  <a:close/>
                  <a:moveTo>
                    <a:pt x="1130779" y="1305229"/>
                  </a:moveTo>
                  <a:lnTo>
                    <a:pt x="1148653" y="1296654"/>
                  </a:lnTo>
                  <a:lnTo>
                    <a:pt x="1139288" y="1289030"/>
                  </a:lnTo>
                  <a:close/>
                  <a:moveTo>
                    <a:pt x="965424" y="1218384"/>
                  </a:moveTo>
                  <a:lnTo>
                    <a:pt x="905126" y="1186055"/>
                  </a:lnTo>
                  <a:lnTo>
                    <a:pt x="883977" y="1224007"/>
                  </a:lnTo>
                  <a:close/>
                  <a:moveTo>
                    <a:pt x="624141" y="756272"/>
                  </a:moveTo>
                  <a:lnTo>
                    <a:pt x="514243" y="759584"/>
                  </a:lnTo>
                  <a:lnTo>
                    <a:pt x="575948" y="791287"/>
                  </a:lnTo>
                  <a:close/>
                  <a:moveTo>
                    <a:pt x="534105" y="726117"/>
                  </a:moveTo>
                  <a:lnTo>
                    <a:pt x="537349" y="710426"/>
                  </a:lnTo>
                  <a:lnTo>
                    <a:pt x="514243" y="759584"/>
                  </a:lnTo>
                  <a:close/>
                  <a:moveTo>
                    <a:pt x="1052142" y="1026659"/>
                  </a:moveTo>
                  <a:lnTo>
                    <a:pt x="1129663" y="1105952"/>
                  </a:lnTo>
                  <a:lnTo>
                    <a:pt x="1131986" y="1046527"/>
                  </a:lnTo>
                  <a:close/>
                  <a:moveTo>
                    <a:pt x="1014354" y="1050009"/>
                  </a:moveTo>
                  <a:lnTo>
                    <a:pt x="1129663" y="1105952"/>
                  </a:lnTo>
                  <a:lnTo>
                    <a:pt x="1052142" y="1026659"/>
                  </a:lnTo>
                  <a:close/>
                  <a:moveTo>
                    <a:pt x="866378" y="929357"/>
                  </a:moveTo>
                  <a:lnTo>
                    <a:pt x="808365" y="887739"/>
                  </a:lnTo>
                  <a:lnTo>
                    <a:pt x="804210" y="885579"/>
                  </a:lnTo>
                  <a:close/>
                  <a:moveTo>
                    <a:pt x="866378" y="929357"/>
                  </a:moveTo>
                  <a:lnTo>
                    <a:pt x="804210" y="885579"/>
                  </a:lnTo>
                  <a:lnTo>
                    <a:pt x="820163" y="847142"/>
                  </a:lnTo>
                  <a:close/>
                  <a:moveTo>
                    <a:pt x="947148" y="932965"/>
                  </a:moveTo>
                  <a:lnTo>
                    <a:pt x="949979" y="923350"/>
                  </a:lnTo>
                  <a:lnTo>
                    <a:pt x="867281" y="937304"/>
                  </a:lnTo>
                  <a:close/>
                  <a:moveTo>
                    <a:pt x="867281" y="937304"/>
                  </a:moveTo>
                  <a:lnTo>
                    <a:pt x="949979" y="923350"/>
                  </a:lnTo>
                  <a:lnTo>
                    <a:pt x="808778" y="885579"/>
                  </a:lnTo>
                  <a:close/>
                  <a:moveTo>
                    <a:pt x="808778" y="885579"/>
                  </a:moveTo>
                  <a:lnTo>
                    <a:pt x="949979" y="923350"/>
                  </a:lnTo>
                  <a:lnTo>
                    <a:pt x="856098" y="847142"/>
                  </a:lnTo>
                  <a:close/>
                  <a:moveTo>
                    <a:pt x="808778" y="885579"/>
                  </a:moveTo>
                  <a:lnTo>
                    <a:pt x="808365" y="887739"/>
                  </a:lnTo>
                  <a:lnTo>
                    <a:pt x="867281" y="937304"/>
                  </a:lnTo>
                  <a:close/>
                  <a:moveTo>
                    <a:pt x="953693" y="929357"/>
                  </a:moveTo>
                  <a:lnTo>
                    <a:pt x="947148" y="932965"/>
                  </a:lnTo>
                  <a:lnTo>
                    <a:pt x="916611" y="1013793"/>
                  </a:lnTo>
                  <a:close/>
                  <a:moveTo>
                    <a:pt x="820163" y="847142"/>
                  </a:moveTo>
                  <a:lnTo>
                    <a:pt x="804210" y="885579"/>
                  </a:lnTo>
                  <a:lnTo>
                    <a:pt x="854839" y="846291"/>
                  </a:lnTo>
                  <a:close/>
                  <a:moveTo>
                    <a:pt x="856098" y="847142"/>
                  </a:moveTo>
                  <a:lnTo>
                    <a:pt x="854839" y="846291"/>
                  </a:lnTo>
                  <a:lnTo>
                    <a:pt x="807230" y="883493"/>
                  </a:lnTo>
                  <a:close/>
                  <a:moveTo>
                    <a:pt x="796414" y="627850"/>
                  </a:moveTo>
                  <a:lnTo>
                    <a:pt x="720663" y="595541"/>
                  </a:lnTo>
                  <a:lnTo>
                    <a:pt x="774622" y="609832"/>
                  </a:lnTo>
                  <a:close/>
                  <a:moveTo>
                    <a:pt x="796414" y="627850"/>
                  </a:moveTo>
                  <a:lnTo>
                    <a:pt x="774622" y="609832"/>
                  </a:lnTo>
                  <a:lnTo>
                    <a:pt x="845684" y="596860"/>
                  </a:lnTo>
                  <a:close/>
                  <a:moveTo>
                    <a:pt x="642258" y="598690"/>
                  </a:moveTo>
                  <a:lnTo>
                    <a:pt x="720663" y="595541"/>
                  </a:lnTo>
                  <a:lnTo>
                    <a:pt x="712808" y="593920"/>
                  </a:lnTo>
                  <a:close/>
                  <a:moveTo>
                    <a:pt x="890910" y="617817"/>
                  </a:moveTo>
                  <a:lnTo>
                    <a:pt x="927592" y="624444"/>
                  </a:lnTo>
                  <a:lnTo>
                    <a:pt x="845684" y="596860"/>
                  </a:lnTo>
                  <a:close/>
                  <a:moveTo>
                    <a:pt x="890910" y="617817"/>
                  </a:moveTo>
                  <a:lnTo>
                    <a:pt x="948204" y="631830"/>
                  </a:lnTo>
                  <a:lnTo>
                    <a:pt x="927592" y="624444"/>
                  </a:lnTo>
                  <a:close/>
                  <a:moveTo>
                    <a:pt x="1379745" y="769937"/>
                  </a:moveTo>
                  <a:lnTo>
                    <a:pt x="1476210" y="705715"/>
                  </a:lnTo>
                  <a:lnTo>
                    <a:pt x="1397422" y="731833"/>
                  </a:lnTo>
                  <a:close/>
                  <a:moveTo>
                    <a:pt x="1466818" y="816827"/>
                  </a:moveTo>
                  <a:lnTo>
                    <a:pt x="1556931" y="875091"/>
                  </a:lnTo>
                  <a:lnTo>
                    <a:pt x="1541646" y="775611"/>
                  </a:lnTo>
                  <a:close/>
                  <a:moveTo>
                    <a:pt x="2350164" y="1280680"/>
                  </a:moveTo>
                  <a:lnTo>
                    <a:pt x="2247062" y="1303909"/>
                  </a:lnTo>
                  <a:lnTo>
                    <a:pt x="2239898" y="1326238"/>
                  </a:lnTo>
                  <a:close/>
                  <a:moveTo>
                    <a:pt x="2526630" y="397071"/>
                  </a:moveTo>
                  <a:lnTo>
                    <a:pt x="2609897" y="389969"/>
                  </a:lnTo>
                  <a:lnTo>
                    <a:pt x="2590966" y="305267"/>
                  </a:lnTo>
                  <a:close/>
                  <a:moveTo>
                    <a:pt x="2588098" y="500913"/>
                  </a:moveTo>
                  <a:lnTo>
                    <a:pt x="2679573" y="385904"/>
                  </a:lnTo>
                  <a:lnTo>
                    <a:pt x="2609897" y="389969"/>
                  </a:lnTo>
                  <a:close/>
                  <a:moveTo>
                    <a:pt x="2689997" y="388037"/>
                  </a:moveTo>
                  <a:lnTo>
                    <a:pt x="2679573" y="385904"/>
                  </a:lnTo>
                  <a:lnTo>
                    <a:pt x="2588098" y="500913"/>
                  </a:lnTo>
                  <a:close/>
                  <a:moveTo>
                    <a:pt x="2470223" y="221474"/>
                  </a:moveTo>
                  <a:lnTo>
                    <a:pt x="2439076" y="285858"/>
                  </a:lnTo>
                  <a:lnTo>
                    <a:pt x="2453919" y="256000"/>
                  </a:lnTo>
                  <a:close/>
                  <a:moveTo>
                    <a:pt x="2453919" y="256000"/>
                  </a:moveTo>
                  <a:lnTo>
                    <a:pt x="2439076" y="285858"/>
                  </a:lnTo>
                  <a:lnTo>
                    <a:pt x="2440183" y="306666"/>
                  </a:lnTo>
                  <a:close/>
                  <a:moveTo>
                    <a:pt x="2453919" y="256000"/>
                  </a:moveTo>
                  <a:lnTo>
                    <a:pt x="2565345" y="226004"/>
                  </a:lnTo>
                  <a:lnTo>
                    <a:pt x="2491094" y="201685"/>
                  </a:lnTo>
                  <a:close/>
                  <a:moveTo>
                    <a:pt x="2786288" y="367750"/>
                  </a:moveTo>
                  <a:lnTo>
                    <a:pt x="2690568" y="384977"/>
                  </a:lnTo>
                  <a:lnTo>
                    <a:pt x="2689997" y="388037"/>
                  </a:lnTo>
                  <a:close/>
                  <a:moveTo>
                    <a:pt x="2433570" y="111858"/>
                  </a:moveTo>
                  <a:lnTo>
                    <a:pt x="2476793" y="37219"/>
                  </a:lnTo>
                  <a:lnTo>
                    <a:pt x="2413848" y="27800"/>
                  </a:lnTo>
                  <a:close/>
                  <a:moveTo>
                    <a:pt x="2413848" y="27800"/>
                  </a:moveTo>
                  <a:lnTo>
                    <a:pt x="2476793" y="37219"/>
                  </a:lnTo>
                  <a:lnTo>
                    <a:pt x="2437150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37" name="Candidate_density__2136">
              <a:extLst>
                <a:ext uri="{FF2B5EF4-FFF2-40B4-BE49-F238E27FC236}">
                  <a16:creationId xmlns:a16="http://schemas.microsoft.com/office/drawing/2014/main" id="{442EA854-DF4D-7B6F-07C4-BE26A03C97A1}"/>
                </a:ext>
              </a:extLst>
            </p:cNvPr>
            <p:cNvSpPr>
              <a:spLocks noGrp="1"/>
            </p:cNvSpPr>
            <p:nvPr/>
          </p:nvSpPr>
          <p:spPr>
            <a:xfrm>
              <a:off x="3632227" y="1900249"/>
              <a:ext cx="2476090" cy="1645231"/>
            </a:xfrm>
            <a:custGeom>
              <a:avLst/>
              <a:gdLst/>
              <a:ahLst/>
              <a:cxnLst/>
              <a:rect l="0" t="0" r="0" b="0"/>
              <a:pathLst>
                <a:path w="2476090" h="1645231">
                  <a:moveTo>
                    <a:pt x="118180" y="1412263"/>
                  </a:moveTo>
                  <a:lnTo>
                    <a:pt x="184139" y="1486816"/>
                  </a:lnTo>
                  <a:lnTo>
                    <a:pt x="135058" y="1432466"/>
                  </a:lnTo>
                  <a:close/>
                  <a:moveTo>
                    <a:pt x="135058" y="1432466"/>
                  </a:moveTo>
                  <a:lnTo>
                    <a:pt x="184139" y="1486816"/>
                  </a:lnTo>
                  <a:lnTo>
                    <a:pt x="167235" y="1472475"/>
                  </a:lnTo>
                  <a:close/>
                  <a:moveTo>
                    <a:pt x="0" y="1206164"/>
                  </a:moveTo>
                  <a:lnTo>
                    <a:pt x="124139" y="1176438"/>
                  </a:lnTo>
                  <a:lnTo>
                    <a:pt x="47212" y="1167480"/>
                  </a:lnTo>
                  <a:close/>
                  <a:moveTo>
                    <a:pt x="603599" y="1574374"/>
                  </a:moveTo>
                  <a:lnTo>
                    <a:pt x="670420" y="1535937"/>
                  </a:lnTo>
                  <a:lnTo>
                    <a:pt x="581143" y="1555268"/>
                  </a:lnTo>
                  <a:close/>
                  <a:moveTo>
                    <a:pt x="670420" y="1535937"/>
                  </a:moveTo>
                  <a:lnTo>
                    <a:pt x="622692" y="1495410"/>
                  </a:lnTo>
                  <a:lnTo>
                    <a:pt x="581143" y="1555268"/>
                  </a:lnTo>
                  <a:close/>
                  <a:moveTo>
                    <a:pt x="672982" y="1619984"/>
                  </a:moveTo>
                  <a:lnTo>
                    <a:pt x="754266" y="1645231"/>
                  </a:lnTo>
                  <a:lnTo>
                    <a:pt x="798597" y="1595776"/>
                  </a:lnTo>
                  <a:close/>
                  <a:moveTo>
                    <a:pt x="718945" y="1576627"/>
                  </a:moveTo>
                  <a:lnTo>
                    <a:pt x="798597" y="1595776"/>
                  </a:lnTo>
                  <a:lnTo>
                    <a:pt x="839701" y="1534255"/>
                  </a:lnTo>
                  <a:close/>
                  <a:moveTo>
                    <a:pt x="798597" y="1595776"/>
                  </a:moveTo>
                  <a:lnTo>
                    <a:pt x="860864" y="1549925"/>
                  </a:lnTo>
                  <a:lnTo>
                    <a:pt x="839701" y="1534255"/>
                  </a:lnTo>
                  <a:close/>
                  <a:moveTo>
                    <a:pt x="151517" y="684515"/>
                  </a:moveTo>
                  <a:lnTo>
                    <a:pt x="198765" y="757565"/>
                  </a:lnTo>
                  <a:lnTo>
                    <a:pt x="220442" y="789165"/>
                  </a:lnTo>
                  <a:close/>
                  <a:moveTo>
                    <a:pt x="859780" y="1473185"/>
                  </a:moveTo>
                  <a:lnTo>
                    <a:pt x="839701" y="1534255"/>
                  </a:lnTo>
                  <a:lnTo>
                    <a:pt x="883673" y="1497501"/>
                  </a:lnTo>
                  <a:close/>
                  <a:moveTo>
                    <a:pt x="901972" y="1376849"/>
                  </a:moveTo>
                  <a:lnTo>
                    <a:pt x="862966" y="1406036"/>
                  </a:lnTo>
                  <a:lnTo>
                    <a:pt x="883673" y="1497501"/>
                  </a:lnTo>
                  <a:close/>
                  <a:moveTo>
                    <a:pt x="864364" y="1196061"/>
                  </a:moveTo>
                  <a:lnTo>
                    <a:pt x="903519" y="1278999"/>
                  </a:lnTo>
                  <a:lnTo>
                    <a:pt x="925267" y="1180261"/>
                  </a:lnTo>
                  <a:close/>
                  <a:moveTo>
                    <a:pt x="996972" y="1182558"/>
                  </a:moveTo>
                  <a:lnTo>
                    <a:pt x="925267" y="1180261"/>
                  </a:lnTo>
                  <a:lnTo>
                    <a:pt x="903519" y="1278999"/>
                  </a:lnTo>
                  <a:close/>
                  <a:moveTo>
                    <a:pt x="389990" y="711918"/>
                  </a:moveTo>
                  <a:lnTo>
                    <a:pt x="380436" y="636913"/>
                  </a:lnTo>
                  <a:lnTo>
                    <a:pt x="490334" y="633601"/>
                  </a:lnTo>
                  <a:close/>
                  <a:moveTo>
                    <a:pt x="1031616" y="1256197"/>
                  </a:moveTo>
                  <a:lnTo>
                    <a:pt x="1060079" y="1291937"/>
                  </a:lnTo>
                  <a:lnTo>
                    <a:pt x="1122797" y="1326325"/>
                  </a:lnTo>
                  <a:close/>
                  <a:moveTo>
                    <a:pt x="813341" y="810294"/>
                  </a:moveTo>
                  <a:lnTo>
                    <a:pt x="718045" y="927337"/>
                  </a:lnTo>
                  <a:lnTo>
                    <a:pt x="782804" y="891121"/>
                  </a:lnTo>
                  <a:close/>
                  <a:moveTo>
                    <a:pt x="717996" y="927307"/>
                  </a:moveTo>
                  <a:lnTo>
                    <a:pt x="718045" y="927337"/>
                  </a:lnTo>
                  <a:lnTo>
                    <a:pt x="813341" y="810294"/>
                  </a:lnTo>
                  <a:close/>
                  <a:moveTo>
                    <a:pt x="733474" y="814632"/>
                  </a:moveTo>
                  <a:lnTo>
                    <a:pt x="717996" y="927307"/>
                  </a:lnTo>
                  <a:lnTo>
                    <a:pt x="813341" y="810294"/>
                  </a:lnTo>
                  <a:close/>
                  <a:moveTo>
                    <a:pt x="899420" y="888901"/>
                  </a:moveTo>
                  <a:lnTo>
                    <a:pt x="888641" y="909760"/>
                  </a:lnTo>
                  <a:lnTo>
                    <a:pt x="918335" y="903988"/>
                  </a:lnTo>
                  <a:close/>
                  <a:moveTo>
                    <a:pt x="1412137" y="1427181"/>
                  </a:moveTo>
                  <a:lnTo>
                    <a:pt x="1411354" y="1546621"/>
                  </a:lnTo>
                  <a:lnTo>
                    <a:pt x="1493217" y="1444888"/>
                  </a:lnTo>
                  <a:close/>
                  <a:moveTo>
                    <a:pt x="933925" y="850464"/>
                  </a:moveTo>
                  <a:lnTo>
                    <a:pt x="899420" y="888901"/>
                  </a:lnTo>
                  <a:lnTo>
                    <a:pt x="918335" y="903988"/>
                  </a:lnTo>
                  <a:close/>
                  <a:moveTo>
                    <a:pt x="918335" y="903988"/>
                  </a:moveTo>
                  <a:lnTo>
                    <a:pt x="998179" y="923856"/>
                  </a:lnTo>
                  <a:lnTo>
                    <a:pt x="964240" y="860419"/>
                  </a:lnTo>
                  <a:close/>
                  <a:moveTo>
                    <a:pt x="1025811" y="858836"/>
                  </a:moveTo>
                  <a:lnTo>
                    <a:pt x="1077943" y="877045"/>
                  </a:lnTo>
                  <a:lnTo>
                    <a:pt x="1034648" y="845007"/>
                  </a:lnTo>
                  <a:close/>
                  <a:moveTo>
                    <a:pt x="1275282" y="756976"/>
                  </a:moveTo>
                  <a:lnTo>
                    <a:pt x="1214232" y="743923"/>
                  </a:lnTo>
                  <a:lnTo>
                    <a:pt x="1333011" y="694155"/>
                  </a:lnTo>
                  <a:close/>
                  <a:moveTo>
                    <a:pt x="2324916" y="603592"/>
                  </a:moveTo>
                  <a:lnTo>
                    <a:pt x="2254959" y="626165"/>
                  </a:lnTo>
                  <a:lnTo>
                    <a:pt x="2206834" y="655964"/>
                  </a:lnTo>
                  <a:close/>
                  <a:moveTo>
                    <a:pt x="2324916" y="603592"/>
                  </a:moveTo>
                  <a:lnTo>
                    <a:pt x="2353650" y="506431"/>
                  </a:lnTo>
                  <a:lnTo>
                    <a:pt x="2257381" y="625187"/>
                  </a:lnTo>
                  <a:close/>
                  <a:moveTo>
                    <a:pt x="2353690" y="504536"/>
                  </a:moveTo>
                  <a:lnTo>
                    <a:pt x="2353650" y="506431"/>
                  </a:lnTo>
                  <a:lnTo>
                    <a:pt x="2344670" y="462243"/>
                  </a:lnTo>
                  <a:close/>
                  <a:moveTo>
                    <a:pt x="2353650" y="506431"/>
                  </a:moveTo>
                  <a:lnTo>
                    <a:pt x="2372217" y="504536"/>
                  </a:lnTo>
                  <a:lnTo>
                    <a:pt x="2344670" y="462243"/>
                  </a:lnTo>
                  <a:close/>
                  <a:moveTo>
                    <a:pt x="2383635" y="392726"/>
                  </a:moveTo>
                  <a:lnTo>
                    <a:pt x="2372217" y="504536"/>
                  </a:lnTo>
                  <a:lnTo>
                    <a:pt x="2450972" y="387811"/>
                  </a:lnTo>
                  <a:close/>
                  <a:moveTo>
                    <a:pt x="2450972" y="387811"/>
                  </a:moveTo>
                  <a:lnTo>
                    <a:pt x="2422416" y="383885"/>
                  </a:lnTo>
                  <a:lnTo>
                    <a:pt x="2383635" y="392726"/>
                  </a:lnTo>
                  <a:close/>
                  <a:moveTo>
                    <a:pt x="2422416" y="383885"/>
                  </a:moveTo>
                  <a:lnTo>
                    <a:pt x="2450972" y="387811"/>
                  </a:lnTo>
                  <a:lnTo>
                    <a:pt x="2454291" y="378242"/>
                  </a:lnTo>
                  <a:close/>
                  <a:moveTo>
                    <a:pt x="2386489" y="379642"/>
                  </a:moveTo>
                  <a:lnTo>
                    <a:pt x="2422416" y="383885"/>
                  </a:lnTo>
                  <a:lnTo>
                    <a:pt x="2476090" y="267297"/>
                  </a:lnTo>
                  <a:close/>
                  <a:moveTo>
                    <a:pt x="2360993" y="0"/>
                  </a:moveTo>
                  <a:lnTo>
                    <a:pt x="2336416" y="98803"/>
                  </a:lnTo>
                  <a:lnTo>
                    <a:pt x="2357287" y="79013"/>
                  </a:lnTo>
                  <a:close/>
                  <a:moveTo>
                    <a:pt x="2299882" y="89182"/>
                  </a:moveTo>
                  <a:lnTo>
                    <a:pt x="2336416" y="98803"/>
                  </a:lnTo>
                  <a:lnTo>
                    <a:pt x="2360993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38" name="Candidate_density__2137">
              <a:extLst>
                <a:ext uri="{FF2B5EF4-FFF2-40B4-BE49-F238E27FC236}">
                  <a16:creationId xmlns:a16="http://schemas.microsoft.com/office/drawing/2014/main" id="{C1511DB1-FF71-D045-AC44-9377DED41C6E}"/>
                </a:ext>
              </a:extLst>
            </p:cNvPr>
            <p:cNvSpPr>
              <a:spLocks noGrp="1"/>
            </p:cNvSpPr>
            <p:nvPr/>
          </p:nvSpPr>
          <p:spPr>
            <a:xfrm>
              <a:off x="3557724" y="1814797"/>
              <a:ext cx="2603257" cy="1705437"/>
            </a:xfrm>
            <a:custGeom>
              <a:avLst/>
              <a:gdLst/>
              <a:ahLst/>
              <a:cxnLst/>
              <a:rect l="0" t="0" r="0" b="0"/>
              <a:pathLst>
                <a:path w="2603257" h="1705437">
                  <a:moveTo>
                    <a:pt x="187720" y="1490054"/>
                  </a:moveTo>
                  <a:lnTo>
                    <a:pt x="192684" y="1497716"/>
                  </a:lnTo>
                  <a:lnTo>
                    <a:pt x="209562" y="1517918"/>
                  </a:lnTo>
                  <a:close/>
                  <a:moveTo>
                    <a:pt x="187720" y="1490054"/>
                  </a:moveTo>
                  <a:lnTo>
                    <a:pt x="142540" y="1407839"/>
                  </a:lnTo>
                  <a:lnTo>
                    <a:pt x="143052" y="1437974"/>
                  </a:lnTo>
                  <a:close/>
                  <a:moveTo>
                    <a:pt x="187720" y="1490054"/>
                  </a:moveTo>
                  <a:lnTo>
                    <a:pt x="209562" y="1517918"/>
                  </a:lnTo>
                  <a:lnTo>
                    <a:pt x="237022" y="1533832"/>
                  </a:lnTo>
                  <a:close/>
                  <a:moveTo>
                    <a:pt x="74504" y="1291617"/>
                  </a:moveTo>
                  <a:lnTo>
                    <a:pt x="190016" y="1299700"/>
                  </a:lnTo>
                  <a:lnTo>
                    <a:pt x="198642" y="1261891"/>
                  </a:lnTo>
                  <a:close/>
                  <a:moveTo>
                    <a:pt x="40771" y="1204972"/>
                  </a:moveTo>
                  <a:lnTo>
                    <a:pt x="74504" y="1291617"/>
                  </a:lnTo>
                  <a:lnTo>
                    <a:pt x="121716" y="1252933"/>
                  </a:lnTo>
                  <a:close/>
                  <a:moveTo>
                    <a:pt x="40771" y="1204972"/>
                  </a:moveTo>
                  <a:lnTo>
                    <a:pt x="0" y="1243408"/>
                  </a:lnTo>
                  <a:lnTo>
                    <a:pt x="74504" y="1291617"/>
                  </a:lnTo>
                  <a:close/>
                  <a:moveTo>
                    <a:pt x="744924" y="1621389"/>
                  </a:moveTo>
                  <a:lnTo>
                    <a:pt x="747486" y="1705437"/>
                  </a:lnTo>
                  <a:lnTo>
                    <a:pt x="793448" y="1662079"/>
                  </a:lnTo>
                  <a:close/>
                  <a:moveTo>
                    <a:pt x="744924" y="1621389"/>
                  </a:moveTo>
                  <a:lnTo>
                    <a:pt x="678103" y="1659826"/>
                  </a:lnTo>
                  <a:lnTo>
                    <a:pt x="747486" y="1705437"/>
                  </a:lnTo>
                  <a:close/>
                  <a:moveTo>
                    <a:pt x="793448" y="1662079"/>
                  </a:moveTo>
                  <a:lnTo>
                    <a:pt x="747486" y="1705437"/>
                  </a:lnTo>
                  <a:lnTo>
                    <a:pt x="873101" y="1681229"/>
                  </a:lnTo>
                  <a:close/>
                  <a:moveTo>
                    <a:pt x="205954" y="986467"/>
                  </a:moveTo>
                  <a:lnTo>
                    <a:pt x="280181" y="986713"/>
                  </a:lnTo>
                  <a:lnTo>
                    <a:pt x="222963" y="922417"/>
                  </a:lnTo>
                  <a:close/>
                  <a:moveTo>
                    <a:pt x="280181" y="986713"/>
                  </a:moveTo>
                  <a:lnTo>
                    <a:pt x="290749" y="897201"/>
                  </a:lnTo>
                  <a:lnTo>
                    <a:pt x="222963" y="922417"/>
                  </a:lnTo>
                  <a:close/>
                  <a:moveTo>
                    <a:pt x="226021" y="769968"/>
                  </a:moveTo>
                  <a:lnTo>
                    <a:pt x="294946" y="874618"/>
                  </a:lnTo>
                  <a:lnTo>
                    <a:pt x="300220" y="770238"/>
                  </a:lnTo>
                  <a:close/>
                  <a:moveTo>
                    <a:pt x="824674" y="1186788"/>
                  </a:moveTo>
                  <a:lnTo>
                    <a:pt x="845823" y="1148836"/>
                  </a:lnTo>
                  <a:lnTo>
                    <a:pt x="858462" y="1095005"/>
                  </a:lnTo>
                  <a:close/>
                  <a:moveTo>
                    <a:pt x="585985" y="886796"/>
                  </a:moveTo>
                  <a:lnTo>
                    <a:pt x="626959" y="766145"/>
                  </a:lnTo>
                  <a:lnTo>
                    <a:pt x="585822" y="804581"/>
                  </a:lnTo>
                  <a:close/>
                  <a:moveTo>
                    <a:pt x="585822" y="804581"/>
                  </a:moveTo>
                  <a:lnTo>
                    <a:pt x="626959" y="766145"/>
                  </a:lnTo>
                  <a:lnTo>
                    <a:pt x="516645" y="754067"/>
                  </a:lnTo>
                  <a:close/>
                  <a:moveTo>
                    <a:pt x="626959" y="766145"/>
                  </a:moveTo>
                  <a:lnTo>
                    <a:pt x="564838" y="719053"/>
                  </a:lnTo>
                  <a:lnTo>
                    <a:pt x="516645" y="754067"/>
                  </a:lnTo>
                  <a:close/>
                  <a:moveTo>
                    <a:pt x="1322824" y="1670511"/>
                  </a:moveTo>
                  <a:lnTo>
                    <a:pt x="1293616" y="1588295"/>
                  </a:lnTo>
                  <a:lnTo>
                    <a:pt x="1299993" y="1603782"/>
                  </a:lnTo>
                  <a:close/>
                  <a:moveTo>
                    <a:pt x="1106120" y="1341650"/>
                  </a:moveTo>
                  <a:lnTo>
                    <a:pt x="1197300" y="1411778"/>
                  </a:lnTo>
                  <a:lnTo>
                    <a:pt x="1195888" y="1385429"/>
                  </a:lnTo>
                  <a:close/>
                  <a:moveTo>
                    <a:pt x="963145" y="995212"/>
                  </a:moveTo>
                  <a:lnTo>
                    <a:pt x="955051" y="1012790"/>
                  </a:lnTo>
                  <a:lnTo>
                    <a:pt x="992839" y="989440"/>
                  </a:lnTo>
                  <a:close/>
                  <a:moveTo>
                    <a:pt x="807978" y="900085"/>
                  </a:moveTo>
                  <a:lnTo>
                    <a:pt x="749062" y="850520"/>
                  </a:lnTo>
                  <a:lnTo>
                    <a:pt x="807075" y="892138"/>
                  </a:lnTo>
                  <a:close/>
                  <a:moveTo>
                    <a:pt x="894390" y="892138"/>
                  </a:moveTo>
                  <a:lnTo>
                    <a:pt x="963145" y="995212"/>
                  </a:lnTo>
                  <a:lnTo>
                    <a:pt x="973924" y="974353"/>
                  </a:lnTo>
                  <a:close/>
                  <a:moveTo>
                    <a:pt x="857308" y="976574"/>
                  </a:moveTo>
                  <a:lnTo>
                    <a:pt x="963145" y="995212"/>
                  </a:lnTo>
                  <a:lnTo>
                    <a:pt x="894390" y="892138"/>
                  </a:lnTo>
                  <a:close/>
                  <a:moveTo>
                    <a:pt x="1305864" y="1198641"/>
                  </a:moveTo>
                  <a:lnTo>
                    <a:pt x="1329473" y="1279539"/>
                  </a:lnTo>
                  <a:lnTo>
                    <a:pt x="1383254" y="1196316"/>
                  </a:lnTo>
                  <a:close/>
                  <a:moveTo>
                    <a:pt x="1100315" y="944288"/>
                  </a:moveTo>
                  <a:lnTo>
                    <a:pt x="1072683" y="1009308"/>
                  </a:lnTo>
                  <a:lnTo>
                    <a:pt x="1178759" y="1041198"/>
                  </a:lnTo>
                  <a:close/>
                  <a:moveTo>
                    <a:pt x="1008428" y="935917"/>
                  </a:moveTo>
                  <a:lnTo>
                    <a:pt x="900708" y="885289"/>
                  </a:lnTo>
                  <a:lnTo>
                    <a:pt x="894390" y="892138"/>
                  </a:lnTo>
                  <a:close/>
                  <a:moveTo>
                    <a:pt x="1008428" y="935917"/>
                  </a:moveTo>
                  <a:lnTo>
                    <a:pt x="894390" y="892138"/>
                  </a:lnTo>
                  <a:lnTo>
                    <a:pt x="973924" y="974353"/>
                  </a:lnTo>
                  <a:close/>
                  <a:moveTo>
                    <a:pt x="931861" y="659778"/>
                  </a:moveTo>
                  <a:lnTo>
                    <a:pt x="976132" y="684378"/>
                  </a:lnTo>
                  <a:lnTo>
                    <a:pt x="888901" y="594611"/>
                  </a:lnTo>
                  <a:close/>
                  <a:moveTo>
                    <a:pt x="1443829" y="738392"/>
                  </a:moveTo>
                  <a:lnTo>
                    <a:pt x="1407515" y="779608"/>
                  </a:lnTo>
                  <a:lnTo>
                    <a:pt x="1415821" y="769471"/>
                  </a:lnTo>
                  <a:close/>
                  <a:moveTo>
                    <a:pt x="1415821" y="769471"/>
                  </a:moveTo>
                  <a:lnTo>
                    <a:pt x="1416907" y="668496"/>
                  </a:lnTo>
                  <a:lnTo>
                    <a:pt x="1320442" y="732718"/>
                  </a:lnTo>
                  <a:close/>
                  <a:moveTo>
                    <a:pt x="1497628" y="837872"/>
                  </a:moveTo>
                  <a:lnTo>
                    <a:pt x="1527794" y="839123"/>
                  </a:lnTo>
                  <a:lnTo>
                    <a:pt x="1482343" y="738392"/>
                  </a:lnTo>
                  <a:close/>
                  <a:moveTo>
                    <a:pt x="1736449" y="1030359"/>
                  </a:moveTo>
                  <a:lnTo>
                    <a:pt x="1781517" y="1054312"/>
                  </a:lnTo>
                  <a:lnTo>
                    <a:pt x="1750844" y="979157"/>
                  </a:lnTo>
                  <a:close/>
                  <a:moveTo>
                    <a:pt x="2428154" y="591884"/>
                  </a:moveTo>
                  <a:lnTo>
                    <a:pt x="2399420" y="689044"/>
                  </a:lnTo>
                  <a:lnTo>
                    <a:pt x="2446721" y="589988"/>
                  </a:lnTo>
                  <a:close/>
                  <a:moveTo>
                    <a:pt x="2399420" y="689044"/>
                  </a:moveTo>
                  <a:lnTo>
                    <a:pt x="2440405" y="710640"/>
                  </a:lnTo>
                  <a:lnTo>
                    <a:pt x="2446721" y="589988"/>
                  </a:lnTo>
                  <a:close/>
                  <a:moveTo>
                    <a:pt x="2446721" y="589988"/>
                  </a:moveTo>
                  <a:lnTo>
                    <a:pt x="2508279" y="602192"/>
                  </a:lnTo>
                  <a:lnTo>
                    <a:pt x="2511023" y="585104"/>
                  </a:lnTo>
                  <a:close/>
                  <a:moveTo>
                    <a:pt x="2525476" y="473263"/>
                  </a:moveTo>
                  <a:lnTo>
                    <a:pt x="2446721" y="589988"/>
                  </a:lnTo>
                  <a:lnTo>
                    <a:pt x="2511023" y="585104"/>
                  </a:lnTo>
                  <a:close/>
                  <a:moveTo>
                    <a:pt x="2525476" y="473263"/>
                  </a:moveTo>
                  <a:lnTo>
                    <a:pt x="2603257" y="470620"/>
                  </a:lnTo>
                  <a:lnTo>
                    <a:pt x="2528795" y="463694"/>
                  </a:lnTo>
                  <a:close/>
                  <a:moveTo>
                    <a:pt x="2550594" y="352750"/>
                  </a:moveTo>
                  <a:lnTo>
                    <a:pt x="2496920" y="469337"/>
                  </a:lnTo>
                  <a:lnTo>
                    <a:pt x="2528795" y="463694"/>
                  </a:lnTo>
                  <a:close/>
                  <a:moveTo>
                    <a:pt x="2467327" y="359852"/>
                  </a:moveTo>
                  <a:lnTo>
                    <a:pt x="2460993" y="465094"/>
                  </a:lnTo>
                  <a:lnTo>
                    <a:pt x="2550594" y="352750"/>
                  </a:lnTo>
                  <a:close/>
                  <a:moveTo>
                    <a:pt x="2506042" y="188785"/>
                  </a:moveTo>
                  <a:lnTo>
                    <a:pt x="2502039" y="148454"/>
                  </a:lnTo>
                  <a:lnTo>
                    <a:pt x="2431791" y="164466"/>
                  </a:lnTo>
                  <a:close/>
                  <a:moveTo>
                    <a:pt x="2410920" y="184255"/>
                  </a:moveTo>
                  <a:lnTo>
                    <a:pt x="2394616" y="218781"/>
                  </a:lnTo>
                  <a:lnTo>
                    <a:pt x="2431791" y="164466"/>
                  </a:lnTo>
                  <a:close/>
                  <a:moveTo>
                    <a:pt x="2374267" y="74639"/>
                  </a:moveTo>
                  <a:lnTo>
                    <a:pt x="2435497" y="85453"/>
                  </a:lnTo>
                  <a:lnTo>
                    <a:pt x="2417490" y="0"/>
                  </a:lnTo>
                  <a:close/>
                  <a:moveTo>
                    <a:pt x="2499597" y="93933"/>
                  </a:moveTo>
                  <a:lnTo>
                    <a:pt x="2431791" y="164466"/>
                  </a:lnTo>
                  <a:lnTo>
                    <a:pt x="2502039" y="148454"/>
                  </a:lnTo>
                  <a:close/>
                  <a:moveTo>
                    <a:pt x="2499597" y="93933"/>
                  </a:moveTo>
                  <a:lnTo>
                    <a:pt x="2435497" y="85453"/>
                  </a:lnTo>
                  <a:lnTo>
                    <a:pt x="2431791" y="164466"/>
                  </a:lnTo>
                  <a:close/>
                  <a:moveTo>
                    <a:pt x="2435497" y="85453"/>
                  </a:moveTo>
                  <a:lnTo>
                    <a:pt x="2478374" y="11094"/>
                  </a:lnTo>
                  <a:lnTo>
                    <a:pt x="241749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39" name="Candidate_density__2138">
              <a:extLst>
                <a:ext uri="{FF2B5EF4-FFF2-40B4-BE49-F238E27FC236}">
                  <a16:creationId xmlns:a16="http://schemas.microsoft.com/office/drawing/2014/main" id="{5B9E3270-F52B-EC8E-AF84-B6D85227672A}"/>
                </a:ext>
              </a:extLst>
            </p:cNvPr>
            <p:cNvSpPr>
              <a:spLocks noGrp="1"/>
            </p:cNvSpPr>
            <p:nvPr/>
          </p:nvSpPr>
          <p:spPr>
            <a:xfrm>
              <a:off x="3498421" y="1761307"/>
              <a:ext cx="2690568" cy="1657272"/>
            </a:xfrm>
            <a:custGeom>
              <a:avLst/>
              <a:gdLst/>
              <a:ahLst/>
              <a:cxnLst/>
              <a:rect l="0" t="0" r="0" b="0"/>
              <a:pathLst>
                <a:path w="2690568" h="1657272">
                  <a:moveTo>
                    <a:pt x="15585" y="1214683"/>
                  </a:moveTo>
                  <a:lnTo>
                    <a:pt x="0" y="1234514"/>
                  </a:lnTo>
                  <a:lnTo>
                    <a:pt x="35134" y="1254845"/>
                  </a:lnTo>
                  <a:close/>
                  <a:moveTo>
                    <a:pt x="258891" y="1505107"/>
                  </a:moveTo>
                  <a:lnTo>
                    <a:pt x="291127" y="1439439"/>
                  </a:lnTo>
                  <a:lnTo>
                    <a:pt x="201843" y="1461329"/>
                  </a:lnTo>
                  <a:close/>
                  <a:moveTo>
                    <a:pt x="169863" y="1379113"/>
                  </a:moveTo>
                  <a:lnTo>
                    <a:pt x="272190" y="1434689"/>
                  </a:lnTo>
                  <a:lnTo>
                    <a:pt x="249320" y="1353190"/>
                  </a:lnTo>
                  <a:close/>
                  <a:moveTo>
                    <a:pt x="169863" y="1379113"/>
                  </a:moveTo>
                  <a:lnTo>
                    <a:pt x="201843" y="1461329"/>
                  </a:lnTo>
                  <a:lnTo>
                    <a:pt x="272190" y="1434689"/>
                  </a:lnTo>
                  <a:close/>
                  <a:moveTo>
                    <a:pt x="272190" y="1434689"/>
                  </a:moveTo>
                  <a:lnTo>
                    <a:pt x="323457" y="1353509"/>
                  </a:lnTo>
                  <a:lnTo>
                    <a:pt x="249320" y="1353190"/>
                  </a:lnTo>
                  <a:close/>
                  <a:moveTo>
                    <a:pt x="56405" y="1176247"/>
                  </a:moveTo>
                  <a:lnTo>
                    <a:pt x="15585" y="1214683"/>
                  </a:lnTo>
                  <a:lnTo>
                    <a:pt x="35134" y="1254845"/>
                  </a:lnTo>
                  <a:close/>
                  <a:moveTo>
                    <a:pt x="53312" y="1107605"/>
                  </a:moveTo>
                  <a:lnTo>
                    <a:pt x="15585" y="1214683"/>
                  </a:lnTo>
                  <a:lnTo>
                    <a:pt x="56405" y="1176247"/>
                  </a:lnTo>
                  <a:close/>
                  <a:moveTo>
                    <a:pt x="53312" y="1107605"/>
                  </a:moveTo>
                  <a:lnTo>
                    <a:pt x="17008" y="1187073"/>
                  </a:lnTo>
                  <a:lnTo>
                    <a:pt x="15585" y="1214683"/>
                  </a:lnTo>
                  <a:close/>
                  <a:moveTo>
                    <a:pt x="17008" y="1187073"/>
                  </a:moveTo>
                  <a:lnTo>
                    <a:pt x="53312" y="1107605"/>
                  </a:lnTo>
                  <a:lnTo>
                    <a:pt x="27386" y="1132468"/>
                  </a:lnTo>
                  <a:close/>
                  <a:moveTo>
                    <a:pt x="53312" y="1107605"/>
                  </a:moveTo>
                  <a:lnTo>
                    <a:pt x="55891" y="1094031"/>
                  </a:lnTo>
                  <a:lnTo>
                    <a:pt x="27386" y="1132468"/>
                  </a:lnTo>
                  <a:close/>
                  <a:moveTo>
                    <a:pt x="424998" y="1446104"/>
                  </a:moveTo>
                  <a:lnTo>
                    <a:pt x="363975" y="1433151"/>
                  </a:lnTo>
                  <a:lnTo>
                    <a:pt x="291127" y="1439439"/>
                  </a:lnTo>
                  <a:close/>
                  <a:moveTo>
                    <a:pt x="451197" y="1410344"/>
                  </a:moveTo>
                  <a:lnTo>
                    <a:pt x="370718" y="1422892"/>
                  </a:lnTo>
                  <a:lnTo>
                    <a:pt x="482754" y="1484781"/>
                  </a:lnTo>
                  <a:close/>
                  <a:moveTo>
                    <a:pt x="424998" y="1446104"/>
                  </a:moveTo>
                  <a:lnTo>
                    <a:pt x="370718" y="1422892"/>
                  </a:lnTo>
                  <a:lnTo>
                    <a:pt x="363975" y="1433151"/>
                  </a:lnTo>
                  <a:close/>
                  <a:moveTo>
                    <a:pt x="55891" y="1094031"/>
                  </a:moveTo>
                  <a:lnTo>
                    <a:pt x="53312" y="1107605"/>
                  </a:lnTo>
                  <a:lnTo>
                    <a:pt x="53260" y="1091123"/>
                  </a:lnTo>
                  <a:close/>
                  <a:moveTo>
                    <a:pt x="53260" y="1091123"/>
                  </a:moveTo>
                  <a:lnTo>
                    <a:pt x="84627" y="1009484"/>
                  </a:lnTo>
                  <a:lnTo>
                    <a:pt x="55891" y="1094031"/>
                  </a:lnTo>
                  <a:close/>
                  <a:moveTo>
                    <a:pt x="55891" y="1094031"/>
                  </a:moveTo>
                  <a:lnTo>
                    <a:pt x="84627" y="1009484"/>
                  </a:lnTo>
                  <a:lnTo>
                    <a:pt x="110530" y="973380"/>
                  </a:lnTo>
                  <a:close/>
                  <a:moveTo>
                    <a:pt x="55891" y="1094031"/>
                  </a:moveTo>
                  <a:lnTo>
                    <a:pt x="110530" y="973380"/>
                  </a:lnTo>
                  <a:lnTo>
                    <a:pt x="81212" y="1011816"/>
                  </a:lnTo>
                  <a:close/>
                  <a:moveTo>
                    <a:pt x="110530" y="973380"/>
                  </a:moveTo>
                  <a:lnTo>
                    <a:pt x="107472" y="891165"/>
                  </a:lnTo>
                  <a:lnTo>
                    <a:pt x="81212" y="1011816"/>
                  </a:lnTo>
                  <a:close/>
                  <a:moveTo>
                    <a:pt x="265257" y="1039956"/>
                  </a:moveTo>
                  <a:lnTo>
                    <a:pt x="387343" y="1099374"/>
                  </a:lnTo>
                  <a:lnTo>
                    <a:pt x="389766" y="1099418"/>
                  </a:lnTo>
                  <a:close/>
                  <a:moveTo>
                    <a:pt x="265257" y="1039956"/>
                  </a:moveTo>
                  <a:lnTo>
                    <a:pt x="389766" y="1099418"/>
                  </a:lnTo>
                  <a:lnTo>
                    <a:pt x="339485" y="1040203"/>
                  </a:lnTo>
                  <a:close/>
                  <a:moveTo>
                    <a:pt x="107472" y="891165"/>
                  </a:moveTo>
                  <a:lnTo>
                    <a:pt x="110530" y="973380"/>
                  </a:lnTo>
                  <a:lnTo>
                    <a:pt x="156764" y="934943"/>
                  </a:lnTo>
                  <a:close/>
                  <a:moveTo>
                    <a:pt x="359523" y="823727"/>
                  </a:moveTo>
                  <a:lnTo>
                    <a:pt x="275295" y="732076"/>
                  </a:lnTo>
                  <a:lnTo>
                    <a:pt x="274069" y="732516"/>
                  </a:lnTo>
                  <a:close/>
                  <a:moveTo>
                    <a:pt x="359523" y="823727"/>
                  </a:moveTo>
                  <a:lnTo>
                    <a:pt x="274069" y="732516"/>
                  </a:lnTo>
                  <a:lnTo>
                    <a:pt x="285324" y="823457"/>
                  </a:lnTo>
                  <a:close/>
                  <a:moveTo>
                    <a:pt x="645288" y="940285"/>
                  </a:moveTo>
                  <a:lnTo>
                    <a:pt x="645125" y="858070"/>
                  </a:lnTo>
                  <a:lnTo>
                    <a:pt x="588835" y="958669"/>
                  </a:lnTo>
                  <a:close/>
                  <a:moveTo>
                    <a:pt x="514243" y="775855"/>
                  </a:moveTo>
                  <a:lnTo>
                    <a:pt x="571203" y="872912"/>
                  </a:lnTo>
                  <a:lnTo>
                    <a:pt x="575948" y="807557"/>
                  </a:lnTo>
                  <a:close/>
                  <a:moveTo>
                    <a:pt x="499612" y="896507"/>
                  </a:moveTo>
                  <a:lnTo>
                    <a:pt x="571203" y="872912"/>
                  </a:lnTo>
                  <a:lnTo>
                    <a:pt x="514243" y="775855"/>
                  </a:lnTo>
                  <a:close/>
                  <a:moveTo>
                    <a:pt x="275295" y="732076"/>
                  </a:moveTo>
                  <a:lnTo>
                    <a:pt x="364273" y="788658"/>
                  </a:lnTo>
                  <a:lnTo>
                    <a:pt x="385043" y="702888"/>
                  </a:lnTo>
                  <a:close/>
                  <a:moveTo>
                    <a:pt x="364273" y="788658"/>
                  </a:moveTo>
                  <a:lnTo>
                    <a:pt x="423184" y="693640"/>
                  </a:lnTo>
                  <a:lnTo>
                    <a:pt x="385043" y="702888"/>
                  </a:lnTo>
                  <a:close/>
                  <a:moveTo>
                    <a:pt x="488926" y="760854"/>
                  </a:moveTo>
                  <a:lnTo>
                    <a:pt x="423184" y="693640"/>
                  </a:lnTo>
                  <a:lnTo>
                    <a:pt x="364273" y="788658"/>
                  </a:lnTo>
                  <a:close/>
                  <a:moveTo>
                    <a:pt x="385043" y="702888"/>
                  </a:moveTo>
                  <a:lnTo>
                    <a:pt x="453368" y="627908"/>
                  </a:lnTo>
                  <a:lnTo>
                    <a:pt x="443635" y="615754"/>
                  </a:lnTo>
                  <a:close/>
                  <a:moveTo>
                    <a:pt x="1059074" y="1319203"/>
                  </a:moveTo>
                  <a:lnTo>
                    <a:pt x="988629" y="1230710"/>
                  </a:lnTo>
                  <a:lnTo>
                    <a:pt x="965424" y="1234655"/>
                  </a:lnTo>
                  <a:close/>
                  <a:moveTo>
                    <a:pt x="514243" y="775855"/>
                  </a:moveTo>
                  <a:lnTo>
                    <a:pt x="537349" y="726697"/>
                  </a:lnTo>
                  <a:lnTo>
                    <a:pt x="536668" y="655204"/>
                  </a:lnTo>
                  <a:close/>
                  <a:moveTo>
                    <a:pt x="509672" y="662159"/>
                  </a:moveTo>
                  <a:lnTo>
                    <a:pt x="488926" y="760854"/>
                  </a:lnTo>
                  <a:lnTo>
                    <a:pt x="514243" y="775855"/>
                  </a:lnTo>
                  <a:close/>
                  <a:moveTo>
                    <a:pt x="1371416" y="1615873"/>
                  </a:moveTo>
                  <a:lnTo>
                    <a:pt x="1359297" y="1657272"/>
                  </a:lnTo>
                  <a:lnTo>
                    <a:pt x="1352919" y="1641785"/>
                  </a:lnTo>
                  <a:close/>
                  <a:moveTo>
                    <a:pt x="1483899" y="1542569"/>
                  </a:moveTo>
                  <a:lnTo>
                    <a:pt x="1397719" y="1559570"/>
                  </a:lnTo>
                  <a:lnTo>
                    <a:pt x="1371416" y="1615873"/>
                  </a:lnTo>
                  <a:close/>
                  <a:moveTo>
                    <a:pt x="1483899" y="1542569"/>
                  </a:moveTo>
                  <a:lnTo>
                    <a:pt x="1371416" y="1615873"/>
                  </a:lnTo>
                  <a:lnTo>
                    <a:pt x="1412258" y="1553374"/>
                  </a:lnTo>
                  <a:close/>
                  <a:moveTo>
                    <a:pt x="1148653" y="1312925"/>
                  </a:moveTo>
                  <a:lnTo>
                    <a:pt x="1165423" y="1395140"/>
                  </a:lnTo>
                  <a:lnTo>
                    <a:pt x="1220884" y="1356703"/>
                  </a:lnTo>
                  <a:close/>
                  <a:moveTo>
                    <a:pt x="988629" y="1230710"/>
                  </a:moveTo>
                  <a:lnTo>
                    <a:pt x="1057595" y="1278522"/>
                  </a:lnTo>
                  <a:lnTo>
                    <a:pt x="1062281" y="1216504"/>
                  </a:lnTo>
                  <a:close/>
                  <a:moveTo>
                    <a:pt x="1148653" y="1312925"/>
                  </a:moveTo>
                  <a:lnTo>
                    <a:pt x="1249636" y="1224015"/>
                  </a:lnTo>
                  <a:lnTo>
                    <a:pt x="1148341" y="1207131"/>
                  </a:lnTo>
                  <a:close/>
                  <a:moveTo>
                    <a:pt x="1148341" y="1207131"/>
                  </a:moveTo>
                  <a:lnTo>
                    <a:pt x="1249636" y="1224015"/>
                  </a:lnTo>
                  <a:lnTo>
                    <a:pt x="1227090" y="1203701"/>
                  </a:lnTo>
                  <a:close/>
                  <a:moveTo>
                    <a:pt x="1148653" y="1312925"/>
                  </a:moveTo>
                  <a:lnTo>
                    <a:pt x="1148341" y="1207131"/>
                  </a:lnTo>
                  <a:lnTo>
                    <a:pt x="1139288" y="1305301"/>
                  </a:lnTo>
                  <a:close/>
                  <a:moveTo>
                    <a:pt x="1148341" y="1207131"/>
                  </a:moveTo>
                  <a:lnTo>
                    <a:pt x="1057595" y="1278522"/>
                  </a:lnTo>
                  <a:lnTo>
                    <a:pt x="1139288" y="1305301"/>
                  </a:lnTo>
                  <a:close/>
                  <a:moveTo>
                    <a:pt x="1148341" y="1207131"/>
                  </a:moveTo>
                  <a:lnTo>
                    <a:pt x="1062281" y="1216504"/>
                  </a:lnTo>
                  <a:lnTo>
                    <a:pt x="1057595" y="1278522"/>
                  </a:lnTo>
                  <a:close/>
                  <a:moveTo>
                    <a:pt x="1148341" y="1207131"/>
                  </a:moveTo>
                  <a:lnTo>
                    <a:pt x="1129663" y="1122223"/>
                  </a:lnTo>
                  <a:lnTo>
                    <a:pt x="1062281" y="1216504"/>
                  </a:lnTo>
                  <a:close/>
                  <a:moveTo>
                    <a:pt x="1227090" y="1203701"/>
                  </a:moveTo>
                  <a:lnTo>
                    <a:pt x="1129663" y="1122223"/>
                  </a:lnTo>
                  <a:lnTo>
                    <a:pt x="1148341" y="1207131"/>
                  </a:lnTo>
                  <a:close/>
                  <a:moveTo>
                    <a:pt x="1129663" y="1122223"/>
                  </a:moveTo>
                  <a:lnTo>
                    <a:pt x="1176156" y="1110058"/>
                  </a:lnTo>
                  <a:lnTo>
                    <a:pt x="1131986" y="1062798"/>
                  </a:lnTo>
                  <a:close/>
                  <a:moveTo>
                    <a:pt x="947148" y="949236"/>
                  </a:moveTo>
                  <a:lnTo>
                    <a:pt x="953693" y="945628"/>
                  </a:lnTo>
                  <a:lnTo>
                    <a:pt x="949979" y="939621"/>
                  </a:lnTo>
                  <a:close/>
                  <a:moveTo>
                    <a:pt x="804210" y="901849"/>
                  </a:moveTo>
                  <a:lnTo>
                    <a:pt x="807230" y="899763"/>
                  </a:lnTo>
                  <a:lnTo>
                    <a:pt x="854839" y="862562"/>
                  </a:lnTo>
                  <a:close/>
                  <a:moveTo>
                    <a:pt x="808778" y="901849"/>
                  </a:moveTo>
                  <a:lnTo>
                    <a:pt x="856098" y="863413"/>
                  </a:lnTo>
                  <a:lnTo>
                    <a:pt x="807230" y="899763"/>
                  </a:lnTo>
                  <a:close/>
                  <a:moveTo>
                    <a:pt x="712808" y="610191"/>
                  </a:moveTo>
                  <a:lnTo>
                    <a:pt x="585006" y="626222"/>
                  </a:lnTo>
                  <a:lnTo>
                    <a:pt x="639075" y="613174"/>
                  </a:lnTo>
                  <a:close/>
                  <a:moveTo>
                    <a:pt x="1527368" y="1521133"/>
                  </a:moveTo>
                  <a:lnTo>
                    <a:pt x="1483899" y="1542569"/>
                  </a:lnTo>
                  <a:lnTo>
                    <a:pt x="1608831" y="1515809"/>
                  </a:lnTo>
                  <a:close/>
                  <a:moveTo>
                    <a:pt x="1608831" y="1515809"/>
                  </a:moveTo>
                  <a:lnTo>
                    <a:pt x="1483899" y="1542569"/>
                  </a:lnTo>
                  <a:lnTo>
                    <a:pt x="1558756" y="1564912"/>
                  </a:lnTo>
                  <a:close/>
                  <a:moveTo>
                    <a:pt x="1558756" y="1564912"/>
                  </a:moveTo>
                  <a:lnTo>
                    <a:pt x="1483899" y="1542569"/>
                  </a:lnTo>
                  <a:lnTo>
                    <a:pt x="1545944" y="1566123"/>
                  </a:lnTo>
                  <a:close/>
                  <a:moveTo>
                    <a:pt x="1614671" y="1482697"/>
                  </a:moveTo>
                  <a:lnTo>
                    <a:pt x="1580924" y="1498185"/>
                  </a:lnTo>
                  <a:lnTo>
                    <a:pt x="1608831" y="1515809"/>
                  </a:lnTo>
                  <a:close/>
                  <a:moveTo>
                    <a:pt x="1249636" y="1224015"/>
                  </a:moveTo>
                  <a:lnTo>
                    <a:pt x="1219011" y="1274488"/>
                  </a:lnTo>
                  <a:lnTo>
                    <a:pt x="1299495" y="1244928"/>
                  </a:lnTo>
                  <a:close/>
                  <a:moveTo>
                    <a:pt x="1299495" y="1244928"/>
                  </a:moveTo>
                  <a:lnTo>
                    <a:pt x="1318720" y="1203650"/>
                  </a:lnTo>
                  <a:lnTo>
                    <a:pt x="1249636" y="1224015"/>
                  </a:lnTo>
                  <a:close/>
                  <a:moveTo>
                    <a:pt x="1299495" y="1244928"/>
                  </a:moveTo>
                  <a:lnTo>
                    <a:pt x="1365167" y="1252131"/>
                  </a:lnTo>
                  <a:lnTo>
                    <a:pt x="1318720" y="1203650"/>
                  </a:lnTo>
                  <a:close/>
                  <a:moveTo>
                    <a:pt x="949979" y="939621"/>
                  </a:moveTo>
                  <a:lnTo>
                    <a:pt x="953693" y="945628"/>
                  </a:lnTo>
                  <a:lnTo>
                    <a:pt x="960012" y="938778"/>
                  </a:lnTo>
                  <a:close/>
                  <a:moveTo>
                    <a:pt x="642258" y="614961"/>
                  </a:moveTo>
                  <a:lnTo>
                    <a:pt x="712808" y="610191"/>
                  </a:lnTo>
                  <a:lnTo>
                    <a:pt x="639075" y="613174"/>
                  </a:lnTo>
                  <a:close/>
                  <a:moveTo>
                    <a:pt x="1608831" y="1515809"/>
                  </a:moveTo>
                  <a:lnTo>
                    <a:pt x="1558756" y="1564912"/>
                  </a:lnTo>
                  <a:lnTo>
                    <a:pt x="1608565" y="1475713"/>
                  </a:lnTo>
                  <a:close/>
                  <a:moveTo>
                    <a:pt x="1614671" y="1482697"/>
                  </a:moveTo>
                  <a:lnTo>
                    <a:pt x="1608831" y="1515809"/>
                  </a:lnTo>
                  <a:lnTo>
                    <a:pt x="1608565" y="1475713"/>
                  </a:lnTo>
                  <a:close/>
                  <a:moveTo>
                    <a:pt x="1541646" y="791882"/>
                  </a:moveTo>
                  <a:lnTo>
                    <a:pt x="1475124" y="822961"/>
                  </a:lnTo>
                  <a:lnTo>
                    <a:pt x="1466818" y="833097"/>
                  </a:lnTo>
                  <a:close/>
                  <a:moveTo>
                    <a:pt x="1541646" y="791882"/>
                  </a:moveTo>
                  <a:lnTo>
                    <a:pt x="1565967" y="709943"/>
                  </a:lnTo>
                  <a:lnTo>
                    <a:pt x="1475124" y="822961"/>
                  </a:lnTo>
                  <a:close/>
                  <a:moveTo>
                    <a:pt x="1475124" y="822961"/>
                  </a:moveTo>
                  <a:lnTo>
                    <a:pt x="1565863" y="709691"/>
                  </a:lnTo>
                  <a:lnTo>
                    <a:pt x="1476210" y="721986"/>
                  </a:lnTo>
                  <a:close/>
                  <a:moveTo>
                    <a:pt x="1681843" y="671230"/>
                  </a:moveTo>
                  <a:lnTo>
                    <a:pt x="1682297" y="675626"/>
                  </a:lnTo>
                  <a:lnTo>
                    <a:pt x="1617180" y="686216"/>
                  </a:lnTo>
                  <a:close/>
                  <a:moveTo>
                    <a:pt x="1687296" y="669710"/>
                  </a:moveTo>
                  <a:lnTo>
                    <a:pt x="1682297" y="675626"/>
                  </a:lnTo>
                  <a:lnTo>
                    <a:pt x="1681843" y="671230"/>
                  </a:lnTo>
                  <a:close/>
                  <a:moveTo>
                    <a:pt x="2223019" y="1328951"/>
                  </a:moveTo>
                  <a:lnTo>
                    <a:pt x="2239898" y="1342509"/>
                  </a:lnTo>
                  <a:lnTo>
                    <a:pt x="2247062" y="1320179"/>
                  </a:lnTo>
                  <a:close/>
                  <a:moveTo>
                    <a:pt x="2178721" y="1246736"/>
                  </a:moveTo>
                  <a:lnTo>
                    <a:pt x="2223019" y="1328951"/>
                  </a:lnTo>
                  <a:lnTo>
                    <a:pt x="2247062" y="1320179"/>
                  </a:lnTo>
                  <a:close/>
                  <a:moveTo>
                    <a:pt x="1680394" y="707361"/>
                  </a:moveTo>
                  <a:lnTo>
                    <a:pt x="1730491" y="632794"/>
                  </a:lnTo>
                  <a:lnTo>
                    <a:pt x="1681843" y="671230"/>
                  </a:lnTo>
                  <a:close/>
                  <a:moveTo>
                    <a:pt x="1731705" y="620545"/>
                  </a:moveTo>
                  <a:lnTo>
                    <a:pt x="1687296" y="669710"/>
                  </a:lnTo>
                  <a:lnTo>
                    <a:pt x="1681843" y="671230"/>
                  </a:lnTo>
                  <a:close/>
                  <a:moveTo>
                    <a:pt x="1930284" y="391491"/>
                  </a:moveTo>
                  <a:lnTo>
                    <a:pt x="1864853" y="309275"/>
                  </a:lnTo>
                  <a:lnTo>
                    <a:pt x="1814864" y="428258"/>
                  </a:lnTo>
                  <a:close/>
                  <a:moveTo>
                    <a:pt x="1814864" y="428258"/>
                  </a:moveTo>
                  <a:lnTo>
                    <a:pt x="1868950" y="424620"/>
                  </a:lnTo>
                  <a:lnTo>
                    <a:pt x="1930284" y="391491"/>
                  </a:lnTo>
                  <a:close/>
                  <a:moveTo>
                    <a:pt x="2331135" y="611776"/>
                  </a:moveTo>
                  <a:lnTo>
                    <a:pt x="2251462" y="615957"/>
                  </a:lnTo>
                  <a:lnTo>
                    <a:pt x="2363629" y="665653"/>
                  </a:lnTo>
                  <a:close/>
                  <a:moveTo>
                    <a:pt x="1864853" y="309275"/>
                  </a:moveTo>
                  <a:lnTo>
                    <a:pt x="1930284" y="391491"/>
                  </a:lnTo>
                  <a:lnTo>
                    <a:pt x="1932932" y="353054"/>
                  </a:lnTo>
                  <a:close/>
                  <a:moveTo>
                    <a:pt x="2102636" y="95407"/>
                  </a:moveTo>
                  <a:lnTo>
                    <a:pt x="2171926" y="75819"/>
                  </a:lnTo>
                  <a:lnTo>
                    <a:pt x="2045040" y="95270"/>
                  </a:lnTo>
                  <a:close/>
                  <a:moveTo>
                    <a:pt x="2526630" y="413342"/>
                  </a:moveTo>
                  <a:lnTo>
                    <a:pt x="2590966" y="321537"/>
                  </a:lnTo>
                  <a:lnTo>
                    <a:pt x="2506823" y="329353"/>
                  </a:lnTo>
                  <a:close/>
                  <a:moveTo>
                    <a:pt x="2679573" y="402175"/>
                  </a:moveTo>
                  <a:lnTo>
                    <a:pt x="2626723" y="319960"/>
                  </a:lnTo>
                  <a:lnTo>
                    <a:pt x="2609897" y="406240"/>
                  </a:lnTo>
                  <a:close/>
                  <a:moveTo>
                    <a:pt x="2626723" y="319960"/>
                  </a:moveTo>
                  <a:lnTo>
                    <a:pt x="2590966" y="321537"/>
                  </a:lnTo>
                  <a:lnTo>
                    <a:pt x="2609897" y="406240"/>
                  </a:lnTo>
                  <a:close/>
                  <a:moveTo>
                    <a:pt x="2453919" y="272270"/>
                  </a:moveTo>
                  <a:lnTo>
                    <a:pt x="2440183" y="322937"/>
                  </a:lnTo>
                  <a:lnTo>
                    <a:pt x="2506823" y="329353"/>
                  </a:lnTo>
                  <a:close/>
                  <a:moveTo>
                    <a:pt x="2506823" y="329353"/>
                  </a:moveTo>
                  <a:lnTo>
                    <a:pt x="2590966" y="321537"/>
                  </a:lnTo>
                  <a:lnTo>
                    <a:pt x="2565345" y="242275"/>
                  </a:lnTo>
                  <a:close/>
                  <a:moveTo>
                    <a:pt x="2506823" y="329353"/>
                  </a:moveTo>
                  <a:lnTo>
                    <a:pt x="2565345" y="242275"/>
                  </a:lnTo>
                  <a:lnTo>
                    <a:pt x="2453919" y="272270"/>
                  </a:lnTo>
                  <a:close/>
                  <a:moveTo>
                    <a:pt x="2291317" y="28342"/>
                  </a:moveTo>
                  <a:lnTo>
                    <a:pt x="2171926" y="75819"/>
                  </a:lnTo>
                  <a:lnTo>
                    <a:pt x="2220676" y="42881"/>
                  </a:lnTo>
                  <a:close/>
                  <a:moveTo>
                    <a:pt x="2358268" y="0"/>
                  </a:moveTo>
                  <a:lnTo>
                    <a:pt x="2249496" y="87180"/>
                  </a:lnTo>
                  <a:lnTo>
                    <a:pt x="2291317" y="28342"/>
                  </a:lnTo>
                  <a:close/>
                  <a:moveTo>
                    <a:pt x="2679573" y="402175"/>
                  </a:moveTo>
                  <a:lnTo>
                    <a:pt x="2689997" y="404307"/>
                  </a:lnTo>
                  <a:lnTo>
                    <a:pt x="2690568" y="401247"/>
                  </a:lnTo>
                  <a:close/>
                  <a:moveTo>
                    <a:pt x="2626723" y="319960"/>
                  </a:moveTo>
                  <a:lnTo>
                    <a:pt x="2679573" y="402175"/>
                  </a:lnTo>
                  <a:lnTo>
                    <a:pt x="2690568" y="401247"/>
                  </a:lnTo>
                  <a:close/>
                  <a:moveTo>
                    <a:pt x="2333449" y="48842"/>
                  </a:moveTo>
                  <a:lnTo>
                    <a:pt x="2358268" y="0"/>
                  </a:lnTo>
                  <a:lnTo>
                    <a:pt x="2291317" y="28342"/>
                  </a:lnTo>
                  <a:close/>
                  <a:moveTo>
                    <a:pt x="2333449" y="48842"/>
                  </a:moveTo>
                  <a:lnTo>
                    <a:pt x="2413848" y="44071"/>
                  </a:lnTo>
                  <a:lnTo>
                    <a:pt x="2358268" y="0"/>
                  </a:lnTo>
                  <a:close/>
                  <a:moveTo>
                    <a:pt x="2413848" y="44071"/>
                  </a:moveTo>
                  <a:lnTo>
                    <a:pt x="2437150" y="16271"/>
                  </a:lnTo>
                  <a:lnTo>
                    <a:pt x="2358268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40" name="Candidate_density__2139">
              <a:extLst>
                <a:ext uri="{FF2B5EF4-FFF2-40B4-BE49-F238E27FC236}">
                  <a16:creationId xmlns:a16="http://schemas.microsoft.com/office/drawing/2014/main" id="{55A5F482-6B37-B473-93B4-CD31D6A09506}"/>
                </a:ext>
              </a:extLst>
            </p:cNvPr>
            <p:cNvSpPr>
              <a:spLocks noGrp="1"/>
            </p:cNvSpPr>
            <p:nvPr/>
          </p:nvSpPr>
          <p:spPr>
            <a:xfrm>
              <a:off x="3605893" y="1856577"/>
              <a:ext cx="1995163" cy="1448053"/>
            </a:xfrm>
            <a:custGeom>
              <a:avLst/>
              <a:gdLst/>
              <a:ahLst/>
              <a:cxnLst/>
              <a:rect l="0" t="0" r="0" b="0"/>
              <a:pathLst>
                <a:path w="1995163" h="1448053">
                  <a:moveTo>
                    <a:pt x="94371" y="1366058"/>
                  </a:moveTo>
                  <a:lnTo>
                    <a:pt x="183654" y="1344169"/>
                  </a:lnTo>
                  <a:lnTo>
                    <a:pt x="164718" y="1339419"/>
                  </a:lnTo>
                  <a:close/>
                  <a:moveTo>
                    <a:pt x="164718" y="1339419"/>
                  </a:moveTo>
                  <a:lnTo>
                    <a:pt x="250871" y="1329970"/>
                  </a:lnTo>
                  <a:lnTo>
                    <a:pt x="215985" y="1258239"/>
                  </a:lnTo>
                  <a:close/>
                  <a:moveTo>
                    <a:pt x="250871" y="1329970"/>
                  </a:moveTo>
                  <a:lnTo>
                    <a:pt x="164718" y="1339419"/>
                  </a:lnTo>
                  <a:lnTo>
                    <a:pt x="256503" y="1337880"/>
                  </a:lnTo>
                  <a:close/>
                  <a:moveTo>
                    <a:pt x="164718" y="1339419"/>
                  </a:moveTo>
                  <a:lnTo>
                    <a:pt x="183654" y="1344169"/>
                  </a:lnTo>
                  <a:lnTo>
                    <a:pt x="256503" y="1337880"/>
                  </a:lnTo>
                  <a:close/>
                  <a:moveTo>
                    <a:pt x="250871" y="1329970"/>
                  </a:moveTo>
                  <a:lnTo>
                    <a:pt x="256503" y="1337880"/>
                  </a:lnTo>
                  <a:lnTo>
                    <a:pt x="263246" y="1327622"/>
                  </a:lnTo>
                  <a:close/>
                  <a:moveTo>
                    <a:pt x="282448" y="1004104"/>
                  </a:moveTo>
                  <a:lnTo>
                    <a:pt x="282294" y="1004147"/>
                  </a:lnTo>
                  <a:lnTo>
                    <a:pt x="282371" y="1004191"/>
                  </a:lnTo>
                  <a:close/>
                  <a:moveTo>
                    <a:pt x="282448" y="1004104"/>
                  </a:moveTo>
                  <a:lnTo>
                    <a:pt x="300981" y="921889"/>
                  </a:lnTo>
                  <a:lnTo>
                    <a:pt x="282294" y="1004147"/>
                  </a:lnTo>
                  <a:close/>
                  <a:moveTo>
                    <a:pt x="300981" y="921889"/>
                  </a:moveTo>
                  <a:lnTo>
                    <a:pt x="232012" y="944933"/>
                  </a:lnTo>
                  <a:lnTo>
                    <a:pt x="282294" y="1004147"/>
                  </a:lnTo>
                  <a:close/>
                  <a:moveTo>
                    <a:pt x="282371" y="1004191"/>
                  </a:moveTo>
                  <a:lnTo>
                    <a:pt x="282294" y="1004147"/>
                  </a:lnTo>
                  <a:lnTo>
                    <a:pt x="279871" y="1004104"/>
                  </a:lnTo>
                  <a:close/>
                  <a:moveTo>
                    <a:pt x="0" y="795894"/>
                  </a:moveTo>
                  <a:lnTo>
                    <a:pt x="49292" y="839673"/>
                  </a:lnTo>
                  <a:lnTo>
                    <a:pt x="56545" y="757458"/>
                  </a:lnTo>
                  <a:close/>
                  <a:moveTo>
                    <a:pt x="60687" y="732667"/>
                  </a:moveTo>
                  <a:lnTo>
                    <a:pt x="0" y="795894"/>
                  </a:lnTo>
                  <a:lnTo>
                    <a:pt x="56545" y="757458"/>
                  </a:lnTo>
                  <a:close/>
                  <a:moveTo>
                    <a:pt x="60687" y="732667"/>
                  </a:moveTo>
                  <a:lnTo>
                    <a:pt x="8825" y="753967"/>
                  </a:lnTo>
                  <a:lnTo>
                    <a:pt x="0" y="795894"/>
                  </a:lnTo>
                  <a:close/>
                  <a:moveTo>
                    <a:pt x="60687" y="732667"/>
                  </a:moveTo>
                  <a:lnTo>
                    <a:pt x="67486" y="675243"/>
                  </a:lnTo>
                  <a:lnTo>
                    <a:pt x="22942" y="713680"/>
                  </a:lnTo>
                  <a:close/>
                  <a:moveTo>
                    <a:pt x="282371" y="1004191"/>
                  </a:moveTo>
                  <a:lnTo>
                    <a:pt x="279871" y="1004104"/>
                  </a:lnTo>
                  <a:lnTo>
                    <a:pt x="346599" y="1029126"/>
                  </a:lnTo>
                  <a:close/>
                  <a:moveTo>
                    <a:pt x="395322" y="972849"/>
                  </a:moveTo>
                  <a:lnTo>
                    <a:pt x="282448" y="1004104"/>
                  </a:lnTo>
                  <a:lnTo>
                    <a:pt x="408468" y="981786"/>
                  </a:lnTo>
                  <a:close/>
                  <a:moveTo>
                    <a:pt x="408468" y="981786"/>
                  </a:moveTo>
                  <a:lnTo>
                    <a:pt x="282448" y="1004104"/>
                  </a:lnTo>
                  <a:lnTo>
                    <a:pt x="282371" y="1004191"/>
                  </a:lnTo>
                  <a:close/>
                  <a:moveTo>
                    <a:pt x="300981" y="921889"/>
                  </a:moveTo>
                  <a:lnTo>
                    <a:pt x="395322" y="972849"/>
                  </a:lnTo>
                  <a:lnTo>
                    <a:pt x="372153" y="891593"/>
                  </a:lnTo>
                  <a:close/>
                  <a:moveTo>
                    <a:pt x="300981" y="921889"/>
                  </a:moveTo>
                  <a:lnTo>
                    <a:pt x="282448" y="1004104"/>
                  </a:lnTo>
                  <a:lnTo>
                    <a:pt x="395322" y="972849"/>
                  </a:lnTo>
                  <a:close/>
                  <a:moveTo>
                    <a:pt x="419493" y="965667"/>
                  </a:moveTo>
                  <a:lnTo>
                    <a:pt x="401591" y="883451"/>
                  </a:lnTo>
                  <a:lnTo>
                    <a:pt x="395322" y="972849"/>
                  </a:lnTo>
                  <a:close/>
                  <a:moveTo>
                    <a:pt x="401591" y="883451"/>
                  </a:moveTo>
                  <a:lnTo>
                    <a:pt x="372153" y="891593"/>
                  </a:lnTo>
                  <a:lnTo>
                    <a:pt x="395322" y="972849"/>
                  </a:lnTo>
                  <a:close/>
                  <a:moveTo>
                    <a:pt x="395322" y="972849"/>
                  </a:moveTo>
                  <a:lnTo>
                    <a:pt x="408468" y="981786"/>
                  </a:lnTo>
                  <a:lnTo>
                    <a:pt x="419493" y="965667"/>
                  </a:lnTo>
                  <a:close/>
                  <a:moveTo>
                    <a:pt x="60687" y="732667"/>
                  </a:moveTo>
                  <a:lnTo>
                    <a:pt x="56545" y="757458"/>
                  </a:lnTo>
                  <a:lnTo>
                    <a:pt x="85371" y="742781"/>
                  </a:lnTo>
                  <a:close/>
                  <a:moveTo>
                    <a:pt x="85371" y="742781"/>
                  </a:moveTo>
                  <a:lnTo>
                    <a:pt x="67486" y="675243"/>
                  </a:lnTo>
                  <a:lnTo>
                    <a:pt x="60687" y="732667"/>
                  </a:lnTo>
                  <a:close/>
                  <a:moveTo>
                    <a:pt x="166596" y="637246"/>
                  </a:moveTo>
                  <a:lnTo>
                    <a:pt x="67486" y="675243"/>
                  </a:lnTo>
                  <a:lnTo>
                    <a:pt x="85371" y="742781"/>
                  </a:lnTo>
                  <a:close/>
                  <a:moveTo>
                    <a:pt x="177852" y="728187"/>
                  </a:moveTo>
                  <a:lnTo>
                    <a:pt x="166596" y="637246"/>
                  </a:lnTo>
                  <a:lnTo>
                    <a:pt x="85371" y="742781"/>
                  </a:lnTo>
                  <a:close/>
                  <a:moveTo>
                    <a:pt x="93908" y="593028"/>
                  </a:moveTo>
                  <a:lnTo>
                    <a:pt x="67486" y="675243"/>
                  </a:lnTo>
                  <a:lnTo>
                    <a:pt x="166596" y="637246"/>
                  </a:lnTo>
                  <a:close/>
                  <a:moveTo>
                    <a:pt x="167823" y="636806"/>
                  </a:moveTo>
                  <a:lnTo>
                    <a:pt x="167525" y="554592"/>
                  </a:lnTo>
                  <a:lnTo>
                    <a:pt x="166596" y="637246"/>
                  </a:lnTo>
                  <a:close/>
                  <a:moveTo>
                    <a:pt x="167525" y="554592"/>
                  </a:moveTo>
                  <a:lnTo>
                    <a:pt x="104936" y="587284"/>
                  </a:lnTo>
                  <a:lnTo>
                    <a:pt x="166596" y="637246"/>
                  </a:lnTo>
                  <a:close/>
                  <a:moveTo>
                    <a:pt x="401591" y="883451"/>
                  </a:moveTo>
                  <a:lnTo>
                    <a:pt x="514942" y="886015"/>
                  </a:lnTo>
                  <a:lnTo>
                    <a:pt x="481363" y="863399"/>
                  </a:lnTo>
                  <a:close/>
                  <a:moveTo>
                    <a:pt x="499349" y="927231"/>
                  </a:moveTo>
                  <a:lnTo>
                    <a:pt x="514942" y="886015"/>
                  </a:lnTo>
                  <a:lnTo>
                    <a:pt x="401591" y="883451"/>
                  </a:lnTo>
                  <a:close/>
                  <a:moveTo>
                    <a:pt x="419493" y="965667"/>
                  </a:moveTo>
                  <a:lnTo>
                    <a:pt x="499349" y="927231"/>
                  </a:lnTo>
                  <a:lnTo>
                    <a:pt x="401591" y="883451"/>
                  </a:lnTo>
                  <a:close/>
                  <a:moveTo>
                    <a:pt x="392140" y="801237"/>
                  </a:moveTo>
                  <a:lnTo>
                    <a:pt x="481363" y="863399"/>
                  </a:lnTo>
                  <a:lnTo>
                    <a:pt x="463731" y="777642"/>
                  </a:lnTo>
                  <a:close/>
                  <a:moveTo>
                    <a:pt x="392140" y="801237"/>
                  </a:moveTo>
                  <a:lnTo>
                    <a:pt x="401591" y="883451"/>
                  </a:lnTo>
                  <a:lnTo>
                    <a:pt x="481363" y="863399"/>
                  </a:lnTo>
                  <a:close/>
                  <a:moveTo>
                    <a:pt x="481363" y="863399"/>
                  </a:moveTo>
                  <a:lnTo>
                    <a:pt x="514942" y="886015"/>
                  </a:lnTo>
                  <a:lnTo>
                    <a:pt x="537816" y="845015"/>
                  </a:lnTo>
                  <a:close/>
                  <a:moveTo>
                    <a:pt x="167525" y="554592"/>
                  </a:moveTo>
                  <a:lnTo>
                    <a:pt x="277571" y="607618"/>
                  </a:lnTo>
                  <a:lnTo>
                    <a:pt x="248092" y="531491"/>
                  </a:lnTo>
                  <a:close/>
                  <a:moveTo>
                    <a:pt x="167525" y="554592"/>
                  </a:moveTo>
                  <a:lnTo>
                    <a:pt x="167823" y="636806"/>
                  </a:lnTo>
                  <a:lnTo>
                    <a:pt x="277571" y="607618"/>
                  </a:lnTo>
                  <a:close/>
                  <a:moveTo>
                    <a:pt x="315711" y="598370"/>
                  </a:moveTo>
                  <a:lnTo>
                    <a:pt x="345895" y="532638"/>
                  </a:lnTo>
                  <a:lnTo>
                    <a:pt x="277571" y="607618"/>
                  </a:lnTo>
                  <a:close/>
                  <a:moveTo>
                    <a:pt x="277571" y="607618"/>
                  </a:moveTo>
                  <a:lnTo>
                    <a:pt x="336162" y="520484"/>
                  </a:lnTo>
                  <a:lnTo>
                    <a:pt x="248092" y="531491"/>
                  </a:lnTo>
                  <a:close/>
                  <a:moveTo>
                    <a:pt x="921398" y="1075856"/>
                  </a:moveTo>
                  <a:lnTo>
                    <a:pt x="797654" y="1107055"/>
                  </a:lnTo>
                  <a:lnTo>
                    <a:pt x="881156" y="1135440"/>
                  </a:lnTo>
                  <a:close/>
                  <a:moveTo>
                    <a:pt x="881156" y="1135440"/>
                  </a:moveTo>
                  <a:lnTo>
                    <a:pt x="797654" y="1107055"/>
                  </a:lnTo>
                  <a:lnTo>
                    <a:pt x="857951" y="1139385"/>
                  </a:lnTo>
                  <a:close/>
                  <a:moveTo>
                    <a:pt x="910991" y="1056764"/>
                  </a:moveTo>
                  <a:lnTo>
                    <a:pt x="921398" y="1075856"/>
                  </a:lnTo>
                  <a:lnTo>
                    <a:pt x="922606" y="1053224"/>
                  </a:lnTo>
                  <a:close/>
                  <a:moveTo>
                    <a:pt x="429196" y="559934"/>
                  </a:moveTo>
                  <a:lnTo>
                    <a:pt x="402199" y="566889"/>
                  </a:lnTo>
                  <a:lnTo>
                    <a:pt x="406771" y="680585"/>
                  </a:lnTo>
                  <a:close/>
                  <a:moveTo>
                    <a:pt x="381453" y="665584"/>
                  </a:moveTo>
                  <a:lnTo>
                    <a:pt x="402199" y="566889"/>
                  </a:lnTo>
                  <a:lnTo>
                    <a:pt x="315711" y="598370"/>
                  </a:lnTo>
                  <a:close/>
                  <a:moveTo>
                    <a:pt x="345895" y="532638"/>
                  </a:moveTo>
                  <a:lnTo>
                    <a:pt x="315711" y="598370"/>
                  </a:lnTo>
                  <a:lnTo>
                    <a:pt x="402199" y="566889"/>
                  </a:lnTo>
                  <a:close/>
                  <a:moveTo>
                    <a:pt x="477534" y="530952"/>
                  </a:moveTo>
                  <a:lnTo>
                    <a:pt x="402199" y="566889"/>
                  </a:lnTo>
                  <a:lnTo>
                    <a:pt x="429196" y="559934"/>
                  </a:lnTo>
                  <a:close/>
                  <a:moveTo>
                    <a:pt x="345895" y="532638"/>
                  </a:moveTo>
                  <a:lnTo>
                    <a:pt x="402199" y="566889"/>
                  </a:lnTo>
                  <a:lnTo>
                    <a:pt x="477534" y="530952"/>
                  </a:lnTo>
                  <a:close/>
                  <a:moveTo>
                    <a:pt x="1343400" y="1448053"/>
                  </a:moveTo>
                  <a:lnTo>
                    <a:pt x="1376427" y="1447298"/>
                  </a:lnTo>
                  <a:lnTo>
                    <a:pt x="1419896" y="1425863"/>
                  </a:lnTo>
                  <a:close/>
                  <a:moveTo>
                    <a:pt x="1041181" y="1217655"/>
                  </a:moveTo>
                  <a:lnTo>
                    <a:pt x="1113412" y="1261433"/>
                  </a:lnTo>
                  <a:lnTo>
                    <a:pt x="1111539" y="1179218"/>
                  </a:lnTo>
                  <a:close/>
                  <a:moveTo>
                    <a:pt x="1111539" y="1179218"/>
                  </a:moveTo>
                  <a:lnTo>
                    <a:pt x="1142164" y="1128745"/>
                  </a:lnTo>
                  <a:lnTo>
                    <a:pt x="1041181" y="1217655"/>
                  </a:lnTo>
                  <a:close/>
                  <a:moveTo>
                    <a:pt x="921398" y="1075856"/>
                  </a:moveTo>
                  <a:lnTo>
                    <a:pt x="881156" y="1135440"/>
                  </a:lnTo>
                  <a:lnTo>
                    <a:pt x="954808" y="1121234"/>
                  </a:lnTo>
                  <a:close/>
                  <a:moveTo>
                    <a:pt x="954808" y="1121234"/>
                  </a:moveTo>
                  <a:lnTo>
                    <a:pt x="922606" y="1053224"/>
                  </a:lnTo>
                  <a:lnTo>
                    <a:pt x="921398" y="1075856"/>
                  </a:lnTo>
                  <a:close/>
                  <a:moveTo>
                    <a:pt x="1022191" y="1026952"/>
                  </a:moveTo>
                  <a:lnTo>
                    <a:pt x="922606" y="1053224"/>
                  </a:lnTo>
                  <a:lnTo>
                    <a:pt x="954808" y="1121234"/>
                  </a:lnTo>
                  <a:close/>
                  <a:moveTo>
                    <a:pt x="531603" y="517904"/>
                  </a:moveTo>
                  <a:lnTo>
                    <a:pt x="429196" y="559934"/>
                  </a:lnTo>
                  <a:lnTo>
                    <a:pt x="527500" y="521497"/>
                  </a:lnTo>
                  <a:close/>
                  <a:moveTo>
                    <a:pt x="531603" y="517904"/>
                  </a:moveTo>
                  <a:lnTo>
                    <a:pt x="477534" y="530952"/>
                  </a:lnTo>
                  <a:lnTo>
                    <a:pt x="429196" y="559934"/>
                  </a:lnTo>
                  <a:close/>
                  <a:moveTo>
                    <a:pt x="1473452" y="1402915"/>
                  </a:moveTo>
                  <a:lnTo>
                    <a:pt x="1419896" y="1425863"/>
                  </a:lnTo>
                  <a:lnTo>
                    <a:pt x="1501359" y="1420539"/>
                  </a:lnTo>
                  <a:close/>
                  <a:moveTo>
                    <a:pt x="1624233" y="525275"/>
                  </a:moveTo>
                  <a:lnTo>
                    <a:pt x="1574370" y="575960"/>
                  </a:lnTo>
                  <a:lnTo>
                    <a:pt x="1623019" y="537524"/>
                  </a:lnTo>
                  <a:close/>
                  <a:moveTo>
                    <a:pt x="1579824" y="574440"/>
                  </a:moveTo>
                  <a:lnTo>
                    <a:pt x="1624233" y="525275"/>
                  </a:lnTo>
                  <a:lnTo>
                    <a:pt x="1579861" y="493745"/>
                  </a:lnTo>
                  <a:close/>
                  <a:moveTo>
                    <a:pt x="1624233" y="525275"/>
                  </a:moveTo>
                  <a:lnTo>
                    <a:pt x="1616986" y="455309"/>
                  </a:lnTo>
                  <a:lnTo>
                    <a:pt x="1579861" y="493745"/>
                  </a:lnTo>
                  <a:close/>
                  <a:moveTo>
                    <a:pt x="1624233" y="525275"/>
                  </a:moveTo>
                  <a:lnTo>
                    <a:pt x="1623019" y="537524"/>
                  </a:lnTo>
                  <a:lnTo>
                    <a:pt x="1660624" y="510602"/>
                  </a:lnTo>
                  <a:close/>
                  <a:moveTo>
                    <a:pt x="1624233" y="525275"/>
                  </a:moveTo>
                  <a:lnTo>
                    <a:pt x="1660624" y="510602"/>
                  </a:lnTo>
                  <a:lnTo>
                    <a:pt x="1616986" y="455309"/>
                  </a:lnTo>
                  <a:close/>
                  <a:moveTo>
                    <a:pt x="1616986" y="455309"/>
                  </a:moveTo>
                  <a:lnTo>
                    <a:pt x="1675282" y="499087"/>
                  </a:lnTo>
                  <a:lnTo>
                    <a:pt x="1674761" y="416872"/>
                  </a:lnTo>
                  <a:close/>
                  <a:moveTo>
                    <a:pt x="1605783" y="373093"/>
                  </a:moveTo>
                  <a:lnTo>
                    <a:pt x="1616986" y="455309"/>
                  </a:lnTo>
                  <a:lnTo>
                    <a:pt x="1674761" y="416872"/>
                  </a:lnTo>
                  <a:close/>
                  <a:moveTo>
                    <a:pt x="1605783" y="373093"/>
                  </a:moveTo>
                  <a:lnTo>
                    <a:pt x="1674761" y="416872"/>
                  </a:lnTo>
                  <a:lnTo>
                    <a:pt x="1703346" y="334657"/>
                  </a:lnTo>
                  <a:close/>
                  <a:moveTo>
                    <a:pt x="1703346" y="334657"/>
                  </a:moveTo>
                  <a:lnTo>
                    <a:pt x="1761478" y="329350"/>
                  </a:lnTo>
                  <a:lnTo>
                    <a:pt x="1707392" y="332987"/>
                  </a:lnTo>
                  <a:close/>
                  <a:moveTo>
                    <a:pt x="1674761" y="416872"/>
                  </a:moveTo>
                  <a:lnTo>
                    <a:pt x="1738499" y="378436"/>
                  </a:lnTo>
                  <a:lnTo>
                    <a:pt x="1703346" y="334657"/>
                  </a:lnTo>
                  <a:close/>
                  <a:moveTo>
                    <a:pt x="1666001" y="252442"/>
                  </a:moveTo>
                  <a:lnTo>
                    <a:pt x="1707392" y="332987"/>
                  </a:lnTo>
                  <a:lnTo>
                    <a:pt x="1702844" y="236593"/>
                  </a:lnTo>
                  <a:close/>
                  <a:moveTo>
                    <a:pt x="1666001" y="252442"/>
                  </a:moveTo>
                  <a:lnTo>
                    <a:pt x="1703346" y="334657"/>
                  </a:lnTo>
                  <a:lnTo>
                    <a:pt x="1707392" y="332987"/>
                  </a:lnTo>
                  <a:close/>
                  <a:moveTo>
                    <a:pt x="1757381" y="214005"/>
                  </a:moveTo>
                  <a:lnTo>
                    <a:pt x="1702844" y="236593"/>
                  </a:lnTo>
                  <a:lnTo>
                    <a:pt x="1707392" y="332987"/>
                  </a:lnTo>
                  <a:close/>
                  <a:moveTo>
                    <a:pt x="1703087" y="131791"/>
                  </a:moveTo>
                  <a:lnTo>
                    <a:pt x="1702844" y="236593"/>
                  </a:lnTo>
                  <a:lnTo>
                    <a:pt x="1712836" y="147484"/>
                  </a:lnTo>
                  <a:close/>
                  <a:moveTo>
                    <a:pt x="1666001" y="252442"/>
                  </a:moveTo>
                  <a:lnTo>
                    <a:pt x="1702844" y="236593"/>
                  </a:lnTo>
                  <a:lnTo>
                    <a:pt x="1703087" y="131791"/>
                  </a:lnTo>
                  <a:close/>
                  <a:moveTo>
                    <a:pt x="1613911" y="170227"/>
                  </a:moveTo>
                  <a:lnTo>
                    <a:pt x="1666001" y="252442"/>
                  </a:lnTo>
                  <a:lnTo>
                    <a:pt x="1703087" y="131791"/>
                  </a:lnTo>
                  <a:close/>
                  <a:moveTo>
                    <a:pt x="1702844" y="236593"/>
                  </a:moveTo>
                  <a:lnTo>
                    <a:pt x="1757381" y="214005"/>
                  </a:lnTo>
                  <a:lnTo>
                    <a:pt x="1712836" y="147484"/>
                  </a:lnTo>
                  <a:close/>
                  <a:moveTo>
                    <a:pt x="1703087" y="131791"/>
                  </a:moveTo>
                  <a:lnTo>
                    <a:pt x="1703591" y="112921"/>
                  </a:lnTo>
                  <a:lnTo>
                    <a:pt x="1600922" y="88011"/>
                  </a:lnTo>
                  <a:close/>
                  <a:moveTo>
                    <a:pt x="1715534" y="126184"/>
                  </a:moveTo>
                  <a:lnTo>
                    <a:pt x="1712836" y="147484"/>
                  </a:lnTo>
                  <a:lnTo>
                    <a:pt x="1786910" y="93354"/>
                  </a:lnTo>
                  <a:close/>
                  <a:moveTo>
                    <a:pt x="1786910" y="93354"/>
                  </a:moveTo>
                  <a:lnTo>
                    <a:pt x="1712836" y="147484"/>
                  </a:lnTo>
                  <a:lnTo>
                    <a:pt x="1757381" y="214005"/>
                  </a:lnTo>
                  <a:close/>
                  <a:moveTo>
                    <a:pt x="1786910" y="93354"/>
                  </a:moveTo>
                  <a:lnTo>
                    <a:pt x="1757381" y="214005"/>
                  </a:lnTo>
                  <a:lnTo>
                    <a:pt x="1828200" y="175569"/>
                  </a:lnTo>
                  <a:close/>
                  <a:moveTo>
                    <a:pt x="1703087" y="131791"/>
                  </a:moveTo>
                  <a:lnTo>
                    <a:pt x="1712836" y="147484"/>
                  </a:lnTo>
                  <a:lnTo>
                    <a:pt x="1715534" y="126184"/>
                  </a:lnTo>
                  <a:close/>
                  <a:moveTo>
                    <a:pt x="1703591" y="112921"/>
                  </a:moveTo>
                  <a:lnTo>
                    <a:pt x="1703087" y="131791"/>
                  </a:lnTo>
                  <a:lnTo>
                    <a:pt x="1715534" y="126184"/>
                  </a:lnTo>
                  <a:close/>
                  <a:moveTo>
                    <a:pt x="1703591" y="112921"/>
                  </a:moveTo>
                  <a:lnTo>
                    <a:pt x="1715534" y="126184"/>
                  </a:lnTo>
                  <a:lnTo>
                    <a:pt x="1707329" y="49575"/>
                  </a:lnTo>
                  <a:close/>
                  <a:moveTo>
                    <a:pt x="1707329" y="49575"/>
                  </a:moveTo>
                  <a:lnTo>
                    <a:pt x="1715534" y="126184"/>
                  </a:lnTo>
                  <a:lnTo>
                    <a:pt x="1786910" y="93354"/>
                  </a:lnTo>
                  <a:close/>
                  <a:moveTo>
                    <a:pt x="1707329" y="49575"/>
                  </a:moveTo>
                  <a:lnTo>
                    <a:pt x="1786910" y="93354"/>
                  </a:lnTo>
                  <a:lnTo>
                    <a:pt x="1798972" y="11138"/>
                  </a:lnTo>
                  <a:close/>
                  <a:moveTo>
                    <a:pt x="1806140" y="2474"/>
                  </a:moveTo>
                  <a:lnTo>
                    <a:pt x="1707329" y="49575"/>
                  </a:lnTo>
                  <a:lnTo>
                    <a:pt x="1798972" y="11138"/>
                  </a:lnTo>
                  <a:close/>
                  <a:moveTo>
                    <a:pt x="1786910" y="93354"/>
                  </a:moveTo>
                  <a:lnTo>
                    <a:pt x="1873206" y="158684"/>
                  </a:lnTo>
                  <a:lnTo>
                    <a:pt x="1864486" y="65681"/>
                  </a:lnTo>
                  <a:close/>
                  <a:moveTo>
                    <a:pt x="1786910" y="93354"/>
                  </a:moveTo>
                  <a:lnTo>
                    <a:pt x="1828200" y="175569"/>
                  </a:lnTo>
                  <a:lnTo>
                    <a:pt x="1873206" y="158684"/>
                  </a:lnTo>
                  <a:close/>
                  <a:moveTo>
                    <a:pt x="1798972" y="11138"/>
                  </a:moveTo>
                  <a:lnTo>
                    <a:pt x="1864486" y="65681"/>
                  </a:lnTo>
                  <a:lnTo>
                    <a:pt x="1814866" y="5929"/>
                  </a:lnTo>
                  <a:close/>
                  <a:moveTo>
                    <a:pt x="1798972" y="11138"/>
                  </a:moveTo>
                  <a:lnTo>
                    <a:pt x="1786910" y="93354"/>
                  </a:lnTo>
                  <a:lnTo>
                    <a:pt x="1864486" y="65681"/>
                  </a:lnTo>
                  <a:close/>
                  <a:moveTo>
                    <a:pt x="1898664" y="54917"/>
                  </a:moveTo>
                  <a:lnTo>
                    <a:pt x="1937568" y="0"/>
                  </a:lnTo>
                  <a:lnTo>
                    <a:pt x="1864486" y="65681"/>
                  </a:lnTo>
                  <a:close/>
                  <a:moveTo>
                    <a:pt x="1864486" y="65681"/>
                  </a:moveTo>
                  <a:lnTo>
                    <a:pt x="1937568" y="0"/>
                  </a:lnTo>
                  <a:lnTo>
                    <a:pt x="1892514" y="3395"/>
                  </a:lnTo>
                  <a:close/>
                  <a:moveTo>
                    <a:pt x="1864486" y="65681"/>
                  </a:moveTo>
                  <a:lnTo>
                    <a:pt x="1892514" y="3395"/>
                  </a:lnTo>
                  <a:lnTo>
                    <a:pt x="1814866" y="5929"/>
                  </a:lnTo>
                  <a:close/>
                  <a:moveTo>
                    <a:pt x="1806140" y="2474"/>
                  </a:moveTo>
                  <a:lnTo>
                    <a:pt x="1798972" y="11138"/>
                  </a:lnTo>
                  <a:lnTo>
                    <a:pt x="1814866" y="5929"/>
                  </a:lnTo>
                  <a:close/>
                  <a:moveTo>
                    <a:pt x="1995163" y="137"/>
                  </a:moveTo>
                  <a:lnTo>
                    <a:pt x="1937568" y="0"/>
                  </a:lnTo>
                  <a:lnTo>
                    <a:pt x="1898664" y="54917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41" name="Candidate_density__2140">
              <a:extLst>
                <a:ext uri="{FF2B5EF4-FFF2-40B4-BE49-F238E27FC236}">
                  <a16:creationId xmlns:a16="http://schemas.microsoft.com/office/drawing/2014/main" id="{9A5546F8-6C2A-AB3F-50DC-1DDDDB8897CC}"/>
                </a:ext>
              </a:extLst>
            </p:cNvPr>
            <p:cNvSpPr>
              <a:spLocks noGrp="1"/>
            </p:cNvSpPr>
            <p:nvPr/>
          </p:nvSpPr>
          <p:spPr>
            <a:xfrm>
              <a:off x="3679440" y="2279891"/>
              <a:ext cx="2375204" cy="1231165"/>
            </a:xfrm>
            <a:custGeom>
              <a:avLst/>
              <a:gdLst/>
              <a:ahLst/>
              <a:cxnLst/>
              <a:rect l="0" t="0" r="0" b="0"/>
              <a:pathLst>
                <a:path w="2375204" h="1231165">
                  <a:moveTo>
                    <a:pt x="342165" y="1231165"/>
                  </a:moveTo>
                  <a:lnTo>
                    <a:pt x="263629" y="1216188"/>
                  </a:lnTo>
                  <a:lnTo>
                    <a:pt x="208692" y="1181431"/>
                  </a:lnTo>
                  <a:close/>
                  <a:moveTo>
                    <a:pt x="533931" y="1175626"/>
                  </a:moveTo>
                  <a:lnTo>
                    <a:pt x="486267" y="1137544"/>
                  </a:lnTo>
                  <a:lnTo>
                    <a:pt x="556387" y="1194732"/>
                  </a:lnTo>
                  <a:close/>
                  <a:moveTo>
                    <a:pt x="0" y="787839"/>
                  </a:moveTo>
                  <a:lnTo>
                    <a:pt x="76926" y="796797"/>
                  </a:lnTo>
                  <a:lnTo>
                    <a:pt x="126845" y="768232"/>
                  </a:lnTo>
                  <a:close/>
                  <a:moveTo>
                    <a:pt x="505658" y="1133376"/>
                  </a:moveTo>
                  <a:lnTo>
                    <a:pt x="515511" y="1194732"/>
                  </a:lnTo>
                  <a:lnTo>
                    <a:pt x="533931" y="1175626"/>
                  </a:lnTo>
                  <a:close/>
                  <a:moveTo>
                    <a:pt x="792489" y="1154613"/>
                  </a:moveTo>
                  <a:lnTo>
                    <a:pt x="826561" y="1142759"/>
                  </a:lnTo>
                  <a:lnTo>
                    <a:pt x="836461" y="1117859"/>
                  </a:lnTo>
                  <a:close/>
                  <a:moveTo>
                    <a:pt x="813652" y="1170283"/>
                  </a:moveTo>
                  <a:lnTo>
                    <a:pt x="826561" y="1142759"/>
                  </a:lnTo>
                  <a:lnTo>
                    <a:pt x="792489" y="1154613"/>
                  </a:lnTo>
                  <a:close/>
                  <a:moveTo>
                    <a:pt x="173230" y="409523"/>
                  </a:moveTo>
                  <a:lnTo>
                    <a:pt x="151553" y="377923"/>
                  </a:lnTo>
                  <a:lnTo>
                    <a:pt x="169033" y="432107"/>
                  </a:lnTo>
                  <a:close/>
                  <a:moveTo>
                    <a:pt x="830120" y="1035644"/>
                  </a:moveTo>
                  <a:lnTo>
                    <a:pt x="854760" y="997207"/>
                  </a:lnTo>
                  <a:lnTo>
                    <a:pt x="836461" y="1117859"/>
                  </a:lnTo>
                  <a:close/>
                  <a:moveTo>
                    <a:pt x="810339" y="914992"/>
                  </a:moveTo>
                  <a:lnTo>
                    <a:pt x="854760" y="997207"/>
                  </a:lnTo>
                  <a:lnTo>
                    <a:pt x="749988" y="953428"/>
                  </a:lnTo>
                  <a:close/>
                  <a:moveTo>
                    <a:pt x="795882" y="906924"/>
                  </a:moveTo>
                  <a:lnTo>
                    <a:pt x="854760" y="997207"/>
                  </a:lnTo>
                  <a:lnTo>
                    <a:pt x="810339" y="914992"/>
                  </a:lnTo>
                  <a:close/>
                  <a:moveTo>
                    <a:pt x="795882" y="906924"/>
                  </a:moveTo>
                  <a:lnTo>
                    <a:pt x="856307" y="899358"/>
                  </a:lnTo>
                  <a:lnTo>
                    <a:pt x="817152" y="816419"/>
                  </a:lnTo>
                  <a:close/>
                  <a:moveTo>
                    <a:pt x="670833" y="547696"/>
                  </a:moveTo>
                  <a:lnTo>
                    <a:pt x="670645" y="547779"/>
                  </a:lnTo>
                  <a:lnTo>
                    <a:pt x="735592" y="511480"/>
                  </a:lnTo>
                  <a:close/>
                  <a:moveTo>
                    <a:pt x="1074172" y="920335"/>
                  </a:moveTo>
                  <a:lnTo>
                    <a:pt x="1075584" y="946684"/>
                  </a:lnTo>
                  <a:lnTo>
                    <a:pt x="1090684" y="949124"/>
                  </a:lnTo>
                  <a:close/>
                  <a:moveTo>
                    <a:pt x="917028" y="480777"/>
                  </a:moveTo>
                  <a:lnTo>
                    <a:pt x="978599" y="479194"/>
                  </a:lnTo>
                  <a:lnTo>
                    <a:pt x="941432" y="470823"/>
                  </a:lnTo>
                  <a:close/>
                  <a:moveTo>
                    <a:pt x="950967" y="544214"/>
                  </a:moveTo>
                  <a:lnTo>
                    <a:pt x="978599" y="479194"/>
                  </a:lnTo>
                  <a:lnTo>
                    <a:pt x="917028" y="480777"/>
                  </a:lnTo>
                  <a:close/>
                  <a:moveTo>
                    <a:pt x="1578159" y="925677"/>
                  </a:moveTo>
                  <a:lnTo>
                    <a:pt x="1611861" y="828376"/>
                  </a:lnTo>
                  <a:lnTo>
                    <a:pt x="1590763" y="805026"/>
                  </a:lnTo>
                  <a:close/>
                  <a:moveTo>
                    <a:pt x="1578159" y="925677"/>
                  </a:moveTo>
                  <a:lnTo>
                    <a:pt x="1590763" y="805026"/>
                  </a:lnTo>
                  <a:lnTo>
                    <a:pt x="1597709" y="887240"/>
                  </a:lnTo>
                  <a:close/>
                  <a:moveTo>
                    <a:pt x="1611861" y="828376"/>
                  </a:moveTo>
                  <a:lnTo>
                    <a:pt x="1604845" y="733987"/>
                  </a:lnTo>
                  <a:lnTo>
                    <a:pt x="1590763" y="805026"/>
                  </a:lnTo>
                  <a:close/>
                  <a:moveTo>
                    <a:pt x="1604845" y="733987"/>
                  </a:moveTo>
                  <a:lnTo>
                    <a:pt x="1590745" y="722810"/>
                  </a:lnTo>
                  <a:lnTo>
                    <a:pt x="1590763" y="805026"/>
                  </a:lnTo>
                  <a:close/>
                  <a:moveTo>
                    <a:pt x="1590745" y="722810"/>
                  </a:moveTo>
                  <a:lnTo>
                    <a:pt x="1662096" y="684373"/>
                  </a:lnTo>
                  <a:lnTo>
                    <a:pt x="1590763" y="805026"/>
                  </a:lnTo>
                  <a:close/>
                  <a:moveTo>
                    <a:pt x="1659800" y="589218"/>
                  </a:moveTo>
                  <a:lnTo>
                    <a:pt x="1663438" y="675270"/>
                  </a:lnTo>
                  <a:lnTo>
                    <a:pt x="1657269" y="602159"/>
                  </a:lnTo>
                  <a:close/>
                  <a:moveTo>
                    <a:pt x="1610564" y="262381"/>
                  </a:moveTo>
                  <a:lnTo>
                    <a:pt x="1517882" y="343727"/>
                  </a:lnTo>
                  <a:lnTo>
                    <a:pt x="1500073" y="343132"/>
                  </a:lnTo>
                  <a:close/>
                  <a:moveTo>
                    <a:pt x="1671168" y="273767"/>
                  </a:moveTo>
                  <a:lnTo>
                    <a:pt x="1610564" y="262381"/>
                  </a:lnTo>
                  <a:lnTo>
                    <a:pt x="1744504" y="269300"/>
                  </a:lnTo>
                  <a:close/>
                  <a:moveTo>
                    <a:pt x="1959350" y="300052"/>
                  </a:moveTo>
                  <a:lnTo>
                    <a:pt x="2041517" y="321073"/>
                  </a:lnTo>
                  <a:lnTo>
                    <a:pt x="2083688" y="271075"/>
                  </a:lnTo>
                  <a:close/>
                  <a:moveTo>
                    <a:pt x="2210169" y="245546"/>
                  </a:moveTo>
                  <a:lnTo>
                    <a:pt x="2207747" y="246523"/>
                  </a:lnTo>
                  <a:lnTo>
                    <a:pt x="2277704" y="223950"/>
                  </a:lnTo>
                  <a:close/>
                  <a:moveTo>
                    <a:pt x="2083688" y="271075"/>
                  </a:moveTo>
                  <a:lnTo>
                    <a:pt x="2159622" y="276323"/>
                  </a:lnTo>
                  <a:lnTo>
                    <a:pt x="2103570" y="270625"/>
                  </a:lnTo>
                  <a:close/>
                  <a:moveTo>
                    <a:pt x="2210169" y="245546"/>
                  </a:moveTo>
                  <a:lnTo>
                    <a:pt x="2306438" y="126790"/>
                  </a:lnTo>
                  <a:lnTo>
                    <a:pt x="2306478" y="124894"/>
                  </a:lnTo>
                  <a:close/>
                  <a:moveTo>
                    <a:pt x="2306478" y="124894"/>
                  </a:moveTo>
                  <a:lnTo>
                    <a:pt x="2297457" y="82602"/>
                  </a:lnTo>
                  <a:lnTo>
                    <a:pt x="2336422" y="13084"/>
                  </a:lnTo>
                  <a:close/>
                  <a:moveTo>
                    <a:pt x="2297457" y="82602"/>
                  </a:moveTo>
                  <a:lnTo>
                    <a:pt x="2325005" y="124894"/>
                  </a:lnTo>
                  <a:lnTo>
                    <a:pt x="2336422" y="13084"/>
                  </a:lnTo>
                  <a:close/>
                  <a:moveTo>
                    <a:pt x="2339277" y="0"/>
                  </a:moveTo>
                  <a:lnTo>
                    <a:pt x="2336422" y="13084"/>
                  </a:lnTo>
                  <a:lnTo>
                    <a:pt x="2375204" y="4243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42" name="Candidate_density__2141">
              <a:extLst>
                <a:ext uri="{FF2B5EF4-FFF2-40B4-BE49-F238E27FC236}">
                  <a16:creationId xmlns:a16="http://schemas.microsoft.com/office/drawing/2014/main" id="{39052407-B1CE-3C42-2C44-E8A8B1B0774D}"/>
                </a:ext>
              </a:extLst>
            </p:cNvPr>
            <p:cNvSpPr>
              <a:spLocks noGrp="1"/>
            </p:cNvSpPr>
            <p:nvPr/>
          </p:nvSpPr>
          <p:spPr>
            <a:xfrm>
              <a:off x="3756366" y="2404785"/>
              <a:ext cx="2229552" cy="1105100"/>
            </a:xfrm>
            <a:custGeom>
              <a:avLst/>
              <a:gdLst/>
              <a:ahLst/>
              <a:cxnLst/>
              <a:rect l="0" t="0" r="0" b="0"/>
              <a:pathLst>
                <a:path w="2229552" h="1105100">
                  <a:moveTo>
                    <a:pt x="438585" y="1069838"/>
                  </a:moveTo>
                  <a:lnTo>
                    <a:pt x="335129" y="1088922"/>
                  </a:lnTo>
                  <a:lnTo>
                    <a:pt x="457004" y="1050732"/>
                  </a:lnTo>
                  <a:close/>
                  <a:moveTo>
                    <a:pt x="0" y="671902"/>
                  </a:moveTo>
                  <a:lnTo>
                    <a:pt x="63343" y="630075"/>
                  </a:lnTo>
                  <a:lnTo>
                    <a:pt x="118149" y="619783"/>
                  </a:lnTo>
                  <a:close/>
                  <a:moveTo>
                    <a:pt x="49918" y="643338"/>
                  </a:moveTo>
                  <a:lnTo>
                    <a:pt x="0" y="671902"/>
                  </a:lnTo>
                  <a:lnTo>
                    <a:pt x="118149" y="619783"/>
                  </a:lnTo>
                  <a:close/>
                  <a:moveTo>
                    <a:pt x="394149" y="1094384"/>
                  </a:moveTo>
                  <a:lnTo>
                    <a:pt x="269679" y="1105100"/>
                  </a:lnTo>
                  <a:lnTo>
                    <a:pt x="350081" y="1100326"/>
                  </a:lnTo>
                  <a:close/>
                  <a:moveTo>
                    <a:pt x="438585" y="1069838"/>
                  </a:moveTo>
                  <a:lnTo>
                    <a:pt x="394149" y="1094384"/>
                  </a:lnTo>
                  <a:lnTo>
                    <a:pt x="350081" y="1100326"/>
                  </a:lnTo>
                  <a:close/>
                  <a:moveTo>
                    <a:pt x="92107" y="307213"/>
                  </a:moveTo>
                  <a:lnTo>
                    <a:pt x="55412" y="357373"/>
                  </a:lnTo>
                  <a:lnTo>
                    <a:pt x="24320" y="332429"/>
                  </a:lnTo>
                  <a:close/>
                  <a:moveTo>
                    <a:pt x="733412" y="790098"/>
                  </a:moveTo>
                  <a:lnTo>
                    <a:pt x="673062" y="828534"/>
                  </a:lnTo>
                  <a:lnTo>
                    <a:pt x="779380" y="774464"/>
                  </a:lnTo>
                  <a:close/>
                  <a:moveTo>
                    <a:pt x="733412" y="790098"/>
                  </a:moveTo>
                  <a:lnTo>
                    <a:pt x="779380" y="774464"/>
                  </a:lnTo>
                  <a:lnTo>
                    <a:pt x="718955" y="782030"/>
                  </a:lnTo>
                  <a:close/>
                  <a:moveTo>
                    <a:pt x="1218131" y="1080522"/>
                  </a:moveTo>
                  <a:lnTo>
                    <a:pt x="1287216" y="1042086"/>
                  </a:lnTo>
                  <a:lnTo>
                    <a:pt x="1271549" y="1069565"/>
                  </a:lnTo>
                  <a:close/>
                  <a:moveTo>
                    <a:pt x="1287216" y="1042086"/>
                  </a:moveTo>
                  <a:lnTo>
                    <a:pt x="1218131" y="1080522"/>
                  </a:lnTo>
                  <a:lnTo>
                    <a:pt x="1326325" y="995706"/>
                  </a:lnTo>
                  <a:close/>
                  <a:moveTo>
                    <a:pt x="1369078" y="940352"/>
                  </a:moveTo>
                  <a:lnTo>
                    <a:pt x="1287216" y="1042086"/>
                  </a:lnTo>
                  <a:lnTo>
                    <a:pt x="1326325" y="995706"/>
                  </a:lnTo>
                  <a:close/>
                  <a:moveTo>
                    <a:pt x="1369078" y="940352"/>
                  </a:moveTo>
                  <a:lnTo>
                    <a:pt x="1326325" y="995706"/>
                  </a:lnTo>
                  <a:lnTo>
                    <a:pt x="1445883" y="948853"/>
                  </a:lnTo>
                  <a:close/>
                  <a:moveTo>
                    <a:pt x="864506" y="345929"/>
                  </a:moveTo>
                  <a:lnTo>
                    <a:pt x="901672" y="354300"/>
                  </a:lnTo>
                  <a:lnTo>
                    <a:pt x="910510" y="340471"/>
                  </a:lnTo>
                  <a:close/>
                  <a:moveTo>
                    <a:pt x="1369078" y="940352"/>
                  </a:moveTo>
                  <a:lnTo>
                    <a:pt x="1445883" y="948853"/>
                  </a:lnTo>
                  <a:lnTo>
                    <a:pt x="1489431" y="896468"/>
                  </a:lnTo>
                  <a:close/>
                  <a:moveTo>
                    <a:pt x="1475932" y="921434"/>
                  </a:moveTo>
                  <a:lnTo>
                    <a:pt x="1489431" y="896468"/>
                  </a:lnTo>
                  <a:lnTo>
                    <a:pt x="1445883" y="948853"/>
                  </a:lnTo>
                  <a:close/>
                  <a:moveTo>
                    <a:pt x="1475932" y="921434"/>
                  </a:moveTo>
                  <a:lnTo>
                    <a:pt x="1500323" y="882997"/>
                  </a:lnTo>
                  <a:lnTo>
                    <a:pt x="1489431" y="896468"/>
                  </a:lnTo>
                  <a:close/>
                  <a:moveTo>
                    <a:pt x="1475932" y="921434"/>
                  </a:moveTo>
                  <a:lnTo>
                    <a:pt x="1501233" y="800783"/>
                  </a:lnTo>
                  <a:lnTo>
                    <a:pt x="1500323" y="882997"/>
                  </a:lnTo>
                  <a:close/>
                  <a:moveTo>
                    <a:pt x="921026" y="338566"/>
                  </a:moveTo>
                  <a:lnTo>
                    <a:pt x="864506" y="345929"/>
                  </a:lnTo>
                  <a:lnTo>
                    <a:pt x="910510" y="340471"/>
                  </a:lnTo>
                  <a:close/>
                  <a:moveTo>
                    <a:pt x="1501233" y="800783"/>
                  </a:moveTo>
                  <a:lnTo>
                    <a:pt x="1520782" y="762346"/>
                  </a:lnTo>
                  <a:lnTo>
                    <a:pt x="1500323" y="882997"/>
                  </a:lnTo>
                  <a:close/>
                  <a:moveTo>
                    <a:pt x="1527228" y="759128"/>
                  </a:moveTo>
                  <a:lnTo>
                    <a:pt x="1534935" y="703482"/>
                  </a:lnTo>
                  <a:lnTo>
                    <a:pt x="1501233" y="800783"/>
                  </a:lnTo>
                  <a:close/>
                  <a:moveTo>
                    <a:pt x="1513819" y="597916"/>
                  </a:moveTo>
                  <a:lnTo>
                    <a:pt x="1527919" y="609093"/>
                  </a:lnTo>
                  <a:lnTo>
                    <a:pt x="1538811" y="587233"/>
                  </a:lnTo>
                  <a:close/>
                  <a:moveTo>
                    <a:pt x="1513819" y="597916"/>
                  </a:moveTo>
                  <a:lnTo>
                    <a:pt x="1538811" y="587233"/>
                  </a:lnTo>
                  <a:lnTo>
                    <a:pt x="1586512" y="550376"/>
                  </a:lnTo>
                  <a:close/>
                  <a:moveTo>
                    <a:pt x="1586512" y="550376"/>
                  </a:moveTo>
                  <a:lnTo>
                    <a:pt x="1597775" y="512802"/>
                  </a:lnTo>
                  <a:lnTo>
                    <a:pt x="1580342" y="477264"/>
                  </a:lnTo>
                  <a:close/>
                  <a:moveTo>
                    <a:pt x="1882423" y="175158"/>
                  </a:moveTo>
                  <a:lnTo>
                    <a:pt x="2006762" y="146181"/>
                  </a:lnTo>
                  <a:lnTo>
                    <a:pt x="1933939" y="152569"/>
                  </a:lnTo>
                  <a:close/>
                  <a:moveTo>
                    <a:pt x="1933939" y="152569"/>
                  </a:moveTo>
                  <a:lnTo>
                    <a:pt x="2006762" y="146181"/>
                  </a:lnTo>
                  <a:lnTo>
                    <a:pt x="1939943" y="155625"/>
                  </a:lnTo>
                  <a:close/>
                  <a:moveTo>
                    <a:pt x="2006762" y="146181"/>
                  </a:moveTo>
                  <a:lnTo>
                    <a:pt x="2026643" y="145731"/>
                  </a:lnTo>
                  <a:lnTo>
                    <a:pt x="1939943" y="155625"/>
                  </a:lnTo>
                  <a:close/>
                  <a:moveTo>
                    <a:pt x="2082696" y="151429"/>
                  </a:moveTo>
                  <a:lnTo>
                    <a:pt x="2130821" y="121629"/>
                  </a:lnTo>
                  <a:lnTo>
                    <a:pt x="2026643" y="145731"/>
                  </a:lnTo>
                  <a:close/>
                  <a:moveTo>
                    <a:pt x="2133242" y="120652"/>
                  </a:moveTo>
                  <a:lnTo>
                    <a:pt x="2229552" y="0"/>
                  </a:lnTo>
                  <a:lnTo>
                    <a:pt x="2199989" y="82215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43" name="Candidate_density__2142">
              <a:extLst>
                <a:ext uri="{FF2B5EF4-FFF2-40B4-BE49-F238E27FC236}">
                  <a16:creationId xmlns:a16="http://schemas.microsoft.com/office/drawing/2014/main" id="{144B00D3-7297-BA15-F6F6-E30362DCA5AB}"/>
                </a:ext>
              </a:extLst>
            </p:cNvPr>
            <p:cNvSpPr>
              <a:spLocks noGrp="1"/>
            </p:cNvSpPr>
            <p:nvPr/>
          </p:nvSpPr>
          <p:spPr>
            <a:xfrm>
              <a:off x="3554825" y="1805378"/>
              <a:ext cx="2470226" cy="1690701"/>
            </a:xfrm>
            <a:custGeom>
              <a:avLst/>
              <a:gdLst/>
              <a:ahLst/>
              <a:cxnLst/>
              <a:rect l="0" t="0" r="0" b="0"/>
              <a:pathLst>
                <a:path w="2470226" h="1690701">
                  <a:moveTo>
                    <a:pt x="244637" y="1567346"/>
                  </a:moveTo>
                  <a:lnTo>
                    <a:pt x="300653" y="1625466"/>
                  </a:lnTo>
                  <a:lnTo>
                    <a:pt x="294012" y="1617043"/>
                  </a:lnTo>
                  <a:close/>
                  <a:moveTo>
                    <a:pt x="202486" y="1461036"/>
                  </a:moveTo>
                  <a:lnTo>
                    <a:pt x="190618" y="1499473"/>
                  </a:lnTo>
                  <a:lnTo>
                    <a:pt x="239920" y="1543251"/>
                  </a:lnTo>
                  <a:close/>
                  <a:moveTo>
                    <a:pt x="239920" y="1543251"/>
                  </a:moveTo>
                  <a:lnTo>
                    <a:pt x="244637" y="1567346"/>
                  </a:lnTo>
                  <a:lnTo>
                    <a:pt x="294012" y="1617043"/>
                  </a:lnTo>
                  <a:close/>
                  <a:moveTo>
                    <a:pt x="390168" y="1587030"/>
                  </a:moveTo>
                  <a:lnTo>
                    <a:pt x="388243" y="1690701"/>
                  </a:lnTo>
                  <a:lnTo>
                    <a:pt x="432417" y="1640658"/>
                  </a:lnTo>
                  <a:close/>
                  <a:moveTo>
                    <a:pt x="390168" y="1587030"/>
                  </a:moveTo>
                  <a:lnTo>
                    <a:pt x="300653" y="1625466"/>
                  </a:lnTo>
                  <a:lnTo>
                    <a:pt x="388243" y="1690701"/>
                  </a:lnTo>
                  <a:close/>
                  <a:moveTo>
                    <a:pt x="340666" y="1504815"/>
                  </a:moveTo>
                  <a:lnTo>
                    <a:pt x="294012" y="1617043"/>
                  </a:lnTo>
                  <a:lnTo>
                    <a:pt x="300653" y="1625466"/>
                  </a:lnTo>
                  <a:close/>
                  <a:moveTo>
                    <a:pt x="239920" y="1543251"/>
                  </a:moveTo>
                  <a:lnTo>
                    <a:pt x="294012" y="1617043"/>
                  </a:lnTo>
                  <a:lnTo>
                    <a:pt x="311702" y="1512823"/>
                  </a:lnTo>
                  <a:close/>
                  <a:moveTo>
                    <a:pt x="286052" y="1372083"/>
                  </a:moveTo>
                  <a:lnTo>
                    <a:pt x="202486" y="1461036"/>
                  </a:lnTo>
                  <a:lnTo>
                    <a:pt x="235532" y="1422600"/>
                  </a:lnTo>
                  <a:close/>
                  <a:moveTo>
                    <a:pt x="368594" y="1402033"/>
                  </a:moveTo>
                  <a:lnTo>
                    <a:pt x="234722" y="1395368"/>
                  </a:lnTo>
                  <a:lnTo>
                    <a:pt x="286052" y="1372083"/>
                  </a:lnTo>
                  <a:close/>
                  <a:moveTo>
                    <a:pt x="0" y="1132176"/>
                  </a:moveTo>
                  <a:lnTo>
                    <a:pt x="33390" y="1199936"/>
                  </a:lnTo>
                  <a:lnTo>
                    <a:pt x="39517" y="1175955"/>
                  </a:lnTo>
                  <a:close/>
                  <a:moveTo>
                    <a:pt x="5911" y="1093740"/>
                  </a:moveTo>
                  <a:lnTo>
                    <a:pt x="0" y="1132176"/>
                  </a:lnTo>
                  <a:lnTo>
                    <a:pt x="39517" y="1175955"/>
                  </a:lnTo>
                  <a:close/>
                  <a:moveTo>
                    <a:pt x="5911" y="1093740"/>
                  </a:moveTo>
                  <a:lnTo>
                    <a:pt x="11424" y="1011524"/>
                  </a:lnTo>
                  <a:lnTo>
                    <a:pt x="0" y="1132176"/>
                  </a:lnTo>
                  <a:close/>
                  <a:moveTo>
                    <a:pt x="808678" y="1592372"/>
                  </a:moveTo>
                  <a:lnTo>
                    <a:pt x="747822" y="1630808"/>
                  </a:lnTo>
                  <a:lnTo>
                    <a:pt x="796347" y="1671498"/>
                  </a:lnTo>
                  <a:close/>
                  <a:moveTo>
                    <a:pt x="849165" y="1471721"/>
                  </a:moveTo>
                  <a:lnTo>
                    <a:pt x="808678" y="1592372"/>
                  </a:lnTo>
                  <a:lnTo>
                    <a:pt x="858808" y="1474626"/>
                  </a:lnTo>
                  <a:close/>
                  <a:moveTo>
                    <a:pt x="858808" y="1474626"/>
                  </a:moveTo>
                  <a:lnTo>
                    <a:pt x="808678" y="1592372"/>
                  </a:lnTo>
                  <a:lnTo>
                    <a:pt x="848366" y="1579670"/>
                  </a:lnTo>
                  <a:close/>
                  <a:moveTo>
                    <a:pt x="849165" y="1471721"/>
                  </a:moveTo>
                  <a:lnTo>
                    <a:pt x="858808" y="1474626"/>
                  </a:lnTo>
                  <a:lnTo>
                    <a:pt x="859421" y="1470591"/>
                  </a:lnTo>
                  <a:close/>
                  <a:moveTo>
                    <a:pt x="945584" y="1461134"/>
                  </a:moveTo>
                  <a:lnTo>
                    <a:pt x="858808" y="1474626"/>
                  </a:lnTo>
                  <a:lnTo>
                    <a:pt x="940368" y="1500908"/>
                  </a:lnTo>
                  <a:close/>
                  <a:moveTo>
                    <a:pt x="945584" y="1461134"/>
                  </a:moveTo>
                  <a:lnTo>
                    <a:pt x="859421" y="1470591"/>
                  </a:lnTo>
                  <a:lnTo>
                    <a:pt x="858808" y="1474626"/>
                  </a:lnTo>
                  <a:close/>
                  <a:moveTo>
                    <a:pt x="909019" y="1190584"/>
                  </a:moveTo>
                  <a:lnTo>
                    <a:pt x="827573" y="1196207"/>
                  </a:lnTo>
                  <a:lnTo>
                    <a:pt x="921782" y="1216215"/>
                  </a:lnTo>
                  <a:close/>
                  <a:moveTo>
                    <a:pt x="584663" y="872134"/>
                  </a:moveTo>
                  <a:lnTo>
                    <a:pt x="550417" y="978430"/>
                  </a:lnTo>
                  <a:lnTo>
                    <a:pt x="523309" y="961514"/>
                  </a:lnTo>
                  <a:close/>
                  <a:moveTo>
                    <a:pt x="883425" y="1250891"/>
                  </a:moveTo>
                  <a:lnTo>
                    <a:pt x="946572" y="1260146"/>
                  </a:lnTo>
                  <a:lnTo>
                    <a:pt x="921782" y="1216215"/>
                  </a:lnTo>
                  <a:close/>
                  <a:moveTo>
                    <a:pt x="1489539" y="1522052"/>
                  </a:moveTo>
                  <a:lnTo>
                    <a:pt x="1570619" y="1539759"/>
                  </a:lnTo>
                  <a:lnTo>
                    <a:pt x="1502351" y="1520841"/>
                  </a:lnTo>
                  <a:close/>
                  <a:moveTo>
                    <a:pt x="1489539" y="1522052"/>
                  </a:moveTo>
                  <a:lnTo>
                    <a:pt x="1471550" y="1520841"/>
                  </a:lnTo>
                  <a:lnTo>
                    <a:pt x="1471628" y="1603056"/>
                  </a:lnTo>
                  <a:close/>
                  <a:moveTo>
                    <a:pt x="762569" y="747855"/>
                  </a:moveTo>
                  <a:lnTo>
                    <a:pt x="705340" y="698691"/>
                  </a:lnTo>
                  <a:lnTo>
                    <a:pt x="725438" y="818279"/>
                  </a:lnTo>
                  <a:close/>
                  <a:moveTo>
                    <a:pt x="725438" y="818279"/>
                  </a:moveTo>
                  <a:lnTo>
                    <a:pt x="705340" y="698691"/>
                  </a:lnTo>
                  <a:lnTo>
                    <a:pt x="644099" y="723722"/>
                  </a:lnTo>
                  <a:close/>
                  <a:moveTo>
                    <a:pt x="762569" y="747855"/>
                  </a:moveTo>
                  <a:lnTo>
                    <a:pt x="763759" y="819342"/>
                  </a:lnTo>
                  <a:lnTo>
                    <a:pt x="798434" y="818491"/>
                  </a:lnTo>
                  <a:close/>
                  <a:moveTo>
                    <a:pt x="762569" y="747855"/>
                  </a:moveTo>
                  <a:lnTo>
                    <a:pt x="798434" y="818491"/>
                  </a:lnTo>
                  <a:lnTo>
                    <a:pt x="843172" y="770557"/>
                  </a:lnTo>
                  <a:close/>
                  <a:moveTo>
                    <a:pt x="799693" y="819342"/>
                  </a:moveTo>
                  <a:lnTo>
                    <a:pt x="893575" y="895550"/>
                  </a:lnTo>
                  <a:lnTo>
                    <a:pt x="922591" y="863120"/>
                  </a:lnTo>
                  <a:close/>
                  <a:moveTo>
                    <a:pt x="872599" y="780905"/>
                  </a:moveTo>
                  <a:lnTo>
                    <a:pt x="799693" y="819342"/>
                  </a:lnTo>
                  <a:lnTo>
                    <a:pt x="922591" y="863120"/>
                  </a:lnTo>
                  <a:close/>
                  <a:moveTo>
                    <a:pt x="1552161" y="1431642"/>
                  </a:moveTo>
                  <a:lnTo>
                    <a:pt x="1502351" y="1520841"/>
                  </a:lnTo>
                  <a:lnTo>
                    <a:pt x="1518946" y="1498146"/>
                  </a:lnTo>
                  <a:close/>
                  <a:moveTo>
                    <a:pt x="922591" y="863120"/>
                  </a:moveTo>
                  <a:lnTo>
                    <a:pt x="956958" y="917327"/>
                  </a:lnTo>
                  <a:lnTo>
                    <a:pt x="987792" y="906899"/>
                  </a:lnTo>
                  <a:close/>
                  <a:moveTo>
                    <a:pt x="843172" y="770557"/>
                  </a:moveTo>
                  <a:lnTo>
                    <a:pt x="872599" y="780905"/>
                  </a:lnTo>
                  <a:lnTo>
                    <a:pt x="871395" y="660877"/>
                  </a:lnTo>
                  <a:close/>
                  <a:moveTo>
                    <a:pt x="871395" y="660877"/>
                  </a:moveTo>
                  <a:lnTo>
                    <a:pt x="872599" y="780905"/>
                  </a:lnTo>
                  <a:lnTo>
                    <a:pt x="934759" y="669197"/>
                  </a:lnTo>
                  <a:close/>
                  <a:moveTo>
                    <a:pt x="934759" y="669197"/>
                  </a:moveTo>
                  <a:lnTo>
                    <a:pt x="872599" y="780905"/>
                  </a:lnTo>
                  <a:lnTo>
                    <a:pt x="958029" y="750371"/>
                  </a:lnTo>
                  <a:close/>
                  <a:moveTo>
                    <a:pt x="934759" y="669197"/>
                  </a:moveTo>
                  <a:lnTo>
                    <a:pt x="872150" y="660254"/>
                  </a:lnTo>
                  <a:lnTo>
                    <a:pt x="871395" y="660877"/>
                  </a:lnTo>
                  <a:close/>
                  <a:moveTo>
                    <a:pt x="958029" y="750371"/>
                  </a:moveTo>
                  <a:lnTo>
                    <a:pt x="1031658" y="702759"/>
                  </a:lnTo>
                  <a:lnTo>
                    <a:pt x="979030" y="693797"/>
                  </a:lnTo>
                  <a:close/>
                  <a:moveTo>
                    <a:pt x="958029" y="750371"/>
                  </a:moveTo>
                  <a:lnTo>
                    <a:pt x="979030" y="693797"/>
                  </a:lnTo>
                  <a:lnTo>
                    <a:pt x="934759" y="669197"/>
                  </a:lnTo>
                  <a:close/>
                  <a:moveTo>
                    <a:pt x="843172" y="770557"/>
                  </a:moveTo>
                  <a:lnTo>
                    <a:pt x="871395" y="660877"/>
                  </a:lnTo>
                  <a:lnTo>
                    <a:pt x="762569" y="747855"/>
                  </a:lnTo>
                  <a:close/>
                  <a:moveTo>
                    <a:pt x="834505" y="590017"/>
                  </a:moveTo>
                  <a:lnTo>
                    <a:pt x="872150" y="660254"/>
                  </a:lnTo>
                  <a:lnTo>
                    <a:pt x="934759" y="669197"/>
                  </a:lnTo>
                  <a:close/>
                  <a:moveTo>
                    <a:pt x="834505" y="590017"/>
                  </a:moveTo>
                  <a:lnTo>
                    <a:pt x="934759" y="669197"/>
                  </a:lnTo>
                  <a:lnTo>
                    <a:pt x="891799" y="604030"/>
                  </a:lnTo>
                  <a:close/>
                  <a:moveTo>
                    <a:pt x="1702331" y="1270057"/>
                  </a:moveTo>
                  <a:lnTo>
                    <a:pt x="1670256" y="1158887"/>
                  </a:lnTo>
                  <a:lnTo>
                    <a:pt x="1636000" y="1163297"/>
                  </a:lnTo>
                  <a:close/>
                  <a:moveTo>
                    <a:pt x="1739347" y="1039778"/>
                  </a:moveTo>
                  <a:lnTo>
                    <a:pt x="1742056" y="1041266"/>
                  </a:lnTo>
                  <a:lnTo>
                    <a:pt x="1830835" y="1120450"/>
                  </a:lnTo>
                  <a:close/>
                  <a:moveTo>
                    <a:pt x="1553207" y="1069923"/>
                  </a:moveTo>
                  <a:lnTo>
                    <a:pt x="1627046" y="1070485"/>
                  </a:lnTo>
                  <a:lnTo>
                    <a:pt x="1630494" y="967590"/>
                  </a:lnTo>
                  <a:close/>
                  <a:moveTo>
                    <a:pt x="1627046" y="1070485"/>
                  </a:moveTo>
                  <a:lnTo>
                    <a:pt x="1712568" y="961458"/>
                  </a:lnTo>
                  <a:lnTo>
                    <a:pt x="1630494" y="967590"/>
                  </a:lnTo>
                  <a:close/>
                  <a:moveTo>
                    <a:pt x="2411804" y="358104"/>
                  </a:moveTo>
                  <a:lnTo>
                    <a:pt x="2410114" y="360664"/>
                  </a:lnTo>
                  <a:lnTo>
                    <a:pt x="2470226" y="369271"/>
                  </a:lnTo>
                  <a:close/>
                  <a:moveTo>
                    <a:pt x="2406393" y="346750"/>
                  </a:moveTo>
                  <a:lnTo>
                    <a:pt x="2411804" y="358104"/>
                  </a:lnTo>
                  <a:lnTo>
                    <a:pt x="2383779" y="278866"/>
                  </a:lnTo>
                  <a:close/>
                  <a:moveTo>
                    <a:pt x="2383779" y="278866"/>
                  </a:moveTo>
                  <a:lnTo>
                    <a:pt x="2411804" y="358104"/>
                  </a:lnTo>
                  <a:lnTo>
                    <a:pt x="2470226" y="369271"/>
                  </a:lnTo>
                  <a:close/>
                  <a:moveTo>
                    <a:pt x="2383779" y="278866"/>
                  </a:moveTo>
                  <a:lnTo>
                    <a:pt x="2470226" y="369271"/>
                  </a:lnTo>
                  <a:lnTo>
                    <a:pt x="2450418" y="285282"/>
                  </a:lnTo>
                  <a:close/>
                  <a:moveTo>
                    <a:pt x="2365891" y="275890"/>
                  </a:moveTo>
                  <a:lnTo>
                    <a:pt x="2383779" y="278866"/>
                  </a:lnTo>
                  <a:lnTo>
                    <a:pt x="2382671" y="258057"/>
                  </a:lnTo>
                  <a:close/>
                  <a:moveTo>
                    <a:pt x="2406393" y="346750"/>
                  </a:moveTo>
                  <a:lnTo>
                    <a:pt x="2383779" y="278866"/>
                  </a:lnTo>
                  <a:lnTo>
                    <a:pt x="2365891" y="275890"/>
                  </a:lnTo>
                  <a:close/>
                  <a:moveTo>
                    <a:pt x="2313686" y="175166"/>
                  </a:moveTo>
                  <a:lnTo>
                    <a:pt x="2377165" y="84058"/>
                  </a:lnTo>
                  <a:lnTo>
                    <a:pt x="2310304" y="77824"/>
                  </a:lnTo>
                  <a:close/>
                  <a:moveTo>
                    <a:pt x="2310304" y="77824"/>
                  </a:moveTo>
                  <a:lnTo>
                    <a:pt x="2377165" y="84058"/>
                  </a:lnTo>
                  <a:lnTo>
                    <a:pt x="2357444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44" name="Candidate_density__2143">
              <a:extLst>
                <a:ext uri="{FF2B5EF4-FFF2-40B4-BE49-F238E27FC236}">
                  <a16:creationId xmlns:a16="http://schemas.microsoft.com/office/drawing/2014/main" id="{10FE01E3-AF63-0A53-2232-809BA7478BF8}"/>
                </a:ext>
              </a:extLst>
            </p:cNvPr>
            <p:cNvSpPr>
              <a:spLocks noGrp="1"/>
            </p:cNvSpPr>
            <p:nvPr/>
          </p:nvSpPr>
          <p:spPr>
            <a:xfrm>
              <a:off x="3594528" y="2236978"/>
              <a:ext cx="2424188" cy="1292108"/>
            </a:xfrm>
            <a:custGeom>
              <a:avLst/>
              <a:gdLst/>
              <a:ahLst/>
              <a:cxnLst/>
              <a:rect l="0" t="0" r="0" b="0"/>
              <a:pathLst>
                <a:path w="2424188" h="1292108">
                  <a:moveTo>
                    <a:pt x="204934" y="1135747"/>
                  </a:moveTo>
                  <a:lnTo>
                    <a:pt x="293604" y="1224344"/>
                  </a:lnTo>
                  <a:lnTo>
                    <a:pt x="260950" y="1193866"/>
                  </a:lnTo>
                  <a:close/>
                  <a:moveTo>
                    <a:pt x="260950" y="1193866"/>
                  </a:moveTo>
                  <a:lnTo>
                    <a:pt x="293604" y="1224344"/>
                  </a:lnTo>
                  <a:lnTo>
                    <a:pt x="348540" y="1259101"/>
                  </a:lnTo>
                  <a:close/>
                  <a:moveTo>
                    <a:pt x="427077" y="1274078"/>
                  </a:moveTo>
                  <a:lnTo>
                    <a:pt x="428051" y="1237645"/>
                  </a:lnTo>
                  <a:lnTo>
                    <a:pt x="392714" y="1209058"/>
                  </a:lnTo>
                  <a:close/>
                  <a:moveTo>
                    <a:pt x="427077" y="1274078"/>
                  </a:moveTo>
                  <a:lnTo>
                    <a:pt x="392714" y="1209058"/>
                  </a:lnTo>
                  <a:lnTo>
                    <a:pt x="348540" y="1259101"/>
                  </a:lnTo>
                  <a:close/>
                  <a:moveTo>
                    <a:pt x="84912" y="830752"/>
                  </a:moveTo>
                  <a:lnTo>
                    <a:pt x="0" y="780802"/>
                  </a:lnTo>
                  <a:lnTo>
                    <a:pt x="3967" y="782791"/>
                  </a:lnTo>
                  <a:close/>
                  <a:moveTo>
                    <a:pt x="64851" y="819206"/>
                  </a:moveTo>
                  <a:lnTo>
                    <a:pt x="0" y="780802"/>
                  </a:lnTo>
                  <a:lnTo>
                    <a:pt x="84912" y="830752"/>
                  </a:lnTo>
                  <a:close/>
                  <a:moveTo>
                    <a:pt x="428051" y="1237645"/>
                  </a:moveTo>
                  <a:lnTo>
                    <a:pt x="431517" y="1272907"/>
                  </a:lnTo>
                  <a:lnTo>
                    <a:pt x="480220" y="1257570"/>
                  </a:lnTo>
                  <a:close/>
                  <a:moveTo>
                    <a:pt x="574395" y="1217342"/>
                  </a:moveTo>
                  <a:lnTo>
                    <a:pt x="518689" y="1202038"/>
                  </a:lnTo>
                  <a:lnTo>
                    <a:pt x="480220" y="1257570"/>
                  </a:lnTo>
                  <a:close/>
                  <a:moveTo>
                    <a:pt x="574395" y="1217342"/>
                  </a:moveTo>
                  <a:lnTo>
                    <a:pt x="590570" y="1176289"/>
                  </a:lnTo>
                  <a:lnTo>
                    <a:pt x="521820" y="1197902"/>
                  </a:lnTo>
                  <a:close/>
                  <a:moveTo>
                    <a:pt x="590570" y="1176289"/>
                  </a:moveTo>
                  <a:lnTo>
                    <a:pt x="660391" y="1158681"/>
                  </a:lnTo>
                  <a:lnTo>
                    <a:pt x="711569" y="1134823"/>
                  </a:lnTo>
                  <a:close/>
                  <a:moveTo>
                    <a:pt x="921373" y="1160772"/>
                  </a:moveTo>
                  <a:lnTo>
                    <a:pt x="900665" y="1069308"/>
                  </a:lnTo>
                  <a:lnTo>
                    <a:pt x="897479" y="1136456"/>
                  </a:lnTo>
                  <a:close/>
                  <a:moveTo>
                    <a:pt x="819718" y="1038991"/>
                  </a:moveTo>
                  <a:lnTo>
                    <a:pt x="880793" y="949837"/>
                  </a:lnTo>
                  <a:lnTo>
                    <a:pt x="832199" y="928752"/>
                  </a:lnTo>
                  <a:close/>
                  <a:moveTo>
                    <a:pt x="880793" y="949837"/>
                  </a:moveTo>
                  <a:lnTo>
                    <a:pt x="905881" y="1029534"/>
                  </a:lnTo>
                  <a:lnTo>
                    <a:pt x="939672" y="1040121"/>
                  </a:lnTo>
                  <a:close/>
                  <a:moveTo>
                    <a:pt x="880793" y="949837"/>
                  </a:moveTo>
                  <a:lnTo>
                    <a:pt x="902063" y="859332"/>
                  </a:lnTo>
                  <a:lnTo>
                    <a:pt x="837247" y="895654"/>
                  </a:lnTo>
                  <a:close/>
                  <a:moveTo>
                    <a:pt x="793247" y="755039"/>
                  </a:moveTo>
                  <a:lnTo>
                    <a:pt x="787870" y="764607"/>
                  </a:lnTo>
                  <a:lnTo>
                    <a:pt x="796652" y="743877"/>
                  </a:lnTo>
                  <a:close/>
                  <a:moveTo>
                    <a:pt x="802107" y="764269"/>
                  </a:moveTo>
                  <a:lnTo>
                    <a:pt x="787870" y="764607"/>
                  </a:lnTo>
                  <a:lnTo>
                    <a:pt x="793247" y="755039"/>
                  </a:lnTo>
                  <a:close/>
                  <a:moveTo>
                    <a:pt x="1252570" y="1229734"/>
                  </a:moveTo>
                  <a:lnTo>
                    <a:pt x="1356646" y="1292108"/>
                  </a:lnTo>
                  <a:lnTo>
                    <a:pt x="1290655" y="1261037"/>
                  </a:lnTo>
                  <a:close/>
                  <a:moveTo>
                    <a:pt x="796652" y="743877"/>
                  </a:moveTo>
                  <a:lnTo>
                    <a:pt x="798332" y="656008"/>
                  </a:lnTo>
                  <a:lnTo>
                    <a:pt x="793247" y="755039"/>
                  </a:lnTo>
                  <a:close/>
                  <a:moveTo>
                    <a:pt x="770270" y="469957"/>
                  </a:moveTo>
                  <a:lnTo>
                    <a:pt x="724538" y="537705"/>
                  </a:lnTo>
                  <a:lnTo>
                    <a:pt x="771173" y="477904"/>
                  </a:lnTo>
                  <a:close/>
                  <a:moveTo>
                    <a:pt x="771173" y="477904"/>
                  </a:moveTo>
                  <a:lnTo>
                    <a:pt x="724538" y="537705"/>
                  </a:lnTo>
                  <a:lnTo>
                    <a:pt x="721247" y="557993"/>
                  </a:lnTo>
                  <a:close/>
                  <a:moveTo>
                    <a:pt x="1444275" y="1195066"/>
                  </a:moveTo>
                  <a:lnTo>
                    <a:pt x="1449054" y="1209893"/>
                  </a:lnTo>
                  <a:lnTo>
                    <a:pt x="1449836" y="1090453"/>
                  </a:lnTo>
                  <a:close/>
                  <a:moveTo>
                    <a:pt x="1444275" y="1195066"/>
                  </a:moveTo>
                  <a:lnTo>
                    <a:pt x="1449836" y="1090453"/>
                  </a:lnTo>
                  <a:lnTo>
                    <a:pt x="1431926" y="1171456"/>
                  </a:lnTo>
                  <a:close/>
                  <a:moveTo>
                    <a:pt x="726751" y="453426"/>
                  </a:moveTo>
                  <a:lnTo>
                    <a:pt x="724538" y="537705"/>
                  </a:lnTo>
                  <a:lnTo>
                    <a:pt x="770270" y="469957"/>
                  </a:lnTo>
                  <a:close/>
                  <a:moveTo>
                    <a:pt x="1431847" y="1089241"/>
                  </a:moveTo>
                  <a:lnTo>
                    <a:pt x="1369232" y="1060965"/>
                  </a:lnTo>
                  <a:lnTo>
                    <a:pt x="1479243" y="1066546"/>
                  </a:lnTo>
                  <a:close/>
                  <a:moveTo>
                    <a:pt x="1499826" y="1055371"/>
                  </a:moveTo>
                  <a:lnTo>
                    <a:pt x="1479243" y="1066546"/>
                  </a:lnTo>
                  <a:lnTo>
                    <a:pt x="1530916" y="1108159"/>
                  </a:lnTo>
                  <a:close/>
                  <a:moveTo>
                    <a:pt x="971624" y="513736"/>
                  </a:moveTo>
                  <a:lnTo>
                    <a:pt x="1001939" y="523690"/>
                  </a:lnTo>
                  <a:lnTo>
                    <a:pt x="947521" y="495221"/>
                  </a:lnTo>
                  <a:close/>
                  <a:moveTo>
                    <a:pt x="1662628" y="838457"/>
                  </a:moveTo>
                  <a:lnTo>
                    <a:pt x="1682620" y="930153"/>
                  </a:lnTo>
                  <a:lnTo>
                    <a:pt x="1675675" y="847939"/>
                  </a:lnTo>
                  <a:close/>
                  <a:moveTo>
                    <a:pt x="1675675" y="847939"/>
                  </a:moveTo>
                  <a:lnTo>
                    <a:pt x="1683655" y="754960"/>
                  </a:lnTo>
                  <a:lnTo>
                    <a:pt x="1662628" y="838457"/>
                  </a:lnTo>
                  <a:close/>
                  <a:moveTo>
                    <a:pt x="1683655" y="754960"/>
                  </a:moveTo>
                  <a:lnTo>
                    <a:pt x="1630553" y="727287"/>
                  </a:lnTo>
                  <a:lnTo>
                    <a:pt x="1662628" y="838457"/>
                  </a:lnTo>
                  <a:close/>
                  <a:moveTo>
                    <a:pt x="1699644" y="608178"/>
                  </a:moveTo>
                  <a:lnTo>
                    <a:pt x="1748350" y="718183"/>
                  </a:lnTo>
                  <a:lnTo>
                    <a:pt x="1744712" y="632131"/>
                  </a:lnTo>
                  <a:close/>
                  <a:moveTo>
                    <a:pt x="2053436" y="10321"/>
                  </a:moveTo>
                  <a:lnTo>
                    <a:pt x="2005873" y="47693"/>
                  </a:lnTo>
                  <a:lnTo>
                    <a:pt x="2038748" y="3377"/>
                  </a:lnTo>
                  <a:close/>
                  <a:moveTo>
                    <a:pt x="2005873" y="47693"/>
                  </a:moveTo>
                  <a:lnTo>
                    <a:pt x="1999039" y="41814"/>
                  </a:lnTo>
                  <a:lnTo>
                    <a:pt x="2038748" y="3377"/>
                  </a:lnTo>
                  <a:close/>
                  <a:moveTo>
                    <a:pt x="2053436" y="10321"/>
                  </a:moveTo>
                  <a:lnTo>
                    <a:pt x="2082127" y="54139"/>
                  </a:lnTo>
                  <a:lnTo>
                    <a:pt x="2005873" y="47693"/>
                  </a:lnTo>
                  <a:close/>
                  <a:moveTo>
                    <a:pt x="2038748" y="3377"/>
                  </a:moveTo>
                  <a:lnTo>
                    <a:pt x="1999039" y="41814"/>
                  </a:lnTo>
                  <a:lnTo>
                    <a:pt x="2050676" y="0"/>
                  </a:lnTo>
                  <a:close/>
                  <a:moveTo>
                    <a:pt x="2354075" y="239506"/>
                  </a:moveTo>
                  <a:lnTo>
                    <a:pt x="2367856" y="134709"/>
                  </a:lnTo>
                  <a:lnTo>
                    <a:pt x="2309227" y="194161"/>
                  </a:lnTo>
                  <a:close/>
                  <a:moveTo>
                    <a:pt x="2368939" y="127330"/>
                  </a:moveTo>
                  <a:lnTo>
                    <a:pt x="2367856" y="134709"/>
                  </a:lnTo>
                  <a:lnTo>
                    <a:pt x="2371589" y="129371"/>
                  </a:lnTo>
                  <a:close/>
                  <a:moveTo>
                    <a:pt x="2368939" y="127330"/>
                  </a:moveTo>
                  <a:lnTo>
                    <a:pt x="2371589" y="129371"/>
                  </a:lnTo>
                  <a:lnTo>
                    <a:pt x="2424188" y="42913"/>
                  </a:lnTo>
                  <a:close/>
                  <a:moveTo>
                    <a:pt x="2380021" y="18227"/>
                  </a:moveTo>
                  <a:lnTo>
                    <a:pt x="2368939" y="127330"/>
                  </a:lnTo>
                  <a:lnTo>
                    <a:pt x="2424188" y="4291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45" name="Candidate_density__2144">
              <a:extLst>
                <a:ext uri="{FF2B5EF4-FFF2-40B4-BE49-F238E27FC236}">
                  <a16:creationId xmlns:a16="http://schemas.microsoft.com/office/drawing/2014/main" id="{A978AB92-0ABE-143D-FDC4-0B67778F2EC2}"/>
                </a:ext>
              </a:extLst>
            </p:cNvPr>
            <p:cNvSpPr>
              <a:spLocks noGrp="1"/>
            </p:cNvSpPr>
            <p:nvPr/>
          </p:nvSpPr>
          <p:spPr>
            <a:xfrm>
              <a:off x="3588215" y="1889436"/>
              <a:ext cx="2436836" cy="1587440"/>
            </a:xfrm>
            <a:custGeom>
              <a:avLst/>
              <a:gdLst/>
              <a:ahLst/>
              <a:cxnLst/>
              <a:rect l="0" t="0" r="0" b="0"/>
              <a:pathLst>
                <a:path w="2436836" h="1587440">
                  <a:moveTo>
                    <a:pt x="206530" y="1459193"/>
                  </a:moveTo>
                  <a:lnTo>
                    <a:pt x="179070" y="1443279"/>
                  </a:lnTo>
                  <a:lnTo>
                    <a:pt x="211247" y="1483288"/>
                  </a:lnTo>
                  <a:close/>
                  <a:moveTo>
                    <a:pt x="0" y="1115877"/>
                  </a:moveTo>
                  <a:lnTo>
                    <a:pt x="10280" y="1130332"/>
                  </a:lnTo>
                  <a:lnTo>
                    <a:pt x="6313" y="1128343"/>
                  </a:lnTo>
                  <a:close/>
                  <a:moveTo>
                    <a:pt x="6128" y="1091896"/>
                  </a:moveTo>
                  <a:lnTo>
                    <a:pt x="0" y="1115877"/>
                  </a:lnTo>
                  <a:lnTo>
                    <a:pt x="6313" y="1128343"/>
                  </a:lnTo>
                  <a:close/>
                  <a:moveTo>
                    <a:pt x="6128" y="1091896"/>
                  </a:moveTo>
                  <a:lnTo>
                    <a:pt x="6313" y="1128343"/>
                  </a:lnTo>
                  <a:lnTo>
                    <a:pt x="71164" y="1166747"/>
                  </a:lnTo>
                  <a:close/>
                  <a:moveTo>
                    <a:pt x="775288" y="1508314"/>
                  </a:moveTo>
                  <a:lnTo>
                    <a:pt x="762957" y="1587440"/>
                  </a:lnTo>
                  <a:lnTo>
                    <a:pt x="804599" y="1527929"/>
                  </a:lnTo>
                  <a:close/>
                  <a:moveTo>
                    <a:pt x="714433" y="1546750"/>
                  </a:moveTo>
                  <a:lnTo>
                    <a:pt x="775288" y="1508314"/>
                  </a:lnTo>
                  <a:lnTo>
                    <a:pt x="666704" y="1506223"/>
                  </a:lnTo>
                  <a:close/>
                  <a:moveTo>
                    <a:pt x="775288" y="1508314"/>
                  </a:moveTo>
                  <a:lnTo>
                    <a:pt x="717882" y="1482365"/>
                  </a:lnTo>
                  <a:lnTo>
                    <a:pt x="666704" y="1506223"/>
                  </a:lnTo>
                  <a:close/>
                  <a:moveTo>
                    <a:pt x="804599" y="1527929"/>
                  </a:moveTo>
                  <a:lnTo>
                    <a:pt x="762957" y="1587440"/>
                  </a:lnTo>
                  <a:lnTo>
                    <a:pt x="883714" y="1545068"/>
                  </a:lnTo>
                  <a:close/>
                  <a:moveTo>
                    <a:pt x="277333" y="1029193"/>
                  </a:moveTo>
                  <a:lnTo>
                    <a:pt x="229151" y="968272"/>
                  </a:lnTo>
                  <a:lnTo>
                    <a:pt x="226848" y="1015023"/>
                  </a:lnTo>
                  <a:close/>
                  <a:moveTo>
                    <a:pt x="775288" y="1508314"/>
                  </a:moveTo>
                  <a:lnTo>
                    <a:pt x="804599" y="1527929"/>
                  </a:lnTo>
                  <a:lnTo>
                    <a:pt x="814976" y="1495612"/>
                  </a:lnTo>
                  <a:close/>
                  <a:moveTo>
                    <a:pt x="717882" y="1482365"/>
                  </a:moveTo>
                  <a:lnTo>
                    <a:pt x="775288" y="1508314"/>
                  </a:lnTo>
                  <a:lnTo>
                    <a:pt x="815776" y="1387662"/>
                  </a:lnTo>
                  <a:close/>
                  <a:moveTo>
                    <a:pt x="903793" y="1483998"/>
                  </a:moveTo>
                  <a:lnTo>
                    <a:pt x="804599" y="1527929"/>
                  </a:lnTo>
                  <a:lnTo>
                    <a:pt x="883714" y="1545068"/>
                  </a:lnTo>
                  <a:close/>
                  <a:moveTo>
                    <a:pt x="903793" y="1483998"/>
                  </a:moveTo>
                  <a:lnTo>
                    <a:pt x="814976" y="1495612"/>
                  </a:lnTo>
                  <a:lnTo>
                    <a:pt x="804599" y="1527929"/>
                  </a:lnTo>
                  <a:close/>
                  <a:moveTo>
                    <a:pt x="814976" y="1495612"/>
                  </a:moveTo>
                  <a:lnTo>
                    <a:pt x="903793" y="1483998"/>
                  </a:lnTo>
                  <a:lnTo>
                    <a:pt x="825419" y="1390568"/>
                  </a:lnTo>
                  <a:close/>
                  <a:moveTo>
                    <a:pt x="903793" y="1483998"/>
                  </a:moveTo>
                  <a:lnTo>
                    <a:pt x="906979" y="1416849"/>
                  </a:lnTo>
                  <a:lnTo>
                    <a:pt x="825419" y="1390568"/>
                  </a:lnTo>
                  <a:close/>
                  <a:moveTo>
                    <a:pt x="826031" y="1386533"/>
                  </a:moveTo>
                  <a:lnTo>
                    <a:pt x="912194" y="1377076"/>
                  </a:lnTo>
                  <a:lnTo>
                    <a:pt x="887107" y="1297379"/>
                  </a:lnTo>
                  <a:close/>
                  <a:moveTo>
                    <a:pt x="912194" y="1377076"/>
                  </a:moveTo>
                  <a:lnTo>
                    <a:pt x="906979" y="1416849"/>
                  </a:lnTo>
                  <a:lnTo>
                    <a:pt x="945985" y="1387662"/>
                  </a:lnTo>
                  <a:close/>
                  <a:moveTo>
                    <a:pt x="908377" y="1206874"/>
                  </a:moveTo>
                  <a:lnTo>
                    <a:pt x="969280" y="1191074"/>
                  </a:lnTo>
                  <a:lnTo>
                    <a:pt x="935781" y="1184796"/>
                  </a:lnTo>
                  <a:close/>
                  <a:moveTo>
                    <a:pt x="794183" y="1112148"/>
                  </a:moveTo>
                  <a:lnTo>
                    <a:pt x="808420" y="1111811"/>
                  </a:lnTo>
                  <a:lnTo>
                    <a:pt x="888392" y="1132157"/>
                  </a:lnTo>
                  <a:close/>
                  <a:moveTo>
                    <a:pt x="913182" y="1176088"/>
                  </a:moveTo>
                  <a:lnTo>
                    <a:pt x="843561" y="1243196"/>
                  </a:lnTo>
                  <a:lnTo>
                    <a:pt x="908377" y="1206874"/>
                  </a:lnTo>
                  <a:close/>
                  <a:moveTo>
                    <a:pt x="913182" y="1176088"/>
                  </a:moveTo>
                  <a:lnTo>
                    <a:pt x="850035" y="1166833"/>
                  </a:lnTo>
                  <a:lnTo>
                    <a:pt x="843561" y="1243196"/>
                  </a:lnTo>
                  <a:close/>
                  <a:moveTo>
                    <a:pt x="850035" y="1166833"/>
                  </a:moveTo>
                  <a:lnTo>
                    <a:pt x="888392" y="1132157"/>
                  </a:lnTo>
                  <a:lnTo>
                    <a:pt x="808420" y="1111811"/>
                  </a:lnTo>
                  <a:close/>
                  <a:moveTo>
                    <a:pt x="913182" y="1176088"/>
                  </a:moveTo>
                  <a:lnTo>
                    <a:pt x="908377" y="1206874"/>
                  </a:lnTo>
                  <a:lnTo>
                    <a:pt x="935781" y="1184796"/>
                  </a:lnTo>
                  <a:close/>
                  <a:moveTo>
                    <a:pt x="913182" y="1176088"/>
                  </a:moveTo>
                  <a:lnTo>
                    <a:pt x="935781" y="1184796"/>
                  </a:lnTo>
                  <a:lnTo>
                    <a:pt x="888392" y="1132157"/>
                  </a:lnTo>
                  <a:close/>
                  <a:moveTo>
                    <a:pt x="1252460" y="1557435"/>
                  </a:moveTo>
                  <a:lnTo>
                    <a:pt x="1256104" y="1479443"/>
                  </a:lnTo>
                  <a:lnTo>
                    <a:pt x="1258884" y="1577276"/>
                  </a:lnTo>
                  <a:close/>
                  <a:moveTo>
                    <a:pt x="1165397" y="1310789"/>
                  </a:moveTo>
                  <a:lnTo>
                    <a:pt x="1233144" y="1369951"/>
                  </a:lnTo>
                  <a:lnTo>
                    <a:pt x="1221097" y="1354568"/>
                  </a:lnTo>
                  <a:close/>
                  <a:moveTo>
                    <a:pt x="923569" y="833269"/>
                  </a:moveTo>
                  <a:lnTo>
                    <a:pt x="870217" y="810649"/>
                  </a:lnTo>
                  <a:lnTo>
                    <a:pt x="977937" y="861278"/>
                  </a:lnTo>
                  <a:close/>
                  <a:moveTo>
                    <a:pt x="692049" y="734220"/>
                  </a:moveTo>
                  <a:lnTo>
                    <a:pt x="776583" y="817499"/>
                  </a:lnTo>
                  <a:lnTo>
                    <a:pt x="730369" y="735284"/>
                  </a:lnTo>
                  <a:close/>
                  <a:moveTo>
                    <a:pt x="692049" y="734220"/>
                  </a:moveTo>
                  <a:lnTo>
                    <a:pt x="733064" y="800968"/>
                  </a:lnTo>
                  <a:lnTo>
                    <a:pt x="776583" y="817499"/>
                  </a:lnTo>
                  <a:close/>
                  <a:moveTo>
                    <a:pt x="692049" y="734220"/>
                  </a:moveTo>
                  <a:lnTo>
                    <a:pt x="610709" y="639664"/>
                  </a:lnTo>
                  <a:lnTo>
                    <a:pt x="629816" y="724222"/>
                  </a:lnTo>
                  <a:close/>
                  <a:moveTo>
                    <a:pt x="692049" y="734220"/>
                  </a:moveTo>
                  <a:lnTo>
                    <a:pt x="730369" y="735284"/>
                  </a:lnTo>
                  <a:lnTo>
                    <a:pt x="729180" y="663797"/>
                  </a:lnTo>
                  <a:close/>
                  <a:moveTo>
                    <a:pt x="766303" y="735284"/>
                  </a:moveTo>
                  <a:lnTo>
                    <a:pt x="839210" y="696847"/>
                  </a:lnTo>
                  <a:lnTo>
                    <a:pt x="765044" y="734433"/>
                  </a:lnTo>
                  <a:close/>
                  <a:moveTo>
                    <a:pt x="839210" y="696847"/>
                  </a:moveTo>
                  <a:lnTo>
                    <a:pt x="809782" y="686499"/>
                  </a:lnTo>
                  <a:lnTo>
                    <a:pt x="765044" y="734433"/>
                  </a:lnTo>
                  <a:close/>
                  <a:moveTo>
                    <a:pt x="1438160" y="1436783"/>
                  </a:moveTo>
                  <a:lnTo>
                    <a:pt x="1485556" y="1414087"/>
                  </a:lnTo>
                  <a:lnTo>
                    <a:pt x="1506139" y="1402912"/>
                  </a:lnTo>
                  <a:close/>
                  <a:moveTo>
                    <a:pt x="1537230" y="1455701"/>
                  </a:moveTo>
                  <a:lnTo>
                    <a:pt x="1485556" y="1414087"/>
                  </a:lnTo>
                  <a:lnTo>
                    <a:pt x="1468961" y="1436783"/>
                  </a:lnTo>
                  <a:close/>
                  <a:moveTo>
                    <a:pt x="1518771" y="1347584"/>
                  </a:moveTo>
                  <a:lnTo>
                    <a:pt x="1485556" y="1414087"/>
                  </a:lnTo>
                  <a:lnTo>
                    <a:pt x="1456589" y="1337544"/>
                  </a:lnTo>
                  <a:close/>
                  <a:moveTo>
                    <a:pt x="923569" y="833269"/>
                  </a:moveTo>
                  <a:lnTo>
                    <a:pt x="977937" y="861278"/>
                  </a:lnTo>
                  <a:lnTo>
                    <a:pt x="953834" y="842763"/>
                  </a:lnTo>
                  <a:close/>
                  <a:moveTo>
                    <a:pt x="1642065" y="1157044"/>
                  </a:moveTo>
                  <a:lnTo>
                    <a:pt x="1636247" y="1180305"/>
                  </a:lnTo>
                  <a:lnTo>
                    <a:pt x="1668941" y="1185999"/>
                  </a:lnTo>
                  <a:close/>
                  <a:moveTo>
                    <a:pt x="1668941" y="1185999"/>
                  </a:moveTo>
                  <a:lnTo>
                    <a:pt x="1636247" y="1180305"/>
                  </a:lnTo>
                  <a:lnTo>
                    <a:pt x="1630517" y="1256736"/>
                  </a:lnTo>
                  <a:close/>
                  <a:moveTo>
                    <a:pt x="1621764" y="1126153"/>
                  </a:moveTo>
                  <a:lnTo>
                    <a:pt x="1642065" y="1157044"/>
                  </a:lnTo>
                  <a:lnTo>
                    <a:pt x="1668941" y="1185999"/>
                  </a:lnTo>
                  <a:close/>
                  <a:moveTo>
                    <a:pt x="1705957" y="955720"/>
                  </a:moveTo>
                  <a:lnTo>
                    <a:pt x="1720353" y="904517"/>
                  </a:lnTo>
                  <a:lnTo>
                    <a:pt x="1679178" y="877399"/>
                  </a:lnTo>
                  <a:close/>
                  <a:moveTo>
                    <a:pt x="1597105" y="883532"/>
                  </a:moveTo>
                  <a:lnTo>
                    <a:pt x="1679178" y="877399"/>
                  </a:lnTo>
                  <a:lnTo>
                    <a:pt x="1605737" y="851031"/>
                  </a:lnTo>
                  <a:close/>
                  <a:moveTo>
                    <a:pt x="1679178" y="877399"/>
                  </a:moveTo>
                  <a:lnTo>
                    <a:pt x="1680797" y="853008"/>
                  </a:lnTo>
                  <a:lnTo>
                    <a:pt x="1605737" y="851031"/>
                  </a:lnTo>
                  <a:close/>
                  <a:moveTo>
                    <a:pt x="1680797" y="853008"/>
                  </a:moveTo>
                  <a:lnTo>
                    <a:pt x="1653500" y="814406"/>
                  </a:lnTo>
                  <a:lnTo>
                    <a:pt x="1605737" y="851031"/>
                  </a:lnTo>
                  <a:close/>
                  <a:moveTo>
                    <a:pt x="2436836" y="285213"/>
                  </a:moveTo>
                  <a:lnTo>
                    <a:pt x="2376725" y="276606"/>
                  </a:lnTo>
                  <a:lnTo>
                    <a:pt x="2386335" y="365769"/>
                  </a:lnTo>
                  <a:close/>
                  <a:moveTo>
                    <a:pt x="2436836" y="285213"/>
                  </a:moveTo>
                  <a:lnTo>
                    <a:pt x="2386335" y="365769"/>
                  </a:lnTo>
                  <a:lnTo>
                    <a:pt x="2430502" y="390455"/>
                  </a:lnTo>
                  <a:close/>
                  <a:moveTo>
                    <a:pt x="2286875" y="185852"/>
                  </a:moveTo>
                  <a:lnTo>
                    <a:pt x="2373004" y="262692"/>
                  </a:lnTo>
                  <a:lnTo>
                    <a:pt x="2332502" y="191831"/>
                  </a:lnTo>
                  <a:close/>
                  <a:moveTo>
                    <a:pt x="2376494" y="273678"/>
                  </a:moveTo>
                  <a:lnTo>
                    <a:pt x="2373004" y="262692"/>
                  </a:lnTo>
                  <a:lnTo>
                    <a:pt x="2286875" y="185852"/>
                  </a:lnTo>
                  <a:close/>
                  <a:moveTo>
                    <a:pt x="2376494" y="273678"/>
                  </a:moveTo>
                  <a:lnTo>
                    <a:pt x="2376725" y="276606"/>
                  </a:lnTo>
                  <a:lnTo>
                    <a:pt x="2378414" y="274046"/>
                  </a:lnTo>
                  <a:close/>
                  <a:moveTo>
                    <a:pt x="2376494" y="273678"/>
                  </a:moveTo>
                  <a:lnTo>
                    <a:pt x="2378414" y="274046"/>
                  </a:lnTo>
                  <a:lnTo>
                    <a:pt x="2373004" y="262692"/>
                  </a:lnTo>
                  <a:close/>
                  <a:moveTo>
                    <a:pt x="2343895" y="99995"/>
                  </a:moveTo>
                  <a:lnTo>
                    <a:pt x="2332502" y="191831"/>
                  </a:lnTo>
                  <a:lnTo>
                    <a:pt x="2349282" y="173999"/>
                  </a:lnTo>
                  <a:close/>
                  <a:moveTo>
                    <a:pt x="2286875" y="185852"/>
                  </a:moveTo>
                  <a:lnTo>
                    <a:pt x="2332502" y="191831"/>
                  </a:lnTo>
                  <a:lnTo>
                    <a:pt x="2343895" y="99995"/>
                  </a:lnTo>
                  <a:close/>
                  <a:moveTo>
                    <a:pt x="2280296" y="91108"/>
                  </a:moveTo>
                  <a:lnTo>
                    <a:pt x="2286875" y="185852"/>
                  </a:lnTo>
                  <a:lnTo>
                    <a:pt x="2343895" y="99995"/>
                  </a:lnTo>
                  <a:close/>
                  <a:moveTo>
                    <a:pt x="2280296" y="91108"/>
                  </a:moveTo>
                  <a:lnTo>
                    <a:pt x="2343895" y="99995"/>
                  </a:lnTo>
                  <a:lnTo>
                    <a:pt x="2343776" y="0"/>
                  </a:lnTo>
                  <a:close/>
                  <a:moveTo>
                    <a:pt x="2343895" y="99995"/>
                  </a:moveTo>
                  <a:lnTo>
                    <a:pt x="2349282" y="173999"/>
                  </a:lnTo>
                  <a:lnTo>
                    <a:pt x="2380429" y="109616"/>
                  </a:lnTo>
                  <a:close/>
                  <a:moveTo>
                    <a:pt x="2343776" y="0"/>
                  </a:moveTo>
                  <a:lnTo>
                    <a:pt x="2343895" y="99995"/>
                  </a:lnTo>
                  <a:lnTo>
                    <a:pt x="2405006" y="10813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46" name="Candidate_density__2145">
              <a:extLst>
                <a:ext uri="{FF2B5EF4-FFF2-40B4-BE49-F238E27FC236}">
                  <a16:creationId xmlns:a16="http://schemas.microsoft.com/office/drawing/2014/main" id="{E4AA5067-1D9C-E795-AA08-E452FC567DCF}"/>
                </a:ext>
              </a:extLst>
            </p:cNvPr>
            <p:cNvSpPr>
              <a:spLocks noGrp="1"/>
            </p:cNvSpPr>
            <p:nvPr/>
          </p:nvSpPr>
          <p:spPr>
            <a:xfrm>
              <a:off x="3551680" y="1804188"/>
              <a:ext cx="2360589" cy="1626656"/>
            </a:xfrm>
            <a:custGeom>
              <a:avLst/>
              <a:gdLst/>
              <a:ahLst/>
              <a:cxnLst/>
              <a:rect l="0" t="0" r="0" b="0"/>
              <a:pathLst>
                <a:path w="2360589" h="1626656">
                  <a:moveTo>
                    <a:pt x="314848" y="1514013"/>
                  </a:moveTo>
                  <a:lnTo>
                    <a:pt x="297157" y="1618232"/>
                  </a:lnTo>
                  <a:lnTo>
                    <a:pt x="343811" y="1506004"/>
                  </a:lnTo>
                  <a:close/>
                  <a:moveTo>
                    <a:pt x="343811" y="1506004"/>
                  </a:moveTo>
                  <a:lnTo>
                    <a:pt x="303799" y="1626656"/>
                  </a:lnTo>
                  <a:lnTo>
                    <a:pt x="393313" y="1588220"/>
                  </a:lnTo>
                  <a:close/>
                  <a:moveTo>
                    <a:pt x="243065" y="1544440"/>
                  </a:moveTo>
                  <a:lnTo>
                    <a:pt x="314848" y="1514013"/>
                  </a:lnTo>
                  <a:lnTo>
                    <a:pt x="238677" y="1423789"/>
                  </a:lnTo>
                  <a:close/>
                  <a:moveTo>
                    <a:pt x="205631" y="1462225"/>
                  </a:moveTo>
                  <a:lnTo>
                    <a:pt x="243065" y="1544440"/>
                  </a:lnTo>
                  <a:lnTo>
                    <a:pt x="238677" y="1423789"/>
                  </a:lnTo>
                  <a:close/>
                  <a:moveTo>
                    <a:pt x="289198" y="1373272"/>
                  </a:moveTo>
                  <a:lnTo>
                    <a:pt x="237867" y="1396558"/>
                  </a:lnTo>
                  <a:lnTo>
                    <a:pt x="205631" y="1462225"/>
                  </a:lnTo>
                  <a:close/>
                  <a:moveTo>
                    <a:pt x="31367" y="966603"/>
                  </a:moveTo>
                  <a:lnTo>
                    <a:pt x="0" y="1048241"/>
                  </a:lnTo>
                  <a:lnTo>
                    <a:pt x="14569" y="1012714"/>
                  </a:lnTo>
                  <a:close/>
                  <a:moveTo>
                    <a:pt x="431181" y="1480028"/>
                  </a:moveTo>
                  <a:lnTo>
                    <a:pt x="462275" y="1467568"/>
                  </a:lnTo>
                  <a:lnTo>
                    <a:pt x="508989" y="1422516"/>
                  </a:lnTo>
                  <a:close/>
                  <a:moveTo>
                    <a:pt x="9056" y="1094929"/>
                  </a:moveTo>
                  <a:lnTo>
                    <a:pt x="43239" y="974277"/>
                  </a:lnTo>
                  <a:lnTo>
                    <a:pt x="14569" y="1012714"/>
                  </a:lnTo>
                  <a:close/>
                  <a:moveTo>
                    <a:pt x="73080" y="907356"/>
                  </a:moveTo>
                  <a:lnTo>
                    <a:pt x="14569" y="1012714"/>
                  </a:lnTo>
                  <a:lnTo>
                    <a:pt x="43239" y="974277"/>
                  </a:lnTo>
                  <a:close/>
                  <a:moveTo>
                    <a:pt x="73080" y="907356"/>
                  </a:moveTo>
                  <a:lnTo>
                    <a:pt x="31367" y="966603"/>
                  </a:lnTo>
                  <a:lnTo>
                    <a:pt x="14569" y="1012714"/>
                  </a:lnTo>
                  <a:close/>
                  <a:moveTo>
                    <a:pt x="31367" y="966603"/>
                  </a:moveTo>
                  <a:lnTo>
                    <a:pt x="73080" y="907356"/>
                  </a:lnTo>
                  <a:lnTo>
                    <a:pt x="57270" y="930499"/>
                  </a:lnTo>
                  <a:close/>
                  <a:moveTo>
                    <a:pt x="73080" y="907356"/>
                  </a:moveTo>
                  <a:lnTo>
                    <a:pt x="103505" y="892062"/>
                  </a:lnTo>
                  <a:lnTo>
                    <a:pt x="57270" y="930499"/>
                  </a:lnTo>
                  <a:close/>
                  <a:moveTo>
                    <a:pt x="313868" y="1114441"/>
                  </a:moveTo>
                  <a:lnTo>
                    <a:pt x="334083" y="1056493"/>
                  </a:lnTo>
                  <a:lnTo>
                    <a:pt x="265686" y="1053520"/>
                  </a:lnTo>
                  <a:close/>
                  <a:moveTo>
                    <a:pt x="73080" y="907356"/>
                  </a:moveTo>
                  <a:lnTo>
                    <a:pt x="124795" y="885510"/>
                  </a:lnTo>
                  <a:lnTo>
                    <a:pt x="103505" y="892062"/>
                  </a:lnTo>
                  <a:close/>
                  <a:moveTo>
                    <a:pt x="133896" y="853626"/>
                  </a:moveTo>
                  <a:lnTo>
                    <a:pt x="173580" y="789248"/>
                  </a:lnTo>
                  <a:lnTo>
                    <a:pt x="110757" y="809847"/>
                  </a:lnTo>
                  <a:close/>
                  <a:moveTo>
                    <a:pt x="103505" y="892062"/>
                  </a:moveTo>
                  <a:lnTo>
                    <a:pt x="133896" y="853626"/>
                  </a:lnTo>
                  <a:lnTo>
                    <a:pt x="110757" y="809847"/>
                  </a:lnTo>
                  <a:close/>
                  <a:moveTo>
                    <a:pt x="591170" y="1023398"/>
                  </a:moveTo>
                  <a:lnTo>
                    <a:pt x="526454" y="962704"/>
                  </a:lnTo>
                  <a:lnTo>
                    <a:pt x="553562" y="979620"/>
                  </a:lnTo>
                  <a:close/>
                  <a:moveTo>
                    <a:pt x="591170" y="1023398"/>
                  </a:moveTo>
                  <a:lnTo>
                    <a:pt x="553562" y="979620"/>
                  </a:lnTo>
                  <a:lnTo>
                    <a:pt x="548162" y="1061834"/>
                  </a:lnTo>
                  <a:close/>
                  <a:moveTo>
                    <a:pt x="1167624" y="1313822"/>
                  </a:moveTo>
                  <a:lnTo>
                    <a:pt x="1112163" y="1352258"/>
                  </a:lnTo>
                  <a:lnTo>
                    <a:pt x="1201932" y="1396037"/>
                  </a:lnTo>
                  <a:close/>
                  <a:moveTo>
                    <a:pt x="542716" y="656101"/>
                  </a:moveTo>
                  <a:lnTo>
                    <a:pt x="496348" y="686903"/>
                  </a:lnTo>
                  <a:lnTo>
                    <a:pt x="535958" y="662542"/>
                  </a:lnTo>
                  <a:close/>
                  <a:moveTo>
                    <a:pt x="496348" y="686903"/>
                  </a:moveTo>
                  <a:lnTo>
                    <a:pt x="452168" y="662229"/>
                  </a:lnTo>
                  <a:lnTo>
                    <a:pt x="535958" y="662542"/>
                  </a:lnTo>
                  <a:close/>
                  <a:moveTo>
                    <a:pt x="484089" y="683816"/>
                  </a:moveTo>
                  <a:lnTo>
                    <a:pt x="496348" y="686903"/>
                  </a:lnTo>
                  <a:lnTo>
                    <a:pt x="483409" y="612323"/>
                  </a:lnTo>
                  <a:close/>
                  <a:moveTo>
                    <a:pt x="483409" y="612323"/>
                  </a:moveTo>
                  <a:lnTo>
                    <a:pt x="496348" y="686903"/>
                  </a:lnTo>
                  <a:lnTo>
                    <a:pt x="542716" y="656101"/>
                  </a:lnTo>
                  <a:close/>
                  <a:moveTo>
                    <a:pt x="1430640" y="1499687"/>
                  </a:moveTo>
                  <a:lnTo>
                    <a:pt x="1474695" y="1522030"/>
                  </a:lnTo>
                  <a:lnTo>
                    <a:pt x="1492684" y="1523242"/>
                  </a:lnTo>
                  <a:close/>
                  <a:moveTo>
                    <a:pt x="1167624" y="1313822"/>
                  </a:moveTo>
                  <a:lnTo>
                    <a:pt x="1201932" y="1396037"/>
                  </a:lnTo>
                  <a:lnTo>
                    <a:pt x="1238575" y="1357600"/>
                  </a:lnTo>
                  <a:close/>
                  <a:moveTo>
                    <a:pt x="1167624" y="1313822"/>
                  </a:moveTo>
                  <a:lnTo>
                    <a:pt x="1238575" y="1357600"/>
                  </a:lnTo>
                  <a:lnTo>
                    <a:pt x="1227628" y="1275385"/>
                  </a:lnTo>
                  <a:close/>
                  <a:moveTo>
                    <a:pt x="1167624" y="1313822"/>
                  </a:moveTo>
                  <a:lnTo>
                    <a:pt x="1227628" y="1275385"/>
                  </a:lnTo>
                  <a:lnTo>
                    <a:pt x="1165752" y="1231607"/>
                  </a:lnTo>
                  <a:close/>
                  <a:moveTo>
                    <a:pt x="925736" y="864310"/>
                  </a:moveTo>
                  <a:lnTo>
                    <a:pt x="896720" y="896739"/>
                  </a:lnTo>
                  <a:lnTo>
                    <a:pt x="906752" y="895897"/>
                  </a:lnTo>
                  <a:close/>
                  <a:moveTo>
                    <a:pt x="638213" y="632161"/>
                  </a:moveTo>
                  <a:lnTo>
                    <a:pt x="721363" y="583221"/>
                  </a:lnTo>
                  <a:lnTo>
                    <a:pt x="667404" y="568930"/>
                  </a:lnTo>
                  <a:close/>
                  <a:moveTo>
                    <a:pt x="638213" y="632161"/>
                  </a:moveTo>
                  <a:lnTo>
                    <a:pt x="667404" y="568930"/>
                  </a:lnTo>
                  <a:lnTo>
                    <a:pt x="588998" y="572080"/>
                  </a:lnTo>
                  <a:close/>
                  <a:moveTo>
                    <a:pt x="925736" y="864310"/>
                  </a:moveTo>
                  <a:lnTo>
                    <a:pt x="906752" y="895897"/>
                  </a:lnTo>
                  <a:lnTo>
                    <a:pt x="960103" y="918517"/>
                  </a:lnTo>
                  <a:close/>
                  <a:moveTo>
                    <a:pt x="875745" y="782095"/>
                  </a:moveTo>
                  <a:lnTo>
                    <a:pt x="977714" y="769160"/>
                  </a:lnTo>
                  <a:lnTo>
                    <a:pt x="961174" y="751560"/>
                  </a:lnTo>
                  <a:close/>
                  <a:moveTo>
                    <a:pt x="972726" y="825874"/>
                  </a:moveTo>
                  <a:lnTo>
                    <a:pt x="977714" y="769160"/>
                  </a:lnTo>
                  <a:lnTo>
                    <a:pt x="875745" y="782095"/>
                  </a:lnTo>
                  <a:close/>
                  <a:moveTo>
                    <a:pt x="925736" y="864310"/>
                  </a:moveTo>
                  <a:lnTo>
                    <a:pt x="972726" y="825874"/>
                  </a:lnTo>
                  <a:lnTo>
                    <a:pt x="875745" y="782095"/>
                  </a:lnTo>
                  <a:close/>
                  <a:moveTo>
                    <a:pt x="778426" y="678855"/>
                  </a:moveTo>
                  <a:lnTo>
                    <a:pt x="874194" y="660770"/>
                  </a:lnTo>
                  <a:lnTo>
                    <a:pt x="837650" y="591206"/>
                  </a:lnTo>
                  <a:close/>
                  <a:moveTo>
                    <a:pt x="874194" y="660770"/>
                  </a:moveTo>
                  <a:lnTo>
                    <a:pt x="875296" y="661443"/>
                  </a:lnTo>
                  <a:lnTo>
                    <a:pt x="837650" y="591206"/>
                  </a:lnTo>
                  <a:close/>
                  <a:moveTo>
                    <a:pt x="746907" y="604387"/>
                  </a:moveTo>
                  <a:lnTo>
                    <a:pt x="792424" y="570250"/>
                  </a:lnTo>
                  <a:lnTo>
                    <a:pt x="721363" y="583221"/>
                  </a:lnTo>
                  <a:close/>
                  <a:moveTo>
                    <a:pt x="746907" y="604387"/>
                  </a:moveTo>
                  <a:lnTo>
                    <a:pt x="837650" y="591206"/>
                  </a:lnTo>
                  <a:lnTo>
                    <a:pt x="792424" y="570250"/>
                  </a:lnTo>
                  <a:close/>
                  <a:moveTo>
                    <a:pt x="1504768" y="1313234"/>
                  </a:moveTo>
                  <a:lnTo>
                    <a:pt x="1561465" y="1280728"/>
                  </a:lnTo>
                  <a:lnTo>
                    <a:pt x="1538984" y="1259162"/>
                  </a:lnTo>
                  <a:close/>
                  <a:moveTo>
                    <a:pt x="1507959" y="1280728"/>
                  </a:moveTo>
                  <a:lnTo>
                    <a:pt x="1504768" y="1313234"/>
                  </a:lnTo>
                  <a:lnTo>
                    <a:pt x="1538984" y="1259162"/>
                  </a:lnTo>
                  <a:close/>
                  <a:moveTo>
                    <a:pt x="1504768" y="1313234"/>
                  </a:moveTo>
                  <a:lnTo>
                    <a:pt x="1550795" y="1303324"/>
                  </a:lnTo>
                  <a:lnTo>
                    <a:pt x="1561465" y="1280728"/>
                  </a:lnTo>
                  <a:close/>
                  <a:moveTo>
                    <a:pt x="1083931" y="672427"/>
                  </a:moveTo>
                  <a:lnTo>
                    <a:pt x="983198" y="743658"/>
                  </a:lnTo>
                  <a:lnTo>
                    <a:pt x="1051004" y="705222"/>
                  </a:lnTo>
                  <a:close/>
                  <a:moveTo>
                    <a:pt x="1083931" y="672427"/>
                  </a:moveTo>
                  <a:lnTo>
                    <a:pt x="1034803" y="703948"/>
                  </a:lnTo>
                  <a:lnTo>
                    <a:pt x="983198" y="743658"/>
                  </a:lnTo>
                  <a:close/>
                  <a:moveTo>
                    <a:pt x="1639145" y="1164487"/>
                  </a:moveTo>
                  <a:lnTo>
                    <a:pt x="1658299" y="1211400"/>
                  </a:lnTo>
                  <a:lnTo>
                    <a:pt x="1705476" y="1271246"/>
                  </a:lnTo>
                  <a:close/>
                  <a:moveTo>
                    <a:pt x="1639145" y="1164487"/>
                  </a:moveTo>
                  <a:lnTo>
                    <a:pt x="1633779" y="1119726"/>
                  </a:lnTo>
                  <a:lnTo>
                    <a:pt x="1555995" y="1107561"/>
                  </a:lnTo>
                  <a:close/>
                  <a:moveTo>
                    <a:pt x="1639145" y="1164487"/>
                  </a:moveTo>
                  <a:lnTo>
                    <a:pt x="1673401" y="1160076"/>
                  </a:lnTo>
                  <a:lnTo>
                    <a:pt x="1633779" y="1119726"/>
                  </a:lnTo>
                  <a:close/>
                  <a:moveTo>
                    <a:pt x="1673401" y="1160076"/>
                  </a:moveTo>
                  <a:lnTo>
                    <a:pt x="1745202" y="1042455"/>
                  </a:lnTo>
                  <a:lnTo>
                    <a:pt x="1630191" y="1071675"/>
                  </a:lnTo>
                  <a:close/>
                  <a:moveTo>
                    <a:pt x="1630191" y="1071675"/>
                  </a:moveTo>
                  <a:lnTo>
                    <a:pt x="1745202" y="1042455"/>
                  </a:lnTo>
                  <a:lnTo>
                    <a:pt x="1742492" y="1040968"/>
                  </a:lnTo>
                  <a:close/>
                  <a:moveTo>
                    <a:pt x="1673401" y="1160076"/>
                  </a:moveTo>
                  <a:lnTo>
                    <a:pt x="1630191" y="1071675"/>
                  </a:lnTo>
                  <a:lnTo>
                    <a:pt x="1633779" y="1119726"/>
                  </a:lnTo>
                  <a:close/>
                  <a:moveTo>
                    <a:pt x="1630191" y="1071675"/>
                  </a:moveTo>
                  <a:lnTo>
                    <a:pt x="1555995" y="1107561"/>
                  </a:lnTo>
                  <a:lnTo>
                    <a:pt x="1633779" y="1119726"/>
                  </a:lnTo>
                  <a:close/>
                  <a:moveTo>
                    <a:pt x="1630191" y="1071675"/>
                  </a:moveTo>
                  <a:lnTo>
                    <a:pt x="1742492" y="1040968"/>
                  </a:lnTo>
                  <a:lnTo>
                    <a:pt x="1715713" y="962647"/>
                  </a:lnTo>
                  <a:close/>
                  <a:moveTo>
                    <a:pt x="1677232" y="589913"/>
                  </a:moveTo>
                  <a:lnTo>
                    <a:pt x="1627135" y="664479"/>
                  </a:lnTo>
                  <a:lnTo>
                    <a:pt x="1729842" y="554624"/>
                  </a:lnTo>
                  <a:close/>
                  <a:moveTo>
                    <a:pt x="1729842" y="554624"/>
                  </a:moveTo>
                  <a:lnTo>
                    <a:pt x="1627135" y="664479"/>
                  </a:lnTo>
                  <a:lnTo>
                    <a:pt x="1700116" y="633691"/>
                  </a:lnTo>
                  <a:close/>
                  <a:moveTo>
                    <a:pt x="1815691" y="381739"/>
                  </a:moveTo>
                  <a:lnTo>
                    <a:pt x="1872593" y="379284"/>
                  </a:lnTo>
                  <a:lnTo>
                    <a:pt x="1877025" y="348609"/>
                  </a:lnTo>
                  <a:close/>
                  <a:moveTo>
                    <a:pt x="1872593" y="379284"/>
                  </a:moveTo>
                  <a:lnTo>
                    <a:pt x="1879672" y="310173"/>
                  </a:lnTo>
                  <a:lnTo>
                    <a:pt x="1877025" y="348609"/>
                  </a:lnTo>
                  <a:close/>
                  <a:moveTo>
                    <a:pt x="2118667" y="32937"/>
                  </a:moveTo>
                  <a:lnTo>
                    <a:pt x="2049376" y="52525"/>
                  </a:lnTo>
                  <a:lnTo>
                    <a:pt x="2167416" y="0"/>
                  </a:lnTo>
                  <a:close/>
                  <a:moveTo>
                    <a:pt x="2230751" y="85653"/>
                  </a:moveTo>
                  <a:lnTo>
                    <a:pt x="2313449" y="79013"/>
                  </a:lnTo>
                  <a:lnTo>
                    <a:pt x="2280189" y="5960"/>
                  </a:lnTo>
                  <a:close/>
                  <a:moveTo>
                    <a:pt x="2313449" y="79013"/>
                  </a:moveTo>
                  <a:lnTo>
                    <a:pt x="2360589" y="1189"/>
                  </a:lnTo>
                  <a:lnTo>
                    <a:pt x="2280189" y="596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47" name="Candidate_density__2146">
              <a:extLst>
                <a:ext uri="{FF2B5EF4-FFF2-40B4-BE49-F238E27FC236}">
                  <a16:creationId xmlns:a16="http://schemas.microsoft.com/office/drawing/2014/main" id="{F3C34EC1-55B3-827C-86CA-DEF7AFC8C034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236978"/>
              <a:ext cx="2359337" cy="1295516"/>
            </a:xfrm>
            <a:custGeom>
              <a:avLst/>
              <a:gdLst/>
              <a:ahLst/>
              <a:cxnLst/>
              <a:rect l="0" t="0" r="0" b="0"/>
              <a:pathLst>
                <a:path w="2359337" h="1295516">
                  <a:moveTo>
                    <a:pt x="366666" y="1272907"/>
                  </a:moveTo>
                  <a:lnTo>
                    <a:pt x="363200" y="1237645"/>
                  </a:lnTo>
                  <a:lnTo>
                    <a:pt x="362226" y="1274078"/>
                  </a:lnTo>
                  <a:close/>
                  <a:moveTo>
                    <a:pt x="74662" y="819696"/>
                  </a:moveTo>
                  <a:lnTo>
                    <a:pt x="0" y="819206"/>
                  </a:lnTo>
                  <a:lnTo>
                    <a:pt x="20060" y="830752"/>
                  </a:lnTo>
                  <a:close/>
                  <a:moveTo>
                    <a:pt x="491135" y="1262191"/>
                  </a:moveTo>
                  <a:lnTo>
                    <a:pt x="415369" y="1257570"/>
                  </a:lnTo>
                  <a:lnTo>
                    <a:pt x="366666" y="1272907"/>
                  </a:lnTo>
                  <a:close/>
                  <a:moveTo>
                    <a:pt x="509544" y="1217342"/>
                  </a:moveTo>
                  <a:lnTo>
                    <a:pt x="415369" y="1257570"/>
                  </a:lnTo>
                  <a:lnTo>
                    <a:pt x="491135" y="1262191"/>
                  </a:lnTo>
                  <a:close/>
                  <a:moveTo>
                    <a:pt x="509544" y="1217342"/>
                  </a:moveTo>
                  <a:lnTo>
                    <a:pt x="491135" y="1262191"/>
                  </a:lnTo>
                  <a:lnTo>
                    <a:pt x="535572" y="1237645"/>
                  </a:lnTo>
                  <a:close/>
                  <a:moveTo>
                    <a:pt x="509544" y="1217342"/>
                  </a:moveTo>
                  <a:lnTo>
                    <a:pt x="535572" y="1237645"/>
                  </a:lnTo>
                  <a:lnTo>
                    <a:pt x="525718" y="1176289"/>
                  </a:lnTo>
                  <a:close/>
                  <a:moveTo>
                    <a:pt x="525718" y="1176289"/>
                  </a:moveTo>
                  <a:lnTo>
                    <a:pt x="553991" y="1218540"/>
                  </a:lnTo>
                  <a:lnTo>
                    <a:pt x="595540" y="1158681"/>
                  </a:lnTo>
                  <a:close/>
                  <a:moveTo>
                    <a:pt x="767347" y="928752"/>
                  </a:moveTo>
                  <a:lnTo>
                    <a:pt x="815942" y="949837"/>
                  </a:lnTo>
                  <a:lnTo>
                    <a:pt x="772396" y="895654"/>
                  </a:lnTo>
                  <a:close/>
                  <a:moveTo>
                    <a:pt x="731801" y="743877"/>
                  </a:moveTo>
                  <a:lnTo>
                    <a:pt x="723019" y="764607"/>
                  </a:lnTo>
                  <a:lnTo>
                    <a:pt x="756807" y="672824"/>
                  </a:lnTo>
                  <a:close/>
                  <a:moveTo>
                    <a:pt x="1187719" y="1229734"/>
                  </a:moveTo>
                  <a:lnTo>
                    <a:pt x="1304454" y="1295516"/>
                  </a:lnTo>
                  <a:lnTo>
                    <a:pt x="1291795" y="1292108"/>
                  </a:lnTo>
                  <a:close/>
                  <a:moveTo>
                    <a:pt x="728395" y="755039"/>
                  </a:moveTo>
                  <a:lnTo>
                    <a:pt x="733481" y="656008"/>
                  </a:lnTo>
                  <a:lnTo>
                    <a:pt x="711188" y="634387"/>
                  </a:lnTo>
                  <a:close/>
                  <a:moveTo>
                    <a:pt x="733481" y="656008"/>
                  </a:moveTo>
                  <a:lnTo>
                    <a:pt x="731801" y="743877"/>
                  </a:lnTo>
                  <a:lnTo>
                    <a:pt x="756807" y="672824"/>
                  </a:lnTo>
                  <a:close/>
                  <a:moveTo>
                    <a:pt x="656396" y="557993"/>
                  </a:moveTo>
                  <a:lnTo>
                    <a:pt x="711188" y="634387"/>
                  </a:lnTo>
                  <a:lnTo>
                    <a:pt x="733481" y="656008"/>
                  </a:lnTo>
                  <a:close/>
                  <a:moveTo>
                    <a:pt x="656396" y="557993"/>
                  </a:moveTo>
                  <a:lnTo>
                    <a:pt x="733481" y="656008"/>
                  </a:lnTo>
                  <a:lnTo>
                    <a:pt x="690845" y="590579"/>
                  </a:lnTo>
                  <a:close/>
                  <a:moveTo>
                    <a:pt x="706322" y="477904"/>
                  </a:moveTo>
                  <a:lnTo>
                    <a:pt x="656396" y="557993"/>
                  </a:lnTo>
                  <a:lnTo>
                    <a:pt x="690845" y="590579"/>
                  </a:lnTo>
                  <a:close/>
                  <a:moveTo>
                    <a:pt x="1094232" y="963248"/>
                  </a:moveTo>
                  <a:lnTo>
                    <a:pt x="1110744" y="992038"/>
                  </a:lnTo>
                  <a:lnTo>
                    <a:pt x="1161980" y="1022409"/>
                  </a:lnTo>
                  <a:close/>
                  <a:moveTo>
                    <a:pt x="1349094" y="1228137"/>
                  </a:moveTo>
                  <a:lnTo>
                    <a:pt x="1379424" y="1195066"/>
                  </a:lnTo>
                  <a:lnTo>
                    <a:pt x="1367074" y="1171456"/>
                  </a:lnTo>
                  <a:close/>
                  <a:moveTo>
                    <a:pt x="906773" y="513736"/>
                  </a:moveTo>
                  <a:lnTo>
                    <a:pt x="891183" y="567259"/>
                  </a:lnTo>
                  <a:lnTo>
                    <a:pt x="937088" y="523690"/>
                  </a:lnTo>
                  <a:close/>
                  <a:moveTo>
                    <a:pt x="1523469" y="1107579"/>
                  </a:moveTo>
                  <a:lnTo>
                    <a:pt x="1434974" y="1055371"/>
                  </a:lnTo>
                  <a:lnTo>
                    <a:pt x="1466065" y="1108159"/>
                  </a:lnTo>
                  <a:close/>
                  <a:moveTo>
                    <a:pt x="1603249" y="1034193"/>
                  </a:moveTo>
                  <a:lnTo>
                    <a:pt x="1587640" y="1012369"/>
                  </a:lnTo>
                  <a:lnTo>
                    <a:pt x="1586417" y="1064275"/>
                  </a:lnTo>
                  <a:close/>
                  <a:moveTo>
                    <a:pt x="1587640" y="1012369"/>
                  </a:moveTo>
                  <a:lnTo>
                    <a:pt x="1603249" y="1034193"/>
                  </a:lnTo>
                  <a:lnTo>
                    <a:pt x="1615229" y="956796"/>
                  </a:lnTo>
                  <a:close/>
                  <a:moveTo>
                    <a:pt x="1597776" y="838457"/>
                  </a:moveTo>
                  <a:lnTo>
                    <a:pt x="1559353" y="909195"/>
                  </a:lnTo>
                  <a:lnTo>
                    <a:pt x="1637130" y="906555"/>
                  </a:lnTo>
                  <a:close/>
                  <a:moveTo>
                    <a:pt x="1654429" y="792399"/>
                  </a:moveTo>
                  <a:lnTo>
                    <a:pt x="1565702" y="727287"/>
                  </a:lnTo>
                  <a:lnTo>
                    <a:pt x="1618804" y="754960"/>
                  </a:lnTo>
                  <a:close/>
                  <a:moveTo>
                    <a:pt x="1609633" y="505466"/>
                  </a:moveTo>
                  <a:lnTo>
                    <a:pt x="1608014" y="529858"/>
                  </a:lnTo>
                  <a:lnTo>
                    <a:pt x="1648242" y="442205"/>
                  </a:lnTo>
                  <a:close/>
                  <a:moveTo>
                    <a:pt x="1639515" y="504248"/>
                  </a:moveTo>
                  <a:lnTo>
                    <a:pt x="1613047" y="485984"/>
                  </a:lnTo>
                  <a:lnTo>
                    <a:pt x="1609633" y="505466"/>
                  </a:lnTo>
                  <a:close/>
                  <a:moveTo>
                    <a:pt x="1958428" y="327975"/>
                  </a:moveTo>
                  <a:lnTo>
                    <a:pt x="1884403" y="329867"/>
                  </a:lnTo>
                  <a:lnTo>
                    <a:pt x="1875618" y="333392"/>
                  </a:lnTo>
                  <a:close/>
                  <a:moveTo>
                    <a:pt x="1934187" y="41814"/>
                  </a:moveTo>
                  <a:lnTo>
                    <a:pt x="1936011" y="44609"/>
                  </a:lnTo>
                  <a:lnTo>
                    <a:pt x="1938384" y="37832"/>
                  </a:lnTo>
                  <a:close/>
                  <a:moveTo>
                    <a:pt x="1941022" y="47693"/>
                  </a:moveTo>
                  <a:lnTo>
                    <a:pt x="1936011" y="44609"/>
                  </a:lnTo>
                  <a:lnTo>
                    <a:pt x="1934187" y="41814"/>
                  </a:lnTo>
                  <a:close/>
                  <a:moveTo>
                    <a:pt x="1997662" y="3377"/>
                  </a:moveTo>
                  <a:lnTo>
                    <a:pt x="2029898" y="28872"/>
                  </a:lnTo>
                  <a:lnTo>
                    <a:pt x="1988585" y="10321"/>
                  </a:lnTo>
                  <a:close/>
                  <a:moveTo>
                    <a:pt x="1934187" y="41814"/>
                  </a:moveTo>
                  <a:lnTo>
                    <a:pt x="1938384" y="37832"/>
                  </a:lnTo>
                  <a:lnTo>
                    <a:pt x="1985825" y="0"/>
                  </a:lnTo>
                  <a:close/>
                  <a:moveTo>
                    <a:pt x="1997662" y="3377"/>
                  </a:moveTo>
                  <a:lnTo>
                    <a:pt x="1985825" y="0"/>
                  </a:lnTo>
                  <a:lnTo>
                    <a:pt x="2029898" y="28872"/>
                  </a:lnTo>
                  <a:close/>
                  <a:moveTo>
                    <a:pt x="2296976" y="250023"/>
                  </a:moveTo>
                  <a:lnTo>
                    <a:pt x="2303005" y="134709"/>
                  </a:lnTo>
                  <a:lnTo>
                    <a:pt x="2289224" y="239506"/>
                  </a:lnTo>
                  <a:close/>
                  <a:moveTo>
                    <a:pt x="2306738" y="129371"/>
                  </a:moveTo>
                  <a:lnTo>
                    <a:pt x="2303005" y="134709"/>
                  </a:lnTo>
                  <a:lnTo>
                    <a:pt x="2296976" y="250023"/>
                  </a:lnTo>
                  <a:close/>
                  <a:moveTo>
                    <a:pt x="2326539" y="167807"/>
                  </a:moveTo>
                  <a:lnTo>
                    <a:pt x="2306738" y="129371"/>
                  </a:lnTo>
                  <a:lnTo>
                    <a:pt x="2296976" y="250023"/>
                  </a:lnTo>
                  <a:close/>
                  <a:moveTo>
                    <a:pt x="2306738" y="129371"/>
                  </a:moveTo>
                  <a:lnTo>
                    <a:pt x="2326539" y="167807"/>
                  </a:lnTo>
                  <a:lnTo>
                    <a:pt x="2356483" y="55997"/>
                  </a:lnTo>
                  <a:close/>
                  <a:moveTo>
                    <a:pt x="2359337" y="42913"/>
                  </a:moveTo>
                  <a:lnTo>
                    <a:pt x="2306738" y="129371"/>
                  </a:lnTo>
                  <a:lnTo>
                    <a:pt x="2356483" y="55997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48" name="Candidate_density__2147">
              <a:extLst>
                <a:ext uri="{FF2B5EF4-FFF2-40B4-BE49-F238E27FC236}">
                  <a16:creationId xmlns:a16="http://schemas.microsoft.com/office/drawing/2014/main" id="{49E795B1-CF4C-E485-6E42-D8538569712A}"/>
                </a:ext>
              </a:extLst>
            </p:cNvPr>
            <p:cNvSpPr>
              <a:spLocks noGrp="1"/>
            </p:cNvSpPr>
            <p:nvPr/>
          </p:nvSpPr>
          <p:spPr>
            <a:xfrm>
              <a:off x="3679440" y="2476483"/>
              <a:ext cx="2276915" cy="1059234"/>
            </a:xfrm>
            <a:custGeom>
              <a:avLst/>
              <a:gdLst/>
              <a:ahLst/>
              <a:cxnLst/>
              <a:rect l="0" t="0" r="0" b="0"/>
              <a:pathLst>
                <a:path w="2276915" h="1059234">
                  <a:moveTo>
                    <a:pt x="54601" y="580190"/>
                  </a:moveTo>
                  <a:lnTo>
                    <a:pt x="0" y="591246"/>
                  </a:lnTo>
                  <a:lnTo>
                    <a:pt x="126845" y="571639"/>
                  </a:lnTo>
                  <a:close/>
                  <a:moveTo>
                    <a:pt x="54601" y="580190"/>
                  </a:moveTo>
                  <a:lnTo>
                    <a:pt x="126845" y="571639"/>
                  </a:lnTo>
                  <a:lnTo>
                    <a:pt x="73873" y="572891"/>
                  </a:lnTo>
                  <a:close/>
                  <a:moveTo>
                    <a:pt x="1297607" y="1052602"/>
                  </a:moveTo>
                  <a:lnTo>
                    <a:pt x="1284393" y="1056010"/>
                  </a:lnTo>
                  <a:lnTo>
                    <a:pt x="1348476" y="997867"/>
                  </a:lnTo>
                  <a:close/>
                  <a:moveTo>
                    <a:pt x="1271734" y="1052602"/>
                  </a:moveTo>
                  <a:lnTo>
                    <a:pt x="1284393" y="1056010"/>
                  </a:lnTo>
                  <a:lnTo>
                    <a:pt x="1290358" y="1059234"/>
                  </a:lnTo>
                  <a:close/>
                  <a:moveTo>
                    <a:pt x="1297607" y="1052602"/>
                  </a:moveTo>
                  <a:lnTo>
                    <a:pt x="1290358" y="1059234"/>
                  </a:lnTo>
                  <a:lnTo>
                    <a:pt x="1284393" y="1056010"/>
                  </a:lnTo>
                  <a:close/>
                  <a:moveTo>
                    <a:pt x="1271734" y="1052602"/>
                  </a:moveTo>
                  <a:lnTo>
                    <a:pt x="1290358" y="1059234"/>
                  </a:lnTo>
                  <a:lnTo>
                    <a:pt x="1303867" y="1040178"/>
                  </a:lnTo>
                  <a:close/>
                  <a:moveTo>
                    <a:pt x="1303867" y="1040178"/>
                  </a:moveTo>
                  <a:lnTo>
                    <a:pt x="1290358" y="1059234"/>
                  </a:lnTo>
                  <a:lnTo>
                    <a:pt x="1297607" y="1052602"/>
                  </a:lnTo>
                  <a:close/>
                  <a:moveTo>
                    <a:pt x="1329033" y="988632"/>
                  </a:moveTo>
                  <a:lnTo>
                    <a:pt x="1348476" y="997867"/>
                  </a:lnTo>
                  <a:lnTo>
                    <a:pt x="1359364" y="955560"/>
                  </a:lnTo>
                  <a:close/>
                  <a:moveTo>
                    <a:pt x="1303867" y="1040178"/>
                  </a:moveTo>
                  <a:lnTo>
                    <a:pt x="1348476" y="997867"/>
                  </a:lnTo>
                  <a:lnTo>
                    <a:pt x="1329033" y="988632"/>
                  </a:lnTo>
                  <a:close/>
                  <a:moveTo>
                    <a:pt x="1297607" y="1052602"/>
                  </a:moveTo>
                  <a:lnTo>
                    <a:pt x="1348476" y="997867"/>
                  </a:lnTo>
                  <a:lnTo>
                    <a:pt x="1303867" y="1040178"/>
                  </a:lnTo>
                  <a:close/>
                  <a:moveTo>
                    <a:pt x="1359364" y="955560"/>
                  </a:moveTo>
                  <a:lnTo>
                    <a:pt x="1348476" y="997867"/>
                  </a:lnTo>
                  <a:lnTo>
                    <a:pt x="1364142" y="970387"/>
                  </a:lnTo>
                  <a:close/>
                  <a:moveTo>
                    <a:pt x="1503408" y="868073"/>
                  </a:moveTo>
                  <a:lnTo>
                    <a:pt x="1446005" y="868654"/>
                  </a:lnTo>
                  <a:lnTo>
                    <a:pt x="1566357" y="824770"/>
                  </a:lnTo>
                  <a:close/>
                  <a:moveTo>
                    <a:pt x="1567579" y="772863"/>
                  </a:moveTo>
                  <a:lnTo>
                    <a:pt x="1549718" y="861399"/>
                  </a:lnTo>
                  <a:lnTo>
                    <a:pt x="1566357" y="824770"/>
                  </a:lnTo>
                  <a:close/>
                  <a:moveTo>
                    <a:pt x="1583188" y="794687"/>
                  </a:moveTo>
                  <a:lnTo>
                    <a:pt x="1566357" y="824770"/>
                  </a:lnTo>
                  <a:lnTo>
                    <a:pt x="1577250" y="811299"/>
                  </a:lnTo>
                  <a:close/>
                  <a:moveTo>
                    <a:pt x="1577250" y="811299"/>
                  </a:moveTo>
                  <a:lnTo>
                    <a:pt x="1595169" y="717290"/>
                  </a:lnTo>
                  <a:lnTo>
                    <a:pt x="1583188" y="794687"/>
                  </a:lnTo>
                  <a:close/>
                  <a:moveTo>
                    <a:pt x="1662096" y="487781"/>
                  </a:moveTo>
                  <a:lnTo>
                    <a:pt x="1598744" y="515454"/>
                  </a:lnTo>
                  <a:lnTo>
                    <a:pt x="1590763" y="608433"/>
                  </a:lnTo>
                  <a:close/>
                  <a:moveTo>
                    <a:pt x="1628182" y="202699"/>
                  </a:moveTo>
                  <a:lnTo>
                    <a:pt x="1619455" y="264742"/>
                  </a:lnTo>
                  <a:lnTo>
                    <a:pt x="1589572" y="265960"/>
                  </a:lnTo>
                  <a:close/>
                  <a:moveTo>
                    <a:pt x="1855558" y="93886"/>
                  </a:moveTo>
                  <a:lnTo>
                    <a:pt x="1850577" y="87390"/>
                  </a:lnTo>
                  <a:lnTo>
                    <a:pt x="1814571" y="119476"/>
                  </a:lnTo>
                  <a:close/>
                  <a:moveTo>
                    <a:pt x="1779189" y="95381"/>
                  </a:moveTo>
                  <a:lnTo>
                    <a:pt x="1800336" y="125826"/>
                  </a:lnTo>
                  <a:lnTo>
                    <a:pt x="1814571" y="119476"/>
                  </a:lnTo>
                  <a:close/>
                  <a:moveTo>
                    <a:pt x="1814571" y="119476"/>
                  </a:moveTo>
                  <a:lnTo>
                    <a:pt x="1887538" y="113625"/>
                  </a:lnTo>
                  <a:lnTo>
                    <a:pt x="1855558" y="93886"/>
                  </a:lnTo>
                  <a:close/>
                  <a:moveTo>
                    <a:pt x="1887538" y="113625"/>
                  </a:moveTo>
                  <a:lnTo>
                    <a:pt x="1935893" y="89168"/>
                  </a:lnTo>
                  <a:lnTo>
                    <a:pt x="1855558" y="93886"/>
                  </a:lnTo>
                  <a:close/>
                  <a:moveTo>
                    <a:pt x="1944675" y="87390"/>
                  </a:moveTo>
                  <a:lnTo>
                    <a:pt x="1935893" y="89168"/>
                  </a:lnTo>
                  <a:lnTo>
                    <a:pt x="2010866" y="80871"/>
                  </a:lnTo>
                  <a:close/>
                  <a:moveTo>
                    <a:pt x="1938368" y="88469"/>
                  </a:moveTo>
                  <a:lnTo>
                    <a:pt x="1855558" y="93886"/>
                  </a:lnTo>
                  <a:lnTo>
                    <a:pt x="1935893" y="89168"/>
                  </a:lnTo>
                  <a:close/>
                  <a:moveTo>
                    <a:pt x="1944675" y="87390"/>
                  </a:moveTo>
                  <a:lnTo>
                    <a:pt x="1938368" y="88469"/>
                  </a:lnTo>
                  <a:lnTo>
                    <a:pt x="1935893" y="89168"/>
                  </a:lnTo>
                  <a:close/>
                  <a:moveTo>
                    <a:pt x="2074033" y="101841"/>
                  </a:moveTo>
                  <a:lnTo>
                    <a:pt x="1944675" y="87390"/>
                  </a:lnTo>
                  <a:lnTo>
                    <a:pt x="2016869" y="83926"/>
                  </a:lnTo>
                  <a:close/>
                  <a:moveTo>
                    <a:pt x="1938368" y="88469"/>
                  </a:moveTo>
                  <a:lnTo>
                    <a:pt x="1944675" y="87390"/>
                  </a:lnTo>
                  <a:lnTo>
                    <a:pt x="2074033" y="101841"/>
                  </a:lnTo>
                  <a:close/>
                  <a:moveTo>
                    <a:pt x="2074033" y="101841"/>
                  </a:moveTo>
                  <a:lnTo>
                    <a:pt x="2143062" y="81268"/>
                  </a:lnTo>
                  <a:lnTo>
                    <a:pt x="2198211" y="72258"/>
                  </a:lnTo>
                  <a:close/>
                  <a:moveTo>
                    <a:pt x="2198211" y="72258"/>
                  </a:moveTo>
                  <a:lnTo>
                    <a:pt x="2143062" y="81268"/>
                  </a:lnTo>
                  <a:lnTo>
                    <a:pt x="2261224" y="29198"/>
                  </a:lnTo>
                  <a:close/>
                  <a:moveTo>
                    <a:pt x="2210169" y="48953"/>
                  </a:moveTo>
                  <a:lnTo>
                    <a:pt x="2276915" y="10517"/>
                  </a:lnTo>
                  <a:lnTo>
                    <a:pt x="2261224" y="29198"/>
                  </a:lnTo>
                  <a:close/>
                  <a:moveTo>
                    <a:pt x="2269164" y="0"/>
                  </a:moveTo>
                  <a:lnTo>
                    <a:pt x="2198211" y="72258"/>
                  </a:lnTo>
                  <a:lnTo>
                    <a:pt x="2261224" y="29198"/>
                  </a:lnTo>
                  <a:close/>
                  <a:moveTo>
                    <a:pt x="2269164" y="0"/>
                  </a:moveTo>
                  <a:lnTo>
                    <a:pt x="2261224" y="29198"/>
                  </a:lnTo>
                  <a:lnTo>
                    <a:pt x="2276915" y="1051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49" name="Candidate_density__2148">
              <a:extLst>
                <a:ext uri="{FF2B5EF4-FFF2-40B4-BE49-F238E27FC236}">
                  <a16:creationId xmlns:a16="http://schemas.microsoft.com/office/drawing/2014/main" id="{A386273E-A26B-D0A5-FC93-5DC0B84E5568}"/>
                </a:ext>
              </a:extLst>
            </p:cNvPr>
            <p:cNvSpPr>
              <a:spLocks noGrp="1"/>
            </p:cNvSpPr>
            <p:nvPr/>
          </p:nvSpPr>
          <p:spPr>
            <a:xfrm>
              <a:off x="3662437" y="1789649"/>
              <a:ext cx="2169432" cy="1139923"/>
            </a:xfrm>
            <a:custGeom>
              <a:avLst/>
              <a:gdLst/>
              <a:ahLst/>
              <a:cxnLst/>
              <a:rect l="0" t="0" r="0" b="0"/>
              <a:pathLst>
                <a:path w="2169432" h="1139923">
                  <a:moveTo>
                    <a:pt x="290054" y="1096055"/>
                  </a:moveTo>
                  <a:lnTo>
                    <a:pt x="223326" y="1071032"/>
                  </a:lnTo>
                  <a:lnTo>
                    <a:pt x="203111" y="1128980"/>
                  </a:lnTo>
                  <a:close/>
                  <a:moveTo>
                    <a:pt x="203111" y="1128980"/>
                  </a:moveTo>
                  <a:lnTo>
                    <a:pt x="276305" y="1114811"/>
                  </a:lnTo>
                  <a:lnTo>
                    <a:pt x="290054" y="1096055"/>
                  </a:lnTo>
                  <a:close/>
                  <a:moveTo>
                    <a:pt x="351923" y="1048715"/>
                  </a:moveTo>
                  <a:lnTo>
                    <a:pt x="225826" y="1071119"/>
                  </a:lnTo>
                  <a:lnTo>
                    <a:pt x="290054" y="1096055"/>
                  </a:lnTo>
                  <a:close/>
                  <a:moveTo>
                    <a:pt x="0" y="824386"/>
                  </a:moveTo>
                  <a:lnTo>
                    <a:pt x="62822" y="803788"/>
                  </a:lnTo>
                  <a:lnTo>
                    <a:pt x="28826" y="809710"/>
                  </a:lnTo>
                  <a:close/>
                  <a:moveTo>
                    <a:pt x="290054" y="1096055"/>
                  </a:moveTo>
                  <a:lnTo>
                    <a:pt x="276305" y="1114811"/>
                  </a:lnTo>
                  <a:lnTo>
                    <a:pt x="301484" y="1109596"/>
                  </a:lnTo>
                  <a:close/>
                  <a:moveTo>
                    <a:pt x="301484" y="1109596"/>
                  </a:moveTo>
                  <a:lnTo>
                    <a:pt x="351923" y="1048715"/>
                  </a:lnTo>
                  <a:lnTo>
                    <a:pt x="290054" y="1096055"/>
                  </a:lnTo>
                  <a:close/>
                  <a:moveTo>
                    <a:pt x="301484" y="1109596"/>
                  </a:moveTo>
                  <a:lnTo>
                    <a:pt x="406392" y="1084900"/>
                  </a:lnTo>
                  <a:lnTo>
                    <a:pt x="351923" y="1048715"/>
                  </a:lnTo>
                  <a:close/>
                  <a:moveTo>
                    <a:pt x="351923" y="1048715"/>
                  </a:moveTo>
                  <a:lnTo>
                    <a:pt x="406392" y="1084900"/>
                  </a:lnTo>
                  <a:lnTo>
                    <a:pt x="362949" y="1032595"/>
                  </a:lnTo>
                  <a:close/>
                  <a:moveTo>
                    <a:pt x="362949" y="1032595"/>
                  </a:moveTo>
                  <a:lnTo>
                    <a:pt x="406392" y="1084900"/>
                  </a:lnTo>
                  <a:lnTo>
                    <a:pt x="437405" y="1076374"/>
                  </a:lnTo>
                  <a:close/>
                  <a:moveTo>
                    <a:pt x="362949" y="1032595"/>
                  </a:moveTo>
                  <a:lnTo>
                    <a:pt x="437405" y="1076374"/>
                  </a:lnTo>
                  <a:lnTo>
                    <a:pt x="442805" y="994159"/>
                  </a:lnTo>
                  <a:close/>
                  <a:moveTo>
                    <a:pt x="406392" y="1084900"/>
                  </a:moveTo>
                  <a:lnTo>
                    <a:pt x="433876" y="1139923"/>
                  </a:lnTo>
                  <a:lnTo>
                    <a:pt x="437405" y="1076374"/>
                  </a:lnTo>
                  <a:close/>
                  <a:moveTo>
                    <a:pt x="372651" y="626862"/>
                  </a:moveTo>
                  <a:lnTo>
                    <a:pt x="431958" y="670640"/>
                  </a:lnTo>
                  <a:lnTo>
                    <a:pt x="470955" y="588425"/>
                  </a:lnTo>
                  <a:close/>
                  <a:moveTo>
                    <a:pt x="579177" y="632204"/>
                  </a:moveTo>
                  <a:lnTo>
                    <a:pt x="527456" y="646700"/>
                  </a:lnTo>
                  <a:lnTo>
                    <a:pt x="536487" y="739451"/>
                  </a:lnTo>
                  <a:close/>
                  <a:moveTo>
                    <a:pt x="470955" y="588425"/>
                  </a:moveTo>
                  <a:lnTo>
                    <a:pt x="527456" y="646700"/>
                  </a:lnTo>
                  <a:lnTo>
                    <a:pt x="478241" y="586619"/>
                  </a:lnTo>
                  <a:close/>
                  <a:moveTo>
                    <a:pt x="470955" y="588425"/>
                  </a:moveTo>
                  <a:lnTo>
                    <a:pt x="431958" y="670640"/>
                  </a:lnTo>
                  <a:lnTo>
                    <a:pt x="527456" y="646700"/>
                  </a:lnTo>
                  <a:close/>
                  <a:moveTo>
                    <a:pt x="579177" y="632204"/>
                  </a:moveTo>
                  <a:lnTo>
                    <a:pt x="610605" y="597761"/>
                  </a:lnTo>
                  <a:lnTo>
                    <a:pt x="527456" y="646700"/>
                  </a:lnTo>
                  <a:close/>
                  <a:moveTo>
                    <a:pt x="475058" y="584833"/>
                  </a:moveTo>
                  <a:lnTo>
                    <a:pt x="470955" y="588425"/>
                  </a:lnTo>
                  <a:lnTo>
                    <a:pt x="478241" y="586619"/>
                  </a:lnTo>
                  <a:close/>
                  <a:moveTo>
                    <a:pt x="872440" y="758198"/>
                  </a:moveTo>
                  <a:lnTo>
                    <a:pt x="924046" y="718488"/>
                  </a:lnTo>
                  <a:lnTo>
                    <a:pt x="850417" y="766100"/>
                  </a:lnTo>
                  <a:close/>
                  <a:moveTo>
                    <a:pt x="850417" y="766100"/>
                  </a:moveTo>
                  <a:lnTo>
                    <a:pt x="866957" y="783699"/>
                  </a:lnTo>
                  <a:lnTo>
                    <a:pt x="872440" y="758198"/>
                  </a:lnTo>
                  <a:close/>
                  <a:moveTo>
                    <a:pt x="579177" y="632204"/>
                  </a:moveTo>
                  <a:lnTo>
                    <a:pt x="667669" y="693395"/>
                  </a:lnTo>
                  <a:lnTo>
                    <a:pt x="636150" y="618926"/>
                  </a:lnTo>
                  <a:close/>
                  <a:moveTo>
                    <a:pt x="667669" y="693395"/>
                  </a:moveTo>
                  <a:lnTo>
                    <a:pt x="726893" y="605746"/>
                  </a:lnTo>
                  <a:lnTo>
                    <a:pt x="636150" y="618926"/>
                  </a:lnTo>
                  <a:close/>
                  <a:moveTo>
                    <a:pt x="610605" y="597761"/>
                  </a:moveTo>
                  <a:lnTo>
                    <a:pt x="579177" y="632204"/>
                  </a:lnTo>
                  <a:lnTo>
                    <a:pt x="636150" y="618926"/>
                  </a:lnTo>
                  <a:close/>
                  <a:moveTo>
                    <a:pt x="1604079" y="577531"/>
                  </a:moveTo>
                  <a:lnTo>
                    <a:pt x="1566474" y="604452"/>
                  </a:lnTo>
                  <a:lnTo>
                    <a:pt x="1619085" y="569164"/>
                  </a:lnTo>
                  <a:close/>
                  <a:moveTo>
                    <a:pt x="1560442" y="522237"/>
                  </a:moveTo>
                  <a:lnTo>
                    <a:pt x="1604079" y="577531"/>
                  </a:lnTo>
                  <a:lnTo>
                    <a:pt x="1618738" y="566015"/>
                  </a:lnTo>
                  <a:close/>
                  <a:moveTo>
                    <a:pt x="1604079" y="577531"/>
                  </a:moveTo>
                  <a:lnTo>
                    <a:pt x="1619085" y="569164"/>
                  </a:lnTo>
                  <a:lnTo>
                    <a:pt x="1618738" y="566015"/>
                  </a:lnTo>
                  <a:close/>
                  <a:moveTo>
                    <a:pt x="1619085" y="569164"/>
                  </a:moveTo>
                  <a:lnTo>
                    <a:pt x="1678161" y="617395"/>
                  </a:lnTo>
                  <a:lnTo>
                    <a:pt x="1618738" y="566015"/>
                  </a:lnTo>
                  <a:close/>
                  <a:moveTo>
                    <a:pt x="1618216" y="483801"/>
                  </a:moveTo>
                  <a:lnTo>
                    <a:pt x="1618738" y="566015"/>
                  </a:lnTo>
                  <a:lnTo>
                    <a:pt x="1678472" y="527579"/>
                  </a:lnTo>
                  <a:close/>
                  <a:moveTo>
                    <a:pt x="1618216" y="483801"/>
                  </a:moveTo>
                  <a:lnTo>
                    <a:pt x="1678472" y="527579"/>
                  </a:lnTo>
                  <a:lnTo>
                    <a:pt x="1681955" y="445364"/>
                  </a:lnTo>
                  <a:close/>
                  <a:moveTo>
                    <a:pt x="1681955" y="445364"/>
                  </a:moveTo>
                  <a:lnTo>
                    <a:pt x="1704933" y="396278"/>
                  </a:lnTo>
                  <a:lnTo>
                    <a:pt x="1646802" y="401585"/>
                  </a:lnTo>
                  <a:close/>
                  <a:moveTo>
                    <a:pt x="1761835" y="393823"/>
                  </a:moveTo>
                  <a:lnTo>
                    <a:pt x="1681955" y="445364"/>
                  </a:lnTo>
                  <a:lnTo>
                    <a:pt x="1760041" y="406928"/>
                  </a:lnTo>
                  <a:close/>
                  <a:moveTo>
                    <a:pt x="1761835" y="393823"/>
                  </a:moveTo>
                  <a:lnTo>
                    <a:pt x="1704933" y="396278"/>
                  </a:lnTo>
                  <a:lnTo>
                    <a:pt x="1681955" y="445364"/>
                  </a:lnTo>
                  <a:close/>
                  <a:moveTo>
                    <a:pt x="1700836" y="280934"/>
                  </a:moveTo>
                  <a:lnTo>
                    <a:pt x="1768915" y="324712"/>
                  </a:lnTo>
                  <a:lnTo>
                    <a:pt x="1771655" y="242497"/>
                  </a:lnTo>
                  <a:close/>
                  <a:moveTo>
                    <a:pt x="1761835" y="393823"/>
                  </a:moveTo>
                  <a:lnTo>
                    <a:pt x="1772458" y="401141"/>
                  </a:lnTo>
                  <a:lnTo>
                    <a:pt x="1768915" y="324712"/>
                  </a:lnTo>
                  <a:close/>
                  <a:moveTo>
                    <a:pt x="1771655" y="242497"/>
                  </a:moveTo>
                  <a:lnTo>
                    <a:pt x="1854845" y="247710"/>
                  </a:lnTo>
                  <a:lnTo>
                    <a:pt x="1816661" y="225612"/>
                  </a:lnTo>
                  <a:close/>
                  <a:moveTo>
                    <a:pt x="1838281" y="286276"/>
                  </a:moveTo>
                  <a:lnTo>
                    <a:pt x="1854845" y="247710"/>
                  </a:lnTo>
                  <a:lnTo>
                    <a:pt x="1771655" y="242497"/>
                  </a:lnTo>
                  <a:close/>
                  <a:moveTo>
                    <a:pt x="1768915" y="324712"/>
                  </a:moveTo>
                  <a:lnTo>
                    <a:pt x="1838281" y="286276"/>
                  </a:lnTo>
                  <a:lnTo>
                    <a:pt x="1771655" y="242497"/>
                  </a:lnTo>
                  <a:close/>
                  <a:moveTo>
                    <a:pt x="1874543" y="204061"/>
                  </a:moveTo>
                  <a:lnTo>
                    <a:pt x="1842119" y="121846"/>
                  </a:lnTo>
                  <a:lnTo>
                    <a:pt x="1816661" y="225612"/>
                  </a:lnTo>
                  <a:close/>
                  <a:moveTo>
                    <a:pt x="1842119" y="121846"/>
                  </a:moveTo>
                  <a:lnTo>
                    <a:pt x="1807941" y="132609"/>
                  </a:lnTo>
                  <a:lnTo>
                    <a:pt x="1816661" y="225612"/>
                  </a:lnTo>
                  <a:close/>
                  <a:moveTo>
                    <a:pt x="1816661" y="225612"/>
                  </a:moveTo>
                  <a:lnTo>
                    <a:pt x="1854845" y="247710"/>
                  </a:lnTo>
                  <a:lnTo>
                    <a:pt x="1874543" y="204061"/>
                  </a:lnTo>
                  <a:close/>
                  <a:moveTo>
                    <a:pt x="1854845" y="247710"/>
                  </a:moveTo>
                  <a:lnTo>
                    <a:pt x="1894584" y="262354"/>
                  </a:lnTo>
                  <a:lnTo>
                    <a:pt x="1874543" y="204061"/>
                  </a:lnTo>
                  <a:close/>
                  <a:moveTo>
                    <a:pt x="1874543" y="204061"/>
                  </a:moveTo>
                  <a:lnTo>
                    <a:pt x="1924065" y="247839"/>
                  </a:lnTo>
                  <a:lnTo>
                    <a:pt x="1931459" y="165624"/>
                  </a:lnTo>
                  <a:close/>
                  <a:moveTo>
                    <a:pt x="1842119" y="121846"/>
                  </a:moveTo>
                  <a:lnTo>
                    <a:pt x="1874543" y="204061"/>
                  </a:lnTo>
                  <a:lnTo>
                    <a:pt x="1931459" y="165624"/>
                  </a:lnTo>
                  <a:close/>
                  <a:moveTo>
                    <a:pt x="1842119" y="121846"/>
                  </a:moveTo>
                  <a:lnTo>
                    <a:pt x="1931459" y="165624"/>
                  </a:lnTo>
                  <a:lnTo>
                    <a:pt x="1929472" y="83409"/>
                  </a:lnTo>
                  <a:close/>
                  <a:moveTo>
                    <a:pt x="1938619" y="67065"/>
                  </a:moveTo>
                  <a:lnTo>
                    <a:pt x="1842119" y="121846"/>
                  </a:lnTo>
                  <a:lnTo>
                    <a:pt x="1929472" y="83409"/>
                  </a:lnTo>
                  <a:close/>
                  <a:moveTo>
                    <a:pt x="1929472" y="83409"/>
                  </a:moveTo>
                  <a:lnTo>
                    <a:pt x="2009561" y="117106"/>
                  </a:lnTo>
                  <a:lnTo>
                    <a:pt x="1956446" y="72470"/>
                  </a:lnTo>
                  <a:close/>
                  <a:moveTo>
                    <a:pt x="1938619" y="67065"/>
                  </a:moveTo>
                  <a:lnTo>
                    <a:pt x="1929472" y="83409"/>
                  </a:lnTo>
                  <a:lnTo>
                    <a:pt x="1956446" y="72470"/>
                  </a:lnTo>
                  <a:close/>
                  <a:moveTo>
                    <a:pt x="2056659" y="14540"/>
                  </a:moveTo>
                  <a:lnTo>
                    <a:pt x="1956446" y="72470"/>
                  </a:lnTo>
                  <a:lnTo>
                    <a:pt x="2027597" y="44973"/>
                  </a:lnTo>
                  <a:close/>
                  <a:moveTo>
                    <a:pt x="1938619" y="67065"/>
                  </a:moveTo>
                  <a:lnTo>
                    <a:pt x="1956446" y="72470"/>
                  </a:lnTo>
                  <a:lnTo>
                    <a:pt x="2056659" y="14540"/>
                  </a:lnTo>
                  <a:close/>
                  <a:moveTo>
                    <a:pt x="1956446" y="72470"/>
                  </a:moveTo>
                  <a:lnTo>
                    <a:pt x="2009561" y="117106"/>
                  </a:lnTo>
                  <a:lnTo>
                    <a:pt x="2027597" y="44973"/>
                  </a:lnTo>
                  <a:close/>
                  <a:moveTo>
                    <a:pt x="2119994" y="100192"/>
                  </a:moveTo>
                  <a:lnTo>
                    <a:pt x="2169432" y="20500"/>
                  </a:lnTo>
                  <a:lnTo>
                    <a:pt x="2082907" y="30251"/>
                  </a:lnTo>
                  <a:close/>
                  <a:moveTo>
                    <a:pt x="2056659" y="14540"/>
                  </a:moveTo>
                  <a:lnTo>
                    <a:pt x="2027597" y="44973"/>
                  </a:lnTo>
                  <a:lnTo>
                    <a:pt x="2082907" y="30251"/>
                  </a:lnTo>
                  <a:close/>
                  <a:moveTo>
                    <a:pt x="2082907" y="30251"/>
                  </a:moveTo>
                  <a:lnTo>
                    <a:pt x="2127301" y="0"/>
                  </a:lnTo>
                  <a:lnTo>
                    <a:pt x="2056659" y="14540"/>
                  </a:lnTo>
                  <a:close/>
                  <a:moveTo>
                    <a:pt x="2082907" y="30251"/>
                  </a:moveTo>
                  <a:lnTo>
                    <a:pt x="2169432" y="20500"/>
                  </a:lnTo>
                  <a:lnTo>
                    <a:pt x="2127301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50" name="Candidate_density__2149">
              <a:extLst>
                <a:ext uri="{FF2B5EF4-FFF2-40B4-BE49-F238E27FC236}">
                  <a16:creationId xmlns:a16="http://schemas.microsoft.com/office/drawing/2014/main" id="{5DAB52C2-0590-77FE-E975-BD8C442D3DE7}"/>
                </a:ext>
              </a:extLst>
            </p:cNvPr>
            <p:cNvSpPr>
              <a:spLocks noGrp="1"/>
            </p:cNvSpPr>
            <p:nvPr/>
          </p:nvSpPr>
          <p:spPr>
            <a:xfrm>
              <a:off x="3560736" y="1883201"/>
              <a:ext cx="2342705" cy="1562834"/>
            </a:xfrm>
            <a:custGeom>
              <a:avLst/>
              <a:gdLst/>
              <a:ahLst/>
              <a:cxnLst/>
              <a:rect l="0" t="0" r="0" b="0"/>
              <a:pathLst>
                <a:path w="2342705" h="1562834">
                  <a:moveTo>
                    <a:pt x="229622" y="1344776"/>
                  </a:moveTo>
                  <a:lnTo>
                    <a:pt x="305792" y="1434999"/>
                  </a:lnTo>
                  <a:lnTo>
                    <a:pt x="310983" y="1409570"/>
                  </a:lnTo>
                  <a:close/>
                  <a:moveTo>
                    <a:pt x="305792" y="1434999"/>
                  </a:moveTo>
                  <a:lnTo>
                    <a:pt x="334755" y="1426991"/>
                  </a:lnTo>
                  <a:lnTo>
                    <a:pt x="310983" y="1409570"/>
                  </a:lnTo>
                  <a:close/>
                  <a:moveTo>
                    <a:pt x="459224" y="1470770"/>
                  </a:moveTo>
                  <a:lnTo>
                    <a:pt x="426507" y="1562834"/>
                  </a:lnTo>
                  <a:lnTo>
                    <a:pt x="459705" y="1471757"/>
                  </a:lnTo>
                  <a:close/>
                  <a:moveTo>
                    <a:pt x="459224" y="1470770"/>
                  </a:moveTo>
                  <a:lnTo>
                    <a:pt x="384257" y="1509206"/>
                  </a:lnTo>
                  <a:lnTo>
                    <a:pt x="426507" y="1562834"/>
                  </a:lnTo>
                  <a:close/>
                  <a:moveTo>
                    <a:pt x="422125" y="1401015"/>
                  </a:moveTo>
                  <a:lnTo>
                    <a:pt x="310983" y="1409570"/>
                  </a:lnTo>
                  <a:lnTo>
                    <a:pt x="334755" y="1426991"/>
                  </a:lnTo>
                  <a:close/>
                  <a:moveTo>
                    <a:pt x="35503" y="1000365"/>
                  </a:moveTo>
                  <a:lnTo>
                    <a:pt x="20441" y="984748"/>
                  </a:lnTo>
                  <a:lnTo>
                    <a:pt x="65334" y="1059694"/>
                  </a:lnTo>
                  <a:close/>
                  <a:moveTo>
                    <a:pt x="65334" y="1059694"/>
                  </a:moveTo>
                  <a:lnTo>
                    <a:pt x="20441" y="984748"/>
                  </a:lnTo>
                  <a:lnTo>
                    <a:pt x="0" y="1015916"/>
                  </a:lnTo>
                  <a:close/>
                  <a:moveTo>
                    <a:pt x="20441" y="984748"/>
                  </a:moveTo>
                  <a:lnTo>
                    <a:pt x="26261" y="965813"/>
                  </a:lnTo>
                  <a:lnTo>
                    <a:pt x="0" y="1015916"/>
                  </a:lnTo>
                  <a:close/>
                  <a:moveTo>
                    <a:pt x="0" y="1015916"/>
                  </a:moveTo>
                  <a:lnTo>
                    <a:pt x="26261" y="965813"/>
                  </a:lnTo>
                  <a:lnTo>
                    <a:pt x="34183" y="895264"/>
                  </a:lnTo>
                  <a:close/>
                  <a:moveTo>
                    <a:pt x="459705" y="1471757"/>
                  </a:moveTo>
                  <a:lnTo>
                    <a:pt x="533196" y="1432333"/>
                  </a:lnTo>
                  <a:lnTo>
                    <a:pt x="460204" y="1470150"/>
                  </a:lnTo>
                  <a:close/>
                  <a:moveTo>
                    <a:pt x="533196" y="1432333"/>
                  </a:moveTo>
                  <a:lnTo>
                    <a:pt x="455511" y="1373873"/>
                  </a:lnTo>
                  <a:lnTo>
                    <a:pt x="453220" y="1388555"/>
                  </a:lnTo>
                  <a:close/>
                  <a:moveTo>
                    <a:pt x="459134" y="1469622"/>
                  </a:moveTo>
                  <a:lnTo>
                    <a:pt x="460204" y="1470150"/>
                  </a:lnTo>
                  <a:lnTo>
                    <a:pt x="533196" y="1432333"/>
                  </a:lnTo>
                  <a:close/>
                  <a:moveTo>
                    <a:pt x="453220" y="1388555"/>
                  </a:moveTo>
                  <a:lnTo>
                    <a:pt x="459134" y="1469622"/>
                  </a:lnTo>
                  <a:lnTo>
                    <a:pt x="533196" y="1432333"/>
                  </a:lnTo>
                  <a:close/>
                  <a:moveTo>
                    <a:pt x="304812" y="1035427"/>
                  </a:moveTo>
                  <a:lnTo>
                    <a:pt x="329322" y="1047728"/>
                  </a:lnTo>
                  <a:lnTo>
                    <a:pt x="378007" y="1021258"/>
                  </a:lnTo>
                  <a:close/>
                  <a:moveTo>
                    <a:pt x="115740" y="806497"/>
                  </a:moveTo>
                  <a:lnTo>
                    <a:pt x="124840" y="774613"/>
                  </a:lnTo>
                  <a:lnTo>
                    <a:pt x="94449" y="813049"/>
                  </a:lnTo>
                  <a:close/>
                  <a:moveTo>
                    <a:pt x="475876" y="1065036"/>
                  </a:moveTo>
                  <a:lnTo>
                    <a:pt x="535578" y="1046370"/>
                  </a:lnTo>
                  <a:lnTo>
                    <a:pt x="465551" y="1065433"/>
                  </a:lnTo>
                  <a:close/>
                  <a:moveTo>
                    <a:pt x="465551" y="1065433"/>
                  </a:moveTo>
                  <a:lnTo>
                    <a:pt x="466446" y="1066554"/>
                  </a:lnTo>
                  <a:lnTo>
                    <a:pt x="475876" y="1065036"/>
                  </a:lnTo>
                  <a:close/>
                  <a:moveTo>
                    <a:pt x="466446" y="1066554"/>
                  </a:moveTo>
                  <a:lnTo>
                    <a:pt x="465551" y="1065433"/>
                  </a:lnTo>
                  <a:lnTo>
                    <a:pt x="463167" y="1065036"/>
                  </a:lnTo>
                  <a:close/>
                  <a:moveTo>
                    <a:pt x="164524" y="710235"/>
                  </a:moveTo>
                  <a:lnTo>
                    <a:pt x="124840" y="774613"/>
                  </a:lnTo>
                  <a:lnTo>
                    <a:pt x="154412" y="735887"/>
                  </a:lnTo>
                  <a:close/>
                  <a:moveTo>
                    <a:pt x="210591" y="667272"/>
                  </a:moveTo>
                  <a:lnTo>
                    <a:pt x="164524" y="710235"/>
                  </a:lnTo>
                  <a:lnTo>
                    <a:pt x="154412" y="735887"/>
                  </a:lnTo>
                  <a:close/>
                  <a:moveTo>
                    <a:pt x="802703" y="1273387"/>
                  </a:moveTo>
                  <a:lnTo>
                    <a:pt x="730555" y="1191030"/>
                  </a:lnTo>
                  <a:lnTo>
                    <a:pt x="697636" y="1198121"/>
                  </a:lnTo>
                  <a:close/>
                  <a:moveTo>
                    <a:pt x="697636" y="1198121"/>
                  </a:moveTo>
                  <a:lnTo>
                    <a:pt x="635530" y="1108815"/>
                  </a:lnTo>
                  <a:lnTo>
                    <a:pt x="571076" y="1140329"/>
                  </a:lnTo>
                  <a:close/>
                  <a:moveTo>
                    <a:pt x="697636" y="1198121"/>
                  </a:moveTo>
                  <a:lnTo>
                    <a:pt x="571076" y="1140329"/>
                  </a:lnTo>
                  <a:lnTo>
                    <a:pt x="610304" y="1208529"/>
                  </a:lnTo>
                  <a:close/>
                  <a:moveTo>
                    <a:pt x="697636" y="1198121"/>
                  </a:moveTo>
                  <a:lnTo>
                    <a:pt x="730555" y="1191030"/>
                  </a:lnTo>
                  <a:lnTo>
                    <a:pt x="696256" y="1153258"/>
                  </a:lnTo>
                  <a:close/>
                  <a:moveTo>
                    <a:pt x="475876" y="1065036"/>
                  </a:moveTo>
                  <a:lnTo>
                    <a:pt x="599006" y="1068315"/>
                  </a:lnTo>
                  <a:lnTo>
                    <a:pt x="579219" y="1026600"/>
                  </a:lnTo>
                  <a:close/>
                  <a:moveTo>
                    <a:pt x="571076" y="1140329"/>
                  </a:moveTo>
                  <a:lnTo>
                    <a:pt x="635530" y="1108815"/>
                  </a:lnTo>
                  <a:lnTo>
                    <a:pt x="599006" y="1068315"/>
                  </a:lnTo>
                  <a:close/>
                  <a:moveTo>
                    <a:pt x="580066" y="997501"/>
                  </a:moveTo>
                  <a:lnTo>
                    <a:pt x="475876" y="1065036"/>
                  </a:lnTo>
                  <a:lnTo>
                    <a:pt x="579219" y="1026600"/>
                  </a:lnTo>
                  <a:close/>
                  <a:moveTo>
                    <a:pt x="580066" y="997501"/>
                  </a:moveTo>
                  <a:lnTo>
                    <a:pt x="582115" y="944385"/>
                  </a:lnTo>
                  <a:lnTo>
                    <a:pt x="539106" y="982821"/>
                  </a:lnTo>
                  <a:close/>
                  <a:moveTo>
                    <a:pt x="279130" y="615524"/>
                  </a:moveTo>
                  <a:lnTo>
                    <a:pt x="284983" y="651179"/>
                  </a:lnTo>
                  <a:lnTo>
                    <a:pt x="258974" y="632966"/>
                  </a:lnTo>
                  <a:close/>
                  <a:moveTo>
                    <a:pt x="321321" y="587410"/>
                  </a:moveTo>
                  <a:lnTo>
                    <a:pt x="279130" y="615524"/>
                  </a:lnTo>
                  <a:lnTo>
                    <a:pt x="357674" y="592083"/>
                  </a:lnTo>
                  <a:close/>
                  <a:moveTo>
                    <a:pt x="443112" y="583215"/>
                  </a:moveTo>
                  <a:lnTo>
                    <a:pt x="357674" y="592083"/>
                  </a:lnTo>
                  <a:lnTo>
                    <a:pt x="451650" y="580830"/>
                  </a:lnTo>
                  <a:close/>
                  <a:moveTo>
                    <a:pt x="357674" y="592083"/>
                  </a:moveTo>
                  <a:lnTo>
                    <a:pt x="382992" y="602785"/>
                  </a:lnTo>
                  <a:lnTo>
                    <a:pt x="451650" y="580830"/>
                  </a:lnTo>
                  <a:close/>
                  <a:moveTo>
                    <a:pt x="443112" y="583215"/>
                  </a:moveTo>
                  <a:lnTo>
                    <a:pt x="451650" y="580830"/>
                  </a:lnTo>
                  <a:lnTo>
                    <a:pt x="526902" y="583529"/>
                  </a:lnTo>
                  <a:close/>
                  <a:moveTo>
                    <a:pt x="1262537" y="1443017"/>
                  </a:moveTo>
                  <a:lnTo>
                    <a:pt x="1248576" y="1360803"/>
                  </a:lnTo>
                  <a:lnTo>
                    <a:pt x="1272458" y="1481454"/>
                  </a:lnTo>
                  <a:close/>
                  <a:moveTo>
                    <a:pt x="1229519" y="1278587"/>
                  </a:moveTo>
                  <a:lnTo>
                    <a:pt x="1192876" y="1317024"/>
                  </a:lnTo>
                  <a:lnTo>
                    <a:pt x="1248576" y="1360803"/>
                  </a:lnTo>
                  <a:close/>
                  <a:moveTo>
                    <a:pt x="513553" y="626040"/>
                  </a:moveTo>
                  <a:lnTo>
                    <a:pt x="526902" y="583529"/>
                  </a:lnTo>
                  <a:lnTo>
                    <a:pt x="451650" y="580830"/>
                  </a:lnTo>
                  <a:close/>
                  <a:moveTo>
                    <a:pt x="513553" y="626040"/>
                  </a:moveTo>
                  <a:lnTo>
                    <a:pt x="581104" y="631715"/>
                  </a:lnTo>
                  <a:lnTo>
                    <a:pt x="526902" y="583529"/>
                  </a:lnTo>
                  <a:close/>
                  <a:moveTo>
                    <a:pt x="581104" y="631715"/>
                  </a:moveTo>
                  <a:lnTo>
                    <a:pt x="533660" y="577088"/>
                  </a:lnTo>
                  <a:lnTo>
                    <a:pt x="526902" y="583529"/>
                  </a:lnTo>
                  <a:close/>
                  <a:moveTo>
                    <a:pt x="629158" y="553148"/>
                  </a:moveTo>
                  <a:lnTo>
                    <a:pt x="533660" y="577088"/>
                  </a:lnTo>
                  <a:lnTo>
                    <a:pt x="581104" y="631715"/>
                  </a:lnTo>
                  <a:close/>
                  <a:moveTo>
                    <a:pt x="638188" y="645898"/>
                  </a:moveTo>
                  <a:lnTo>
                    <a:pt x="629158" y="553148"/>
                  </a:lnTo>
                  <a:lnTo>
                    <a:pt x="581104" y="631715"/>
                  </a:lnTo>
                  <a:close/>
                  <a:moveTo>
                    <a:pt x="699429" y="620867"/>
                  </a:moveTo>
                  <a:lnTo>
                    <a:pt x="680878" y="538651"/>
                  </a:lnTo>
                  <a:lnTo>
                    <a:pt x="638188" y="645898"/>
                  </a:lnTo>
                  <a:close/>
                  <a:moveTo>
                    <a:pt x="1229519" y="1278587"/>
                  </a:moveTo>
                  <a:lnTo>
                    <a:pt x="1361337" y="1322366"/>
                  </a:lnTo>
                  <a:lnTo>
                    <a:pt x="1338929" y="1240498"/>
                  </a:lnTo>
                  <a:close/>
                  <a:moveTo>
                    <a:pt x="1341033" y="1240151"/>
                  </a:moveTo>
                  <a:lnTo>
                    <a:pt x="1338929" y="1240498"/>
                  </a:lnTo>
                  <a:lnTo>
                    <a:pt x="1361250" y="1322010"/>
                  </a:lnTo>
                  <a:close/>
                  <a:moveTo>
                    <a:pt x="963670" y="746860"/>
                  </a:moveTo>
                  <a:lnTo>
                    <a:pt x="916680" y="785297"/>
                  </a:lnTo>
                  <a:lnTo>
                    <a:pt x="981881" y="829075"/>
                  </a:lnTo>
                  <a:close/>
                  <a:moveTo>
                    <a:pt x="699429" y="620867"/>
                  </a:moveTo>
                  <a:lnTo>
                    <a:pt x="756659" y="670031"/>
                  </a:lnTo>
                  <a:lnTo>
                    <a:pt x="769370" y="599842"/>
                  </a:lnTo>
                  <a:close/>
                  <a:moveTo>
                    <a:pt x="756659" y="670031"/>
                  </a:moveTo>
                  <a:lnTo>
                    <a:pt x="864702" y="582430"/>
                  </a:lnTo>
                  <a:lnTo>
                    <a:pt x="769370" y="599842"/>
                  </a:lnTo>
                  <a:close/>
                  <a:moveTo>
                    <a:pt x="865484" y="583053"/>
                  </a:moveTo>
                  <a:lnTo>
                    <a:pt x="864702" y="582430"/>
                  </a:lnTo>
                  <a:lnTo>
                    <a:pt x="756659" y="670031"/>
                  </a:lnTo>
                  <a:close/>
                  <a:moveTo>
                    <a:pt x="864702" y="582430"/>
                  </a:moveTo>
                  <a:lnTo>
                    <a:pt x="865138" y="581757"/>
                  </a:lnTo>
                  <a:lnTo>
                    <a:pt x="769370" y="599842"/>
                  </a:lnTo>
                  <a:close/>
                  <a:moveTo>
                    <a:pt x="1341033" y="1240151"/>
                  </a:moveTo>
                  <a:lnTo>
                    <a:pt x="1361357" y="1322357"/>
                  </a:lnTo>
                  <a:lnTo>
                    <a:pt x="1419095" y="1283929"/>
                  </a:lnTo>
                  <a:close/>
                  <a:moveTo>
                    <a:pt x="1541739" y="1224310"/>
                  </a:moveTo>
                  <a:lnTo>
                    <a:pt x="1495712" y="1234221"/>
                  </a:lnTo>
                  <a:lnTo>
                    <a:pt x="1498903" y="1201715"/>
                  </a:lnTo>
                  <a:close/>
                  <a:moveTo>
                    <a:pt x="963670" y="746860"/>
                  </a:moveTo>
                  <a:lnTo>
                    <a:pt x="981881" y="829075"/>
                  </a:lnTo>
                  <a:lnTo>
                    <a:pt x="1006764" y="790639"/>
                  </a:lnTo>
                  <a:close/>
                  <a:moveTo>
                    <a:pt x="864702" y="582430"/>
                  </a:moveTo>
                  <a:lnTo>
                    <a:pt x="865484" y="583053"/>
                  </a:lnTo>
                  <a:lnTo>
                    <a:pt x="865465" y="582311"/>
                  </a:lnTo>
                  <a:close/>
                  <a:moveTo>
                    <a:pt x="865138" y="581757"/>
                  </a:moveTo>
                  <a:lnTo>
                    <a:pt x="864702" y="582430"/>
                  </a:lnTo>
                  <a:lnTo>
                    <a:pt x="865465" y="582311"/>
                  </a:lnTo>
                  <a:close/>
                  <a:moveTo>
                    <a:pt x="865465" y="582311"/>
                  </a:moveTo>
                  <a:lnTo>
                    <a:pt x="865484" y="583053"/>
                  </a:lnTo>
                  <a:lnTo>
                    <a:pt x="866240" y="582430"/>
                  </a:lnTo>
                  <a:close/>
                  <a:moveTo>
                    <a:pt x="865465" y="582311"/>
                  </a:moveTo>
                  <a:lnTo>
                    <a:pt x="866240" y="582430"/>
                  </a:lnTo>
                  <a:lnTo>
                    <a:pt x="865138" y="581757"/>
                  </a:lnTo>
                  <a:close/>
                  <a:moveTo>
                    <a:pt x="1498903" y="1201715"/>
                  </a:moveTo>
                  <a:lnTo>
                    <a:pt x="1580597" y="1265303"/>
                  </a:lnTo>
                  <a:lnTo>
                    <a:pt x="1541739" y="1224310"/>
                  </a:lnTo>
                  <a:close/>
                  <a:moveTo>
                    <a:pt x="1552409" y="1201715"/>
                  </a:moveTo>
                  <a:lnTo>
                    <a:pt x="1663726" y="1186539"/>
                  </a:lnTo>
                  <a:lnTo>
                    <a:pt x="1647149" y="1163278"/>
                  </a:lnTo>
                  <a:close/>
                  <a:moveTo>
                    <a:pt x="1552409" y="1201715"/>
                  </a:moveTo>
                  <a:lnTo>
                    <a:pt x="1541739" y="1224310"/>
                  </a:lnTo>
                  <a:lnTo>
                    <a:pt x="1580597" y="1265303"/>
                  </a:lnTo>
                  <a:close/>
                  <a:moveTo>
                    <a:pt x="1539253" y="1098730"/>
                  </a:moveTo>
                  <a:lnTo>
                    <a:pt x="1498903" y="1201715"/>
                  </a:lnTo>
                  <a:lnTo>
                    <a:pt x="1529928" y="1180149"/>
                  </a:lnTo>
                  <a:close/>
                  <a:moveTo>
                    <a:pt x="1647149" y="1163278"/>
                  </a:moveTo>
                  <a:lnTo>
                    <a:pt x="1649243" y="1132387"/>
                  </a:lnTo>
                  <a:lnTo>
                    <a:pt x="1552409" y="1201715"/>
                  </a:lnTo>
                  <a:close/>
                  <a:moveTo>
                    <a:pt x="1552409" y="1201715"/>
                  </a:moveTo>
                  <a:lnTo>
                    <a:pt x="1649243" y="1132387"/>
                  </a:lnTo>
                  <a:lnTo>
                    <a:pt x="1539253" y="1098730"/>
                  </a:lnTo>
                  <a:close/>
                  <a:moveTo>
                    <a:pt x="1539253" y="1098730"/>
                  </a:moveTo>
                  <a:lnTo>
                    <a:pt x="1649243" y="1132387"/>
                  </a:lnTo>
                  <a:lnTo>
                    <a:pt x="1630090" y="1085474"/>
                  </a:lnTo>
                  <a:close/>
                  <a:moveTo>
                    <a:pt x="1552409" y="1201715"/>
                  </a:moveTo>
                  <a:lnTo>
                    <a:pt x="1539253" y="1098730"/>
                  </a:lnTo>
                  <a:lnTo>
                    <a:pt x="1529928" y="1180149"/>
                  </a:lnTo>
                  <a:close/>
                  <a:moveTo>
                    <a:pt x="1546939" y="1028547"/>
                  </a:moveTo>
                  <a:lnTo>
                    <a:pt x="1519359" y="998848"/>
                  </a:lnTo>
                  <a:lnTo>
                    <a:pt x="1539253" y="1098730"/>
                  </a:lnTo>
                  <a:close/>
                  <a:moveTo>
                    <a:pt x="1539253" y="1098730"/>
                  </a:moveTo>
                  <a:lnTo>
                    <a:pt x="1630090" y="1085474"/>
                  </a:lnTo>
                  <a:lnTo>
                    <a:pt x="1546939" y="1028547"/>
                  </a:lnTo>
                  <a:close/>
                  <a:moveTo>
                    <a:pt x="1122809" y="557429"/>
                  </a:moveTo>
                  <a:lnTo>
                    <a:pt x="1074875" y="593414"/>
                  </a:lnTo>
                  <a:lnTo>
                    <a:pt x="1041948" y="626209"/>
                  </a:lnTo>
                  <a:close/>
                  <a:moveTo>
                    <a:pt x="1683210" y="1044183"/>
                  </a:moveTo>
                  <a:lnTo>
                    <a:pt x="1647149" y="1163278"/>
                  </a:lnTo>
                  <a:lnTo>
                    <a:pt x="1679199" y="1124841"/>
                  </a:lnTo>
                  <a:close/>
                  <a:moveTo>
                    <a:pt x="1683210" y="1044183"/>
                  </a:moveTo>
                  <a:lnTo>
                    <a:pt x="1649243" y="1132387"/>
                  </a:lnTo>
                  <a:lnTo>
                    <a:pt x="1647149" y="1163278"/>
                  </a:lnTo>
                  <a:close/>
                  <a:moveTo>
                    <a:pt x="1683301" y="1042626"/>
                  </a:moveTo>
                  <a:lnTo>
                    <a:pt x="1736146" y="963442"/>
                  </a:lnTo>
                  <a:lnTo>
                    <a:pt x="1664345" y="1081063"/>
                  </a:lnTo>
                  <a:close/>
                  <a:moveTo>
                    <a:pt x="1519359" y="998848"/>
                  </a:moveTo>
                  <a:lnTo>
                    <a:pt x="1546939" y="1028547"/>
                  </a:lnTo>
                  <a:lnTo>
                    <a:pt x="1547296" y="992099"/>
                  </a:lnTo>
                  <a:close/>
                  <a:moveTo>
                    <a:pt x="1621135" y="992661"/>
                  </a:moveTo>
                  <a:lnTo>
                    <a:pt x="1547296" y="992099"/>
                  </a:lnTo>
                  <a:lnTo>
                    <a:pt x="1546939" y="1028547"/>
                  </a:lnTo>
                  <a:close/>
                  <a:moveTo>
                    <a:pt x="1240097" y="502087"/>
                  </a:moveTo>
                  <a:lnTo>
                    <a:pt x="1189320" y="527442"/>
                  </a:lnTo>
                  <a:lnTo>
                    <a:pt x="1122809" y="557429"/>
                  </a:lnTo>
                  <a:close/>
                  <a:moveTo>
                    <a:pt x="1308582" y="479484"/>
                  </a:moveTo>
                  <a:lnTo>
                    <a:pt x="1189320" y="527442"/>
                  </a:lnTo>
                  <a:lnTo>
                    <a:pt x="1240097" y="502087"/>
                  </a:lnTo>
                  <a:close/>
                  <a:moveTo>
                    <a:pt x="1679199" y="1124841"/>
                  </a:moveTo>
                  <a:lnTo>
                    <a:pt x="1686129" y="1039915"/>
                  </a:lnTo>
                  <a:lnTo>
                    <a:pt x="1683210" y="1044183"/>
                  </a:lnTo>
                  <a:close/>
                  <a:moveTo>
                    <a:pt x="1683301" y="1042626"/>
                  </a:moveTo>
                  <a:lnTo>
                    <a:pt x="1683210" y="1044183"/>
                  </a:lnTo>
                  <a:lnTo>
                    <a:pt x="1686129" y="1039915"/>
                  </a:lnTo>
                  <a:close/>
                  <a:moveTo>
                    <a:pt x="1308582" y="479484"/>
                  </a:moveTo>
                  <a:lnTo>
                    <a:pt x="1240097" y="502087"/>
                  </a:lnTo>
                  <a:lnTo>
                    <a:pt x="1366423" y="480542"/>
                  </a:lnTo>
                  <a:close/>
                  <a:moveTo>
                    <a:pt x="1395533" y="493835"/>
                  </a:moveTo>
                  <a:lnTo>
                    <a:pt x="1440838" y="480108"/>
                  </a:lnTo>
                  <a:lnTo>
                    <a:pt x="1366423" y="480542"/>
                  </a:lnTo>
                  <a:close/>
                  <a:moveTo>
                    <a:pt x="1395533" y="493835"/>
                  </a:moveTo>
                  <a:lnTo>
                    <a:pt x="1481218" y="484766"/>
                  </a:lnTo>
                  <a:lnTo>
                    <a:pt x="1440838" y="480108"/>
                  </a:lnTo>
                  <a:close/>
                  <a:moveTo>
                    <a:pt x="1796106" y="542014"/>
                  </a:moveTo>
                  <a:lnTo>
                    <a:pt x="1691060" y="554678"/>
                  </a:lnTo>
                  <a:lnTo>
                    <a:pt x="1669740" y="563413"/>
                  </a:lnTo>
                  <a:close/>
                  <a:moveTo>
                    <a:pt x="1796106" y="542014"/>
                  </a:moveTo>
                  <a:lnTo>
                    <a:pt x="1669740" y="563413"/>
                  </a:lnTo>
                  <a:lnTo>
                    <a:pt x="1724922" y="554531"/>
                  </a:lnTo>
                  <a:close/>
                  <a:moveTo>
                    <a:pt x="2226981" y="402711"/>
                  </a:moveTo>
                  <a:lnTo>
                    <a:pt x="2228741" y="399332"/>
                  </a:lnTo>
                  <a:lnTo>
                    <a:pt x="2138375" y="414155"/>
                  </a:lnTo>
                  <a:close/>
                  <a:moveTo>
                    <a:pt x="2226981" y="402711"/>
                  </a:moveTo>
                  <a:lnTo>
                    <a:pt x="2138375" y="414155"/>
                  </a:lnTo>
                  <a:lnTo>
                    <a:pt x="2230072" y="404304"/>
                  </a:lnTo>
                  <a:close/>
                  <a:moveTo>
                    <a:pt x="2138375" y="414155"/>
                  </a:moveTo>
                  <a:lnTo>
                    <a:pt x="2170332" y="459603"/>
                  </a:lnTo>
                  <a:lnTo>
                    <a:pt x="2230072" y="404304"/>
                  </a:lnTo>
                  <a:close/>
                  <a:moveTo>
                    <a:pt x="2226981" y="402711"/>
                  </a:moveTo>
                  <a:lnTo>
                    <a:pt x="2232214" y="400932"/>
                  </a:lnTo>
                  <a:lnTo>
                    <a:pt x="2228741" y="399332"/>
                  </a:lnTo>
                  <a:close/>
                  <a:moveTo>
                    <a:pt x="2226981" y="402711"/>
                  </a:moveTo>
                  <a:lnTo>
                    <a:pt x="2230072" y="404304"/>
                  </a:lnTo>
                  <a:lnTo>
                    <a:pt x="2232214" y="400932"/>
                  </a:lnTo>
                  <a:close/>
                  <a:moveTo>
                    <a:pt x="2270454" y="467460"/>
                  </a:moveTo>
                  <a:lnTo>
                    <a:pt x="2232214" y="400932"/>
                  </a:lnTo>
                  <a:lnTo>
                    <a:pt x="2230072" y="404304"/>
                  </a:lnTo>
                  <a:close/>
                  <a:moveTo>
                    <a:pt x="2340528" y="370991"/>
                  </a:moveTo>
                  <a:lnTo>
                    <a:pt x="2232214" y="400932"/>
                  </a:lnTo>
                  <a:lnTo>
                    <a:pt x="2270454" y="467460"/>
                  </a:lnTo>
                  <a:close/>
                  <a:moveTo>
                    <a:pt x="2232214" y="400932"/>
                  </a:moveTo>
                  <a:lnTo>
                    <a:pt x="2340528" y="370991"/>
                  </a:lnTo>
                  <a:lnTo>
                    <a:pt x="2228741" y="399332"/>
                  </a:lnTo>
                  <a:close/>
                  <a:moveTo>
                    <a:pt x="2228741" y="399332"/>
                  </a:moveTo>
                  <a:lnTo>
                    <a:pt x="2342705" y="331562"/>
                  </a:lnTo>
                  <a:lnTo>
                    <a:pt x="2257899" y="293146"/>
                  </a:lnTo>
                  <a:close/>
                  <a:moveTo>
                    <a:pt x="2246031" y="280280"/>
                  </a:moveTo>
                  <a:lnTo>
                    <a:pt x="2228741" y="399332"/>
                  </a:lnTo>
                  <a:lnTo>
                    <a:pt x="2257899" y="293146"/>
                  </a:lnTo>
                  <a:close/>
                  <a:moveTo>
                    <a:pt x="2246031" y="280280"/>
                  </a:moveTo>
                  <a:lnTo>
                    <a:pt x="2136335" y="318717"/>
                  </a:lnTo>
                  <a:lnTo>
                    <a:pt x="2228741" y="399332"/>
                  </a:lnTo>
                  <a:close/>
                  <a:moveTo>
                    <a:pt x="2163093" y="198066"/>
                  </a:moveTo>
                  <a:lnTo>
                    <a:pt x="2136335" y="318717"/>
                  </a:lnTo>
                  <a:lnTo>
                    <a:pt x="2246031" y="280280"/>
                  </a:lnTo>
                  <a:close/>
                  <a:moveTo>
                    <a:pt x="2338893" y="272229"/>
                  </a:moveTo>
                  <a:lnTo>
                    <a:pt x="2258012" y="277391"/>
                  </a:lnTo>
                  <a:lnTo>
                    <a:pt x="2257899" y="293146"/>
                  </a:lnTo>
                  <a:close/>
                  <a:moveTo>
                    <a:pt x="2237315" y="94033"/>
                  </a:moveTo>
                  <a:lnTo>
                    <a:pt x="2156051" y="99508"/>
                  </a:lnTo>
                  <a:lnTo>
                    <a:pt x="2250245" y="183614"/>
                  </a:lnTo>
                  <a:close/>
                  <a:moveTo>
                    <a:pt x="2156051" y="99508"/>
                  </a:moveTo>
                  <a:lnTo>
                    <a:pt x="2237315" y="94033"/>
                  </a:lnTo>
                  <a:lnTo>
                    <a:pt x="2221695" y="6640"/>
                  </a:lnTo>
                  <a:close/>
                  <a:moveTo>
                    <a:pt x="2237315" y="94033"/>
                  </a:moveTo>
                  <a:lnTo>
                    <a:pt x="2304393" y="0"/>
                  </a:lnTo>
                  <a:lnTo>
                    <a:pt x="2221695" y="664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51" name="Candidate_density__2150">
              <a:extLst>
                <a:ext uri="{FF2B5EF4-FFF2-40B4-BE49-F238E27FC236}">
                  <a16:creationId xmlns:a16="http://schemas.microsoft.com/office/drawing/2014/main" id="{CFCC8D47-15E9-E2D3-B9CF-E57669E223D3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201918"/>
              <a:ext cx="2304088" cy="1296096"/>
            </a:xfrm>
            <a:custGeom>
              <a:avLst/>
              <a:gdLst/>
              <a:ahLst/>
              <a:cxnLst/>
              <a:rect l="0" t="0" r="0" b="0"/>
              <a:pathLst>
                <a:path w="2304088" h="1296096">
                  <a:moveTo>
                    <a:pt x="363200" y="1272704"/>
                  </a:moveTo>
                  <a:lnTo>
                    <a:pt x="415369" y="1292629"/>
                  </a:lnTo>
                  <a:lnTo>
                    <a:pt x="453838" y="1237097"/>
                  </a:lnTo>
                  <a:close/>
                  <a:moveTo>
                    <a:pt x="453838" y="1237097"/>
                  </a:moveTo>
                  <a:lnTo>
                    <a:pt x="509544" y="1252401"/>
                  </a:lnTo>
                  <a:lnTo>
                    <a:pt x="456968" y="1232961"/>
                  </a:lnTo>
                  <a:close/>
                  <a:moveTo>
                    <a:pt x="298641" y="1002401"/>
                  </a:moveTo>
                  <a:lnTo>
                    <a:pt x="231126" y="996697"/>
                  </a:lnTo>
                  <a:lnTo>
                    <a:pt x="323481" y="1082298"/>
                  </a:lnTo>
                  <a:close/>
                  <a:moveTo>
                    <a:pt x="16790" y="823193"/>
                  </a:moveTo>
                  <a:lnTo>
                    <a:pt x="0" y="854265"/>
                  </a:lnTo>
                  <a:lnTo>
                    <a:pt x="9959" y="855133"/>
                  </a:lnTo>
                  <a:close/>
                  <a:moveTo>
                    <a:pt x="16790" y="823193"/>
                  </a:moveTo>
                  <a:lnTo>
                    <a:pt x="9959" y="855133"/>
                  </a:lnTo>
                  <a:lnTo>
                    <a:pt x="68467" y="895051"/>
                  </a:lnTo>
                  <a:close/>
                  <a:moveTo>
                    <a:pt x="456968" y="1232961"/>
                  </a:moveTo>
                  <a:lnTo>
                    <a:pt x="525718" y="1211348"/>
                  </a:lnTo>
                  <a:lnTo>
                    <a:pt x="564812" y="1142311"/>
                  </a:lnTo>
                  <a:close/>
                  <a:moveTo>
                    <a:pt x="157986" y="655790"/>
                  </a:moveTo>
                  <a:lnTo>
                    <a:pt x="144887" y="620326"/>
                  </a:lnTo>
                  <a:lnTo>
                    <a:pt x="155684" y="702541"/>
                  </a:lnTo>
                  <a:close/>
                  <a:moveTo>
                    <a:pt x="356867" y="1055156"/>
                  </a:moveTo>
                  <a:lnTo>
                    <a:pt x="338042" y="1031401"/>
                  </a:lnTo>
                  <a:lnTo>
                    <a:pt x="249795" y="981520"/>
                  </a:lnTo>
                  <a:close/>
                  <a:moveTo>
                    <a:pt x="767347" y="963811"/>
                  </a:moveTo>
                  <a:lnTo>
                    <a:pt x="772396" y="930714"/>
                  </a:lnTo>
                  <a:lnTo>
                    <a:pt x="703970" y="953539"/>
                  </a:lnTo>
                  <a:close/>
                  <a:moveTo>
                    <a:pt x="418755" y="564974"/>
                  </a:moveTo>
                  <a:lnTo>
                    <a:pt x="400478" y="543453"/>
                  </a:lnTo>
                  <a:lnTo>
                    <a:pt x="317630" y="486502"/>
                  </a:lnTo>
                  <a:close/>
                  <a:moveTo>
                    <a:pt x="708735" y="850778"/>
                  </a:moveTo>
                  <a:lnTo>
                    <a:pt x="737256" y="799329"/>
                  </a:lnTo>
                  <a:lnTo>
                    <a:pt x="712180" y="751662"/>
                  </a:lnTo>
                  <a:close/>
                  <a:moveTo>
                    <a:pt x="650322" y="587231"/>
                  </a:moveTo>
                  <a:lnTo>
                    <a:pt x="656396" y="593052"/>
                  </a:lnTo>
                  <a:lnTo>
                    <a:pt x="659686" y="572764"/>
                  </a:lnTo>
                  <a:close/>
                  <a:moveTo>
                    <a:pt x="669759" y="610423"/>
                  </a:moveTo>
                  <a:lnTo>
                    <a:pt x="656396" y="593052"/>
                  </a:lnTo>
                  <a:lnTo>
                    <a:pt x="650322" y="587231"/>
                  </a:lnTo>
                  <a:close/>
                  <a:moveTo>
                    <a:pt x="400478" y="543453"/>
                  </a:moveTo>
                  <a:lnTo>
                    <a:pt x="461702" y="605054"/>
                  </a:lnTo>
                  <a:lnTo>
                    <a:pt x="427876" y="505016"/>
                  </a:lnTo>
                  <a:close/>
                  <a:moveTo>
                    <a:pt x="1225804" y="1296096"/>
                  </a:moveTo>
                  <a:lnTo>
                    <a:pt x="1349094" y="1263196"/>
                  </a:lnTo>
                  <a:lnTo>
                    <a:pt x="1278047" y="1276222"/>
                  </a:lnTo>
                  <a:close/>
                  <a:moveTo>
                    <a:pt x="650322" y="587231"/>
                  </a:moveTo>
                  <a:lnTo>
                    <a:pt x="623375" y="559305"/>
                  </a:lnTo>
                  <a:lnTo>
                    <a:pt x="669759" y="610423"/>
                  </a:lnTo>
                  <a:close/>
                  <a:moveTo>
                    <a:pt x="661900" y="488486"/>
                  </a:moveTo>
                  <a:lnTo>
                    <a:pt x="650322" y="587231"/>
                  </a:lnTo>
                  <a:lnTo>
                    <a:pt x="659686" y="572764"/>
                  </a:lnTo>
                  <a:close/>
                  <a:moveTo>
                    <a:pt x="623375" y="559305"/>
                  </a:moveTo>
                  <a:lnTo>
                    <a:pt x="650322" y="587231"/>
                  </a:lnTo>
                  <a:lnTo>
                    <a:pt x="661900" y="488486"/>
                  </a:lnTo>
                  <a:close/>
                  <a:moveTo>
                    <a:pt x="1366995" y="1124300"/>
                  </a:moveTo>
                  <a:lnTo>
                    <a:pt x="1366780" y="1179812"/>
                  </a:lnTo>
                  <a:lnTo>
                    <a:pt x="1367074" y="1206516"/>
                  </a:lnTo>
                  <a:close/>
                  <a:moveTo>
                    <a:pt x="1434974" y="1090430"/>
                  </a:moveTo>
                  <a:lnTo>
                    <a:pt x="1366780" y="1179812"/>
                  </a:lnTo>
                  <a:lnTo>
                    <a:pt x="1366995" y="1124300"/>
                  </a:lnTo>
                  <a:close/>
                  <a:moveTo>
                    <a:pt x="1240502" y="920645"/>
                  </a:moveTo>
                  <a:lnTo>
                    <a:pt x="1222683" y="921434"/>
                  </a:lnTo>
                  <a:lnTo>
                    <a:pt x="1160042" y="926426"/>
                  </a:lnTo>
                  <a:close/>
                  <a:moveTo>
                    <a:pt x="1160042" y="926426"/>
                  </a:moveTo>
                  <a:lnTo>
                    <a:pt x="1105525" y="870655"/>
                  </a:lnTo>
                  <a:lnTo>
                    <a:pt x="1240502" y="920645"/>
                  </a:lnTo>
                  <a:close/>
                  <a:moveTo>
                    <a:pt x="1415021" y="1079284"/>
                  </a:moveTo>
                  <a:lnTo>
                    <a:pt x="1449277" y="1073244"/>
                  </a:lnTo>
                  <a:lnTo>
                    <a:pt x="1468090" y="1047428"/>
                  </a:lnTo>
                  <a:close/>
                  <a:moveTo>
                    <a:pt x="1502110" y="1047428"/>
                  </a:moveTo>
                  <a:lnTo>
                    <a:pt x="1449277" y="1073244"/>
                  </a:lnTo>
                  <a:lnTo>
                    <a:pt x="1434974" y="1090430"/>
                  </a:lnTo>
                  <a:close/>
                  <a:moveTo>
                    <a:pt x="1449277" y="1073244"/>
                  </a:moveTo>
                  <a:lnTo>
                    <a:pt x="1502110" y="1047428"/>
                  </a:lnTo>
                  <a:lnTo>
                    <a:pt x="1478119" y="1036540"/>
                  </a:lnTo>
                  <a:close/>
                  <a:moveTo>
                    <a:pt x="1468090" y="1047428"/>
                  </a:moveTo>
                  <a:lnTo>
                    <a:pt x="1449277" y="1073244"/>
                  </a:lnTo>
                  <a:lnTo>
                    <a:pt x="1478119" y="1036540"/>
                  </a:lnTo>
                  <a:close/>
                  <a:moveTo>
                    <a:pt x="1502110" y="1047428"/>
                  </a:moveTo>
                  <a:lnTo>
                    <a:pt x="1599067" y="1112152"/>
                  </a:lnTo>
                  <a:lnTo>
                    <a:pt x="1568680" y="1036763"/>
                  </a:lnTo>
                  <a:close/>
                  <a:moveTo>
                    <a:pt x="1568680" y="1036763"/>
                  </a:moveTo>
                  <a:lnTo>
                    <a:pt x="1584760" y="1129643"/>
                  </a:lnTo>
                  <a:lnTo>
                    <a:pt x="1587640" y="1047428"/>
                  </a:lnTo>
                  <a:close/>
                  <a:moveTo>
                    <a:pt x="1568680" y="1036763"/>
                  </a:moveTo>
                  <a:lnTo>
                    <a:pt x="1587640" y="1047428"/>
                  </a:lnTo>
                  <a:lnTo>
                    <a:pt x="1637130" y="941614"/>
                  </a:lnTo>
                  <a:close/>
                  <a:moveTo>
                    <a:pt x="1559353" y="944254"/>
                  </a:moveTo>
                  <a:lnTo>
                    <a:pt x="1568680" y="1036763"/>
                  </a:lnTo>
                  <a:lnTo>
                    <a:pt x="1637130" y="941614"/>
                  </a:lnTo>
                  <a:close/>
                  <a:moveTo>
                    <a:pt x="1249378" y="614112"/>
                  </a:moveTo>
                  <a:lnTo>
                    <a:pt x="1295827" y="680131"/>
                  </a:lnTo>
                  <a:lnTo>
                    <a:pt x="1346583" y="695771"/>
                  </a:lnTo>
                  <a:close/>
                  <a:moveTo>
                    <a:pt x="1249378" y="614112"/>
                  </a:moveTo>
                  <a:lnTo>
                    <a:pt x="1245142" y="517464"/>
                  </a:lnTo>
                  <a:lnTo>
                    <a:pt x="1239262" y="597916"/>
                  </a:lnTo>
                  <a:close/>
                  <a:moveTo>
                    <a:pt x="1654429" y="827459"/>
                  </a:moveTo>
                  <a:lnTo>
                    <a:pt x="1570900" y="844561"/>
                  </a:lnTo>
                  <a:lnTo>
                    <a:pt x="1550600" y="813670"/>
                  </a:lnTo>
                  <a:close/>
                  <a:moveTo>
                    <a:pt x="1609633" y="540525"/>
                  </a:moveTo>
                  <a:lnTo>
                    <a:pt x="1613047" y="521043"/>
                  </a:lnTo>
                  <a:lnTo>
                    <a:pt x="1582336" y="501924"/>
                  </a:lnTo>
                  <a:close/>
                  <a:moveTo>
                    <a:pt x="1916348" y="323518"/>
                  </a:moveTo>
                  <a:lnTo>
                    <a:pt x="1884403" y="364926"/>
                  </a:lnTo>
                  <a:lnTo>
                    <a:pt x="1933514" y="333341"/>
                  </a:lnTo>
                  <a:close/>
                  <a:moveTo>
                    <a:pt x="1870637" y="361954"/>
                  </a:moveTo>
                  <a:lnTo>
                    <a:pt x="1916348" y="323518"/>
                  </a:lnTo>
                  <a:lnTo>
                    <a:pt x="1805576" y="348861"/>
                  </a:lnTo>
                  <a:close/>
                  <a:moveTo>
                    <a:pt x="1933514" y="333341"/>
                  </a:moveTo>
                  <a:lnTo>
                    <a:pt x="1884403" y="364926"/>
                  </a:lnTo>
                  <a:lnTo>
                    <a:pt x="2012359" y="349471"/>
                  </a:lnTo>
                  <a:close/>
                  <a:moveTo>
                    <a:pt x="2012359" y="349471"/>
                  </a:moveTo>
                  <a:lnTo>
                    <a:pt x="2060283" y="313445"/>
                  </a:lnTo>
                  <a:lnTo>
                    <a:pt x="1933514" y="333341"/>
                  </a:lnTo>
                  <a:close/>
                  <a:moveTo>
                    <a:pt x="2012359" y="349471"/>
                  </a:moveTo>
                  <a:lnTo>
                    <a:pt x="2094094" y="376406"/>
                  </a:lnTo>
                  <a:lnTo>
                    <a:pt x="2142901" y="343686"/>
                  </a:lnTo>
                  <a:close/>
                  <a:moveTo>
                    <a:pt x="2060283" y="313445"/>
                  </a:moveTo>
                  <a:lnTo>
                    <a:pt x="2012359" y="349471"/>
                  </a:lnTo>
                  <a:lnTo>
                    <a:pt x="2142901" y="343686"/>
                  </a:lnTo>
                  <a:close/>
                  <a:moveTo>
                    <a:pt x="2246240" y="248918"/>
                  </a:moveTo>
                  <a:lnTo>
                    <a:pt x="2142901" y="343686"/>
                  </a:lnTo>
                  <a:lnTo>
                    <a:pt x="2218271" y="346823"/>
                  </a:lnTo>
                  <a:close/>
                  <a:moveTo>
                    <a:pt x="2246240" y="248918"/>
                  </a:moveTo>
                  <a:lnTo>
                    <a:pt x="2289224" y="274565"/>
                  </a:lnTo>
                  <a:lnTo>
                    <a:pt x="2244375" y="229220"/>
                  </a:lnTo>
                  <a:close/>
                  <a:moveTo>
                    <a:pt x="1997662" y="38437"/>
                  </a:moveTo>
                  <a:lnTo>
                    <a:pt x="2037692" y="0"/>
                  </a:lnTo>
                  <a:lnTo>
                    <a:pt x="1985825" y="35059"/>
                  </a:lnTo>
                  <a:close/>
                  <a:moveTo>
                    <a:pt x="2304088" y="162389"/>
                  </a:moveTo>
                  <a:lnTo>
                    <a:pt x="2244375" y="229220"/>
                  </a:lnTo>
                  <a:lnTo>
                    <a:pt x="2303005" y="169769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52" name="Candidate_density__2151">
              <a:extLst>
                <a:ext uri="{FF2B5EF4-FFF2-40B4-BE49-F238E27FC236}">
                  <a16:creationId xmlns:a16="http://schemas.microsoft.com/office/drawing/2014/main" id="{0F95A5E4-1C2F-E77B-46EE-4A3E952F38DD}"/>
                </a:ext>
              </a:extLst>
            </p:cNvPr>
            <p:cNvSpPr>
              <a:spLocks noGrp="1"/>
            </p:cNvSpPr>
            <p:nvPr/>
          </p:nvSpPr>
          <p:spPr>
            <a:xfrm>
              <a:off x="3594343" y="1980544"/>
              <a:ext cx="2380207" cy="1517470"/>
            </a:xfrm>
            <a:custGeom>
              <a:avLst/>
              <a:gdLst/>
              <a:ahLst/>
              <a:cxnLst/>
              <a:rect l="0" t="0" r="0" b="0"/>
              <a:pathLst>
                <a:path w="2380207" h="1517470">
                  <a:moveTo>
                    <a:pt x="428237" y="1494079"/>
                  </a:moveTo>
                  <a:lnTo>
                    <a:pt x="518875" y="1458472"/>
                  </a:lnTo>
                  <a:lnTo>
                    <a:pt x="392900" y="1465492"/>
                  </a:lnTo>
                  <a:close/>
                  <a:moveTo>
                    <a:pt x="392900" y="1465492"/>
                  </a:moveTo>
                  <a:lnTo>
                    <a:pt x="518875" y="1458472"/>
                  </a:lnTo>
                  <a:lnTo>
                    <a:pt x="522005" y="1454336"/>
                  </a:lnTo>
                  <a:close/>
                  <a:moveTo>
                    <a:pt x="277377" y="1312228"/>
                  </a:moveTo>
                  <a:lnTo>
                    <a:pt x="296162" y="1218072"/>
                  </a:lnTo>
                  <a:lnTo>
                    <a:pt x="196015" y="1247434"/>
                  </a:lnTo>
                  <a:close/>
                  <a:moveTo>
                    <a:pt x="196015" y="1247434"/>
                  </a:moveTo>
                  <a:lnTo>
                    <a:pt x="296162" y="1218072"/>
                  </a:lnTo>
                  <a:lnTo>
                    <a:pt x="246535" y="1196917"/>
                  </a:lnTo>
                  <a:close/>
                  <a:moveTo>
                    <a:pt x="0" y="1000788"/>
                  </a:moveTo>
                  <a:lnTo>
                    <a:pt x="65037" y="1075639"/>
                  </a:lnTo>
                  <a:lnTo>
                    <a:pt x="81826" y="1044567"/>
                  </a:lnTo>
                  <a:close/>
                  <a:moveTo>
                    <a:pt x="554223" y="1359589"/>
                  </a:moveTo>
                  <a:lnTo>
                    <a:pt x="522005" y="1454336"/>
                  </a:lnTo>
                  <a:lnTo>
                    <a:pt x="629849" y="1363686"/>
                  </a:lnTo>
                  <a:close/>
                  <a:moveTo>
                    <a:pt x="629849" y="1363686"/>
                  </a:moveTo>
                  <a:lnTo>
                    <a:pt x="590755" y="1432723"/>
                  </a:lnTo>
                  <a:lnTo>
                    <a:pt x="711754" y="1391257"/>
                  </a:lnTo>
                  <a:close/>
                  <a:moveTo>
                    <a:pt x="480111" y="1189709"/>
                  </a:moveTo>
                  <a:lnTo>
                    <a:pt x="419613" y="1291212"/>
                  </a:lnTo>
                  <a:lnTo>
                    <a:pt x="421904" y="1276530"/>
                  </a:lnTo>
                  <a:close/>
                  <a:moveTo>
                    <a:pt x="738885" y="1300700"/>
                  </a:moveTo>
                  <a:lnTo>
                    <a:pt x="711754" y="1391257"/>
                  </a:lnTo>
                  <a:lnTo>
                    <a:pt x="809648" y="1296554"/>
                  </a:lnTo>
                  <a:close/>
                  <a:moveTo>
                    <a:pt x="651845" y="1310869"/>
                  </a:moveTo>
                  <a:lnTo>
                    <a:pt x="554223" y="1359589"/>
                  </a:lnTo>
                  <a:lnTo>
                    <a:pt x="629849" y="1363686"/>
                  </a:lnTo>
                  <a:close/>
                  <a:moveTo>
                    <a:pt x="651845" y="1310869"/>
                  </a:moveTo>
                  <a:lnTo>
                    <a:pt x="567875" y="1318543"/>
                  </a:lnTo>
                  <a:lnTo>
                    <a:pt x="554223" y="1359589"/>
                  </a:lnTo>
                  <a:close/>
                  <a:moveTo>
                    <a:pt x="663231" y="1273296"/>
                  </a:moveTo>
                  <a:lnTo>
                    <a:pt x="583060" y="1214339"/>
                  </a:lnTo>
                  <a:lnTo>
                    <a:pt x="651845" y="1310869"/>
                  </a:lnTo>
                  <a:close/>
                  <a:moveTo>
                    <a:pt x="738885" y="1300700"/>
                  </a:moveTo>
                  <a:lnTo>
                    <a:pt x="629849" y="1363686"/>
                  </a:lnTo>
                  <a:lnTo>
                    <a:pt x="711754" y="1391257"/>
                  </a:lnTo>
                  <a:close/>
                  <a:moveTo>
                    <a:pt x="738885" y="1300700"/>
                  </a:moveTo>
                  <a:lnTo>
                    <a:pt x="651845" y="1310869"/>
                  </a:lnTo>
                  <a:lnTo>
                    <a:pt x="629849" y="1363686"/>
                  </a:lnTo>
                  <a:close/>
                  <a:moveTo>
                    <a:pt x="651845" y="1310869"/>
                  </a:moveTo>
                  <a:lnTo>
                    <a:pt x="738885" y="1300700"/>
                  </a:lnTo>
                  <a:lnTo>
                    <a:pt x="663231" y="1273296"/>
                  </a:lnTo>
                  <a:close/>
                  <a:moveTo>
                    <a:pt x="738885" y="1300700"/>
                  </a:moveTo>
                  <a:lnTo>
                    <a:pt x="742115" y="1289570"/>
                  </a:lnTo>
                  <a:lnTo>
                    <a:pt x="663231" y="1273296"/>
                  </a:lnTo>
                  <a:close/>
                  <a:moveTo>
                    <a:pt x="738885" y="1300700"/>
                  </a:moveTo>
                  <a:lnTo>
                    <a:pt x="809648" y="1296554"/>
                  </a:lnTo>
                  <a:lnTo>
                    <a:pt x="742115" y="1289570"/>
                  </a:lnTo>
                  <a:close/>
                  <a:moveTo>
                    <a:pt x="769097" y="1176045"/>
                  </a:moveTo>
                  <a:lnTo>
                    <a:pt x="742115" y="1289570"/>
                  </a:lnTo>
                  <a:lnTo>
                    <a:pt x="819903" y="1295425"/>
                  </a:lnTo>
                  <a:close/>
                  <a:moveTo>
                    <a:pt x="832384" y="1185186"/>
                  </a:moveTo>
                  <a:lnTo>
                    <a:pt x="769097" y="1176045"/>
                  </a:lnTo>
                  <a:lnTo>
                    <a:pt x="819903" y="1295425"/>
                  </a:lnTo>
                  <a:close/>
                  <a:moveTo>
                    <a:pt x="769097" y="1176045"/>
                  </a:moveTo>
                  <a:lnTo>
                    <a:pt x="663231" y="1273296"/>
                  </a:lnTo>
                  <a:lnTo>
                    <a:pt x="742115" y="1289570"/>
                  </a:lnTo>
                  <a:close/>
                  <a:moveTo>
                    <a:pt x="769097" y="1176045"/>
                  </a:moveTo>
                  <a:lnTo>
                    <a:pt x="832384" y="1185186"/>
                  </a:lnTo>
                  <a:lnTo>
                    <a:pt x="769007" y="1174914"/>
                  </a:lnTo>
                  <a:close/>
                  <a:moveTo>
                    <a:pt x="465515" y="764828"/>
                  </a:moveTo>
                  <a:lnTo>
                    <a:pt x="483792" y="786348"/>
                  </a:lnTo>
                  <a:lnTo>
                    <a:pt x="526739" y="826429"/>
                  </a:lnTo>
                  <a:close/>
                  <a:moveTo>
                    <a:pt x="696948" y="1093688"/>
                  </a:moveTo>
                  <a:lnTo>
                    <a:pt x="773772" y="1072152"/>
                  </a:lnTo>
                  <a:lnTo>
                    <a:pt x="774895" y="981724"/>
                  </a:lnTo>
                  <a:close/>
                  <a:moveTo>
                    <a:pt x="662649" y="1055916"/>
                  </a:moveTo>
                  <a:lnTo>
                    <a:pt x="696948" y="1093688"/>
                  </a:lnTo>
                  <a:lnTo>
                    <a:pt x="774895" y="981724"/>
                  </a:lnTo>
                  <a:close/>
                  <a:moveTo>
                    <a:pt x="843907" y="1075725"/>
                  </a:moveTo>
                  <a:lnTo>
                    <a:pt x="769007" y="1174914"/>
                  </a:lnTo>
                  <a:lnTo>
                    <a:pt x="837433" y="1152088"/>
                  </a:lnTo>
                  <a:close/>
                  <a:moveTo>
                    <a:pt x="843907" y="1075725"/>
                  </a:moveTo>
                  <a:lnTo>
                    <a:pt x="773772" y="1072152"/>
                  </a:lnTo>
                  <a:lnTo>
                    <a:pt x="769007" y="1174914"/>
                  </a:lnTo>
                  <a:close/>
                  <a:moveTo>
                    <a:pt x="843907" y="1075725"/>
                  </a:moveTo>
                  <a:lnTo>
                    <a:pt x="802292" y="1020703"/>
                  </a:lnTo>
                  <a:lnTo>
                    <a:pt x="773772" y="1072152"/>
                  </a:lnTo>
                  <a:close/>
                  <a:moveTo>
                    <a:pt x="526739" y="826429"/>
                  </a:moveTo>
                  <a:lnTo>
                    <a:pt x="548508" y="847043"/>
                  </a:lnTo>
                  <a:lnTo>
                    <a:pt x="571484" y="815148"/>
                  </a:lnTo>
                  <a:close/>
                  <a:moveTo>
                    <a:pt x="1246332" y="1466327"/>
                  </a:moveTo>
                  <a:lnTo>
                    <a:pt x="1252756" y="1486168"/>
                  </a:lnTo>
                  <a:lnTo>
                    <a:pt x="1290840" y="1517470"/>
                  </a:lnTo>
                  <a:close/>
                  <a:moveTo>
                    <a:pt x="1281453" y="1427890"/>
                  </a:moveTo>
                  <a:lnTo>
                    <a:pt x="1290840" y="1517470"/>
                  </a:lnTo>
                  <a:lnTo>
                    <a:pt x="1343084" y="1497596"/>
                  </a:lnTo>
                  <a:close/>
                  <a:moveTo>
                    <a:pt x="661256" y="702665"/>
                  </a:moveTo>
                  <a:lnTo>
                    <a:pt x="688411" y="780680"/>
                  </a:lnTo>
                  <a:lnTo>
                    <a:pt x="726936" y="709860"/>
                  </a:lnTo>
                  <a:close/>
                  <a:moveTo>
                    <a:pt x="1170562" y="1092029"/>
                  </a:moveTo>
                  <a:lnTo>
                    <a:pt x="1184966" y="1099029"/>
                  </a:lnTo>
                  <a:lnTo>
                    <a:pt x="1305538" y="1142020"/>
                  </a:lnTo>
                  <a:close/>
                  <a:moveTo>
                    <a:pt x="1305538" y="1142020"/>
                  </a:moveTo>
                  <a:lnTo>
                    <a:pt x="1323952" y="1027918"/>
                  </a:lnTo>
                  <a:lnTo>
                    <a:pt x="1287720" y="1142809"/>
                  </a:lnTo>
                  <a:close/>
                  <a:moveTo>
                    <a:pt x="1287720" y="1142809"/>
                  </a:moveTo>
                  <a:lnTo>
                    <a:pt x="1323952" y="1027918"/>
                  </a:lnTo>
                  <a:lnTo>
                    <a:pt x="1312570" y="1022157"/>
                  </a:lnTo>
                  <a:close/>
                  <a:moveTo>
                    <a:pt x="1323952" y="1027918"/>
                  </a:moveTo>
                  <a:lnTo>
                    <a:pt x="1305538" y="1142020"/>
                  </a:lnTo>
                  <a:lnTo>
                    <a:pt x="1342832" y="1022157"/>
                  </a:lnTo>
                  <a:close/>
                  <a:moveTo>
                    <a:pt x="1323952" y="1027918"/>
                  </a:moveTo>
                  <a:lnTo>
                    <a:pt x="1342832" y="1022157"/>
                  </a:lnTo>
                  <a:lnTo>
                    <a:pt x="1328173" y="1011445"/>
                  </a:lnTo>
                  <a:close/>
                  <a:moveTo>
                    <a:pt x="1312570" y="1022157"/>
                  </a:moveTo>
                  <a:lnTo>
                    <a:pt x="1323952" y="1027918"/>
                  </a:lnTo>
                  <a:lnTo>
                    <a:pt x="1328173" y="1011445"/>
                  </a:lnTo>
                  <a:close/>
                  <a:moveTo>
                    <a:pt x="1633717" y="1258138"/>
                  </a:moveTo>
                  <a:lnTo>
                    <a:pt x="1543156" y="1257914"/>
                  </a:lnTo>
                  <a:lnTo>
                    <a:pt x="1567147" y="1268802"/>
                  </a:lnTo>
                  <a:close/>
                  <a:moveTo>
                    <a:pt x="1546990" y="1167960"/>
                  </a:moveTo>
                  <a:lnTo>
                    <a:pt x="1543156" y="1257914"/>
                  </a:lnTo>
                  <a:lnTo>
                    <a:pt x="1633717" y="1258138"/>
                  </a:lnTo>
                  <a:close/>
                  <a:moveTo>
                    <a:pt x="1624389" y="1165628"/>
                  </a:moveTo>
                  <a:lnTo>
                    <a:pt x="1546990" y="1167960"/>
                  </a:lnTo>
                  <a:lnTo>
                    <a:pt x="1633717" y="1258138"/>
                  </a:lnTo>
                  <a:close/>
                  <a:moveTo>
                    <a:pt x="1624389" y="1165628"/>
                  </a:moveTo>
                  <a:lnTo>
                    <a:pt x="1630119" y="1089197"/>
                  </a:lnTo>
                  <a:lnTo>
                    <a:pt x="1546990" y="1167960"/>
                  </a:lnTo>
                  <a:close/>
                  <a:moveTo>
                    <a:pt x="1342832" y="1022157"/>
                  </a:moveTo>
                  <a:lnTo>
                    <a:pt x="1384388" y="1104372"/>
                  </a:lnTo>
                  <a:lnTo>
                    <a:pt x="1447327" y="1088300"/>
                  </a:lnTo>
                  <a:close/>
                  <a:moveTo>
                    <a:pt x="1411620" y="917145"/>
                  </a:moveTo>
                  <a:lnTo>
                    <a:pt x="1360863" y="901505"/>
                  </a:lnTo>
                  <a:lnTo>
                    <a:pt x="1328173" y="1011445"/>
                  </a:lnTo>
                  <a:close/>
                  <a:moveTo>
                    <a:pt x="1404106" y="823163"/>
                  </a:moveTo>
                  <a:lnTo>
                    <a:pt x="1310179" y="738838"/>
                  </a:lnTo>
                  <a:lnTo>
                    <a:pt x="1314415" y="835487"/>
                  </a:lnTo>
                  <a:close/>
                  <a:moveTo>
                    <a:pt x="1310179" y="738838"/>
                  </a:moveTo>
                  <a:lnTo>
                    <a:pt x="1298039" y="737075"/>
                  </a:lnTo>
                  <a:lnTo>
                    <a:pt x="1304299" y="819291"/>
                  </a:lnTo>
                  <a:close/>
                  <a:moveTo>
                    <a:pt x="1603923" y="1121675"/>
                  </a:moveTo>
                  <a:lnTo>
                    <a:pt x="1630119" y="1089197"/>
                  </a:lnTo>
                  <a:lnTo>
                    <a:pt x="1657813" y="1138455"/>
                  </a:lnTo>
                  <a:close/>
                  <a:moveTo>
                    <a:pt x="1630119" y="1089197"/>
                  </a:moveTo>
                  <a:lnTo>
                    <a:pt x="1635937" y="1065936"/>
                  </a:lnTo>
                  <a:lnTo>
                    <a:pt x="1657813" y="1138455"/>
                  </a:lnTo>
                  <a:close/>
                  <a:moveTo>
                    <a:pt x="1649694" y="945284"/>
                  </a:moveTo>
                  <a:lnTo>
                    <a:pt x="1630739" y="983720"/>
                  </a:lnTo>
                  <a:lnTo>
                    <a:pt x="1719466" y="1048833"/>
                  </a:lnTo>
                  <a:close/>
                  <a:moveTo>
                    <a:pt x="1615636" y="1035045"/>
                  </a:moveTo>
                  <a:lnTo>
                    <a:pt x="1649603" y="946840"/>
                  </a:lnTo>
                  <a:lnTo>
                    <a:pt x="1719466" y="1048833"/>
                  </a:lnTo>
                  <a:close/>
                  <a:moveTo>
                    <a:pt x="1506245" y="800717"/>
                  </a:moveTo>
                  <a:lnTo>
                    <a:pt x="1590977" y="792424"/>
                  </a:lnTo>
                  <a:lnTo>
                    <a:pt x="1519507" y="739088"/>
                  </a:lnTo>
                  <a:close/>
                  <a:moveTo>
                    <a:pt x="1590977" y="792424"/>
                  </a:moveTo>
                  <a:lnTo>
                    <a:pt x="1599610" y="759923"/>
                  </a:lnTo>
                  <a:lnTo>
                    <a:pt x="1519507" y="739088"/>
                  </a:lnTo>
                  <a:close/>
                  <a:moveTo>
                    <a:pt x="1436163" y="706137"/>
                  </a:moveTo>
                  <a:lnTo>
                    <a:pt x="1553869" y="660202"/>
                  </a:lnTo>
                  <a:lnTo>
                    <a:pt x="1438095" y="695437"/>
                  </a:lnTo>
                  <a:close/>
                  <a:moveTo>
                    <a:pt x="1556497" y="662187"/>
                  </a:moveTo>
                  <a:lnTo>
                    <a:pt x="1553869" y="660202"/>
                  </a:lnTo>
                  <a:lnTo>
                    <a:pt x="1436163" y="706137"/>
                  </a:lnTo>
                  <a:close/>
                  <a:moveTo>
                    <a:pt x="1519507" y="739088"/>
                  </a:moveTo>
                  <a:lnTo>
                    <a:pt x="1556497" y="662187"/>
                  </a:lnTo>
                  <a:lnTo>
                    <a:pt x="1436163" y="706137"/>
                  </a:lnTo>
                  <a:close/>
                  <a:moveTo>
                    <a:pt x="1519507" y="739088"/>
                  </a:moveTo>
                  <a:lnTo>
                    <a:pt x="1599610" y="759923"/>
                  </a:lnTo>
                  <a:lnTo>
                    <a:pt x="1647373" y="723298"/>
                  </a:lnTo>
                  <a:close/>
                  <a:moveTo>
                    <a:pt x="1556497" y="662187"/>
                  </a:moveTo>
                  <a:lnTo>
                    <a:pt x="1519507" y="739088"/>
                  </a:lnTo>
                  <a:lnTo>
                    <a:pt x="1647373" y="723298"/>
                  </a:lnTo>
                  <a:close/>
                  <a:moveTo>
                    <a:pt x="1647373" y="723298"/>
                  </a:moveTo>
                  <a:lnTo>
                    <a:pt x="1678084" y="742418"/>
                  </a:lnTo>
                  <a:lnTo>
                    <a:pt x="1664195" y="732899"/>
                  </a:lnTo>
                  <a:close/>
                  <a:moveTo>
                    <a:pt x="1843769" y="583329"/>
                  </a:moveTo>
                  <a:lnTo>
                    <a:pt x="1864286" y="591320"/>
                  </a:lnTo>
                  <a:lnTo>
                    <a:pt x="1870612" y="570235"/>
                  </a:lnTo>
                  <a:close/>
                  <a:moveTo>
                    <a:pt x="1981384" y="544893"/>
                  </a:moveTo>
                  <a:lnTo>
                    <a:pt x="1907804" y="494085"/>
                  </a:lnTo>
                  <a:lnTo>
                    <a:pt x="1870612" y="570235"/>
                  </a:lnTo>
                  <a:close/>
                  <a:moveTo>
                    <a:pt x="2311277" y="470293"/>
                  </a:moveTo>
                  <a:lnTo>
                    <a:pt x="2238367" y="468974"/>
                  </a:lnTo>
                  <a:lnTo>
                    <a:pt x="2207938" y="565060"/>
                  </a:lnTo>
                  <a:close/>
                  <a:moveTo>
                    <a:pt x="2311277" y="470293"/>
                  </a:moveTo>
                  <a:lnTo>
                    <a:pt x="2309412" y="450595"/>
                  </a:lnTo>
                  <a:lnTo>
                    <a:pt x="2238395" y="463733"/>
                  </a:lnTo>
                  <a:close/>
                  <a:moveTo>
                    <a:pt x="2000603" y="240812"/>
                  </a:moveTo>
                  <a:lnTo>
                    <a:pt x="2053622" y="266754"/>
                  </a:lnTo>
                  <a:lnTo>
                    <a:pt x="2038934" y="259811"/>
                  </a:lnTo>
                  <a:close/>
                  <a:moveTo>
                    <a:pt x="2062698" y="259811"/>
                  </a:moveTo>
                  <a:lnTo>
                    <a:pt x="2195135" y="301989"/>
                  </a:lnTo>
                  <a:lnTo>
                    <a:pt x="2102728" y="221375"/>
                  </a:lnTo>
                  <a:close/>
                  <a:moveTo>
                    <a:pt x="2062698" y="259811"/>
                  </a:moveTo>
                  <a:lnTo>
                    <a:pt x="2053622" y="266754"/>
                  </a:lnTo>
                  <a:lnTo>
                    <a:pt x="2104768" y="316813"/>
                  </a:lnTo>
                  <a:close/>
                  <a:moveTo>
                    <a:pt x="2012859" y="177808"/>
                  </a:moveTo>
                  <a:lnTo>
                    <a:pt x="2038934" y="259811"/>
                  </a:lnTo>
                  <a:lnTo>
                    <a:pt x="2050861" y="256434"/>
                  </a:lnTo>
                  <a:close/>
                  <a:moveTo>
                    <a:pt x="2102728" y="221375"/>
                  </a:moveTo>
                  <a:lnTo>
                    <a:pt x="2097834" y="216855"/>
                  </a:lnTo>
                  <a:lnTo>
                    <a:pt x="2050861" y="256434"/>
                  </a:lnTo>
                  <a:close/>
                  <a:moveTo>
                    <a:pt x="2304586" y="375640"/>
                  </a:moveTo>
                  <a:lnTo>
                    <a:pt x="2238395" y="463733"/>
                  </a:lnTo>
                  <a:lnTo>
                    <a:pt x="2309412" y="450595"/>
                  </a:lnTo>
                  <a:close/>
                  <a:moveTo>
                    <a:pt x="2369124" y="383764"/>
                  </a:moveTo>
                  <a:lnTo>
                    <a:pt x="2304586" y="375640"/>
                  </a:lnTo>
                  <a:lnTo>
                    <a:pt x="2309412" y="450595"/>
                  </a:lnTo>
                  <a:close/>
                  <a:moveTo>
                    <a:pt x="2304586" y="375640"/>
                  </a:moveTo>
                  <a:lnTo>
                    <a:pt x="2369124" y="383764"/>
                  </a:lnTo>
                  <a:lnTo>
                    <a:pt x="2380207" y="274661"/>
                  </a:lnTo>
                  <a:close/>
                  <a:moveTo>
                    <a:pt x="2304586" y="375640"/>
                  </a:moveTo>
                  <a:lnTo>
                    <a:pt x="2380207" y="274661"/>
                  </a:lnTo>
                  <a:lnTo>
                    <a:pt x="2306921" y="273649"/>
                  </a:lnTo>
                  <a:close/>
                  <a:moveTo>
                    <a:pt x="2380207" y="274661"/>
                  </a:moveTo>
                  <a:lnTo>
                    <a:pt x="2370597" y="185498"/>
                  </a:lnTo>
                  <a:lnTo>
                    <a:pt x="2309098" y="234219"/>
                  </a:lnTo>
                  <a:close/>
                  <a:moveTo>
                    <a:pt x="2216638" y="86272"/>
                  </a:moveTo>
                  <a:lnTo>
                    <a:pt x="2280747" y="94744"/>
                  </a:lnTo>
                  <a:lnTo>
                    <a:pt x="227416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53" name="Candidate_density__2152">
              <a:extLst>
                <a:ext uri="{FF2B5EF4-FFF2-40B4-BE49-F238E27FC236}">
                  <a16:creationId xmlns:a16="http://schemas.microsoft.com/office/drawing/2014/main" id="{2DC1A91E-F498-F468-31A9-D99B9F994389}"/>
                </a:ext>
              </a:extLst>
            </p:cNvPr>
            <p:cNvSpPr>
              <a:spLocks noGrp="1"/>
            </p:cNvSpPr>
            <p:nvPr/>
          </p:nvSpPr>
          <p:spPr>
            <a:xfrm>
              <a:off x="3560736" y="1883201"/>
              <a:ext cx="2413814" cy="1614813"/>
            </a:xfrm>
            <a:custGeom>
              <a:avLst/>
              <a:gdLst/>
              <a:ahLst/>
              <a:cxnLst/>
              <a:rect l="0" t="0" r="0" b="0"/>
              <a:pathLst>
                <a:path w="2413814" h="1614813">
                  <a:moveTo>
                    <a:pt x="426507" y="1562834"/>
                  </a:moveTo>
                  <a:lnTo>
                    <a:pt x="555612" y="1551678"/>
                  </a:lnTo>
                  <a:lnTo>
                    <a:pt x="459705" y="1471757"/>
                  </a:lnTo>
                  <a:close/>
                  <a:moveTo>
                    <a:pt x="329769" y="1315414"/>
                  </a:moveTo>
                  <a:lnTo>
                    <a:pt x="310983" y="1409570"/>
                  </a:lnTo>
                  <a:lnTo>
                    <a:pt x="422125" y="1401015"/>
                  </a:lnTo>
                  <a:close/>
                  <a:moveTo>
                    <a:pt x="65334" y="1059694"/>
                  </a:moveTo>
                  <a:lnTo>
                    <a:pt x="33607" y="1098131"/>
                  </a:lnTo>
                  <a:lnTo>
                    <a:pt x="115433" y="1141909"/>
                  </a:lnTo>
                  <a:close/>
                  <a:moveTo>
                    <a:pt x="65334" y="1059694"/>
                  </a:moveTo>
                  <a:lnTo>
                    <a:pt x="0" y="1015916"/>
                  </a:lnTo>
                  <a:lnTo>
                    <a:pt x="33607" y="1098131"/>
                  </a:lnTo>
                  <a:close/>
                  <a:moveTo>
                    <a:pt x="587829" y="1456931"/>
                  </a:moveTo>
                  <a:lnTo>
                    <a:pt x="533196" y="1432333"/>
                  </a:lnTo>
                  <a:lnTo>
                    <a:pt x="459705" y="1471757"/>
                  </a:lnTo>
                  <a:close/>
                  <a:moveTo>
                    <a:pt x="555612" y="1551678"/>
                  </a:moveTo>
                  <a:lnTo>
                    <a:pt x="587829" y="1456931"/>
                  </a:lnTo>
                  <a:lnTo>
                    <a:pt x="459705" y="1471757"/>
                  </a:lnTo>
                  <a:close/>
                  <a:moveTo>
                    <a:pt x="329322" y="1047728"/>
                  </a:moveTo>
                  <a:lnTo>
                    <a:pt x="304812" y="1035427"/>
                  </a:lnTo>
                  <a:lnTo>
                    <a:pt x="254327" y="1021258"/>
                  </a:lnTo>
                  <a:close/>
                  <a:moveTo>
                    <a:pt x="465551" y="1065433"/>
                  </a:moveTo>
                  <a:lnTo>
                    <a:pt x="378007" y="1021258"/>
                  </a:lnTo>
                  <a:lnTo>
                    <a:pt x="383719" y="1035909"/>
                  </a:lnTo>
                  <a:close/>
                  <a:moveTo>
                    <a:pt x="383719" y="1035909"/>
                  </a:moveTo>
                  <a:lnTo>
                    <a:pt x="378007" y="1021258"/>
                  </a:lnTo>
                  <a:lnTo>
                    <a:pt x="329322" y="1047728"/>
                  </a:lnTo>
                  <a:close/>
                  <a:moveTo>
                    <a:pt x="465551" y="1065433"/>
                  </a:moveTo>
                  <a:lnTo>
                    <a:pt x="383719" y="1035909"/>
                  </a:lnTo>
                  <a:lnTo>
                    <a:pt x="463167" y="1065036"/>
                  </a:lnTo>
                  <a:close/>
                  <a:moveTo>
                    <a:pt x="853510" y="1392767"/>
                  </a:moveTo>
                  <a:lnTo>
                    <a:pt x="775722" y="1386913"/>
                  </a:lnTo>
                  <a:lnTo>
                    <a:pt x="843255" y="1393897"/>
                  </a:lnTo>
                  <a:close/>
                  <a:moveTo>
                    <a:pt x="802614" y="1272256"/>
                  </a:moveTo>
                  <a:lnTo>
                    <a:pt x="730555" y="1191030"/>
                  </a:lnTo>
                  <a:lnTo>
                    <a:pt x="802703" y="1273387"/>
                  </a:lnTo>
                  <a:close/>
                  <a:moveTo>
                    <a:pt x="696256" y="1153258"/>
                  </a:moveTo>
                  <a:lnTo>
                    <a:pt x="635530" y="1108815"/>
                  </a:lnTo>
                  <a:lnTo>
                    <a:pt x="697636" y="1198121"/>
                  </a:lnTo>
                  <a:close/>
                  <a:moveTo>
                    <a:pt x="560346" y="923771"/>
                  </a:moveTo>
                  <a:lnTo>
                    <a:pt x="517398" y="883690"/>
                  </a:lnTo>
                  <a:lnTo>
                    <a:pt x="582115" y="944385"/>
                  </a:lnTo>
                  <a:close/>
                  <a:moveTo>
                    <a:pt x="807379" y="1169494"/>
                  </a:moveTo>
                  <a:lnTo>
                    <a:pt x="730555" y="1191030"/>
                  </a:lnTo>
                  <a:lnTo>
                    <a:pt x="802614" y="1272256"/>
                  </a:lnTo>
                  <a:close/>
                  <a:moveTo>
                    <a:pt x="582115" y="944385"/>
                  </a:moveTo>
                  <a:lnTo>
                    <a:pt x="580066" y="997501"/>
                  </a:lnTo>
                  <a:lnTo>
                    <a:pt x="605091" y="912490"/>
                  </a:lnTo>
                  <a:close/>
                  <a:moveTo>
                    <a:pt x="1315060" y="1525232"/>
                  </a:moveTo>
                  <a:lnTo>
                    <a:pt x="1279939" y="1563669"/>
                  </a:lnTo>
                  <a:lnTo>
                    <a:pt x="1324447" y="1614813"/>
                  </a:lnTo>
                  <a:close/>
                  <a:moveTo>
                    <a:pt x="1272458" y="1481454"/>
                  </a:moveTo>
                  <a:lnTo>
                    <a:pt x="1279939" y="1563669"/>
                  </a:lnTo>
                  <a:lnTo>
                    <a:pt x="1315060" y="1525232"/>
                  </a:lnTo>
                  <a:close/>
                  <a:moveTo>
                    <a:pt x="1272458" y="1481454"/>
                  </a:moveTo>
                  <a:lnTo>
                    <a:pt x="1315060" y="1525232"/>
                  </a:lnTo>
                  <a:lnTo>
                    <a:pt x="1262537" y="1443017"/>
                  </a:lnTo>
                  <a:close/>
                  <a:moveTo>
                    <a:pt x="599445" y="816988"/>
                  </a:moveTo>
                  <a:lnTo>
                    <a:pt x="694863" y="800007"/>
                  </a:lnTo>
                  <a:lnTo>
                    <a:pt x="657295" y="730457"/>
                  </a:lnTo>
                  <a:close/>
                  <a:moveTo>
                    <a:pt x="599445" y="816988"/>
                  </a:moveTo>
                  <a:lnTo>
                    <a:pt x="657295" y="730457"/>
                  </a:lnTo>
                  <a:lnTo>
                    <a:pt x="596709" y="719120"/>
                  </a:lnTo>
                  <a:close/>
                  <a:moveTo>
                    <a:pt x="694863" y="800007"/>
                  </a:moveTo>
                  <a:lnTo>
                    <a:pt x="760543" y="807202"/>
                  </a:lnTo>
                  <a:lnTo>
                    <a:pt x="719528" y="740455"/>
                  </a:lnTo>
                  <a:close/>
                  <a:moveTo>
                    <a:pt x="694863" y="800007"/>
                  </a:moveTo>
                  <a:lnTo>
                    <a:pt x="719528" y="740455"/>
                  </a:lnTo>
                  <a:lnTo>
                    <a:pt x="657295" y="730457"/>
                  </a:lnTo>
                  <a:close/>
                  <a:moveTo>
                    <a:pt x="596709" y="719120"/>
                  </a:moveTo>
                  <a:lnTo>
                    <a:pt x="657295" y="730457"/>
                  </a:lnTo>
                  <a:lnTo>
                    <a:pt x="638188" y="645898"/>
                  </a:lnTo>
                  <a:close/>
                  <a:moveTo>
                    <a:pt x="596709" y="719120"/>
                  </a:moveTo>
                  <a:lnTo>
                    <a:pt x="638188" y="645898"/>
                  </a:lnTo>
                  <a:lnTo>
                    <a:pt x="581104" y="631715"/>
                  </a:lnTo>
                  <a:close/>
                  <a:moveTo>
                    <a:pt x="1218572" y="1196372"/>
                  </a:moveTo>
                  <a:lnTo>
                    <a:pt x="1229519" y="1278587"/>
                  </a:lnTo>
                  <a:lnTo>
                    <a:pt x="1339145" y="1239362"/>
                  </a:lnTo>
                  <a:close/>
                  <a:moveTo>
                    <a:pt x="1339145" y="1239362"/>
                  </a:moveTo>
                  <a:lnTo>
                    <a:pt x="1229519" y="1278587"/>
                  </a:lnTo>
                  <a:lnTo>
                    <a:pt x="1338929" y="1240498"/>
                  </a:lnTo>
                  <a:close/>
                  <a:moveTo>
                    <a:pt x="1339145" y="1239362"/>
                  </a:moveTo>
                  <a:lnTo>
                    <a:pt x="1338929" y="1240498"/>
                  </a:lnTo>
                  <a:lnTo>
                    <a:pt x="1341033" y="1240151"/>
                  </a:lnTo>
                  <a:close/>
                  <a:moveTo>
                    <a:pt x="981881" y="829075"/>
                  </a:moveTo>
                  <a:lnTo>
                    <a:pt x="951047" y="839503"/>
                  </a:lnTo>
                  <a:lnTo>
                    <a:pt x="981313" y="848997"/>
                  </a:lnTo>
                  <a:close/>
                  <a:moveTo>
                    <a:pt x="1376439" y="1119499"/>
                  </a:moveTo>
                  <a:lnTo>
                    <a:pt x="1339145" y="1239362"/>
                  </a:lnTo>
                  <a:lnTo>
                    <a:pt x="1341033" y="1240151"/>
                  </a:lnTo>
                  <a:close/>
                  <a:moveTo>
                    <a:pt x="1376439" y="1119499"/>
                  </a:moveTo>
                  <a:lnTo>
                    <a:pt x="1341033" y="1240151"/>
                  </a:lnTo>
                  <a:lnTo>
                    <a:pt x="1417995" y="1201715"/>
                  </a:lnTo>
                  <a:close/>
                  <a:moveTo>
                    <a:pt x="1480934" y="1185642"/>
                  </a:moveTo>
                  <a:lnTo>
                    <a:pt x="1580597" y="1265303"/>
                  </a:lnTo>
                  <a:lnTo>
                    <a:pt x="1498903" y="1201715"/>
                  </a:lnTo>
                  <a:close/>
                  <a:moveTo>
                    <a:pt x="1580597" y="1265303"/>
                  </a:moveTo>
                  <a:lnTo>
                    <a:pt x="1663726" y="1186539"/>
                  </a:lnTo>
                  <a:lnTo>
                    <a:pt x="1552409" y="1201715"/>
                  </a:lnTo>
                  <a:close/>
                  <a:moveTo>
                    <a:pt x="1463645" y="1099606"/>
                  </a:moveTo>
                  <a:lnTo>
                    <a:pt x="1376439" y="1119499"/>
                  </a:lnTo>
                  <a:lnTo>
                    <a:pt x="1480934" y="1185642"/>
                  </a:lnTo>
                  <a:close/>
                  <a:moveTo>
                    <a:pt x="1480934" y="1185642"/>
                  </a:moveTo>
                  <a:lnTo>
                    <a:pt x="1498903" y="1201715"/>
                  </a:lnTo>
                  <a:lnTo>
                    <a:pt x="1539253" y="1098730"/>
                  </a:lnTo>
                  <a:close/>
                  <a:moveTo>
                    <a:pt x="1463645" y="1099606"/>
                  </a:moveTo>
                  <a:lnTo>
                    <a:pt x="1480934" y="1185642"/>
                  </a:lnTo>
                  <a:lnTo>
                    <a:pt x="1539253" y="1098730"/>
                  </a:lnTo>
                  <a:close/>
                  <a:moveTo>
                    <a:pt x="1361780" y="1108788"/>
                  </a:moveTo>
                  <a:lnTo>
                    <a:pt x="1376439" y="1119499"/>
                  </a:lnTo>
                  <a:lnTo>
                    <a:pt x="1463645" y="1099606"/>
                  </a:lnTo>
                  <a:close/>
                  <a:moveTo>
                    <a:pt x="1463645" y="1099606"/>
                  </a:moveTo>
                  <a:lnTo>
                    <a:pt x="1445227" y="1014488"/>
                  </a:lnTo>
                  <a:lnTo>
                    <a:pt x="1361780" y="1108788"/>
                  </a:lnTo>
                  <a:close/>
                  <a:moveTo>
                    <a:pt x="1539253" y="1098730"/>
                  </a:moveTo>
                  <a:lnTo>
                    <a:pt x="1519359" y="998848"/>
                  </a:lnTo>
                  <a:lnTo>
                    <a:pt x="1445227" y="1014488"/>
                  </a:lnTo>
                  <a:close/>
                  <a:moveTo>
                    <a:pt x="1539253" y="1098730"/>
                  </a:moveTo>
                  <a:lnTo>
                    <a:pt x="1445227" y="1014488"/>
                  </a:lnTo>
                  <a:lnTo>
                    <a:pt x="1463645" y="1099606"/>
                  </a:lnTo>
                  <a:close/>
                  <a:moveTo>
                    <a:pt x="1519359" y="998848"/>
                  </a:moveTo>
                  <a:lnTo>
                    <a:pt x="1453906" y="916633"/>
                  </a:lnTo>
                  <a:lnTo>
                    <a:pt x="1445227" y="1014488"/>
                  </a:lnTo>
                  <a:close/>
                  <a:moveTo>
                    <a:pt x="1453906" y="916633"/>
                  </a:moveTo>
                  <a:lnTo>
                    <a:pt x="1437712" y="920505"/>
                  </a:lnTo>
                  <a:lnTo>
                    <a:pt x="1445227" y="1014488"/>
                  </a:lnTo>
                  <a:close/>
                  <a:moveTo>
                    <a:pt x="1348022" y="932829"/>
                  </a:moveTo>
                  <a:lnTo>
                    <a:pt x="1445227" y="1014488"/>
                  </a:lnTo>
                  <a:lnTo>
                    <a:pt x="1437712" y="920505"/>
                  </a:lnTo>
                  <a:close/>
                  <a:moveTo>
                    <a:pt x="1440646" y="909796"/>
                  </a:moveTo>
                  <a:lnTo>
                    <a:pt x="1348446" y="834417"/>
                  </a:lnTo>
                  <a:lnTo>
                    <a:pt x="1437712" y="920505"/>
                  </a:lnTo>
                  <a:close/>
                  <a:moveTo>
                    <a:pt x="1437712" y="920505"/>
                  </a:moveTo>
                  <a:lnTo>
                    <a:pt x="1348446" y="834417"/>
                  </a:lnTo>
                  <a:lnTo>
                    <a:pt x="1343786" y="836180"/>
                  </a:lnTo>
                  <a:close/>
                  <a:moveTo>
                    <a:pt x="1440646" y="909796"/>
                  </a:moveTo>
                  <a:lnTo>
                    <a:pt x="1437712" y="920505"/>
                  </a:lnTo>
                  <a:lnTo>
                    <a:pt x="1453906" y="916633"/>
                  </a:lnTo>
                  <a:close/>
                  <a:moveTo>
                    <a:pt x="1345265" y="831837"/>
                  </a:moveTo>
                  <a:lnTo>
                    <a:pt x="1343786" y="836180"/>
                  </a:lnTo>
                  <a:lnTo>
                    <a:pt x="1348446" y="834417"/>
                  </a:lnTo>
                  <a:close/>
                  <a:moveTo>
                    <a:pt x="1331646" y="834417"/>
                  </a:moveTo>
                  <a:lnTo>
                    <a:pt x="1343786" y="836180"/>
                  </a:lnTo>
                  <a:lnTo>
                    <a:pt x="1345265" y="831837"/>
                  </a:lnTo>
                  <a:close/>
                  <a:moveTo>
                    <a:pt x="1647149" y="1163278"/>
                  </a:moveTo>
                  <a:lnTo>
                    <a:pt x="1663726" y="1186539"/>
                  </a:lnTo>
                  <a:lnTo>
                    <a:pt x="1679199" y="1124841"/>
                  </a:lnTo>
                  <a:close/>
                  <a:moveTo>
                    <a:pt x="1453906" y="916633"/>
                  </a:moveTo>
                  <a:lnTo>
                    <a:pt x="1547296" y="992099"/>
                  </a:lnTo>
                  <a:lnTo>
                    <a:pt x="1539852" y="898059"/>
                  </a:lnTo>
                  <a:close/>
                  <a:moveTo>
                    <a:pt x="1453906" y="916633"/>
                  </a:moveTo>
                  <a:lnTo>
                    <a:pt x="1519359" y="998848"/>
                  </a:lnTo>
                  <a:lnTo>
                    <a:pt x="1547296" y="992099"/>
                  </a:lnTo>
                  <a:close/>
                  <a:moveTo>
                    <a:pt x="1547296" y="992099"/>
                  </a:moveTo>
                  <a:lnTo>
                    <a:pt x="1624584" y="889766"/>
                  </a:lnTo>
                  <a:lnTo>
                    <a:pt x="1539852" y="898059"/>
                  </a:lnTo>
                  <a:close/>
                  <a:moveTo>
                    <a:pt x="1453906" y="916633"/>
                  </a:moveTo>
                  <a:lnTo>
                    <a:pt x="1539852" y="898059"/>
                  </a:lnTo>
                  <a:lnTo>
                    <a:pt x="1440646" y="909796"/>
                  </a:lnTo>
                  <a:close/>
                  <a:moveTo>
                    <a:pt x="1440646" y="909796"/>
                  </a:moveTo>
                  <a:lnTo>
                    <a:pt x="1539852" y="898059"/>
                  </a:lnTo>
                  <a:lnTo>
                    <a:pt x="1553113" y="836431"/>
                  </a:lnTo>
                  <a:close/>
                  <a:moveTo>
                    <a:pt x="1440646" y="909796"/>
                  </a:moveTo>
                  <a:lnTo>
                    <a:pt x="1553113" y="836431"/>
                  </a:lnTo>
                  <a:lnTo>
                    <a:pt x="1469769" y="803479"/>
                  </a:lnTo>
                  <a:close/>
                  <a:moveTo>
                    <a:pt x="1331646" y="834417"/>
                  </a:moveTo>
                  <a:lnTo>
                    <a:pt x="1345265" y="831837"/>
                  </a:lnTo>
                  <a:lnTo>
                    <a:pt x="1381033" y="750366"/>
                  </a:lnTo>
                  <a:close/>
                  <a:moveTo>
                    <a:pt x="1454855" y="795981"/>
                  </a:moveTo>
                  <a:lnTo>
                    <a:pt x="1440646" y="909796"/>
                  </a:lnTo>
                  <a:lnTo>
                    <a:pt x="1469769" y="803479"/>
                  </a:lnTo>
                  <a:close/>
                  <a:moveTo>
                    <a:pt x="1454855" y="795981"/>
                  </a:moveTo>
                  <a:lnTo>
                    <a:pt x="1348446" y="834417"/>
                  </a:lnTo>
                  <a:lnTo>
                    <a:pt x="1440646" y="909796"/>
                  </a:lnTo>
                  <a:close/>
                  <a:moveTo>
                    <a:pt x="1348446" y="834417"/>
                  </a:moveTo>
                  <a:lnTo>
                    <a:pt x="1454855" y="795981"/>
                  </a:lnTo>
                  <a:lnTo>
                    <a:pt x="1345265" y="831837"/>
                  </a:lnTo>
                  <a:close/>
                  <a:moveTo>
                    <a:pt x="1454855" y="795981"/>
                  </a:moveTo>
                  <a:lnTo>
                    <a:pt x="1381033" y="750366"/>
                  </a:lnTo>
                  <a:lnTo>
                    <a:pt x="1345265" y="831837"/>
                  </a:lnTo>
                  <a:close/>
                  <a:moveTo>
                    <a:pt x="1736146" y="963442"/>
                  </a:moveTo>
                  <a:lnTo>
                    <a:pt x="1683301" y="1042626"/>
                  </a:lnTo>
                  <a:lnTo>
                    <a:pt x="1784887" y="930475"/>
                  </a:lnTo>
                  <a:close/>
                  <a:moveTo>
                    <a:pt x="1471702" y="792779"/>
                  </a:moveTo>
                  <a:lnTo>
                    <a:pt x="1454855" y="795981"/>
                  </a:lnTo>
                  <a:lnTo>
                    <a:pt x="1469769" y="803479"/>
                  </a:lnTo>
                  <a:close/>
                  <a:moveTo>
                    <a:pt x="1440838" y="480108"/>
                  </a:moveTo>
                  <a:lnTo>
                    <a:pt x="1308582" y="479484"/>
                  </a:lnTo>
                  <a:lnTo>
                    <a:pt x="1366423" y="480542"/>
                  </a:lnTo>
                  <a:close/>
                  <a:moveTo>
                    <a:pt x="1941411" y="591427"/>
                  </a:moveTo>
                  <a:lnTo>
                    <a:pt x="1877376" y="680671"/>
                  </a:lnTo>
                  <a:lnTo>
                    <a:pt x="1904219" y="667578"/>
                  </a:lnTo>
                  <a:close/>
                  <a:moveTo>
                    <a:pt x="2138375" y="414155"/>
                  </a:moveTo>
                  <a:lnTo>
                    <a:pt x="2087229" y="364097"/>
                  </a:lnTo>
                  <a:lnTo>
                    <a:pt x="2034210" y="338155"/>
                  </a:lnTo>
                  <a:close/>
                  <a:moveTo>
                    <a:pt x="2138375" y="414155"/>
                  </a:moveTo>
                  <a:lnTo>
                    <a:pt x="2228741" y="399332"/>
                  </a:lnTo>
                  <a:lnTo>
                    <a:pt x="2096305" y="357154"/>
                  </a:lnTo>
                  <a:close/>
                  <a:moveTo>
                    <a:pt x="2034210" y="338155"/>
                  </a:moveTo>
                  <a:lnTo>
                    <a:pt x="2072541" y="357154"/>
                  </a:lnTo>
                  <a:lnTo>
                    <a:pt x="2046466" y="275150"/>
                  </a:lnTo>
                  <a:close/>
                  <a:moveTo>
                    <a:pt x="2046466" y="275150"/>
                  </a:moveTo>
                  <a:lnTo>
                    <a:pt x="2084468" y="353776"/>
                  </a:lnTo>
                  <a:lnTo>
                    <a:pt x="2131441" y="314197"/>
                  </a:lnTo>
                  <a:close/>
                  <a:moveTo>
                    <a:pt x="2338193" y="472983"/>
                  </a:moveTo>
                  <a:lnTo>
                    <a:pt x="2270454" y="467460"/>
                  </a:lnTo>
                  <a:lnTo>
                    <a:pt x="2272002" y="561075"/>
                  </a:lnTo>
                  <a:close/>
                  <a:moveTo>
                    <a:pt x="2338193" y="472983"/>
                  </a:moveTo>
                  <a:lnTo>
                    <a:pt x="2340528" y="370991"/>
                  </a:lnTo>
                  <a:lnTo>
                    <a:pt x="2270454" y="467460"/>
                  </a:lnTo>
                  <a:close/>
                  <a:moveTo>
                    <a:pt x="2228741" y="399332"/>
                  </a:moveTo>
                  <a:lnTo>
                    <a:pt x="2340528" y="370991"/>
                  </a:lnTo>
                  <a:lnTo>
                    <a:pt x="2342705" y="331562"/>
                  </a:lnTo>
                  <a:close/>
                  <a:moveTo>
                    <a:pt x="2340528" y="370991"/>
                  </a:moveTo>
                  <a:lnTo>
                    <a:pt x="2413814" y="372004"/>
                  </a:lnTo>
                  <a:lnTo>
                    <a:pt x="2342705" y="331562"/>
                  </a:lnTo>
                  <a:close/>
                  <a:moveTo>
                    <a:pt x="2163093" y="198066"/>
                  </a:moveTo>
                  <a:lnTo>
                    <a:pt x="2131441" y="314197"/>
                  </a:lnTo>
                  <a:lnTo>
                    <a:pt x="2136335" y="318717"/>
                  </a:lnTo>
                  <a:close/>
                  <a:moveTo>
                    <a:pt x="2338893" y="272229"/>
                  </a:moveTo>
                  <a:lnTo>
                    <a:pt x="2257899" y="293146"/>
                  </a:lnTo>
                  <a:lnTo>
                    <a:pt x="2342705" y="331562"/>
                  </a:lnTo>
                  <a:close/>
                  <a:moveTo>
                    <a:pt x="2258012" y="277391"/>
                  </a:moveTo>
                  <a:lnTo>
                    <a:pt x="2338893" y="272229"/>
                  </a:lnTo>
                  <a:lnTo>
                    <a:pt x="2314354" y="192086"/>
                  </a:lnTo>
                  <a:close/>
                  <a:moveTo>
                    <a:pt x="2258012" y="277391"/>
                  </a:moveTo>
                  <a:lnTo>
                    <a:pt x="2314354" y="192086"/>
                  </a:lnTo>
                  <a:lnTo>
                    <a:pt x="2250245" y="183614"/>
                  </a:lnTo>
                  <a:close/>
                  <a:moveTo>
                    <a:pt x="2403973" y="279912"/>
                  </a:moveTo>
                  <a:lnTo>
                    <a:pt x="2342705" y="331562"/>
                  </a:lnTo>
                  <a:lnTo>
                    <a:pt x="2404204" y="282840"/>
                  </a:lnTo>
                  <a:close/>
                  <a:moveTo>
                    <a:pt x="2403973" y="279912"/>
                  </a:moveTo>
                  <a:lnTo>
                    <a:pt x="2338893" y="272229"/>
                  </a:lnTo>
                  <a:lnTo>
                    <a:pt x="2342705" y="331562"/>
                  </a:lnTo>
                  <a:close/>
                  <a:moveTo>
                    <a:pt x="2338893" y="272229"/>
                  </a:moveTo>
                  <a:lnTo>
                    <a:pt x="2403973" y="279912"/>
                  </a:lnTo>
                  <a:lnTo>
                    <a:pt x="2314354" y="192086"/>
                  </a:lnTo>
                  <a:close/>
                  <a:moveTo>
                    <a:pt x="2250245" y="183614"/>
                  </a:moveTo>
                  <a:lnTo>
                    <a:pt x="2307775" y="97342"/>
                  </a:lnTo>
                  <a:lnTo>
                    <a:pt x="2237315" y="94033"/>
                  </a:lnTo>
                  <a:close/>
                  <a:moveTo>
                    <a:pt x="2237315" y="94033"/>
                  </a:moveTo>
                  <a:lnTo>
                    <a:pt x="2307775" y="97342"/>
                  </a:lnTo>
                  <a:lnTo>
                    <a:pt x="2304393" y="0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54" name="Candidate_density__2153">
              <a:extLst>
                <a:ext uri="{FF2B5EF4-FFF2-40B4-BE49-F238E27FC236}">
                  <a16:creationId xmlns:a16="http://schemas.microsoft.com/office/drawing/2014/main" id="{8815C5D9-5D4C-547E-3159-36028FECFFD9}"/>
                </a:ext>
              </a:extLst>
            </p:cNvPr>
            <p:cNvSpPr>
              <a:spLocks noGrp="1"/>
            </p:cNvSpPr>
            <p:nvPr/>
          </p:nvSpPr>
          <p:spPr>
            <a:xfrm>
              <a:off x="3581177" y="1819900"/>
              <a:ext cx="2201255" cy="1572508"/>
            </a:xfrm>
            <a:custGeom>
              <a:avLst/>
              <a:gdLst/>
              <a:ahLst/>
              <a:cxnLst/>
              <a:rect l="0" t="0" r="0" b="0"/>
              <a:pathLst>
                <a:path w="2201255" h="1572508">
                  <a:moveTo>
                    <a:pt x="314314" y="1490293"/>
                  </a:moveTo>
                  <a:lnTo>
                    <a:pt x="438693" y="1532924"/>
                  </a:lnTo>
                  <a:lnTo>
                    <a:pt x="401684" y="1464317"/>
                  </a:lnTo>
                  <a:close/>
                  <a:moveTo>
                    <a:pt x="438783" y="1534072"/>
                  </a:moveTo>
                  <a:lnTo>
                    <a:pt x="438693" y="1532924"/>
                  </a:lnTo>
                  <a:lnTo>
                    <a:pt x="314314" y="1490293"/>
                  </a:lnTo>
                  <a:close/>
                  <a:moveTo>
                    <a:pt x="363817" y="1572508"/>
                  </a:moveTo>
                  <a:lnTo>
                    <a:pt x="438783" y="1534072"/>
                  </a:lnTo>
                  <a:lnTo>
                    <a:pt x="314314" y="1490293"/>
                  </a:lnTo>
                  <a:close/>
                  <a:moveTo>
                    <a:pt x="401684" y="1464317"/>
                  </a:moveTo>
                  <a:lnTo>
                    <a:pt x="438693" y="1532924"/>
                  </a:lnTo>
                  <a:lnTo>
                    <a:pt x="432779" y="1451856"/>
                  </a:lnTo>
                  <a:close/>
                  <a:moveTo>
                    <a:pt x="4436" y="1040781"/>
                  </a:moveTo>
                  <a:lnTo>
                    <a:pt x="0" y="1048050"/>
                  </a:lnTo>
                  <a:lnTo>
                    <a:pt x="15062" y="1063667"/>
                  </a:lnTo>
                  <a:close/>
                  <a:moveTo>
                    <a:pt x="5821" y="1029114"/>
                  </a:moveTo>
                  <a:lnTo>
                    <a:pt x="0" y="1048050"/>
                  </a:lnTo>
                  <a:lnTo>
                    <a:pt x="4436" y="1040781"/>
                  </a:lnTo>
                  <a:close/>
                  <a:moveTo>
                    <a:pt x="438783" y="1534072"/>
                  </a:moveTo>
                  <a:lnTo>
                    <a:pt x="439264" y="1535058"/>
                  </a:lnTo>
                  <a:lnTo>
                    <a:pt x="439763" y="1533452"/>
                  </a:lnTo>
                  <a:close/>
                  <a:moveTo>
                    <a:pt x="438783" y="1534072"/>
                  </a:moveTo>
                  <a:lnTo>
                    <a:pt x="439763" y="1533452"/>
                  </a:lnTo>
                  <a:lnTo>
                    <a:pt x="438693" y="1532924"/>
                  </a:lnTo>
                  <a:close/>
                  <a:moveTo>
                    <a:pt x="4436" y="1040781"/>
                  </a:moveTo>
                  <a:lnTo>
                    <a:pt x="15062" y="1063667"/>
                  </a:lnTo>
                  <a:lnTo>
                    <a:pt x="16678" y="1034491"/>
                  </a:lnTo>
                  <a:close/>
                  <a:moveTo>
                    <a:pt x="5821" y="1029114"/>
                  </a:moveTo>
                  <a:lnTo>
                    <a:pt x="4436" y="1040781"/>
                  </a:lnTo>
                  <a:lnTo>
                    <a:pt x="16678" y="1034491"/>
                  </a:lnTo>
                  <a:close/>
                  <a:moveTo>
                    <a:pt x="5821" y="1029114"/>
                  </a:moveTo>
                  <a:lnTo>
                    <a:pt x="16678" y="1034491"/>
                  </a:lnTo>
                  <a:lnTo>
                    <a:pt x="13742" y="958566"/>
                  </a:lnTo>
                  <a:close/>
                  <a:moveTo>
                    <a:pt x="13742" y="958566"/>
                  </a:moveTo>
                  <a:lnTo>
                    <a:pt x="16678" y="1034491"/>
                  </a:lnTo>
                  <a:lnTo>
                    <a:pt x="88411" y="1002344"/>
                  </a:lnTo>
                  <a:close/>
                  <a:moveTo>
                    <a:pt x="13742" y="958566"/>
                  </a:moveTo>
                  <a:lnTo>
                    <a:pt x="88411" y="1002344"/>
                  </a:lnTo>
                  <a:lnTo>
                    <a:pt x="84711" y="920129"/>
                  </a:lnTo>
                  <a:close/>
                  <a:moveTo>
                    <a:pt x="95299" y="869799"/>
                  </a:moveTo>
                  <a:lnTo>
                    <a:pt x="13742" y="958566"/>
                  </a:lnTo>
                  <a:lnTo>
                    <a:pt x="84711" y="920129"/>
                  </a:lnTo>
                  <a:close/>
                  <a:moveTo>
                    <a:pt x="95299" y="869799"/>
                  </a:moveTo>
                  <a:lnTo>
                    <a:pt x="43583" y="891644"/>
                  </a:lnTo>
                  <a:lnTo>
                    <a:pt x="13742" y="958566"/>
                  </a:lnTo>
                  <a:close/>
                  <a:moveTo>
                    <a:pt x="382745" y="1079345"/>
                  </a:moveTo>
                  <a:lnTo>
                    <a:pt x="357566" y="1084560"/>
                  </a:lnTo>
                  <a:lnTo>
                    <a:pt x="445111" y="1128735"/>
                  </a:lnTo>
                  <a:close/>
                  <a:moveTo>
                    <a:pt x="445111" y="1128735"/>
                  </a:moveTo>
                  <a:lnTo>
                    <a:pt x="515137" y="1109672"/>
                  </a:lnTo>
                  <a:lnTo>
                    <a:pt x="487653" y="1054649"/>
                  </a:lnTo>
                  <a:close/>
                  <a:moveTo>
                    <a:pt x="445111" y="1128735"/>
                  </a:moveTo>
                  <a:lnTo>
                    <a:pt x="487653" y="1054649"/>
                  </a:lnTo>
                  <a:lnTo>
                    <a:pt x="382745" y="1079345"/>
                  </a:lnTo>
                  <a:close/>
                  <a:moveTo>
                    <a:pt x="84711" y="920129"/>
                  </a:moveTo>
                  <a:lnTo>
                    <a:pt x="133500" y="799925"/>
                  </a:lnTo>
                  <a:lnTo>
                    <a:pt x="95299" y="869799"/>
                  </a:lnTo>
                  <a:close/>
                  <a:moveTo>
                    <a:pt x="104400" y="837914"/>
                  </a:moveTo>
                  <a:lnTo>
                    <a:pt x="95299" y="869799"/>
                  </a:lnTo>
                  <a:lnTo>
                    <a:pt x="133500" y="799925"/>
                  </a:lnTo>
                  <a:close/>
                  <a:moveTo>
                    <a:pt x="133972" y="799188"/>
                  </a:moveTo>
                  <a:lnTo>
                    <a:pt x="104400" y="837914"/>
                  </a:lnTo>
                  <a:lnTo>
                    <a:pt x="133500" y="799925"/>
                  </a:lnTo>
                  <a:close/>
                  <a:moveTo>
                    <a:pt x="559625" y="1060803"/>
                  </a:moveTo>
                  <a:lnTo>
                    <a:pt x="515137" y="1109672"/>
                  </a:lnTo>
                  <a:lnTo>
                    <a:pt x="455436" y="1128338"/>
                  </a:lnTo>
                  <a:close/>
                  <a:moveTo>
                    <a:pt x="515137" y="1109672"/>
                  </a:moveTo>
                  <a:lnTo>
                    <a:pt x="559625" y="1060803"/>
                  </a:lnTo>
                  <a:lnTo>
                    <a:pt x="518666" y="1046123"/>
                  </a:lnTo>
                  <a:close/>
                  <a:moveTo>
                    <a:pt x="190150" y="730574"/>
                  </a:moveTo>
                  <a:lnTo>
                    <a:pt x="133972" y="799188"/>
                  </a:lnTo>
                  <a:lnTo>
                    <a:pt x="238533" y="696267"/>
                  </a:lnTo>
                  <a:close/>
                  <a:moveTo>
                    <a:pt x="337233" y="655385"/>
                  </a:moveTo>
                  <a:lnTo>
                    <a:pt x="258690" y="678826"/>
                  </a:lnTo>
                  <a:lnTo>
                    <a:pt x="362551" y="666087"/>
                  </a:lnTo>
                  <a:close/>
                  <a:moveTo>
                    <a:pt x="258690" y="678826"/>
                  </a:moveTo>
                  <a:lnTo>
                    <a:pt x="238533" y="696267"/>
                  </a:lnTo>
                  <a:lnTo>
                    <a:pt x="362551" y="666087"/>
                  </a:lnTo>
                  <a:close/>
                  <a:moveTo>
                    <a:pt x="1340897" y="1385668"/>
                  </a:moveTo>
                  <a:lnTo>
                    <a:pt x="1340809" y="1385312"/>
                  </a:lnTo>
                  <a:lnTo>
                    <a:pt x="1318488" y="1303800"/>
                  </a:lnTo>
                  <a:close/>
                  <a:moveTo>
                    <a:pt x="1228135" y="1424104"/>
                  </a:moveTo>
                  <a:lnTo>
                    <a:pt x="1340897" y="1385668"/>
                  </a:lnTo>
                  <a:lnTo>
                    <a:pt x="1209079" y="1341889"/>
                  </a:lnTo>
                  <a:close/>
                  <a:moveTo>
                    <a:pt x="660438" y="601953"/>
                  </a:moveTo>
                  <a:lnTo>
                    <a:pt x="678988" y="684169"/>
                  </a:lnTo>
                  <a:lnTo>
                    <a:pt x="748929" y="663144"/>
                  </a:lnTo>
                  <a:close/>
                  <a:moveTo>
                    <a:pt x="1340916" y="1385658"/>
                  </a:moveTo>
                  <a:lnTo>
                    <a:pt x="1340809" y="1385312"/>
                  </a:lnTo>
                  <a:lnTo>
                    <a:pt x="1340897" y="1385668"/>
                  </a:lnTo>
                  <a:close/>
                  <a:moveTo>
                    <a:pt x="1340809" y="1385312"/>
                  </a:moveTo>
                  <a:lnTo>
                    <a:pt x="1340916" y="1385658"/>
                  </a:lnTo>
                  <a:lnTo>
                    <a:pt x="1320592" y="1303453"/>
                  </a:lnTo>
                  <a:close/>
                  <a:moveTo>
                    <a:pt x="943229" y="810162"/>
                  </a:moveTo>
                  <a:lnTo>
                    <a:pt x="986323" y="853941"/>
                  </a:lnTo>
                  <a:lnTo>
                    <a:pt x="1000906" y="771726"/>
                  </a:lnTo>
                  <a:close/>
                  <a:moveTo>
                    <a:pt x="1005823" y="753623"/>
                  </a:moveTo>
                  <a:lnTo>
                    <a:pt x="943229" y="810162"/>
                  </a:lnTo>
                  <a:lnTo>
                    <a:pt x="1000906" y="771726"/>
                  </a:lnTo>
                  <a:close/>
                  <a:moveTo>
                    <a:pt x="1005823" y="753623"/>
                  </a:moveTo>
                  <a:lnTo>
                    <a:pt x="948218" y="753448"/>
                  </a:lnTo>
                  <a:lnTo>
                    <a:pt x="943229" y="810162"/>
                  </a:lnTo>
                  <a:close/>
                  <a:moveTo>
                    <a:pt x="948218" y="753448"/>
                  </a:moveTo>
                  <a:lnTo>
                    <a:pt x="1005823" y="753623"/>
                  </a:lnTo>
                  <a:lnTo>
                    <a:pt x="953701" y="727947"/>
                  </a:lnTo>
                  <a:close/>
                  <a:moveTo>
                    <a:pt x="1005823" y="753623"/>
                  </a:moveTo>
                  <a:lnTo>
                    <a:pt x="1021507" y="689511"/>
                  </a:lnTo>
                  <a:lnTo>
                    <a:pt x="953701" y="727947"/>
                  </a:lnTo>
                  <a:close/>
                  <a:moveTo>
                    <a:pt x="1005823" y="753623"/>
                  </a:moveTo>
                  <a:lnTo>
                    <a:pt x="1050908" y="706986"/>
                  </a:lnTo>
                  <a:lnTo>
                    <a:pt x="1021507" y="689511"/>
                  </a:lnTo>
                  <a:close/>
                  <a:moveTo>
                    <a:pt x="1050908" y="706986"/>
                  </a:moveTo>
                  <a:lnTo>
                    <a:pt x="1071710" y="651074"/>
                  </a:lnTo>
                  <a:lnTo>
                    <a:pt x="1021507" y="689511"/>
                  </a:lnTo>
                  <a:close/>
                  <a:moveTo>
                    <a:pt x="1102369" y="620731"/>
                  </a:moveTo>
                  <a:lnTo>
                    <a:pt x="1021507" y="689511"/>
                  </a:lnTo>
                  <a:lnTo>
                    <a:pt x="1071710" y="651074"/>
                  </a:lnTo>
                  <a:close/>
                  <a:moveTo>
                    <a:pt x="1219656" y="565388"/>
                  </a:moveTo>
                  <a:lnTo>
                    <a:pt x="1102369" y="620731"/>
                  </a:lnTo>
                  <a:lnTo>
                    <a:pt x="1154691" y="601152"/>
                  </a:lnTo>
                  <a:close/>
                  <a:moveTo>
                    <a:pt x="1759422" y="587144"/>
                  </a:moveTo>
                  <a:lnTo>
                    <a:pt x="1670620" y="617980"/>
                  </a:lnTo>
                  <a:lnTo>
                    <a:pt x="1775665" y="605316"/>
                  </a:lnTo>
                  <a:close/>
                  <a:moveTo>
                    <a:pt x="1700345" y="538913"/>
                  </a:moveTo>
                  <a:lnTo>
                    <a:pt x="1670620" y="617980"/>
                  </a:lnTo>
                  <a:lnTo>
                    <a:pt x="1759422" y="587144"/>
                  </a:lnTo>
                  <a:close/>
                  <a:moveTo>
                    <a:pt x="1699999" y="535764"/>
                  </a:moveTo>
                  <a:lnTo>
                    <a:pt x="1759422" y="587144"/>
                  </a:lnTo>
                  <a:lnTo>
                    <a:pt x="1774079" y="579543"/>
                  </a:lnTo>
                  <a:close/>
                  <a:moveTo>
                    <a:pt x="1699999" y="535764"/>
                  </a:moveTo>
                  <a:lnTo>
                    <a:pt x="1774079" y="579543"/>
                  </a:lnTo>
                  <a:lnTo>
                    <a:pt x="1759733" y="497328"/>
                  </a:lnTo>
                  <a:close/>
                  <a:moveTo>
                    <a:pt x="1759422" y="587144"/>
                  </a:moveTo>
                  <a:lnTo>
                    <a:pt x="1775665" y="605316"/>
                  </a:lnTo>
                  <a:lnTo>
                    <a:pt x="1774079" y="579543"/>
                  </a:lnTo>
                  <a:close/>
                  <a:moveTo>
                    <a:pt x="1775665" y="605316"/>
                  </a:moveTo>
                  <a:lnTo>
                    <a:pt x="1802410" y="652288"/>
                  </a:lnTo>
                  <a:lnTo>
                    <a:pt x="1774079" y="579543"/>
                  </a:lnTo>
                  <a:close/>
                  <a:moveTo>
                    <a:pt x="1774079" y="579543"/>
                  </a:moveTo>
                  <a:lnTo>
                    <a:pt x="1886363" y="623322"/>
                  </a:lnTo>
                  <a:lnTo>
                    <a:pt x="1853994" y="541107"/>
                  </a:lnTo>
                  <a:close/>
                  <a:moveTo>
                    <a:pt x="1759733" y="497328"/>
                  </a:moveTo>
                  <a:lnTo>
                    <a:pt x="1774079" y="579543"/>
                  </a:lnTo>
                  <a:lnTo>
                    <a:pt x="1853994" y="541107"/>
                  </a:lnTo>
                  <a:close/>
                  <a:moveTo>
                    <a:pt x="1759733" y="497328"/>
                  </a:moveTo>
                  <a:lnTo>
                    <a:pt x="1853994" y="541107"/>
                  </a:lnTo>
                  <a:lnTo>
                    <a:pt x="1842006" y="458892"/>
                  </a:lnTo>
                  <a:close/>
                  <a:moveTo>
                    <a:pt x="1763215" y="415113"/>
                  </a:moveTo>
                  <a:lnTo>
                    <a:pt x="1759733" y="497328"/>
                  </a:lnTo>
                  <a:lnTo>
                    <a:pt x="1842006" y="458892"/>
                  </a:lnTo>
                  <a:close/>
                  <a:moveTo>
                    <a:pt x="1763215" y="415113"/>
                  </a:moveTo>
                  <a:lnTo>
                    <a:pt x="1842006" y="458892"/>
                  </a:lnTo>
                  <a:lnTo>
                    <a:pt x="1841302" y="376677"/>
                  </a:lnTo>
                  <a:close/>
                  <a:moveTo>
                    <a:pt x="1842006" y="458892"/>
                  </a:moveTo>
                  <a:lnTo>
                    <a:pt x="1921929" y="515621"/>
                  </a:lnTo>
                  <a:lnTo>
                    <a:pt x="1888522" y="442687"/>
                  </a:lnTo>
                  <a:close/>
                  <a:moveTo>
                    <a:pt x="1963164" y="420455"/>
                  </a:moveTo>
                  <a:lnTo>
                    <a:pt x="1888522" y="442687"/>
                  </a:lnTo>
                  <a:lnTo>
                    <a:pt x="1921929" y="515621"/>
                  </a:lnTo>
                  <a:close/>
                  <a:moveTo>
                    <a:pt x="1841302" y="376677"/>
                  </a:moveTo>
                  <a:lnTo>
                    <a:pt x="1888522" y="442687"/>
                  </a:lnTo>
                  <a:lnTo>
                    <a:pt x="1853718" y="370890"/>
                  </a:lnTo>
                  <a:close/>
                  <a:moveTo>
                    <a:pt x="1841302" y="376677"/>
                  </a:moveTo>
                  <a:lnTo>
                    <a:pt x="1842006" y="458892"/>
                  </a:lnTo>
                  <a:lnTo>
                    <a:pt x="1888522" y="442687"/>
                  </a:lnTo>
                  <a:close/>
                  <a:moveTo>
                    <a:pt x="1963164" y="420455"/>
                  </a:moveTo>
                  <a:lnTo>
                    <a:pt x="1915189" y="338240"/>
                  </a:lnTo>
                  <a:lnTo>
                    <a:pt x="1888522" y="442687"/>
                  </a:lnTo>
                  <a:close/>
                  <a:moveTo>
                    <a:pt x="1915189" y="338240"/>
                  </a:moveTo>
                  <a:lnTo>
                    <a:pt x="1853718" y="370890"/>
                  </a:lnTo>
                  <a:lnTo>
                    <a:pt x="1888522" y="442687"/>
                  </a:lnTo>
                  <a:close/>
                  <a:moveTo>
                    <a:pt x="1843096" y="363572"/>
                  </a:moveTo>
                  <a:lnTo>
                    <a:pt x="1841302" y="376677"/>
                  </a:lnTo>
                  <a:lnTo>
                    <a:pt x="1853718" y="370890"/>
                  </a:lnTo>
                  <a:close/>
                  <a:moveTo>
                    <a:pt x="1850176" y="294461"/>
                  </a:moveTo>
                  <a:lnTo>
                    <a:pt x="1853718" y="370890"/>
                  </a:lnTo>
                  <a:lnTo>
                    <a:pt x="1915189" y="338240"/>
                  </a:lnTo>
                  <a:close/>
                  <a:moveTo>
                    <a:pt x="1850176" y="294461"/>
                  </a:moveTo>
                  <a:lnTo>
                    <a:pt x="1915189" y="338240"/>
                  </a:lnTo>
                  <a:lnTo>
                    <a:pt x="1919542" y="256025"/>
                  </a:lnTo>
                  <a:close/>
                  <a:moveTo>
                    <a:pt x="1963164" y="420455"/>
                  </a:moveTo>
                  <a:lnTo>
                    <a:pt x="2013769" y="401456"/>
                  </a:lnTo>
                  <a:lnTo>
                    <a:pt x="1993539" y="299804"/>
                  </a:lnTo>
                  <a:close/>
                  <a:moveTo>
                    <a:pt x="1915189" y="338240"/>
                  </a:moveTo>
                  <a:lnTo>
                    <a:pt x="1963164" y="420455"/>
                  </a:lnTo>
                  <a:lnTo>
                    <a:pt x="1993539" y="299804"/>
                  </a:lnTo>
                  <a:close/>
                  <a:moveTo>
                    <a:pt x="1919542" y="256025"/>
                  </a:moveTo>
                  <a:lnTo>
                    <a:pt x="2002459" y="250339"/>
                  </a:lnTo>
                  <a:lnTo>
                    <a:pt x="1975845" y="232103"/>
                  </a:lnTo>
                  <a:close/>
                  <a:moveTo>
                    <a:pt x="1993539" y="299804"/>
                  </a:moveTo>
                  <a:lnTo>
                    <a:pt x="2002459" y="250339"/>
                  </a:lnTo>
                  <a:lnTo>
                    <a:pt x="1919542" y="256025"/>
                  </a:lnTo>
                  <a:close/>
                  <a:moveTo>
                    <a:pt x="1915189" y="338240"/>
                  </a:moveTo>
                  <a:lnTo>
                    <a:pt x="1993539" y="299804"/>
                  </a:lnTo>
                  <a:lnTo>
                    <a:pt x="1919542" y="256025"/>
                  </a:lnTo>
                  <a:close/>
                  <a:moveTo>
                    <a:pt x="1936105" y="217459"/>
                  </a:moveTo>
                  <a:lnTo>
                    <a:pt x="1919542" y="256025"/>
                  </a:lnTo>
                  <a:lnTo>
                    <a:pt x="1975845" y="232103"/>
                  </a:lnTo>
                  <a:close/>
                  <a:moveTo>
                    <a:pt x="1955803" y="173810"/>
                  </a:moveTo>
                  <a:lnTo>
                    <a:pt x="1975845" y="232103"/>
                  </a:lnTo>
                  <a:lnTo>
                    <a:pt x="2005326" y="217588"/>
                  </a:lnTo>
                  <a:close/>
                  <a:moveTo>
                    <a:pt x="1975845" y="232103"/>
                  </a:moveTo>
                  <a:lnTo>
                    <a:pt x="2002459" y="250339"/>
                  </a:lnTo>
                  <a:lnTo>
                    <a:pt x="2005326" y="217588"/>
                  </a:lnTo>
                  <a:close/>
                  <a:moveTo>
                    <a:pt x="2030371" y="287867"/>
                  </a:moveTo>
                  <a:lnTo>
                    <a:pt x="2136006" y="255791"/>
                  </a:lnTo>
                  <a:lnTo>
                    <a:pt x="2005326" y="217588"/>
                  </a:lnTo>
                  <a:close/>
                  <a:moveTo>
                    <a:pt x="2005326" y="217588"/>
                  </a:moveTo>
                  <a:lnTo>
                    <a:pt x="2136006" y="255791"/>
                  </a:lnTo>
                  <a:lnTo>
                    <a:pt x="2078754" y="179152"/>
                  </a:lnTo>
                  <a:close/>
                  <a:moveTo>
                    <a:pt x="2005326" y="217588"/>
                  </a:moveTo>
                  <a:lnTo>
                    <a:pt x="2002459" y="250339"/>
                  </a:lnTo>
                  <a:lnTo>
                    <a:pt x="2030371" y="287867"/>
                  </a:lnTo>
                  <a:close/>
                  <a:moveTo>
                    <a:pt x="2012720" y="135373"/>
                  </a:moveTo>
                  <a:lnTo>
                    <a:pt x="2005326" y="217588"/>
                  </a:lnTo>
                  <a:lnTo>
                    <a:pt x="2078754" y="179152"/>
                  </a:lnTo>
                  <a:close/>
                  <a:moveTo>
                    <a:pt x="2012720" y="135373"/>
                  </a:moveTo>
                  <a:lnTo>
                    <a:pt x="2078754" y="179152"/>
                  </a:lnTo>
                  <a:lnTo>
                    <a:pt x="2088838" y="96937"/>
                  </a:lnTo>
                  <a:close/>
                  <a:moveTo>
                    <a:pt x="2088838" y="96937"/>
                  </a:moveTo>
                  <a:lnTo>
                    <a:pt x="2090822" y="86855"/>
                  </a:lnTo>
                  <a:lnTo>
                    <a:pt x="2010732" y="53158"/>
                  </a:lnTo>
                  <a:close/>
                  <a:moveTo>
                    <a:pt x="2012720" y="135373"/>
                  </a:moveTo>
                  <a:lnTo>
                    <a:pt x="2088838" y="96937"/>
                  </a:lnTo>
                  <a:lnTo>
                    <a:pt x="2010732" y="53158"/>
                  </a:lnTo>
                  <a:close/>
                  <a:moveTo>
                    <a:pt x="2088838" y="96937"/>
                  </a:moveTo>
                  <a:lnTo>
                    <a:pt x="2135610" y="162809"/>
                  </a:lnTo>
                  <a:lnTo>
                    <a:pt x="2096690" y="94358"/>
                  </a:lnTo>
                  <a:close/>
                  <a:moveTo>
                    <a:pt x="2088838" y="96937"/>
                  </a:moveTo>
                  <a:lnTo>
                    <a:pt x="2078754" y="179152"/>
                  </a:lnTo>
                  <a:lnTo>
                    <a:pt x="2135610" y="162809"/>
                  </a:lnTo>
                  <a:close/>
                  <a:moveTo>
                    <a:pt x="2135610" y="162809"/>
                  </a:moveTo>
                  <a:lnTo>
                    <a:pt x="2201255" y="69941"/>
                  </a:lnTo>
                  <a:lnTo>
                    <a:pt x="2096690" y="94358"/>
                  </a:lnTo>
                  <a:close/>
                  <a:moveTo>
                    <a:pt x="2090822" y="86855"/>
                  </a:moveTo>
                  <a:lnTo>
                    <a:pt x="2088838" y="96937"/>
                  </a:lnTo>
                  <a:lnTo>
                    <a:pt x="2096690" y="94358"/>
                  </a:lnTo>
                  <a:close/>
                  <a:moveTo>
                    <a:pt x="2096690" y="94358"/>
                  </a:moveTo>
                  <a:lnTo>
                    <a:pt x="2108858" y="14722"/>
                  </a:lnTo>
                  <a:lnTo>
                    <a:pt x="2090822" y="86855"/>
                  </a:lnTo>
                  <a:close/>
                  <a:moveTo>
                    <a:pt x="2164168" y="0"/>
                  </a:moveTo>
                  <a:lnTo>
                    <a:pt x="2108858" y="14722"/>
                  </a:lnTo>
                  <a:lnTo>
                    <a:pt x="2096690" y="94358"/>
                  </a:lnTo>
                  <a:close/>
                  <a:moveTo>
                    <a:pt x="2201255" y="69941"/>
                  </a:moveTo>
                  <a:lnTo>
                    <a:pt x="2164168" y="0"/>
                  </a:lnTo>
                  <a:lnTo>
                    <a:pt x="2096690" y="94358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55" name="Candidate_density__2154">
              <a:extLst>
                <a:ext uri="{FF2B5EF4-FFF2-40B4-BE49-F238E27FC236}">
                  <a16:creationId xmlns:a16="http://schemas.microsoft.com/office/drawing/2014/main" id="{2EB45218-D435-26B6-134D-867B85E5FF5B}"/>
                </a:ext>
              </a:extLst>
            </p:cNvPr>
            <p:cNvSpPr>
              <a:spLocks noGrp="1"/>
            </p:cNvSpPr>
            <p:nvPr/>
          </p:nvSpPr>
          <p:spPr>
            <a:xfrm>
              <a:off x="3659379" y="2450836"/>
              <a:ext cx="2289224" cy="1078249"/>
            </a:xfrm>
            <a:custGeom>
              <a:avLst/>
              <a:gdLst/>
              <a:ahLst/>
              <a:cxnLst/>
              <a:rect l="0" t="0" r="0" b="0"/>
              <a:pathLst>
                <a:path w="2289224" h="1078249">
                  <a:moveTo>
                    <a:pt x="136375" y="764218"/>
                  </a:moveTo>
                  <a:lnTo>
                    <a:pt x="205885" y="738704"/>
                  </a:lnTo>
                  <a:lnTo>
                    <a:pt x="171795" y="753801"/>
                  </a:lnTo>
                  <a:close/>
                  <a:moveTo>
                    <a:pt x="0" y="605347"/>
                  </a:moveTo>
                  <a:lnTo>
                    <a:pt x="74662" y="605837"/>
                  </a:lnTo>
                  <a:lnTo>
                    <a:pt x="9959" y="606215"/>
                  </a:lnTo>
                  <a:close/>
                  <a:moveTo>
                    <a:pt x="712180" y="502744"/>
                  </a:moveTo>
                  <a:lnTo>
                    <a:pt x="737256" y="550411"/>
                  </a:lnTo>
                  <a:lnTo>
                    <a:pt x="728395" y="541180"/>
                  </a:lnTo>
                  <a:close/>
                  <a:moveTo>
                    <a:pt x="709858" y="511431"/>
                  </a:moveTo>
                  <a:lnTo>
                    <a:pt x="708735" y="601860"/>
                  </a:lnTo>
                  <a:lnTo>
                    <a:pt x="712180" y="502744"/>
                  </a:lnTo>
                  <a:close/>
                  <a:moveTo>
                    <a:pt x="669759" y="361505"/>
                  </a:moveTo>
                  <a:lnTo>
                    <a:pt x="711188" y="420528"/>
                  </a:lnTo>
                  <a:lnTo>
                    <a:pt x="656396" y="344134"/>
                  </a:lnTo>
                  <a:close/>
                  <a:moveTo>
                    <a:pt x="1291795" y="1078249"/>
                  </a:moveTo>
                  <a:lnTo>
                    <a:pt x="1323928" y="1065825"/>
                  </a:lnTo>
                  <a:lnTo>
                    <a:pt x="1225804" y="1047178"/>
                  </a:lnTo>
                  <a:close/>
                  <a:moveTo>
                    <a:pt x="1225804" y="1047178"/>
                  </a:moveTo>
                  <a:lnTo>
                    <a:pt x="1323928" y="1065825"/>
                  </a:lnTo>
                  <a:lnTo>
                    <a:pt x="1349094" y="1014278"/>
                  </a:lnTo>
                  <a:close/>
                  <a:moveTo>
                    <a:pt x="1366780" y="930894"/>
                  </a:moveTo>
                  <a:lnTo>
                    <a:pt x="1349094" y="1014278"/>
                  </a:lnTo>
                  <a:lnTo>
                    <a:pt x="1367074" y="957597"/>
                  </a:lnTo>
                  <a:close/>
                  <a:moveTo>
                    <a:pt x="1377758" y="906246"/>
                  </a:moveTo>
                  <a:lnTo>
                    <a:pt x="1366780" y="930894"/>
                  </a:lnTo>
                  <a:lnTo>
                    <a:pt x="1434974" y="841512"/>
                  </a:lnTo>
                  <a:close/>
                  <a:moveTo>
                    <a:pt x="1356993" y="919161"/>
                  </a:moveTo>
                  <a:lnTo>
                    <a:pt x="1366780" y="930894"/>
                  </a:lnTo>
                  <a:lnTo>
                    <a:pt x="1377758" y="906246"/>
                  </a:lnTo>
                  <a:close/>
                  <a:moveTo>
                    <a:pt x="1222683" y="672516"/>
                  </a:moveTo>
                  <a:lnTo>
                    <a:pt x="1167847" y="678741"/>
                  </a:lnTo>
                  <a:lnTo>
                    <a:pt x="1160042" y="677508"/>
                  </a:lnTo>
                  <a:close/>
                  <a:moveTo>
                    <a:pt x="1434974" y="841512"/>
                  </a:moveTo>
                  <a:lnTo>
                    <a:pt x="1449277" y="824326"/>
                  </a:lnTo>
                  <a:lnTo>
                    <a:pt x="1415021" y="830366"/>
                  </a:lnTo>
                  <a:close/>
                  <a:moveTo>
                    <a:pt x="1377758" y="906246"/>
                  </a:moveTo>
                  <a:lnTo>
                    <a:pt x="1434974" y="841512"/>
                  </a:lnTo>
                  <a:lnTo>
                    <a:pt x="1415021" y="830366"/>
                  </a:lnTo>
                  <a:close/>
                  <a:moveTo>
                    <a:pt x="1502110" y="798510"/>
                  </a:moveTo>
                  <a:lnTo>
                    <a:pt x="1569778" y="887045"/>
                  </a:lnTo>
                  <a:lnTo>
                    <a:pt x="1558684" y="880725"/>
                  </a:lnTo>
                  <a:close/>
                  <a:moveTo>
                    <a:pt x="1434974" y="841512"/>
                  </a:moveTo>
                  <a:lnTo>
                    <a:pt x="1569778" y="887045"/>
                  </a:lnTo>
                  <a:lnTo>
                    <a:pt x="1502110" y="798510"/>
                  </a:lnTo>
                  <a:close/>
                  <a:moveTo>
                    <a:pt x="1568680" y="787845"/>
                  </a:moveTo>
                  <a:lnTo>
                    <a:pt x="1599067" y="863234"/>
                  </a:lnTo>
                  <a:lnTo>
                    <a:pt x="1584760" y="880725"/>
                  </a:lnTo>
                  <a:close/>
                  <a:moveTo>
                    <a:pt x="1799249" y="121028"/>
                  </a:moveTo>
                  <a:lnTo>
                    <a:pt x="1755872" y="195793"/>
                  </a:lnTo>
                  <a:lnTo>
                    <a:pt x="1794982" y="224589"/>
                  </a:lnTo>
                  <a:close/>
                  <a:moveTo>
                    <a:pt x="1870637" y="113036"/>
                  </a:moveTo>
                  <a:lnTo>
                    <a:pt x="1875618" y="119533"/>
                  </a:lnTo>
                  <a:lnTo>
                    <a:pt x="1884403" y="116008"/>
                  </a:lnTo>
                  <a:close/>
                  <a:moveTo>
                    <a:pt x="1834632" y="145122"/>
                  </a:moveTo>
                  <a:lnTo>
                    <a:pt x="1870637" y="113036"/>
                  </a:lnTo>
                  <a:lnTo>
                    <a:pt x="1805576" y="99943"/>
                  </a:lnTo>
                  <a:close/>
                  <a:moveTo>
                    <a:pt x="1805576" y="99943"/>
                  </a:moveTo>
                  <a:lnTo>
                    <a:pt x="1799249" y="121028"/>
                  </a:lnTo>
                  <a:lnTo>
                    <a:pt x="1834632" y="145122"/>
                  </a:lnTo>
                  <a:close/>
                  <a:moveTo>
                    <a:pt x="1916348" y="74600"/>
                  </a:moveTo>
                  <a:lnTo>
                    <a:pt x="1870637" y="113036"/>
                  </a:lnTo>
                  <a:lnTo>
                    <a:pt x="1884403" y="116008"/>
                  </a:lnTo>
                  <a:close/>
                  <a:moveTo>
                    <a:pt x="1884403" y="116008"/>
                  </a:moveTo>
                  <a:lnTo>
                    <a:pt x="1958428" y="114116"/>
                  </a:lnTo>
                  <a:lnTo>
                    <a:pt x="2012359" y="100553"/>
                  </a:lnTo>
                  <a:close/>
                  <a:moveTo>
                    <a:pt x="2012359" y="100553"/>
                  </a:moveTo>
                  <a:lnTo>
                    <a:pt x="1958428" y="114116"/>
                  </a:lnTo>
                  <a:lnTo>
                    <a:pt x="2094094" y="127488"/>
                  </a:lnTo>
                  <a:close/>
                  <a:moveTo>
                    <a:pt x="2142901" y="94768"/>
                  </a:moveTo>
                  <a:lnTo>
                    <a:pt x="2094094" y="127488"/>
                  </a:lnTo>
                  <a:lnTo>
                    <a:pt x="2218271" y="97905"/>
                  </a:lnTo>
                  <a:close/>
                  <a:moveTo>
                    <a:pt x="2289224" y="25647"/>
                  </a:moveTo>
                  <a:lnTo>
                    <a:pt x="2246240" y="0"/>
                  </a:lnTo>
                  <a:lnTo>
                    <a:pt x="2218271" y="97905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56" name="Candidate_density__2155">
              <a:extLst>
                <a:ext uri="{FF2B5EF4-FFF2-40B4-BE49-F238E27FC236}">
                  <a16:creationId xmlns:a16="http://schemas.microsoft.com/office/drawing/2014/main" id="{7FF639F2-9099-B6CC-0DAA-D332ECC5B76F}"/>
                </a:ext>
              </a:extLst>
            </p:cNvPr>
            <p:cNvSpPr>
              <a:spLocks noGrp="1"/>
            </p:cNvSpPr>
            <p:nvPr/>
          </p:nvSpPr>
          <p:spPr>
            <a:xfrm>
              <a:off x="3669339" y="2571864"/>
              <a:ext cx="1810438" cy="772692"/>
            </a:xfrm>
            <a:custGeom>
              <a:avLst/>
              <a:gdLst/>
              <a:ahLst/>
              <a:cxnLst/>
              <a:rect l="0" t="0" r="0" b="0"/>
              <a:pathLst>
                <a:path w="1810438" h="772692">
                  <a:moveTo>
                    <a:pt x="64702" y="484809"/>
                  </a:moveTo>
                  <a:lnTo>
                    <a:pt x="83974" y="477510"/>
                  </a:lnTo>
                  <a:lnTo>
                    <a:pt x="0" y="485187"/>
                  </a:lnTo>
                  <a:close/>
                  <a:moveTo>
                    <a:pt x="136308" y="234780"/>
                  </a:moveTo>
                  <a:lnTo>
                    <a:pt x="134928" y="250380"/>
                  </a:lnTo>
                  <a:lnTo>
                    <a:pt x="160069" y="195761"/>
                  </a:lnTo>
                  <a:close/>
                  <a:moveTo>
                    <a:pt x="1513509" y="772692"/>
                  </a:moveTo>
                  <a:lnTo>
                    <a:pt x="1559819" y="766018"/>
                  </a:lnTo>
                  <a:lnTo>
                    <a:pt x="1425015" y="720484"/>
                  </a:lnTo>
                  <a:close/>
                  <a:moveTo>
                    <a:pt x="1574801" y="759697"/>
                  </a:moveTo>
                  <a:lnTo>
                    <a:pt x="1559819" y="766018"/>
                  </a:lnTo>
                  <a:lnTo>
                    <a:pt x="1577680" y="677482"/>
                  </a:lnTo>
                  <a:close/>
                  <a:moveTo>
                    <a:pt x="1492151" y="677482"/>
                  </a:moveTo>
                  <a:lnTo>
                    <a:pt x="1548725" y="759697"/>
                  </a:lnTo>
                  <a:lnTo>
                    <a:pt x="1589107" y="742206"/>
                  </a:lnTo>
                  <a:close/>
                  <a:moveTo>
                    <a:pt x="1789623" y="112661"/>
                  </a:moveTo>
                  <a:lnTo>
                    <a:pt x="1789290" y="0"/>
                  </a:lnTo>
                  <a:lnTo>
                    <a:pt x="1785022" y="103561"/>
                  </a:lnTo>
                  <a:close/>
                  <a:moveTo>
                    <a:pt x="1810438" y="30445"/>
                  </a:moveTo>
                  <a:lnTo>
                    <a:pt x="1789290" y="0"/>
                  </a:lnTo>
                  <a:lnTo>
                    <a:pt x="1789623" y="112661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57" name="Candidate_density__2156">
              <a:extLst>
                <a:ext uri="{FF2B5EF4-FFF2-40B4-BE49-F238E27FC236}">
                  <a16:creationId xmlns:a16="http://schemas.microsoft.com/office/drawing/2014/main" id="{7D4AA247-3FAB-5B0E-BE52-B7B00AAF300F}"/>
                </a:ext>
              </a:extLst>
            </p:cNvPr>
            <p:cNvSpPr>
              <a:spLocks noGrp="1"/>
            </p:cNvSpPr>
            <p:nvPr/>
          </p:nvSpPr>
          <p:spPr>
            <a:xfrm>
              <a:off x="3723117" y="2513180"/>
              <a:ext cx="1882225" cy="964960"/>
            </a:xfrm>
            <a:custGeom>
              <a:avLst/>
              <a:gdLst/>
              <a:ahLst/>
              <a:cxnLst/>
              <a:rect l="0" t="0" r="0" b="0"/>
              <a:pathLst>
                <a:path w="1882225" h="964960">
                  <a:moveTo>
                    <a:pt x="86799" y="676360"/>
                  </a:moveTo>
                  <a:lnTo>
                    <a:pt x="72637" y="701874"/>
                  </a:lnTo>
                  <a:lnTo>
                    <a:pt x="108057" y="691457"/>
                  </a:lnTo>
                  <a:close/>
                  <a:moveTo>
                    <a:pt x="82590" y="659695"/>
                  </a:moveTo>
                  <a:lnTo>
                    <a:pt x="61926" y="649990"/>
                  </a:lnTo>
                  <a:lnTo>
                    <a:pt x="108057" y="691457"/>
                  </a:lnTo>
                  <a:close/>
                  <a:moveTo>
                    <a:pt x="86799" y="676360"/>
                  </a:moveTo>
                  <a:lnTo>
                    <a:pt x="61926" y="649990"/>
                  </a:lnTo>
                  <a:lnTo>
                    <a:pt x="9078" y="592863"/>
                  </a:lnTo>
                  <a:close/>
                  <a:moveTo>
                    <a:pt x="0" y="555709"/>
                  </a:moveTo>
                  <a:lnTo>
                    <a:pt x="4729" y="583788"/>
                  </a:lnTo>
                  <a:lnTo>
                    <a:pt x="9078" y="592863"/>
                  </a:lnTo>
                  <a:close/>
                  <a:moveTo>
                    <a:pt x="274305" y="720139"/>
                  </a:moveTo>
                  <a:lnTo>
                    <a:pt x="336688" y="773749"/>
                  </a:lnTo>
                  <a:lnTo>
                    <a:pt x="253924" y="715175"/>
                  </a:lnTo>
                  <a:close/>
                  <a:moveTo>
                    <a:pt x="439823" y="665497"/>
                  </a:moveTo>
                  <a:lnTo>
                    <a:pt x="447923" y="578550"/>
                  </a:lnTo>
                  <a:lnTo>
                    <a:pt x="433837" y="681702"/>
                  </a:lnTo>
                  <a:close/>
                  <a:moveTo>
                    <a:pt x="412957" y="561051"/>
                  </a:moveTo>
                  <a:lnTo>
                    <a:pt x="487355" y="628007"/>
                  </a:lnTo>
                  <a:lnTo>
                    <a:pt x="433837" y="681702"/>
                  </a:lnTo>
                  <a:close/>
                  <a:moveTo>
                    <a:pt x="569856" y="540012"/>
                  </a:moveTo>
                  <a:lnTo>
                    <a:pt x="561402" y="643266"/>
                  </a:lnTo>
                  <a:lnTo>
                    <a:pt x="516989" y="523601"/>
                  </a:lnTo>
                  <a:close/>
                  <a:moveTo>
                    <a:pt x="566525" y="642812"/>
                  </a:moveTo>
                  <a:lnTo>
                    <a:pt x="561402" y="643266"/>
                  </a:lnTo>
                  <a:lnTo>
                    <a:pt x="569856" y="540012"/>
                  </a:lnTo>
                  <a:close/>
                  <a:moveTo>
                    <a:pt x="646121" y="449087"/>
                  </a:moveTo>
                  <a:lnTo>
                    <a:pt x="569856" y="540012"/>
                  </a:lnTo>
                  <a:lnTo>
                    <a:pt x="533874" y="523279"/>
                  </a:lnTo>
                  <a:close/>
                  <a:moveTo>
                    <a:pt x="1214309" y="964960"/>
                  </a:moveTo>
                  <a:lnTo>
                    <a:pt x="1285356" y="951934"/>
                  </a:lnTo>
                  <a:lnTo>
                    <a:pt x="1255670" y="904401"/>
                  </a:lnTo>
                  <a:close/>
                  <a:moveTo>
                    <a:pt x="1273885" y="831663"/>
                  </a:moveTo>
                  <a:lnTo>
                    <a:pt x="1255670" y="904401"/>
                  </a:lnTo>
                  <a:lnTo>
                    <a:pt x="1293255" y="856817"/>
                  </a:lnTo>
                  <a:close/>
                  <a:moveTo>
                    <a:pt x="1273503" y="755873"/>
                  </a:moveTo>
                  <a:lnTo>
                    <a:pt x="1293255" y="856817"/>
                  </a:lnTo>
                  <a:lnTo>
                    <a:pt x="1314020" y="843902"/>
                  </a:lnTo>
                  <a:close/>
                  <a:moveTo>
                    <a:pt x="1365983" y="717288"/>
                  </a:moveTo>
                  <a:lnTo>
                    <a:pt x="1351283" y="768022"/>
                  </a:lnTo>
                  <a:lnTo>
                    <a:pt x="1404352" y="736166"/>
                  </a:lnTo>
                  <a:close/>
                  <a:moveTo>
                    <a:pt x="1365983" y="717288"/>
                  </a:moveTo>
                  <a:lnTo>
                    <a:pt x="1414381" y="725278"/>
                  </a:lnTo>
                  <a:lnTo>
                    <a:pt x="1373873" y="637280"/>
                  </a:lnTo>
                  <a:close/>
                  <a:moveTo>
                    <a:pt x="1207900" y="166002"/>
                  </a:moveTo>
                  <a:lnTo>
                    <a:pt x="1169264" y="204439"/>
                  </a:lnTo>
                  <a:lnTo>
                    <a:pt x="1218652" y="120387"/>
                  </a:lnTo>
                  <a:close/>
                  <a:moveTo>
                    <a:pt x="1341794" y="86936"/>
                  </a:moveTo>
                  <a:lnTo>
                    <a:pt x="1270379" y="133867"/>
                  </a:lnTo>
                  <a:lnTo>
                    <a:pt x="1218652" y="120387"/>
                  </a:lnTo>
                  <a:close/>
                  <a:moveTo>
                    <a:pt x="1469241" y="89129"/>
                  </a:moveTo>
                  <a:lnTo>
                    <a:pt x="1427722" y="129550"/>
                  </a:lnTo>
                  <a:lnTo>
                    <a:pt x="1476458" y="96562"/>
                  </a:lnTo>
                  <a:close/>
                  <a:moveTo>
                    <a:pt x="1469241" y="89129"/>
                  </a:moveTo>
                  <a:lnTo>
                    <a:pt x="1425094" y="127566"/>
                  </a:lnTo>
                  <a:lnTo>
                    <a:pt x="1427722" y="129550"/>
                  </a:lnTo>
                  <a:close/>
                  <a:moveTo>
                    <a:pt x="1425094" y="127566"/>
                  </a:moveTo>
                  <a:lnTo>
                    <a:pt x="1469241" y="89129"/>
                  </a:lnTo>
                  <a:lnTo>
                    <a:pt x="1341794" y="86936"/>
                  </a:lnTo>
                  <a:close/>
                  <a:moveTo>
                    <a:pt x="1469241" y="89129"/>
                  </a:moveTo>
                  <a:lnTo>
                    <a:pt x="1395878" y="73945"/>
                  </a:lnTo>
                  <a:lnTo>
                    <a:pt x="1341794" y="86936"/>
                  </a:lnTo>
                  <a:close/>
                  <a:moveTo>
                    <a:pt x="1708082" y="220575"/>
                  </a:moveTo>
                  <a:lnTo>
                    <a:pt x="1692134" y="133449"/>
                  </a:lnTo>
                  <a:lnTo>
                    <a:pt x="1709931" y="215123"/>
                  </a:lnTo>
                  <a:close/>
                  <a:moveTo>
                    <a:pt x="1852610" y="12256"/>
                  </a:moveTo>
                  <a:lnTo>
                    <a:pt x="1869776" y="22079"/>
                  </a:lnTo>
                  <a:lnTo>
                    <a:pt x="1882225" y="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58" name="Candidate_density__2157">
              <a:extLst>
                <a:ext uri="{FF2B5EF4-FFF2-40B4-BE49-F238E27FC236}">
                  <a16:creationId xmlns:a16="http://schemas.microsoft.com/office/drawing/2014/main" id="{9FF3793E-D2EA-FE02-E4EC-BDB5A19AFEAF}"/>
                </a:ext>
              </a:extLst>
            </p:cNvPr>
            <p:cNvSpPr>
              <a:spLocks noGrp="1"/>
            </p:cNvSpPr>
            <p:nvPr/>
          </p:nvSpPr>
          <p:spPr>
            <a:xfrm>
              <a:off x="3676169" y="2449518"/>
              <a:ext cx="2156541" cy="1028622"/>
            </a:xfrm>
            <a:custGeom>
              <a:avLst/>
              <a:gdLst/>
              <a:ahLst/>
              <a:cxnLst/>
              <a:rect l="0" t="0" r="0" b="0"/>
              <a:pathLst>
                <a:path w="2156541" h="1028622">
                  <a:moveTo>
                    <a:pt x="340078" y="807556"/>
                  </a:moveTo>
                  <a:lnTo>
                    <a:pt x="383636" y="837411"/>
                  </a:lnTo>
                  <a:lnTo>
                    <a:pt x="321253" y="783801"/>
                  </a:lnTo>
                  <a:close/>
                  <a:moveTo>
                    <a:pt x="0" y="575593"/>
                  </a:moveTo>
                  <a:lnTo>
                    <a:pt x="51678" y="647451"/>
                  </a:lnTo>
                  <a:lnTo>
                    <a:pt x="46948" y="619371"/>
                  </a:lnTo>
                  <a:close/>
                  <a:moveTo>
                    <a:pt x="472396" y="890614"/>
                  </a:moveTo>
                  <a:lnTo>
                    <a:pt x="486049" y="849568"/>
                  </a:lnTo>
                  <a:lnTo>
                    <a:pt x="417763" y="866016"/>
                  </a:lnTo>
                  <a:close/>
                  <a:moveTo>
                    <a:pt x="486251" y="749311"/>
                  </a:moveTo>
                  <a:lnTo>
                    <a:pt x="480785" y="745365"/>
                  </a:lnTo>
                  <a:lnTo>
                    <a:pt x="383636" y="837411"/>
                  </a:lnTo>
                  <a:close/>
                  <a:moveTo>
                    <a:pt x="383636" y="837411"/>
                  </a:moveTo>
                  <a:lnTo>
                    <a:pt x="417763" y="866016"/>
                  </a:lnTo>
                  <a:lnTo>
                    <a:pt x="486049" y="849568"/>
                  </a:lnTo>
                  <a:close/>
                  <a:moveTo>
                    <a:pt x="486049" y="849568"/>
                  </a:moveTo>
                  <a:lnTo>
                    <a:pt x="486251" y="749311"/>
                  </a:lnTo>
                  <a:lnTo>
                    <a:pt x="383636" y="837411"/>
                  </a:lnTo>
                  <a:close/>
                  <a:moveTo>
                    <a:pt x="570019" y="841894"/>
                  </a:moveTo>
                  <a:lnTo>
                    <a:pt x="501234" y="745365"/>
                  </a:lnTo>
                  <a:lnTo>
                    <a:pt x="486251" y="749311"/>
                  </a:lnTo>
                  <a:close/>
                  <a:moveTo>
                    <a:pt x="570019" y="841894"/>
                  </a:moveTo>
                  <a:lnTo>
                    <a:pt x="486251" y="749311"/>
                  </a:lnTo>
                  <a:lnTo>
                    <a:pt x="486049" y="849568"/>
                  </a:lnTo>
                  <a:close/>
                  <a:moveTo>
                    <a:pt x="486251" y="749311"/>
                  </a:moveTo>
                  <a:lnTo>
                    <a:pt x="501234" y="745365"/>
                  </a:lnTo>
                  <a:lnTo>
                    <a:pt x="486772" y="729159"/>
                  </a:lnTo>
                  <a:close/>
                  <a:moveTo>
                    <a:pt x="480785" y="745365"/>
                  </a:moveTo>
                  <a:lnTo>
                    <a:pt x="486251" y="749311"/>
                  </a:lnTo>
                  <a:lnTo>
                    <a:pt x="486772" y="729159"/>
                  </a:lnTo>
                  <a:close/>
                  <a:moveTo>
                    <a:pt x="480785" y="745365"/>
                  </a:moveTo>
                  <a:lnTo>
                    <a:pt x="494871" y="642212"/>
                  </a:lnTo>
                  <a:lnTo>
                    <a:pt x="459905" y="624713"/>
                  </a:lnTo>
                  <a:close/>
                  <a:moveTo>
                    <a:pt x="612542" y="707232"/>
                  </a:moveTo>
                  <a:lnTo>
                    <a:pt x="501234" y="745365"/>
                  </a:lnTo>
                  <a:lnTo>
                    <a:pt x="581405" y="804321"/>
                  </a:lnTo>
                  <a:close/>
                  <a:moveTo>
                    <a:pt x="501234" y="745365"/>
                  </a:moveTo>
                  <a:lnTo>
                    <a:pt x="612542" y="707232"/>
                  </a:lnTo>
                  <a:lnTo>
                    <a:pt x="494871" y="642212"/>
                  </a:lnTo>
                  <a:close/>
                  <a:moveTo>
                    <a:pt x="501234" y="745365"/>
                  </a:moveTo>
                  <a:lnTo>
                    <a:pt x="494871" y="642212"/>
                  </a:lnTo>
                  <a:lnTo>
                    <a:pt x="486772" y="729159"/>
                  </a:lnTo>
                  <a:close/>
                  <a:moveTo>
                    <a:pt x="687270" y="707070"/>
                  </a:moveTo>
                  <a:lnTo>
                    <a:pt x="612542" y="707232"/>
                  </a:lnTo>
                  <a:lnTo>
                    <a:pt x="581405" y="804321"/>
                  </a:lnTo>
                  <a:close/>
                  <a:moveTo>
                    <a:pt x="398196" y="560123"/>
                  </a:moveTo>
                  <a:lnTo>
                    <a:pt x="459905" y="624713"/>
                  </a:lnTo>
                  <a:lnTo>
                    <a:pt x="494871" y="642212"/>
                  </a:lnTo>
                  <a:close/>
                  <a:moveTo>
                    <a:pt x="330284" y="460283"/>
                  </a:moveTo>
                  <a:lnTo>
                    <a:pt x="351013" y="500237"/>
                  </a:lnTo>
                  <a:lnTo>
                    <a:pt x="347734" y="498719"/>
                  </a:lnTo>
                  <a:close/>
                  <a:moveTo>
                    <a:pt x="504056" y="534653"/>
                  </a:moveTo>
                  <a:lnTo>
                    <a:pt x="616804" y="603674"/>
                  </a:lnTo>
                  <a:lnTo>
                    <a:pt x="566507" y="586277"/>
                  </a:lnTo>
                  <a:close/>
                  <a:moveTo>
                    <a:pt x="520097" y="542499"/>
                  </a:moveTo>
                  <a:lnTo>
                    <a:pt x="616804" y="603674"/>
                  </a:lnTo>
                  <a:lnTo>
                    <a:pt x="504056" y="534653"/>
                  </a:lnTo>
                  <a:close/>
                  <a:moveTo>
                    <a:pt x="580823" y="586941"/>
                  </a:moveTo>
                  <a:lnTo>
                    <a:pt x="616804" y="603674"/>
                  </a:lnTo>
                  <a:lnTo>
                    <a:pt x="520097" y="542499"/>
                  </a:lnTo>
                  <a:close/>
                  <a:moveTo>
                    <a:pt x="469519" y="421846"/>
                  </a:moveTo>
                  <a:lnTo>
                    <a:pt x="463786" y="460283"/>
                  </a:lnTo>
                  <a:lnTo>
                    <a:pt x="514074" y="504062"/>
                  </a:lnTo>
                  <a:close/>
                  <a:moveTo>
                    <a:pt x="469519" y="421846"/>
                  </a:moveTo>
                  <a:lnTo>
                    <a:pt x="464633" y="431184"/>
                  </a:lnTo>
                  <a:lnTo>
                    <a:pt x="463786" y="460283"/>
                  </a:lnTo>
                  <a:close/>
                  <a:moveTo>
                    <a:pt x="484012" y="250671"/>
                  </a:moveTo>
                  <a:lnTo>
                    <a:pt x="601555" y="301195"/>
                  </a:lnTo>
                  <a:lnTo>
                    <a:pt x="606585" y="311705"/>
                  </a:lnTo>
                  <a:close/>
                  <a:moveTo>
                    <a:pt x="407902" y="151863"/>
                  </a:moveTo>
                  <a:lnTo>
                    <a:pt x="317071" y="165116"/>
                  </a:lnTo>
                  <a:lnTo>
                    <a:pt x="397907" y="257417"/>
                  </a:lnTo>
                  <a:close/>
                  <a:moveTo>
                    <a:pt x="411086" y="257417"/>
                  </a:moveTo>
                  <a:lnTo>
                    <a:pt x="484012" y="250671"/>
                  </a:lnTo>
                  <a:lnTo>
                    <a:pt x="407902" y="151863"/>
                  </a:lnTo>
                  <a:close/>
                  <a:moveTo>
                    <a:pt x="1256056" y="920479"/>
                  </a:moveTo>
                  <a:lnTo>
                    <a:pt x="1261257" y="1028622"/>
                  </a:lnTo>
                  <a:lnTo>
                    <a:pt x="1302618" y="968063"/>
                  </a:lnTo>
                  <a:close/>
                  <a:moveTo>
                    <a:pt x="1256056" y="920479"/>
                  </a:moveTo>
                  <a:lnTo>
                    <a:pt x="1302618" y="968063"/>
                  </a:lnTo>
                  <a:lnTo>
                    <a:pt x="1320833" y="895325"/>
                  </a:lnTo>
                  <a:close/>
                  <a:moveTo>
                    <a:pt x="1320833" y="895325"/>
                  </a:moveTo>
                  <a:lnTo>
                    <a:pt x="1340204" y="920479"/>
                  </a:lnTo>
                  <a:lnTo>
                    <a:pt x="1320451" y="819535"/>
                  </a:lnTo>
                  <a:close/>
                  <a:moveTo>
                    <a:pt x="1320451" y="819535"/>
                  </a:moveTo>
                  <a:lnTo>
                    <a:pt x="1360968" y="907564"/>
                  </a:lnTo>
                  <a:lnTo>
                    <a:pt x="1398231" y="831685"/>
                  </a:lnTo>
                  <a:close/>
                  <a:moveTo>
                    <a:pt x="1412931" y="780950"/>
                  </a:moveTo>
                  <a:lnTo>
                    <a:pt x="1320451" y="819535"/>
                  </a:lnTo>
                  <a:lnTo>
                    <a:pt x="1398231" y="831685"/>
                  </a:lnTo>
                  <a:close/>
                  <a:moveTo>
                    <a:pt x="1420822" y="700942"/>
                  </a:moveTo>
                  <a:lnTo>
                    <a:pt x="1342735" y="687648"/>
                  </a:lnTo>
                  <a:lnTo>
                    <a:pt x="1303662" y="717612"/>
                  </a:lnTo>
                  <a:close/>
                  <a:moveTo>
                    <a:pt x="1420822" y="700942"/>
                  </a:moveTo>
                  <a:lnTo>
                    <a:pt x="1465164" y="698986"/>
                  </a:lnTo>
                  <a:lnTo>
                    <a:pt x="1430136" y="679176"/>
                  </a:lnTo>
                  <a:close/>
                  <a:moveTo>
                    <a:pt x="1420822" y="700942"/>
                  </a:moveTo>
                  <a:lnTo>
                    <a:pt x="1461330" y="788940"/>
                  </a:lnTo>
                  <a:lnTo>
                    <a:pt x="1465164" y="698986"/>
                  </a:lnTo>
                  <a:close/>
                  <a:moveTo>
                    <a:pt x="1451300" y="799828"/>
                  </a:moveTo>
                  <a:lnTo>
                    <a:pt x="1461330" y="788940"/>
                  </a:lnTo>
                  <a:lnTo>
                    <a:pt x="1412931" y="780950"/>
                  </a:lnTo>
                  <a:close/>
                  <a:moveTo>
                    <a:pt x="1303662" y="717612"/>
                  </a:moveTo>
                  <a:lnTo>
                    <a:pt x="1337067" y="681942"/>
                  </a:lnTo>
                  <a:lnTo>
                    <a:pt x="1407660" y="651734"/>
                  </a:lnTo>
                  <a:close/>
                  <a:moveTo>
                    <a:pt x="1407660" y="651734"/>
                  </a:moveTo>
                  <a:lnTo>
                    <a:pt x="1365501" y="619326"/>
                  </a:lnTo>
                  <a:lnTo>
                    <a:pt x="1302562" y="635398"/>
                  </a:lnTo>
                  <a:close/>
                  <a:moveTo>
                    <a:pt x="1407660" y="651734"/>
                  </a:moveTo>
                  <a:lnTo>
                    <a:pt x="1430136" y="679176"/>
                  </a:lnTo>
                  <a:lnTo>
                    <a:pt x="1365501" y="619326"/>
                  </a:lnTo>
                  <a:close/>
                  <a:moveTo>
                    <a:pt x="1430136" y="679176"/>
                  </a:moveTo>
                  <a:lnTo>
                    <a:pt x="1465164" y="698986"/>
                  </a:lnTo>
                  <a:lnTo>
                    <a:pt x="1365501" y="619326"/>
                  </a:lnTo>
                  <a:close/>
                  <a:moveTo>
                    <a:pt x="1420822" y="700942"/>
                  </a:moveTo>
                  <a:lnTo>
                    <a:pt x="1430136" y="679176"/>
                  </a:lnTo>
                  <a:lnTo>
                    <a:pt x="1427673" y="668873"/>
                  </a:lnTo>
                  <a:close/>
                  <a:moveTo>
                    <a:pt x="1427673" y="668873"/>
                  </a:moveTo>
                  <a:lnTo>
                    <a:pt x="1430136" y="679176"/>
                  </a:lnTo>
                  <a:lnTo>
                    <a:pt x="1407660" y="651734"/>
                  </a:lnTo>
                  <a:close/>
                  <a:moveTo>
                    <a:pt x="1339422" y="229664"/>
                  </a:moveTo>
                  <a:lnTo>
                    <a:pt x="1356269" y="226462"/>
                  </a:lnTo>
                  <a:lnTo>
                    <a:pt x="1388742" y="150598"/>
                  </a:lnTo>
                  <a:close/>
                  <a:moveTo>
                    <a:pt x="1265600" y="184049"/>
                  </a:moveTo>
                  <a:lnTo>
                    <a:pt x="1339422" y="229664"/>
                  </a:lnTo>
                  <a:lnTo>
                    <a:pt x="1388742" y="150598"/>
                  </a:lnTo>
                  <a:close/>
                  <a:moveTo>
                    <a:pt x="1356269" y="226462"/>
                  </a:moveTo>
                  <a:lnTo>
                    <a:pt x="1472042" y="191228"/>
                  </a:lnTo>
                  <a:lnTo>
                    <a:pt x="1388742" y="150598"/>
                  </a:lnTo>
                  <a:close/>
                  <a:moveTo>
                    <a:pt x="1565546" y="254324"/>
                  </a:moveTo>
                  <a:lnTo>
                    <a:pt x="1568446" y="235007"/>
                  </a:lnTo>
                  <a:lnTo>
                    <a:pt x="1523406" y="160224"/>
                  </a:lnTo>
                  <a:close/>
                  <a:moveTo>
                    <a:pt x="1565546" y="254324"/>
                  </a:moveTo>
                  <a:lnTo>
                    <a:pt x="1523406" y="160224"/>
                  </a:lnTo>
                  <a:lnTo>
                    <a:pt x="1474670" y="193212"/>
                  </a:lnTo>
                  <a:close/>
                  <a:moveTo>
                    <a:pt x="1739082" y="197112"/>
                  </a:moveTo>
                  <a:lnTo>
                    <a:pt x="1732670" y="196570"/>
                  </a:lnTo>
                  <a:lnTo>
                    <a:pt x="1756880" y="278785"/>
                  </a:lnTo>
                  <a:close/>
                  <a:moveTo>
                    <a:pt x="1761943" y="114354"/>
                  </a:moveTo>
                  <a:lnTo>
                    <a:pt x="1737554" y="188367"/>
                  </a:lnTo>
                  <a:lnTo>
                    <a:pt x="1782460" y="122346"/>
                  </a:lnTo>
                  <a:close/>
                  <a:moveTo>
                    <a:pt x="1782460" y="122346"/>
                  </a:moveTo>
                  <a:lnTo>
                    <a:pt x="1737554" y="188367"/>
                  </a:lnTo>
                  <a:lnTo>
                    <a:pt x="1739082" y="197112"/>
                  </a:lnTo>
                  <a:close/>
                  <a:moveTo>
                    <a:pt x="1956760" y="20222"/>
                  </a:moveTo>
                  <a:lnTo>
                    <a:pt x="1899558" y="75918"/>
                  </a:lnTo>
                  <a:lnTo>
                    <a:pt x="1929173" y="63662"/>
                  </a:lnTo>
                  <a:close/>
                  <a:moveTo>
                    <a:pt x="1916724" y="85741"/>
                  </a:moveTo>
                  <a:lnTo>
                    <a:pt x="1987354" y="37482"/>
                  </a:lnTo>
                  <a:lnTo>
                    <a:pt x="1929173" y="63662"/>
                  </a:lnTo>
                  <a:close/>
                  <a:moveTo>
                    <a:pt x="2043493" y="65845"/>
                  </a:moveTo>
                  <a:lnTo>
                    <a:pt x="1987354" y="37482"/>
                  </a:lnTo>
                  <a:lnTo>
                    <a:pt x="1916724" y="85741"/>
                  </a:lnTo>
                  <a:close/>
                  <a:moveTo>
                    <a:pt x="2156541" y="0"/>
                  </a:moveTo>
                  <a:lnTo>
                    <a:pt x="2043493" y="65845"/>
                  </a:lnTo>
                  <a:lnTo>
                    <a:pt x="2126112" y="96086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59" name="Candidate_density__2158">
              <a:extLst>
                <a:ext uri="{FF2B5EF4-FFF2-40B4-BE49-F238E27FC236}">
                  <a16:creationId xmlns:a16="http://schemas.microsoft.com/office/drawing/2014/main" id="{7E3525ED-6D23-E215-14F0-31F0C4B1F6D4}"/>
                </a:ext>
              </a:extLst>
            </p:cNvPr>
            <p:cNvSpPr>
              <a:spLocks noGrp="1"/>
            </p:cNvSpPr>
            <p:nvPr/>
          </p:nvSpPr>
          <p:spPr>
            <a:xfrm>
              <a:off x="3626070" y="2366349"/>
              <a:ext cx="2279550" cy="1111791"/>
            </a:xfrm>
            <a:custGeom>
              <a:avLst/>
              <a:gdLst/>
              <a:ahLst/>
              <a:cxnLst/>
              <a:rect l="0" t="0" r="0" b="0"/>
              <a:pathLst>
                <a:path w="2279550" h="1111791">
                  <a:moveTo>
                    <a:pt x="433735" y="920581"/>
                  </a:moveTo>
                  <a:lnTo>
                    <a:pt x="390177" y="890725"/>
                  </a:lnTo>
                  <a:lnTo>
                    <a:pt x="467862" y="949186"/>
                  </a:lnTo>
                  <a:close/>
                  <a:moveTo>
                    <a:pt x="0" y="576547"/>
                  </a:moveTo>
                  <a:lnTo>
                    <a:pt x="50099" y="658762"/>
                  </a:lnTo>
                  <a:lnTo>
                    <a:pt x="69587" y="620325"/>
                  </a:lnTo>
                  <a:close/>
                  <a:moveTo>
                    <a:pt x="544970" y="725381"/>
                  </a:moveTo>
                  <a:lnTo>
                    <a:pt x="662641" y="790402"/>
                  </a:lnTo>
                  <a:lnTo>
                    <a:pt x="632303" y="714974"/>
                  </a:lnTo>
                  <a:close/>
                  <a:moveTo>
                    <a:pt x="737370" y="790240"/>
                  </a:moveTo>
                  <a:lnTo>
                    <a:pt x="632303" y="714974"/>
                  </a:lnTo>
                  <a:lnTo>
                    <a:pt x="662641" y="790402"/>
                  </a:lnTo>
                  <a:close/>
                  <a:moveTo>
                    <a:pt x="488021" y="693144"/>
                  </a:moveTo>
                  <a:lnTo>
                    <a:pt x="510004" y="707883"/>
                  </a:lnTo>
                  <a:lnTo>
                    <a:pt x="448295" y="643293"/>
                  </a:lnTo>
                  <a:close/>
                  <a:moveTo>
                    <a:pt x="448295" y="643293"/>
                  </a:moveTo>
                  <a:lnTo>
                    <a:pt x="544970" y="725381"/>
                  </a:lnTo>
                  <a:lnTo>
                    <a:pt x="505742" y="657181"/>
                  </a:lnTo>
                  <a:close/>
                  <a:moveTo>
                    <a:pt x="448295" y="643293"/>
                  </a:moveTo>
                  <a:lnTo>
                    <a:pt x="401112" y="583406"/>
                  </a:lnTo>
                  <a:lnTo>
                    <a:pt x="395221" y="625849"/>
                  </a:lnTo>
                  <a:close/>
                  <a:moveTo>
                    <a:pt x="448295" y="643293"/>
                  </a:moveTo>
                  <a:lnTo>
                    <a:pt x="533672" y="585168"/>
                  </a:lnTo>
                  <a:lnTo>
                    <a:pt x="410543" y="581889"/>
                  </a:lnTo>
                  <a:close/>
                  <a:moveTo>
                    <a:pt x="410543" y="581889"/>
                  </a:moveTo>
                  <a:lnTo>
                    <a:pt x="401112" y="583406"/>
                  </a:lnTo>
                  <a:lnTo>
                    <a:pt x="448295" y="643293"/>
                  </a:lnTo>
                  <a:close/>
                  <a:moveTo>
                    <a:pt x="533672" y="585168"/>
                  </a:moveTo>
                  <a:lnTo>
                    <a:pt x="570197" y="625668"/>
                  </a:lnTo>
                  <a:lnTo>
                    <a:pt x="554155" y="617822"/>
                  </a:lnTo>
                  <a:close/>
                  <a:moveTo>
                    <a:pt x="564173" y="587231"/>
                  </a:moveTo>
                  <a:lnTo>
                    <a:pt x="533672" y="585168"/>
                  </a:lnTo>
                  <a:lnTo>
                    <a:pt x="554155" y="617822"/>
                  </a:lnTo>
                  <a:close/>
                  <a:moveTo>
                    <a:pt x="534111" y="333841"/>
                  </a:moveTo>
                  <a:lnTo>
                    <a:pt x="656684" y="394875"/>
                  </a:lnTo>
                  <a:lnTo>
                    <a:pt x="629529" y="316860"/>
                  </a:lnTo>
                  <a:close/>
                  <a:moveTo>
                    <a:pt x="458001" y="235032"/>
                  </a:moveTo>
                  <a:lnTo>
                    <a:pt x="531375" y="235973"/>
                  </a:lnTo>
                  <a:lnTo>
                    <a:pt x="515770" y="148568"/>
                  </a:lnTo>
                  <a:close/>
                  <a:moveTo>
                    <a:pt x="1306155" y="1003649"/>
                  </a:moveTo>
                  <a:lnTo>
                    <a:pt x="1249726" y="1042085"/>
                  </a:lnTo>
                  <a:lnTo>
                    <a:pt x="1311357" y="1111791"/>
                  </a:lnTo>
                  <a:close/>
                  <a:moveTo>
                    <a:pt x="1306155" y="1003649"/>
                  </a:moveTo>
                  <a:lnTo>
                    <a:pt x="1370932" y="978495"/>
                  </a:lnTo>
                  <a:lnTo>
                    <a:pt x="1348123" y="882997"/>
                  </a:lnTo>
                  <a:close/>
                  <a:moveTo>
                    <a:pt x="1463031" y="864120"/>
                  </a:moveTo>
                  <a:lnTo>
                    <a:pt x="1470921" y="784112"/>
                  </a:lnTo>
                  <a:lnTo>
                    <a:pt x="1353761" y="800782"/>
                  </a:lnTo>
                  <a:close/>
                  <a:moveTo>
                    <a:pt x="1386919" y="865404"/>
                  </a:moveTo>
                  <a:lnTo>
                    <a:pt x="1463031" y="864120"/>
                  </a:lnTo>
                  <a:lnTo>
                    <a:pt x="1353761" y="800782"/>
                  </a:lnTo>
                  <a:close/>
                  <a:moveTo>
                    <a:pt x="1352661" y="718568"/>
                  </a:moveTo>
                  <a:lnTo>
                    <a:pt x="1353761" y="800782"/>
                  </a:lnTo>
                  <a:lnTo>
                    <a:pt x="1457759" y="734903"/>
                  </a:lnTo>
                  <a:close/>
                  <a:moveTo>
                    <a:pt x="1613865" y="641694"/>
                  </a:moveTo>
                  <a:lnTo>
                    <a:pt x="1598392" y="703392"/>
                  </a:lnTo>
                  <a:lnTo>
                    <a:pt x="1572196" y="735870"/>
                  </a:lnTo>
                  <a:close/>
                  <a:moveTo>
                    <a:pt x="1632468" y="347094"/>
                  </a:moveTo>
                  <a:lnTo>
                    <a:pt x="1618545" y="318176"/>
                  </a:lnTo>
                  <a:lnTo>
                    <a:pt x="1615645" y="337493"/>
                  </a:lnTo>
                  <a:close/>
                  <a:moveTo>
                    <a:pt x="1674194" y="197524"/>
                  </a:moveTo>
                  <a:lnTo>
                    <a:pt x="1699565" y="220849"/>
                  </a:lnTo>
                  <a:lnTo>
                    <a:pt x="1679957" y="208394"/>
                  </a:lnTo>
                  <a:close/>
                  <a:moveTo>
                    <a:pt x="1787653" y="271537"/>
                  </a:moveTo>
                  <a:lnTo>
                    <a:pt x="1715310" y="197524"/>
                  </a:lnTo>
                  <a:lnTo>
                    <a:pt x="1789181" y="280281"/>
                  </a:lnTo>
                  <a:close/>
                  <a:moveTo>
                    <a:pt x="1789181" y="280281"/>
                  </a:moveTo>
                  <a:lnTo>
                    <a:pt x="1715310" y="197524"/>
                  </a:lnTo>
                  <a:lnTo>
                    <a:pt x="1679957" y="208394"/>
                  </a:lnTo>
                  <a:close/>
                  <a:moveTo>
                    <a:pt x="1699565" y="220849"/>
                  </a:moveTo>
                  <a:lnTo>
                    <a:pt x="1782769" y="279739"/>
                  </a:lnTo>
                  <a:lnTo>
                    <a:pt x="1789181" y="280281"/>
                  </a:lnTo>
                  <a:close/>
                  <a:moveTo>
                    <a:pt x="1679957" y="208394"/>
                  </a:moveTo>
                  <a:lnTo>
                    <a:pt x="1699565" y="220849"/>
                  </a:lnTo>
                  <a:lnTo>
                    <a:pt x="1789181" y="280281"/>
                  </a:lnTo>
                  <a:close/>
                  <a:moveTo>
                    <a:pt x="1679957" y="208394"/>
                  </a:moveTo>
                  <a:lnTo>
                    <a:pt x="1715310" y="197524"/>
                  </a:lnTo>
                  <a:lnTo>
                    <a:pt x="1689394" y="182822"/>
                  </a:lnTo>
                  <a:close/>
                  <a:moveTo>
                    <a:pt x="1674194" y="197524"/>
                  </a:moveTo>
                  <a:lnTo>
                    <a:pt x="1679957" y="208394"/>
                  </a:lnTo>
                  <a:lnTo>
                    <a:pt x="1689394" y="182822"/>
                  </a:lnTo>
                  <a:close/>
                  <a:moveTo>
                    <a:pt x="1604406" y="80266"/>
                  </a:moveTo>
                  <a:lnTo>
                    <a:pt x="1568115" y="38543"/>
                  </a:lnTo>
                  <a:lnTo>
                    <a:pt x="1577276" y="42290"/>
                  </a:lnTo>
                  <a:close/>
                  <a:moveTo>
                    <a:pt x="1604406" y="80266"/>
                  </a:moveTo>
                  <a:lnTo>
                    <a:pt x="1577276" y="42290"/>
                  </a:lnTo>
                  <a:lnTo>
                    <a:pt x="1659588" y="71384"/>
                  </a:lnTo>
                  <a:close/>
                  <a:moveTo>
                    <a:pt x="1715310" y="197524"/>
                  </a:moveTo>
                  <a:lnTo>
                    <a:pt x="1787653" y="271537"/>
                  </a:lnTo>
                  <a:lnTo>
                    <a:pt x="1778385" y="188965"/>
                  </a:lnTo>
                  <a:close/>
                  <a:moveTo>
                    <a:pt x="1688441" y="101404"/>
                  </a:moveTo>
                  <a:lnTo>
                    <a:pt x="1674194" y="197524"/>
                  </a:lnTo>
                  <a:lnTo>
                    <a:pt x="1689394" y="182822"/>
                  </a:lnTo>
                  <a:close/>
                  <a:moveTo>
                    <a:pt x="1778385" y="188965"/>
                  </a:moveTo>
                  <a:lnTo>
                    <a:pt x="1689394" y="182822"/>
                  </a:lnTo>
                  <a:lnTo>
                    <a:pt x="1715310" y="197524"/>
                  </a:lnTo>
                  <a:close/>
                  <a:moveTo>
                    <a:pt x="1688441" y="101404"/>
                  </a:moveTo>
                  <a:lnTo>
                    <a:pt x="1689394" y="182822"/>
                  </a:lnTo>
                  <a:lnTo>
                    <a:pt x="1778385" y="188965"/>
                  </a:lnTo>
                  <a:close/>
                  <a:moveTo>
                    <a:pt x="1778385" y="188965"/>
                  </a:moveTo>
                  <a:lnTo>
                    <a:pt x="1787653" y="271537"/>
                  </a:lnTo>
                  <a:lnTo>
                    <a:pt x="1812042" y="197524"/>
                  </a:lnTo>
                  <a:close/>
                  <a:moveTo>
                    <a:pt x="1778385" y="188965"/>
                  </a:moveTo>
                  <a:lnTo>
                    <a:pt x="1812042" y="197524"/>
                  </a:lnTo>
                  <a:lnTo>
                    <a:pt x="1757517" y="105839"/>
                  </a:lnTo>
                  <a:close/>
                  <a:moveTo>
                    <a:pt x="1626171" y="91436"/>
                  </a:moveTo>
                  <a:lnTo>
                    <a:pt x="1688441" y="101404"/>
                  </a:lnTo>
                  <a:lnTo>
                    <a:pt x="1659588" y="71384"/>
                  </a:lnTo>
                  <a:close/>
                  <a:moveTo>
                    <a:pt x="1876077" y="108280"/>
                  </a:moveTo>
                  <a:lnTo>
                    <a:pt x="1949657" y="159088"/>
                  </a:lnTo>
                  <a:lnTo>
                    <a:pt x="1934953" y="38436"/>
                  </a:lnTo>
                  <a:close/>
                  <a:moveTo>
                    <a:pt x="1934953" y="38436"/>
                  </a:moveTo>
                  <a:lnTo>
                    <a:pt x="1949657" y="159088"/>
                  </a:lnTo>
                  <a:lnTo>
                    <a:pt x="2006859" y="103392"/>
                  </a:lnTo>
                  <a:close/>
                  <a:moveTo>
                    <a:pt x="1979272" y="146832"/>
                  </a:moveTo>
                  <a:lnTo>
                    <a:pt x="2037453" y="120652"/>
                  </a:lnTo>
                  <a:lnTo>
                    <a:pt x="2006859" y="103392"/>
                  </a:lnTo>
                  <a:close/>
                  <a:moveTo>
                    <a:pt x="2037453" y="120652"/>
                  </a:moveTo>
                  <a:lnTo>
                    <a:pt x="2093592" y="149015"/>
                  </a:lnTo>
                  <a:lnTo>
                    <a:pt x="2107838" y="102902"/>
                  </a:lnTo>
                  <a:close/>
                  <a:moveTo>
                    <a:pt x="2006859" y="103392"/>
                  </a:moveTo>
                  <a:lnTo>
                    <a:pt x="2037453" y="120652"/>
                  </a:lnTo>
                  <a:lnTo>
                    <a:pt x="2095460" y="0"/>
                  </a:lnTo>
                  <a:close/>
                  <a:moveTo>
                    <a:pt x="2115828" y="16948"/>
                  </a:moveTo>
                  <a:lnTo>
                    <a:pt x="2037453" y="120652"/>
                  </a:lnTo>
                  <a:lnTo>
                    <a:pt x="2107838" y="102902"/>
                  </a:lnTo>
                  <a:close/>
                  <a:moveTo>
                    <a:pt x="2206640" y="83170"/>
                  </a:moveTo>
                  <a:lnTo>
                    <a:pt x="2107838" y="102902"/>
                  </a:lnTo>
                  <a:lnTo>
                    <a:pt x="2093592" y="149015"/>
                  </a:lnTo>
                  <a:close/>
                  <a:moveTo>
                    <a:pt x="2107838" y="102902"/>
                  </a:moveTo>
                  <a:lnTo>
                    <a:pt x="2206640" y="83170"/>
                  </a:lnTo>
                  <a:lnTo>
                    <a:pt x="2115828" y="16948"/>
                  </a:lnTo>
                  <a:close/>
                  <a:moveTo>
                    <a:pt x="2206640" y="83170"/>
                  </a:moveTo>
                  <a:lnTo>
                    <a:pt x="2206668" y="77928"/>
                  </a:lnTo>
                  <a:lnTo>
                    <a:pt x="2115828" y="16948"/>
                  </a:lnTo>
                  <a:close/>
                  <a:moveTo>
                    <a:pt x="2206640" y="83170"/>
                  </a:moveTo>
                  <a:lnTo>
                    <a:pt x="2279550" y="84488"/>
                  </a:lnTo>
                  <a:lnTo>
                    <a:pt x="2206668" y="7792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60" name="Candidate_density__2159">
              <a:extLst>
                <a:ext uri="{FF2B5EF4-FFF2-40B4-BE49-F238E27FC236}">
                  <a16:creationId xmlns:a16="http://schemas.microsoft.com/office/drawing/2014/main" id="{C996727F-FB3D-BC1F-0A7E-D16B381A68DE}"/>
                </a:ext>
              </a:extLst>
            </p:cNvPr>
            <p:cNvSpPr>
              <a:spLocks noGrp="1"/>
            </p:cNvSpPr>
            <p:nvPr/>
          </p:nvSpPr>
          <p:spPr>
            <a:xfrm>
              <a:off x="3785043" y="2587125"/>
              <a:ext cx="1669318" cy="877989"/>
            </a:xfrm>
            <a:custGeom>
              <a:avLst/>
              <a:gdLst/>
              <a:ahLst/>
              <a:cxnLst/>
              <a:rect l="0" t="0" r="0" b="0"/>
              <a:pathLst>
                <a:path w="1669318" h="877989">
                  <a:moveTo>
                    <a:pt x="46131" y="617512"/>
                  </a:moveTo>
                  <a:lnTo>
                    <a:pt x="0" y="576045"/>
                  </a:lnTo>
                  <a:lnTo>
                    <a:pt x="24873" y="602416"/>
                  </a:lnTo>
                  <a:close/>
                  <a:moveTo>
                    <a:pt x="105483" y="624216"/>
                  </a:moveTo>
                  <a:lnTo>
                    <a:pt x="20664" y="585750"/>
                  </a:lnTo>
                  <a:lnTo>
                    <a:pt x="46131" y="617512"/>
                  </a:lnTo>
                  <a:close/>
                  <a:moveTo>
                    <a:pt x="371911" y="607758"/>
                  </a:moveTo>
                  <a:lnTo>
                    <a:pt x="340803" y="689973"/>
                  </a:lnTo>
                  <a:lnTo>
                    <a:pt x="274762" y="699804"/>
                  </a:lnTo>
                  <a:close/>
                  <a:moveTo>
                    <a:pt x="274762" y="699804"/>
                  </a:moveTo>
                  <a:lnTo>
                    <a:pt x="340803" y="689973"/>
                  </a:lnTo>
                  <a:lnTo>
                    <a:pt x="315587" y="701439"/>
                  </a:lnTo>
                  <a:close/>
                  <a:moveTo>
                    <a:pt x="191998" y="641230"/>
                  </a:moveTo>
                  <a:lnTo>
                    <a:pt x="274762" y="699804"/>
                  </a:lnTo>
                  <a:lnTo>
                    <a:pt x="315587" y="701439"/>
                  </a:lnTo>
                  <a:close/>
                  <a:moveTo>
                    <a:pt x="504599" y="568867"/>
                  </a:moveTo>
                  <a:lnTo>
                    <a:pt x="570291" y="615553"/>
                  </a:lnTo>
                  <a:lnTo>
                    <a:pt x="499476" y="569321"/>
                  </a:lnTo>
                  <a:close/>
                  <a:moveTo>
                    <a:pt x="507930" y="466067"/>
                  </a:moveTo>
                  <a:lnTo>
                    <a:pt x="554389" y="448670"/>
                  </a:lnTo>
                  <a:lnTo>
                    <a:pt x="504599" y="568867"/>
                  </a:lnTo>
                  <a:close/>
                  <a:moveTo>
                    <a:pt x="1193744" y="830456"/>
                  </a:moveTo>
                  <a:lnTo>
                    <a:pt x="1241116" y="794605"/>
                  </a:lnTo>
                  <a:lnTo>
                    <a:pt x="1231330" y="782872"/>
                  </a:lnTo>
                  <a:close/>
                  <a:moveTo>
                    <a:pt x="1223430" y="877989"/>
                  </a:moveTo>
                  <a:lnTo>
                    <a:pt x="1241116" y="794605"/>
                  </a:lnTo>
                  <a:lnTo>
                    <a:pt x="1193744" y="830456"/>
                  </a:lnTo>
                  <a:close/>
                  <a:moveTo>
                    <a:pt x="1042183" y="542452"/>
                  </a:moveTo>
                  <a:lnTo>
                    <a:pt x="1097019" y="536227"/>
                  </a:lnTo>
                  <a:lnTo>
                    <a:pt x="1133972" y="580005"/>
                  </a:lnTo>
                  <a:close/>
                  <a:moveTo>
                    <a:pt x="1133972" y="580005"/>
                  </a:moveTo>
                  <a:lnTo>
                    <a:pt x="1097019" y="536227"/>
                  </a:lnTo>
                  <a:lnTo>
                    <a:pt x="1133030" y="497791"/>
                  </a:lnTo>
                  <a:close/>
                  <a:moveTo>
                    <a:pt x="1042183" y="542452"/>
                  </a:moveTo>
                  <a:lnTo>
                    <a:pt x="1034692" y="577901"/>
                  </a:lnTo>
                  <a:lnTo>
                    <a:pt x="974535" y="568184"/>
                  </a:lnTo>
                  <a:close/>
                  <a:moveTo>
                    <a:pt x="1097019" y="536227"/>
                  </a:moveTo>
                  <a:lnTo>
                    <a:pt x="1121869" y="415576"/>
                  </a:lnTo>
                  <a:lnTo>
                    <a:pt x="1133030" y="497791"/>
                  </a:lnTo>
                  <a:close/>
                  <a:moveTo>
                    <a:pt x="1162308" y="397714"/>
                  </a:moveTo>
                  <a:lnTo>
                    <a:pt x="1121869" y="415576"/>
                  </a:lnTo>
                  <a:lnTo>
                    <a:pt x="1137473" y="404864"/>
                  </a:lnTo>
                  <a:close/>
                  <a:moveTo>
                    <a:pt x="1616699" y="270670"/>
                  </a:moveTo>
                  <a:lnTo>
                    <a:pt x="1645135" y="347645"/>
                  </a:lnTo>
                  <a:lnTo>
                    <a:pt x="1649392" y="382481"/>
                  </a:lnTo>
                  <a:close/>
                  <a:moveTo>
                    <a:pt x="1645135" y="347645"/>
                  </a:moveTo>
                  <a:lnTo>
                    <a:pt x="1616699" y="270670"/>
                  </a:lnTo>
                  <a:lnTo>
                    <a:pt x="1643664" y="344045"/>
                  </a:lnTo>
                  <a:close/>
                  <a:moveTo>
                    <a:pt x="1616699" y="270670"/>
                  </a:moveTo>
                  <a:lnTo>
                    <a:pt x="1606242" y="261829"/>
                  </a:lnTo>
                  <a:lnTo>
                    <a:pt x="1643664" y="344045"/>
                  </a:lnTo>
                  <a:close/>
                  <a:moveTo>
                    <a:pt x="1333953" y="0"/>
                  </a:moveTo>
                  <a:lnTo>
                    <a:pt x="1222047" y="53621"/>
                  </a:lnTo>
                  <a:lnTo>
                    <a:pt x="1279868" y="12991"/>
                  </a:lnTo>
                  <a:close/>
                  <a:moveTo>
                    <a:pt x="1606242" y="261829"/>
                  </a:moveTo>
                  <a:lnTo>
                    <a:pt x="1646156" y="146630"/>
                  </a:lnTo>
                  <a:lnTo>
                    <a:pt x="1648006" y="141178"/>
                  </a:lnTo>
                  <a:close/>
                  <a:moveTo>
                    <a:pt x="1630208" y="59505"/>
                  </a:moveTo>
                  <a:lnTo>
                    <a:pt x="1646156" y="146630"/>
                  </a:lnTo>
                  <a:lnTo>
                    <a:pt x="1669318" y="8830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61" name="Candidate_density__2160">
              <a:extLst>
                <a:ext uri="{FF2B5EF4-FFF2-40B4-BE49-F238E27FC236}">
                  <a16:creationId xmlns:a16="http://schemas.microsoft.com/office/drawing/2014/main" id="{1EB5D499-ED3C-F1DB-16F1-69F8CBECEE92}"/>
                </a:ext>
              </a:extLst>
            </p:cNvPr>
            <p:cNvSpPr>
              <a:spLocks noGrp="1"/>
            </p:cNvSpPr>
            <p:nvPr/>
          </p:nvSpPr>
          <p:spPr>
            <a:xfrm>
              <a:off x="3626070" y="1982709"/>
              <a:ext cx="2206668" cy="1425725"/>
            </a:xfrm>
            <a:custGeom>
              <a:avLst/>
              <a:gdLst/>
              <a:ahLst/>
              <a:cxnLst/>
              <a:rect l="0" t="0" r="0" b="0"/>
              <a:pathLst>
                <a:path w="2206668" h="1425725">
                  <a:moveTo>
                    <a:pt x="0" y="960186"/>
                  </a:moveTo>
                  <a:lnTo>
                    <a:pt x="69587" y="1003965"/>
                  </a:lnTo>
                  <a:lnTo>
                    <a:pt x="58142" y="921750"/>
                  </a:lnTo>
                  <a:close/>
                  <a:moveTo>
                    <a:pt x="43518" y="839535"/>
                  </a:moveTo>
                  <a:lnTo>
                    <a:pt x="0" y="960186"/>
                  </a:lnTo>
                  <a:lnTo>
                    <a:pt x="58142" y="921750"/>
                  </a:lnTo>
                  <a:close/>
                  <a:moveTo>
                    <a:pt x="505742" y="1040821"/>
                  </a:moveTo>
                  <a:lnTo>
                    <a:pt x="533672" y="968807"/>
                  </a:lnTo>
                  <a:lnTo>
                    <a:pt x="448295" y="1026932"/>
                  </a:lnTo>
                  <a:close/>
                  <a:moveTo>
                    <a:pt x="513885" y="927092"/>
                  </a:moveTo>
                  <a:lnTo>
                    <a:pt x="533672" y="968807"/>
                  </a:lnTo>
                  <a:lnTo>
                    <a:pt x="564173" y="970871"/>
                  </a:lnTo>
                  <a:close/>
                  <a:moveTo>
                    <a:pt x="458001" y="618672"/>
                  </a:moveTo>
                  <a:lnTo>
                    <a:pt x="534111" y="717481"/>
                  </a:lnTo>
                  <a:lnTo>
                    <a:pt x="531375" y="619613"/>
                  </a:lnTo>
                  <a:close/>
                  <a:moveTo>
                    <a:pt x="367170" y="631925"/>
                  </a:moveTo>
                  <a:lnTo>
                    <a:pt x="458001" y="618672"/>
                  </a:lnTo>
                  <a:lnTo>
                    <a:pt x="448219" y="526532"/>
                  </a:lnTo>
                  <a:close/>
                  <a:moveTo>
                    <a:pt x="458001" y="618672"/>
                  </a:moveTo>
                  <a:lnTo>
                    <a:pt x="515770" y="532208"/>
                  </a:lnTo>
                  <a:lnTo>
                    <a:pt x="448219" y="526532"/>
                  </a:lnTo>
                  <a:close/>
                  <a:moveTo>
                    <a:pt x="358872" y="538578"/>
                  </a:moveTo>
                  <a:lnTo>
                    <a:pt x="448219" y="526532"/>
                  </a:lnTo>
                  <a:lnTo>
                    <a:pt x="386316" y="481322"/>
                  </a:lnTo>
                  <a:close/>
                  <a:moveTo>
                    <a:pt x="1197203" y="1343509"/>
                  </a:moveTo>
                  <a:lnTo>
                    <a:pt x="1249726" y="1425725"/>
                  </a:lnTo>
                  <a:lnTo>
                    <a:pt x="1306155" y="1387289"/>
                  </a:lnTo>
                  <a:close/>
                  <a:moveTo>
                    <a:pt x="1197203" y="1343509"/>
                  </a:moveTo>
                  <a:lnTo>
                    <a:pt x="1306155" y="1387289"/>
                  </a:lnTo>
                  <a:lnTo>
                    <a:pt x="1258961" y="1305073"/>
                  </a:lnTo>
                  <a:close/>
                  <a:moveTo>
                    <a:pt x="1183242" y="1261295"/>
                  </a:moveTo>
                  <a:lnTo>
                    <a:pt x="1197203" y="1343509"/>
                  </a:lnTo>
                  <a:lnTo>
                    <a:pt x="1258961" y="1305073"/>
                  </a:lnTo>
                  <a:close/>
                  <a:moveTo>
                    <a:pt x="1258961" y="1305073"/>
                  </a:moveTo>
                  <a:lnTo>
                    <a:pt x="1306155" y="1387289"/>
                  </a:lnTo>
                  <a:lnTo>
                    <a:pt x="1348123" y="1266637"/>
                  </a:lnTo>
                  <a:close/>
                  <a:moveTo>
                    <a:pt x="1275699" y="1140643"/>
                  </a:moveTo>
                  <a:lnTo>
                    <a:pt x="1353761" y="1184422"/>
                  </a:lnTo>
                  <a:lnTo>
                    <a:pt x="1352661" y="1102207"/>
                  </a:lnTo>
                  <a:close/>
                  <a:moveTo>
                    <a:pt x="918055" y="709169"/>
                  </a:moveTo>
                  <a:lnTo>
                    <a:pt x="941430" y="691131"/>
                  </a:lnTo>
                  <a:lnTo>
                    <a:pt x="916547" y="729568"/>
                  </a:lnTo>
                  <a:close/>
                  <a:moveTo>
                    <a:pt x="1658086" y="904682"/>
                  </a:moveTo>
                  <a:lnTo>
                    <a:pt x="1620795" y="940407"/>
                  </a:lnTo>
                  <a:lnTo>
                    <a:pt x="1613865" y="1025334"/>
                  </a:lnTo>
                  <a:close/>
                  <a:moveTo>
                    <a:pt x="1374830" y="458135"/>
                  </a:moveTo>
                  <a:lnTo>
                    <a:pt x="1434982" y="387776"/>
                  </a:lnTo>
                  <a:lnTo>
                    <a:pt x="1415885" y="385258"/>
                  </a:lnTo>
                  <a:close/>
                  <a:moveTo>
                    <a:pt x="1374830" y="458135"/>
                  </a:moveTo>
                  <a:lnTo>
                    <a:pt x="1415885" y="385258"/>
                  </a:lnTo>
                  <a:lnTo>
                    <a:pt x="1330199" y="394327"/>
                  </a:lnTo>
                  <a:close/>
                  <a:moveTo>
                    <a:pt x="1490616" y="424595"/>
                  </a:moveTo>
                  <a:lnTo>
                    <a:pt x="1514699" y="407165"/>
                  </a:lnTo>
                  <a:lnTo>
                    <a:pt x="1434982" y="387776"/>
                  </a:lnTo>
                  <a:close/>
                  <a:moveTo>
                    <a:pt x="1490616" y="424595"/>
                  </a:moveTo>
                  <a:lnTo>
                    <a:pt x="1568115" y="422183"/>
                  </a:lnTo>
                  <a:lnTo>
                    <a:pt x="1514699" y="407165"/>
                  </a:lnTo>
                  <a:close/>
                  <a:moveTo>
                    <a:pt x="1568115" y="422183"/>
                  </a:moveTo>
                  <a:lnTo>
                    <a:pt x="1490616" y="424595"/>
                  </a:lnTo>
                  <a:lnTo>
                    <a:pt x="1577276" y="425929"/>
                  </a:lnTo>
                  <a:close/>
                  <a:moveTo>
                    <a:pt x="1757517" y="489478"/>
                  </a:moveTo>
                  <a:lnTo>
                    <a:pt x="1688441" y="485044"/>
                  </a:lnTo>
                  <a:lnTo>
                    <a:pt x="1778385" y="572605"/>
                  </a:lnTo>
                  <a:close/>
                  <a:moveTo>
                    <a:pt x="1757517" y="489478"/>
                  </a:moveTo>
                  <a:lnTo>
                    <a:pt x="1812042" y="581164"/>
                  </a:lnTo>
                  <a:lnTo>
                    <a:pt x="1876077" y="491919"/>
                  </a:lnTo>
                  <a:close/>
                  <a:moveTo>
                    <a:pt x="1757517" y="489478"/>
                  </a:moveTo>
                  <a:lnTo>
                    <a:pt x="1876077" y="491919"/>
                  </a:lnTo>
                  <a:lnTo>
                    <a:pt x="1841470" y="460512"/>
                  </a:lnTo>
                  <a:close/>
                  <a:moveTo>
                    <a:pt x="1626171" y="475076"/>
                  </a:moveTo>
                  <a:lnTo>
                    <a:pt x="1659588" y="455023"/>
                  </a:lnTo>
                  <a:lnTo>
                    <a:pt x="1577276" y="425929"/>
                  </a:lnTo>
                  <a:close/>
                  <a:moveTo>
                    <a:pt x="1688441" y="485044"/>
                  </a:moveTo>
                  <a:lnTo>
                    <a:pt x="1730772" y="442506"/>
                  </a:lnTo>
                  <a:lnTo>
                    <a:pt x="1659588" y="455023"/>
                  </a:lnTo>
                  <a:close/>
                  <a:moveTo>
                    <a:pt x="1688441" y="485044"/>
                  </a:moveTo>
                  <a:lnTo>
                    <a:pt x="1757517" y="489478"/>
                  </a:lnTo>
                  <a:lnTo>
                    <a:pt x="1730772" y="442506"/>
                  </a:lnTo>
                  <a:close/>
                  <a:moveTo>
                    <a:pt x="1889608" y="442683"/>
                  </a:moveTo>
                  <a:lnTo>
                    <a:pt x="1876077" y="491919"/>
                  </a:lnTo>
                  <a:lnTo>
                    <a:pt x="1934953" y="422076"/>
                  </a:lnTo>
                  <a:close/>
                  <a:moveTo>
                    <a:pt x="1841470" y="460512"/>
                  </a:moveTo>
                  <a:lnTo>
                    <a:pt x="1876077" y="491919"/>
                  </a:lnTo>
                  <a:lnTo>
                    <a:pt x="1889608" y="442683"/>
                  </a:lnTo>
                  <a:close/>
                  <a:moveTo>
                    <a:pt x="2019847" y="397393"/>
                  </a:moveTo>
                  <a:lnTo>
                    <a:pt x="2006859" y="487031"/>
                  </a:lnTo>
                  <a:lnTo>
                    <a:pt x="2095460" y="383640"/>
                  </a:lnTo>
                  <a:close/>
                  <a:moveTo>
                    <a:pt x="2095460" y="383640"/>
                  </a:moveTo>
                  <a:lnTo>
                    <a:pt x="2037453" y="504291"/>
                  </a:lnTo>
                  <a:lnTo>
                    <a:pt x="2115828" y="400588"/>
                  </a:lnTo>
                  <a:close/>
                  <a:moveTo>
                    <a:pt x="1934953" y="422076"/>
                  </a:moveTo>
                  <a:lnTo>
                    <a:pt x="2006859" y="487031"/>
                  </a:lnTo>
                  <a:lnTo>
                    <a:pt x="2019847" y="397393"/>
                  </a:lnTo>
                  <a:close/>
                  <a:moveTo>
                    <a:pt x="2019847" y="397393"/>
                  </a:moveTo>
                  <a:lnTo>
                    <a:pt x="2104998" y="360095"/>
                  </a:lnTo>
                  <a:lnTo>
                    <a:pt x="2073041" y="314647"/>
                  </a:lnTo>
                  <a:close/>
                  <a:moveTo>
                    <a:pt x="2019847" y="397393"/>
                  </a:moveTo>
                  <a:lnTo>
                    <a:pt x="2073041" y="314647"/>
                  </a:lnTo>
                  <a:lnTo>
                    <a:pt x="1996947" y="315918"/>
                  </a:lnTo>
                  <a:close/>
                  <a:moveTo>
                    <a:pt x="1996947" y="315918"/>
                  </a:moveTo>
                  <a:lnTo>
                    <a:pt x="2073041" y="314647"/>
                  </a:lnTo>
                  <a:lnTo>
                    <a:pt x="1968876" y="238647"/>
                  </a:lnTo>
                  <a:close/>
                  <a:moveTo>
                    <a:pt x="2095460" y="383640"/>
                  </a:moveTo>
                  <a:lnTo>
                    <a:pt x="2115828" y="400588"/>
                  </a:lnTo>
                  <a:lnTo>
                    <a:pt x="2116329" y="379547"/>
                  </a:lnTo>
                  <a:close/>
                  <a:moveTo>
                    <a:pt x="2104998" y="360095"/>
                  </a:moveTo>
                  <a:lnTo>
                    <a:pt x="2095460" y="383640"/>
                  </a:lnTo>
                  <a:lnTo>
                    <a:pt x="2116329" y="379547"/>
                  </a:lnTo>
                  <a:close/>
                  <a:moveTo>
                    <a:pt x="2205121" y="367952"/>
                  </a:moveTo>
                  <a:lnTo>
                    <a:pt x="2115828" y="400588"/>
                  </a:lnTo>
                  <a:lnTo>
                    <a:pt x="2206668" y="461567"/>
                  </a:lnTo>
                  <a:close/>
                  <a:moveTo>
                    <a:pt x="2205121" y="367952"/>
                  </a:moveTo>
                  <a:lnTo>
                    <a:pt x="2116329" y="379547"/>
                  </a:lnTo>
                  <a:lnTo>
                    <a:pt x="2115828" y="400588"/>
                  </a:lnTo>
                  <a:close/>
                  <a:moveTo>
                    <a:pt x="2116329" y="379547"/>
                  </a:moveTo>
                  <a:lnTo>
                    <a:pt x="2164738" y="304797"/>
                  </a:lnTo>
                  <a:lnTo>
                    <a:pt x="2104998" y="360095"/>
                  </a:lnTo>
                  <a:close/>
                  <a:moveTo>
                    <a:pt x="2116329" y="379547"/>
                  </a:moveTo>
                  <a:lnTo>
                    <a:pt x="2205121" y="367952"/>
                  </a:lnTo>
                  <a:lnTo>
                    <a:pt x="2164738" y="304797"/>
                  </a:lnTo>
                  <a:close/>
                  <a:moveTo>
                    <a:pt x="2091044" y="99826"/>
                  </a:moveTo>
                  <a:lnTo>
                    <a:pt x="2066107" y="214689"/>
                  </a:lnTo>
                  <a:lnTo>
                    <a:pt x="2097760" y="98558"/>
                  </a:lnTo>
                  <a:close/>
                  <a:moveTo>
                    <a:pt x="2091044" y="99826"/>
                  </a:moveTo>
                  <a:lnTo>
                    <a:pt x="1981132" y="175642"/>
                  </a:lnTo>
                  <a:lnTo>
                    <a:pt x="2066107" y="214689"/>
                  </a:lnTo>
                  <a:close/>
                  <a:moveTo>
                    <a:pt x="2091044" y="99826"/>
                  </a:moveTo>
                  <a:lnTo>
                    <a:pt x="2091113" y="92982"/>
                  </a:lnTo>
                  <a:lnTo>
                    <a:pt x="1985478" y="125058"/>
                  </a:lnTo>
                  <a:close/>
                  <a:moveTo>
                    <a:pt x="2091044" y="99826"/>
                  </a:moveTo>
                  <a:lnTo>
                    <a:pt x="2097760" y="98558"/>
                  </a:lnTo>
                  <a:lnTo>
                    <a:pt x="2091113" y="92982"/>
                  </a:lnTo>
                  <a:close/>
                  <a:moveTo>
                    <a:pt x="2180698" y="180773"/>
                  </a:moveTo>
                  <a:lnTo>
                    <a:pt x="2192565" y="193638"/>
                  </a:lnTo>
                  <a:lnTo>
                    <a:pt x="2192678" y="177883"/>
                  </a:lnTo>
                  <a:close/>
                  <a:moveTo>
                    <a:pt x="2097760" y="98558"/>
                  </a:moveTo>
                  <a:lnTo>
                    <a:pt x="2192678" y="177883"/>
                  </a:lnTo>
                  <a:lnTo>
                    <a:pt x="2184911" y="84106"/>
                  </a:lnTo>
                  <a:close/>
                  <a:moveTo>
                    <a:pt x="2097760" y="98558"/>
                  </a:moveTo>
                  <a:lnTo>
                    <a:pt x="2180698" y="180773"/>
                  </a:lnTo>
                  <a:lnTo>
                    <a:pt x="2192678" y="177883"/>
                  </a:lnTo>
                  <a:close/>
                  <a:moveTo>
                    <a:pt x="2184911" y="84106"/>
                  </a:moveTo>
                  <a:lnTo>
                    <a:pt x="2091113" y="92982"/>
                  </a:lnTo>
                  <a:lnTo>
                    <a:pt x="2097760" y="98558"/>
                  </a:lnTo>
                  <a:close/>
                  <a:moveTo>
                    <a:pt x="2090717" y="0"/>
                  </a:moveTo>
                  <a:lnTo>
                    <a:pt x="2091113" y="92982"/>
                  </a:lnTo>
                  <a:lnTo>
                    <a:pt x="2184911" y="84106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62" name="Candidate_density__2161">
              <a:extLst>
                <a:ext uri="{FF2B5EF4-FFF2-40B4-BE49-F238E27FC236}">
                  <a16:creationId xmlns:a16="http://schemas.microsoft.com/office/drawing/2014/main" id="{B17D0A2E-943D-B144-EA0D-B503DA3F9ED3}"/>
                </a:ext>
              </a:extLst>
            </p:cNvPr>
            <p:cNvSpPr>
              <a:spLocks noGrp="1"/>
            </p:cNvSpPr>
            <p:nvPr/>
          </p:nvSpPr>
          <p:spPr>
            <a:xfrm>
              <a:off x="3596239" y="1982709"/>
              <a:ext cx="2134829" cy="1305073"/>
            </a:xfrm>
            <a:custGeom>
              <a:avLst/>
              <a:gdLst/>
              <a:ahLst/>
              <a:cxnLst/>
              <a:rect l="0" t="0" r="0" b="0"/>
              <a:pathLst>
                <a:path w="2134829" h="1305073">
                  <a:moveTo>
                    <a:pt x="1616" y="871681"/>
                  </a:moveTo>
                  <a:lnTo>
                    <a:pt x="0" y="900857"/>
                  </a:lnTo>
                  <a:lnTo>
                    <a:pt x="73349" y="839535"/>
                  </a:lnTo>
                  <a:close/>
                  <a:moveTo>
                    <a:pt x="73349" y="839535"/>
                  </a:moveTo>
                  <a:lnTo>
                    <a:pt x="0" y="900857"/>
                  </a:lnTo>
                  <a:lnTo>
                    <a:pt x="29831" y="960186"/>
                  </a:lnTo>
                  <a:close/>
                  <a:moveTo>
                    <a:pt x="87973" y="921750"/>
                  </a:moveTo>
                  <a:lnTo>
                    <a:pt x="120734" y="801099"/>
                  </a:lnTo>
                  <a:lnTo>
                    <a:pt x="73349" y="839535"/>
                  </a:lnTo>
                  <a:close/>
                  <a:moveTo>
                    <a:pt x="69649" y="757319"/>
                  </a:moveTo>
                  <a:lnTo>
                    <a:pt x="73349" y="839535"/>
                  </a:lnTo>
                  <a:lnTo>
                    <a:pt x="120734" y="801099"/>
                  </a:lnTo>
                  <a:close/>
                  <a:moveTo>
                    <a:pt x="69649" y="757319"/>
                  </a:moveTo>
                  <a:lnTo>
                    <a:pt x="120734" y="801099"/>
                  </a:lnTo>
                  <a:lnTo>
                    <a:pt x="124797" y="718883"/>
                  </a:lnTo>
                  <a:close/>
                  <a:moveTo>
                    <a:pt x="118804" y="636668"/>
                  </a:moveTo>
                  <a:lnTo>
                    <a:pt x="118438" y="637115"/>
                  </a:lnTo>
                  <a:lnTo>
                    <a:pt x="69649" y="757319"/>
                  </a:lnTo>
                  <a:close/>
                  <a:moveTo>
                    <a:pt x="124797" y="718883"/>
                  </a:moveTo>
                  <a:lnTo>
                    <a:pt x="118804" y="636668"/>
                  </a:lnTo>
                  <a:lnTo>
                    <a:pt x="69649" y="757319"/>
                  </a:lnTo>
                  <a:close/>
                  <a:moveTo>
                    <a:pt x="118910" y="636379"/>
                  </a:moveTo>
                  <a:lnTo>
                    <a:pt x="118438" y="637115"/>
                  </a:lnTo>
                  <a:lnTo>
                    <a:pt x="118804" y="636668"/>
                  </a:lnTo>
                  <a:close/>
                  <a:moveTo>
                    <a:pt x="124797" y="718883"/>
                  </a:moveTo>
                  <a:lnTo>
                    <a:pt x="190818" y="690031"/>
                  </a:lnTo>
                  <a:lnTo>
                    <a:pt x="175242" y="691027"/>
                  </a:lnTo>
                  <a:close/>
                  <a:moveTo>
                    <a:pt x="118804" y="636668"/>
                  </a:moveTo>
                  <a:lnTo>
                    <a:pt x="175242" y="691027"/>
                  </a:lnTo>
                  <a:lnTo>
                    <a:pt x="119397" y="636336"/>
                  </a:lnTo>
                  <a:close/>
                  <a:moveTo>
                    <a:pt x="118804" y="636668"/>
                  </a:moveTo>
                  <a:lnTo>
                    <a:pt x="124797" y="718883"/>
                  </a:lnTo>
                  <a:lnTo>
                    <a:pt x="175242" y="691027"/>
                  </a:lnTo>
                  <a:close/>
                  <a:moveTo>
                    <a:pt x="196983" y="680447"/>
                  </a:moveTo>
                  <a:lnTo>
                    <a:pt x="184617" y="598232"/>
                  </a:lnTo>
                  <a:lnTo>
                    <a:pt x="175242" y="691027"/>
                  </a:lnTo>
                  <a:close/>
                  <a:moveTo>
                    <a:pt x="184617" y="598232"/>
                  </a:moveTo>
                  <a:lnTo>
                    <a:pt x="119397" y="636336"/>
                  </a:lnTo>
                  <a:lnTo>
                    <a:pt x="175242" y="691027"/>
                  </a:lnTo>
                  <a:close/>
                  <a:moveTo>
                    <a:pt x="118910" y="636379"/>
                  </a:moveTo>
                  <a:lnTo>
                    <a:pt x="118804" y="636668"/>
                  </a:lnTo>
                  <a:lnTo>
                    <a:pt x="119397" y="636336"/>
                  </a:lnTo>
                  <a:close/>
                  <a:moveTo>
                    <a:pt x="223472" y="533458"/>
                  </a:moveTo>
                  <a:lnTo>
                    <a:pt x="119397" y="636336"/>
                  </a:lnTo>
                  <a:lnTo>
                    <a:pt x="184617" y="598232"/>
                  </a:lnTo>
                  <a:close/>
                  <a:moveTo>
                    <a:pt x="118910" y="636379"/>
                  </a:moveTo>
                  <a:lnTo>
                    <a:pt x="119397" y="636336"/>
                  </a:lnTo>
                  <a:lnTo>
                    <a:pt x="223472" y="533458"/>
                  </a:lnTo>
                  <a:close/>
                  <a:moveTo>
                    <a:pt x="184617" y="598232"/>
                  </a:moveTo>
                  <a:lnTo>
                    <a:pt x="295144" y="654140"/>
                  </a:lnTo>
                  <a:lnTo>
                    <a:pt x="277719" y="568214"/>
                  </a:lnTo>
                  <a:close/>
                  <a:moveTo>
                    <a:pt x="184617" y="598232"/>
                  </a:moveTo>
                  <a:lnTo>
                    <a:pt x="196983" y="680447"/>
                  </a:lnTo>
                  <a:lnTo>
                    <a:pt x="295144" y="654140"/>
                  </a:lnTo>
                  <a:close/>
                  <a:moveTo>
                    <a:pt x="308190" y="559795"/>
                  </a:moveTo>
                  <a:lnTo>
                    <a:pt x="277719" y="568214"/>
                  </a:lnTo>
                  <a:lnTo>
                    <a:pt x="295144" y="654140"/>
                  </a:lnTo>
                  <a:close/>
                  <a:moveTo>
                    <a:pt x="223472" y="533458"/>
                  </a:moveTo>
                  <a:lnTo>
                    <a:pt x="184617" y="598232"/>
                  </a:lnTo>
                  <a:lnTo>
                    <a:pt x="277719" y="568214"/>
                  </a:lnTo>
                  <a:close/>
                  <a:moveTo>
                    <a:pt x="347489" y="503277"/>
                  </a:moveTo>
                  <a:lnTo>
                    <a:pt x="223472" y="533458"/>
                  </a:lnTo>
                  <a:lnTo>
                    <a:pt x="308190" y="559795"/>
                  </a:lnTo>
                  <a:close/>
                  <a:moveTo>
                    <a:pt x="308190" y="559795"/>
                  </a:moveTo>
                  <a:lnTo>
                    <a:pt x="223472" y="533458"/>
                  </a:lnTo>
                  <a:lnTo>
                    <a:pt x="277719" y="568214"/>
                  </a:lnTo>
                  <a:close/>
                  <a:moveTo>
                    <a:pt x="308190" y="559795"/>
                  </a:moveTo>
                  <a:lnTo>
                    <a:pt x="397001" y="631925"/>
                  </a:lnTo>
                  <a:lnTo>
                    <a:pt x="388703" y="538578"/>
                  </a:lnTo>
                  <a:close/>
                  <a:moveTo>
                    <a:pt x="308190" y="559795"/>
                  </a:moveTo>
                  <a:lnTo>
                    <a:pt x="358059" y="642010"/>
                  </a:lnTo>
                  <a:lnTo>
                    <a:pt x="397001" y="631925"/>
                  </a:lnTo>
                  <a:close/>
                  <a:moveTo>
                    <a:pt x="397001" y="631925"/>
                  </a:moveTo>
                  <a:lnTo>
                    <a:pt x="478051" y="526532"/>
                  </a:lnTo>
                  <a:lnTo>
                    <a:pt x="388703" y="538578"/>
                  </a:lnTo>
                  <a:close/>
                  <a:moveTo>
                    <a:pt x="347489" y="503277"/>
                  </a:moveTo>
                  <a:lnTo>
                    <a:pt x="308190" y="559795"/>
                  </a:lnTo>
                  <a:lnTo>
                    <a:pt x="388703" y="538578"/>
                  </a:lnTo>
                  <a:close/>
                  <a:moveTo>
                    <a:pt x="388703" y="538578"/>
                  </a:moveTo>
                  <a:lnTo>
                    <a:pt x="416147" y="481322"/>
                  </a:lnTo>
                  <a:lnTo>
                    <a:pt x="347489" y="503277"/>
                  </a:lnTo>
                  <a:close/>
                  <a:moveTo>
                    <a:pt x="1213073" y="1261295"/>
                  </a:moveTo>
                  <a:lnTo>
                    <a:pt x="1288792" y="1305073"/>
                  </a:lnTo>
                  <a:lnTo>
                    <a:pt x="1325835" y="1222858"/>
                  </a:lnTo>
                  <a:close/>
                  <a:moveTo>
                    <a:pt x="1377955" y="1266637"/>
                  </a:moveTo>
                  <a:lnTo>
                    <a:pt x="1387130" y="1236798"/>
                  </a:lnTo>
                  <a:lnTo>
                    <a:pt x="1325855" y="1222849"/>
                  </a:lnTo>
                  <a:close/>
                  <a:moveTo>
                    <a:pt x="1325835" y="1222858"/>
                  </a:moveTo>
                  <a:lnTo>
                    <a:pt x="1377955" y="1266637"/>
                  </a:lnTo>
                  <a:lnTo>
                    <a:pt x="1325855" y="1222849"/>
                  </a:lnTo>
                  <a:close/>
                  <a:moveTo>
                    <a:pt x="1288792" y="1305073"/>
                  </a:moveTo>
                  <a:lnTo>
                    <a:pt x="1377955" y="1266637"/>
                  </a:lnTo>
                  <a:lnTo>
                    <a:pt x="1325835" y="1222858"/>
                  </a:lnTo>
                  <a:close/>
                  <a:moveTo>
                    <a:pt x="1325855" y="1222849"/>
                  </a:moveTo>
                  <a:lnTo>
                    <a:pt x="1387130" y="1236798"/>
                  </a:lnTo>
                  <a:lnTo>
                    <a:pt x="1383592" y="1184422"/>
                  </a:lnTo>
                  <a:close/>
                  <a:moveTo>
                    <a:pt x="1383592" y="1184422"/>
                  </a:moveTo>
                  <a:lnTo>
                    <a:pt x="1387130" y="1236798"/>
                  </a:lnTo>
                  <a:lnTo>
                    <a:pt x="1416751" y="1249044"/>
                  </a:lnTo>
                  <a:close/>
                  <a:moveTo>
                    <a:pt x="985844" y="608917"/>
                  </a:moveTo>
                  <a:lnTo>
                    <a:pt x="971261" y="691131"/>
                  </a:lnTo>
                  <a:lnTo>
                    <a:pt x="1038373" y="652695"/>
                  </a:lnTo>
                  <a:close/>
                  <a:moveTo>
                    <a:pt x="985844" y="608917"/>
                  </a:moveTo>
                  <a:lnTo>
                    <a:pt x="1038373" y="652695"/>
                  </a:lnTo>
                  <a:lnTo>
                    <a:pt x="1027726" y="570480"/>
                  </a:lnTo>
                  <a:close/>
                  <a:moveTo>
                    <a:pt x="1035846" y="544177"/>
                  </a:moveTo>
                  <a:lnTo>
                    <a:pt x="985844" y="608917"/>
                  </a:lnTo>
                  <a:lnTo>
                    <a:pt x="1027726" y="570480"/>
                  </a:lnTo>
                  <a:close/>
                  <a:moveTo>
                    <a:pt x="1035846" y="544177"/>
                  </a:moveTo>
                  <a:lnTo>
                    <a:pt x="990761" y="590813"/>
                  </a:lnTo>
                  <a:lnTo>
                    <a:pt x="985844" y="608917"/>
                  </a:lnTo>
                  <a:close/>
                  <a:moveTo>
                    <a:pt x="1035846" y="544177"/>
                  </a:moveTo>
                  <a:lnTo>
                    <a:pt x="1027726" y="570480"/>
                  </a:lnTo>
                  <a:lnTo>
                    <a:pt x="1084768" y="536427"/>
                  </a:lnTo>
                  <a:close/>
                  <a:moveTo>
                    <a:pt x="1035846" y="544177"/>
                  </a:moveTo>
                  <a:lnTo>
                    <a:pt x="1084768" y="536427"/>
                  </a:lnTo>
                  <a:lnTo>
                    <a:pt x="1056648" y="488265"/>
                  </a:lnTo>
                  <a:close/>
                  <a:moveTo>
                    <a:pt x="1056648" y="488265"/>
                  </a:moveTo>
                  <a:lnTo>
                    <a:pt x="1084768" y="536427"/>
                  </a:lnTo>
                  <a:lnTo>
                    <a:pt x="1091726" y="532043"/>
                  </a:lnTo>
                  <a:close/>
                  <a:moveTo>
                    <a:pt x="1056648" y="488265"/>
                  </a:moveTo>
                  <a:lnTo>
                    <a:pt x="1091726" y="532043"/>
                  </a:lnTo>
                  <a:lnTo>
                    <a:pt x="1130672" y="449828"/>
                  </a:lnTo>
                  <a:close/>
                  <a:moveTo>
                    <a:pt x="1139629" y="438343"/>
                  </a:moveTo>
                  <a:lnTo>
                    <a:pt x="1056648" y="488265"/>
                  </a:lnTo>
                  <a:lnTo>
                    <a:pt x="1130672" y="449828"/>
                  </a:lnTo>
                  <a:close/>
                  <a:moveTo>
                    <a:pt x="1139629" y="438343"/>
                  </a:moveTo>
                  <a:lnTo>
                    <a:pt x="1087307" y="457922"/>
                  </a:lnTo>
                  <a:lnTo>
                    <a:pt x="1056648" y="488265"/>
                  </a:lnTo>
                  <a:close/>
                  <a:moveTo>
                    <a:pt x="1130672" y="449828"/>
                  </a:moveTo>
                  <a:lnTo>
                    <a:pt x="1210360" y="487594"/>
                  </a:lnTo>
                  <a:lnTo>
                    <a:pt x="1151517" y="442661"/>
                  </a:lnTo>
                  <a:close/>
                  <a:moveTo>
                    <a:pt x="1139629" y="438343"/>
                  </a:moveTo>
                  <a:lnTo>
                    <a:pt x="1130672" y="449828"/>
                  </a:lnTo>
                  <a:lnTo>
                    <a:pt x="1151517" y="442661"/>
                  </a:lnTo>
                  <a:close/>
                  <a:moveTo>
                    <a:pt x="1151517" y="442661"/>
                  </a:moveTo>
                  <a:lnTo>
                    <a:pt x="1204594" y="402579"/>
                  </a:lnTo>
                  <a:lnTo>
                    <a:pt x="1139629" y="438343"/>
                  </a:lnTo>
                  <a:close/>
                  <a:moveTo>
                    <a:pt x="1151517" y="442661"/>
                  </a:moveTo>
                  <a:lnTo>
                    <a:pt x="1245085" y="427183"/>
                  </a:lnTo>
                  <a:lnTo>
                    <a:pt x="1204594" y="402579"/>
                  </a:lnTo>
                  <a:close/>
                  <a:moveTo>
                    <a:pt x="1245085" y="427183"/>
                  </a:moveTo>
                  <a:lnTo>
                    <a:pt x="1151517" y="442661"/>
                  </a:lnTo>
                  <a:lnTo>
                    <a:pt x="1286280" y="492787"/>
                  </a:lnTo>
                  <a:close/>
                  <a:moveTo>
                    <a:pt x="1330921" y="381035"/>
                  </a:moveTo>
                  <a:lnTo>
                    <a:pt x="1245085" y="427183"/>
                  </a:lnTo>
                  <a:lnTo>
                    <a:pt x="1298269" y="411392"/>
                  </a:lnTo>
                  <a:close/>
                  <a:moveTo>
                    <a:pt x="1204594" y="402579"/>
                  </a:moveTo>
                  <a:lnTo>
                    <a:pt x="1245085" y="427183"/>
                  </a:lnTo>
                  <a:lnTo>
                    <a:pt x="1330921" y="381035"/>
                  </a:lnTo>
                  <a:close/>
                  <a:moveTo>
                    <a:pt x="1245085" y="427183"/>
                  </a:moveTo>
                  <a:lnTo>
                    <a:pt x="1286280" y="492787"/>
                  </a:lnTo>
                  <a:lnTo>
                    <a:pt x="1298269" y="411392"/>
                  </a:lnTo>
                  <a:close/>
                  <a:moveTo>
                    <a:pt x="1286795" y="493366"/>
                  </a:moveTo>
                  <a:lnTo>
                    <a:pt x="1298269" y="411392"/>
                  </a:lnTo>
                  <a:lnTo>
                    <a:pt x="1286280" y="492787"/>
                  </a:lnTo>
                  <a:close/>
                  <a:moveTo>
                    <a:pt x="1360030" y="394327"/>
                  </a:moveTo>
                  <a:lnTo>
                    <a:pt x="1298269" y="411392"/>
                  </a:lnTo>
                  <a:lnTo>
                    <a:pt x="1286795" y="493366"/>
                  </a:lnTo>
                  <a:close/>
                  <a:moveTo>
                    <a:pt x="1404662" y="458135"/>
                  </a:moveTo>
                  <a:lnTo>
                    <a:pt x="1360030" y="394327"/>
                  </a:lnTo>
                  <a:lnTo>
                    <a:pt x="1286795" y="493366"/>
                  </a:lnTo>
                  <a:close/>
                  <a:moveTo>
                    <a:pt x="1414881" y="455170"/>
                  </a:moveTo>
                  <a:lnTo>
                    <a:pt x="1464813" y="387776"/>
                  </a:lnTo>
                  <a:lnTo>
                    <a:pt x="1404662" y="458135"/>
                  </a:lnTo>
                  <a:close/>
                  <a:moveTo>
                    <a:pt x="1330921" y="381035"/>
                  </a:moveTo>
                  <a:lnTo>
                    <a:pt x="1298269" y="411392"/>
                  </a:lnTo>
                  <a:lnTo>
                    <a:pt x="1360030" y="394327"/>
                  </a:lnTo>
                  <a:close/>
                  <a:moveTo>
                    <a:pt x="1464813" y="387776"/>
                  </a:moveTo>
                  <a:lnTo>
                    <a:pt x="1414881" y="455170"/>
                  </a:lnTo>
                  <a:lnTo>
                    <a:pt x="1520447" y="424595"/>
                  </a:lnTo>
                  <a:close/>
                  <a:moveTo>
                    <a:pt x="1759018" y="416734"/>
                  </a:moveTo>
                  <a:lnTo>
                    <a:pt x="1787348" y="489478"/>
                  </a:lnTo>
                  <a:lnTo>
                    <a:pt x="1871301" y="460512"/>
                  </a:lnTo>
                  <a:close/>
                  <a:moveTo>
                    <a:pt x="1838933" y="378297"/>
                  </a:moveTo>
                  <a:lnTo>
                    <a:pt x="1919439" y="442683"/>
                  </a:lnTo>
                  <a:lnTo>
                    <a:pt x="1906867" y="352812"/>
                  </a:lnTo>
                  <a:close/>
                  <a:moveTo>
                    <a:pt x="1838933" y="378297"/>
                  </a:moveTo>
                  <a:lnTo>
                    <a:pt x="1871301" y="460512"/>
                  </a:lnTo>
                  <a:lnTo>
                    <a:pt x="1919439" y="442683"/>
                  </a:lnTo>
                  <a:close/>
                  <a:moveTo>
                    <a:pt x="1964784" y="422076"/>
                  </a:moveTo>
                  <a:lnTo>
                    <a:pt x="1941224" y="339861"/>
                  </a:lnTo>
                  <a:lnTo>
                    <a:pt x="1919439" y="442683"/>
                  </a:lnTo>
                  <a:close/>
                  <a:moveTo>
                    <a:pt x="1941224" y="339861"/>
                  </a:moveTo>
                  <a:lnTo>
                    <a:pt x="1906867" y="352812"/>
                  </a:lnTo>
                  <a:lnTo>
                    <a:pt x="1919439" y="442683"/>
                  </a:lnTo>
                  <a:close/>
                  <a:moveTo>
                    <a:pt x="1826945" y="296082"/>
                  </a:moveTo>
                  <a:lnTo>
                    <a:pt x="1838933" y="378297"/>
                  </a:lnTo>
                  <a:lnTo>
                    <a:pt x="1906867" y="352812"/>
                  </a:lnTo>
                  <a:close/>
                  <a:moveTo>
                    <a:pt x="1941224" y="339861"/>
                  </a:moveTo>
                  <a:lnTo>
                    <a:pt x="1948102" y="257646"/>
                  </a:lnTo>
                  <a:lnTo>
                    <a:pt x="1906867" y="352812"/>
                  </a:lnTo>
                  <a:close/>
                  <a:moveTo>
                    <a:pt x="1941224" y="339861"/>
                  </a:moveTo>
                  <a:lnTo>
                    <a:pt x="2049678" y="397393"/>
                  </a:lnTo>
                  <a:lnTo>
                    <a:pt x="2026778" y="315918"/>
                  </a:lnTo>
                  <a:close/>
                  <a:moveTo>
                    <a:pt x="1941224" y="339861"/>
                  </a:moveTo>
                  <a:lnTo>
                    <a:pt x="1964784" y="422076"/>
                  </a:lnTo>
                  <a:lnTo>
                    <a:pt x="2049678" y="397393"/>
                  </a:lnTo>
                  <a:close/>
                  <a:moveTo>
                    <a:pt x="2125292" y="383640"/>
                  </a:moveTo>
                  <a:lnTo>
                    <a:pt x="2134829" y="360095"/>
                  </a:lnTo>
                  <a:lnTo>
                    <a:pt x="2049678" y="397393"/>
                  </a:lnTo>
                  <a:close/>
                  <a:moveTo>
                    <a:pt x="1948102" y="257646"/>
                  </a:moveTo>
                  <a:lnTo>
                    <a:pt x="2026778" y="315918"/>
                  </a:lnTo>
                  <a:lnTo>
                    <a:pt x="1998707" y="238647"/>
                  </a:lnTo>
                  <a:close/>
                  <a:moveTo>
                    <a:pt x="1948102" y="257646"/>
                  </a:moveTo>
                  <a:lnTo>
                    <a:pt x="1941224" y="339861"/>
                  </a:lnTo>
                  <a:lnTo>
                    <a:pt x="2026778" y="315918"/>
                  </a:lnTo>
                  <a:close/>
                  <a:moveTo>
                    <a:pt x="1978477" y="136994"/>
                  </a:moveTo>
                  <a:lnTo>
                    <a:pt x="1998707" y="238647"/>
                  </a:lnTo>
                  <a:lnTo>
                    <a:pt x="2010963" y="175642"/>
                  </a:lnTo>
                  <a:close/>
                  <a:moveTo>
                    <a:pt x="1978477" y="136994"/>
                  </a:moveTo>
                  <a:lnTo>
                    <a:pt x="2010963" y="175642"/>
                  </a:lnTo>
                  <a:lnTo>
                    <a:pt x="2015309" y="125058"/>
                  </a:lnTo>
                  <a:close/>
                  <a:moveTo>
                    <a:pt x="1987397" y="87530"/>
                  </a:moveTo>
                  <a:lnTo>
                    <a:pt x="1978477" y="136994"/>
                  </a:lnTo>
                  <a:lnTo>
                    <a:pt x="2015309" y="125058"/>
                  </a:lnTo>
                  <a:close/>
                  <a:moveTo>
                    <a:pt x="2120876" y="99826"/>
                  </a:moveTo>
                  <a:lnTo>
                    <a:pt x="2015309" y="125058"/>
                  </a:lnTo>
                  <a:lnTo>
                    <a:pt x="2010963" y="175642"/>
                  </a:lnTo>
                  <a:close/>
                  <a:moveTo>
                    <a:pt x="2063692" y="16343"/>
                  </a:moveTo>
                  <a:lnTo>
                    <a:pt x="2120944" y="92982"/>
                  </a:lnTo>
                  <a:lnTo>
                    <a:pt x="2120548" y="0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63" name="Candidate_density__2162">
              <a:extLst>
                <a:ext uri="{FF2B5EF4-FFF2-40B4-BE49-F238E27FC236}">
                  <a16:creationId xmlns:a16="http://schemas.microsoft.com/office/drawing/2014/main" id="{4E5FFA5C-F809-3A53-E6B3-934DEFAF3D3F}"/>
                </a:ext>
              </a:extLst>
            </p:cNvPr>
            <p:cNvSpPr>
              <a:spLocks noGrp="1"/>
            </p:cNvSpPr>
            <p:nvPr/>
          </p:nvSpPr>
          <p:spPr>
            <a:xfrm>
              <a:off x="4827226" y="2733755"/>
              <a:ext cx="603973" cy="440517"/>
            </a:xfrm>
            <a:custGeom>
              <a:avLst/>
              <a:gdLst/>
              <a:ahLst/>
              <a:cxnLst/>
              <a:rect l="0" t="0" r="0" b="0"/>
              <a:pathLst>
                <a:path w="603973" h="440517">
                  <a:moveTo>
                    <a:pt x="0" y="395822"/>
                  </a:moveTo>
                  <a:lnTo>
                    <a:pt x="91789" y="433375"/>
                  </a:lnTo>
                  <a:lnTo>
                    <a:pt x="58818" y="440517"/>
                  </a:lnTo>
                  <a:close/>
                  <a:moveTo>
                    <a:pt x="58818" y="440517"/>
                  </a:moveTo>
                  <a:lnTo>
                    <a:pt x="6423" y="433375"/>
                  </a:lnTo>
                  <a:lnTo>
                    <a:pt x="0" y="395822"/>
                  </a:lnTo>
                  <a:close/>
                  <a:moveTo>
                    <a:pt x="576302" y="81218"/>
                  </a:moveTo>
                  <a:lnTo>
                    <a:pt x="603973" y="0"/>
                  </a:lnTo>
                  <a:lnTo>
                    <a:pt x="564059" y="115199"/>
                  </a:lnTo>
                  <a:close/>
                  <a:moveTo>
                    <a:pt x="603973" y="0"/>
                  </a:moveTo>
                  <a:lnTo>
                    <a:pt x="576302" y="81218"/>
                  </a:lnTo>
                  <a:lnTo>
                    <a:pt x="603036" y="32984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64" name="Candidate_density__2163">
              <a:extLst>
                <a:ext uri="{FF2B5EF4-FFF2-40B4-BE49-F238E27FC236}">
                  <a16:creationId xmlns:a16="http://schemas.microsoft.com/office/drawing/2014/main" id="{A36110C5-5FC4-2B38-9672-77A62D250A15}"/>
                </a:ext>
              </a:extLst>
            </p:cNvPr>
            <p:cNvSpPr>
              <a:spLocks noGrp="1"/>
            </p:cNvSpPr>
            <p:nvPr/>
          </p:nvSpPr>
          <p:spPr>
            <a:xfrm>
              <a:off x="3676169" y="2457785"/>
              <a:ext cx="1732670" cy="811269"/>
            </a:xfrm>
            <a:custGeom>
              <a:avLst/>
              <a:gdLst/>
              <a:ahLst/>
              <a:cxnLst/>
              <a:rect l="0" t="0" r="0" b="0"/>
              <a:pathLst>
                <a:path w="1732670" h="811269">
                  <a:moveTo>
                    <a:pt x="19488" y="528889"/>
                  </a:moveTo>
                  <a:lnTo>
                    <a:pt x="0" y="567326"/>
                  </a:lnTo>
                  <a:lnTo>
                    <a:pt x="46948" y="611105"/>
                  </a:lnTo>
                  <a:close/>
                  <a:moveTo>
                    <a:pt x="46948" y="611105"/>
                  </a:moveTo>
                  <a:lnTo>
                    <a:pt x="104036" y="693320"/>
                  </a:lnTo>
                  <a:lnTo>
                    <a:pt x="127840" y="654883"/>
                  </a:lnTo>
                  <a:close/>
                  <a:moveTo>
                    <a:pt x="449419" y="610304"/>
                  </a:moveTo>
                  <a:lnTo>
                    <a:pt x="407074" y="584139"/>
                  </a:lnTo>
                  <a:lnTo>
                    <a:pt x="500077" y="618891"/>
                  </a:lnTo>
                  <a:close/>
                  <a:moveTo>
                    <a:pt x="449419" y="610304"/>
                  </a:moveTo>
                  <a:lnTo>
                    <a:pt x="459905" y="616447"/>
                  </a:lnTo>
                  <a:lnTo>
                    <a:pt x="437922" y="601708"/>
                  </a:lnTo>
                  <a:close/>
                  <a:moveTo>
                    <a:pt x="504056" y="526387"/>
                  </a:moveTo>
                  <a:lnTo>
                    <a:pt x="563380" y="576912"/>
                  </a:lnTo>
                  <a:lnTo>
                    <a:pt x="514074" y="495795"/>
                  </a:lnTo>
                  <a:close/>
                  <a:moveTo>
                    <a:pt x="514074" y="495795"/>
                  </a:moveTo>
                  <a:lnTo>
                    <a:pt x="563380" y="576912"/>
                  </a:lnTo>
                  <a:lnTo>
                    <a:pt x="564848" y="539574"/>
                  </a:lnTo>
                  <a:close/>
                  <a:moveTo>
                    <a:pt x="542516" y="457359"/>
                  </a:moveTo>
                  <a:lnTo>
                    <a:pt x="514074" y="495795"/>
                  </a:lnTo>
                  <a:lnTo>
                    <a:pt x="564848" y="539574"/>
                  </a:lnTo>
                  <a:close/>
                  <a:moveTo>
                    <a:pt x="460886" y="200614"/>
                  </a:moveTo>
                  <a:lnTo>
                    <a:pt x="389398" y="198140"/>
                  </a:lnTo>
                  <a:lnTo>
                    <a:pt x="499889" y="187785"/>
                  </a:lnTo>
                  <a:close/>
                  <a:moveTo>
                    <a:pt x="1038460" y="627132"/>
                  </a:moveTo>
                  <a:lnTo>
                    <a:pt x="1006559" y="688850"/>
                  </a:lnTo>
                  <a:lnTo>
                    <a:pt x="1051011" y="639849"/>
                  </a:lnTo>
                  <a:close/>
                  <a:moveTo>
                    <a:pt x="1038460" y="627132"/>
                  </a:moveTo>
                  <a:lnTo>
                    <a:pt x="951811" y="547614"/>
                  </a:lnTo>
                  <a:lnTo>
                    <a:pt x="915025" y="625277"/>
                  </a:lnTo>
                  <a:close/>
                  <a:moveTo>
                    <a:pt x="754246" y="302812"/>
                  </a:moveTo>
                  <a:lnTo>
                    <a:pt x="734961" y="294163"/>
                  </a:lnTo>
                  <a:lnTo>
                    <a:pt x="805043" y="277529"/>
                  </a:lnTo>
                  <a:close/>
                  <a:moveTo>
                    <a:pt x="867956" y="234093"/>
                  </a:moveTo>
                  <a:lnTo>
                    <a:pt x="754246" y="302812"/>
                  </a:lnTo>
                  <a:lnTo>
                    <a:pt x="805043" y="277529"/>
                  </a:lnTo>
                  <a:close/>
                  <a:moveTo>
                    <a:pt x="1412931" y="772684"/>
                  </a:moveTo>
                  <a:lnTo>
                    <a:pt x="1336820" y="773968"/>
                  </a:lnTo>
                  <a:lnTo>
                    <a:pt x="1320451" y="811269"/>
                  </a:lnTo>
                  <a:close/>
                  <a:moveTo>
                    <a:pt x="1316356" y="89960"/>
                  </a:moveTo>
                  <a:lnTo>
                    <a:pt x="1442827" y="129341"/>
                  </a:lnTo>
                  <a:lnTo>
                    <a:pt x="1366320" y="62310"/>
                  </a:lnTo>
                  <a:close/>
                  <a:moveTo>
                    <a:pt x="1537748" y="188303"/>
                  </a:moveTo>
                  <a:lnTo>
                    <a:pt x="1523406" y="151957"/>
                  </a:lnTo>
                  <a:lnTo>
                    <a:pt x="1567938" y="206798"/>
                  </a:lnTo>
                  <a:close/>
                  <a:moveTo>
                    <a:pt x="1520096" y="106088"/>
                  </a:moveTo>
                  <a:lnTo>
                    <a:pt x="1516189" y="144525"/>
                  </a:lnTo>
                  <a:lnTo>
                    <a:pt x="1537748" y="188303"/>
                  </a:lnTo>
                  <a:close/>
                  <a:moveTo>
                    <a:pt x="1520096" y="106088"/>
                  </a:moveTo>
                  <a:lnTo>
                    <a:pt x="1488043" y="83194"/>
                  </a:lnTo>
                  <a:lnTo>
                    <a:pt x="1442827" y="129341"/>
                  </a:lnTo>
                  <a:close/>
                  <a:moveTo>
                    <a:pt x="1586120" y="91924"/>
                  </a:moveTo>
                  <a:lnTo>
                    <a:pt x="1649466" y="129413"/>
                  </a:lnTo>
                  <a:lnTo>
                    <a:pt x="1624095" y="106088"/>
                  </a:lnTo>
                  <a:close/>
                  <a:moveTo>
                    <a:pt x="1678370" y="177610"/>
                  </a:moveTo>
                  <a:lnTo>
                    <a:pt x="1649466" y="129413"/>
                  </a:lnTo>
                  <a:lnTo>
                    <a:pt x="1586120" y="91924"/>
                  </a:lnTo>
                  <a:close/>
                  <a:moveTo>
                    <a:pt x="1678370" y="177610"/>
                  </a:moveTo>
                  <a:lnTo>
                    <a:pt x="1732670" y="188303"/>
                  </a:lnTo>
                  <a:lnTo>
                    <a:pt x="1649466" y="129413"/>
                  </a:lnTo>
                  <a:close/>
                  <a:moveTo>
                    <a:pt x="1586120" y="91924"/>
                  </a:moveTo>
                  <a:lnTo>
                    <a:pt x="1624095" y="106088"/>
                  </a:lnTo>
                  <a:lnTo>
                    <a:pt x="1638342" y="9968"/>
                  </a:lnTo>
                  <a:close/>
                  <a:moveTo>
                    <a:pt x="1576072" y="0"/>
                  </a:moveTo>
                  <a:lnTo>
                    <a:pt x="1586120" y="91924"/>
                  </a:lnTo>
                  <a:lnTo>
                    <a:pt x="1638342" y="996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65" name="Candidate_density__2164">
              <a:extLst>
                <a:ext uri="{FF2B5EF4-FFF2-40B4-BE49-F238E27FC236}">
                  <a16:creationId xmlns:a16="http://schemas.microsoft.com/office/drawing/2014/main" id="{52288B8E-3AD3-FBB8-8CB5-BB5AC4401CE7}"/>
                </a:ext>
              </a:extLst>
            </p:cNvPr>
            <p:cNvSpPr>
              <a:spLocks noGrp="1"/>
            </p:cNvSpPr>
            <p:nvPr/>
          </p:nvSpPr>
          <p:spPr>
            <a:xfrm>
              <a:off x="3732195" y="2547745"/>
              <a:ext cx="1709486" cy="909810"/>
            </a:xfrm>
            <a:custGeom>
              <a:avLst/>
              <a:gdLst/>
              <a:ahLst/>
              <a:cxnLst/>
              <a:rect l="0" t="0" r="0" b="0"/>
              <a:pathLst>
                <a:path w="1709486" h="909810">
                  <a:moveTo>
                    <a:pt x="48011" y="603360"/>
                  </a:moveTo>
                  <a:lnTo>
                    <a:pt x="52848" y="615425"/>
                  </a:lnTo>
                  <a:lnTo>
                    <a:pt x="73513" y="625130"/>
                  </a:lnTo>
                  <a:close/>
                  <a:moveTo>
                    <a:pt x="48011" y="603360"/>
                  </a:moveTo>
                  <a:lnTo>
                    <a:pt x="0" y="558298"/>
                  </a:lnTo>
                  <a:lnTo>
                    <a:pt x="52848" y="615425"/>
                  </a:lnTo>
                  <a:close/>
                  <a:moveTo>
                    <a:pt x="185207" y="668504"/>
                  </a:moveTo>
                  <a:lnTo>
                    <a:pt x="163179" y="647138"/>
                  </a:lnTo>
                  <a:lnTo>
                    <a:pt x="158332" y="663596"/>
                  </a:lnTo>
                  <a:close/>
                  <a:moveTo>
                    <a:pt x="158332" y="663596"/>
                  </a:moveTo>
                  <a:lnTo>
                    <a:pt x="163179" y="647138"/>
                  </a:lnTo>
                  <a:lnTo>
                    <a:pt x="131083" y="625173"/>
                  </a:lnTo>
                  <a:close/>
                  <a:moveTo>
                    <a:pt x="158332" y="663596"/>
                  </a:moveTo>
                  <a:lnTo>
                    <a:pt x="131083" y="625173"/>
                  </a:lnTo>
                  <a:lnTo>
                    <a:pt x="73513" y="625130"/>
                  </a:lnTo>
                  <a:close/>
                  <a:moveTo>
                    <a:pt x="185207" y="668504"/>
                  </a:moveTo>
                  <a:lnTo>
                    <a:pt x="292581" y="729353"/>
                  </a:lnTo>
                  <a:lnTo>
                    <a:pt x="221074" y="682977"/>
                  </a:lnTo>
                  <a:close/>
                  <a:moveTo>
                    <a:pt x="163179" y="647138"/>
                  </a:moveTo>
                  <a:lnTo>
                    <a:pt x="185207" y="668504"/>
                  </a:lnTo>
                  <a:lnTo>
                    <a:pt x="221074" y="682977"/>
                  </a:lnTo>
                  <a:close/>
                  <a:moveTo>
                    <a:pt x="486490" y="367398"/>
                  </a:moveTo>
                  <a:lnTo>
                    <a:pt x="413493" y="323620"/>
                  </a:lnTo>
                  <a:lnTo>
                    <a:pt x="458048" y="405835"/>
                  </a:lnTo>
                  <a:close/>
                  <a:moveTo>
                    <a:pt x="782174" y="526739"/>
                  </a:moveTo>
                  <a:lnTo>
                    <a:pt x="739944" y="584049"/>
                  </a:lnTo>
                  <a:lnTo>
                    <a:pt x="858999" y="535317"/>
                  </a:lnTo>
                  <a:close/>
                  <a:moveTo>
                    <a:pt x="916917" y="575607"/>
                  </a:moveTo>
                  <a:lnTo>
                    <a:pt x="858999" y="535317"/>
                  </a:lnTo>
                  <a:lnTo>
                    <a:pt x="927832" y="589000"/>
                  </a:lnTo>
                  <a:close/>
                  <a:moveTo>
                    <a:pt x="916917" y="575607"/>
                  </a:moveTo>
                  <a:lnTo>
                    <a:pt x="927832" y="589000"/>
                  </a:lnTo>
                  <a:lnTo>
                    <a:pt x="950533" y="598890"/>
                  </a:lnTo>
                  <a:close/>
                  <a:moveTo>
                    <a:pt x="1247636" y="619386"/>
                  </a:moveTo>
                  <a:lnTo>
                    <a:pt x="1286710" y="589421"/>
                  </a:lnTo>
                  <a:lnTo>
                    <a:pt x="1281041" y="583716"/>
                  </a:lnTo>
                  <a:close/>
                  <a:moveTo>
                    <a:pt x="1186250" y="580949"/>
                  </a:moveTo>
                  <a:lnTo>
                    <a:pt x="1167063" y="635942"/>
                  </a:lnTo>
                  <a:lnTo>
                    <a:pt x="1215081" y="600271"/>
                  </a:lnTo>
                  <a:close/>
                  <a:moveTo>
                    <a:pt x="1101455" y="619386"/>
                  </a:moveTo>
                  <a:lnTo>
                    <a:pt x="1186250" y="580949"/>
                  </a:lnTo>
                  <a:lnTo>
                    <a:pt x="1087541" y="617281"/>
                  </a:lnTo>
                  <a:close/>
                  <a:moveTo>
                    <a:pt x="1482421" y="909810"/>
                  </a:moveTo>
                  <a:lnTo>
                    <a:pt x="1540821" y="894073"/>
                  </a:lnTo>
                  <a:lnTo>
                    <a:pt x="1433478" y="827595"/>
                  </a:lnTo>
                  <a:close/>
                  <a:moveTo>
                    <a:pt x="1364796" y="602715"/>
                  </a:moveTo>
                  <a:lnTo>
                    <a:pt x="1371647" y="570646"/>
                  </a:lnTo>
                  <a:lnTo>
                    <a:pt x="1353559" y="624158"/>
                  </a:lnTo>
                  <a:close/>
                  <a:moveTo>
                    <a:pt x="1260331" y="0"/>
                  </a:moveTo>
                  <a:lnTo>
                    <a:pt x="1274896" y="93001"/>
                  </a:lnTo>
                  <a:lnTo>
                    <a:pt x="1386801" y="39380"/>
                  </a:lnTo>
                  <a:close/>
                  <a:moveTo>
                    <a:pt x="1694205" y="429597"/>
                  </a:moveTo>
                  <a:lnTo>
                    <a:pt x="1703262" y="547855"/>
                  </a:lnTo>
                  <a:lnTo>
                    <a:pt x="1709486" y="465640"/>
                  </a:lnTo>
                  <a:close/>
                  <a:moveTo>
                    <a:pt x="1673235" y="246461"/>
                  </a:moveTo>
                  <a:lnTo>
                    <a:pt x="1702828" y="344988"/>
                  </a:lnTo>
                  <a:lnTo>
                    <a:pt x="1695052" y="262773"/>
                  </a:lnTo>
                  <a:close/>
                  <a:moveTo>
                    <a:pt x="1662984" y="154702"/>
                  </a:moveTo>
                  <a:lnTo>
                    <a:pt x="1695052" y="262773"/>
                  </a:lnTo>
                  <a:lnTo>
                    <a:pt x="1700854" y="180558"/>
                  </a:lnTo>
                  <a:close/>
                  <a:moveTo>
                    <a:pt x="1662984" y="154702"/>
                  </a:moveTo>
                  <a:lnTo>
                    <a:pt x="1673235" y="246461"/>
                  </a:lnTo>
                  <a:lnTo>
                    <a:pt x="1695052" y="262773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66" name="Candidate_density__2165">
              <a:extLst>
                <a:ext uri="{FF2B5EF4-FFF2-40B4-BE49-F238E27FC236}">
                  <a16:creationId xmlns:a16="http://schemas.microsoft.com/office/drawing/2014/main" id="{2413B998-E658-FCF4-CFC6-EFCDC2F08DE2}"/>
                </a:ext>
              </a:extLst>
            </p:cNvPr>
            <p:cNvSpPr>
              <a:spLocks noGrp="1"/>
            </p:cNvSpPr>
            <p:nvPr/>
          </p:nvSpPr>
          <p:spPr>
            <a:xfrm>
              <a:off x="3723117" y="2547745"/>
              <a:ext cx="1709931" cy="625130"/>
            </a:xfrm>
            <a:custGeom>
              <a:avLst/>
              <a:gdLst/>
              <a:ahLst/>
              <a:cxnLst/>
              <a:rect l="0" t="0" r="0" b="0"/>
              <a:pathLst>
                <a:path w="1709931" h="625130">
                  <a:moveTo>
                    <a:pt x="57088" y="603360"/>
                  </a:moveTo>
                  <a:lnTo>
                    <a:pt x="0" y="521144"/>
                  </a:lnTo>
                  <a:lnTo>
                    <a:pt x="9078" y="558298"/>
                  </a:lnTo>
                  <a:close/>
                  <a:moveTo>
                    <a:pt x="80892" y="564923"/>
                  </a:moveTo>
                  <a:lnTo>
                    <a:pt x="57088" y="603360"/>
                  </a:lnTo>
                  <a:lnTo>
                    <a:pt x="82590" y="625130"/>
                  </a:lnTo>
                  <a:close/>
                  <a:moveTo>
                    <a:pt x="297665" y="444272"/>
                  </a:moveTo>
                  <a:lnTo>
                    <a:pt x="298174" y="444453"/>
                  </a:lnTo>
                  <a:lnTo>
                    <a:pt x="297011" y="439095"/>
                  </a:lnTo>
                  <a:close/>
                  <a:moveTo>
                    <a:pt x="351248" y="461896"/>
                  </a:moveTo>
                  <a:lnTo>
                    <a:pt x="298174" y="444453"/>
                  </a:lnTo>
                  <a:lnTo>
                    <a:pt x="390974" y="511748"/>
                  </a:lnTo>
                  <a:close/>
                  <a:moveTo>
                    <a:pt x="298174" y="444453"/>
                  </a:moveTo>
                  <a:lnTo>
                    <a:pt x="298580" y="444959"/>
                  </a:lnTo>
                  <a:lnTo>
                    <a:pt x="390974" y="511748"/>
                  </a:lnTo>
                  <a:close/>
                  <a:moveTo>
                    <a:pt x="298580" y="444959"/>
                  </a:moveTo>
                  <a:lnTo>
                    <a:pt x="298174" y="444453"/>
                  </a:lnTo>
                  <a:lnTo>
                    <a:pt x="297665" y="444272"/>
                  </a:lnTo>
                  <a:close/>
                  <a:moveTo>
                    <a:pt x="328247" y="488050"/>
                  </a:moveTo>
                  <a:lnTo>
                    <a:pt x="298580" y="444959"/>
                  </a:lnTo>
                  <a:lnTo>
                    <a:pt x="297665" y="444272"/>
                  </a:lnTo>
                  <a:close/>
                  <a:moveTo>
                    <a:pt x="360126" y="494178"/>
                  </a:moveTo>
                  <a:lnTo>
                    <a:pt x="390974" y="511748"/>
                  </a:lnTo>
                  <a:lnTo>
                    <a:pt x="298580" y="444959"/>
                  </a:lnTo>
                  <a:close/>
                  <a:moveTo>
                    <a:pt x="360126" y="494178"/>
                  </a:moveTo>
                  <a:lnTo>
                    <a:pt x="402471" y="520344"/>
                  </a:lnTo>
                  <a:lnTo>
                    <a:pt x="390974" y="511748"/>
                  </a:lnTo>
                  <a:close/>
                  <a:moveTo>
                    <a:pt x="457108" y="436426"/>
                  </a:moveTo>
                  <a:lnTo>
                    <a:pt x="519558" y="488050"/>
                  </a:lnTo>
                  <a:lnTo>
                    <a:pt x="516431" y="486952"/>
                  </a:lnTo>
                  <a:close/>
                  <a:moveTo>
                    <a:pt x="270122" y="66889"/>
                  </a:moveTo>
                  <a:lnTo>
                    <a:pt x="320493" y="96484"/>
                  </a:lnTo>
                  <a:lnTo>
                    <a:pt x="350959" y="159190"/>
                  </a:lnTo>
                  <a:close/>
                  <a:moveTo>
                    <a:pt x="991512" y="537171"/>
                  </a:moveTo>
                  <a:lnTo>
                    <a:pt x="925994" y="575607"/>
                  </a:lnTo>
                  <a:lnTo>
                    <a:pt x="959611" y="598890"/>
                  </a:lnTo>
                  <a:close/>
                  <a:moveTo>
                    <a:pt x="925994" y="575607"/>
                  </a:moveTo>
                  <a:lnTo>
                    <a:pt x="991512" y="537171"/>
                  </a:lnTo>
                  <a:lnTo>
                    <a:pt x="868076" y="535317"/>
                  </a:lnTo>
                  <a:close/>
                  <a:moveTo>
                    <a:pt x="1004063" y="549888"/>
                  </a:moveTo>
                  <a:lnTo>
                    <a:pt x="959611" y="598890"/>
                  </a:lnTo>
                  <a:lnTo>
                    <a:pt x="1096618" y="617281"/>
                  </a:lnTo>
                  <a:close/>
                  <a:moveTo>
                    <a:pt x="1246196" y="58371"/>
                  </a:moveTo>
                  <a:lnTo>
                    <a:pt x="1332710" y="148721"/>
                  </a:lnTo>
                  <a:lnTo>
                    <a:pt x="1289760" y="83546"/>
                  </a:lnTo>
                  <a:close/>
                  <a:moveTo>
                    <a:pt x="1246196" y="58371"/>
                  </a:moveTo>
                  <a:lnTo>
                    <a:pt x="1289760" y="83546"/>
                  </a:lnTo>
                  <a:lnTo>
                    <a:pt x="1269408" y="0"/>
                  </a:lnTo>
                  <a:close/>
                  <a:moveTo>
                    <a:pt x="1469241" y="54564"/>
                  </a:moveTo>
                  <a:lnTo>
                    <a:pt x="1476458" y="61997"/>
                  </a:lnTo>
                  <a:lnTo>
                    <a:pt x="1490799" y="98343"/>
                  </a:lnTo>
                  <a:close/>
                  <a:moveTo>
                    <a:pt x="1469241" y="54564"/>
                  </a:moveTo>
                  <a:lnTo>
                    <a:pt x="1473148" y="16128"/>
                  </a:lnTo>
                  <a:lnTo>
                    <a:pt x="1395878" y="39380"/>
                  </a:lnTo>
                  <a:close/>
                  <a:moveTo>
                    <a:pt x="1631422" y="87650"/>
                  </a:moveTo>
                  <a:lnTo>
                    <a:pt x="1709931" y="180558"/>
                  </a:lnTo>
                  <a:lnTo>
                    <a:pt x="1685722" y="98343"/>
                  </a:lnTo>
                  <a:close/>
                  <a:moveTo>
                    <a:pt x="1631422" y="87650"/>
                  </a:moveTo>
                  <a:lnTo>
                    <a:pt x="1672062" y="154702"/>
                  </a:lnTo>
                  <a:lnTo>
                    <a:pt x="1709931" y="18055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67" name="Candidate_density__2166">
              <a:extLst>
                <a:ext uri="{FF2B5EF4-FFF2-40B4-BE49-F238E27FC236}">
                  <a16:creationId xmlns:a16="http://schemas.microsoft.com/office/drawing/2014/main" id="{4B94A50F-8ECE-7DE1-6198-42AF3D83BF76}"/>
                </a:ext>
              </a:extLst>
            </p:cNvPr>
            <p:cNvSpPr>
              <a:spLocks noGrp="1"/>
            </p:cNvSpPr>
            <p:nvPr/>
          </p:nvSpPr>
          <p:spPr>
            <a:xfrm>
              <a:off x="3890526" y="2728303"/>
              <a:ext cx="1554861" cy="561579"/>
            </a:xfrm>
            <a:custGeom>
              <a:avLst/>
              <a:gdLst/>
              <a:ahLst/>
              <a:cxnLst/>
              <a:rect l="0" t="0" r="0" b="0"/>
              <a:pathLst>
                <a:path w="1554861" h="561579">
                  <a:moveTo>
                    <a:pt x="0" y="483037"/>
                  </a:moveTo>
                  <a:lnTo>
                    <a:pt x="76688" y="491102"/>
                  </a:lnTo>
                  <a:lnTo>
                    <a:pt x="26875" y="487946"/>
                  </a:lnTo>
                  <a:close/>
                  <a:moveTo>
                    <a:pt x="134250" y="548795"/>
                  </a:moveTo>
                  <a:lnTo>
                    <a:pt x="140792" y="556018"/>
                  </a:lnTo>
                  <a:lnTo>
                    <a:pt x="153096" y="561579"/>
                  </a:lnTo>
                  <a:close/>
                  <a:moveTo>
                    <a:pt x="140792" y="556018"/>
                  </a:moveTo>
                  <a:lnTo>
                    <a:pt x="134250" y="548795"/>
                  </a:lnTo>
                  <a:lnTo>
                    <a:pt x="26875" y="487946"/>
                  </a:lnTo>
                  <a:close/>
                  <a:moveTo>
                    <a:pt x="86515" y="500052"/>
                  </a:moveTo>
                  <a:lnTo>
                    <a:pt x="140792" y="556018"/>
                  </a:lnTo>
                  <a:lnTo>
                    <a:pt x="26875" y="487946"/>
                  </a:lnTo>
                  <a:close/>
                  <a:moveTo>
                    <a:pt x="149702" y="225277"/>
                  </a:moveTo>
                  <a:lnTo>
                    <a:pt x="130256" y="263713"/>
                  </a:lnTo>
                  <a:lnTo>
                    <a:pt x="174275" y="210357"/>
                  </a:lnTo>
                  <a:close/>
                  <a:moveTo>
                    <a:pt x="130256" y="263713"/>
                  </a:moveTo>
                  <a:lnTo>
                    <a:pt x="129602" y="258536"/>
                  </a:lnTo>
                  <a:lnTo>
                    <a:pt x="174275" y="210357"/>
                  </a:lnTo>
                  <a:close/>
                  <a:moveTo>
                    <a:pt x="511633" y="420511"/>
                  </a:moveTo>
                  <a:lnTo>
                    <a:pt x="581612" y="403491"/>
                  </a:lnTo>
                  <a:lnTo>
                    <a:pt x="623842" y="346180"/>
                  </a:lnTo>
                  <a:close/>
                  <a:moveTo>
                    <a:pt x="581612" y="403491"/>
                  </a:moveTo>
                  <a:lnTo>
                    <a:pt x="651336" y="385518"/>
                  </a:lnTo>
                  <a:lnTo>
                    <a:pt x="700667" y="354758"/>
                  </a:lnTo>
                  <a:close/>
                  <a:moveTo>
                    <a:pt x="869052" y="427005"/>
                  </a:moveTo>
                  <a:lnTo>
                    <a:pt x="792201" y="418332"/>
                  </a:lnTo>
                  <a:lnTo>
                    <a:pt x="769500" y="408442"/>
                  </a:lnTo>
                  <a:close/>
                  <a:moveTo>
                    <a:pt x="792201" y="418332"/>
                  </a:moveTo>
                  <a:lnTo>
                    <a:pt x="869052" y="427005"/>
                  </a:lnTo>
                  <a:lnTo>
                    <a:pt x="929209" y="436722"/>
                  </a:lnTo>
                  <a:close/>
                  <a:moveTo>
                    <a:pt x="936700" y="401274"/>
                  </a:moveTo>
                  <a:lnTo>
                    <a:pt x="943123" y="438827"/>
                  </a:lnTo>
                  <a:lnTo>
                    <a:pt x="929209" y="436722"/>
                  </a:lnTo>
                  <a:close/>
                  <a:moveTo>
                    <a:pt x="943123" y="438827"/>
                  </a:moveTo>
                  <a:lnTo>
                    <a:pt x="995518" y="445969"/>
                  </a:lnTo>
                  <a:lnTo>
                    <a:pt x="1008731" y="455384"/>
                  </a:lnTo>
                  <a:close/>
                  <a:moveTo>
                    <a:pt x="1008731" y="455384"/>
                  </a:moveTo>
                  <a:lnTo>
                    <a:pt x="1128378" y="408863"/>
                  </a:lnTo>
                  <a:lnTo>
                    <a:pt x="1056749" y="419713"/>
                  </a:lnTo>
                  <a:close/>
                  <a:moveTo>
                    <a:pt x="1027919" y="400391"/>
                  </a:moveTo>
                  <a:lnTo>
                    <a:pt x="943123" y="438827"/>
                  </a:lnTo>
                  <a:lnTo>
                    <a:pt x="1008731" y="455384"/>
                  </a:lnTo>
                  <a:close/>
                  <a:moveTo>
                    <a:pt x="1056749" y="419713"/>
                  </a:moveTo>
                  <a:lnTo>
                    <a:pt x="1128378" y="408863"/>
                  </a:lnTo>
                  <a:lnTo>
                    <a:pt x="1195228" y="443600"/>
                  </a:lnTo>
                  <a:close/>
                  <a:moveTo>
                    <a:pt x="1195228" y="443600"/>
                  </a:moveTo>
                  <a:lnTo>
                    <a:pt x="1213316" y="390088"/>
                  </a:lnTo>
                  <a:lnTo>
                    <a:pt x="1209490" y="361955"/>
                  </a:lnTo>
                  <a:close/>
                  <a:moveTo>
                    <a:pt x="1128378" y="408863"/>
                  </a:moveTo>
                  <a:lnTo>
                    <a:pt x="1206464" y="422157"/>
                  </a:lnTo>
                  <a:lnTo>
                    <a:pt x="1195228" y="443600"/>
                  </a:lnTo>
                  <a:close/>
                  <a:moveTo>
                    <a:pt x="1213316" y="390088"/>
                  </a:moveTo>
                  <a:lnTo>
                    <a:pt x="1193303" y="372949"/>
                  </a:lnTo>
                  <a:lnTo>
                    <a:pt x="1209490" y="361955"/>
                  </a:lnTo>
                  <a:close/>
                  <a:moveTo>
                    <a:pt x="1554861" y="294194"/>
                  </a:moveTo>
                  <a:lnTo>
                    <a:pt x="1539652" y="206467"/>
                  </a:lnTo>
                  <a:lnTo>
                    <a:pt x="1551154" y="285081"/>
                  </a:lnTo>
                  <a:close/>
                  <a:moveTo>
                    <a:pt x="1539652" y="206467"/>
                  </a:moveTo>
                  <a:lnTo>
                    <a:pt x="1538181" y="202867"/>
                  </a:lnTo>
                  <a:lnTo>
                    <a:pt x="1551154" y="285081"/>
                  </a:lnTo>
                  <a:close/>
                  <a:moveTo>
                    <a:pt x="1538181" y="202867"/>
                  </a:moveTo>
                  <a:lnTo>
                    <a:pt x="1544496" y="164430"/>
                  </a:lnTo>
                  <a:lnTo>
                    <a:pt x="1551154" y="285081"/>
                  </a:lnTo>
                  <a:close/>
                  <a:moveTo>
                    <a:pt x="1544496" y="164430"/>
                  </a:moveTo>
                  <a:lnTo>
                    <a:pt x="1538181" y="202867"/>
                  </a:lnTo>
                  <a:lnTo>
                    <a:pt x="1500759" y="120651"/>
                  </a:lnTo>
                  <a:close/>
                  <a:moveTo>
                    <a:pt x="1536720" y="82214"/>
                  </a:moveTo>
                  <a:lnTo>
                    <a:pt x="1544496" y="164430"/>
                  </a:lnTo>
                  <a:lnTo>
                    <a:pt x="1500759" y="120651"/>
                  </a:lnTo>
                  <a:close/>
                  <a:moveTo>
                    <a:pt x="1500759" y="120651"/>
                  </a:moveTo>
                  <a:lnTo>
                    <a:pt x="1542522" y="0"/>
                  </a:lnTo>
                  <a:lnTo>
                    <a:pt x="1536720" y="82214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68" name="Candidate_density__2167">
              <a:extLst>
                <a:ext uri="{FF2B5EF4-FFF2-40B4-BE49-F238E27FC236}">
                  <a16:creationId xmlns:a16="http://schemas.microsoft.com/office/drawing/2014/main" id="{100638C1-D86C-72CC-21B1-90FB28078A09}"/>
                </a:ext>
              </a:extLst>
            </p:cNvPr>
            <p:cNvSpPr>
              <a:spLocks noGrp="1"/>
            </p:cNvSpPr>
            <p:nvPr/>
          </p:nvSpPr>
          <p:spPr>
            <a:xfrm>
              <a:off x="3684211" y="2408638"/>
              <a:ext cx="1670327" cy="936205"/>
            </a:xfrm>
            <a:custGeom>
              <a:avLst/>
              <a:gdLst/>
              <a:ahLst/>
              <a:cxnLst/>
              <a:rect l="0" t="0" r="0" b="0"/>
              <a:pathLst>
                <a:path w="1670327" h="936205">
                  <a:moveTo>
                    <a:pt x="78641" y="621814"/>
                  </a:moveTo>
                  <a:lnTo>
                    <a:pt x="30939" y="550577"/>
                  </a:lnTo>
                  <a:lnTo>
                    <a:pt x="11446" y="578035"/>
                  </a:lnTo>
                  <a:close/>
                  <a:moveTo>
                    <a:pt x="78641" y="621814"/>
                  </a:moveTo>
                  <a:lnTo>
                    <a:pt x="11446" y="578035"/>
                  </a:lnTo>
                  <a:lnTo>
                    <a:pt x="38906" y="660251"/>
                  </a:lnTo>
                  <a:close/>
                  <a:moveTo>
                    <a:pt x="0" y="495821"/>
                  </a:moveTo>
                  <a:lnTo>
                    <a:pt x="11446" y="578035"/>
                  </a:lnTo>
                  <a:lnTo>
                    <a:pt x="17132" y="461710"/>
                  </a:lnTo>
                  <a:close/>
                  <a:moveTo>
                    <a:pt x="11446" y="578035"/>
                  </a:moveTo>
                  <a:lnTo>
                    <a:pt x="30939" y="550577"/>
                  </a:lnTo>
                  <a:lnTo>
                    <a:pt x="17132" y="461710"/>
                  </a:lnTo>
                  <a:close/>
                  <a:moveTo>
                    <a:pt x="17132" y="461710"/>
                  </a:moveTo>
                  <a:lnTo>
                    <a:pt x="21061" y="452181"/>
                  </a:lnTo>
                  <a:lnTo>
                    <a:pt x="0" y="495821"/>
                  </a:lnTo>
                  <a:close/>
                  <a:moveTo>
                    <a:pt x="0" y="495821"/>
                  </a:moveTo>
                  <a:lnTo>
                    <a:pt x="21061" y="452181"/>
                  </a:lnTo>
                  <a:lnTo>
                    <a:pt x="32761" y="375169"/>
                  </a:lnTo>
                  <a:close/>
                  <a:moveTo>
                    <a:pt x="39336" y="539599"/>
                  </a:moveTo>
                  <a:lnTo>
                    <a:pt x="17132" y="461710"/>
                  </a:lnTo>
                  <a:lnTo>
                    <a:pt x="30939" y="550577"/>
                  </a:lnTo>
                  <a:close/>
                  <a:moveTo>
                    <a:pt x="39336" y="539599"/>
                  </a:moveTo>
                  <a:lnTo>
                    <a:pt x="20546" y="457384"/>
                  </a:lnTo>
                  <a:lnTo>
                    <a:pt x="17132" y="461710"/>
                  </a:lnTo>
                  <a:close/>
                  <a:moveTo>
                    <a:pt x="21061" y="452181"/>
                  </a:moveTo>
                  <a:lnTo>
                    <a:pt x="17132" y="461710"/>
                  </a:lnTo>
                  <a:lnTo>
                    <a:pt x="20546" y="457384"/>
                  </a:lnTo>
                  <a:close/>
                  <a:moveTo>
                    <a:pt x="359399" y="235590"/>
                  </a:moveTo>
                  <a:lnTo>
                    <a:pt x="230710" y="248306"/>
                  </a:lnTo>
                  <a:lnTo>
                    <a:pt x="337373" y="259860"/>
                  </a:lnTo>
                  <a:close/>
                  <a:moveTo>
                    <a:pt x="381355" y="247287"/>
                  </a:moveTo>
                  <a:lnTo>
                    <a:pt x="436903" y="246708"/>
                  </a:lnTo>
                  <a:lnTo>
                    <a:pt x="359399" y="235590"/>
                  </a:lnTo>
                  <a:close/>
                  <a:moveTo>
                    <a:pt x="1289982" y="840708"/>
                  </a:moveTo>
                  <a:lnTo>
                    <a:pt x="1312791" y="936205"/>
                  </a:lnTo>
                  <a:lnTo>
                    <a:pt x="1312409" y="860415"/>
                  </a:lnTo>
                  <a:close/>
                  <a:moveTo>
                    <a:pt x="1289982" y="840708"/>
                  </a:moveTo>
                  <a:lnTo>
                    <a:pt x="1312409" y="860415"/>
                  </a:lnTo>
                  <a:lnTo>
                    <a:pt x="1328778" y="823115"/>
                  </a:lnTo>
                  <a:close/>
                  <a:moveTo>
                    <a:pt x="1285102" y="197478"/>
                  </a:moveTo>
                  <a:lnTo>
                    <a:pt x="1308314" y="139107"/>
                  </a:lnTo>
                  <a:lnTo>
                    <a:pt x="1239849" y="134175"/>
                  </a:lnTo>
                  <a:close/>
                  <a:moveTo>
                    <a:pt x="1239849" y="134175"/>
                  </a:moveTo>
                  <a:lnTo>
                    <a:pt x="1308314" y="139107"/>
                  </a:lnTo>
                  <a:lnTo>
                    <a:pt x="1316689" y="32206"/>
                  </a:lnTo>
                  <a:close/>
                  <a:moveTo>
                    <a:pt x="1358278" y="111456"/>
                  </a:moveTo>
                  <a:lnTo>
                    <a:pt x="1326908" y="29241"/>
                  </a:lnTo>
                  <a:lnTo>
                    <a:pt x="1308314" y="139107"/>
                  </a:lnTo>
                  <a:close/>
                  <a:moveTo>
                    <a:pt x="1443542" y="73020"/>
                  </a:moveTo>
                  <a:lnTo>
                    <a:pt x="1434784" y="178487"/>
                  </a:lnTo>
                  <a:lnTo>
                    <a:pt x="1480000" y="132341"/>
                  </a:lnTo>
                  <a:close/>
                  <a:moveTo>
                    <a:pt x="1443542" y="73020"/>
                  </a:moveTo>
                  <a:lnTo>
                    <a:pt x="1358278" y="111456"/>
                  </a:lnTo>
                  <a:lnTo>
                    <a:pt x="1434784" y="178487"/>
                  </a:lnTo>
                  <a:close/>
                  <a:moveTo>
                    <a:pt x="1512054" y="155234"/>
                  </a:moveTo>
                  <a:lnTo>
                    <a:pt x="1594841" y="227533"/>
                  </a:lnTo>
                  <a:lnTo>
                    <a:pt x="1578077" y="141070"/>
                  </a:lnTo>
                  <a:close/>
                  <a:moveTo>
                    <a:pt x="1594841" y="227533"/>
                  </a:moveTo>
                  <a:lnTo>
                    <a:pt x="1670327" y="226756"/>
                  </a:lnTo>
                  <a:lnTo>
                    <a:pt x="1578077" y="141070"/>
                  </a:lnTo>
                  <a:close/>
                  <a:moveTo>
                    <a:pt x="1578077" y="141070"/>
                  </a:moveTo>
                  <a:lnTo>
                    <a:pt x="1480000" y="132341"/>
                  </a:lnTo>
                  <a:lnTo>
                    <a:pt x="1512054" y="155234"/>
                  </a:lnTo>
                  <a:close/>
                  <a:moveTo>
                    <a:pt x="1476123" y="63273"/>
                  </a:moveTo>
                  <a:lnTo>
                    <a:pt x="1480000" y="132341"/>
                  </a:lnTo>
                  <a:lnTo>
                    <a:pt x="1578077" y="141070"/>
                  </a:lnTo>
                  <a:close/>
                  <a:moveTo>
                    <a:pt x="1568030" y="49146"/>
                  </a:moveTo>
                  <a:lnTo>
                    <a:pt x="1476123" y="63273"/>
                  </a:lnTo>
                  <a:lnTo>
                    <a:pt x="1578077" y="141070"/>
                  </a:lnTo>
                  <a:close/>
                  <a:moveTo>
                    <a:pt x="1476123" y="63273"/>
                  </a:moveTo>
                  <a:lnTo>
                    <a:pt x="1568030" y="49146"/>
                  </a:lnTo>
                  <a:lnTo>
                    <a:pt x="1519135" y="0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69" name="Candidate_density__2168">
              <a:extLst>
                <a:ext uri="{FF2B5EF4-FFF2-40B4-BE49-F238E27FC236}">
                  <a16:creationId xmlns:a16="http://schemas.microsoft.com/office/drawing/2014/main" id="{852B90BB-7D3B-C0F9-12EA-190B2447DE05}"/>
                </a:ext>
              </a:extLst>
            </p:cNvPr>
            <p:cNvSpPr>
              <a:spLocks noGrp="1"/>
            </p:cNvSpPr>
            <p:nvPr/>
          </p:nvSpPr>
          <p:spPr>
            <a:xfrm>
              <a:off x="4031318" y="3013385"/>
              <a:ext cx="1414069" cy="455864"/>
            </a:xfrm>
            <a:custGeom>
              <a:avLst/>
              <a:gdLst/>
              <a:ahLst/>
              <a:cxnLst/>
              <a:rect l="0" t="0" r="0" b="0"/>
              <a:pathLst>
                <a:path w="1414069" h="455864">
                  <a:moveTo>
                    <a:pt x="85107" y="270035"/>
                  </a:moveTo>
                  <a:lnTo>
                    <a:pt x="12305" y="276497"/>
                  </a:lnTo>
                  <a:lnTo>
                    <a:pt x="0" y="270937"/>
                  </a:lnTo>
                  <a:close/>
                  <a:moveTo>
                    <a:pt x="12305" y="276497"/>
                  </a:moveTo>
                  <a:lnTo>
                    <a:pt x="85107" y="270035"/>
                  </a:lnTo>
                  <a:lnTo>
                    <a:pt x="144092" y="275372"/>
                  </a:lnTo>
                  <a:close/>
                  <a:moveTo>
                    <a:pt x="370842" y="135429"/>
                  </a:moveTo>
                  <a:lnTo>
                    <a:pt x="332686" y="182245"/>
                  </a:lnTo>
                  <a:lnTo>
                    <a:pt x="440820" y="118409"/>
                  </a:lnTo>
                  <a:close/>
                  <a:moveTo>
                    <a:pt x="1183298" y="444170"/>
                  </a:moveTo>
                  <a:lnTo>
                    <a:pt x="1212446" y="452214"/>
                  </a:lnTo>
                  <a:lnTo>
                    <a:pt x="1225468" y="455864"/>
                  </a:lnTo>
                  <a:close/>
                  <a:moveTo>
                    <a:pt x="1238931" y="444170"/>
                  </a:moveTo>
                  <a:lnTo>
                    <a:pt x="1225468" y="455864"/>
                  </a:lnTo>
                  <a:lnTo>
                    <a:pt x="1212446" y="452214"/>
                  </a:lnTo>
                  <a:close/>
                  <a:moveTo>
                    <a:pt x="1183298" y="444170"/>
                  </a:moveTo>
                  <a:lnTo>
                    <a:pt x="1225468" y="455864"/>
                  </a:lnTo>
                  <a:lnTo>
                    <a:pt x="1241698" y="428433"/>
                  </a:lnTo>
                  <a:close/>
                  <a:moveTo>
                    <a:pt x="1241698" y="428433"/>
                  </a:moveTo>
                  <a:lnTo>
                    <a:pt x="1225468" y="455864"/>
                  </a:lnTo>
                  <a:lnTo>
                    <a:pt x="1238931" y="444170"/>
                  </a:lnTo>
                  <a:close/>
                  <a:moveTo>
                    <a:pt x="1259318" y="367224"/>
                  </a:moveTo>
                  <a:lnTo>
                    <a:pt x="1286999" y="352103"/>
                  </a:lnTo>
                  <a:lnTo>
                    <a:pt x="1287783" y="323519"/>
                  </a:lnTo>
                  <a:close/>
                  <a:moveTo>
                    <a:pt x="1241698" y="428433"/>
                  </a:moveTo>
                  <a:lnTo>
                    <a:pt x="1277553" y="371944"/>
                  </a:lnTo>
                  <a:lnTo>
                    <a:pt x="1259318" y="367224"/>
                  </a:lnTo>
                  <a:close/>
                  <a:moveTo>
                    <a:pt x="1390683" y="120652"/>
                  </a:moveTo>
                  <a:lnTo>
                    <a:pt x="1385472" y="129826"/>
                  </a:lnTo>
                  <a:lnTo>
                    <a:pt x="1345582" y="195888"/>
                  </a:lnTo>
                  <a:close/>
                  <a:moveTo>
                    <a:pt x="1390683" y="120652"/>
                  </a:moveTo>
                  <a:lnTo>
                    <a:pt x="1404139" y="82215"/>
                  </a:lnTo>
                  <a:lnTo>
                    <a:pt x="1385472" y="129826"/>
                  </a:lnTo>
                  <a:close/>
                  <a:moveTo>
                    <a:pt x="1390683" y="120652"/>
                  </a:moveTo>
                  <a:lnTo>
                    <a:pt x="1414069" y="9113"/>
                  </a:lnTo>
                  <a:lnTo>
                    <a:pt x="1410363" y="0"/>
                  </a:lnTo>
                  <a:close/>
                  <a:moveTo>
                    <a:pt x="1390683" y="120652"/>
                  </a:moveTo>
                  <a:lnTo>
                    <a:pt x="1410363" y="0"/>
                  </a:lnTo>
                  <a:lnTo>
                    <a:pt x="1404139" y="82215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70" name="Candidate_density__2169">
              <a:extLst>
                <a:ext uri="{FF2B5EF4-FFF2-40B4-BE49-F238E27FC236}">
                  <a16:creationId xmlns:a16="http://schemas.microsoft.com/office/drawing/2014/main" id="{9E89B179-A956-7953-CD7E-3555355DDC8C}"/>
                </a:ext>
              </a:extLst>
            </p:cNvPr>
            <p:cNvSpPr>
              <a:spLocks noGrp="1"/>
            </p:cNvSpPr>
            <p:nvPr/>
          </p:nvSpPr>
          <p:spPr>
            <a:xfrm>
              <a:off x="3704757" y="2407305"/>
              <a:ext cx="1498589" cy="842042"/>
            </a:xfrm>
            <a:custGeom>
              <a:avLst/>
              <a:gdLst/>
              <a:ahLst/>
              <a:cxnLst/>
              <a:rect l="0" t="0" r="0" b="0"/>
              <a:pathLst>
                <a:path w="1498589" h="842042">
                  <a:moveTo>
                    <a:pt x="45780" y="407552"/>
                  </a:moveTo>
                  <a:lnTo>
                    <a:pt x="515" y="453514"/>
                  </a:lnTo>
                  <a:lnTo>
                    <a:pt x="0" y="458718"/>
                  </a:lnTo>
                  <a:close/>
                  <a:moveTo>
                    <a:pt x="515" y="453514"/>
                  </a:moveTo>
                  <a:lnTo>
                    <a:pt x="45780" y="407552"/>
                  </a:lnTo>
                  <a:lnTo>
                    <a:pt x="12216" y="376503"/>
                  </a:lnTo>
                  <a:close/>
                  <a:moveTo>
                    <a:pt x="45780" y="407552"/>
                  </a:moveTo>
                  <a:lnTo>
                    <a:pt x="55901" y="338067"/>
                  </a:lnTo>
                  <a:lnTo>
                    <a:pt x="12216" y="376503"/>
                  </a:lnTo>
                  <a:close/>
                  <a:moveTo>
                    <a:pt x="55901" y="338067"/>
                  </a:moveTo>
                  <a:lnTo>
                    <a:pt x="82300" y="265435"/>
                  </a:lnTo>
                  <a:lnTo>
                    <a:pt x="16279" y="294288"/>
                  </a:lnTo>
                  <a:close/>
                  <a:moveTo>
                    <a:pt x="12216" y="376503"/>
                  </a:moveTo>
                  <a:lnTo>
                    <a:pt x="55901" y="338067"/>
                  </a:lnTo>
                  <a:lnTo>
                    <a:pt x="16279" y="294288"/>
                  </a:lnTo>
                  <a:close/>
                  <a:moveTo>
                    <a:pt x="88464" y="255852"/>
                  </a:moveTo>
                  <a:lnTo>
                    <a:pt x="66724" y="266431"/>
                  </a:lnTo>
                  <a:lnTo>
                    <a:pt x="82300" y="265435"/>
                  </a:lnTo>
                  <a:close/>
                  <a:moveTo>
                    <a:pt x="82300" y="265435"/>
                  </a:moveTo>
                  <a:lnTo>
                    <a:pt x="55901" y="338067"/>
                  </a:lnTo>
                  <a:lnTo>
                    <a:pt x="142020" y="305309"/>
                  </a:lnTo>
                  <a:close/>
                  <a:moveTo>
                    <a:pt x="186625" y="229545"/>
                  </a:moveTo>
                  <a:lnTo>
                    <a:pt x="88464" y="255852"/>
                  </a:lnTo>
                  <a:lnTo>
                    <a:pt x="210165" y="249640"/>
                  </a:lnTo>
                  <a:close/>
                  <a:moveTo>
                    <a:pt x="88464" y="255852"/>
                  </a:moveTo>
                  <a:lnTo>
                    <a:pt x="82300" y="265435"/>
                  </a:lnTo>
                  <a:lnTo>
                    <a:pt x="210165" y="249640"/>
                  </a:lnTo>
                  <a:close/>
                  <a:moveTo>
                    <a:pt x="210165" y="249640"/>
                  </a:moveTo>
                  <a:lnTo>
                    <a:pt x="82300" y="265435"/>
                  </a:lnTo>
                  <a:lnTo>
                    <a:pt x="163605" y="299630"/>
                  </a:lnTo>
                  <a:close/>
                  <a:moveTo>
                    <a:pt x="163605" y="299630"/>
                  </a:moveTo>
                  <a:lnTo>
                    <a:pt x="82300" y="265435"/>
                  </a:lnTo>
                  <a:lnTo>
                    <a:pt x="142020" y="305309"/>
                  </a:lnTo>
                  <a:close/>
                  <a:moveTo>
                    <a:pt x="249541" y="217415"/>
                  </a:moveTo>
                  <a:lnTo>
                    <a:pt x="186625" y="229545"/>
                  </a:lnTo>
                  <a:lnTo>
                    <a:pt x="210165" y="249640"/>
                  </a:lnTo>
                  <a:close/>
                  <a:moveTo>
                    <a:pt x="249541" y="217415"/>
                  </a:moveTo>
                  <a:lnTo>
                    <a:pt x="199672" y="135200"/>
                  </a:lnTo>
                  <a:lnTo>
                    <a:pt x="186625" y="229545"/>
                  </a:lnTo>
                  <a:close/>
                  <a:moveTo>
                    <a:pt x="210165" y="249640"/>
                  </a:moveTo>
                  <a:lnTo>
                    <a:pt x="163605" y="299630"/>
                  </a:lnTo>
                  <a:lnTo>
                    <a:pt x="251727" y="276711"/>
                  </a:lnTo>
                  <a:close/>
                  <a:moveTo>
                    <a:pt x="288483" y="207329"/>
                  </a:moveTo>
                  <a:lnTo>
                    <a:pt x="249541" y="217415"/>
                  </a:lnTo>
                  <a:lnTo>
                    <a:pt x="338853" y="236924"/>
                  </a:lnTo>
                  <a:close/>
                  <a:moveTo>
                    <a:pt x="249541" y="217415"/>
                  </a:moveTo>
                  <a:lnTo>
                    <a:pt x="210165" y="249640"/>
                  </a:lnTo>
                  <a:lnTo>
                    <a:pt x="338853" y="236924"/>
                  </a:lnTo>
                  <a:close/>
                  <a:moveTo>
                    <a:pt x="316828" y="261194"/>
                  </a:moveTo>
                  <a:lnTo>
                    <a:pt x="210165" y="249640"/>
                  </a:lnTo>
                  <a:lnTo>
                    <a:pt x="251727" y="276711"/>
                  </a:lnTo>
                  <a:close/>
                  <a:moveTo>
                    <a:pt x="1269436" y="842042"/>
                  </a:moveTo>
                  <a:lnTo>
                    <a:pt x="1308232" y="824448"/>
                  </a:lnTo>
                  <a:lnTo>
                    <a:pt x="1278612" y="812203"/>
                  </a:lnTo>
                  <a:close/>
                  <a:moveTo>
                    <a:pt x="708388" y="348006"/>
                  </a:moveTo>
                  <a:lnTo>
                    <a:pt x="791573" y="340970"/>
                  </a:lnTo>
                  <a:lnTo>
                    <a:pt x="776455" y="328009"/>
                  </a:lnTo>
                  <a:close/>
                  <a:moveTo>
                    <a:pt x="791573" y="340970"/>
                  </a:moveTo>
                  <a:lnTo>
                    <a:pt x="839368" y="284573"/>
                  </a:lnTo>
                  <a:lnTo>
                    <a:pt x="776455" y="328009"/>
                  </a:lnTo>
                  <a:close/>
                  <a:moveTo>
                    <a:pt x="791573" y="340970"/>
                  </a:moveTo>
                  <a:lnTo>
                    <a:pt x="900267" y="313196"/>
                  </a:lnTo>
                  <a:lnTo>
                    <a:pt x="839368" y="284573"/>
                  </a:lnTo>
                  <a:close/>
                  <a:moveTo>
                    <a:pt x="839368" y="284573"/>
                  </a:moveTo>
                  <a:lnTo>
                    <a:pt x="900267" y="313196"/>
                  </a:lnTo>
                  <a:lnTo>
                    <a:pt x="862743" y="266536"/>
                  </a:lnTo>
                  <a:close/>
                  <a:moveTo>
                    <a:pt x="862743" y="266536"/>
                  </a:moveTo>
                  <a:lnTo>
                    <a:pt x="900267" y="313196"/>
                  </a:lnTo>
                  <a:lnTo>
                    <a:pt x="908785" y="310314"/>
                  </a:lnTo>
                  <a:close/>
                  <a:moveTo>
                    <a:pt x="862743" y="266536"/>
                  </a:moveTo>
                  <a:lnTo>
                    <a:pt x="908785" y="310314"/>
                  </a:lnTo>
                  <a:lnTo>
                    <a:pt x="929855" y="228099"/>
                  </a:lnTo>
                  <a:close/>
                  <a:moveTo>
                    <a:pt x="900267" y="313196"/>
                  </a:moveTo>
                  <a:lnTo>
                    <a:pt x="906605" y="320758"/>
                  </a:lnTo>
                  <a:lnTo>
                    <a:pt x="908785" y="310314"/>
                  </a:lnTo>
                  <a:close/>
                  <a:moveTo>
                    <a:pt x="929855" y="228099"/>
                  </a:moveTo>
                  <a:lnTo>
                    <a:pt x="908785" y="310314"/>
                  </a:lnTo>
                  <a:lnTo>
                    <a:pt x="1022765" y="271878"/>
                  </a:lnTo>
                  <a:close/>
                  <a:moveTo>
                    <a:pt x="929855" y="228099"/>
                  </a:moveTo>
                  <a:lnTo>
                    <a:pt x="1022765" y="271878"/>
                  </a:lnTo>
                  <a:lnTo>
                    <a:pt x="998719" y="189663"/>
                  </a:lnTo>
                  <a:close/>
                  <a:moveTo>
                    <a:pt x="919207" y="145884"/>
                  </a:moveTo>
                  <a:lnTo>
                    <a:pt x="989133" y="135457"/>
                  </a:lnTo>
                  <a:lnTo>
                    <a:pt x="976250" y="111831"/>
                  </a:lnTo>
                  <a:close/>
                  <a:moveTo>
                    <a:pt x="998719" y="189663"/>
                  </a:moveTo>
                  <a:lnTo>
                    <a:pt x="989133" y="135457"/>
                  </a:lnTo>
                  <a:lnTo>
                    <a:pt x="919207" y="145884"/>
                  </a:lnTo>
                  <a:close/>
                  <a:moveTo>
                    <a:pt x="929855" y="228099"/>
                  </a:moveTo>
                  <a:lnTo>
                    <a:pt x="998719" y="189663"/>
                  </a:lnTo>
                  <a:lnTo>
                    <a:pt x="919207" y="145884"/>
                  </a:lnTo>
                  <a:close/>
                  <a:moveTo>
                    <a:pt x="976250" y="111831"/>
                  </a:moveTo>
                  <a:lnTo>
                    <a:pt x="989133" y="135457"/>
                  </a:lnTo>
                  <a:lnTo>
                    <a:pt x="983208" y="107448"/>
                  </a:lnTo>
                  <a:close/>
                  <a:moveTo>
                    <a:pt x="998719" y="189663"/>
                  </a:moveTo>
                  <a:lnTo>
                    <a:pt x="1027777" y="270124"/>
                  </a:lnTo>
                  <a:lnTo>
                    <a:pt x="1007776" y="186293"/>
                  </a:lnTo>
                  <a:close/>
                  <a:moveTo>
                    <a:pt x="989133" y="135457"/>
                  </a:moveTo>
                  <a:lnTo>
                    <a:pt x="998719" y="189663"/>
                  </a:lnTo>
                  <a:lnTo>
                    <a:pt x="1007776" y="186293"/>
                  </a:lnTo>
                  <a:close/>
                  <a:moveTo>
                    <a:pt x="989133" y="135457"/>
                  </a:moveTo>
                  <a:lnTo>
                    <a:pt x="1007776" y="186293"/>
                  </a:lnTo>
                  <a:lnTo>
                    <a:pt x="983208" y="107448"/>
                  </a:lnTo>
                  <a:close/>
                  <a:moveTo>
                    <a:pt x="983208" y="107448"/>
                  </a:moveTo>
                  <a:lnTo>
                    <a:pt x="1007776" y="186293"/>
                  </a:lnTo>
                  <a:lnTo>
                    <a:pt x="1099605" y="151227"/>
                  </a:lnTo>
                  <a:close/>
                  <a:moveTo>
                    <a:pt x="983208" y="107448"/>
                  </a:moveTo>
                  <a:lnTo>
                    <a:pt x="1099605" y="151227"/>
                  </a:lnTo>
                  <a:lnTo>
                    <a:pt x="1099083" y="69012"/>
                  </a:lnTo>
                  <a:close/>
                  <a:moveTo>
                    <a:pt x="1099083" y="69012"/>
                  </a:moveTo>
                  <a:lnTo>
                    <a:pt x="1101842" y="62998"/>
                  </a:lnTo>
                  <a:lnTo>
                    <a:pt x="1022153" y="25232"/>
                  </a:lnTo>
                  <a:close/>
                  <a:moveTo>
                    <a:pt x="983208" y="107448"/>
                  </a:moveTo>
                  <a:lnTo>
                    <a:pt x="1099083" y="69012"/>
                  </a:lnTo>
                  <a:lnTo>
                    <a:pt x="1022153" y="25232"/>
                  </a:lnTo>
                  <a:close/>
                  <a:moveTo>
                    <a:pt x="1042998" y="18066"/>
                  </a:moveTo>
                  <a:lnTo>
                    <a:pt x="1101842" y="62998"/>
                  </a:lnTo>
                  <a:lnTo>
                    <a:pt x="1177762" y="68192"/>
                  </a:lnTo>
                  <a:close/>
                  <a:moveTo>
                    <a:pt x="1099083" y="69012"/>
                  </a:moveTo>
                  <a:lnTo>
                    <a:pt x="1138555" y="140565"/>
                  </a:lnTo>
                  <a:lnTo>
                    <a:pt x="1105789" y="67110"/>
                  </a:lnTo>
                  <a:close/>
                  <a:moveTo>
                    <a:pt x="1099083" y="69012"/>
                  </a:moveTo>
                  <a:lnTo>
                    <a:pt x="1099605" y="151227"/>
                  </a:lnTo>
                  <a:lnTo>
                    <a:pt x="1138555" y="140565"/>
                  </a:lnTo>
                  <a:close/>
                  <a:moveTo>
                    <a:pt x="1138555" y="140565"/>
                  </a:moveTo>
                  <a:lnTo>
                    <a:pt x="1219304" y="135509"/>
                  </a:lnTo>
                  <a:lnTo>
                    <a:pt x="1178277" y="68771"/>
                  </a:lnTo>
                  <a:close/>
                  <a:moveTo>
                    <a:pt x="1138555" y="140565"/>
                  </a:moveTo>
                  <a:lnTo>
                    <a:pt x="1178277" y="68771"/>
                  </a:lnTo>
                  <a:lnTo>
                    <a:pt x="1105789" y="67110"/>
                  </a:lnTo>
                  <a:close/>
                  <a:moveTo>
                    <a:pt x="1219304" y="135509"/>
                  </a:moveTo>
                  <a:lnTo>
                    <a:pt x="1296143" y="33539"/>
                  </a:lnTo>
                  <a:lnTo>
                    <a:pt x="1178277" y="68771"/>
                  </a:lnTo>
                  <a:close/>
                  <a:moveTo>
                    <a:pt x="1306362" y="30575"/>
                  </a:moveTo>
                  <a:lnTo>
                    <a:pt x="1296143" y="33539"/>
                  </a:lnTo>
                  <a:lnTo>
                    <a:pt x="1287769" y="140440"/>
                  </a:lnTo>
                  <a:close/>
                  <a:moveTo>
                    <a:pt x="1101842" y="62998"/>
                  </a:moveTo>
                  <a:lnTo>
                    <a:pt x="1099083" y="69012"/>
                  </a:lnTo>
                  <a:lnTo>
                    <a:pt x="1105789" y="67110"/>
                  </a:lnTo>
                  <a:close/>
                  <a:moveTo>
                    <a:pt x="1105789" y="67110"/>
                  </a:moveTo>
                  <a:lnTo>
                    <a:pt x="1177762" y="68192"/>
                  </a:lnTo>
                  <a:lnTo>
                    <a:pt x="1101842" y="62998"/>
                  </a:lnTo>
                  <a:close/>
                  <a:moveTo>
                    <a:pt x="1105789" y="67110"/>
                  </a:moveTo>
                  <a:lnTo>
                    <a:pt x="1178277" y="68771"/>
                  </a:lnTo>
                  <a:lnTo>
                    <a:pt x="1177762" y="68192"/>
                  </a:lnTo>
                  <a:close/>
                  <a:moveTo>
                    <a:pt x="1306362" y="30575"/>
                  </a:moveTo>
                  <a:lnTo>
                    <a:pt x="1432385" y="32465"/>
                  </a:lnTo>
                  <a:lnTo>
                    <a:pt x="1411929" y="0"/>
                  </a:lnTo>
                  <a:close/>
                  <a:moveTo>
                    <a:pt x="1422997" y="74354"/>
                  </a:moveTo>
                  <a:lnTo>
                    <a:pt x="1432385" y="32465"/>
                  </a:lnTo>
                  <a:lnTo>
                    <a:pt x="1306362" y="30575"/>
                  </a:lnTo>
                  <a:close/>
                  <a:moveTo>
                    <a:pt x="1337732" y="112790"/>
                  </a:moveTo>
                  <a:lnTo>
                    <a:pt x="1422997" y="74354"/>
                  </a:lnTo>
                  <a:lnTo>
                    <a:pt x="1306362" y="30575"/>
                  </a:lnTo>
                  <a:close/>
                  <a:moveTo>
                    <a:pt x="1411929" y="0"/>
                  </a:moveTo>
                  <a:lnTo>
                    <a:pt x="1432385" y="32465"/>
                  </a:lnTo>
                  <a:lnTo>
                    <a:pt x="1498589" y="1334"/>
                  </a:lnTo>
                  <a:close/>
                  <a:moveTo>
                    <a:pt x="1422997" y="74354"/>
                  </a:moveTo>
                  <a:lnTo>
                    <a:pt x="1459455" y="133675"/>
                  </a:lnTo>
                  <a:lnTo>
                    <a:pt x="1455577" y="64607"/>
                  </a:lnTo>
                  <a:close/>
                  <a:moveTo>
                    <a:pt x="1432385" y="32465"/>
                  </a:moveTo>
                  <a:lnTo>
                    <a:pt x="1422997" y="74354"/>
                  </a:lnTo>
                  <a:lnTo>
                    <a:pt x="1455577" y="64607"/>
                  </a:lnTo>
                  <a:close/>
                  <a:moveTo>
                    <a:pt x="1455577" y="64607"/>
                  </a:moveTo>
                  <a:lnTo>
                    <a:pt x="1498589" y="1334"/>
                  </a:lnTo>
                  <a:lnTo>
                    <a:pt x="1432385" y="3246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71" name="Candidate_density__2170">
              <a:extLst>
                <a:ext uri="{FF2B5EF4-FFF2-40B4-BE49-F238E27FC236}">
                  <a16:creationId xmlns:a16="http://schemas.microsoft.com/office/drawing/2014/main" id="{A3BAF5DE-D2DA-9976-BBFB-76B7598B174C}"/>
                </a:ext>
              </a:extLst>
            </p:cNvPr>
            <p:cNvSpPr>
              <a:spLocks noGrp="1"/>
            </p:cNvSpPr>
            <p:nvPr/>
          </p:nvSpPr>
          <p:spPr>
            <a:xfrm>
              <a:off x="3804009" y="2702447"/>
              <a:ext cx="1622391" cy="682892"/>
            </a:xfrm>
            <a:custGeom>
              <a:avLst/>
              <a:gdLst/>
              <a:ahLst/>
              <a:cxnLst/>
              <a:rect l="0" t="0" r="0" b="0"/>
              <a:pathLst>
                <a:path w="1622391" h="682892">
                  <a:moveTo>
                    <a:pt x="0" y="410221"/>
                  </a:moveTo>
                  <a:lnTo>
                    <a:pt x="1699" y="470428"/>
                  </a:lnTo>
                  <a:lnTo>
                    <a:pt x="59269" y="470471"/>
                  </a:lnTo>
                  <a:close/>
                  <a:moveTo>
                    <a:pt x="226017" y="536215"/>
                  </a:moveTo>
                  <a:lnTo>
                    <a:pt x="205602" y="523728"/>
                  </a:lnTo>
                  <a:lnTo>
                    <a:pt x="149260" y="528275"/>
                  </a:lnTo>
                  <a:close/>
                  <a:moveTo>
                    <a:pt x="126388" y="453999"/>
                  </a:moveTo>
                  <a:lnTo>
                    <a:pt x="149260" y="528275"/>
                  </a:lnTo>
                  <a:lnTo>
                    <a:pt x="205602" y="523728"/>
                  </a:lnTo>
                  <a:close/>
                  <a:moveTo>
                    <a:pt x="126388" y="453999"/>
                  </a:moveTo>
                  <a:lnTo>
                    <a:pt x="91365" y="492436"/>
                  </a:lnTo>
                  <a:lnTo>
                    <a:pt x="149260" y="528275"/>
                  </a:lnTo>
                  <a:close/>
                  <a:moveTo>
                    <a:pt x="91365" y="492436"/>
                  </a:moveTo>
                  <a:lnTo>
                    <a:pt x="126388" y="453999"/>
                  </a:lnTo>
                  <a:lnTo>
                    <a:pt x="59269" y="470471"/>
                  </a:lnTo>
                  <a:close/>
                  <a:moveTo>
                    <a:pt x="311156" y="497778"/>
                  </a:moveTo>
                  <a:lnTo>
                    <a:pt x="226017" y="536215"/>
                  </a:lnTo>
                  <a:lnTo>
                    <a:pt x="292924" y="571552"/>
                  </a:lnTo>
                  <a:close/>
                  <a:moveTo>
                    <a:pt x="279234" y="339476"/>
                  </a:moveTo>
                  <a:lnTo>
                    <a:pt x="217688" y="290257"/>
                  </a:lnTo>
                  <a:lnTo>
                    <a:pt x="247355" y="333348"/>
                  </a:lnTo>
                  <a:close/>
                  <a:moveTo>
                    <a:pt x="295037" y="364249"/>
                  </a:moveTo>
                  <a:lnTo>
                    <a:pt x="247355" y="333348"/>
                  </a:lnTo>
                  <a:lnTo>
                    <a:pt x="339155" y="313996"/>
                  </a:lnTo>
                  <a:close/>
                  <a:moveTo>
                    <a:pt x="414676" y="212696"/>
                  </a:moveTo>
                  <a:lnTo>
                    <a:pt x="437008" y="294912"/>
                  </a:lnTo>
                  <a:lnTo>
                    <a:pt x="418947" y="186392"/>
                  </a:lnTo>
                  <a:close/>
                  <a:moveTo>
                    <a:pt x="379921" y="187757"/>
                  </a:moveTo>
                  <a:lnTo>
                    <a:pt x="418947" y="186392"/>
                  </a:lnTo>
                  <a:lnTo>
                    <a:pt x="353965" y="178629"/>
                  </a:lnTo>
                  <a:close/>
                  <a:moveTo>
                    <a:pt x="637812" y="329827"/>
                  </a:moveTo>
                  <a:lnTo>
                    <a:pt x="560599" y="369423"/>
                  </a:lnTo>
                  <a:lnTo>
                    <a:pt x="631453" y="355677"/>
                  </a:lnTo>
                  <a:close/>
                  <a:moveTo>
                    <a:pt x="726651" y="318195"/>
                  </a:moveTo>
                  <a:lnTo>
                    <a:pt x="631453" y="355677"/>
                  </a:lnTo>
                  <a:lnTo>
                    <a:pt x="710360" y="372036"/>
                  </a:lnTo>
                  <a:close/>
                  <a:moveTo>
                    <a:pt x="726651" y="318195"/>
                  </a:moveTo>
                  <a:lnTo>
                    <a:pt x="637812" y="329827"/>
                  </a:lnTo>
                  <a:lnTo>
                    <a:pt x="631453" y="355677"/>
                  </a:lnTo>
                  <a:close/>
                  <a:moveTo>
                    <a:pt x="787185" y="380615"/>
                  </a:moveTo>
                  <a:lnTo>
                    <a:pt x="823971" y="302952"/>
                  </a:lnTo>
                  <a:lnTo>
                    <a:pt x="710360" y="372036"/>
                  </a:lnTo>
                  <a:close/>
                  <a:moveTo>
                    <a:pt x="1114436" y="426247"/>
                  </a:moveTo>
                  <a:lnTo>
                    <a:pt x="1056830" y="401054"/>
                  </a:lnTo>
                  <a:lnTo>
                    <a:pt x="1015727" y="462579"/>
                  </a:lnTo>
                  <a:close/>
                  <a:moveTo>
                    <a:pt x="1015727" y="462579"/>
                  </a:moveTo>
                  <a:lnTo>
                    <a:pt x="1056830" y="401054"/>
                  </a:lnTo>
                  <a:lnTo>
                    <a:pt x="923171" y="395186"/>
                  </a:lnTo>
                  <a:close/>
                  <a:moveTo>
                    <a:pt x="1371893" y="657637"/>
                  </a:moveTo>
                  <a:lnTo>
                    <a:pt x="1361664" y="672893"/>
                  </a:lnTo>
                  <a:lnTo>
                    <a:pt x="1413362" y="682892"/>
                  </a:lnTo>
                  <a:close/>
                  <a:moveTo>
                    <a:pt x="1166132" y="387811"/>
                  </a:moveTo>
                  <a:lnTo>
                    <a:pt x="1143267" y="445569"/>
                  </a:lnTo>
                  <a:lnTo>
                    <a:pt x="1191882" y="412130"/>
                  </a:lnTo>
                  <a:close/>
                  <a:moveTo>
                    <a:pt x="1166132" y="387811"/>
                  </a:moveTo>
                  <a:lnTo>
                    <a:pt x="1114436" y="426247"/>
                  </a:lnTo>
                  <a:lnTo>
                    <a:pt x="1143267" y="445569"/>
                  </a:lnTo>
                  <a:close/>
                  <a:moveTo>
                    <a:pt x="1114436" y="426247"/>
                  </a:moveTo>
                  <a:lnTo>
                    <a:pt x="1166132" y="387811"/>
                  </a:lnTo>
                  <a:lnTo>
                    <a:pt x="1056830" y="401054"/>
                  </a:lnTo>
                  <a:close/>
                  <a:moveTo>
                    <a:pt x="1191882" y="412130"/>
                  </a:moveTo>
                  <a:lnTo>
                    <a:pt x="1283985" y="468328"/>
                  </a:lnTo>
                  <a:lnTo>
                    <a:pt x="1262555" y="349374"/>
                  </a:lnTo>
                  <a:close/>
                  <a:moveTo>
                    <a:pt x="1593144" y="272501"/>
                  </a:moveTo>
                  <a:lnTo>
                    <a:pt x="1558038" y="299549"/>
                  </a:lnTo>
                  <a:lnTo>
                    <a:pt x="1622391" y="274895"/>
                  </a:lnTo>
                  <a:close/>
                  <a:moveTo>
                    <a:pt x="1622391" y="274895"/>
                  </a:moveTo>
                  <a:lnTo>
                    <a:pt x="1567018" y="359412"/>
                  </a:lnTo>
                  <a:lnTo>
                    <a:pt x="1620705" y="376357"/>
                  </a:lnTo>
                  <a:close/>
                  <a:moveTo>
                    <a:pt x="1593144" y="272501"/>
                  </a:moveTo>
                  <a:lnTo>
                    <a:pt x="1622391" y="274895"/>
                  </a:lnTo>
                  <a:lnTo>
                    <a:pt x="1621708" y="258941"/>
                  </a:lnTo>
                  <a:close/>
                  <a:moveTo>
                    <a:pt x="1616647" y="179473"/>
                  </a:moveTo>
                  <a:lnTo>
                    <a:pt x="1593144" y="272501"/>
                  </a:lnTo>
                  <a:lnTo>
                    <a:pt x="1621708" y="258941"/>
                  </a:lnTo>
                  <a:close/>
                  <a:moveTo>
                    <a:pt x="1554541" y="269464"/>
                  </a:moveTo>
                  <a:lnTo>
                    <a:pt x="1593144" y="272501"/>
                  </a:lnTo>
                  <a:lnTo>
                    <a:pt x="1616647" y="179473"/>
                  </a:lnTo>
                  <a:close/>
                  <a:moveTo>
                    <a:pt x="1551438" y="171894"/>
                  </a:moveTo>
                  <a:lnTo>
                    <a:pt x="1616647" y="179473"/>
                  </a:lnTo>
                  <a:lnTo>
                    <a:pt x="1601421" y="91759"/>
                  </a:lnTo>
                  <a:close/>
                  <a:moveTo>
                    <a:pt x="1551438" y="171894"/>
                  </a:moveTo>
                  <a:lnTo>
                    <a:pt x="1601421" y="91759"/>
                  </a:lnTo>
                  <a:lnTo>
                    <a:pt x="1540718" y="80517"/>
                  </a:lnTo>
                  <a:close/>
                  <a:moveTo>
                    <a:pt x="1540718" y="80517"/>
                  </a:moveTo>
                  <a:lnTo>
                    <a:pt x="1601421" y="91759"/>
                  </a:lnTo>
                  <a:lnTo>
                    <a:pt x="1591170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72" name="Candidate_density__2171">
              <a:extLst>
                <a:ext uri="{FF2B5EF4-FFF2-40B4-BE49-F238E27FC236}">
                  <a16:creationId xmlns:a16="http://schemas.microsoft.com/office/drawing/2014/main" id="{B621A8D9-BE3F-DF50-DA05-AA321A2AB094}"/>
                </a:ext>
              </a:extLst>
            </p:cNvPr>
            <p:cNvSpPr>
              <a:spLocks noGrp="1"/>
            </p:cNvSpPr>
            <p:nvPr/>
          </p:nvSpPr>
          <p:spPr>
            <a:xfrm>
              <a:off x="3715150" y="2563873"/>
              <a:ext cx="1639388" cy="609045"/>
            </a:xfrm>
            <a:custGeom>
              <a:avLst/>
              <a:gdLst/>
              <a:ahLst/>
              <a:cxnLst/>
              <a:rect l="0" t="0" r="0" b="0"/>
              <a:pathLst>
                <a:path w="1639388" h="609045">
                  <a:moveTo>
                    <a:pt x="7967" y="505016"/>
                  </a:moveTo>
                  <a:lnTo>
                    <a:pt x="88858" y="548795"/>
                  </a:lnTo>
                  <a:lnTo>
                    <a:pt x="47702" y="466580"/>
                  </a:lnTo>
                  <a:close/>
                  <a:moveTo>
                    <a:pt x="18200" y="401928"/>
                  </a:moveTo>
                  <a:lnTo>
                    <a:pt x="0" y="395342"/>
                  </a:lnTo>
                  <a:lnTo>
                    <a:pt x="47702" y="466580"/>
                  </a:lnTo>
                  <a:close/>
                  <a:moveTo>
                    <a:pt x="8397" y="384365"/>
                  </a:moveTo>
                  <a:lnTo>
                    <a:pt x="0" y="395342"/>
                  </a:lnTo>
                  <a:lnTo>
                    <a:pt x="18200" y="401928"/>
                  </a:lnTo>
                  <a:close/>
                  <a:moveTo>
                    <a:pt x="159594" y="510359"/>
                  </a:moveTo>
                  <a:lnTo>
                    <a:pt x="148127" y="609045"/>
                  </a:lnTo>
                  <a:lnTo>
                    <a:pt x="191714" y="556808"/>
                  </a:lnTo>
                  <a:close/>
                  <a:moveTo>
                    <a:pt x="47702" y="466580"/>
                  </a:moveTo>
                  <a:lnTo>
                    <a:pt x="88858" y="548795"/>
                  </a:lnTo>
                  <a:lnTo>
                    <a:pt x="159594" y="510359"/>
                  </a:lnTo>
                  <a:close/>
                  <a:moveTo>
                    <a:pt x="23805" y="375990"/>
                  </a:moveTo>
                  <a:lnTo>
                    <a:pt x="18200" y="401928"/>
                  </a:lnTo>
                  <a:lnTo>
                    <a:pt x="75508" y="345929"/>
                  </a:lnTo>
                  <a:close/>
                  <a:moveTo>
                    <a:pt x="75508" y="345929"/>
                  </a:moveTo>
                  <a:lnTo>
                    <a:pt x="18200" y="401928"/>
                  </a:lnTo>
                  <a:lnTo>
                    <a:pt x="47702" y="466580"/>
                  </a:lnTo>
                  <a:close/>
                  <a:moveTo>
                    <a:pt x="75508" y="345929"/>
                  </a:moveTo>
                  <a:lnTo>
                    <a:pt x="47702" y="466580"/>
                  </a:lnTo>
                  <a:lnTo>
                    <a:pt x="127108" y="428144"/>
                  </a:lnTo>
                  <a:close/>
                  <a:moveTo>
                    <a:pt x="8397" y="384365"/>
                  </a:moveTo>
                  <a:lnTo>
                    <a:pt x="18200" y="401928"/>
                  </a:lnTo>
                  <a:lnTo>
                    <a:pt x="23805" y="375990"/>
                  </a:lnTo>
                  <a:close/>
                  <a:moveTo>
                    <a:pt x="75508" y="345929"/>
                  </a:moveTo>
                  <a:lnTo>
                    <a:pt x="127108" y="428144"/>
                  </a:lnTo>
                  <a:lnTo>
                    <a:pt x="194997" y="389707"/>
                  </a:lnTo>
                  <a:close/>
                  <a:moveTo>
                    <a:pt x="350416" y="92052"/>
                  </a:moveTo>
                  <a:lnTo>
                    <a:pt x="306434" y="104625"/>
                  </a:lnTo>
                  <a:lnTo>
                    <a:pt x="390975" y="98888"/>
                  </a:lnTo>
                  <a:close/>
                  <a:moveTo>
                    <a:pt x="328459" y="80356"/>
                  </a:moveTo>
                  <a:lnTo>
                    <a:pt x="306434" y="104625"/>
                  </a:lnTo>
                  <a:lnTo>
                    <a:pt x="350416" y="92052"/>
                  </a:lnTo>
                  <a:close/>
                  <a:moveTo>
                    <a:pt x="350416" y="92052"/>
                  </a:moveTo>
                  <a:lnTo>
                    <a:pt x="390975" y="98888"/>
                  </a:lnTo>
                  <a:lnTo>
                    <a:pt x="460907" y="81697"/>
                  </a:lnTo>
                  <a:close/>
                  <a:moveTo>
                    <a:pt x="816822" y="356613"/>
                  </a:moveTo>
                  <a:lnTo>
                    <a:pt x="815197" y="356931"/>
                  </a:lnTo>
                  <a:lnTo>
                    <a:pt x="815509" y="456769"/>
                  </a:lnTo>
                  <a:close/>
                  <a:moveTo>
                    <a:pt x="725928" y="300047"/>
                  </a:moveTo>
                  <a:lnTo>
                    <a:pt x="680786" y="274398"/>
                  </a:lnTo>
                  <a:lnTo>
                    <a:pt x="729392" y="366096"/>
                  </a:lnTo>
                  <a:close/>
                  <a:moveTo>
                    <a:pt x="729392" y="366096"/>
                  </a:moveTo>
                  <a:lnTo>
                    <a:pt x="815197" y="356931"/>
                  </a:lnTo>
                  <a:lnTo>
                    <a:pt x="725928" y="300047"/>
                  </a:lnTo>
                  <a:close/>
                  <a:moveTo>
                    <a:pt x="815197" y="356931"/>
                  </a:moveTo>
                  <a:lnTo>
                    <a:pt x="815200" y="355163"/>
                  </a:lnTo>
                  <a:lnTo>
                    <a:pt x="725928" y="300047"/>
                  </a:lnTo>
                  <a:close/>
                  <a:moveTo>
                    <a:pt x="815197" y="356931"/>
                  </a:moveTo>
                  <a:lnTo>
                    <a:pt x="816822" y="356613"/>
                  </a:lnTo>
                  <a:lnTo>
                    <a:pt x="815200" y="355163"/>
                  </a:lnTo>
                  <a:close/>
                  <a:moveTo>
                    <a:pt x="680786" y="274398"/>
                  </a:moveTo>
                  <a:lnTo>
                    <a:pt x="684063" y="192183"/>
                  </a:lnTo>
                  <a:lnTo>
                    <a:pt x="639722" y="278312"/>
                  </a:lnTo>
                  <a:close/>
                  <a:moveTo>
                    <a:pt x="684063" y="192183"/>
                  </a:moveTo>
                  <a:lnTo>
                    <a:pt x="620208" y="194085"/>
                  </a:lnTo>
                  <a:lnTo>
                    <a:pt x="639722" y="278312"/>
                  </a:lnTo>
                  <a:close/>
                  <a:moveTo>
                    <a:pt x="539277" y="199287"/>
                  </a:moveTo>
                  <a:lnTo>
                    <a:pt x="620208" y="194085"/>
                  </a:lnTo>
                  <a:lnTo>
                    <a:pt x="586332" y="121533"/>
                  </a:lnTo>
                  <a:close/>
                  <a:moveTo>
                    <a:pt x="539277" y="199287"/>
                  </a:moveTo>
                  <a:lnTo>
                    <a:pt x="586332" y="121533"/>
                  </a:lnTo>
                  <a:lnTo>
                    <a:pt x="513694" y="119994"/>
                  </a:lnTo>
                  <a:close/>
                  <a:moveTo>
                    <a:pt x="684063" y="192183"/>
                  </a:moveTo>
                  <a:lnTo>
                    <a:pt x="695979" y="188075"/>
                  </a:lnTo>
                  <a:lnTo>
                    <a:pt x="620208" y="194085"/>
                  </a:lnTo>
                  <a:close/>
                  <a:moveTo>
                    <a:pt x="429120" y="128159"/>
                  </a:moveTo>
                  <a:lnTo>
                    <a:pt x="513694" y="119994"/>
                  </a:lnTo>
                  <a:lnTo>
                    <a:pt x="460907" y="81697"/>
                  </a:lnTo>
                  <a:close/>
                  <a:moveTo>
                    <a:pt x="513694" y="119994"/>
                  </a:moveTo>
                  <a:lnTo>
                    <a:pt x="538294" y="92375"/>
                  </a:lnTo>
                  <a:lnTo>
                    <a:pt x="460907" y="81697"/>
                  </a:lnTo>
                  <a:close/>
                  <a:moveTo>
                    <a:pt x="912830" y="441526"/>
                  </a:moveTo>
                  <a:lnTo>
                    <a:pt x="999479" y="521044"/>
                  </a:lnTo>
                  <a:lnTo>
                    <a:pt x="973238" y="400391"/>
                  </a:lnTo>
                  <a:close/>
                  <a:moveTo>
                    <a:pt x="973238" y="400391"/>
                  </a:moveTo>
                  <a:lnTo>
                    <a:pt x="999479" y="521044"/>
                  </a:lnTo>
                  <a:lnTo>
                    <a:pt x="1053229" y="472595"/>
                  </a:lnTo>
                  <a:close/>
                  <a:moveTo>
                    <a:pt x="914401" y="318177"/>
                  </a:moveTo>
                  <a:lnTo>
                    <a:pt x="917396" y="434529"/>
                  </a:lnTo>
                  <a:lnTo>
                    <a:pt x="950686" y="367863"/>
                  </a:lnTo>
                  <a:close/>
                  <a:moveTo>
                    <a:pt x="908386" y="438828"/>
                  </a:moveTo>
                  <a:lnTo>
                    <a:pt x="917396" y="434529"/>
                  </a:lnTo>
                  <a:lnTo>
                    <a:pt x="914401" y="318177"/>
                  </a:lnTo>
                  <a:close/>
                  <a:moveTo>
                    <a:pt x="816822" y="356613"/>
                  </a:moveTo>
                  <a:lnTo>
                    <a:pt x="908386" y="438828"/>
                  </a:lnTo>
                  <a:lnTo>
                    <a:pt x="914401" y="318177"/>
                  </a:lnTo>
                  <a:close/>
                  <a:moveTo>
                    <a:pt x="917396" y="434529"/>
                  </a:moveTo>
                  <a:lnTo>
                    <a:pt x="973238" y="400391"/>
                  </a:lnTo>
                  <a:lnTo>
                    <a:pt x="950686" y="367863"/>
                  </a:lnTo>
                  <a:close/>
                  <a:moveTo>
                    <a:pt x="876884" y="235962"/>
                  </a:moveTo>
                  <a:lnTo>
                    <a:pt x="815200" y="355163"/>
                  </a:lnTo>
                  <a:lnTo>
                    <a:pt x="816822" y="356613"/>
                  </a:lnTo>
                  <a:close/>
                  <a:moveTo>
                    <a:pt x="680786" y="274398"/>
                  </a:moveTo>
                  <a:lnTo>
                    <a:pt x="725928" y="300047"/>
                  </a:lnTo>
                  <a:lnTo>
                    <a:pt x="725659" y="269040"/>
                  </a:lnTo>
                  <a:close/>
                  <a:moveTo>
                    <a:pt x="684063" y="192183"/>
                  </a:moveTo>
                  <a:lnTo>
                    <a:pt x="725659" y="269040"/>
                  </a:lnTo>
                  <a:lnTo>
                    <a:pt x="697994" y="191438"/>
                  </a:lnTo>
                  <a:close/>
                  <a:moveTo>
                    <a:pt x="684063" y="192183"/>
                  </a:moveTo>
                  <a:lnTo>
                    <a:pt x="680786" y="274398"/>
                  </a:lnTo>
                  <a:lnTo>
                    <a:pt x="725659" y="269040"/>
                  </a:lnTo>
                  <a:close/>
                  <a:moveTo>
                    <a:pt x="814904" y="257077"/>
                  </a:moveTo>
                  <a:lnTo>
                    <a:pt x="725928" y="300047"/>
                  </a:lnTo>
                  <a:lnTo>
                    <a:pt x="815200" y="355163"/>
                  </a:lnTo>
                  <a:close/>
                  <a:moveTo>
                    <a:pt x="814904" y="257077"/>
                  </a:moveTo>
                  <a:lnTo>
                    <a:pt x="725659" y="269040"/>
                  </a:lnTo>
                  <a:lnTo>
                    <a:pt x="725928" y="300047"/>
                  </a:lnTo>
                  <a:close/>
                  <a:moveTo>
                    <a:pt x="725659" y="269040"/>
                  </a:moveTo>
                  <a:lnTo>
                    <a:pt x="781179" y="184402"/>
                  </a:lnTo>
                  <a:lnTo>
                    <a:pt x="697994" y="191438"/>
                  </a:lnTo>
                  <a:close/>
                  <a:moveTo>
                    <a:pt x="695979" y="188075"/>
                  </a:moveTo>
                  <a:lnTo>
                    <a:pt x="684063" y="192183"/>
                  </a:lnTo>
                  <a:lnTo>
                    <a:pt x="697994" y="191438"/>
                  </a:lnTo>
                  <a:close/>
                  <a:moveTo>
                    <a:pt x="697994" y="191438"/>
                  </a:moveTo>
                  <a:lnTo>
                    <a:pt x="766061" y="171441"/>
                  </a:lnTo>
                  <a:lnTo>
                    <a:pt x="695979" y="188075"/>
                  </a:lnTo>
                  <a:close/>
                  <a:moveTo>
                    <a:pt x="1071501" y="369836"/>
                  </a:moveTo>
                  <a:lnTo>
                    <a:pt x="1053229" y="472595"/>
                  </a:lnTo>
                  <a:lnTo>
                    <a:pt x="1093642" y="361955"/>
                  </a:lnTo>
                  <a:close/>
                  <a:moveTo>
                    <a:pt x="1093642" y="361955"/>
                  </a:moveTo>
                  <a:lnTo>
                    <a:pt x="1053229" y="472595"/>
                  </a:lnTo>
                  <a:lnTo>
                    <a:pt x="1067034" y="482607"/>
                  </a:lnTo>
                  <a:close/>
                  <a:moveTo>
                    <a:pt x="1093642" y="361955"/>
                  </a:moveTo>
                  <a:lnTo>
                    <a:pt x="1067034" y="482607"/>
                  </a:lnTo>
                  <a:lnTo>
                    <a:pt x="1161800" y="444170"/>
                  </a:lnTo>
                  <a:close/>
                  <a:moveTo>
                    <a:pt x="973238" y="400391"/>
                  </a:moveTo>
                  <a:lnTo>
                    <a:pt x="1053229" y="472595"/>
                  </a:lnTo>
                  <a:lnTo>
                    <a:pt x="1071501" y="369836"/>
                  </a:lnTo>
                  <a:close/>
                  <a:moveTo>
                    <a:pt x="950686" y="367863"/>
                  </a:moveTo>
                  <a:lnTo>
                    <a:pt x="973238" y="400391"/>
                  </a:lnTo>
                  <a:lnTo>
                    <a:pt x="1050771" y="279740"/>
                  </a:lnTo>
                  <a:close/>
                  <a:moveTo>
                    <a:pt x="1064605" y="299927"/>
                  </a:moveTo>
                  <a:lnTo>
                    <a:pt x="973238" y="400391"/>
                  </a:lnTo>
                  <a:lnTo>
                    <a:pt x="1071501" y="369836"/>
                  </a:lnTo>
                  <a:close/>
                  <a:moveTo>
                    <a:pt x="1185743" y="137368"/>
                  </a:moveTo>
                  <a:lnTo>
                    <a:pt x="1268693" y="75258"/>
                  </a:lnTo>
                  <a:lnTo>
                    <a:pt x="1254162" y="42244"/>
                  </a:lnTo>
                  <a:close/>
                  <a:moveTo>
                    <a:pt x="1268693" y="75258"/>
                  </a:moveTo>
                  <a:lnTo>
                    <a:pt x="1309313" y="120652"/>
                  </a:lnTo>
                  <a:lnTo>
                    <a:pt x="1254162" y="42244"/>
                  </a:lnTo>
                  <a:close/>
                  <a:moveTo>
                    <a:pt x="1286693" y="115889"/>
                  </a:moveTo>
                  <a:lnTo>
                    <a:pt x="1365056" y="156885"/>
                  </a:lnTo>
                  <a:lnTo>
                    <a:pt x="1309313" y="120652"/>
                  </a:lnTo>
                  <a:close/>
                  <a:moveTo>
                    <a:pt x="1430378" y="122455"/>
                  </a:moveTo>
                  <a:lnTo>
                    <a:pt x="1365056" y="156885"/>
                  </a:lnTo>
                  <a:lnTo>
                    <a:pt x="1478567" y="87425"/>
                  </a:lnTo>
                  <a:close/>
                  <a:moveTo>
                    <a:pt x="1498766" y="82215"/>
                  </a:moveTo>
                  <a:lnTo>
                    <a:pt x="1528956" y="100710"/>
                  </a:lnTo>
                  <a:lnTo>
                    <a:pt x="1478567" y="87425"/>
                  </a:lnTo>
                  <a:close/>
                  <a:moveTo>
                    <a:pt x="1268693" y="75258"/>
                  </a:moveTo>
                  <a:lnTo>
                    <a:pt x="1260544" y="120652"/>
                  </a:lnTo>
                  <a:lnTo>
                    <a:pt x="1286693" y="115889"/>
                  </a:lnTo>
                  <a:close/>
                  <a:moveTo>
                    <a:pt x="1286693" y="115889"/>
                  </a:moveTo>
                  <a:lnTo>
                    <a:pt x="1309313" y="120652"/>
                  </a:lnTo>
                  <a:lnTo>
                    <a:pt x="1268693" y="75258"/>
                  </a:lnTo>
                  <a:close/>
                  <a:moveTo>
                    <a:pt x="1610205" y="134747"/>
                  </a:moveTo>
                  <a:lnTo>
                    <a:pt x="1563902" y="72299"/>
                  </a:lnTo>
                  <a:lnTo>
                    <a:pt x="1530636" y="138844"/>
                  </a:lnTo>
                  <a:close/>
                  <a:moveTo>
                    <a:pt x="1610205" y="134747"/>
                  </a:moveTo>
                  <a:lnTo>
                    <a:pt x="1639388" y="71522"/>
                  </a:lnTo>
                  <a:lnTo>
                    <a:pt x="1563902" y="72299"/>
                  </a:lnTo>
                  <a:close/>
                  <a:moveTo>
                    <a:pt x="1481114" y="0"/>
                  </a:moveTo>
                  <a:lnTo>
                    <a:pt x="1498766" y="82215"/>
                  </a:lnTo>
                  <a:lnTo>
                    <a:pt x="1563902" y="72299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73" name="Candidate_density__2172">
              <a:extLst>
                <a:ext uri="{FF2B5EF4-FFF2-40B4-BE49-F238E27FC236}">
                  <a16:creationId xmlns:a16="http://schemas.microsoft.com/office/drawing/2014/main" id="{3F149E53-D1E5-5DB9-717E-1C784A0A75E2}"/>
                </a:ext>
              </a:extLst>
            </p:cNvPr>
            <p:cNvSpPr>
              <a:spLocks noGrp="1"/>
            </p:cNvSpPr>
            <p:nvPr/>
          </p:nvSpPr>
          <p:spPr>
            <a:xfrm>
              <a:off x="3953269" y="2794206"/>
              <a:ext cx="1488412" cy="647612"/>
            </a:xfrm>
            <a:custGeom>
              <a:avLst/>
              <a:gdLst/>
              <a:ahLst/>
              <a:cxnLst/>
              <a:rect l="0" t="0" r="0" b="0"/>
              <a:pathLst>
                <a:path w="1488412" h="647612">
                  <a:moveTo>
                    <a:pt x="76757" y="444456"/>
                  </a:moveTo>
                  <a:lnTo>
                    <a:pt x="90354" y="495676"/>
                  </a:lnTo>
                  <a:lnTo>
                    <a:pt x="143664" y="479793"/>
                  </a:lnTo>
                  <a:close/>
                  <a:moveTo>
                    <a:pt x="76757" y="444456"/>
                  </a:moveTo>
                  <a:lnTo>
                    <a:pt x="71507" y="482892"/>
                  </a:lnTo>
                  <a:lnTo>
                    <a:pt x="90354" y="495676"/>
                  </a:lnTo>
                  <a:close/>
                  <a:moveTo>
                    <a:pt x="71507" y="482892"/>
                  </a:moveTo>
                  <a:lnTo>
                    <a:pt x="76757" y="444456"/>
                  </a:lnTo>
                  <a:lnTo>
                    <a:pt x="0" y="436516"/>
                  </a:lnTo>
                  <a:close/>
                  <a:moveTo>
                    <a:pt x="185444" y="420798"/>
                  </a:moveTo>
                  <a:lnTo>
                    <a:pt x="143664" y="479793"/>
                  </a:lnTo>
                  <a:lnTo>
                    <a:pt x="273780" y="472416"/>
                  </a:lnTo>
                  <a:close/>
                  <a:moveTo>
                    <a:pt x="98095" y="241589"/>
                  </a:moveTo>
                  <a:lnTo>
                    <a:pt x="67513" y="197811"/>
                  </a:lnTo>
                  <a:lnTo>
                    <a:pt x="86959" y="159374"/>
                  </a:lnTo>
                  <a:close/>
                  <a:moveTo>
                    <a:pt x="86959" y="159374"/>
                  </a:moveTo>
                  <a:lnTo>
                    <a:pt x="118745" y="120937"/>
                  </a:lnTo>
                  <a:lnTo>
                    <a:pt x="98095" y="241589"/>
                  </a:lnTo>
                  <a:close/>
                  <a:moveTo>
                    <a:pt x="411339" y="277664"/>
                  </a:moveTo>
                  <a:lnTo>
                    <a:pt x="448891" y="354608"/>
                  </a:lnTo>
                  <a:lnTo>
                    <a:pt x="482193" y="263918"/>
                  </a:lnTo>
                  <a:close/>
                  <a:moveTo>
                    <a:pt x="482193" y="263918"/>
                  </a:moveTo>
                  <a:lnTo>
                    <a:pt x="448891" y="354608"/>
                  </a:lnTo>
                  <a:lnTo>
                    <a:pt x="561100" y="280277"/>
                  </a:lnTo>
                  <a:close/>
                  <a:moveTo>
                    <a:pt x="230661" y="95998"/>
                  </a:moveTo>
                  <a:lnTo>
                    <a:pt x="265416" y="120937"/>
                  </a:lnTo>
                  <a:lnTo>
                    <a:pt x="269687" y="94633"/>
                  </a:lnTo>
                  <a:close/>
                  <a:moveTo>
                    <a:pt x="159355" y="108055"/>
                  </a:moveTo>
                  <a:lnTo>
                    <a:pt x="230661" y="95998"/>
                  </a:lnTo>
                  <a:lnTo>
                    <a:pt x="204705" y="86870"/>
                  </a:lnTo>
                  <a:close/>
                  <a:moveTo>
                    <a:pt x="1212404" y="581134"/>
                  </a:moveTo>
                  <a:lnTo>
                    <a:pt x="1319747" y="647612"/>
                  </a:lnTo>
                  <a:lnTo>
                    <a:pt x="1264102" y="591133"/>
                  </a:lnTo>
                  <a:close/>
                  <a:moveTo>
                    <a:pt x="1042622" y="320371"/>
                  </a:moveTo>
                  <a:lnTo>
                    <a:pt x="994007" y="353810"/>
                  </a:lnTo>
                  <a:lnTo>
                    <a:pt x="1132485" y="377697"/>
                  </a:lnTo>
                  <a:close/>
                  <a:moveTo>
                    <a:pt x="1473131" y="183136"/>
                  </a:moveTo>
                  <a:lnTo>
                    <a:pt x="1471445" y="284598"/>
                  </a:lnTo>
                  <a:lnTo>
                    <a:pt x="1482188" y="301394"/>
                  </a:lnTo>
                  <a:close/>
                  <a:moveTo>
                    <a:pt x="1488412" y="219179"/>
                  </a:moveTo>
                  <a:lnTo>
                    <a:pt x="1472448" y="167182"/>
                  </a:lnTo>
                  <a:lnTo>
                    <a:pt x="1473131" y="183136"/>
                  </a:lnTo>
                  <a:close/>
                  <a:moveTo>
                    <a:pt x="1481754" y="98527"/>
                  </a:moveTo>
                  <a:lnTo>
                    <a:pt x="1472448" y="167182"/>
                  </a:lnTo>
                  <a:lnTo>
                    <a:pt x="1488412" y="219179"/>
                  </a:lnTo>
                  <a:close/>
                  <a:moveTo>
                    <a:pt x="1467387" y="87714"/>
                  </a:moveTo>
                  <a:lnTo>
                    <a:pt x="1472448" y="167182"/>
                  </a:lnTo>
                  <a:lnTo>
                    <a:pt x="1481754" y="98527"/>
                  </a:lnTo>
                  <a:close/>
                  <a:moveTo>
                    <a:pt x="1452161" y="0"/>
                  </a:moveTo>
                  <a:lnTo>
                    <a:pt x="1467387" y="87714"/>
                  </a:lnTo>
                  <a:lnTo>
                    <a:pt x="1481754" y="98527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74" name="Candidate_density__2173">
              <a:extLst>
                <a:ext uri="{FF2B5EF4-FFF2-40B4-BE49-F238E27FC236}">
                  <a16:creationId xmlns:a16="http://schemas.microsoft.com/office/drawing/2014/main" id="{1D4C250C-309E-E482-E50F-5E0253F4FE5A}"/>
                </a:ext>
              </a:extLst>
            </p:cNvPr>
            <p:cNvSpPr>
              <a:spLocks noGrp="1"/>
            </p:cNvSpPr>
            <p:nvPr/>
          </p:nvSpPr>
          <p:spPr>
            <a:xfrm>
              <a:off x="4043622" y="3071870"/>
              <a:ext cx="1391834" cy="369948"/>
            </a:xfrm>
            <a:custGeom>
              <a:avLst/>
              <a:gdLst/>
              <a:ahLst/>
              <a:cxnLst/>
              <a:rect l="0" t="0" r="0" b="0"/>
              <a:pathLst>
                <a:path w="1391834" h="369948">
                  <a:moveTo>
                    <a:pt x="53310" y="202129"/>
                  </a:moveTo>
                  <a:lnTo>
                    <a:pt x="0" y="218012"/>
                  </a:lnTo>
                  <a:lnTo>
                    <a:pt x="131788" y="216887"/>
                  </a:lnTo>
                  <a:close/>
                  <a:moveTo>
                    <a:pt x="53310" y="202129"/>
                  </a:moveTo>
                  <a:lnTo>
                    <a:pt x="131788" y="216887"/>
                  </a:lnTo>
                  <a:lnTo>
                    <a:pt x="183427" y="194751"/>
                  </a:lnTo>
                  <a:close/>
                  <a:moveTo>
                    <a:pt x="183427" y="194751"/>
                  </a:moveTo>
                  <a:lnTo>
                    <a:pt x="255160" y="184293"/>
                  </a:lnTo>
                  <a:lnTo>
                    <a:pt x="298377" y="130673"/>
                  </a:lnTo>
                  <a:close/>
                  <a:moveTo>
                    <a:pt x="315705" y="66970"/>
                  </a:moveTo>
                  <a:lnTo>
                    <a:pt x="298377" y="130673"/>
                  </a:lnTo>
                  <a:lnTo>
                    <a:pt x="348731" y="89918"/>
                  </a:lnTo>
                  <a:close/>
                  <a:moveTo>
                    <a:pt x="315705" y="66970"/>
                  </a:moveTo>
                  <a:lnTo>
                    <a:pt x="348731" y="89918"/>
                  </a:lnTo>
                  <a:lnTo>
                    <a:pt x="320986" y="0"/>
                  </a:lnTo>
                  <a:close/>
                  <a:moveTo>
                    <a:pt x="320986" y="0"/>
                  </a:moveTo>
                  <a:lnTo>
                    <a:pt x="348731" y="89918"/>
                  </a:lnTo>
                  <a:lnTo>
                    <a:pt x="358537" y="76944"/>
                  </a:lnTo>
                  <a:close/>
                  <a:moveTo>
                    <a:pt x="1173748" y="313469"/>
                  </a:moveTo>
                  <a:lnTo>
                    <a:pt x="1229393" y="369948"/>
                  </a:lnTo>
                  <a:lnTo>
                    <a:pt x="1247013" y="308739"/>
                  </a:lnTo>
                  <a:close/>
                  <a:moveTo>
                    <a:pt x="1173748" y="313469"/>
                  </a:moveTo>
                  <a:lnTo>
                    <a:pt x="1247013" y="308739"/>
                  </a:lnTo>
                  <a:lnTo>
                    <a:pt x="1285265" y="236550"/>
                  </a:lnTo>
                  <a:close/>
                  <a:moveTo>
                    <a:pt x="1275478" y="265033"/>
                  </a:moveTo>
                  <a:lnTo>
                    <a:pt x="1285265" y="236550"/>
                  </a:lnTo>
                  <a:lnTo>
                    <a:pt x="1247013" y="308739"/>
                  </a:lnTo>
                  <a:close/>
                  <a:moveTo>
                    <a:pt x="1042131" y="100033"/>
                  </a:moveTo>
                  <a:lnTo>
                    <a:pt x="1044371" y="98906"/>
                  </a:lnTo>
                  <a:lnTo>
                    <a:pt x="952268" y="42707"/>
                  </a:lnTo>
                  <a:close/>
                  <a:moveTo>
                    <a:pt x="1381092" y="6934"/>
                  </a:moveTo>
                  <a:lnTo>
                    <a:pt x="1352567" y="105945"/>
                  </a:lnTo>
                  <a:lnTo>
                    <a:pt x="1373167" y="71341"/>
                  </a:lnTo>
                  <a:close/>
                  <a:moveTo>
                    <a:pt x="1336078" y="83030"/>
                  </a:moveTo>
                  <a:lnTo>
                    <a:pt x="1352567" y="105945"/>
                  </a:lnTo>
                  <a:lnTo>
                    <a:pt x="1381092" y="6934"/>
                  </a:lnTo>
                  <a:close/>
                  <a:moveTo>
                    <a:pt x="1381092" y="6934"/>
                  </a:moveTo>
                  <a:lnTo>
                    <a:pt x="1373167" y="71341"/>
                  </a:lnTo>
                  <a:lnTo>
                    <a:pt x="1391834" y="2373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75" name="Candidate_density__2174">
              <a:extLst>
                <a:ext uri="{FF2B5EF4-FFF2-40B4-BE49-F238E27FC236}">
                  <a16:creationId xmlns:a16="http://schemas.microsoft.com/office/drawing/2014/main" id="{51B53BBB-E890-0E1C-8DA3-D3A7773137B2}"/>
                </a:ext>
              </a:extLst>
            </p:cNvPr>
            <p:cNvSpPr>
              <a:spLocks noGrp="1"/>
            </p:cNvSpPr>
            <p:nvPr/>
          </p:nvSpPr>
          <p:spPr>
            <a:xfrm>
              <a:off x="3804009" y="2606116"/>
              <a:ext cx="1616647" cy="566802"/>
            </a:xfrm>
            <a:custGeom>
              <a:avLst/>
              <a:gdLst/>
              <a:ahLst/>
              <a:cxnLst/>
              <a:rect l="0" t="0" r="0" b="0"/>
              <a:pathLst>
                <a:path w="1616647" h="566802">
                  <a:moveTo>
                    <a:pt x="126388" y="550330"/>
                  </a:moveTo>
                  <a:lnTo>
                    <a:pt x="102856" y="514564"/>
                  </a:lnTo>
                  <a:lnTo>
                    <a:pt x="59269" y="566802"/>
                  </a:lnTo>
                  <a:close/>
                  <a:moveTo>
                    <a:pt x="70736" y="468115"/>
                  </a:moveTo>
                  <a:lnTo>
                    <a:pt x="0" y="506552"/>
                  </a:lnTo>
                  <a:lnTo>
                    <a:pt x="59269" y="566802"/>
                  </a:lnTo>
                  <a:close/>
                  <a:moveTo>
                    <a:pt x="279234" y="435807"/>
                  </a:moveTo>
                  <a:lnTo>
                    <a:pt x="295037" y="460580"/>
                  </a:lnTo>
                  <a:lnTo>
                    <a:pt x="372237" y="470559"/>
                  </a:lnTo>
                  <a:close/>
                  <a:moveTo>
                    <a:pt x="295037" y="460580"/>
                  </a:moveTo>
                  <a:lnTo>
                    <a:pt x="279234" y="435807"/>
                  </a:lnTo>
                  <a:lnTo>
                    <a:pt x="247355" y="429679"/>
                  </a:lnTo>
                  <a:close/>
                  <a:moveTo>
                    <a:pt x="637812" y="426158"/>
                  </a:moveTo>
                  <a:lnTo>
                    <a:pt x="726651" y="414525"/>
                  </a:lnTo>
                  <a:lnTo>
                    <a:pt x="726339" y="314687"/>
                  </a:lnTo>
                  <a:close/>
                  <a:moveTo>
                    <a:pt x="637812" y="426158"/>
                  </a:moveTo>
                  <a:lnTo>
                    <a:pt x="726339" y="314687"/>
                  </a:lnTo>
                  <a:lnTo>
                    <a:pt x="640534" y="323853"/>
                  </a:lnTo>
                  <a:close/>
                  <a:moveTo>
                    <a:pt x="710360" y="468367"/>
                  </a:moveTo>
                  <a:lnTo>
                    <a:pt x="819527" y="396585"/>
                  </a:lnTo>
                  <a:lnTo>
                    <a:pt x="726651" y="414525"/>
                  </a:lnTo>
                  <a:close/>
                  <a:moveTo>
                    <a:pt x="823971" y="399283"/>
                  </a:moveTo>
                  <a:lnTo>
                    <a:pt x="819527" y="396585"/>
                  </a:lnTo>
                  <a:lnTo>
                    <a:pt x="710360" y="468367"/>
                  </a:lnTo>
                  <a:close/>
                  <a:moveTo>
                    <a:pt x="819527" y="396585"/>
                  </a:moveTo>
                  <a:lnTo>
                    <a:pt x="727964" y="314369"/>
                  </a:lnTo>
                  <a:lnTo>
                    <a:pt x="726651" y="414525"/>
                  </a:lnTo>
                  <a:close/>
                  <a:moveTo>
                    <a:pt x="531349" y="151841"/>
                  </a:moveTo>
                  <a:lnTo>
                    <a:pt x="607121" y="145831"/>
                  </a:lnTo>
                  <a:lnTo>
                    <a:pt x="558321" y="90414"/>
                  </a:lnTo>
                  <a:close/>
                  <a:moveTo>
                    <a:pt x="531349" y="151841"/>
                  </a:moveTo>
                  <a:lnTo>
                    <a:pt x="558321" y="90414"/>
                  </a:lnTo>
                  <a:lnTo>
                    <a:pt x="497473" y="79290"/>
                  </a:lnTo>
                  <a:close/>
                  <a:moveTo>
                    <a:pt x="424836" y="77750"/>
                  </a:moveTo>
                  <a:lnTo>
                    <a:pt x="497473" y="79290"/>
                  </a:lnTo>
                  <a:lnTo>
                    <a:pt x="449436" y="50132"/>
                  </a:lnTo>
                  <a:close/>
                  <a:moveTo>
                    <a:pt x="910620" y="478800"/>
                  </a:moveTo>
                  <a:lnTo>
                    <a:pt x="923171" y="491517"/>
                  </a:lnTo>
                  <a:lnTo>
                    <a:pt x="941561" y="461084"/>
                  </a:lnTo>
                  <a:close/>
                  <a:moveTo>
                    <a:pt x="828537" y="392285"/>
                  </a:moveTo>
                  <a:lnTo>
                    <a:pt x="823971" y="399283"/>
                  </a:lnTo>
                  <a:lnTo>
                    <a:pt x="884379" y="358148"/>
                  </a:lnTo>
                  <a:close/>
                  <a:moveTo>
                    <a:pt x="964371" y="430352"/>
                  </a:moveTo>
                  <a:lnTo>
                    <a:pt x="910620" y="478800"/>
                  </a:lnTo>
                  <a:lnTo>
                    <a:pt x="941561" y="461084"/>
                  </a:lnTo>
                  <a:close/>
                  <a:moveTo>
                    <a:pt x="923171" y="491517"/>
                  </a:moveTo>
                  <a:lnTo>
                    <a:pt x="978175" y="440363"/>
                  </a:lnTo>
                  <a:lnTo>
                    <a:pt x="941561" y="461084"/>
                  </a:lnTo>
                  <a:close/>
                  <a:moveTo>
                    <a:pt x="1056830" y="497385"/>
                  </a:moveTo>
                  <a:lnTo>
                    <a:pt x="978175" y="440363"/>
                  </a:lnTo>
                  <a:lnTo>
                    <a:pt x="923171" y="491517"/>
                  </a:lnTo>
                  <a:close/>
                  <a:moveTo>
                    <a:pt x="941561" y="461084"/>
                  </a:moveTo>
                  <a:lnTo>
                    <a:pt x="978175" y="440363"/>
                  </a:lnTo>
                  <a:lnTo>
                    <a:pt x="964371" y="430352"/>
                  </a:lnTo>
                  <a:close/>
                  <a:moveTo>
                    <a:pt x="819527" y="396585"/>
                  </a:moveTo>
                  <a:lnTo>
                    <a:pt x="823971" y="399283"/>
                  </a:lnTo>
                  <a:lnTo>
                    <a:pt x="828537" y="392285"/>
                  </a:lnTo>
                  <a:close/>
                  <a:moveTo>
                    <a:pt x="1166132" y="484142"/>
                  </a:moveTo>
                  <a:lnTo>
                    <a:pt x="1094636" y="423533"/>
                  </a:lnTo>
                  <a:lnTo>
                    <a:pt x="1056830" y="497385"/>
                  </a:lnTo>
                  <a:close/>
                  <a:moveTo>
                    <a:pt x="1072942" y="401927"/>
                  </a:moveTo>
                  <a:lnTo>
                    <a:pt x="1056830" y="497385"/>
                  </a:lnTo>
                  <a:lnTo>
                    <a:pt x="1094636" y="423533"/>
                  </a:lnTo>
                  <a:close/>
                  <a:moveTo>
                    <a:pt x="1072942" y="401927"/>
                  </a:moveTo>
                  <a:lnTo>
                    <a:pt x="978175" y="440363"/>
                  </a:lnTo>
                  <a:lnTo>
                    <a:pt x="1056830" y="497385"/>
                  </a:lnTo>
                  <a:close/>
                  <a:moveTo>
                    <a:pt x="1166132" y="484142"/>
                  </a:moveTo>
                  <a:lnTo>
                    <a:pt x="1191882" y="508461"/>
                  </a:lnTo>
                  <a:lnTo>
                    <a:pt x="1202331" y="470359"/>
                  </a:lnTo>
                  <a:close/>
                  <a:moveTo>
                    <a:pt x="1262555" y="445705"/>
                  </a:moveTo>
                  <a:lnTo>
                    <a:pt x="1283985" y="564659"/>
                  </a:lnTo>
                  <a:lnTo>
                    <a:pt x="1321384" y="527920"/>
                  </a:lnTo>
                  <a:close/>
                  <a:moveTo>
                    <a:pt x="1262555" y="445705"/>
                  </a:moveTo>
                  <a:lnTo>
                    <a:pt x="1202331" y="470359"/>
                  </a:lnTo>
                  <a:lnTo>
                    <a:pt x="1191882" y="508461"/>
                  </a:lnTo>
                  <a:close/>
                  <a:moveTo>
                    <a:pt x="1165304" y="0"/>
                  </a:moveTo>
                  <a:lnTo>
                    <a:pt x="1220454" y="78408"/>
                  </a:lnTo>
                  <a:lnTo>
                    <a:pt x="1251819" y="90349"/>
                  </a:lnTo>
                  <a:close/>
                  <a:moveTo>
                    <a:pt x="1276198" y="114641"/>
                  </a:moveTo>
                  <a:lnTo>
                    <a:pt x="1251819" y="90349"/>
                  </a:lnTo>
                  <a:lnTo>
                    <a:pt x="1220454" y="78408"/>
                  </a:lnTo>
                  <a:close/>
                  <a:moveTo>
                    <a:pt x="1551438" y="268225"/>
                  </a:moveTo>
                  <a:lnTo>
                    <a:pt x="1554541" y="365795"/>
                  </a:lnTo>
                  <a:lnTo>
                    <a:pt x="1616647" y="275804"/>
                  </a:lnTo>
                  <a:close/>
                  <a:moveTo>
                    <a:pt x="1540718" y="176847"/>
                  </a:moveTo>
                  <a:lnTo>
                    <a:pt x="1591170" y="96331"/>
                  </a:lnTo>
                  <a:lnTo>
                    <a:pt x="1521347" y="92504"/>
                  </a:lnTo>
                  <a:close/>
                  <a:moveTo>
                    <a:pt x="1521347" y="92504"/>
                  </a:moveTo>
                  <a:lnTo>
                    <a:pt x="1591170" y="96331"/>
                  </a:lnTo>
                  <a:lnTo>
                    <a:pt x="1550530" y="29278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76" name="Candidate_density__2175">
              <a:extLst>
                <a:ext uri="{FF2B5EF4-FFF2-40B4-BE49-F238E27FC236}">
                  <a16:creationId xmlns:a16="http://schemas.microsoft.com/office/drawing/2014/main" id="{A33AB936-BAAE-8D3B-06AE-18AD06111317}"/>
                </a:ext>
              </a:extLst>
            </p:cNvPr>
            <p:cNvSpPr>
              <a:spLocks noGrp="1"/>
            </p:cNvSpPr>
            <p:nvPr/>
          </p:nvSpPr>
          <p:spPr>
            <a:xfrm>
              <a:off x="3704757" y="2542813"/>
              <a:ext cx="1574296" cy="531419"/>
            </a:xfrm>
            <a:custGeom>
              <a:avLst/>
              <a:gdLst/>
              <a:ahLst/>
              <a:cxnLst/>
              <a:rect l="0" t="0" r="0" b="0"/>
              <a:pathLst>
                <a:path w="1574296" h="531419">
                  <a:moveTo>
                    <a:pt x="58095" y="487640"/>
                  </a:moveTo>
                  <a:lnTo>
                    <a:pt x="169988" y="531419"/>
                  </a:lnTo>
                  <a:lnTo>
                    <a:pt x="137501" y="449204"/>
                  </a:lnTo>
                  <a:close/>
                  <a:moveTo>
                    <a:pt x="44372" y="284773"/>
                  </a:moveTo>
                  <a:lnTo>
                    <a:pt x="34199" y="397049"/>
                  </a:lnTo>
                  <a:lnTo>
                    <a:pt x="54225" y="303615"/>
                  </a:lnTo>
                  <a:close/>
                  <a:moveTo>
                    <a:pt x="18790" y="405424"/>
                  </a:moveTo>
                  <a:lnTo>
                    <a:pt x="34199" y="397049"/>
                  </a:lnTo>
                  <a:lnTo>
                    <a:pt x="44372" y="284773"/>
                  </a:lnTo>
                  <a:close/>
                  <a:moveTo>
                    <a:pt x="0" y="323209"/>
                  </a:moveTo>
                  <a:lnTo>
                    <a:pt x="18790" y="405424"/>
                  </a:lnTo>
                  <a:lnTo>
                    <a:pt x="44372" y="284773"/>
                  </a:lnTo>
                  <a:close/>
                  <a:moveTo>
                    <a:pt x="34199" y="397049"/>
                  </a:moveTo>
                  <a:lnTo>
                    <a:pt x="85902" y="366988"/>
                  </a:lnTo>
                  <a:lnTo>
                    <a:pt x="54225" y="303615"/>
                  </a:lnTo>
                  <a:close/>
                  <a:moveTo>
                    <a:pt x="45780" y="272044"/>
                  </a:moveTo>
                  <a:lnTo>
                    <a:pt x="0" y="323209"/>
                  </a:lnTo>
                  <a:lnTo>
                    <a:pt x="44372" y="284773"/>
                  </a:lnTo>
                  <a:close/>
                  <a:moveTo>
                    <a:pt x="54760" y="280241"/>
                  </a:moveTo>
                  <a:lnTo>
                    <a:pt x="54225" y="303615"/>
                  </a:lnTo>
                  <a:lnTo>
                    <a:pt x="126987" y="246337"/>
                  </a:lnTo>
                  <a:close/>
                  <a:moveTo>
                    <a:pt x="126987" y="246337"/>
                  </a:moveTo>
                  <a:lnTo>
                    <a:pt x="54225" y="303615"/>
                  </a:lnTo>
                  <a:lnTo>
                    <a:pt x="85902" y="366988"/>
                  </a:lnTo>
                  <a:close/>
                  <a:moveTo>
                    <a:pt x="126987" y="246337"/>
                  </a:moveTo>
                  <a:lnTo>
                    <a:pt x="85902" y="366988"/>
                  </a:lnTo>
                  <a:lnTo>
                    <a:pt x="152549" y="328552"/>
                  </a:lnTo>
                  <a:close/>
                  <a:moveTo>
                    <a:pt x="44372" y="284773"/>
                  </a:moveTo>
                  <a:lnTo>
                    <a:pt x="54225" y="303615"/>
                  </a:lnTo>
                  <a:lnTo>
                    <a:pt x="54760" y="280241"/>
                  </a:lnTo>
                  <a:close/>
                  <a:moveTo>
                    <a:pt x="45780" y="272044"/>
                  </a:moveTo>
                  <a:lnTo>
                    <a:pt x="44372" y="284773"/>
                  </a:lnTo>
                  <a:lnTo>
                    <a:pt x="54760" y="280241"/>
                  </a:lnTo>
                  <a:close/>
                  <a:moveTo>
                    <a:pt x="142020" y="169800"/>
                  </a:moveTo>
                  <a:lnTo>
                    <a:pt x="55901" y="202558"/>
                  </a:lnTo>
                  <a:lnTo>
                    <a:pt x="151706" y="174223"/>
                  </a:lnTo>
                  <a:close/>
                  <a:moveTo>
                    <a:pt x="55901" y="202558"/>
                  </a:moveTo>
                  <a:lnTo>
                    <a:pt x="45780" y="272044"/>
                  </a:lnTo>
                  <a:lnTo>
                    <a:pt x="151706" y="174223"/>
                  </a:lnTo>
                  <a:close/>
                  <a:moveTo>
                    <a:pt x="151706" y="174223"/>
                  </a:moveTo>
                  <a:lnTo>
                    <a:pt x="45780" y="272044"/>
                  </a:lnTo>
                  <a:lnTo>
                    <a:pt x="126987" y="246337"/>
                  </a:lnTo>
                  <a:close/>
                  <a:moveTo>
                    <a:pt x="126987" y="246337"/>
                  </a:moveTo>
                  <a:lnTo>
                    <a:pt x="45780" y="272044"/>
                  </a:lnTo>
                  <a:lnTo>
                    <a:pt x="54760" y="280241"/>
                  </a:lnTo>
                  <a:close/>
                  <a:moveTo>
                    <a:pt x="142020" y="169800"/>
                  </a:moveTo>
                  <a:lnTo>
                    <a:pt x="151706" y="174223"/>
                  </a:lnTo>
                  <a:lnTo>
                    <a:pt x="163605" y="164122"/>
                  </a:lnTo>
                  <a:close/>
                  <a:moveTo>
                    <a:pt x="151706" y="174223"/>
                  </a:moveTo>
                  <a:lnTo>
                    <a:pt x="126987" y="246337"/>
                  </a:lnTo>
                  <a:lnTo>
                    <a:pt x="202947" y="220360"/>
                  </a:lnTo>
                  <a:close/>
                  <a:moveTo>
                    <a:pt x="251727" y="141203"/>
                  </a:moveTo>
                  <a:lnTo>
                    <a:pt x="163605" y="164122"/>
                  </a:lnTo>
                  <a:lnTo>
                    <a:pt x="276575" y="147224"/>
                  </a:lnTo>
                  <a:close/>
                  <a:moveTo>
                    <a:pt x="163605" y="164122"/>
                  </a:moveTo>
                  <a:lnTo>
                    <a:pt x="151706" y="174223"/>
                  </a:lnTo>
                  <a:lnTo>
                    <a:pt x="276575" y="147224"/>
                  </a:lnTo>
                  <a:close/>
                  <a:moveTo>
                    <a:pt x="276575" y="147224"/>
                  </a:moveTo>
                  <a:lnTo>
                    <a:pt x="151706" y="174223"/>
                  </a:lnTo>
                  <a:lnTo>
                    <a:pt x="240953" y="207900"/>
                  </a:lnTo>
                  <a:close/>
                  <a:moveTo>
                    <a:pt x="240953" y="207900"/>
                  </a:moveTo>
                  <a:lnTo>
                    <a:pt x="151706" y="174223"/>
                  </a:lnTo>
                  <a:lnTo>
                    <a:pt x="202947" y="220360"/>
                  </a:lnTo>
                  <a:close/>
                  <a:moveTo>
                    <a:pt x="251727" y="141203"/>
                  </a:moveTo>
                  <a:lnTo>
                    <a:pt x="276575" y="147224"/>
                  </a:lnTo>
                  <a:lnTo>
                    <a:pt x="316828" y="125685"/>
                  </a:lnTo>
                  <a:close/>
                  <a:moveTo>
                    <a:pt x="316828" y="125685"/>
                  </a:moveTo>
                  <a:lnTo>
                    <a:pt x="276575" y="147224"/>
                  </a:lnTo>
                  <a:lnTo>
                    <a:pt x="401368" y="119948"/>
                  </a:lnTo>
                  <a:close/>
                  <a:moveTo>
                    <a:pt x="401368" y="119948"/>
                  </a:moveTo>
                  <a:lnTo>
                    <a:pt x="276575" y="147224"/>
                  </a:lnTo>
                  <a:lnTo>
                    <a:pt x="364877" y="169464"/>
                  </a:lnTo>
                  <a:close/>
                  <a:moveTo>
                    <a:pt x="439514" y="149219"/>
                  </a:moveTo>
                  <a:lnTo>
                    <a:pt x="471301" y="102757"/>
                  </a:lnTo>
                  <a:lnTo>
                    <a:pt x="401368" y="119948"/>
                  </a:lnTo>
                  <a:close/>
                  <a:moveTo>
                    <a:pt x="825298" y="278137"/>
                  </a:moveTo>
                  <a:lnTo>
                    <a:pt x="825594" y="376223"/>
                  </a:lnTo>
                  <a:lnTo>
                    <a:pt x="887278" y="257021"/>
                  </a:lnTo>
                  <a:close/>
                  <a:moveTo>
                    <a:pt x="887278" y="257021"/>
                  </a:moveTo>
                  <a:lnTo>
                    <a:pt x="827216" y="377672"/>
                  </a:lnTo>
                  <a:lnTo>
                    <a:pt x="924794" y="339236"/>
                  </a:lnTo>
                  <a:close/>
                  <a:moveTo>
                    <a:pt x="736052" y="290099"/>
                  </a:moveTo>
                  <a:lnTo>
                    <a:pt x="825298" y="278137"/>
                  </a:lnTo>
                  <a:lnTo>
                    <a:pt x="791573" y="205462"/>
                  </a:lnTo>
                  <a:close/>
                  <a:moveTo>
                    <a:pt x="887278" y="257021"/>
                  </a:moveTo>
                  <a:lnTo>
                    <a:pt x="906605" y="185249"/>
                  </a:lnTo>
                  <a:lnTo>
                    <a:pt x="825298" y="278137"/>
                  </a:lnTo>
                  <a:close/>
                  <a:moveTo>
                    <a:pt x="825298" y="278137"/>
                  </a:moveTo>
                  <a:lnTo>
                    <a:pt x="906605" y="185249"/>
                  </a:lnTo>
                  <a:lnTo>
                    <a:pt x="900267" y="177688"/>
                  </a:lnTo>
                  <a:close/>
                  <a:moveTo>
                    <a:pt x="825298" y="278137"/>
                  </a:moveTo>
                  <a:lnTo>
                    <a:pt x="900267" y="177688"/>
                  </a:lnTo>
                  <a:lnTo>
                    <a:pt x="791573" y="205462"/>
                  </a:lnTo>
                  <a:close/>
                  <a:moveTo>
                    <a:pt x="964168" y="325922"/>
                  </a:moveTo>
                  <a:lnTo>
                    <a:pt x="961080" y="388922"/>
                  </a:lnTo>
                  <a:lnTo>
                    <a:pt x="1061164" y="300800"/>
                  </a:lnTo>
                  <a:close/>
                  <a:moveTo>
                    <a:pt x="1061164" y="300800"/>
                  </a:moveTo>
                  <a:lnTo>
                    <a:pt x="983631" y="421451"/>
                  </a:lnTo>
                  <a:lnTo>
                    <a:pt x="1074999" y="320987"/>
                  </a:lnTo>
                  <a:close/>
                  <a:moveTo>
                    <a:pt x="1081895" y="390896"/>
                  </a:moveTo>
                  <a:lnTo>
                    <a:pt x="1104036" y="383014"/>
                  </a:lnTo>
                  <a:lnTo>
                    <a:pt x="1074999" y="320987"/>
                  </a:lnTo>
                  <a:close/>
                  <a:moveTo>
                    <a:pt x="924794" y="339236"/>
                  </a:moveTo>
                  <a:lnTo>
                    <a:pt x="961080" y="388922"/>
                  </a:lnTo>
                  <a:lnTo>
                    <a:pt x="964168" y="325922"/>
                  </a:lnTo>
                  <a:close/>
                  <a:moveTo>
                    <a:pt x="887278" y="257021"/>
                  </a:moveTo>
                  <a:lnTo>
                    <a:pt x="964168" y="325922"/>
                  </a:lnTo>
                  <a:lnTo>
                    <a:pt x="948456" y="238603"/>
                  </a:lnTo>
                  <a:close/>
                  <a:moveTo>
                    <a:pt x="887278" y="257021"/>
                  </a:moveTo>
                  <a:lnTo>
                    <a:pt x="924794" y="339236"/>
                  </a:lnTo>
                  <a:lnTo>
                    <a:pt x="964168" y="325922"/>
                  </a:lnTo>
                  <a:close/>
                  <a:moveTo>
                    <a:pt x="1061164" y="300800"/>
                  </a:moveTo>
                  <a:lnTo>
                    <a:pt x="1032007" y="218584"/>
                  </a:lnTo>
                  <a:lnTo>
                    <a:pt x="964168" y="325922"/>
                  </a:lnTo>
                  <a:close/>
                  <a:moveTo>
                    <a:pt x="1032007" y="218584"/>
                  </a:moveTo>
                  <a:lnTo>
                    <a:pt x="948456" y="238603"/>
                  </a:lnTo>
                  <a:lnTo>
                    <a:pt x="964168" y="325922"/>
                  </a:lnTo>
                  <a:close/>
                  <a:moveTo>
                    <a:pt x="906605" y="185249"/>
                  </a:moveTo>
                  <a:lnTo>
                    <a:pt x="887278" y="257021"/>
                  </a:lnTo>
                  <a:lnTo>
                    <a:pt x="948456" y="238603"/>
                  </a:lnTo>
                  <a:close/>
                  <a:moveTo>
                    <a:pt x="906605" y="185249"/>
                  </a:moveTo>
                  <a:lnTo>
                    <a:pt x="948456" y="238603"/>
                  </a:lnTo>
                  <a:lnTo>
                    <a:pt x="908785" y="174806"/>
                  </a:lnTo>
                  <a:close/>
                  <a:moveTo>
                    <a:pt x="908785" y="174806"/>
                  </a:moveTo>
                  <a:lnTo>
                    <a:pt x="948456" y="238603"/>
                  </a:lnTo>
                  <a:lnTo>
                    <a:pt x="1032007" y="218584"/>
                  </a:lnTo>
                  <a:close/>
                  <a:moveTo>
                    <a:pt x="908785" y="174806"/>
                  </a:moveTo>
                  <a:lnTo>
                    <a:pt x="1032007" y="218584"/>
                  </a:lnTo>
                  <a:lnTo>
                    <a:pt x="1022765" y="136369"/>
                  </a:lnTo>
                  <a:close/>
                  <a:moveTo>
                    <a:pt x="1072297" y="298607"/>
                  </a:moveTo>
                  <a:lnTo>
                    <a:pt x="1074999" y="320987"/>
                  </a:lnTo>
                  <a:lnTo>
                    <a:pt x="1173468" y="262363"/>
                  </a:lnTo>
                  <a:close/>
                  <a:moveTo>
                    <a:pt x="1061164" y="300800"/>
                  </a:moveTo>
                  <a:lnTo>
                    <a:pt x="1074999" y="320987"/>
                  </a:lnTo>
                  <a:lnTo>
                    <a:pt x="1072297" y="298607"/>
                  </a:lnTo>
                  <a:close/>
                  <a:moveTo>
                    <a:pt x="1032007" y="218584"/>
                  </a:moveTo>
                  <a:lnTo>
                    <a:pt x="1072297" y="298607"/>
                  </a:lnTo>
                  <a:lnTo>
                    <a:pt x="1055219" y="212399"/>
                  </a:lnTo>
                  <a:close/>
                  <a:moveTo>
                    <a:pt x="1032007" y="218584"/>
                  </a:moveTo>
                  <a:lnTo>
                    <a:pt x="1061164" y="300800"/>
                  </a:lnTo>
                  <a:lnTo>
                    <a:pt x="1072297" y="298607"/>
                  </a:lnTo>
                  <a:close/>
                  <a:moveTo>
                    <a:pt x="1173468" y="262363"/>
                  </a:moveTo>
                  <a:lnTo>
                    <a:pt x="1133541" y="180148"/>
                  </a:lnTo>
                  <a:lnTo>
                    <a:pt x="1072297" y="298607"/>
                  </a:lnTo>
                  <a:close/>
                  <a:moveTo>
                    <a:pt x="1133541" y="180148"/>
                  </a:moveTo>
                  <a:lnTo>
                    <a:pt x="1055219" y="212399"/>
                  </a:lnTo>
                  <a:lnTo>
                    <a:pt x="1072297" y="298607"/>
                  </a:lnTo>
                  <a:close/>
                  <a:moveTo>
                    <a:pt x="1022765" y="136369"/>
                  </a:moveTo>
                  <a:lnTo>
                    <a:pt x="1055219" y="212399"/>
                  </a:lnTo>
                  <a:lnTo>
                    <a:pt x="1027777" y="134616"/>
                  </a:lnTo>
                  <a:close/>
                  <a:moveTo>
                    <a:pt x="1022765" y="136369"/>
                  </a:moveTo>
                  <a:lnTo>
                    <a:pt x="1032007" y="218584"/>
                  </a:lnTo>
                  <a:lnTo>
                    <a:pt x="1055219" y="212399"/>
                  </a:lnTo>
                  <a:close/>
                  <a:moveTo>
                    <a:pt x="1133541" y="180148"/>
                  </a:moveTo>
                  <a:lnTo>
                    <a:pt x="1112862" y="97933"/>
                  </a:lnTo>
                  <a:lnTo>
                    <a:pt x="1055219" y="212399"/>
                  </a:lnTo>
                  <a:close/>
                  <a:moveTo>
                    <a:pt x="1112862" y="97933"/>
                  </a:moveTo>
                  <a:lnTo>
                    <a:pt x="1027777" y="134616"/>
                  </a:lnTo>
                  <a:lnTo>
                    <a:pt x="1055219" y="212399"/>
                  </a:lnTo>
                  <a:close/>
                  <a:moveTo>
                    <a:pt x="998719" y="54155"/>
                  </a:moveTo>
                  <a:lnTo>
                    <a:pt x="1022765" y="136369"/>
                  </a:lnTo>
                  <a:lnTo>
                    <a:pt x="1027777" y="134616"/>
                  </a:lnTo>
                  <a:close/>
                  <a:moveTo>
                    <a:pt x="1112862" y="97933"/>
                  </a:moveTo>
                  <a:lnTo>
                    <a:pt x="1099605" y="15718"/>
                  </a:lnTo>
                  <a:lnTo>
                    <a:pt x="1027777" y="134616"/>
                  </a:lnTo>
                  <a:close/>
                  <a:moveTo>
                    <a:pt x="1099605" y="15718"/>
                  </a:moveTo>
                  <a:lnTo>
                    <a:pt x="1007776" y="50785"/>
                  </a:lnTo>
                  <a:lnTo>
                    <a:pt x="1027777" y="134616"/>
                  </a:lnTo>
                  <a:close/>
                  <a:moveTo>
                    <a:pt x="1112862" y="97933"/>
                  </a:moveTo>
                  <a:lnTo>
                    <a:pt x="1196136" y="158428"/>
                  </a:lnTo>
                  <a:lnTo>
                    <a:pt x="1168755" y="80595"/>
                  </a:lnTo>
                  <a:close/>
                  <a:moveTo>
                    <a:pt x="1112862" y="97933"/>
                  </a:moveTo>
                  <a:lnTo>
                    <a:pt x="1133541" y="180148"/>
                  </a:lnTo>
                  <a:lnTo>
                    <a:pt x="1196136" y="158428"/>
                  </a:lnTo>
                  <a:close/>
                  <a:moveTo>
                    <a:pt x="1270937" y="141712"/>
                  </a:moveTo>
                  <a:lnTo>
                    <a:pt x="1279087" y="96318"/>
                  </a:lnTo>
                  <a:lnTo>
                    <a:pt x="1196136" y="158428"/>
                  </a:lnTo>
                  <a:close/>
                  <a:moveTo>
                    <a:pt x="1196136" y="158428"/>
                  </a:moveTo>
                  <a:lnTo>
                    <a:pt x="1264556" y="63303"/>
                  </a:lnTo>
                  <a:lnTo>
                    <a:pt x="1168755" y="80595"/>
                  </a:lnTo>
                  <a:close/>
                  <a:moveTo>
                    <a:pt x="1099605" y="15718"/>
                  </a:moveTo>
                  <a:lnTo>
                    <a:pt x="1168755" y="80595"/>
                  </a:lnTo>
                  <a:lnTo>
                    <a:pt x="1138555" y="5056"/>
                  </a:lnTo>
                  <a:close/>
                  <a:moveTo>
                    <a:pt x="1099605" y="15718"/>
                  </a:moveTo>
                  <a:lnTo>
                    <a:pt x="1112862" y="97933"/>
                  </a:lnTo>
                  <a:lnTo>
                    <a:pt x="1168755" y="80595"/>
                  </a:lnTo>
                  <a:close/>
                  <a:moveTo>
                    <a:pt x="1168755" y="80595"/>
                  </a:moveTo>
                  <a:lnTo>
                    <a:pt x="1264556" y="63303"/>
                  </a:lnTo>
                  <a:lnTo>
                    <a:pt x="1219304" y="0"/>
                  </a:lnTo>
                  <a:close/>
                  <a:moveTo>
                    <a:pt x="1168755" y="80595"/>
                  </a:moveTo>
                  <a:lnTo>
                    <a:pt x="1219304" y="0"/>
                  </a:lnTo>
                  <a:lnTo>
                    <a:pt x="1138555" y="5056"/>
                  </a:lnTo>
                  <a:close/>
                  <a:moveTo>
                    <a:pt x="1433772" y="186509"/>
                  </a:moveTo>
                  <a:lnTo>
                    <a:pt x="1375450" y="177945"/>
                  </a:lnTo>
                  <a:lnTo>
                    <a:pt x="1297087" y="136949"/>
                  </a:lnTo>
                  <a:close/>
                  <a:moveTo>
                    <a:pt x="1488961" y="108485"/>
                  </a:moveTo>
                  <a:lnTo>
                    <a:pt x="1433772" y="186509"/>
                  </a:lnTo>
                  <a:lnTo>
                    <a:pt x="1435546" y="185490"/>
                  </a:lnTo>
                  <a:close/>
                  <a:moveTo>
                    <a:pt x="1375450" y="177945"/>
                  </a:moveTo>
                  <a:lnTo>
                    <a:pt x="1433772" y="186509"/>
                  </a:lnTo>
                  <a:lnTo>
                    <a:pt x="1488961" y="108485"/>
                  </a:lnTo>
                  <a:close/>
                  <a:moveTo>
                    <a:pt x="1488961" y="108485"/>
                  </a:moveTo>
                  <a:lnTo>
                    <a:pt x="1435546" y="185490"/>
                  </a:lnTo>
                  <a:lnTo>
                    <a:pt x="1541029" y="159904"/>
                  </a:lnTo>
                  <a:close/>
                  <a:moveTo>
                    <a:pt x="1541029" y="159904"/>
                  </a:moveTo>
                  <a:lnTo>
                    <a:pt x="1509160" y="103275"/>
                  </a:lnTo>
                  <a:lnTo>
                    <a:pt x="1488961" y="108485"/>
                  </a:lnTo>
                  <a:close/>
                  <a:moveTo>
                    <a:pt x="1574296" y="93359"/>
                  </a:moveTo>
                  <a:lnTo>
                    <a:pt x="1509160" y="103275"/>
                  </a:lnTo>
                  <a:lnTo>
                    <a:pt x="1541029" y="159904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77" name="Candidate_density__2176">
              <a:extLst>
                <a:ext uri="{FF2B5EF4-FFF2-40B4-BE49-F238E27FC236}">
                  <a16:creationId xmlns:a16="http://schemas.microsoft.com/office/drawing/2014/main" id="{C4A1A566-0E6F-21F5-F52B-EE1623FA7FB1}"/>
                </a:ext>
              </a:extLst>
            </p:cNvPr>
            <p:cNvSpPr>
              <a:spLocks noGrp="1"/>
            </p:cNvSpPr>
            <p:nvPr/>
          </p:nvSpPr>
          <p:spPr>
            <a:xfrm>
              <a:off x="4040228" y="2890204"/>
              <a:ext cx="1376561" cy="446700"/>
            </a:xfrm>
            <a:custGeom>
              <a:avLst/>
              <a:gdLst/>
              <a:ahLst/>
              <a:cxnLst/>
              <a:rect l="0" t="0" r="0" b="0"/>
              <a:pathLst>
                <a:path w="1376561" h="446700">
                  <a:moveTo>
                    <a:pt x="186821" y="376418"/>
                  </a:moveTo>
                  <a:lnTo>
                    <a:pt x="135182" y="398553"/>
                  </a:lnTo>
                  <a:lnTo>
                    <a:pt x="258554" y="365960"/>
                  </a:lnTo>
                  <a:close/>
                  <a:moveTo>
                    <a:pt x="301771" y="312339"/>
                  </a:moveTo>
                  <a:lnTo>
                    <a:pt x="323775" y="305426"/>
                  </a:lnTo>
                  <a:lnTo>
                    <a:pt x="352125" y="271585"/>
                  </a:lnTo>
                  <a:close/>
                  <a:moveTo>
                    <a:pt x="318633" y="311928"/>
                  </a:moveTo>
                  <a:lnTo>
                    <a:pt x="323775" y="305426"/>
                  </a:lnTo>
                  <a:lnTo>
                    <a:pt x="301771" y="312339"/>
                  </a:lnTo>
                  <a:close/>
                  <a:moveTo>
                    <a:pt x="258554" y="365960"/>
                  </a:moveTo>
                  <a:lnTo>
                    <a:pt x="318633" y="311928"/>
                  </a:lnTo>
                  <a:lnTo>
                    <a:pt x="301771" y="312339"/>
                  </a:lnTo>
                  <a:close/>
                  <a:moveTo>
                    <a:pt x="352125" y="271585"/>
                  </a:moveTo>
                  <a:lnTo>
                    <a:pt x="323775" y="305426"/>
                  </a:lnTo>
                  <a:lnTo>
                    <a:pt x="361931" y="258610"/>
                  </a:lnTo>
                  <a:close/>
                  <a:moveTo>
                    <a:pt x="31786" y="24939"/>
                  </a:moveTo>
                  <a:lnTo>
                    <a:pt x="0" y="63376"/>
                  </a:lnTo>
                  <a:lnTo>
                    <a:pt x="72396" y="12057"/>
                  </a:lnTo>
                  <a:close/>
                  <a:moveTo>
                    <a:pt x="0" y="63376"/>
                  </a:moveTo>
                  <a:lnTo>
                    <a:pt x="24573" y="48456"/>
                  </a:lnTo>
                  <a:lnTo>
                    <a:pt x="72396" y="12057"/>
                  </a:lnTo>
                  <a:close/>
                  <a:moveTo>
                    <a:pt x="72396" y="12057"/>
                  </a:moveTo>
                  <a:lnTo>
                    <a:pt x="24573" y="48456"/>
                  </a:lnTo>
                  <a:lnTo>
                    <a:pt x="143702" y="0"/>
                  </a:lnTo>
                  <a:close/>
                  <a:moveTo>
                    <a:pt x="1278872" y="446700"/>
                  </a:moveTo>
                  <a:lnTo>
                    <a:pt x="1294236" y="408263"/>
                  </a:lnTo>
                  <a:lnTo>
                    <a:pt x="1288659" y="418216"/>
                  </a:lnTo>
                  <a:close/>
                  <a:moveTo>
                    <a:pt x="1294236" y="408263"/>
                  </a:moveTo>
                  <a:lnTo>
                    <a:pt x="1278872" y="446700"/>
                  </a:lnTo>
                  <a:lnTo>
                    <a:pt x="1330412" y="326048"/>
                  </a:lnTo>
                  <a:close/>
                  <a:moveTo>
                    <a:pt x="1045525" y="281699"/>
                  </a:moveTo>
                  <a:lnTo>
                    <a:pt x="1059788" y="200054"/>
                  </a:lnTo>
                  <a:lnTo>
                    <a:pt x="1047765" y="280572"/>
                  </a:lnTo>
                  <a:close/>
                  <a:moveTo>
                    <a:pt x="1307902" y="390454"/>
                  </a:moveTo>
                  <a:lnTo>
                    <a:pt x="1288659" y="418216"/>
                  </a:lnTo>
                  <a:lnTo>
                    <a:pt x="1294236" y="408263"/>
                  </a:lnTo>
                  <a:close/>
                  <a:moveTo>
                    <a:pt x="1355961" y="287611"/>
                  </a:moveTo>
                  <a:lnTo>
                    <a:pt x="1329379" y="355260"/>
                  </a:lnTo>
                  <a:lnTo>
                    <a:pt x="1294236" y="408263"/>
                  </a:lnTo>
                  <a:close/>
                  <a:moveTo>
                    <a:pt x="1330412" y="326048"/>
                  </a:moveTo>
                  <a:lnTo>
                    <a:pt x="1355961" y="287611"/>
                  </a:lnTo>
                  <a:lnTo>
                    <a:pt x="1294236" y="408263"/>
                  </a:lnTo>
                  <a:close/>
                  <a:moveTo>
                    <a:pt x="1355961" y="287611"/>
                  </a:moveTo>
                  <a:lnTo>
                    <a:pt x="1330412" y="326048"/>
                  </a:lnTo>
                  <a:lnTo>
                    <a:pt x="1376561" y="253007"/>
                  </a:lnTo>
                  <a:close/>
                  <a:moveTo>
                    <a:pt x="1330412" y="326048"/>
                  </a:moveTo>
                  <a:lnTo>
                    <a:pt x="1336671" y="319069"/>
                  </a:lnTo>
                  <a:lnTo>
                    <a:pt x="1376561" y="253007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78" name="Candidate_density__2177">
              <a:extLst>
                <a:ext uri="{FF2B5EF4-FFF2-40B4-BE49-F238E27FC236}">
                  <a16:creationId xmlns:a16="http://schemas.microsoft.com/office/drawing/2014/main" id="{AFAD6E10-85F4-AB2D-D228-2F7BDC149359}"/>
                </a:ext>
              </a:extLst>
            </p:cNvPr>
            <p:cNvSpPr>
              <a:spLocks noGrp="1"/>
            </p:cNvSpPr>
            <p:nvPr/>
          </p:nvSpPr>
          <p:spPr>
            <a:xfrm>
              <a:off x="4009611" y="2881076"/>
              <a:ext cx="1132715" cy="521136"/>
            </a:xfrm>
            <a:custGeom>
              <a:avLst/>
              <a:gdLst/>
              <a:ahLst/>
              <a:cxnLst/>
              <a:rect l="0" t="0" r="0" b="0"/>
              <a:pathLst>
                <a:path w="1132715" h="521136">
                  <a:moveTo>
                    <a:pt x="105554" y="319149"/>
                  </a:moveTo>
                  <a:lnTo>
                    <a:pt x="87322" y="392923"/>
                  </a:lnTo>
                  <a:lnTo>
                    <a:pt x="129102" y="333928"/>
                  </a:lnTo>
                  <a:close/>
                  <a:moveTo>
                    <a:pt x="20415" y="357586"/>
                  </a:moveTo>
                  <a:lnTo>
                    <a:pt x="105554" y="319149"/>
                  </a:lnTo>
                  <a:lnTo>
                    <a:pt x="0" y="345099"/>
                  </a:lnTo>
                  <a:close/>
                  <a:moveTo>
                    <a:pt x="185089" y="328055"/>
                  </a:moveTo>
                  <a:lnTo>
                    <a:pt x="129102" y="333928"/>
                  </a:lnTo>
                  <a:lnTo>
                    <a:pt x="263264" y="341679"/>
                  </a:lnTo>
                  <a:close/>
                  <a:moveTo>
                    <a:pt x="41753" y="154719"/>
                  </a:moveTo>
                  <a:lnTo>
                    <a:pt x="52785" y="112046"/>
                  </a:lnTo>
                  <a:lnTo>
                    <a:pt x="50967" y="118681"/>
                  </a:lnTo>
                  <a:close/>
                  <a:moveTo>
                    <a:pt x="62403" y="34067"/>
                  </a:moveTo>
                  <a:lnTo>
                    <a:pt x="52785" y="112046"/>
                  </a:lnTo>
                  <a:lnTo>
                    <a:pt x="41753" y="154719"/>
                  </a:lnTo>
                  <a:close/>
                  <a:moveTo>
                    <a:pt x="143144" y="104335"/>
                  </a:moveTo>
                  <a:lnTo>
                    <a:pt x="87988" y="188675"/>
                  </a:lnTo>
                  <a:lnTo>
                    <a:pt x="55286" y="115170"/>
                  </a:lnTo>
                  <a:close/>
                  <a:moveTo>
                    <a:pt x="55286" y="115170"/>
                  </a:moveTo>
                  <a:lnTo>
                    <a:pt x="62403" y="34067"/>
                  </a:lnTo>
                  <a:lnTo>
                    <a:pt x="148363" y="0"/>
                  </a:lnTo>
                  <a:close/>
                  <a:moveTo>
                    <a:pt x="55286" y="115170"/>
                  </a:moveTo>
                  <a:lnTo>
                    <a:pt x="148363" y="0"/>
                  </a:lnTo>
                  <a:lnTo>
                    <a:pt x="143144" y="104335"/>
                  </a:lnTo>
                  <a:close/>
                  <a:moveTo>
                    <a:pt x="148363" y="0"/>
                  </a:moveTo>
                  <a:lnTo>
                    <a:pt x="213345" y="7763"/>
                  </a:lnTo>
                  <a:lnTo>
                    <a:pt x="143144" y="104335"/>
                  </a:lnTo>
                  <a:close/>
                  <a:moveTo>
                    <a:pt x="369077" y="141932"/>
                  </a:moveTo>
                  <a:lnTo>
                    <a:pt x="432209" y="151198"/>
                  </a:lnTo>
                  <a:lnTo>
                    <a:pt x="434932" y="48893"/>
                  </a:lnTo>
                  <a:close/>
                  <a:moveTo>
                    <a:pt x="369077" y="141932"/>
                  </a:moveTo>
                  <a:lnTo>
                    <a:pt x="434932" y="48893"/>
                  </a:lnTo>
                  <a:lnTo>
                    <a:pt x="363442" y="46420"/>
                  </a:lnTo>
                  <a:close/>
                  <a:moveTo>
                    <a:pt x="369077" y="141932"/>
                  </a:moveTo>
                  <a:lnTo>
                    <a:pt x="363442" y="46420"/>
                  </a:lnTo>
                  <a:lnTo>
                    <a:pt x="327375" y="121625"/>
                  </a:lnTo>
                  <a:close/>
                  <a:moveTo>
                    <a:pt x="363442" y="46420"/>
                  </a:moveTo>
                  <a:lnTo>
                    <a:pt x="338807" y="39409"/>
                  </a:lnTo>
                  <a:lnTo>
                    <a:pt x="327375" y="121625"/>
                  </a:lnTo>
                  <a:close/>
                  <a:moveTo>
                    <a:pt x="1078594" y="429120"/>
                  </a:moveTo>
                  <a:lnTo>
                    <a:pt x="1132715" y="445713"/>
                  </a:lnTo>
                  <a:lnTo>
                    <a:pt x="1088528" y="521136"/>
                  </a:lnTo>
                  <a:close/>
                  <a:moveTo>
                    <a:pt x="1107851" y="335176"/>
                  </a:moveTo>
                  <a:lnTo>
                    <a:pt x="1078382" y="289700"/>
                  </a:lnTo>
                  <a:lnTo>
                    <a:pt x="1120061" y="355908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79" name="Candidate_density__2178">
              <a:extLst>
                <a:ext uri="{FF2B5EF4-FFF2-40B4-BE49-F238E27FC236}">
                  <a16:creationId xmlns:a16="http://schemas.microsoft.com/office/drawing/2014/main" id="{8A16D6D5-44F1-7F89-5213-F10A24E4DA15}"/>
                </a:ext>
              </a:extLst>
            </p:cNvPr>
            <p:cNvSpPr>
              <a:spLocks noGrp="1"/>
            </p:cNvSpPr>
            <p:nvPr/>
          </p:nvSpPr>
          <p:spPr>
            <a:xfrm>
              <a:off x="3925057" y="2782964"/>
              <a:ext cx="1501342" cy="443211"/>
            </a:xfrm>
            <a:custGeom>
              <a:avLst/>
              <a:gdLst/>
              <a:ahLst/>
              <a:cxnLst/>
              <a:rect l="0" t="0" r="0" b="0"/>
              <a:pathLst>
                <a:path w="1501342" h="443211">
                  <a:moveTo>
                    <a:pt x="190108" y="417262"/>
                  </a:moveTo>
                  <a:lnTo>
                    <a:pt x="116779" y="348494"/>
                  </a:lnTo>
                  <a:lnTo>
                    <a:pt x="84554" y="443211"/>
                  </a:lnTo>
                  <a:close/>
                  <a:moveTo>
                    <a:pt x="104653" y="335046"/>
                  </a:moveTo>
                  <a:lnTo>
                    <a:pt x="5340" y="373483"/>
                  </a:lnTo>
                  <a:lnTo>
                    <a:pt x="84554" y="443211"/>
                  </a:lnTo>
                  <a:close/>
                  <a:moveTo>
                    <a:pt x="215463" y="378825"/>
                  </a:moveTo>
                  <a:lnTo>
                    <a:pt x="213656" y="432041"/>
                  </a:lnTo>
                  <a:lnTo>
                    <a:pt x="269643" y="426167"/>
                  </a:lnTo>
                  <a:close/>
                  <a:moveTo>
                    <a:pt x="215463" y="378825"/>
                  </a:moveTo>
                  <a:lnTo>
                    <a:pt x="190108" y="417262"/>
                  </a:lnTo>
                  <a:lnTo>
                    <a:pt x="213656" y="432041"/>
                  </a:lnTo>
                  <a:close/>
                  <a:moveTo>
                    <a:pt x="165157" y="296609"/>
                  </a:moveTo>
                  <a:lnTo>
                    <a:pt x="190108" y="417262"/>
                  </a:lnTo>
                  <a:lnTo>
                    <a:pt x="215463" y="378825"/>
                  </a:lnTo>
                  <a:close/>
                  <a:moveTo>
                    <a:pt x="218106" y="233479"/>
                  </a:moveTo>
                  <a:lnTo>
                    <a:pt x="126307" y="252831"/>
                  </a:lnTo>
                  <a:lnTo>
                    <a:pt x="141491" y="312032"/>
                  </a:lnTo>
                  <a:close/>
                  <a:moveTo>
                    <a:pt x="141491" y="312032"/>
                  </a:moveTo>
                  <a:lnTo>
                    <a:pt x="126307" y="252831"/>
                  </a:lnTo>
                  <a:lnTo>
                    <a:pt x="135521" y="216793"/>
                  </a:lnTo>
                  <a:close/>
                  <a:moveTo>
                    <a:pt x="141491" y="312032"/>
                  </a:moveTo>
                  <a:lnTo>
                    <a:pt x="165157" y="296609"/>
                  </a:lnTo>
                  <a:lnTo>
                    <a:pt x="218106" y="233479"/>
                  </a:lnTo>
                  <a:close/>
                  <a:moveTo>
                    <a:pt x="8283" y="159552"/>
                  </a:moveTo>
                  <a:lnTo>
                    <a:pt x="0" y="190532"/>
                  </a:lnTo>
                  <a:lnTo>
                    <a:pt x="89439" y="132180"/>
                  </a:lnTo>
                  <a:close/>
                  <a:moveTo>
                    <a:pt x="89439" y="132180"/>
                  </a:moveTo>
                  <a:lnTo>
                    <a:pt x="71163" y="252831"/>
                  </a:lnTo>
                  <a:lnTo>
                    <a:pt x="137338" y="210158"/>
                  </a:lnTo>
                  <a:close/>
                  <a:moveTo>
                    <a:pt x="137338" y="210158"/>
                  </a:moveTo>
                  <a:lnTo>
                    <a:pt x="71163" y="252831"/>
                  </a:lnTo>
                  <a:lnTo>
                    <a:pt x="135521" y="216793"/>
                  </a:lnTo>
                  <a:close/>
                  <a:moveTo>
                    <a:pt x="519485" y="147005"/>
                  </a:moveTo>
                  <a:lnTo>
                    <a:pt x="429816" y="59221"/>
                  </a:lnTo>
                  <a:lnTo>
                    <a:pt x="447996" y="144533"/>
                  </a:lnTo>
                  <a:close/>
                  <a:moveTo>
                    <a:pt x="334186" y="76375"/>
                  </a:moveTo>
                  <a:lnTo>
                    <a:pt x="423361" y="137522"/>
                  </a:lnTo>
                  <a:lnTo>
                    <a:pt x="447996" y="144533"/>
                  </a:lnTo>
                  <a:close/>
                  <a:moveTo>
                    <a:pt x="973587" y="246685"/>
                  </a:moveTo>
                  <a:lnTo>
                    <a:pt x="1045083" y="307295"/>
                  </a:lnTo>
                  <a:lnTo>
                    <a:pt x="1062632" y="186643"/>
                  </a:lnTo>
                  <a:close/>
                  <a:moveTo>
                    <a:pt x="1062632" y="186643"/>
                  </a:moveTo>
                  <a:lnTo>
                    <a:pt x="1045083" y="307295"/>
                  </a:lnTo>
                  <a:lnTo>
                    <a:pt x="1099836" y="224849"/>
                  </a:lnTo>
                  <a:close/>
                  <a:moveTo>
                    <a:pt x="1099836" y="224849"/>
                  </a:moveTo>
                  <a:lnTo>
                    <a:pt x="1045083" y="307295"/>
                  </a:lnTo>
                  <a:lnTo>
                    <a:pt x="1081282" y="293511"/>
                  </a:lnTo>
                  <a:close/>
                  <a:moveTo>
                    <a:pt x="1192405" y="433288"/>
                  </a:moveTo>
                  <a:lnTo>
                    <a:pt x="1200336" y="351073"/>
                  </a:lnTo>
                  <a:lnTo>
                    <a:pt x="1162936" y="387812"/>
                  </a:lnTo>
                  <a:close/>
                  <a:moveTo>
                    <a:pt x="1391326" y="362820"/>
                  </a:moveTo>
                  <a:lnTo>
                    <a:pt x="1454643" y="371936"/>
                  </a:lnTo>
                  <a:lnTo>
                    <a:pt x="1445970" y="278895"/>
                  </a:lnTo>
                  <a:close/>
                  <a:moveTo>
                    <a:pt x="1436990" y="219032"/>
                  </a:moveTo>
                  <a:lnTo>
                    <a:pt x="1416696" y="191985"/>
                  </a:lnTo>
                  <a:lnTo>
                    <a:pt x="1445970" y="278895"/>
                  </a:lnTo>
                  <a:close/>
                  <a:moveTo>
                    <a:pt x="1501342" y="194378"/>
                  </a:moveTo>
                  <a:lnTo>
                    <a:pt x="1436990" y="219032"/>
                  </a:lnTo>
                  <a:lnTo>
                    <a:pt x="1445970" y="278895"/>
                  </a:lnTo>
                  <a:close/>
                  <a:moveTo>
                    <a:pt x="1236761" y="127610"/>
                  </a:moveTo>
                  <a:lnTo>
                    <a:pt x="1227197" y="207168"/>
                  </a:lnTo>
                  <a:lnTo>
                    <a:pt x="1317871" y="109770"/>
                  </a:lnTo>
                  <a:close/>
                  <a:moveTo>
                    <a:pt x="1236761" y="127610"/>
                  </a:moveTo>
                  <a:lnTo>
                    <a:pt x="1317871" y="109770"/>
                  </a:lnTo>
                  <a:lnTo>
                    <a:pt x="1250410" y="78756"/>
                  </a:lnTo>
                  <a:close/>
                  <a:moveTo>
                    <a:pt x="1416696" y="191985"/>
                  </a:moveTo>
                  <a:lnTo>
                    <a:pt x="1436990" y="219032"/>
                  </a:lnTo>
                  <a:lnTo>
                    <a:pt x="1433492" y="188947"/>
                  </a:lnTo>
                  <a:close/>
                  <a:moveTo>
                    <a:pt x="1433492" y="188947"/>
                  </a:moveTo>
                  <a:lnTo>
                    <a:pt x="1336221" y="120933"/>
                  </a:lnTo>
                  <a:lnTo>
                    <a:pt x="1416696" y="191985"/>
                  </a:lnTo>
                  <a:close/>
                  <a:moveTo>
                    <a:pt x="1336795" y="106877"/>
                  </a:moveTo>
                  <a:lnTo>
                    <a:pt x="1336221" y="120933"/>
                  </a:lnTo>
                  <a:lnTo>
                    <a:pt x="1433492" y="188947"/>
                  </a:lnTo>
                  <a:close/>
                  <a:moveTo>
                    <a:pt x="1430390" y="91377"/>
                  </a:moveTo>
                  <a:lnTo>
                    <a:pt x="1336795" y="106877"/>
                  </a:lnTo>
                  <a:lnTo>
                    <a:pt x="1433492" y="188947"/>
                  </a:lnTo>
                  <a:close/>
                  <a:moveTo>
                    <a:pt x="1433492" y="188947"/>
                  </a:moveTo>
                  <a:lnTo>
                    <a:pt x="1436990" y="219032"/>
                  </a:lnTo>
                  <a:lnTo>
                    <a:pt x="1472095" y="191985"/>
                  </a:lnTo>
                  <a:close/>
                  <a:moveTo>
                    <a:pt x="1317871" y="109770"/>
                  </a:moveTo>
                  <a:lnTo>
                    <a:pt x="1336221" y="120933"/>
                  </a:lnTo>
                  <a:lnTo>
                    <a:pt x="1336795" y="106877"/>
                  </a:lnTo>
                  <a:close/>
                  <a:moveTo>
                    <a:pt x="1336795" y="106877"/>
                  </a:moveTo>
                  <a:lnTo>
                    <a:pt x="1250410" y="78756"/>
                  </a:lnTo>
                  <a:lnTo>
                    <a:pt x="1317871" y="109770"/>
                  </a:lnTo>
                  <a:close/>
                  <a:moveTo>
                    <a:pt x="1336795" y="106877"/>
                  </a:moveTo>
                  <a:lnTo>
                    <a:pt x="1430390" y="91377"/>
                  </a:lnTo>
                  <a:lnTo>
                    <a:pt x="1419670" y="0"/>
                  </a:lnTo>
                  <a:close/>
                  <a:moveTo>
                    <a:pt x="1336795" y="106877"/>
                  </a:moveTo>
                  <a:lnTo>
                    <a:pt x="1419670" y="0"/>
                  </a:lnTo>
                  <a:lnTo>
                    <a:pt x="1341123" y="3265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80" name="Candidate_density__2179">
              <a:extLst>
                <a:ext uri="{FF2B5EF4-FFF2-40B4-BE49-F238E27FC236}">
                  <a16:creationId xmlns:a16="http://schemas.microsoft.com/office/drawing/2014/main" id="{24498BC3-3C86-9CDF-4A57-3BDA504FC7FF}"/>
                </a:ext>
              </a:extLst>
            </p:cNvPr>
            <p:cNvSpPr>
              <a:spLocks noGrp="1"/>
            </p:cNvSpPr>
            <p:nvPr/>
          </p:nvSpPr>
          <p:spPr>
            <a:xfrm>
              <a:off x="3790659" y="2679762"/>
              <a:ext cx="1580368" cy="630434"/>
            </a:xfrm>
            <a:custGeom>
              <a:avLst/>
              <a:gdLst/>
              <a:ahLst/>
              <a:cxnLst/>
              <a:rect l="0" t="0" r="0" b="0"/>
              <a:pathLst>
                <a:path w="1580368" h="630434">
                  <a:moveTo>
                    <a:pt x="239051" y="438248"/>
                  </a:moveTo>
                  <a:lnTo>
                    <a:pt x="218952" y="546413"/>
                  </a:lnTo>
                  <a:lnTo>
                    <a:pt x="251178" y="451696"/>
                  </a:lnTo>
                  <a:close/>
                  <a:moveTo>
                    <a:pt x="124249" y="377831"/>
                  </a:moveTo>
                  <a:lnTo>
                    <a:pt x="116206" y="440919"/>
                  </a:lnTo>
                  <a:lnTo>
                    <a:pt x="205562" y="356033"/>
                  </a:lnTo>
                  <a:close/>
                  <a:moveTo>
                    <a:pt x="205562" y="356033"/>
                  </a:moveTo>
                  <a:lnTo>
                    <a:pt x="116206" y="440919"/>
                  </a:lnTo>
                  <a:lnTo>
                    <a:pt x="139738" y="476685"/>
                  </a:lnTo>
                  <a:close/>
                  <a:moveTo>
                    <a:pt x="205562" y="356033"/>
                  </a:moveTo>
                  <a:lnTo>
                    <a:pt x="139738" y="476685"/>
                  </a:lnTo>
                  <a:lnTo>
                    <a:pt x="239051" y="438248"/>
                  </a:lnTo>
                  <a:close/>
                  <a:moveTo>
                    <a:pt x="119489" y="273818"/>
                  </a:moveTo>
                  <a:lnTo>
                    <a:pt x="124249" y="377831"/>
                  </a:lnTo>
                  <a:lnTo>
                    <a:pt x="134398" y="293735"/>
                  </a:lnTo>
                  <a:close/>
                  <a:moveTo>
                    <a:pt x="84086" y="394470"/>
                  </a:moveTo>
                  <a:lnTo>
                    <a:pt x="124249" y="377831"/>
                  </a:lnTo>
                  <a:lnTo>
                    <a:pt x="119489" y="273818"/>
                  </a:lnTo>
                  <a:close/>
                  <a:moveTo>
                    <a:pt x="51599" y="312255"/>
                  </a:moveTo>
                  <a:lnTo>
                    <a:pt x="84086" y="394470"/>
                  </a:lnTo>
                  <a:lnTo>
                    <a:pt x="119489" y="273818"/>
                  </a:lnTo>
                  <a:close/>
                  <a:moveTo>
                    <a:pt x="124249" y="377831"/>
                  </a:moveTo>
                  <a:lnTo>
                    <a:pt x="205562" y="356033"/>
                  </a:lnTo>
                  <a:lnTo>
                    <a:pt x="134398" y="293735"/>
                  </a:lnTo>
                  <a:close/>
                  <a:moveTo>
                    <a:pt x="0" y="230040"/>
                  </a:moveTo>
                  <a:lnTo>
                    <a:pt x="119489" y="273818"/>
                  </a:lnTo>
                  <a:lnTo>
                    <a:pt x="66647" y="191603"/>
                  </a:lnTo>
                  <a:close/>
                  <a:moveTo>
                    <a:pt x="275889" y="415234"/>
                  </a:moveTo>
                  <a:lnTo>
                    <a:pt x="251178" y="451696"/>
                  </a:lnTo>
                  <a:lnTo>
                    <a:pt x="299555" y="399812"/>
                  </a:lnTo>
                  <a:close/>
                  <a:moveTo>
                    <a:pt x="299555" y="399812"/>
                  </a:moveTo>
                  <a:lnTo>
                    <a:pt x="251178" y="451696"/>
                  </a:lnTo>
                  <a:lnTo>
                    <a:pt x="324506" y="520464"/>
                  </a:lnTo>
                  <a:close/>
                  <a:moveTo>
                    <a:pt x="239051" y="438248"/>
                  </a:moveTo>
                  <a:lnTo>
                    <a:pt x="251178" y="451696"/>
                  </a:lnTo>
                  <a:lnTo>
                    <a:pt x="275889" y="415234"/>
                  </a:lnTo>
                  <a:close/>
                  <a:moveTo>
                    <a:pt x="205562" y="356033"/>
                  </a:moveTo>
                  <a:lnTo>
                    <a:pt x="275889" y="415234"/>
                  </a:lnTo>
                  <a:lnTo>
                    <a:pt x="269920" y="319995"/>
                  </a:lnTo>
                  <a:close/>
                  <a:moveTo>
                    <a:pt x="205562" y="356033"/>
                  </a:moveTo>
                  <a:lnTo>
                    <a:pt x="239051" y="438248"/>
                  </a:lnTo>
                  <a:lnTo>
                    <a:pt x="275889" y="415234"/>
                  </a:lnTo>
                  <a:close/>
                  <a:moveTo>
                    <a:pt x="134398" y="293735"/>
                  </a:moveTo>
                  <a:lnTo>
                    <a:pt x="205562" y="356033"/>
                  </a:lnTo>
                  <a:lnTo>
                    <a:pt x="223838" y="235382"/>
                  </a:lnTo>
                  <a:close/>
                  <a:moveTo>
                    <a:pt x="119489" y="273818"/>
                  </a:moveTo>
                  <a:lnTo>
                    <a:pt x="134398" y="293735"/>
                  </a:lnTo>
                  <a:lnTo>
                    <a:pt x="142681" y="262754"/>
                  </a:lnTo>
                  <a:close/>
                  <a:moveTo>
                    <a:pt x="66647" y="191603"/>
                  </a:moveTo>
                  <a:lnTo>
                    <a:pt x="119489" y="273818"/>
                  </a:lnTo>
                  <a:lnTo>
                    <a:pt x="142681" y="262754"/>
                  </a:lnTo>
                  <a:close/>
                  <a:moveTo>
                    <a:pt x="223838" y="235382"/>
                  </a:moveTo>
                  <a:lnTo>
                    <a:pt x="164323" y="153166"/>
                  </a:lnTo>
                  <a:lnTo>
                    <a:pt x="142681" y="262754"/>
                  </a:lnTo>
                  <a:close/>
                  <a:moveTo>
                    <a:pt x="653884" y="250207"/>
                  </a:moveTo>
                  <a:lnTo>
                    <a:pt x="605278" y="158509"/>
                  </a:lnTo>
                  <a:lnTo>
                    <a:pt x="564214" y="162423"/>
                  </a:lnTo>
                  <a:close/>
                  <a:moveTo>
                    <a:pt x="510010" y="216506"/>
                  </a:moveTo>
                  <a:lnTo>
                    <a:pt x="557759" y="240724"/>
                  </a:lnTo>
                  <a:lnTo>
                    <a:pt x="468584" y="179577"/>
                  </a:lnTo>
                  <a:close/>
                  <a:moveTo>
                    <a:pt x="468584" y="179577"/>
                  </a:moveTo>
                  <a:lnTo>
                    <a:pt x="582395" y="247735"/>
                  </a:lnTo>
                  <a:lnTo>
                    <a:pt x="564214" y="162423"/>
                  </a:lnTo>
                  <a:close/>
                  <a:moveTo>
                    <a:pt x="468584" y="179577"/>
                  </a:moveTo>
                  <a:lnTo>
                    <a:pt x="564214" y="162423"/>
                  </a:lnTo>
                  <a:lnTo>
                    <a:pt x="544699" y="78196"/>
                  </a:lnTo>
                  <a:close/>
                  <a:moveTo>
                    <a:pt x="468584" y="179577"/>
                  </a:moveTo>
                  <a:lnTo>
                    <a:pt x="544699" y="78196"/>
                  </a:lnTo>
                  <a:lnTo>
                    <a:pt x="463769" y="83398"/>
                  </a:lnTo>
                  <a:close/>
                  <a:moveTo>
                    <a:pt x="375300" y="94731"/>
                  </a:moveTo>
                  <a:lnTo>
                    <a:pt x="463769" y="83398"/>
                  </a:lnTo>
                  <a:lnTo>
                    <a:pt x="438186" y="4105"/>
                  </a:lnTo>
                  <a:close/>
                  <a:moveTo>
                    <a:pt x="1115083" y="317813"/>
                  </a:moveTo>
                  <a:lnTo>
                    <a:pt x="1107986" y="349887"/>
                  </a:lnTo>
                  <a:lnTo>
                    <a:pt x="1197030" y="289845"/>
                  </a:lnTo>
                  <a:close/>
                  <a:moveTo>
                    <a:pt x="1215681" y="396713"/>
                  </a:moveTo>
                  <a:lnTo>
                    <a:pt x="1275905" y="372060"/>
                  </a:lnTo>
                  <a:lnTo>
                    <a:pt x="1234235" y="328051"/>
                  </a:lnTo>
                  <a:close/>
                  <a:moveTo>
                    <a:pt x="1086292" y="328281"/>
                  </a:moveTo>
                  <a:lnTo>
                    <a:pt x="1107986" y="349887"/>
                  </a:lnTo>
                  <a:lnTo>
                    <a:pt x="1115083" y="317813"/>
                  </a:lnTo>
                  <a:close/>
                  <a:moveTo>
                    <a:pt x="1018134" y="246066"/>
                  </a:moveTo>
                  <a:lnTo>
                    <a:pt x="1115083" y="317813"/>
                  </a:lnTo>
                  <a:lnTo>
                    <a:pt x="1127318" y="207774"/>
                  </a:lnTo>
                  <a:close/>
                  <a:moveTo>
                    <a:pt x="1018134" y="246066"/>
                  </a:moveTo>
                  <a:lnTo>
                    <a:pt x="1086292" y="328281"/>
                  </a:lnTo>
                  <a:lnTo>
                    <a:pt x="1115083" y="317813"/>
                  </a:lnTo>
                  <a:close/>
                  <a:moveTo>
                    <a:pt x="1197030" y="289845"/>
                  </a:moveTo>
                  <a:lnTo>
                    <a:pt x="1127676" y="207630"/>
                  </a:lnTo>
                  <a:lnTo>
                    <a:pt x="1115083" y="317813"/>
                  </a:lnTo>
                  <a:close/>
                  <a:moveTo>
                    <a:pt x="1339013" y="557223"/>
                  </a:moveTo>
                  <a:lnTo>
                    <a:pt x="1303653" y="587594"/>
                  </a:lnTo>
                  <a:lnTo>
                    <a:pt x="1326804" y="536490"/>
                  </a:lnTo>
                  <a:close/>
                  <a:moveTo>
                    <a:pt x="1297546" y="630434"/>
                  </a:moveTo>
                  <a:lnTo>
                    <a:pt x="1303653" y="587594"/>
                  </a:lnTo>
                  <a:lnTo>
                    <a:pt x="1339013" y="557223"/>
                  </a:lnTo>
                  <a:close/>
                  <a:moveTo>
                    <a:pt x="1275905" y="372060"/>
                  </a:moveTo>
                  <a:lnTo>
                    <a:pt x="1351372" y="447083"/>
                  </a:lnTo>
                  <a:lnTo>
                    <a:pt x="1354409" y="344522"/>
                  </a:lnTo>
                  <a:close/>
                  <a:moveTo>
                    <a:pt x="1243238" y="274218"/>
                  </a:moveTo>
                  <a:lnTo>
                    <a:pt x="1234235" y="328051"/>
                  </a:lnTo>
                  <a:lnTo>
                    <a:pt x="1305450" y="251408"/>
                  </a:lnTo>
                  <a:close/>
                  <a:moveTo>
                    <a:pt x="1234235" y="328051"/>
                  </a:moveTo>
                  <a:lnTo>
                    <a:pt x="1275905" y="372060"/>
                  </a:lnTo>
                  <a:lnTo>
                    <a:pt x="1305450" y="251408"/>
                  </a:lnTo>
                  <a:close/>
                  <a:moveTo>
                    <a:pt x="1305450" y="251408"/>
                  </a:moveTo>
                  <a:lnTo>
                    <a:pt x="1275905" y="372060"/>
                  </a:lnTo>
                  <a:lnTo>
                    <a:pt x="1361595" y="310370"/>
                  </a:lnTo>
                  <a:close/>
                  <a:moveTo>
                    <a:pt x="1361595" y="310370"/>
                  </a:moveTo>
                  <a:lnTo>
                    <a:pt x="1275905" y="372060"/>
                  </a:lnTo>
                  <a:lnTo>
                    <a:pt x="1354409" y="344522"/>
                  </a:lnTo>
                  <a:close/>
                  <a:moveTo>
                    <a:pt x="1354409" y="344522"/>
                  </a:moveTo>
                  <a:lnTo>
                    <a:pt x="1387299" y="333623"/>
                  </a:lnTo>
                  <a:lnTo>
                    <a:pt x="1361595" y="310370"/>
                  </a:lnTo>
                  <a:close/>
                  <a:moveTo>
                    <a:pt x="1197030" y="289845"/>
                  </a:moveTo>
                  <a:lnTo>
                    <a:pt x="1234235" y="328051"/>
                  </a:lnTo>
                  <a:lnTo>
                    <a:pt x="1243238" y="274218"/>
                  </a:lnTo>
                  <a:close/>
                  <a:moveTo>
                    <a:pt x="1228413" y="169193"/>
                  </a:moveTo>
                  <a:lnTo>
                    <a:pt x="1243238" y="274218"/>
                  </a:lnTo>
                  <a:lnTo>
                    <a:pt x="1259530" y="207423"/>
                  </a:lnTo>
                  <a:close/>
                  <a:moveTo>
                    <a:pt x="1197030" y="289845"/>
                  </a:moveTo>
                  <a:lnTo>
                    <a:pt x="1243238" y="274218"/>
                  </a:lnTo>
                  <a:lnTo>
                    <a:pt x="1228413" y="169193"/>
                  </a:lnTo>
                  <a:close/>
                  <a:moveTo>
                    <a:pt x="1127676" y="207630"/>
                  </a:moveTo>
                  <a:lnTo>
                    <a:pt x="1197030" y="289845"/>
                  </a:lnTo>
                  <a:lnTo>
                    <a:pt x="1228413" y="169193"/>
                  </a:lnTo>
                  <a:close/>
                  <a:moveTo>
                    <a:pt x="1243238" y="274218"/>
                  </a:moveTo>
                  <a:lnTo>
                    <a:pt x="1305450" y="251408"/>
                  </a:lnTo>
                  <a:lnTo>
                    <a:pt x="1259530" y="207423"/>
                  </a:lnTo>
                  <a:close/>
                  <a:moveTo>
                    <a:pt x="1525725" y="466022"/>
                  </a:moveTo>
                  <a:lnTo>
                    <a:pt x="1580368" y="382097"/>
                  </a:lnTo>
                  <a:lnTo>
                    <a:pt x="1488657" y="396065"/>
                  </a:lnTo>
                  <a:close/>
                  <a:moveTo>
                    <a:pt x="1580368" y="382097"/>
                  </a:moveTo>
                  <a:lnTo>
                    <a:pt x="1551094" y="295187"/>
                  </a:lnTo>
                  <a:lnTo>
                    <a:pt x="1463036" y="316802"/>
                  </a:lnTo>
                  <a:close/>
                  <a:moveTo>
                    <a:pt x="1580368" y="382097"/>
                  </a:moveTo>
                  <a:lnTo>
                    <a:pt x="1463036" y="316802"/>
                  </a:lnTo>
                  <a:lnTo>
                    <a:pt x="1488657" y="396065"/>
                  </a:lnTo>
                  <a:close/>
                  <a:moveTo>
                    <a:pt x="1361595" y="310370"/>
                  </a:moveTo>
                  <a:lnTo>
                    <a:pt x="1387299" y="333623"/>
                  </a:lnTo>
                  <a:lnTo>
                    <a:pt x="1452269" y="212972"/>
                  </a:lnTo>
                  <a:close/>
                  <a:moveTo>
                    <a:pt x="1452269" y="212972"/>
                  </a:moveTo>
                  <a:lnTo>
                    <a:pt x="1387299" y="333623"/>
                  </a:lnTo>
                  <a:lnTo>
                    <a:pt x="1470620" y="224135"/>
                  </a:lnTo>
                  <a:close/>
                  <a:moveTo>
                    <a:pt x="1470620" y="224135"/>
                  </a:moveTo>
                  <a:lnTo>
                    <a:pt x="1387299" y="333623"/>
                  </a:lnTo>
                  <a:lnTo>
                    <a:pt x="1463036" y="316802"/>
                  </a:lnTo>
                  <a:close/>
                  <a:moveTo>
                    <a:pt x="1463036" y="316802"/>
                  </a:moveTo>
                  <a:lnTo>
                    <a:pt x="1551094" y="295187"/>
                  </a:lnTo>
                  <a:lnTo>
                    <a:pt x="1470620" y="224135"/>
                  </a:lnTo>
                  <a:close/>
                  <a:moveTo>
                    <a:pt x="1305450" y="251408"/>
                  </a:moveTo>
                  <a:lnTo>
                    <a:pt x="1361595" y="310370"/>
                  </a:lnTo>
                  <a:lnTo>
                    <a:pt x="1371160" y="230812"/>
                  </a:lnTo>
                  <a:close/>
                  <a:moveTo>
                    <a:pt x="1259530" y="207423"/>
                  </a:moveTo>
                  <a:lnTo>
                    <a:pt x="1305450" y="251408"/>
                  </a:lnTo>
                  <a:lnTo>
                    <a:pt x="1338183" y="130756"/>
                  </a:lnTo>
                  <a:close/>
                  <a:moveTo>
                    <a:pt x="1338183" y="130756"/>
                  </a:moveTo>
                  <a:lnTo>
                    <a:pt x="1305450" y="251408"/>
                  </a:lnTo>
                  <a:lnTo>
                    <a:pt x="1384809" y="181958"/>
                  </a:lnTo>
                  <a:close/>
                  <a:moveTo>
                    <a:pt x="1384809" y="181958"/>
                  </a:moveTo>
                  <a:lnTo>
                    <a:pt x="1305450" y="251408"/>
                  </a:lnTo>
                  <a:lnTo>
                    <a:pt x="1371160" y="230812"/>
                  </a:lnTo>
                  <a:close/>
                  <a:moveTo>
                    <a:pt x="1185035" y="4763"/>
                  </a:moveTo>
                  <a:lnTo>
                    <a:pt x="1235083" y="80663"/>
                  </a:lnTo>
                  <a:lnTo>
                    <a:pt x="1211185" y="0"/>
                  </a:lnTo>
                  <a:close/>
                  <a:moveTo>
                    <a:pt x="1386573" y="118189"/>
                  </a:moveTo>
                  <a:lnTo>
                    <a:pt x="1384809" y="181958"/>
                  </a:lnTo>
                  <a:lnTo>
                    <a:pt x="1471193" y="210079"/>
                  </a:lnTo>
                  <a:close/>
                  <a:moveTo>
                    <a:pt x="1475522" y="106467"/>
                  </a:moveTo>
                  <a:lnTo>
                    <a:pt x="1386573" y="118189"/>
                  </a:lnTo>
                  <a:lnTo>
                    <a:pt x="1471193" y="210079"/>
                  </a:lnTo>
                  <a:close/>
                  <a:moveTo>
                    <a:pt x="1475522" y="106467"/>
                  </a:moveTo>
                  <a:lnTo>
                    <a:pt x="1455127" y="22955"/>
                  </a:lnTo>
                  <a:lnTo>
                    <a:pt x="1386573" y="118189"/>
                  </a:lnTo>
                  <a:close/>
                  <a:moveTo>
                    <a:pt x="1475522" y="106467"/>
                  </a:moveTo>
                  <a:lnTo>
                    <a:pt x="1554068" y="103202"/>
                  </a:lnTo>
                  <a:lnTo>
                    <a:pt x="1534697" y="18858"/>
                  </a:lnTo>
                  <a:close/>
                  <a:moveTo>
                    <a:pt x="1475522" y="106467"/>
                  </a:moveTo>
                  <a:lnTo>
                    <a:pt x="1534697" y="18858"/>
                  </a:lnTo>
                  <a:lnTo>
                    <a:pt x="1455127" y="22955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81" name="Candidate_density__2180">
              <a:extLst>
                <a:ext uri="{FF2B5EF4-FFF2-40B4-BE49-F238E27FC236}">
                  <a16:creationId xmlns:a16="http://schemas.microsoft.com/office/drawing/2014/main" id="{F75687BB-18A2-33CE-CC5C-ADC65F62B565}"/>
                </a:ext>
              </a:extLst>
            </p:cNvPr>
            <p:cNvSpPr>
              <a:spLocks noGrp="1"/>
            </p:cNvSpPr>
            <p:nvPr/>
          </p:nvSpPr>
          <p:spPr>
            <a:xfrm>
              <a:off x="3831744" y="2662761"/>
              <a:ext cx="1447572" cy="553491"/>
            </a:xfrm>
            <a:custGeom>
              <a:avLst/>
              <a:gdLst/>
              <a:ahLst/>
              <a:cxnLst/>
              <a:rect l="0" t="0" r="0" b="0"/>
              <a:pathLst>
                <a:path w="1447572" h="553491">
                  <a:moveTo>
                    <a:pt x="43001" y="411471"/>
                  </a:moveTo>
                  <a:lnTo>
                    <a:pt x="75120" y="457919"/>
                  </a:lnTo>
                  <a:lnTo>
                    <a:pt x="83164" y="394831"/>
                  </a:lnTo>
                  <a:close/>
                  <a:moveTo>
                    <a:pt x="25562" y="208604"/>
                  </a:moveTo>
                  <a:lnTo>
                    <a:pt x="101596" y="279754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06008" y="176075"/>
                  </a:lnTo>
                  <a:lnTo>
                    <a:pt x="101596" y="279754"/>
                  </a:lnTo>
                  <a:close/>
                  <a:moveTo>
                    <a:pt x="0" y="126389"/>
                  </a:moveTo>
                  <a:lnTo>
                    <a:pt x="106008" y="176075"/>
                  </a:lnTo>
                  <a:lnTo>
                    <a:pt x="75960" y="100412"/>
                  </a:lnTo>
                  <a:close/>
                  <a:moveTo>
                    <a:pt x="0" y="126389"/>
                  </a:moveTo>
                  <a:lnTo>
                    <a:pt x="25562" y="208604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13966" y="87952"/>
                  </a:lnTo>
                  <a:lnTo>
                    <a:pt x="106008" y="176075"/>
                  </a:lnTo>
                  <a:close/>
                  <a:moveTo>
                    <a:pt x="113966" y="87952"/>
                  </a:moveTo>
                  <a:lnTo>
                    <a:pt x="75960" y="100412"/>
                  </a:lnTo>
                  <a:lnTo>
                    <a:pt x="106008" y="176075"/>
                  </a:lnTo>
                  <a:close/>
                  <a:moveTo>
                    <a:pt x="123238" y="170167"/>
                  </a:moveTo>
                  <a:lnTo>
                    <a:pt x="182753" y="252382"/>
                  </a:lnTo>
                  <a:lnTo>
                    <a:pt x="254646" y="213946"/>
                  </a:lnTo>
                  <a:close/>
                  <a:moveTo>
                    <a:pt x="123238" y="170167"/>
                  </a:moveTo>
                  <a:lnTo>
                    <a:pt x="254646" y="213946"/>
                  </a:lnTo>
                  <a:lnTo>
                    <a:pt x="227975" y="131731"/>
                  </a:lnTo>
                  <a:close/>
                  <a:moveTo>
                    <a:pt x="113966" y="87952"/>
                  </a:moveTo>
                  <a:lnTo>
                    <a:pt x="230796" y="115699"/>
                  </a:lnTo>
                  <a:lnTo>
                    <a:pt x="201056" y="59303"/>
                  </a:lnTo>
                  <a:close/>
                  <a:moveTo>
                    <a:pt x="227975" y="131731"/>
                  </a:moveTo>
                  <a:lnTo>
                    <a:pt x="230796" y="115699"/>
                  </a:lnTo>
                  <a:lnTo>
                    <a:pt x="113966" y="87952"/>
                  </a:lnTo>
                  <a:close/>
                  <a:moveTo>
                    <a:pt x="123238" y="170167"/>
                  </a:moveTo>
                  <a:lnTo>
                    <a:pt x="227975" y="131731"/>
                  </a:lnTo>
                  <a:lnTo>
                    <a:pt x="113966" y="87952"/>
                  </a:lnTo>
                  <a:close/>
                  <a:moveTo>
                    <a:pt x="149588" y="27276"/>
                  </a:moveTo>
                  <a:lnTo>
                    <a:pt x="113966" y="87952"/>
                  </a:lnTo>
                  <a:lnTo>
                    <a:pt x="201056" y="59303"/>
                  </a:lnTo>
                  <a:close/>
                  <a:moveTo>
                    <a:pt x="237890" y="49516"/>
                  </a:moveTo>
                  <a:lnTo>
                    <a:pt x="149588" y="27276"/>
                  </a:lnTo>
                  <a:lnTo>
                    <a:pt x="201056" y="59303"/>
                  </a:lnTo>
                  <a:close/>
                  <a:moveTo>
                    <a:pt x="201056" y="59303"/>
                  </a:moveTo>
                  <a:lnTo>
                    <a:pt x="230796" y="115699"/>
                  </a:lnTo>
                  <a:lnTo>
                    <a:pt x="237890" y="49516"/>
                  </a:lnTo>
                  <a:close/>
                  <a:moveTo>
                    <a:pt x="258690" y="212632"/>
                  </a:moveTo>
                  <a:lnTo>
                    <a:pt x="335361" y="210892"/>
                  </a:lnTo>
                  <a:lnTo>
                    <a:pt x="334215" y="111731"/>
                  </a:lnTo>
                  <a:close/>
                  <a:moveTo>
                    <a:pt x="258690" y="212632"/>
                  </a:moveTo>
                  <a:lnTo>
                    <a:pt x="334215" y="111731"/>
                  </a:lnTo>
                  <a:lnTo>
                    <a:pt x="239817" y="127883"/>
                  </a:lnTo>
                  <a:close/>
                  <a:moveTo>
                    <a:pt x="335361" y="210892"/>
                  </a:moveTo>
                  <a:lnTo>
                    <a:pt x="427499" y="196577"/>
                  </a:lnTo>
                  <a:lnTo>
                    <a:pt x="422684" y="100399"/>
                  </a:lnTo>
                  <a:close/>
                  <a:moveTo>
                    <a:pt x="335361" y="210892"/>
                  </a:moveTo>
                  <a:lnTo>
                    <a:pt x="422684" y="100399"/>
                  </a:lnTo>
                  <a:lnTo>
                    <a:pt x="334215" y="111731"/>
                  </a:lnTo>
                  <a:close/>
                  <a:moveTo>
                    <a:pt x="427499" y="196577"/>
                  </a:moveTo>
                  <a:lnTo>
                    <a:pt x="335361" y="210892"/>
                  </a:lnTo>
                  <a:lnTo>
                    <a:pt x="468925" y="233507"/>
                  </a:lnTo>
                  <a:close/>
                  <a:moveTo>
                    <a:pt x="230796" y="115699"/>
                  </a:moveTo>
                  <a:lnTo>
                    <a:pt x="227975" y="131731"/>
                  </a:lnTo>
                  <a:lnTo>
                    <a:pt x="239817" y="127883"/>
                  </a:lnTo>
                  <a:close/>
                  <a:moveTo>
                    <a:pt x="239817" y="127883"/>
                  </a:moveTo>
                  <a:lnTo>
                    <a:pt x="237890" y="49516"/>
                  </a:lnTo>
                  <a:lnTo>
                    <a:pt x="230796" y="115699"/>
                  </a:lnTo>
                  <a:close/>
                  <a:moveTo>
                    <a:pt x="312527" y="29271"/>
                  </a:moveTo>
                  <a:lnTo>
                    <a:pt x="237890" y="49516"/>
                  </a:lnTo>
                  <a:lnTo>
                    <a:pt x="239817" y="127883"/>
                  </a:lnTo>
                  <a:close/>
                  <a:moveTo>
                    <a:pt x="334215" y="111731"/>
                  </a:moveTo>
                  <a:lnTo>
                    <a:pt x="312527" y="29271"/>
                  </a:lnTo>
                  <a:lnTo>
                    <a:pt x="239817" y="127883"/>
                  </a:lnTo>
                  <a:close/>
                  <a:moveTo>
                    <a:pt x="334215" y="111731"/>
                  </a:moveTo>
                  <a:lnTo>
                    <a:pt x="397101" y="21106"/>
                  </a:lnTo>
                  <a:lnTo>
                    <a:pt x="312527" y="29271"/>
                  </a:lnTo>
                  <a:close/>
                  <a:moveTo>
                    <a:pt x="274381" y="0"/>
                  </a:moveTo>
                  <a:lnTo>
                    <a:pt x="237890" y="49516"/>
                  </a:lnTo>
                  <a:lnTo>
                    <a:pt x="312527" y="29271"/>
                  </a:lnTo>
                  <a:close/>
                  <a:moveTo>
                    <a:pt x="1086591" y="224630"/>
                  </a:moveTo>
                  <a:lnTo>
                    <a:pt x="1086233" y="224775"/>
                  </a:lnTo>
                  <a:lnTo>
                    <a:pt x="1073998" y="334814"/>
                  </a:lnTo>
                  <a:close/>
                  <a:moveTo>
                    <a:pt x="948012" y="201039"/>
                  </a:moveTo>
                  <a:lnTo>
                    <a:pt x="977049" y="263066"/>
                  </a:lnTo>
                  <a:lnTo>
                    <a:pt x="1046481" y="142415"/>
                  </a:lnTo>
                  <a:close/>
                  <a:moveTo>
                    <a:pt x="1046481" y="142415"/>
                  </a:moveTo>
                  <a:lnTo>
                    <a:pt x="977049" y="263066"/>
                  </a:lnTo>
                  <a:lnTo>
                    <a:pt x="1086171" y="223733"/>
                  </a:lnTo>
                  <a:close/>
                  <a:moveTo>
                    <a:pt x="1086171" y="223733"/>
                  </a:moveTo>
                  <a:lnTo>
                    <a:pt x="977049" y="263066"/>
                  </a:lnTo>
                  <a:lnTo>
                    <a:pt x="1086233" y="224775"/>
                  </a:lnTo>
                  <a:close/>
                  <a:moveTo>
                    <a:pt x="1086233" y="224775"/>
                  </a:moveTo>
                  <a:lnTo>
                    <a:pt x="1086591" y="224630"/>
                  </a:lnTo>
                  <a:lnTo>
                    <a:pt x="1086171" y="223733"/>
                  </a:lnTo>
                  <a:close/>
                  <a:moveTo>
                    <a:pt x="1293649" y="471275"/>
                  </a:moveTo>
                  <a:lnTo>
                    <a:pt x="1359301" y="472403"/>
                  </a:lnTo>
                  <a:lnTo>
                    <a:pt x="1310287" y="464083"/>
                  </a:lnTo>
                  <a:close/>
                  <a:moveTo>
                    <a:pt x="1345618" y="515054"/>
                  </a:moveTo>
                  <a:lnTo>
                    <a:pt x="1359301" y="472403"/>
                  </a:lnTo>
                  <a:lnTo>
                    <a:pt x="1293649" y="471275"/>
                  </a:lnTo>
                  <a:close/>
                  <a:moveTo>
                    <a:pt x="1285719" y="553491"/>
                  </a:moveTo>
                  <a:lnTo>
                    <a:pt x="1345618" y="515054"/>
                  </a:lnTo>
                  <a:lnTo>
                    <a:pt x="1293649" y="471275"/>
                  </a:lnTo>
                  <a:close/>
                  <a:moveTo>
                    <a:pt x="1234820" y="389061"/>
                  </a:moveTo>
                  <a:lnTo>
                    <a:pt x="1293649" y="471275"/>
                  </a:lnTo>
                  <a:lnTo>
                    <a:pt x="1310287" y="464083"/>
                  </a:lnTo>
                  <a:close/>
                  <a:moveTo>
                    <a:pt x="1372009" y="432839"/>
                  </a:moveTo>
                  <a:lnTo>
                    <a:pt x="1346214" y="350624"/>
                  </a:lnTo>
                  <a:lnTo>
                    <a:pt x="1310287" y="464083"/>
                  </a:lnTo>
                  <a:close/>
                  <a:moveTo>
                    <a:pt x="1346214" y="350624"/>
                  </a:moveTo>
                  <a:lnTo>
                    <a:pt x="1313323" y="361523"/>
                  </a:lnTo>
                  <a:lnTo>
                    <a:pt x="1310287" y="464083"/>
                  </a:lnTo>
                  <a:close/>
                  <a:moveTo>
                    <a:pt x="1310287" y="464083"/>
                  </a:moveTo>
                  <a:lnTo>
                    <a:pt x="1359301" y="472403"/>
                  </a:lnTo>
                  <a:lnTo>
                    <a:pt x="1372009" y="432839"/>
                  </a:lnTo>
                  <a:close/>
                  <a:moveTo>
                    <a:pt x="1078758" y="130760"/>
                  </a:moveTo>
                  <a:lnTo>
                    <a:pt x="1086171" y="223733"/>
                  </a:lnTo>
                  <a:lnTo>
                    <a:pt x="1170490" y="103979"/>
                  </a:lnTo>
                  <a:close/>
                  <a:moveTo>
                    <a:pt x="1170490" y="103979"/>
                  </a:moveTo>
                  <a:lnTo>
                    <a:pt x="1086171" y="223733"/>
                  </a:lnTo>
                  <a:lnTo>
                    <a:pt x="1086591" y="224630"/>
                  </a:lnTo>
                  <a:close/>
                  <a:moveTo>
                    <a:pt x="1170490" y="103979"/>
                  </a:moveTo>
                  <a:lnTo>
                    <a:pt x="1086591" y="224630"/>
                  </a:lnTo>
                  <a:lnTo>
                    <a:pt x="1187328" y="186194"/>
                  </a:lnTo>
                  <a:close/>
                  <a:moveTo>
                    <a:pt x="1046481" y="142415"/>
                  </a:moveTo>
                  <a:lnTo>
                    <a:pt x="1086171" y="223733"/>
                  </a:lnTo>
                  <a:lnTo>
                    <a:pt x="1078758" y="130760"/>
                  </a:lnTo>
                  <a:close/>
                  <a:moveTo>
                    <a:pt x="1006554" y="60200"/>
                  </a:moveTo>
                  <a:lnTo>
                    <a:pt x="1078758" y="130760"/>
                  </a:lnTo>
                  <a:lnTo>
                    <a:pt x="1069149" y="38480"/>
                  </a:lnTo>
                  <a:close/>
                  <a:moveTo>
                    <a:pt x="1006554" y="60200"/>
                  </a:moveTo>
                  <a:lnTo>
                    <a:pt x="1046481" y="142415"/>
                  </a:lnTo>
                  <a:lnTo>
                    <a:pt x="1078758" y="130760"/>
                  </a:lnTo>
                  <a:close/>
                  <a:moveTo>
                    <a:pt x="1170490" y="103979"/>
                  </a:moveTo>
                  <a:lnTo>
                    <a:pt x="1143950" y="21764"/>
                  </a:lnTo>
                  <a:lnTo>
                    <a:pt x="1078758" y="130760"/>
                  </a:lnTo>
                  <a:close/>
                  <a:moveTo>
                    <a:pt x="1143950" y="21764"/>
                  </a:moveTo>
                  <a:lnTo>
                    <a:pt x="1069149" y="38480"/>
                  </a:lnTo>
                  <a:lnTo>
                    <a:pt x="1078758" y="130760"/>
                  </a:lnTo>
                  <a:close/>
                  <a:moveTo>
                    <a:pt x="1346214" y="350624"/>
                  </a:moveTo>
                  <a:lnTo>
                    <a:pt x="1447572" y="413065"/>
                  </a:lnTo>
                  <a:lnTo>
                    <a:pt x="1421951" y="333803"/>
                  </a:lnTo>
                  <a:close/>
                  <a:moveTo>
                    <a:pt x="1346214" y="350624"/>
                  </a:moveTo>
                  <a:lnTo>
                    <a:pt x="1372009" y="432839"/>
                  </a:lnTo>
                  <a:lnTo>
                    <a:pt x="1447572" y="413065"/>
                  </a:lnTo>
                  <a:close/>
                  <a:moveTo>
                    <a:pt x="1221897" y="175074"/>
                  </a:moveTo>
                  <a:lnTo>
                    <a:pt x="1218445" y="224423"/>
                  </a:lnTo>
                  <a:lnTo>
                    <a:pt x="1297097" y="147757"/>
                  </a:lnTo>
                  <a:close/>
                  <a:moveTo>
                    <a:pt x="1187328" y="186194"/>
                  </a:moveTo>
                  <a:lnTo>
                    <a:pt x="1218445" y="224423"/>
                  </a:lnTo>
                  <a:lnTo>
                    <a:pt x="1221897" y="175074"/>
                  </a:lnTo>
                  <a:close/>
                  <a:moveTo>
                    <a:pt x="1170490" y="103979"/>
                  </a:moveTo>
                  <a:lnTo>
                    <a:pt x="1221897" y="175074"/>
                  </a:lnTo>
                  <a:lnTo>
                    <a:pt x="1193998" y="97663"/>
                  </a:lnTo>
                  <a:close/>
                  <a:moveTo>
                    <a:pt x="1170490" y="103979"/>
                  </a:moveTo>
                  <a:lnTo>
                    <a:pt x="1187328" y="186194"/>
                  </a:lnTo>
                  <a:lnTo>
                    <a:pt x="1221897" y="175074"/>
                  </a:lnTo>
                  <a:close/>
                  <a:moveTo>
                    <a:pt x="1297097" y="147757"/>
                  </a:moveTo>
                  <a:lnTo>
                    <a:pt x="1308403" y="66902"/>
                  </a:lnTo>
                  <a:lnTo>
                    <a:pt x="1221897" y="175074"/>
                  </a:lnTo>
                  <a:close/>
                  <a:moveTo>
                    <a:pt x="1221897" y="175074"/>
                  </a:moveTo>
                  <a:lnTo>
                    <a:pt x="1308403" y="66902"/>
                  </a:lnTo>
                  <a:lnTo>
                    <a:pt x="1306785" y="66561"/>
                  </a:lnTo>
                  <a:close/>
                  <a:moveTo>
                    <a:pt x="1221897" y="175074"/>
                  </a:moveTo>
                  <a:lnTo>
                    <a:pt x="1306785" y="66561"/>
                  </a:lnTo>
                  <a:lnTo>
                    <a:pt x="1193998" y="97663"/>
                  </a:lnTo>
                  <a:close/>
                  <a:moveTo>
                    <a:pt x="1143950" y="21764"/>
                  </a:moveTo>
                  <a:lnTo>
                    <a:pt x="1170490" y="103979"/>
                  </a:lnTo>
                  <a:lnTo>
                    <a:pt x="1193998" y="97663"/>
                  </a:lnTo>
                  <a:close/>
                  <a:moveTo>
                    <a:pt x="1193998" y="97663"/>
                  </a:moveTo>
                  <a:lnTo>
                    <a:pt x="1306785" y="66561"/>
                  </a:lnTo>
                  <a:lnTo>
                    <a:pt x="1170100" y="17001"/>
                  </a:lnTo>
                  <a:close/>
                  <a:moveTo>
                    <a:pt x="1306785" y="66561"/>
                  </a:moveTo>
                  <a:lnTo>
                    <a:pt x="1308403" y="66902"/>
                  </a:lnTo>
                  <a:lnTo>
                    <a:pt x="1308559" y="65542"/>
                  </a:lnTo>
                  <a:close/>
                  <a:moveTo>
                    <a:pt x="1297097" y="147757"/>
                  </a:moveTo>
                  <a:lnTo>
                    <a:pt x="1343724" y="198959"/>
                  </a:lnTo>
                  <a:lnTo>
                    <a:pt x="1345488" y="135189"/>
                  </a:lnTo>
                  <a:close/>
                  <a:moveTo>
                    <a:pt x="1308403" y="66902"/>
                  </a:moveTo>
                  <a:lnTo>
                    <a:pt x="1297097" y="147757"/>
                  </a:lnTo>
                  <a:lnTo>
                    <a:pt x="1345488" y="135189"/>
                  </a:lnTo>
                  <a:close/>
                  <a:moveTo>
                    <a:pt x="1345488" y="135189"/>
                  </a:moveTo>
                  <a:lnTo>
                    <a:pt x="1308559" y="65542"/>
                  </a:lnTo>
                  <a:lnTo>
                    <a:pt x="1308403" y="66902"/>
                  </a:lnTo>
                  <a:close/>
                  <a:moveTo>
                    <a:pt x="1414042" y="39956"/>
                  </a:moveTo>
                  <a:lnTo>
                    <a:pt x="1308559" y="65542"/>
                  </a:lnTo>
                  <a:lnTo>
                    <a:pt x="1345488" y="135189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82" name="Candidate_density__2181">
              <a:extLst>
                <a:ext uri="{FF2B5EF4-FFF2-40B4-BE49-F238E27FC236}">
                  <a16:creationId xmlns:a16="http://schemas.microsoft.com/office/drawing/2014/main" id="{08BF5D7A-507B-643E-4A2C-B0AFCB876909}"/>
                </a:ext>
              </a:extLst>
            </p:cNvPr>
            <p:cNvSpPr>
              <a:spLocks noGrp="1"/>
            </p:cNvSpPr>
            <p:nvPr/>
          </p:nvSpPr>
          <p:spPr>
            <a:xfrm>
              <a:off x="4062396" y="2881076"/>
              <a:ext cx="1362318" cy="385546"/>
            </a:xfrm>
            <a:custGeom>
              <a:avLst/>
              <a:gdLst/>
              <a:ahLst/>
              <a:cxnLst/>
              <a:rect l="0" t="0" r="0" b="0"/>
              <a:pathLst>
                <a:path w="1362318" h="385546">
                  <a:moveTo>
                    <a:pt x="76317" y="333928"/>
                  </a:moveTo>
                  <a:lnTo>
                    <a:pt x="164654" y="385546"/>
                  </a:lnTo>
                  <a:lnTo>
                    <a:pt x="210479" y="341679"/>
                  </a:lnTo>
                  <a:close/>
                  <a:moveTo>
                    <a:pt x="132305" y="328055"/>
                  </a:moveTo>
                  <a:lnTo>
                    <a:pt x="210479" y="341679"/>
                  </a:lnTo>
                  <a:lnTo>
                    <a:pt x="244337" y="253065"/>
                  </a:lnTo>
                  <a:close/>
                  <a:moveTo>
                    <a:pt x="244337" y="253065"/>
                  </a:moveTo>
                  <a:lnTo>
                    <a:pt x="296932" y="257764"/>
                  </a:lnTo>
                  <a:lnTo>
                    <a:pt x="260377" y="242276"/>
                  </a:lnTo>
                  <a:close/>
                  <a:moveTo>
                    <a:pt x="279604" y="321467"/>
                  </a:moveTo>
                  <a:lnTo>
                    <a:pt x="296932" y="257764"/>
                  </a:lnTo>
                  <a:lnTo>
                    <a:pt x="244337" y="253065"/>
                  </a:lnTo>
                  <a:close/>
                  <a:moveTo>
                    <a:pt x="210479" y="341679"/>
                  </a:moveTo>
                  <a:lnTo>
                    <a:pt x="279604" y="321467"/>
                  </a:lnTo>
                  <a:lnTo>
                    <a:pt x="244337" y="253065"/>
                  </a:lnTo>
                  <a:close/>
                  <a:moveTo>
                    <a:pt x="260377" y="242276"/>
                  </a:moveTo>
                  <a:lnTo>
                    <a:pt x="296932" y="257764"/>
                  </a:lnTo>
                  <a:lnTo>
                    <a:pt x="302212" y="190794"/>
                  </a:lnTo>
                  <a:close/>
                  <a:moveTo>
                    <a:pt x="0" y="112046"/>
                  </a:moveTo>
                  <a:lnTo>
                    <a:pt x="9618" y="34067"/>
                  </a:lnTo>
                  <a:lnTo>
                    <a:pt x="2501" y="115170"/>
                  </a:lnTo>
                  <a:close/>
                  <a:moveTo>
                    <a:pt x="95578" y="0"/>
                  </a:moveTo>
                  <a:lnTo>
                    <a:pt x="9618" y="34067"/>
                  </a:lnTo>
                  <a:lnTo>
                    <a:pt x="50229" y="21185"/>
                  </a:lnTo>
                  <a:close/>
                  <a:moveTo>
                    <a:pt x="267647" y="125014"/>
                  </a:moveTo>
                  <a:lnTo>
                    <a:pt x="302212" y="190794"/>
                  </a:lnTo>
                  <a:lnTo>
                    <a:pt x="316292" y="141932"/>
                  </a:lnTo>
                  <a:close/>
                  <a:moveTo>
                    <a:pt x="260377" y="242276"/>
                  </a:moveTo>
                  <a:lnTo>
                    <a:pt x="302212" y="190794"/>
                  </a:lnTo>
                  <a:lnTo>
                    <a:pt x="248863" y="236251"/>
                  </a:lnTo>
                  <a:close/>
                  <a:moveTo>
                    <a:pt x="379425" y="151198"/>
                  </a:moveTo>
                  <a:lnTo>
                    <a:pt x="316292" y="141932"/>
                  </a:lnTo>
                  <a:lnTo>
                    <a:pt x="302212" y="190794"/>
                  </a:lnTo>
                  <a:close/>
                  <a:moveTo>
                    <a:pt x="1271276" y="350744"/>
                  </a:moveTo>
                  <a:lnTo>
                    <a:pt x="1301672" y="378954"/>
                  </a:lnTo>
                  <a:lnTo>
                    <a:pt x="1317304" y="273824"/>
                  </a:lnTo>
                  <a:close/>
                  <a:moveTo>
                    <a:pt x="1308631" y="180783"/>
                  </a:moveTo>
                  <a:lnTo>
                    <a:pt x="1317304" y="273824"/>
                  </a:lnTo>
                  <a:lnTo>
                    <a:pt x="1362318" y="197728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83" name="Candidate_density__2182">
              <a:extLst>
                <a:ext uri="{FF2B5EF4-FFF2-40B4-BE49-F238E27FC236}">
                  <a16:creationId xmlns:a16="http://schemas.microsoft.com/office/drawing/2014/main" id="{33160EEE-5D15-0076-3205-DFDB0400634B}"/>
                </a:ext>
              </a:extLst>
            </p:cNvPr>
            <p:cNvSpPr>
              <a:spLocks noGrp="1"/>
            </p:cNvSpPr>
            <p:nvPr/>
          </p:nvSpPr>
          <p:spPr>
            <a:xfrm>
              <a:off x="4227049" y="3154900"/>
              <a:ext cx="1169140" cy="111722"/>
            </a:xfrm>
            <a:custGeom>
              <a:avLst/>
              <a:gdLst/>
              <a:ahLst/>
              <a:cxnLst/>
              <a:rect l="0" t="0" r="0" b="0"/>
              <a:pathLst>
                <a:path w="1169140" h="111722">
                  <a:moveTo>
                    <a:pt x="45825" y="67855"/>
                  </a:moveTo>
                  <a:lnTo>
                    <a:pt x="0" y="111722"/>
                  </a:lnTo>
                  <a:lnTo>
                    <a:pt x="114950" y="47643"/>
                  </a:lnTo>
                  <a:close/>
                  <a:moveTo>
                    <a:pt x="1152651" y="0"/>
                  </a:moveTo>
                  <a:lnTo>
                    <a:pt x="1137019" y="105130"/>
                  </a:lnTo>
                  <a:lnTo>
                    <a:pt x="1142558" y="90564"/>
                  </a:lnTo>
                  <a:close/>
                  <a:moveTo>
                    <a:pt x="1152651" y="0"/>
                  </a:moveTo>
                  <a:lnTo>
                    <a:pt x="1142558" y="90564"/>
                  </a:lnTo>
                  <a:lnTo>
                    <a:pt x="1169140" y="22915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84" name="Candidate_density__2183">
              <a:extLst>
                <a:ext uri="{FF2B5EF4-FFF2-40B4-BE49-F238E27FC236}">
                  <a16:creationId xmlns:a16="http://schemas.microsoft.com/office/drawing/2014/main" id="{83DB4CDB-E4A9-BD8B-AF96-B2094D255083}"/>
                </a:ext>
              </a:extLst>
            </p:cNvPr>
            <p:cNvSpPr>
              <a:spLocks noGrp="1"/>
            </p:cNvSpPr>
            <p:nvPr/>
          </p:nvSpPr>
          <p:spPr>
            <a:xfrm>
              <a:off x="5217370" y="3245464"/>
              <a:ext cx="152237" cy="139875"/>
            </a:xfrm>
            <a:custGeom>
              <a:avLst/>
              <a:gdLst/>
              <a:ahLst/>
              <a:cxnLst/>
              <a:rect l="0" t="0" r="0" b="0"/>
              <a:pathLst>
                <a:path w="152237" h="139875">
                  <a:moveTo>
                    <a:pt x="51452" y="117044"/>
                  </a:moveTo>
                  <a:lnTo>
                    <a:pt x="0" y="139875"/>
                  </a:lnTo>
                  <a:lnTo>
                    <a:pt x="111516" y="62956"/>
                  </a:lnTo>
                  <a:close/>
                  <a:moveTo>
                    <a:pt x="18270" y="135218"/>
                  </a:moveTo>
                  <a:lnTo>
                    <a:pt x="51452" y="117044"/>
                  </a:lnTo>
                  <a:lnTo>
                    <a:pt x="99268" y="80616"/>
                  </a:lnTo>
                  <a:close/>
                  <a:moveTo>
                    <a:pt x="99268" y="80616"/>
                  </a:moveTo>
                  <a:lnTo>
                    <a:pt x="130760" y="35194"/>
                  </a:lnTo>
                  <a:lnTo>
                    <a:pt x="146697" y="14566"/>
                  </a:lnTo>
                  <a:close/>
                  <a:moveTo>
                    <a:pt x="111516" y="62956"/>
                  </a:moveTo>
                  <a:lnTo>
                    <a:pt x="130760" y="35194"/>
                  </a:lnTo>
                  <a:lnTo>
                    <a:pt x="99268" y="80616"/>
                  </a:lnTo>
                  <a:close/>
                  <a:moveTo>
                    <a:pt x="51452" y="117044"/>
                  </a:moveTo>
                  <a:lnTo>
                    <a:pt x="111516" y="62956"/>
                  </a:lnTo>
                  <a:lnTo>
                    <a:pt x="99268" y="80616"/>
                  </a:lnTo>
                  <a:close/>
                  <a:moveTo>
                    <a:pt x="117094" y="53003"/>
                  </a:moveTo>
                  <a:lnTo>
                    <a:pt x="152237" y="0"/>
                  </a:lnTo>
                  <a:lnTo>
                    <a:pt x="130760" y="35194"/>
                  </a:lnTo>
                  <a:close/>
                  <a:moveTo>
                    <a:pt x="146697" y="14566"/>
                  </a:moveTo>
                  <a:lnTo>
                    <a:pt x="130760" y="35194"/>
                  </a:lnTo>
                  <a:lnTo>
                    <a:pt x="152237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85" name="Candidate_density__2184">
              <a:extLst>
                <a:ext uri="{FF2B5EF4-FFF2-40B4-BE49-F238E27FC236}">
                  <a16:creationId xmlns:a16="http://schemas.microsoft.com/office/drawing/2014/main" id="{AFF1F70D-7456-5854-92F7-3E99EABCC802}"/>
                </a:ext>
              </a:extLst>
            </p:cNvPr>
            <p:cNvSpPr>
              <a:spLocks noGrp="1"/>
            </p:cNvSpPr>
            <p:nvPr/>
          </p:nvSpPr>
          <p:spPr>
            <a:xfrm>
              <a:off x="4194700" y="2916446"/>
              <a:ext cx="1185000" cy="485766"/>
            </a:xfrm>
            <a:custGeom>
              <a:avLst/>
              <a:gdLst/>
              <a:ahLst/>
              <a:cxnLst/>
              <a:rect l="0" t="0" r="0" b="0"/>
              <a:pathLst>
                <a:path w="1185000" h="485766">
                  <a:moveTo>
                    <a:pt x="1467" y="206906"/>
                  </a:moveTo>
                  <a:lnTo>
                    <a:pt x="0" y="292684"/>
                  </a:lnTo>
                  <a:lnTo>
                    <a:pt x="41399" y="232265"/>
                  </a:lnTo>
                  <a:close/>
                  <a:moveTo>
                    <a:pt x="41399" y="232265"/>
                  </a:moveTo>
                  <a:lnTo>
                    <a:pt x="0" y="292684"/>
                  </a:lnTo>
                  <a:lnTo>
                    <a:pt x="112032" y="217694"/>
                  </a:lnTo>
                  <a:close/>
                  <a:moveTo>
                    <a:pt x="1467" y="206906"/>
                  </a:moveTo>
                  <a:lnTo>
                    <a:pt x="41399" y="232265"/>
                  </a:lnTo>
                  <a:lnTo>
                    <a:pt x="52153" y="192649"/>
                  </a:lnTo>
                  <a:close/>
                  <a:moveTo>
                    <a:pt x="116558" y="200881"/>
                  </a:moveTo>
                  <a:lnTo>
                    <a:pt x="52153" y="192649"/>
                  </a:lnTo>
                  <a:lnTo>
                    <a:pt x="41399" y="232265"/>
                  </a:lnTo>
                  <a:close/>
                  <a:moveTo>
                    <a:pt x="52153" y="192649"/>
                  </a:moveTo>
                  <a:lnTo>
                    <a:pt x="116558" y="200881"/>
                  </a:lnTo>
                  <a:lnTo>
                    <a:pt x="65456" y="107008"/>
                  </a:lnTo>
                  <a:close/>
                  <a:moveTo>
                    <a:pt x="116558" y="200881"/>
                  </a:moveTo>
                  <a:lnTo>
                    <a:pt x="135342" y="89644"/>
                  </a:lnTo>
                  <a:lnTo>
                    <a:pt x="65456" y="107008"/>
                  </a:lnTo>
                  <a:close/>
                  <a:moveTo>
                    <a:pt x="135342" y="89644"/>
                  </a:moveTo>
                  <a:lnTo>
                    <a:pt x="183988" y="106561"/>
                  </a:lnTo>
                  <a:lnTo>
                    <a:pt x="142285" y="86254"/>
                  </a:lnTo>
                  <a:close/>
                  <a:moveTo>
                    <a:pt x="136072" y="84924"/>
                  </a:moveTo>
                  <a:lnTo>
                    <a:pt x="65456" y="107008"/>
                  </a:lnTo>
                  <a:lnTo>
                    <a:pt x="135342" y="89644"/>
                  </a:lnTo>
                  <a:close/>
                  <a:moveTo>
                    <a:pt x="136072" y="84924"/>
                  </a:moveTo>
                  <a:lnTo>
                    <a:pt x="135342" y="89644"/>
                  </a:lnTo>
                  <a:lnTo>
                    <a:pt x="142285" y="86254"/>
                  </a:lnTo>
                  <a:close/>
                  <a:moveTo>
                    <a:pt x="117415" y="0"/>
                  </a:moveTo>
                  <a:lnTo>
                    <a:pt x="136072" y="84924"/>
                  </a:lnTo>
                  <a:lnTo>
                    <a:pt x="142285" y="86254"/>
                  </a:lnTo>
                  <a:close/>
                  <a:moveTo>
                    <a:pt x="915816" y="464236"/>
                  </a:moveTo>
                  <a:lnTo>
                    <a:pt x="903439" y="485766"/>
                  </a:lnTo>
                  <a:lnTo>
                    <a:pt x="932604" y="474262"/>
                  </a:lnTo>
                  <a:close/>
                  <a:moveTo>
                    <a:pt x="1121683" y="229337"/>
                  </a:moveTo>
                  <a:lnTo>
                    <a:pt x="1138972" y="315374"/>
                  </a:lnTo>
                  <a:lnTo>
                    <a:pt x="1185000" y="238454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  <p:sp>
          <p:nvSpPr>
            <p:cNvPr id="2186" name="Candidate_density__2185">
              <a:extLst>
                <a:ext uri="{FF2B5EF4-FFF2-40B4-BE49-F238E27FC236}">
                  <a16:creationId xmlns:a16="http://schemas.microsoft.com/office/drawing/2014/main" id="{54D6DCF3-7450-8B48-EC14-473B7EFED403}"/>
                </a:ext>
              </a:extLst>
            </p:cNvPr>
            <p:cNvSpPr>
              <a:spLocks noGrp="1"/>
            </p:cNvSpPr>
            <p:nvPr/>
          </p:nvSpPr>
          <p:spPr>
            <a:xfrm>
              <a:off x="4014497" y="2896268"/>
              <a:ext cx="1319175" cy="505945"/>
            </a:xfrm>
            <a:custGeom>
              <a:avLst/>
              <a:gdLst/>
              <a:ahLst/>
              <a:cxnLst/>
              <a:rect l="0" t="0" r="0" b="0"/>
              <a:pathLst>
                <a:path w="1319175" h="505945">
                  <a:moveTo>
                    <a:pt x="181670" y="227085"/>
                  </a:moveTo>
                  <a:lnTo>
                    <a:pt x="126024" y="265521"/>
                  </a:lnTo>
                  <a:lnTo>
                    <a:pt x="180204" y="312863"/>
                  </a:lnTo>
                  <a:close/>
                  <a:moveTo>
                    <a:pt x="124385" y="167624"/>
                  </a:moveTo>
                  <a:lnTo>
                    <a:pt x="83103" y="173484"/>
                  </a:lnTo>
                  <a:lnTo>
                    <a:pt x="181670" y="227085"/>
                  </a:lnTo>
                  <a:close/>
                  <a:moveTo>
                    <a:pt x="181670" y="227085"/>
                  </a:moveTo>
                  <a:lnTo>
                    <a:pt x="83103" y="173484"/>
                  </a:lnTo>
                  <a:lnTo>
                    <a:pt x="75718" y="183306"/>
                  </a:lnTo>
                  <a:close/>
                  <a:moveTo>
                    <a:pt x="181670" y="227085"/>
                  </a:moveTo>
                  <a:lnTo>
                    <a:pt x="75718" y="183306"/>
                  </a:lnTo>
                  <a:lnTo>
                    <a:pt x="126024" y="265521"/>
                  </a:lnTo>
                  <a:close/>
                  <a:moveTo>
                    <a:pt x="138258" y="89144"/>
                  </a:moveTo>
                  <a:lnTo>
                    <a:pt x="75718" y="183306"/>
                  </a:lnTo>
                  <a:lnTo>
                    <a:pt x="83103" y="173484"/>
                  </a:lnTo>
                  <a:close/>
                  <a:moveTo>
                    <a:pt x="67117" y="62654"/>
                  </a:moveTo>
                  <a:lnTo>
                    <a:pt x="47899" y="96855"/>
                  </a:lnTo>
                  <a:lnTo>
                    <a:pt x="50400" y="99979"/>
                  </a:lnTo>
                  <a:close/>
                  <a:moveTo>
                    <a:pt x="0" y="18876"/>
                  </a:moveTo>
                  <a:lnTo>
                    <a:pt x="47899" y="96855"/>
                  </a:lnTo>
                  <a:lnTo>
                    <a:pt x="67117" y="62654"/>
                  </a:lnTo>
                  <a:close/>
                  <a:moveTo>
                    <a:pt x="103501" y="144869"/>
                  </a:moveTo>
                  <a:lnTo>
                    <a:pt x="50400" y="99979"/>
                  </a:lnTo>
                  <a:lnTo>
                    <a:pt x="83103" y="173484"/>
                  </a:lnTo>
                  <a:close/>
                  <a:moveTo>
                    <a:pt x="316276" y="105103"/>
                  </a:moveTo>
                  <a:lnTo>
                    <a:pt x="248612" y="99520"/>
                  </a:lnTo>
                  <a:lnTo>
                    <a:pt x="245659" y="127187"/>
                  </a:lnTo>
                  <a:close/>
                  <a:moveTo>
                    <a:pt x="248612" y="99520"/>
                  </a:moveTo>
                  <a:lnTo>
                    <a:pt x="316276" y="105103"/>
                  </a:lnTo>
                  <a:lnTo>
                    <a:pt x="297619" y="20179"/>
                  </a:lnTo>
                  <a:close/>
                  <a:moveTo>
                    <a:pt x="297619" y="20179"/>
                  </a:moveTo>
                  <a:lnTo>
                    <a:pt x="322489" y="106433"/>
                  </a:lnTo>
                  <a:lnTo>
                    <a:pt x="333921" y="24218"/>
                  </a:lnTo>
                  <a:close/>
                  <a:moveTo>
                    <a:pt x="297619" y="20179"/>
                  </a:moveTo>
                  <a:lnTo>
                    <a:pt x="333921" y="24218"/>
                  </a:lnTo>
                  <a:lnTo>
                    <a:pt x="286172" y="0"/>
                  </a:lnTo>
                  <a:close/>
                  <a:moveTo>
                    <a:pt x="1096020" y="484415"/>
                  </a:moveTo>
                  <a:lnTo>
                    <a:pt x="1073708" y="413928"/>
                  </a:lnTo>
                  <a:lnTo>
                    <a:pt x="1083642" y="505945"/>
                  </a:lnTo>
                  <a:close/>
                  <a:moveTo>
                    <a:pt x="1245300" y="335020"/>
                  </a:moveTo>
                  <a:lnTo>
                    <a:pt x="1319175" y="335552"/>
                  </a:lnTo>
                  <a:lnTo>
                    <a:pt x="1301887" y="249516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87" name="Candidate_density__2186">
              <a:extLst>
                <a:ext uri="{FF2B5EF4-FFF2-40B4-BE49-F238E27FC236}">
                  <a16:creationId xmlns:a16="http://schemas.microsoft.com/office/drawing/2014/main" id="{5619CB51-E5A2-F443-94A8-464E4B176455}"/>
                </a:ext>
              </a:extLst>
            </p:cNvPr>
            <p:cNvSpPr>
              <a:spLocks noGrp="1"/>
            </p:cNvSpPr>
            <p:nvPr/>
          </p:nvSpPr>
          <p:spPr>
            <a:xfrm>
              <a:off x="4014497" y="2876707"/>
              <a:ext cx="1136599" cy="503975"/>
            </a:xfrm>
            <a:custGeom>
              <a:avLst/>
              <a:gdLst/>
              <a:ahLst/>
              <a:cxnLst/>
              <a:rect l="0" t="0" r="0" b="0"/>
              <a:pathLst>
                <a:path w="1136599" h="503975">
                  <a:moveTo>
                    <a:pt x="71893" y="0"/>
                  </a:moveTo>
                  <a:lnTo>
                    <a:pt x="0" y="38436"/>
                  </a:lnTo>
                  <a:lnTo>
                    <a:pt x="67117" y="82215"/>
                  </a:lnTo>
                  <a:close/>
                  <a:moveTo>
                    <a:pt x="103501" y="164430"/>
                  </a:moveTo>
                  <a:lnTo>
                    <a:pt x="83103" y="193044"/>
                  </a:lnTo>
                  <a:lnTo>
                    <a:pt x="124385" y="187184"/>
                  </a:lnTo>
                  <a:close/>
                  <a:moveTo>
                    <a:pt x="103501" y="164430"/>
                  </a:moveTo>
                  <a:lnTo>
                    <a:pt x="67117" y="82215"/>
                  </a:lnTo>
                  <a:lnTo>
                    <a:pt x="50400" y="119539"/>
                  </a:lnTo>
                  <a:close/>
                  <a:moveTo>
                    <a:pt x="248612" y="119080"/>
                  </a:moveTo>
                  <a:lnTo>
                    <a:pt x="297619" y="39739"/>
                  </a:lnTo>
                  <a:lnTo>
                    <a:pt x="222079" y="40559"/>
                  </a:lnTo>
                  <a:close/>
                  <a:moveTo>
                    <a:pt x="222079" y="40559"/>
                  </a:moveTo>
                  <a:lnTo>
                    <a:pt x="286172" y="19560"/>
                  </a:lnTo>
                  <a:lnTo>
                    <a:pt x="214049" y="28563"/>
                  </a:lnTo>
                  <a:close/>
                  <a:moveTo>
                    <a:pt x="222079" y="40559"/>
                  </a:moveTo>
                  <a:lnTo>
                    <a:pt x="297619" y="39739"/>
                  </a:lnTo>
                  <a:lnTo>
                    <a:pt x="286172" y="19560"/>
                  </a:lnTo>
                  <a:close/>
                  <a:moveTo>
                    <a:pt x="1096020" y="503975"/>
                  </a:moveTo>
                  <a:lnTo>
                    <a:pt x="1073954" y="421760"/>
                  </a:lnTo>
                  <a:lnTo>
                    <a:pt x="1073708" y="433489"/>
                  </a:lnTo>
                  <a:close/>
                  <a:moveTo>
                    <a:pt x="1073954" y="421760"/>
                  </a:moveTo>
                  <a:lnTo>
                    <a:pt x="1096020" y="503975"/>
                  </a:lnTo>
                  <a:lnTo>
                    <a:pt x="1136599" y="482452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88" name="Candidate_density__2187">
              <a:extLst>
                <a:ext uri="{FF2B5EF4-FFF2-40B4-BE49-F238E27FC236}">
                  <a16:creationId xmlns:a16="http://schemas.microsoft.com/office/drawing/2014/main" id="{556A2107-3066-157C-E354-CC55F1686297}"/>
                </a:ext>
              </a:extLst>
            </p:cNvPr>
            <p:cNvSpPr>
              <a:spLocks noGrp="1"/>
            </p:cNvSpPr>
            <p:nvPr/>
          </p:nvSpPr>
          <p:spPr>
            <a:xfrm>
              <a:off x="4236099" y="3006090"/>
              <a:ext cx="1097573" cy="396122"/>
            </a:xfrm>
            <a:custGeom>
              <a:avLst/>
              <a:gdLst/>
              <a:ahLst/>
              <a:cxnLst/>
              <a:rect l="0" t="0" r="0" b="0"/>
              <a:pathLst>
                <a:path w="1097573" h="396122">
                  <a:moveTo>
                    <a:pt x="75159" y="111237"/>
                  </a:moveTo>
                  <a:lnTo>
                    <a:pt x="0" y="142621"/>
                  </a:lnTo>
                  <a:lnTo>
                    <a:pt x="70633" y="128051"/>
                  </a:lnTo>
                  <a:close/>
                  <a:moveTo>
                    <a:pt x="75159" y="111237"/>
                  </a:moveTo>
                  <a:lnTo>
                    <a:pt x="70633" y="128051"/>
                  </a:lnTo>
                  <a:lnTo>
                    <a:pt x="86674" y="117262"/>
                  </a:lnTo>
                  <a:close/>
                  <a:moveTo>
                    <a:pt x="75159" y="111237"/>
                  </a:moveTo>
                  <a:lnTo>
                    <a:pt x="128509" y="65780"/>
                  </a:lnTo>
                  <a:lnTo>
                    <a:pt x="93943" y="0"/>
                  </a:lnTo>
                  <a:close/>
                  <a:moveTo>
                    <a:pt x="968113" y="393507"/>
                  </a:moveTo>
                  <a:lnTo>
                    <a:pt x="891205" y="384618"/>
                  </a:lnTo>
                  <a:lnTo>
                    <a:pt x="862040" y="396122"/>
                  </a:lnTo>
                  <a:close/>
                  <a:moveTo>
                    <a:pt x="968113" y="393507"/>
                  </a:moveTo>
                  <a:lnTo>
                    <a:pt x="1015559" y="355696"/>
                  </a:lnTo>
                  <a:lnTo>
                    <a:pt x="891205" y="384618"/>
                  </a:lnTo>
                  <a:close/>
                  <a:moveTo>
                    <a:pt x="1026612" y="322920"/>
                  </a:moveTo>
                  <a:lnTo>
                    <a:pt x="1015559" y="355696"/>
                  </a:lnTo>
                  <a:lnTo>
                    <a:pt x="1052561" y="336155"/>
                  </a:lnTo>
                  <a:close/>
                  <a:moveTo>
                    <a:pt x="1026612" y="322920"/>
                  </a:moveTo>
                  <a:lnTo>
                    <a:pt x="1052561" y="336155"/>
                  </a:lnTo>
                  <a:lnTo>
                    <a:pt x="1097573" y="225730"/>
                  </a:lnTo>
                  <a:close/>
                </a:path>
              </a:pathLst>
            </a:custGeom>
            <a:solidFill>
              <a:srgbClr val="D8DEE3"/>
            </a:solidFill>
            <a:ln w="1524">
              <a:solidFill>
                <a:srgbClr val="D8DEE3"/>
              </a:solidFill>
            </a:ln>
          </p:spPr>
        </p:sp>
        <p:sp>
          <p:nvSpPr>
            <p:cNvPr id="2189" name="Candidate_density__2188">
              <a:extLst>
                <a:ext uri="{FF2B5EF4-FFF2-40B4-BE49-F238E27FC236}">
                  <a16:creationId xmlns:a16="http://schemas.microsoft.com/office/drawing/2014/main" id="{3055BC54-80BB-F3F2-6F83-71A02A1EC6CE}"/>
                </a:ext>
              </a:extLst>
            </p:cNvPr>
            <p:cNvSpPr>
              <a:spLocks noGrp="1"/>
            </p:cNvSpPr>
            <p:nvPr/>
          </p:nvSpPr>
          <p:spPr>
            <a:xfrm>
              <a:off x="4059719" y="2790644"/>
              <a:ext cx="1256664" cy="568516"/>
            </a:xfrm>
            <a:custGeom>
              <a:avLst/>
              <a:gdLst/>
              <a:ahLst/>
              <a:cxnLst/>
              <a:rect l="0" t="0" r="0" b="0"/>
              <a:pathLst>
                <a:path w="1256664" h="568516">
                  <a:moveTo>
                    <a:pt x="26671" y="86063"/>
                  </a:moveTo>
                  <a:lnTo>
                    <a:pt x="81091" y="143886"/>
                  </a:lnTo>
                  <a:lnTo>
                    <a:pt x="30715" y="84749"/>
                  </a:lnTo>
                  <a:close/>
                  <a:moveTo>
                    <a:pt x="26671" y="86063"/>
                  </a:moveTo>
                  <a:lnTo>
                    <a:pt x="21895" y="168278"/>
                  </a:lnTo>
                  <a:lnTo>
                    <a:pt x="81091" y="143886"/>
                  </a:lnTo>
                  <a:close/>
                  <a:moveTo>
                    <a:pt x="149251" y="129842"/>
                  </a:moveTo>
                  <a:lnTo>
                    <a:pt x="168827" y="114627"/>
                  </a:lnTo>
                  <a:lnTo>
                    <a:pt x="81091" y="143886"/>
                  </a:lnTo>
                  <a:close/>
                  <a:moveTo>
                    <a:pt x="81091" y="143886"/>
                  </a:moveTo>
                  <a:lnTo>
                    <a:pt x="168827" y="114627"/>
                  </a:lnTo>
                  <a:lnTo>
                    <a:pt x="107386" y="83009"/>
                  </a:lnTo>
                  <a:close/>
                  <a:moveTo>
                    <a:pt x="81091" y="143886"/>
                  </a:moveTo>
                  <a:lnTo>
                    <a:pt x="107386" y="83009"/>
                  </a:lnTo>
                  <a:lnTo>
                    <a:pt x="30715" y="84749"/>
                  </a:lnTo>
                  <a:close/>
                  <a:moveTo>
                    <a:pt x="0" y="3848"/>
                  </a:moveTo>
                  <a:lnTo>
                    <a:pt x="30715" y="84749"/>
                  </a:lnTo>
                  <a:lnTo>
                    <a:pt x="11842" y="0"/>
                  </a:lnTo>
                  <a:close/>
                  <a:moveTo>
                    <a:pt x="0" y="3848"/>
                  </a:moveTo>
                  <a:lnTo>
                    <a:pt x="26671" y="86063"/>
                  </a:lnTo>
                  <a:lnTo>
                    <a:pt x="30715" y="84749"/>
                  </a:lnTo>
                  <a:close/>
                  <a:moveTo>
                    <a:pt x="107386" y="83009"/>
                  </a:moveTo>
                  <a:lnTo>
                    <a:pt x="168827" y="114627"/>
                  </a:lnTo>
                  <a:lnTo>
                    <a:pt x="240950" y="105624"/>
                  </a:lnTo>
                  <a:close/>
                  <a:moveTo>
                    <a:pt x="168827" y="114627"/>
                  </a:moveTo>
                  <a:lnTo>
                    <a:pt x="149251" y="129842"/>
                  </a:lnTo>
                  <a:lnTo>
                    <a:pt x="176857" y="126622"/>
                  </a:lnTo>
                  <a:close/>
                  <a:moveTo>
                    <a:pt x="1034593" y="476712"/>
                  </a:moveTo>
                  <a:lnTo>
                    <a:pt x="1028486" y="519552"/>
                  </a:lnTo>
                  <a:lnTo>
                    <a:pt x="1028732" y="507823"/>
                  </a:lnTo>
                  <a:close/>
                  <a:moveTo>
                    <a:pt x="1028732" y="507823"/>
                  </a:moveTo>
                  <a:lnTo>
                    <a:pt x="1091376" y="568516"/>
                  </a:lnTo>
                  <a:lnTo>
                    <a:pt x="1057800" y="495720"/>
                  </a:lnTo>
                  <a:close/>
                  <a:moveTo>
                    <a:pt x="1034593" y="476712"/>
                  </a:moveTo>
                  <a:lnTo>
                    <a:pt x="1028732" y="507823"/>
                  </a:lnTo>
                  <a:lnTo>
                    <a:pt x="1057800" y="495720"/>
                  </a:lnTo>
                  <a:close/>
                  <a:moveTo>
                    <a:pt x="1034593" y="476712"/>
                  </a:moveTo>
                  <a:lnTo>
                    <a:pt x="1057800" y="495720"/>
                  </a:lnTo>
                  <a:lnTo>
                    <a:pt x="1057743" y="425608"/>
                  </a:lnTo>
                  <a:close/>
                  <a:moveTo>
                    <a:pt x="1057743" y="425608"/>
                  </a:moveTo>
                  <a:lnTo>
                    <a:pt x="1057800" y="495720"/>
                  </a:lnTo>
                  <a:lnTo>
                    <a:pt x="1108146" y="469386"/>
                  </a:lnTo>
                  <a:close/>
                  <a:moveTo>
                    <a:pt x="1057743" y="425608"/>
                  </a:moveTo>
                  <a:lnTo>
                    <a:pt x="1108146" y="469386"/>
                  </a:lnTo>
                  <a:lnTo>
                    <a:pt x="1117642" y="387172"/>
                  </a:lnTo>
                  <a:close/>
                  <a:moveTo>
                    <a:pt x="1117642" y="387172"/>
                  </a:moveTo>
                  <a:lnTo>
                    <a:pt x="1200077" y="440644"/>
                  </a:lnTo>
                  <a:lnTo>
                    <a:pt x="1158769" y="374135"/>
                  </a:lnTo>
                  <a:close/>
                  <a:moveTo>
                    <a:pt x="1117642" y="387172"/>
                  </a:moveTo>
                  <a:lnTo>
                    <a:pt x="1108146" y="469386"/>
                  </a:lnTo>
                  <a:lnTo>
                    <a:pt x="1200077" y="440644"/>
                  </a:lnTo>
                  <a:close/>
                  <a:moveTo>
                    <a:pt x="1200077" y="440644"/>
                  </a:moveTo>
                  <a:lnTo>
                    <a:pt x="1256664" y="355140"/>
                  </a:lnTo>
                  <a:lnTo>
                    <a:pt x="1158769" y="374135"/>
                  </a:lnTo>
                  <a:close/>
                  <a:moveTo>
                    <a:pt x="1131326" y="344520"/>
                  </a:moveTo>
                  <a:lnTo>
                    <a:pt x="1117642" y="387172"/>
                  </a:lnTo>
                  <a:lnTo>
                    <a:pt x="1158769" y="374135"/>
                  </a:lnTo>
                  <a:close/>
                  <a:moveTo>
                    <a:pt x="1158769" y="374135"/>
                  </a:moveTo>
                  <a:lnTo>
                    <a:pt x="1144034" y="304956"/>
                  </a:lnTo>
                  <a:lnTo>
                    <a:pt x="1131326" y="344520"/>
                  </a:lnTo>
                  <a:close/>
                  <a:moveTo>
                    <a:pt x="1219597" y="285183"/>
                  </a:moveTo>
                  <a:lnTo>
                    <a:pt x="1144034" y="304956"/>
                  </a:lnTo>
                  <a:lnTo>
                    <a:pt x="1158769" y="374135"/>
                  </a:lnTo>
                  <a:close/>
                  <a:moveTo>
                    <a:pt x="1256664" y="355140"/>
                  </a:moveTo>
                  <a:lnTo>
                    <a:pt x="1219597" y="285183"/>
                  </a:lnTo>
                  <a:lnTo>
                    <a:pt x="1158769" y="374135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90" name="Candidate_density__2189">
              <a:extLst>
                <a:ext uri="{FF2B5EF4-FFF2-40B4-BE49-F238E27FC236}">
                  <a16:creationId xmlns:a16="http://schemas.microsoft.com/office/drawing/2014/main" id="{F0D58CD1-5B24-36A1-55D8-6CE6E8A69C62}"/>
                </a:ext>
              </a:extLst>
            </p:cNvPr>
            <p:cNvSpPr>
              <a:spLocks noGrp="1"/>
            </p:cNvSpPr>
            <p:nvPr/>
          </p:nvSpPr>
          <p:spPr>
            <a:xfrm>
              <a:off x="5098139" y="3231820"/>
              <a:ext cx="265929" cy="170393"/>
            </a:xfrm>
            <a:custGeom>
              <a:avLst/>
              <a:gdLst/>
              <a:ahLst/>
              <a:cxnLst/>
              <a:rect l="0" t="0" r="0" b="0"/>
              <a:pathLst>
                <a:path w="265929" h="170393">
                  <a:moveTo>
                    <a:pt x="106073" y="167777"/>
                  </a:moveTo>
                  <a:lnTo>
                    <a:pt x="0" y="170393"/>
                  </a:lnTo>
                  <a:lnTo>
                    <a:pt x="78129" y="167467"/>
                  </a:lnTo>
                  <a:close/>
                  <a:moveTo>
                    <a:pt x="137502" y="148862"/>
                  </a:moveTo>
                  <a:lnTo>
                    <a:pt x="190521" y="110426"/>
                  </a:lnTo>
                  <a:lnTo>
                    <a:pt x="153519" y="129967"/>
                  </a:lnTo>
                  <a:close/>
                  <a:moveTo>
                    <a:pt x="235533" y="0"/>
                  </a:moveTo>
                  <a:lnTo>
                    <a:pt x="190521" y="110426"/>
                  </a:lnTo>
                  <a:lnTo>
                    <a:pt x="218500" y="94260"/>
                  </a:lnTo>
                  <a:close/>
                  <a:moveTo>
                    <a:pt x="235533" y="0"/>
                  </a:moveTo>
                  <a:lnTo>
                    <a:pt x="218500" y="94260"/>
                  </a:lnTo>
                  <a:lnTo>
                    <a:pt x="265929" y="28210"/>
                  </a:lnTo>
                  <a:close/>
                </a:path>
              </a:pathLst>
            </a:custGeom>
            <a:solidFill>
              <a:srgbClr val="D4DBE0"/>
            </a:solidFill>
            <a:ln w="1524">
              <a:solidFill>
                <a:srgbClr val="D4DBE0"/>
              </a:solidFill>
            </a:ln>
          </p:spPr>
        </p:sp>
        <p:sp>
          <p:nvSpPr>
            <p:cNvPr id="2191" name="Candidate_density__2190">
              <a:extLst>
                <a:ext uri="{FF2B5EF4-FFF2-40B4-BE49-F238E27FC236}">
                  <a16:creationId xmlns:a16="http://schemas.microsoft.com/office/drawing/2014/main" id="{528E8C9C-B929-081D-0412-6BD987F1F464}"/>
                </a:ext>
              </a:extLst>
            </p:cNvPr>
            <p:cNvSpPr>
              <a:spLocks noGrp="1"/>
            </p:cNvSpPr>
            <p:nvPr/>
          </p:nvSpPr>
          <p:spPr>
            <a:xfrm>
              <a:off x="5204212" y="3326080"/>
              <a:ext cx="112426" cy="73517"/>
            </a:xfrm>
            <a:custGeom>
              <a:avLst/>
              <a:gdLst/>
              <a:ahLst/>
              <a:cxnLst/>
              <a:rect l="0" t="0" r="0" b="0"/>
              <a:pathLst>
                <a:path w="112426" h="73517">
                  <a:moveTo>
                    <a:pt x="31429" y="54602"/>
                  </a:moveTo>
                  <a:lnTo>
                    <a:pt x="47446" y="35707"/>
                  </a:lnTo>
                  <a:lnTo>
                    <a:pt x="0" y="73517"/>
                  </a:lnTo>
                  <a:close/>
                  <a:moveTo>
                    <a:pt x="84448" y="16166"/>
                  </a:moveTo>
                  <a:lnTo>
                    <a:pt x="31429" y="54602"/>
                  </a:lnTo>
                  <a:lnTo>
                    <a:pt x="112426" y="0"/>
                  </a:lnTo>
                  <a:close/>
                </a:path>
              </a:pathLst>
            </a:custGeom>
            <a:solidFill>
              <a:srgbClr val="D0D7DD"/>
            </a:solidFill>
            <a:ln w="1524">
              <a:solidFill>
                <a:srgbClr val="D0D7DD"/>
              </a:solidFill>
            </a:ln>
          </p:spPr>
        </p:sp>
        <p:sp>
          <p:nvSpPr>
            <p:cNvPr id="2192" name="Candidate_density__2191">
              <a:extLst>
                <a:ext uri="{FF2B5EF4-FFF2-40B4-BE49-F238E27FC236}">
                  <a16:creationId xmlns:a16="http://schemas.microsoft.com/office/drawing/2014/main" id="{AAB1C414-8007-9296-6AF4-3083F2454E58}"/>
                </a:ext>
              </a:extLst>
            </p:cNvPr>
            <p:cNvSpPr>
              <a:spLocks noGrp="1"/>
            </p:cNvSpPr>
            <p:nvPr/>
          </p:nvSpPr>
          <p:spPr>
            <a:xfrm>
              <a:off x="4081614" y="2917266"/>
              <a:ext cx="1181098" cy="441894"/>
            </a:xfrm>
            <a:custGeom>
              <a:avLst/>
              <a:gdLst/>
              <a:ahLst/>
              <a:cxnLst/>
              <a:rect l="0" t="0" r="0" b="0"/>
              <a:pathLst>
                <a:path w="1181098" h="441894">
                  <a:moveTo>
                    <a:pt x="76349" y="103411"/>
                  </a:moveTo>
                  <a:lnTo>
                    <a:pt x="57268" y="146625"/>
                  </a:lnTo>
                  <a:lnTo>
                    <a:pt x="129983" y="85435"/>
                  </a:lnTo>
                  <a:close/>
                  <a:moveTo>
                    <a:pt x="36384" y="123871"/>
                  </a:moveTo>
                  <a:lnTo>
                    <a:pt x="57268" y="146625"/>
                  </a:lnTo>
                  <a:lnTo>
                    <a:pt x="76349" y="103411"/>
                  </a:lnTo>
                  <a:close/>
                  <a:moveTo>
                    <a:pt x="0" y="41656"/>
                  </a:moveTo>
                  <a:lnTo>
                    <a:pt x="36384" y="123871"/>
                  </a:lnTo>
                  <a:lnTo>
                    <a:pt x="76349" y="103411"/>
                  </a:lnTo>
                  <a:close/>
                  <a:moveTo>
                    <a:pt x="129983" y="85435"/>
                  </a:moveTo>
                  <a:lnTo>
                    <a:pt x="127357" y="3220"/>
                  </a:lnTo>
                  <a:lnTo>
                    <a:pt x="76349" y="103411"/>
                  </a:lnTo>
                  <a:close/>
                  <a:moveTo>
                    <a:pt x="127357" y="3220"/>
                  </a:moveTo>
                  <a:lnTo>
                    <a:pt x="181495" y="78521"/>
                  </a:lnTo>
                  <a:lnTo>
                    <a:pt x="154962" y="0"/>
                  </a:lnTo>
                  <a:close/>
                  <a:moveTo>
                    <a:pt x="127357" y="3220"/>
                  </a:moveTo>
                  <a:lnTo>
                    <a:pt x="129983" y="85435"/>
                  </a:lnTo>
                  <a:lnTo>
                    <a:pt x="181495" y="78521"/>
                  </a:lnTo>
                  <a:close/>
                  <a:moveTo>
                    <a:pt x="1106697" y="424980"/>
                  </a:moveTo>
                  <a:lnTo>
                    <a:pt x="1086251" y="342764"/>
                  </a:lnTo>
                  <a:lnTo>
                    <a:pt x="1069482" y="441894"/>
                  </a:lnTo>
                  <a:close/>
                  <a:moveTo>
                    <a:pt x="1086251" y="342764"/>
                  </a:moveTo>
                  <a:lnTo>
                    <a:pt x="1181098" y="411744"/>
                  </a:lnTo>
                  <a:lnTo>
                    <a:pt x="1178183" y="314022"/>
                  </a:lnTo>
                  <a:close/>
                  <a:moveTo>
                    <a:pt x="1086251" y="342764"/>
                  </a:moveTo>
                  <a:lnTo>
                    <a:pt x="1106697" y="424980"/>
                  </a:lnTo>
                  <a:lnTo>
                    <a:pt x="1181098" y="411744"/>
                  </a:lnTo>
                  <a:close/>
                </a:path>
              </a:pathLst>
            </a:custGeom>
            <a:solidFill>
              <a:srgbClr val="E3E8EC"/>
            </a:solidFill>
            <a:ln w="1524">
              <a:solidFill>
                <a:srgbClr val="E3E8EC"/>
              </a:solidFill>
            </a:ln>
          </p:spPr>
        </p:sp>
        <p:sp>
          <p:nvSpPr>
            <p:cNvPr id="2193" name="Candidate_density__2192">
              <a:extLst>
                <a:ext uri="{FF2B5EF4-FFF2-40B4-BE49-F238E27FC236}">
                  <a16:creationId xmlns:a16="http://schemas.microsoft.com/office/drawing/2014/main" id="{2E2378B7-FC7D-B1B4-3894-860A0590F846}"/>
                </a:ext>
              </a:extLst>
            </p:cNvPr>
            <p:cNvSpPr>
              <a:spLocks noGrp="1"/>
            </p:cNvSpPr>
            <p:nvPr/>
          </p:nvSpPr>
          <p:spPr>
            <a:xfrm>
              <a:off x="4138882" y="2995787"/>
              <a:ext cx="1194790" cy="394921"/>
            </a:xfrm>
            <a:custGeom>
              <a:avLst/>
              <a:gdLst/>
              <a:ahLst/>
              <a:cxnLst/>
              <a:rect l="0" t="0" r="0" b="0"/>
              <a:pathLst>
                <a:path w="1194790" h="394921">
                  <a:moveTo>
                    <a:pt x="0" y="68104"/>
                  </a:moveTo>
                  <a:lnTo>
                    <a:pt x="57285" y="127565"/>
                  </a:lnTo>
                  <a:lnTo>
                    <a:pt x="72715" y="6914"/>
                  </a:lnTo>
                  <a:close/>
                  <a:moveTo>
                    <a:pt x="72715" y="6914"/>
                  </a:moveTo>
                  <a:lnTo>
                    <a:pt x="57285" y="127565"/>
                  </a:lnTo>
                  <a:lnTo>
                    <a:pt x="121274" y="27667"/>
                  </a:lnTo>
                  <a:close/>
                  <a:moveTo>
                    <a:pt x="121274" y="27667"/>
                  </a:moveTo>
                  <a:lnTo>
                    <a:pt x="57285" y="127565"/>
                  </a:lnTo>
                  <a:lnTo>
                    <a:pt x="107971" y="113308"/>
                  </a:lnTo>
                  <a:close/>
                  <a:moveTo>
                    <a:pt x="72715" y="6914"/>
                  </a:moveTo>
                  <a:lnTo>
                    <a:pt x="121274" y="27667"/>
                  </a:lnTo>
                  <a:lnTo>
                    <a:pt x="124227" y="0"/>
                  </a:lnTo>
                  <a:close/>
                  <a:moveTo>
                    <a:pt x="971634" y="384895"/>
                  </a:moveTo>
                  <a:lnTo>
                    <a:pt x="988422" y="394921"/>
                  </a:lnTo>
                  <a:lnTo>
                    <a:pt x="1012213" y="363372"/>
                  </a:lnTo>
                  <a:close/>
                  <a:moveTo>
                    <a:pt x="988422" y="394921"/>
                  </a:moveTo>
                  <a:lnTo>
                    <a:pt x="1049429" y="346458"/>
                  </a:lnTo>
                  <a:lnTo>
                    <a:pt x="1012213" y="363372"/>
                  </a:lnTo>
                  <a:close/>
                  <a:moveTo>
                    <a:pt x="1120914" y="235500"/>
                  </a:moveTo>
                  <a:lnTo>
                    <a:pt x="1123829" y="333223"/>
                  </a:lnTo>
                  <a:lnTo>
                    <a:pt x="1194790" y="236033"/>
                  </a:lnTo>
                  <a:close/>
                </a:path>
              </a:pathLst>
            </a:custGeom>
            <a:solidFill>
              <a:srgbClr val="E0E5E9"/>
            </a:solidFill>
            <a:ln w="1524">
              <a:solidFill>
                <a:srgbClr val="E0E5E9"/>
              </a:solidFill>
            </a:ln>
          </p:spPr>
        </p:sp>
        <p:sp>
          <p:nvSpPr>
            <p:cNvPr id="2194" name="Candidate_density__2193">
              <a:extLst>
                <a:ext uri="{FF2B5EF4-FFF2-40B4-BE49-F238E27FC236}">
                  <a16:creationId xmlns:a16="http://schemas.microsoft.com/office/drawing/2014/main" id="{C9257907-6013-0F7C-4CB2-7204E645A90E}"/>
                </a:ext>
              </a:extLst>
            </p:cNvPr>
            <p:cNvSpPr>
              <a:spLocks noGrp="1"/>
            </p:cNvSpPr>
            <p:nvPr/>
          </p:nvSpPr>
          <p:spPr>
            <a:xfrm>
              <a:off x="4081614" y="2920485"/>
              <a:ext cx="1086251" cy="438674"/>
            </a:xfrm>
            <a:custGeom>
              <a:avLst/>
              <a:gdLst/>
              <a:ahLst/>
              <a:cxnLst/>
              <a:rect l="0" t="0" r="0" b="0"/>
              <a:pathLst>
                <a:path w="1086251" h="438674">
                  <a:moveTo>
                    <a:pt x="0" y="38437"/>
                  </a:moveTo>
                  <a:lnTo>
                    <a:pt x="76349" y="100191"/>
                  </a:lnTo>
                  <a:lnTo>
                    <a:pt x="59196" y="14044"/>
                  </a:lnTo>
                  <a:close/>
                  <a:moveTo>
                    <a:pt x="127357" y="0"/>
                  </a:moveTo>
                  <a:lnTo>
                    <a:pt x="59196" y="14044"/>
                  </a:lnTo>
                  <a:lnTo>
                    <a:pt x="76349" y="100191"/>
                  </a:lnTo>
                  <a:close/>
                  <a:moveTo>
                    <a:pt x="1086251" y="339545"/>
                  </a:moveTo>
                  <a:lnTo>
                    <a:pt x="1035906" y="365879"/>
                  </a:lnTo>
                  <a:lnTo>
                    <a:pt x="1069482" y="438674"/>
                  </a:lnTo>
                  <a:close/>
                </a:path>
              </a:pathLst>
            </a:custGeom>
            <a:solidFill>
              <a:srgbClr val="E8ECEF"/>
            </a:solidFill>
            <a:ln w="1524">
              <a:solidFill>
                <a:srgbClr val="E8ECEF"/>
              </a:solidFill>
            </a:ln>
          </p:spPr>
        </p:sp>
        <p:sp>
          <p:nvSpPr>
            <p:cNvPr id="2195" name="Candidate_density__2194">
              <a:extLst>
                <a:ext uri="{FF2B5EF4-FFF2-40B4-BE49-F238E27FC236}">
                  <a16:creationId xmlns:a16="http://schemas.microsoft.com/office/drawing/2014/main" id="{F1C14C19-3A98-68CE-B26D-E21F89CEB42F}"/>
                </a:ext>
              </a:extLst>
            </p:cNvPr>
            <p:cNvSpPr>
              <a:spLocks noGrp="1"/>
            </p:cNvSpPr>
            <p:nvPr/>
          </p:nvSpPr>
          <p:spPr>
            <a:xfrm>
              <a:off x="5127304" y="3329010"/>
              <a:ext cx="135408" cy="61698"/>
            </a:xfrm>
            <a:custGeom>
              <a:avLst/>
              <a:gdLst/>
              <a:ahLst/>
              <a:cxnLst/>
              <a:rect l="0" t="0" r="0" b="0"/>
              <a:pathLst>
                <a:path w="135408" h="61698">
                  <a:moveTo>
                    <a:pt x="124354" y="32777"/>
                  </a:moveTo>
                  <a:lnTo>
                    <a:pt x="61007" y="13236"/>
                  </a:lnTo>
                  <a:lnTo>
                    <a:pt x="0" y="61698"/>
                  </a:lnTo>
                  <a:close/>
                  <a:moveTo>
                    <a:pt x="61007" y="13236"/>
                  </a:moveTo>
                  <a:lnTo>
                    <a:pt x="124354" y="32777"/>
                  </a:lnTo>
                  <a:lnTo>
                    <a:pt x="135408" y="0"/>
                  </a:lnTo>
                  <a:close/>
                </a:path>
              </a:pathLst>
            </a:custGeom>
            <a:solidFill>
              <a:srgbClr val="DCE1E6"/>
            </a:solidFill>
            <a:ln w="1524">
              <a:solidFill>
                <a:srgbClr val="DCE1E6"/>
              </a:solidFill>
            </a:ln>
          </p:spPr>
        </p:sp>
      </p:grpSp>
      <p:grpSp>
        <p:nvGrpSpPr>
          <p:cNvPr id="6216" name="Find：受体主链">
            <a:extLst>
              <a:ext uri="{FF2B5EF4-FFF2-40B4-BE49-F238E27FC236}">
                <a16:creationId xmlns:a16="http://schemas.microsoft.com/office/drawing/2014/main" id="{BF239063-4710-A41E-43F0-B090BF6AAB62}"/>
              </a:ext>
            </a:extLst>
          </p:cNvPr>
          <p:cNvGrpSpPr/>
          <p:nvPr/>
        </p:nvGrpSpPr>
        <p:grpSpPr>
          <a:xfrm>
            <a:off x="1928222" y="3452400"/>
            <a:ext cx="1789525" cy="2217722"/>
            <a:chOff x="3601423" y="1531829"/>
            <a:chExt cx="3221145" cy="3991899"/>
          </a:xfrm>
        </p:grpSpPr>
        <p:sp>
          <p:nvSpPr>
            <p:cNvPr id="2196" name="Candidate_receptor__2195">
              <a:extLst>
                <a:ext uri="{FF2B5EF4-FFF2-40B4-BE49-F238E27FC236}">
                  <a16:creationId xmlns:a16="http://schemas.microsoft.com/office/drawing/2014/main" id="{4F79CC38-CDFF-79BF-B08D-2C0C1BDFBF15}"/>
                </a:ext>
              </a:extLst>
            </p:cNvPr>
            <p:cNvSpPr>
              <a:spLocks noGrp="1"/>
            </p:cNvSpPr>
            <p:nvPr/>
          </p:nvSpPr>
          <p:spPr>
            <a:xfrm>
              <a:off x="5046711" y="4901734"/>
              <a:ext cx="109638" cy="5665"/>
            </a:xfrm>
            <a:custGeom>
              <a:avLst/>
              <a:gdLst/>
              <a:ahLst/>
              <a:cxnLst/>
              <a:rect l="0" t="0" r="0" b="0"/>
              <a:pathLst>
                <a:path w="109638" h="5665">
                  <a:moveTo>
                    <a:pt x="109638" y="0"/>
                  </a:moveTo>
                  <a:lnTo>
                    <a:pt x="0" y="5665"/>
                  </a:lnTo>
                </a:path>
              </a:pathLst>
            </a:custGeom>
            <a:noFill/>
            <a:ln w="20003">
              <a:solidFill>
                <a:srgbClr val="DBE0E3"/>
              </a:solidFill>
            </a:ln>
          </p:spPr>
        </p:sp>
        <p:sp>
          <p:nvSpPr>
            <p:cNvPr id="2197" name="Candidate_receptor__2196">
              <a:extLst>
                <a:ext uri="{FF2B5EF4-FFF2-40B4-BE49-F238E27FC236}">
                  <a16:creationId xmlns:a16="http://schemas.microsoft.com/office/drawing/2014/main" id="{DF317F14-66DF-86A5-9D12-75A162305047}"/>
                </a:ext>
              </a:extLst>
            </p:cNvPr>
            <p:cNvSpPr>
              <a:spLocks noGrp="1"/>
            </p:cNvSpPr>
            <p:nvPr/>
          </p:nvSpPr>
          <p:spPr>
            <a:xfrm>
              <a:off x="5011781" y="4907399"/>
              <a:ext cx="34930" cy="47760"/>
            </a:xfrm>
            <a:custGeom>
              <a:avLst/>
              <a:gdLst/>
              <a:ahLst/>
              <a:cxnLst/>
              <a:rect l="0" t="0" r="0" b="0"/>
              <a:pathLst>
                <a:path w="34930" h="47760">
                  <a:moveTo>
                    <a:pt x="34930" y="0"/>
                  </a:moveTo>
                  <a:lnTo>
                    <a:pt x="0" y="4776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198" name="Candidate_receptor__2197">
              <a:extLst>
                <a:ext uri="{FF2B5EF4-FFF2-40B4-BE49-F238E27FC236}">
                  <a16:creationId xmlns:a16="http://schemas.microsoft.com/office/drawing/2014/main" id="{FB9EA88C-30A7-C51E-997C-A62A0B7852AE}"/>
                </a:ext>
              </a:extLst>
            </p:cNvPr>
            <p:cNvSpPr>
              <a:spLocks noGrp="1"/>
            </p:cNvSpPr>
            <p:nvPr/>
          </p:nvSpPr>
          <p:spPr>
            <a:xfrm>
              <a:off x="5156350" y="4901734"/>
              <a:ext cx="3236" cy="111271"/>
            </a:xfrm>
            <a:custGeom>
              <a:avLst/>
              <a:gdLst/>
              <a:ahLst/>
              <a:cxnLst/>
              <a:rect l="0" t="0" r="0" b="0"/>
              <a:pathLst>
                <a:path w="3236" h="111271">
                  <a:moveTo>
                    <a:pt x="3236" y="1112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199" name="Candidate_receptor__2198">
              <a:extLst>
                <a:ext uri="{FF2B5EF4-FFF2-40B4-BE49-F238E27FC236}">
                  <a16:creationId xmlns:a16="http://schemas.microsoft.com/office/drawing/2014/main" id="{2C70F93C-F80E-ACB9-F5A7-52EF095C03AB}"/>
                </a:ext>
              </a:extLst>
            </p:cNvPr>
            <p:cNvSpPr>
              <a:spLocks noGrp="1"/>
            </p:cNvSpPr>
            <p:nvPr/>
          </p:nvSpPr>
          <p:spPr>
            <a:xfrm>
              <a:off x="5159586" y="5013005"/>
              <a:ext cx="115302" cy="6434"/>
            </a:xfrm>
            <a:custGeom>
              <a:avLst/>
              <a:gdLst/>
              <a:ahLst/>
              <a:cxnLst/>
              <a:rect l="0" t="0" r="0" b="0"/>
              <a:pathLst>
                <a:path w="115302" h="6434">
                  <a:moveTo>
                    <a:pt x="115302" y="64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0" name="Candidate_receptor__2199">
              <a:extLst>
                <a:ext uri="{FF2B5EF4-FFF2-40B4-BE49-F238E27FC236}">
                  <a16:creationId xmlns:a16="http://schemas.microsoft.com/office/drawing/2014/main" id="{3F393001-D4FF-E1D8-37A0-80397A3D80AC}"/>
                </a:ext>
              </a:extLst>
            </p:cNvPr>
            <p:cNvSpPr>
              <a:spLocks noGrp="1"/>
            </p:cNvSpPr>
            <p:nvPr/>
          </p:nvSpPr>
          <p:spPr>
            <a:xfrm>
              <a:off x="5274888" y="4967719"/>
              <a:ext cx="92004" cy="51720"/>
            </a:xfrm>
            <a:custGeom>
              <a:avLst/>
              <a:gdLst/>
              <a:ahLst/>
              <a:cxnLst/>
              <a:rect l="0" t="0" r="0" b="0"/>
              <a:pathLst>
                <a:path w="92004" h="51720">
                  <a:moveTo>
                    <a:pt x="92004" y="0"/>
                  </a:moveTo>
                  <a:lnTo>
                    <a:pt x="0" y="51720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1" name="Candidate_receptor__2200">
              <a:extLst>
                <a:ext uri="{FF2B5EF4-FFF2-40B4-BE49-F238E27FC236}">
                  <a16:creationId xmlns:a16="http://schemas.microsoft.com/office/drawing/2014/main" id="{3A2F16B1-A52E-3AA5-C669-D12407A95754}"/>
                </a:ext>
              </a:extLst>
            </p:cNvPr>
            <p:cNvSpPr>
              <a:spLocks noGrp="1"/>
            </p:cNvSpPr>
            <p:nvPr/>
          </p:nvSpPr>
          <p:spPr>
            <a:xfrm>
              <a:off x="5477538" y="4884120"/>
              <a:ext cx="34193" cy="107503"/>
            </a:xfrm>
            <a:custGeom>
              <a:avLst/>
              <a:gdLst/>
              <a:ahLst/>
              <a:cxnLst/>
              <a:rect l="0" t="0" r="0" b="0"/>
              <a:pathLst>
                <a:path w="34193" h="107503">
                  <a:moveTo>
                    <a:pt x="34193" y="0"/>
                  </a:moveTo>
                  <a:lnTo>
                    <a:pt x="0" y="107503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2" name="Candidate_receptor__2201">
              <a:extLst>
                <a:ext uri="{FF2B5EF4-FFF2-40B4-BE49-F238E27FC236}">
                  <a16:creationId xmlns:a16="http://schemas.microsoft.com/office/drawing/2014/main" id="{40A50BA2-5DB3-F8FD-5009-C158A330DC33}"/>
                </a:ext>
              </a:extLst>
            </p:cNvPr>
            <p:cNvSpPr>
              <a:spLocks noGrp="1"/>
            </p:cNvSpPr>
            <p:nvPr/>
          </p:nvSpPr>
          <p:spPr>
            <a:xfrm>
              <a:off x="5366892" y="4967719"/>
              <a:ext cx="110646" cy="23904"/>
            </a:xfrm>
            <a:custGeom>
              <a:avLst/>
              <a:gdLst/>
              <a:ahLst/>
              <a:cxnLst/>
              <a:rect l="0" t="0" r="0" b="0"/>
              <a:pathLst>
                <a:path w="110646" h="23904">
                  <a:moveTo>
                    <a:pt x="110646" y="239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3" name="Candidate_receptor__2202">
              <a:extLst>
                <a:ext uri="{FF2B5EF4-FFF2-40B4-BE49-F238E27FC236}">
                  <a16:creationId xmlns:a16="http://schemas.microsoft.com/office/drawing/2014/main" id="{74F2A853-A3D0-B9E8-6EB9-726920083B67}"/>
                </a:ext>
              </a:extLst>
            </p:cNvPr>
            <p:cNvSpPr>
              <a:spLocks noGrp="1"/>
            </p:cNvSpPr>
            <p:nvPr/>
          </p:nvSpPr>
          <p:spPr>
            <a:xfrm>
              <a:off x="4917051" y="4791149"/>
              <a:ext cx="103173" cy="48920"/>
            </a:xfrm>
            <a:custGeom>
              <a:avLst/>
              <a:gdLst/>
              <a:ahLst/>
              <a:cxnLst/>
              <a:rect l="0" t="0" r="0" b="0"/>
              <a:pathLst>
                <a:path w="103173" h="48920">
                  <a:moveTo>
                    <a:pt x="103173" y="0"/>
                  </a:moveTo>
                  <a:lnTo>
                    <a:pt x="0" y="4892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4" name="Candidate_receptor__2203">
              <a:extLst>
                <a:ext uri="{FF2B5EF4-FFF2-40B4-BE49-F238E27FC236}">
                  <a16:creationId xmlns:a16="http://schemas.microsoft.com/office/drawing/2014/main" id="{67329A79-C70B-8C0E-C3CF-BCFF7A32CE68}"/>
                </a:ext>
              </a:extLst>
            </p:cNvPr>
            <p:cNvSpPr>
              <a:spLocks noGrp="1"/>
            </p:cNvSpPr>
            <p:nvPr/>
          </p:nvSpPr>
          <p:spPr>
            <a:xfrm>
              <a:off x="5297246" y="4721613"/>
              <a:ext cx="108335" cy="932"/>
            </a:xfrm>
            <a:custGeom>
              <a:avLst/>
              <a:gdLst/>
              <a:ahLst/>
              <a:cxnLst/>
              <a:rect l="0" t="0" r="0" b="0"/>
              <a:pathLst>
                <a:path w="108335" h="932">
                  <a:moveTo>
                    <a:pt x="0" y="0"/>
                  </a:moveTo>
                  <a:lnTo>
                    <a:pt x="108335" y="932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5" name="Candidate_receptor__2204">
              <a:extLst>
                <a:ext uri="{FF2B5EF4-FFF2-40B4-BE49-F238E27FC236}">
                  <a16:creationId xmlns:a16="http://schemas.microsoft.com/office/drawing/2014/main" id="{AFA84347-143B-64C8-FA18-AFC37CAB979F}"/>
                </a:ext>
              </a:extLst>
            </p:cNvPr>
            <p:cNvSpPr>
              <a:spLocks noGrp="1"/>
            </p:cNvSpPr>
            <p:nvPr/>
          </p:nvSpPr>
          <p:spPr>
            <a:xfrm>
              <a:off x="5020224" y="4791149"/>
              <a:ext cx="49541" cy="84039"/>
            </a:xfrm>
            <a:custGeom>
              <a:avLst/>
              <a:gdLst/>
              <a:ahLst/>
              <a:cxnLst/>
              <a:rect l="0" t="0" r="0" b="0"/>
              <a:pathLst>
                <a:path w="49541" h="84039">
                  <a:moveTo>
                    <a:pt x="49541" y="84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6" name="Candidate_receptor__2205">
              <a:extLst>
                <a:ext uri="{FF2B5EF4-FFF2-40B4-BE49-F238E27FC236}">
                  <a16:creationId xmlns:a16="http://schemas.microsoft.com/office/drawing/2014/main" id="{8CF56A3B-1C56-D359-1710-64CA290FD291}"/>
                </a:ext>
              </a:extLst>
            </p:cNvPr>
            <p:cNvSpPr>
              <a:spLocks noGrp="1"/>
            </p:cNvSpPr>
            <p:nvPr/>
          </p:nvSpPr>
          <p:spPr>
            <a:xfrm>
              <a:off x="5011781" y="4875188"/>
              <a:ext cx="57984" cy="79971"/>
            </a:xfrm>
            <a:custGeom>
              <a:avLst/>
              <a:gdLst/>
              <a:ahLst/>
              <a:cxnLst/>
              <a:rect l="0" t="0" r="0" b="0"/>
              <a:pathLst>
                <a:path w="57984" h="79971">
                  <a:moveTo>
                    <a:pt x="0" y="79971"/>
                  </a:moveTo>
                  <a:lnTo>
                    <a:pt x="57984" y="0"/>
                  </a:lnTo>
                </a:path>
              </a:pathLst>
            </a:custGeom>
            <a:noFill/>
            <a:ln w="20003">
              <a:solidFill>
                <a:srgbClr val="DBE0E4"/>
              </a:solidFill>
            </a:ln>
          </p:spPr>
        </p:sp>
        <p:sp>
          <p:nvSpPr>
            <p:cNvPr id="2207" name="Candidate_receptor__2206">
              <a:extLst>
                <a:ext uri="{FF2B5EF4-FFF2-40B4-BE49-F238E27FC236}">
                  <a16:creationId xmlns:a16="http://schemas.microsoft.com/office/drawing/2014/main" id="{1517AAAF-1D4D-C783-9BE8-9027677233B7}"/>
                </a:ext>
              </a:extLst>
            </p:cNvPr>
            <p:cNvSpPr>
              <a:spLocks noGrp="1"/>
            </p:cNvSpPr>
            <p:nvPr/>
          </p:nvSpPr>
          <p:spPr>
            <a:xfrm>
              <a:off x="5405580" y="4722545"/>
              <a:ext cx="40277" cy="85064"/>
            </a:xfrm>
            <a:custGeom>
              <a:avLst/>
              <a:gdLst/>
              <a:ahLst/>
              <a:cxnLst/>
              <a:rect l="0" t="0" r="0" b="0"/>
              <a:pathLst>
                <a:path w="40277" h="85064">
                  <a:moveTo>
                    <a:pt x="0" y="0"/>
                  </a:moveTo>
                  <a:lnTo>
                    <a:pt x="40277" y="85064"/>
                  </a:lnTo>
                </a:path>
              </a:pathLst>
            </a:custGeom>
            <a:noFill/>
            <a:ln w="8096">
              <a:solidFill>
                <a:srgbClr val="DBE0E4"/>
              </a:solidFill>
            </a:ln>
          </p:spPr>
        </p:sp>
        <p:sp>
          <p:nvSpPr>
            <p:cNvPr id="2208" name="Candidate_receptor__2207">
              <a:extLst>
                <a:ext uri="{FF2B5EF4-FFF2-40B4-BE49-F238E27FC236}">
                  <a16:creationId xmlns:a16="http://schemas.microsoft.com/office/drawing/2014/main" id="{BCE6C4E6-1AEF-D054-BD56-BA576BE8F614}"/>
                </a:ext>
              </a:extLst>
            </p:cNvPr>
            <p:cNvSpPr>
              <a:spLocks noGrp="1"/>
            </p:cNvSpPr>
            <p:nvPr/>
          </p:nvSpPr>
          <p:spPr>
            <a:xfrm>
              <a:off x="5445857" y="4807609"/>
              <a:ext cx="65874" cy="76511"/>
            </a:xfrm>
            <a:custGeom>
              <a:avLst/>
              <a:gdLst/>
              <a:ahLst/>
              <a:cxnLst/>
              <a:rect l="0" t="0" r="0" b="0"/>
              <a:pathLst>
                <a:path w="65874" h="76511">
                  <a:moveTo>
                    <a:pt x="0" y="0"/>
                  </a:moveTo>
                  <a:lnTo>
                    <a:pt x="65874" y="76511"/>
                  </a:lnTo>
                </a:path>
              </a:pathLst>
            </a:custGeom>
            <a:noFill/>
            <a:ln w="8096">
              <a:solidFill>
                <a:srgbClr val="DCE0E4"/>
              </a:solidFill>
            </a:ln>
          </p:spPr>
        </p:sp>
        <p:sp>
          <p:nvSpPr>
            <p:cNvPr id="2209" name="Candidate_receptor__2208">
              <a:extLst>
                <a:ext uri="{FF2B5EF4-FFF2-40B4-BE49-F238E27FC236}">
                  <a16:creationId xmlns:a16="http://schemas.microsoft.com/office/drawing/2014/main" id="{8485D2A6-2ECF-14DC-7B8E-E0AB75B7FA7E}"/>
                </a:ext>
              </a:extLst>
            </p:cNvPr>
            <p:cNvSpPr>
              <a:spLocks noGrp="1"/>
            </p:cNvSpPr>
            <p:nvPr/>
          </p:nvSpPr>
          <p:spPr>
            <a:xfrm>
              <a:off x="6430654" y="4443226"/>
              <a:ext cx="105176" cy="17702"/>
            </a:xfrm>
            <a:custGeom>
              <a:avLst/>
              <a:gdLst/>
              <a:ahLst/>
              <a:cxnLst/>
              <a:rect l="0" t="0" r="0" b="0"/>
              <a:pathLst>
                <a:path w="105176" h="17702">
                  <a:moveTo>
                    <a:pt x="0" y="17702"/>
                  </a:moveTo>
                  <a:lnTo>
                    <a:pt x="105176" y="0"/>
                  </a:lnTo>
                </a:path>
              </a:pathLst>
            </a:custGeom>
            <a:noFill/>
            <a:ln w="8096">
              <a:solidFill>
                <a:srgbClr val="DCE1E4"/>
              </a:solidFill>
            </a:ln>
          </p:spPr>
        </p:sp>
        <p:sp>
          <p:nvSpPr>
            <p:cNvPr id="2210" name="Candidate_receptor__2209">
              <a:extLst>
                <a:ext uri="{FF2B5EF4-FFF2-40B4-BE49-F238E27FC236}">
                  <a16:creationId xmlns:a16="http://schemas.microsoft.com/office/drawing/2014/main" id="{50E3E94F-5228-5649-5483-3AE23D8E86D8}"/>
                </a:ext>
              </a:extLst>
            </p:cNvPr>
            <p:cNvSpPr>
              <a:spLocks noGrp="1"/>
            </p:cNvSpPr>
            <p:nvPr/>
          </p:nvSpPr>
          <p:spPr>
            <a:xfrm>
              <a:off x="4917051" y="4840069"/>
              <a:ext cx="17691" cy="10081"/>
            </a:xfrm>
            <a:custGeom>
              <a:avLst/>
              <a:gdLst/>
              <a:ahLst/>
              <a:cxnLst/>
              <a:rect l="0" t="0" r="0" b="0"/>
              <a:pathLst>
                <a:path w="17691" h="10081">
                  <a:moveTo>
                    <a:pt x="0" y="0"/>
                  </a:moveTo>
                  <a:lnTo>
                    <a:pt x="17691" y="10081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1" name="Candidate_receptor__2210">
              <a:extLst>
                <a:ext uri="{FF2B5EF4-FFF2-40B4-BE49-F238E27FC236}">
                  <a16:creationId xmlns:a16="http://schemas.microsoft.com/office/drawing/2014/main" id="{30BAF5BA-8235-6E47-9FD9-485010BEFEF6}"/>
                </a:ext>
              </a:extLst>
            </p:cNvPr>
            <p:cNvSpPr>
              <a:spLocks noGrp="1"/>
            </p:cNvSpPr>
            <p:nvPr/>
          </p:nvSpPr>
          <p:spPr>
            <a:xfrm>
              <a:off x="6364662" y="4411256"/>
              <a:ext cx="65992" cy="49672"/>
            </a:xfrm>
            <a:custGeom>
              <a:avLst/>
              <a:gdLst/>
              <a:ahLst/>
              <a:cxnLst/>
              <a:rect l="0" t="0" r="0" b="0"/>
              <a:pathLst>
                <a:path w="65992" h="49672">
                  <a:moveTo>
                    <a:pt x="0" y="0"/>
                  </a:moveTo>
                  <a:lnTo>
                    <a:pt x="65992" y="49672"/>
                  </a:lnTo>
                </a:path>
              </a:pathLst>
            </a:custGeom>
            <a:noFill/>
            <a:ln w="8096">
              <a:solidFill>
                <a:srgbClr val="DCE1E4"/>
              </a:solidFill>
            </a:ln>
          </p:spPr>
        </p:sp>
        <p:sp>
          <p:nvSpPr>
            <p:cNvPr id="2212" name="Candidate_receptor__2211">
              <a:extLst>
                <a:ext uri="{FF2B5EF4-FFF2-40B4-BE49-F238E27FC236}">
                  <a16:creationId xmlns:a16="http://schemas.microsoft.com/office/drawing/2014/main" id="{C3B198F3-7D2C-1DAB-A588-E88250E82668}"/>
                </a:ext>
              </a:extLst>
            </p:cNvPr>
            <p:cNvSpPr>
              <a:spLocks noGrp="1"/>
            </p:cNvSpPr>
            <p:nvPr/>
          </p:nvSpPr>
          <p:spPr>
            <a:xfrm>
              <a:off x="6334598" y="4243163"/>
              <a:ext cx="103627" cy="33977"/>
            </a:xfrm>
            <a:custGeom>
              <a:avLst/>
              <a:gdLst/>
              <a:ahLst/>
              <a:cxnLst/>
              <a:rect l="0" t="0" r="0" b="0"/>
              <a:pathLst>
                <a:path w="103627" h="33977">
                  <a:moveTo>
                    <a:pt x="0" y="0"/>
                  </a:moveTo>
                  <a:lnTo>
                    <a:pt x="103627" y="33977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3" name="Candidate_receptor__2212">
              <a:extLst>
                <a:ext uri="{FF2B5EF4-FFF2-40B4-BE49-F238E27FC236}">
                  <a16:creationId xmlns:a16="http://schemas.microsoft.com/office/drawing/2014/main" id="{F987409E-DAA9-2832-86C6-DDD58109965B}"/>
                </a:ext>
              </a:extLst>
            </p:cNvPr>
            <p:cNvSpPr>
              <a:spLocks noGrp="1"/>
            </p:cNvSpPr>
            <p:nvPr/>
          </p:nvSpPr>
          <p:spPr>
            <a:xfrm>
              <a:off x="5297246" y="4705693"/>
              <a:ext cx="48628" cy="15920"/>
            </a:xfrm>
            <a:custGeom>
              <a:avLst/>
              <a:gdLst/>
              <a:ahLst/>
              <a:cxnLst/>
              <a:rect l="0" t="0" r="0" b="0"/>
              <a:pathLst>
                <a:path w="48628" h="15920">
                  <a:moveTo>
                    <a:pt x="48628" y="0"/>
                  </a:moveTo>
                  <a:lnTo>
                    <a:pt x="0" y="15920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4" name="Candidate_receptor__2213">
              <a:extLst>
                <a:ext uri="{FF2B5EF4-FFF2-40B4-BE49-F238E27FC236}">
                  <a16:creationId xmlns:a16="http://schemas.microsoft.com/office/drawing/2014/main" id="{EC5270D8-3F09-2C6C-8A1A-B4569AB771AC}"/>
                </a:ext>
              </a:extLst>
            </p:cNvPr>
            <p:cNvSpPr>
              <a:spLocks noGrp="1"/>
            </p:cNvSpPr>
            <p:nvPr/>
          </p:nvSpPr>
          <p:spPr>
            <a:xfrm>
              <a:off x="5276410" y="4565463"/>
              <a:ext cx="102032" cy="33897"/>
            </a:xfrm>
            <a:custGeom>
              <a:avLst/>
              <a:gdLst/>
              <a:ahLst/>
              <a:cxnLst/>
              <a:rect l="0" t="0" r="0" b="0"/>
              <a:pathLst>
                <a:path w="102032" h="33897">
                  <a:moveTo>
                    <a:pt x="0" y="0"/>
                  </a:moveTo>
                  <a:lnTo>
                    <a:pt x="102032" y="33897"/>
                  </a:lnTo>
                </a:path>
              </a:pathLst>
            </a:custGeom>
            <a:noFill/>
            <a:ln w="20003">
              <a:solidFill>
                <a:srgbClr val="DCE1E4"/>
              </a:solidFill>
            </a:ln>
          </p:spPr>
        </p:sp>
        <p:sp>
          <p:nvSpPr>
            <p:cNvPr id="2215" name="Candidate_receptor__2214">
              <a:extLst>
                <a:ext uri="{FF2B5EF4-FFF2-40B4-BE49-F238E27FC236}">
                  <a16:creationId xmlns:a16="http://schemas.microsoft.com/office/drawing/2014/main" id="{1D5A9A94-DF15-1FEC-29A7-A152D161AC2B}"/>
                </a:ext>
              </a:extLst>
            </p:cNvPr>
            <p:cNvSpPr>
              <a:spLocks noGrp="1"/>
            </p:cNvSpPr>
            <p:nvPr/>
          </p:nvSpPr>
          <p:spPr>
            <a:xfrm>
              <a:off x="5623502" y="4587028"/>
              <a:ext cx="83586" cy="62819"/>
            </a:xfrm>
            <a:custGeom>
              <a:avLst/>
              <a:gdLst/>
              <a:ahLst/>
              <a:cxnLst/>
              <a:rect l="0" t="0" r="0" b="0"/>
              <a:pathLst>
                <a:path w="83586" h="62819">
                  <a:moveTo>
                    <a:pt x="83586" y="628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6" name="Candidate_receptor__2215">
              <a:extLst>
                <a:ext uri="{FF2B5EF4-FFF2-40B4-BE49-F238E27FC236}">
                  <a16:creationId xmlns:a16="http://schemas.microsoft.com/office/drawing/2014/main" id="{03B0D405-7987-8B9E-CA74-4200F7D83150}"/>
                </a:ext>
              </a:extLst>
            </p:cNvPr>
            <p:cNvSpPr>
              <a:spLocks noGrp="1"/>
            </p:cNvSpPr>
            <p:nvPr/>
          </p:nvSpPr>
          <p:spPr>
            <a:xfrm>
              <a:off x="4883250" y="4702844"/>
              <a:ext cx="91178" cy="39212"/>
            </a:xfrm>
            <a:custGeom>
              <a:avLst/>
              <a:gdLst/>
              <a:ahLst/>
              <a:cxnLst/>
              <a:rect l="0" t="0" r="0" b="0"/>
              <a:pathLst>
                <a:path w="91178" h="39212">
                  <a:moveTo>
                    <a:pt x="91178" y="39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7" name="Candidate_receptor__2216">
              <a:extLst>
                <a:ext uri="{FF2B5EF4-FFF2-40B4-BE49-F238E27FC236}">
                  <a16:creationId xmlns:a16="http://schemas.microsoft.com/office/drawing/2014/main" id="{3D691EE5-47BF-7B50-14CE-68DC0B483716}"/>
                </a:ext>
              </a:extLst>
            </p:cNvPr>
            <p:cNvSpPr>
              <a:spLocks noGrp="1"/>
            </p:cNvSpPr>
            <p:nvPr/>
          </p:nvSpPr>
          <p:spPr>
            <a:xfrm>
              <a:off x="4808306" y="4702844"/>
              <a:ext cx="74944" cy="61179"/>
            </a:xfrm>
            <a:custGeom>
              <a:avLst/>
              <a:gdLst/>
              <a:ahLst/>
              <a:cxnLst/>
              <a:rect l="0" t="0" r="0" b="0"/>
              <a:pathLst>
                <a:path w="74944" h="61179">
                  <a:moveTo>
                    <a:pt x="74944" y="0"/>
                  </a:moveTo>
                  <a:lnTo>
                    <a:pt x="0" y="61179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8" name="Candidate_receptor__2217">
              <a:extLst>
                <a:ext uri="{FF2B5EF4-FFF2-40B4-BE49-F238E27FC236}">
                  <a16:creationId xmlns:a16="http://schemas.microsoft.com/office/drawing/2014/main" id="{5A216063-C504-E58A-6149-E314F7B5427E}"/>
                </a:ext>
              </a:extLst>
            </p:cNvPr>
            <p:cNvSpPr>
              <a:spLocks noGrp="1"/>
            </p:cNvSpPr>
            <p:nvPr/>
          </p:nvSpPr>
          <p:spPr>
            <a:xfrm>
              <a:off x="5659866" y="4649847"/>
              <a:ext cx="47222" cy="97168"/>
            </a:xfrm>
            <a:custGeom>
              <a:avLst/>
              <a:gdLst/>
              <a:ahLst/>
              <a:cxnLst/>
              <a:rect l="0" t="0" r="0" b="0"/>
              <a:pathLst>
                <a:path w="47222" h="97168">
                  <a:moveTo>
                    <a:pt x="0" y="97168"/>
                  </a:moveTo>
                  <a:lnTo>
                    <a:pt x="47222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19" name="Candidate_receptor__2218">
              <a:extLst>
                <a:ext uri="{FF2B5EF4-FFF2-40B4-BE49-F238E27FC236}">
                  <a16:creationId xmlns:a16="http://schemas.microsoft.com/office/drawing/2014/main" id="{3B1DD61A-A281-2742-E674-379753FC0A71}"/>
                </a:ext>
              </a:extLst>
            </p:cNvPr>
            <p:cNvSpPr>
              <a:spLocks noGrp="1"/>
            </p:cNvSpPr>
            <p:nvPr/>
          </p:nvSpPr>
          <p:spPr>
            <a:xfrm>
              <a:off x="5543710" y="4587028"/>
              <a:ext cx="79792" cy="52910"/>
            </a:xfrm>
            <a:custGeom>
              <a:avLst/>
              <a:gdLst/>
              <a:ahLst/>
              <a:cxnLst/>
              <a:rect l="0" t="0" r="0" b="0"/>
              <a:pathLst>
                <a:path w="79792" h="52910">
                  <a:moveTo>
                    <a:pt x="79792" y="0"/>
                  </a:moveTo>
                  <a:lnTo>
                    <a:pt x="0" y="5291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0" name="Candidate_receptor__2219">
              <a:extLst>
                <a:ext uri="{FF2B5EF4-FFF2-40B4-BE49-F238E27FC236}">
                  <a16:creationId xmlns:a16="http://schemas.microsoft.com/office/drawing/2014/main" id="{4C9991A1-6D58-198E-6B29-7BC6A8C1DFE9}"/>
                </a:ext>
              </a:extLst>
            </p:cNvPr>
            <p:cNvSpPr>
              <a:spLocks noGrp="1"/>
            </p:cNvSpPr>
            <p:nvPr/>
          </p:nvSpPr>
          <p:spPr>
            <a:xfrm>
              <a:off x="6438225" y="4277140"/>
              <a:ext cx="6043" cy="60907"/>
            </a:xfrm>
            <a:custGeom>
              <a:avLst/>
              <a:gdLst/>
              <a:ahLst/>
              <a:cxnLst/>
              <a:rect l="0" t="0" r="0" b="0"/>
              <a:pathLst>
                <a:path w="6043" h="60907">
                  <a:moveTo>
                    <a:pt x="0" y="0"/>
                  </a:moveTo>
                  <a:lnTo>
                    <a:pt x="6043" y="60907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1" name="Candidate_receptor__2220">
              <a:extLst>
                <a:ext uri="{FF2B5EF4-FFF2-40B4-BE49-F238E27FC236}">
                  <a16:creationId xmlns:a16="http://schemas.microsoft.com/office/drawing/2014/main" id="{79E39629-3425-4BC3-551A-6AF6B6540A38}"/>
                </a:ext>
              </a:extLst>
            </p:cNvPr>
            <p:cNvSpPr>
              <a:spLocks noGrp="1"/>
            </p:cNvSpPr>
            <p:nvPr/>
          </p:nvSpPr>
          <p:spPr>
            <a:xfrm>
              <a:off x="5228161" y="4565463"/>
              <a:ext cx="48249" cy="36426"/>
            </a:xfrm>
            <a:custGeom>
              <a:avLst/>
              <a:gdLst/>
              <a:ahLst/>
              <a:cxnLst/>
              <a:rect l="0" t="0" r="0" b="0"/>
              <a:pathLst>
                <a:path w="48249" h="36426">
                  <a:moveTo>
                    <a:pt x="0" y="36426"/>
                  </a:moveTo>
                  <a:lnTo>
                    <a:pt x="48249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2" name="Candidate_receptor__2221">
              <a:extLst>
                <a:ext uri="{FF2B5EF4-FFF2-40B4-BE49-F238E27FC236}">
                  <a16:creationId xmlns:a16="http://schemas.microsoft.com/office/drawing/2014/main" id="{E5771888-12B2-3806-2398-160A43A242E8}"/>
                </a:ext>
              </a:extLst>
            </p:cNvPr>
            <p:cNvSpPr>
              <a:spLocks noGrp="1"/>
            </p:cNvSpPr>
            <p:nvPr/>
          </p:nvSpPr>
          <p:spPr>
            <a:xfrm>
              <a:off x="5280384" y="5007192"/>
              <a:ext cx="59949" cy="80786"/>
            </a:xfrm>
            <a:custGeom>
              <a:avLst/>
              <a:gdLst/>
              <a:ahLst/>
              <a:cxnLst/>
              <a:rect l="0" t="0" r="0" b="0"/>
              <a:pathLst>
                <a:path w="59949" h="80786">
                  <a:moveTo>
                    <a:pt x="0" y="0"/>
                  </a:moveTo>
                  <a:lnTo>
                    <a:pt x="59949" y="80786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3" name="Candidate_receptor__2222">
              <a:extLst>
                <a:ext uri="{FF2B5EF4-FFF2-40B4-BE49-F238E27FC236}">
                  <a16:creationId xmlns:a16="http://schemas.microsoft.com/office/drawing/2014/main" id="{ED11F6FC-FDFE-AF4C-528C-A454C649A4FB}"/>
                </a:ext>
              </a:extLst>
            </p:cNvPr>
            <p:cNvSpPr>
              <a:spLocks noGrp="1"/>
            </p:cNvSpPr>
            <p:nvPr/>
          </p:nvSpPr>
          <p:spPr>
            <a:xfrm>
              <a:off x="6388481" y="4099833"/>
              <a:ext cx="75086" cy="57164"/>
            </a:xfrm>
            <a:custGeom>
              <a:avLst/>
              <a:gdLst/>
              <a:ahLst/>
              <a:cxnLst/>
              <a:rect l="0" t="0" r="0" b="0"/>
              <a:pathLst>
                <a:path w="75086" h="57164">
                  <a:moveTo>
                    <a:pt x="0" y="0"/>
                  </a:moveTo>
                  <a:lnTo>
                    <a:pt x="75086" y="57164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4" name="Candidate_receptor__2223">
              <a:extLst>
                <a:ext uri="{FF2B5EF4-FFF2-40B4-BE49-F238E27FC236}">
                  <a16:creationId xmlns:a16="http://schemas.microsoft.com/office/drawing/2014/main" id="{08140CB6-6F2C-CBAD-C5C2-BB811C404136}"/>
                </a:ext>
              </a:extLst>
            </p:cNvPr>
            <p:cNvSpPr>
              <a:spLocks noGrp="1"/>
            </p:cNvSpPr>
            <p:nvPr/>
          </p:nvSpPr>
          <p:spPr>
            <a:xfrm>
              <a:off x="5345873" y="4599360"/>
              <a:ext cx="32569" cy="106333"/>
            </a:xfrm>
            <a:custGeom>
              <a:avLst/>
              <a:gdLst/>
              <a:ahLst/>
              <a:cxnLst/>
              <a:rect l="0" t="0" r="0" b="0"/>
              <a:pathLst>
                <a:path w="32569" h="106333">
                  <a:moveTo>
                    <a:pt x="32569" y="0"/>
                  </a:moveTo>
                  <a:lnTo>
                    <a:pt x="0" y="106333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5" name="Candidate_receptor__2224">
              <a:extLst>
                <a:ext uri="{FF2B5EF4-FFF2-40B4-BE49-F238E27FC236}">
                  <a16:creationId xmlns:a16="http://schemas.microsoft.com/office/drawing/2014/main" id="{FD597A30-950B-BDB3-D099-8E9189FDD208}"/>
                </a:ext>
              </a:extLst>
            </p:cNvPr>
            <p:cNvSpPr>
              <a:spLocks noGrp="1"/>
            </p:cNvSpPr>
            <p:nvPr/>
          </p:nvSpPr>
          <p:spPr>
            <a:xfrm>
              <a:off x="4934743" y="4742056"/>
              <a:ext cx="39685" cy="108094"/>
            </a:xfrm>
            <a:custGeom>
              <a:avLst/>
              <a:gdLst/>
              <a:ahLst/>
              <a:cxnLst/>
              <a:rect l="0" t="0" r="0" b="0"/>
              <a:pathLst>
                <a:path w="39685" h="108094">
                  <a:moveTo>
                    <a:pt x="0" y="108094"/>
                  </a:moveTo>
                  <a:lnTo>
                    <a:pt x="39685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6" name="Candidate_receptor__2225">
              <a:extLst>
                <a:ext uri="{FF2B5EF4-FFF2-40B4-BE49-F238E27FC236}">
                  <a16:creationId xmlns:a16="http://schemas.microsoft.com/office/drawing/2014/main" id="{C2B82BFE-DD6B-C2CC-A371-8C24504B4E9A}"/>
                </a:ext>
              </a:extLst>
            </p:cNvPr>
            <p:cNvSpPr>
              <a:spLocks noGrp="1"/>
            </p:cNvSpPr>
            <p:nvPr/>
          </p:nvSpPr>
          <p:spPr>
            <a:xfrm>
              <a:off x="5067534" y="5305564"/>
              <a:ext cx="111203" cy="25730"/>
            </a:xfrm>
            <a:custGeom>
              <a:avLst/>
              <a:gdLst/>
              <a:ahLst/>
              <a:cxnLst/>
              <a:rect l="0" t="0" r="0" b="0"/>
              <a:pathLst>
                <a:path w="111203" h="25730">
                  <a:moveTo>
                    <a:pt x="111203" y="25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7" name="Candidate_receptor__2226">
              <a:extLst>
                <a:ext uri="{FF2B5EF4-FFF2-40B4-BE49-F238E27FC236}">
                  <a16:creationId xmlns:a16="http://schemas.microsoft.com/office/drawing/2014/main" id="{25D7552B-522E-3BB4-1B04-32071F12783B}"/>
                </a:ext>
              </a:extLst>
            </p:cNvPr>
            <p:cNvSpPr>
              <a:spLocks noGrp="1"/>
            </p:cNvSpPr>
            <p:nvPr/>
          </p:nvSpPr>
          <p:spPr>
            <a:xfrm>
              <a:off x="5199931" y="5007192"/>
              <a:ext cx="80453" cy="12291"/>
            </a:xfrm>
            <a:custGeom>
              <a:avLst/>
              <a:gdLst/>
              <a:ahLst/>
              <a:cxnLst/>
              <a:rect l="0" t="0" r="0" b="0"/>
              <a:pathLst>
                <a:path w="80453" h="12291">
                  <a:moveTo>
                    <a:pt x="0" y="12291"/>
                  </a:moveTo>
                  <a:lnTo>
                    <a:pt x="80453" y="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28" name="Candidate_receptor__2227">
              <a:extLst>
                <a:ext uri="{FF2B5EF4-FFF2-40B4-BE49-F238E27FC236}">
                  <a16:creationId xmlns:a16="http://schemas.microsoft.com/office/drawing/2014/main" id="{691E964A-7E2C-A5E5-9B8B-028804BB216A}"/>
                </a:ext>
              </a:extLst>
            </p:cNvPr>
            <p:cNvSpPr>
              <a:spLocks noGrp="1"/>
            </p:cNvSpPr>
            <p:nvPr/>
          </p:nvSpPr>
          <p:spPr>
            <a:xfrm>
              <a:off x="5178737" y="5278804"/>
              <a:ext cx="102756" cy="52490"/>
            </a:xfrm>
            <a:custGeom>
              <a:avLst/>
              <a:gdLst/>
              <a:ahLst/>
              <a:cxnLst/>
              <a:rect l="0" t="0" r="0" b="0"/>
              <a:pathLst>
                <a:path w="102756" h="52490">
                  <a:moveTo>
                    <a:pt x="102756" y="0"/>
                  </a:moveTo>
                  <a:lnTo>
                    <a:pt x="0" y="52490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29" name="Candidate_receptor__2228">
              <a:extLst>
                <a:ext uri="{FF2B5EF4-FFF2-40B4-BE49-F238E27FC236}">
                  <a16:creationId xmlns:a16="http://schemas.microsoft.com/office/drawing/2014/main" id="{7DCAEFCB-5998-DB71-5C16-0BAFB4E32F39}"/>
                </a:ext>
              </a:extLst>
            </p:cNvPr>
            <p:cNvSpPr>
              <a:spLocks noGrp="1"/>
            </p:cNvSpPr>
            <p:nvPr/>
          </p:nvSpPr>
          <p:spPr>
            <a:xfrm>
              <a:off x="6329216" y="3934455"/>
              <a:ext cx="107699" cy="35944"/>
            </a:xfrm>
            <a:custGeom>
              <a:avLst/>
              <a:gdLst/>
              <a:ahLst/>
              <a:cxnLst/>
              <a:rect l="0" t="0" r="0" b="0"/>
              <a:pathLst>
                <a:path w="107699" h="35944">
                  <a:moveTo>
                    <a:pt x="0" y="0"/>
                  </a:moveTo>
                  <a:lnTo>
                    <a:pt x="107699" y="35944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0" name="Candidate_receptor__2229">
              <a:extLst>
                <a:ext uri="{FF2B5EF4-FFF2-40B4-BE49-F238E27FC236}">
                  <a16:creationId xmlns:a16="http://schemas.microsoft.com/office/drawing/2014/main" id="{F99B244D-F5E1-8C3B-CFDF-74F37E123342}"/>
                </a:ext>
              </a:extLst>
            </p:cNvPr>
            <p:cNvSpPr>
              <a:spLocks noGrp="1"/>
            </p:cNvSpPr>
            <p:nvPr/>
          </p:nvSpPr>
          <p:spPr>
            <a:xfrm>
              <a:off x="5257133" y="5167439"/>
              <a:ext cx="24360" cy="111365"/>
            </a:xfrm>
            <a:custGeom>
              <a:avLst/>
              <a:gdLst/>
              <a:ahLst/>
              <a:cxnLst/>
              <a:rect l="0" t="0" r="0" b="0"/>
              <a:pathLst>
                <a:path w="24360" h="111365">
                  <a:moveTo>
                    <a:pt x="0" y="0"/>
                  </a:moveTo>
                  <a:lnTo>
                    <a:pt x="24360" y="111365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1" name="Candidate_receptor__2230">
              <a:extLst>
                <a:ext uri="{FF2B5EF4-FFF2-40B4-BE49-F238E27FC236}">
                  <a16:creationId xmlns:a16="http://schemas.microsoft.com/office/drawing/2014/main" id="{6705A463-7A82-A38C-6685-F35B40C947E0}"/>
                </a:ext>
              </a:extLst>
            </p:cNvPr>
            <p:cNvSpPr>
              <a:spLocks noGrp="1"/>
            </p:cNvSpPr>
            <p:nvPr/>
          </p:nvSpPr>
          <p:spPr>
            <a:xfrm>
              <a:off x="6319136" y="4082513"/>
              <a:ext cx="69345" cy="17320"/>
            </a:xfrm>
            <a:custGeom>
              <a:avLst/>
              <a:gdLst/>
              <a:ahLst/>
              <a:cxnLst/>
              <a:rect l="0" t="0" r="0" b="0"/>
              <a:pathLst>
                <a:path w="69345" h="17320">
                  <a:moveTo>
                    <a:pt x="0" y="0"/>
                  </a:moveTo>
                  <a:lnTo>
                    <a:pt x="69345" y="17320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2" name="Candidate_receptor__2231">
              <a:extLst>
                <a:ext uri="{FF2B5EF4-FFF2-40B4-BE49-F238E27FC236}">
                  <a16:creationId xmlns:a16="http://schemas.microsoft.com/office/drawing/2014/main" id="{6520E549-9374-B7E3-C056-9F8F3861F9B1}"/>
                </a:ext>
              </a:extLst>
            </p:cNvPr>
            <p:cNvSpPr>
              <a:spLocks noGrp="1"/>
            </p:cNvSpPr>
            <p:nvPr/>
          </p:nvSpPr>
          <p:spPr>
            <a:xfrm>
              <a:off x="6535830" y="4443226"/>
              <a:ext cx="14222" cy="27089"/>
            </a:xfrm>
            <a:custGeom>
              <a:avLst/>
              <a:gdLst/>
              <a:ahLst/>
              <a:cxnLst/>
              <a:rect l="0" t="0" r="0" b="0"/>
              <a:pathLst>
                <a:path w="14222" h="27089">
                  <a:moveTo>
                    <a:pt x="0" y="0"/>
                  </a:moveTo>
                  <a:lnTo>
                    <a:pt x="14222" y="27089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3" name="Candidate_receptor__2232">
              <a:extLst>
                <a:ext uri="{FF2B5EF4-FFF2-40B4-BE49-F238E27FC236}">
                  <a16:creationId xmlns:a16="http://schemas.microsoft.com/office/drawing/2014/main" id="{F4AC7EB0-C996-B50B-B856-F31A3A22B119}"/>
                </a:ext>
              </a:extLst>
            </p:cNvPr>
            <p:cNvSpPr>
              <a:spLocks noGrp="1"/>
            </p:cNvSpPr>
            <p:nvPr/>
          </p:nvSpPr>
          <p:spPr>
            <a:xfrm>
              <a:off x="6364662" y="4338046"/>
              <a:ext cx="79606" cy="73209"/>
            </a:xfrm>
            <a:custGeom>
              <a:avLst/>
              <a:gdLst/>
              <a:ahLst/>
              <a:cxnLst/>
              <a:rect l="0" t="0" r="0" b="0"/>
              <a:pathLst>
                <a:path w="79606" h="73209">
                  <a:moveTo>
                    <a:pt x="79606" y="0"/>
                  </a:moveTo>
                  <a:lnTo>
                    <a:pt x="0" y="73209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4" name="Candidate_receptor__2233">
              <a:extLst>
                <a:ext uri="{FF2B5EF4-FFF2-40B4-BE49-F238E27FC236}">
                  <a16:creationId xmlns:a16="http://schemas.microsoft.com/office/drawing/2014/main" id="{9F3AEFC1-0603-452F-FD24-1CE3B63ACA6E}"/>
                </a:ext>
              </a:extLst>
            </p:cNvPr>
            <p:cNvSpPr>
              <a:spLocks noGrp="1"/>
            </p:cNvSpPr>
            <p:nvPr/>
          </p:nvSpPr>
          <p:spPr>
            <a:xfrm>
              <a:off x="5257133" y="5087979"/>
              <a:ext cx="83200" cy="79461"/>
            </a:xfrm>
            <a:custGeom>
              <a:avLst/>
              <a:gdLst/>
              <a:ahLst/>
              <a:cxnLst/>
              <a:rect l="0" t="0" r="0" b="0"/>
              <a:pathLst>
                <a:path w="83200" h="79461">
                  <a:moveTo>
                    <a:pt x="83200" y="0"/>
                  </a:moveTo>
                  <a:lnTo>
                    <a:pt x="0" y="79461"/>
                  </a:lnTo>
                </a:path>
              </a:pathLst>
            </a:custGeom>
            <a:noFill/>
            <a:ln w="8096">
              <a:solidFill>
                <a:srgbClr val="DCE1E5"/>
              </a:solidFill>
            </a:ln>
          </p:spPr>
        </p:sp>
        <p:sp>
          <p:nvSpPr>
            <p:cNvPr id="2235" name="Candidate_receptor__2234">
              <a:extLst>
                <a:ext uri="{FF2B5EF4-FFF2-40B4-BE49-F238E27FC236}">
                  <a16:creationId xmlns:a16="http://schemas.microsoft.com/office/drawing/2014/main" id="{6B46D42F-B7A1-8EB4-CC15-9923B8A92C5E}"/>
                </a:ext>
              </a:extLst>
            </p:cNvPr>
            <p:cNvSpPr>
              <a:spLocks noGrp="1"/>
            </p:cNvSpPr>
            <p:nvPr/>
          </p:nvSpPr>
          <p:spPr>
            <a:xfrm>
              <a:off x="6334598" y="4212077"/>
              <a:ext cx="40268" cy="31085"/>
            </a:xfrm>
            <a:custGeom>
              <a:avLst/>
              <a:gdLst/>
              <a:ahLst/>
              <a:cxnLst/>
              <a:rect l="0" t="0" r="0" b="0"/>
              <a:pathLst>
                <a:path w="40268" h="31085">
                  <a:moveTo>
                    <a:pt x="40268" y="0"/>
                  </a:moveTo>
                  <a:lnTo>
                    <a:pt x="0" y="31085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6" name="Candidate_receptor__2235">
              <a:extLst>
                <a:ext uri="{FF2B5EF4-FFF2-40B4-BE49-F238E27FC236}">
                  <a16:creationId xmlns:a16="http://schemas.microsoft.com/office/drawing/2014/main" id="{6E41B762-229F-D5D0-CB09-B39B603A1260}"/>
                </a:ext>
              </a:extLst>
            </p:cNvPr>
            <p:cNvSpPr>
              <a:spLocks noGrp="1"/>
            </p:cNvSpPr>
            <p:nvPr/>
          </p:nvSpPr>
          <p:spPr>
            <a:xfrm>
              <a:off x="6282353" y="3766074"/>
              <a:ext cx="102342" cy="25646"/>
            </a:xfrm>
            <a:custGeom>
              <a:avLst/>
              <a:gdLst/>
              <a:ahLst/>
              <a:cxnLst/>
              <a:rect l="0" t="0" r="0" b="0"/>
              <a:pathLst>
                <a:path w="102342" h="25646">
                  <a:moveTo>
                    <a:pt x="0" y="0"/>
                  </a:moveTo>
                  <a:lnTo>
                    <a:pt x="102342" y="25646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7" name="Candidate_receptor__2236">
              <a:extLst>
                <a:ext uri="{FF2B5EF4-FFF2-40B4-BE49-F238E27FC236}">
                  <a16:creationId xmlns:a16="http://schemas.microsoft.com/office/drawing/2014/main" id="{7A9F0DF2-7F50-0AD2-8148-5E7657B09842}"/>
                </a:ext>
              </a:extLst>
            </p:cNvPr>
            <p:cNvSpPr>
              <a:spLocks noGrp="1"/>
            </p:cNvSpPr>
            <p:nvPr/>
          </p:nvSpPr>
          <p:spPr>
            <a:xfrm>
              <a:off x="6321267" y="3618052"/>
              <a:ext cx="89424" cy="47515"/>
            </a:xfrm>
            <a:custGeom>
              <a:avLst/>
              <a:gdLst/>
              <a:ahLst/>
              <a:cxnLst/>
              <a:rect l="0" t="0" r="0" b="0"/>
              <a:pathLst>
                <a:path w="89424" h="47515">
                  <a:moveTo>
                    <a:pt x="0" y="0"/>
                  </a:moveTo>
                  <a:lnTo>
                    <a:pt x="89424" y="47515"/>
                  </a:lnTo>
                </a:path>
              </a:pathLst>
            </a:custGeom>
            <a:noFill/>
            <a:ln w="20003">
              <a:solidFill>
                <a:srgbClr val="DCE1E5"/>
              </a:solidFill>
            </a:ln>
          </p:spPr>
        </p:sp>
        <p:sp>
          <p:nvSpPr>
            <p:cNvPr id="2238" name="Candidate_receptor__2237">
              <a:extLst>
                <a:ext uri="{FF2B5EF4-FFF2-40B4-BE49-F238E27FC236}">
                  <a16:creationId xmlns:a16="http://schemas.microsoft.com/office/drawing/2014/main" id="{0B9406F3-58B4-8D85-7159-8B9272E266B1}"/>
                </a:ext>
              </a:extLst>
            </p:cNvPr>
            <p:cNvSpPr>
              <a:spLocks noGrp="1"/>
            </p:cNvSpPr>
            <p:nvPr/>
          </p:nvSpPr>
          <p:spPr>
            <a:xfrm>
              <a:off x="6384695" y="3791720"/>
              <a:ext cx="37924" cy="56702"/>
            </a:xfrm>
            <a:custGeom>
              <a:avLst/>
              <a:gdLst/>
              <a:ahLst/>
              <a:cxnLst/>
              <a:rect l="0" t="0" r="0" b="0"/>
              <a:pathLst>
                <a:path w="37924" h="56702">
                  <a:moveTo>
                    <a:pt x="0" y="0"/>
                  </a:moveTo>
                  <a:lnTo>
                    <a:pt x="37924" y="5670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39" name="Candidate_receptor__2238">
              <a:extLst>
                <a:ext uri="{FF2B5EF4-FFF2-40B4-BE49-F238E27FC236}">
                  <a16:creationId xmlns:a16="http://schemas.microsoft.com/office/drawing/2014/main" id="{F2A29EF2-8172-DA8E-7B07-CF51AEEC48ED}"/>
                </a:ext>
              </a:extLst>
            </p:cNvPr>
            <p:cNvSpPr>
              <a:spLocks noGrp="1"/>
            </p:cNvSpPr>
            <p:nvPr/>
          </p:nvSpPr>
          <p:spPr>
            <a:xfrm>
              <a:off x="6320292" y="3901036"/>
              <a:ext cx="8924" cy="33419"/>
            </a:xfrm>
            <a:custGeom>
              <a:avLst/>
              <a:gdLst/>
              <a:ahLst/>
              <a:cxnLst/>
              <a:rect l="0" t="0" r="0" b="0"/>
              <a:pathLst>
                <a:path w="8924" h="33419">
                  <a:moveTo>
                    <a:pt x="0" y="0"/>
                  </a:moveTo>
                  <a:lnTo>
                    <a:pt x="8924" y="33419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0" name="Candidate_receptor__2239">
              <a:extLst>
                <a:ext uri="{FF2B5EF4-FFF2-40B4-BE49-F238E27FC236}">
                  <a16:creationId xmlns:a16="http://schemas.microsoft.com/office/drawing/2014/main" id="{29935DFE-32FB-0ABF-7B1A-7E78CCC87C4C}"/>
                </a:ext>
              </a:extLst>
            </p:cNvPr>
            <p:cNvSpPr>
              <a:spLocks noGrp="1"/>
            </p:cNvSpPr>
            <p:nvPr/>
          </p:nvSpPr>
          <p:spPr>
            <a:xfrm>
              <a:off x="6374866" y="4156997"/>
              <a:ext cx="88701" cy="55081"/>
            </a:xfrm>
            <a:custGeom>
              <a:avLst/>
              <a:gdLst/>
              <a:ahLst/>
              <a:cxnLst/>
              <a:rect l="0" t="0" r="0" b="0"/>
              <a:pathLst>
                <a:path w="88701" h="55081">
                  <a:moveTo>
                    <a:pt x="88701" y="0"/>
                  </a:moveTo>
                  <a:lnTo>
                    <a:pt x="0" y="55081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1" name="Candidate_receptor__2240">
              <a:extLst>
                <a:ext uri="{FF2B5EF4-FFF2-40B4-BE49-F238E27FC236}">
                  <a16:creationId xmlns:a16="http://schemas.microsoft.com/office/drawing/2014/main" id="{63A39A60-6F4F-A5E6-366F-3BA4D3C4FDF1}"/>
                </a:ext>
              </a:extLst>
            </p:cNvPr>
            <p:cNvSpPr>
              <a:spLocks noGrp="1"/>
            </p:cNvSpPr>
            <p:nvPr/>
          </p:nvSpPr>
          <p:spPr>
            <a:xfrm>
              <a:off x="5183779" y="4451477"/>
              <a:ext cx="114921" cy="1770"/>
            </a:xfrm>
            <a:custGeom>
              <a:avLst/>
              <a:gdLst/>
              <a:ahLst/>
              <a:cxnLst/>
              <a:rect l="0" t="0" r="0" b="0"/>
              <a:pathLst>
                <a:path w="114921" h="1770">
                  <a:moveTo>
                    <a:pt x="0" y="1770"/>
                  </a:moveTo>
                  <a:lnTo>
                    <a:pt x="114921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2" name="Candidate_receptor__2241">
              <a:extLst>
                <a:ext uri="{FF2B5EF4-FFF2-40B4-BE49-F238E27FC236}">
                  <a16:creationId xmlns:a16="http://schemas.microsoft.com/office/drawing/2014/main" id="{02C45E1C-300A-C15B-F796-80AB56191DC2}"/>
                </a:ext>
              </a:extLst>
            </p:cNvPr>
            <p:cNvSpPr>
              <a:spLocks noGrp="1"/>
            </p:cNvSpPr>
            <p:nvPr/>
          </p:nvSpPr>
          <p:spPr>
            <a:xfrm>
              <a:off x="5039880" y="5299834"/>
              <a:ext cx="27654" cy="5730"/>
            </a:xfrm>
            <a:custGeom>
              <a:avLst/>
              <a:gdLst/>
              <a:ahLst/>
              <a:cxnLst/>
              <a:rect l="0" t="0" r="0" b="0"/>
              <a:pathLst>
                <a:path w="27654" h="5730">
                  <a:moveTo>
                    <a:pt x="27654" y="5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3" name="Candidate_receptor__2242">
              <a:extLst>
                <a:ext uri="{FF2B5EF4-FFF2-40B4-BE49-F238E27FC236}">
                  <a16:creationId xmlns:a16="http://schemas.microsoft.com/office/drawing/2014/main" id="{3885AD8D-05E3-2004-C0A2-D898CE2400A2}"/>
                </a:ext>
              </a:extLst>
            </p:cNvPr>
            <p:cNvSpPr>
              <a:spLocks noGrp="1"/>
            </p:cNvSpPr>
            <p:nvPr/>
          </p:nvSpPr>
          <p:spPr>
            <a:xfrm>
              <a:off x="4808306" y="4734310"/>
              <a:ext cx="45880" cy="29713"/>
            </a:xfrm>
            <a:custGeom>
              <a:avLst/>
              <a:gdLst/>
              <a:ahLst/>
              <a:cxnLst/>
              <a:rect l="0" t="0" r="0" b="0"/>
              <a:pathLst>
                <a:path w="45880" h="29713">
                  <a:moveTo>
                    <a:pt x="0" y="29713"/>
                  </a:moveTo>
                  <a:lnTo>
                    <a:pt x="4588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4" name="Candidate_receptor__2243">
              <a:extLst>
                <a:ext uri="{FF2B5EF4-FFF2-40B4-BE49-F238E27FC236}">
                  <a16:creationId xmlns:a16="http://schemas.microsoft.com/office/drawing/2014/main" id="{3D5E4BD5-C232-9B0E-9973-F61A8BDCFB21}"/>
                </a:ext>
              </a:extLst>
            </p:cNvPr>
            <p:cNvSpPr>
              <a:spLocks noGrp="1"/>
            </p:cNvSpPr>
            <p:nvPr/>
          </p:nvSpPr>
          <p:spPr>
            <a:xfrm>
              <a:off x="6262525" y="3594630"/>
              <a:ext cx="58742" cy="23422"/>
            </a:xfrm>
            <a:custGeom>
              <a:avLst/>
              <a:gdLst/>
              <a:ahLst/>
              <a:cxnLst/>
              <a:rect l="0" t="0" r="0" b="0"/>
              <a:pathLst>
                <a:path w="58742" h="23422">
                  <a:moveTo>
                    <a:pt x="0" y="0"/>
                  </a:moveTo>
                  <a:lnTo>
                    <a:pt x="58742" y="2342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5" name="Candidate_receptor__2244">
              <a:extLst>
                <a:ext uri="{FF2B5EF4-FFF2-40B4-BE49-F238E27FC236}">
                  <a16:creationId xmlns:a16="http://schemas.microsoft.com/office/drawing/2014/main" id="{4DBB9230-B50C-E7D9-031D-FFF69B852DA9}"/>
                </a:ext>
              </a:extLst>
            </p:cNvPr>
            <p:cNvSpPr>
              <a:spLocks noGrp="1"/>
            </p:cNvSpPr>
            <p:nvPr/>
          </p:nvSpPr>
          <p:spPr>
            <a:xfrm>
              <a:off x="5543710" y="4627425"/>
              <a:ext cx="65945" cy="12514"/>
            </a:xfrm>
            <a:custGeom>
              <a:avLst/>
              <a:gdLst/>
              <a:ahLst/>
              <a:cxnLst/>
              <a:rect l="0" t="0" r="0" b="0"/>
              <a:pathLst>
                <a:path w="65945" h="12514">
                  <a:moveTo>
                    <a:pt x="0" y="12514"/>
                  </a:moveTo>
                  <a:lnTo>
                    <a:pt x="65945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6" name="Candidate_receptor__2245">
              <a:extLst>
                <a:ext uri="{FF2B5EF4-FFF2-40B4-BE49-F238E27FC236}">
                  <a16:creationId xmlns:a16="http://schemas.microsoft.com/office/drawing/2014/main" id="{51CCC395-0861-0054-5A07-4CF9753D7389}"/>
                </a:ext>
              </a:extLst>
            </p:cNvPr>
            <p:cNvSpPr>
              <a:spLocks noGrp="1"/>
            </p:cNvSpPr>
            <p:nvPr/>
          </p:nvSpPr>
          <p:spPr>
            <a:xfrm>
              <a:off x="4759691" y="4614164"/>
              <a:ext cx="106055" cy="8419"/>
            </a:xfrm>
            <a:custGeom>
              <a:avLst/>
              <a:gdLst/>
              <a:ahLst/>
              <a:cxnLst/>
              <a:rect l="0" t="0" r="0" b="0"/>
              <a:pathLst>
                <a:path w="106055" h="8419">
                  <a:moveTo>
                    <a:pt x="106055" y="84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7" name="Candidate_receptor__2246">
              <a:extLst>
                <a:ext uri="{FF2B5EF4-FFF2-40B4-BE49-F238E27FC236}">
                  <a16:creationId xmlns:a16="http://schemas.microsoft.com/office/drawing/2014/main" id="{0481BE88-1374-98B6-8865-5B979D6296EA}"/>
                </a:ext>
              </a:extLst>
            </p:cNvPr>
            <p:cNvSpPr>
              <a:spLocks noGrp="1"/>
            </p:cNvSpPr>
            <p:nvPr/>
          </p:nvSpPr>
          <p:spPr>
            <a:xfrm>
              <a:off x="4987634" y="5160681"/>
              <a:ext cx="105687" cy="6727"/>
            </a:xfrm>
            <a:custGeom>
              <a:avLst/>
              <a:gdLst/>
              <a:ahLst/>
              <a:cxnLst/>
              <a:rect l="0" t="0" r="0" b="0"/>
              <a:pathLst>
                <a:path w="105687" h="6727">
                  <a:moveTo>
                    <a:pt x="105687" y="6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8" name="Candidate_receptor__2247">
              <a:extLst>
                <a:ext uri="{FF2B5EF4-FFF2-40B4-BE49-F238E27FC236}">
                  <a16:creationId xmlns:a16="http://schemas.microsoft.com/office/drawing/2014/main" id="{6B1CBDBE-9CB9-A71E-020B-8AF2B440794D}"/>
                </a:ext>
              </a:extLst>
            </p:cNvPr>
            <p:cNvSpPr>
              <a:spLocks noGrp="1"/>
            </p:cNvSpPr>
            <p:nvPr/>
          </p:nvSpPr>
          <p:spPr>
            <a:xfrm>
              <a:off x="6405298" y="3970400"/>
              <a:ext cx="31616" cy="61412"/>
            </a:xfrm>
            <a:custGeom>
              <a:avLst/>
              <a:gdLst/>
              <a:ahLst/>
              <a:cxnLst/>
              <a:rect l="0" t="0" r="0" b="0"/>
              <a:pathLst>
                <a:path w="31616" h="61412">
                  <a:moveTo>
                    <a:pt x="31616" y="0"/>
                  </a:moveTo>
                  <a:lnTo>
                    <a:pt x="0" y="61412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49" name="Candidate_receptor__2248">
              <a:extLst>
                <a:ext uri="{FF2B5EF4-FFF2-40B4-BE49-F238E27FC236}">
                  <a16:creationId xmlns:a16="http://schemas.microsoft.com/office/drawing/2014/main" id="{439E915F-C305-9B04-DF3A-96E377E4A0F9}"/>
                </a:ext>
              </a:extLst>
            </p:cNvPr>
            <p:cNvSpPr>
              <a:spLocks noGrp="1"/>
            </p:cNvSpPr>
            <p:nvPr/>
          </p:nvSpPr>
          <p:spPr>
            <a:xfrm>
              <a:off x="5228161" y="4550198"/>
              <a:ext cx="77804" cy="51691"/>
            </a:xfrm>
            <a:custGeom>
              <a:avLst/>
              <a:gdLst/>
              <a:ahLst/>
              <a:cxnLst/>
              <a:rect l="0" t="0" r="0" b="0"/>
              <a:pathLst>
                <a:path w="77804" h="51691">
                  <a:moveTo>
                    <a:pt x="77804" y="0"/>
                  </a:moveTo>
                  <a:lnTo>
                    <a:pt x="0" y="51691"/>
                  </a:lnTo>
                </a:path>
              </a:pathLst>
            </a:custGeom>
            <a:noFill/>
            <a:ln w="20003">
              <a:solidFill>
                <a:srgbClr val="DDE1E5"/>
              </a:solidFill>
            </a:ln>
          </p:spPr>
        </p:sp>
        <p:sp>
          <p:nvSpPr>
            <p:cNvPr id="2250" name="Candidate_receptor__2249">
              <a:extLst>
                <a:ext uri="{FF2B5EF4-FFF2-40B4-BE49-F238E27FC236}">
                  <a16:creationId xmlns:a16="http://schemas.microsoft.com/office/drawing/2014/main" id="{7100CD53-52F1-CC40-5378-223D93F1B524}"/>
                </a:ext>
              </a:extLst>
            </p:cNvPr>
            <p:cNvSpPr>
              <a:spLocks noGrp="1"/>
            </p:cNvSpPr>
            <p:nvPr/>
          </p:nvSpPr>
          <p:spPr>
            <a:xfrm>
              <a:off x="5298701" y="4451477"/>
              <a:ext cx="7264" cy="98720"/>
            </a:xfrm>
            <a:custGeom>
              <a:avLst/>
              <a:gdLst/>
              <a:ahLst/>
              <a:cxnLst/>
              <a:rect l="0" t="0" r="0" b="0"/>
              <a:pathLst>
                <a:path w="7264" h="98720">
                  <a:moveTo>
                    <a:pt x="0" y="0"/>
                  </a:moveTo>
                  <a:lnTo>
                    <a:pt x="7264" y="9872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1" name="Candidate_receptor__2250">
              <a:extLst>
                <a:ext uri="{FF2B5EF4-FFF2-40B4-BE49-F238E27FC236}">
                  <a16:creationId xmlns:a16="http://schemas.microsoft.com/office/drawing/2014/main" id="{E9BD93F1-1515-38A0-29A3-6A19494C5EBF}"/>
                </a:ext>
              </a:extLst>
            </p:cNvPr>
            <p:cNvSpPr>
              <a:spLocks noGrp="1"/>
            </p:cNvSpPr>
            <p:nvPr/>
          </p:nvSpPr>
          <p:spPr>
            <a:xfrm>
              <a:off x="5207372" y="4885096"/>
              <a:ext cx="112186" cy="26163"/>
            </a:xfrm>
            <a:custGeom>
              <a:avLst/>
              <a:gdLst/>
              <a:ahLst/>
              <a:cxnLst/>
              <a:rect l="0" t="0" r="0" b="0"/>
              <a:pathLst>
                <a:path w="112186" h="26163">
                  <a:moveTo>
                    <a:pt x="0" y="0"/>
                  </a:moveTo>
                  <a:lnTo>
                    <a:pt x="112186" y="2616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2" name="Candidate_receptor__2251">
              <a:extLst>
                <a:ext uri="{FF2B5EF4-FFF2-40B4-BE49-F238E27FC236}">
                  <a16:creationId xmlns:a16="http://schemas.microsoft.com/office/drawing/2014/main" id="{E8BE855C-D5AF-EF28-0E31-2C61504707D1}"/>
                </a:ext>
              </a:extLst>
            </p:cNvPr>
            <p:cNvSpPr>
              <a:spLocks noGrp="1"/>
            </p:cNvSpPr>
            <p:nvPr/>
          </p:nvSpPr>
          <p:spPr>
            <a:xfrm>
              <a:off x="6550052" y="4432602"/>
              <a:ext cx="106926" cy="37713"/>
            </a:xfrm>
            <a:custGeom>
              <a:avLst/>
              <a:gdLst/>
              <a:ahLst/>
              <a:cxnLst/>
              <a:rect l="0" t="0" r="0" b="0"/>
              <a:pathLst>
                <a:path w="106926" h="37713">
                  <a:moveTo>
                    <a:pt x="0" y="37713"/>
                  </a:moveTo>
                  <a:lnTo>
                    <a:pt x="10692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3" name="Candidate_receptor__2252">
              <a:extLst>
                <a:ext uri="{FF2B5EF4-FFF2-40B4-BE49-F238E27FC236}">
                  <a16:creationId xmlns:a16="http://schemas.microsoft.com/office/drawing/2014/main" id="{80556D01-21CF-690B-C50F-56B30A31B0DD}"/>
                </a:ext>
              </a:extLst>
            </p:cNvPr>
            <p:cNvSpPr>
              <a:spLocks noGrp="1"/>
            </p:cNvSpPr>
            <p:nvPr/>
          </p:nvSpPr>
          <p:spPr>
            <a:xfrm>
              <a:off x="5510740" y="4501708"/>
              <a:ext cx="113132" cy="13301"/>
            </a:xfrm>
            <a:custGeom>
              <a:avLst/>
              <a:gdLst/>
              <a:ahLst/>
              <a:cxnLst/>
              <a:rect l="0" t="0" r="0" b="0"/>
              <a:pathLst>
                <a:path w="113132" h="13301">
                  <a:moveTo>
                    <a:pt x="113132" y="13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4" name="Candidate_receptor__2253">
              <a:extLst>
                <a:ext uri="{FF2B5EF4-FFF2-40B4-BE49-F238E27FC236}">
                  <a16:creationId xmlns:a16="http://schemas.microsoft.com/office/drawing/2014/main" id="{53E8E250-2811-36E5-6542-7AEA8E1ED270}"/>
                </a:ext>
              </a:extLst>
            </p:cNvPr>
            <p:cNvSpPr>
              <a:spLocks noGrp="1"/>
            </p:cNvSpPr>
            <p:nvPr/>
          </p:nvSpPr>
          <p:spPr>
            <a:xfrm>
              <a:off x="6319136" y="4031812"/>
              <a:ext cx="86162" cy="50701"/>
            </a:xfrm>
            <a:custGeom>
              <a:avLst/>
              <a:gdLst/>
              <a:ahLst/>
              <a:cxnLst/>
              <a:rect l="0" t="0" r="0" b="0"/>
              <a:pathLst>
                <a:path w="86162" h="50701">
                  <a:moveTo>
                    <a:pt x="86162" y="0"/>
                  </a:moveTo>
                  <a:lnTo>
                    <a:pt x="0" y="50701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5" name="Candidate_receptor__2254">
              <a:extLst>
                <a:ext uri="{FF2B5EF4-FFF2-40B4-BE49-F238E27FC236}">
                  <a16:creationId xmlns:a16="http://schemas.microsoft.com/office/drawing/2014/main" id="{DBF7FD07-D932-AE1E-5347-0A9B43BEC48A}"/>
                </a:ext>
              </a:extLst>
            </p:cNvPr>
            <p:cNvSpPr>
              <a:spLocks noGrp="1"/>
            </p:cNvSpPr>
            <p:nvPr/>
          </p:nvSpPr>
          <p:spPr>
            <a:xfrm>
              <a:off x="6119075" y="4494011"/>
              <a:ext cx="84343" cy="51966"/>
            </a:xfrm>
            <a:custGeom>
              <a:avLst/>
              <a:gdLst/>
              <a:ahLst/>
              <a:cxnLst/>
              <a:rect l="0" t="0" r="0" b="0"/>
              <a:pathLst>
                <a:path w="84343" h="51966">
                  <a:moveTo>
                    <a:pt x="84343" y="519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6" name="Candidate_receptor__2255">
              <a:extLst>
                <a:ext uri="{FF2B5EF4-FFF2-40B4-BE49-F238E27FC236}">
                  <a16:creationId xmlns:a16="http://schemas.microsoft.com/office/drawing/2014/main" id="{B1D23AFC-DB37-44BD-8657-AA0DAECEE29C}"/>
                </a:ext>
              </a:extLst>
            </p:cNvPr>
            <p:cNvSpPr>
              <a:spLocks noGrp="1"/>
            </p:cNvSpPr>
            <p:nvPr/>
          </p:nvSpPr>
          <p:spPr>
            <a:xfrm>
              <a:off x="4706501" y="4614164"/>
              <a:ext cx="53191" cy="53138"/>
            </a:xfrm>
            <a:custGeom>
              <a:avLst/>
              <a:gdLst/>
              <a:ahLst/>
              <a:cxnLst/>
              <a:rect l="0" t="0" r="0" b="0"/>
              <a:pathLst>
                <a:path w="53191" h="53138">
                  <a:moveTo>
                    <a:pt x="53191" y="0"/>
                  </a:moveTo>
                  <a:lnTo>
                    <a:pt x="0" y="5313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7" name="Candidate_receptor__2256">
              <a:extLst>
                <a:ext uri="{FF2B5EF4-FFF2-40B4-BE49-F238E27FC236}">
                  <a16:creationId xmlns:a16="http://schemas.microsoft.com/office/drawing/2014/main" id="{3A8C942A-1631-2DC6-7712-F18D8B5A8848}"/>
                </a:ext>
              </a:extLst>
            </p:cNvPr>
            <p:cNvSpPr>
              <a:spLocks noGrp="1"/>
            </p:cNvSpPr>
            <p:nvPr/>
          </p:nvSpPr>
          <p:spPr>
            <a:xfrm>
              <a:off x="6196733" y="4545976"/>
              <a:ext cx="6685" cy="97321"/>
            </a:xfrm>
            <a:custGeom>
              <a:avLst/>
              <a:gdLst/>
              <a:ahLst/>
              <a:cxnLst/>
              <a:rect l="0" t="0" r="0" b="0"/>
              <a:pathLst>
                <a:path w="6685" h="97321">
                  <a:moveTo>
                    <a:pt x="0" y="97321"/>
                  </a:moveTo>
                  <a:lnTo>
                    <a:pt x="668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8" name="Candidate_receptor__2257">
              <a:extLst>
                <a:ext uri="{FF2B5EF4-FFF2-40B4-BE49-F238E27FC236}">
                  <a16:creationId xmlns:a16="http://schemas.microsoft.com/office/drawing/2014/main" id="{BD33C5BA-AC75-A5D2-E65E-5F0EBCD35463}"/>
                </a:ext>
              </a:extLst>
            </p:cNvPr>
            <p:cNvSpPr>
              <a:spLocks noGrp="1"/>
            </p:cNvSpPr>
            <p:nvPr/>
          </p:nvSpPr>
          <p:spPr>
            <a:xfrm>
              <a:off x="5093321" y="5167409"/>
              <a:ext cx="35850" cy="62238"/>
            </a:xfrm>
            <a:custGeom>
              <a:avLst/>
              <a:gdLst/>
              <a:ahLst/>
              <a:cxnLst/>
              <a:rect l="0" t="0" r="0" b="0"/>
              <a:pathLst>
                <a:path w="35850" h="62238">
                  <a:moveTo>
                    <a:pt x="35850" y="622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59" name="Candidate_receptor__2258">
              <a:extLst>
                <a:ext uri="{FF2B5EF4-FFF2-40B4-BE49-F238E27FC236}">
                  <a16:creationId xmlns:a16="http://schemas.microsoft.com/office/drawing/2014/main" id="{DDFF0068-0D1C-25BC-D6FB-8BBBF526B4DD}"/>
                </a:ext>
              </a:extLst>
            </p:cNvPr>
            <p:cNvSpPr>
              <a:spLocks noGrp="1"/>
            </p:cNvSpPr>
            <p:nvPr/>
          </p:nvSpPr>
          <p:spPr>
            <a:xfrm>
              <a:off x="5199931" y="5009647"/>
              <a:ext cx="80123" cy="9836"/>
            </a:xfrm>
            <a:custGeom>
              <a:avLst/>
              <a:gdLst/>
              <a:ahLst/>
              <a:cxnLst/>
              <a:rect l="0" t="0" r="0" b="0"/>
              <a:pathLst>
                <a:path w="80123" h="9836">
                  <a:moveTo>
                    <a:pt x="80123" y="0"/>
                  </a:moveTo>
                  <a:lnTo>
                    <a:pt x="0" y="9836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0" name="Candidate_receptor__2259">
              <a:extLst>
                <a:ext uri="{FF2B5EF4-FFF2-40B4-BE49-F238E27FC236}">
                  <a16:creationId xmlns:a16="http://schemas.microsoft.com/office/drawing/2014/main" id="{B9C7F54D-4C04-B667-19AA-651713B1AF14}"/>
                </a:ext>
              </a:extLst>
            </p:cNvPr>
            <p:cNvSpPr>
              <a:spLocks noGrp="1"/>
            </p:cNvSpPr>
            <p:nvPr/>
          </p:nvSpPr>
          <p:spPr>
            <a:xfrm>
              <a:off x="6282353" y="3721330"/>
              <a:ext cx="56992" cy="44744"/>
            </a:xfrm>
            <a:custGeom>
              <a:avLst/>
              <a:gdLst/>
              <a:ahLst/>
              <a:cxnLst/>
              <a:rect l="0" t="0" r="0" b="0"/>
              <a:pathLst>
                <a:path w="56992" h="44744">
                  <a:moveTo>
                    <a:pt x="56992" y="0"/>
                  </a:moveTo>
                  <a:lnTo>
                    <a:pt x="0" y="4474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1" name="Candidate_receptor__2260">
              <a:extLst>
                <a:ext uri="{FF2B5EF4-FFF2-40B4-BE49-F238E27FC236}">
                  <a16:creationId xmlns:a16="http://schemas.microsoft.com/office/drawing/2014/main" id="{EA8EE1B7-00BB-1FCC-1397-01654246EDF8}"/>
                </a:ext>
              </a:extLst>
            </p:cNvPr>
            <p:cNvSpPr>
              <a:spLocks noGrp="1"/>
            </p:cNvSpPr>
            <p:nvPr/>
          </p:nvSpPr>
          <p:spPr>
            <a:xfrm>
              <a:off x="4854186" y="4622584"/>
              <a:ext cx="11561" cy="111726"/>
            </a:xfrm>
            <a:custGeom>
              <a:avLst/>
              <a:gdLst/>
              <a:ahLst/>
              <a:cxnLst/>
              <a:rect l="0" t="0" r="0" b="0"/>
              <a:pathLst>
                <a:path w="11561" h="111726">
                  <a:moveTo>
                    <a:pt x="0" y="111726"/>
                  </a:moveTo>
                  <a:lnTo>
                    <a:pt x="11561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2" name="Candidate_receptor__2261">
              <a:extLst>
                <a:ext uri="{FF2B5EF4-FFF2-40B4-BE49-F238E27FC236}">
                  <a16:creationId xmlns:a16="http://schemas.microsoft.com/office/drawing/2014/main" id="{E1978169-2F63-1E16-9DD5-672AB7D56710}"/>
                </a:ext>
              </a:extLst>
            </p:cNvPr>
            <p:cNvSpPr>
              <a:spLocks noGrp="1"/>
            </p:cNvSpPr>
            <p:nvPr/>
          </p:nvSpPr>
          <p:spPr>
            <a:xfrm>
              <a:off x="5609655" y="4515009"/>
              <a:ext cx="14217" cy="112416"/>
            </a:xfrm>
            <a:custGeom>
              <a:avLst/>
              <a:gdLst/>
              <a:ahLst/>
              <a:cxnLst/>
              <a:rect l="0" t="0" r="0" b="0"/>
              <a:pathLst>
                <a:path w="14217" h="112416">
                  <a:moveTo>
                    <a:pt x="0" y="112416"/>
                  </a:moveTo>
                  <a:lnTo>
                    <a:pt x="14217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3" name="Candidate_receptor__2262">
              <a:extLst>
                <a:ext uri="{FF2B5EF4-FFF2-40B4-BE49-F238E27FC236}">
                  <a16:creationId xmlns:a16="http://schemas.microsoft.com/office/drawing/2014/main" id="{A0E91021-FD31-CDC3-F370-6CE9855CA244}"/>
                </a:ext>
              </a:extLst>
            </p:cNvPr>
            <p:cNvSpPr>
              <a:spLocks noGrp="1"/>
            </p:cNvSpPr>
            <p:nvPr/>
          </p:nvSpPr>
          <p:spPr>
            <a:xfrm>
              <a:off x="6372076" y="3380920"/>
              <a:ext cx="17510" cy="91193"/>
            </a:xfrm>
            <a:custGeom>
              <a:avLst/>
              <a:gdLst/>
              <a:ahLst/>
              <a:cxnLst/>
              <a:rect l="0" t="0" r="0" b="0"/>
              <a:pathLst>
                <a:path w="17510" h="91193">
                  <a:moveTo>
                    <a:pt x="17510" y="0"/>
                  </a:moveTo>
                  <a:lnTo>
                    <a:pt x="0" y="9119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4" name="Candidate_receptor__2263">
              <a:extLst>
                <a:ext uri="{FF2B5EF4-FFF2-40B4-BE49-F238E27FC236}">
                  <a16:creationId xmlns:a16="http://schemas.microsoft.com/office/drawing/2014/main" id="{6B37396B-2BB2-4D6A-0D4C-BE6ABC508F5C}"/>
                </a:ext>
              </a:extLst>
            </p:cNvPr>
            <p:cNvSpPr>
              <a:spLocks noGrp="1"/>
            </p:cNvSpPr>
            <p:nvPr/>
          </p:nvSpPr>
          <p:spPr>
            <a:xfrm>
              <a:off x="6320292" y="3848422"/>
              <a:ext cx="102327" cy="52614"/>
            </a:xfrm>
            <a:custGeom>
              <a:avLst/>
              <a:gdLst/>
              <a:ahLst/>
              <a:cxnLst/>
              <a:rect l="0" t="0" r="0" b="0"/>
              <a:pathLst>
                <a:path w="102327" h="52614">
                  <a:moveTo>
                    <a:pt x="102327" y="0"/>
                  </a:moveTo>
                  <a:lnTo>
                    <a:pt x="0" y="5261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5" name="Candidate_receptor__2264">
              <a:extLst>
                <a:ext uri="{FF2B5EF4-FFF2-40B4-BE49-F238E27FC236}">
                  <a16:creationId xmlns:a16="http://schemas.microsoft.com/office/drawing/2014/main" id="{3FCB89D0-21B7-5F8E-894F-E5760398D5E8}"/>
                </a:ext>
              </a:extLst>
            </p:cNvPr>
            <p:cNvSpPr>
              <a:spLocks noGrp="1"/>
            </p:cNvSpPr>
            <p:nvPr/>
          </p:nvSpPr>
          <p:spPr>
            <a:xfrm>
              <a:off x="6339345" y="3665567"/>
              <a:ext cx="71346" cy="55763"/>
            </a:xfrm>
            <a:custGeom>
              <a:avLst/>
              <a:gdLst/>
              <a:ahLst/>
              <a:cxnLst/>
              <a:rect l="0" t="0" r="0" b="0"/>
              <a:pathLst>
                <a:path w="71346" h="55763">
                  <a:moveTo>
                    <a:pt x="71346" y="0"/>
                  </a:moveTo>
                  <a:lnTo>
                    <a:pt x="0" y="55763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6" name="Candidate_receptor__2265">
              <a:extLst>
                <a:ext uri="{FF2B5EF4-FFF2-40B4-BE49-F238E27FC236}">
                  <a16:creationId xmlns:a16="http://schemas.microsoft.com/office/drawing/2014/main" id="{C9B63001-335F-2BFB-B618-33682B78C669}"/>
                </a:ext>
              </a:extLst>
            </p:cNvPr>
            <p:cNvSpPr>
              <a:spLocks noGrp="1"/>
            </p:cNvSpPr>
            <p:nvPr/>
          </p:nvSpPr>
          <p:spPr>
            <a:xfrm>
              <a:off x="5280053" y="4911259"/>
              <a:ext cx="39505" cy="98388"/>
            </a:xfrm>
            <a:custGeom>
              <a:avLst/>
              <a:gdLst/>
              <a:ahLst/>
              <a:cxnLst/>
              <a:rect l="0" t="0" r="0" b="0"/>
              <a:pathLst>
                <a:path w="39505" h="98388">
                  <a:moveTo>
                    <a:pt x="39505" y="0"/>
                  </a:moveTo>
                  <a:lnTo>
                    <a:pt x="0" y="9838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7" name="Candidate_receptor__2266">
              <a:extLst>
                <a:ext uri="{FF2B5EF4-FFF2-40B4-BE49-F238E27FC236}">
                  <a16:creationId xmlns:a16="http://schemas.microsoft.com/office/drawing/2014/main" id="{369C3998-ADFE-3840-A0B4-C20AF3D213F7}"/>
                </a:ext>
              </a:extLst>
            </p:cNvPr>
            <p:cNvSpPr>
              <a:spLocks noGrp="1"/>
            </p:cNvSpPr>
            <p:nvPr/>
          </p:nvSpPr>
          <p:spPr>
            <a:xfrm>
              <a:off x="6353146" y="3472112"/>
              <a:ext cx="18930" cy="68862"/>
            </a:xfrm>
            <a:custGeom>
              <a:avLst/>
              <a:gdLst/>
              <a:ahLst/>
              <a:cxnLst/>
              <a:rect l="0" t="0" r="0" b="0"/>
              <a:pathLst>
                <a:path w="18930" h="68862">
                  <a:moveTo>
                    <a:pt x="18930" y="0"/>
                  </a:moveTo>
                  <a:lnTo>
                    <a:pt x="0" y="68862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8" name="Candidate_receptor__2267">
              <a:extLst>
                <a:ext uri="{FF2B5EF4-FFF2-40B4-BE49-F238E27FC236}">
                  <a16:creationId xmlns:a16="http://schemas.microsoft.com/office/drawing/2014/main" id="{39703FAA-CF2F-E8C1-BC4A-C54284EA9625}"/>
                </a:ext>
              </a:extLst>
            </p:cNvPr>
            <p:cNvSpPr>
              <a:spLocks noGrp="1"/>
            </p:cNvSpPr>
            <p:nvPr/>
          </p:nvSpPr>
          <p:spPr>
            <a:xfrm>
              <a:off x="5003671" y="5012417"/>
              <a:ext cx="90674" cy="41504"/>
            </a:xfrm>
            <a:custGeom>
              <a:avLst/>
              <a:gdLst/>
              <a:ahLst/>
              <a:cxnLst/>
              <a:rect l="0" t="0" r="0" b="0"/>
              <a:pathLst>
                <a:path w="90674" h="41504">
                  <a:moveTo>
                    <a:pt x="90674" y="41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69" name="Candidate_receptor__2268">
              <a:extLst>
                <a:ext uri="{FF2B5EF4-FFF2-40B4-BE49-F238E27FC236}">
                  <a16:creationId xmlns:a16="http://schemas.microsoft.com/office/drawing/2014/main" id="{0ADAA2A7-1A6C-903F-446B-1BD28EB090EB}"/>
                </a:ext>
              </a:extLst>
            </p:cNvPr>
            <p:cNvSpPr>
              <a:spLocks noGrp="1"/>
            </p:cNvSpPr>
            <p:nvPr/>
          </p:nvSpPr>
          <p:spPr>
            <a:xfrm>
              <a:off x="5183779" y="4453248"/>
              <a:ext cx="12489" cy="17557"/>
            </a:xfrm>
            <a:custGeom>
              <a:avLst/>
              <a:gdLst/>
              <a:ahLst/>
              <a:cxnLst/>
              <a:rect l="0" t="0" r="0" b="0"/>
              <a:pathLst>
                <a:path w="12489" h="17557">
                  <a:moveTo>
                    <a:pt x="12489" y="17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0" name="Candidate_receptor__2269">
              <a:extLst>
                <a:ext uri="{FF2B5EF4-FFF2-40B4-BE49-F238E27FC236}">
                  <a16:creationId xmlns:a16="http://schemas.microsoft.com/office/drawing/2014/main" id="{03B4BD7F-A98B-8D94-E590-EA166EA77C53}"/>
                </a:ext>
              </a:extLst>
            </p:cNvPr>
            <p:cNvSpPr>
              <a:spLocks noGrp="1"/>
            </p:cNvSpPr>
            <p:nvPr/>
          </p:nvSpPr>
          <p:spPr>
            <a:xfrm>
              <a:off x="5039880" y="5229646"/>
              <a:ext cx="89291" cy="70188"/>
            </a:xfrm>
            <a:custGeom>
              <a:avLst/>
              <a:gdLst/>
              <a:ahLst/>
              <a:cxnLst/>
              <a:rect l="0" t="0" r="0" b="0"/>
              <a:pathLst>
                <a:path w="89291" h="70188">
                  <a:moveTo>
                    <a:pt x="0" y="70188"/>
                  </a:moveTo>
                  <a:lnTo>
                    <a:pt x="89291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1" name="Candidate_receptor__2270">
              <a:extLst>
                <a:ext uri="{FF2B5EF4-FFF2-40B4-BE49-F238E27FC236}">
                  <a16:creationId xmlns:a16="http://schemas.microsoft.com/office/drawing/2014/main" id="{213A0E98-0787-20FB-FEC2-81A2EFB43686}"/>
                </a:ext>
              </a:extLst>
            </p:cNvPr>
            <p:cNvSpPr>
              <a:spLocks noGrp="1"/>
            </p:cNvSpPr>
            <p:nvPr/>
          </p:nvSpPr>
          <p:spPr>
            <a:xfrm>
              <a:off x="5491617" y="4501708"/>
              <a:ext cx="19122" cy="55030"/>
            </a:xfrm>
            <a:custGeom>
              <a:avLst/>
              <a:gdLst/>
              <a:ahLst/>
              <a:cxnLst/>
              <a:rect l="0" t="0" r="0" b="0"/>
              <a:pathLst>
                <a:path w="19122" h="55030">
                  <a:moveTo>
                    <a:pt x="19122" y="0"/>
                  </a:moveTo>
                  <a:lnTo>
                    <a:pt x="0" y="5503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2" name="Candidate_receptor__2271">
              <a:extLst>
                <a:ext uri="{FF2B5EF4-FFF2-40B4-BE49-F238E27FC236}">
                  <a16:creationId xmlns:a16="http://schemas.microsoft.com/office/drawing/2014/main" id="{42AADA64-A1BE-8C8A-6F83-EECE53722F63}"/>
                </a:ext>
              </a:extLst>
            </p:cNvPr>
            <p:cNvSpPr>
              <a:spLocks noGrp="1"/>
            </p:cNvSpPr>
            <p:nvPr/>
          </p:nvSpPr>
          <p:spPr>
            <a:xfrm>
              <a:off x="6632522" y="4276643"/>
              <a:ext cx="102907" cy="20704"/>
            </a:xfrm>
            <a:custGeom>
              <a:avLst/>
              <a:gdLst/>
              <a:ahLst/>
              <a:cxnLst/>
              <a:rect l="0" t="0" r="0" b="0"/>
              <a:pathLst>
                <a:path w="102907" h="20704">
                  <a:moveTo>
                    <a:pt x="102907" y="207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3" name="Candidate_receptor__2272">
              <a:extLst>
                <a:ext uri="{FF2B5EF4-FFF2-40B4-BE49-F238E27FC236}">
                  <a16:creationId xmlns:a16="http://schemas.microsoft.com/office/drawing/2014/main" id="{D97F23E4-8D17-839C-8A53-4FC6808C6072}"/>
                </a:ext>
              </a:extLst>
            </p:cNvPr>
            <p:cNvSpPr>
              <a:spLocks noGrp="1"/>
            </p:cNvSpPr>
            <p:nvPr/>
          </p:nvSpPr>
          <p:spPr>
            <a:xfrm>
              <a:off x="6262525" y="3540974"/>
              <a:ext cx="90621" cy="53656"/>
            </a:xfrm>
            <a:custGeom>
              <a:avLst/>
              <a:gdLst/>
              <a:ahLst/>
              <a:cxnLst/>
              <a:rect l="0" t="0" r="0" b="0"/>
              <a:pathLst>
                <a:path w="90621" h="53656">
                  <a:moveTo>
                    <a:pt x="90621" y="0"/>
                  </a:moveTo>
                  <a:lnTo>
                    <a:pt x="0" y="53656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4" name="Candidate_receptor__2273">
              <a:extLst>
                <a:ext uri="{FF2B5EF4-FFF2-40B4-BE49-F238E27FC236}">
                  <a16:creationId xmlns:a16="http://schemas.microsoft.com/office/drawing/2014/main" id="{DA43E1FB-329E-D451-9874-05E7E1B794B7}"/>
                </a:ext>
              </a:extLst>
            </p:cNvPr>
            <p:cNvSpPr>
              <a:spLocks noGrp="1"/>
            </p:cNvSpPr>
            <p:nvPr/>
          </p:nvSpPr>
          <p:spPr>
            <a:xfrm>
              <a:off x="5193083" y="4885096"/>
              <a:ext cx="14289" cy="18944"/>
            </a:xfrm>
            <a:custGeom>
              <a:avLst/>
              <a:gdLst/>
              <a:ahLst/>
              <a:cxnLst/>
              <a:rect l="0" t="0" r="0" b="0"/>
              <a:pathLst>
                <a:path w="14289" h="18944">
                  <a:moveTo>
                    <a:pt x="0" y="18944"/>
                  </a:moveTo>
                  <a:lnTo>
                    <a:pt x="14289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5" name="Candidate_receptor__2274">
              <a:extLst>
                <a:ext uri="{FF2B5EF4-FFF2-40B4-BE49-F238E27FC236}">
                  <a16:creationId xmlns:a16="http://schemas.microsoft.com/office/drawing/2014/main" id="{B27C08DE-77DF-0528-9267-91CCDD2BDDC9}"/>
                </a:ext>
              </a:extLst>
            </p:cNvPr>
            <p:cNvSpPr>
              <a:spLocks noGrp="1"/>
            </p:cNvSpPr>
            <p:nvPr/>
          </p:nvSpPr>
          <p:spPr>
            <a:xfrm>
              <a:off x="4945166" y="5002624"/>
              <a:ext cx="58505" cy="9794"/>
            </a:xfrm>
            <a:custGeom>
              <a:avLst/>
              <a:gdLst/>
              <a:ahLst/>
              <a:cxnLst/>
              <a:rect l="0" t="0" r="0" b="0"/>
              <a:pathLst>
                <a:path w="58505" h="9794">
                  <a:moveTo>
                    <a:pt x="58505" y="97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6" name="Candidate_receptor__2275">
              <a:extLst>
                <a:ext uri="{FF2B5EF4-FFF2-40B4-BE49-F238E27FC236}">
                  <a16:creationId xmlns:a16="http://schemas.microsoft.com/office/drawing/2014/main" id="{F2B21DC8-7EB3-5037-DC41-DAA9FE72396D}"/>
                </a:ext>
              </a:extLst>
            </p:cNvPr>
            <p:cNvSpPr>
              <a:spLocks noGrp="1"/>
            </p:cNvSpPr>
            <p:nvPr/>
          </p:nvSpPr>
          <p:spPr>
            <a:xfrm>
              <a:off x="6196733" y="4643297"/>
              <a:ext cx="75208" cy="74659"/>
            </a:xfrm>
            <a:custGeom>
              <a:avLst/>
              <a:gdLst/>
              <a:ahLst/>
              <a:cxnLst/>
              <a:rect l="0" t="0" r="0" b="0"/>
              <a:pathLst>
                <a:path w="75208" h="74659">
                  <a:moveTo>
                    <a:pt x="75208" y="746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7" name="Candidate_receptor__2276">
              <a:extLst>
                <a:ext uri="{FF2B5EF4-FFF2-40B4-BE49-F238E27FC236}">
                  <a16:creationId xmlns:a16="http://schemas.microsoft.com/office/drawing/2014/main" id="{A4024058-3F65-96DF-DBAB-FFD81B567EA6}"/>
                </a:ext>
              </a:extLst>
            </p:cNvPr>
            <p:cNvSpPr>
              <a:spLocks noGrp="1"/>
            </p:cNvSpPr>
            <p:nvPr/>
          </p:nvSpPr>
          <p:spPr>
            <a:xfrm>
              <a:off x="4987634" y="5130580"/>
              <a:ext cx="35149" cy="30101"/>
            </a:xfrm>
            <a:custGeom>
              <a:avLst/>
              <a:gdLst/>
              <a:ahLst/>
              <a:cxnLst/>
              <a:rect l="0" t="0" r="0" b="0"/>
              <a:pathLst>
                <a:path w="35149" h="30101">
                  <a:moveTo>
                    <a:pt x="0" y="30101"/>
                  </a:moveTo>
                  <a:lnTo>
                    <a:pt x="35149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8" name="Candidate_receptor__2277">
              <a:extLst>
                <a:ext uri="{FF2B5EF4-FFF2-40B4-BE49-F238E27FC236}">
                  <a16:creationId xmlns:a16="http://schemas.microsoft.com/office/drawing/2014/main" id="{1838DA0B-76F4-27BA-C398-08BE9AFB5457}"/>
                </a:ext>
              </a:extLst>
            </p:cNvPr>
            <p:cNvSpPr>
              <a:spLocks noGrp="1"/>
            </p:cNvSpPr>
            <p:nvPr/>
          </p:nvSpPr>
          <p:spPr>
            <a:xfrm>
              <a:off x="6656978" y="4400386"/>
              <a:ext cx="41625" cy="32216"/>
            </a:xfrm>
            <a:custGeom>
              <a:avLst/>
              <a:gdLst/>
              <a:ahLst/>
              <a:cxnLst/>
              <a:rect l="0" t="0" r="0" b="0"/>
              <a:pathLst>
                <a:path w="41625" h="32216">
                  <a:moveTo>
                    <a:pt x="0" y="32216"/>
                  </a:moveTo>
                  <a:lnTo>
                    <a:pt x="4162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79" name="Candidate_receptor__2278">
              <a:extLst>
                <a:ext uri="{FF2B5EF4-FFF2-40B4-BE49-F238E27FC236}">
                  <a16:creationId xmlns:a16="http://schemas.microsoft.com/office/drawing/2014/main" id="{B06A1084-D23F-87D3-F79C-AA533D89AEC5}"/>
                </a:ext>
              </a:extLst>
            </p:cNvPr>
            <p:cNvSpPr>
              <a:spLocks noGrp="1"/>
            </p:cNvSpPr>
            <p:nvPr/>
          </p:nvSpPr>
          <p:spPr>
            <a:xfrm>
              <a:off x="4637596" y="4505925"/>
              <a:ext cx="112762" cy="19257"/>
            </a:xfrm>
            <a:custGeom>
              <a:avLst/>
              <a:gdLst/>
              <a:ahLst/>
              <a:cxnLst/>
              <a:rect l="0" t="0" r="0" b="0"/>
              <a:pathLst>
                <a:path w="112762" h="19257">
                  <a:moveTo>
                    <a:pt x="112762" y="0"/>
                  </a:moveTo>
                  <a:lnTo>
                    <a:pt x="0" y="19257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0" name="Candidate_receptor__2279">
              <a:extLst>
                <a:ext uri="{FF2B5EF4-FFF2-40B4-BE49-F238E27FC236}">
                  <a16:creationId xmlns:a16="http://schemas.microsoft.com/office/drawing/2014/main" id="{E2A63E45-A8D2-B742-8AB8-FFA29E81CF76}"/>
                </a:ext>
              </a:extLst>
            </p:cNvPr>
            <p:cNvSpPr>
              <a:spLocks noGrp="1"/>
            </p:cNvSpPr>
            <p:nvPr/>
          </p:nvSpPr>
          <p:spPr>
            <a:xfrm>
              <a:off x="4931873" y="4852441"/>
              <a:ext cx="113151" cy="23268"/>
            </a:xfrm>
            <a:custGeom>
              <a:avLst/>
              <a:gdLst/>
              <a:ahLst/>
              <a:cxnLst/>
              <a:rect l="0" t="0" r="0" b="0"/>
              <a:pathLst>
                <a:path w="113151" h="23268">
                  <a:moveTo>
                    <a:pt x="113151" y="232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1" name="Candidate_receptor__2280">
              <a:extLst>
                <a:ext uri="{FF2B5EF4-FFF2-40B4-BE49-F238E27FC236}">
                  <a16:creationId xmlns:a16="http://schemas.microsoft.com/office/drawing/2014/main" id="{16C1D92A-92DE-D314-EA6C-7A44A28A4AA6}"/>
                </a:ext>
              </a:extLst>
            </p:cNvPr>
            <p:cNvSpPr>
              <a:spLocks noGrp="1"/>
            </p:cNvSpPr>
            <p:nvPr/>
          </p:nvSpPr>
          <p:spPr>
            <a:xfrm>
              <a:off x="6578698" y="4276643"/>
              <a:ext cx="53824" cy="21552"/>
            </a:xfrm>
            <a:custGeom>
              <a:avLst/>
              <a:gdLst/>
              <a:ahLst/>
              <a:cxnLst/>
              <a:rect l="0" t="0" r="0" b="0"/>
              <a:pathLst>
                <a:path w="53824" h="21552">
                  <a:moveTo>
                    <a:pt x="53824" y="0"/>
                  </a:moveTo>
                  <a:lnTo>
                    <a:pt x="0" y="21552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2" name="Candidate_receptor__2281">
              <a:extLst>
                <a:ext uri="{FF2B5EF4-FFF2-40B4-BE49-F238E27FC236}">
                  <a16:creationId xmlns:a16="http://schemas.microsoft.com/office/drawing/2014/main" id="{3842E92D-EA2D-2029-3B44-428128B2ADC7}"/>
                </a:ext>
              </a:extLst>
            </p:cNvPr>
            <p:cNvSpPr>
              <a:spLocks noGrp="1"/>
            </p:cNvSpPr>
            <p:nvPr/>
          </p:nvSpPr>
          <p:spPr>
            <a:xfrm>
              <a:off x="5214030" y="4313103"/>
              <a:ext cx="62690" cy="76668"/>
            </a:xfrm>
            <a:custGeom>
              <a:avLst/>
              <a:gdLst/>
              <a:ahLst/>
              <a:cxnLst/>
              <a:rect l="0" t="0" r="0" b="0"/>
              <a:pathLst>
                <a:path w="62690" h="76668">
                  <a:moveTo>
                    <a:pt x="0" y="0"/>
                  </a:moveTo>
                  <a:lnTo>
                    <a:pt x="62690" y="76668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3" name="Candidate_receptor__2282">
              <a:extLst>
                <a:ext uri="{FF2B5EF4-FFF2-40B4-BE49-F238E27FC236}">
                  <a16:creationId xmlns:a16="http://schemas.microsoft.com/office/drawing/2014/main" id="{9250305C-5521-E5EC-AF36-2D8FAE6BDD9E}"/>
                </a:ext>
              </a:extLst>
            </p:cNvPr>
            <p:cNvSpPr>
              <a:spLocks noGrp="1"/>
            </p:cNvSpPr>
            <p:nvPr/>
          </p:nvSpPr>
          <p:spPr>
            <a:xfrm>
              <a:off x="6203265" y="4378120"/>
              <a:ext cx="60433" cy="93379"/>
            </a:xfrm>
            <a:custGeom>
              <a:avLst/>
              <a:gdLst/>
              <a:ahLst/>
              <a:cxnLst/>
              <a:rect l="0" t="0" r="0" b="0"/>
              <a:pathLst>
                <a:path w="60433" h="93379">
                  <a:moveTo>
                    <a:pt x="60433" y="933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4" name="Candidate_receptor__2283">
              <a:extLst>
                <a:ext uri="{FF2B5EF4-FFF2-40B4-BE49-F238E27FC236}">
                  <a16:creationId xmlns:a16="http://schemas.microsoft.com/office/drawing/2014/main" id="{84F1B154-8942-23A5-43EF-4D2D34A0FEF7}"/>
                </a:ext>
              </a:extLst>
            </p:cNvPr>
            <p:cNvSpPr>
              <a:spLocks noGrp="1"/>
            </p:cNvSpPr>
            <p:nvPr/>
          </p:nvSpPr>
          <p:spPr>
            <a:xfrm>
              <a:off x="6119075" y="4494011"/>
              <a:ext cx="47234" cy="25929"/>
            </a:xfrm>
            <a:custGeom>
              <a:avLst/>
              <a:gdLst/>
              <a:ahLst/>
              <a:cxnLst/>
              <a:rect l="0" t="0" r="0" b="0"/>
              <a:pathLst>
                <a:path w="47234" h="25929">
                  <a:moveTo>
                    <a:pt x="0" y="0"/>
                  </a:moveTo>
                  <a:lnTo>
                    <a:pt x="47234" y="25929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5" name="Candidate_receptor__2284">
              <a:extLst>
                <a:ext uri="{FF2B5EF4-FFF2-40B4-BE49-F238E27FC236}">
                  <a16:creationId xmlns:a16="http://schemas.microsoft.com/office/drawing/2014/main" id="{1F862F35-8559-6F6F-6791-2250016A1D22}"/>
                </a:ext>
              </a:extLst>
            </p:cNvPr>
            <p:cNvSpPr>
              <a:spLocks noGrp="1"/>
            </p:cNvSpPr>
            <p:nvPr/>
          </p:nvSpPr>
          <p:spPr>
            <a:xfrm>
              <a:off x="5126877" y="4313103"/>
              <a:ext cx="87153" cy="23376"/>
            </a:xfrm>
            <a:custGeom>
              <a:avLst/>
              <a:gdLst/>
              <a:ahLst/>
              <a:cxnLst/>
              <a:rect l="0" t="0" r="0" b="0"/>
              <a:pathLst>
                <a:path w="87153" h="23376">
                  <a:moveTo>
                    <a:pt x="0" y="23376"/>
                  </a:moveTo>
                  <a:lnTo>
                    <a:pt x="87153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6" name="Candidate_receptor__2285">
              <a:extLst>
                <a:ext uri="{FF2B5EF4-FFF2-40B4-BE49-F238E27FC236}">
                  <a16:creationId xmlns:a16="http://schemas.microsoft.com/office/drawing/2014/main" id="{196D7F76-D919-9228-0511-AF01A0927617}"/>
                </a:ext>
              </a:extLst>
            </p:cNvPr>
            <p:cNvSpPr>
              <a:spLocks noGrp="1"/>
            </p:cNvSpPr>
            <p:nvPr/>
          </p:nvSpPr>
          <p:spPr>
            <a:xfrm>
              <a:off x="4706501" y="4608771"/>
              <a:ext cx="60895" cy="58531"/>
            </a:xfrm>
            <a:custGeom>
              <a:avLst/>
              <a:gdLst/>
              <a:ahLst/>
              <a:cxnLst/>
              <a:rect l="0" t="0" r="0" b="0"/>
              <a:pathLst>
                <a:path w="60895" h="58531">
                  <a:moveTo>
                    <a:pt x="0" y="58531"/>
                  </a:moveTo>
                  <a:lnTo>
                    <a:pt x="60895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7" name="Candidate_receptor__2286">
              <a:extLst>
                <a:ext uri="{FF2B5EF4-FFF2-40B4-BE49-F238E27FC236}">
                  <a16:creationId xmlns:a16="http://schemas.microsoft.com/office/drawing/2014/main" id="{AE5FDEBC-DE07-9F59-2C75-52C0B07CB862}"/>
                </a:ext>
              </a:extLst>
            </p:cNvPr>
            <p:cNvSpPr>
              <a:spLocks noGrp="1"/>
            </p:cNvSpPr>
            <p:nvPr/>
          </p:nvSpPr>
          <p:spPr>
            <a:xfrm>
              <a:off x="5022783" y="5053921"/>
              <a:ext cx="71563" cy="76659"/>
            </a:xfrm>
            <a:custGeom>
              <a:avLst/>
              <a:gdLst/>
              <a:ahLst/>
              <a:cxnLst/>
              <a:rect l="0" t="0" r="0" b="0"/>
              <a:pathLst>
                <a:path w="71563" h="76659">
                  <a:moveTo>
                    <a:pt x="0" y="76659"/>
                  </a:moveTo>
                  <a:lnTo>
                    <a:pt x="71563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8" name="Candidate_receptor__2287">
              <a:extLst>
                <a:ext uri="{FF2B5EF4-FFF2-40B4-BE49-F238E27FC236}">
                  <a16:creationId xmlns:a16="http://schemas.microsoft.com/office/drawing/2014/main" id="{63488CB4-11EE-1B13-CC14-40722332A5B5}"/>
                </a:ext>
              </a:extLst>
            </p:cNvPr>
            <p:cNvSpPr>
              <a:spLocks noGrp="1"/>
            </p:cNvSpPr>
            <p:nvPr/>
          </p:nvSpPr>
          <p:spPr>
            <a:xfrm>
              <a:off x="5149622" y="4754757"/>
              <a:ext cx="109596" cy="701"/>
            </a:xfrm>
            <a:custGeom>
              <a:avLst/>
              <a:gdLst/>
              <a:ahLst/>
              <a:cxnLst/>
              <a:rect l="0" t="0" r="0" b="0"/>
              <a:pathLst>
                <a:path w="109596" h="701">
                  <a:moveTo>
                    <a:pt x="0" y="701"/>
                  </a:moveTo>
                  <a:lnTo>
                    <a:pt x="10959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89" name="Candidate_receptor__2288">
              <a:extLst>
                <a:ext uri="{FF2B5EF4-FFF2-40B4-BE49-F238E27FC236}">
                  <a16:creationId xmlns:a16="http://schemas.microsoft.com/office/drawing/2014/main" id="{E98CC875-F1FB-EFCA-ED95-0AEF041899CA}"/>
                </a:ext>
              </a:extLst>
            </p:cNvPr>
            <p:cNvSpPr>
              <a:spLocks noGrp="1"/>
            </p:cNvSpPr>
            <p:nvPr/>
          </p:nvSpPr>
          <p:spPr>
            <a:xfrm>
              <a:off x="6698603" y="4297348"/>
              <a:ext cx="36826" cy="103039"/>
            </a:xfrm>
            <a:custGeom>
              <a:avLst/>
              <a:gdLst/>
              <a:ahLst/>
              <a:cxnLst/>
              <a:rect l="0" t="0" r="0" b="0"/>
              <a:pathLst>
                <a:path w="36826" h="103039">
                  <a:moveTo>
                    <a:pt x="0" y="103039"/>
                  </a:moveTo>
                  <a:lnTo>
                    <a:pt x="36826" y="0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90" name="Candidate_receptor__2289">
              <a:extLst>
                <a:ext uri="{FF2B5EF4-FFF2-40B4-BE49-F238E27FC236}">
                  <a16:creationId xmlns:a16="http://schemas.microsoft.com/office/drawing/2014/main" id="{0FB7E4C8-270E-F112-C5F2-0D529F64A692}"/>
                </a:ext>
              </a:extLst>
            </p:cNvPr>
            <p:cNvSpPr>
              <a:spLocks noGrp="1"/>
            </p:cNvSpPr>
            <p:nvPr/>
          </p:nvSpPr>
          <p:spPr>
            <a:xfrm>
              <a:off x="5196268" y="4389771"/>
              <a:ext cx="80452" cy="81034"/>
            </a:xfrm>
            <a:custGeom>
              <a:avLst/>
              <a:gdLst/>
              <a:ahLst/>
              <a:cxnLst/>
              <a:rect l="0" t="0" r="0" b="0"/>
              <a:pathLst>
                <a:path w="80452" h="81034">
                  <a:moveTo>
                    <a:pt x="80452" y="0"/>
                  </a:moveTo>
                  <a:lnTo>
                    <a:pt x="0" y="81034"/>
                  </a:lnTo>
                </a:path>
              </a:pathLst>
            </a:custGeom>
            <a:noFill/>
            <a:ln w="20003">
              <a:solidFill>
                <a:srgbClr val="DDE2E5"/>
              </a:solidFill>
            </a:ln>
          </p:spPr>
        </p:sp>
        <p:sp>
          <p:nvSpPr>
            <p:cNvPr id="2291" name="Candidate_receptor__2290">
              <a:extLst>
                <a:ext uri="{FF2B5EF4-FFF2-40B4-BE49-F238E27FC236}">
                  <a16:creationId xmlns:a16="http://schemas.microsoft.com/office/drawing/2014/main" id="{A2FA8918-9D0D-B186-2640-7C101AFC9EAB}"/>
                </a:ext>
              </a:extLst>
            </p:cNvPr>
            <p:cNvSpPr>
              <a:spLocks noGrp="1"/>
            </p:cNvSpPr>
            <p:nvPr/>
          </p:nvSpPr>
          <p:spPr>
            <a:xfrm>
              <a:off x="4750358" y="4505925"/>
              <a:ext cx="17038" cy="102846"/>
            </a:xfrm>
            <a:custGeom>
              <a:avLst/>
              <a:gdLst/>
              <a:ahLst/>
              <a:cxnLst/>
              <a:rect l="0" t="0" r="0" b="0"/>
              <a:pathLst>
                <a:path w="17038" h="102846">
                  <a:moveTo>
                    <a:pt x="17038" y="1028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2" name="Candidate_receptor__2291">
              <a:extLst>
                <a:ext uri="{FF2B5EF4-FFF2-40B4-BE49-F238E27FC236}">
                  <a16:creationId xmlns:a16="http://schemas.microsoft.com/office/drawing/2014/main" id="{7AB96910-FB4E-0DED-9C4F-3BFDC2AF4C90}"/>
                </a:ext>
              </a:extLst>
            </p:cNvPr>
            <p:cNvSpPr>
              <a:spLocks noGrp="1"/>
            </p:cNvSpPr>
            <p:nvPr/>
          </p:nvSpPr>
          <p:spPr>
            <a:xfrm>
              <a:off x="5259218" y="4754757"/>
              <a:ext cx="29407" cy="92099"/>
            </a:xfrm>
            <a:custGeom>
              <a:avLst/>
              <a:gdLst/>
              <a:ahLst/>
              <a:cxnLst/>
              <a:rect l="0" t="0" r="0" b="0"/>
              <a:pathLst>
                <a:path w="29407" h="92099">
                  <a:moveTo>
                    <a:pt x="0" y="0"/>
                  </a:moveTo>
                  <a:lnTo>
                    <a:pt x="29407" y="92099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3" name="Candidate_receptor__2292">
              <a:extLst>
                <a:ext uri="{FF2B5EF4-FFF2-40B4-BE49-F238E27FC236}">
                  <a16:creationId xmlns:a16="http://schemas.microsoft.com/office/drawing/2014/main" id="{C03655AE-4D65-46BF-DAAF-70D531B2B61E}"/>
                </a:ext>
              </a:extLst>
            </p:cNvPr>
            <p:cNvSpPr>
              <a:spLocks noGrp="1"/>
            </p:cNvSpPr>
            <p:nvPr/>
          </p:nvSpPr>
          <p:spPr>
            <a:xfrm>
              <a:off x="6389586" y="3380920"/>
              <a:ext cx="34164" cy="15622"/>
            </a:xfrm>
            <a:custGeom>
              <a:avLst/>
              <a:gdLst/>
              <a:ahLst/>
              <a:cxnLst/>
              <a:rect l="0" t="0" r="0" b="0"/>
              <a:pathLst>
                <a:path w="34164" h="15622">
                  <a:moveTo>
                    <a:pt x="34164" y="156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DE2E6"/>
              </a:solidFill>
            </a:ln>
          </p:spPr>
        </p:sp>
        <p:sp>
          <p:nvSpPr>
            <p:cNvPr id="2294" name="Candidate_receptor__2293">
              <a:extLst>
                <a:ext uri="{FF2B5EF4-FFF2-40B4-BE49-F238E27FC236}">
                  <a16:creationId xmlns:a16="http://schemas.microsoft.com/office/drawing/2014/main" id="{36C335EA-5FA7-508E-9988-F0CA8A046182}"/>
                </a:ext>
              </a:extLst>
            </p:cNvPr>
            <p:cNvSpPr>
              <a:spLocks noGrp="1"/>
            </p:cNvSpPr>
            <p:nvPr/>
          </p:nvSpPr>
          <p:spPr>
            <a:xfrm>
              <a:off x="5035047" y="4875709"/>
              <a:ext cx="9977" cy="75079"/>
            </a:xfrm>
            <a:custGeom>
              <a:avLst/>
              <a:gdLst/>
              <a:ahLst/>
              <a:cxnLst/>
              <a:rect l="0" t="0" r="0" b="0"/>
              <a:pathLst>
                <a:path w="9977" h="75079">
                  <a:moveTo>
                    <a:pt x="0" y="75079"/>
                  </a:moveTo>
                  <a:lnTo>
                    <a:pt x="9977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5" name="Candidate_receptor__2294">
              <a:extLst>
                <a:ext uri="{FF2B5EF4-FFF2-40B4-BE49-F238E27FC236}">
                  <a16:creationId xmlns:a16="http://schemas.microsoft.com/office/drawing/2014/main" id="{D903E5A9-CA0E-5066-93DE-E36A456E634C}"/>
                </a:ext>
              </a:extLst>
            </p:cNvPr>
            <p:cNvSpPr>
              <a:spLocks noGrp="1"/>
            </p:cNvSpPr>
            <p:nvPr/>
          </p:nvSpPr>
          <p:spPr>
            <a:xfrm>
              <a:off x="6526812" y="4146378"/>
              <a:ext cx="114772" cy="12466"/>
            </a:xfrm>
            <a:custGeom>
              <a:avLst/>
              <a:gdLst/>
              <a:ahLst/>
              <a:cxnLst/>
              <a:rect l="0" t="0" r="0" b="0"/>
              <a:pathLst>
                <a:path w="114772" h="12466">
                  <a:moveTo>
                    <a:pt x="114772" y="0"/>
                  </a:moveTo>
                  <a:lnTo>
                    <a:pt x="0" y="12466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6" name="Candidate_receptor__2295">
              <a:extLst>
                <a:ext uri="{FF2B5EF4-FFF2-40B4-BE49-F238E27FC236}">
                  <a16:creationId xmlns:a16="http://schemas.microsoft.com/office/drawing/2014/main" id="{BCD505F1-56DA-C71C-F04A-EB47AE52D3A1}"/>
                </a:ext>
              </a:extLst>
            </p:cNvPr>
            <p:cNvSpPr>
              <a:spLocks noGrp="1"/>
            </p:cNvSpPr>
            <p:nvPr/>
          </p:nvSpPr>
          <p:spPr>
            <a:xfrm>
              <a:off x="6166310" y="4471499"/>
              <a:ext cx="97388" cy="48440"/>
            </a:xfrm>
            <a:custGeom>
              <a:avLst/>
              <a:gdLst/>
              <a:ahLst/>
              <a:cxnLst/>
              <a:rect l="0" t="0" r="0" b="0"/>
              <a:pathLst>
                <a:path w="97388" h="48440">
                  <a:moveTo>
                    <a:pt x="0" y="48440"/>
                  </a:moveTo>
                  <a:lnTo>
                    <a:pt x="97388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7" name="Candidate_receptor__2296">
              <a:extLst>
                <a:ext uri="{FF2B5EF4-FFF2-40B4-BE49-F238E27FC236}">
                  <a16:creationId xmlns:a16="http://schemas.microsoft.com/office/drawing/2014/main" id="{AFF406CC-5DB7-A9F3-343D-EB9752688B78}"/>
                </a:ext>
              </a:extLst>
            </p:cNvPr>
            <p:cNvSpPr>
              <a:spLocks noGrp="1"/>
            </p:cNvSpPr>
            <p:nvPr/>
          </p:nvSpPr>
          <p:spPr>
            <a:xfrm>
              <a:off x="5404079" y="4395753"/>
              <a:ext cx="100249" cy="41040"/>
            </a:xfrm>
            <a:custGeom>
              <a:avLst/>
              <a:gdLst/>
              <a:ahLst/>
              <a:cxnLst/>
              <a:rect l="0" t="0" r="0" b="0"/>
              <a:pathLst>
                <a:path w="100249" h="41040">
                  <a:moveTo>
                    <a:pt x="100249" y="0"/>
                  </a:moveTo>
                  <a:lnTo>
                    <a:pt x="0" y="4104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8" name="Candidate_receptor__2297">
              <a:extLst>
                <a:ext uri="{FF2B5EF4-FFF2-40B4-BE49-F238E27FC236}">
                  <a16:creationId xmlns:a16="http://schemas.microsoft.com/office/drawing/2014/main" id="{4378F4ED-23CC-3745-BE33-4ED4F2FB38F8}"/>
                </a:ext>
              </a:extLst>
            </p:cNvPr>
            <p:cNvSpPr>
              <a:spLocks noGrp="1"/>
            </p:cNvSpPr>
            <p:nvPr/>
          </p:nvSpPr>
          <p:spPr>
            <a:xfrm>
              <a:off x="4625076" y="4525182"/>
              <a:ext cx="12520" cy="40852"/>
            </a:xfrm>
            <a:custGeom>
              <a:avLst/>
              <a:gdLst/>
              <a:ahLst/>
              <a:cxnLst/>
              <a:rect l="0" t="0" r="0" b="0"/>
              <a:pathLst>
                <a:path w="12520" h="40852">
                  <a:moveTo>
                    <a:pt x="12520" y="0"/>
                  </a:moveTo>
                  <a:lnTo>
                    <a:pt x="0" y="40852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299" name="Candidate_receptor__2298">
              <a:extLst>
                <a:ext uri="{FF2B5EF4-FFF2-40B4-BE49-F238E27FC236}">
                  <a16:creationId xmlns:a16="http://schemas.microsoft.com/office/drawing/2014/main" id="{F0169904-81E0-8CF1-DB6B-7E2EC64609CF}"/>
                </a:ext>
              </a:extLst>
            </p:cNvPr>
            <p:cNvSpPr>
              <a:spLocks noGrp="1"/>
            </p:cNvSpPr>
            <p:nvPr/>
          </p:nvSpPr>
          <p:spPr>
            <a:xfrm>
              <a:off x="6271941" y="4644584"/>
              <a:ext cx="54338" cy="73373"/>
            </a:xfrm>
            <a:custGeom>
              <a:avLst/>
              <a:gdLst/>
              <a:ahLst/>
              <a:cxnLst/>
              <a:rect l="0" t="0" r="0" b="0"/>
              <a:pathLst>
                <a:path w="54338" h="73373">
                  <a:moveTo>
                    <a:pt x="54338" y="0"/>
                  </a:moveTo>
                  <a:lnTo>
                    <a:pt x="0" y="73373"/>
                  </a:lnTo>
                </a:path>
              </a:pathLst>
            </a:custGeom>
            <a:noFill/>
            <a:ln w="8096">
              <a:solidFill>
                <a:srgbClr val="DDE2E6"/>
              </a:solidFill>
            </a:ln>
          </p:spPr>
        </p:sp>
        <p:sp>
          <p:nvSpPr>
            <p:cNvPr id="2300" name="Candidate_receptor__2299">
              <a:extLst>
                <a:ext uri="{FF2B5EF4-FFF2-40B4-BE49-F238E27FC236}">
                  <a16:creationId xmlns:a16="http://schemas.microsoft.com/office/drawing/2014/main" id="{8948D684-91BF-AA21-3407-963365681FCE}"/>
                </a:ext>
              </a:extLst>
            </p:cNvPr>
            <p:cNvSpPr>
              <a:spLocks noGrp="1"/>
            </p:cNvSpPr>
            <p:nvPr/>
          </p:nvSpPr>
          <p:spPr>
            <a:xfrm>
              <a:off x="6150995" y="4373405"/>
              <a:ext cx="52270" cy="4715"/>
            </a:xfrm>
            <a:custGeom>
              <a:avLst/>
              <a:gdLst/>
              <a:ahLst/>
              <a:cxnLst/>
              <a:rect l="0" t="0" r="0" b="0"/>
              <a:pathLst>
                <a:path w="52270" h="4715">
                  <a:moveTo>
                    <a:pt x="52270" y="47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1" name="Candidate_receptor__2300">
              <a:extLst>
                <a:ext uri="{FF2B5EF4-FFF2-40B4-BE49-F238E27FC236}">
                  <a16:creationId xmlns:a16="http://schemas.microsoft.com/office/drawing/2014/main" id="{8F255B6A-13CB-4F7D-38A6-E568146B66C4}"/>
                </a:ext>
              </a:extLst>
            </p:cNvPr>
            <p:cNvSpPr>
              <a:spLocks noGrp="1"/>
            </p:cNvSpPr>
            <p:nvPr/>
          </p:nvSpPr>
          <p:spPr>
            <a:xfrm>
              <a:off x="5491617" y="4482800"/>
              <a:ext cx="73843" cy="73937"/>
            </a:xfrm>
            <a:custGeom>
              <a:avLst/>
              <a:gdLst/>
              <a:ahLst/>
              <a:cxnLst/>
              <a:rect l="0" t="0" r="0" b="0"/>
              <a:pathLst>
                <a:path w="73843" h="73937">
                  <a:moveTo>
                    <a:pt x="0" y="73937"/>
                  </a:moveTo>
                  <a:lnTo>
                    <a:pt x="73843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2" name="Candidate_receptor__2301">
              <a:extLst>
                <a:ext uri="{FF2B5EF4-FFF2-40B4-BE49-F238E27FC236}">
                  <a16:creationId xmlns:a16="http://schemas.microsoft.com/office/drawing/2014/main" id="{386DC6E7-6F8F-3C92-B151-5615B0E06B4E}"/>
                </a:ext>
              </a:extLst>
            </p:cNvPr>
            <p:cNvSpPr>
              <a:spLocks noGrp="1"/>
            </p:cNvSpPr>
            <p:nvPr/>
          </p:nvSpPr>
          <p:spPr>
            <a:xfrm>
              <a:off x="5504328" y="4395753"/>
              <a:ext cx="61133" cy="87048"/>
            </a:xfrm>
            <a:custGeom>
              <a:avLst/>
              <a:gdLst/>
              <a:ahLst/>
              <a:cxnLst/>
              <a:rect l="0" t="0" r="0" b="0"/>
              <a:pathLst>
                <a:path w="61133" h="87048">
                  <a:moveTo>
                    <a:pt x="61133" y="870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3" name="Candidate_receptor__2302">
              <a:extLst>
                <a:ext uri="{FF2B5EF4-FFF2-40B4-BE49-F238E27FC236}">
                  <a16:creationId xmlns:a16="http://schemas.microsoft.com/office/drawing/2014/main" id="{42FBAB97-7E34-51D7-185E-D184DD54E070}"/>
                </a:ext>
              </a:extLst>
            </p:cNvPr>
            <p:cNvSpPr>
              <a:spLocks noGrp="1"/>
            </p:cNvSpPr>
            <p:nvPr/>
          </p:nvSpPr>
          <p:spPr>
            <a:xfrm>
              <a:off x="4892124" y="4691231"/>
              <a:ext cx="98158" cy="12739"/>
            </a:xfrm>
            <a:custGeom>
              <a:avLst/>
              <a:gdLst/>
              <a:ahLst/>
              <a:cxnLst/>
              <a:rect l="0" t="0" r="0" b="0"/>
              <a:pathLst>
                <a:path w="98158" h="12739">
                  <a:moveTo>
                    <a:pt x="98158" y="127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4" name="Candidate_receptor__2303">
              <a:extLst>
                <a:ext uri="{FF2B5EF4-FFF2-40B4-BE49-F238E27FC236}">
                  <a16:creationId xmlns:a16="http://schemas.microsoft.com/office/drawing/2014/main" id="{12F83509-23B1-F7EB-D198-FF8727A1CFF5}"/>
                </a:ext>
              </a:extLst>
            </p:cNvPr>
            <p:cNvSpPr>
              <a:spLocks noGrp="1"/>
            </p:cNvSpPr>
            <p:nvPr/>
          </p:nvSpPr>
          <p:spPr>
            <a:xfrm>
              <a:off x="5193083" y="4846857"/>
              <a:ext cx="95541" cy="57184"/>
            </a:xfrm>
            <a:custGeom>
              <a:avLst/>
              <a:gdLst/>
              <a:ahLst/>
              <a:cxnLst/>
              <a:rect l="0" t="0" r="0" b="0"/>
              <a:pathLst>
                <a:path w="95541" h="57184">
                  <a:moveTo>
                    <a:pt x="95541" y="0"/>
                  </a:moveTo>
                  <a:lnTo>
                    <a:pt x="0" y="57184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5" name="Candidate_receptor__2304">
              <a:extLst>
                <a:ext uri="{FF2B5EF4-FFF2-40B4-BE49-F238E27FC236}">
                  <a16:creationId xmlns:a16="http://schemas.microsoft.com/office/drawing/2014/main" id="{8A77E080-CE4E-746E-8D3A-7885CE73E66B}"/>
                </a:ext>
              </a:extLst>
            </p:cNvPr>
            <p:cNvSpPr>
              <a:spLocks noGrp="1"/>
            </p:cNvSpPr>
            <p:nvPr/>
          </p:nvSpPr>
          <p:spPr>
            <a:xfrm>
              <a:off x="4945166" y="4950788"/>
              <a:ext cx="89881" cy="51836"/>
            </a:xfrm>
            <a:custGeom>
              <a:avLst/>
              <a:gdLst/>
              <a:ahLst/>
              <a:cxnLst/>
              <a:rect l="0" t="0" r="0" b="0"/>
              <a:pathLst>
                <a:path w="89881" h="51836">
                  <a:moveTo>
                    <a:pt x="0" y="51836"/>
                  </a:moveTo>
                  <a:lnTo>
                    <a:pt x="89881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6" name="Candidate_receptor__2305">
              <a:extLst>
                <a:ext uri="{FF2B5EF4-FFF2-40B4-BE49-F238E27FC236}">
                  <a16:creationId xmlns:a16="http://schemas.microsoft.com/office/drawing/2014/main" id="{C95CBE6C-377C-E375-A5B2-2FE52E818DAE}"/>
                </a:ext>
              </a:extLst>
            </p:cNvPr>
            <p:cNvSpPr>
              <a:spLocks noGrp="1"/>
            </p:cNvSpPr>
            <p:nvPr/>
          </p:nvSpPr>
          <p:spPr>
            <a:xfrm>
              <a:off x="4931873" y="4834220"/>
              <a:ext cx="8488" cy="18220"/>
            </a:xfrm>
            <a:custGeom>
              <a:avLst/>
              <a:gdLst/>
              <a:ahLst/>
              <a:cxnLst/>
              <a:rect l="0" t="0" r="0" b="0"/>
              <a:pathLst>
                <a:path w="8488" h="18220">
                  <a:moveTo>
                    <a:pt x="0" y="18220"/>
                  </a:moveTo>
                  <a:lnTo>
                    <a:pt x="8488" y="0"/>
                  </a:lnTo>
                </a:path>
              </a:pathLst>
            </a:custGeom>
            <a:noFill/>
            <a:ln w="20003">
              <a:solidFill>
                <a:srgbClr val="DDE2E6"/>
              </a:solidFill>
            </a:ln>
          </p:spPr>
        </p:sp>
        <p:sp>
          <p:nvSpPr>
            <p:cNvPr id="2307" name="Candidate_receptor__2306">
              <a:extLst>
                <a:ext uri="{FF2B5EF4-FFF2-40B4-BE49-F238E27FC236}">
                  <a16:creationId xmlns:a16="http://schemas.microsoft.com/office/drawing/2014/main" id="{33F04AA4-A00D-59DE-3056-8F1E9DE0D000}"/>
                </a:ext>
              </a:extLst>
            </p:cNvPr>
            <p:cNvSpPr>
              <a:spLocks noGrp="1"/>
            </p:cNvSpPr>
            <p:nvPr/>
          </p:nvSpPr>
          <p:spPr>
            <a:xfrm>
              <a:off x="4990283" y="4703969"/>
              <a:ext cx="43384" cy="63066"/>
            </a:xfrm>
            <a:custGeom>
              <a:avLst/>
              <a:gdLst/>
              <a:ahLst/>
              <a:cxnLst/>
              <a:rect l="0" t="0" r="0" b="0"/>
              <a:pathLst>
                <a:path w="43384" h="63066">
                  <a:moveTo>
                    <a:pt x="43384" y="630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08" name="Candidate_receptor__2307">
              <a:extLst>
                <a:ext uri="{FF2B5EF4-FFF2-40B4-BE49-F238E27FC236}">
                  <a16:creationId xmlns:a16="http://schemas.microsoft.com/office/drawing/2014/main" id="{5156424B-C9CC-03A8-DDB9-D4E64D3CF2BE}"/>
                </a:ext>
              </a:extLst>
            </p:cNvPr>
            <p:cNvSpPr>
              <a:spLocks noGrp="1"/>
            </p:cNvSpPr>
            <p:nvPr/>
          </p:nvSpPr>
          <p:spPr>
            <a:xfrm>
              <a:off x="6641583" y="4146378"/>
              <a:ext cx="12010" cy="86526"/>
            </a:xfrm>
            <a:custGeom>
              <a:avLst/>
              <a:gdLst/>
              <a:ahLst/>
              <a:cxnLst/>
              <a:rect l="0" t="0" r="0" b="0"/>
              <a:pathLst>
                <a:path w="12010" h="86526">
                  <a:moveTo>
                    <a:pt x="12010" y="86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09" name="Candidate_receptor__2308">
              <a:extLst>
                <a:ext uri="{FF2B5EF4-FFF2-40B4-BE49-F238E27FC236}">
                  <a16:creationId xmlns:a16="http://schemas.microsoft.com/office/drawing/2014/main" id="{FB0B1425-E109-B112-9F35-1C83EBA7617F}"/>
                </a:ext>
              </a:extLst>
            </p:cNvPr>
            <p:cNvSpPr>
              <a:spLocks noGrp="1"/>
            </p:cNvSpPr>
            <p:nvPr/>
          </p:nvSpPr>
          <p:spPr>
            <a:xfrm>
              <a:off x="4923392" y="4533619"/>
              <a:ext cx="88632" cy="44770"/>
            </a:xfrm>
            <a:custGeom>
              <a:avLst/>
              <a:gdLst/>
              <a:ahLst/>
              <a:cxnLst/>
              <a:rect l="0" t="0" r="0" b="0"/>
              <a:pathLst>
                <a:path w="88632" h="44770">
                  <a:moveTo>
                    <a:pt x="88632" y="447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0" name="Candidate_receptor__2309">
              <a:extLst>
                <a:ext uri="{FF2B5EF4-FFF2-40B4-BE49-F238E27FC236}">
                  <a16:creationId xmlns:a16="http://schemas.microsoft.com/office/drawing/2014/main" id="{4DF17886-7279-BFC9-C176-BACB26DB5D60}"/>
                </a:ext>
              </a:extLst>
            </p:cNvPr>
            <p:cNvSpPr>
              <a:spLocks noGrp="1"/>
            </p:cNvSpPr>
            <p:nvPr/>
          </p:nvSpPr>
          <p:spPr>
            <a:xfrm>
              <a:off x="6578698" y="4232904"/>
              <a:ext cx="74896" cy="65292"/>
            </a:xfrm>
            <a:custGeom>
              <a:avLst/>
              <a:gdLst/>
              <a:ahLst/>
              <a:cxnLst/>
              <a:rect l="0" t="0" r="0" b="0"/>
              <a:pathLst>
                <a:path w="74896" h="65292">
                  <a:moveTo>
                    <a:pt x="0" y="65292"/>
                  </a:moveTo>
                  <a:lnTo>
                    <a:pt x="74896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1" name="Candidate_receptor__2310">
              <a:extLst>
                <a:ext uri="{FF2B5EF4-FFF2-40B4-BE49-F238E27FC236}">
                  <a16:creationId xmlns:a16="http://schemas.microsoft.com/office/drawing/2014/main" id="{8640B1BB-AFC3-1D39-30DD-AA7101B4DB37}"/>
                </a:ext>
              </a:extLst>
            </p:cNvPr>
            <p:cNvSpPr>
              <a:spLocks noGrp="1"/>
            </p:cNvSpPr>
            <p:nvPr/>
          </p:nvSpPr>
          <p:spPr>
            <a:xfrm>
              <a:off x="4529436" y="4393451"/>
              <a:ext cx="110590" cy="33023"/>
            </a:xfrm>
            <a:custGeom>
              <a:avLst/>
              <a:gdLst/>
              <a:ahLst/>
              <a:cxnLst/>
              <a:rect l="0" t="0" r="0" b="0"/>
              <a:pathLst>
                <a:path w="110590" h="33023">
                  <a:moveTo>
                    <a:pt x="110590" y="0"/>
                  </a:moveTo>
                  <a:lnTo>
                    <a:pt x="0" y="33023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2" name="Candidate_receptor__2311">
              <a:extLst>
                <a:ext uri="{FF2B5EF4-FFF2-40B4-BE49-F238E27FC236}">
                  <a16:creationId xmlns:a16="http://schemas.microsoft.com/office/drawing/2014/main" id="{F9D5B866-6EE7-C1CD-7644-9F9C105B834E}"/>
                </a:ext>
              </a:extLst>
            </p:cNvPr>
            <p:cNvSpPr>
              <a:spLocks noGrp="1"/>
            </p:cNvSpPr>
            <p:nvPr/>
          </p:nvSpPr>
          <p:spPr>
            <a:xfrm>
              <a:off x="5149622" y="4755458"/>
              <a:ext cx="34010" cy="14546"/>
            </a:xfrm>
            <a:custGeom>
              <a:avLst/>
              <a:gdLst/>
              <a:ahLst/>
              <a:cxnLst/>
              <a:rect l="0" t="0" r="0" b="0"/>
              <a:pathLst>
                <a:path w="34010" h="14546">
                  <a:moveTo>
                    <a:pt x="34010" y="14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3" name="Candidate_receptor__2312">
              <a:extLst>
                <a:ext uri="{FF2B5EF4-FFF2-40B4-BE49-F238E27FC236}">
                  <a16:creationId xmlns:a16="http://schemas.microsoft.com/office/drawing/2014/main" id="{78AEEE01-5A79-0E3C-5EC2-A277D029E4F7}"/>
                </a:ext>
              </a:extLst>
            </p:cNvPr>
            <p:cNvSpPr>
              <a:spLocks noGrp="1"/>
            </p:cNvSpPr>
            <p:nvPr/>
          </p:nvSpPr>
          <p:spPr>
            <a:xfrm>
              <a:off x="5126877" y="4323667"/>
              <a:ext cx="69915" cy="12812"/>
            </a:xfrm>
            <a:custGeom>
              <a:avLst/>
              <a:gdLst/>
              <a:ahLst/>
              <a:cxnLst/>
              <a:rect l="0" t="0" r="0" b="0"/>
              <a:pathLst>
                <a:path w="69915" h="12812">
                  <a:moveTo>
                    <a:pt x="69915" y="0"/>
                  </a:moveTo>
                  <a:lnTo>
                    <a:pt x="0" y="12812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4" name="Candidate_receptor__2313">
              <a:extLst>
                <a:ext uri="{FF2B5EF4-FFF2-40B4-BE49-F238E27FC236}">
                  <a16:creationId xmlns:a16="http://schemas.microsoft.com/office/drawing/2014/main" id="{4322550C-1783-3CC2-6406-1DD99D054B82}"/>
                </a:ext>
              </a:extLst>
            </p:cNvPr>
            <p:cNvSpPr>
              <a:spLocks noGrp="1"/>
            </p:cNvSpPr>
            <p:nvPr/>
          </p:nvSpPr>
          <p:spPr>
            <a:xfrm>
              <a:off x="6207166" y="4229651"/>
              <a:ext cx="89814" cy="70425"/>
            </a:xfrm>
            <a:custGeom>
              <a:avLst/>
              <a:gdLst/>
              <a:ahLst/>
              <a:cxnLst/>
              <a:rect l="0" t="0" r="0" b="0"/>
              <a:pathLst>
                <a:path w="89814" h="70425">
                  <a:moveTo>
                    <a:pt x="89814" y="704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5" name="Candidate_receptor__2314">
              <a:extLst>
                <a:ext uri="{FF2B5EF4-FFF2-40B4-BE49-F238E27FC236}">
                  <a16:creationId xmlns:a16="http://schemas.microsoft.com/office/drawing/2014/main" id="{FBA7D1ED-48FB-A2BC-4F4C-22CCACAF234F}"/>
                </a:ext>
              </a:extLst>
            </p:cNvPr>
            <p:cNvSpPr>
              <a:spLocks noGrp="1"/>
            </p:cNvSpPr>
            <p:nvPr/>
          </p:nvSpPr>
          <p:spPr>
            <a:xfrm>
              <a:off x="4848805" y="4533619"/>
              <a:ext cx="74587" cy="960"/>
            </a:xfrm>
            <a:custGeom>
              <a:avLst/>
              <a:gdLst/>
              <a:ahLst/>
              <a:cxnLst/>
              <a:rect l="0" t="0" r="0" b="0"/>
              <a:pathLst>
                <a:path w="74587" h="960">
                  <a:moveTo>
                    <a:pt x="74587" y="0"/>
                  </a:moveTo>
                  <a:lnTo>
                    <a:pt x="0" y="96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6" name="Candidate_receptor__2315">
              <a:extLst>
                <a:ext uri="{FF2B5EF4-FFF2-40B4-BE49-F238E27FC236}">
                  <a16:creationId xmlns:a16="http://schemas.microsoft.com/office/drawing/2014/main" id="{7A1CAF49-64D3-9E34-8006-1B34BE54CA58}"/>
                </a:ext>
              </a:extLst>
            </p:cNvPr>
            <p:cNvSpPr>
              <a:spLocks noGrp="1"/>
            </p:cNvSpPr>
            <p:nvPr/>
          </p:nvSpPr>
          <p:spPr>
            <a:xfrm>
              <a:off x="5115115" y="4191711"/>
              <a:ext cx="111992" cy="26540"/>
            </a:xfrm>
            <a:custGeom>
              <a:avLst/>
              <a:gdLst/>
              <a:ahLst/>
              <a:cxnLst/>
              <a:rect l="0" t="0" r="0" b="0"/>
              <a:pathLst>
                <a:path w="111992" h="26540">
                  <a:moveTo>
                    <a:pt x="0" y="0"/>
                  </a:moveTo>
                  <a:lnTo>
                    <a:pt x="111992" y="2654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7" name="Candidate_receptor__2316">
              <a:extLst>
                <a:ext uri="{FF2B5EF4-FFF2-40B4-BE49-F238E27FC236}">
                  <a16:creationId xmlns:a16="http://schemas.microsoft.com/office/drawing/2014/main" id="{F37338A4-F4DE-5214-F2A8-BBEA0C8EB549}"/>
                </a:ext>
              </a:extLst>
            </p:cNvPr>
            <p:cNvSpPr>
              <a:spLocks noGrp="1"/>
            </p:cNvSpPr>
            <p:nvPr/>
          </p:nvSpPr>
          <p:spPr>
            <a:xfrm>
              <a:off x="5778514" y="4607251"/>
              <a:ext cx="114242" cy="222"/>
            </a:xfrm>
            <a:custGeom>
              <a:avLst/>
              <a:gdLst/>
              <a:ahLst/>
              <a:cxnLst/>
              <a:rect l="0" t="0" r="0" b="0"/>
              <a:pathLst>
                <a:path w="114242" h="222">
                  <a:moveTo>
                    <a:pt x="114242" y="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8" name="Candidate_receptor__2317">
              <a:extLst>
                <a:ext uri="{FF2B5EF4-FFF2-40B4-BE49-F238E27FC236}">
                  <a16:creationId xmlns:a16="http://schemas.microsoft.com/office/drawing/2014/main" id="{772D427D-B5B3-7176-80D9-873F1CEA27C0}"/>
                </a:ext>
              </a:extLst>
            </p:cNvPr>
            <p:cNvSpPr>
              <a:spLocks noGrp="1"/>
            </p:cNvSpPr>
            <p:nvPr/>
          </p:nvSpPr>
          <p:spPr>
            <a:xfrm>
              <a:off x="6523270" y="4149649"/>
              <a:ext cx="3542" cy="9194"/>
            </a:xfrm>
            <a:custGeom>
              <a:avLst/>
              <a:gdLst/>
              <a:ahLst/>
              <a:cxnLst/>
              <a:rect l="0" t="0" r="0" b="0"/>
              <a:pathLst>
                <a:path w="3542" h="9194">
                  <a:moveTo>
                    <a:pt x="3542" y="91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19" name="Candidate_receptor__2318">
              <a:extLst>
                <a:ext uri="{FF2B5EF4-FFF2-40B4-BE49-F238E27FC236}">
                  <a16:creationId xmlns:a16="http://schemas.microsoft.com/office/drawing/2014/main" id="{E26FF080-59A4-E955-6C88-5784B543F778}"/>
                </a:ext>
              </a:extLst>
            </p:cNvPr>
            <p:cNvSpPr>
              <a:spLocks noGrp="1"/>
            </p:cNvSpPr>
            <p:nvPr/>
          </p:nvSpPr>
          <p:spPr>
            <a:xfrm>
              <a:off x="5655840" y="4871213"/>
              <a:ext cx="106231" cy="8709"/>
            </a:xfrm>
            <a:custGeom>
              <a:avLst/>
              <a:gdLst/>
              <a:ahLst/>
              <a:cxnLst/>
              <a:rect l="0" t="0" r="0" b="0"/>
              <a:pathLst>
                <a:path w="106231" h="8709">
                  <a:moveTo>
                    <a:pt x="0" y="0"/>
                  </a:moveTo>
                  <a:lnTo>
                    <a:pt x="106231" y="8709"/>
                  </a:lnTo>
                </a:path>
              </a:pathLst>
            </a:custGeom>
            <a:noFill/>
            <a:ln w="8096">
              <a:solidFill>
                <a:srgbClr val="DEE2E6"/>
              </a:solidFill>
            </a:ln>
          </p:spPr>
        </p:sp>
        <p:sp>
          <p:nvSpPr>
            <p:cNvPr id="2320" name="Candidate_receptor__2319">
              <a:extLst>
                <a:ext uri="{FF2B5EF4-FFF2-40B4-BE49-F238E27FC236}">
                  <a16:creationId xmlns:a16="http://schemas.microsoft.com/office/drawing/2014/main" id="{6B76F81A-8BC6-7BD0-833D-FFFAF6CC0EC5}"/>
                </a:ext>
              </a:extLst>
            </p:cNvPr>
            <p:cNvSpPr>
              <a:spLocks noGrp="1"/>
            </p:cNvSpPr>
            <p:nvPr/>
          </p:nvSpPr>
          <p:spPr>
            <a:xfrm>
              <a:off x="6326278" y="4644584"/>
              <a:ext cx="93131" cy="32082"/>
            </a:xfrm>
            <a:custGeom>
              <a:avLst/>
              <a:gdLst/>
              <a:ahLst/>
              <a:cxnLst/>
              <a:rect l="0" t="0" r="0" b="0"/>
              <a:pathLst>
                <a:path w="93131" h="32082">
                  <a:moveTo>
                    <a:pt x="93131" y="32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EE2E6"/>
              </a:solidFill>
            </a:ln>
          </p:spPr>
        </p:sp>
        <p:sp>
          <p:nvSpPr>
            <p:cNvPr id="2321" name="Candidate_receptor__2320">
              <a:extLst>
                <a:ext uri="{FF2B5EF4-FFF2-40B4-BE49-F238E27FC236}">
                  <a16:creationId xmlns:a16="http://schemas.microsoft.com/office/drawing/2014/main" id="{C9711C77-77D2-4B61-566B-A68070F851D2}"/>
                </a:ext>
              </a:extLst>
            </p:cNvPr>
            <p:cNvSpPr>
              <a:spLocks noGrp="1"/>
            </p:cNvSpPr>
            <p:nvPr/>
          </p:nvSpPr>
          <p:spPr>
            <a:xfrm>
              <a:off x="4940361" y="4767035"/>
              <a:ext cx="93306" cy="67185"/>
            </a:xfrm>
            <a:custGeom>
              <a:avLst/>
              <a:gdLst/>
              <a:ahLst/>
              <a:cxnLst/>
              <a:rect l="0" t="0" r="0" b="0"/>
              <a:pathLst>
                <a:path w="93306" h="67185">
                  <a:moveTo>
                    <a:pt x="0" y="67185"/>
                  </a:moveTo>
                  <a:lnTo>
                    <a:pt x="93306" y="0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22" name="Candidate_receptor__2321">
              <a:extLst>
                <a:ext uri="{FF2B5EF4-FFF2-40B4-BE49-F238E27FC236}">
                  <a16:creationId xmlns:a16="http://schemas.microsoft.com/office/drawing/2014/main" id="{9A196043-6BF7-EE61-18F3-2C42DFE2C11E}"/>
                </a:ext>
              </a:extLst>
            </p:cNvPr>
            <p:cNvSpPr>
              <a:spLocks noGrp="1"/>
            </p:cNvSpPr>
            <p:nvPr/>
          </p:nvSpPr>
          <p:spPr>
            <a:xfrm>
              <a:off x="6439884" y="4007966"/>
              <a:ext cx="93927" cy="20571"/>
            </a:xfrm>
            <a:custGeom>
              <a:avLst/>
              <a:gdLst/>
              <a:ahLst/>
              <a:cxnLst/>
              <a:rect l="0" t="0" r="0" b="0"/>
              <a:pathLst>
                <a:path w="93927" h="20571">
                  <a:moveTo>
                    <a:pt x="93927" y="0"/>
                  </a:moveTo>
                  <a:lnTo>
                    <a:pt x="0" y="20571"/>
                  </a:lnTo>
                </a:path>
              </a:pathLst>
            </a:custGeom>
            <a:noFill/>
            <a:ln w="20003">
              <a:solidFill>
                <a:srgbClr val="DEE2E6"/>
              </a:solidFill>
            </a:ln>
          </p:spPr>
        </p:sp>
        <p:sp>
          <p:nvSpPr>
            <p:cNvPr id="2323" name="Candidate_receptor__2322">
              <a:extLst>
                <a:ext uri="{FF2B5EF4-FFF2-40B4-BE49-F238E27FC236}">
                  <a16:creationId xmlns:a16="http://schemas.microsoft.com/office/drawing/2014/main" id="{9BE0E78F-1B24-A42C-B90C-E54D653FE725}"/>
                </a:ext>
              </a:extLst>
            </p:cNvPr>
            <p:cNvSpPr>
              <a:spLocks noGrp="1"/>
            </p:cNvSpPr>
            <p:nvPr/>
          </p:nvSpPr>
          <p:spPr>
            <a:xfrm>
              <a:off x="5404079" y="4436792"/>
              <a:ext cx="47323" cy="15161"/>
            </a:xfrm>
            <a:custGeom>
              <a:avLst/>
              <a:gdLst/>
              <a:ahLst/>
              <a:cxnLst/>
              <a:rect l="0" t="0" r="0" b="0"/>
              <a:pathLst>
                <a:path w="47323" h="15161">
                  <a:moveTo>
                    <a:pt x="0" y="0"/>
                  </a:moveTo>
                  <a:lnTo>
                    <a:pt x="47323" y="15161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4" name="Candidate_receptor__2323">
              <a:extLst>
                <a:ext uri="{FF2B5EF4-FFF2-40B4-BE49-F238E27FC236}">
                  <a16:creationId xmlns:a16="http://schemas.microsoft.com/office/drawing/2014/main" id="{B565AD1C-0A17-020D-4D67-0DA9E0AD41D8}"/>
                </a:ext>
              </a:extLst>
            </p:cNvPr>
            <p:cNvSpPr>
              <a:spLocks noGrp="1"/>
            </p:cNvSpPr>
            <p:nvPr/>
          </p:nvSpPr>
          <p:spPr>
            <a:xfrm>
              <a:off x="6419410" y="4610104"/>
              <a:ext cx="81621" cy="66562"/>
            </a:xfrm>
            <a:custGeom>
              <a:avLst/>
              <a:gdLst/>
              <a:ahLst/>
              <a:cxnLst/>
              <a:rect l="0" t="0" r="0" b="0"/>
              <a:pathLst>
                <a:path w="81621" h="66562">
                  <a:moveTo>
                    <a:pt x="81621" y="0"/>
                  </a:moveTo>
                  <a:lnTo>
                    <a:pt x="0" y="66562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25" name="Candidate_receptor__2324">
              <a:extLst>
                <a:ext uri="{FF2B5EF4-FFF2-40B4-BE49-F238E27FC236}">
                  <a16:creationId xmlns:a16="http://schemas.microsoft.com/office/drawing/2014/main" id="{B707F147-7CE1-DA9C-F56F-32DB0D0587E9}"/>
                </a:ext>
              </a:extLst>
            </p:cNvPr>
            <p:cNvSpPr>
              <a:spLocks noGrp="1"/>
            </p:cNvSpPr>
            <p:nvPr/>
          </p:nvSpPr>
          <p:spPr>
            <a:xfrm>
              <a:off x="4640026" y="4393451"/>
              <a:ext cx="43340" cy="87259"/>
            </a:xfrm>
            <a:custGeom>
              <a:avLst/>
              <a:gdLst/>
              <a:ahLst/>
              <a:cxnLst/>
              <a:rect l="0" t="0" r="0" b="0"/>
              <a:pathLst>
                <a:path w="43340" h="87259">
                  <a:moveTo>
                    <a:pt x="43340" y="872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6" name="Candidate_receptor__2325">
              <a:extLst>
                <a:ext uri="{FF2B5EF4-FFF2-40B4-BE49-F238E27FC236}">
                  <a16:creationId xmlns:a16="http://schemas.microsoft.com/office/drawing/2014/main" id="{625A382E-3289-4762-9C05-069F86FA16D3}"/>
                </a:ext>
              </a:extLst>
            </p:cNvPr>
            <p:cNvSpPr>
              <a:spLocks noGrp="1"/>
            </p:cNvSpPr>
            <p:nvPr/>
          </p:nvSpPr>
          <p:spPr>
            <a:xfrm>
              <a:off x="6251735" y="4300076"/>
              <a:ext cx="45245" cy="84028"/>
            </a:xfrm>
            <a:custGeom>
              <a:avLst/>
              <a:gdLst/>
              <a:ahLst/>
              <a:cxnLst/>
              <a:rect l="0" t="0" r="0" b="0"/>
              <a:pathLst>
                <a:path w="45245" h="84028">
                  <a:moveTo>
                    <a:pt x="0" y="84028"/>
                  </a:moveTo>
                  <a:lnTo>
                    <a:pt x="45245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7" name="Candidate_receptor__2326">
              <a:extLst>
                <a:ext uri="{FF2B5EF4-FFF2-40B4-BE49-F238E27FC236}">
                  <a16:creationId xmlns:a16="http://schemas.microsoft.com/office/drawing/2014/main" id="{CD348A7A-A606-97AF-B337-9BAA0FFF97C7}"/>
                </a:ext>
              </a:extLst>
            </p:cNvPr>
            <p:cNvSpPr>
              <a:spLocks noGrp="1"/>
            </p:cNvSpPr>
            <p:nvPr/>
          </p:nvSpPr>
          <p:spPr>
            <a:xfrm>
              <a:off x="6533811" y="4007966"/>
              <a:ext cx="63741" cy="53508"/>
            </a:xfrm>
            <a:custGeom>
              <a:avLst/>
              <a:gdLst/>
              <a:ahLst/>
              <a:cxnLst/>
              <a:rect l="0" t="0" r="0" b="0"/>
              <a:pathLst>
                <a:path w="63741" h="53508">
                  <a:moveTo>
                    <a:pt x="63741" y="53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8" name="Candidate_receptor__2327">
              <a:extLst>
                <a:ext uri="{FF2B5EF4-FFF2-40B4-BE49-F238E27FC236}">
                  <a16:creationId xmlns:a16="http://schemas.microsoft.com/office/drawing/2014/main" id="{16C2E93E-B086-398D-E24D-EDD4CAE5CD5E}"/>
                </a:ext>
              </a:extLst>
            </p:cNvPr>
            <p:cNvSpPr>
              <a:spLocks noGrp="1"/>
            </p:cNvSpPr>
            <p:nvPr/>
          </p:nvSpPr>
          <p:spPr>
            <a:xfrm>
              <a:off x="5196793" y="4218251"/>
              <a:ext cx="30315" cy="105416"/>
            </a:xfrm>
            <a:custGeom>
              <a:avLst/>
              <a:gdLst/>
              <a:ahLst/>
              <a:cxnLst/>
              <a:rect l="0" t="0" r="0" b="0"/>
              <a:pathLst>
                <a:path w="30315" h="105416">
                  <a:moveTo>
                    <a:pt x="30315" y="0"/>
                  </a:moveTo>
                  <a:lnTo>
                    <a:pt x="0" y="105416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29" name="Candidate_receptor__2328">
              <a:extLst>
                <a:ext uri="{FF2B5EF4-FFF2-40B4-BE49-F238E27FC236}">
                  <a16:creationId xmlns:a16="http://schemas.microsoft.com/office/drawing/2014/main" id="{3608A74B-B414-6519-4528-474B84DC40B7}"/>
                </a:ext>
              </a:extLst>
            </p:cNvPr>
            <p:cNvSpPr>
              <a:spLocks noGrp="1"/>
            </p:cNvSpPr>
            <p:nvPr/>
          </p:nvSpPr>
          <p:spPr>
            <a:xfrm>
              <a:off x="5892756" y="4607473"/>
              <a:ext cx="14440" cy="96493"/>
            </a:xfrm>
            <a:custGeom>
              <a:avLst/>
              <a:gdLst/>
              <a:ahLst/>
              <a:cxnLst/>
              <a:rect l="0" t="0" r="0" b="0"/>
              <a:pathLst>
                <a:path w="14440" h="96493">
                  <a:moveTo>
                    <a:pt x="14440" y="964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0" name="Candidate_receptor__2329">
              <a:extLst>
                <a:ext uri="{FF2B5EF4-FFF2-40B4-BE49-F238E27FC236}">
                  <a16:creationId xmlns:a16="http://schemas.microsoft.com/office/drawing/2014/main" id="{367CA088-684B-F756-C8F7-BFCE6D576136}"/>
                </a:ext>
              </a:extLst>
            </p:cNvPr>
            <p:cNvSpPr>
              <a:spLocks noGrp="1"/>
            </p:cNvSpPr>
            <p:nvPr/>
          </p:nvSpPr>
          <p:spPr>
            <a:xfrm>
              <a:off x="4625076" y="4480710"/>
              <a:ext cx="58289" cy="85324"/>
            </a:xfrm>
            <a:custGeom>
              <a:avLst/>
              <a:gdLst/>
              <a:ahLst/>
              <a:cxnLst/>
              <a:rect l="0" t="0" r="0" b="0"/>
              <a:pathLst>
                <a:path w="58289" h="85324">
                  <a:moveTo>
                    <a:pt x="0" y="85324"/>
                  </a:moveTo>
                  <a:lnTo>
                    <a:pt x="58289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1" name="Candidate_receptor__2330">
              <a:extLst>
                <a:ext uri="{FF2B5EF4-FFF2-40B4-BE49-F238E27FC236}">
                  <a16:creationId xmlns:a16="http://schemas.microsoft.com/office/drawing/2014/main" id="{D7D1E356-9E07-4419-A87E-EEAFCCA98F15}"/>
                </a:ext>
              </a:extLst>
            </p:cNvPr>
            <p:cNvSpPr>
              <a:spLocks noGrp="1"/>
            </p:cNvSpPr>
            <p:nvPr/>
          </p:nvSpPr>
          <p:spPr>
            <a:xfrm>
              <a:off x="5344266" y="5298904"/>
              <a:ext cx="87054" cy="9992"/>
            </a:xfrm>
            <a:custGeom>
              <a:avLst/>
              <a:gdLst/>
              <a:ahLst/>
              <a:cxnLst/>
              <a:rect l="0" t="0" r="0" b="0"/>
              <a:pathLst>
                <a:path w="87054" h="9992">
                  <a:moveTo>
                    <a:pt x="0" y="0"/>
                  </a:moveTo>
                  <a:lnTo>
                    <a:pt x="87054" y="9992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2" name="Candidate_receptor__2331">
              <a:extLst>
                <a:ext uri="{FF2B5EF4-FFF2-40B4-BE49-F238E27FC236}">
                  <a16:creationId xmlns:a16="http://schemas.microsoft.com/office/drawing/2014/main" id="{C40A347A-AD11-59B3-6623-5B9286A2F334}"/>
                </a:ext>
              </a:extLst>
            </p:cNvPr>
            <p:cNvSpPr>
              <a:spLocks noGrp="1"/>
            </p:cNvSpPr>
            <p:nvPr/>
          </p:nvSpPr>
          <p:spPr>
            <a:xfrm>
              <a:off x="6150995" y="4373405"/>
              <a:ext cx="100740" cy="10699"/>
            </a:xfrm>
            <a:custGeom>
              <a:avLst/>
              <a:gdLst/>
              <a:ahLst/>
              <a:cxnLst/>
              <a:rect l="0" t="0" r="0" b="0"/>
              <a:pathLst>
                <a:path w="100740" h="10699">
                  <a:moveTo>
                    <a:pt x="0" y="0"/>
                  </a:moveTo>
                  <a:lnTo>
                    <a:pt x="100740" y="1069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3" name="Candidate_receptor__2332">
              <a:extLst>
                <a:ext uri="{FF2B5EF4-FFF2-40B4-BE49-F238E27FC236}">
                  <a16:creationId xmlns:a16="http://schemas.microsoft.com/office/drawing/2014/main" id="{56DB8E57-9EDF-95E0-4234-761D623AD279}"/>
                </a:ext>
              </a:extLst>
            </p:cNvPr>
            <p:cNvSpPr>
              <a:spLocks noGrp="1"/>
            </p:cNvSpPr>
            <p:nvPr/>
          </p:nvSpPr>
          <p:spPr>
            <a:xfrm>
              <a:off x="5261018" y="5298904"/>
              <a:ext cx="83248" cy="15755"/>
            </a:xfrm>
            <a:custGeom>
              <a:avLst/>
              <a:gdLst/>
              <a:ahLst/>
              <a:cxnLst/>
              <a:rect l="0" t="0" r="0" b="0"/>
              <a:pathLst>
                <a:path w="83248" h="15755">
                  <a:moveTo>
                    <a:pt x="0" y="15755"/>
                  </a:moveTo>
                  <a:lnTo>
                    <a:pt x="83248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4" name="Candidate_receptor__2333">
              <a:extLst>
                <a:ext uri="{FF2B5EF4-FFF2-40B4-BE49-F238E27FC236}">
                  <a16:creationId xmlns:a16="http://schemas.microsoft.com/office/drawing/2014/main" id="{5A73053B-7369-6742-FEAF-5C2D3CDF98B4}"/>
                </a:ext>
              </a:extLst>
            </p:cNvPr>
            <p:cNvSpPr>
              <a:spLocks noGrp="1"/>
            </p:cNvSpPr>
            <p:nvPr/>
          </p:nvSpPr>
          <p:spPr>
            <a:xfrm>
              <a:off x="4892124" y="4657519"/>
              <a:ext cx="61606" cy="33711"/>
            </a:xfrm>
            <a:custGeom>
              <a:avLst/>
              <a:gdLst/>
              <a:ahLst/>
              <a:cxnLst/>
              <a:rect l="0" t="0" r="0" b="0"/>
              <a:pathLst>
                <a:path w="61606" h="33711">
                  <a:moveTo>
                    <a:pt x="0" y="33711"/>
                  </a:moveTo>
                  <a:lnTo>
                    <a:pt x="61606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5" name="Candidate_receptor__2334">
              <a:extLst>
                <a:ext uri="{FF2B5EF4-FFF2-40B4-BE49-F238E27FC236}">
                  <a16:creationId xmlns:a16="http://schemas.microsoft.com/office/drawing/2014/main" id="{87DA949D-C42D-7510-E696-DCA13B01B6A1}"/>
                </a:ext>
              </a:extLst>
            </p:cNvPr>
            <p:cNvSpPr>
              <a:spLocks noGrp="1"/>
            </p:cNvSpPr>
            <p:nvPr/>
          </p:nvSpPr>
          <p:spPr>
            <a:xfrm>
              <a:off x="6339800" y="3390832"/>
              <a:ext cx="83950" cy="5710"/>
            </a:xfrm>
            <a:custGeom>
              <a:avLst/>
              <a:gdLst/>
              <a:ahLst/>
              <a:cxnLst/>
              <a:rect l="0" t="0" r="0" b="0"/>
              <a:pathLst>
                <a:path w="83950" h="5710">
                  <a:moveTo>
                    <a:pt x="0" y="0"/>
                  </a:moveTo>
                  <a:lnTo>
                    <a:pt x="83950" y="571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36" name="Candidate_receptor__2335">
              <a:extLst>
                <a:ext uri="{FF2B5EF4-FFF2-40B4-BE49-F238E27FC236}">
                  <a16:creationId xmlns:a16="http://schemas.microsoft.com/office/drawing/2014/main" id="{1CFAA8F4-9C32-9C79-E186-3607F9751083}"/>
                </a:ext>
              </a:extLst>
            </p:cNvPr>
            <p:cNvSpPr>
              <a:spLocks noGrp="1"/>
            </p:cNvSpPr>
            <p:nvPr/>
          </p:nvSpPr>
          <p:spPr>
            <a:xfrm>
              <a:off x="5431321" y="5247236"/>
              <a:ext cx="74786" cy="61661"/>
            </a:xfrm>
            <a:custGeom>
              <a:avLst/>
              <a:gdLst/>
              <a:ahLst/>
              <a:cxnLst/>
              <a:rect l="0" t="0" r="0" b="0"/>
              <a:pathLst>
                <a:path w="74786" h="61661">
                  <a:moveTo>
                    <a:pt x="0" y="61661"/>
                  </a:moveTo>
                  <a:lnTo>
                    <a:pt x="74786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37" name="Candidate_receptor__2336">
              <a:extLst>
                <a:ext uri="{FF2B5EF4-FFF2-40B4-BE49-F238E27FC236}">
                  <a16:creationId xmlns:a16="http://schemas.microsoft.com/office/drawing/2014/main" id="{008C6FC9-ADD6-C748-5A93-599602A9E6E2}"/>
                </a:ext>
              </a:extLst>
            </p:cNvPr>
            <p:cNvSpPr>
              <a:spLocks noGrp="1"/>
            </p:cNvSpPr>
            <p:nvPr/>
          </p:nvSpPr>
          <p:spPr>
            <a:xfrm>
              <a:off x="4835901" y="4381528"/>
              <a:ext cx="111704" cy="23975"/>
            </a:xfrm>
            <a:custGeom>
              <a:avLst/>
              <a:gdLst/>
              <a:ahLst/>
              <a:cxnLst/>
              <a:rect l="0" t="0" r="0" b="0"/>
              <a:pathLst>
                <a:path w="111704" h="23975">
                  <a:moveTo>
                    <a:pt x="111704" y="239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8" name="Candidate_receptor__2337">
              <a:extLst>
                <a:ext uri="{FF2B5EF4-FFF2-40B4-BE49-F238E27FC236}">
                  <a16:creationId xmlns:a16="http://schemas.microsoft.com/office/drawing/2014/main" id="{8BF6D085-2D6A-BD47-FC61-1D853020F0A5}"/>
                </a:ext>
              </a:extLst>
            </p:cNvPr>
            <p:cNvSpPr>
              <a:spLocks noGrp="1"/>
            </p:cNvSpPr>
            <p:nvPr/>
          </p:nvSpPr>
          <p:spPr>
            <a:xfrm>
              <a:off x="4953731" y="4578389"/>
              <a:ext cx="58293" cy="79130"/>
            </a:xfrm>
            <a:custGeom>
              <a:avLst/>
              <a:gdLst/>
              <a:ahLst/>
              <a:cxnLst/>
              <a:rect l="0" t="0" r="0" b="0"/>
              <a:pathLst>
                <a:path w="58293" h="79130">
                  <a:moveTo>
                    <a:pt x="0" y="79130"/>
                  </a:moveTo>
                  <a:lnTo>
                    <a:pt x="58293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39" name="Candidate_receptor__2338">
              <a:extLst>
                <a:ext uri="{FF2B5EF4-FFF2-40B4-BE49-F238E27FC236}">
                  <a16:creationId xmlns:a16="http://schemas.microsoft.com/office/drawing/2014/main" id="{48FE13EA-96ED-5D19-EA2B-84E1AFCFF58F}"/>
                </a:ext>
              </a:extLst>
            </p:cNvPr>
            <p:cNvSpPr>
              <a:spLocks noGrp="1"/>
            </p:cNvSpPr>
            <p:nvPr/>
          </p:nvSpPr>
          <p:spPr>
            <a:xfrm>
              <a:off x="4512121" y="4426475"/>
              <a:ext cx="17315" cy="7739"/>
            </a:xfrm>
            <a:custGeom>
              <a:avLst/>
              <a:gdLst/>
              <a:ahLst/>
              <a:cxnLst/>
              <a:rect l="0" t="0" r="0" b="0"/>
              <a:pathLst>
                <a:path w="17315" h="7739">
                  <a:moveTo>
                    <a:pt x="17315" y="0"/>
                  </a:moveTo>
                  <a:lnTo>
                    <a:pt x="0" y="7739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40" name="Candidate_receptor__2339">
              <a:extLst>
                <a:ext uri="{FF2B5EF4-FFF2-40B4-BE49-F238E27FC236}">
                  <a16:creationId xmlns:a16="http://schemas.microsoft.com/office/drawing/2014/main" id="{01D69AF5-540F-6790-443F-79A1331DC60E}"/>
                </a:ext>
              </a:extLst>
            </p:cNvPr>
            <p:cNvSpPr>
              <a:spLocks noGrp="1"/>
            </p:cNvSpPr>
            <p:nvPr/>
          </p:nvSpPr>
          <p:spPr>
            <a:xfrm>
              <a:off x="6501030" y="4600652"/>
              <a:ext cx="57353" cy="9453"/>
            </a:xfrm>
            <a:custGeom>
              <a:avLst/>
              <a:gdLst/>
              <a:ahLst/>
              <a:cxnLst/>
              <a:rect l="0" t="0" r="0" b="0"/>
              <a:pathLst>
                <a:path w="57353" h="9453">
                  <a:moveTo>
                    <a:pt x="57353" y="0"/>
                  </a:moveTo>
                  <a:lnTo>
                    <a:pt x="0" y="945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1" name="Candidate_receptor__2340">
              <a:extLst>
                <a:ext uri="{FF2B5EF4-FFF2-40B4-BE49-F238E27FC236}">
                  <a16:creationId xmlns:a16="http://schemas.microsoft.com/office/drawing/2014/main" id="{4363C24B-4FFC-39B1-B92E-3468824F6CE0}"/>
                </a:ext>
              </a:extLst>
            </p:cNvPr>
            <p:cNvSpPr>
              <a:spLocks noGrp="1"/>
            </p:cNvSpPr>
            <p:nvPr/>
          </p:nvSpPr>
          <p:spPr>
            <a:xfrm>
              <a:off x="5506107" y="5197921"/>
              <a:ext cx="53715" cy="49315"/>
            </a:xfrm>
            <a:custGeom>
              <a:avLst/>
              <a:gdLst/>
              <a:ahLst/>
              <a:cxnLst/>
              <a:rect l="0" t="0" r="0" b="0"/>
              <a:pathLst>
                <a:path w="53715" h="49315">
                  <a:moveTo>
                    <a:pt x="0" y="49315"/>
                  </a:moveTo>
                  <a:lnTo>
                    <a:pt x="53715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42" name="Candidate_receptor__2341">
              <a:extLst>
                <a:ext uri="{FF2B5EF4-FFF2-40B4-BE49-F238E27FC236}">
                  <a16:creationId xmlns:a16="http://schemas.microsoft.com/office/drawing/2014/main" id="{8CE47F7D-9BA6-2481-B954-0548D2A6502D}"/>
                </a:ext>
              </a:extLst>
            </p:cNvPr>
            <p:cNvSpPr>
              <a:spLocks noGrp="1"/>
            </p:cNvSpPr>
            <p:nvPr/>
          </p:nvSpPr>
          <p:spPr>
            <a:xfrm>
              <a:off x="5096186" y="4191711"/>
              <a:ext cx="18930" cy="37373"/>
            </a:xfrm>
            <a:custGeom>
              <a:avLst/>
              <a:gdLst/>
              <a:ahLst/>
              <a:cxnLst/>
              <a:rect l="0" t="0" r="0" b="0"/>
              <a:pathLst>
                <a:path w="18930" h="37373">
                  <a:moveTo>
                    <a:pt x="0" y="37373"/>
                  </a:moveTo>
                  <a:lnTo>
                    <a:pt x="1893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3" name="Candidate_receptor__2342">
              <a:extLst>
                <a:ext uri="{FF2B5EF4-FFF2-40B4-BE49-F238E27FC236}">
                  <a16:creationId xmlns:a16="http://schemas.microsoft.com/office/drawing/2014/main" id="{CB6CB964-54F2-5117-DEC1-01A548A281DC}"/>
                </a:ext>
              </a:extLst>
            </p:cNvPr>
            <p:cNvSpPr>
              <a:spLocks noGrp="1"/>
            </p:cNvSpPr>
            <p:nvPr/>
          </p:nvSpPr>
          <p:spPr>
            <a:xfrm>
              <a:off x="5183632" y="4660754"/>
              <a:ext cx="34816" cy="109250"/>
            </a:xfrm>
            <a:custGeom>
              <a:avLst/>
              <a:gdLst/>
              <a:ahLst/>
              <a:cxnLst/>
              <a:rect l="0" t="0" r="0" b="0"/>
              <a:pathLst>
                <a:path w="34816" h="109250">
                  <a:moveTo>
                    <a:pt x="34816" y="0"/>
                  </a:moveTo>
                  <a:lnTo>
                    <a:pt x="0" y="10925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4" name="Candidate_receptor__2343">
              <a:extLst>
                <a:ext uri="{FF2B5EF4-FFF2-40B4-BE49-F238E27FC236}">
                  <a16:creationId xmlns:a16="http://schemas.microsoft.com/office/drawing/2014/main" id="{BC8BC298-7AA4-EF15-7AD2-F040980783E4}"/>
                </a:ext>
              </a:extLst>
            </p:cNvPr>
            <p:cNvSpPr>
              <a:spLocks noGrp="1"/>
            </p:cNvSpPr>
            <p:nvPr/>
          </p:nvSpPr>
          <p:spPr>
            <a:xfrm>
              <a:off x="5481433" y="4692828"/>
              <a:ext cx="40355" cy="103034"/>
            </a:xfrm>
            <a:custGeom>
              <a:avLst/>
              <a:gdLst/>
              <a:ahLst/>
              <a:cxnLst/>
              <a:rect l="0" t="0" r="0" b="0"/>
              <a:pathLst>
                <a:path w="40355" h="103034">
                  <a:moveTo>
                    <a:pt x="0" y="103034"/>
                  </a:moveTo>
                  <a:lnTo>
                    <a:pt x="40355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5" name="Candidate_receptor__2344">
              <a:extLst>
                <a:ext uri="{FF2B5EF4-FFF2-40B4-BE49-F238E27FC236}">
                  <a16:creationId xmlns:a16="http://schemas.microsoft.com/office/drawing/2014/main" id="{60B344AD-67DF-AEFA-0A03-D925640E3114}"/>
                </a:ext>
              </a:extLst>
            </p:cNvPr>
            <p:cNvSpPr>
              <a:spLocks noGrp="1"/>
            </p:cNvSpPr>
            <p:nvPr/>
          </p:nvSpPr>
          <p:spPr>
            <a:xfrm>
              <a:off x="5224030" y="5160322"/>
              <a:ext cx="106637" cy="8868"/>
            </a:xfrm>
            <a:custGeom>
              <a:avLst/>
              <a:gdLst/>
              <a:ahLst/>
              <a:cxnLst/>
              <a:rect l="0" t="0" r="0" b="0"/>
              <a:pathLst>
                <a:path w="106637" h="8868">
                  <a:moveTo>
                    <a:pt x="0" y="8868"/>
                  </a:moveTo>
                  <a:lnTo>
                    <a:pt x="10663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6" name="Candidate_receptor__2345">
              <a:extLst>
                <a:ext uri="{FF2B5EF4-FFF2-40B4-BE49-F238E27FC236}">
                  <a16:creationId xmlns:a16="http://schemas.microsoft.com/office/drawing/2014/main" id="{89B98077-2BD9-44A0-3F57-E8DAA87E10BB}"/>
                </a:ext>
              </a:extLst>
            </p:cNvPr>
            <p:cNvSpPr>
              <a:spLocks noGrp="1"/>
            </p:cNvSpPr>
            <p:nvPr/>
          </p:nvSpPr>
          <p:spPr>
            <a:xfrm>
              <a:off x="6406450" y="3878366"/>
              <a:ext cx="111444" cy="12619"/>
            </a:xfrm>
            <a:custGeom>
              <a:avLst/>
              <a:gdLst/>
              <a:ahLst/>
              <a:cxnLst/>
              <a:rect l="0" t="0" r="0" b="0"/>
              <a:pathLst>
                <a:path w="111444" h="12619">
                  <a:moveTo>
                    <a:pt x="111444" y="126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7" name="Candidate_receptor__2346">
              <a:extLst>
                <a:ext uri="{FF2B5EF4-FFF2-40B4-BE49-F238E27FC236}">
                  <a16:creationId xmlns:a16="http://schemas.microsoft.com/office/drawing/2014/main" id="{D31C4BE2-4521-D747-5CC6-5744B71D086C}"/>
                </a:ext>
              </a:extLst>
            </p:cNvPr>
            <p:cNvSpPr>
              <a:spLocks noGrp="1"/>
            </p:cNvSpPr>
            <p:nvPr/>
          </p:nvSpPr>
          <p:spPr>
            <a:xfrm>
              <a:off x="5481433" y="4795862"/>
              <a:ext cx="66053" cy="84357"/>
            </a:xfrm>
            <a:custGeom>
              <a:avLst/>
              <a:gdLst/>
              <a:ahLst/>
              <a:cxnLst/>
              <a:rect l="0" t="0" r="0" b="0"/>
              <a:pathLst>
                <a:path w="66053" h="84357">
                  <a:moveTo>
                    <a:pt x="66053" y="843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8" name="Candidate_receptor__2347">
              <a:extLst>
                <a:ext uri="{FF2B5EF4-FFF2-40B4-BE49-F238E27FC236}">
                  <a16:creationId xmlns:a16="http://schemas.microsoft.com/office/drawing/2014/main" id="{D456F69F-7872-95FA-7AF1-DA568493247A}"/>
                </a:ext>
              </a:extLst>
            </p:cNvPr>
            <p:cNvSpPr>
              <a:spLocks noGrp="1"/>
            </p:cNvSpPr>
            <p:nvPr/>
          </p:nvSpPr>
          <p:spPr>
            <a:xfrm>
              <a:off x="5375264" y="4310822"/>
              <a:ext cx="106195" cy="29676"/>
            </a:xfrm>
            <a:custGeom>
              <a:avLst/>
              <a:gdLst/>
              <a:ahLst/>
              <a:cxnLst/>
              <a:rect l="0" t="0" r="0" b="0"/>
              <a:pathLst>
                <a:path w="106195" h="29676">
                  <a:moveTo>
                    <a:pt x="106195" y="296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49" name="Candidate_receptor__2348">
              <a:extLst>
                <a:ext uri="{FF2B5EF4-FFF2-40B4-BE49-F238E27FC236}">
                  <a16:creationId xmlns:a16="http://schemas.microsoft.com/office/drawing/2014/main" id="{9A264407-05F1-65F1-50D5-05AD0B3474C0}"/>
                </a:ext>
              </a:extLst>
            </p:cNvPr>
            <p:cNvSpPr>
              <a:spLocks noGrp="1"/>
            </p:cNvSpPr>
            <p:nvPr/>
          </p:nvSpPr>
          <p:spPr>
            <a:xfrm>
              <a:off x="6471267" y="4470979"/>
              <a:ext cx="111487" cy="20456"/>
            </a:xfrm>
            <a:custGeom>
              <a:avLst/>
              <a:gdLst/>
              <a:ahLst/>
              <a:cxnLst/>
              <a:rect l="0" t="0" r="0" b="0"/>
              <a:pathLst>
                <a:path w="111487" h="20456">
                  <a:moveTo>
                    <a:pt x="0" y="0"/>
                  </a:moveTo>
                  <a:lnTo>
                    <a:pt x="111487" y="20456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0" name="Candidate_receptor__2349">
              <a:extLst>
                <a:ext uri="{FF2B5EF4-FFF2-40B4-BE49-F238E27FC236}">
                  <a16:creationId xmlns:a16="http://schemas.microsoft.com/office/drawing/2014/main" id="{6F1ED326-1D45-F8F1-C0F3-615F61E67F21}"/>
                </a:ext>
              </a:extLst>
            </p:cNvPr>
            <p:cNvSpPr>
              <a:spLocks noGrp="1"/>
            </p:cNvSpPr>
            <p:nvPr/>
          </p:nvSpPr>
          <p:spPr>
            <a:xfrm>
              <a:off x="5426566" y="4628542"/>
              <a:ext cx="95222" cy="64286"/>
            </a:xfrm>
            <a:custGeom>
              <a:avLst/>
              <a:gdLst/>
              <a:ahLst/>
              <a:cxnLst/>
              <a:rect l="0" t="0" r="0" b="0"/>
              <a:pathLst>
                <a:path w="95222" h="64286">
                  <a:moveTo>
                    <a:pt x="95222" y="642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1" name="Candidate_receptor__2350">
              <a:extLst>
                <a:ext uri="{FF2B5EF4-FFF2-40B4-BE49-F238E27FC236}">
                  <a16:creationId xmlns:a16="http://schemas.microsoft.com/office/drawing/2014/main" id="{60F6D8F9-C226-B277-9E42-8562FD63CC9A}"/>
                </a:ext>
              </a:extLst>
            </p:cNvPr>
            <p:cNvSpPr>
              <a:spLocks noGrp="1"/>
            </p:cNvSpPr>
            <p:nvPr/>
          </p:nvSpPr>
          <p:spPr>
            <a:xfrm>
              <a:off x="6523270" y="4061474"/>
              <a:ext cx="74282" cy="88175"/>
            </a:xfrm>
            <a:custGeom>
              <a:avLst/>
              <a:gdLst/>
              <a:ahLst/>
              <a:cxnLst/>
              <a:rect l="0" t="0" r="0" b="0"/>
              <a:pathLst>
                <a:path w="74282" h="88175">
                  <a:moveTo>
                    <a:pt x="0" y="88175"/>
                  </a:moveTo>
                  <a:lnTo>
                    <a:pt x="7428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2" name="Candidate_receptor__2351">
              <a:extLst>
                <a:ext uri="{FF2B5EF4-FFF2-40B4-BE49-F238E27FC236}">
                  <a16:creationId xmlns:a16="http://schemas.microsoft.com/office/drawing/2014/main" id="{690933F2-5F3F-A8E4-5C47-9193A169D1AE}"/>
                </a:ext>
              </a:extLst>
            </p:cNvPr>
            <p:cNvSpPr>
              <a:spLocks noGrp="1"/>
            </p:cNvSpPr>
            <p:nvPr/>
          </p:nvSpPr>
          <p:spPr>
            <a:xfrm>
              <a:off x="6207166" y="4229651"/>
              <a:ext cx="411" cy="21393"/>
            </a:xfrm>
            <a:custGeom>
              <a:avLst/>
              <a:gdLst/>
              <a:ahLst/>
              <a:cxnLst/>
              <a:rect l="0" t="0" r="0" b="0"/>
              <a:pathLst>
                <a:path w="411" h="21393">
                  <a:moveTo>
                    <a:pt x="0" y="0"/>
                  </a:moveTo>
                  <a:lnTo>
                    <a:pt x="411" y="2139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3" name="Candidate_receptor__2352">
              <a:extLst>
                <a:ext uri="{FF2B5EF4-FFF2-40B4-BE49-F238E27FC236}">
                  <a16:creationId xmlns:a16="http://schemas.microsoft.com/office/drawing/2014/main" id="{C93898E6-DF51-D458-D42B-301B183F78EC}"/>
                </a:ext>
              </a:extLst>
            </p:cNvPr>
            <p:cNvSpPr>
              <a:spLocks noGrp="1"/>
            </p:cNvSpPr>
            <p:nvPr/>
          </p:nvSpPr>
          <p:spPr>
            <a:xfrm>
              <a:off x="5778514" y="4607251"/>
              <a:ext cx="10099" cy="27103"/>
            </a:xfrm>
            <a:custGeom>
              <a:avLst/>
              <a:gdLst/>
              <a:ahLst/>
              <a:cxnLst/>
              <a:rect l="0" t="0" r="0" b="0"/>
              <a:pathLst>
                <a:path w="10099" h="27103">
                  <a:moveTo>
                    <a:pt x="0" y="0"/>
                  </a:moveTo>
                  <a:lnTo>
                    <a:pt x="10099" y="2710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4" name="Candidate_receptor__2353">
              <a:extLst>
                <a:ext uri="{FF2B5EF4-FFF2-40B4-BE49-F238E27FC236}">
                  <a16:creationId xmlns:a16="http://schemas.microsoft.com/office/drawing/2014/main" id="{ECC543F7-D72A-6D8C-979E-DC1AB5840E0B}"/>
                </a:ext>
              </a:extLst>
            </p:cNvPr>
            <p:cNvSpPr>
              <a:spLocks noGrp="1"/>
            </p:cNvSpPr>
            <p:nvPr/>
          </p:nvSpPr>
          <p:spPr>
            <a:xfrm>
              <a:off x="5943128" y="3524905"/>
              <a:ext cx="34392" cy="104373"/>
            </a:xfrm>
            <a:custGeom>
              <a:avLst/>
              <a:gdLst/>
              <a:ahLst/>
              <a:cxnLst/>
              <a:rect l="0" t="0" r="0" b="0"/>
              <a:pathLst>
                <a:path w="34392" h="104373">
                  <a:moveTo>
                    <a:pt x="0" y="104373"/>
                  </a:moveTo>
                  <a:lnTo>
                    <a:pt x="34392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55" name="Candidate_receptor__2354">
              <a:extLst>
                <a:ext uri="{FF2B5EF4-FFF2-40B4-BE49-F238E27FC236}">
                  <a16:creationId xmlns:a16="http://schemas.microsoft.com/office/drawing/2014/main" id="{85F8DDD5-307B-0342-A245-5C67FACAC599}"/>
                </a:ext>
              </a:extLst>
            </p:cNvPr>
            <p:cNvSpPr>
              <a:spLocks noGrp="1"/>
            </p:cNvSpPr>
            <p:nvPr/>
          </p:nvSpPr>
          <p:spPr>
            <a:xfrm>
              <a:off x="5451401" y="4340499"/>
              <a:ext cx="30058" cy="111454"/>
            </a:xfrm>
            <a:custGeom>
              <a:avLst/>
              <a:gdLst/>
              <a:ahLst/>
              <a:cxnLst/>
              <a:rect l="0" t="0" r="0" b="0"/>
              <a:pathLst>
                <a:path w="30058" h="111454">
                  <a:moveTo>
                    <a:pt x="0" y="111454"/>
                  </a:moveTo>
                  <a:lnTo>
                    <a:pt x="30058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6" name="Candidate_receptor__2355">
              <a:extLst>
                <a:ext uri="{FF2B5EF4-FFF2-40B4-BE49-F238E27FC236}">
                  <a16:creationId xmlns:a16="http://schemas.microsoft.com/office/drawing/2014/main" id="{5DAA42E2-E179-C275-3250-47FBAAFA81C0}"/>
                </a:ext>
              </a:extLst>
            </p:cNvPr>
            <p:cNvSpPr>
              <a:spLocks noGrp="1"/>
            </p:cNvSpPr>
            <p:nvPr/>
          </p:nvSpPr>
          <p:spPr>
            <a:xfrm>
              <a:off x="5119152" y="4638725"/>
              <a:ext cx="99296" cy="22029"/>
            </a:xfrm>
            <a:custGeom>
              <a:avLst/>
              <a:gdLst/>
              <a:ahLst/>
              <a:cxnLst/>
              <a:rect l="0" t="0" r="0" b="0"/>
              <a:pathLst>
                <a:path w="99296" h="22029">
                  <a:moveTo>
                    <a:pt x="0" y="0"/>
                  </a:moveTo>
                  <a:lnTo>
                    <a:pt x="99296" y="2202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7" name="Candidate_receptor__2356">
              <a:extLst>
                <a:ext uri="{FF2B5EF4-FFF2-40B4-BE49-F238E27FC236}">
                  <a16:creationId xmlns:a16="http://schemas.microsoft.com/office/drawing/2014/main" id="{6880BB34-BDA9-1120-C439-07771AE6F56A}"/>
                </a:ext>
              </a:extLst>
            </p:cNvPr>
            <p:cNvSpPr>
              <a:spLocks noGrp="1"/>
            </p:cNvSpPr>
            <p:nvPr/>
          </p:nvSpPr>
          <p:spPr>
            <a:xfrm>
              <a:off x="5467559" y="4880219"/>
              <a:ext cx="79927" cy="82468"/>
            </a:xfrm>
            <a:custGeom>
              <a:avLst/>
              <a:gdLst/>
              <a:ahLst/>
              <a:cxnLst/>
              <a:rect l="0" t="0" r="0" b="0"/>
              <a:pathLst>
                <a:path w="79927" h="82468">
                  <a:moveTo>
                    <a:pt x="0" y="82468"/>
                  </a:moveTo>
                  <a:lnTo>
                    <a:pt x="7992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8" name="Candidate_receptor__2357">
              <a:extLst>
                <a:ext uri="{FF2B5EF4-FFF2-40B4-BE49-F238E27FC236}">
                  <a16:creationId xmlns:a16="http://schemas.microsoft.com/office/drawing/2014/main" id="{CCBBF734-BA1C-8FE6-1D2C-22A7C08272BF}"/>
                </a:ext>
              </a:extLst>
            </p:cNvPr>
            <p:cNvSpPr>
              <a:spLocks noGrp="1"/>
            </p:cNvSpPr>
            <p:nvPr/>
          </p:nvSpPr>
          <p:spPr>
            <a:xfrm>
              <a:off x="5324910" y="4310822"/>
              <a:ext cx="50354" cy="62368"/>
            </a:xfrm>
            <a:custGeom>
              <a:avLst/>
              <a:gdLst/>
              <a:ahLst/>
              <a:cxnLst/>
              <a:rect l="0" t="0" r="0" b="0"/>
              <a:pathLst>
                <a:path w="50354" h="62368">
                  <a:moveTo>
                    <a:pt x="50354" y="0"/>
                  </a:moveTo>
                  <a:lnTo>
                    <a:pt x="0" y="62368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59" name="Candidate_receptor__2358">
              <a:extLst>
                <a:ext uri="{FF2B5EF4-FFF2-40B4-BE49-F238E27FC236}">
                  <a16:creationId xmlns:a16="http://schemas.microsoft.com/office/drawing/2014/main" id="{3ADC2414-78F0-E71F-FBBB-C58060DACD06}"/>
                </a:ext>
              </a:extLst>
            </p:cNvPr>
            <p:cNvSpPr>
              <a:spLocks noGrp="1"/>
            </p:cNvSpPr>
            <p:nvPr/>
          </p:nvSpPr>
          <p:spPr>
            <a:xfrm>
              <a:off x="4848805" y="4491471"/>
              <a:ext cx="75300" cy="43108"/>
            </a:xfrm>
            <a:custGeom>
              <a:avLst/>
              <a:gdLst/>
              <a:ahLst/>
              <a:cxnLst/>
              <a:rect l="0" t="0" r="0" b="0"/>
              <a:pathLst>
                <a:path w="75300" h="43108">
                  <a:moveTo>
                    <a:pt x="0" y="43108"/>
                  </a:moveTo>
                  <a:lnTo>
                    <a:pt x="7530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0" name="Candidate_receptor__2359">
              <a:extLst>
                <a:ext uri="{FF2B5EF4-FFF2-40B4-BE49-F238E27FC236}">
                  <a16:creationId xmlns:a16="http://schemas.microsoft.com/office/drawing/2014/main" id="{19F1E891-001A-5E08-3B1E-4381CA54CC06}"/>
                </a:ext>
              </a:extLst>
            </p:cNvPr>
            <p:cNvSpPr>
              <a:spLocks noGrp="1"/>
            </p:cNvSpPr>
            <p:nvPr/>
          </p:nvSpPr>
          <p:spPr>
            <a:xfrm>
              <a:off x="4924105" y="4405504"/>
              <a:ext cx="23500" cy="85968"/>
            </a:xfrm>
            <a:custGeom>
              <a:avLst/>
              <a:gdLst/>
              <a:ahLst/>
              <a:cxnLst/>
              <a:rect l="0" t="0" r="0" b="0"/>
              <a:pathLst>
                <a:path w="23500" h="85968">
                  <a:moveTo>
                    <a:pt x="0" y="85968"/>
                  </a:moveTo>
                  <a:lnTo>
                    <a:pt x="2350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1" name="Candidate_receptor__2360">
              <a:extLst>
                <a:ext uri="{FF2B5EF4-FFF2-40B4-BE49-F238E27FC236}">
                  <a16:creationId xmlns:a16="http://schemas.microsoft.com/office/drawing/2014/main" id="{E7C8CF7A-2FFA-0C3F-4145-4C68E6CF4B54}"/>
                </a:ext>
              </a:extLst>
            </p:cNvPr>
            <p:cNvSpPr>
              <a:spLocks noGrp="1"/>
            </p:cNvSpPr>
            <p:nvPr/>
          </p:nvSpPr>
          <p:spPr>
            <a:xfrm>
              <a:off x="5178903" y="5165396"/>
              <a:ext cx="45127" cy="3794"/>
            </a:xfrm>
            <a:custGeom>
              <a:avLst/>
              <a:gdLst/>
              <a:ahLst/>
              <a:cxnLst/>
              <a:rect l="0" t="0" r="0" b="0"/>
              <a:pathLst>
                <a:path w="45127" h="3794">
                  <a:moveTo>
                    <a:pt x="0" y="0"/>
                  </a:moveTo>
                  <a:lnTo>
                    <a:pt x="45127" y="3794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2" name="Candidate_receptor__2361">
              <a:extLst>
                <a:ext uri="{FF2B5EF4-FFF2-40B4-BE49-F238E27FC236}">
                  <a16:creationId xmlns:a16="http://schemas.microsoft.com/office/drawing/2014/main" id="{43939434-F952-A657-02E3-A6CF028E1F1D}"/>
                </a:ext>
              </a:extLst>
            </p:cNvPr>
            <p:cNvSpPr>
              <a:spLocks noGrp="1"/>
            </p:cNvSpPr>
            <p:nvPr/>
          </p:nvSpPr>
          <p:spPr>
            <a:xfrm>
              <a:off x="6558383" y="4491435"/>
              <a:ext cx="24371" cy="109217"/>
            </a:xfrm>
            <a:custGeom>
              <a:avLst/>
              <a:gdLst/>
              <a:ahLst/>
              <a:cxnLst/>
              <a:rect l="0" t="0" r="0" b="0"/>
              <a:pathLst>
                <a:path w="24371" h="109217">
                  <a:moveTo>
                    <a:pt x="24371" y="0"/>
                  </a:moveTo>
                  <a:lnTo>
                    <a:pt x="0" y="109217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3" name="Candidate_receptor__2362">
              <a:extLst>
                <a:ext uri="{FF2B5EF4-FFF2-40B4-BE49-F238E27FC236}">
                  <a16:creationId xmlns:a16="http://schemas.microsoft.com/office/drawing/2014/main" id="{DEDADDDE-300B-25FD-FF03-73BBC0553748}"/>
                </a:ext>
              </a:extLst>
            </p:cNvPr>
            <p:cNvSpPr>
              <a:spLocks noGrp="1"/>
            </p:cNvSpPr>
            <p:nvPr/>
          </p:nvSpPr>
          <p:spPr>
            <a:xfrm>
              <a:off x="5367498" y="4628542"/>
              <a:ext cx="59068" cy="82379"/>
            </a:xfrm>
            <a:custGeom>
              <a:avLst/>
              <a:gdLst/>
              <a:ahLst/>
              <a:cxnLst/>
              <a:rect l="0" t="0" r="0" b="0"/>
              <a:pathLst>
                <a:path w="59068" h="82379">
                  <a:moveTo>
                    <a:pt x="59068" y="0"/>
                  </a:moveTo>
                  <a:lnTo>
                    <a:pt x="0" y="82379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4" name="Candidate_receptor__2363">
              <a:extLst>
                <a:ext uri="{FF2B5EF4-FFF2-40B4-BE49-F238E27FC236}">
                  <a16:creationId xmlns:a16="http://schemas.microsoft.com/office/drawing/2014/main" id="{AAD2C1AF-AB20-23BE-1840-C515721A5A30}"/>
                </a:ext>
              </a:extLst>
            </p:cNvPr>
            <p:cNvSpPr>
              <a:spLocks noGrp="1"/>
            </p:cNvSpPr>
            <p:nvPr/>
          </p:nvSpPr>
          <p:spPr>
            <a:xfrm>
              <a:off x="4808816" y="4381528"/>
              <a:ext cx="27085" cy="4984"/>
            </a:xfrm>
            <a:custGeom>
              <a:avLst/>
              <a:gdLst/>
              <a:ahLst/>
              <a:cxnLst/>
              <a:rect l="0" t="0" r="0" b="0"/>
              <a:pathLst>
                <a:path w="27085" h="4984">
                  <a:moveTo>
                    <a:pt x="27085" y="0"/>
                  </a:moveTo>
                  <a:lnTo>
                    <a:pt x="0" y="4984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5" name="Candidate_receptor__2364">
              <a:extLst>
                <a:ext uri="{FF2B5EF4-FFF2-40B4-BE49-F238E27FC236}">
                  <a16:creationId xmlns:a16="http://schemas.microsoft.com/office/drawing/2014/main" id="{8201AFC7-A9BA-440D-5648-CE5C16D16008}"/>
                </a:ext>
              </a:extLst>
            </p:cNvPr>
            <p:cNvSpPr>
              <a:spLocks noGrp="1"/>
            </p:cNvSpPr>
            <p:nvPr/>
          </p:nvSpPr>
          <p:spPr>
            <a:xfrm>
              <a:off x="5746824" y="4837778"/>
              <a:ext cx="15247" cy="42144"/>
            </a:xfrm>
            <a:custGeom>
              <a:avLst/>
              <a:gdLst/>
              <a:ahLst/>
              <a:cxnLst/>
              <a:rect l="0" t="0" r="0" b="0"/>
              <a:pathLst>
                <a:path w="15247" h="42144">
                  <a:moveTo>
                    <a:pt x="15247" y="4214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EE3E6"/>
              </a:solidFill>
            </a:ln>
          </p:spPr>
        </p:sp>
        <p:sp>
          <p:nvSpPr>
            <p:cNvPr id="2366" name="Candidate_receptor__2365">
              <a:extLst>
                <a:ext uri="{FF2B5EF4-FFF2-40B4-BE49-F238E27FC236}">
                  <a16:creationId xmlns:a16="http://schemas.microsoft.com/office/drawing/2014/main" id="{6DA045B4-3F52-0D19-1448-00DB1F619C42}"/>
                </a:ext>
              </a:extLst>
            </p:cNvPr>
            <p:cNvSpPr>
              <a:spLocks noGrp="1"/>
            </p:cNvSpPr>
            <p:nvPr/>
          </p:nvSpPr>
          <p:spPr>
            <a:xfrm>
              <a:off x="6439884" y="3978857"/>
              <a:ext cx="53727" cy="49679"/>
            </a:xfrm>
            <a:custGeom>
              <a:avLst/>
              <a:gdLst/>
              <a:ahLst/>
              <a:cxnLst/>
              <a:rect l="0" t="0" r="0" b="0"/>
              <a:pathLst>
                <a:path w="53727" h="49679">
                  <a:moveTo>
                    <a:pt x="0" y="49679"/>
                  </a:moveTo>
                  <a:lnTo>
                    <a:pt x="53727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7" name="Candidate_receptor__2366">
              <a:extLst>
                <a:ext uri="{FF2B5EF4-FFF2-40B4-BE49-F238E27FC236}">
                  <a16:creationId xmlns:a16="http://schemas.microsoft.com/office/drawing/2014/main" id="{9FA07036-AB27-647D-0BE6-E79885F828B0}"/>
                </a:ext>
              </a:extLst>
            </p:cNvPr>
            <p:cNvSpPr>
              <a:spLocks noGrp="1"/>
            </p:cNvSpPr>
            <p:nvPr/>
          </p:nvSpPr>
          <p:spPr>
            <a:xfrm>
              <a:off x="6303956" y="3734415"/>
              <a:ext cx="111910" cy="16667"/>
            </a:xfrm>
            <a:custGeom>
              <a:avLst/>
              <a:gdLst/>
              <a:ahLst/>
              <a:cxnLst/>
              <a:rect l="0" t="0" r="0" b="0"/>
              <a:pathLst>
                <a:path w="111910" h="16667">
                  <a:moveTo>
                    <a:pt x="111910" y="0"/>
                  </a:moveTo>
                  <a:lnTo>
                    <a:pt x="0" y="16667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8" name="Candidate_receptor__2367">
              <a:extLst>
                <a:ext uri="{FF2B5EF4-FFF2-40B4-BE49-F238E27FC236}">
                  <a16:creationId xmlns:a16="http://schemas.microsoft.com/office/drawing/2014/main" id="{A402D8BF-B787-973E-A856-4C3D53D2DB8B}"/>
                </a:ext>
              </a:extLst>
            </p:cNvPr>
            <p:cNvSpPr>
              <a:spLocks noGrp="1"/>
            </p:cNvSpPr>
            <p:nvPr/>
          </p:nvSpPr>
          <p:spPr>
            <a:xfrm>
              <a:off x="5101904" y="5015361"/>
              <a:ext cx="107602" cy="33712"/>
            </a:xfrm>
            <a:custGeom>
              <a:avLst/>
              <a:gdLst/>
              <a:ahLst/>
              <a:cxnLst/>
              <a:rect l="0" t="0" r="0" b="0"/>
              <a:pathLst>
                <a:path w="107602" h="33712">
                  <a:moveTo>
                    <a:pt x="0" y="33712"/>
                  </a:moveTo>
                  <a:lnTo>
                    <a:pt x="10760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69" name="Candidate_receptor__2368">
              <a:extLst>
                <a:ext uri="{FF2B5EF4-FFF2-40B4-BE49-F238E27FC236}">
                  <a16:creationId xmlns:a16="http://schemas.microsoft.com/office/drawing/2014/main" id="{64EF705D-DF39-E03F-1905-884FFDDB8549}"/>
                </a:ext>
              </a:extLst>
            </p:cNvPr>
            <p:cNvSpPr>
              <a:spLocks noGrp="1"/>
            </p:cNvSpPr>
            <p:nvPr/>
          </p:nvSpPr>
          <p:spPr>
            <a:xfrm>
              <a:off x="6381815" y="3878366"/>
              <a:ext cx="24635" cy="5423"/>
            </a:xfrm>
            <a:custGeom>
              <a:avLst/>
              <a:gdLst/>
              <a:ahLst/>
              <a:cxnLst/>
              <a:rect l="0" t="0" r="0" b="0"/>
              <a:pathLst>
                <a:path w="24635" h="5423">
                  <a:moveTo>
                    <a:pt x="24635" y="0"/>
                  </a:moveTo>
                  <a:lnTo>
                    <a:pt x="0" y="5423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0" name="Candidate_receptor__2369">
              <a:extLst>
                <a:ext uri="{FF2B5EF4-FFF2-40B4-BE49-F238E27FC236}">
                  <a16:creationId xmlns:a16="http://schemas.microsoft.com/office/drawing/2014/main" id="{4C30F56F-5092-6A7E-DFE5-77D5ECAD3FEF}"/>
                </a:ext>
              </a:extLst>
            </p:cNvPr>
            <p:cNvSpPr>
              <a:spLocks noGrp="1"/>
            </p:cNvSpPr>
            <p:nvPr/>
          </p:nvSpPr>
          <p:spPr>
            <a:xfrm>
              <a:off x="6433625" y="4470979"/>
              <a:ext cx="37642" cy="48832"/>
            </a:xfrm>
            <a:custGeom>
              <a:avLst/>
              <a:gdLst/>
              <a:ahLst/>
              <a:cxnLst/>
              <a:rect l="0" t="0" r="0" b="0"/>
              <a:pathLst>
                <a:path w="37642" h="48832">
                  <a:moveTo>
                    <a:pt x="0" y="48832"/>
                  </a:moveTo>
                  <a:lnTo>
                    <a:pt x="37642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1" name="Candidate_receptor__2370">
              <a:extLst>
                <a:ext uri="{FF2B5EF4-FFF2-40B4-BE49-F238E27FC236}">
                  <a16:creationId xmlns:a16="http://schemas.microsoft.com/office/drawing/2014/main" id="{CA0738FC-804F-75A2-EB80-FC9961A8B5E3}"/>
                </a:ext>
              </a:extLst>
            </p:cNvPr>
            <p:cNvSpPr>
              <a:spLocks noGrp="1"/>
            </p:cNvSpPr>
            <p:nvPr/>
          </p:nvSpPr>
          <p:spPr>
            <a:xfrm>
              <a:off x="6311779" y="4131532"/>
              <a:ext cx="8908" cy="100629"/>
            </a:xfrm>
            <a:custGeom>
              <a:avLst/>
              <a:gdLst/>
              <a:ahLst/>
              <a:cxnLst/>
              <a:rect l="0" t="0" r="0" b="0"/>
              <a:pathLst>
                <a:path w="8908" h="100629">
                  <a:moveTo>
                    <a:pt x="8908" y="1006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EE3E6"/>
              </a:solidFill>
            </a:ln>
          </p:spPr>
        </p:sp>
        <p:sp>
          <p:nvSpPr>
            <p:cNvPr id="2372" name="Candidate_receptor__2371">
              <a:extLst>
                <a:ext uri="{FF2B5EF4-FFF2-40B4-BE49-F238E27FC236}">
                  <a16:creationId xmlns:a16="http://schemas.microsoft.com/office/drawing/2014/main" id="{D58EF60B-3150-FFD9-0028-4C12C069F1B3}"/>
                </a:ext>
              </a:extLst>
            </p:cNvPr>
            <p:cNvSpPr>
              <a:spLocks noGrp="1"/>
            </p:cNvSpPr>
            <p:nvPr/>
          </p:nvSpPr>
          <p:spPr>
            <a:xfrm>
              <a:off x="5896128" y="3629279"/>
              <a:ext cx="47000" cy="35793"/>
            </a:xfrm>
            <a:custGeom>
              <a:avLst/>
              <a:gdLst/>
              <a:ahLst/>
              <a:cxnLst/>
              <a:rect l="0" t="0" r="0" b="0"/>
              <a:pathLst>
                <a:path w="47000" h="35793">
                  <a:moveTo>
                    <a:pt x="0" y="35793"/>
                  </a:moveTo>
                  <a:lnTo>
                    <a:pt x="47000" y="0"/>
                  </a:lnTo>
                </a:path>
              </a:pathLst>
            </a:custGeom>
            <a:noFill/>
            <a:ln w="8096">
              <a:solidFill>
                <a:srgbClr val="DEE3E7"/>
              </a:solidFill>
            </a:ln>
          </p:spPr>
        </p:sp>
        <p:sp>
          <p:nvSpPr>
            <p:cNvPr id="2373" name="Candidate_receptor__2372">
              <a:extLst>
                <a:ext uri="{FF2B5EF4-FFF2-40B4-BE49-F238E27FC236}">
                  <a16:creationId xmlns:a16="http://schemas.microsoft.com/office/drawing/2014/main" id="{B47FA889-F716-BEAD-8F8D-C6F8A30213C5}"/>
                </a:ext>
              </a:extLst>
            </p:cNvPr>
            <p:cNvSpPr>
              <a:spLocks noGrp="1"/>
            </p:cNvSpPr>
            <p:nvPr/>
          </p:nvSpPr>
          <p:spPr>
            <a:xfrm>
              <a:off x="6493611" y="3890985"/>
              <a:ext cx="24283" cy="87873"/>
            </a:xfrm>
            <a:custGeom>
              <a:avLst/>
              <a:gdLst/>
              <a:ahLst/>
              <a:cxnLst/>
              <a:rect l="0" t="0" r="0" b="0"/>
              <a:pathLst>
                <a:path w="24283" h="87873">
                  <a:moveTo>
                    <a:pt x="0" y="87873"/>
                  </a:moveTo>
                  <a:lnTo>
                    <a:pt x="24283" y="0"/>
                  </a:lnTo>
                </a:path>
              </a:pathLst>
            </a:custGeom>
            <a:noFill/>
            <a:ln w="20003">
              <a:solidFill>
                <a:srgbClr val="DEE3E7"/>
              </a:solidFill>
            </a:ln>
          </p:spPr>
        </p:sp>
        <p:sp>
          <p:nvSpPr>
            <p:cNvPr id="2374" name="Candidate_receptor__2373">
              <a:extLst>
                <a:ext uri="{FF2B5EF4-FFF2-40B4-BE49-F238E27FC236}">
                  <a16:creationId xmlns:a16="http://schemas.microsoft.com/office/drawing/2014/main" id="{D0F7E692-4578-E087-7E77-B227FDC67B02}"/>
                </a:ext>
              </a:extLst>
            </p:cNvPr>
            <p:cNvSpPr>
              <a:spLocks noGrp="1"/>
            </p:cNvSpPr>
            <p:nvPr/>
          </p:nvSpPr>
          <p:spPr>
            <a:xfrm>
              <a:off x="6223176" y="4095901"/>
              <a:ext cx="88602" cy="35632"/>
            </a:xfrm>
            <a:custGeom>
              <a:avLst/>
              <a:gdLst/>
              <a:ahLst/>
              <a:cxnLst/>
              <a:rect l="0" t="0" r="0" b="0"/>
              <a:pathLst>
                <a:path w="88602" h="35632">
                  <a:moveTo>
                    <a:pt x="88602" y="356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5" name="Candidate_receptor__2374">
              <a:extLst>
                <a:ext uri="{FF2B5EF4-FFF2-40B4-BE49-F238E27FC236}">
                  <a16:creationId xmlns:a16="http://schemas.microsoft.com/office/drawing/2014/main" id="{5FE86C54-155A-2AAD-54DC-3C0AF1703DB4}"/>
                </a:ext>
              </a:extLst>
            </p:cNvPr>
            <p:cNvSpPr>
              <a:spLocks noGrp="1"/>
            </p:cNvSpPr>
            <p:nvPr/>
          </p:nvSpPr>
          <p:spPr>
            <a:xfrm>
              <a:off x="5038820" y="4068608"/>
              <a:ext cx="103135" cy="15262"/>
            </a:xfrm>
            <a:custGeom>
              <a:avLst/>
              <a:gdLst/>
              <a:ahLst/>
              <a:cxnLst/>
              <a:rect l="0" t="0" r="0" b="0"/>
              <a:pathLst>
                <a:path w="103135" h="15262">
                  <a:moveTo>
                    <a:pt x="0" y="15262"/>
                  </a:moveTo>
                  <a:lnTo>
                    <a:pt x="103135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6" name="Candidate_receptor__2375">
              <a:extLst>
                <a:ext uri="{FF2B5EF4-FFF2-40B4-BE49-F238E27FC236}">
                  <a16:creationId xmlns:a16="http://schemas.microsoft.com/office/drawing/2014/main" id="{342F82AA-C096-71E1-699A-B6D1641AEE13}"/>
                </a:ext>
              </a:extLst>
            </p:cNvPr>
            <p:cNvSpPr>
              <a:spLocks noGrp="1"/>
            </p:cNvSpPr>
            <p:nvPr/>
          </p:nvSpPr>
          <p:spPr>
            <a:xfrm>
              <a:off x="5261018" y="5245692"/>
              <a:ext cx="49477" cy="68967"/>
            </a:xfrm>
            <a:custGeom>
              <a:avLst/>
              <a:gdLst/>
              <a:ahLst/>
              <a:cxnLst/>
              <a:rect l="0" t="0" r="0" b="0"/>
              <a:pathLst>
                <a:path w="49477" h="68967">
                  <a:moveTo>
                    <a:pt x="49477" y="0"/>
                  </a:moveTo>
                  <a:lnTo>
                    <a:pt x="0" y="68967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7" name="Candidate_receptor__2376">
              <a:extLst>
                <a:ext uri="{FF2B5EF4-FFF2-40B4-BE49-F238E27FC236}">
                  <a16:creationId xmlns:a16="http://schemas.microsoft.com/office/drawing/2014/main" id="{8AF04084-3A8A-F84F-5E4F-3419D7C26450}"/>
                </a:ext>
              </a:extLst>
            </p:cNvPr>
            <p:cNvSpPr>
              <a:spLocks noGrp="1"/>
            </p:cNvSpPr>
            <p:nvPr/>
          </p:nvSpPr>
          <p:spPr>
            <a:xfrm>
              <a:off x="5786200" y="4476198"/>
              <a:ext cx="73716" cy="68652"/>
            </a:xfrm>
            <a:custGeom>
              <a:avLst/>
              <a:gdLst/>
              <a:ahLst/>
              <a:cxnLst/>
              <a:rect l="0" t="0" r="0" b="0"/>
              <a:pathLst>
                <a:path w="73716" h="68652">
                  <a:moveTo>
                    <a:pt x="73716" y="68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8" name="Candidate_receptor__2377">
              <a:extLst>
                <a:ext uri="{FF2B5EF4-FFF2-40B4-BE49-F238E27FC236}">
                  <a16:creationId xmlns:a16="http://schemas.microsoft.com/office/drawing/2014/main" id="{44E69D96-BFCC-66A2-0BBA-D3749E0702B4}"/>
                </a:ext>
              </a:extLst>
            </p:cNvPr>
            <p:cNvSpPr>
              <a:spLocks noGrp="1"/>
            </p:cNvSpPr>
            <p:nvPr/>
          </p:nvSpPr>
          <p:spPr>
            <a:xfrm>
              <a:off x="5310494" y="5160322"/>
              <a:ext cx="20172" cy="85370"/>
            </a:xfrm>
            <a:custGeom>
              <a:avLst/>
              <a:gdLst/>
              <a:ahLst/>
              <a:cxnLst/>
              <a:rect l="0" t="0" r="0" b="0"/>
              <a:pathLst>
                <a:path w="20172" h="85370">
                  <a:moveTo>
                    <a:pt x="20172" y="0"/>
                  </a:moveTo>
                  <a:lnTo>
                    <a:pt x="0" y="8537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79" name="Candidate_receptor__2378">
              <a:extLst>
                <a:ext uri="{FF2B5EF4-FFF2-40B4-BE49-F238E27FC236}">
                  <a16:creationId xmlns:a16="http://schemas.microsoft.com/office/drawing/2014/main" id="{299E8C87-2917-92B1-210F-824A02A9977D}"/>
                </a:ext>
              </a:extLst>
            </p:cNvPr>
            <p:cNvSpPr>
              <a:spLocks noGrp="1"/>
            </p:cNvSpPr>
            <p:nvPr/>
          </p:nvSpPr>
          <p:spPr>
            <a:xfrm>
              <a:off x="4765231" y="4239056"/>
              <a:ext cx="107372" cy="5200"/>
            </a:xfrm>
            <a:custGeom>
              <a:avLst/>
              <a:gdLst/>
              <a:ahLst/>
              <a:cxnLst/>
              <a:rect l="0" t="0" r="0" b="0"/>
              <a:pathLst>
                <a:path w="107372" h="5200">
                  <a:moveTo>
                    <a:pt x="107372" y="52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0" name="Candidate_receptor__2379">
              <a:extLst>
                <a:ext uri="{FF2B5EF4-FFF2-40B4-BE49-F238E27FC236}">
                  <a16:creationId xmlns:a16="http://schemas.microsoft.com/office/drawing/2014/main" id="{D66B99E8-0893-1E50-3726-B83E1D395F38}"/>
                </a:ext>
              </a:extLst>
            </p:cNvPr>
            <p:cNvSpPr>
              <a:spLocks noGrp="1"/>
            </p:cNvSpPr>
            <p:nvPr/>
          </p:nvSpPr>
          <p:spPr>
            <a:xfrm>
              <a:off x="5141955" y="4068608"/>
              <a:ext cx="38358" cy="91882"/>
            </a:xfrm>
            <a:custGeom>
              <a:avLst/>
              <a:gdLst/>
              <a:ahLst/>
              <a:cxnLst/>
              <a:rect l="0" t="0" r="0" b="0"/>
              <a:pathLst>
                <a:path w="38358" h="91882">
                  <a:moveTo>
                    <a:pt x="0" y="0"/>
                  </a:moveTo>
                  <a:lnTo>
                    <a:pt x="38358" y="91882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1" name="Candidate_receptor__2380">
              <a:extLst>
                <a:ext uri="{FF2B5EF4-FFF2-40B4-BE49-F238E27FC236}">
                  <a16:creationId xmlns:a16="http://schemas.microsoft.com/office/drawing/2014/main" id="{AB20F492-522D-904C-7127-ECF694671D41}"/>
                </a:ext>
              </a:extLst>
            </p:cNvPr>
            <p:cNvSpPr>
              <a:spLocks noGrp="1"/>
            </p:cNvSpPr>
            <p:nvPr/>
          </p:nvSpPr>
          <p:spPr>
            <a:xfrm>
              <a:off x="5907196" y="4703966"/>
              <a:ext cx="27980" cy="10625"/>
            </a:xfrm>
            <a:custGeom>
              <a:avLst/>
              <a:gdLst/>
              <a:ahLst/>
              <a:cxnLst/>
              <a:rect l="0" t="0" r="0" b="0"/>
              <a:pathLst>
                <a:path w="27980" h="10625">
                  <a:moveTo>
                    <a:pt x="27980" y="106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2" name="Candidate_receptor__2381">
              <a:extLst>
                <a:ext uri="{FF2B5EF4-FFF2-40B4-BE49-F238E27FC236}">
                  <a16:creationId xmlns:a16="http://schemas.microsoft.com/office/drawing/2014/main" id="{9A93112A-8507-72BF-592A-1F37D8831312}"/>
                </a:ext>
              </a:extLst>
            </p:cNvPr>
            <p:cNvSpPr>
              <a:spLocks noGrp="1"/>
            </p:cNvSpPr>
            <p:nvPr/>
          </p:nvSpPr>
          <p:spPr>
            <a:xfrm>
              <a:off x="5697209" y="4476198"/>
              <a:ext cx="88991" cy="32223"/>
            </a:xfrm>
            <a:custGeom>
              <a:avLst/>
              <a:gdLst/>
              <a:ahLst/>
              <a:cxnLst/>
              <a:rect l="0" t="0" r="0" b="0"/>
              <a:pathLst>
                <a:path w="88991" h="32223">
                  <a:moveTo>
                    <a:pt x="88991" y="0"/>
                  </a:moveTo>
                  <a:lnTo>
                    <a:pt x="0" y="3222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3" name="Candidate_receptor__2382">
              <a:extLst>
                <a:ext uri="{FF2B5EF4-FFF2-40B4-BE49-F238E27FC236}">
                  <a16:creationId xmlns:a16="http://schemas.microsoft.com/office/drawing/2014/main" id="{B414204E-5206-218E-B9FF-0F5122C64538}"/>
                </a:ext>
              </a:extLst>
            </p:cNvPr>
            <p:cNvSpPr>
              <a:spLocks noGrp="1"/>
            </p:cNvSpPr>
            <p:nvPr/>
          </p:nvSpPr>
          <p:spPr>
            <a:xfrm>
              <a:off x="6339800" y="3390832"/>
              <a:ext cx="66033" cy="13897"/>
            </a:xfrm>
            <a:custGeom>
              <a:avLst/>
              <a:gdLst/>
              <a:ahLst/>
              <a:cxnLst/>
              <a:rect l="0" t="0" r="0" b="0"/>
              <a:pathLst>
                <a:path w="66033" h="13897">
                  <a:moveTo>
                    <a:pt x="66033" y="138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4" name="Candidate_receptor__2383">
              <a:extLst>
                <a:ext uri="{FF2B5EF4-FFF2-40B4-BE49-F238E27FC236}">
                  <a16:creationId xmlns:a16="http://schemas.microsoft.com/office/drawing/2014/main" id="{33ED27C0-F53B-9E39-D8A3-4E9F79BC72CD}"/>
                </a:ext>
              </a:extLst>
            </p:cNvPr>
            <p:cNvSpPr>
              <a:spLocks noGrp="1"/>
            </p:cNvSpPr>
            <p:nvPr/>
          </p:nvSpPr>
          <p:spPr>
            <a:xfrm>
              <a:off x="6050719" y="3571991"/>
              <a:ext cx="55302" cy="50931"/>
            </a:xfrm>
            <a:custGeom>
              <a:avLst/>
              <a:gdLst/>
              <a:ahLst/>
              <a:cxnLst/>
              <a:rect l="0" t="0" r="0" b="0"/>
              <a:pathLst>
                <a:path w="55302" h="50931">
                  <a:moveTo>
                    <a:pt x="0" y="0"/>
                  </a:moveTo>
                  <a:lnTo>
                    <a:pt x="55302" y="50931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5" name="Candidate_receptor__2384">
              <a:extLst>
                <a:ext uri="{FF2B5EF4-FFF2-40B4-BE49-F238E27FC236}">
                  <a16:creationId xmlns:a16="http://schemas.microsoft.com/office/drawing/2014/main" id="{A7699DD5-3C62-15B3-556A-59144EE943B6}"/>
                </a:ext>
              </a:extLst>
            </p:cNvPr>
            <p:cNvSpPr>
              <a:spLocks noGrp="1"/>
            </p:cNvSpPr>
            <p:nvPr/>
          </p:nvSpPr>
          <p:spPr>
            <a:xfrm>
              <a:off x="5096186" y="4160490"/>
              <a:ext cx="84127" cy="68593"/>
            </a:xfrm>
            <a:custGeom>
              <a:avLst/>
              <a:gdLst/>
              <a:ahLst/>
              <a:cxnLst/>
              <a:rect l="0" t="0" r="0" b="0"/>
              <a:pathLst>
                <a:path w="84127" h="68593">
                  <a:moveTo>
                    <a:pt x="84127" y="0"/>
                  </a:moveTo>
                  <a:lnTo>
                    <a:pt x="0" y="6859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6" name="Candidate_receptor__2385">
              <a:extLst>
                <a:ext uri="{FF2B5EF4-FFF2-40B4-BE49-F238E27FC236}">
                  <a16:creationId xmlns:a16="http://schemas.microsoft.com/office/drawing/2014/main" id="{D424863F-D7A9-AD3E-EE78-32D23ED8B97F}"/>
                </a:ext>
              </a:extLst>
            </p:cNvPr>
            <p:cNvSpPr>
              <a:spLocks noGrp="1"/>
            </p:cNvSpPr>
            <p:nvPr/>
          </p:nvSpPr>
          <p:spPr>
            <a:xfrm>
              <a:off x="6207577" y="4232161"/>
              <a:ext cx="113110" cy="18883"/>
            </a:xfrm>
            <a:custGeom>
              <a:avLst/>
              <a:gdLst/>
              <a:ahLst/>
              <a:cxnLst/>
              <a:rect l="0" t="0" r="0" b="0"/>
              <a:pathLst>
                <a:path w="113110" h="18883">
                  <a:moveTo>
                    <a:pt x="0" y="18883"/>
                  </a:moveTo>
                  <a:lnTo>
                    <a:pt x="11311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7" name="Candidate_receptor__2386">
              <a:extLst>
                <a:ext uri="{FF2B5EF4-FFF2-40B4-BE49-F238E27FC236}">
                  <a16:creationId xmlns:a16="http://schemas.microsoft.com/office/drawing/2014/main" id="{731CCD55-243D-C658-A038-C739706484E6}"/>
                </a:ext>
              </a:extLst>
            </p:cNvPr>
            <p:cNvSpPr>
              <a:spLocks noGrp="1"/>
            </p:cNvSpPr>
            <p:nvPr/>
          </p:nvSpPr>
          <p:spPr>
            <a:xfrm>
              <a:off x="5977520" y="3524905"/>
              <a:ext cx="73199" cy="47086"/>
            </a:xfrm>
            <a:custGeom>
              <a:avLst/>
              <a:gdLst/>
              <a:ahLst/>
              <a:cxnLst/>
              <a:rect l="0" t="0" r="0" b="0"/>
              <a:pathLst>
                <a:path w="73199" h="47086">
                  <a:moveTo>
                    <a:pt x="0" y="0"/>
                  </a:moveTo>
                  <a:lnTo>
                    <a:pt x="73199" y="47086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88" name="Candidate_receptor__2387">
              <a:extLst>
                <a:ext uri="{FF2B5EF4-FFF2-40B4-BE49-F238E27FC236}">
                  <a16:creationId xmlns:a16="http://schemas.microsoft.com/office/drawing/2014/main" id="{ECB82F3F-3B8B-5B94-CCDB-722E48A1E543}"/>
                </a:ext>
              </a:extLst>
            </p:cNvPr>
            <p:cNvSpPr>
              <a:spLocks noGrp="1"/>
            </p:cNvSpPr>
            <p:nvPr/>
          </p:nvSpPr>
          <p:spPr>
            <a:xfrm>
              <a:off x="6415866" y="3734415"/>
              <a:ext cx="38862" cy="61997"/>
            </a:xfrm>
            <a:custGeom>
              <a:avLst/>
              <a:gdLst/>
              <a:ahLst/>
              <a:cxnLst/>
              <a:rect l="0" t="0" r="0" b="0"/>
              <a:pathLst>
                <a:path w="38862" h="61997">
                  <a:moveTo>
                    <a:pt x="38862" y="619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89" name="Candidate_receptor__2388">
              <a:extLst>
                <a:ext uri="{FF2B5EF4-FFF2-40B4-BE49-F238E27FC236}">
                  <a16:creationId xmlns:a16="http://schemas.microsoft.com/office/drawing/2014/main" id="{CF59D7A4-3CE5-DD18-782E-FA78F42A0E66}"/>
                </a:ext>
              </a:extLst>
            </p:cNvPr>
            <p:cNvSpPr>
              <a:spLocks noGrp="1"/>
            </p:cNvSpPr>
            <p:nvPr/>
          </p:nvSpPr>
          <p:spPr>
            <a:xfrm>
              <a:off x="5559822" y="5197921"/>
              <a:ext cx="59567" cy="71383"/>
            </a:xfrm>
            <a:custGeom>
              <a:avLst/>
              <a:gdLst/>
              <a:ahLst/>
              <a:cxnLst/>
              <a:rect l="0" t="0" r="0" b="0"/>
              <a:pathLst>
                <a:path w="59567" h="71383">
                  <a:moveTo>
                    <a:pt x="0" y="0"/>
                  </a:moveTo>
                  <a:lnTo>
                    <a:pt x="59567" y="71383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0" name="Candidate_receptor__2389">
              <a:extLst>
                <a:ext uri="{FF2B5EF4-FFF2-40B4-BE49-F238E27FC236}">
                  <a16:creationId xmlns:a16="http://schemas.microsoft.com/office/drawing/2014/main" id="{23E8C45C-A8F8-57F0-DBD4-45413316008C}"/>
                </a:ext>
              </a:extLst>
            </p:cNvPr>
            <p:cNvSpPr>
              <a:spLocks noGrp="1"/>
            </p:cNvSpPr>
            <p:nvPr/>
          </p:nvSpPr>
          <p:spPr>
            <a:xfrm>
              <a:off x="5209506" y="5015361"/>
              <a:ext cx="36376" cy="62921"/>
            </a:xfrm>
            <a:custGeom>
              <a:avLst/>
              <a:gdLst/>
              <a:ahLst/>
              <a:cxnLst/>
              <a:rect l="0" t="0" r="0" b="0"/>
              <a:pathLst>
                <a:path w="36376" h="62921">
                  <a:moveTo>
                    <a:pt x="0" y="0"/>
                  </a:moveTo>
                  <a:lnTo>
                    <a:pt x="36376" y="62921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1" name="Candidate_receptor__2390">
              <a:extLst>
                <a:ext uri="{FF2B5EF4-FFF2-40B4-BE49-F238E27FC236}">
                  <a16:creationId xmlns:a16="http://schemas.microsoft.com/office/drawing/2014/main" id="{3CB115B3-FF47-4859-0335-1E2A90136942}"/>
                </a:ext>
              </a:extLst>
            </p:cNvPr>
            <p:cNvSpPr>
              <a:spLocks noGrp="1"/>
            </p:cNvSpPr>
            <p:nvPr/>
          </p:nvSpPr>
          <p:spPr>
            <a:xfrm>
              <a:off x="4872603" y="4244256"/>
              <a:ext cx="26855" cy="76960"/>
            </a:xfrm>
            <a:custGeom>
              <a:avLst/>
              <a:gdLst/>
              <a:ahLst/>
              <a:cxnLst/>
              <a:rect l="0" t="0" r="0" b="0"/>
              <a:pathLst>
                <a:path w="26855" h="76960">
                  <a:moveTo>
                    <a:pt x="26855" y="769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2" name="Candidate_receptor__2391">
              <a:extLst>
                <a:ext uri="{FF2B5EF4-FFF2-40B4-BE49-F238E27FC236}">
                  <a16:creationId xmlns:a16="http://schemas.microsoft.com/office/drawing/2014/main" id="{B57D415E-4F5D-8A9C-3114-7B97616B8C7E}"/>
                </a:ext>
              </a:extLst>
            </p:cNvPr>
            <p:cNvSpPr>
              <a:spLocks noGrp="1"/>
            </p:cNvSpPr>
            <p:nvPr/>
          </p:nvSpPr>
          <p:spPr>
            <a:xfrm>
              <a:off x="5788613" y="4544849"/>
              <a:ext cx="71303" cy="89505"/>
            </a:xfrm>
            <a:custGeom>
              <a:avLst/>
              <a:gdLst/>
              <a:ahLst/>
              <a:cxnLst/>
              <a:rect l="0" t="0" r="0" b="0"/>
              <a:pathLst>
                <a:path w="71303" h="89505">
                  <a:moveTo>
                    <a:pt x="0" y="89505"/>
                  </a:moveTo>
                  <a:lnTo>
                    <a:pt x="7130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3" name="Candidate_receptor__2392">
              <a:extLst>
                <a:ext uri="{FF2B5EF4-FFF2-40B4-BE49-F238E27FC236}">
                  <a16:creationId xmlns:a16="http://schemas.microsoft.com/office/drawing/2014/main" id="{844AD6BE-A5CB-7357-A7DA-166E66950C29}"/>
                </a:ext>
              </a:extLst>
            </p:cNvPr>
            <p:cNvSpPr>
              <a:spLocks noGrp="1"/>
            </p:cNvSpPr>
            <p:nvPr/>
          </p:nvSpPr>
          <p:spPr>
            <a:xfrm>
              <a:off x="6047581" y="4481146"/>
              <a:ext cx="102960" cy="22223"/>
            </a:xfrm>
            <a:custGeom>
              <a:avLst/>
              <a:gdLst/>
              <a:ahLst/>
              <a:cxnLst/>
              <a:rect l="0" t="0" r="0" b="0"/>
              <a:pathLst>
                <a:path w="102960" h="22223">
                  <a:moveTo>
                    <a:pt x="0" y="0"/>
                  </a:moveTo>
                  <a:lnTo>
                    <a:pt x="102960" y="22223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4" name="Candidate_receptor__2393">
              <a:extLst>
                <a:ext uri="{FF2B5EF4-FFF2-40B4-BE49-F238E27FC236}">
                  <a16:creationId xmlns:a16="http://schemas.microsoft.com/office/drawing/2014/main" id="{7DA46AE1-F97D-483A-EE24-37F15DAB98CB}"/>
                </a:ext>
              </a:extLst>
            </p:cNvPr>
            <p:cNvSpPr>
              <a:spLocks noGrp="1"/>
            </p:cNvSpPr>
            <p:nvPr/>
          </p:nvSpPr>
          <p:spPr>
            <a:xfrm>
              <a:off x="5467559" y="4962687"/>
              <a:ext cx="9183" cy="16910"/>
            </a:xfrm>
            <a:custGeom>
              <a:avLst/>
              <a:gdLst/>
              <a:ahLst/>
              <a:cxnLst/>
              <a:rect l="0" t="0" r="0" b="0"/>
              <a:pathLst>
                <a:path w="9183" h="16910">
                  <a:moveTo>
                    <a:pt x="9183" y="16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5" name="Candidate_receptor__2394">
              <a:extLst>
                <a:ext uri="{FF2B5EF4-FFF2-40B4-BE49-F238E27FC236}">
                  <a16:creationId xmlns:a16="http://schemas.microsoft.com/office/drawing/2014/main" id="{30F97A3A-0EAA-84A9-C33F-2FC52ADD1D94}"/>
                </a:ext>
              </a:extLst>
            </p:cNvPr>
            <p:cNvSpPr>
              <a:spLocks noGrp="1"/>
            </p:cNvSpPr>
            <p:nvPr/>
          </p:nvSpPr>
          <p:spPr>
            <a:xfrm>
              <a:off x="4478777" y="4358649"/>
              <a:ext cx="33344" cy="75565"/>
            </a:xfrm>
            <a:custGeom>
              <a:avLst/>
              <a:gdLst/>
              <a:ahLst/>
              <a:cxnLst/>
              <a:rect l="0" t="0" r="0" b="0"/>
              <a:pathLst>
                <a:path w="33344" h="75565">
                  <a:moveTo>
                    <a:pt x="33344" y="755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6" name="Candidate_receptor__2395">
              <a:extLst>
                <a:ext uri="{FF2B5EF4-FFF2-40B4-BE49-F238E27FC236}">
                  <a16:creationId xmlns:a16="http://schemas.microsoft.com/office/drawing/2014/main" id="{A3E7F507-BEB4-6833-1965-C16D244C4B1A}"/>
                </a:ext>
              </a:extLst>
            </p:cNvPr>
            <p:cNvSpPr>
              <a:spLocks noGrp="1"/>
            </p:cNvSpPr>
            <p:nvPr/>
          </p:nvSpPr>
          <p:spPr>
            <a:xfrm>
              <a:off x="5062105" y="4899373"/>
              <a:ext cx="91909" cy="10658"/>
            </a:xfrm>
            <a:custGeom>
              <a:avLst/>
              <a:gdLst/>
              <a:ahLst/>
              <a:cxnLst/>
              <a:rect l="0" t="0" r="0" b="0"/>
              <a:pathLst>
                <a:path w="91909" h="10658">
                  <a:moveTo>
                    <a:pt x="0" y="0"/>
                  </a:moveTo>
                  <a:lnTo>
                    <a:pt x="91909" y="1065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7" name="Candidate_receptor__2396">
              <a:extLst>
                <a:ext uri="{FF2B5EF4-FFF2-40B4-BE49-F238E27FC236}">
                  <a16:creationId xmlns:a16="http://schemas.microsoft.com/office/drawing/2014/main" id="{36104838-443D-1D88-6722-82CB79E2BAF0}"/>
                </a:ext>
              </a:extLst>
            </p:cNvPr>
            <p:cNvSpPr>
              <a:spLocks noGrp="1"/>
            </p:cNvSpPr>
            <p:nvPr/>
          </p:nvSpPr>
          <p:spPr>
            <a:xfrm>
              <a:off x="5119152" y="4609051"/>
              <a:ext cx="54536" cy="29674"/>
            </a:xfrm>
            <a:custGeom>
              <a:avLst/>
              <a:gdLst/>
              <a:ahLst/>
              <a:cxnLst/>
              <a:rect l="0" t="0" r="0" b="0"/>
              <a:pathLst>
                <a:path w="54536" h="29674">
                  <a:moveTo>
                    <a:pt x="54536" y="0"/>
                  </a:moveTo>
                  <a:lnTo>
                    <a:pt x="0" y="29674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398" name="Candidate_receptor__2397">
              <a:extLst>
                <a:ext uri="{FF2B5EF4-FFF2-40B4-BE49-F238E27FC236}">
                  <a16:creationId xmlns:a16="http://schemas.microsoft.com/office/drawing/2014/main" id="{C73D32A9-C72C-49F4-C180-5D0A40002B98}"/>
                </a:ext>
              </a:extLst>
            </p:cNvPr>
            <p:cNvSpPr>
              <a:spLocks noGrp="1"/>
            </p:cNvSpPr>
            <p:nvPr/>
          </p:nvSpPr>
          <p:spPr>
            <a:xfrm>
              <a:off x="4991082" y="4899373"/>
              <a:ext cx="71023" cy="30769"/>
            </a:xfrm>
            <a:custGeom>
              <a:avLst/>
              <a:gdLst/>
              <a:ahLst/>
              <a:cxnLst/>
              <a:rect l="0" t="0" r="0" b="0"/>
              <a:pathLst>
                <a:path w="71023" h="30769">
                  <a:moveTo>
                    <a:pt x="0" y="30769"/>
                  </a:moveTo>
                  <a:lnTo>
                    <a:pt x="7102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399" name="Candidate_receptor__2398">
              <a:extLst>
                <a:ext uri="{FF2B5EF4-FFF2-40B4-BE49-F238E27FC236}">
                  <a16:creationId xmlns:a16="http://schemas.microsoft.com/office/drawing/2014/main" id="{E39D6DF7-1F12-901F-090E-86685B444D30}"/>
                </a:ext>
              </a:extLst>
            </p:cNvPr>
            <p:cNvSpPr>
              <a:spLocks noGrp="1"/>
            </p:cNvSpPr>
            <p:nvPr/>
          </p:nvSpPr>
          <p:spPr>
            <a:xfrm>
              <a:off x="5178903" y="5078282"/>
              <a:ext cx="66979" cy="87114"/>
            </a:xfrm>
            <a:custGeom>
              <a:avLst/>
              <a:gdLst/>
              <a:ahLst/>
              <a:cxnLst/>
              <a:rect l="0" t="0" r="0" b="0"/>
              <a:pathLst>
                <a:path w="66979" h="87114">
                  <a:moveTo>
                    <a:pt x="66979" y="0"/>
                  </a:moveTo>
                  <a:lnTo>
                    <a:pt x="0" y="87114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0" name="Candidate_receptor__2399">
              <a:extLst>
                <a:ext uri="{FF2B5EF4-FFF2-40B4-BE49-F238E27FC236}">
                  <a16:creationId xmlns:a16="http://schemas.microsoft.com/office/drawing/2014/main" id="{A712CB97-35E3-D6F8-2A02-FDDB119C94FF}"/>
                </a:ext>
              </a:extLst>
            </p:cNvPr>
            <p:cNvSpPr>
              <a:spLocks noGrp="1"/>
            </p:cNvSpPr>
            <p:nvPr/>
          </p:nvSpPr>
          <p:spPr>
            <a:xfrm>
              <a:off x="6150540" y="4503369"/>
              <a:ext cx="42552" cy="66808"/>
            </a:xfrm>
            <a:custGeom>
              <a:avLst/>
              <a:gdLst/>
              <a:ahLst/>
              <a:cxnLst/>
              <a:rect l="0" t="0" r="0" b="0"/>
              <a:pathLst>
                <a:path w="42552" h="66808">
                  <a:moveTo>
                    <a:pt x="0" y="0"/>
                  </a:moveTo>
                  <a:lnTo>
                    <a:pt x="42552" y="6680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1" name="Candidate_receptor__2400">
              <a:extLst>
                <a:ext uri="{FF2B5EF4-FFF2-40B4-BE49-F238E27FC236}">
                  <a16:creationId xmlns:a16="http://schemas.microsoft.com/office/drawing/2014/main" id="{65C5F44F-849A-8A0F-131E-DFE7251963AC}"/>
                </a:ext>
              </a:extLst>
            </p:cNvPr>
            <p:cNvSpPr>
              <a:spLocks noGrp="1"/>
            </p:cNvSpPr>
            <p:nvPr/>
          </p:nvSpPr>
          <p:spPr>
            <a:xfrm>
              <a:off x="4808816" y="4321216"/>
              <a:ext cx="90642" cy="65297"/>
            </a:xfrm>
            <a:custGeom>
              <a:avLst/>
              <a:gdLst/>
              <a:ahLst/>
              <a:cxnLst/>
              <a:rect l="0" t="0" r="0" b="0"/>
              <a:pathLst>
                <a:path w="90642" h="65297">
                  <a:moveTo>
                    <a:pt x="0" y="65297"/>
                  </a:moveTo>
                  <a:lnTo>
                    <a:pt x="90642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2" name="Candidate_receptor__2401">
              <a:extLst>
                <a:ext uri="{FF2B5EF4-FFF2-40B4-BE49-F238E27FC236}">
                  <a16:creationId xmlns:a16="http://schemas.microsoft.com/office/drawing/2014/main" id="{83F40411-E429-044C-89C0-484FE465C2CF}"/>
                </a:ext>
              </a:extLst>
            </p:cNvPr>
            <p:cNvSpPr>
              <a:spLocks noGrp="1"/>
            </p:cNvSpPr>
            <p:nvPr/>
          </p:nvSpPr>
          <p:spPr>
            <a:xfrm>
              <a:off x="6303956" y="3700550"/>
              <a:ext cx="1169" cy="50532"/>
            </a:xfrm>
            <a:custGeom>
              <a:avLst/>
              <a:gdLst/>
              <a:ahLst/>
              <a:cxnLst/>
              <a:rect l="0" t="0" r="0" b="0"/>
              <a:pathLst>
                <a:path w="1169" h="50532">
                  <a:moveTo>
                    <a:pt x="0" y="50532"/>
                  </a:moveTo>
                  <a:lnTo>
                    <a:pt x="1169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3" name="Candidate_receptor__2402">
              <a:extLst>
                <a:ext uri="{FF2B5EF4-FFF2-40B4-BE49-F238E27FC236}">
                  <a16:creationId xmlns:a16="http://schemas.microsoft.com/office/drawing/2014/main" id="{15FD0319-D9C2-6DA1-637C-9BF8691DA9A1}"/>
                </a:ext>
              </a:extLst>
            </p:cNvPr>
            <p:cNvSpPr>
              <a:spLocks noGrp="1"/>
            </p:cNvSpPr>
            <p:nvPr/>
          </p:nvSpPr>
          <p:spPr>
            <a:xfrm>
              <a:off x="5367498" y="4710921"/>
              <a:ext cx="71224" cy="6048"/>
            </a:xfrm>
            <a:custGeom>
              <a:avLst/>
              <a:gdLst/>
              <a:ahLst/>
              <a:cxnLst/>
              <a:rect l="0" t="0" r="0" b="0"/>
              <a:pathLst>
                <a:path w="71224" h="6048">
                  <a:moveTo>
                    <a:pt x="0" y="0"/>
                  </a:moveTo>
                  <a:lnTo>
                    <a:pt x="71224" y="6048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4" name="Candidate_receptor__2403">
              <a:extLst>
                <a:ext uri="{FF2B5EF4-FFF2-40B4-BE49-F238E27FC236}">
                  <a16:creationId xmlns:a16="http://schemas.microsoft.com/office/drawing/2014/main" id="{221AD615-4809-8C5E-7C54-17814CF037FC}"/>
                </a:ext>
              </a:extLst>
            </p:cNvPr>
            <p:cNvSpPr>
              <a:spLocks noGrp="1"/>
            </p:cNvSpPr>
            <p:nvPr/>
          </p:nvSpPr>
          <p:spPr>
            <a:xfrm>
              <a:off x="5838854" y="3567098"/>
              <a:ext cx="57274" cy="97974"/>
            </a:xfrm>
            <a:custGeom>
              <a:avLst/>
              <a:gdLst/>
              <a:ahLst/>
              <a:cxnLst/>
              <a:rect l="0" t="0" r="0" b="0"/>
              <a:pathLst>
                <a:path w="57274" h="97974">
                  <a:moveTo>
                    <a:pt x="0" y="0"/>
                  </a:moveTo>
                  <a:lnTo>
                    <a:pt x="57274" y="97974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05" name="Candidate_receptor__2404">
              <a:extLst>
                <a:ext uri="{FF2B5EF4-FFF2-40B4-BE49-F238E27FC236}">
                  <a16:creationId xmlns:a16="http://schemas.microsoft.com/office/drawing/2014/main" id="{FA5689D2-7695-5862-6462-45CCF8701B3A}"/>
                </a:ext>
              </a:extLst>
            </p:cNvPr>
            <p:cNvSpPr>
              <a:spLocks noGrp="1"/>
            </p:cNvSpPr>
            <p:nvPr/>
          </p:nvSpPr>
          <p:spPr>
            <a:xfrm>
              <a:off x="5051905" y="4490104"/>
              <a:ext cx="114170" cy="8120"/>
            </a:xfrm>
            <a:custGeom>
              <a:avLst/>
              <a:gdLst/>
              <a:ahLst/>
              <a:cxnLst/>
              <a:rect l="0" t="0" r="0" b="0"/>
              <a:pathLst>
                <a:path w="114170" h="8120">
                  <a:moveTo>
                    <a:pt x="0" y="0"/>
                  </a:moveTo>
                  <a:lnTo>
                    <a:pt x="114170" y="812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6" name="Candidate_receptor__2405">
              <a:extLst>
                <a:ext uri="{FF2B5EF4-FFF2-40B4-BE49-F238E27FC236}">
                  <a16:creationId xmlns:a16="http://schemas.microsoft.com/office/drawing/2014/main" id="{A96D3DB3-5CE5-2FE5-3FA6-4645D770446D}"/>
                </a:ext>
              </a:extLst>
            </p:cNvPr>
            <p:cNvSpPr>
              <a:spLocks noGrp="1"/>
            </p:cNvSpPr>
            <p:nvPr/>
          </p:nvSpPr>
          <p:spPr>
            <a:xfrm>
              <a:off x="6381815" y="3796412"/>
              <a:ext cx="72913" cy="87377"/>
            </a:xfrm>
            <a:custGeom>
              <a:avLst/>
              <a:gdLst/>
              <a:ahLst/>
              <a:cxnLst/>
              <a:rect l="0" t="0" r="0" b="0"/>
              <a:pathLst>
                <a:path w="72913" h="87377">
                  <a:moveTo>
                    <a:pt x="0" y="87377"/>
                  </a:moveTo>
                  <a:lnTo>
                    <a:pt x="72913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7" name="Candidate_receptor__2406">
              <a:extLst>
                <a:ext uri="{FF2B5EF4-FFF2-40B4-BE49-F238E27FC236}">
                  <a16:creationId xmlns:a16="http://schemas.microsoft.com/office/drawing/2014/main" id="{9D00D6DB-E702-4F56-6FD4-9F6A84C3831B}"/>
                </a:ext>
              </a:extLst>
            </p:cNvPr>
            <p:cNvSpPr>
              <a:spLocks noGrp="1"/>
            </p:cNvSpPr>
            <p:nvPr/>
          </p:nvSpPr>
          <p:spPr>
            <a:xfrm>
              <a:off x="5101904" y="5012473"/>
              <a:ext cx="13664" cy="36600"/>
            </a:xfrm>
            <a:custGeom>
              <a:avLst/>
              <a:gdLst/>
              <a:ahLst/>
              <a:cxnLst/>
              <a:rect l="0" t="0" r="0" b="0"/>
              <a:pathLst>
                <a:path w="13664" h="36600">
                  <a:moveTo>
                    <a:pt x="13664" y="0"/>
                  </a:moveTo>
                  <a:lnTo>
                    <a:pt x="0" y="3660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8" name="Candidate_receptor__2407">
              <a:extLst>
                <a:ext uri="{FF2B5EF4-FFF2-40B4-BE49-F238E27FC236}">
                  <a16:creationId xmlns:a16="http://schemas.microsoft.com/office/drawing/2014/main" id="{3D8D550E-85AD-7091-DF2F-01EA40822291}"/>
                </a:ext>
              </a:extLst>
            </p:cNvPr>
            <p:cNvSpPr>
              <a:spLocks noGrp="1"/>
            </p:cNvSpPr>
            <p:nvPr/>
          </p:nvSpPr>
          <p:spPr>
            <a:xfrm>
              <a:off x="5324910" y="4328102"/>
              <a:ext cx="67780" cy="45088"/>
            </a:xfrm>
            <a:custGeom>
              <a:avLst/>
              <a:gdLst/>
              <a:ahLst/>
              <a:cxnLst/>
              <a:rect l="0" t="0" r="0" b="0"/>
              <a:pathLst>
                <a:path w="67780" h="45088">
                  <a:moveTo>
                    <a:pt x="0" y="45088"/>
                  </a:moveTo>
                  <a:lnTo>
                    <a:pt x="67780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09" name="Candidate_receptor__2408">
              <a:extLst>
                <a:ext uri="{FF2B5EF4-FFF2-40B4-BE49-F238E27FC236}">
                  <a16:creationId xmlns:a16="http://schemas.microsoft.com/office/drawing/2014/main" id="{1B917410-5597-FFC5-07DD-7419A1E679AD}"/>
                </a:ext>
              </a:extLst>
            </p:cNvPr>
            <p:cNvSpPr>
              <a:spLocks noGrp="1"/>
            </p:cNvSpPr>
            <p:nvPr/>
          </p:nvSpPr>
          <p:spPr>
            <a:xfrm>
              <a:off x="6370191" y="4363089"/>
              <a:ext cx="114578" cy="13310"/>
            </a:xfrm>
            <a:custGeom>
              <a:avLst/>
              <a:gdLst/>
              <a:ahLst/>
              <a:cxnLst/>
              <a:rect l="0" t="0" r="0" b="0"/>
              <a:pathLst>
                <a:path w="114578" h="13310">
                  <a:moveTo>
                    <a:pt x="0" y="13310"/>
                  </a:moveTo>
                  <a:lnTo>
                    <a:pt x="114578" y="0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10" name="Candidate_receptor__2409">
              <a:extLst>
                <a:ext uri="{FF2B5EF4-FFF2-40B4-BE49-F238E27FC236}">
                  <a16:creationId xmlns:a16="http://schemas.microsoft.com/office/drawing/2014/main" id="{EB0F468A-918E-547F-23E4-B31C4C703C8A}"/>
                </a:ext>
              </a:extLst>
            </p:cNvPr>
            <p:cNvSpPr>
              <a:spLocks noGrp="1"/>
            </p:cNvSpPr>
            <p:nvPr/>
          </p:nvSpPr>
          <p:spPr>
            <a:xfrm>
              <a:off x="5259713" y="4220275"/>
              <a:ext cx="112587" cy="23294"/>
            </a:xfrm>
            <a:custGeom>
              <a:avLst/>
              <a:gdLst/>
              <a:ahLst/>
              <a:cxnLst/>
              <a:rect l="0" t="0" r="0" b="0"/>
              <a:pathLst>
                <a:path w="112587" h="23294">
                  <a:moveTo>
                    <a:pt x="112587" y="0"/>
                  </a:moveTo>
                  <a:lnTo>
                    <a:pt x="0" y="23294"/>
                  </a:lnTo>
                </a:path>
              </a:pathLst>
            </a:custGeom>
            <a:noFill/>
            <a:ln w="20003">
              <a:solidFill>
                <a:srgbClr val="DFE3E7"/>
              </a:solidFill>
            </a:ln>
          </p:spPr>
        </p:sp>
        <p:sp>
          <p:nvSpPr>
            <p:cNvPr id="2411" name="Candidate_receptor__2410">
              <a:extLst>
                <a:ext uri="{FF2B5EF4-FFF2-40B4-BE49-F238E27FC236}">
                  <a16:creationId xmlns:a16="http://schemas.microsoft.com/office/drawing/2014/main" id="{EE494FF2-4FEB-9D7E-A4FB-A73F6BC5AFCC}"/>
                </a:ext>
              </a:extLst>
            </p:cNvPr>
            <p:cNvSpPr>
              <a:spLocks noGrp="1"/>
            </p:cNvSpPr>
            <p:nvPr/>
          </p:nvSpPr>
          <p:spPr>
            <a:xfrm>
              <a:off x="6280035" y="3532760"/>
              <a:ext cx="84146" cy="71645"/>
            </a:xfrm>
            <a:custGeom>
              <a:avLst/>
              <a:gdLst/>
              <a:ahLst/>
              <a:cxnLst/>
              <a:rect l="0" t="0" r="0" b="0"/>
              <a:pathLst>
                <a:path w="84146" h="71645">
                  <a:moveTo>
                    <a:pt x="84146" y="71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12" name="Candidate_receptor__2411">
              <a:extLst>
                <a:ext uri="{FF2B5EF4-FFF2-40B4-BE49-F238E27FC236}">
                  <a16:creationId xmlns:a16="http://schemas.microsoft.com/office/drawing/2014/main" id="{C9FF4C7D-3AE7-CF36-22E6-95987206881D}"/>
                </a:ext>
              </a:extLst>
            </p:cNvPr>
            <p:cNvSpPr>
              <a:spLocks noGrp="1"/>
            </p:cNvSpPr>
            <p:nvPr/>
          </p:nvSpPr>
          <p:spPr>
            <a:xfrm>
              <a:off x="5594855" y="3043386"/>
              <a:ext cx="81838" cy="78802"/>
            </a:xfrm>
            <a:custGeom>
              <a:avLst/>
              <a:gdLst/>
              <a:ahLst/>
              <a:cxnLst/>
              <a:rect l="0" t="0" r="0" b="0"/>
              <a:pathLst>
                <a:path w="81838" h="78802">
                  <a:moveTo>
                    <a:pt x="0" y="78802"/>
                  </a:moveTo>
                  <a:lnTo>
                    <a:pt x="81838" y="0"/>
                  </a:lnTo>
                </a:path>
              </a:pathLst>
            </a:custGeom>
            <a:noFill/>
            <a:ln w="8096">
              <a:solidFill>
                <a:srgbClr val="DFE3E7"/>
              </a:solidFill>
            </a:ln>
          </p:spPr>
        </p:sp>
        <p:sp>
          <p:nvSpPr>
            <p:cNvPr id="2413" name="Candidate_receptor__2412">
              <a:extLst>
                <a:ext uri="{FF2B5EF4-FFF2-40B4-BE49-F238E27FC236}">
                  <a16:creationId xmlns:a16="http://schemas.microsoft.com/office/drawing/2014/main" id="{A17D00F7-8F17-B397-F559-4F412D7BDD70}"/>
                </a:ext>
              </a:extLst>
            </p:cNvPr>
            <p:cNvSpPr>
              <a:spLocks noGrp="1"/>
            </p:cNvSpPr>
            <p:nvPr/>
          </p:nvSpPr>
          <p:spPr>
            <a:xfrm>
              <a:off x="4812463" y="4082713"/>
              <a:ext cx="69676" cy="60450"/>
            </a:xfrm>
            <a:custGeom>
              <a:avLst/>
              <a:gdLst/>
              <a:ahLst/>
              <a:cxnLst/>
              <a:rect l="0" t="0" r="0" b="0"/>
              <a:pathLst>
                <a:path w="69676" h="60450">
                  <a:moveTo>
                    <a:pt x="69676" y="60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4" name="Candidate_receptor__2413">
              <a:extLst>
                <a:ext uri="{FF2B5EF4-FFF2-40B4-BE49-F238E27FC236}">
                  <a16:creationId xmlns:a16="http://schemas.microsoft.com/office/drawing/2014/main" id="{D72BC4E2-DA16-4B9D-D479-42965A1257E6}"/>
                </a:ext>
              </a:extLst>
            </p:cNvPr>
            <p:cNvSpPr>
              <a:spLocks noGrp="1"/>
            </p:cNvSpPr>
            <p:nvPr/>
          </p:nvSpPr>
          <p:spPr>
            <a:xfrm>
              <a:off x="4913195" y="4770781"/>
              <a:ext cx="109357" cy="33316"/>
            </a:xfrm>
            <a:custGeom>
              <a:avLst/>
              <a:gdLst/>
              <a:ahLst/>
              <a:cxnLst/>
              <a:rect l="0" t="0" r="0" b="0"/>
              <a:pathLst>
                <a:path w="109357" h="33316">
                  <a:moveTo>
                    <a:pt x="0" y="33316"/>
                  </a:moveTo>
                  <a:lnTo>
                    <a:pt x="10935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5" name="Candidate_receptor__2414">
              <a:extLst>
                <a:ext uri="{FF2B5EF4-FFF2-40B4-BE49-F238E27FC236}">
                  <a16:creationId xmlns:a16="http://schemas.microsoft.com/office/drawing/2014/main" id="{2AFA8D2C-DCC3-FBB9-948A-1BAE766809C0}"/>
                </a:ext>
              </a:extLst>
            </p:cNvPr>
            <p:cNvSpPr>
              <a:spLocks noGrp="1"/>
            </p:cNvSpPr>
            <p:nvPr/>
          </p:nvSpPr>
          <p:spPr>
            <a:xfrm>
              <a:off x="5746824" y="4837778"/>
              <a:ext cx="58028" cy="67027"/>
            </a:xfrm>
            <a:custGeom>
              <a:avLst/>
              <a:gdLst/>
              <a:ahLst/>
              <a:cxnLst/>
              <a:rect l="0" t="0" r="0" b="0"/>
              <a:pathLst>
                <a:path w="58028" h="67027">
                  <a:moveTo>
                    <a:pt x="0" y="0"/>
                  </a:moveTo>
                  <a:lnTo>
                    <a:pt x="58028" y="67027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16" name="Candidate_receptor__2415">
              <a:extLst>
                <a:ext uri="{FF2B5EF4-FFF2-40B4-BE49-F238E27FC236}">
                  <a16:creationId xmlns:a16="http://schemas.microsoft.com/office/drawing/2014/main" id="{A3CE39D6-3DFB-B081-A1B8-56AA06E840C1}"/>
                </a:ext>
              </a:extLst>
            </p:cNvPr>
            <p:cNvSpPr>
              <a:spLocks noGrp="1"/>
            </p:cNvSpPr>
            <p:nvPr/>
          </p:nvSpPr>
          <p:spPr>
            <a:xfrm>
              <a:off x="6433625" y="4463880"/>
              <a:ext cx="80479" cy="55931"/>
            </a:xfrm>
            <a:custGeom>
              <a:avLst/>
              <a:gdLst/>
              <a:ahLst/>
              <a:cxnLst/>
              <a:rect l="0" t="0" r="0" b="0"/>
              <a:pathLst>
                <a:path w="80479" h="55931">
                  <a:moveTo>
                    <a:pt x="80479" y="0"/>
                  </a:moveTo>
                  <a:lnTo>
                    <a:pt x="0" y="5593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7" name="Candidate_receptor__2416">
              <a:extLst>
                <a:ext uri="{FF2B5EF4-FFF2-40B4-BE49-F238E27FC236}">
                  <a16:creationId xmlns:a16="http://schemas.microsoft.com/office/drawing/2014/main" id="{DAEAED8E-E6D6-F937-05A0-A3A225439E9A}"/>
                </a:ext>
              </a:extLst>
            </p:cNvPr>
            <p:cNvSpPr>
              <a:spLocks noGrp="1"/>
            </p:cNvSpPr>
            <p:nvPr/>
          </p:nvSpPr>
          <p:spPr>
            <a:xfrm>
              <a:off x="5935175" y="4714591"/>
              <a:ext cx="34343" cy="107474"/>
            </a:xfrm>
            <a:custGeom>
              <a:avLst/>
              <a:gdLst/>
              <a:ahLst/>
              <a:cxnLst/>
              <a:rect l="0" t="0" r="0" b="0"/>
              <a:pathLst>
                <a:path w="34343" h="107474">
                  <a:moveTo>
                    <a:pt x="34343" y="1074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18" name="Candidate_receptor__2417">
              <a:extLst>
                <a:ext uri="{FF2B5EF4-FFF2-40B4-BE49-F238E27FC236}">
                  <a16:creationId xmlns:a16="http://schemas.microsoft.com/office/drawing/2014/main" id="{016B9312-1EDC-A949-D483-F9636A07E773}"/>
                </a:ext>
              </a:extLst>
            </p:cNvPr>
            <p:cNvSpPr>
              <a:spLocks noGrp="1"/>
            </p:cNvSpPr>
            <p:nvPr/>
          </p:nvSpPr>
          <p:spPr>
            <a:xfrm>
              <a:off x="5166074" y="4498224"/>
              <a:ext cx="7614" cy="110827"/>
            </a:xfrm>
            <a:custGeom>
              <a:avLst/>
              <a:gdLst/>
              <a:ahLst/>
              <a:cxnLst/>
              <a:rect l="0" t="0" r="0" b="0"/>
              <a:pathLst>
                <a:path w="7614" h="110827">
                  <a:moveTo>
                    <a:pt x="0" y="0"/>
                  </a:moveTo>
                  <a:lnTo>
                    <a:pt x="7614" y="11082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19" name="Candidate_receptor__2418">
              <a:extLst>
                <a:ext uri="{FF2B5EF4-FFF2-40B4-BE49-F238E27FC236}">
                  <a16:creationId xmlns:a16="http://schemas.microsoft.com/office/drawing/2014/main" id="{E219A9F0-68EC-0412-490F-96D9CD8DBD6B}"/>
                </a:ext>
              </a:extLst>
            </p:cNvPr>
            <p:cNvSpPr>
              <a:spLocks noGrp="1"/>
            </p:cNvSpPr>
            <p:nvPr/>
          </p:nvSpPr>
          <p:spPr>
            <a:xfrm>
              <a:off x="5038820" y="4083870"/>
              <a:ext cx="44535" cy="5802"/>
            </a:xfrm>
            <a:custGeom>
              <a:avLst/>
              <a:gdLst/>
              <a:ahLst/>
              <a:cxnLst/>
              <a:rect l="0" t="0" r="0" b="0"/>
              <a:pathLst>
                <a:path w="44535" h="5802">
                  <a:moveTo>
                    <a:pt x="44535" y="58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0" name="Candidate_receptor__2419">
              <a:extLst>
                <a:ext uri="{FF2B5EF4-FFF2-40B4-BE49-F238E27FC236}">
                  <a16:creationId xmlns:a16="http://schemas.microsoft.com/office/drawing/2014/main" id="{5A91420D-036E-FA56-9A30-4F5BFC13F24A}"/>
                </a:ext>
              </a:extLst>
            </p:cNvPr>
            <p:cNvSpPr>
              <a:spLocks noGrp="1"/>
            </p:cNvSpPr>
            <p:nvPr/>
          </p:nvSpPr>
          <p:spPr>
            <a:xfrm>
              <a:off x="6484769" y="4363089"/>
              <a:ext cx="29336" cy="100791"/>
            </a:xfrm>
            <a:custGeom>
              <a:avLst/>
              <a:gdLst/>
              <a:ahLst/>
              <a:cxnLst/>
              <a:rect l="0" t="0" r="0" b="0"/>
              <a:pathLst>
                <a:path w="29336" h="100791">
                  <a:moveTo>
                    <a:pt x="0" y="0"/>
                  </a:moveTo>
                  <a:lnTo>
                    <a:pt x="29336" y="10079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1" name="Candidate_receptor__2420">
              <a:extLst>
                <a:ext uri="{FF2B5EF4-FFF2-40B4-BE49-F238E27FC236}">
                  <a16:creationId xmlns:a16="http://schemas.microsoft.com/office/drawing/2014/main" id="{E3607C4C-B711-AC2F-FDAC-8EA6FB543C2D}"/>
                </a:ext>
              </a:extLst>
            </p:cNvPr>
            <p:cNvSpPr>
              <a:spLocks noGrp="1"/>
            </p:cNvSpPr>
            <p:nvPr/>
          </p:nvSpPr>
          <p:spPr>
            <a:xfrm>
              <a:off x="4741512" y="4058894"/>
              <a:ext cx="70952" cy="23819"/>
            </a:xfrm>
            <a:custGeom>
              <a:avLst/>
              <a:gdLst/>
              <a:ahLst/>
              <a:cxnLst/>
              <a:rect l="0" t="0" r="0" b="0"/>
              <a:pathLst>
                <a:path w="70952" h="23819">
                  <a:moveTo>
                    <a:pt x="70952" y="238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2" name="Candidate_receptor__2421">
              <a:extLst>
                <a:ext uri="{FF2B5EF4-FFF2-40B4-BE49-F238E27FC236}">
                  <a16:creationId xmlns:a16="http://schemas.microsoft.com/office/drawing/2014/main" id="{6B7906EC-E963-C2BE-2F16-CCE7209BE6F0}"/>
                </a:ext>
              </a:extLst>
            </p:cNvPr>
            <p:cNvSpPr>
              <a:spLocks noGrp="1"/>
            </p:cNvSpPr>
            <p:nvPr/>
          </p:nvSpPr>
          <p:spPr>
            <a:xfrm>
              <a:off x="4765231" y="4226717"/>
              <a:ext cx="42886" cy="12340"/>
            </a:xfrm>
            <a:custGeom>
              <a:avLst/>
              <a:gdLst/>
              <a:ahLst/>
              <a:cxnLst/>
              <a:rect l="0" t="0" r="0" b="0"/>
              <a:pathLst>
                <a:path w="42886" h="12340">
                  <a:moveTo>
                    <a:pt x="0" y="12340"/>
                  </a:moveTo>
                  <a:lnTo>
                    <a:pt x="42886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3" name="Candidate_receptor__2422">
              <a:extLst>
                <a:ext uri="{FF2B5EF4-FFF2-40B4-BE49-F238E27FC236}">
                  <a16:creationId xmlns:a16="http://schemas.microsoft.com/office/drawing/2014/main" id="{555E4049-DB10-636A-A5E5-D0C0C000BA62}"/>
                </a:ext>
              </a:extLst>
            </p:cNvPr>
            <p:cNvSpPr>
              <a:spLocks noGrp="1"/>
            </p:cNvSpPr>
            <p:nvPr/>
          </p:nvSpPr>
          <p:spPr>
            <a:xfrm>
              <a:off x="6223176" y="4095901"/>
              <a:ext cx="53362" cy="33957"/>
            </a:xfrm>
            <a:custGeom>
              <a:avLst/>
              <a:gdLst/>
              <a:ahLst/>
              <a:cxnLst/>
              <a:rect l="0" t="0" r="0" b="0"/>
              <a:pathLst>
                <a:path w="53362" h="33957">
                  <a:moveTo>
                    <a:pt x="0" y="0"/>
                  </a:moveTo>
                  <a:lnTo>
                    <a:pt x="53362" y="3395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4" name="Candidate_receptor__2423">
              <a:extLst>
                <a:ext uri="{FF2B5EF4-FFF2-40B4-BE49-F238E27FC236}">
                  <a16:creationId xmlns:a16="http://schemas.microsoft.com/office/drawing/2014/main" id="{2214B3DF-5AA8-B2B5-155D-EFAFE2463851}"/>
                </a:ext>
              </a:extLst>
            </p:cNvPr>
            <p:cNvSpPr>
              <a:spLocks noGrp="1"/>
            </p:cNvSpPr>
            <p:nvPr/>
          </p:nvSpPr>
          <p:spPr>
            <a:xfrm>
              <a:off x="5372300" y="4220275"/>
              <a:ext cx="20390" cy="107827"/>
            </a:xfrm>
            <a:custGeom>
              <a:avLst/>
              <a:gdLst/>
              <a:ahLst/>
              <a:cxnLst/>
              <a:rect l="0" t="0" r="0" b="0"/>
              <a:pathLst>
                <a:path w="20390" h="107827">
                  <a:moveTo>
                    <a:pt x="20390" y="1078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5" name="Candidate_receptor__2424">
              <a:extLst>
                <a:ext uri="{FF2B5EF4-FFF2-40B4-BE49-F238E27FC236}">
                  <a16:creationId xmlns:a16="http://schemas.microsoft.com/office/drawing/2014/main" id="{26AEBF5C-0C14-9493-F5D0-F445DE38BC7D}"/>
                </a:ext>
              </a:extLst>
            </p:cNvPr>
            <p:cNvSpPr>
              <a:spLocks noGrp="1"/>
            </p:cNvSpPr>
            <p:nvPr/>
          </p:nvSpPr>
          <p:spPr>
            <a:xfrm>
              <a:off x="6087851" y="4334810"/>
              <a:ext cx="87292" cy="55777"/>
            </a:xfrm>
            <a:custGeom>
              <a:avLst/>
              <a:gdLst/>
              <a:ahLst/>
              <a:cxnLst/>
              <a:rect l="0" t="0" r="0" b="0"/>
              <a:pathLst>
                <a:path w="87292" h="55777">
                  <a:moveTo>
                    <a:pt x="0" y="0"/>
                  </a:moveTo>
                  <a:lnTo>
                    <a:pt x="87292" y="5577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6" name="Candidate_receptor__2425">
              <a:extLst>
                <a:ext uri="{FF2B5EF4-FFF2-40B4-BE49-F238E27FC236}">
                  <a16:creationId xmlns:a16="http://schemas.microsoft.com/office/drawing/2014/main" id="{805FBDDE-968D-7799-1516-1A1824AB8628}"/>
                </a:ext>
              </a:extLst>
            </p:cNvPr>
            <p:cNvSpPr>
              <a:spLocks noGrp="1"/>
            </p:cNvSpPr>
            <p:nvPr/>
          </p:nvSpPr>
          <p:spPr>
            <a:xfrm>
              <a:off x="6205132" y="3532760"/>
              <a:ext cx="74904" cy="30253"/>
            </a:xfrm>
            <a:custGeom>
              <a:avLst/>
              <a:gdLst/>
              <a:ahLst/>
              <a:cxnLst/>
              <a:rect l="0" t="0" r="0" b="0"/>
              <a:pathLst>
                <a:path w="74904" h="30253">
                  <a:moveTo>
                    <a:pt x="74904" y="0"/>
                  </a:moveTo>
                  <a:lnTo>
                    <a:pt x="0" y="30253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27" name="Candidate_receptor__2426">
              <a:extLst>
                <a:ext uri="{FF2B5EF4-FFF2-40B4-BE49-F238E27FC236}">
                  <a16:creationId xmlns:a16="http://schemas.microsoft.com/office/drawing/2014/main" id="{BEF6BEDE-FE0E-E81D-173D-289292FE594A}"/>
                </a:ext>
              </a:extLst>
            </p:cNvPr>
            <p:cNvSpPr>
              <a:spLocks noGrp="1"/>
            </p:cNvSpPr>
            <p:nvPr/>
          </p:nvSpPr>
          <p:spPr>
            <a:xfrm>
              <a:off x="5347503" y="4834282"/>
              <a:ext cx="64561" cy="81154"/>
            </a:xfrm>
            <a:custGeom>
              <a:avLst/>
              <a:gdLst/>
              <a:ahLst/>
              <a:cxnLst/>
              <a:rect l="0" t="0" r="0" b="0"/>
              <a:pathLst>
                <a:path w="64561" h="81154">
                  <a:moveTo>
                    <a:pt x="0" y="81154"/>
                  </a:moveTo>
                  <a:lnTo>
                    <a:pt x="64561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8" name="Candidate_receptor__2427">
              <a:extLst>
                <a:ext uri="{FF2B5EF4-FFF2-40B4-BE49-F238E27FC236}">
                  <a16:creationId xmlns:a16="http://schemas.microsoft.com/office/drawing/2014/main" id="{8D7F668B-F26B-3EB4-5820-0BB4A4F63BD0}"/>
                </a:ext>
              </a:extLst>
            </p:cNvPr>
            <p:cNvSpPr>
              <a:spLocks noGrp="1"/>
            </p:cNvSpPr>
            <p:nvPr/>
          </p:nvSpPr>
          <p:spPr>
            <a:xfrm>
              <a:off x="6319669" y="3979548"/>
              <a:ext cx="55375" cy="97811"/>
            </a:xfrm>
            <a:custGeom>
              <a:avLst/>
              <a:gdLst/>
              <a:ahLst/>
              <a:cxnLst/>
              <a:rect l="0" t="0" r="0" b="0"/>
              <a:pathLst>
                <a:path w="55375" h="97811">
                  <a:moveTo>
                    <a:pt x="55375" y="978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29" name="Candidate_receptor__2428">
              <a:extLst>
                <a:ext uri="{FF2B5EF4-FFF2-40B4-BE49-F238E27FC236}">
                  <a16:creationId xmlns:a16="http://schemas.microsoft.com/office/drawing/2014/main" id="{BC7F6664-EC88-8AE1-ED94-B9ED4622AD45}"/>
                </a:ext>
              </a:extLst>
            </p:cNvPr>
            <p:cNvSpPr>
              <a:spLocks noGrp="1"/>
            </p:cNvSpPr>
            <p:nvPr/>
          </p:nvSpPr>
          <p:spPr>
            <a:xfrm>
              <a:off x="5412064" y="4834282"/>
              <a:ext cx="91007" cy="36399"/>
            </a:xfrm>
            <a:custGeom>
              <a:avLst/>
              <a:gdLst/>
              <a:ahLst/>
              <a:cxnLst/>
              <a:rect l="0" t="0" r="0" b="0"/>
              <a:pathLst>
                <a:path w="91007" h="36399">
                  <a:moveTo>
                    <a:pt x="0" y="0"/>
                  </a:moveTo>
                  <a:lnTo>
                    <a:pt x="91007" y="36399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0" name="Candidate_receptor__2429">
              <a:extLst>
                <a:ext uri="{FF2B5EF4-FFF2-40B4-BE49-F238E27FC236}">
                  <a16:creationId xmlns:a16="http://schemas.microsoft.com/office/drawing/2014/main" id="{8E7E0E15-FAA1-5331-313B-203A86215B8B}"/>
                </a:ext>
              </a:extLst>
            </p:cNvPr>
            <p:cNvSpPr>
              <a:spLocks noGrp="1"/>
            </p:cNvSpPr>
            <p:nvPr/>
          </p:nvSpPr>
          <p:spPr>
            <a:xfrm>
              <a:off x="5162745" y="5474753"/>
              <a:ext cx="96553" cy="41099"/>
            </a:xfrm>
            <a:custGeom>
              <a:avLst/>
              <a:gdLst/>
              <a:ahLst/>
              <a:cxnLst/>
              <a:rect l="0" t="0" r="0" b="0"/>
              <a:pathLst>
                <a:path w="96553" h="41099">
                  <a:moveTo>
                    <a:pt x="96553" y="410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1" name="Candidate_receptor__2430">
              <a:extLst>
                <a:ext uri="{FF2B5EF4-FFF2-40B4-BE49-F238E27FC236}">
                  <a16:creationId xmlns:a16="http://schemas.microsoft.com/office/drawing/2014/main" id="{8F1B9470-1167-2489-D98D-33E2B60E910F}"/>
                </a:ext>
              </a:extLst>
            </p:cNvPr>
            <p:cNvSpPr>
              <a:spLocks noGrp="1"/>
            </p:cNvSpPr>
            <p:nvPr/>
          </p:nvSpPr>
          <p:spPr>
            <a:xfrm>
              <a:off x="5969518" y="4789841"/>
              <a:ext cx="110487" cy="32224"/>
            </a:xfrm>
            <a:custGeom>
              <a:avLst/>
              <a:gdLst/>
              <a:ahLst/>
              <a:cxnLst/>
              <a:rect l="0" t="0" r="0" b="0"/>
              <a:pathLst>
                <a:path w="110487" h="32224">
                  <a:moveTo>
                    <a:pt x="110487" y="0"/>
                  </a:moveTo>
                  <a:lnTo>
                    <a:pt x="0" y="3222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2" name="Candidate_receptor__2431">
              <a:extLst>
                <a:ext uri="{FF2B5EF4-FFF2-40B4-BE49-F238E27FC236}">
                  <a16:creationId xmlns:a16="http://schemas.microsoft.com/office/drawing/2014/main" id="{28571CB0-8C91-3D31-6F7D-A19D3CF82FCF}"/>
                </a:ext>
              </a:extLst>
            </p:cNvPr>
            <p:cNvSpPr>
              <a:spLocks noGrp="1"/>
            </p:cNvSpPr>
            <p:nvPr/>
          </p:nvSpPr>
          <p:spPr>
            <a:xfrm>
              <a:off x="5697209" y="4496405"/>
              <a:ext cx="61027" cy="12015"/>
            </a:xfrm>
            <a:custGeom>
              <a:avLst/>
              <a:gdLst/>
              <a:ahLst/>
              <a:cxnLst/>
              <a:rect l="0" t="0" r="0" b="0"/>
              <a:pathLst>
                <a:path w="61027" h="12015">
                  <a:moveTo>
                    <a:pt x="0" y="12015"/>
                  </a:moveTo>
                  <a:lnTo>
                    <a:pt x="6102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3" name="Candidate_receptor__2432">
              <a:extLst>
                <a:ext uri="{FF2B5EF4-FFF2-40B4-BE49-F238E27FC236}">
                  <a16:creationId xmlns:a16="http://schemas.microsoft.com/office/drawing/2014/main" id="{FF5CC3B9-F2DF-A80A-3D53-5E4CF1ED034F}"/>
                </a:ext>
              </a:extLst>
            </p:cNvPr>
            <p:cNvSpPr>
              <a:spLocks noGrp="1"/>
            </p:cNvSpPr>
            <p:nvPr/>
          </p:nvSpPr>
          <p:spPr>
            <a:xfrm>
              <a:off x="6305124" y="3604405"/>
              <a:ext cx="59057" cy="96145"/>
            </a:xfrm>
            <a:custGeom>
              <a:avLst/>
              <a:gdLst/>
              <a:ahLst/>
              <a:cxnLst/>
              <a:rect l="0" t="0" r="0" b="0"/>
              <a:pathLst>
                <a:path w="59057" h="96145">
                  <a:moveTo>
                    <a:pt x="0" y="96145"/>
                  </a:moveTo>
                  <a:lnTo>
                    <a:pt x="59057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4" name="Candidate_receptor__2433">
              <a:extLst>
                <a:ext uri="{FF2B5EF4-FFF2-40B4-BE49-F238E27FC236}">
                  <a16:creationId xmlns:a16="http://schemas.microsoft.com/office/drawing/2014/main" id="{8D2338B5-1627-DF58-6AF8-FD7E5DCF526A}"/>
                </a:ext>
              </a:extLst>
            </p:cNvPr>
            <p:cNvSpPr>
              <a:spLocks noGrp="1"/>
            </p:cNvSpPr>
            <p:nvPr/>
          </p:nvSpPr>
          <p:spPr>
            <a:xfrm>
              <a:off x="5689062" y="4351344"/>
              <a:ext cx="104748" cy="40671"/>
            </a:xfrm>
            <a:custGeom>
              <a:avLst/>
              <a:gdLst/>
              <a:ahLst/>
              <a:cxnLst/>
              <a:rect l="0" t="0" r="0" b="0"/>
              <a:pathLst>
                <a:path w="104748" h="40671">
                  <a:moveTo>
                    <a:pt x="104748" y="406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5" name="Candidate_receptor__2434">
              <a:extLst>
                <a:ext uri="{FF2B5EF4-FFF2-40B4-BE49-F238E27FC236}">
                  <a16:creationId xmlns:a16="http://schemas.microsoft.com/office/drawing/2014/main" id="{2C171807-1D8B-7380-4D1A-ED5A8030A876}"/>
                </a:ext>
              </a:extLst>
            </p:cNvPr>
            <p:cNvSpPr>
              <a:spLocks noGrp="1"/>
            </p:cNvSpPr>
            <p:nvPr/>
          </p:nvSpPr>
          <p:spPr>
            <a:xfrm>
              <a:off x="5115568" y="4910032"/>
              <a:ext cx="38446" cy="102441"/>
            </a:xfrm>
            <a:custGeom>
              <a:avLst/>
              <a:gdLst/>
              <a:ahLst/>
              <a:cxnLst/>
              <a:rect l="0" t="0" r="0" b="0"/>
              <a:pathLst>
                <a:path w="38446" h="102441">
                  <a:moveTo>
                    <a:pt x="38446" y="0"/>
                  </a:moveTo>
                  <a:lnTo>
                    <a:pt x="0" y="10244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6" name="Candidate_receptor__2435">
              <a:extLst>
                <a:ext uri="{FF2B5EF4-FFF2-40B4-BE49-F238E27FC236}">
                  <a16:creationId xmlns:a16="http://schemas.microsoft.com/office/drawing/2014/main" id="{A0CAF40A-67F0-E22F-09A7-9B7B9EEB11EE}"/>
                </a:ext>
              </a:extLst>
            </p:cNvPr>
            <p:cNvSpPr>
              <a:spLocks noGrp="1"/>
            </p:cNvSpPr>
            <p:nvPr/>
          </p:nvSpPr>
          <p:spPr>
            <a:xfrm>
              <a:off x="5838854" y="3471097"/>
              <a:ext cx="11370" cy="96001"/>
            </a:xfrm>
            <a:custGeom>
              <a:avLst/>
              <a:gdLst/>
              <a:ahLst/>
              <a:cxnLst/>
              <a:rect l="0" t="0" r="0" b="0"/>
              <a:pathLst>
                <a:path w="11370" h="96001">
                  <a:moveTo>
                    <a:pt x="11370" y="0"/>
                  </a:moveTo>
                  <a:lnTo>
                    <a:pt x="0" y="96001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7" name="Candidate_receptor__2436">
              <a:extLst>
                <a:ext uri="{FF2B5EF4-FFF2-40B4-BE49-F238E27FC236}">
                  <a16:creationId xmlns:a16="http://schemas.microsoft.com/office/drawing/2014/main" id="{268B76DB-87AD-0EE4-BBF8-A13B7F3D9B6C}"/>
                </a:ext>
              </a:extLst>
            </p:cNvPr>
            <p:cNvSpPr>
              <a:spLocks noGrp="1"/>
            </p:cNvSpPr>
            <p:nvPr/>
          </p:nvSpPr>
          <p:spPr>
            <a:xfrm>
              <a:off x="5619389" y="5200531"/>
              <a:ext cx="43309" cy="68772"/>
            </a:xfrm>
            <a:custGeom>
              <a:avLst/>
              <a:gdLst/>
              <a:ahLst/>
              <a:cxnLst/>
              <a:rect l="0" t="0" r="0" b="0"/>
              <a:pathLst>
                <a:path w="43309" h="68772">
                  <a:moveTo>
                    <a:pt x="0" y="68772"/>
                  </a:moveTo>
                  <a:lnTo>
                    <a:pt x="43309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38" name="Candidate_receptor__2437">
              <a:extLst>
                <a:ext uri="{FF2B5EF4-FFF2-40B4-BE49-F238E27FC236}">
                  <a16:creationId xmlns:a16="http://schemas.microsoft.com/office/drawing/2014/main" id="{2B8F0B77-CE82-5AFE-F335-445ECE39CCBE}"/>
                </a:ext>
              </a:extLst>
            </p:cNvPr>
            <p:cNvSpPr>
              <a:spLocks noGrp="1"/>
            </p:cNvSpPr>
            <p:nvPr/>
          </p:nvSpPr>
          <p:spPr>
            <a:xfrm>
              <a:off x="6314219" y="3404729"/>
              <a:ext cx="91615" cy="6963"/>
            </a:xfrm>
            <a:custGeom>
              <a:avLst/>
              <a:gdLst/>
              <a:ahLst/>
              <a:cxnLst/>
              <a:rect l="0" t="0" r="0" b="0"/>
              <a:pathLst>
                <a:path w="91615" h="6963">
                  <a:moveTo>
                    <a:pt x="0" y="6963"/>
                  </a:moveTo>
                  <a:lnTo>
                    <a:pt x="91615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39" name="Candidate_receptor__2438">
              <a:extLst>
                <a:ext uri="{FF2B5EF4-FFF2-40B4-BE49-F238E27FC236}">
                  <a16:creationId xmlns:a16="http://schemas.microsoft.com/office/drawing/2014/main" id="{08B38668-5E36-50CB-602E-0A916FF9E083}"/>
                </a:ext>
              </a:extLst>
            </p:cNvPr>
            <p:cNvSpPr>
              <a:spLocks noGrp="1"/>
            </p:cNvSpPr>
            <p:nvPr/>
          </p:nvSpPr>
          <p:spPr>
            <a:xfrm>
              <a:off x="5676693" y="3043386"/>
              <a:ext cx="69678" cy="34224"/>
            </a:xfrm>
            <a:custGeom>
              <a:avLst/>
              <a:gdLst/>
              <a:ahLst/>
              <a:cxnLst/>
              <a:rect l="0" t="0" r="0" b="0"/>
              <a:pathLst>
                <a:path w="69678" h="34224">
                  <a:moveTo>
                    <a:pt x="0" y="0"/>
                  </a:moveTo>
                  <a:lnTo>
                    <a:pt x="69678" y="3422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40" name="Candidate_receptor__2439">
              <a:extLst>
                <a:ext uri="{FF2B5EF4-FFF2-40B4-BE49-F238E27FC236}">
                  <a16:creationId xmlns:a16="http://schemas.microsoft.com/office/drawing/2014/main" id="{0EF585FE-FBD0-11BC-E160-87731CFCA467}"/>
                </a:ext>
              </a:extLst>
            </p:cNvPr>
            <p:cNvSpPr>
              <a:spLocks noGrp="1"/>
            </p:cNvSpPr>
            <p:nvPr/>
          </p:nvSpPr>
          <p:spPr>
            <a:xfrm>
              <a:off x="5027109" y="4490104"/>
              <a:ext cx="24795" cy="40836"/>
            </a:xfrm>
            <a:custGeom>
              <a:avLst/>
              <a:gdLst/>
              <a:ahLst/>
              <a:cxnLst/>
              <a:rect l="0" t="0" r="0" b="0"/>
              <a:pathLst>
                <a:path w="24795" h="40836">
                  <a:moveTo>
                    <a:pt x="0" y="40836"/>
                  </a:moveTo>
                  <a:lnTo>
                    <a:pt x="24795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1" name="Candidate_receptor__2440">
              <a:extLst>
                <a:ext uri="{FF2B5EF4-FFF2-40B4-BE49-F238E27FC236}">
                  <a16:creationId xmlns:a16="http://schemas.microsoft.com/office/drawing/2014/main" id="{F4BFF9B3-AA90-6A47-07B8-4588730FAC70}"/>
                </a:ext>
              </a:extLst>
            </p:cNvPr>
            <p:cNvSpPr>
              <a:spLocks noGrp="1"/>
            </p:cNvSpPr>
            <p:nvPr/>
          </p:nvSpPr>
          <p:spPr>
            <a:xfrm>
              <a:off x="5438722" y="4602897"/>
              <a:ext cx="15824" cy="114072"/>
            </a:xfrm>
            <a:custGeom>
              <a:avLst/>
              <a:gdLst/>
              <a:ahLst/>
              <a:cxnLst/>
              <a:rect l="0" t="0" r="0" b="0"/>
              <a:pathLst>
                <a:path w="15824" h="114072">
                  <a:moveTo>
                    <a:pt x="0" y="114072"/>
                  </a:moveTo>
                  <a:lnTo>
                    <a:pt x="15824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2" name="Candidate_receptor__2441">
              <a:extLst>
                <a:ext uri="{FF2B5EF4-FFF2-40B4-BE49-F238E27FC236}">
                  <a16:creationId xmlns:a16="http://schemas.microsoft.com/office/drawing/2014/main" id="{ADEE2D1D-1C94-232C-4FA5-90A3F398ED4D}"/>
                </a:ext>
              </a:extLst>
            </p:cNvPr>
            <p:cNvSpPr>
              <a:spLocks noGrp="1"/>
            </p:cNvSpPr>
            <p:nvPr/>
          </p:nvSpPr>
          <p:spPr>
            <a:xfrm>
              <a:off x="5343249" y="4574118"/>
              <a:ext cx="111296" cy="28779"/>
            </a:xfrm>
            <a:custGeom>
              <a:avLst/>
              <a:gdLst/>
              <a:ahLst/>
              <a:cxnLst/>
              <a:rect l="0" t="0" r="0" b="0"/>
              <a:pathLst>
                <a:path w="111296" h="28779">
                  <a:moveTo>
                    <a:pt x="111296" y="28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3" name="Candidate_receptor__2442">
              <a:extLst>
                <a:ext uri="{FF2B5EF4-FFF2-40B4-BE49-F238E27FC236}">
                  <a16:creationId xmlns:a16="http://schemas.microsoft.com/office/drawing/2014/main" id="{0E330953-88B9-84A9-6343-08F23B9C9D0D}"/>
                </a:ext>
              </a:extLst>
            </p:cNvPr>
            <p:cNvSpPr>
              <a:spLocks noGrp="1"/>
            </p:cNvSpPr>
            <p:nvPr/>
          </p:nvSpPr>
          <p:spPr>
            <a:xfrm>
              <a:off x="4767564" y="3830590"/>
              <a:ext cx="66498" cy="92131"/>
            </a:xfrm>
            <a:custGeom>
              <a:avLst/>
              <a:gdLst/>
              <a:ahLst/>
              <a:cxnLst/>
              <a:rect l="0" t="0" r="0" b="0"/>
              <a:pathLst>
                <a:path w="66498" h="92131">
                  <a:moveTo>
                    <a:pt x="66498" y="921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44" name="Candidate_receptor__2443">
              <a:extLst>
                <a:ext uri="{FF2B5EF4-FFF2-40B4-BE49-F238E27FC236}">
                  <a16:creationId xmlns:a16="http://schemas.microsoft.com/office/drawing/2014/main" id="{BC409456-2FBE-24D9-CD0B-8A07F54B17C9}"/>
                </a:ext>
              </a:extLst>
            </p:cNvPr>
            <p:cNvSpPr>
              <a:spLocks noGrp="1"/>
            </p:cNvSpPr>
            <p:nvPr/>
          </p:nvSpPr>
          <p:spPr>
            <a:xfrm>
              <a:off x="5476742" y="4870680"/>
              <a:ext cx="26329" cy="108916"/>
            </a:xfrm>
            <a:custGeom>
              <a:avLst/>
              <a:gdLst/>
              <a:ahLst/>
              <a:cxnLst/>
              <a:rect l="0" t="0" r="0" b="0"/>
              <a:pathLst>
                <a:path w="26329" h="108916">
                  <a:moveTo>
                    <a:pt x="26329" y="0"/>
                  </a:moveTo>
                  <a:lnTo>
                    <a:pt x="0" y="10891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5" name="Candidate_receptor__2444">
              <a:extLst>
                <a:ext uri="{FF2B5EF4-FFF2-40B4-BE49-F238E27FC236}">
                  <a16:creationId xmlns:a16="http://schemas.microsoft.com/office/drawing/2014/main" id="{67CC6BB3-8DA3-BB0D-1EAE-5D603F457A8C}"/>
                </a:ext>
              </a:extLst>
            </p:cNvPr>
            <p:cNvSpPr>
              <a:spLocks noGrp="1"/>
            </p:cNvSpPr>
            <p:nvPr/>
          </p:nvSpPr>
          <p:spPr>
            <a:xfrm>
              <a:off x="6047581" y="4458220"/>
              <a:ext cx="49694" cy="22926"/>
            </a:xfrm>
            <a:custGeom>
              <a:avLst/>
              <a:gdLst/>
              <a:ahLst/>
              <a:cxnLst/>
              <a:rect l="0" t="0" r="0" b="0"/>
              <a:pathLst>
                <a:path w="49694" h="22926">
                  <a:moveTo>
                    <a:pt x="49694" y="0"/>
                  </a:moveTo>
                  <a:lnTo>
                    <a:pt x="0" y="2292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6" name="Candidate_receptor__2445">
              <a:extLst>
                <a:ext uri="{FF2B5EF4-FFF2-40B4-BE49-F238E27FC236}">
                  <a16:creationId xmlns:a16="http://schemas.microsoft.com/office/drawing/2014/main" id="{E4E38572-2354-0E98-AA99-002D10415B2D}"/>
                </a:ext>
              </a:extLst>
            </p:cNvPr>
            <p:cNvSpPr>
              <a:spLocks noGrp="1"/>
            </p:cNvSpPr>
            <p:nvPr/>
          </p:nvSpPr>
          <p:spPr>
            <a:xfrm>
              <a:off x="6033870" y="4321802"/>
              <a:ext cx="53981" cy="13008"/>
            </a:xfrm>
            <a:custGeom>
              <a:avLst/>
              <a:gdLst/>
              <a:ahLst/>
              <a:cxnLst/>
              <a:rect l="0" t="0" r="0" b="0"/>
              <a:pathLst>
                <a:path w="53981" h="13008">
                  <a:moveTo>
                    <a:pt x="0" y="0"/>
                  </a:moveTo>
                  <a:lnTo>
                    <a:pt x="53981" y="13008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7" name="Candidate_receptor__2446">
              <a:extLst>
                <a:ext uri="{FF2B5EF4-FFF2-40B4-BE49-F238E27FC236}">
                  <a16:creationId xmlns:a16="http://schemas.microsoft.com/office/drawing/2014/main" id="{F142047D-E20C-39D1-8671-CEDA944D6305}"/>
                </a:ext>
              </a:extLst>
            </p:cNvPr>
            <p:cNvSpPr>
              <a:spLocks noGrp="1"/>
            </p:cNvSpPr>
            <p:nvPr/>
          </p:nvSpPr>
          <p:spPr>
            <a:xfrm>
              <a:off x="5252138" y="4243569"/>
              <a:ext cx="7574" cy="39041"/>
            </a:xfrm>
            <a:custGeom>
              <a:avLst/>
              <a:gdLst/>
              <a:ahLst/>
              <a:cxnLst/>
              <a:rect l="0" t="0" r="0" b="0"/>
              <a:pathLst>
                <a:path w="7574" h="39041">
                  <a:moveTo>
                    <a:pt x="7574" y="0"/>
                  </a:moveTo>
                  <a:lnTo>
                    <a:pt x="0" y="3904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8" name="Candidate_receptor__2447">
              <a:extLst>
                <a:ext uri="{FF2B5EF4-FFF2-40B4-BE49-F238E27FC236}">
                  <a16:creationId xmlns:a16="http://schemas.microsoft.com/office/drawing/2014/main" id="{3DBFF116-6A9D-8A5B-A00B-C16BC6E2B9AF}"/>
                </a:ext>
              </a:extLst>
            </p:cNvPr>
            <p:cNvSpPr>
              <a:spLocks noGrp="1"/>
            </p:cNvSpPr>
            <p:nvPr/>
          </p:nvSpPr>
          <p:spPr>
            <a:xfrm>
              <a:off x="6096358" y="4570177"/>
              <a:ext cx="96734" cy="53437"/>
            </a:xfrm>
            <a:custGeom>
              <a:avLst/>
              <a:gdLst/>
              <a:ahLst/>
              <a:cxnLst/>
              <a:rect l="0" t="0" r="0" b="0"/>
              <a:pathLst>
                <a:path w="96734" h="53437">
                  <a:moveTo>
                    <a:pt x="96734" y="0"/>
                  </a:moveTo>
                  <a:lnTo>
                    <a:pt x="0" y="5343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49" name="Candidate_receptor__2448">
              <a:extLst>
                <a:ext uri="{FF2B5EF4-FFF2-40B4-BE49-F238E27FC236}">
                  <a16:creationId xmlns:a16="http://schemas.microsoft.com/office/drawing/2014/main" id="{30E76918-5988-6C7F-4C50-8FEF76AAA569}"/>
                </a:ext>
              </a:extLst>
            </p:cNvPr>
            <p:cNvSpPr>
              <a:spLocks noGrp="1"/>
            </p:cNvSpPr>
            <p:nvPr/>
          </p:nvSpPr>
          <p:spPr>
            <a:xfrm>
              <a:off x="5095737" y="5474753"/>
              <a:ext cx="67007" cy="35273"/>
            </a:xfrm>
            <a:custGeom>
              <a:avLst/>
              <a:gdLst/>
              <a:ahLst/>
              <a:cxnLst/>
              <a:rect l="0" t="0" r="0" b="0"/>
              <a:pathLst>
                <a:path w="67007" h="35273">
                  <a:moveTo>
                    <a:pt x="67007" y="0"/>
                  </a:moveTo>
                  <a:lnTo>
                    <a:pt x="0" y="3527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0" name="Candidate_receptor__2449">
              <a:extLst>
                <a:ext uri="{FF2B5EF4-FFF2-40B4-BE49-F238E27FC236}">
                  <a16:creationId xmlns:a16="http://schemas.microsoft.com/office/drawing/2014/main" id="{0C34DF24-2A36-521F-F332-6082E30FAA1C}"/>
                </a:ext>
              </a:extLst>
            </p:cNvPr>
            <p:cNvSpPr>
              <a:spLocks noGrp="1"/>
            </p:cNvSpPr>
            <p:nvPr/>
          </p:nvSpPr>
          <p:spPr>
            <a:xfrm>
              <a:off x="4478777" y="4303521"/>
              <a:ext cx="74242" cy="55128"/>
            </a:xfrm>
            <a:custGeom>
              <a:avLst/>
              <a:gdLst/>
              <a:ahLst/>
              <a:cxnLst/>
              <a:rect l="0" t="0" r="0" b="0"/>
              <a:pathLst>
                <a:path w="74242" h="55128">
                  <a:moveTo>
                    <a:pt x="0" y="55128"/>
                  </a:moveTo>
                  <a:lnTo>
                    <a:pt x="74242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51" name="Candidate_receptor__2450">
              <a:extLst>
                <a:ext uri="{FF2B5EF4-FFF2-40B4-BE49-F238E27FC236}">
                  <a16:creationId xmlns:a16="http://schemas.microsoft.com/office/drawing/2014/main" id="{30206A9F-DB1C-6045-56BE-FDCF0D4789F5}"/>
                </a:ext>
              </a:extLst>
            </p:cNvPr>
            <p:cNvSpPr>
              <a:spLocks noGrp="1"/>
            </p:cNvSpPr>
            <p:nvPr/>
          </p:nvSpPr>
          <p:spPr>
            <a:xfrm>
              <a:off x="6276538" y="4077359"/>
              <a:ext cx="98505" cy="52498"/>
            </a:xfrm>
            <a:custGeom>
              <a:avLst/>
              <a:gdLst/>
              <a:ahLst/>
              <a:cxnLst/>
              <a:rect l="0" t="0" r="0" b="0"/>
              <a:pathLst>
                <a:path w="98505" h="52498">
                  <a:moveTo>
                    <a:pt x="0" y="52498"/>
                  </a:moveTo>
                  <a:lnTo>
                    <a:pt x="98505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2" name="Candidate_receptor__2451">
              <a:extLst>
                <a:ext uri="{FF2B5EF4-FFF2-40B4-BE49-F238E27FC236}">
                  <a16:creationId xmlns:a16="http://schemas.microsoft.com/office/drawing/2014/main" id="{259D57CF-8DB4-FA34-A919-022719D37BF4}"/>
                </a:ext>
              </a:extLst>
            </p:cNvPr>
            <p:cNvSpPr>
              <a:spLocks noGrp="1"/>
            </p:cNvSpPr>
            <p:nvPr/>
          </p:nvSpPr>
          <p:spPr>
            <a:xfrm>
              <a:off x="6370191" y="4376399"/>
              <a:ext cx="5567" cy="29607"/>
            </a:xfrm>
            <a:custGeom>
              <a:avLst/>
              <a:gdLst/>
              <a:ahLst/>
              <a:cxnLst/>
              <a:rect l="0" t="0" r="0" b="0"/>
              <a:pathLst>
                <a:path w="5567" h="29607">
                  <a:moveTo>
                    <a:pt x="5567" y="296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3" name="Candidate_receptor__2452">
              <a:extLst>
                <a:ext uri="{FF2B5EF4-FFF2-40B4-BE49-F238E27FC236}">
                  <a16:creationId xmlns:a16="http://schemas.microsoft.com/office/drawing/2014/main" id="{2408CEF9-7F42-DD4E-DE2B-B62BBE9C87DC}"/>
                </a:ext>
              </a:extLst>
            </p:cNvPr>
            <p:cNvSpPr>
              <a:spLocks noGrp="1"/>
            </p:cNvSpPr>
            <p:nvPr/>
          </p:nvSpPr>
          <p:spPr>
            <a:xfrm>
              <a:off x="4808117" y="4143163"/>
              <a:ext cx="74023" cy="83553"/>
            </a:xfrm>
            <a:custGeom>
              <a:avLst/>
              <a:gdLst/>
              <a:ahLst/>
              <a:cxnLst/>
              <a:rect l="0" t="0" r="0" b="0"/>
              <a:pathLst>
                <a:path w="74023" h="83553">
                  <a:moveTo>
                    <a:pt x="0" y="83553"/>
                  </a:moveTo>
                  <a:lnTo>
                    <a:pt x="7402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4" name="Candidate_receptor__2453">
              <a:extLst>
                <a:ext uri="{FF2B5EF4-FFF2-40B4-BE49-F238E27FC236}">
                  <a16:creationId xmlns:a16="http://schemas.microsoft.com/office/drawing/2014/main" id="{F2311782-0A91-C3E8-B83D-1AD5F551229A}"/>
                </a:ext>
              </a:extLst>
            </p:cNvPr>
            <p:cNvSpPr>
              <a:spLocks noGrp="1"/>
            </p:cNvSpPr>
            <p:nvPr/>
          </p:nvSpPr>
          <p:spPr>
            <a:xfrm>
              <a:off x="5022552" y="4770781"/>
              <a:ext cx="15107" cy="80658"/>
            </a:xfrm>
            <a:custGeom>
              <a:avLst/>
              <a:gdLst/>
              <a:ahLst/>
              <a:cxnLst/>
              <a:rect l="0" t="0" r="0" b="0"/>
              <a:pathLst>
                <a:path w="15107" h="80658">
                  <a:moveTo>
                    <a:pt x="0" y="0"/>
                  </a:moveTo>
                  <a:lnTo>
                    <a:pt x="15107" y="80658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5" name="Candidate_receptor__2454">
              <a:extLst>
                <a:ext uri="{FF2B5EF4-FFF2-40B4-BE49-F238E27FC236}">
                  <a16:creationId xmlns:a16="http://schemas.microsoft.com/office/drawing/2014/main" id="{FAFC623A-AA45-4A88-7815-3CDBD2B69405}"/>
                </a:ext>
              </a:extLst>
            </p:cNvPr>
            <p:cNvSpPr>
              <a:spLocks noGrp="1"/>
            </p:cNvSpPr>
            <p:nvPr/>
          </p:nvSpPr>
          <p:spPr>
            <a:xfrm>
              <a:off x="4894885" y="4797162"/>
              <a:ext cx="18309" cy="6936"/>
            </a:xfrm>
            <a:custGeom>
              <a:avLst/>
              <a:gdLst/>
              <a:ahLst/>
              <a:cxnLst/>
              <a:rect l="0" t="0" r="0" b="0"/>
              <a:pathLst>
                <a:path w="18309" h="6936">
                  <a:moveTo>
                    <a:pt x="0" y="0"/>
                  </a:moveTo>
                  <a:lnTo>
                    <a:pt x="18309" y="693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6" name="Candidate_receptor__2455">
              <a:extLst>
                <a:ext uri="{FF2B5EF4-FFF2-40B4-BE49-F238E27FC236}">
                  <a16:creationId xmlns:a16="http://schemas.microsoft.com/office/drawing/2014/main" id="{1B1ADFB1-19B9-A328-A8CA-623379A1BD17}"/>
                </a:ext>
              </a:extLst>
            </p:cNvPr>
            <p:cNvSpPr>
              <a:spLocks noGrp="1"/>
            </p:cNvSpPr>
            <p:nvPr/>
          </p:nvSpPr>
          <p:spPr>
            <a:xfrm>
              <a:off x="5758236" y="4392015"/>
              <a:ext cx="35573" cy="104390"/>
            </a:xfrm>
            <a:custGeom>
              <a:avLst/>
              <a:gdLst/>
              <a:ahLst/>
              <a:cxnLst/>
              <a:rect l="0" t="0" r="0" b="0"/>
              <a:pathLst>
                <a:path w="35573" h="104390">
                  <a:moveTo>
                    <a:pt x="0" y="104390"/>
                  </a:moveTo>
                  <a:lnTo>
                    <a:pt x="3557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7" name="Candidate_receptor__2456">
              <a:extLst>
                <a:ext uri="{FF2B5EF4-FFF2-40B4-BE49-F238E27FC236}">
                  <a16:creationId xmlns:a16="http://schemas.microsoft.com/office/drawing/2014/main" id="{514505F3-4FC4-1799-28C4-AC07566AD87F}"/>
                </a:ext>
              </a:extLst>
            </p:cNvPr>
            <p:cNvSpPr>
              <a:spLocks noGrp="1"/>
            </p:cNvSpPr>
            <p:nvPr/>
          </p:nvSpPr>
          <p:spPr>
            <a:xfrm>
              <a:off x="6258293" y="3979548"/>
              <a:ext cx="61375" cy="3950"/>
            </a:xfrm>
            <a:custGeom>
              <a:avLst/>
              <a:gdLst/>
              <a:ahLst/>
              <a:cxnLst/>
              <a:rect l="0" t="0" r="0" b="0"/>
              <a:pathLst>
                <a:path w="61375" h="3950">
                  <a:moveTo>
                    <a:pt x="61375" y="0"/>
                  </a:moveTo>
                  <a:lnTo>
                    <a:pt x="0" y="395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8" name="Candidate_receptor__2457">
              <a:extLst>
                <a:ext uri="{FF2B5EF4-FFF2-40B4-BE49-F238E27FC236}">
                  <a16:creationId xmlns:a16="http://schemas.microsoft.com/office/drawing/2014/main" id="{BB694BC5-C778-7DFF-AB81-4723AC5DD525}"/>
                </a:ext>
              </a:extLst>
            </p:cNvPr>
            <p:cNvSpPr>
              <a:spLocks noGrp="1"/>
            </p:cNvSpPr>
            <p:nvPr/>
          </p:nvSpPr>
          <p:spPr>
            <a:xfrm>
              <a:off x="4991082" y="4851440"/>
              <a:ext cx="46577" cy="78703"/>
            </a:xfrm>
            <a:custGeom>
              <a:avLst/>
              <a:gdLst/>
              <a:ahLst/>
              <a:cxnLst/>
              <a:rect l="0" t="0" r="0" b="0"/>
              <a:pathLst>
                <a:path w="46577" h="78703">
                  <a:moveTo>
                    <a:pt x="46577" y="0"/>
                  </a:moveTo>
                  <a:lnTo>
                    <a:pt x="0" y="7870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59" name="Candidate_receptor__2458">
              <a:extLst>
                <a:ext uri="{FF2B5EF4-FFF2-40B4-BE49-F238E27FC236}">
                  <a16:creationId xmlns:a16="http://schemas.microsoft.com/office/drawing/2014/main" id="{51A77ABC-DB54-2087-4F99-B67CE672859F}"/>
                </a:ext>
              </a:extLst>
            </p:cNvPr>
            <p:cNvSpPr>
              <a:spLocks noGrp="1"/>
            </p:cNvSpPr>
            <p:nvPr/>
          </p:nvSpPr>
          <p:spPr>
            <a:xfrm>
              <a:off x="4779452" y="4665609"/>
              <a:ext cx="87663" cy="42406"/>
            </a:xfrm>
            <a:custGeom>
              <a:avLst/>
              <a:gdLst/>
              <a:ahLst/>
              <a:cxnLst/>
              <a:rect l="0" t="0" r="0" b="0"/>
              <a:pathLst>
                <a:path w="87663" h="42406">
                  <a:moveTo>
                    <a:pt x="0" y="42406"/>
                  </a:moveTo>
                  <a:lnTo>
                    <a:pt x="87663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0" name="Candidate_receptor__2459">
              <a:extLst>
                <a:ext uri="{FF2B5EF4-FFF2-40B4-BE49-F238E27FC236}">
                  <a16:creationId xmlns:a16="http://schemas.microsoft.com/office/drawing/2014/main" id="{03E3EC1A-2BDD-14F3-6C5F-058156921366}"/>
                </a:ext>
              </a:extLst>
            </p:cNvPr>
            <p:cNvSpPr>
              <a:spLocks noGrp="1"/>
            </p:cNvSpPr>
            <p:nvPr/>
          </p:nvSpPr>
          <p:spPr>
            <a:xfrm>
              <a:off x="5638194" y="4351344"/>
              <a:ext cx="50868" cy="46793"/>
            </a:xfrm>
            <a:custGeom>
              <a:avLst/>
              <a:gdLst/>
              <a:ahLst/>
              <a:cxnLst/>
              <a:rect l="0" t="0" r="0" b="0"/>
              <a:pathLst>
                <a:path w="50868" h="46793">
                  <a:moveTo>
                    <a:pt x="50868" y="0"/>
                  </a:moveTo>
                  <a:lnTo>
                    <a:pt x="0" y="4679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1" name="Candidate_receptor__2460">
              <a:extLst>
                <a:ext uri="{FF2B5EF4-FFF2-40B4-BE49-F238E27FC236}">
                  <a16:creationId xmlns:a16="http://schemas.microsoft.com/office/drawing/2014/main" id="{08DC5B2D-3CA4-80CE-501D-CE1268B32F79}"/>
                </a:ext>
              </a:extLst>
            </p:cNvPr>
            <p:cNvSpPr>
              <a:spLocks noGrp="1"/>
            </p:cNvSpPr>
            <p:nvPr/>
          </p:nvSpPr>
          <p:spPr>
            <a:xfrm>
              <a:off x="5560395" y="3080366"/>
              <a:ext cx="34461" cy="41823"/>
            </a:xfrm>
            <a:custGeom>
              <a:avLst/>
              <a:gdLst/>
              <a:ahLst/>
              <a:cxnLst/>
              <a:rect l="0" t="0" r="0" b="0"/>
              <a:pathLst>
                <a:path w="34461" h="41823">
                  <a:moveTo>
                    <a:pt x="0" y="0"/>
                  </a:moveTo>
                  <a:lnTo>
                    <a:pt x="34461" y="41823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62" name="Candidate_receptor__2461">
              <a:extLst>
                <a:ext uri="{FF2B5EF4-FFF2-40B4-BE49-F238E27FC236}">
                  <a16:creationId xmlns:a16="http://schemas.microsoft.com/office/drawing/2014/main" id="{CB8DF8CB-0176-34AD-D0E8-56C27782A9E3}"/>
                </a:ext>
              </a:extLst>
            </p:cNvPr>
            <p:cNvSpPr>
              <a:spLocks noGrp="1"/>
            </p:cNvSpPr>
            <p:nvPr/>
          </p:nvSpPr>
          <p:spPr>
            <a:xfrm>
              <a:off x="6034116" y="4171634"/>
              <a:ext cx="109918" cy="35216"/>
            </a:xfrm>
            <a:custGeom>
              <a:avLst/>
              <a:gdLst/>
              <a:ahLst/>
              <a:cxnLst/>
              <a:rect l="0" t="0" r="0" b="0"/>
              <a:pathLst>
                <a:path w="109918" h="35216">
                  <a:moveTo>
                    <a:pt x="0" y="0"/>
                  </a:moveTo>
                  <a:lnTo>
                    <a:pt x="109918" y="35216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3" name="Candidate_receptor__2462">
              <a:extLst>
                <a:ext uri="{FF2B5EF4-FFF2-40B4-BE49-F238E27FC236}">
                  <a16:creationId xmlns:a16="http://schemas.microsoft.com/office/drawing/2014/main" id="{9C24670B-1760-28DA-4E5E-1B2A905D6B15}"/>
                </a:ext>
              </a:extLst>
            </p:cNvPr>
            <p:cNvSpPr>
              <a:spLocks noGrp="1"/>
            </p:cNvSpPr>
            <p:nvPr/>
          </p:nvSpPr>
          <p:spPr>
            <a:xfrm>
              <a:off x="5083355" y="3996099"/>
              <a:ext cx="67504" cy="93574"/>
            </a:xfrm>
            <a:custGeom>
              <a:avLst/>
              <a:gdLst/>
              <a:ahLst/>
              <a:cxnLst/>
              <a:rect l="0" t="0" r="0" b="0"/>
              <a:pathLst>
                <a:path w="67504" h="93574">
                  <a:moveTo>
                    <a:pt x="67504" y="0"/>
                  </a:moveTo>
                  <a:lnTo>
                    <a:pt x="0" y="93574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4" name="Candidate_receptor__2463">
              <a:extLst>
                <a:ext uri="{FF2B5EF4-FFF2-40B4-BE49-F238E27FC236}">
                  <a16:creationId xmlns:a16="http://schemas.microsoft.com/office/drawing/2014/main" id="{8E829467-AE1E-0616-7D84-333DD62D1CC1}"/>
                </a:ext>
              </a:extLst>
            </p:cNvPr>
            <p:cNvSpPr>
              <a:spLocks noGrp="1"/>
            </p:cNvSpPr>
            <p:nvPr/>
          </p:nvSpPr>
          <p:spPr>
            <a:xfrm>
              <a:off x="5746371" y="3077610"/>
              <a:ext cx="72608" cy="89174"/>
            </a:xfrm>
            <a:custGeom>
              <a:avLst/>
              <a:gdLst/>
              <a:ahLst/>
              <a:cxnLst/>
              <a:rect l="0" t="0" r="0" b="0"/>
              <a:pathLst>
                <a:path w="72608" h="89174">
                  <a:moveTo>
                    <a:pt x="0" y="0"/>
                  </a:moveTo>
                  <a:lnTo>
                    <a:pt x="72608" y="89174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65" name="Candidate_receptor__2464">
              <a:extLst>
                <a:ext uri="{FF2B5EF4-FFF2-40B4-BE49-F238E27FC236}">
                  <a16:creationId xmlns:a16="http://schemas.microsoft.com/office/drawing/2014/main" id="{B22BDF5E-6F95-D503-BF61-98D3DD167750}"/>
                </a:ext>
              </a:extLst>
            </p:cNvPr>
            <p:cNvSpPr>
              <a:spLocks noGrp="1"/>
            </p:cNvSpPr>
            <p:nvPr/>
          </p:nvSpPr>
          <p:spPr>
            <a:xfrm>
              <a:off x="6097274" y="4390588"/>
              <a:ext cx="77869" cy="67633"/>
            </a:xfrm>
            <a:custGeom>
              <a:avLst/>
              <a:gdLst/>
              <a:ahLst/>
              <a:cxnLst/>
              <a:rect l="0" t="0" r="0" b="0"/>
              <a:pathLst>
                <a:path w="77869" h="67633">
                  <a:moveTo>
                    <a:pt x="77869" y="0"/>
                  </a:moveTo>
                  <a:lnTo>
                    <a:pt x="0" y="6763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6" name="Candidate_receptor__2465">
              <a:extLst>
                <a:ext uri="{FF2B5EF4-FFF2-40B4-BE49-F238E27FC236}">
                  <a16:creationId xmlns:a16="http://schemas.microsoft.com/office/drawing/2014/main" id="{B94B21AC-CF57-A0FD-29B9-DE4F33E69DD1}"/>
                </a:ext>
              </a:extLst>
            </p:cNvPr>
            <p:cNvSpPr>
              <a:spLocks noGrp="1"/>
            </p:cNvSpPr>
            <p:nvPr/>
          </p:nvSpPr>
          <p:spPr>
            <a:xfrm>
              <a:off x="5311740" y="4574118"/>
              <a:ext cx="31510" cy="88203"/>
            </a:xfrm>
            <a:custGeom>
              <a:avLst/>
              <a:gdLst/>
              <a:ahLst/>
              <a:cxnLst/>
              <a:rect l="0" t="0" r="0" b="0"/>
              <a:pathLst>
                <a:path w="31510" h="88203">
                  <a:moveTo>
                    <a:pt x="31510" y="0"/>
                  </a:moveTo>
                  <a:lnTo>
                    <a:pt x="0" y="88203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7" name="Candidate_receptor__2466">
              <a:extLst>
                <a:ext uri="{FF2B5EF4-FFF2-40B4-BE49-F238E27FC236}">
                  <a16:creationId xmlns:a16="http://schemas.microsoft.com/office/drawing/2014/main" id="{0405D966-D50E-46C7-ACF6-3D82465A9C47}"/>
                </a:ext>
              </a:extLst>
            </p:cNvPr>
            <p:cNvSpPr>
              <a:spLocks noGrp="1"/>
            </p:cNvSpPr>
            <p:nvPr/>
          </p:nvSpPr>
          <p:spPr>
            <a:xfrm>
              <a:off x="5259298" y="5450814"/>
              <a:ext cx="85964" cy="65037"/>
            </a:xfrm>
            <a:custGeom>
              <a:avLst/>
              <a:gdLst/>
              <a:ahLst/>
              <a:cxnLst/>
              <a:rect l="0" t="0" r="0" b="0"/>
              <a:pathLst>
                <a:path w="85964" h="65037">
                  <a:moveTo>
                    <a:pt x="85964" y="0"/>
                  </a:moveTo>
                  <a:lnTo>
                    <a:pt x="0" y="65037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8" name="Candidate_receptor__2467">
              <a:extLst>
                <a:ext uri="{FF2B5EF4-FFF2-40B4-BE49-F238E27FC236}">
                  <a16:creationId xmlns:a16="http://schemas.microsoft.com/office/drawing/2014/main" id="{4CA5F9AD-E81F-8C9E-F9AF-580913F6C03C}"/>
                </a:ext>
              </a:extLst>
            </p:cNvPr>
            <p:cNvSpPr>
              <a:spLocks noGrp="1"/>
            </p:cNvSpPr>
            <p:nvPr/>
          </p:nvSpPr>
          <p:spPr>
            <a:xfrm>
              <a:off x="4867115" y="4665609"/>
              <a:ext cx="71895" cy="25525"/>
            </a:xfrm>
            <a:custGeom>
              <a:avLst/>
              <a:gdLst/>
              <a:ahLst/>
              <a:cxnLst/>
              <a:rect l="0" t="0" r="0" b="0"/>
              <a:pathLst>
                <a:path w="71895" h="25525">
                  <a:moveTo>
                    <a:pt x="0" y="0"/>
                  </a:moveTo>
                  <a:lnTo>
                    <a:pt x="71895" y="25525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69" name="Candidate_receptor__2468">
              <a:extLst>
                <a:ext uri="{FF2B5EF4-FFF2-40B4-BE49-F238E27FC236}">
                  <a16:creationId xmlns:a16="http://schemas.microsoft.com/office/drawing/2014/main" id="{7931B171-0084-B98B-3F5A-D161C4964007}"/>
                </a:ext>
              </a:extLst>
            </p:cNvPr>
            <p:cNvSpPr>
              <a:spLocks noGrp="1"/>
            </p:cNvSpPr>
            <p:nvPr/>
          </p:nvSpPr>
          <p:spPr>
            <a:xfrm>
              <a:off x="4828625" y="3922721"/>
              <a:ext cx="5437" cy="91257"/>
            </a:xfrm>
            <a:custGeom>
              <a:avLst/>
              <a:gdLst/>
              <a:ahLst/>
              <a:cxnLst/>
              <a:rect l="0" t="0" r="0" b="0"/>
              <a:pathLst>
                <a:path w="5437" h="91257">
                  <a:moveTo>
                    <a:pt x="0" y="91257"/>
                  </a:moveTo>
                  <a:lnTo>
                    <a:pt x="5437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0" name="Candidate_receptor__2469">
              <a:extLst>
                <a:ext uri="{FF2B5EF4-FFF2-40B4-BE49-F238E27FC236}">
                  <a16:creationId xmlns:a16="http://schemas.microsoft.com/office/drawing/2014/main" id="{BAFF546E-10E2-FAE6-8B49-0FC2AA77F5F5}"/>
                </a:ext>
              </a:extLst>
            </p:cNvPr>
            <p:cNvSpPr>
              <a:spLocks noGrp="1"/>
            </p:cNvSpPr>
            <p:nvPr/>
          </p:nvSpPr>
          <p:spPr>
            <a:xfrm>
              <a:off x="6709055" y="4596959"/>
              <a:ext cx="74967" cy="83484"/>
            </a:xfrm>
            <a:custGeom>
              <a:avLst/>
              <a:gdLst/>
              <a:ahLst/>
              <a:cxnLst/>
              <a:rect l="0" t="0" r="0" b="0"/>
              <a:pathLst>
                <a:path w="74967" h="83484">
                  <a:moveTo>
                    <a:pt x="0" y="83484"/>
                  </a:moveTo>
                  <a:lnTo>
                    <a:pt x="74967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1" name="Candidate_receptor__2470">
              <a:extLst>
                <a:ext uri="{FF2B5EF4-FFF2-40B4-BE49-F238E27FC236}">
                  <a16:creationId xmlns:a16="http://schemas.microsoft.com/office/drawing/2014/main" id="{0556F386-49C4-2A27-A512-AFDD262C65E1}"/>
                </a:ext>
              </a:extLst>
            </p:cNvPr>
            <p:cNvSpPr>
              <a:spLocks noGrp="1"/>
            </p:cNvSpPr>
            <p:nvPr/>
          </p:nvSpPr>
          <p:spPr>
            <a:xfrm>
              <a:off x="4741512" y="4013978"/>
              <a:ext cx="87113" cy="44916"/>
            </a:xfrm>
            <a:custGeom>
              <a:avLst/>
              <a:gdLst/>
              <a:ahLst/>
              <a:cxnLst/>
              <a:rect l="0" t="0" r="0" b="0"/>
              <a:pathLst>
                <a:path w="87113" h="44916">
                  <a:moveTo>
                    <a:pt x="0" y="44916"/>
                  </a:moveTo>
                  <a:lnTo>
                    <a:pt x="87113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2" name="Candidate_receptor__2471">
              <a:extLst>
                <a:ext uri="{FF2B5EF4-FFF2-40B4-BE49-F238E27FC236}">
                  <a16:creationId xmlns:a16="http://schemas.microsoft.com/office/drawing/2014/main" id="{2EDE4BD8-0DF8-432B-4F79-22293FD36369}"/>
                </a:ext>
              </a:extLst>
            </p:cNvPr>
            <p:cNvSpPr>
              <a:spLocks noGrp="1"/>
            </p:cNvSpPr>
            <p:nvPr/>
          </p:nvSpPr>
          <p:spPr>
            <a:xfrm>
              <a:off x="6667616" y="4426431"/>
              <a:ext cx="96087" cy="59364"/>
            </a:xfrm>
            <a:custGeom>
              <a:avLst/>
              <a:gdLst/>
              <a:ahLst/>
              <a:cxnLst/>
              <a:rect l="0" t="0" r="0" b="0"/>
              <a:pathLst>
                <a:path w="96087" h="59364">
                  <a:moveTo>
                    <a:pt x="96087" y="0"/>
                  </a:moveTo>
                  <a:lnTo>
                    <a:pt x="0" y="59364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3" name="Candidate_receptor__2472">
              <a:extLst>
                <a:ext uri="{FF2B5EF4-FFF2-40B4-BE49-F238E27FC236}">
                  <a16:creationId xmlns:a16="http://schemas.microsoft.com/office/drawing/2014/main" id="{770B4687-856A-3850-3F23-8F07DAD6C57A}"/>
                </a:ext>
              </a:extLst>
            </p:cNvPr>
            <p:cNvSpPr>
              <a:spLocks noGrp="1"/>
            </p:cNvSpPr>
            <p:nvPr/>
          </p:nvSpPr>
          <p:spPr>
            <a:xfrm>
              <a:off x="5636712" y="3238101"/>
              <a:ext cx="33824" cy="109325"/>
            </a:xfrm>
            <a:custGeom>
              <a:avLst/>
              <a:gdLst/>
              <a:ahLst/>
              <a:cxnLst/>
              <a:rect l="0" t="0" r="0" b="0"/>
              <a:pathLst>
                <a:path w="33824" h="109325">
                  <a:moveTo>
                    <a:pt x="33824" y="0"/>
                  </a:moveTo>
                  <a:lnTo>
                    <a:pt x="0" y="109325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4" name="Candidate_receptor__2473">
              <a:extLst>
                <a:ext uri="{FF2B5EF4-FFF2-40B4-BE49-F238E27FC236}">
                  <a16:creationId xmlns:a16="http://schemas.microsoft.com/office/drawing/2014/main" id="{62A924B6-9925-055B-E0F9-2E8A1691E222}"/>
                </a:ext>
              </a:extLst>
            </p:cNvPr>
            <p:cNvSpPr>
              <a:spLocks noGrp="1"/>
            </p:cNvSpPr>
            <p:nvPr/>
          </p:nvSpPr>
          <p:spPr>
            <a:xfrm>
              <a:off x="5347503" y="4876465"/>
              <a:ext cx="32586" cy="38971"/>
            </a:xfrm>
            <a:custGeom>
              <a:avLst/>
              <a:gdLst/>
              <a:ahLst/>
              <a:cxnLst/>
              <a:rect l="0" t="0" r="0" b="0"/>
              <a:pathLst>
                <a:path w="32586" h="38971">
                  <a:moveTo>
                    <a:pt x="32586" y="0"/>
                  </a:moveTo>
                  <a:lnTo>
                    <a:pt x="0" y="38971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5" name="Candidate_receptor__2474">
              <a:extLst>
                <a:ext uri="{FF2B5EF4-FFF2-40B4-BE49-F238E27FC236}">
                  <a16:creationId xmlns:a16="http://schemas.microsoft.com/office/drawing/2014/main" id="{96391DDB-DF43-E25D-05AC-664C82E23958}"/>
                </a:ext>
              </a:extLst>
            </p:cNvPr>
            <p:cNvSpPr>
              <a:spLocks noGrp="1"/>
            </p:cNvSpPr>
            <p:nvPr/>
          </p:nvSpPr>
          <p:spPr>
            <a:xfrm>
              <a:off x="6185243" y="3478078"/>
              <a:ext cx="19889" cy="84935"/>
            </a:xfrm>
            <a:custGeom>
              <a:avLst/>
              <a:gdLst/>
              <a:ahLst/>
              <a:cxnLst/>
              <a:rect l="0" t="0" r="0" b="0"/>
              <a:pathLst>
                <a:path w="19889" h="84935">
                  <a:moveTo>
                    <a:pt x="19889" y="849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6" name="Candidate_receptor__2475">
              <a:extLst>
                <a:ext uri="{FF2B5EF4-FFF2-40B4-BE49-F238E27FC236}">
                  <a16:creationId xmlns:a16="http://schemas.microsoft.com/office/drawing/2014/main" id="{B1A58C00-FEE3-F307-6413-F635938E87D8}"/>
                </a:ext>
              </a:extLst>
            </p:cNvPr>
            <p:cNvSpPr>
              <a:spLocks noGrp="1"/>
            </p:cNvSpPr>
            <p:nvPr/>
          </p:nvSpPr>
          <p:spPr>
            <a:xfrm>
              <a:off x="5779412" y="3415732"/>
              <a:ext cx="70812" cy="55365"/>
            </a:xfrm>
            <a:custGeom>
              <a:avLst/>
              <a:gdLst/>
              <a:ahLst/>
              <a:cxnLst/>
              <a:rect l="0" t="0" r="0" b="0"/>
              <a:pathLst>
                <a:path w="70812" h="55365">
                  <a:moveTo>
                    <a:pt x="0" y="0"/>
                  </a:moveTo>
                  <a:lnTo>
                    <a:pt x="70812" y="55365"/>
                  </a:lnTo>
                </a:path>
              </a:pathLst>
            </a:custGeom>
            <a:noFill/>
            <a:ln w="8096">
              <a:solidFill>
                <a:srgbClr val="DFE4E7"/>
              </a:solidFill>
            </a:ln>
          </p:spPr>
        </p:sp>
        <p:sp>
          <p:nvSpPr>
            <p:cNvPr id="2477" name="Candidate_receptor__2476">
              <a:extLst>
                <a:ext uri="{FF2B5EF4-FFF2-40B4-BE49-F238E27FC236}">
                  <a16:creationId xmlns:a16="http://schemas.microsoft.com/office/drawing/2014/main" id="{D1B4FDBF-68D7-6AEC-06ED-92B8035B77D8}"/>
                </a:ext>
              </a:extLst>
            </p:cNvPr>
            <p:cNvSpPr>
              <a:spLocks noGrp="1"/>
            </p:cNvSpPr>
            <p:nvPr/>
          </p:nvSpPr>
          <p:spPr>
            <a:xfrm>
              <a:off x="5042914" y="5358496"/>
              <a:ext cx="114294" cy="1745"/>
            </a:xfrm>
            <a:custGeom>
              <a:avLst/>
              <a:gdLst/>
              <a:ahLst/>
              <a:cxnLst/>
              <a:rect l="0" t="0" r="0" b="0"/>
              <a:pathLst>
                <a:path w="114294" h="1745">
                  <a:moveTo>
                    <a:pt x="114294" y="17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8" name="Candidate_receptor__2477">
              <a:extLst>
                <a:ext uri="{FF2B5EF4-FFF2-40B4-BE49-F238E27FC236}">
                  <a16:creationId xmlns:a16="http://schemas.microsoft.com/office/drawing/2014/main" id="{B6178F27-8474-4EF0-E4A5-BB26136E187F}"/>
                </a:ext>
              </a:extLst>
            </p:cNvPr>
            <p:cNvSpPr>
              <a:spLocks noGrp="1"/>
            </p:cNvSpPr>
            <p:nvPr/>
          </p:nvSpPr>
          <p:spPr>
            <a:xfrm>
              <a:off x="5252448" y="4767595"/>
              <a:ext cx="105704" cy="27623"/>
            </a:xfrm>
            <a:custGeom>
              <a:avLst/>
              <a:gdLst/>
              <a:ahLst/>
              <a:cxnLst/>
              <a:rect l="0" t="0" r="0" b="0"/>
              <a:pathLst>
                <a:path w="105704" h="27623">
                  <a:moveTo>
                    <a:pt x="0" y="27623"/>
                  </a:moveTo>
                  <a:lnTo>
                    <a:pt x="105704" y="0"/>
                  </a:lnTo>
                </a:path>
              </a:pathLst>
            </a:custGeom>
            <a:noFill/>
            <a:ln w="20003">
              <a:solidFill>
                <a:srgbClr val="DFE4E7"/>
              </a:solidFill>
            </a:ln>
          </p:spPr>
        </p:sp>
        <p:sp>
          <p:nvSpPr>
            <p:cNvPr id="2479" name="Candidate_receptor__2478">
              <a:extLst>
                <a:ext uri="{FF2B5EF4-FFF2-40B4-BE49-F238E27FC236}">
                  <a16:creationId xmlns:a16="http://schemas.microsoft.com/office/drawing/2014/main" id="{830A0382-94D2-9AA9-B25B-576AFD902861}"/>
                </a:ext>
              </a:extLst>
            </p:cNvPr>
            <p:cNvSpPr>
              <a:spLocks noGrp="1"/>
            </p:cNvSpPr>
            <p:nvPr/>
          </p:nvSpPr>
          <p:spPr>
            <a:xfrm>
              <a:off x="5779470" y="4902643"/>
              <a:ext cx="25382" cy="2162"/>
            </a:xfrm>
            <a:custGeom>
              <a:avLst/>
              <a:gdLst/>
              <a:ahLst/>
              <a:cxnLst/>
              <a:rect l="0" t="0" r="0" b="0"/>
              <a:pathLst>
                <a:path w="25382" h="2162">
                  <a:moveTo>
                    <a:pt x="25382" y="21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0" name="Candidate_receptor__2479">
              <a:extLst>
                <a:ext uri="{FF2B5EF4-FFF2-40B4-BE49-F238E27FC236}">
                  <a16:creationId xmlns:a16="http://schemas.microsoft.com/office/drawing/2014/main" id="{1D89B898-9236-C88F-7DD4-61A0958C8190}"/>
                </a:ext>
              </a:extLst>
            </p:cNvPr>
            <p:cNvSpPr>
              <a:spLocks noGrp="1"/>
            </p:cNvSpPr>
            <p:nvPr/>
          </p:nvSpPr>
          <p:spPr>
            <a:xfrm>
              <a:off x="5150116" y="4117539"/>
              <a:ext cx="97132" cy="56150"/>
            </a:xfrm>
            <a:custGeom>
              <a:avLst/>
              <a:gdLst/>
              <a:ahLst/>
              <a:cxnLst/>
              <a:rect l="0" t="0" r="0" b="0"/>
              <a:pathLst>
                <a:path w="97132" h="56150">
                  <a:moveTo>
                    <a:pt x="97132" y="0"/>
                  </a:moveTo>
                  <a:lnTo>
                    <a:pt x="0" y="5615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1" name="Candidate_receptor__2480">
              <a:extLst>
                <a:ext uri="{FF2B5EF4-FFF2-40B4-BE49-F238E27FC236}">
                  <a16:creationId xmlns:a16="http://schemas.microsoft.com/office/drawing/2014/main" id="{E2A89CD0-6CF6-2094-161E-8328FC7D864B}"/>
                </a:ext>
              </a:extLst>
            </p:cNvPr>
            <p:cNvSpPr>
              <a:spLocks noGrp="1"/>
            </p:cNvSpPr>
            <p:nvPr/>
          </p:nvSpPr>
          <p:spPr>
            <a:xfrm>
              <a:off x="4721434" y="4548532"/>
              <a:ext cx="101422" cy="16674"/>
            </a:xfrm>
            <a:custGeom>
              <a:avLst/>
              <a:gdLst/>
              <a:ahLst/>
              <a:cxnLst/>
              <a:rect l="0" t="0" r="0" b="0"/>
              <a:pathLst>
                <a:path w="101422" h="16674">
                  <a:moveTo>
                    <a:pt x="0" y="16674"/>
                  </a:moveTo>
                  <a:lnTo>
                    <a:pt x="101422" y="0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2" name="Candidate_receptor__2481">
              <a:extLst>
                <a:ext uri="{FF2B5EF4-FFF2-40B4-BE49-F238E27FC236}">
                  <a16:creationId xmlns:a16="http://schemas.microsoft.com/office/drawing/2014/main" id="{0BC3E8B2-25FF-C0E6-B14A-E64EFBC1BC2A}"/>
                </a:ext>
              </a:extLst>
            </p:cNvPr>
            <p:cNvSpPr>
              <a:spLocks noGrp="1"/>
            </p:cNvSpPr>
            <p:nvPr/>
          </p:nvSpPr>
          <p:spPr>
            <a:xfrm>
              <a:off x="6376026" y="4244283"/>
              <a:ext cx="71882" cy="73455"/>
            </a:xfrm>
            <a:custGeom>
              <a:avLst/>
              <a:gdLst/>
              <a:ahLst/>
              <a:cxnLst/>
              <a:rect l="0" t="0" r="0" b="0"/>
              <a:pathLst>
                <a:path w="71882" h="73455">
                  <a:moveTo>
                    <a:pt x="0" y="0"/>
                  </a:moveTo>
                  <a:lnTo>
                    <a:pt x="71882" y="73455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3" name="Candidate_receptor__2482">
              <a:extLst>
                <a:ext uri="{FF2B5EF4-FFF2-40B4-BE49-F238E27FC236}">
                  <a16:creationId xmlns:a16="http://schemas.microsoft.com/office/drawing/2014/main" id="{C59855E5-D67F-D16B-9798-AB3D160B3BCB}"/>
                </a:ext>
              </a:extLst>
            </p:cNvPr>
            <p:cNvSpPr>
              <a:spLocks noGrp="1"/>
            </p:cNvSpPr>
            <p:nvPr/>
          </p:nvSpPr>
          <p:spPr>
            <a:xfrm>
              <a:off x="5101621" y="3924842"/>
              <a:ext cx="49238" cy="71257"/>
            </a:xfrm>
            <a:custGeom>
              <a:avLst/>
              <a:gdLst/>
              <a:ahLst/>
              <a:cxnLst/>
              <a:rect l="0" t="0" r="0" b="0"/>
              <a:pathLst>
                <a:path w="49238" h="71257">
                  <a:moveTo>
                    <a:pt x="0" y="0"/>
                  </a:moveTo>
                  <a:lnTo>
                    <a:pt x="49238" y="71257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4" name="Candidate_receptor__2483">
              <a:extLst>
                <a:ext uri="{FF2B5EF4-FFF2-40B4-BE49-F238E27FC236}">
                  <a16:creationId xmlns:a16="http://schemas.microsoft.com/office/drawing/2014/main" id="{88A845B5-80FE-68F4-8B53-57E0F0610219}"/>
                </a:ext>
              </a:extLst>
            </p:cNvPr>
            <p:cNvSpPr>
              <a:spLocks noGrp="1"/>
            </p:cNvSpPr>
            <p:nvPr/>
          </p:nvSpPr>
          <p:spPr>
            <a:xfrm>
              <a:off x="6129250" y="4206850"/>
              <a:ext cx="14784" cy="77295"/>
            </a:xfrm>
            <a:custGeom>
              <a:avLst/>
              <a:gdLst/>
              <a:ahLst/>
              <a:cxnLst/>
              <a:rect l="0" t="0" r="0" b="0"/>
              <a:pathLst>
                <a:path w="14784" h="77295">
                  <a:moveTo>
                    <a:pt x="14784" y="0"/>
                  </a:moveTo>
                  <a:lnTo>
                    <a:pt x="0" y="77295"/>
                  </a:lnTo>
                </a:path>
              </a:pathLst>
            </a:custGeom>
            <a:noFill/>
            <a:ln w="20003">
              <a:solidFill>
                <a:srgbClr val="DFE4E8"/>
              </a:solidFill>
            </a:ln>
          </p:spPr>
        </p:sp>
        <p:sp>
          <p:nvSpPr>
            <p:cNvPr id="2485" name="Candidate_receptor__2484">
              <a:extLst>
                <a:ext uri="{FF2B5EF4-FFF2-40B4-BE49-F238E27FC236}">
                  <a16:creationId xmlns:a16="http://schemas.microsoft.com/office/drawing/2014/main" id="{8652BFE6-DA58-582F-6F72-8876BAF53C36}"/>
                </a:ext>
              </a:extLst>
            </p:cNvPr>
            <p:cNvSpPr>
              <a:spLocks noGrp="1"/>
            </p:cNvSpPr>
            <p:nvPr/>
          </p:nvSpPr>
          <p:spPr>
            <a:xfrm>
              <a:off x="6784022" y="4507628"/>
              <a:ext cx="38546" cy="89331"/>
            </a:xfrm>
            <a:custGeom>
              <a:avLst/>
              <a:gdLst/>
              <a:ahLst/>
              <a:cxnLst/>
              <a:rect l="0" t="0" r="0" b="0"/>
              <a:pathLst>
                <a:path w="38546" h="89331">
                  <a:moveTo>
                    <a:pt x="0" y="89331"/>
                  </a:moveTo>
                  <a:lnTo>
                    <a:pt x="38546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6" name="Candidate_receptor__2485">
              <a:extLst>
                <a:ext uri="{FF2B5EF4-FFF2-40B4-BE49-F238E27FC236}">
                  <a16:creationId xmlns:a16="http://schemas.microsoft.com/office/drawing/2014/main" id="{676C2C81-8195-77DA-1E8E-2A612D2E1CA4}"/>
                </a:ext>
              </a:extLst>
            </p:cNvPr>
            <p:cNvSpPr>
              <a:spLocks noGrp="1"/>
            </p:cNvSpPr>
            <p:nvPr/>
          </p:nvSpPr>
          <p:spPr>
            <a:xfrm>
              <a:off x="5769610" y="3166784"/>
              <a:ext cx="49368" cy="54074"/>
            </a:xfrm>
            <a:custGeom>
              <a:avLst/>
              <a:gdLst/>
              <a:ahLst/>
              <a:cxnLst/>
              <a:rect l="0" t="0" r="0" b="0"/>
              <a:pathLst>
                <a:path w="49368" h="54074">
                  <a:moveTo>
                    <a:pt x="49368" y="0"/>
                  </a:moveTo>
                  <a:lnTo>
                    <a:pt x="0" y="54074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487" name="Candidate_receptor__2486">
              <a:extLst>
                <a:ext uri="{FF2B5EF4-FFF2-40B4-BE49-F238E27FC236}">
                  <a16:creationId xmlns:a16="http://schemas.microsoft.com/office/drawing/2014/main" id="{9D428D2E-D809-484F-D61C-046A471E0797}"/>
                </a:ext>
              </a:extLst>
            </p:cNvPr>
            <p:cNvSpPr>
              <a:spLocks noGrp="1"/>
            </p:cNvSpPr>
            <p:nvPr/>
          </p:nvSpPr>
          <p:spPr>
            <a:xfrm>
              <a:off x="5040367" y="4373892"/>
              <a:ext cx="65297" cy="83298"/>
            </a:xfrm>
            <a:custGeom>
              <a:avLst/>
              <a:gdLst/>
              <a:ahLst/>
              <a:cxnLst/>
              <a:rect l="0" t="0" r="0" b="0"/>
              <a:pathLst>
                <a:path w="65297" h="83298">
                  <a:moveTo>
                    <a:pt x="0" y="0"/>
                  </a:moveTo>
                  <a:lnTo>
                    <a:pt x="65297" y="8329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8" name="Candidate_receptor__2487">
              <a:extLst>
                <a:ext uri="{FF2B5EF4-FFF2-40B4-BE49-F238E27FC236}">
                  <a16:creationId xmlns:a16="http://schemas.microsoft.com/office/drawing/2014/main" id="{93D2AC8A-BE51-FB68-0D2B-0C5B09FC9621}"/>
                </a:ext>
              </a:extLst>
            </p:cNvPr>
            <p:cNvSpPr>
              <a:spLocks noGrp="1"/>
            </p:cNvSpPr>
            <p:nvPr/>
          </p:nvSpPr>
          <p:spPr>
            <a:xfrm>
              <a:off x="6763703" y="4426431"/>
              <a:ext cx="58865" cy="81197"/>
            </a:xfrm>
            <a:custGeom>
              <a:avLst/>
              <a:gdLst/>
              <a:ahLst/>
              <a:cxnLst/>
              <a:rect l="0" t="0" r="0" b="0"/>
              <a:pathLst>
                <a:path w="58865" h="81197">
                  <a:moveTo>
                    <a:pt x="58865" y="811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89" name="Candidate_receptor__2488">
              <a:extLst>
                <a:ext uri="{FF2B5EF4-FFF2-40B4-BE49-F238E27FC236}">
                  <a16:creationId xmlns:a16="http://schemas.microsoft.com/office/drawing/2014/main" id="{44BFDAAD-23D6-507D-506D-DA9D6072F7E7}"/>
                </a:ext>
              </a:extLst>
            </p:cNvPr>
            <p:cNvSpPr>
              <a:spLocks noGrp="1"/>
            </p:cNvSpPr>
            <p:nvPr/>
          </p:nvSpPr>
          <p:spPr>
            <a:xfrm>
              <a:off x="5027109" y="4457190"/>
              <a:ext cx="78555" cy="73750"/>
            </a:xfrm>
            <a:custGeom>
              <a:avLst/>
              <a:gdLst/>
              <a:ahLst/>
              <a:cxnLst/>
              <a:rect l="0" t="0" r="0" b="0"/>
              <a:pathLst>
                <a:path w="78555" h="73750">
                  <a:moveTo>
                    <a:pt x="78555" y="0"/>
                  </a:moveTo>
                  <a:lnTo>
                    <a:pt x="0" y="7375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0" name="Candidate_receptor__2489">
              <a:extLst>
                <a:ext uri="{FF2B5EF4-FFF2-40B4-BE49-F238E27FC236}">
                  <a16:creationId xmlns:a16="http://schemas.microsoft.com/office/drawing/2014/main" id="{991CB1D2-0001-2D23-BA60-623CD36D58DE}"/>
                </a:ext>
              </a:extLst>
            </p:cNvPr>
            <p:cNvSpPr>
              <a:spLocks noGrp="1"/>
            </p:cNvSpPr>
            <p:nvPr/>
          </p:nvSpPr>
          <p:spPr>
            <a:xfrm>
              <a:off x="4948244" y="4373892"/>
              <a:ext cx="92123" cy="48566"/>
            </a:xfrm>
            <a:custGeom>
              <a:avLst/>
              <a:gdLst/>
              <a:ahLst/>
              <a:cxnLst/>
              <a:rect l="0" t="0" r="0" b="0"/>
              <a:pathLst>
                <a:path w="92123" h="48566">
                  <a:moveTo>
                    <a:pt x="0" y="48566"/>
                  </a:moveTo>
                  <a:lnTo>
                    <a:pt x="92123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1" name="Candidate_receptor__2490">
              <a:extLst>
                <a:ext uri="{FF2B5EF4-FFF2-40B4-BE49-F238E27FC236}">
                  <a16:creationId xmlns:a16="http://schemas.microsoft.com/office/drawing/2014/main" id="{93198397-CD41-1175-46CA-5D8129B65929}"/>
                </a:ext>
              </a:extLst>
            </p:cNvPr>
            <p:cNvSpPr>
              <a:spLocks noGrp="1"/>
            </p:cNvSpPr>
            <p:nvPr/>
          </p:nvSpPr>
          <p:spPr>
            <a:xfrm>
              <a:off x="6293872" y="4244283"/>
              <a:ext cx="82154" cy="35653"/>
            </a:xfrm>
            <a:custGeom>
              <a:avLst/>
              <a:gdLst/>
              <a:ahLst/>
              <a:cxnLst/>
              <a:rect l="0" t="0" r="0" b="0"/>
              <a:pathLst>
                <a:path w="82154" h="35653">
                  <a:moveTo>
                    <a:pt x="0" y="35653"/>
                  </a:moveTo>
                  <a:lnTo>
                    <a:pt x="82154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2" name="Candidate_receptor__2491">
              <a:extLst>
                <a:ext uri="{FF2B5EF4-FFF2-40B4-BE49-F238E27FC236}">
                  <a16:creationId xmlns:a16="http://schemas.microsoft.com/office/drawing/2014/main" id="{E8F645F3-B4F0-014C-B571-A606451CB46B}"/>
                </a:ext>
              </a:extLst>
            </p:cNvPr>
            <p:cNvSpPr>
              <a:spLocks noGrp="1"/>
            </p:cNvSpPr>
            <p:nvPr/>
          </p:nvSpPr>
          <p:spPr>
            <a:xfrm>
              <a:off x="5247248" y="4117539"/>
              <a:ext cx="68591" cy="77073"/>
            </a:xfrm>
            <a:custGeom>
              <a:avLst/>
              <a:gdLst/>
              <a:ahLst/>
              <a:cxnLst/>
              <a:rect l="0" t="0" r="0" b="0"/>
              <a:pathLst>
                <a:path w="68591" h="77073">
                  <a:moveTo>
                    <a:pt x="68591" y="770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3" name="Candidate_receptor__2492">
              <a:extLst>
                <a:ext uri="{FF2B5EF4-FFF2-40B4-BE49-F238E27FC236}">
                  <a16:creationId xmlns:a16="http://schemas.microsoft.com/office/drawing/2014/main" id="{A0D3B3CA-5CB5-AEFE-E32E-26D8C4E1EEFF}"/>
                </a:ext>
              </a:extLst>
            </p:cNvPr>
            <p:cNvSpPr>
              <a:spLocks noGrp="1"/>
            </p:cNvSpPr>
            <p:nvPr/>
          </p:nvSpPr>
          <p:spPr>
            <a:xfrm>
              <a:off x="4894885" y="4691134"/>
              <a:ext cx="44124" cy="106028"/>
            </a:xfrm>
            <a:custGeom>
              <a:avLst/>
              <a:gdLst/>
              <a:ahLst/>
              <a:cxnLst/>
              <a:rect l="0" t="0" r="0" b="0"/>
              <a:pathLst>
                <a:path w="44124" h="106028">
                  <a:moveTo>
                    <a:pt x="44124" y="0"/>
                  </a:moveTo>
                  <a:lnTo>
                    <a:pt x="0" y="10602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4" name="Candidate_receptor__2493">
              <a:extLst>
                <a:ext uri="{FF2B5EF4-FFF2-40B4-BE49-F238E27FC236}">
                  <a16:creationId xmlns:a16="http://schemas.microsoft.com/office/drawing/2014/main" id="{DB6CF80C-F17F-1758-EE3B-338FCFA7528D}"/>
                </a:ext>
              </a:extLst>
            </p:cNvPr>
            <p:cNvSpPr>
              <a:spLocks noGrp="1"/>
            </p:cNvSpPr>
            <p:nvPr/>
          </p:nvSpPr>
          <p:spPr>
            <a:xfrm>
              <a:off x="6087650" y="4591082"/>
              <a:ext cx="8709" cy="32531"/>
            </a:xfrm>
            <a:custGeom>
              <a:avLst/>
              <a:gdLst/>
              <a:ahLst/>
              <a:cxnLst/>
              <a:rect l="0" t="0" r="0" b="0"/>
              <a:pathLst>
                <a:path w="8709" h="32531">
                  <a:moveTo>
                    <a:pt x="8709" y="325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5" name="Candidate_receptor__2494">
              <a:extLst>
                <a:ext uri="{FF2B5EF4-FFF2-40B4-BE49-F238E27FC236}">
                  <a16:creationId xmlns:a16="http://schemas.microsoft.com/office/drawing/2014/main" id="{0CEB2FDD-5639-A0C9-9262-94F05E5D4304}"/>
                </a:ext>
              </a:extLst>
            </p:cNvPr>
            <p:cNvSpPr>
              <a:spLocks noGrp="1"/>
            </p:cNvSpPr>
            <p:nvPr/>
          </p:nvSpPr>
          <p:spPr>
            <a:xfrm>
              <a:off x="5252138" y="4194612"/>
              <a:ext cx="63700" cy="87998"/>
            </a:xfrm>
            <a:custGeom>
              <a:avLst/>
              <a:gdLst/>
              <a:ahLst/>
              <a:cxnLst/>
              <a:rect l="0" t="0" r="0" b="0"/>
              <a:pathLst>
                <a:path w="63700" h="87998">
                  <a:moveTo>
                    <a:pt x="0" y="87998"/>
                  </a:moveTo>
                  <a:lnTo>
                    <a:pt x="6370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6" name="Candidate_receptor__2495">
              <a:extLst>
                <a:ext uri="{FF2B5EF4-FFF2-40B4-BE49-F238E27FC236}">
                  <a16:creationId xmlns:a16="http://schemas.microsoft.com/office/drawing/2014/main" id="{A9A009AF-A7DF-275C-D534-157F09FA3F12}"/>
                </a:ext>
              </a:extLst>
            </p:cNvPr>
            <p:cNvSpPr>
              <a:spLocks noGrp="1"/>
            </p:cNvSpPr>
            <p:nvPr/>
          </p:nvSpPr>
          <p:spPr>
            <a:xfrm>
              <a:off x="6375758" y="4317738"/>
              <a:ext cx="72150" cy="88268"/>
            </a:xfrm>
            <a:custGeom>
              <a:avLst/>
              <a:gdLst/>
              <a:ahLst/>
              <a:cxnLst/>
              <a:rect l="0" t="0" r="0" b="0"/>
              <a:pathLst>
                <a:path w="72150" h="88268">
                  <a:moveTo>
                    <a:pt x="72150" y="0"/>
                  </a:moveTo>
                  <a:lnTo>
                    <a:pt x="0" y="8826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7" name="Candidate_receptor__2496">
              <a:extLst>
                <a:ext uri="{FF2B5EF4-FFF2-40B4-BE49-F238E27FC236}">
                  <a16:creationId xmlns:a16="http://schemas.microsoft.com/office/drawing/2014/main" id="{6F91F27B-9844-EA13-676F-02B5009C6592}"/>
                </a:ext>
              </a:extLst>
            </p:cNvPr>
            <p:cNvSpPr>
              <a:spLocks noGrp="1"/>
            </p:cNvSpPr>
            <p:nvPr/>
          </p:nvSpPr>
          <p:spPr>
            <a:xfrm>
              <a:off x="5691896" y="4734803"/>
              <a:ext cx="110209" cy="32816"/>
            </a:xfrm>
            <a:custGeom>
              <a:avLst/>
              <a:gdLst/>
              <a:ahLst/>
              <a:cxnLst/>
              <a:rect l="0" t="0" r="0" b="0"/>
              <a:pathLst>
                <a:path w="110209" h="32816">
                  <a:moveTo>
                    <a:pt x="110209" y="0"/>
                  </a:moveTo>
                  <a:lnTo>
                    <a:pt x="0" y="32816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498" name="Candidate_receptor__2497">
              <a:extLst>
                <a:ext uri="{FF2B5EF4-FFF2-40B4-BE49-F238E27FC236}">
                  <a16:creationId xmlns:a16="http://schemas.microsoft.com/office/drawing/2014/main" id="{A70DB874-0666-248B-98E7-74AEC1CFF13F}"/>
                </a:ext>
              </a:extLst>
            </p:cNvPr>
            <p:cNvSpPr>
              <a:spLocks noGrp="1"/>
            </p:cNvSpPr>
            <p:nvPr/>
          </p:nvSpPr>
          <p:spPr>
            <a:xfrm>
              <a:off x="6314219" y="3372065"/>
              <a:ext cx="26029" cy="39627"/>
            </a:xfrm>
            <a:custGeom>
              <a:avLst/>
              <a:gdLst/>
              <a:ahLst/>
              <a:cxnLst/>
              <a:rect l="0" t="0" r="0" b="0"/>
              <a:pathLst>
                <a:path w="26029" h="39627">
                  <a:moveTo>
                    <a:pt x="26029" y="0"/>
                  </a:moveTo>
                  <a:lnTo>
                    <a:pt x="0" y="39627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499" name="Candidate_receptor__2498">
              <a:extLst>
                <a:ext uri="{FF2B5EF4-FFF2-40B4-BE49-F238E27FC236}">
                  <a16:creationId xmlns:a16="http://schemas.microsoft.com/office/drawing/2014/main" id="{AD40DF3F-C59B-2AF4-E949-8F50E57E6815}"/>
                </a:ext>
              </a:extLst>
            </p:cNvPr>
            <p:cNvSpPr>
              <a:spLocks noGrp="1"/>
            </p:cNvSpPr>
            <p:nvPr/>
          </p:nvSpPr>
          <p:spPr>
            <a:xfrm>
              <a:off x="6033870" y="4284145"/>
              <a:ext cx="95380" cy="37657"/>
            </a:xfrm>
            <a:custGeom>
              <a:avLst/>
              <a:gdLst/>
              <a:ahLst/>
              <a:cxnLst/>
              <a:rect l="0" t="0" r="0" b="0"/>
              <a:pathLst>
                <a:path w="95380" h="37657">
                  <a:moveTo>
                    <a:pt x="95380" y="0"/>
                  </a:moveTo>
                  <a:lnTo>
                    <a:pt x="0" y="37657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0" name="Candidate_receptor__2499">
              <a:extLst>
                <a:ext uri="{FF2B5EF4-FFF2-40B4-BE49-F238E27FC236}">
                  <a16:creationId xmlns:a16="http://schemas.microsoft.com/office/drawing/2014/main" id="{EA070F09-10AC-183A-22C2-764588C9C655}"/>
                </a:ext>
              </a:extLst>
            </p:cNvPr>
            <p:cNvSpPr>
              <a:spLocks noGrp="1"/>
            </p:cNvSpPr>
            <p:nvPr/>
          </p:nvSpPr>
          <p:spPr>
            <a:xfrm>
              <a:off x="6034116" y="4158214"/>
              <a:ext cx="3276" cy="13420"/>
            </a:xfrm>
            <a:custGeom>
              <a:avLst/>
              <a:gdLst/>
              <a:ahLst/>
              <a:cxnLst/>
              <a:rect l="0" t="0" r="0" b="0"/>
              <a:pathLst>
                <a:path w="3276" h="13420">
                  <a:moveTo>
                    <a:pt x="3276" y="0"/>
                  </a:moveTo>
                  <a:lnTo>
                    <a:pt x="0" y="1342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1" name="Candidate_receptor__2500">
              <a:extLst>
                <a:ext uri="{FF2B5EF4-FFF2-40B4-BE49-F238E27FC236}">
                  <a16:creationId xmlns:a16="http://schemas.microsoft.com/office/drawing/2014/main" id="{A42DDD74-9B0F-68C9-8670-DDBE425153C4}"/>
                </a:ext>
              </a:extLst>
            </p:cNvPr>
            <p:cNvSpPr>
              <a:spLocks noGrp="1"/>
            </p:cNvSpPr>
            <p:nvPr/>
          </p:nvSpPr>
          <p:spPr>
            <a:xfrm>
              <a:off x="6609702" y="4635785"/>
              <a:ext cx="99353" cy="44657"/>
            </a:xfrm>
            <a:custGeom>
              <a:avLst/>
              <a:gdLst/>
              <a:ahLst/>
              <a:cxnLst/>
              <a:rect l="0" t="0" r="0" b="0"/>
              <a:pathLst>
                <a:path w="99353" h="44657">
                  <a:moveTo>
                    <a:pt x="0" y="0"/>
                  </a:moveTo>
                  <a:lnTo>
                    <a:pt x="99353" y="44657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2" name="Candidate_receptor__2501">
              <a:extLst>
                <a:ext uri="{FF2B5EF4-FFF2-40B4-BE49-F238E27FC236}">
                  <a16:creationId xmlns:a16="http://schemas.microsoft.com/office/drawing/2014/main" id="{C9A73506-7B0E-EFA0-29DF-E8549D56B12C}"/>
                </a:ext>
              </a:extLst>
            </p:cNvPr>
            <p:cNvSpPr>
              <a:spLocks noGrp="1"/>
            </p:cNvSpPr>
            <p:nvPr/>
          </p:nvSpPr>
          <p:spPr>
            <a:xfrm>
              <a:off x="5994740" y="4012613"/>
              <a:ext cx="94291" cy="18385"/>
            </a:xfrm>
            <a:custGeom>
              <a:avLst/>
              <a:gdLst/>
              <a:ahLst/>
              <a:cxnLst/>
              <a:rect l="0" t="0" r="0" b="0"/>
              <a:pathLst>
                <a:path w="94291" h="18385">
                  <a:moveTo>
                    <a:pt x="0" y="0"/>
                  </a:moveTo>
                  <a:lnTo>
                    <a:pt x="94291" y="18385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3" name="Candidate_receptor__2502">
              <a:extLst>
                <a:ext uri="{FF2B5EF4-FFF2-40B4-BE49-F238E27FC236}">
                  <a16:creationId xmlns:a16="http://schemas.microsoft.com/office/drawing/2014/main" id="{FAA0EBCD-2EAE-9575-8F4B-7C1F43C25E16}"/>
                </a:ext>
              </a:extLst>
            </p:cNvPr>
            <p:cNvSpPr>
              <a:spLocks noGrp="1"/>
            </p:cNvSpPr>
            <p:nvPr/>
          </p:nvSpPr>
          <p:spPr>
            <a:xfrm>
              <a:off x="5670535" y="3220858"/>
              <a:ext cx="99075" cy="17243"/>
            </a:xfrm>
            <a:custGeom>
              <a:avLst/>
              <a:gdLst/>
              <a:ahLst/>
              <a:cxnLst/>
              <a:rect l="0" t="0" r="0" b="0"/>
              <a:pathLst>
                <a:path w="99075" h="17243">
                  <a:moveTo>
                    <a:pt x="99075" y="0"/>
                  </a:moveTo>
                  <a:lnTo>
                    <a:pt x="0" y="17243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4" name="Candidate_receptor__2503">
              <a:extLst>
                <a:ext uri="{FF2B5EF4-FFF2-40B4-BE49-F238E27FC236}">
                  <a16:creationId xmlns:a16="http://schemas.microsoft.com/office/drawing/2014/main" id="{BB9A1F9C-7A64-CFC5-9F1D-C6DB62BF51AA}"/>
                </a:ext>
              </a:extLst>
            </p:cNvPr>
            <p:cNvSpPr>
              <a:spLocks noGrp="1"/>
            </p:cNvSpPr>
            <p:nvPr/>
          </p:nvSpPr>
          <p:spPr>
            <a:xfrm>
              <a:off x="4567989" y="4430393"/>
              <a:ext cx="108735" cy="36795"/>
            </a:xfrm>
            <a:custGeom>
              <a:avLst/>
              <a:gdLst/>
              <a:ahLst/>
              <a:cxnLst/>
              <a:rect l="0" t="0" r="0" b="0"/>
              <a:pathLst>
                <a:path w="108735" h="36795">
                  <a:moveTo>
                    <a:pt x="0" y="36795"/>
                  </a:moveTo>
                  <a:lnTo>
                    <a:pt x="108735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5" name="Candidate_receptor__2504">
              <a:extLst>
                <a:ext uri="{FF2B5EF4-FFF2-40B4-BE49-F238E27FC236}">
                  <a16:creationId xmlns:a16="http://schemas.microsoft.com/office/drawing/2014/main" id="{5A2DA74E-0D9F-4641-6F86-50A662F9D545}"/>
                </a:ext>
              </a:extLst>
            </p:cNvPr>
            <p:cNvSpPr>
              <a:spLocks noGrp="1"/>
            </p:cNvSpPr>
            <p:nvPr/>
          </p:nvSpPr>
          <p:spPr>
            <a:xfrm>
              <a:off x="5621087" y="5200531"/>
              <a:ext cx="41611" cy="26241"/>
            </a:xfrm>
            <a:custGeom>
              <a:avLst/>
              <a:gdLst/>
              <a:ahLst/>
              <a:cxnLst/>
              <a:rect l="0" t="0" r="0" b="0"/>
              <a:pathLst>
                <a:path w="41611" h="26241">
                  <a:moveTo>
                    <a:pt x="41611" y="0"/>
                  </a:moveTo>
                  <a:lnTo>
                    <a:pt x="0" y="2624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6" name="Candidate_receptor__2505">
              <a:extLst>
                <a:ext uri="{FF2B5EF4-FFF2-40B4-BE49-F238E27FC236}">
                  <a16:creationId xmlns:a16="http://schemas.microsoft.com/office/drawing/2014/main" id="{D5A41F65-346D-747E-086D-C3F415AAA23B}"/>
                </a:ext>
              </a:extLst>
            </p:cNvPr>
            <p:cNvSpPr>
              <a:spLocks noGrp="1"/>
            </p:cNvSpPr>
            <p:nvPr/>
          </p:nvSpPr>
          <p:spPr>
            <a:xfrm>
              <a:off x="4668737" y="4565206"/>
              <a:ext cx="52698" cy="14445"/>
            </a:xfrm>
            <a:custGeom>
              <a:avLst/>
              <a:gdLst/>
              <a:ahLst/>
              <a:cxnLst/>
              <a:rect l="0" t="0" r="0" b="0"/>
              <a:pathLst>
                <a:path w="52698" h="14445">
                  <a:moveTo>
                    <a:pt x="0" y="14445"/>
                  </a:moveTo>
                  <a:lnTo>
                    <a:pt x="52698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7" name="Candidate_receptor__2506">
              <a:extLst>
                <a:ext uri="{FF2B5EF4-FFF2-40B4-BE49-F238E27FC236}">
                  <a16:creationId xmlns:a16="http://schemas.microsoft.com/office/drawing/2014/main" id="{056C14AC-525B-AAA1-17D8-E2F0F635251A}"/>
                </a:ext>
              </a:extLst>
            </p:cNvPr>
            <p:cNvSpPr>
              <a:spLocks noGrp="1"/>
            </p:cNvSpPr>
            <p:nvPr/>
          </p:nvSpPr>
          <p:spPr>
            <a:xfrm>
              <a:off x="5489986" y="5089797"/>
              <a:ext cx="67215" cy="91111"/>
            </a:xfrm>
            <a:custGeom>
              <a:avLst/>
              <a:gdLst/>
              <a:ahLst/>
              <a:cxnLst/>
              <a:rect l="0" t="0" r="0" b="0"/>
              <a:pathLst>
                <a:path w="67215" h="91111">
                  <a:moveTo>
                    <a:pt x="67215" y="0"/>
                  </a:moveTo>
                  <a:lnTo>
                    <a:pt x="0" y="9111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08" name="Candidate_receptor__2507">
              <a:extLst>
                <a:ext uri="{FF2B5EF4-FFF2-40B4-BE49-F238E27FC236}">
                  <a16:creationId xmlns:a16="http://schemas.microsoft.com/office/drawing/2014/main" id="{C13DA80F-4666-6085-D12D-E34DF7FE3CEA}"/>
                </a:ext>
              </a:extLst>
            </p:cNvPr>
            <p:cNvSpPr>
              <a:spLocks noGrp="1"/>
            </p:cNvSpPr>
            <p:nvPr/>
          </p:nvSpPr>
          <p:spPr>
            <a:xfrm>
              <a:off x="4526894" y="4303521"/>
              <a:ext cx="26125" cy="65149"/>
            </a:xfrm>
            <a:custGeom>
              <a:avLst/>
              <a:gdLst/>
              <a:ahLst/>
              <a:cxnLst/>
              <a:rect l="0" t="0" r="0" b="0"/>
              <a:pathLst>
                <a:path w="26125" h="65149">
                  <a:moveTo>
                    <a:pt x="26125" y="0"/>
                  </a:moveTo>
                  <a:lnTo>
                    <a:pt x="0" y="65149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09" name="Candidate_receptor__2508">
              <a:extLst>
                <a:ext uri="{FF2B5EF4-FFF2-40B4-BE49-F238E27FC236}">
                  <a16:creationId xmlns:a16="http://schemas.microsoft.com/office/drawing/2014/main" id="{2C625258-32CA-BBDD-9987-FF72D7D46AF9}"/>
                </a:ext>
              </a:extLst>
            </p:cNvPr>
            <p:cNvSpPr>
              <a:spLocks noGrp="1"/>
            </p:cNvSpPr>
            <p:nvPr/>
          </p:nvSpPr>
          <p:spPr>
            <a:xfrm>
              <a:off x="5095737" y="5456443"/>
              <a:ext cx="63699" cy="53583"/>
            </a:xfrm>
            <a:custGeom>
              <a:avLst/>
              <a:gdLst/>
              <a:ahLst/>
              <a:cxnLst/>
              <a:rect l="0" t="0" r="0" b="0"/>
              <a:pathLst>
                <a:path w="63699" h="53583">
                  <a:moveTo>
                    <a:pt x="0" y="53583"/>
                  </a:moveTo>
                  <a:lnTo>
                    <a:pt x="63699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0" name="Candidate_receptor__2509">
              <a:extLst>
                <a:ext uri="{FF2B5EF4-FFF2-40B4-BE49-F238E27FC236}">
                  <a16:creationId xmlns:a16="http://schemas.microsoft.com/office/drawing/2014/main" id="{42885F4D-94E3-E71D-5D08-BCB62EC5CA7B}"/>
                </a:ext>
              </a:extLst>
            </p:cNvPr>
            <p:cNvSpPr>
              <a:spLocks noGrp="1"/>
            </p:cNvSpPr>
            <p:nvPr/>
          </p:nvSpPr>
          <p:spPr>
            <a:xfrm>
              <a:off x="6089031" y="4030997"/>
              <a:ext cx="46521" cy="67884"/>
            </a:xfrm>
            <a:custGeom>
              <a:avLst/>
              <a:gdLst/>
              <a:ahLst/>
              <a:cxnLst/>
              <a:rect l="0" t="0" r="0" b="0"/>
              <a:pathLst>
                <a:path w="46521" h="67884">
                  <a:moveTo>
                    <a:pt x="0" y="0"/>
                  </a:moveTo>
                  <a:lnTo>
                    <a:pt x="46521" y="67884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1" name="Candidate_receptor__2510">
              <a:extLst>
                <a:ext uri="{FF2B5EF4-FFF2-40B4-BE49-F238E27FC236}">
                  <a16:creationId xmlns:a16="http://schemas.microsoft.com/office/drawing/2014/main" id="{2E1A1BAD-C47B-367C-7B8F-FB423C62231E}"/>
                </a:ext>
              </a:extLst>
            </p:cNvPr>
            <p:cNvSpPr>
              <a:spLocks noGrp="1"/>
            </p:cNvSpPr>
            <p:nvPr/>
          </p:nvSpPr>
          <p:spPr>
            <a:xfrm>
              <a:off x="5235006" y="4795218"/>
              <a:ext cx="17442" cy="58323"/>
            </a:xfrm>
            <a:custGeom>
              <a:avLst/>
              <a:gdLst/>
              <a:ahLst/>
              <a:cxnLst/>
              <a:rect l="0" t="0" r="0" b="0"/>
              <a:pathLst>
                <a:path w="17442" h="58323">
                  <a:moveTo>
                    <a:pt x="0" y="58323"/>
                  </a:moveTo>
                  <a:lnTo>
                    <a:pt x="1744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2" name="Candidate_receptor__2511">
              <a:extLst>
                <a:ext uri="{FF2B5EF4-FFF2-40B4-BE49-F238E27FC236}">
                  <a16:creationId xmlns:a16="http://schemas.microsoft.com/office/drawing/2014/main" id="{F5C17AD4-0051-039F-0DBF-0E6AB784886F}"/>
                </a:ext>
              </a:extLst>
            </p:cNvPr>
            <p:cNvSpPr>
              <a:spLocks noGrp="1"/>
            </p:cNvSpPr>
            <p:nvPr/>
          </p:nvSpPr>
          <p:spPr>
            <a:xfrm>
              <a:off x="6330512" y="3847054"/>
              <a:ext cx="86168" cy="76636"/>
            </a:xfrm>
            <a:custGeom>
              <a:avLst/>
              <a:gdLst/>
              <a:ahLst/>
              <a:cxnLst/>
              <a:rect l="0" t="0" r="0" b="0"/>
              <a:pathLst>
                <a:path w="86168" h="76636">
                  <a:moveTo>
                    <a:pt x="86168" y="766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3" name="Candidate_receptor__2512">
              <a:extLst>
                <a:ext uri="{FF2B5EF4-FFF2-40B4-BE49-F238E27FC236}">
                  <a16:creationId xmlns:a16="http://schemas.microsoft.com/office/drawing/2014/main" id="{1725FF81-B8A7-CCDD-F57D-451D3F730D92}"/>
                </a:ext>
              </a:extLst>
            </p:cNvPr>
            <p:cNvSpPr>
              <a:spLocks noGrp="1"/>
            </p:cNvSpPr>
            <p:nvPr/>
          </p:nvSpPr>
          <p:spPr>
            <a:xfrm>
              <a:off x="5345262" y="5450814"/>
              <a:ext cx="30183" cy="72914"/>
            </a:xfrm>
            <a:custGeom>
              <a:avLst/>
              <a:gdLst/>
              <a:ahLst/>
              <a:cxnLst/>
              <a:rect l="0" t="0" r="0" b="0"/>
              <a:pathLst>
                <a:path w="30183" h="72914">
                  <a:moveTo>
                    <a:pt x="30183" y="729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14" name="Candidate_receptor__2513">
              <a:extLst>
                <a:ext uri="{FF2B5EF4-FFF2-40B4-BE49-F238E27FC236}">
                  <a16:creationId xmlns:a16="http://schemas.microsoft.com/office/drawing/2014/main" id="{D0E34BC5-33C1-3F24-A29E-2E467EDBF102}"/>
                </a:ext>
              </a:extLst>
            </p:cNvPr>
            <p:cNvSpPr>
              <a:spLocks noGrp="1"/>
            </p:cNvSpPr>
            <p:nvPr/>
          </p:nvSpPr>
          <p:spPr>
            <a:xfrm>
              <a:off x="5358152" y="4767595"/>
              <a:ext cx="21937" cy="108871"/>
            </a:xfrm>
            <a:custGeom>
              <a:avLst/>
              <a:gdLst/>
              <a:ahLst/>
              <a:cxnLst/>
              <a:rect l="0" t="0" r="0" b="0"/>
              <a:pathLst>
                <a:path w="21937" h="108871">
                  <a:moveTo>
                    <a:pt x="0" y="0"/>
                  </a:moveTo>
                  <a:lnTo>
                    <a:pt x="21937" y="10887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5" name="Candidate_receptor__2514">
              <a:extLst>
                <a:ext uri="{FF2B5EF4-FFF2-40B4-BE49-F238E27FC236}">
                  <a16:creationId xmlns:a16="http://schemas.microsoft.com/office/drawing/2014/main" id="{7BC82CE3-C0A4-1CE3-FB79-701A9E3A078C}"/>
                </a:ext>
              </a:extLst>
            </p:cNvPr>
            <p:cNvSpPr>
              <a:spLocks noGrp="1"/>
            </p:cNvSpPr>
            <p:nvPr/>
          </p:nvSpPr>
          <p:spPr>
            <a:xfrm>
              <a:off x="5602407" y="4243947"/>
              <a:ext cx="113837" cy="11934"/>
            </a:xfrm>
            <a:custGeom>
              <a:avLst/>
              <a:gdLst/>
              <a:ahLst/>
              <a:cxnLst/>
              <a:rect l="0" t="0" r="0" b="0"/>
              <a:pathLst>
                <a:path w="113837" h="11934">
                  <a:moveTo>
                    <a:pt x="113837" y="119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6" name="Candidate_receptor__2515">
              <a:extLst>
                <a:ext uri="{FF2B5EF4-FFF2-40B4-BE49-F238E27FC236}">
                  <a16:creationId xmlns:a16="http://schemas.microsoft.com/office/drawing/2014/main" id="{5C0991BB-A2E7-0219-F686-EF200FEDAE7C}"/>
                </a:ext>
              </a:extLst>
            </p:cNvPr>
            <p:cNvSpPr>
              <a:spLocks noGrp="1"/>
            </p:cNvSpPr>
            <p:nvPr/>
          </p:nvSpPr>
          <p:spPr>
            <a:xfrm>
              <a:off x="5157208" y="5360242"/>
              <a:ext cx="2229" cy="96202"/>
            </a:xfrm>
            <a:custGeom>
              <a:avLst/>
              <a:gdLst/>
              <a:ahLst/>
              <a:cxnLst/>
              <a:rect l="0" t="0" r="0" b="0"/>
              <a:pathLst>
                <a:path w="2229" h="96202">
                  <a:moveTo>
                    <a:pt x="2229" y="96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7" name="Candidate_receptor__2516">
              <a:extLst>
                <a:ext uri="{FF2B5EF4-FFF2-40B4-BE49-F238E27FC236}">
                  <a16:creationId xmlns:a16="http://schemas.microsoft.com/office/drawing/2014/main" id="{D3D736DF-4BD2-29E9-A360-DA48AA85A4E1}"/>
                </a:ext>
              </a:extLst>
            </p:cNvPr>
            <p:cNvSpPr>
              <a:spLocks noGrp="1"/>
            </p:cNvSpPr>
            <p:nvPr/>
          </p:nvSpPr>
          <p:spPr>
            <a:xfrm>
              <a:off x="4779452" y="4646912"/>
              <a:ext cx="26694" cy="61103"/>
            </a:xfrm>
            <a:custGeom>
              <a:avLst/>
              <a:gdLst/>
              <a:ahLst/>
              <a:cxnLst/>
              <a:rect l="0" t="0" r="0" b="0"/>
              <a:pathLst>
                <a:path w="26694" h="61103">
                  <a:moveTo>
                    <a:pt x="26694" y="0"/>
                  </a:moveTo>
                  <a:lnTo>
                    <a:pt x="0" y="61103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8" name="Candidate_receptor__2517">
              <a:extLst>
                <a:ext uri="{FF2B5EF4-FFF2-40B4-BE49-F238E27FC236}">
                  <a16:creationId xmlns:a16="http://schemas.microsoft.com/office/drawing/2014/main" id="{651EBCD6-22C8-EEAC-54DC-A0F628FA505E}"/>
                </a:ext>
              </a:extLst>
            </p:cNvPr>
            <p:cNvSpPr>
              <a:spLocks noGrp="1"/>
            </p:cNvSpPr>
            <p:nvPr/>
          </p:nvSpPr>
          <p:spPr>
            <a:xfrm>
              <a:off x="6258293" y="3983498"/>
              <a:ext cx="91775" cy="24420"/>
            </a:xfrm>
            <a:custGeom>
              <a:avLst/>
              <a:gdLst/>
              <a:ahLst/>
              <a:cxnLst/>
              <a:rect l="0" t="0" r="0" b="0"/>
              <a:pathLst>
                <a:path w="91775" h="24420">
                  <a:moveTo>
                    <a:pt x="0" y="0"/>
                  </a:moveTo>
                  <a:lnTo>
                    <a:pt x="91775" y="2442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19" name="Candidate_receptor__2518">
              <a:extLst>
                <a:ext uri="{FF2B5EF4-FFF2-40B4-BE49-F238E27FC236}">
                  <a16:creationId xmlns:a16="http://schemas.microsoft.com/office/drawing/2014/main" id="{05B759C2-9880-B085-AB1F-E7E8D65F617A}"/>
                </a:ext>
              </a:extLst>
            </p:cNvPr>
            <p:cNvSpPr>
              <a:spLocks noGrp="1"/>
            </p:cNvSpPr>
            <p:nvPr/>
          </p:nvSpPr>
          <p:spPr>
            <a:xfrm>
              <a:off x="6517532" y="4635785"/>
              <a:ext cx="92170" cy="69163"/>
            </a:xfrm>
            <a:custGeom>
              <a:avLst/>
              <a:gdLst/>
              <a:ahLst/>
              <a:cxnLst/>
              <a:rect l="0" t="0" r="0" b="0"/>
              <a:pathLst>
                <a:path w="92170" h="69163">
                  <a:moveTo>
                    <a:pt x="0" y="69163"/>
                  </a:moveTo>
                  <a:lnTo>
                    <a:pt x="92170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0" name="Candidate_receptor__2519">
              <a:extLst>
                <a:ext uri="{FF2B5EF4-FFF2-40B4-BE49-F238E27FC236}">
                  <a16:creationId xmlns:a16="http://schemas.microsoft.com/office/drawing/2014/main" id="{24C6B74E-9824-6DA9-8014-42FF12405938}"/>
                </a:ext>
              </a:extLst>
            </p:cNvPr>
            <p:cNvSpPr>
              <a:spLocks noGrp="1"/>
            </p:cNvSpPr>
            <p:nvPr/>
          </p:nvSpPr>
          <p:spPr>
            <a:xfrm>
              <a:off x="5311740" y="4635056"/>
              <a:ext cx="71312" cy="27264"/>
            </a:xfrm>
            <a:custGeom>
              <a:avLst/>
              <a:gdLst/>
              <a:ahLst/>
              <a:cxnLst/>
              <a:rect l="0" t="0" r="0" b="0"/>
              <a:pathLst>
                <a:path w="71312" h="27264">
                  <a:moveTo>
                    <a:pt x="0" y="27264"/>
                  </a:moveTo>
                  <a:lnTo>
                    <a:pt x="7131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1" name="Candidate_receptor__2520">
              <a:extLst>
                <a:ext uri="{FF2B5EF4-FFF2-40B4-BE49-F238E27FC236}">
                  <a16:creationId xmlns:a16="http://schemas.microsoft.com/office/drawing/2014/main" id="{7E0E8295-1C9A-7643-8648-2A0945B70CD3}"/>
                </a:ext>
              </a:extLst>
            </p:cNvPr>
            <p:cNvSpPr>
              <a:spLocks noGrp="1"/>
            </p:cNvSpPr>
            <p:nvPr/>
          </p:nvSpPr>
          <p:spPr>
            <a:xfrm>
              <a:off x="5636712" y="3347427"/>
              <a:ext cx="44150" cy="21453"/>
            </a:xfrm>
            <a:custGeom>
              <a:avLst/>
              <a:gdLst/>
              <a:ahLst/>
              <a:cxnLst/>
              <a:rect l="0" t="0" r="0" b="0"/>
              <a:pathLst>
                <a:path w="44150" h="21453">
                  <a:moveTo>
                    <a:pt x="0" y="0"/>
                  </a:moveTo>
                  <a:lnTo>
                    <a:pt x="44150" y="21453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2" name="Candidate_receptor__2521">
              <a:extLst>
                <a:ext uri="{FF2B5EF4-FFF2-40B4-BE49-F238E27FC236}">
                  <a16:creationId xmlns:a16="http://schemas.microsoft.com/office/drawing/2014/main" id="{0808C1B9-F919-BA8A-1ED2-4E37DDEEA1FA}"/>
                </a:ext>
              </a:extLst>
            </p:cNvPr>
            <p:cNvSpPr>
              <a:spLocks noGrp="1"/>
            </p:cNvSpPr>
            <p:nvPr/>
          </p:nvSpPr>
          <p:spPr>
            <a:xfrm>
              <a:off x="5638194" y="4357282"/>
              <a:ext cx="74145" cy="40855"/>
            </a:xfrm>
            <a:custGeom>
              <a:avLst/>
              <a:gdLst/>
              <a:ahLst/>
              <a:cxnLst/>
              <a:rect l="0" t="0" r="0" b="0"/>
              <a:pathLst>
                <a:path w="74145" h="40855">
                  <a:moveTo>
                    <a:pt x="0" y="40855"/>
                  </a:moveTo>
                  <a:lnTo>
                    <a:pt x="74145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3" name="Candidate_receptor__2522">
              <a:extLst>
                <a:ext uri="{FF2B5EF4-FFF2-40B4-BE49-F238E27FC236}">
                  <a16:creationId xmlns:a16="http://schemas.microsoft.com/office/drawing/2014/main" id="{3554143D-5E1F-A125-ADDB-3534BBDCDC08}"/>
                </a:ext>
              </a:extLst>
            </p:cNvPr>
            <p:cNvSpPr>
              <a:spLocks noGrp="1"/>
            </p:cNvSpPr>
            <p:nvPr/>
          </p:nvSpPr>
          <p:spPr>
            <a:xfrm>
              <a:off x="5025433" y="5358496"/>
              <a:ext cx="17481" cy="29414"/>
            </a:xfrm>
            <a:custGeom>
              <a:avLst/>
              <a:gdLst/>
              <a:ahLst/>
              <a:cxnLst/>
              <a:rect l="0" t="0" r="0" b="0"/>
              <a:pathLst>
                <a:path w="17481" h="29414">
                  <a:moveTo>
                    <a:pt x="17481" y="0"/>
                  </a:moveTo>
                  <a:lnTo>
                    <a:pt x="0" y="29414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4" name="Candidate_receptor__2523">
              <a:extLst>
                <a:ext uri="{FF2B5EF4-FFF2-40B4-BE49-F238E27FC236}">
                  <a16:creationId xmlns:a16="http://schemas.microsoft.com/office/drawing/2014/main" id="{3D88E64A-C754-63AA-E002-A665459D4901}"/>
                </a:ext>
              </a:extLst>
            </p:cNvPr>
            <p:cNvSpPr>
              <a:spLocks noGrp="1"/>
            </p:cNvSpPr>
            <p:nvPr/>
          </p:nvSpPr>
          <p:spPr>
            <a:xfrm>
              <a:off x="4526894" y="4368670"/>
              <a:ext cx="41095" cy="98518"/>
            </a:xfrm>
            <a:custGeom>
              <a:avLst/>
              <a:gdLst/>
              <a:ahLst/>
              <a:cxnLst/>
              <a:rect l="0" t="0" r="0" b="0"/>
              <a:pathLst>
                <a:path w="41095" h="98518">
                  <a:moveTo>
                    <a:pt x="0" y="0"/>
                  </a:moveTo>
                  <a:lnTo>
                    <a:pt x="41095" y="98518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5" name="Candidate_receptor__2524">
              <a:extLst>
                <a:ext uri="{FF2B5EF4-FFF2-40B4-BE49-F238E27FC236}">
                  <a16:creationId xmlns:a16="http://schemas.microsoft.com/office/drawing/2014/main" id="{A5A0B770-3C74-0A24-21D1-78FDB1AA8F56}"/>
                </a:ext>
              </a:extLst>
            </p:cNvPr>
            <p:cNvSpPr>
              <a:spLocks noGrp="1"/>
            </p:cNvSpPr>
            <p:nvPr/>
          </p:nvSpPr>
          <p:spPr>
            <a:xfrm>
              <a:off x="6350068" y="3923690"/>
              <a:ext cx="66612" cy="84228"/>
            </a:xfrm>
            <a:custGeom>
              <a:avLst/>
              <a:gdLst/>
              <a:ahLst/>
              <a:cxnLst/>
              <a:rect l="0" t="0" r="0" b="0"/>
              <a:pathLst>
                <a:path w="66612" h="84228">
                  <a:moveTo>
                    <a:pt x="0" y="84228"/>
                  </a:moveTo>
                  <a:lnTo>
                    <a:pt x="66612" y="0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6" name="Candidate_receptor__2525">
              <a:extLst>
                <a:ext uri="{FF2B5EF4-FFF2-40B4-BE49-F238E27FC236}">
                  <a16:creationId xmlns:a16="http://schemas.microsoft.com/office/drawing/2014/main" id="{F00E4A19-9697-0321-38D3-EE33901C7BC3}"/>
                </a:ext>
              </a:extLst>
            </p:cNvPr>
            <p:cNvSpPr>
              <a:spLocks noGrp="1"/>
            </p:cNvSpPr>
            <p:nvPr/>
          </p:nvSpPr>
          <p:spPr>
            <a:xfrm>
              <a:off x="5541031" y="3080366"/>
              <a:ext cx="19364" cy="78053"/>
            </a:xfrm>
            <a:custGeom>
              <a:avLst/>
              <a:gdLst/>
              <a:ahLst/>
              <a:cxnLst/>
              <a:rect l="0" t="0" r="0" b="0"/>
              <a:pathLst>
                <a:path w="19364" h="78053">
                  <a:moveTo>
                    <a:pt x="0" y="78053"/>
                  </a:moveTo>
                  <a:lnTo>
                    <a:pt x="19364" y="0"/>
                  </a:lnTo>
                </a:path>
              </a:pathLst>
            </a:custGeom>
            <a:noFill/>
            <a:ln w="8096">
              <a:solidFill>
                <a:srgbClr val="E0E4E8"/>
              </a:solidFill>
            </a:ln>
          </p:spPr>
        </p:sp>
        <p:sp>
          <p:nvSpPr>
            <p:cNvPr id="2527" name="Candidate_receptor__2526">
              <a:extLst>
                <a:ext uri="{FF2B5EF4-FFF2-40B4-BE49-F238E27FC236}">
                  <a16:creationId xmlns:a16="http://schemas.microsoft.com/office/drawing/2014/main" id="{4BF652A3-13AC-F784-7487-E4734B2F78A7}"/>
                </a:ext>
              </a:extLst>
            </p:cNvPr>
            <p:cNvSpPr>
              <a:spLocks noGrp="1"/>
            </p:cNvSpPr>
            <p:nvPr/>
          </p:nvSpPr>
          <p:spPr>
            <a:xfrm>
              <a:off x="6026877" y="3860185"/>
              <a:ext cx="96058" cy="55911"/>
            </a:xfrm>
            <a:custGeom>
              <a:avLst/>
              <a:gdLst/>
              <a:ahLst/>
              <a:cxnLst/>
              <a:rect l="0" t="0" r="0" b="0"/>
              <a:pathLst>
                <a:path w="96058" h="55911">
                  <a:moveTo>
                    <a:pt x="0" y="0"/>
                  </a:moveTo>
                  <a:lnTo>
                    <a:pt x="96058" y="55911"/>
                  </a:lnTo>
                </a:path>
              </a:pathLst>
            </a:custGeom>
            <a:noFill/>
            <a:ln w="20003">
              <a:solidFill>
                <a:srgbClr val="E0E4E8"/>
              </a:solidFill>
            </a:ln>
          </p:spPr>
        </p:sp>
        <p:sp>
          <p:nvSpPr>
            <p:cNvPr id="2528" name="Candidate_receptor__2527">
              <a:extLst>
                <a:ext uri="{FF2B5EF4-FFF2-40B4-BE49-F238E27FC236}">
                  <a16:creationId xmlns:a16="http://schemas.microsoft.com/office/drawing/2014/main" id="{9E690E71-B206-F9F5-783E-83B12A888300}"/>
                </a:ext>
              </a:extLst>
            </p:cNvPr>
            <p:cNvSpPr>
              <a:spLocks noGrp="1"/>
            </p:cNvSpPr>
            <p:nvPr/>
          </p:nvSpPr>
          <p:spPr>
            <a:xfrm>
              <a:off x="6667616" y="4485794"/>
              <a:ext cx="24609" cy="15306"/>
            </a:xfrm>
            <a:custGeom>
              <a:avLst/>
              <a:gdLst/>
              <a:ahLst/>
              <a:cxnLst/>
              <a:rect l="0" t="0" r="0" b="0"/>
              <a:pathLst>
                <a:path w="24609" h="15306">
                  <a:moveTo>
                    <a:pt x="0" y="0"/>
                  </a:moveTo>
                  <a:lnTo>
                    <a:pt x="24609" y="15306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29" name="Candidate_receptor__2528">
              <a:extLst>
                <a:ext uri="{FF2B5EF4-FFF2-40B4-BE49-F238E27FC236}">
                  <a16:creationId xmlns:a16="http://schemas.microsoft.com/office/drawing/2014/main" id="{44EF58BD-9910-4B66-4905-D0150AF3DA3B}"/>
                </a:ext>
              </a:extLst>
            </p:cNvPr>
            <p:cNvSpPr>
              <a:spLocks noGrp="1"/>
            </p:cNvSpPr>
            <p:nvPr/>
          </p:nvSpPr>
          <p:spPr>
            <a:xfrm>
              <a:off x="5712339" y="4255881"/>
              <a:ext cx="3906" cy="101401"/>
            </a:xfrm>
            <a:custGeom>
              <a:avLst/>
              <a:gdLst/>
              <a:ahLst/>
              <a:cxnLst/>
              <a:rect l="0" t="0" r="0" b="0"/>
              <a:pathLst>
                <a:path w="3906" h="101401">
                  <a:moveTo>
                    <a:pt x="0" y="101401"/>
                  </a:moveTo>
                  <a:lnTo>
                    <a:pt x="390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0" name="Candidate_receptor__2529">
              <a:extLst>
                <a:ext uri="{FF2B5EF4-FFF2-40B4-BE49-F238E27FC236}">
                  <a16:creationId xmlns:a16="http://schemas.microsoft.com/office/drawing/2014/main" id="{9AB75998-4833-B75B-E108-8FA48648A73F}"/>
                </a:ext>
              </a:extLst>
            </p:cNvPr>
            <p:cNvSpPr>
              <a:spLocks noGrp="1"/>
            </p:cNvSpPr>
            <p:nvPr/>
          </p:nvSpPr>
          <p:spPr>
            <a:xfrm>
              <a:off x="4806145" y="4548532"/>
              <a:ext cx="16711" cy="98380"/>
            </a:xfrm>
            <a:custGeom>
              <a:avLst/>
              <a:gdLst/>
              <a:ahLst/>
              <a:cxnLst/>
              <a:rect l="0" t="0" r="0" b="0"/>
              <a:pathLst>
                <a:path w="16711" h="98380">
                  <a:moveTo>
                    <a:pt x="16711" y="0"/>
                  </a:moveTo>
                  <a:lnTo>
                    <a:pt x="0" y="9838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1" name="Candidate_receptor__2530">
              <a:extLst>
                <a:ext uri="{FF2B5EF4-FFF2-40B4-BE49-F238E27FC236}">
                  <a16:creationId xmlns:a16="http://schemas.microsoft.com/office/drawing/2014/main" id="{5369B6C2-7CAD-7ACF-E2CD-3F9262B2E896}"/>
                </a:ext>
              </a:extLst>
            </p:cNvPr>
            <p:cNvSpPr>
              <a:spLocks noGrp="1"/>
            </p:cNvSpPr>
            <p:nvPr/>
          </p:nvSpPr>
          <p:spPr>
            <a:xfrm>
              <a:off x="5320897" y="5073108"/>
              <a:ext cx="56560" cy="65492"/>
            </a:xfrm>
            <a:custGeom>
              <a:avLst/>
              <a:gdLst/>
              <a:ahLst/>
              <a:cxnLst/>
              <a:rect l="0" t="0" r="0" b="0"/>
              <a:pathLst>
                <a:path w="56560" h="65492">
                  <a:moveTo>
                    <a:pt x="56560" y="0"/>
                  </a:moveTo>
                  <a:lnTo>
                    <a:pt x="0" y="6549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2" name="Candidate_receptor__2531">
              <a:extLst>
                <a:ext uri="{FF2B5EF4-FFF2-40B4-BE49-F238E27FC236}">
                  <a16:creationId xmlns:a16="http://schemas.microsoft.com/office/drawing/2014/main" id="{3B1012F3-DFDE-7BFC-5782-6F412467C7B2}"/>
                </a:ext>
              </a:extLst>
            </p:cNvPr>
            <p:cNvSpPr>
              <a:spLocks noGrp="1"/>
            </p:cNvSpPr>
            <p:nvPr/>
          </p:nvSpPr>
          <p:spPr>
            <a:xfrm>
              <a:off x="5710717" y="3607784"/>
              <a:ext cx="112545" cy="24067"/>
            </a:xfrm>
            <a:custGeom>
              <a:avLst/>
              <a:gdLst/>
              <a:ahLst/>
              <a:cxnLst/>
              <a:rect l="0" t="0" r="0" b="0"/>
              <a:pathLst>
                <a:path w="112545" h="24067">
                  <a:moveTo>
                    <a:pt x="112545" y="240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3" name="Candidate_receptor__2532">
              <a:extLst>
                <a:ext uri="{FF2B5EF4-FFF2-40B4-BE49-F238E27FC236}">
                  <a16:creationId xmlns:a16="http://schemas.microsoft.com/office/drawing/2014/main" id="{788F255C-7CED-6442-FF2F-C638DC5F1FA7}"/>
                </a:ext>
              </a:extLst>
            </p:cNvPr>
            <p:cNvSpPr>
              <a:spLocks noGrp="1"/>
            </p:cNvSpPr>
            <p:nvPr/>
          </p:nvSpPr>
          <p:spPr>
            <a:xfrm>
              <a:off x="5802104" y="4734803"/>
              <a:ext cx="25504" cy="73583"/>
            </a:xfrm>
            <a:custGeom>
              <a:avLst/>
              <a:gdLst/>
              <a:ahLst/>
              <a:cxnLst/>
              <a:rect l="0" t="0" r="0" b="0"/>
              <a:pathLst>
                <a:path w="25504" h="73583">
                  <a:moveTo>
                    <a:pt x="25504" y="735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4" name="Candidate_receptor__2533">
              <a:extLst>
                <a:ext uri="{FF2B5EF4-FFF2-40B4-BE49-F238E27FC236}">
                  <a16:creationId xmlns:a16="http://schemas.microsoft.com/office/drawing/2014/main" id="{B563675A-6778-4180-F6C3-4AB373EBE81E}"/>
                </a:ext>
              </a:extLst>
            </p:cNvPr>
            <p:cNvSpPr>
              <a:spLocks noGrp="1"/>
            </p:cNvSpPr>
            <p:nvPr/>
          </p:nvSpPr>
          <p:spPr>
            <a:xfrm>
              <a:off x="5377458" y="5033582"/>
              <a:ext cx="73113" cy="39527"/>
            </a:xfrm>
            <a:custGeom>
              <a:avLst/>
              <a:gdLst/>
              <a:ahLst/>
              <a:cxnLst/>
              <a:rect l="0" t="0" r="0" b="0"/>
              <a:pathLst>
                <a:path w="73113" h="39527">
                  <a:moveTo>
                    <a:pt x="73113" y="0"/>
                  </a:moveTo>
                  <a:lnTo>
                    <a:pt x="0" y="395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5" name="Candidate_receptor__2534">
              <a:extLst>
                <a:ext uri="{FF2B5EF4-FFF2-40B4-BE49-F238E27FC236}">
                  <a16:creationId xmlns:a16="http://schemas.microsoft.com/office/drawing/2014/main" id="{813F2777-0B4F-B5EB-4B90-DA8497D2BAB7}"/>
                </a:ext>
              </a:extLst>
            </p:cNvPr>
            <p:cNvSpPr>
              <a:spLocks noGrp="1"/>
            </p:cNvSpPr>
            <p:nvPr/>
          </p:nvSpPr>
          <p:spPr>
            <a:xfrm>
              <a:off x="5557201" y="5089797"/>
              <a:ext cx="60100" cy="26711"/>
            </a:xfrm>
            <a:custGeom>
              <a:avLst/>
              <a:gdLst/>
              <a:ahLst/>
              <a:cxnLst/>
              <a:rect l="0" t="0" r="0" b="0"/>
              <a:pathLst>
                <a:path w="60100" h="26711">
                  <a:moveTo>
                    <a:pt x="60100" y="267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6" name="Candidate_receptor__2535">
              <a:extLst>
                <a:ext uri="{FF2B5EF4-FFF2-40B4-BE49-F238E27FC236}">
                  <a16:creationId xmlns:a16="http://schemas.microsoft.com/office/drawing/2014/main" id="{8FB7E65F-FB23-4A9E-70B9-252BBF9308E5}"/>
                </a:ext>
              </a:extLst>
            </p:cNvPr>
            <p:cNvSpPr>
              <a:spLocks noGrp="1"/>
            </p:cNvSpPr>
            <p:nvPr/>
          </p:nvSpPr>
          <p:spPr>
            <a:xfrm>
              <a:off x="5764177" y="3780073"/>
              <a:ext cx="104353" cy="24103"/>
            </a:xfrm>
            <a:custGeom>
              <a:avLst/>
              <a:gdLst/>
              <a:ahLst/>
              <a:cxnLst/>
              <a:rect l="0" t="0" r="0" b="0"/>
              <a:pathLst>
                <a:path w="104353" h="24103">
                  <a:moveTo>
                    <a:pt x="104353" y="241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7" name="Candidate_receptor__2536">
              <a:extLst>
                <a:ext uri="{FF2B5EF4-FFF2-40B4-BE49-F238E27FC236}">
                  <a16:creationId xmlns:a16="http://schemas.microsoft.com/office/drawing/2014/main" id="{3FE045AF-D331-78E1-42B1-8EF5322703CD}"/>
                </a:ext>
              </a:extLst>
            </p:cNvPr>
            <p:cNvSpPr>
              <a:spLocks noGrp="1"/>
            </p:cNvSpPr>
            <p:nvPr/>
          </p:nvSpPr>
          <p:spPr>
            <a:xfrm>
              <a:off x="4676724" y="4430393"/>
              <a:ext cx="43671" cy="52303"/>
            </a:xfrm>
            <a:custGeom>
              <a:avLst/>
              <a:gdLst/>
              <a:ahLst/>
              <a:cxnLst/>
              <a:rect l="0" t="0" r="0" b="0"/>
              <a:pathLst>
                <a:path w="43671" h="52303">
                  <a:moveTo>
                    <a:pt x="0" y="0"/>
                  </a:moveTo>
                  <a:lnTo>
                    <a:pt x="43671" y="5230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8" name="Candidate_receptor__2537">
              <a:extLst>
                <a:ext uri="{FF2B5EF4-FFF2-40B4-BE49-F238E27FC236}">
                  <a16:creationId xmlns:a16="http://schemas.microsoft.com/office/drawing/2014/main" id="{B5FBE6A0-AFAF-7566-8383-5D93411B9515}"/>
                </a:ext>
              </a:extLst>
            </p:cNvPr>
            <p:cNvSpPr>
              <a:spLocks noGrp="1"/>
            </p:cNvSpPr>
            <p:nvPr/>
          </p:nvSpPr>
          <p:spPr>
            <a:xfrm>
              <a:off x="4722471" y="2201370"/>
              <a:ext cx="34568" cy="109725"/>
            </a:xfrm>
            <a:custGeom>
              <a:avLst/>
              <a:gdLst/>
              <a:ahLst/>
              <a:cxnLst/>
              <a:rect l="0" t="0" r="0" b="0"/>
              <a:pathLst>
                <a:path w="34568" h="109725">
                  <a:moveTo>
                    <a:pt x="0" y="0"/>
                  </a:moveTo>
                  <a:lnTo>
                    <a:pt x="34568" y="10972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39" name="Candidate_receptor__2538">
              <a:extLst>
                <a:ext uri="{FF2B5EF4-FFF2-40B4-BE49-F238E27FC236}">
                  <a16:creationId xmlns:a16="http://schemas.microsoft.com/office/drawing/2014/main" id="{DBEFCBCB-67EF-1190-06E3-B8136D7EEC61}"/>
                </a:ext>
              </a:extLst>
            </p:cNvPr>
            <p:cNvSpPr>
              <a:spLocks noGrp="1"/>
            </p:cNvSpPr>
            <p:nvPr/>
          </p:nvSpPr>
          <p:spPr>
            <a:xfrm>
              <a:off x="5805244" y="4096590"/>
              <a:ext cx="112176" cy="18086"/>
            </a:xfrm>
            <a:custGeom>
              <a:avLst/>
              <a:gdLst/>
              <a:ahLst/>
              <a:cxnLst/>
              <a:rect l="0" t="0" r="0" b="0"/>
              <a:pathLst>
                <a:path w="112176" h="18086">
                  <a:moveTo>
                    <a:pt x="112176" y="180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0" name="Candidate_receptor__2539">
              <a:extLst>
                <a:ext uri="{FF2B5EF4-FFF2-40B4-BE49-F238E27FC236}">
                  <a16:creationId xmlns:a16="http://schemas.microsoft.com/office/drawing/2014/main" id="{8399778F-2DC9-58D3-9512-3301ADCD28F3}"/>
                </a:ext>
              </a:extLst>
            </p:cNvPr>
            <p:cNvSpPr>
              <a:spLocks noGrp="1"/>
            </p:cNvSpPr>
            <p:nvPr/>
          </p:nvSpPr>
          <p:spPr>
            <a:xfrm>
              <a:off x="5150116" y="4170618"/>
              <a:ext cx="27594" cy="3072"/>
            </a:xfrm>
            <a:custGeom>
              <a:avLst/>
              <a:gdLst/>
              <a:ahLst/>
              <a:cxnLst/>
              <a:rect l="0" t="0" r="0" b="0"/>
              <a:pathLst>
                <a:path w="27594" h="3072">
                  <a:moveTo>
                    <a:pt x="0" y="3072"/>
                  </a:moveTo>
                  <a:lnTo>
                    <a:pt x="2759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1" name="Candidate_receptor__2540">
              <a:extLst>
                <a:ext uri="{FF2B5EF4-FFF2-40B4-BE49-F238E27FC236}">
                  <a16:creationId xmlns:a16="http://schemas.microsoft.com/office/drawing/2014/main" id="{BAB04B51-6D30-944F-1069-E27625411AF9}"/>
                </a:ext>
              </a:extLst>
            </p:cNvPr>
            <p:cNvSpPr>
              <a:spLocks noGrp="1"/>
            </p:cNvSpPr>
            <p:nvPr/>
          </p:nvSpPr>
          <p:spPr>
            <a:xfrm>
              <a:off x="5199227" y="4978485"/>
              <a:ext cx="78966" cy="73707"/>
            </a:xfrm>
            <a:custGeom>
              <a:avLst/>
              <a:gdLst/>
              <a:ahLst/>
              <a:cxnLst/>
              <a:rect l="0" t="0" r="0" b="0"/>
              <a:pathLst>
                <a:path w="78966" h="73707">
                  <a:moveTo>
                    <a:pt x="78966" y="0"/>
                  </a:moveTo>
                  <a:lnTo>
                    <a:pt x="0" y="7370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2" name="Candidate_receptor__2541">
              <a:extLst>
                <a:ext uri="{FF2B5EF4-FFF2-40B4-BE49-F238E27FC236}">
                  <a16:creationId xmlns:a16="http://schemas.microsoft.com/office/drawing/2014/main" id="{815FEB31-FE2A-777D-9070-70BDC06E835E}"/>
                </a:ext>
              </a:extLst>
            </p:cNvPr>
            <p:cNvSpPr>
              <a:spLocks noGrp="1"/>
            </p:cNvSpPr>
            <p:nvPr/>
          </p:nvSpPr>
          <p:spPr>
            <a:xfrm>
              <a:off x="6037393" y="4098881"/>
              <a:ext cx="98159" cy="59332"/>
            </a:xfrm>
            <a:custGeom>
              <a:avLst/>
              <a:gdLst/>
              <a:ahLst/>
              <a:cxnLst/>
              <a:rect l="0" t="0" r="0" b="0"/>
              <a:pathLst>
                <a:path w="98159" h="59332">
                  <a:moveTo>
                    <a:pt x="98159" y="0"/>
                  </a:moveTo>
                  <a:lnTo>
                    <a:pt x="0" y="5933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3" name="Candidate_receptor__2542">
              <a:extLst>
                <a:ext uri="{FF2B5EF4-FFF2-40B4-BE49-F238E27FC236}">
                  <a16:creationId xmlns:a16="http://schemas.microsoft.com/office/drawing/2014/main" id="{9BFB6289-923E-90C3-F14A-26B377B7449F}"/>
                </a:ext>
              </a:extLst>
            </p:cNvPr>
            <p:cNvSpPr>
              <a:spLocks noGrp="1"/>
            </p:cNvSpPr>
            <p:nvPr/>
          </p:nvSpPr>
          <p:spPr>
            <a:xfrm>
              <a:off x="5754409" y="3921253"/>
              <a:ext cx="89735" cy="28359"/>
            </a:xfrm>
            <a:custGeom>
              <a:avLst/>
              <a:gdLst/>
              <a:ahLst/>
              <a:cxnLst/>
              <a:rect l="0" t="0" r="0" b="0"/>
              <a:pathLst>
                <a:path w="89735" h="28359">
                  <a:moveTo>
                    <a:pt x="89735" y="283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4" name="Candidate_receptor__2543">
              <a:extLst>
                <a:ext uri="{FF2B5EF4-FFF2-40B4-BE49-F238E27FC236}">
                  <a16:creationId xmlns:a16="http://schemas.microsoft.com/office/drawing/2014/main" id="{0801E0B3-23C8-299D-D996-919A6580F418}"/>
                </a:ext>
              </a:extLst>
            </p:cNvPr>
            <p:cNvSpPr>
              <a:spLocks noGrp="1"/>
            </p:cNvSpPr>
            <p:nvPr/>
          </p:nvSpPr>
          <p:spPr>
            <a:xfrm>
              <a:off x="5779412" y="3415732"/>
              <a:ext cx="26496" cy="72253"/>
            </a:xfrm>
            <a:custGeom>
              <a:avLst/>
              <a:gdLst/>
              <a:ahLst/>
              <a:cxnLst/>
              <a:rect l="0" t="0" r="0" b="0"/>
              <a:pathLst>
                <a:path w="26496" h="72253">
                  <a:moveTo>
                    <a:pt x="26496" y="722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45" name="Candidate_receptor__2544">
              <a:extLst>
                <a:ext uri="{FF2B5EF4-FFF2-40B4-BE49-F238E27FC236}">
                  <a16:creationId xmlns:a16="http://schemas.microsoft.com/office/drawing/2014/main" id="{327A7C8F-39BD-9E35-BC3D-A6CF370CC1B1}"/>
                </a:ext>
              </a:extLst>
            </p:cNvPr>
            <p:cNvSpPr>
              <a:spLocks noGrp="1"/>
            </p:cNvSpPr>
            <p:nvPr/>
          </p:nvSpPr>
          <p:spPr>
            <a:xfrm>
              <a:off x="5691896" y="4765165"/>
              <a:ext cx="3468" cy="2454"/>
            </a:xfrm>
            <a:custGeom>
              <a:avLst/>
              <a:gdLst/>
              <a:ahLst/>
              <a:cxnLst/>
              <a:rect l="0" t="0" r="0" b="0"/>
              <a:pathLst>
                <a:path w="3468" h="2454">
                  <a:moveTo>
                    <a:pt x="0" y="2454"/>
                  </a:moveTo>
                  <a:lnTo>
                    <a:pt x="346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6" name="Candidate_receptor__2545">
              <a:extLst>
                <a:ext uri="{FF2B5EF4-FFF2-40B4-BE49-F238E27FC236}">
                  <a16:creationId xmlns:a16="http://schemas.microsoft.com/office/drawing/2014/main" id="{6945E2AB-6995-1962-703A-1D8373BA242B}"/>
                </a:ext>
              </a:extLst>
            </p:cNvPr>
            <p:cNvSpPr>
              <a:spLocks noGrp="1"/>
            </p:cNvSpPr>
            <p:nvPr/>
          </p:nvSpPr>
          <p:spPr>
            <a:xfrm>
              <a:off x="5779470" y="4808386"/>
              <a:ext cx="48138" cy="94257"/>
            </a:xfrm>
            <a:custGeom>
              <a:avLst/>
              <a:gdLst/>
              <a:ahLst/>
              <a:cxnLst/>
              <a:rect l="0" t="0" r="0" b="0"/>
              <a:pathLst>
                <a:path w="48138" h="94257">
                  <a:moveTo>
                    <a:pt x="0" y="94257"/>
                  </a:moveTo>
                  <a:lnTo>
                    <a:pt x="4813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7" name="Candidate_receptor__2546">
              <a:extLst>
                <a:ext uri="{FF2B5EF4-FFF2-40B4-BE49-F238E27FC236}">
                  <a16:creationId xmlns:a16="http://schemas.microsoft.com/office/drawing/2014/main" id="{7E6BEFD9-05E7-BCC3-C9FF-96283578360D}"/>
                </a:ext>
              </a:extLst>
            </p:cNvPr>
            <p:cNvSpPr>
              <a:spLocks noGrp="1"/>
            </p:cNvSpPr>
            <p:nvPr/>
          </p:nvSpPr>
          <p:spPr>
            <a:xfrm>
              <a:off x="5889255" y="4261458"/>
              <a:ext cx="104801" cy="14188"/>
            </a:xfrm>
            <a:custGeom>
              <a:avLst/>
              <a:gdLst/>
              <a:ahLst/>
              <a:cxnLst/>
              <a:rect l="0" t="0" r="0" b="0"/>
              <a:pathLst>
                <a:path w="104801" h="14188">
                  <a:moveTo>
                    <a:pt x="104801" y="14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8" name="Candidate_receptor__2547">
              <a:extLst>
                <a:ext uri="{FF2B5EF4-FFF2-40B4-BE49-F238E27FC236}">
                  <a16:creationId xmlns:a16="http://schemas.microsoft.com/office/drawing/2014/main" id="{017D36A8-9CAB-7CAD-E059-D29B37AC1E99}"/>
                </a:ext>
              </a:extLst>
            </p:cNvPr>
            <p:cNvSpPr>
              <a:spLocks noGrp="1"/>
            </p:cNvSpPr>
            <p:nvPr/>
          </p:nvSpPr>
          <p:spPr>
            <a:xfrm>
              <a:off x="5976311" y="4570121"/>
              <a:ext cx="111339" cy="20961"/>
            </a:xfrm>
            <a:custGeom>
              <a:avLst/>
              <a:gdLst/>
              <a:ahLst/>
              <a:cxnLst/>
              <a:rect l="0" t="0" r="0" b="0"/>
              <a:pathLst>
                <a:path w="111339" h="20961">
                  <a:moveTo>
                    <a:pt x="111339" y="209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49" name="Candidate_receptor__2548">
              <a:extLst>
                <a:ext uri="{FF2B5EF4-FFF2-40B4-BE49-F238E27FC236}">
                  <a16:creationId xmlns:a16="http://schemas.microsoft.com/office/drawing/2014/main" id="{71ECD66E-DC74-3B2C-3629-C720E4C14FEA}"/>
                </a:ext>
              </a:extLst>
            </p:cNvPr>
            <p:cNvSpPr>
              <a:spLocks noGrp="1"/>
            </p:cNvSpPr>
            <p:nvPr/>
          </p:nvSpPr>
          <p:spPr>
            <a:xfrm>
              <a:off x="5062347" y="3924842"/>
              <a:ext cx="39274" cy="72157"/>
            </a:xfrm>
            <a:custGeom>
              <a:avLst/>
              <a:gdLst/>
              <a:ahLst/>
              <a:cxnLst/>
              <a:rect l="0" t="0" r="0" b="0"/>
              <a:pathLst>
                <a:path w="39274" h="72157">
                  <a:moveTo>
                    <a:pt x="0" y="72157"/>
                  </a:moveTo>
                  <a:lnTo>
                    <a:pt x="39274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0" name="Candidate_receptor__2549">
              <a:extLst>
                <a:ext uri="{FF2B5EF4-FFF2-40B4-BE49-F238E27FC236}">
                  <a16:creationId xmlns:a16="http://schemas.microsoft.com/office/drawing/2014/main" id="{3E8AB477-963B-5BB0-1C24-F80DF3AF488E}"/>
                </a:ext>
              </a:extLst>
            </p:cNvPr>
            <p:cNvSpPr>
              <a:spLocks noGrp="1"/>
            </p:cNvSpPr>
            <p:nvPr/>
          </p:nvSpPr>
          <p:spPr>
            <a:xfrm>
              <a:off x="5023770" y="4937005"/>
              <a:ext cx="80467" cy="81551"/>
            </a:xfrm>
            <a:custGeom>
              <a:avLst/>
              <a:gdLst/>
              <a:ahLst/>
              <a:cxnLst/>
              <a:rect l="0" t="0" r="0" b="0"/>
              <a:pathLst>
                <a:path w="80467" h="81551">
                  <a:moveTo>
                    <a:pt x="80467" y="0"/>
                  </a:moveTo>
                  <a:lnTo>
                    <a:pt x="0" y="8155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1" name="Candidate_receptor__2550">
              <a:extLst>
                <a:ext uri="{FF2B5EF4-FFF2-40B4-BE49-F238E27FC236}">
                  <a16:creationId xmlns:a16="http://schemas.microsoft.com/office/drawing/2014/main" id="{4C0FC6DC-BD5C-01FE-4A66-137638D0FFD7}"/>
                </a:ext>
              </a:extLst>
            </p:cNvPr>
            <p:cNvSpPr>
              <a:spLocks noGrp="1"/>
            </p:cNvSpPr>
            <p:nvPr/>
          </p:nvSpPr>
          <p:spPr>
            <a:xfrm>
              <a:off x="5240248" y="4523750"/>
              <a:ext cx="112910" cy="23245"/>
            </a:xfrm>
            <a:custGeom>
              <a:avLst/>
              <a:gdLst/>
              <a:ahLst/>
              <a:cxnLst/>
              <a:rect l="0" t="0" r="0" b="0"/>
              <a:pathLst>
                <a:path w="112910" h="23245">
                  <a:moveTo>
                    <a:pt x="112910" y="0"/>
                  </a:moveTo>
                  <a:lnTo>
                    <a:pt x="0" y="232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2" name="Candidate_receptor__2551">
              <a:extLst>
                <a:ext uri="{FF2B5EF4-FFF2-40B4-BE49-F238E27FC236}">
                  <a16:creationId xmlns:a16="http://schemas.microsoft.com/office/drawing/2014/main" id="{8F6C60BC-046C-BA49-9E2F-108DC2844F38}"/>
                </a:ext>
              </a:extLst>
            </p:cNvPr>
            <p:cNvSpPr>
              <a:spLocks noGrp="1"/>
            </p:cNvSpPr>
            <p:nvPr/>
          </p:nvSpPr>
          <p:spPr>
            <a:xfrm>
              <a:off x="4948244" y="4415829"/>
              <a:ext cx="56716" cy="6628"/>
            </a:xfrm>
            <a:custGeom>
              <a:avLst/>
              <a:gdLst/>
              <a:ahLst/>
              <a:cxnLst/>
              <a:rect l="0" t="0" r="0" b="0"/>
              <a:pathLst>
                <a:path w="56716" h="6628">
                  <a:moveTo>
                    <a:pt x="56716" y="0"/>
                  </a:moveTo>
                  <a:lnTo>
                    <a:pt x="0" y="662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3" name="Candidate_receptor__2552">
              <a:extLst>
                <a:ext uri="{FF2B5EF4-FFF2-40B4-BE49-F238E27FC236}">
                  <a16:creationId xmlns:a16="http://schemas.microsoft.com/office/drawing/2014/main" id="{307B2E3C-B624-E518-A3B4-1D52422A78A5}"/>
                </a:ext>
              </a:extLst>
            </p:cNvPr>
            <p:cNvSpPr>
              <a:spLocks noGrp="1"/>
            </p:cNvSpPr>
            <p:nvPr/>
          </p:nvSpPr>
          <p:spPr>
            <a:xfrm>
              <a:off x="5353158" y="4523750"/>
              <a:ext cx="29893" cy="111306"/>
            </a:xfrm>
            <a:custGeom>
              <a:avLst/>
              <a:gdLst/>
              <a:ahLst/>
              <a:cxnLst/>
              <a:rect l="0" t="0" r="0" b="0"/>
              <a:pathLst>
                <a:path w="29893" h="111306">
                  <a:moveTo>
                    <a:pt x="29893" y="1113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4" name="Candidate_receptor__2553">
              <a:extLst>
                <a:ext uri="{FF2B5EF4-FFF2-40B4-BE49-F238E27FC236}">
                  <a16:creationId xmlns:a16="http://schemas.microsoft.com/office/drawing/2014/main" id="{04257BB5-85D6-FD39-4DCF-BA8CC162C4A8}"/>
                </a:ext>
              </a:extLst>
            </p:cNvPr>
            <p:cNvSpPr>
              <a:spLocks noGrp="1"/>
            </p:cNvSpPr>
            <p:nvPr/>
          </p:nvSpPr>
          <p:spPr>
            <a:xfrm>
              <a:off x="6303349" y="3847054"/>
              <a:ext cx="27163" cy="23899"/>
            </a:xfrm>
            <a:custGeom>
              <a:avLst/>
              <a:gdLst/>
              <a:ahLst/>
              <a:cxnLst/>
              <a:rect l="0" t="0" r="0" b="0"/>
              <a:pathLst>
                <a:path w="27163" h="23899">
                  <a:moveTo>
                    <a:pt x="27163" y="0"/>
                  </a:moveTo>
                  <a:lnTo>
                    <a:pt x="0" y="2389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5" name="Candidate_receptor__2554">
              <a:extLst>
                <a:ext uri="{FF2B5EF4-FFF2-40B4-BE49-F238E27FC236}">
                  <a16:creationId xmlns:a16="http://schemas.microsoft.com/office/drawing/2014/main" id="{C7C1AE82-68A0-E0CC-032B-3E68C39F294A}"/>
                </a:ext>
              </a:extLst>
            </p:cNvPr>
            <p:cNvSpPr>
              <a:spLocks noGrp="1"/>
            </p:cNvSpPr>
            <p:nvPr/>
          </p:nvSpPr>
          <p:spPr>
            <a:xfrm>
              <a:off x="5375444" y="5472288"/>
              <a:ext cx="100763" cy="51440"/>
            </a:xfrm>
            <a:custGeom>
              <a:avLst/>
              <a:gdLst/>
              <a:ahLst/>
              <a:cxnLst/>
              <a:rect l="0" t="0" r="0" b="0"/>
              <a:pathLst>
                <a:path w="100763" h="51440">
                  <a:moveTo>
                    <a:pt x="100763" y="0"/>
                  </a:moveTo>
                  <a:lnTo>
                    <a:pt x="0" y="5144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6" name="Candidate_receptor__2555">
              <a:extLst>
                <a:ext uri="{FF2B5EF4-FFF2-40B4-BE49-F238E27FC236}">
                  <a16:creationId xmlns:a16="http://schemas.microsoft.com/office/drawing/2014/main" id="{5CCC84D7-C35B-3B5D-32F1-2979E86D34B6}"/>
                </a:ext>
              </a:extLst>
            </p:cNvPr>
            <p:cNvSpPr>
              <a:spLocks noGrp="1"/>
            </p:cNvSpPr>
            <p:nvPr/>
          </p:nvSpPr>
          <p:spPr>
            <a:xfrm>
              <a:off x="4936143" y="5225869"/>
              <a:ext cx="104616" cy="34905"/>
            </a:xfrm>
            <a:custGeom>
              <a:avLst/>
              <a:gdLst/>
              <a:ahLst/>
              <a:cxnLst/>
              <a:rect l="0" t="0" r="0" b="0"/>
              <a:pathLst>
                <a:path w="104616" h="34905">
                  <a:moveTo>
                    <a:pt x="104616" y="0"/>
                  </a:moveTo>
                  <a:lnTo>
                    <a:pt x="0" y="3490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7" name="Candidate_receptor__2556">
              <a:extLst>
                <a:ext uri="{FF2B5EF4-FFF2-40B4-BE49-F238E27FC236}">
                  <a16:creationId xmlns:a16="http://schemas.microsoft.com/office/drawing/2014/main" id="{F9220888-53F4-02DA-4974-C8B3402D188D}"/>
                </a:ext>
              </a:extLst>
            </p:cNvPr>
            <p:cNvSpPr>
              <a:spLocks noGrp="1"/>
            </p:cNvSpPr>
            <p:nvPr/>
          </p:nvSpPr>
          <p:spPr>
            <a:xfrm>
              <a:off x="5844144" y="3949612"/>
              <a:ext cx="64395" cy="25460"/>
            </a:xfrm>
            <a:custGeom>
              <a:avLst/>
              <a:gdLst/>
              <a:ahLst/>
              <a:cxnLst/>
              <a:rect l="0" t="0" r="0" b="0"/>
              <a:pathLst>
                <a:path w="64395" h="25460">
                  <a:moveTo>
                    <a:pt x="64395" y="254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58" name="Candidate_receptor__2557">
              <a:extLst>
                <a:ext uri="{FF2B5EF4-FFF2-40B4-BE49-F238E27FC236}">
                  <a16:creationId xmlns:a16="http://schemas.microsoft.com/office/drawing/2014/main" id="{A91DE95F-5F4D-20AE-45FE-C78FDE97F37F}"/>
                </a:ext>
              </a:extLst>
            </p:cNvPr>
            <p:cNvSpPr>
              <a:spLocks noGrp="1"/>
            </p:cNvSpPr>
            <p:nvPr/>
          </p:nvSpPr>
          <p:spPr>
            <a:xfrm>
              <a:off x="6185243" y="3471547"/>
              <a:ext cx="39032" cy="6531"/>
            </a:xfrm>
            <a:custGeom>
              <a:avLst/>
              <a:gdLst/>
              <a:ahLst/>
              <a:cxnLst/>
              <a:rect l="0" t="0" r="0" b="0"/>
              <a:pathLst>
                <a:path w="39032" h="6531">
                  <a:moveTo>
                    <a:pt x="0" y="6531"/>
                  </a:moveTo>
                  <a:lnTo>
                    <a:pt x="39032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59" name="Candidate_receptor__2558">
              <a:extLst>
                <a:ext uri="{FF2B5EF4-FFF2-40B4-BE49-F238E27FC236}">
                  <a16:creationId xmlns:a16="http://schemas.microsoft.com/office/drawing/2014/main" id="{9C66FE91-CF9D-6343-3ADA-9B01E04F5F5E}"/>
                </a:ext>
              </a:extLst>
            </p:cNvPr>
            <p:cNvSpPr>
              <a:spLocks noGrp="1"/>
            </p:cNvSpPr>
            <p:nvPr/>
          </p:nvSpPr>
          <p:spPr>
            <a:xfrm>
              <a:off x="5991333" y="3694310"/>
              <a:ext cx="104912" cy="40765"/>
            </a:xfrm>
            <a:custGeom>
              <a:avLst/>
              <a:gdLst/>
              <a:ahLst/>
              <a:cxnLst/>
              <a:rect l="0" t="0" r="0" b="0"/>
              <a:pathLst>
                <a:path w="104912" h="40765">
                  <a:moveTo>
                    <a:pt x="0" y="0"/>
                  </a:moveTo>
                  <a:lnTo>
                    <a:pt x="104912" y="407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0" name="Candidate_receptor__2559">
              <a:extLst>
                <a:ext uri="{FF2B5EF4-FFF2-40B4-BE49-F238E27FC236}">
                  <a16:creationId xmlns:a16="http://schemas.microsoft.com/office/drawing/2014/main" id="{DE1F9BEE-B43E-D197-B0FA-BA5759A2D7CB}"/>
                </a:ext>
              </a:extLst>
            </p:cNvPr>
            <p:cNvSpPr>
              <a:spLocks noGrp="1"/>
            </p:cNvSpPr>
            <p:nvPr/>
          </p:nvSpPr>
          <p:spPr>
            <a:xfrm>
              <a:off x="5971340" y="4426740"/>
              <a:ext cx="84806" cy="9457"/>
            </a:xfrm>
            <a:custGeom>
              <a:avLst/>
              <a:gdLst/>
              <a:ahLst/>
              <a:cxnLst/>
              <a:rect l="0" t="0" r="0" b="0"/>
              <a:pathLst>
                <a:path w="84806" h="9457">
                  <a:moveTo>
                    <a:pt x="84806" y="94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1" name="Candidate_receptor__2560">
              <a:extLst>
                <a:ext uri="{FF2B5EF4-FFF2-40B4-BE49-F238E27FC236}">
                  <a16:creationId xmlns:a16="http://schemas.microsoft.com/office/drawing/2014/main" id="{6B8320E4-3E02-07DB-045D-50D431B7CDD8}"/>
                </a:ext>
              </a:extLst>
            </p:cNvPr>
            <p:cNvSpPr>
              <a:spLocks noGrp="1"/>
            </p:cNvSpPr>
            <p:nvPr/>
          </p:nvSpPr>
          <p:spPr>
            <a:xfrm>
              <a:off x="5889372" y="4405998"/>
              <a:ext cx="81969" cy="20741"/>
            </a:xfrm>
            <a:custGeom>
              <a:avLst/>
              <a:gdLst/>
              <a:ahLst/>
              <a:cxnLst/>
              <a:rect l="0" t="0" r="0" b="0"/>
              <a:pathLst>
                <a:path w="81969" h="20741">
                  <a:moveTo>
                    <a:pt x="81969" y="207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2" name="Candidate_receptor__2561">
              <a:extLst>
                <a:ext uri="{FF2B5EF4-FFF2-40B4-BE49-F238E27FC236}">
                  <a16:creationId xmlns:a16="http://schemas.microsoft.com/office/drawing/2014/main" id="{852278FF-EA91-D29A-1ED7-C9A6FF45A6A8}"/>
                </a:ext>
              </a:extLst>
            </p:cNvPr>
            <p:cNvSpPr>
              <a:spLocks noGrp="1"/>
            </p:cNvSpPr>
            <p:nvPr/>
          </p:nvSpPr>
          <p:spPr>
            <a:xfrm>
              <a:off x="5572910" y="4627211"/>
              <a:ext cx="80514" cy="47162"/>
            </a:xfrm>
            <a:custGeom>
              <a:avLst/>
              <a:gdLst/>
              <a:ahLst/>
              <a:cxnLst/>
              <a:rect l="0" t="0" r="0" b="0"/>
              <a:pathLst>
                <a:path w="80514" h="47162">
                  <a:moveTo>
                    <a:pt x="80514" y="0"/>
                  </a:moveTo>
                  <a:lnTo>
                    <a:pt x="0" y="4716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3" name="Candidate_receptor__2562">
              <a:extLst>
                <a:ext uri="{FF2B5EF4-FFF2-40B4-BE49-F238E27FC236}">
                  <a16:creationId xmlns:a16="http://schemas.microsoft.com/office/drawing/2014/main" id="{7A9E2CB9-0715-9C12-B608-08201F9B5229}"/>
                </a:ext>
              </a:extLst>
            </p:cNvPr>
            <p:cNvSpPr>
              <a:spLocks noGrp="1"/>
            </p:cNvSpPr>
            <p:nvPr/>
          </p:nvSpPr>
          <p:spPr>
            <a:xfrm>
              <a:off x="5468793" y="5139824"/>
              <a:ext cx="21193" cy="41084"/>
            </a:xfrm>
            <a:custGeom>
              <a:avLst/>
              <a:gdLst/>
              <a:ahLst/>
              <a:cxnLst/>
              <a:rect l="0" t="0" r="0" b="0"/>
              <a:pathLst>
                <a:path w="21193" h="41084">
                  <a:moveTo>
                    <a:pt x="21193" y="4108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4" name="Candidate_receptor__2563">
              <a:extLst>
                <a:ext uri="{FF2B5EF4-FFF2-40B4-BE49-F238E27FC236}">
                  <a16:creationId xmlns:a16="http://schemas.microsoft.com/office/drawing/2014/main" id="{2F69CDF0-C10C-3DF0-2E32-786DF1411EC3}"/>
                </a:ext>
              </a:extLst>
            </p:cNvPr>
            <p:cNvSpPr>
              <a:spLocks noGrp="1"/>
            </p:cNvSpPr>
            <p:nvPr/>
          </p:nvSpPr>
          <p:spPr>
            <a:xfrm>
              <a:off x="5111129" y="4693597"/>
              <a:ext cx="88560" cy="72109"/>
            </a:xfrm>
            <a:custGeom>
              <a:avLst/>
              <a:gdLst/>
              <a:ahLst/>
              <a:cxnLst/>
              <a:rect l="0" t="0" r="0" b="0"/>
              <a:pathLst>
                <a:path w="88560" h="72109">
                  <a:moveTo>
                    <a:pt x="0" y="72109"/>
                  </a:moveTo>
                  <a:lnTo>
                    <a:pt x="8856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5" name="Candidate_receptor__2564">
              <a:extLst>
                <a:ext uri="{FF2B5EF4-FFF2-40B4-BE49-F238E27FC236}">
                  <a16:creationId xmlns:a16="http://schemas.microsoft.com/office/drawing/2014/main" id="{201EBEDB-424A-D2DC-AF10-6E245952D572}"/>
                </a:ext>
              </a:extLst>
            </p:cNvPr>
            <p:cNvSpPr>
              <a:spLocks noGrp="1"/>
            </p:cNvSpPr>
            <p:nvPr/>
          </p:nvSpPr>
          <p:spPr>
            <a:xfrm>
              <a:off x="6293872" y="4263655"/>
              <a:ext cx="73928" cy="16281"/>
            </a:xfrm>
            <a:custGeom>
              <a:avLst/>
              <a:gdLst/>
              <a:ahLst/>
              <a:cxnLst/>
              <a:rect l="0" t="0" r="0" b="0"/>
              <a:pathLst>
                <a:path w="73928" h="16281">
                  <a:moveTo>
                    <a:pt x="73928" y="0"/>
                  </a:moveTo>
                  <a:lnTo>
                    <a:pt x="0" y="1628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6" name="Candidate_receptor__2565">
              <a:extLst>
                <a:ext uri="{FF2B5EF4-FFF2-40B4-BE49-F238E27FC236}">
                  <a16:creationId xmlns:a16="http://schemas.microsoft.com/office/drawing/2014/main" id="{F4E10D66-40BD-162E-FF05-A8E451651C89}"/>
                </a:ext>
              </a:extLst>
            </p:cNvPr>
            <p:cNvSpPr>
              <a:spLocks noGrp="1"/>
            </p:cNvSpPr>
            <p:nvPr/>
          </p:nvSpPr>
          <p:spPr>
            <a:xfrm>
              <a:off x="5617301" y="5116508"/>
              <a:ext cx="3786" cy="110265"/>
            </a:xfrm>
            <a:custGeom>
              <a:avLst/>
              <a:gdLst/>
              <a:ahLst/>
              <a:cxnLst/>
              <a:rect l="0" t="0" r="0" b="0"/>
              <a:pathLst>
                <a:path w="3786" h="110265">
                  <a:moveTo>
                    <a:pt x="3786" y="1102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7" name="Candidate_receptor__2566">
              <a:extLst>
                <a:ext uri="{FF2B5EF4-FFF2-40B4-BE49-F238E27FC236}">
                  <a16:creationId xmlns:a16="http://schemas.microsoft.com/office/drawing/2014/main" id="{8E5B771B-8AD9-DAC4-6EDC-20B2D667A147}"/>
                </a:ext>
              </a:extLst>
            </p:cNvPr>
            <p:cNvSpPr>
              <a:spLocks noGrp="1"/>
            </p:cNvSpPr>
            <p:nvPr/>
          </p:nvSpPr>
          <p:spPr>
            <a:xfrm>
              <a:off x="5653424" y="4627211"/>
              <a:ext cx="82608" cy="30210"/>
            </a:xfrm>
            <a:custGeom>
              <a:avLst/>
              <a:gdLst/>
              <a:ahLst/>
              <a:cxnLst/>
              <a:rect l="0" t="0" r="0" b="0"/>
              <a:pathLst>
                <a:path w="82608" h="30210">
                  <a:moveTo>
                    <a:pt x="82608" y="302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8" name="Candidate_receptor__2567">
              <a:extLst>
                <a:ext uri="{FF2B5EF4-FFF2-40B4-BE49-F238E27FC236}">
                  <a16:creationId xmlns:a16="http://schemas.microsoft.com/office/drawing/2014/main" id="{8BD83949-F468-E312-E22B-F5A6079A16C7}"/>
                </a:ext>
              </a:extLst>
            </p:cNvPr>
            <p:cNvSpPr>
              <a:spLocks noGrp="1"/>
            </p:cNvSpPr>
            <p:nvPr/>
          </p:nvSpPr>
          <p:spPr>
            <a:xfrm>
              <a:off x="5727142" y="3739302"/>
              <a:ext cx="37035" cy="40771"/>
            </a:xfrm>
            <a:custGeom>
              <a:avLst/>
              <a:gdLst/>
              <a:ahLst/>
              <a:cxnLst/>
              <a:rect l="0" t="0" r="0" b="0"/>
              <a:pathLst>
                <a:path w="37035" h="40771">
                  <a:moveTo>
                    <a:pt x="37035" y="407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69" name="Candidate_receptor__2568">
              <a:extLst>
                <a:ext uri="{FF2B5EF4-FFF2-40B4-BE49-F238E27FC236}">
                  <a16:creationId xmlns:a16="http://schemas.microsoft.com/office/drawing/2014/main" id="{120103C0-4538-59E3-E120-CDEEC5D299C2}"/>
                </a:ext>
              </a:extLst>
            </p:cNvPr>
            <p:cNvSpPr>
              <a:spLocks noGrp="1"/>
            </p:cNvSpPr>
            <p:nvPr/>
          </p:nvSpPr>
          <p:spPr>
            <a:xfrm>
              <a:off x="4668737" y="4482695"/>
              <a:ext cx="51659" cy="96956"/>
            </a:xfrm>
            <a:custGeom>
              <a:avLst/>
              <a:gdLst/>
              <a:ahLst/>
              <a:cxnLst/>
              <a:rect l="0" t="0" r="0" b="0"/>
              <a:pathLst>
                <a:path w="51659" h="96956">
                  <a:moveTo>
                    <a:pt x="51659" y="0"/>
                  </a:moveTo>
                  <a:lnTo>
                    <a:pt x="0" y="96956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0" name="Candidate_receptor__2569">
              <a:extLst>
                <a:ext uri="{FF2B5EF4-FFF2-40B4-BE49-F238E27FC236}">
                  <a16:creationId xmlns:a16="http://schemas.microsoft.com/office/drawing/2014/main" id="{ECB3F1D0-2228-AEDD-8BEA-A779178BD0D0}"/>
                </a:ext>
              </a:extLst>
            </p:cNvPr>
            <p:cNvSpPr>
              <a:spLocks noGrp="1"/>
            </p:cNvSpPr>
            <p:nvPr/>
          </p:nvSpPr>
          <p:spPr>
            <a:xfrm>
              <a:off x="5997499" y="3848658"/>
              <a:ext cx="29378" cy="11527"/>
            </a:xfrm>
            <a:custGeom>
              <a:avLst/>
              <a:gdLst/>
              <a:ahLst/>
              <a:cxnLst/>
              <a:rect l="0" t="0" r="0" b="0"/>
              <a:pathLst>
                <a:path w="29378" h="11527">
                  <a:moveTo>
                    <a:pt x="0" y="0"/>
                  </a:moveTo>
                  <a:lnTo>
                    <a:pt x="29378" y="115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1" name="Candidate_receptor__2570">
              <a:extLst>
                <a:ext uri="{FF2B5EF4-FFF2-40B4-BE49-F238E27FC236}">
                  <a16:creationId xmlns:a16="http://schemas.microsoft.com/office/drawing/2014/main" id="{3DE08695-802C-D65D-A709-16AA8EF0919C}"/>
                </a:ext>
              </a:extLst>
            </p:cNvPr>
            <p:cNvSpPr>
              <a:spLocks noGrp="1"/>
            </p:cNvSpPr>
            <p:nvPr/>
          </p:nvSpPr>
          <p:spPr>
            <a:xfrm>
              <a:off x="6279163" y="4131076"/>
              <a:ext cx="111249" cy="25913"/>
            </a:xfrm>
            <a:custGeom>
              <a:avLst/>
              <a:gdLst/>
              <a:ahLst/>
              <a:cxnLst/>
              <a:rect l="0" t="0" r="0" b="0"/>
              <a:pathLst>
                <a:path w="111249" h="25913">
                  <a:moveTo>
                    <a:pt x="0" y="0"/>
                  </a:moveTo>
                  <a:lnTo>
                    <a:pt x="111249" y="2591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2" name="Candidate_receptor__2571">
              <a:extLst>
                <a:ext uri="{FF2B5EF4-FFF2-40B4-BE49-F238E27FC236}">
                  <a16:creationId xmlns:a16="http://schemas.microsoft.com/office/drawing/2014/main" id="{F6DB34D3-7C5A-0921-F509-1683ED49666F}"/>
                </a:ext>
              </a:extLst>
            </p:cNvPr>
            <p:cNvSpPr>
              <a:spLocks noGrp="1"/>
            </p:cNvSpPr>
            <p:nvPr/>
          </p:nvSpPr>
          <p:spPr>
            <a:xfrm>
              <a:off x="4915892" y="4289862"/>
              <a:ext cx="113483" cy="17045"/>
            </a:xfrm>
            <a:custGeom>
              <a:avLst/>
              <a:gdLst/>
              <a:ahLst/>
              <a:cxnLst/>
              <a:rect l="0" t="0" r="0" b="0"/>
              <a:pathLst>
                <a:path w="113483" h="17045">
                  <a:moveTo>
                    <a:pt x="0" y="0"/>
                  </a:moveTo>
                  <a:lnTo>
                    <a:pt x="113483" y="170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3" name="Candidate_receptor__2572">
              <a:extLst>
                <a:ext uri="{FF2B5EF4-FFF2-40B4-BE49-F238E27FC236}">
                  <a16:creationId xmlns:a16="http://schemas.microsoft.com/office/drawing/2014/main" id="{3B035EA6-E8D9-EE37-A060-FD6BEEE5273D}"/>
                </a:ext>
              </a:extLst>
            </p:cNvPr>
            <p:cNvSpPr>
              <a:spLocks noGrp="1"/>
            </p:cNvSpPr>
            <p:nvPr/>
          </p:nvSpPr>
          <p:spPr>
            <a:xfrm>
              <a:off x="5602407" y="4243947"/>
              <a:ext cx="9690" cy="38238"/>
            </a:xfrm>
            <a:custGeom>
              <a:avLst/>
              <a:gdLst/>
              <a:ahLst/>
              <a:cxnLst/>
              <a:rect l="0" t="0" r="0" b="0"/>
              <a:pathLst>
                <a:path w="9690" h="38238">
                  <a:moveTo>
                    <a:pt x="0" y="0"/>
                  </a:moveTo>
                  <a:lnTo>
                    <a:pt x="9690" y="3823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4" name="Candidate_receptor__2573">
              <a:extLst>
                <a:ext uri="{FF2B5EF4-FFF2-40B4-BE49-F238E27FC236}">
                  <a16:creationId xmlns:a16="http://schemas.microsoft.com/office/drawing/2014/main" id="{93A04208-C790-D047-3986-6F471A4DACA1}"/>
                </a:ext>
              </a:extLst>
            </p:cNvPr>
            <p:cNvSpPr>
              <a:spLocks noGrp="1"/>
            </p:cNvSpPr>
            <p:nvPr/>
          </p:nvSpPr>
          <p:spPr>
            <a:xfrm>
              <a:off x="5994740" y="3981461"/>
              <a:ext cx="67173" cy="31152"/>
            </a:xfrm>
            <a:custGeom>
              <a:avLst/>
              <a:gdLst/>
              <a:ahLst/>
              <a:cxnLst/>
              <a:rect l="0" t="0" r="0" b="0"/>
              <a:pathLst>
                <a:path w="67173" h="31152">
                  <a:moveTo>
                    <a:pt x="67173" y="0"/>
                  </a:moveTo>
                  <a:lnTo>
                    <a:pt x="0" y="3115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5" name="Candidate_receptor__2574">
              <a:extLst>
                <a:ext uri="{FF2B5EF4-FFF2-40B4-BE49-F238E27FC236}">
                  <a16:creationId xmlns:a16="http://schemas.microsoft.com/office/drawing/2014/main" id="{AF4B8530-3F1F-AA90-C2AA-41642B320A9D}"/>
                </a:ext>
              </a:extLst>
            </p:cNvPr>
            <p:cNvSpPr>
              <a:spLocks noGrp="1"/>
            </p:cNvSpPr>
            <p:nvPr/>
          </p:nvSpPr>
          <p:spPr>
            <a:xfrm>
              <a:off x="4847565" y="4909419"/>
              <a:ext cx="77065" cy="58093"/>
            </a:xfrm>
            <a:custGeom>
              <a:avLst/>
              <a:gdLst/>
              <a:ahLst/>
              <a:cxnLst/>
              <a:rect l="0" t="0" r="0" b="0"/>
              <a:pathLst>
                <a:path w="77065" h="58093">
                  <a:moveTo>
                    <a:pt x="77065" y="0"/>
                  </a:moveTo>
                  <a:lnTo>
                    <a:pt x="0" y="5809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6" name="Candidate_receptor__2575">
              <a:extLst>
                <a:ext uri="{FF2B5EF4-FFF2-40B4-BE49-F238E27FC236}">
                  <a16:creationId xmlns:a16="http://schemas.microsoft.com/office/drawing/2014/main" id="{A130364C-0BC0-28AC-FBD6-2669CBD1994B}"/>
                </a:ext>
              </a:extLst>
            </p:cNvPr>
            <p:cNvSpPr>
              <a:spLocks noGrp="1"/>
            </p:cNvSpPr>
            <p:nvPr/>
          </p:nvSpPr>
          <p:spPr>
            <a:xfrm>
              <a:off x="6501520" y="4690607"/>
              <a:ext cx="16012" cy="14341"/>
            </a:xfrm>
            <a:custGeom>
              <a:avLst/>
              <a:gdLst/>
              <a:ahLst/>
              <a:cxnLst/>
              <a:rect l="0" t="0" r="0" b="0"/>
              <a:pathLst>
                <a:path w="16012" h="14341">
                  <a:moveTo>
                    <a:pt x="0" y="0"/>
                  </a:moveTo>
                  <a:lnTo>
                    <a:pt x="16012" y="1434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7" name="Candidate_receptor__2576">
              <a:extLst>
                <a:ext uri="{FF2B5EF4-FFF2-40B4-BE49-F238E27FC236}">
                  <a16:creationId xmlns:a16="http://schemas.microsoft.com/office/drawing/2014/main" id="{463E9F62-C32F-55DA-0616-9CF8CDE41F3F}"/>
                </a:ext>
              </a:extLst>
            </p:cNvPr>
            <p:cNvSpPr>
              <a:spLocks noGrp="1"/>
            </p:cNvSpPr>
            <p:nvPr/>
          </p:nvSpPr>
          <p:spPr>
            <a:xfrm>
              <a:off x="5040760" y="5225869"/>
              <a:ext cx="54946" cy="76789"/>
            </a:xfrm>
            <a:custGeom>
              <a:avLst/>
              <a:gdLst/>
              <a:ahLst/>
              <a:cxnLst/>
              <a:rect l="0" t="0" r="0" b="0"/>
              <a:pathLst>
                <a:path w="54946" h="76789">
                  <a:moveTo>
                    <a:pt x="54946" y="767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8" name="Candidate_receptor__2577">
              <a:extLst>
                <a:ext uri="{FF2B5EF4-FFF2-40B4-BE49-F238E27FC236}">
                  <a16:creationId xmlns:a16="http://schemas.microsoft.com/office/drawing/2014/main" id="{1F87E3C6-ED21-1F35-F486-9A5FA2ECB155}"/>
                </a:ext>
              </a:extLst>
            </p:cNvPr>
            <p:cNvSpPr>
              <a:spLocks noGrp="1"/>
            </p:cNvSpPr>
            <p:nvPr/>
          </p:nvSpPr>
          <p:spPr>
            <a:xfrm>
              <a:off x="6616793" y="4354007"/>
              <a:ext cx="97278" cy="35185"/>
            </a:xfrm>
            <a:custGeom>
              <a:avLst/>
              <a:gdLst/>
              <a:ahLst/>
              <a:cxnLst/>
              <a:rect l="0" t="0" r="0" b="0"/>
              <a:pathLst>
                <a:path w="97278" h="35185">
                  <a:moveTo>
                    <a:pt x="97278" y="351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79" name="Candidate_receptor__2578">
              <a:extLst>
                <a:ext uri="{FF2B5EF4-FFF2-40B4-BE49-F238E27FC236}">
                  <a16:creationId xmlns:a16="http://schemas.microsoft.com/office/drawing/2014/main" id="{684FCC89-5A00-797E-ACDC-C9307CAE98D3}"/>
                </a:ext>
              </a:extLst>
            </p:cNvPr>
            <p:cNvSpPr>
              <a:spLocks noGrp="1"/>
            </p:cNvSpPr>
            <p:nvPr/>
          </p:nvSpPr>
          <p:spPr>
            <a:xfrm>
              <a:off x="5541031" y="3158419"/>
              <a:ext cx="111170" cy="24493"/>
            </a:xfrm>
            <a:custGeom>
              <a:avLst/>
              <a:gdLst/>
              <a:ahLst/>
              <a:cxnLst/>
              <a:rect l="0" t="0" r="0" b="0"/>
              <a:pathLst>
                <a:path w="111170" h="24493">
                  <a:moveTo>
                    <a:pt x="111170" y="244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0" name="Candidate_receptor__2579">
              <a:extLst>
                <a:ext uri="{FF2B5EF4-FFF2-40B4-BE49-F238E27FC236}">
                  <a16:creationId xmlns:a16="http://schemas.microsoft.com/office/drawing/2014/main" id="{83D2D7CA-E668-3C96-5AA4-9CCD38560B68}"/>
                </a:ext>
              </a:extLst>
            </p:cNvPr>
            <p:cNvSpPr>
              <a:spLocks noGrp="1"/>
            </p:cNvSpPr>
            <p:nvPr/>
          </p:nvSpPr>
          <p:spPr>
            <a:xfrm>
              <a:off x="6340248" y="3372065"/>
              <a:ext cx="80938" cy="48990"/>
            </a:xfrm>
            <a:custGeom>
              <a:avLst/>
              <a:gdLst/>
              <a:ahLst/>
              <a:cxnLst/>
              <a:rect l="0" t="0" r="0" b="0"/>
              <a:pathLst>
                <a:path w="80938" h="48990">
                  <a:moveTo>
                    <a:pt x="80938" y="489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81" name="Candidate_receptor__2580">
              <a:extLst>
                <a:ext uri="{FF2B5EF4-FFF2-40B4-BE49-F238E27FC236}">
                  <a16:creationId xmlns:a16="http://schemas.microsoft.com/office/drawing/2014/main" id="{76F2822A-1097-BD78-B6E0-9BE1620C71AF}"/>
                </a:ext>
              </a:extLst>
            </p:cNvPr>
            <p:cNvSpPr>
              <a:spLocks noGrp="1"/>
            </p:cNvSpPr>
            <p:nvPr/>
          </p:nvSpPr>
          <p:spPr>
            <a:xfrm>
              <a:off x="5160340" y="5052191"/>
              <a:ext cx="38887" cy="16427"/>
            </a:xfrm>
            <a:custGeom>
              <a:avLst/>
              <a:gdLst/>
              <a:ahLst/>
              <a:cxnLst/>
              <a:rect l="0" t="0" r="0" b="0"/>
              <a:pathLst>
                <a:path w="38887" h="16427">
                  <a:moveTo>
                    <a:pt x="38887" y="0"/>
                  </a:moveTo>
                  <a:lnTo>
                    <a:pt x="0" y="16427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2" name="Candidate_receptor__2581">
              <a:extLst>
                <a:ext uri="{FF2B5EF4-FFF2-40B4-BE49-F238E27FC236}">
                  <a16:creationId xmlns:a16="http://schemas.microsoft.com/office/drawing/2014/main" id="{8E975DE2-B1E0-6CB6-B561-94A89FE5219B}"/>
                </a:ext>
              </a:extLst>
            </p:cNvPr>
            <p:cNvSpPr>
              <a:spLocks noGrp="1"/>
            </p:cNvSpPr>
            <p:nvPr/>
          </p:nvSpPr>
          <p:spPr>
            <a:xfrm>
              <a:off x="6061912" y="3916096"/>
              <a:ext cx="61023" cy="65365"/>
            </a:xfrm>
            <a:custGeom>
              <a:avLst/>
              <a:gdLst/>
              <a:ahLst/>
              <a:cxnLst/>
              <a:rect l="0" t="0" r="0" b="0"/>
              <a:pathLst>
                <a:path w="61023" h="65365">
                  <a:moveTo>
                    <a:pt x="61023" y="0"/>
                  </a:moveTo>
                  <a:lnTo>
                    <a:pt x="0" y="653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3" name="Candidate_receptor__2582">
              <a:extLst>
                <a:ext uri="{FF2B5EF4-FFF2-40B4-BE49-F238E27FC236}">
                  <a16:creationId xmlns:a16="http://schemas.microsoft.com/office/drawing/2014/main" id="{7AF34809-5A10-BFA2-1434-E7C3FD4B350F}"/>
                </a:ext>
              </a:extLst>
            </p:cNvPr>
            <p:cNvSpPr>
              <a:spLocks noGrp="1"/>
            </p:cNvSpPr>
            <p:nvPr/>
          </p:nvSpPr>
          <p:spPr>
            <a:xfrm>
              <a:off x="6553732" y="4354007"/>
              <a:ext cx="63060" cy="78845"/>
            </a:xfrm>
            <a:custGeom>
              <a:avLst/>
              <a:gdLst/>
              <a:ahLst/>
              <a:cxnLst/>
              <a:rect l="0" t="0" r="0" b="0"/>
              <a:pathLst>
                <a:path w="63060" h="78845">
                  <a:moveTo>
                    <a:pt x="63060" y="0"/>
                  </a:moveTo>
                  <a:lnTo>
                    <a:pt x="0" y="7884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4" name="Candidate_receptor__2583">
              <a:extLst>
                <a:ext uri="{FF2B5EF4-FFF2-40B4-BE49-F238E27FC236}">
                  <a16:creationId xmlns:a16="http://schemas.microsoft.com/office/drawing/2014/main" id="{2B1E596A-BCD8-90EF-95F9-0F6F25D203E0}"/>
                </a:ext>
              </a:extLst>
            </p:cNvPr>
            <p:cNvSpPr>
              <a:spLocks noGrp="1"/>
            </p:cNvSpPr>
            <p:nvPr/>
          </p:nvSpPr>
          <p:spPr>
            <a:xfrm>
              <a:off x="5458091" y="5360781"/>
              <a:ext cx="18116" cy="111508"/>
            </a:xfrm>
            <a:custGeom>
              <a:avLst/>
              <a:gdLst/>
              <a:ahLst/>
              <a:cxnLst/>
              <a:rect l="0" t="0" r="0" b="0"/>
              <a:pathLst>
                <a:path w="18116" h="111508">
                  <a:moveTo>
                    <a:pt x="0" y="0"/>
                  </a:moveTo>
                  <a:lnTo>
                    <a:pt x="18116" y="111508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585" name="Candidate_receptor__2584">
              <a:extLst>
                <a:ext uri="{FF2B5EF4-FFF2-40B4-BE49-F238E27FC236}">
                  <a16:creationId xmlns:a16="http://schemas.microsoft.com/office/drawing/2014/main" id="{84DE581F-B05D-F344-7EB6-D64AD4272108}"/>
                </a:ext>
              </a:extLst>
            </p:cNvPr>
            <p:cNvSpPr>
              <a:spLocks noGrp="1"/>
            </p:cNvSpPr>
            <p:nvPr/>
          </p:nvSpPr>
          <p:spPr>
            <a:xfrm>
              <a:off x="5847929" y="4226248"/>
              <a:ext cx="41326" cy="35209"/>
            </a:xfrm>
            <a:custGeom>
              <a:avLst/>
              <a:gdLst/>
              <a:ahLst/>
              <a:cxnLst/>
              <a:rect l="0" t="0" r="0" b="0"/>
              <a:pathLst>
                <a:path w="41326" h="35209">
                  <a:moveTo>
                    <a:pt x="41326" y="352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6" name="Candidate_receptor__2585">
              <a:extLst>
                <a:ext uri="{FF2B5EF4-FFF2-40B4-BE49-F238E27FC236}">
                  <a16:creationId xmlns:a16="http://schemas.microsoft.com/office/drawing/2014/main" id="{E18D8E52-71F6-E8F6-1306-C291025B9E66}"/>
                </a:ext>
              </a:extLst>
            </p:cNvPr>
            <p:cNvSpPr>
              <a:spLocks noGrp="1"/>
            </p:cNvSpPr>
            <p:nvPr/>
          </p:nvSpPr>
          <p:spPr>
            <a:xfrm>
              <a:off x="5820183" y="3631851"/>
              <a:ext cx="3079" cy="42777"/>
            </a:xfrm>
            <a:custGeom>
              <a:avLst/>
              <a:gdLst/>
              <a:ahLst/>
              <a:cxnLst/>
              <a:rect l="0" t="0" r="0" b="0"/>
              <a:pathLst>
                <a:path w="3079" h="42777">
                  <a:moveTo>
                    <a:pt x="0" y="42777"/>
                  </a:moveTo>
                  <a:lnTo>
                    <a:pt x="3079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7" name="Candidate_receptor__2586">
              <a:extLst>
                <a:ext uri="{FF2B5EF4-FFF2-40B4-BE49-F238E27FC236}">
                  <a16:creationId xmlns:a16="http://schemas.microsoft.com/office/drawing/2014/main" id="{A1DC4323-0532-108F-8023-C5B180A25C87}"/>
                </a:ext>
              </a:extLst>
            </p:cNvPr>
            <p:cNvSpPr>
              <a:spLocks noGrp="1"/>
            </p:cNvSpPr>
            <p:nvPr/>
          </p:nvSpPr>
          <p:spPr>
            <a:xfrm>
              <a:off x="5235006" y="4762970"/>
              <a:ext cx="35634" cy="90571"/>
            </a:xfrm>
            <a:custGeom>
              <a:avLst/>
              <a:gdLst/>
              <a:ahLst/>
              <a:cxnLst/>
              <a:rect l="0" t="0" r="0" b="0"/>
              <a:pathLst>
                <a:path w="35634" h="90571">
                  <a:moveTo>
                    <a:pt x="35634" y="0"/>
                  </a:moveTo>
                  <a:lnTo>
                    <a:pt x="0" y="9057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8" name="Candidate_receptor__2587">
              <a:extLst>
                <a:ext uri="{FF2B5EF4-FFF2-40B4-BE49-F238E27FC236}">
                  <a16:creationId xmlns:a16="http://schemas.microsoft.com/office/drawing/2014/main" id="{6546CB43-3CC1-2E46-080E-99215034B635}"/>
                </a:ext>
              </a:extLst>
            </p:cNvPr>
            <p:cNvSpPr>
              <a:spLocks noGrp="1"/>
            </p:cNvSpPr>
            <p:nvPr/>
          </p:nvSpPr>
          <p:spPr>
            <a:xfrm>
              <a:off x="5199689" y="4693597"/>
              <a:ext cx="70950" cy="69373"/>
            </a:xfrm>
            <a:custGeom>
              <a:avLst/>
              <a:gdLst/>
              <a:ahLst/>
              <a:cxnLst/>
              <a:rect l="0" t="0" r="0" b="0"/>
              <a:pathLst>
                <a:path w="70950" h="69373">
                  <a:moveTo>
                    <a:pt x="0" y="0"/>
                  </a:moveTo>
                  <a:lnTo>
                    <a:pt x="70950" y="6937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89" name="Candidate_receptor__2588">
              <a:extLst>
                <a:ext uri="{FF2B5EF4-FFF2-40B4-BE49-F238E27FC236}">
                  <a16:creationId xmlns:a16="http://schemas.microsoft.com/office/drawing/2014/main" id="{55488136-F067-D291-AA00-5E979EA025ED}"/>
                </a:ext>
              </a:extLst>
            </p:cNvPr>
            <p:cNvSpPr>
              <a:spLocks noGrp="1"/>
            </p:cNvSpPr>
            <p:nvPr/>
          </p:nvSpPr>
          <p:spPr>
            <a:xfrm>
              <a:off x="4924630" y="4875169"/>
              <a:ext cx="63387" cy="34250"/>
            </a:xfrm>
            <a:custGeom>
              <a:avLst/>
              <a:gdLst/>
              <a:ahLst/>
              <a:cxnLst/>
              <a:rect l="0" t="0" r="0" b="0"/>
              <a:pathLst>
                <a:path w="63387" h="34250">
                  <a:moveTo>
                    <a:pt x="63387" y="0"/>
                  </a:moveTo>
                  <a:lnTo>
                    <a:pt x="0" y="3425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0" name="Candidate_receptor__2589">
              <a:extLst>
                <a:ext uri="{FF2B5EF4-FFF2-40B4-BE49-F238E27FC236}">
                  <a16:creationId xmlns:a16="http://schemas.microsoft.com/office/drawing/2014/main" id="{B720B58C-EB2C-60BC-8329-93977421B295}"/>
                </a:ext>
              </a:extLst>
            </p:cNvPr>
            <p:cNvSpPr>
              <a:spLocks noGrp="1"/>
            </p:cNvSpPr>
            <p:nvPr/>
          </p:nvSpPr>
          <p:spPr>
            <a:xfrm>
              <a:off x="6420332" y="4567122"/>
              <a:ext cx="92832" cy="9511"/>
            </a:xfrm>
            <a:custGeom>
              <a:avLst/>
              <a:gdLst/>
              <a:ahLst/>
              <a:cxnLst/>
              <a:rect l="0" t="0" r="0" b="0"/>
              <a:pathLst>
                <a:path w="92832" h="9511">
                  <a:moveTo>
                    <a:pt x="0" y="0"/>
                  </a:moveTo>
                  <a:lnTo>
                    <a:pt x="92832" y="9511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1" name="Candidate_receptor__2590">
              <a:extLst>
                <a:ext uri="{FF2B5EF4-FFF2-40B4-BE49-F238E27FC236}">
                  <a16:creationId xmlns:a16="http://schemas.microsoft.com/office/drawing/2014/main" id="{00922ADB-6477-3FF8-8444-7D86C0E2A97B}"/>
                </a:ext>
              </a:extLst>
            </p:cNvPr>
            <p:cNvSpPr>
              <a:spLocks noGrp="1"/>
            </p:cNvSpPr>
            <p:nvPr/>
          </p:nvSpPr>
          <p:spPr>
            <a:xfrm>
              <a:off x="5710717" y="3556564"/>
              <a:ext cx="15406" cy="51220"/>
            </a:xfrm>
            <a:custGeom>
              <a:avLst/>
              <a:gdLst/>
              <a:ahLst/>
              <a:cxnLst/>
              <a:rect l="0" t="0" r="0" b="0"/>
              <a:pathLst>
                <a:path w="15406" h="51220">
                  <a:moveTo>
                    <a:pt x="0" y="51220"/>
                  </a:moveTo>
                  <a:lnTo>
                    <a:pt x="1540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2" name="Candidate_receptor__2591">
              <a:extLst>
                <a:ext uri="{FF2B5EF4-FFF2-40B4-BE49-F238E27FC236}">
                  <a16:creationId xmlns:a16="http://schemas.microsoft.com/office/drawing/2014/main" id="{8F17C5FF-1894-D39E-847E-576D8646FB15}"/>
                </a:ext>
              </a:extLst>
            </p:cNvPr>
            <p:cNvSpPr>
              <a:spLocks noGrp="1"/>
            </p:cNvSpPr>
            <p:nvPr/>
          </p:nvSpPr>
          <p:spPr>
            <a:xfrm>
              <a:off x="5917420" y="4114677"/>
              <a:ext cx="16092" cy="34882"/>
            </a:xfrm>
            <a:custGeom>
              <a:avLst/>
              <a:gdLst/>
              <a:ahLst/>
              <a:cxnLst/>
              <a:rect l="0" t="0" r="0" b="0"/>
              <a:pathLst>
                <a:path w="16092" h="34882">
                  <a:moveTo>
                    <a:pt x="16092" y="348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3" name="Candidate_receptor__2592">
              <a:extLst>
                <a:ext uri="{FF2B5EF4-FFF2-40B4-BE49-F238E27FC236}">
                  <a16:creationId xmlns:a16="http://schemas.microsoft.com/office/drawing/2014/main" id="{2C1EEF4F-A522-0076-79EC-849D53744CC3}"/>
                </a:ext>
              </a:extLst>
            </p:cNvPr>
            <p:cNvSpPr>
              <a:spLocks noGrp="1"/>
            </p:cNvSpPr>
            <p:nvPr/>
          </p:nvSpPr>
          <p:spPr>
            <a:xfrm>
              <a:off x="6357697" y="4567122"/>
              <a:ext cx="62635" cy="58961"/>
            </a:xfrm>
            <a:custGeom>
              <a:avLst/>
              <a:gdLst/>
              <a:ahLst/>
              <a:cxnLst/>
              <a:rect l="0" t="0" r="0" b="0"/>
              <a:pathLst>
                <a:path w="62635" h="58961">
                  <a:moveTo>
                    <a:pt x="0" y="58961"/>
                  </a:moveTo>
                  <a:lnTo>
                    <a:pt x="62635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4" name="Candidate_receptor__2593">
              <a:extLst>
                <a:ext uri="{FF2B5EF4-FFF2-40B4-BE49-F238E27FC236}">
                  <a16:creationId xmlns:a16="http://schemas.microsoft.com/office/drawing/2014/main" id="{80ECE5E2-50CC-EA06-FF4D-A3B2242AE73D}"/>
                </a:ext>
              </a:extLst>
            </p:cNvPr>
            <p:cNvSpPr>
              <a:spLocks noGrp="1"/>
            </p:cNvSpPr>
            <p:nvPr/>
          </p:nvSpPr>
          <p:spPr>
            <a:xfrm>
              <a:off x="6367800" y="4156989"/>
              <a:ext cx="22612" cy="106665"/>
            </a:xfrm>
            <a:custGeom>
              <a:avLst/>
              <a:gdLst/>
              <a:ahLst/>
              <a:cxnLst/>
              <a:rect l="0" t="0" r="0" b="0"/>
              <a:pathLst>
                <a:path w="22612" h="106665">
                  <a:moveTo>
                    <a:pt x="22612" y="0"/>
                  </a:moveTo>
                  <a:lnTo>
                    <a:pt x="0" y="106665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5" name="Candidate_receptor__2594">
              <a:extLst>
                <a:ext uri="{FF2B5EF4-FFF2-40B4-BE49-F238E27FC236}">
                  <a16:creationId xmlns:a16="http://schemas.microsoft.com/office/drawing/2014/main" id="{50945DD1-19EC-3278-59B3-3D89415D28DC}"/>
                </a:ext>
              </a:extLst>
            </p:cNvPr>
            <p:cNvSpPr>
              <a:spLocks noGrp="1"/>
            </p:cNvSpPr>
            <p:nvPr/>
          </p:nvSpPr>
          <p:spPr>
            <a:xfrm>
              <a:off x="5025433" y="5302658"/>
              <a:ext cx="70273" cy="85253"/>
            </a:xfrm>
            <a:custGeom>
              <a:avLst/>
              <a:gdLst/>
              <a:ahLst/>
              <a:cxnLst/>
              <a:rect l="0" t="0" r="0" b="0"/>
              <a:pathLst>
                <a:path w="70273" h="85253">
                  <a:moveTo>
                    <a:pt x="0" y="85253"/>
                  </a:moveTo>
                  <a:lnTo>
                    <a:pt x="70273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6" name="Candidate_receptor__2595">
              <a:extLst>
                <a:ext uri="{FF2B5EF4-FFF2-40B4-BE49-F238E27FC236}">
                  <a16:creationId xmlns:a16="http://schemas.microsoft.com/office/drawing/2014/main" id="{C6DBD000-9AC8-A69C-CBCC-91FAF278174C}"/>
                </a:ext>
              </a:extLst>
            </p:cNvPr>
            <p:cNvSpPr>
              <a:spLocks noGrp="1"/>
            </p:cNvSpPr>
            <p:nvPr/>
          </p:nvSpPr>
          <p:spPr>
            <a:xfrm>
              <a:off x="5004959" y="4306906"/>
              <a:ext cx="24416" cy="108923"/>
            </a:xfrm>
            <a:custGeom>
              <a:avLst/>
              <a:gdLst/>
              <a:ahLst/>
              <a:cxnLst/>
              <a:rect l="0" t="0" r="0" b="0"/>
              <a:pathLst>
                <a:path w="24416" h="108923">
                  <a:moveTo>
                    <a:pt x="24416" y="0"/>
                  </a:moveTo>
                  <a:lnTo>
                    <a:pt x="0" y="10892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7" name="Candidate_receptor__2596">
              <a:extLst>
                <a:ext uri="{FF2B5EF4-FFF2-40B4-BE49-F238E27FC236}">
                  <a16:creationId xmlns:a16="http://schemas.microsoft.com/office/drawing/2014/main" id="{795EDF49-8BDE-A708-23B0-20285FE9F78E}"/>
                </a:ext>
              </a:extLst>
            </p:cNvPr>
            <p:cNvSpPr>
              <a:spLocks noGrp="1"/>
            </p:cNvSpPr>
            <p:nvPr/>
          </p:nvSpPr>
          <p:spPr>
            <a:xfrm>
              <a:off x="4745471" y="4802260"/>
              <a:ext cx="80504" cy="64778"/>
            </a:xfrm>
            <a:custGeom>
              <a:avLst/>
              <a:gdLst/>
              <a:ahLst/>
              <a:cxnLst/>
              <a:rect l="0" t="0" r="0" b="0"/>
              <a:pathLst>
                <a:path w="80504" h="64778">
                  <a:moveTo>
                    <a:pt x="80504" y="0"/>
                  </a:moveTo>
                  <a:lnTo>
                    <a:pt x="0" y="6477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8" name="Candidate_receptor__2597">
              <a:extLst>
                <a:ext uri="{FF2B5EF4-FFF2-40B4-BE49-F238E27FC236}">
                  <a16:creationId xmlns:a16="http://schemas.microsoft.com/office/drawing/2014/main" id="{9EAD0F97-A670-DF54-5B81-1A5DF7F88D9E}"/>
                </a:ext>
              </a:extLst>
            </p:cNvPr>
            <p:cNvSpPr>
              <a:spLocks noGrp="1"/>
            </p:cNvSpPr>
            <p:nvPr/>
          </p:nvSpPr>
          <p:spPr>
            <a:xfrm>
              <a:off x="6692225" y="4389191"/>
              <a:ext cx="21846" cy="111910"/>
            </a:xfrm>
            <a:custGeom>
              <a:avLst/>
              <a:gdLst/>
              <a:ahLst/>
              <a:cxnLst/>
              <a:rect l="0" t="0" r="0" b="0"/>
              <a:pathLst>
                <a:path w="21846" h="111910">
                  <a:moveTo>
                    <a:pt x="0" y="111910"/>
                  </a:moveTo>
                  <a:lnTo>
                    <a:pt x="21846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599" name="Candidate_receptor__2598">
              <a:extLst>
                <a:ext uri="{FF2B5EF4-FFF2-40B4-BE49-F238E27FC236}">
                  <a16:creationId xmlns:a16="http://schemas.microsoft.com/office/drawing/2014/main" id="{6FCADEE9-34F2-137E-ACCB-0B753BEBA214}"/>
                </a:ext>
              </a:extLst>
            </p:cNvPr>
            <p:cNvSpPr>
              <a:spLocks noGrp="1"/>
            </p:cNvSpPr>
            <p:nvPr/>
          </p:nvSpPr>
          <p:spPr>
            <a:xfrm>
              <a:off x="5450571" y="5033582"/>
              <a:ext cx="18223" cy="106242"/>
            </a:xfrm>
            <a:custGeom>
              <a:avLst/>
              <a:gdLst/>
              <a:ahLst/>
              <a:cxnLst/>
              <a:rect l="0" t="0" r="0" b="0"/>
              <a:pathLst>
                <a:path w="18223" h="106242">
                  <a:moveTo>
                    <a:pt x="18223" y="1062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0" name="Candidate_receptor__2599">
              <a:extLst>
                <a:ext uri="{FF2B5EF4-FFF2-40B4-BE49-F238E27FC236}">
                  <a16:creationId xmlns:a16="http://schemas.microsoft.com/office/drawing/2014/main" id="{C5EA4F0A-7F83-374B-E56A-1640FF67E39C}"/>
                </a:ext>
              </a:extLst>
            </p:cNvPr>
            <p:cNvSpPr>
              <a:spLocks noGrp="1"/>
            </p:cNvSpPr>
            <p:nvPr/>
          </p:nvSpPr>
          <p:spPr>
            <a:xfrm>
              <a:off x="4757039" y="2311095"/>
              <a:ext cx="34105" cy="19428"/>
            </a:xfrm>
            <a:custGeom>
              <a:avLst/>
              <a:gdLst/>
              <a:ahLst/>
              <a:cxnLst/>
              <a:rect l="0" t="0" r="0" b="0"/>
              <a:pathLst>
                <a:path w="34105" h="19428">
                  <a:moveTo>
                    <a:pt x="0" y="0"/>
                  </a:moveTo>
                  <a:lnTo>
                    <a:pt x="34105" y="19428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1" name="Candidate_receptor__2600">
              <a:extLst>
                <a:ext uri="{FF2B5EF4-FFF2-40B4-BE49-F238E27FC236}">
                  <a16:creationId xmlns:a16="http://schemas.microsoft.com/office/drawing/2014/main" id="{84F3B4D3-D972-17C5-516E-43ED5C0EAF47}"/>
                </a:ext>
              </a:extLst>
            </p:cNvPr>
            <p:cNvSpPr>
              <a:spLocks noGrp="1"/>
            </p:cNvSpPr>
            <p:nvPr/>
          </p:nvSpPr>
          <p:spPr>
            <a:xfrm>
              <a:off x="5343627" y="5360781"/>
              <a:ext cx="114463" cy="19675"/>
            </a:xfrm>
            <a:custGeom>
              <a:avLst/>
              <a:gdLst/>
              <a:ahLst/>
              <a:cxnLst/>
              <a:rect l="0" t="0" r="0" b="0"/>
              <a:pathLst>
                <a:path w="114463" h="19675">
                  <a:moveTo>
                    <a:pt x="0" y="19675"/>
                  </a:moveTo>
                  <a:lnTo>
                    <a:pt x="114463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2" name="Candidate_receptor__2601">
              <a:extLst>
                <a:ext uri="{FF2B5EF4-FFF2-40B4-BE49-F238E27FC236}">
                  <a16:creationId xmlns:a16="http://schemas.microsoft.com/office/drawing/2014/main" id="{0CC7E1BB-87D1-98EF-1F15-EB7CDA0BF76A}"/>
                </a:ext>
              </a:extLst>
            </p:cNvPr>
            <p:cNvSpPr>
              <a:spLocks noGrp="1"/>
            </p:cNvSpPr>
            <p:nvPr/>
          </p:nvSpPr>
          <p:spPr>
            <a:xfrm>
              <a:off x="6096244" y="3735075"/>
              <a:ext cx="3710" cy="65030"/>
            </a:xfrm>
            <a:custGeom>
              <a:avLst/>
              <a:gdLst/>
              <a:ahLst/>
              <a:cxnLst/>
              <a:rect l="0" t="0" r="0" b="0"/>
              <a:pathLst>
                <a:path w="3710" h="65030">
                  <a:moveTo>
                    <a:pt x="0" y="0"/>
                  </a:moveTo>
                  <a:lnTo>
                    <a:pt x="3710" y="6503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3" name="Candidate_receptor__2602">
              <a:extLst>
                <a:ext uri="{FF2B5EF4-FFF2-40B4-BE49-F238E27FC236}">
                  <a16:creationId xmlns:a16="http://schemas.microsoft.com/office/drawing/2014/main" id="{28EE6F3B-6BFE-606E-F7EF-FFD80311304B}"/>
                </a:ext>
              </a:extLst>
            </p:cNvPr>
            <p:cNvSpPr>
              <a:spLocks noGrp="1"/>
            </p:cNvSpPr>
            <p:nvPr/>
          </p:nvSpPr>
          <p:spPr>
            <a:xfrm>
              <a:off x="5062347" y="3996999"/>
              <a:ext cx="100181" cy="58422"/>
            </a:xfrm>
            <a:custGeom>
              <a:avLst/>
              <a:gdLst/>
              <a:ahLst/>
              <a:cxnLst/>
              <a:rect l="0" t="0" r="0" b="0"/>
              <a:pathLst>
                <a:path w="100181" h="58422">
                  <a:moveTo>
                    <a:pt x="100181" y="584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4" name="Candidate_receptor__2603">
              <a:extLst>
                <a:ext uri="{FF2B5EF4-FFF2-40B4-BE49-F238E27FC236}">
                  <a16:creationId xmlns:a16="http://schemas.microsoft.com/office/drawing/2014/main" id="{5D4FE407-EC99-ED7F-1A4F-4552B593247D}"/>
                </a:ext>
              </a:extLst>
            </p:cNvPr>
            <p:cNvSpPr>
              <a:spLocks noGrp="1"/>
            </p:cNvSpPr>
            <p:nvPr/>
          </p:nvSpPr>
          <p:spPr>
            <a:xfrm>
              <a:off x="5240248" y="4546995"/>
              <a:ext cx="18475" cy="77089"/>
            </a:xfrm>
            <a:custGeom>
              <a:avLst/>
              <a:gdLst/>
              <a:ahLst/>
              <a:cxnLst/>
              <a:rect l="0" t="0" r="0" b="0"/>
              <a:pathLst>
                <a:path w="18475" h="77089">
                  <a:moveTo>
                    <a:pt x="0" y="0"/>
                  </a:moveTo>
                  <a:lnTo>
                    <a:pt x="18475" y="7708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5" name="Candidate_receptor__2604">
              <a:extLst>
                <a:ext uri="{FF2B5EF4-FFF2-40B4-BE49-F238E27FC236}">
                  <a16:creationId xmlns:a16="http://schemas.microsoft.com/office/drawing/2014/main" id="{F9EB0F9C-728E-9E51-D075-C25C13D0A7F6}"/>
                </a:ext>
              </a:extLst>
            </p:cNvPr>
            <p:cNvSpPr>
              <a:spLocks noGrp="1"/>
            </p:cNvSpPr>
            <p:nvPr/>
          </p:nvSpPr>
          <p:spPr>
            <a:xfrm>
              <a:off x="5162528" y="4055421"/>
              <a:ext cx="15183" cy="115197"/>
            </a:xfrm>
            <a:custGeom>
              <a:avLst/>
              <a:gdLst/>
              <a:ahLst/>
              <a:cxnLst/>
              <a:rect l="0" t="0" r="0" b="0"/>
              <a:pathLst>
                <a:path w="15183" h="115197">
                  <a:moveTo>
                    <a:pt x="15183" y="115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06" name="Candidate_receptor__2605">
              <a:extLst>
                <a:ext uri="{FF2B5EF4-FFF2-40B4-BE49-F238E27FC236}">
                  <a16:creationId xmlns:a16="http://schemas.microsoft.com/office/drawing/2014/main" id="{0215A114-BE39-0E7C-C0F7-FA47296995A5}"/>
                </a:ext>
              </a:extLst>
            </p:cNvPr>
            <p:cNvSpPr>
              <a:spLocks noGrp="1"/>
            </p:cNvSpPr>
            <p:nvPr/>
          </p:nvSpPr>
          <p:spPr>
            <a:xfrm>
              <a:off x="5104236" y="4937005"/>
              <a:ext cx="45309" cy="18887"/>
            </a:xfrm>
            <a:custGeom>
              <a:avLst/>
              <a:gdLst/>
              <a:ahLst/>
              <a:cxnLst/>
              <a:rect l="0" t="0" r="0" b="0"/>
              <a:pathLst>
                <a:path w="45309" h="18887">
                  <a:moveTo>
                    <a:pt x="45309" y="188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7" name="Candidate_receptor__2606">
              <a:extLst>
                <a:ext uri="{FF2B5EF4-FFF2-40B4-BE49-F238E27FC236}">
                  <a16:creationId xmlns:a16="http://schemas.microsoft.com/office/drawing/2014/main" id="{EB4A2DA1-02C5-C9B2-F3B7-42119E20E942}"/>
                </a:ext>
              </a:extLst>
            </p:cNvPr>
            <p:cNvSpPr>
              <a:spLocks noGrp="1"/>
            </p:cNvSpPr>
            <p:nvPr/>
          </p:nvSpPr>
          <p:spPr>
            <a:xfrm>
              <a:off x="5805244" y="4040900"/>
              <a:ext cx="20884" cy="55690"/>
            </a:xfrm>
            <a:custGeom>
              <a:avLst/>
              <a:gdLst/>
              <a:ahLst/>
              <a:cxnLst/>
              <a:rect l="0" t="0" r="0" b="0"/>
              <a:pathLst>
                <a:path w="20884" h="55690">
                  <a:moveTo>
                    <a:pt x="0" y="55690"/>
                  </a:moveTo>
                  <a:lnTo>
                    <a:pt x="2088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8" name="Candidate_receptor__2607">
              <a:extLst>
                <a:ext uri="{FF2B5EF4-FFF2-40B4-BE49-F238E27FC236}">
                  <a16:creationId xmlns:a16="http://schemas.microsoft.com/office/drawing/2014/main" id="{3CB5CE6F-4979-9A70-BF98-336FF9C82CA5}"/>
                </a:ext>
              </a:extLst>
            </p:cNvPr>
            <p:cNvSpPr>
              <a:spLocks noGrp="1"/>
            </p:cNvSpPr>
            <p:nvPr/>
          </p:nvSpPr>
          <p:spPr>
            <a:xfrm>
              <a:off x="5652201" y="3072059"/>
              <a:ext cx="9528" cy="110853"/>
            </a:xfrm>
            <a:custGeom>
              <a:avLst/>
              <a:gdLst/>
              <a:ahLst/>
              <a:cxnLst/>
              <a:rect l="0" t="0" r="0" b="0"/>
              <a:pathLst>
                <a:path w="9528" h="110853">
                  <a:moveTo>
                    <a:pt x="9528" y="0"/>
                  </a:moveTo>
                  <a:lnTo>
                    <a:pt x="0" y="110853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09" name="Candidate_receptor__2608">
              <a:extLst>
                <a:ext uri="{FF2B5EF4-FFF2-40B4-BE49-F238E27FC236}">
                  <a16:creationId xmlns:a16="http://schemas.microsoft.com/office/drawing/2014/main" id="{5C655AEF-42F7-B962-EAEC-B5DA4F6448F5}"/>
                </a:ext>
              </a:extLst>
            </p:cNvPr>
            <p:cNvSpPr>
              <a:spLocks noGrp="1"/>
            </p:cNvSpPr>
            <p:nvPr/>
          </p:nvSpPr>
          <p:spPr>
            <a:xfrm>
              <a:off x="5817692" y="3804176"/>
              <a:ext cx="50837" cy="50317"/>
            </a:xfrm>
            <a:custGeom>
              <a:avLst/>
              <a:gdLst/>
              <a:ahLst/>
              <a:cxnLst/>
              <a:rect l="0" t="0" r="0" b="0"/>
              <a:pathLst>
                <a:path w="50837" h="50317">
                  <a:moveTo>
                    <a:pt x="0" y="50317"/>
                  </a:moveTo>
                  <a:lnTo>
                    <a:pt x="50837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0" name="Candidate_receptor__2609">
              <a:extLst>
                <a:ext uri="{FF2B5EF4-FFF2-40B4-BE49-F238E27FC236}">
                  <a16:creationId xmlns:a16="http://schemas.microsoft.com/office/drawing/2014/main" id="{AB379BB0-50B6-EFB4-1306-8800DB97505B}"/>
                </a:ext>
              </a:extLst>
            </p:cNvPr>
            <p:cNvSpPr>
              <a:spLocks noGrp="1"/>
            </p:cNvSpPr>
            <p:nvPr/>
          </p:nvSpPr>
          <p:spPr>
            <a:xfrm>
              <a:off x="5695364" y="4657421"/>
              <a:ext cx="40668" cy="107743"/>
            </a:xfrm>
            <a:custGeom>
              <a:avLst/>
              <a:gdLst/>
              <a:ahLst/>
              <a:cxnLst/>
              <a:rect l="0" t="0" r="0" b="0"/>
              <a:pathLst>
                <a:path w="40668" h="107743">
                  <a:moveTo>
                    <a:pt x="0" y="107743"/>
                  </a:moveTo>
                  <a:lnTo>
                    <a:pt x="40668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1" name="Candidate_receptor__2610">
              <a:extLst>
                <a:ext uri="{FF2B5EF4-FFF2-40B4-BE49-F238E27FC236}">
                  <a16:creationId xmlns:a16="http://schemas.microsoft.com/office/drawing/2014/main" id="{DA5FDB2F-4EAF-599D-4B7D-106502ECAAED}"/>
                </a:ext>
              </a:extLst>
            </p:cNvPr>
            <p:cNvSpPr>
              <a:spLocks noGrp="1"/>
            </p:cNvSpPr>
            <p:nvPr/>
          </p:nvSpPr>
          <p:spPr>
            <a:xfrm>
              <a:off x="5278193" y="4978485"/>
              <a:ext cx="33664" cy="72960"/>
            </a:xfrm>
            <a:custGeom>
              <a:avLst/>
              <a:gdLst/>
              <a:ahLst/>
              <a:cxnLst/>
              <a:rect l="0" t="0" r="0" b="0"/>
              <a:pathLst>
                <a:path w="33664" h="72960">
                  <a:moveTo>
                    <a:pt x="33664" y="729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2" name="Candidate_receptor__2611">
              <a:extLst>
                <a:ext uri="{FF2B5EF4-FFF2-40B4-BE49-F238E27FC236}">
                  <a16:creationId xmlns:a16="http://schemas.microsoft.com/office/drawing/2014/main" id="{857E5E3C-4323-C728-5F04-D5DC0CB6D69E}"/>
                </a:ext>
              </a:extLst>
            </p:cNvPr>
            <p:cNvSpPr>
              <a:spLocks noGrp="1"/>
            </p:cNvSpPr>
            <p:nvPr/>
          </p:nvSpPr>
          <p:spPr>
            <a:xfrm>
              <a:off x="4573085" y="4741368"/>
              <a:ext cx="86447" cy="74024"/>
            </a:xfrm>
            <a:custGeom>
              <a:avLst/>
              <a:gdLst/>
              <a:ahLst/>
              <a:cxnLst/>
              <a:rect l="0" t="0" r="0" b="0"/>
              <a:pathLst>
                <a:path w="86447" h="74024">
                  <a:moveTo>
                    <a:pt x="86447" y="0"/>
                  </a:moveTo>
                  <a:lnTo>
                    <a:pt x="0" y="74024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3" name="Candidate_receptor__2612">
              <a:extLst>
                <a:ext uri="{FF2B5EF4-FFF2-40B4-BE49-F238E27FC236}">
                  <a16:creationId xmlns:a16="http://schemas.microsoft.com/office/drawing/2014/main" id="{299E6A16-21E2-5E65-F099-698CF000B95F}"/>
                </a:ext>
              </a:extLst>
            </p:cNvPr>
            <p:cNvSpPr>
              <a:spLocks noGrp="1"/>
            </p:cNvSpPr>
            <p:nvPr/>
          </p:nvSpPr>
          <p:spPr>
            <a:xfrm>
              <a:off x="5311857" y="5051445"/>
              <a:ext cx="9041" cy="87156"/>
            </a:xfrm>
            <a:custGeom>
              <a:avLst/>
              <a:gdLst/>
              <a:ahLst/>
              <a:cxnLst/>
              <a:rect l="0" t="0" r="0" b="0"/>
              <a:pathLst>
                <a:path w="9041" h="87156">
                  <a:moveTo>
                    <a:pt x="9041" y="871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4" name="Candidate_receptor__2613">
              <a:extLst>
                <a:ext uri="{FF2B5EF4-FFF2-40B4-BE49-F238E27FC236}">
                  <a16:creationId xmlns:a16="http://schemas.microsoft.com/office/drawing/2014/main" id="{30B0F5BD-98FD-7104-DADC-4C9C243CBCB2}"/>
                </a:ext>
              </a:extLst>
            </p:cNvPr>
            <p:cNvSpPr>
              <a:spLocks noGrp="1"/>
            </p:cNvSpPr>
            <p:nvPr/>
          </p:nvSpPr>
          <p:spPr>
            <a:xfrm>
              <a:off x="5518061" y="4520036"/>
              <a:ext cx="104142" cy="2642"/>
            </a:xfrm>
            <a:custGeom>
              <a:avLst/>
              <a:gdLst/>
              <a:ahLst/>
              <a:cxnLst/>
              <a:rect l="0" t="0" r="0" b="0"/>
              <a:pathLst>
                <a:path w="104142" h="2642">
                  <a:moveTo>
                    <a:pt x="104142" y="0"/>
                  </a:moveTo>
                  <a:lnTo>
                    <a:pt x="0" y="2642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5" name="Candidate_receptor__2614">
              <a:extLst>
                <a:ext uri="{FF2B5EF4-FFF2-40B4-BE49-F238E27FC236}">
                  <a16:creationId xmlns:a16="http://schemas.microsoft.com/office/drawing/2014/main" id="{0DBB87D6-1CA1-CE62-C512-28564FCFC431}"/>
                </a:ext>
              </a:extLst>
            </p:cNvPr>
            <p:cNvSpPr>
              <a:spLocks noGrp="1"/>
            </p:cNvSpPr>
            <p:nvPr/>
          </p:nvSpPr>
          <p:spPr>
            <a:xfrm>
              <a:off x="5606619" y="3368880"/>
              <a:ext cx="74243" cy="36275"/>
            </a:xfrm>
            <a:custGeom>
              <a:avLst/>
              <a:gdLst/>
              <a:ahLst/>
              <a:cxnLst/>
              <a:rect l="0" t="0" r="0" b="0"/>
              <a:pathLst>
                <a:path w="74243" h="36275">
                  <a:moveTo>
                    <a:pt x="74243" y="0"/>
                  </a:moveTo>
                  <a:lnTo>
                    <a:pt x="0" y="36275"/>
                  </a:lnTo>
                </a:path>
              </a:pathLst>
            </a:custGeom>
            <a:noFill/>
            <a:ln w="8096">
              <a:solidFill>
                <a:srgbClr val="E0E5E8"/>
              </a:solidFill>
            </a:ln>
          </p:spPr>
        </p:sp>
        <p:sp>
          <p:nvSpPr>
            <p:cNvPr id="2616" name="Candidate_receptor__2615">
              <a:extLst>
                <a:ext uri="{FF2B5EF4-FFF2-40B4-BE49-F238E27FC236}">
                  <a16:creationId xmlns:a16="http://schemas.microsoft.com/office/drawing/2014/main" id="{44DB5FCE-1F21-1E11-1FAF-FF1F781BD419}"/>
                </a:ext>
              </a:extLst>
            </p:cNvPr>
            <p:cNvSpPr>
              <a:spLocks noGrp="1"/>
            </p:cNvSpPr>
            <p:nvPr/>
          </p:nvSpPr>
          <p:spPr>
            <a:xfrm>
              <a:off x="6075117" y="3531334"/>
              <a:ext cx="44173" cy="86169"/>
            </a:xfrm>
            <a:custGeom>
              <a:avLst/>
              <a:gdLst/>
              <a:ahLst/>
              <a:cxnLst/>
              <a:rect l="0" t="0" r="0" b="0"/>
              <a:pathLst>
                <a:path w="44173" h="86169">
                  <a:moveTo>
                    <a:pt x="0" y="0"/>
                  </a:moveTo>
                  <a:lnTo>
                    <a:pt x="44173" y="86169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7" name="Candidate_receptor__2616">
              <a:extLst>
                <a:ext uri="{FF2B5EF4-FFF2-40B4-BE49-F238E27FC236}">
                  <a16:creationId xmlns:a16="http://schemas.microsoft.com/office/drawing/2014/main" id="{068E5D53-F6D9-7841-0AE3-3792CD5AF3A6}"/>
                </a:ext>
              </a:extLst>
            </p:cNvPr>
            <p:cNvSpPr>
              <a:spLocks noGrp="1"/>
            </p:cNvSpPr>
            <p:nvPr/>
          </p:nvSpPr>
          <p:spPr>
            <a:xfrm>
              <a:off x="5976311" y="4509380"/>
              <a:ext cx="15394" cy="60741"/>
            </a:xfrm>
            <a:custGeom>
              <a:avLst/>
              <a:gdLst/>
              <a:ahLst/>
              <a:cxnLst/>
              <a:rect l="0" t="0" r="0" b="0"/>
              <a:pathLst>
                <a:path w="15394" h="60741">
                  <a:moveTo>
                    <a:pt x="0" y="60741"/>
                  </a:moveTo>
                  <a:lnTo>
                    <a:pt x="15394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8" name="Candidate_receptor__2617">
              <a:extLst>
                <a:ext uri="{FF2B5EF4-FFF2-40B4-BE49-F238E27FC236}">
                  <a16:creationId xmlns:a16="http://schemas.microsoft.com/office/drawing/2014/main" id="{87ABAB32-C25D-9941-5E22-2A172FD17C38}"/>
                </a:ext>
              </a:extLst>
            </p:cNvPr>
            <p:cNvSpPr>
              <a:spLocks noGrp="1"/>
            </p:cNvSpPr>
            <p:nvPr/>
          </p:nvSpPr>
          <p:spPr>
            <a:xfrm>
              <a:off x="4998191" y="4984209"/>
              <a:ext cx="25578" cy="34347"/>
            </a:xfrm>
            <a:custGeom>
              <a:avLst/>
              <a:gdLst/>
              <a:ahLst/>
              <a:cxnLst/>
              <a:rect l="0" t="0" r="0" b="0"/>
              <a:pathLst>
                <a:path w="25578" h="34347">
                  <a:moveTo>
                    <a:pt x="25578" y="343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0E5E8"/>
              </a:solidFill>
            </a:ln>
          </p:spPr>
        </p:sp>
        <p:sp>
          <p:nvSpPr>
            <p:cNvPr id="2619" name="Candidate_receptor__2618">
              <a:extLst>
                <a:ext uri="{FF2B5EF4-FFF2-40B4-BE49-F238E27FC236}">
                  <a16:creationId xmlns:a16="http://schemas.microsoft.com/office/drawing/2014/main" id="{C865C846-DB77-14EF-7F2B-71F2BC82DAD4}"/>
                </a:ext>
              </a:extLst>
            </p:cNvPr>
            <p:cNvSpPr>
              <a:spLocks noGrp="1"/>
            </p:cNvSpPr>
            <p:nvPr/>
          </p:nvSpPr>
          <p:spPr>
            <a:xfrm>
              <a:off x="5754409" y="3854492"/>
              <a:ext cx="63284" cy="66761"/>
            </a:xfrm>
            <a:custGeom>
              <a:avLst/>
              <a:gdLst/>
              <a:ahLst/>
              <a:cxnLst/>
              <a:rect l="0" t="0" r="0" b="0"/>
              <a:pathLst>
                <a:path w="63284" h="66761">
                  <a:moveTo>
                    <a:pt x="0" y="66761"/>
                  </a:moveTo>
                  <a:lnTo>
                    <a:pt x="63284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0" name="Candidate_receptor__2619">
              <a:extLst>
                <a:ext uri="{FF2B5EF4-FFF2-40B4-BE49-F238E27FC236}">
                  <a16:creationId xmlns:a16="http://schemas.microsoft.com/office/drawing/2014/main" id="{6322FD0C-DAD4-50E3-4E82-BC5C300124B5}"/>
                </a:ext>
              </a:extLst>
            </p:cNvPr>
            <p:cNvSpPr>
              <a:spLocks noGrp="1"/>
            </p:cNvSpPr>
            <p:nvPr/>
          </p:nvSpPr>
          <p:spPr>
            <a:xfrm>
              <a:off x="5726123" y="3487985"/>
              <a:ext cx="79785" cy="68579"/>
            </a:xfrm>
            <a:custGeom>
              <a:avLst/>
              <a:gdLst/>
              <a:ahLst/>
              <a:cxnLst/>
              <a:rect l="0" t="0" r="0" b="0"/>
              <a:pathLst>
                <a:path w="79785" h="68579">
                  <a:moveTo>
                    <a:pt x="0" y="68579"/>
                  </a:moveTo>
                  <a:lnTo>
                    <a:pt x="7978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1" name="Candidate_receptor__2620">
              <a:extLst>
                <a:ext uri="{FF2B5EF4-FFF2-40B4-BE49-F238E27FC236}">
                  <a16:creationId xmlns:a16="http://schemas.microsoft.com/office/drawing/2014/main" id="{21E58F76-AD70-7383-8CCE-D608F5B6E7D5}"/>
                </a:ext>
              </a:extLst>
            </p:cNvPr>
            <p:cNvSpPr>
              <a:spLocks noGrp="1"/>
            </p:cNvSpPr>
            <p:nvPr/>
          </p:nvSpPr>
          <p:spPr>
            <a:xfrm>
              <a:off x="4883650" y="4289862"/>
              <a:ext cx="32242" cy="37273"/>
            </a:xfrm>
            <a:custGeom>
              <a:avLst/>
              <a:gdLst/>
              <a:ahLst/>
              <a:cxnLst/>
              <a:rect l="0" t="0" r="0" b="0"/>
              <a:pathLst>
                <a:path w="32242" h="37273">
                  <a:moveTo>
                    <a:pt x="0" y="37273"/>
                  </a:moveTo>
                  <a:lnTo>
                    <a:pt x="32242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2" name="Candidate_receptor__2621">
              <a:extLst>
                <a:ext uri="{FF2B5EF4-FFF2-40B4-BE49-F238E27FC236}">
                  <a16:creationId xmlns:a16="http://schemas.microsoft.com/office/drawing/2014/main" id="{73A37B49-C56E-0178-95B7-4BA9BAE7C852}"/>
                </a:ext>
              </a:extLst>
            </p:cNvPr>
            <p:cNvSpPr>
              <a:spLocks noGrp="1"/>
            </p:cNvSpPr>
            <p:nvPr/>
          </p:nvSpPr>
          <p:spPr>
            <a:xfrm>
              <a:off x="6413669" y="3753346"/>
              <a:ext cx="808" cy="105041"/>
            </a:xfrm>
            <a:custGeom>
              <a:avLst/>
              <a:gdLst/>
              <a:ahLst/>
              <a:cxnLst/>
              <a:rect l="0" t="0" r="0" b="0"/>
              <a:pathLst>
                <a:path w="808" h="105041">
                  <a:moveTo>
                    <a:pt x="808" y="1050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3" name="Candidate_receptor__2622">
              <a:extLst>
                <a:ext uri="{FF2B5EF4-FFF2-40B4-BE49-F238E27FC236}">
                  <a16:creationId xmlns:a16="http://schemas.microsoft.com/office/drawing/2014/main" id="{AF6F24D0-A5A9-0721-ED7E-51706662768A}"/>
                </a:ext>
              </a:extLst>
            </p:cNvPr>
            <p:cNvSpPr>
              <a:spLocks noGrp="1"/>
            </p:cNvSpPr>
            <p:nvPr/>
          </p:nvSpPr>
          <p:spPr>
            <a:xfrm>
              <a:off x="6075117" y="3450832"/>
              <a:ext cx="42854" cy="80503"/>
            </a:xfrm>
            <a:custGeom>
              <a:avLst/>
              <a:gdLst/>
              <a:ahLst/>
              <a:cxnLst/>
              <a:rect l="0" t="0" r="0" b="0"/>
              <a:pathLst>
                <a:path w="42854" h="80503">
                  <a:moveTo>
                    <a:pt x="42854" y="0"/>
                  </a:moveTo>
                  <a:lnTo>
                    <a:pt x="0" y="8050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4" name="Candidate_receptor__2623">
              <a:extLst>
                <a:ext uri="{FF2B5EF4-FFF2-40B4-BE49-F238E27FC236}">
                  <a16:creationId xmlns:a16="http://schemas.microsoft.com/office/drawing/2014/main" id="{1F6F0648-6B0F-2420-A689-E574BFF21403}"/>
                </a:ext>
              </a:extLst>
            </p:cNvPr>
            <p:cNvSpPr>
              <a:spLocks noGrp="1"/>
            </p:cNvSpPr>
            <p:nvPr/>
          </p:nvSpPr>
          <p:spPr>
            <a:xfrm>
              <a:off x="4691518" y="4867038"/>
              <a:ext cx="53953" cy="19508"/>
            </a:xfrm>
            <a:custGeom>
              <a:avLst/>
              <a:gdLst/>
              <a:ahLst/>
              <a:cxnLst/>
              <a:rect l="0" t="0" r="0" b="0"/>
              <a:pathLst>
                <a:path w="53953" h="19508">
                  <a:moveTo>
                    <a:pt x="53953" y="0"/>
                  </a:moveTo>
                  <a:lnTo>
                    <a:pt x="0" y="195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5" name="Candidate_receptor__2624">
              <a:extLst>
                <a:ext uri="{FF2B5EF4-FFF2-40B4-BE49-F238E27FC236}">
                  <a16:creationId xmlns:a16="http://schemas.microsoft.com/office/drawing/2014/main" id="{FA519C0E-ECD2-EBEC-34F8-30BDE3DD4954}"/>
                </a:ext>
              </a:extLst>
            </p:cNvPr>
            <p:cNvSpPr>
              <a:spLocks noGrp="1"/>
            </p:cNvSpPr>
            <p:nvPr/>
          </p:nvSpPr>
          <p:spPr>
            <a:xfrm>
              <a:off x="6258253" y="4131076"/>
              <a:ext cx="20910" cy="35381"/>
            </a:xfrm>
            <a:custGeom>
              <a:avLst/>
              <a:gdLst/>
              <a:ahLst/>
              <a:cxnLst/>
              <a:rect l="0" t="0" r="0" b="0"/>
              <a:pathLst>
                <a:path w="20910" h="35381">
                  <a:moveTo>
                    <a:pt x="0" y="35381"/>
                  </a:moveTo>
                  <a:lnTo>
                    <a:pt x="2091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6" name="Candidate_receptor__2625">
              <a:extLst>
                <a:ext uri="{FF2B5EF4-FFF2-40B4-BE49-F238E27FC236}">
                  <a16:creationId xmlns:a16="http://schemas.microsoft.com/office/drawing/2014/main" id="{22F1BD4F-111A-551B-0850-2EFDD8ABDA18}"/>
                </a:ext>
              </a:extLst>
            </p:cNvPr>
            <p:cNvSpPr>
              <a:spLocks noGrp="1"/>
            </p:cNvSpPr>
            <p:nvPr/>
          </p:nvSpPr>
          <p:spPr>
            <a:xfrm>
              <a:off x="6313435" y="3727690"/>
              <a:ext cx="100234" cy="25656"/>
            </a:xfrm>
            <a:custGeom>
              <a:avLst/>
              <a:gdLst/>
              <a:ahLst/>
              <a:cxnLst/>
              <a:rect l="0" t="0" r="0" b="0"/>
              <a:pathLst>
                <a:path w="100234" h="25656">
                  <a:moveTo>
                    <a:pt x="100234" y="256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7" name="Candidate_receptor__2626">
              <a:extLst>
                <a:ext uri="{FF2B5EF4-FFF2-40B4-BE49-F238E27FC236}">
                  <a16:creationId xmlns:a16="http://schemas.microsoft.com/office/drawing/2014/main" id="{6D8A5217-8668-3469-17D1-4299FA86CD9B}"/>
                </a:ext>
              </a:extLst>
            </p:cNvPr>
            <p:cNvSpPr>
              <a:spLocks noGrp="1"/>
            </p:cNvSpPr>
            <p:nvPr/>
          </p:nvSpPr>
          <p:spPr>
            <a:xfrm>
              <a:off x="4867454" y="2530398"/>
              <a:ext cx="26036" cy="103778"/>
            </a:xfrm>
            <a:custGeom>
              <a:avLst/>
              <a:gdLst/>
              <a:ahLst/>
              <a:cxnLst/>
              <a:rect l="0" t="0" r="0" b="0"/>
              <a:pathLst>
                <a:path w="26036" h="103778">
                  <a:moveTo>
                    <a:pt x="26036" y="1037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28" name="Candidate_receptor__2627">
              <a:extLst>
                <a:ext uri="{FF2B5EF4-FFF2-40B4-BE49-F238E27FC236}">
                  <a16:creationId xmlns:a16="http://schemas.microsoft.com/office/drawing/2014/main" id="{0F1D74AA-0E7A-D21E-41E1-533BF7679067}"/>
                </a:ext>
              </a:extLst>
            </p:cNvPr>
            <p:cNvSpPr>
              <a:spLocks noGrp="1"/>
            </p:cNvSpPr>
            <p:nvPr/>
          </p:nvSpPr>
          <p:spPr>
            <a:xfrm>
              <a:off x="5952862" y="4275645"/>
              <a:ext cx="41193" cy="58431"/>
            </a:xfrm>
            <a:custGeom>
              <a:avLst/>
              <a:gdLst/>
              <a:ahLst/>
              <a:cxnLst/>
              <a:rect l="0" t="0" r="0" b="0"/>
              <a:pathLst>
                <a:path w="41193" h="58431">
                  <a:moveTo>
                    <a:pt x="0" y="58431"/>
                  </a:moveTo>
                  <a:lnTo>
                    <a:pt x="4119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29" name="Candidate_receptor__2628">
              <a:extLst>
                <a:ext uri="{FF2B5EF4-FFF2-40B4-BE49-F238E27FC236}">
                  <a16:creationId xmlns:a16="http://schemas.microsoft.com/office/drawing/2014/main" id="{6BF6A0A6-EEFD-E23D-0C26-106956B5AC9B}"/>
                </a:ext>
              </a:extLst>
            </p:cNvPr>
            <p:cNvSpPr>
              <a:spLocks noGrp="1"/>
            </p:cNvSpPr>
            <p:nvPr/>
          </p:nvSpPr>
          <p:spPr>
            <a:xfrm>
              <a:off x="5632529" y="4120555"/>
              <a:ext cx="63423" cy="86087"/>
            </a:xfrm>
            <a:custGeom>
              <a:avLst/>
              <a:gdLst/>
              <a:ahLst/>
              <a:cxnLst/>
              <a:rect l="0" t="0" r="0" b="0"/>
              <a:pathLst>
                <a:path w="63423" h="86087">
                  <a:moveTo>
                    <a:pt x="63423" y="860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0" name="Candidate_receptor__2629">
              <a:extLst>
                <a:ext uri="{FF2B5EF4-FFF2-40B4-BE49-F238E27FC236}">
                  <a16:creationId xmlns:a16="http://schemas.microsoft.com/office/drawing/2014/main" id="{4F64FE2D-14D7-D4CA-CC1C-06BC787EAA3A}"/>
                </a:ext>
              </a:extLst>
            </p:cNvPr>
            <p:cNvSpPr>
              <a:spLocks noGrp="1"/>
            </p:cNvSpPr>
            <p:nvPr/>
          </p:nvSpPr>
          <p:spPr>
            <a:xfrm>
              <a:off x="6501520" y="4576634"/>
              <a:ext cx="11644" cy="113974"/>
            </a:xfrm>
            <a:custGeom>
              <a:avLst/>
              <a:gdLst/>
              <a:ahLst/>
              <a:cxnLst/>
              <a:rect l="0" t="0" r="0" b="0"/>
              <a:pathLst>
                <a:path w="11644" h="113974">
                  <a:moveTo>
                    <a:pt x="11644" y="0"/>
                  </a:moveTo>
                  <a:lnTo>
                    <a:pt x="0" y="11397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1" name="Candidate_receptor__2630">
              <a:extLst>
                <a:ext uri="{FF2B5EF4-FFF2-40B4-BE49-F238E27FC236}">
                  <a16:creationId xmlns:a16="http://schemas.microsoft.com/office/drawing/2014/main" id="{F1B3B36A-350F-53FD-5C34-CF4DE6440673}"/>
                </a:ext>
              </a:extLst>
            </p:cNvPr>
            <p:cNvSpPr>
              <a:spLocks noGrp="1"/>
            </p:cNvSpPr>
            <p:nvPr/>
          </p:nvSpPr>
          <p:spPr>
            <a:xfrm>
              <a:off x="6303349" y="3858387"/>
              <a:ext cx="111128" cy="12566"/>
            </a:xfrm>
            <a:custGeom>
              <a:avLst/>
              <a:gdLst/>
              <a:ahLst/>
              <a:cxnLst/>
              <a:rect l="0" t="0" r="0" b="0"/>
              <a:pathLst>
                <a:path w="111128" h="12566">
                  <a:moveTo>
                    <a:pt x="0" y="12566"/>
                  </a:moveTo>
                  <a:lnTo>
                    <a:pt x="11112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2" name="Candidate_receptor__2631">
              <a:extLst>
                <a:ext uri="{FF2B5EF4-FFF2-40B4-BE49-F238E27FC236}">
                  <a16:creationId xmlns:a16="http://schemas.microsoft.com/office/drawing/2014/main" id="{994B503E-15FA-B12A-47C6-27A141DD90EA}"/>
                </a:ext>
              </a:extLst>
            </p:cNvPr>
            <p:cNvSpPr>
              <a:spLocks noGrp="1"/>
            </p:cNvSpPr>
            <p:nvPr/>
          </p:nvSpPr>
          <p:spPr>
            <a:xfrm>
              <a:off x="5727142" y="3674628"/>
              <a:ext cx="93041" cy="64674"/>
            </a:xfrm>
            <a:custGeom>
              <a:avLst/>
              <a:gdLst/>
              <a:ahLst/>
              <a:cxnLst/>
              <a:rect l="0" t="0" r="0" b="0"/>
              <a:pathLst>
                <a:path w="93041" h="64674">
                  <a:moveTo>
                    <a:pt x="0" y="64674"/>
                  </a:moveTo>
                  <a:lnTo>
                    <a:pt x="9304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3" name="Candidate_receptor__2632">
              <a:extLst>
                <a:ext uri="{FF2B5EF4-FFF2-40B4-BE49-F238E27FC236}">
                  <a16:creationId xmlns:a16="http://schemas.microsoft.com/office/drawing/2014/main" id="{3AF2D3E1-D0EA-AFF4-E588-B35C3DA99627}"/>
                </a:ext>
              </a:extLst>
            </p:cNvPr>
            <p:cNvSpPr>
              <a:spLocks noGrp="1"/>
            </p:cNvSpPr>
            <p:nvPr/>
          </p:nvSpPr>
          <p:spPr>
            <a:xfrm>
              <a:off x="5111129" y="4765705"/>
              <a:ext cx="19902" cy="8719"/>
            </a:xfrm>
            <a:custGeom>
              <a:avLst/>
              <a:gdLst/>
              <a:ahLst/>
              <a:cxnLst/>
              <a:rect l="0" t="0" r="0" b="0"/>
              <a:pathLst>
                <a:path w="19902" h="8719">
                  <a:moveTo>
                    <a:pt x="19902" y="87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4" name="Candidate_receptor__2633">
              <a:extLst>
                <a:ext uri="{FF2B5EF4-FFF2-40B4-BE49-F238E27FC236}">
                  <a16:creationId xmlns:a16="http://schemas.microsoft.com/office/drawing/2014/main" id="{24CC7B3B-9D6B-F9AA-7907-5FABE66C8AA4}"/>
                </a:ext>
              </a:extLst>
            </p:cNvPr>
            <p:cNvSpPr>
              <a:spLocks noGrp="1"/>
            </p:cNvSpPr>
            <p:nvPr/>
          </p:nvSpPr>
          <p:spPr>
            <a:xfrm>
              <a:off x="5991333" y="3674902"/>
              <a:ext cx="33290" cy="19408"/>
            </a:xfrm>
            <a:custGeom>
              <a:avLst/>
              <a:gdLst/>
              <a:ahLst/>
              <a:cxnLst/>
              <a:rect l="0" t="0" r="0" b="0"/>
              <a:pathLst>
                <a:path w="33290" h="19408">
                  <a:moveTo>
                    <a:pt x="33290" y="0"/>
                  </a:moveTo>
                  <a:lnTo>
                    <a:pt x="0" y="194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5" name="Candidate_receptor__2634">
              <a:extLst>
                <a:ext uri="{FF2B5EF4-FFF2-40B4-BE49-F238E27FC236}">
                  <a16:creationId xmlns:a16="http://schemas.microsoft.com/office/drawing/2014/main" id="{CDCAB644-7F45-CCF1-3851-5B480C27816D}"/>
                </a:ext>
              </a:extLst>
            </p:cNvPr>
            <p:cNvSpPr>
              <a:spLocks noGrp="1"/>
            </p:cNvSpPr>
            <p:nvPr/>
          </p:nvSpPr>
          <p:spPr>
            <a:xfrm>
              <a:off x="5826128" y="3975072"/>
              <a:ext cx="82410" cy="65828"/>
            </a:xfrm>
            <a:custGeom>
              <a:avLst/>
              <a:gdLst/>
              <a:ahLst/>
              <a:cxnLst/>
              <a:rect l="0" t="0" r="0" b="0"/>
              <a:pathLst>
                <a:path w="82410" h="65828">
                  <a:moveTo>
                    <a:pt x="0" y="65828"/>
                  </a:moveTo>
                  <a:lnTo>
                    <a:pt x="8241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6" name="Candidate_receptor__2635">
              <a:extLst>
                <a:ext uri="{FF2B5EF4-FFF2-40B4-BE49-F238E27FC236}">
                  <a16:creationId xmlns:a16="http://schemas.microsoft.com/office/drawing/2014/main" id="{70645A06-13F0-489A-4C6E-878EC5371C67}"/>
                </a:ext>
              </a:extLst>
            </p:cNvPr>
            <p:cNvSpPr>
              <a:spLocks noGrp="1"/>
            </p:cNvSpPr>
            <p:nvPr/>
          </p:nvSpPr>
          <p:spPr>
            <a:xfrm>
              <a:off x="4936143" y="5258096"/>
              <a:ext cx="32938" cy="2679"/>
            </a:xfrm>
            <a:custGeom>
              <a:avLst/>
              <a:gdLst/>
              <a:ahLst/>
              <a:cxnLst/>
              <a:rect l="0" t="0" r="0" b="0"/>
              <a:pathLst>
                <a:path w="32938" h="2679">
                  <a:moveTo>
                    <a:pt x="0" y="2679"/>
                  </a:moveTo>
                  <a:lnTo>
                    <a:pt x="3293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7" name="Candidate_receptor__2636">
              <a:extLst>
                <a:ext uri="{FF2B5EF4-FFF2-40B4-BE49-F238E27FC236}">
                  <a16:creationId xmlns:a16="http://schemas.microsoft.com/office/drawing/2014/main" id="{E19C35B6-7F2A-1D12-1A45-67C02F324C90}"/>
                </a:ext>
              </a:extLst>
            </p:cNvPr>
            <p:cNvSpPr>
              <a:spLocks noGrp="1"/>
            </p:cNvSpPr>
            <p:nvPr/>
          </p:nvSpPr>
          <p:spPr>
            <a:xfrm>
              <a:off x="5991705" y="4436197"/>
              <a:ext cx="64441" cy="73184"/>
            </a:xfrm>
            <a:custGeom>
              <a:avLst/>
              <a:gdLst/>
              <a:ahLst/>
              <a:cxnLst/>
              <a:rect l="0" t="0" r="0" b="0"/>
              <a:pathLst>
                <a:path w="64441" h="73184">
                  <a:moveTo>
                    <a:pt x="0" y="73184"/>
                  </a:moveTo>
                  <a:lnTo>
                    <a:pt x="6444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38" name="Candidate_receptor__2637">
              <a:extLst>
                <a:ext uri="{FF2B5EF4-FFF2-40B4-BE49-F238E27FC236}">
                  <a16:creationId xmlns:a16="http://schemas.microsoft.com/office/drawing/2014/main" id="{7B15FAA9-FBAE-4A77-5E03-C449F09ED356}"/>
                </a:ext>
              </a:extLst>
            </p:cNvPr>
            <p:cNvSpPr>
              <a:spLocks noGrp="1"/>
            </p:cNvSpPr>
            <p:nvPr/>
          </p:nvSpPr>
          <p:spPr>
            <a:xfrm>
              <a:off x="6117972" y="3450832"/>
              <a:ext cx="106304" cy="20715"/>
            </a:xfrm>
            <a:custGeom>
              <a:avLst/>
              <a:gdLst/>
              <a:ahLst/>
              <a:cxnLst/>
              <a:rect l="0" t="0" r="0" b="0"/>
              <a:pathLst>
                <a:path w="106304" h="20715">
                  <a:moveTo>
                    <a:pt x="106304" y="207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39" name="Candidate_receptor__2638">
              <a:extLst>
                <a:ext uri="{FF2B5EF4-FFF2-40B4-BE49-F238E27FC236}">
                  <a16:creationId xmlns:a16="http://schemas.microsoft.com/office/drawing/2014/main" id="{805DB57C-9731-D766-DD7C-40E0EE47E204}"/>
                </a:ext>
              </a:extLst>
            </p:cNvPr>
            <p:cNvSpPr>
              <a:spLocks noGrp="1"/>
            </p:cNvSpPr>
            <p:nvPr/>
          </p:nvSpPr>
          <p:spPr>
            <a:xfrm>
              <a:off x="5889372" y="4334076"/>
              <a:ext cx="63491" cy="71922"/>
            </a:xfrm>
            <a:custGeom>
              <a:avLst/>
              <a:gdLst/>
              <a:ahLst/>
              <a:cxnLst/>
              <a:rect l="0" t="0" r="0" b="0"/>
              <a:pathLst>
                <a:path w="63491" h="71922">
                  <a:moveTo>
                    <a:pt x="0" y="71922"/>
                  </a:moveTo>
                  <a:lnTo>
                    <a:pt x="63491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0" name="Candidate_receptor__2639">
              <a:extLst>
                <a:ext uri="{FF2B5EF4-FFF2-40B4-BE49-F238E27FC236}">
                  <a16:creationId xmlns:a16="http://schemas.microsoft.com/office/drawing/2014/main" id="{A1412F15-81BA-99D2-689C-B99FCEE5AC8E}"/>
                </a:ext>
              </a:extLst>
            </p:cNvPr>
            <p:cNvSpPr>
              <a:spLocks noGrp="1"/>
            </p:cNvSpPr>
            <p:nvPr/>
          </p:nvSpPr>
          <p:spPr>
            <a:xfrm>
              <a:off x="5997499" y="3800105"/>
              <a:ext cx="102455" cy="48553"/>
            </a:xfrm>
            <a:custGeom>
              <a:avLst/>
              <a:gdLst/>
              <a:ahLst/>
              <a:cxnLst/>
              <a:rect l="0" t="0" r="0" b="0"/>
              <a:pathLst>
                <a:path w="102455" h="48553">
                  <a:moveTo>
                    <a:pt x="102455" y="0"/>
                  </a:moveTo>
                  <a:lnTo>
                    <a:pt x="0" y="4855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1" name="Candidate_receptor__2640">
              <a:extLst>
                <a:ext uri="{FF2B5EF4-FFF2-40B4-BE49-F238E27FC236}">
                  <a16:creationId xmlns:a16="http://schemas.microsoft.com/office/drawing/2014/main" id="{A7C30BA5-3FE2-752C-F54B-49333E100E0A}"/>
                </a:ext>
              </a:extLst>
            </p:cNvPr>
            <p:cNvSpPr>
              <a:spLocks noGrp="1"/>
            </p:cNvSpPr>
            <p:nvPr/>
          </p:nvSpPr>
          <p:spPr>
            <a:xfrm>
              <a:off x="4404621" y="4689854"/>
              <a:ext cx="85251" cy="36964"/>
            </a:xfrm>
            <a:custGeom>
              <a:avLst/>
              <a:gdLst/>
              <a:ahLst/>
              <a:cxnLst/>
              <a:rect l="0" t="0" r="0" b="0"/>
              <a:pathLst>
                <a:path w="85251" h="36964">
                  <a:moveTo>
                    <a:pt x="85251" y="0"/>
                  </a:moveTo>
                  <a:lnTo>
                    <a:pt x="0" y="3696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2" name="Candidate_receptor__2641">
              <a:extLst>
                <a:ext uri="{FF2B5EF4-FFF2-40B4-BE49-F238E27FC236}">
                  <a16:creationId xmlns:a16="http://schemas.microsoft.com/office/drawing/2014/main" id="{6DBC1334-B777-3EFE-BAC0-B4DE548F6F18}"/>
                </a:ext>
              </a:extLst>
            </p:cNvPr>
            <p:cNvSpPr>
              <a:spLocks noGrp="1"/>
            </p:cNvSpPr>
            <p:nvPr/>
          </p:nvSpPr>
          <p:spPr>
            <a:xfrm>
              <a:off x="5612098" y="4206641"/>
              <a:ext cx="83854" cy="75544"/>
            </a:xfrm>
            <a:custGeom>
              <a:avLst/>
              <a:gdLst/>
              <a:ahLst/>
              <a:cxnLst/>
              <a:rect l="0" t="0" r="0" b="0"/>
              <a:pathLst>
                <a:path w="83854" h="75544">
                  <a:moveTo>
                    <a:pt x="0" y="75544"/>
                  </a:moveTo>
                  <a:lnTo>
                    <a:pt x="83854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3" name="Candidate_receptor__2642">
              <a:extLst>
                <a:ext uri="{FF2B5EF4-FFF2-40B4-BE49-F238E27FC236}">
                  <a16:creationId xmlns:a16="http://schemas.microsoft.com/office/drawing/2014/main" id="{C59EFEC1-E34E-005A-EC2E-4CD3E35CFE7F}"/>
                </a:ext>
              </a:extLst>
            </p:cNvPr>
            <p:cNvSpPr>
              <a:spLocks noGrp="1"/>
            </p:cNvSpPr>
            <p:nvPr/>
          </p:nvSpPr>
          <p:spPr>
            <a:xfrm>
              <a:off x="5470723" y="4522677"/>
              <a:ext cx="47338" cy="23363"/>
            </a:xfrm>
            <a:custGeom>
              <a:avLst/>
              <a:gdLst/>
              <a:ahLst/>
              <a:cxnLst/>
              <a:rect l="0" t="0" r="0" b="0"/>
              <a:pathLst>
                <a:path w="47338" h="23363">
                  <a:moveTo>
                    <a:pt x="47338" y="0"/>
                  </a:moveTo>
                  <a:lnTo>
                    <a:pt x="0" y="23363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4" name="Candidate_receptor__2643">
              <a:extLst>
                <a:ext uri="{FF2B5EF4-FFF2-40B4-BE49-F238E27FC236}">
                  <a16:creationId xmlns:a16="http://schemas.microsoft.com/office/drawing/2014/main" id="{2A7F446B-C6BD-42A1-1950-75B7AEC0C1FC}"/>
                </a:ext>
              </a:extLst>
            </p:cNvPr>
            <p:cNvSpPr>
              <a:spLocks noGrp="1"/>
            </p:cNvSpPr>
            <p:nvPr/>
          </p:nvSpPr>
          <p:spPr>
            <a:xfrm>
              <a:off x="6263432" y="4466385"/>
              <a:ext cx="109319" cy="33850"/>
            </a:xfrm>
            <a:custGeom>
              <a:avLst/>
              <a:gdLst/>
              <a:ahLst/>
              <a:cxnLst/>
              <a:rect l="0" t="0" r="0" b="0"/>
              <a:pathLst>
                <a:path w="109319" h="33850">
                  <a:moveTo>
                    <a:pt x="0" y="33850"/>
                  </a:moveTo>
                  <a:lnTo>
                    <a:pt x="109319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5" name="Candidate_receptor__2644">
              <a:extLst>
                <a:ext uri="{FF2B5EF4-FFF2-40B4-BE49-F238E27FC236}">
                  <a16:creationId xmlns:a16="http://schemas.microsoft.com/office/drawing/2014/main" id="{6BF2CE01-5932-3CFF-9113-CD1888DE7627}"/>
                </a:ext>
              </a:extLst>
            </p:cNvPr>
            <p:cNvSpPr>
              <a:spLocks noGrp="1"/>
            </p:cNvSpPr>
            <p:nvPr/>
          </p:nvSpPr>
          <p:spPr>
            <a:xfrm>
              <a:off x="5543765" y="4120555"/>
              <a:ext cx="88764" cy="29439"/>
            </a:xfrm>
            <a:custGeom>
              <a:avLst/>
              <a:gdLst/>
              <a:ahLst/>
              <a:cxnLst/>
              <a:rect l="0" t="0" r="0" b="0"/>
              <a:pathLst>
                <a:path w="88764" h="29439">
                  <a:moveTo>
                    <a:pt x="88764" y="0"/>
                  </a:moveTo>
                  <a:lnTo>
                    <a:pt x="0" y="2943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6" name="Candidate_receptor__2645">
              <a:extLst>
                <a:ext uri="{FF2B5EF4-FFF2-40B4-BE49-F238E27FC236}">
                  <a16:creationId xmlns:a16="http://schemas.microsoft.com/office/drawing/2014/main" id="{F196F472-7E90-D261-9D51-AC569968B1EE}"/>
                </a:ext>
              </a:extLst>
            </p:cNvPr>
            <p:cNvSpPr>
              <a:spLocks noGrp="1"/>
            </p:cNvSpPr>
            <p:nvPr/>
          </p:nvSpPr>
          <p:spPr>
            <a:xfrm>
              <a:off x="5847929" y="4149558"/>
              <a:ext cx="85583" cy="76690"/>
            </a:xfrm>
            <a:custGeom>
              <a:avLst/>
              <a:gdLst/>
              <a:ahLst/>
              <a:cxnLst/>
              <a:rect l="0" t="0" r="0" b="0"/>
              <a:pathLst>
                <a:path w="85583" h="76690">
                  <a:moveTo>
                    <a:pt x="0" y="76690"/>
                  </a:moveTo>
                  <a:lnTo>
                    <a:pt x="8558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7" name="Candidate_receptor__2646">
              <a:extLst>
                <a:ext uri="{FF2B5EF4-FFF2-40B4-BE49-F238E27FC236}">
                  <a16:creationId xmlns:a16="http://schemas.microsoft.com/office/drawing/2014/main" id="{7AF10703-1423-3A8C-0DA9-298A3875B0F9}"/>
                </a:ext>
              </a:extLst>
            </p:cNvPr>
            <p:cNvSpPr>
              <a:spLocks noGrp="1"/>
            </p:cNvSpPr>
            <p:nvPr/>
          </p:nvSpPr>
          <p:spPr>
            <a:xfrm>
              <a:off x="6369354" y="4900693"/>
              <a:ext cx="104792" cy="19829"/>
            </a:xfrm>
            <a:custGeom>
              <a:avLst/>
              <a:gdLst/>
              <a:ahLst/>
              <a:cxnLst/>
              <a:rect l="0" t="0" r="0" b="0"/>
              <a:pathLst>
                <a:path w="104792" h="19829">
                  <a:moveTo>
                    <a:pt x="0" y="19829"/>
                  </a:moveTo>
                  <a:lnTo>
                    <a:pt x="104792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48" name="Candidate_receptor__2647">
              <a:extLst>
                <a:ext uri="{FF2B5EF4-FFF2-40B4-BE49-F238E27FC236}">
                  <a16:creationId xmlns:a16="http://schemas.microsoft.com/office/drawing/2014/main" id="{FB96A875-9FA7-73AC-4D7C-AAFE21F3A0F1}"/>
                </a:ext>
              </a:extLst>
            </p:cNvPr>
            <p:cNvSpPr>
              <a:spLocks noGrp="1"/>
            </p:cNvSpPr>
            <p:nvPr/>
          </p:nvSpPr>
          <p:spPr>
            <a:xfrm>
              <a:off x="5572910" y="4618065"/>
              <a:ext cx="31608" cy="56309"/>
            </a:xfrm>
            <a:custGeom>
              <a:avLst/>
              <a:gdLst/>
              <a:ahLst/>
              <a:cxnLst/>
              <a:rect l="0" t="0" r="0" b="0"/>
              <a:pathLst>
                <a:path w="31608" h="56309">
                  <a:moveTo>
                    <a:pt x="0" y="56309"/>
                  </a:moveTo>
                  <a:lnTo>
                    <a:pt x="3160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49" name="Candidate_receptor__2648">
              <a:extLst>
                <a:ext uri="{FF2B5EF4-FFF2-40B4-BE49-F238E27FC236}">
                  <a16:creationId xmlns:a16="http://schemas.microsoft.com/office/drawing/2014/main" id="{0F5F0FC0-944C-071C-D9CB-F43EE831FA22}"/>
                </a:ext>
              </a:extLst>
            </p:cNvPr>
            <p:cNvSpPr>
              <a:spLocks noGrp="1"/>
            </p:cNvSpPr>
            <p:nvPr/>
          </p:nvSpPr>
          <p:spPr>
            <a:xfrm>
              <a:off x="5149545" y="4955891"/>
              <a:ext cx="10795" cy="112727"/>
            </a:xfrm>
            <a:custGeom>
              <a:avLst/>
              <a:gdLst/>
              <a:ahLst/>
              <a:cxnLst/>
              <a:rect l="0" t="0" r="0" b="0"/>
              <a:pathLst>
                <a:path w="10795" h="112727">
                  <a:moveTo>
                    <a:pt x="10795" y="1127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0" name="Candidate_receptor__2649">
              <a:extLst>
                <a:ext uri="{FF2B5EF4-FFF2-40B4-BE49-F238E27FC236}">
                  <a16:creationId xmlns:a16="http://schemas.microsoft.com/office/drawing/2014/main" id="{D310D3E3-4E19-A962-8AC4-A5CCC99D8382}"/>
                </a:ext>
              </a:extLst>
            </p:cNvPr>
            <p:cNvSpPr>
              <a:spLocks noGrp="1"/>
            </p:cNvSpPr>
            <p:nvPr/>
          </p:nvSpPr>
          <p:spPr>
            <a:xfrm>
              <a:off x="4903447" y="3486277"/>
              <a:ext cx="102268" cy="43567"/>
            </a:xfrm>
            <a:custGeom>
              <a:avLst/>
              <a:gdLst/>
              <a:ahLst/>
              <a:cxnLst/>
              <a:rect l="0" t="0" r="0" b="0"/>
              <a:pathLst>
                <a:path w="102268" h="43567">
                  <a:moveTo>
                    <a:pt x="102268" y="4356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1" name="Candidate_receptor__2650">
              <a:extLst>
                <a:ext uri="{FF2B5EF4-FFF2-40B4-BE49-F238E27FC236}">
                  <a16:creationId xmlns:a16="http://schemas.microsoft.com/office/drawing/2014/main" id="{95250F50-5341-AA3B-23BE-D13A83CCC4F8}"/>
                </a:ext>
              </a:extLst>
            </p:cNvPr>
            <p:cNvSpPr>
              <a:spLocks noGrp="1"/>
            </p:cNvSpPr>
            <p:nvPr/>
          </p:nvSpPr>
          <p:spPr>
            <a:xfrm>
              <a:off x="4847565" y="4889872"/>
              <a:ext cx="927" cy="77640"/>
            </a:xfrm>
            <a:custGeom>
              <a:avLst/>
              <a:gdLst/>
              <a:ahLst/>
              <a:cxnLst/>
              <a:rect l="0" t="0" r="0" b="0"/>
              <a:pathLst>
                <a:path w="927" h="77640">
                  <a:moveTo>
                    <a:pt x="0" y="77640"/>
                  </a:moveTo>
                  <a:lnTo>
                    <a:pt x="927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2" name="Candidate_receptor__2651">
              <a:extLst>
                <a:ext uri="{FF2B5EF4-FFF2-40B4-BE49-F238E27FC236}">
                  <a16:creationId xmlns:a16="http://schemas.microsoft.com/office/drawing/2014/main" id="{C9C536C4-208A-3763-19AD-7E26AC797D42}"/>
                </a:ext>
              </a:extLst>
            </p:cNvPr>
            <p:cNvSpPr>
              <a:spLocks noGrp="1"/>
            </p:cNvSpPr>
            <p:nvPr/>
          </p:nvSpPr>
          <p:spPr>
            <a:xfrm>
              <a:off x="4489872" y="4662530"/>
              <a:ext cx="67866" cy="27324"/>
            </a:xfrm>
            <a:custGeom>
              <a:avLst/>
              <a:gdLst/>
              <a:ahLst/>
              <a:cxnLst/>
              <a:rect l="0" t="0" r="0" b="0"/>
              <a:pathLst>
                <a:path w="67866" h="27324">
                  <a:moveTo>
                    <a:pt x="67866" y="0"/>
                  </a:moveTo>
                  <a:lnTo>
                    <a:pt x="0" y="2732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3" name="Candidate_receptor__2652">
              <a:extLst>
                <a:ext uri="{FF2B5EF4-FFF2-40B4-BE49-F238E27FC236}">
                  <a16:creationId xmlns:a16="http://schemas.microsoft.com/office/drawing/2014/main" id="{D2B1405C-D1EC-2293-9915-61AE73ABED3F}"/>
                </a:ext>
              </a:extLst>
            </p:cNvPr>
            <p:cNvSpPr>
              <a:spLocks noGrp="1"/>
            </p:cNvSpPr>
            <p:nvPr/>
          </p:nvSpPr>
          <p:spPr>
            <a:xfrm>
              <a:off x="4401190" y="4726819"/>
              <a:ext cx="3431" cy="107932"/>
            </a:xfrm>
            <a:custGeom>
              <a:avLst/>
              <a:gdLst/>
              <a:ahLst/>
              <a:cxnLst/>
              <a:rect l="0" t="0" r="0" b="0"/>
              <a:pathLst>
                <a:path w="3431" h="107932">
                  <a:moveTo>
                    <a:pt x="3431" y="0"/>
                  </a:moveTo>
                  <a:lnTo>
                    <a:pt x="0" y="107932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4" name="Candidate_receptor__2653">
              <a:extLst>
                <a:ext uri="{FF2B5EF4-FFF2-40B4-BE49-F238E27FC236}">
                  <a16:creationId xmlns:a16="http://schemas.microsoft.com/office/drawing/2014/main" id="{A3E66F23-3F5F-9DEA-DA9E-7769C3B243A5}"/>
                </a:ext>
              </a:extLst>
            </p:cNvPr>
            <p:cNvSpPr>
              <a:spLocks noGrp="1"/>
            </p:cNvSpPr>
            <p:nvPr/>
          </p:nvSpPr>
          <p:spPr>
            <a:xfrm>
              <a:off x="6474145" y="4803684"/>
              <a:ext cx="21914" cy="97008"/>
            </a:xfrm>
            <a:custGeom>
              <a:avLst/>
              <a:gdLst/>
              <a:ahLst/>
              <a:cxnLst/>
              <a:rect l="0" t="0" r="0" b="0"/>
              <a:pathLst>
                <a:path w="21914" h="97008">
                  <a:moveTo>
                    <a:pt x="0" y="97008"/>
                  </a:moveTo>
                  <a:lnTo>
                    <a:pt x="21914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55" name="Candidate_receptor__2654">
              <a:extLst>
                <a:ext uri="{FF2B5EF4-FFF2-40B4-BE49-F238E27FC236}">
                  <a16:creationId xmlns:a16="http://schemas.microsoft.com/office/drawing/2014/main" id="{CCBC9739-4524-DB4E-D824-EB4BC5762DD8}"/>
                </a:ext>
              </a:extLst>
            </p:cNvPr>
            <p:cNvSpPr>
              <a:spLocks noGrp="1"/>
            </p:cNvSpPr>
            <p:nvPr/>
          </p:nvSpPr>
          <p:spPr>
            <a:xfrm>
              <a:off x="4988017" y="4875169"/>
              <a:ext cx="10174" cy="109040"/>
            </a:xfrm>
            <a:custGeom>
              <a:avLst/>
              <a:gdLst/>
              <a:ahLst/>
              <a:cxnLst/>
              <a:rect l="0" t="0" r="0" b="0"/>
              <a:pathLst>
                <a:path w="10174" h="109040">
                  <a:moveTo>
                    <a:pt x="10174" y="1090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6" name="Candidate_receptor__2655">
              <a:extLst>
                <a:ext uri="{FF2B5EF4-FFF2-40B4-BE49-F238E27FC236}">
                  <a16:creationId xmlns:a16="http://schemas.microsoft.com/office/drawing/2014/main" id="{124BF921-445A-7262-46C1-C99498004498}"/>
                </a:ext>
              </a:extLst>
            </p:cNvPr>
            <p:cNvSpPr>
              <a:spLocks noGrp="1"/>
            </p:cNvSpPr>
            <p:nvPr/>
          </p:nvSpPr>
          <p:spPr>
            <a:xfrm>
              <a:off x="4905996" y="5120655"/>
              <a:ext cx="101643" cy="29779"/>
            </a:xfrm>
            <a:custGeom>
              <a:avLst/>
              <a:gdLst/>
              <a:ahLst/>
              <a:cxnLst/>
              <a:rect l="0" t="0" r="0" b="0"/>
              <a:pathLst>
                <a:path w="101643" h="29779">
                  <a:moveTo>
                    <a:pt x="101643" y="297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7" name="Candidate_receptor__2656">
              <a:extLst>
                <a:ext uri="{FF2B5EF4-FFF2-40B4-BE49-F238E27FC236}">
                  <a16:creationId xmlns:a16="http://schemas.microsoft.com/office/drawing/2014/main" id="{44A0B2D0-0AAE-F681-71A8-B7DFC1369692}"/>
                </a:ext>
              </a:extLst>
            </p:cNvPr>
            <p:cNvSpPr>
              <a:spLocks noGrp="1"/>
            </p:cNvSpPr>
            <p:nvPr/>
          </p:nvSpPr>
          <p:spPr>
            <a:xfrm>
              <a:off x="4659532" y="4741368"/>
              <a:ext cx="44801" cy="35188"/>
            </a:xfrm>
            <a:custGeom>
              <a:avLst/>
              <a:gdLst/>
              <a:ahLst/>
              <a:cxnLst/>
              <a:rect l="0" t="0" r="0" b="0"/>
              <a:pathLst>
                <a:path w="44801" h="35188">
                  <a:moveTo>
                    <a:pt x="44801" y="35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8" name="Candidate_receptor__2657">
              <a:extLst>
                <a:ext uri="{FF2B5EF4-FFF2-40B4-BE49-F238E27FC236}">
                  <a16:creationId xmlns:a16="http://schemas.microsoft.com/office/drawing/2014/main" id="{4AFCC424-481F-2EC6-3772-7A7BBED1E70E}"/>
                </a:ext>
              </a:extLst>
            </p:cNvPr>
            <p:cNvSpPr>
              <a:spLocks noGrp="1"/>
            </p:cNvSpPr>
            <p:nvPr/>
          </p:nvSpPr>
          <p:spPr>
            <a:xfrm>
              <a:off x="5379747" y="4389774"/>
              <a:ext cx="108034" cy="36649"/>
            </a:xfrm>
            <a:custGeom>
              <a:avLst/>
              <a:gdLst/>
              <a:ahLst/>
              <a:cxnLst/>
              <a:rect l="0" t="0" r="0" b="0"/>
              <a:pathLst>
                <a:path w="108034" h="36649">
                  <a:moveTo>
                    <a:pt x="108034" y="0"/>
                  </a:moveTo>
                  <a:lnTo>
                    <a:pt x="0" y="3664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59" name="Candidate_receptor__2658">
              <a:extLst>
                <a:ext uri="{FF2B5EF4-FFF2-40B4-BE49-F238E27FC236}">
                  <a16:creationId xmlns:a16="http://schemas.microsoft.com/office/drawing/2014/main" id="{BDC8559B-3860-1147-4A24-C890C5F56CE9}"/>
                </a:ext>
              </a:extLst>
            </p:cNvPr>
            <p:cNvSpPr>
              <a:spLocks noGrp="1"/>
            </p:cNvSpPr>
            <p:nvPr/>
          </p:nvSpPr>
          <p:spPr>
            <a:xfrm>
              <a:off x="5343627" y="5380456"/>
              <a:ext cx="9719" cy="37860"/>
            </a:xfrm>
            <a:custGeom>
              <a:avLst/>
              <a:gdLst/>
              <a:ahLst/>
              <a:cxnLst/>
              <a:rect l="0" t="0" r="0" b="0"/>
              <a:pathLst>
                <a:path w="9719" h="37860">
                  <a:moveTo>
                    <a:pt x="9719" y="378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0" name="Candidate_receptor__2659">
              <a:extLst>
                <a:ext uri="{FF2B5EF4-FFF2-40B4-BE49-F238E27FC236}">
                  <a16:creationId xmlns:a16="http://schemas.microsoft.com/office/drawing/2014/main" id="{3D1EF980-DE38-E923-F361-4161A4D686C8}"/>
                </a:ext>
              </a:extLst>
            </p:cNvPr>
            <p:cNvSpPr>
              <a:spLocks noGrp="1"/>
            </p:cNvSpPr>
            <p:nvPr/>
          </p:nvSpPr>
          <p:spPr>
            <a:xfrm>
              <a:off x="4825975" y="4802260"/>
              <a:ext cx="22518" cy="87612"/>
            </a:xfrm>
            <a:custGeom>
              <a:avLst/>
              <a:gdLst/>
              <a:ahLst/>
              <a:cxnLst/>
              <a:rect l="0" t="0" r="0" b="0"/>
              <a:pathLst>
                <a:path w="22518" h="87612">
                  <a:moveTo>
                    <a:pt x="22518" y="87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1" name="Candidate_receptor__2660">
              <a:extLst>
                <a:ext uri="{FF2B5EF4-FFF2-40B4-BE49-F238E27FC236}">
                  <a16:creationId xmlns:a16="http://schemas.microsoft.com/office/drawing/2014/main" id="{D7626FD6-9137-0104-8D0C-0C9A007F46FF}"/>
                </a:ext>
              </a:extLst>
            </p:cNvPr>
            <p:cNvSpPr>
              <a:spLocks noGrp="1"/>
            </p:cNvSpPr>
            <p:nvPr/>
          </p:nvSpPr>
          <p:spPr>
            <a:xfrm>
              <a:off x="6553732" y="4405538"/>
              <a:ext cx="47655" cy="27314"/>
            </a:xfrm>
            <a:custGeom>
              <a:avLst/>
              <a:gdLst/>
              <a:ahLst/>
              <a:cxnLst/>
              <a:rect l="0" t="0" r="0" b="0"/>
              <a:pathLst>
                <a:path w="47655" h="27314">
                  <a:moveTo>
                    <a:pt x="0" y="27314"/>
                  </a:moveTo>
                  <a:lnTo>
                    <a:pt x="4765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2" name="Candidate_receptor__2661">
              <a:extLst>
                <a:ext uri="{FF2B5EF4-FFF2-40B4-BE49-F238E27FC236}">
                  <a16:creationId xmlns:a16="http://schemas.microsoft.com/office/drawing/2014/main" id="{3B7D7E83-81CD-1A96-40E4-0D9865957150}"/>
                </a:ext>
              </a:extLst>
            </p:cNvPr>
            <p:cNvSpPr>
              <a:spLocks noGrp="1"/>
            </p:cNvSpPr>
            <p:nvPr/>
          </p:nvSpPr>
          <p:spPr>
            <a:xfrm>
              <a:off x="6421186" y="3421055"/>
              <a:ext cx="24684" cy="57039"/>
            </a:xfrm>
            <a:custGeom>
              <a:avLst/>
              <a:gdLst/>
              <a:ahLst/>
              <a:cxnLst/>
              <a:rect l="0" t="0" r="0" b="0"/>
              <a:pathLst>
                <a:path w="24684" h="57039">
                  <a:moveTo>
                    <a:pt x="24684" y="570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63" name="Candidate_receptor__2662">
              <a:extLst>
                <a:ext uri="{FF2B5EF4-FFF2-40B4-BE49-F238E27FC236}">
                  <a16:creationId xmlns:a16="http://schemas.microsoft.com/office/drawing/2014/main" id="{86825824-BF90-44FD-1790-D39BE77AE9A7}"/>
                </a:ext>
              </a:extLst>
            </p:cNvPr>
            <p:cNvSpPr>
              <a:spLocks noGrp="1"/>
            </p:cNvSpPr>
            <p:nvPr/>
          </p:nvSpPr>
          <p:spPr>
            <a:xfrm>
              <a:off x="5604518" y="4520036"/>
              <a:ext cx="17685" cy="98029"/>
            </a:xfrm>
            <a:custGeom>
              <a:avLst/>
              <a:gdLst/>
              <a:ahLst/>
              <a:cxnLst/>
              <a:rect l="0" t="0" r="0" b="0"/>
              <a:pathLst>
                <a:path w="17685" h="98029">
                  <a:moveTo>
                    <a:pt x="0" y="98029"/>
                  </a:moveTo>
                  <a:lnTo>
                    <a:pt x="1768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4" name="Candidate_receptor__2663">
              <a:extLst>
                <a:ext uri="{FF2B5EF4-FFF2-40B4-BE49-F238E27FC236}">
                  <a16:creationId xmlns:a16="http://schemas.microsoft.com/office/drawing/2014/main" id="{74A2E71B-3F5C-30DA-A3C2-04A43FB0E217}"/>
                </a:ext>
              </a:extLst>
            </p:cNvPr>
            <p:cNvSpPr>
              <a:spLocks noGrp="1"/>
            </p:cNvSpPr>
            <p:nvPr/>
          </p:nvSpPr>
          <p:spPr>
            <a:xfrm>
              <a:off x="4610161" y="2342768"/>
              <a:ext cx="56576" cy="100105"/>
            </a:xfrm>
            <a:custGeom>
              <a:avLst/>
              <a:gdLst/>
              <a:ahLst/>
              <a:cxnLst/>
              <a:rect l="0" t="0" r="0" b="0"/>
              <a:pathLst>
                <a:path w="56576" h="100105">
                  <a:moveTo>
                    <a:pt x="0" y="0"/>
                  </a:moveTo>
                  <a:lnTo>
                    <a:pt x="56576" y="100105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5" name="Candidate_receptor__2664">
              <a:extLst>
                <a:ext uri="{FF2B5EF4-FFF2-40B4-BE49-F238E27FC236}">
                  <a16:creationId xmlns:a16="http://schemas.microsoft.com/office/drawing/2014/main" id="{C47C7092-2FC5-408E-E559-3746976F42CF}"/>
                </a:ext>
              </a:extLst>
            </p:cNvPr>
            <p:cNvSpPr>
              <a:spLocks noGrp="1"/>
            </p:cNvSpPr>
            <p:nvPr/>
          </p:nvSpPr>
          <p:spPr>
            <a:xfrm>
              <a:off x="6024623" y="3617503"/>
              <a:ext cx="94667" cy="57399"/>
            </a:xfrm>
            <a:custGeom>
              <a:avLst/>
              <a:gdLst/>
              <a:ahLst/>
              <a:cxnLst/>
              <a:rect l="0" t="0" r="0" b="0"/>
              <a:pathLst>
                <a:path w="94667" h="57399">
                  <a:moveTo>
                    <a:pt x="94667" y="0"/>
                  </a:moveTo>
                  <a:lnTo>
                    <a:pt x="0" y="57399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6" name="Candidate_receptor__2665">
              <a:extLst>
                <a:ext uri="{FF2B5EF4-FFF2-40B4-BE49-F238E27FC236}">
                  <a16:creationId xmlns:a16="http://schemas.microsoft.com/office/drawing/2014/main" id="{C3E7BB17-C7A7-1315-050F-4C6DBB36241B}"/>
                </a:ext>
              </a:extLst>
            </p:cNvPr>
            <p:cNvSpPr>
              <a:spLocks noGrp="1"/>
            </p:cNvSpPr>
            <p:nvPr/>
          </p:nvSpPr>
          <p:spPr>
            <a:xfrm>
              <a:off x="5039608" y="4647638"/>
              <a:ext cx="99636" cy="12144"/>
            </a:xfrm>
            <a:custGeom>
              <a:avLst/>
              <a:gdLst/>
              <a:ahLst/>
              <a:cxnLst/>
              <a:rect l="0" t="0" r="0" b="0"/>
              <a:pathLst>
                <a:path w="99636" h="12144">
                  <a:moveTo>
                    <a:pt x="0" y="0"/>
                  </a:moveTo>
                  <a:lnTo>
                    <a:pt x="99636" y="12144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7" name="Candidate_receptor__2666">
              <a:extLst>
                <a:ext uri="{FF2B5EF4-FFF2-40B4-BE49-F238E27FC236}">
                  <a16:creationId xmlns:a16="http://schemas.microsoft.com/office/drawing/2014/main" id="{AAB7D509-8751-3D0F-2719-A4132FE94DDB}"/>
                </a:ext>
              </a:extLst>
            </p:cNvPr>
            <p:cNvSpPr>
              <a:spLocks noGrp="1"/>
            </p:cNvSpPr>
            <p:nvPr/>
          </p:nvSpPr>
          <p:spPr>
            <a:xfrm>
              <a:off x="5609856" y="3072059"/>
              <a:ext cx="51873" cy="30865"/>
            </a:xfrm>
            <a:custGeom>
              <a:avLst/>
              <a:gdLst/>
              <a:ahLst/>
              <a:cxnLst/>
              <a:rect l="0" t="0" r="0" b="0"/>
              <a:pathLst>
                <a:path w="51873" h="30865">
                  <a:moveTo>
                    <a:pt x="0" y="30865"/>
                  </a:moveTo>
                  <a:lnTo>
                    <a:pt x="51873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8" name="Candidate_receptor__2667">
              <a:extLst>
                <a:ext uri="{FF2B5EF4-FFF2-40B4-BE49-F238E27FC236}">
                  <a16:creationId xmlns:a16="http://schemas.microsoft.com/office/drawing/2014/main" id="{22E6726A-4D63-FF78-6CEE-97200151C683}"/>
                </a:ext>
              </a:extLst>
            </p:cNvPr>
            <p:cNvSpPr>
              <a:spLocks noGrp="1"/>
            </p:cNvSpPr>
            <p:nvPr/>
          </p:nvSpPr>
          <p:spPr>
            <a:xfrm>
              <a:off x="6357697" y="4556343"/>
              <a:ext cx="40021" cy="69741"/>
            </a:xfrm>
            <a:custGeom>
              <a:avLst/>
              <a:gdLst/>
              <a:ahLst/>
              <a:cxnLst/>
              <a:rect l="0" t="0" r="0" b="0"/>
              <a:pathLst>
                <a:path w="40021" h="69741">
                  <a:moveTo>
                    <a:pt x="40021" y="0"/>
                  </a:moveTo>
                  <a:lnTo>
                    <a:pt x="0" y="69741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69" name="Candidate_receptor__2668">
              <a:extLst>
                <a:ext uri="{FF2B5EF4-FFF2-40B4-BE49-F238E27FC236}">
                  <a16:creationId xmlns:a16="http://schemas.microsoft.com/office/drawing/2014/main" id="{C571B92D-5017-40D1-BB09-FB66E970F3C1}"/>
                </a:ext>
              </a:extLst>
            </p:cNvPr>
            <p:cNvSpPr>
              <a:spLocks noGrp="1"/>
            </p:cNvSpPr>
            <p:nvPr/>
          </p:nvSpPr>
          <p:spPr>
            <a:xfrm>
              <a:off x="4851322" y="5120655"/>
              <a:ext cx="54674" cy="51055"/>
            </a:xfrm>
            <a:custGeom>
              <a:avLst/>
              <a:gdLst/>
              <a:ahLst/>
              <a:cxnLst/>
              <a:rect l="0" t="0" r="0" b="0"/>
              <a:pathLst>
                <a:path w="54674" h="51055">
                  <a:moveTo>
                    <a:pt x="54674" y="0"/>
                  </a:moveTo>
                  <a:lnTo>
                    <a:pt x="0" y="51055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0" name="Candidate_receptor__2669">
              <a:extLst>
                <a:ext uri="{FF2B5EF4-FFF2-40B4-BE49-F238E27FC236}">
                  <a16:creationId xmlns:a16="http://schemas.microsoft.com/office/drawing/2014/main" id="{C78AB93D-4974-419E-1796-56AB0712D225}"/>
                </a:ext>
              </a:extLst>
            </p:cNvPr>
            <p:cNvSpPr>
              <a:spLocks noGrp="1"/>
            </p:cNvSpPr>
            <p:nvPr/>
          </p:nvSpPr>
          <p:spPr>
            <a:xfrm>
              <a:off x="4557395" y="4772567"/>
              <a:ext cx="15689" cy="42825"/>
            </a:xfrm>
            <a:custGeom>
              <a:avLst/>
              <a:gdLst/>
              <a:ahLst/>
              <a:cxnLst/>
              <a:rect l="0" t="0" r="0" b="0"/>
              <a:pathLst>
                <a:path w="15689" h="42825">
                  <a:moveTo>
                    <a:pt x="15689" y="428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1" name="Candidate_receptor__2670">
              <a:extLst>
                <a:ext uri="{FF2B5EF4-FFF2-40B4-BE49-F238E27FC236}">
                  <a16:creationId xmlns:a16="http://schemas.microsoft.com/office/drawing/2014/main" id="{CEC2E5B8-DDED-6149-1ABE-1384075B82AB}"/>
                </a:ext>
              </a:extLst>
            </p:cNvPr>
            <p:cNvSpPr>
              <a:spLocks noGrp="1"/>
            </p:cNvSpPr>
            <p:nvPr/>
          </p:nvSpPr>
          <p:spPr>
            <a:xfrm>
              <a:off x="4995950" y="4647638"/>
              <a:ext cx="43658" cy="83761"/>
            </a:xfrm>
            <a:custGeom>
              <a:avLst/>
              <a:gdLst/>
              <a:ahLst/>
              <a:cxnLst/>
              <a:rect l="0" t="0" r="0" b="0"/>
              <a:pathLst>
                <a:path w="43658" h="83761">
                  <a:moveTo>
                    <a:pt x="0" y="83761"/>
                  </a:moveTo>
                  <a:lnTo>
                    <a:pt x="4365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2" name="Candidate_receptor__2671">
              <a:extLst>
                <a:ext uri="{FF2B5EF4-FFF2-40B4-BE49-F238E27FC236}">
                  <a16:creationId xmlns:a16="http://schemas.microsoft.com/office/drawing/2014/main" id="{981CA9B4-2C23-0DE2-A9F9-8E5881F399FC}"/>
                </a:ext>
              </a:extLst>
            </p:cNvPr>
            <p:cNvSpPr>
              <a:spLocks noGrp="1"/>
            </p:cNvSpPr>
            <p:nvPr/>
          </p:nvSpPr>
          <p:spPr>
            <a:xfrm>
              <a:off x="4835059" y="3486277"/>
              <a:ext cx="68387" cy="30537"/>
            </a:xfrm>
            <a:custGeom>
              <a:avLst/>
              <a:gdLst/>
              <a:ahLst/>
              <a:cxnLst/>
              <a:rect l="0" t="0" r="0" b="0"/>
              <a:pathLst>
                <a:path w="68387" h="30537">
                  <a:moveTo>
                    <a:pt x="68387" y="0"/>
                  </a:moveTo>
                  <a:lnTo>
                    <a:pt x="0" y="30537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73" name="Candidate_receptor__2672">
              <a:extLst>
                <a:ext uri="{FF2B5EF4-FFF2-40B4-BE49-F238E27FC236}">
                  <a16:creationId xmlns:a16="http://schemas.microsoft.com/office/drawing/2014/main" id="{0283C389-CF4B-3C46-3D7A-F8BAA0685BF5}"/>
                </a:ext>
              </a:extLst>
            </p:cNvPr>
            <p:cNvSpPr>
              <a:spLocks noGrp="1"/>
            </p:cNvSpPr>
            <p:nvPr/>
          </p:nvSpPr>
          <p:spPr>
            <a:xfrm>
              <a:off x="6468219" y="4294326"/>
              <a:ext cx="108396" cy="26308"/>
            </a:xfrm>
            <a:custGeom>
              <a:avLst/>
              <a:gdLst/>
              <a:ahLst/>
              <a:cxnLst/>
              <a:rect l="0" t="0" r="0" b="0"/>
              <a:pathLst>
                <a:path w="108396" h="26308">
                  <a:moveTo>
                    <a:pt x="108396" y="0"/>
                  </a:moveTo>
                  <a:lnTo>
                    <a:pt x="0" y="26308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4" name="Candidate_receptor__2673">
              <a:extLst>
                <a:ext uri="{FF2B5EF4-FFF2-40B4-BE49-F238E27FC236}">
                  <a16:creationId xmlns:a16="http://schemas.microsoft.com/office/drawing/2014/main" id="{7556EEBF-42F8-099A-0C7F-9FB7BCA0CB93}"/>
                </a:ext>
              </a:extLst>
            </p:cNvPr>
            <p:cNvSpPr>
              <a:spLocks noGrp="1"/>
            </p:cNvSpPr>
            <p:nvPr/>
          </p:nvSpPr>
          <p:spPr>
            <a:xfrm>
              <a:off x="4401190" y="4834751"/>
              <a:ext cx="59428" cy="32255"/>
            </a:xfrm>
            <a:custGeom>
              <a:avLst/>
              <a:gdLst/>
              <a:ahLst/>
              <a:cxnLst/>
              <a:rect l="0" t="0" r="0" b="0"/>
              <a:pathLst>
                <a:path w="59428" h="32255">
                  <a:moveTo>
                    <a:pt x="0" y="0"/>
                  </a:moveTo>
                  <a:lnTo>
                    <a:pt x="59428" y="32255"/>
                  </a:lnTo>
                </a:path>
              </a:pathLst>
            </a:custGeom>
            <a:noFill/>
            <a:ln w="8096">
              <a:solidFill>
                <a:srgbClr val="E1E5E8"/>
              </a:solidFill>
            </a:ln>
          </p:spPr>
        </p:sp>
        <p:sp>
          <p:nvSpPr>
            <p:cNvPr id="2675" name="Candidate_receptor__2674">
              <a:extLst>
                <a:ext uri="{FF2B5EF4-FFF2-40B4-BE49-F238E27FC236}">
                  <a16:creationId xmlns:a16="http://schemas.microsoft.com/office/drawing/2014/main" id="{472707EC-CE92-1D54-D5D8-C8188D3AB695}"/>
                </a:ext>
              </a:extLst>
            </p:cNvPr>
            <p:cNvSpPr>
              <a:spLocks noGrp="1"/>
            </p:cNvSpPr>
            <p:nvPr/>
          </p:nvSpPr>
          <p:spPr>
            <a:xfrm>
              <a:off x="6372751" y="4466385"/>
              <a:ext cx="24967" cy="89957"/>
            </a:xfrm>
            <a:custGeom>
              <a:avLst/>
              <a:gdLst/>
              <a:ahLst/>
              <a:cxnLst/>
              <a:rect l="0" t="0" r="0" b="0"/>
              <a:pathLst>
                <a:path w="24967" h="89957">
                  <a:moveTo>
                    <a:pt x="0" y="0"/>
                  </a:moveTo>
                  <a:lnTo>
                    <a:pt x="24967" y="89957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6" name="Candidate_receptor__2675">
              <a:extLst>
                <a:ext uri="{FF2B5EF4-FFF2-40B4-BE49-F238E27FC236}">
                  <a16:creationId xmlns:a16="http://schemas.microsoft.com/office/drawing/2014/main" id="{C8BBFF46-FDB2-7AAE-F092-38ACD07564F5}"/>
                </a:ext>
              </a:extLst>
            </p:cNvPr>
            <p:cNvSpPr>
              <a:spLocks noGrp="1"/>
            </p:cNvSpPr>
            <p:nvPr/>
          </p:nvSpPr>
          <p:spPr>
            <a:xfrm>
              <a:off x="5258723" y="4548748"/>
              <a:ext cx="54445" cy="75335"/>
            </a:xfrm>
            <a:custGeom>
              <a:avLst/>
              <a:gdLst/>
              <a:ahLst/>
              <a:cxnLst/>
              <a:rect l="0" t="0" r="0" b="0"/>
              <a:pathLst>
                <a:path w="54445" h="75335">
                  <a:moveTo>
                    <a:pt x="0" y="75335"/>
                  </a:moveTo>
                  <a:lnTo>
                    <a:pt x="54445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7" name="Candidate_receptor__2676">
              <a:extLst>
                <a:ext uri="{FF2B5EF4-FFF2-40B4-BE49-F238E27FC236}">
                  <a16:creationId xmlns:a16="http://schemas.microsoft.com/office/drawing/2014/main" id="{F823470A-D78B-6CCD-FEC7-8F28D17C3A2B}"/>
                </a:ext>
              </a:extLst>
            </p:cNvPr>
            <p:cNvSpPr>
              <a:spLocks noGrp="1"/>
            </p:cNvSpPr>
            <p:nvPr/>
          </p:nvSpPr>
          <p:spPr>
            <a:xfrm>
              <a:off x="4700646" y="2287584"/>
              <a:ext cx="90498" cy="42939"/>
            </a:xfrm>
            <a:custGeom>
              <a:avLst/>
              <a:gdLst/>
              <a:ahLst/>
              <a:cxnLst/>
              <a:rect l="0" t="0" r="0" b="0"/>
              <a:pathLst>
                <a:path w="90498" h="42939">
                  <a:moveTo>
                    <a:pt x="90498" y="429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8" name="Candidate_receptor__2677">
              <a:extLst>
                <a:ext uri="{FF2B5EF4-FFF2-40B4-BE49-F238E27FC236}">
                  <a16:creationId xmlns:a16="http://schemas.microsoft.com/office/drawing/2014/main" id="{6CA17A9F-1969-9187-5119-91F8DCD7F7F5}"/>
                </a:ext>
              </a:extLst>
            </p:cNvPr>
            <p:cNvSpPr>
              <a:spLocks noGrp="1"/>
            </p:cNvSpPr>
            <p:nvPr/>
          </p:nvSpPr>
          <p:spPr>
            <a:xfrm>
              <a:off x="6213950" y="4013511"/>
              <a:ext cx="107552" cy="5106"/>
            </a:xfrm>
            <a:custGeom>
              <a:avLst/>
              <a:gdLst/>
              <a:ahLst/>
              <a:cxnLst/>
              <a:rect l="0" t="0" r="0" b="0"/>
              <a:pathLst>
                <a:path w="107552" h="5106">
                  <a:moveTo>
                    <a:pt x="0" y="5106"/>
                  </a:moveTo>
                  <a:lnTo>
                    <a:pt x="107552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79" name="Candidate_receptor__2678">
              <a:extLst>
                <a:ext uri="{FF2B5EF4-FFF2-40B4-BE49-F238E27FC236}">
                  <a16:creationId xmlns:a16="http://schemas.microsoft.com/office/drawing/2014/main" id="{47FD137D-E4E6-C02B-9605-97B332EDCFFA}"/>
                </a:ext>
              </a:extLst>
            </p:cNvPr>
            <p:cNvSpPr>
              <a:spLocks noGrp="1"/>
            </p:cNvSpPr>
            <p:nvPr/>
          </p:nvSpPr>
          <p:spPr>
            <a:xfrm>
              <a:off x="4969081" y="5150434"/>
              <a:ext cx="38558" cy="107662"/>
            </a:xfrm>
            <a:custGeom>
              <a:avLst/>
              <a:gdLst/>
              <a:ahLst/>
              <a:cxnLst/>
              <a:rect l="0" t="0" r="0" b="0"/>
              <a:pathLst>
                <a:path w="38558" h="107662">
                  <a:moveTo>
                    <a:pt x="0" y="107662"/>
                  </a:moveTo>
                  <a:lnTo>
                    <a:pt x="38558" y="0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80" name="Candidate_receptor__2679">
              <a:extLst>
                <a:ext uri="{FF2B5EF4-FFF2-40B4-BE49-F238E27FC236}">
                  <a16:creationId xmlns:a16="http://schemas.microsoft.com/office/drawing/2014/main" id="{7B442918-2413-902E-124B-A8F29E11D3D6}"/>
                </a:ext>
              </a:extLst>
            </p:cNvPr>
            <p:cNvSpPr>
              <a:spLocks noGrp="1"/>
            </p:cNvSpPr>
            <p:nvPr/>
          </p:nvSpPr>
          <p:spPr>
            <a:xfrm>
              <a:off x="5005715" y="3425738"/>
              <a:ext cx="31704" cy="104106"/>
            </a:xfrm>
            <a:custGeom>
              <a:avLst/>
              <a:gdLst/>
              <a:ahLst/>
              <a:cxnLst/>
              <a:rect l="0" t="0" r="0" b="0"/>
              <a:pathLst>
                <a:path w="31704" h="104106">
                  <a:moveTo>
                    <a:pt x="31704" y="0"/>
                  </a:moveTo>
                  <a:lnTo>
                    <a:pt x="0" y="104106"/>
                  </a:lnTo>
                </a:path>
              </a:pathLst>
            </a:custGeom>
            <a:noFill/>
            <a:ln w="20003">
              <a:solidFill>
                <a:srgbClr val="E1E5E8"/>
              </a:solidFill>
            </a:ln>
          </p:spPr>
        </p:sp>
        <p:sp>
          <p:nvSpPr>
            <p:cNvPr id="2681" name="Candidate_receptor__2680">
              <a:extLst>
                <a:ext uri="{FF2B5EF4-FFF2-40B4-BE49-F238E27FC236}">
                  <a16:creationId xmlns:a16="http://schemas.microsoft.com/office/drawing/2014/main" id="{F1556736-CA80-7F90-6C33-A9FC4D41C9F2}"/>
                </a:ext>
              </a:extLst>
            </p:cNvPr>
            <p:cNvSpPr>
              <a:spLocks noGrp="1"/>
            </p:cNvSpPr>
            <p:nvPr/>
          </p:nvSpPr>
          <p:spPr>
            <a:xfrm>
              <a:off x="5168818" y="2462899"/>
              <a:ext cx="28112" cy="107279"/>
            </a:xfrm>
            <a:custGeom>
              <a:avLst/>
              <a:gdLst/>
              <a:ahLst/>
              <a:cxnLst/>
              <a:rect l="0" t="0" r="0" b="0"/>
              <a:pathLst>
                <a:path w="28112" h="107279">
                  <a:moveTo>
                    <a:pt x="0" y="0"/>
                  </a:moveTo>
                  <a:lnTo>
                    <a:pt x="28112" y="10727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2" name="Candidate_receptor__2681">
              <a:extLst>
                <a:ext uri="{FF2B5EF4-FFF2-40B4-BE49-F238E27FC236}">
                  <a16:creationId xmlns:a16="http://schemas.microsoft.com/office/drawing/2014/main" id="{F97149BD-CF36-19DC-6B77-B2DC6AFFC362}"/>
                </a:ext>
              </a:extLst>
            </p:cNvPr>
            <p:cNvSpPr>
              <a:spLocks noGrp="1"/>
            </p:cNvSpPr>
            <p:nvPr/>
          </p:nvSpPr>
          <p:spPr>
            <a:xfrm>
              <a:off x="4691518" y="4776555"/>
              <a:ext cx="12815" cy="109991"/>
            </a:xfrm>
            <a:custGeom>
              <a:avLst/>
              <a:gdLst/>
              <a:ahLst/>
              <a:cxnLst/>
              <a:rect l="0" t="0" r="0" b="0"/>
              <a:pathLst>
                <a:path w="12815" h="109991">
                  <a:moveTo>
                    <a:pt x="0" y="109991"/>
                  </a:moveTo>
                  <a:lnTo>
                    <a:pt x="12815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3" name="Candidate_receptor__2682">
              <a:extLst>
                <a:ext uri="{FF2B5EF4-FFF2-40B4-BE49-F238E27FC236}">
                  <a16:creationId xmlns:a16="http://schemas.microsoft.com/office/drawing/2014/main" id="{824D6FE3-0E38-C02C-E1ED-92E9A0B16A6E}"/>
                </a:ext>
              </a:extLst>
            </p:cNvPr>
            <p:cNvSpPr>
              <a:spLocks noGrp="1"/>
            </p:cNvSpPr>
            <p:nvPr/>
          </p:nvSpPr>
          <p:spPr>
            <a:xfrm>
              <a:off x="4610161" y="2287584"/>
              <a:ext cx="90485" cy="55184"/>
            </a:xfrm>
            <a:custGeom>
              <a:avLst/>
              <a:gdLst/>
              <a:ahLst/>
              <a:cxnLst/>
              <a:rect l="0" t="0" r="0" b="0"/>
              <a:pathLst>
                <a:path w="90485" h="55184">
                  <a:moveTo>
                    <a:pt x="90485" y="0"/>
                  </a:moveTo>
                  <a:lnTo>
                    <a:pt x="0" y="55184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4" name="Candidate_receptor__2683">
              <a:extLst>
                <a:ext uri="{FF2B5EF4-FFF2-40B4-BE49-F238E27FC236}">
                  <a16:creationId xmlns:a16="http://schemas.microsoft.com/office/drawing/2014/main" id="{AE4ED7D8-3997-1C2E-8198-B29450CFB781}"/>
                </a:ext>
              </a:extLst>
            </p:cNvPr>
            <p:cNvSpPr>
              <a:spLocks noGrp="1"/>
            </p:cNvSpPr>
            <p:nvPr/>
          </p:nvSpPr>
          <p:spPr>
            <a:xfrm>
              <a:off x="6496059" y="4768475"/>
              <a:ext cx="108531" cy="35210"/>
            </a:xfrm>
            <a:custGeom>
              <a:avLst/>
              <a:gdLst/>
              <a:ahLst/>
              <a:cxnLst/>
              <a:rect l="0" t="0" r="0" b="0"/>
              <a:pathLst>
                <a:path w="108531" h="35210">
                  <a:moveTo>
                    <a:pt x="0" y="35210"/>
                  </a:moveTo>
                  <a:lnTo>
                    <a:pt x="108531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85" name="Candidate_receptor__2684">
              <a:extLst>
                <a:ext uri="{FF2B5EF4-FFF2-40B4-BE49-F238E27FC236}">
                  <a16:creationId xmlns:a16="http://schemas.microsoft.com/office/drawing/2014/main" id="{3668DBBC-E237-76A8-93C2-F1E0B292FC97}"/>
                </a:ext>
              </a:extLst>
            </p:cNvPr>
            <p:cNvSpPr>
              <a:spLocks noGrp="1"/>
            </p:cNvSpPr>
            <p:nvPr/>
          </p:nvSpPr>
          <p:spPr>
            <a:xfrm>
              <a:off x="6321502" y="4013511"/>
              <a:ext cx="27416" cy="97051"/>
            </a:xfrm>
            <a:custGeom>
              <a:avLst/>
              <a:gdLst/>
              <a:ahLst/>
              <a:cxnLst/>
              <a:rect l="0" t="0" r="0" b="0"/>
              <a:pathLst>
                <a:path w="27416" h="97051">
                  <a:moveTo>
                    <a:pt x="0" y="0"/>
                  </a:moveTo>
                  <a:lnTo>
                    <a:pt x="27416" y="97051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6" name="Candidate_receptor__2685">
              <a:extLst>
                <a:ext uri="{FF2B5EF4-FFF2-40B4-BE49-F238E27FC236}">
                  <a16:creationId xmlns:a16="http://schemas.microsoft.com/office/drawing/2014/main" id="{C9CDBA31-3DB1-6F70-542D-693E000DC58C}"/>
                </a:ext>
              </a:extLst>
            </p:cNvPr>
            <p:cNvSpPr>
              <a:spLocks noGrp="1"/>
            </p:cNvSpPr>
            <p:nvPr/>
          </p:nvSpPr>
          <p:spPr>
            <a:xfrm>
              <a:off x="6255223" y="4500236"/>
              <a:ext cx="8209" cy="14739"/>
            </a:xfrm>
            <a:custGeom>
              <a:avLst/>
              <a:gdLst/>
              <a:ahLst/>
              <a:cxnLst/>
              <a:rect l="0" t="0" r="0" b="0"/>
              <a:pathLst>
                <a:path w="8209" h="14739">
                  <a:moveTo>
                    <a:pt x="0" y="14739"/>
                  </a:moveTo>
                  <a:lnTo>
                    <a:pt x="8209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7" name="Candidate_receptor__2686">
              <a:extLst>
                <a:ext uri="{FF2B5EF4-FFF2-40B4-BE49-F238E27FC236}">
                  <a16:creationId xmlns:a16="http://schemas.microsoft.com/office/drawing/2014/main" id="{1A82E05E-8A23-7BFE-E657-C5CB632B1B0B}"/>
                </a:ext>
              </a:extLst>
            </p:cNvPr>
            <p:cNvSpPr>
              <a:spLocks noGrp="1"/>
            </p:cNvSpPr>
            <p:nvPr/>
          </p:nvSpPr>
          <p:spPr>
            <a:xfrm>
              <a:off x="5487781" y="4389774"/>
              <a:ext cx="32801" cy="63680"/>
            </a:xfrm>
            <a:custGeom>
              <a:avLst/>
              <a:gdLst/>
              <a:ahLst/>
              <a:cxnLst/>
              <a:rect l="0" t="0" r="0" b="0"/>
              <a:pathLst>
                <a:path w="32801" h="63680">
                  <a:moveTo>
                    <a:pt x="32801" y="636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8" name="Candidate_receptor__2687">
              <a:extLst>
                <a:ext uri="{FF2B5EF4-FFF2-40B4-BE49-F238E27FC236}">
                  <a16:creationId xmlns:a16="http://schemas.microsoft.com/office/drawing/2014/main" id="{FE81BE12-0937-76FA-D286-2E2F68CC4251}"/>
                </a:ext>
              </a:extLst>
            </p:cNvPr>
            <p:cNvSpPr>
              <a:spLocks noGrp="1"/>
            </p:cNvSpPr>
            <p:nvPr/>
          </p:nvSpPr>
          <p:spPr>
            <a:xfrm>
              <a:off x="5131030" y="4659781"/>
              <a:ext cx="8213" cy="114643"/>
            </a:xfrm>
            <a:custGeom>
              <a:avLst/>
              <a:gdLst/>
              <a:ahLst/>
              <a:cxnLst/>
              <a:rect l="0" t="0" r="0" b="0"/>
              <a:pathLst>
                <a:path w="8213" h="114643">
                  <a:moveTo>
                    <a:pt x="8213" y="0"/>
                  </a:moveTo>
                  <a:lnTo>
                    <a:pt x="0" y="114643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89" name="Candidate_receptor__2688">
              <a:extLst>
                <a:ext uri="{FF2B5EF4-FFF2-40B4-BE49-F238E27FC236}">
                  <a16:creationId xmlns:a16="http://schemas.microsoft.com/office/drawing/2014/main" id="{165971C1-E9A3-0EE1-D6C1-6BA85A732D55}"/>
                </a:ext>
              </a:extLst>
            </p:cNvPr>
            <p:cNvSpPr>
              <a:spLocks noGrp="1"/>
            </p:cNvSpPr>
            <p:nvPr/>
          </p:nvSpPr>
          <p:spPr>
            <a:xfrm>
              <a:off x="6317746" y="4835541"/>
              <a:ext cx="51607" cy="84980"/>
            </a:xfrm>
            <a:custGeom>
              <a:avLst/>
              <a:gdLst/>
              <a:ahLst/>
              <a:cxnLst/>
              <a:rect l="0" t="0" r="0" b="0"/>
              <a:pathLst>
                <a:path w="51607" h="84980">
                  <a:moveTo>
                    <a:pt x="0" y="0"/>
                  </a:moveTo>
                  <a:lnTo>
                    <a:pt x="51607" y="8498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0" name="Candidate_receptor__2689">
              <a:extLst>
                <a:ext uri="{FF2B5EF4-FFF2-40B4-BE49-F238E27FC236}">
                  <a16:creationId xmlns:a16="http://schemas.microsoft.com/office/drawing/2014/main" id="{865DC7D3-CDBC-93E8-CB5C-3B6DCFD2EFC8}"/>
                </a:ext>
              </a:extLst>
            </p:cNvPr>
            <p:cNvSpPr>
              <a:spLocks noGrp="1"/>
            </p:cNvSpPr>
            <p:nvPr/>
          </p:nvSpPr>
          <p:spPr>
            <a:xfrm>
              <a:off x="6258253" y="4110562"/>
              <a:ext cx="90666" cy="55894"/>
            </a:xfrm>
            <a:custGeom>
              <a:avLst/>
              <a:gdLst/>
              <a:ahLst/>
              <a:cxnLst/>
              <a:rect l="0" t="0" r="0" b="0"/>
              <a:pathLst>
                <a:path w="90666" h="55894">
                  <a:moveTo>
                    <a:pt x="90666" y="0"/>
                  </a:moveTo>
                  <a:lnTo>
                    <a:pt x="0" y="55894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1" name="Candidate_receptor__2690">
              <a:extLst>
                <a:ext uri="{FF2B5EF4-FFF2-40B4-BE49-F238E27FC236}">
                  <a16:creationId xmlns:a16="http://schemas.microsoft.com/office/drawing/2014/main" id="{A365A94C-159D-BD90-9CE5-9468256F2163}"/>
                </a:ext>
              </a:extLst>
            </p:cNvPr>
            <p:cNvSpPr>
              <a:spLocks noGrp="1"/>
            </p:cNvSpPr>
            <p:nvPr/>
          </p:nvSpPr>
          <p:spPr>
            <a:xfrm>
              <a:off x="6313435" y="3727690"/>
              <a:ext cx="43548" cy="29792"/>
            </a:xfrm>
            <a:custGeom>
              <a:avLst/>
              <a:gdLst/>
              <a:ahLst/>
              <a:cxnLst/>
              <a:rect l="0" t="0" r="0" b="0"/>
              <a:pathLst>
                <a:path w="43548" h="29792">
                  <a:moveTo>
                    <a:pt x="0" y="0"/>
                  </a:moveTo>
                  <a:lnTo>
                    <a:pt x="43548" y="29792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2" name="Candidate_receptor__2691">
              <a:extLst>
                <a:ext uri="{FF2B5EF4-FFF2-40B4-BE49-F238E27FC236}">
                  <a16:creationId xmlns:a16="http://schemas.microsoft.com/office/drawing/2014/main" id="{3992FF19-A20C-18A8-9618-4988D7F354A9}"/>
                </a:ext>
              </a:extLst>
            </p:cNvPr>
            <p:cNvSpPr>
              <a:spLocks noGrp="1"/>
            </p:cNvSpPr>
            <p:nvPr/>
          </p:nvSpPr>
          <p:spPr>
            <a:xfrm>
              <a:off x="5606619" y="3331025"/>
              <a:ext cx="4663" cy="74130"/>
            </a:xfrm>
            <a:custGeom>
              <a:avLst/>
              <a:gdLst/>
              <a:ahLst/>
              <a:cxnLst/>
              <a:rect l="0" t="0" r="0" b="0"/>
              <a:pathLst>
                <a:path w="4663" h="74130">
                  <a:moveTo>
                    <a:pt x="0" y="74130"/>
                  </a:moveTo>
                  <a:lnTo>
                    <a:pt x="4663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3" name="Candidate_receptor__2692">
              <a:extLst>
                <a:ext uri="{FF2B5EF4-FFF2-40B4-BE49-F238E27FC236}">
                  <a16:creationId xmlns:a16="http://schemas.microsoft.com/office/drawing/2014/main" id="{C33DECC6-5DD9-4409-72F4-9882E58771F5}"/>
                </a:ext>
              </a:extLst>
            </p:cNvPr>
            <p:cNvSpPr>
              <a:spLocks noGrp="1"/>
            </p:cNvSpPr>
            <p:nvPr/>
          </p:nvSpPr>
          <p:spPr>
            <a:xfrm>
              <a:off x="4863263" y="2631792"/>
              <a:ext cx="30228" cy="2384"/>
            </a:xfrm>
            <a:custGeom>
              <a:avLst/>
              <a:gdLst/>
              <a:ahLst/>
              <a:cxnLst/>
              <a:rect l="0" t="0" r="0" b="0"/>
              <a:pathLst>
                <a:path w="30228" h="2384">
                  <a:moveTo>
                    <a:pt x="0" y="0"/>
                  </a:moveTo>
                  <a:lnTo>
                    <a:pt x="30228" y="2384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694" name="Candidate_receptor__2693">
              <a:extLst>
                <a:ext uri="{FF2B5EF4-FFF2-40B4-BE49-F238E27FC236}">
                  <a16:creationId xmlns:a16="http://schemas.microsoft.com/office/drawing/2014/main" id="{8FDBD298-7F83-E33A-3FFA-A412C67A3DE1}"/>
                </a:ext>
              </a:extLst>
            </p:cNvPr>
            <p:cNvSpPr>
              <a:spLocks noGrp="1"/>
            </p:cNvSpPr>
            <p:nvPr/>
          </p:nvSpPr>
          <p:spPr>
            <a:xfrm>
              <a:off x="5235508" y="4467845"/>
              <a:ext cx="77660" cy="80903"/>
            </a:xfrm>
            <a:custGeom>
              <a:avLst/>
              <a:gdLst/>
              <a:ahLst/>
              <a:cxnLst/>
              <a:rect l="0" t="0" r="0" b="0"/>
              <a:pathLst>
                <a:path w="77660" h="80903">
                  <a:moveTo>
                    <a:pt x="77660" y="809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5" name="Candidate_receptor__2694">
              <a:extLst>
                <a:ext uri="{FF2B5EF4-FFF2-40B4-BE49-F238E27FC236}">
                  <a16:creationId xmlns:a16="http://schemas.microsoft.com/office/drawing/2014/main" id="{BA4C7206-A049-B5CD-7EC5-5C5F53920F6F}"/>
                </a:ext>
              </a:extLst>
            </p:cNvPr>
            <p:cNvSpPr>
              <a:spLocks noGrp="1"/>
            </p:cNvSpPr>
            <p:nvPr/>
          </p:nvSpPr>
          <p:spPr>
            <a:xfrm>
              <a:off x="5148012" y="4467845"/>
              <a:ext cx="87496" cy="68806"/>
            </a:xfrm>
            <a:custGeom>
              <a:avLst/>
              <a:gdLst/>
              <a:ahLst/>
              <a:cxnLst/>
              <a:rect l="0" t="0" r="0" b="0"/>
              <a:pathLst>
                <a:path w="87496" h="68806">
                  <a:moveTo>
                    <a:pt x="87496" y="0"/>
                  </a:moveTo>
                  <a:lnTo>
                    <a:pt x="0" y="68806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6" name="Candidate_receptor__2695">
              <a:extLst>
                <a:ext uri="{FF2B5EF4-FFF2-40B4-BE49-F238E27FC236}">
                  <a16:creationId xmlns:a16="http://schemas.microsoft.com/office/drawing/2014/main" id="{150BDB80-3E33-B7B4-3C19-8854104BCBC2}"/>
                </a:ext>
              </a:extLst>
            </p:cNvPr>
            <p:cNvSpPr>
              <a:spLocks noGrp="1"/>
            </p:cNvSpPr>
            <p:nvPr/>
          </p:nvSpPr>
          <p:spPr>
            <a:xfrm>
              <a:off x="5252023" y="4271218"/>
              <a:ext cx="89421" cy="23965"/>
            </a:xfrm>
            <a:custGeom>
              <a:avLst/>
              <a:gdLst/>
              <a:ahLst/>
              <a:cxnLst/>
              <a:rect l="0" t="0" r="0" b="0"/>
              <a:pathLst>
                <a:path w="89421" h="23965">
                  <a:moveTo>
                    <a:pt x="89421" y="0"/>
                  </a:moveTo>
                  <a:lnTo>
                    <a:pt x="0" y="23965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7" name="Candidate_receptor__2696">
              <a:extLst>
                <a:ext uri="{FF2B5EF4-FFF2-40B4-BE49-F238E27FC236}">
                  <a16:creationId xmlns:a16="http://schemas.microsoft.com/office/drawing/2014/main" id="{C2776420-0A71-2D6E-F673-FED4A65AE578}"/>
                </a:ext>
              </a:extLst>
            </p:cNvPr>
            <p:cNvSpPr>
              <a:spLocks noGrp="1"/>
            </p:cNvSpPr>
            <p:nvPr/>
          </p:nvSpPr>
          <p:spPr>
            <a:xfrm>
              <a:off x="6576615" y="4294326"/>
              <a:ext cx="24772" cy="111212"/>
            </a:xfrm>
            <a:custGeom>
              <a:avLst/>
              <a:gdLst/>
              <a:ahLst/>
              <a:cxnLst/>
              <a:rect l="0" t="0" r="0" b="0"/>
              <a:pathLst>
                <a:path w="24772" h="111212">
                  <a:moveTo>
                    <a:pt x="24772" y="1112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8" name="Candidate_receptor__2697">
              <a:extLst>
                <a:ext uri="{FF2B5EF4-FFF2-40B4-BE49-F238E27FC236}">
                  <a16:creationId xmlns:a16="http://schemas.microsoft.com/office/drawing/2014/main" id="{70150468-3FBA-1E3A-B601-E5C181EBCA86}"/>
                </a:ext>
              </a:extLst>
            </p:cNvPr>
            <p:cNvSpPr>
              <a:spLocks noGrp="1"/>
            </p:cNvSpPr>
            <p:nvPr/>
          </p:nvSpPr>
          <p:spPr>
            <a:xfrm>
              <a:off x="5196931" y="2570178"/>
              <a:ext cx="85818" cy="34749"/>
            </a:xfrm>
            <a:custGeom>
              <a:avLst/>
              <a:gdLst/>
              <a:ahLst/>
              <a:cxnLst/>
              <a:rect l="0" t="0" r="0" b="0"/>
              <a:pathLst>
                <a:path w="85818" h="34749">
                  <a:moveTo>
                    <a:pt x="0" y="0"/>
                  </a:moveTo>
                  <a:lnTo>
                    <a:pt x="85818" y="3474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699" name="Candidate_receptor__2698">
              <a:extLst>
                <a:ext uri="{FF2B5EF4-FFF2-40B4-BE49-F238E27FC236}">
                  <a16:creationId xmlns:a16="http://schemas.microsoft.com/office/drawing/2014/main" id="{16558652-3BD7-88B4-3EF8-D52783BE046B}"/>
                </a:ext>
              </a:extLst>
            </p:cNvPr>
            <p:cNvSpPr>
              <a:spLocks noGrp="1"/>
            </p:cNvSpPr>
            <p:nvPr/>
          </p:nvSpPr>
          <p:spPr>
            <a:xfrm>
              <a:off x="5341444" y="4271218"/>
              <a:ext cx="83085" cy="21111"/>
            </a:xfrm>
            <a:custGeom>
              <a:avLst/>
              <a:gdLst/>
              <a:ahLst/>
              <a:cxnLst/>
              <a:rect l="0" t="0" r="0" b="0"/>
              <a:pathLst>
                <a:path w="83085" h="21111">
                  <a:moveTo>
                    <a:pt x="83085" y="211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0" name="Candidate_receptor__2699">
              <a:extLst>
                <a:ext uri="{FF2B5EF4-FFF2-40B4-BE49-F238E27FC236}">
                  <a16:creationId xmlns:a16="http://schemas.microsoft.com/office/drawing/2014/main" id="{FE9C7D98-69E5-7357-C34B-CAD58BC0582A}"/>
                </a:ext>
              </a:extLst>
            </p:cNvPr>
            <p:cNvSpPr>
              <a:spLocks noGrp="1"/>
            </p:cNvSpPr>
            <p:nvPr/>
          </p:nvSpPr>
          <p:spPr>
            <a:xfrm>
              <a:off x="5064863" y="2413811"/>
              <a:ext cx="103956" cy="49089"/>
            </a:xfrm>
            <a:custGeom>
              <a:avLst/>
              <a:gdLst/>
              <a:ahLst/>
              <a:cxnLst/>
              <a:rect l="0" t="0" r="0" b="0"/>
              <a:pathLst>
                <a:path w="103956" h="49089">
                  <a:moveTo>
                    <a:pt x="0" y="0"/>
                  </a:moveTo>
                  <a:lnTo>
                    <a:pt x="103956" y="49089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01" name="Candidate_receptor__2700">
              <a:extLst>
                <a:ext uri="{FF2B5EF4-FFF2-40B4-BE49-F238E27FC236}">
                  <a16:creationId xmlns:a16="http://schemas.microsoft.com/office/drawing/2014/main" id="{51C2A84A-9EF3-AB0A-DB62-ECFD691BA940}"/>
                </a:ext>
              </a:extLst>
            </p:cNvPr>
            <p:cNvSpPr>
              <a:spLocks noGrp="1"/>
            </p:cNvSpPr>
            <p:nvPr/>
          </p:nvSpPr>
          <p:spPr>
            <a:xfrm>
              <a:off x="4883650" y="4279666"/>
              <a:ext cx="77550" cy="47469"/>
            </a:xfrm>
            <a:custGeom>
              <a:avLst/>
              <a:gdLst/>
              <a:ahLst/>
              <a:cxnLst/>
              <a:rect l="0" t="0" r="0" b="0"/>
              <a:pathLst>
                <a:path w="77550" h="47469">
                  <a:moveTo>
                    <a:pt x="77550" y="0"/>
                  </a:moveTo>
                  <a:lnTo>
                    <a:pt x="0" y="47469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2" name="Candidate_receptor__2701">
              <a:extLst>
                <a:ext uri="{FF2B5EF4-FFF2-40B4-BE49-F238E27FC236}">
                  <a16:creationId xmlns:a16="http://schemas.microsoft.com/office/drawing/2014/main" id="{EEC144C0-633E-546B-EBBE-E89FF8243E3C}"/>
                </a:ext>
              </a:extLst>
            </p:cNvPr>
            <p:cNvSpPr>
              <a:spLocks noGrp="1"/>
            </p:cNvSpPr>
            <p:nvPr/>
          </p:nvSpPr>
          <p:spPr>
            <a:xfrm>
              <a:off x="6445870" y="3478094"/>
              <a:ext cx="98878" cy="58864"/>
            </a:xfrm>
            <a:custGeom>
              <a:avLst/>
              <a:gdLst/>
              <a:ahLst/>
              <a:cxnLst/>
              <a:rect l="0" t="0" r="0" b="0"/>
              <a:pathLst>
                <a:path w="98878" h="58864">
                  <a:moveTo>
                    <a:pt x="98878" y="588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03" name="Candidate_receptor__2702">
              <a:extLst>
                <a:ext uri="{FF2B5EF4-FFF2-40B4-BE49-F238E27FC236}">
                  <a16:creationId xmlns:a16="http://schemas.microsoft.com/office/drawing/2014/main" id="{0A52E558-52A3-B460-741E-F54AE4356672}"/>
                </a:ext>
              </a:extLst>
            </p:cNvPr>
            <p:cNvSpPr>
              <a:spLocks noGrp="1"/>
            </p:cNvSpPr>
            <p:nvPr/>
          </p:nvSpPr>
          <p:spPr>
            <a:xfrm>
              <a:off x="4557395" y="4662530"/>
              <a:ext cx="343" cy="110037"/>
            </a:xfrm>
            <a:custGeom>
              <a:avLst/>
              <a:gdLst/>
              <a:ahLst/>
              <a:cxnLst/>
              <a:rect l="0" t="0" r="0" b="0"/>
              <a:pathLst>
                <a:path w="343" h="110037">
                  <a:moveTo>
                    <a:pt x="0" y="110037"/>
                  </a:moveTo>
                  <a:lnTo>
                    <a:pt x="343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4" name="Candidate_receptor__2703">
              <a:extLst>
                <a:ext uri="{FF2B5EF4-FFF2-40B4-BE49-F238E27FC236}">
                  <a16:creationId xmlns:a16="http://schemas.microsoft.com/office/drawing/2014/main" id="{BFE47D77-EF01-92EC-B8F6-13DE9755DB09}"/>
                </a:ext>
              </a:extLst>
            </p:cNvPr>
            <p:cNvSpPr>
              <a:spLocks noGrp="1"/>
            </p:cNvSpPr>
            <p:nvPr/>
          </p:nvSpPr>
          <p:spPr>
            <a:xfrm>
              <a:off x="5216213" y="5280157"/>
              <a:ext cx="53854" cy="91297"/>
            </a:xfrm>
            <a:custGeom>
              <a:avLst/>
              <a:gdLst/>
              <a:ahLst/>
              <a:cxnLst/>
              <a:rect l="0" t="0" r="0" b="0"/>
              <a:pathLst>
                <a:path w="53854" h="91297">
                  <a:moveTo>
                    <a:pt x="0" y="91297"/>
                  </a:moveTo>
                  <a:lnTo>
                    <a:pt x="53854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5" name="Candidate_receptor__2704">
              <a:extLst>
                <a:ext uri="{FF2B5EF4-FFF2-40B4-BE49-F238E27FC236}">
                  <a16:creationId xmlns:a16="http://schemas.microsoft.com/office/drawing/2014/main" id="{C7183D24-C38A-8664-1353-1C097811E068}"/>
                </a:ext>
              </a:extLst>
            </p:cNvPr>
            <p:cNvSpPr>
              <a:spLocks noGrp="1"/>
            </p:cNvSpPr>
            <p:nvPr/>
          </p:nvSpPr>
          <p:spPr>
            <a:xfrm>
              <a:off x="6451794" y="4320633"/>
              <a:ext cx="16425" cy="66100"/>
            </a:xfrm>
            <a:custGeom>
              <a:avLst/>
              <a:gdLst/>
              <a:ahLst/>
              <a:cxnLst/>
              <a:rect l="0" t="0" r="0" b="0"/>
              <a:pathLst>
                <a:path w="16425" h="66100">
                  <a:moveTo>
                    <a:pt x="16425" y="0"/>
                  </a:moveTo>
                  <a:lnTo>
                    <a:pt x="0" y="6610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6" name="Candidate_receptor__2705">
              <a:extLst>
                <a:ext uri="{FF2B5EF4-FFF2-40B4-BE49-F238E27FC236}">
                  <a16:creationId xmlns:a16="http://schemas.microsoft.com/office/drawing/2014/main" id="{5C45054A-3C52-EE5A-9F82-B713A3F3B212}"/>
                </a:ext>
              </a:extLst>
            </p:cNvPr>
            <p:cNvSpPr>
              <a:spLocks noGrp="1"/>
            </p:cNvSpPr>
            <p:nvPr/>
          </p:nvSpPr>
          <p:spPr>
            <a:xfrm>
              <a:off x="5470723" y="4453454"/>
              <a:ext cx="49859" cy="92586"/>
            </a:xfrm>
            <a:custGeom>
              <a:avLst/>
              <a:gdLst/>
              <a:ahLst/>
              <a:cxnLst/>
              <a:rect l="0" t="0" r="0" b="0"/>
              <a:pathLst>
                <a:path w="49859" h="92586">
                  <a:moveTo>
                    <a:pt x="0" y="92586"/>
                  </a:moveTo>
                  <a:lnTo>
                    <a:pt x="49859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7" name="Candidate_receptor__2706">
              <a:extLst>
                <a:ext uri="{FF2B5EF4-FFF2-40B4-BE49-F238E27FC236}">
                  <a16:creationId xmlns:a16="http://schemas.microsoft.com/office/drawing/2014/main" id="{965A010F-3A12-35C6-CDBB-771B3AA5DAEC}"/>
                </a:ext>
              </a:extLst>
            </p:cNvPr>
            <p:cNvSpPr>
              <a:spLocks noGrp="1"/>
            </p:cNvSpPr>
            <p:nvPr/>
          </p:nvSpPr>
          <p:spPr>
            <a:xfrm>
              <a:off x="6383991" y="3603101"/>
              <a:ext cx="66556" cy="91283"/>
            </a:xfrm>
            <a:custGeom>
              <a:avLst/>
              <a:gdLst/>
              <a:ahLst/>
              <a:cxnLst/>
              <a:rect l="0" t="0" r="0" b="0"/>
              <a:pathLst>
                <a:path w="66556" h="91283">
                  <a:moveTo>
                    <a:pt x="66556" y="912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8" name="Candidate_receptor__2707">
              <a:extLst>
                <a:ext uri="{FF2B5EF4-FFF2-40B4-BE49-F238E27FC236}">
                  <a16:creationId xmlns:a16="http://schemas.microsoft.com/office/drawing/2014/main" id="{1A8BEBC8-CC1A-FA53-0768-10B8E4322F96}"/>
                </a:ext>
              </a:extLst>
            </p:cNvPr>
            <p:cNvSpPr>
              <a:spLocks noGrp="1"/>
            </p:cNvSpPr>
            <p:nvPr/>
          </p:nvSpPr>
          <p:spPr>
            <a:xfrm>
              <a:off x="5378689" y="4393928"/>
              <a:ext cx="1058" cy="32495"/>
            </a:xfrm>
            <a:custGeom>
              <a:avLst/>
              <a:gdLst/>
              <a:ahLst/>
              <a:cxnLst/>
              <a:rect l="0" t="0" r="0" b="0"/>
              <a:pathLst>
                <a:path w="1058" h="32495">
                  <a:moveTo>
                    <a:pt x="1058" y="32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09" name="Candidate_receptor__2708">
              <a:extLst>
                <a:ext uri="{FF2B5EF4-FFF2-40B4-BE49-F238E27FC236}">
                  <a16:creationId xmlns:a16="http://schemas.microsoft.com/office/drawing/2014/main" id="{58A12F46-E07C-87A5-FCD4-534EA78B93EF}"/>
                </a:ext>
              </a:extLst>
            </p:cNvPr>
            <p:cNvSpPr>
              <a:spLocks noGrp="1"/>
            </p:cNvSpPr>
            <p:nvPr/>
          </p:nvSpPr>
          <p:spPr>
            <a:xfrm>
              <a:off x="4961200" y="4178533"/>
              <a:ext cx="2323" cy="101133"/>
            </a:xfrm>
            <a:custGeom>
              <a:avLst/>
              <a:gdLst/>
              <a:ahLst/>
              <a:cxnLst/>
              <a:rect l="0" t="0" r="0" b="0"/>
              <a:pathLst>
                <a:path w="2323" h="101133">
                  <a:moveTo>
                    <a:pt x="2323" y="0"/>
                  </a:moveTo>
                  <a:lnTo>
                    <a:pt x="0" y="101133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0" name="Candidate_receptor__2709">
              <a:extLst>
                <a:ext uri="{FF2B5EF4-FFF2-40B4-BE49-F238E27FC236}">
                  <a16:creationId xmlns:a16="http://schemas.microsoft.com/office/drawing/2014/main" id="{294DA2AE-CE69-6F35-2388-131A4687E40B}"/>
                </a:ext>
              </a:extLst>
            </p:cNvPr>
            <p:cNvSpPr>
              <a:spLocks noGrp="1"/>
            </p:cNvSpPr>
            <p:nvPr/>
          </p:nvSpPr>
          <p:spPr>
            <a:xfrm>
              <a:off x="5270068" y="5280157"/>
              <a:ext cx="96640" cy="28752"/>
            </a:xfrm>
            <a:custGeom>
              <a:avLst/>
              <a:gdLst/>
              <a:ahLst/>
              <a:cxnLst/>
              <a:rect l="0" t="0" r="0" b="0"/>
              <a:pathLst>
                <a:path w="96640" h="28752">
                  <a:moveTo>
                    <a:pt x="0" y="0"/>
                  </a:moveTo>
                  <a:lnTo>
                    <a:pt x="96640" y="28752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1" name="Candidate_receptor__2710">
              <a:extLst>
                <a:ext uri="{FF2B5EF4-FFF2-40B4-BE49-F238E27FC236}">
                  <a16:creationId xmlns:a16="http://schemas.microsoft.com/office/drawing/2014/main" id="{7901B8C0-1331-F587-DEAE-301776A82AA9}"/>
                </a:ext>
              </a:extLst>
            </p:cNvPr>
            <p:cNvSpPr>
              <a:spLocks noGrp="1"/>
            </p:cNvSpPr>
            <p:nvPr/>
          </p:nvSpPr>
          <p:spPr>
            <a:xfrm>
              <a:off x="4784581" y="3713182"/>
              <a:ext cx="80922" cy="67040"/>
            </a:xfrm>
            <a:custGeom>
              <a:avLst/>
              <a:gdLst/>
              <a:ahLst/>
              <a:cxnLst/>
              <a:rect l="0" t="0" r="0" b="0"/>
              <a:pathLst>
                <a:path w="80922" h="67040">
                  <a:moveTo>
                    <a:pt x="80922" y="670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12" name="Candidate_receptor__2711">
              <a:extLst>
                <a:ext uri="{FF2B5EF4-FFF2-40B4-BE49-F238E27FC236}">
                  <a16:creationId xmlns:a16="http://schemas.microsoft.com/office/drawing/2014/main" id="{0FE4F192-3DC4-D0EF-C512-A7477356A8C3}"/>
                </a:ext>
              </a:extLst>
            </p:cNvPr>
            <p:cNvSpPr>
              <a:spLocks noGrp="1"/>
            </p:cNvSpPr>
            <p:nvPr/>
          </p:nvSpPr>
          <p:spPr>
            <a:xfrm>
              <a:off x="4666737" y="2429131"/>
              <a:ext cx="35207" cy="13741"/>
            </a:xfrm>
            <a:custGeom>
              <a:avLst/>
              <a:gdLst/>
              <a:ahLst/>
              <a:cxnLst/>
              <a:rect l="0" t="0" r="0" b="0"/>
              <a:pathLst>
                <a:path w="35207" h="13741">
                  <a:moveTo>
                    <a:pt x="0" y="13741"/>
                  </a:moveTo>
                  <a:lnTo>
                    <a:pt x="35207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3" name="Candidate_receptor__2712">
              <a:extLst>
                <a:ext uri="{FF2B5EF4-FFF2-40B4-BE49-F238E27FC236}">
                  <a16:creationId xmlns:a16="http://schemas.microsoft.com/office/drawing/2014/main" id="{D99C5F59-3F4D-DE21-BCA2-FB7F9EF3C561}"/>
                </a:ext>
              </a:extLst>
            </p:cNvPr>
            <p:cNvSpPr>
              <a:spLocks noGrp="1"/>
            </p:cNvSpPr>
            <p:nvPr/>
          </p:nvSpPr>
          <p:spPr>
            <a:xfrm>
              <a:off x="5543765" y="4149994"/>
              <a:ext cx="67388" cy="8901"/>
            </a:xfrm>
            <a:custGeom>
              <a:avLst/>
              <a:gdLst/>
              <a:ahLst/>
              <a:cxnLst/>
              <a:rect l="0" t="0" r="0" b="0"/>
              <a:pathLst>
                <a:path w="67388" h="8901">
                  <a:moveTo>
                    <a:pt x="0" y="0"/>
                  </a:moveTo>
                  <a:lnTo>
                    <a:pt x="67388" y="8901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4" name="Candidate_receptor__2713">
              <a:extLst>
                <a:ext uri="{FF2B5EF4-FFF2-40B4-BE49-F238E27FC236}">
                  <a16:creationId xmlns:a16="http://schemas.microsoft.com/office/drawing/2014/main" id="{C10285AD-A0A4-86E1-9DD7-D455B026CAEB}"/>
                </a:ext>
              </a:extLst>
            </p:cNvPr>
            <p:cNvSpPr>
              <a:spLocks noGrp="1"/>
            </p:cNvSpPr>
            <p:nvPr/>
          </p:nvSpPr>
          <p:spPr>
            <a:xfrm>
              <a:off x="4728590" y="3621550"/>
              <a:ext cx="55991" cy="91632"/>
            </a:xfrm>
            <a:custGeom>
              <a:avLst/>
              <a:gdLst/>
              <a:ahLst/>
              <a:cxnLst/>
              <a:rect l="0" t="0" r="0" b="0"/>
              <a:pathLst>
                <a:path w="55991" h="91632">
                  <a:moveTo>
                    <a:pt x="55991" y="91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1E5E9"/>
              </a:solidFill>
            </a:ln>
          </p:spPr>
        </p:sp>
        <p:sp>
          <p:nvSpPr>
            <p:cNvPr id="2715" name="Candidate_receptor__2714">
              <a:extLst>
                <a:ext uri="{FF2B5EF4-FFF2-40B4-BE49-F238E27FC236}">
                  <a16:creationId xmlns:a16="http://schemas.microsoft.com/office/drawing/2014/main" id="{5FFC039C-3F84-B0BF-5775-46C6B38556BF}"/>
                </a:ext>
              </a:extLst>
            </p:cNvPr>
            <p:cNvSpPr>
              <a:spLocks noGrp="1"/>
            </p:cNvSpPr>
            <p:nvPr/>
          </p:nvSpPr>
          <p:spPr>
            <a:xfrm>
              <a:off x="6145206" y="4370632"/>
              <a:ext cx="82072" cy="31534"/>
            </a:xfrm>
            <a:custGeom>
              <a:avLst/>
              <a:gdLst/>
              <a:ahLst/>
              <a:cxnLst/>
              <a:rect l="0" t="0" r="0" b="0"/>
              <a:pathLst>
                <a:path w="82072" h="31534">
                  <a:moveTo>
                    <a:pt x="0" y="31534"/>
                  </a:moveTo>
                  <a:lnTo>
                    <a:pt x="82072" y="0"/>
                  </a:lnTo>
                </a:path>
              </a:pathLst>
            </a:custGeom>
            <a:noFill/>
            <a:ln w="20003">
              <a:solidFill>
                <a:srgbClr val="E1E5E9"/>
              </a:solidFill>
            </a:ln>
          </p:spPr>
        </p:sp>
        <p:sp>
          <p:nvSpPr>
            <p:cNvPr id="2716" name="Candidate_receptor__2715">
              <a:extLst>
                <a:ext uri="{FF2B5EF4-FFF2-40B4-BE49-F238E27FC236}">
                  <a16:creationId xmlns:a16="http://schemas.microsoft.com/office/drawing/2014/main" id="{B2476600-59B8-6C0A-665E-23DEC437E24C}"/>
                </a:ext>
              </a:extLst>
            </p:cNvPr>
            <p:cNvSpPr>
              <a:spLocks noGrp="1"/>
            </p:cNvSpPr>
            <p:nvPr/>
          </p:nvSpPr>
          <p:spPr>
            <a:xfrm>
              <a:off x="4892974" y="4127950"/>
              <a:ext cx="70549" cy="50584"/>
            </a:xfrm>
            <a:custGeom>
              <a:avLst/>
              <a:gdLst/>
              <a:ahLst/>
              <a:cxnLst/>
              <a:rect l="0" t="0" r="0" b="0"/>
              <a:pathLst>
                <a:path w="70549" h="50584">
                  <a:moveTo>
                    <a:pt x="0" y="0"/>
                  </a:moveTo>
                  <a:lnTo>
                    <a:pt x="70549" y="50584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17" name="Candidate_receptor__2716">
              <a:extLst>
                <a:ext uri="{FF2B5EF4-FFF2-40B4-BE49-F238E27FC236}">
                  <a16:creationId xmlns:a16="http://schemas.microsoft.com/office/drawing/2014/main" id="{676E48DD-DABE-B480-A393-038AC7F22FD3}"/>
                </a:ext>
              </a:extLst>
            </p:cNvPr>
            <p:cNvSpPr>
              <a:spLocks noGrp="1"/>
            </p:cNvSpPr>
            <p:nvPr/>
          </p:nvSpPr>
          <p:spPr>
            <a:xfrm>
              <a:off x="6008527" y="4942397"/>
              <a:ext cx="35969" cy="8290"/>
            </a:xfrm>
            <a:custGeom>
              <a:avLst/>
              <a:gdLst/>
              <a:ahLst/>
              <a:cxnLst/>
              <a:rect l="0" t="0" r="0" b="0"/>
              <a:pathLst>
                <a:path w="35969" h="8290">
                  <a:moveTo>
                    <a:pt x="35969" y="0"/>
                  </a:moveTo>
                  <a:lnTo>
                    <a:pt x="0" y="8290"/>
                  </a:lnTo>
                </a:path>
              </a:pathLst>
            </a:custGeom>
            <a:noFill/>
            <a:ln w="8096">
              <a:solidFill>
                <a:srgbClr val="E1E6E9"/>
              </a:solidFill>
            </a:ln>
          </p:spPr>
        </p:sp>
        <p:sp>
          <p:nvSpPr>
            <p:cNvPr id="2718" name="Candidate_receptor__2717">
              <a:extLst>
                <a:ext uri="{FF2B5EF4-FFF2-40B4-BE49-F238E27FC236}">
                  <a16:creationId xmlns:a16="http://schemas.microsoft.com/office/drawing/2014/main" id="{9BC17C25-7351-57D1-2F5F-89E4F0424439}"/>
                </a:ext>
              </a:extLst>
            </p:cNvPr>
            <p:cNvSpPr>
              <a:spLocks noGrp="1"/>
            </p:cNvSpPr>
            <p:nvPr/>
          </p:nvSpPr>
          <p:spPr>
            <a:xfrm>
              <a:off x="6227278" y="4370632"/>
              <a:ext cx="73044" cy="39440"/>
            </a:xfrm>
            <a:custGeom>
              <a:avLst/>
              <a:gdLst/>
              <a:ahLst/>
              <a:cxnLst/>
              <a:rect l="0" t="0" r="0" b="0"/>
              <a:pathLst>
                <a:path w="73044" h="39440">
                  <a:moveTo>
                    <a:pt x="0" y="0"/>
                  </a:moveTo>
                  <a:lnTo>
                    <a:pt x="73044" y="3944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19" name="Candidate_receptor__2718">
              <a:extLst>
                <a:ext uri="{FF2B5EF4-FFF2-40B4-BE49-F238E27FC236}">
                  <a16:creationId xmlns:a16="http://schemas.microsoft.com/office/drawing/2014/main" id="{520A472A-DFED-465A-CF66-49B873178881}"/>
                </a:ext>
              </a:extLst>
            </p:cNvPr>
            <p:cNvSpPr>
              <a:spLocks noGrp="1"/>
            </p:cNvSpPr>
            <p:nvPr/>
          </p:nvSpPr>
          <p:spPr>
            <a:xfrm>
              <a:off x="4865503" y="3746004"/>
              <a:ext cx="89750" cy="34219"/>
            </a:xfrm>
            <a:custGeom>
              <a:avLst/>
              <a:gdLst/>
              <a:ahLst/>
              <a:cxnLst/>
              <a:rect l="0" t="0" r="0" b="0"/>
              <a:pathLst>
                <a:path w="89750" h="34219">
                  <a:moveTo>
                    <a:pt x="89750" y="0"/>
                  </a:moveTo>
                  <a:lnTo>
                    <a:pt x="0" y="34219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0" name="Candidate_receptor__2719">
              <a:extLst>
                <a:ext uri="{FF2B5EF4-FFF2-40B4-BE49-F238E27FC236}">
                  <a16:creationId xmlns:a16="http://schemas.microsoft.com/office/drawing/2014/main" id="{036C321E-A652-BF8B-1633-808DBE5A5CE1}"/>
                </a:ext>
              </a:extLst>
            </p:cNvPr>
            <p:cNvSpPr>
              <a:spLocks noGrp="1"/>
            </p:cNvSpPr>
            <p:nvPr/>
          </p:nvSpPr>
          <p:spPr>
            <a:xfrm>
              <a:off x="5353346" y="5308908"/>
              <a:ext cx="13362" cy="109408"/>
            </a:xfrm>
            <a:custGeom>
              <a:avLst/>
              <a:gdLst/>
              <a:ahLst/>
              <a:cxnLst/>
              <a:rect l="0" t="0" r="0" b="0"/>
              <a:pathLst>
                <a:path w="13362" h="109408">
                  <a:moveTo>
                    <a:pt x="13362" y="0"/>
                  </a:moveTo>
                  <a:lnTo>
                    <a:pt x="0" y="109408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1" name="Candidate_receptor__2720">
              <a:extLst>
                <a:ext uri="{FF2B5EF4-FFF2-40B4-BE49-F238E27FC236}">
                  <a16:creationId xmlns:a16="http://schemas.microsoft.com/office/drawing/2014/main" id="{C55AA3A7-8FDA-8923-5046-2C7AF3017173}"/>
                </a:ext>
              </a:extLst>
            </p:cNvPr>
            <p:cNvSpPr>
              <a:spLocks noGrp="1"/>
            </p:cNvSpPr>
            <p:nvPr/>
          </p:nvSpPr>
          <p:spPr>
            <a:xfrm>
              <a:off x="6604591" y="4690996"/>
              <a:ext cx="52890" cy="77478"/>
            </a:xfrm>
            <a:custGeom>
              <a:avLst/>
              <a:gdLst/>
              <a:ahLst/>
              <a:cxnLst/>
              <a:rect l="0" t="0" r="0" b="0"/>
              <a:pathLst>
                <a:path w="52890" h="77478">
                  <a:moveTo>
                    <a:pt x="0" y="77478"/>
                  </a:moveTo>
                  <a:lnTo>
                    <a:pt x="5289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2" name="Candidate_receptor__2721">
              <a:extLst>
                <a:ext uri="{FF2B5EF4-FFF2-40B4-BE49-F238E27FC236}">
                  <a16:creationId xmlns:a16="http://schemas.microsoft.com/office/drawing/2014/main" id="{97E3CAC0-1E62-7620-C308-6951E83590F7}"/>
                </a:ext>
              </a:extLst>
            </p:cNvPr>
            <p:cNvSpPr>
              <a:spLocks noGrp="1"/>
            </p:cNvSpPr>
            <p:nvPr/>
          </p:nvSpPr>
          <p:spPr>
            <a:xfrm>
              <a:off x="5813374" y="2963803"/>
              <a:ext cx="87624" cy="44824"/>
            </a:xfrm>
            <a:custGeom>
              <a:avLst/>
              <a:gdLst/>
              <a:ahLst/>
              <a:cxnLst/>
              <a:rect l="0" t="0" r="0" b="0"/>
              <a:pathLst>
                <a:path w="87624" h="44824">
                  <a:moveTo>
                    <a:pt x="87624" y="0"/>
                  </a:moveTo>
                  <a:lnTo>
                    <a:pt x="0" y="44824"/>
                  </a:lnTo>
                </a:path>
              </a:pathLst>
            </a:custGeom>
            <a:noFill/>
            <a:ln w="8096">
              <a:solidFill>
                <a:srgbClr val="E1E6E9"/>
              </a:solidFill>
            </a:ln>
          </p:spPr>
        </p:sp>
        <p:sp>
          <p:nvSpPr>
            <p:cNvPr id="2723" name="Candidate_receptor__2722">
              <a:extLst>
                <a:ext uri="{FF2B5EF4-FFF2-40B4-BE49-F238E27FC236}">
                  <a16:creationId xmlns:a16="http://schemas.microsoft.com/office/drawing/2014/main" id="{19DA15AA-223C-972C-476C-2050797D1057}"/>
                </a:ext>
              </a:extLst>
            </p:cNvPr>
            <p:cNvSpPr>
              <a:spLocks noGrp="1"/>
            </p:cNvSpPr>
            <p:nvPr/>
          </p:nvSpPr>
          <p:spPr>
            <a:xfrm>
              <a:off x="4942859" y="3420886"/>
              <a:ext cx="94560" cy="4852"/>
            </a:xfrm>
            <a:custGeom>
              <a:avLst/>
              <a:gdLst/>
              <a:ahLst/>
              <a:cxnLst/>
              <a:rect l="0" t="0" r="0" b="0"/>
              <a:pathLst>
                <a:path w="94560" h="4852">
                  <a:moveTo>
                    <a:pt x="0" y="0"/>
                  </a:moveTo>
                  <a:lnTo>
                    <a:pt x="94560" y="4852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4" name="Candidate_receptor__2723">
              <a:extLst>
                <a:ext uri="{FF2B5EF4-FFF2-40B4-BE49-F238E27FC236}">
                  <a16:creationId xmlns:a16="http://schemas.microsoft.com/office/drawing/2014/main" id="{56C4AAC5-34C0-A058-66E9-8601BCC4BD5C}"/>
                </a:ext>
              </a:extLst>
            </p:cNvPr>
            <p:cNvSpPr>
              <a:spLocks noGrp="1"/>
            </p:cNvSpPr>
            <p:nvPr/>
          </p:nvSpPr>
          <p:spPr>
            <a:xfrm>
              <a:off x="6356983" y="3694383"/>
              <a:ext cx="93564" cy="63099"/>
            </a:xfrm>
            <a:custGeom>
              <a:avLst/>
              <a:gdLst/>
              <a:ahLst/>
              <a:cxnLst/>
              <a:rect l="0" t="0" r="0" b="0"/>
              <a:pathLst>
                <a:path w="93564" h="63099">
                  <a:moveTo>
                    <a:pt x="0" y="63099"/>
                  </a:moveTo>
                  <a:lnTo>
                    <a:pt x="93564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5" name="Candidate_receptor__2724">
              <a:extLst>
                <a:ext uri="{FF2B5EF4-FFF2-40B4-BE49-F238E27FC236}">
                  <a16:creationId xmlns:a16="http://schemas.microsoft.com/office/drawing/2014/main" id="{7DB5EAFA-53A5-6598-B380-89832F3F6C1C}"/>
                </a:ext>
              </a:extLst>
            </p:cNvPr>
            <p:cNvSpPr>
              <a:spLocks noGrp="1"/>
            </p:cNvSpPr>
            <p:nvPr/>
          </p:nvSpPr>
          <p:spPr>
            <a:xfrm>
              <a:off x="5609856" y="3102924"/>
              <a:ext cx="102623" cy="40479"/>
            </a:xfrm>
            <a:custGeom>
              <a:avLst/>
              <a:gdLst/>
              <a:ahLst/>
              <a:cxnLst/>
              <a:rect l="0" t="0" r="0" b="0"/>
              <a:pathLst>
                <a:path w="102623" h="40479">
                  <a:moveTo>
                    <a:pt x="102623" y="404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6" name="Candidate_receptor__2725">
              <a:extLst>
                <a:ext uri="{FF2B5EF4-FFF2-40B4-BE49-F238E27FC236}">
                  <a16:creationId xmlns:a16="http://schemas.microsoft.com/office/drawing/2014/main" id="{5D97A2E0-A28B-F0E0-D98D-56892FD70ACE}"/>
                </a:ext>
              </a:extLst>
            </p:cNvPr>
            <p:cNvSpPr>
              <a:spLocks noGrp="1"/>
            </p:cNvSpPr>
            <p:nvPr/>
          </p:nvSpPr>
          <p:spPr>
            <a:xfrm>
              <a:off x="5572409" y="3996179"/>
              <a:ext cx="94686" cy="63432"/>
            </a:xfrm>
            <a:custGeom>
              <a:avLst/>
              <a:gdLst/>
              <a:ahLst/>
              <a:cxnLst/>
              <a:rect l="0" t="0" r="0" b="0"/>
              <a:pathLst>
                <a:path w="94686" h="63432">
                  <a:moveTo>
                    <a:pt x="94686" y="634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7" name="Candidate_receptor__2726">
              <a:extLst>
                <a:ext uri="{FF2B5EF4-FFF2-40B4-BE49-F238E27FC236}">
                  <a16:creationId xmlns:a16="http://schemas.microsoft.com/office/drawing/2014/main" id="{1E4BC315-29CE-5AEE-2EDC-422E922A38EB}"/>
                </a:ext>
              </a:extLst>
            </p:cNvPr>
            <p:cNvSpPr>
              <a:spLocks noGrp="1"/>
            </p:cNvSpPr>
            <p:nvPr/>
          </p:nvSpPr>
          <p:spPr>
            <a:xfrm>
              <a:off x="4881444" y="4573648"/>
              <a:ext cx="97505" cy="57088"/>
            </a:xfrm>
            <a:custGeom>
              <a:avLst/>
              <a:gdLst/>
              <a:ahLst/>
              <a:cxnLst/>
              <a:rect l="0" t="0" r="0" b="0"/>
              <a:pathLst>
                <a:path w="97505" h="57088">
                  <a:moveTo>
                    <a:pt x="0" y="57088"/>
                  </a:moveTo>
                  <a:lnTo>
                    <a:pt x="97505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8" name="Candidate_receptor__2727">
              <a:extLst>
                <a:ext uri="{FF2B5EF4-FFF2-40B4-BE49-F238E27FC236}">
                  <a16:creationId xmlns:a16="http://schemas.microsoft.com/office/drawing/2014/main" id="{1EE156A0-6F8D-227F-E44A-D14D0C1B8026}"/>
                </a:ext>
              </a:extLst>
            </p:cNvPr>
            <p:cNvSpPr>
              <a:spLocks noGrp="1"/>
            </p:cNvSpPr>
            <p:nvPr/>
          </p:nvSpPr>
          <p:spPr>
            <a:xfrm>
              <a:off x="4779451" y="5015636"/>
              <a:ext cx="112954" cy="22983"/>
            </a:xfrm>
            <a:custGeom>
              <a:avLst/>
              <a:gdLst/>
              <a:ahLst/>
              <a:cxnLst/>
              <a:rect l="0" t="0" r="0" b="0"/>
              <a:pathLst>
                <a:path w="112954" h="22983">
                  <a:moveTo>
                    <a:pt x="112954" y="0"/>
                  </a:moveTo>
                  <a:lnTo>
                    <a:pt x="0" y="22983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29" name="Candidate_receptor__2728">
              <a:extLst>
                <a:ext uri="{FF2B5EF4-FFF2-40B4-BE49-F238E27FC236}">
                  <a16:creationId xmlns:a16="http://schemas.microsoft.com/office/drawing/2014/main" id="{A3C00737-B9E8-46B1-D297-B2C9FC27DD72}"/>
                </a:ext>
              </a:extLst>
            </p:cNvPr>
            <p:cNvSpPr>
              <a:spLocks noGrp="1"/>
            </p:cNvSpPr>
            <p:nvPr/>
          </p:nvSpPr>
          <p:spPr>
            <a:xfrm>
              <a:off x="4767645" y="3436261"/>
              <a:ext cx="67414" cy="80553"/>
            </a:xfrm>
            <a:custGeom>
              <a:avLst/>
              <a:gdLst/>
              <a:ahLst/>
              <a:cxnLst/>
              <a:rect l="0" t="0" r="0" b="0"/>
              <a:pathLst>
                <a:path w="67414" h="80553">
                  <a:moveTo>
                    <a:pt x="67414" y="805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0" name="Candidate_receptor__2729">
              <a:extLst>
                <a:ext uri="{FF2B5EF4-FFF2-40B4-BE49-F238E27FC236}">
                  <a16:creationId xmlns:a16="http://schemas.microsoft.com/office/drawing/2014/main" id="{0AA3E135-F518-FCB0-56CC-6571FF4EC30B}"/>
                </a:ext>
              </a:extLst>
            </p:cNvPr>
            <p:cNvSpPr>
              <a:spLocks noGrp="1"/>
            </p:cNvSpPr>
            <p:nvPr/>
          </p:nvSpPr>
          <p:spPr>
            <a:xfrm>
              <a:off x="5178404" y="3792131"/>
              <a:ext cx="90922" cy="13073"/>
            </a:xfrm>
            <a:custGeom>
              <a:avLst/>
              <a:gdLst/>
              <a:ahLst/>
              <a:cxnLst/>
              <a:rect l="0" t="0" r="0" b="0"/>
              <a:pathLst>
                <a:path w="90922" h="13073">
                  <a:moveTo>
                    <a:pt x="90922" y="0"/>
                  </a:moveTo>
                  <a:lnTo>
                    <a:pt x="0" y="13073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1" name="Candidate_receptor__2730">
              <a:extLst>
                <a:ext uri="{FF2B5EF4-FFF2-40B4-BE49-F238E27FC236}">
                  <a16:creationId xmlns:a16="http://schemas.microsoft.com/office/drawing/2014/main" id="{A51509A5-D156-1A9C-9D69-02C5B3BCD232}"/>
                </a:ext>
              </a:extLst>
            </p:cNvPr>
            <p:cNvSpPr>
              <a:spLocks noGrp="1"/>
            </p:cNvSpPr>
            <p:nvPr/>
          </p:nvSpPr>
          <p:spPr>
            <a:xfrm>
              <a:off x="6315881" y="3603101"/>
              <a:ext cx="68111" cy="15156"/>
            </a:xfrm>
            <a:custGeom>
              <a:avLst/>
              <a:gdLst/>
              <a:ahLst/>
              <a:cxnLst/>
              <a:rect l="0" t="0" r="0" b="0"/>
              <a:pathLst>
                <a:path w="68111" h="15156">
                  <a:moveTo>
                    <a:pt x="68111" y="0"/>
                  </a:moveTo>
                  <a:lnTo>
                    <a:pt x="0" y="15156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2" name="Candidate_receptor__2731">
              <a:extLst>
                <a:ext uri="{FF2B5EF4-FFF2-40B4-BE49-F238E27FC236}">
                  <a16:creationId xmlns:a16="http://schemas.microsoft.com/office/drawing/2014/main" id="{BA7B69B3-7569-C308-C509-09F058CC458D}"/>
                </a:ext>
              </a:extLst>
            </p:cNvPr>
            <p:cNvSpPr>
              <a:spLocks noGrp="1"/>
            </p:cNvSpPr>
            <p:nvPr/>
          </p:nvSpPr>
          <p:spPr>
            <a:xfrm>
              <a:off x="4684667" y="3579160"/>
              <a:ext cx="43924" cy="42390"/>
            </a:xfrm>
            <a:custGeom>
              <a:avLst/>
              <a:gdLst/>
              <a:ahLst/>
              <a:cxnLst/>
              <a:rect l="0" t="0" r="0" b="0"/>
              <a:pathLst>
                <a:path w="43924" h="42390">
                  <a:moveTo>
                    <a:pt x="43924" y="423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1E6E9"/>
              </a:solidFill>
            </a:ln>
          </p:spPr>
        </p:sp>
        <p:sp>
          <p:nvSpPr>
            <p:cNvPr id="2733" name="Candidate_receptor__2732">
              <a:extLst>
                <a:ext uri="{FF2B5EF4-FFF2-40B4-BE49-F238E27FC236}">
                  <a16:creationId xmlns:a16="http://schemas.microsoft.com/office/drawing/2014/main" id="{5C4CDDC9-D778-1EA1-1EDB-063938EF2BBF}"/>
                </a:ext>
              </a:extLst>
            </p:cNvPr>
            <p:cNvSpPr>
              <a:spLocks noGrp="1"/>
            </p:cNvSpPr>
            <p:nvPr/>
          </p:nvSpPr>
          <p:spPr>
            <a:xfrm>
              <a:off x="4995950" y="4670113"/>
              <a:ext cx="26599" cy="61286"/>
            </a:xfrm>
            <a:custGeom>
              <a:avLst/>
              <a:gdLst/>
              <a:ahLst/>
              <a:cxnLst/>
              <a:rect l="0" t="0" r="0" b="0"/>
              <a:pathLst>
                <a:path w="26599" h="61286">
                  <a:moveTo>
                    <a:pt x="26599" y="0"/>
                  </a:moveTo>
                  <a:lnTo>
                    <a:pt x="0" y="612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4" name="Candidate_receptor__2733">
              <a:extLst>
                <a:ext uri="{FF2B5EF4-FFF2-40B4-BE49-F238E27FC236}">
                  <a16:creationId xmlns:a16="http://schemas.microsoft.com/office/drawing/2014/main" id="{8168E50C-1AAB-AA91-0238-AED2D0F92829}"/>
                </a:ext>
              </a:extLst>
            </p:cNvPr>
            <p:cNvSpPr>
              <a:spLocks noGrp="1"/>
            </p:cNvSpPr>
            <p:nvPr/>
          </p:nvSpPr>
          <p:spPr>
            <a:xfrm>
              <a:off x="6213950" y="4018617"/>
              <a:ext cx="44450" cy="14702"/>
            </a:xfrm>
            <a:custGeom>
              <a:avLst/>
              <a:gdLst/>
              <a:ahLst/>
              <a:cxnLst/>
              <a:rect l="0" t="0" r="0" b="0"/>
              <a:pathLst>
                <a:path w="44450" h="14702">
                  <a:moveTo>
                    <a:pt x="44450" y="147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5" name="Candidate_receptor__2734">
              <a:extLst>
                <a:ext uri="{FF2B5EF4-FFF2-40B4-BE49-F238E27FC236}">
                  <a16:creationId xmlns:a16="http://schemas.microsoft.com/office/drawing/2014/main" id="{F422985E-2885-C4CA-20D4-AA5B29E9FE2B}"/>
                </a:ext>
              </a:extLst>
            </p:cNvPr>
            <p:cNvSpPr>
              <a:spLocks noGrp="1"/>
            </p:cNvSpPr>
            <p:nvPr/>
          </p:nvSpPr>
          <p:spPr>
            <a:xfrm>
              <a:off x="4851322" y="5115121"/>
              <a:ext cx="65634" cy="56589"/>
            </a:xfrm>
            <a:custGeom>
              <a:avLst/>
              <a:gdLst/>
              <a:ahLst/>
              <a:cxnLst/>
              <a:rect l="0" t="0" r="0" b="0"/>
              <a:pathLst>
                <a:path w="65634" h="56589">
                  <a:moveTo>
                    <a:pt x="0" y="56589"/>
                  </a:moveTo>
                  <a:lnTo>
                    <a:pt x="65634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6" name="Candidate_receptor__2735">
              <a:extLst>
                <a:ext uri="{FF2B5EF4-FFF2-40B4-BE49-F238E27FC236}">
                  <a16:creationId xmlns:a16="http://schemas.microsoft.com/office/drawing/2014/main" id="{AED1E109-FDBE-30CA-9DF2-619DEFAC326B}"/>
                </a:ext>
              </a:extLst>
            </p:cNvPr>
            <p:cNvSpPr>
              <a:spLocks noGrp="1"/>
            </p:cNvSpPr>
            <p:nvPr/>
          </p:nvSpPr>
          <p:spPr>
            <a:xfrm>
              <a:off x="5378689" y="4292329"/>
              <a:ext cx="45841" cy="101599"/>
            </a:xfrm>
            <a:custGeom>
              <a:avLst/>
              <a:gdLst/>
              <a:ahLst/>
              <a:cxnLst/>
              <a:rect l="0" t="0" r="0" b="0"/>
              <a:pathLst>
                <a:path w="45841" h="101599">
                  <a:moveTo>
                    <a:pt x="0" y="101599"/>
                  </a:moveTo>
                  <a:lnTo>
                    <a:pt x="45841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7" name="Candidate_receptor__2736">
              <a:extLst>
                <a:ext uri="{FF2B5EF4-FFF2-40B4-BE49-F238E27FC236}">
                  <a16:creationId xmlns:a16="http://schemas.microsoft.com/office/drawing/2014/main" id="{CAF3341F-DC49-74D3-F24D-1C4854D24AAB}"/>
                </a:ext>
              </a:extLst>
            </p:cNvPr>
            <p:cNvSpPr>
              <a:spLocks noGrp="1"/>
            </p:cNvSpPr>
            <p:nvPr/>
          </p:nvSpPr>
          <p:spPr>
            <a:xfrm>
              <a:off x="6012425" y="4775110"/>
              <a:ext cx="92685" cy="19801"/>
            </a:xfrm>
            <a:custGeom>
              <a:avLst/>
              <a:gdLst/>
              <a:ahLst/>
              <a:cxnLst/>
              <a:rect l="0" t="0" r="0" b="0"/>
              <a:pathLst>
                <a:path w="92685" h="19801">
                  <a:moveTo>
                    <a:pt x="92685" y="198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8" name="Candidate_receptor__2737">
              <a:extLst>
                <a:ext uri="{FF2B5EF4-FFF2-40B4-BE49-F238E27FC236}">
                  <a16:creationId xmlns:a16="http://schemas.microsoft.com/office/drawing/2014/main" id="{335F1391-F803-D47C-3249-424B799CFC47}"/>
                </a:ext>
              </a:extLst>
            </p:cNvPr>
            <p:cNvSpPr>
              <a:spLocks noGrp="1"/>
            </p:cNvSpPr>
            <p:nvPr/>
          </p:nvSpPr>
          <p:spPr>
            <a:xfrm>
              <a:off x="6255223" y="4410073"/>
              <a:ext cx="45099" cy="104902"/>
            </a:xfrm>
            <a:custGeom>
              <a:avLst/>
              <a:gdLst/>
              <a:ahLst/>
              <a:cxnLst/>
              <a:rect l="0" t="0" r="0" b="0"/>
              <a:pathLst>
                <a:path w="45099" h="104902">
                  <a:moveTo>
                    <a:pt x="45099" y="0"/>
                  </a:moveTo>
                  <a:lnTo>
                    <a:pt x="0" y="104902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39" name="Candidate_receptor__2738">
              <a:extLst>
                <a:ext uri="{FF2B5EF4-FFF2-40B4-BE49-F238E27FC236}">
                  <a16:creationId xmlns:a16="http://schemas.microsoft.com/office/drawing/2014/main" id="{C00F049D-8161-9CC9-E6B8-3E644F058A04}"/>
                </a:ext>
              </a:extLst>
            </p:cNvPr>
            <p:cNvSpPr>
              <a:spLocks noGrp="1"/>
            </p:cNvSpPr>
            <p:nvPr/>
          </p:nvSpPr>
          <p:spPr>
            <a:xfrm>
              <a:off x="5611153" y="4059611"/>
              <a:ext cx="55943" cy="99284"/>
            </a:xfrm>
            <a:custGeom>
              <a:avLst/>
              <a:gdLst/>
              <a:ahLst/>
              <a:cxnLst/>
              <a:rect l="0" t="0" r="0" b="0"/>
              <a:pathLst>
                <a:path w="55943" h="99284">
                  <a:moveTo>
                    <a:pt x="0" y="99284"/>
                  </a:moveTo>
                  <a:lnTo>
                    <a:pt x="55943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0" name="Candidate_receptor__2739">
              <a:extLst>
                <a:ext uri="{FF2B5EF4-FFF2-40B4-BE49-F238E27FC236}">
                  <a16:creationId xmlns:a16="http://schemas.microsoft.com/office/drawing/2014/main" id="{7E107C31-7DE2-06FF-3020-DAA7E090C2B3}"/>
                </a:ext>
              </a:extLst>
            </p:cNvPr>
            <p:cNvSpPr>
              <a:spLocks noGrp="1"/>
            </p:cNvSpPr>
            <p:nvPr/>
          </p:nvSpPr>
          <p:spPr>
            <a:xfrm>
              <a:off x="5039160" y="2413811"/>
              <a:ext cx="25703" cy="57050"/>
            </a:xfrm>
            <a:custGeom>
              <a:avLst/>
              <a:gdLst/>
              <a:ahLst/>
              <a:cxnLst/>
              <a:rect l="0" t="0" r="0" b="0"/>
              <a:pathLst>
                <a:path w="25703" h="57050">
                  <a:moveTo>
                    <a:pt x="0" y="57050"/>
                  </a:moveTo>
                  <a:lnTo>
                    <a:pt x="25703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1" name="Candidate_receptor__2740">
              <a:extLst>
                <a:ext uri="{FF2B5EF4-FFF2-40B4-BE49-F238E27FC236}">
                  <a16:creationId xmlns:a16="http://schemas.microsoft.com/office/drawing/2014/main" id="{DE73EF5A-1F73-7D4C-4704-E7191ED1A65B}"/>
                </a:ext>
              </a:extLst>
            </p:cNvPr>
            <p:cNvSpPr>
              <a:spLocks noGrp="1"/>
            </p:cNvSpPr>
            <p:nvPr/>
          </p:nvSpPr>
          <p:spPr>
            <a:xfrm>
              <a:off x="6544749" y="3536958"/>
              <a:ext cx="12884" cy="36892"/>
            </a:xfrm>
            <a:custGeom>
              <a:avLst/>
              <a:gdLst/>
              <a:ahLst/>
              <a:cxnLst/>
              <a:rect l="0" t="0" r="0" b="0"/>
              <a:pathLst>
                <a:path w="12884" h="36892">
                  <a:moveTo>
                    <a:pt x="12884" y="368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2" name="Candidate_receptor__2741">
              <a:extLst>
                <a:ext uri="{FF2B5EF4-FFF2-40B4-BE49-F238E27FC236}">
                  <a16:creationId xmlns:a16="http://schemas.microsoft.com/office/drawing/2014/main" id="{EF12A117-91BF-6457-E799-A8CE58473667}"/>
                </a:ext>
              </a:extLst>
            </p:cNvPr>
            <p:cNvSpPr>
              <a:spLocks noGrp="1"/>
            </p:cNvSpPr>
            <p:nvPr/>
          </p:nvSpPr>
          <p:spPr>
            <a:xfrm>
              <a:off x="5718198" y="2944656"/>
              <a:ext cx="95176" cy="63971"/>
            </a:xfrm>
            <a:custGeom>
              <a:avLst/>
              <a:gdLst/>
              <a:ahLst/>
              <a:cxnLst/>
              <a:rect l="0" t="0" r="0" b="0"/>
              <a:pathLst>
                <a:path w="95176" h="63971">
                  <a:moveTo>
                    <a:pt x="95176" y="6397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3" name="Candidate_receptor__2742">
              <a:extLst>
                <a:ext uri="{FF2B5EF4-FFF2-40B4-BE49-F238E27FC236}">
                  <a16:creationId xmlns:a16="http://schemas.microsoft.com/office/drawing/2014/main" id="{DA79359A-CACC-A962-2D59-04B95156B4EF}"/>
                </a:ext>
              </a:extLst>
            </p:cNvPr>
            <p:cNvSpPr>
              <a:spLocks noGrp="1"/>
            </p:cNvSpPr>
            <p:nvPr/>
          </p:nvSpPr>
          <p:spPr>
            <a:xfrm>
              <a:off x="5148012" y="4536651"/>
              <a:ext cx="49150" cy="30000"/>
            </a:xfrm>
            <a:custGeom>
              <a:avLst/>
              <a:gdLst/>
              <a:ahLst/>
              <a:cxnLst/>
              <a:rect l="0" t="0" r="0" b="0"/>
              <a:pathLst>
                <a:path w="49150" h="30000">
                  <a:moveTo>
                    <a:pt x="0" y="0"/>
                  </a:moveTo>
                  <a:lnTo>
                    <a:pt x="49150" y="3000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4" name="Candidate_receptor__2743">
              <a:extLst>
                <a:ext uri="{FF2B5EF4-FFF2-40B4-BE49-F238E27FC236}">
                  <a16:creationId xmlns:a16="http://schemas.microsoft.com/office/drawing/2014/main" id="{D9BD817F-1D11-FAB8-DCDA-5ADB14FE419F}"/>
                </a:ext>
              </a:extLst>
            </p:cNvPr>
            <p:cNvSpPr>
              <a:spLocks noGrp="1"/>
            </p:cNvSpPr>
            <p:nvPr/>
          </p:nvSpPr>
          <p:spPr>
            <a:xfrm>
              <a:off x="6076925" y="4251502"/>
              <a:ext cx="79274" cy="44178"/>
            </a:xfrm>
            <a:custGeom>
              <a:avLst/>
              <a:gdLst/>
              <a:ahLst/>
              <a:cxnLst/>
              <a:rect l="0" t="0" r="0" b="0"/>
              <a:pathLst>
                <a:path w="79274" h="44178">
                  <a:moveTo>
                    <a:pt x="0" y="0"/>
                  </a:moveTo>
                  <a:lnTo>
                    <a:pt x="79274" y="44178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45" name="Candidate_receptor__2744">
              <a:extLst>
                <a:ext uri="{FF2B5EF4-FFF2-40B4-BE49-F238E27FC236}">
                  <a16:creationId xmlns:a16="http://schemas.microsoft.com/office/drawing/2014/main" id="{E8C96A51-3DE1-BF5F-44DA-0A498E5E0C85}"/>
                </a:ext>
              </a:extLst>
            </p:cNvPr>
            <p:cNvSpPr>
              <a:spLocks noGrp="1"/>
            </p:cNvSpPr>
            <p:nvPr/>
          </p:nvSpPr>
          <p:spPr>
            <a:xfrm>
              <a:off x="4892405" y="5015636"/>
              <a:ext cx="24551" cy="99485"/>
            </a:xfrm>
            <a:custGeom>
              <a:avLst/>
              <a:gdLst/>
              <a:ahLst/>
              <a:cxnLst/>
              <a:rect l="0" t="0" r="0" b="0"/>
              <a:pathLst>
                <a:path w="24551" h="99485">
                  <a:moveTo>
                    <a:pt x="24551" y="994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6" name="Candidate_receptor__2745">
              <a:extLst>
                <a:ext uri="{FF2B5EF4-FFF2-40B4-BE49-F238E27FC236}">
                  <a16:creationId xmlns:a16="http://schemas.microsoft.com/office/drawing/2014/main" id="{DFDC3888-297D-00FF-339B-2E9D63A58660}"/>
                </a:ext>
              </a:extLst>
            </p:cNvPr>
            <p:cNvSpPr>
              <a:spLocks noGrp="1"/>
            </p:cNvSpPr>
            <p:nvPr/>
          </p:nvSpPr>
          <p:spPr>
            <a:xfrm>
              <a:off x="5942510" y="4775110"/>
              <a:ext cx="69915" cy="9286"/>
            </a:xfrm>
            <a:custGeom>
              <a:avLst/>
              <a:gdLst/>
              <a:ahLst/>
              <a:cxnLst/>
              <a:rect l="0" t="0" r="0" b="0"/>
              <a:pathLst>
                <a:path w="69915" h="9286">
                  <a:moveTo>
                    <a:pt x="69915" y="0"/>
                  </a:moveTo>
                  <a:lnTo>
                    <a:pt x="0" y="92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7" name="Candidate_receptor__2746">
              <a:extLst>
                <a:ext uri="{FF2B5EF4-FFF2-40B4-BE49-F238E27FC236}">
                  <a16:creationId xmlns:a16="http://schemas.microsoft.com/office/drawing/2014/main" id="{C164BD0F-2D17-0D58-2ED8-E5BF45FCA808}"/>
                </a:ext>
              </a:extLst>
            </p:cNvPr>
            <p:cNvSpPr>
              <a:spLocks noGrp="1"/>
            </p:cNvSpPr>
            <p:nvPr/>
          </p:nvSpPr>
          <p:spPr>
            <a:xfrm>
              <a:off x="6001959" y="4251502"/>
              <a:ext cx="74966" cy="1782"/>
            </a:xfrm>
            <a:custGeom>
              <a:avLst/>
              <a:gdLst/>
              <a:ahLst/>
              <a:cxnLst/>
              <a:rect l="0" t="0" r="0" b="0"/>
              <a:pathLst>
                <a:path w="74966" h="1782">
                  <a:moveTo>
                    <a:pt x="0" y="1782"/>
                  </a:moveTo>
                  <a:lnTo>
                    <a:pt x="7496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8" name="Candidate_receptor__2747">
              <a:extLst>
                <a:ext uri="{FF2B5EF4-FFF2-40B4-BE49-F238E27FC236}">
                  <a16:creationId xmlns:a16="http://schemas.microsoft.com/office/drawing/2014/main" id="{96AC9155-363D-EB84-C528-524F505EBEB2}"/>
                </a:ext>
              </a:extLst>
            </p:cNvPr>
            <p:cNvSpPr>
              <a:spLocks noGrp="1"/>
            </p:cNvSpPr>
            <p:nvPr/>
          </p:nvSpPr>
          <p:spPr>
            <a:xfrm>
              <a:off x="6328176" y="4224310"/>
              <a:ext cx="92800" cy="67729"/>
            </a:xfrm>
            <a:custGeom>
              <a:avLst/>
              <a:gdLst/>
              <a:ahLst/>
              <a:cxnLst/>
              <a:rect l="0" t="0" r="0" b="0"/>
              <a:pathLst>
                <a:path w="92800" h="67729">
                  <a:moveTo>
                    <a:pt x="92800" y="0"/>
                  </a:moveTo>
                  <a:lnTo>
                    <a:pt x="0" y="6772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49" name="Candidate_receptor__2748">
              <a:extLst>
                <a:ext uri="{FF2B5EF4-FFF2-40B4-BE49-F238E27FC236}">
                  <a16:creationId xmlns:a16="http://schemas.microsoft.com/office/drawing/2014/main" id="{277C4DAB-BAA5-4021-FAF6-44B4202FACC4}"/>
                </a:ext>
              </a:extLst>
            </p:cNvPr>
            <p:cNvSpPr>
              <a:spLocks noGrp="1"/>
            </p:cNvSpPr>
            <p:nvPr/>
          </p:nvSpPr>
          <p:spPr>
            <a:xfrm>
              <a:off x="5883713" y="4635045"/>
              <a:ext cx="114008" cy="16448"/>
            </a:xfrm>
            <a:custGeom>
              <a:avLst/>
              <a:gdLst/>
              <a:ahLst/>
              <a:cxnLst/>
              <a:rect l="0" t="0" r="0" b="0"/>
              <a:pathLst>
                <a:path w="114008" h="16448">
                  <a:moveTo>
                    <a:pt x="114008" y="0"/>
                  </a:moveTo>
                  <a:lnTo>
                    <a:pt x="0" y="1644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0" name="Candidate_receptor__2749">
              <a:extLst>
                <a:ext uri="{FF2B5EF4-FFF2-40B4-BE49-F238E27FC236}">
                  <a16:creationId xmlns:a16="http://schemas.microsoft.com/office/drawing/2014/main" id="{BD4CC970-EE64-5D02-E106-EDDEA2A5B1F4}"/>
                </a:ext>
              </a:extLst>
            </p:cNvPr>
            <p:cNvSpPr>
              <a:spLocks noGrp="1"/>
            </p:cNvSpPr>
            <p:nvPr/>
          </p:nvSpPr>
          <p:spPr>
            <a:xfrm>
              <a:off x="6233944" y="3877859"/>
              <a:ext cx="90797" cy="61872"/>
            </a:xfrm>
            <a:custGeom>
              <a:avLst/>
              <a:gdLst/>
              <a:ahLst/>
              <a:cxnLst/>
              <a:rect l="0" t="0" r="0" b="0"/>
              <a:pathLst>
                <a:path w="90797" h="61872">
                  <a:moveTo>
                    <a:pt x="0" y="0"/>
                  </a:moveTo>
                  <a:lnTo>
                    <a:pt x="90797" y="61872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1" name="Candidate_receptor__2750">
              <a:extLst>
                <a:ext uri="{FF2B5EF4-FFF2-40B4-BE49-F238E27FC236}">
                  <a16:creationId xmlns:a16="http://schemas.microsoft.com/office/drawing/2014/main" id="{652E325A-10F0-1805-B48D-8B0A8938D5C3}"/>
                </a:ext>
              </a:extLst>
            </p:cNvPr>
            <p:cNvSpPr>
              <a:spLocks noGrp="1"/>
            </p:cNvSpPr>
            <p:nvPr/>
          </p:nvSpPr>
          <p:spPr>
            <a:xfrm>
              <a:off x="5765665" y="3231841"/>
              <a:ext cx="77975" cy="72644"/>
            </a:xfrm>
            <a:custGeom>
              <a:avLst/>
              <a:gdLst/>
              <a:ahLst/>
              <a:cxnLst/>
              <a:rect l="0" t="0" r="0" b="0"/>
              <a:pathLst>
                <a:path w="77975" h="72644">
                  <a:moveTo>
                    <a:pt x="77975" y="0"/>
                  </a:moveTo>
                  <a:lnTo>
                    <a:pt x="0" y="7264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2" name="Candidate_receptor__2751">
              <a:extLst>
                <a:ext uri="{FF2B5EF4-FFF2-40B4-BE49-F238E27FC236}">
                  <a16:creationId xmlns:a16="http://schemas.microsoft.com/office/drawing/2014/main" id="{56BD0DD8-FC5B-9654-FECC-F878618F6EBC}"/>
                </a:ext>
              </a:extLst>
            </p:cNvPr>
            <p:cNvSpPr>
              <a:spLocks noGrp="1"/>
            </p:cNvSpPr>
            <p:nvPr/>
          </p:nvSpPr>
          <p:spPr>
            <a:xfrm>
              <a:off x="4978949" y="4573648"/>
              <a:ext cx="43600" cy="96465"/>
            </a:xfrm>
            <a:custGeom>
              <a:avLst/>
              <a:gdLst/>
              <a:ahLst/>
              <a:cxnLst/>
              <a:rect l="0" t="0" r="0" b="0"/>
              <a:pathLst>
                <a:path w="43600" h="96465">
                  <a:moveTo>
                    <a:pt x="0" y="0"/>
                  </a:moveTo>
                  <a:lnTo>
                    <a:pt x="43600" y="9646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3" name="Candidate_receptor__2752">
              <a:extLst>
                <a:ext uri="{FF2B5EF4-FFF2-40B4-BE49-F238E27FC236}">
                  <a16:creationId xmlns:a16="http://schemas.microsoft.com/office/drawing/2014/main" id="{059D1144-064D-C9A6-991F-15D7DFBAFB05}"/>
                </a:ext>
              </a:extLst>
            </p:cNvPr>
            <p:cNvSpPr>
              <a:spLocks noGrp="1"/>
            </p:cNvSpPr>
            <p:nvPr/>
          </p:nvSpPr>
          <p:spPr>
            <a:xfrm>
              <a:off x="4863263" y="2631792"/>
              <a:ext cx="85273" cy="60082"/>
            </a:xfrm>
            <a:custGeom>
              <a:avLst/>
              <a:gdLst/>
              <a:ahLst/>
              <a:cxnLst/>
              <a:rect l="0" t="0" r="0" b="0"/>
              <a:pathLst>
                <a:path w="85273" h="60082">
                  <a:moveTo>
                    <a:pt x="85273" y="6008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4" name="Candidate_receptor__2753">
              <a:extLst>
                <a:ext uri="{FF2B5EF4-FFF2-40B4-BE49-F238E27FC236}">
                  <a16:creationId xmlns:a16="http://schemas.microsoft.com/office/drawing/2014/main" id="{BFB7FF68-0750-6FFE-ABD9-A5E1ADD2046A}"/>
                </a:ext>
              </a:extLst>
            </p:cNvPr>
            <p:cNvSpPr>
              <a:spLocks noGrp="1"/>
            </p:cNvSpPr>
            <p:nvPr/>
          </p:nvSpPr>
          <p:spPr>
            <a:xfrm>
              <a:off x="4435397" y="4837072"/>
              <a:ext cx="25221" cy="29933"/>
            </a:xfrm>
            <a:custGeom>
              <a:avLst/>
              <a:gdLst/>
              <a:ahLst/>
              <a:cxnLst/>
              <a:rect l="0" t="0" r="0" b="0"/>
              <a:pathLst>
                <a:path w="25221" h="29933">
                  <a:moveTo>
                    <a:pt x="25221" y="2993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5" name="Candidate_receptor__2754">
              <a:extLst>
                <a:ext uri="{FF2B5EF4-FFF2-40B4-BE49-F238E27FC236}">
                  <a16:creationId xmlns:a16="http://schemas.microsoft.com/office/drawing/2014/main" id="{C085D451-3737-6C7D-2393-F25451021970}"/>
                </a:ext>
              </a:extLst>
            </p:cNvPr>
            <p:cNvSpPr>
              <a:spLocks noGrp="1"/>
            </p:cNvSpPr>
            <p:nvPr/>
          </p:nvSpPr>
          <p:spPr>
            <a:xfrm>
              <a:off x="5135954" y="2646468"/>
              <a:ext cx="75288" cy="86668"/>
            </a:xfrm>
            <a:custGeom>
              <a:avLst/>
              <a:gdLst/>
              <a:ahLst/>
              <a:cxnLst/>
              <a:rect l="0" t="0" r="0" b="0"/>
              <a:pathLst>
                <a:path w="75288" h="86668">
                  <a:moveTo>
                    <a:pt x="0" y="0"/>
                  </a:moveTo>
                  <a:lnTo>
                    <a:pt x="75288" y="8666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6" name="Candidate_receptor__2755">
              <a:extLst>
                <a:ext uri="{FF2B5EF4-FFF2-40B4-BE49-F238E27FC236}">
                  <a16:creationId xmlns:a16="http://schemas.microsoft.com/office/drawing/2014/main" id="{E20D53B5-6D72-5E85-C54E-95BD337716B1}"/>
                </a:ext>
              </a:extLst>
            </p:cNvPr>
            <p:cNvSpPr>
              <a:spLocks noGrp="1"/>
            </p:cNvSpPr>
            <p:nvPr/>
          </p:nvSpPr>
          <p:spPr>
            <a:xfrm>
              <a:off x="5531073" y="3996179"/>
              <a:ext cx="41336" cy="27018"/>
            </a:xfrm>
            <a:custGeom>
              <a:avLst/>
              <a:gdLst/>
              <a:ahLst/>
              <a:cxnLst/>
              <a:rect l="0" t="0" r="0" b="0"/>
              <a:pathLst>
                <a:path w="41336" h="27018">
                  <a:moveTo>
                    <a:pt x="41336" y="0"/>
                  </a:moveTo>
                  <a:lnTo>
                    <a:pt x="0" y="2701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7" name="Candidate_receptor__2756">
              <a:extLst>
                <a:ext uri="{FF2B5EF4-FFF2-40B4-BE49-F238E27FC236}">
                  <a16:creationId xmlns:a16="http://schemas.microsoft.com/office/drawing/2014/main" id="{B436A446-1C43-3D94-58C9-A83F734EE614}"/>
                </a:ext>
              </a:extLst>
            </p:cNvPr>
            <p:cNvSpPr>
              <a:spLocks noGrp="1"/>
            </p:cNvSpPr>
            <p:nvPr/>
          </p:nvSpPr>
          <p:spPr>
            <a:xfrm>
              <a:off x="6145206" y="4295680"/>
              <a:ext cx="10994" cy="106486"/>
            </a:xfrm>
            <a:custGeom>
              <a:avLst/>
              <a:gdLst/>
              <a:ahLst/>
              <a:cxnLst/>
              <a:rect l="0" t="0" r="0" b="0"/>
              <a:pathLst>
                <a:path w="10994" h="106486">
                  <a:moveTo>
                    <a:pt x="10994" y="0"/>
                  </a:moveTo>
                  <a:lnTo>
                    <a:pt x="0" y="1064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58" name="Candidate_receptor__2757">
              <a:extLst>
                <a:ext uri="{FF2B5EF4-FFF2-40B4-BE49-F238E27FC236}">
                  <a16:creationId xmlns:a16="http://schemas.microsoft.com/office/drawing/2014/main" id="{6B15A820-F566-A3E6-B99B-2ECF236C544C}"/>
                </a:ext>
              </a:extLst>
            </p:cNvPr>
            <p:cNvSpPr>
              <a:spLocks noGrp="1"/>
            </p:cNvSpPr>
            <p:nvPr/>
          </p:nvSpPr>
          <p:spPr>
            <a:xfrm>
              <a:off x="6310108" y="4835541"/>
              <a:ext cx="7639" cy="29803"/>
            </a:xfrm>
            <a:custGeom>
              <a:avLst/>
              <a:gdLst/>
              <a:ahLst/>
              <a:cxnLst/>
              <a:rect l="0" t="0" r="0" b="0"/>
              <a:pathLst>
                <a:path w="7639" h="29803">
                  <a:moveTo>
                    <a:pt x="0" y="29803"/>
                  </a:moveTo>
                  <a:lnTo>
                    <a:pt x="7639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59" name="Candidate_receptor__2758">
              <a:extLst>
                <a:ext uri="{FF2B5EF4-FFF2-40B4-BE49-F238E27FC236}">
                  <a16:creationId xmlns:a16="http://schemas.microsoft.com/office/drawing/2014/main" id="{F4F338BF-88C8-C47D-F8D2-342C6D9A8BA6}"/>
                </a:ext>
              </a:extLst>
            </p:cNvPr>
            <p:cNvSpPr>
              <a:spLocks noGrp="1"/>
            </p:cNvSpPr>
            <p:nvPr/>
          </p:nvSpPr>
          <p:spPr>
            <a:xfrm>
              <a:off x="5252023" y="4237629"/>
              <a:ext cx="28147" cy="57553"/>
            </a:xfrm>
            <a:custGeom>
              <a:avLst/>
              <a:gdLst/>
              <a:ahLst/>
              <a:cxnLst/>
              <a:rect l="0" t="0" r="0" b="0"/>
              <a:pathLst>
                <a:path w="28147" h="57553">
                  <a:moveTo>
                    <a:pt x="0" y="57553"/>
                  </a:moveTo>
                  <a:lnTo>
                    <a:pt x="28147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0" name="Candidate_receptor__2759">
              <a:extLst>
                <a:ext uri="{FF2B5EF4-FFF2-40B4-BE49-F238E27FC236}">
                  <a16:creationId xmlns:a16="http://schemas.microsoft.com/office/drawing/2014/main" id="{DBD49698-84DA-D0EA-7EC8-D1C6538C6C57}"/>
                </a:ext>
              </a:extLst>
            </p:cNvPr>
            <p:cNvSpPr>
              <a:spLocks noGrp="1"/>
            </p:cNvSpPr>
            <p:nvPr/>
          </p:nvSpPr>
          <p:spPr>
            <a:xfrm>
              <a:off x="5219656" y="2583858"/>
              <a:ext cx="63092" cy="21069"/>
            </a:xfrm>
            <a:custGeom>
              <a:avLst/>
              <a:gdLst/>
              <a:ahLst/>
              <a:cxnLst/>
              <a:rect l="0" t="0" r="0" b="0"/>
              <a:pathLst>
                <a:path w="63092" h="21069">
                  <a:moveTo>
                    <a:pt x="63092" y="210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1" name="Candidate_receptor__2760">
              <a:extLst>
                <a:ext uri="{FF2B5EF4-FFF2-40B4-BE49-F238E27FC236}">
                  <a16:creationId xmlns:a16="http://schemas.microsoft.com/office/drawing/2014/main" id="{03733D49-CF66-E498-BE65-29E2131E2196}"/>
                </a:ext>
              </a:extLst>
            </p:cNvPr>
            <p:cNvSpPr>
              <a:spLocks noGrp="1"/>
            </p:cNvSpPr>
            <p:nvPr/>
          </p:nvSpPr>
          <p:spPr>
            <a:xfrm>
              <a:off x="4879447" y="4630735"/>
              <a:ext cx="1997" cy="43729"/>
            </a:xfrm>
            <a:custGeom>
              <a:avLst/>
              <a:gdLst/>
              <a:ahLst/>
              <a:cxnLst/>
              <a:rect l="0" t="0" r="0" b="0"/>
              <a:pathLst>
                <a:path w="1997" h="43729">
                  <a:moveTo>
                    <a:pt x="0" y="43729"/>
                  </a:moveTo>
                  <a:lnTo>
                    <a:pt x="1997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2" name="Candidate_receptor__2761">
              <a:extLst>
                <a:ext uri="{FF2B5EF4-FFF2-40B4-BE49-F238E27FC236}">
                  <a16:creationId xmlns:a16="http://schemas.microsoft.com/office/drawing/2014/main" id="{613133E2-F74C-3D77-494A-A7CB5F0F7798}"/>
                </a:ext>
              </a:extLst>
            </p:cNvPr>
            <p:cNvSpPr>
              <a:spLocks noGrp="1"/>
            </p:cNvSpPr>
            <p:nvPr/>
          </p:nvSpPr>
          <p:spPr>
            <a:xfrm>
              <a:off x="5663510" y="2701165"/>
              <a:ext cx="6181" cy="20440"/>
            </a:xfrm>
            <a:custGeom>
              <a:avLst/>
              <a:gdLst/>
              <a:ahLst/>
              <a:cxnLst/>
              <a:rect l="0" t="0" r="0" b="0"/>
              <a:pathLst>
                <a:path w="6181" h="20440">
                  <a:moveTo>
                    <a:pt x="0" y="20440"/>
                  </a:moveTo>
                  <a:lnTo>
                    <a:pt x="6181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63" name="Candidate_receptor__2762">
              <a:extLst>
                <a:ext uri="{FF2B5EF4-FFF2-40B4-BE49-F238E27FC236}">
                  <a16:creationId xmlns:a16="http://schemas.microsoft.com/office/drawing/2014/main" id="{B7DE7933-6C53-27E6-C745-82AAFBBF033D}"/>
                </a:ext>
              </a:extLst>
            </p:cNvPr>
            <p:cNvSpPr>
              <a:spLocks noGrp="1"/>
            </p:cNvSpPr>
            <p:nvPr/>
          </p:nvSpPr>
          <p:spPr>
            <a:xfrm>
              <a:off x="5216213" y="5340569"/>
              <a:ext cx="32925" cy="30885"/>
            </a:xfrm>
            <a:custGeom>
              <a:avLst/>
              <a:gdLst/>
              <a:ahLst/>
              <a:cxnLst/>
              <a:rect l="0" t="0" r="0" b="0"/>
              <a:pathLst>
                <a:path w="32925" h="30885">
                  <a:moveTo>
                    <a:pt x="32925" y="0"/>
                  </a:moveTo>
                  <a:lnTo>
                    <a:pt x="0" y="3088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4" name="Candidate_receptor__2763">
              <a:extLst>
                <a:ext uri="{FF2B5EF4-FFF2-40B4-BE49-F238E27FC236}">
                  <a16:creationId xmlns:a16="http://schemas.microsoft.com/office/drawing/2014/main" id="{386B5595-86E1-1D41-EE61-A02C5C25CA31}"/>
                </a:ext>
              </a:extLst>
            </p:cNvPr>
            <p:cNvSpPr>
              <a:spLocks noGrp="1"/>
            </p:cNvSpPr>
            <p:nvPr/>
          </p:nvSpPr>
          <p:spPr>
            <a:xfrm>
              <a:off x="6451794" y="4299638"/>
              <a:ext cx="41455" cy="87095"/>
            </a:xfrm>
            <a:custGeom>
              <a:avLst/>
              <a:gdLst/>
              <a:ahLst/>
              <a:cxnLst/>
              <a:rect l="0" t="0" r="0" b="0"/>
              <a:pathLst>
                <a:path w="41455" h="87095">
                  <a:moveTo>
                    <a:pt x="0" y="87095"/>
                  </a:moveTo>
                  <a:lnTo>
                    <a:pt x="4145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5" name="Candidate_receptor__2764">
              <a:extLst>
                <a:ext uri="{FF2B5EF4-FFF2-40B4-BE49-F238E27FC236}">
                  <a16:creationId xmlns:a16="http://schemas.microsoft.com/office/drawing/2014/main" id="{ABCE35C9-1962-E4FF-5B3E-C6794B11E62F}"/>
                </a:ext>
              </a:extLst>
            </p:cNvPr>
            <p:cNvSpPr>
              <a:spLocks noGrp="1"/>
            </p:cNvSpPr>
            <p:nvPr/>
          </p:nvSpPr>
          <p:spPr>
            <a:xfrm>
              <a:off x="4942859" y="3420886"/>
              <a:ext cx="27438" cy="102186"/>
            </a:xfrm>
            <a:custGeom>
              <a:avLst/>
              <a:gdLst/>
              <a:ahLst/>
              <a:cxnLst/>
              <a:rect l="0" t="0" r="0" b="0"/>
              <a:pathLst>
                <a:path w="27438" h="102186">
                  <a:moveTo>
                    <a:pt x="27438" y="1021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6" name="Candidate_receptor__2765">
              <a:extLst>
                <a:ext uri="{FF2B5EF4-FFF2-40B4-BE49-F238E27FC236}">
                  <a16:creationId xmlns:a16="http://schemas.microsoft.com/office/drawing/2014/main" id="{ECBD04CD-A8A8-B51A-F292-F36C7DEC2D2D}"/>
                </a:ext>
              </a:extLst>
            </p:cNvPr>
            <p:cNvSpPr>
              <a:spLocks noGrp="1"/>
            </p:cNvSpPr>
            <p:nvPr/>
          </p:nvSpPr>
          <p:spPr>
            <a:xfrm>
              <a:off x="5048223" y="4103615"/>
              <a:ext cx="97619" cy="51338"/>
            </a:xfrm>
            <a:custGeom>
              <a:avLst/>
              <a:gdLst/>
              <a:ahLst/>
              <a:cxnLst/>
              <a:rect l="0" t="0" r="0" b="0"/>
              <a:pathLst>
                <a:path w="97619" h="51338">
                  <a:moveTo>
                    <a:pt x="97619" y="51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7" name="Candidate_receptor__2766">
              <a:extLst>
                <a:ext uri="{FF2B5EF4-FFF2-40B4-BE49-F238E27FC236}">
                  <a16:creationId xmlns:a16="http://schemas.microsoft.com/office/drawing/2014/main" id="{28D5F440-0EEB-C7B1-8151-1D67A3318AAD}"/>
                </a:ext>
              </a:extLst>
            </p:cNvPr>
            <p:cNvSpPr>
              <a:spLocks noGrp="1"/>
            </p:cNvSpPr>
            <p:nvPr/>
          </p:nvSpPr>
          <p:spPr>
            <a:xfrm>
              <a:off x="4596543" y="2397951"/>
              <a:ext cx="105401" cy="31181"/>
            </a:xfrm>
            <a:custGeom>
              <a:avLst/>
              <a:gdLst/>
              <a:ahLst/>
              <a:cxnLst/>
              <a:rect l="0" t="0" r="0" b="0"/>
              <a:pathLst>
                <a:path w="105401" h="31181">
                  <a:moveTo>
                    <a:pt x="105401" y="31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8" name="Candidate_receptor__2767">
              <a:extLst>
                <a:ext uri="{FF2B5EF4-FFF2-40B4-BE49-F238E27FC236}">
                  <a16:creationId xmlns:a16="http://schemas.microsoft.com/office/drawing/2014/main" id="{C994ACA0-A61E-2E8A-59FA-78ABFF8E2C5F}"/>
                </a:ext>
              </a:extLst>
            </p:cNvPr>
            <p:cNvSpPr>
              <a:spLocks noGrp="1"/>
            </p:cNvSpPr>
            <p:nvPr/>
          </p:nvSpPr>
          <p:spPr>
            <a:xfrm>
              <a:off x="6420976" y="4224310"/>
              <a:ext cx="72273" cy="75328"/>
            </a:xfrm>
            <a:custGeom>
              <a:avLst/>
              <a:gdLst/>
              <a:ahLst/>
              <a:cxnLst/>
              <a:rect l="0" t="0" r="0" b="0"/>
              <a:pathLst>
                <a:path w="72273" h="75328">
                  <a:moveTo>
                    <a:pt x="72273" y="753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69" name="Candidate_receptor__2768">
              <a:extLst>
                <a:ext uri="{FF2B5EF4-FFF2-40B4-BE49-F238E27FC236}">
                  <a16:creationId xmlns:a16="http://schemas.microsoft.com/office/drawing/2014/main" id="{A18A599D-AF96-D654-87E7-0C8F6D13581F}"/>
                </a:ext>
              </a:extLst>
            </p:cNvPr>
            <p:cNvSpPr>
              <a:spLocks noGrp="1"/>
            </p:cNvSpPr>
            <p:nvPr/>
          </p:nvSpPr>
          <p:spPr>
            <a:xfrm>
              <a:off x="5586201" y="3322570"/>
              <a:ext cx="25081" cy="8455"/>
            </a:xfrm>
            <a:custGeom>
              <a:avLst/>
              <a:gdLst/>
              <a:ahLst/>
              <a:cxnLst/>
              <a:rect l="0" t="0" r="0" b="0"/>
              <a:pathLst>
                <a:path w="25081" h="8455">
                  <a:moveTo>
                    <a:pt x="25081" y="84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70" name="Candidate_receptor__2769">
              <a:extLst>
                <a:ext uri="{FF2B5EF4-FFF2-40B4-BE49-F238E27FC236}">
                  <a16:creationId xmlns:a16="http://schemas.microsoft.com/office/drawing/2014/main" id="{682BB725-F339-C0EB-D8F9-5EF2749DA28D}"/>
                </a:ext>
              </a:extLst>
            </p:cNvPr>
            <p:cNvSpPr>
              <a:spLocks noGrp="1"/>
            </p:cNvSpPr>
            <p:nvPr/>
          </p:nvSpPr>
          <p:spPr>
            <a:xfrm>
              <a:off x="5228963" y="3690476"/>
              <a:ext cx="40363" cy="101655"/>
            </a:xfrm>
            <a:custGeom>
              <a:avLst/>
              <a:gdLst/>
              <a:ahLst/>
              <a:cxnLst/>
              <a:rect l="0" t="0" r="0" b="0"/>
              <a:pathLst>
                <a:path w="40363" h="101655">
                  <a:moveTo>
                    <a:pt x="0" y="0"/>
                  </a:moveTo>
                  <a:lnTo>
                    <a:pt x="40363" y="10165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1" name="Candidate_receptor__2770">
              <a:extLst>
                <a:ext uri="{FF2B5EF4-FFF2-40B4-BE49-F238E27FC236}">
                  <a16:creationId xmlns:a16="http://schemas.microsoft.com/office/drawing/2014/main" id="{03FA1F02-5110-B570-1DDF-FFCBC34736A3}"/>
                </a:ext>
              </a:extLst>
            </p:cNvPr>
            <p:cNvSpPr>
              <a:spLocks noGrp="1"/>
            </p:cNvSpPr>
            <p:nvPr/>
          </p:nvSpPr>
          <p:spPr>
            <a:xfrm>
              <a:off x="6258400" y="3939731"/>
              <a:ext cx="66340" cy="93588"/>
            </a:xfrm>
            <a:custGeom>
              <a:avLst/>
              <a:gdLst/>
              <a:ahLst/>
              <a:cxnLst/>
              <a:rect l="0" t="0" r="0" b="0"/>
              <a:pathLst>
                <a:path w="66340" h="93588">
                  <a:moveTo>
                    <a:pt x="66340" y="0"/>
                  </a:moveTo>
                  <a:lnTo>
                    <a:pt x="0" y="93588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2" name="Candidate_receptor__2771">
              <a:extLst>
                <a:ext uri="{FF2B5EF4-FFF2-40B4-BE49-F238E27FC236}">
                  <a16:creationId xmlns:a16="http://schemas.microsoft.com/office/drawing/2014/main" id="{4919E012-EA3C-E75D-C012-EA2CC3DB3F72}"/>
                </a:ext>
              </a:extLst>
            </p:cNvPr>
            <p:cNvSpPr>
              <a:spLocks noGrp="1"/>
            </p:cNvSpPr>
            <p:nvPr/>
          </p:nvSpPr>
          <p:spPr>
            <a:xfrm>
              <a:off x="5708043" y="3143404"/>
              <a:ext cx="4436" cy="71926"/>
            </a:xfrm>
            <a:custGeom>
              <a:avLst/>
              <a:gdLst/>
              <a:ahLst/>
              <a:cxnLst/>
              <a:rect l="0" t="0" r="0" b="0"/>
              <a:pathLst>
                <a:path w="4436" h="71926">
                  <a:moveTo>
                    <a:pt x="0" y="71926"/>
                  </a:moveTo>
                  <a:lnTo>
                    <a:pt x="443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3" name="Candidate_receptor__2772">
              <a:extLst>
                <a:ext uri="{FF2B5EF4-FFF2-40B4-BE49-F238E27FC236}">
                  <a16:creationId xmlns:a16="http://schemas.microsoft.com/office/drawing/2014/main" id="{BED884A1-5FAB-78AC-F6DF-D789BB27BFF6}"/>
                </a:ext>
              </a:extLst>
            </p:cNvPr>
            <p:cNvSpPr>
              <a:spLocks noGrp="1"/>
            </p:cNvSpPr>
            <p:nvPr/>
          </p:nvSpPr>
          <p:spPr>
            <a:xfrm>
              <a:off x="4779451" y="5038619"/>
              <a:ext cx="6424" cy="30955"/>
            </a:xfrm>
            <a:custGeom>
              <a:avLst/>
              <a:gdLst/>
              <a:ahLst/>
              <a:cxnLst/>
              <a:rect l="0" t="0" r="0" b="0"/>
              <a:pathLst>
                <a:path w="6424" h="30955">
                  <a:moveTo>
                    <a:pt x="0" y="0"/>
                  </a:moveTo>
                  <a:lnTo>
                    <a:pt x="6424" y="30955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4" name="Candidate_receptor__2773">
              <a:extLst>
                <a:ext uri="{FF2B5EF4-FFF2-40B4-BE49-F238E27FC236}">
                  <a16:creationId xmlns:a16="http://schemas.microsoft.com/office/drawing/2014/main" id="{BC37E1B2-350D-3BDD-296F-D363767D42C8}"/>
                </a:ext>
              </a:extLst>
            </p:cNvPr>
            <p:cNvSpPr>
              <a:spLocks noGrp="1"/>
            </p:cNvSpPr>
            <p:nvPr/>
          </p:nvSpPr>
          <p:spPr>
            <a:xfrm>
              <a:off x="5115856" y="5229782"/>
              <a:ext cx="103635" cy="30664"/>
            </a:xfrm>
            <a:custGeom>
              <a:avLst/>
              <a:gdLst/>
              <a:ahLst/>
              <a:cxnLst/>
              <a:rect l="0" t="0" r="0" b="0"/>
              <a:pathLst>
                <a:path w="103635" h="30664">
                  <a:moveTo>
                    <a:pt x="0" y="30664"/>
                  </a:moveTo>
                  <a:lnTo>
                    <a:pt x="10363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5" name="Candidate_receptor__2774">
              <a:extLst>
                <a:ext uri="{FF2B5EF4-FFF2-40B4-BE49-F238E27FC236}">
                  <a16:creationId xmlns:a16="http://schemas.microsoft.com/office/drawing/2014/main" id="{8D6A7395-2779-C9A9-C683-FF1203260B81}"/>
                </a:ext>
              </a:extLst>
            </p:cNvPr>
            <p:cNvSpPr>
              <a:spLocks noGrp="1"/>
            </p:cNvSpPr>
            <p:nvPr/>
          </p:nvSpPr>
          <p:spPr>
            <a:xfrm>
              <a:off x="6170544" y="3877859"/>
              <a:ext cx="63400" cy="31362"/>
            </a:xfrm>
            <a:custGeom>
              <a:avLst/>
              <a:gdLst/>
              <a:ahLst/>
              <a:cxnLst/>
              <a:rect l="0" t="0" r="0" b="0"/>
              <a:pathLst>
                <a:path w="63400" h="31362">
                  <a:moveTo>
                    <a:pt x="0" y="31362"/>
                  </a:moveTo>
                  <a:lnTo>
                    <a:pt x="6340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6" name="Candidate_receptor__2775">
              <a:extLst>
                <a:ext uri="{FF2B5EF4-FFF2-40B4-BE49-F238E27FC236}">
                  <a16:creationId xmlns:a16="http://schemas.microsoft.com/office/drawing/2014/main" id="{39CA7B6D-A58C-5712-8E9C-BBA4D3312B51}"/>
                </a:ext>
              </a:extLst>
            </p:cNvPr>
            <p:cNvSpPr>
              <a:spLocks noGrp="1"/>
            </p:cNvSpPr>
            <p:nvPr/>
          </p:nvSpPr>
          <p:spPr>
            <a:xfrm>
              <a:off x="5843640" y="3182285"/>
              <a:ext cx="31726" cy="49556"/>
            </a:xfrm>
            <a:custGeom>
              <a:avLst/>
              <a:gdLst/>
              <a:ahLst/>
              <a:cxnLst/>
              <a:rect l="0" t="0" r="0" b="0"/>
              <a:pathLst>
                <a:path w="31726" h="49556">
                  <a:moveTo>
                    <a:pt x="31726" y="0"/>
                  </a:moveTo>
                  <a:lnTo>
                    <a:pt x="0" y="4955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7" name="Candidate_receptor__2776">
              <a:extLst>
                <a:ext uri="{FF2B5EF4-FFF2-40B4-BE49-F238E27FC236}">
                  <a16:creationId xmlns:a16="http://schemas.microsoft.com/office/drawing/2014/main" id="{D209F7D4-81F1-7070-3A6A-73536276515E}"/>
                </a:ext>
              </a:extLst>
            </p:cNvPr>
            <p:cNvSpPr>
              <a:spLocks noGrp="1"/>
            </p:cNvSpPr>
            <p:nvPr/>
          </p:nvSpPr>
          <p:spPr>
            <a:xfrm>
              <a:off x="5145841" y="4128676"/>
              <a:ext cx="94569" cy="26276"/>
            </a:xfrm>
            <a:custGeom>
              <a:avLst/>
              <a:gdLst/>
              <a:ahLst/>
              <a:cxnLst/>
              <a:rect l="0" t="0" r="0" b="0"/>
              <a:pathLst>
                <a:path w="94569" h="26276">
                  <a:moveTo>
                    <a:pt x="94569" y="0"/>
                  </a:moveTo>
                  <a:lnTo>
                    <a:pt x="0" y="26276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78" name="Candidate_receptor__2777">
              <a:extLst>
                <a:ext uri="{FF2B5EF4-FFF2-40B4-BE49-F238E27FC236}">
                  <a16:creationId xmlns:a16="http://schemas.microsoft.com/office/drawing/2014/main" id="{D1680702-77DB-A561-089C-3B2A5F342048}"/>
                </a:ext>
              </a:extLst>
            </p:cNvPr>
            <p:cNvSpPr>
              <a:spLocks noGrp="1"/>
            </p:cNvSpPr>
            <p:nvPr/>
          </p:nvSpPr>
          <p:spPr>
            <a:xfrm>
              <a:off x="4892974" y="4127950"/>
              <a:ext cx="67039" cy="37451"/>
            </a:xfrm>
            <a:custGeom>
              <a:avLst/>
              <a:gdLst/>
              <a:ahLst/>
              <a:cxnLst/>
              <a:rect l="0" t="0" r="0" b="0"/>
              <a:pathLst>
                <a:path w="67039" h="37451">
                  <a:moveTo>
                    <a:pt x="67039" y="374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79" name="Candidate_receptor__2778">
              <a:extLst>
                <a:ext uri="{FF2B5EF4-FFF2-40B4-BE49-F238E27FC236}">
                  <a16:creationId xmlns:a16="http://schemas.microsoft.com/office/drawing/2014/main" id="{63538C7E-44A5-9BB7-3D67-93AA8E64FAF1}"/>
                </a:ext>
              </a:extLst>
            </p:cNvPr>
            <p:cNvSpPr>
              <a:spLocks noGrp="1"/>
            </p:cNvSpPr>
            <p:nvPr/>
          </p:nvSpPr>
          <p:spPr>
            <a:xfrm>
              <a:off x="6593384" y="4690996"/>
              <a:ext cx="64096" cy="14876"/>
            </a:xfrm>
            <a:custGeom>
              <a:avLst/>
              <a:gdLst/>
              <a:ahLst/>
              <a:cxnLst/>
              <a:rect l="0" t="0" r="0" b="0"/>
              <a:pathLst>
                <a:path w="64096" h="14876">
                  <a:moveTo>
                    <a:pt x="64096" y="0"/>
                  </a:moveTo>
                  <a:lnTo>
                    <a:pt x="0" y="1487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0" name="Candidate_receptor__2779">
              <a:extLst>
                <a:ext uri="{FF2B5EF4-FFF2-40B4-BE49-F238E27FC236}">
                  <a16:creationId xmlns:a16="http://schemas.microsoft.com/office/drawing/2014/main" id="{4EC7C711-A002-98B0-5C59-7FF9E953DFF6}"/>
                </a:ext>
              </a:extLst>
            </p:cNvPr>
            <p:cNvSpPr>
              <a:spLocks noGrp="1"/>
            </p:cNvSpPr>
            <p:nvPr/>
          </p:nvSpPr>
          <p:spPr>
            <a:xfrm>
              <a:off x="4896175" y="3746004"/>
              <a:ext cx="59078" cy="6258"/>
            </a:xfrm>
            <a:custGeom>
              <a:avLst/>
              <a:gdLst/>
              <a:ahLst/>
              <a:cxnLst/>
              <a:rect l="0" t="0" r="0" b="0"/>
              <a:pathLst>
                <a:path w="59078" h="6258">
                  <a:moveTo>
                    <a:pt x="0" y="6258"/>
                  </a:moveTo>
                  <a:lnTo>
                    <a:pt x="59078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1" name="Candidate_receptor__2780">
              <a:extLst>
                <a:ext uri="{FF2B5EF4-FFF2-40B4-BE49-F238E27FC236}">
                  <a16:creationId xmlns:a16="http://schemas.microsoft.com/office/drawing/2014/main" id="{8E421178-70A7-2DC6-1669-7A1B52269268}"/>
                </a:ext>
              </a:extLst>
            </p:cNvPr>
            <p:cNvSpPr>
              <a:spLocks noGrp="1"/>
            </p:cNvSpPr>
            <p:nvPr/>
          </p:nvSpPr>
          <p:spPr>
            <a:xfrm>
              <a:off x="5135954" y="2583858"/>
              <a:ext cx="83702" cy="62610"/>
            </a:xfrm>
            <a:custGeom>
              <a:avLst/>
              <a:gdLst/>
              <a:ahLst/>
              <a:cxnLst/>
              <a:rect l="0" t="0" r="0" b="0"/>
              <a:pathLst>
                <a:path w="83702" h="62610">
                  <a:moveTo>
                    <a:pt x="83702" y="0"/>
                  </a:moveTo>
                  <a:lnTo>
                    <a:pt x="0" y="6261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2" name="Candidate_receptor__2781">
              <a:extLst>
                <a:ext uri="{FF2B5EF4-FFF2-40B4-BE49-F238E27FC236}">
                  <a16:creationId xmlns:a16="http://schemas.microsoft.com/office/drawing/2014/main" id="{35EC36A1-D8CA-061E-C4A3-B02CA8EA96A0}"/>
                </a:ext>
              </a:extLst>
            </p:cNvPr>
            <p:cNvSpPr>
              <a:spLocks noGrp="1"/>
            </p:cNvSpPr>
            <p:nvPr/>
          </p:nvSpPr>
          <p:spPr>
            <a:xfrm>
              <a:off x="4551825" y="2397951"/>
              <a:ext cx="44717" cy="106207"/>
            </a:xfrm>
            <a:custGeom>
              <a:avLst/>
              <a:gdLst/>
              <a:ahLst/>
              <a:cxnLst/>
              <a:rect l="0" t="0" r="0" b="0"/>
              <a:pathLst>
                <a:path w="44717" h="106207">
                  <a:moveTo>
                    <a:pt x="44717" y="0"/>
                  </a:moveTo>
                  <a:lnTo>
                    <a:pt x="0" y="10620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3" name="Candidate_receptor__2782">
              <a:extLst>
                <a:ext uri="{FF2B5EF4-FFF2-40B4-BE49-F238E27FC236}">
                  <a16:creationId xmlns:a16="http://schemas.microsoft.com/office/drawing/2014/main" id="{3D4BD2C3-B7C1-9D92-B893-EE7E530EECC5}"/>
                </a:ext>
              </a:extLst>
            </p:cNvPr>
            <p:cNvSpPr>
              <a:spLocks noGrp="1"/>
            </p:cNvSpPr>
            <p:nvPr/>
          </p:nvSpPr>
          <p:spPr>
            <a:xfrm>
              <a:off x="5753271" y="3525307"/>
              <a:ext cx="93111" cy="57604"/>
            </a:xfrm>
            <a:custGeom>
              <a:avLst/>
              <a:gdLst/>
              <a:ahLst/>
              <a:cxnLst/>
              <a:rect l="0" t="0" r="0" b="0"/>
              <a:pathLst>
                <a:path w="93111" h="57604">
                  <a:moveTo>
                    <a:pt x="0" y="57604"/>
                  </a:moveTo>
                  <a:lnTo>
                    <a:pt x="93111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84" name="Candidate_receptor__2783">
              <a:extLst>
                <a:ext uri="{FF2B5EF4-FFF2-40B4-BE49-F238E27FC236}">
                  <a16:creationId xmlns:a16="http://schemas.microsoft.com/office/drawing/2014/main" id="{95B170BB-503C-498F-A50B-B74794AEB69E}"/>
                </a:ext>
              </a:extLst>
            </p:cNvPr>
            <p:cNvSpPr>
              <a:spLocks noGrp="1"/>
            </p:cNvSpPr>
            <p:nvPr/>
          </p:nvSpPr>
          <p:spPr>
            <a:xfrm>
              <a:off x="5684213" y="2944656"/>
              <a:ext cx="33985" cy="50928"/>
            </a:xfrm>
            <a:custGeom>
              <a:avLst/>
              <a:gdLst/>
              <a:ahLst/>
              <a:cxnLst/>
              <a:rect l="0" t="0" r="0" b="0"/>
              <a:pathLst>
                <a:path w="33985" h="50928">
                  <a:moveTo>
                    <a:pt x="33985" y="0"/>
                  </a:moveTo>
                  <a:lnTo>
                    <a:pt x="0" y="50928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85" name="Candidate_receptor__2784">
              <a:extLst>
                <a:ext uri="{FF2B5EF4-FFF2-40B4-BE49-F238E27FC236}">
                  <a16:creationId xmlns:a16="http://schemas.microsoft.com/office/drawing/2014/main" id="{4C2EAED7-B79F-50E9-A607-57C9D6066913}"/>
                </a:ext>
              </a:extLst>
            </p:cNvPr>
            <p:cNvSpPr>
              <a:spLocks noGrp="1"/>
            </p:cNvSpPr>
            <p:nvPr/>
          </p:nvSpPr>
          <p:spPr>
            <a:xfrm>
              <a:off x="5970400" y="4108464"/>
              <a:ext cx="113808" cy="7184"/>
            </a:xfrm>
            <a:custGeom>
              <a:avLst/>
              <a:gdLst/>
              <a:ahLst/>
              <a:cxnLst/>
              <a:rect l="0" t="0" r="0" b="0"/>
              <a:pathLst>
                <a:path w="113808" h="7184">
                  <a:moveTo>
                    <a:pt x="0" y="7184"/>
                  </a:moveTo>
                  <a:lnTo>
                    <a:pt x="113808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6" name="Candidate_receptor__2785">
              <a:extLst>
                <a:ext uri="{FF2B5EF4-FFF2-40B4-BE49-F238E27FC236}">
                  <a16:creationId xmlns:a16="http://schemas.microsoft.com/office/drawing/2014/main" id="{611DFCF5-3A08-8F81-79A6-7CD8E1B5E670}"/>
                </a:ext>
              </a:extLst>
            </p:cNvPr>
            <p:cNvSpPr>
              <a:spLocks noGrp="1"/>
            </p:cNvSpPr>
            <p:nvPr/>
          </p:nvSpPr>
          <p:spPr>
            <a:xfrm>
              <a:off x="5774709" y="4496080"/>
              <a:ext cx="93772" cy="19937"/>
            </a:xfrm>
            <a:custGeom>
              <a:avLst/>
              <a:gdLst/>
              <a:ahLst/>
              <a:cxnLst/>
              <a:rect l="0" t="0" r="0" b="0"/>
              <a:pathLst>
                <a:path w="93772" h="19937">
                  <a:moveTo>
                    <a:pt x="93772" y="0"/>
                  </a:moveTo>
                  <a:lnTo>
                    <a:pt x="0" y="1993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7" name="Candidate_receptor__2786">
              <a:extLst>
                <a:ext uri="{FF2B5EF4-FFF2-40B4-BE49-F238E27FC236}">
                  <a16:creationId xmlns:a16="http://schemas.microsoft.com/office/drawing/2014/main" id="{47AA2FE6-D657-0D63-3091-7B12F9CD1C50}"/>
                </a:ext>
              </a:extLst>
            </p:cNvPr>
            <p:cNvSpPr>
              <a:spLocks noGrp="1"/>
            </p:cNvSpPr>
            <p:nvPr/>
          </p:nvSpPr>
          <p:spPr>
            <a:xfrm>
              <a:off x="6008527" y="4885583"/>
              <a:ext cx="62761" cy="65103"/>
            </a:xfrm>
            <a:custGeom>
              <a:avLst/>
              <a:gdLst/>
              <a:ahLst/>
              <a:cxnLst/>
              <a:rect l="0" t="0" r="0" b="0"/>
              <a:pathLst>
                <a:path w="62761" h="65103">
                  <a:moveTo>
                    <a:pt x="0" y="65103"/>
                  </a:moveTo>
                  <a:lnTo>
                    <a:pt x="62761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8" name="Candidate_receptor__2787">
              <a:extLst>
                <a:ext uri="{FF2B5EF4-FFF2-40B4-BE49-F238E27FC236}">
                  <a16:creationId xmlns:a16="http://schemas.microsoft.com/office/drawing/2014/main" id="{25872146-ABD8-B903-FFFE-4C1DD8C6879F}"/>
                </a:ext>
              </a:extLst>
            </p:cNvPr>
            <p:cNvSpPr>
              <a:spLocks noGrp="1"/>
            </p:cNvSpPr>
            <p:nvPr/>
          </p:nvSpPr>
          <p:spPr>
            <a:xfrm>
              <a:off x="6071288" y="4794911"/>
              <a:ext cx="33822" cy="90673"/>
            </a:xfrm>
            <a:custGeom>
              <a:avLst/>
              <a:gdLst/>
              <a:ahLst/>
              <a:cxnLst/>
              <a:rect l="0" t="0" r="0" b="0"/>
              <a:pathLst>
                <a:path w="33822" h="90673">
                  <a:moveTo>
                    <a:pt x="0" y="90673"/>
                  </a:moveTo>
                  <a:lnTo>
                    <a:pt x="3382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89" name="Candidate_receptor__2788">
              <a:extLst>
                <a:ext uri="{FF2B5EF4-FFF2-40B4-BE49-F238E27FC236}">
                  <a16:creationId xmlns:a16="http://schemas.microsoft.com/office/drawing/2014/main" id="{CB16BF81-B7A9-53AA-32C1-A77EDF34D121}"/>
                </a:ext>
              </a:extLst>
            </p:cNvPr>
            <p:cNvSpPr>
              <a:spLocks noGrp="1"/>
            </p:cNvSpPr>
            <p:nvPr/>
          </p:nvSpPr>
          <p:spPr>
            <a:xfrm>
              <a:off x="5997721" y="4635045"/>
              <a:ext cx="8304" cy="69486"/>
            </a:xfrm>
            <a:custGeom>
              <a:avLst/>
              <a:gdLst/>
              <a:ahLst/>
              <a:cxnLst/>
              <a:rect l="0" t="0" r="0" b="0"/>
              <a:pathLst>
                <a:path w="8304" h="69486">
                  <a:moveTo>
                    <a:pt x="8304" y="694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0" name="Candidate_receptor__2789">
              <a:extLst>
                <a:ext uri="{FF2B5EF4-FFF2-40B4-BE49-F238E27FC236}">
                  <a16:creationId xmlns:a16="http://schemas.microsoft.com/office/drawing/2014/main" id="{AAA7DB30-F2E3-D566-1BD2-78B700E0C7E1}"/>
                </a:ext>
              </a:extLst>
            </p:cNvPr>
            <p:cNvSpPr>
              <a:spLocks noGrp="1"/>
            </p:cNvSpPr>
            <p:nvPr/>
          </p:nvSpPr>
          <p:spPr>
            <a:xfrm>
              <a:off x="5708043" y="3215329"/>
              <a:ext cx="57623" cy="89155"/>
            </a:xfrm>
            <a:custGeom>
              <a:avLst/>
              <a:gdLst/>
              <a:ahLst/>
              <a:cxnLst/>
              <a:rect l="0" t="0" r="0" b="0"/>
              <a:pathLst>
                <a:path w="57623" h="89155">
                  <a:moveTo>
                    <a:pt x="57623" y="891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1" name="Candidate_receptor__2790">
              <a:extLst>
                <a:ext uri="{FF2B5EF4-FFF2-40B4-BE49-F238E27FC236}">
                  <a16:creationId xmlns:a16="http://schemas.microsoft.com/office/drawing/2014/main" id="{BB606E49-AC34-C9C0-46CC-C1F90540AF62}"/>
                </a:ext>
              </a:extLst>
            </p:cNvPr>
            <p:cNvSpPr>
              <a:spLocks noGrp="1"/>
            </p:cNvSpPr>
            <p:nvPr/>
          </p:nvSpPr>
          <p:spPr>
            <a:xfrm>
              <a:off x="4942463" y="2470861"/>
              <a:ext cx="96697" cy="53301"/>
            </a:xfrm>
            <a:custGeom>
              <a:avLst/>
              <a:gdLst/>
              <a:ahLst/>
              <a:cxnLst/>
              <a:rect l="0" t="0" r="0" b="0"/>
              <a:pathLst>
                <a:path w="96697" h="53301">
                  <a:moveTo>
                    <a:pt x="0" y="53301"/>
                  </a:moveTo>
                  <a:lnTo>
                    <a:pt x="96697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92" name="Candidate_receptor__2791">
              <a:extLst>
                <a:ext uri="{FF2B5EF4-FFF2-40B4-BE49-F238E27FC236}">
                  <a16:creationId xmlns:a16="http://schemas.microsoft.com/office/drawing/2014/main" id="{617BCBD6-0893-E357-96FA-FDBE4C2BDF2D}"/>
                </a:ext>
              </a:extLst>
            </p:cNvPr>
            <p:cNvSpPr>
              <a:spLocks noGrp="1"/>
            </p:cNvSpPr>
            <p:nvPr/>
          </p:nvSpPr>
          <p:spPr>
            <a:xfrm>
              <a:off x="4767645" y="3435791"/>
              <a:ext cx="17355" cy="470"/>
            </a:xfrm>
            <a:custGeom>
              <a:avLst/>
              <a:gdLst/>
              <a:ahLst/>
              <a:cxnLst/>
              <a:rect l="0" t="0" r="0" b="0"/>
              <a:pathLst>
                <a:path w="17355" h="470">
                  <a:moveTo>
                    <a:pt x="0" y="470"/>
                  </a:moveTo>
                  <a:lnTo>
                    <a:pt x="1735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3" name="Candidate_receptor__2792">
              <a:extLst>
                <a:ext uri="{FF2B5EF4-FFF2-40B4-BE49-F238E27FC236}">
                  <a16:creationId xmlns:a16="http://schemas.microsoft.com/office/drawing/2014/main" id="{6FAB9364-7C20-4A2D-C146-C5A8CA43F08E}"/>
                </a:ext>
              </a:extLst>
            </p:cNvPr>
            <p:cNvSpPr>
              <a:spLocks noGrp="1"/>
            </p:cNvSpPr>
            <p:nvPr/>
          </p:nvSpPr>
          <p:spPr>
            <a:xfrm>
              <a:off x="5868481" y="4496080"/>
              <a:ext cx="70905" cy="34759"/>
            </a:xfrm>
            <a:custGeom>
              <a:avLst/>
              <a:gdLst/>
              <a:ahLst/>
              <a:cxnLst/>
              <a:rect l="0" t="0" r="0" b="0"/>
              <a:pathLst>
                <a:path w="70905" h="34759">
                  <a:moveTo>
                    <a:pt x="70905" y="347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4" name="Candidate_receptor__2793">
              <a:extLst>
                <a:ext uri="{FF2B5EF4-FFF2-40B4-BE49-F238E27FC236}">
                  <a16:creationId xmlns:a16="http://schemas.microsoft.com/office/drawing/2014/main" id="{88FF0508-2894-4709-346D-6F872DDFFB02}"/>
                </a:ext>
              </a:extLst>
            </p:cNvPr>
            <p:cNvSpPr>
              <a:spLocks noGrp="1"/>
            </p:cNvSpPr>
            <p:nvPr/>
          </p:nvSpPr>
          <p:spPr>
            <a:xfrm>
              <a:off x="5100685" y="5260446"/>
              <a:ext cx="15172" cy="71138"/>
            </a:xfrm>
            <a:custGeom>
              <a:avLst/>
              <a:gdLst/>
              <a:ahLst/>
              <a:cxnLst/>
              <a:rect l="0" t="0" r="0" b="0"/>
              <a:pathLst>
                <a:path w="15172" h="71138">
                  <a:moveTo>
                    <a:pt x="0" y="71138"/>
                  </a:moveTo>
                  <a:lnTo>
                    <a:pt x="1517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5" name="Candidate_receptor__2794">
              <a:extLst>
                <a:ext uri="{FF2B5EF4-FFF2-40B4-BE49-F238E27FC236}">
                  <a16:creationId xmlns:a16="http://schemas.microsoft.com/office/drawing/2014/main" id="{C14BFE75-325A-9367-DFA6-88E174AEE9DB}"/>
                </a:ext>
              </a:extLst>
            </p:cNvPr>
            <p:cNvSpPr>
              <a:spLocks noGrp="1"/>
            </p:cNvSpPr>
            <p:nvPr/>
          </p:nvSpPr>
          <p:spPr>
            <a:xfrm>
              <a:off x="4970297" y="3484758"/>
              <a:ext cx="105761" cy="38314"/>
            </a:xfrm>
            <a:custGeom>
              <a:avLst/>
              <a:gdLst/>
              <a:ahLst/>
              <a:cxnLst/>
              <a:rect l="0" t="0" r="0" b="0"/>
              <a:pathLst>
                <a:path w="105761" h="38314">
                  <a:moveTo>
                    <a:pt x="105761" y="0"/>
                  </a:moveTo>
                  <a:lnTo>
                    <a:pt x="0" y="3831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6" name="Candidate_receptor__2795">
              <a:extLst>
                <a:ext uri="{FF2B5EF4-FFF2-40B4-BE49-F238E27FC236}">
                  <a16:creationId xmlns:a16="http://schemas.microsoft.com/office/drawing/2014/main" id="{BBD1040D-FD9D-92CD-C9AC-7B2019B322E2}"/>
                </a:ext>
              </a:extLst>
            </p:cNvPr>
            <p:cNvSpPr>
              <a:spLocks noGrp="1"/>
            </p:cNvSpPr>
            <p:nvPr/>
          </p:nvSpPr>
          <p:spPr>
            <a:xfrm>
              <a:off x="5103671" y="4431818"/>
              <a:ext cx="106799" cy="24847"/>
            </a:xfrm>
            <a:custGeom>
              <a:avLst/>
              <a:gdLst/>
              <a:ahLst/>
              <a:cxnLst/>
              <a:rect l="0" t="0" r="0" b="0"/>
              <a:pathLst>
                <a:path w="106799" h="24847">
                  <a:moveTo>
                    <a:pt x="106799" y="248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7" name="Candidate_receptor__2796">
              <a:extLst>
                <a:ext uri="{FF2B5EF4-FFF2-40B4-BE49-F238E27FC236}">
                  <a16:creationId xmlns:a16="http://schemas.microsoft.com/office/drawing/2014/main" id="{8D2E9C1C-48F7-4AC8-5795-0A3F70C6E4DB}"/>
                </a:ext>
              </a:extLst>
            </p:cNvPr>
            <p:cNvSpPr>
              <a:spLocks noGrp="1"/>
            </p:cNvSpPr>
            <p:nvPr/>
          </p:nvSpPr>
          <p:spPr>
            <a:xfrm>
              <a:off x="6453608" y="3533149"/>
              <a:ext cx="104025" cy="40702"/>
            </a:xfrm>
            <a:custGeom>
              <a:avLst/>
              <a:gdLst/>
              <a:ahLst/>
              <a:cxnLst/>
              <a:rect l="0" t="0" r="0" b="0"/>
              <a:pathLst>
                <a:path w="104025" h="40702">
                  <a:moveTo>
                    <a:pt x="0" y="0"/>
                  </a:moveTo>
                  <a:lnTo>
                    <a:pt x="104025" y="40702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798" name="Candidate_receptor__2797">
              <a:extLst>
                <a:ext uri="{FF2B5EF4-FFF2-40B4-BE49-F238E27FC236}">
                  <a16:creationId xmlns:a16="http://schemas.microsoft.com/office/drawing/2014/main" id="{7702020E-9130-34C4-64DD-DB0FB1788F06}"/>
                </a:ext>
              </a:extLst>
            </p:cNvPr>
            <p:cNvSpPr>
              <a:spLocks noGrp="1"/>
            </p:cNvSpPr>
            <p:nvPr/>
          </p:nvSpPr>
          <p:spPr>
            <a:xfrm>
              <a:off x="5211242" y="2720884"/>
              <a:ext cx="31839" cy="12251"/>
            </a:xfrm>
            <a:custGeom>
              <a:avLst/>
              <a:gdLst/>
              <a:ahLst/>
              <a:cxnLst/>
              <a:rect l="0" t="0" r="0" b="0"/>
              <a:pathLst>
                <a:path w="31839" h="12251">
                  <a:moveTo>
                    <a:pt x="0" y="12251"/>
                  </a:moveTo>
                  <a:lnTo>
                    <a:pt x="31839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799" name="Candidate_receptor__2798">
              <a:extLst>
                <a:ext uri="{FF2B5EF4-FFF2-40B4-BE49-F238E27FC236}">
                  <a16:creationId xmlns:a16="http://schemas.microsoft.com/office/drawing/2014/main" id="{C1E62E0A-37BA-6D2D-212B-F361882CF38F}"/>
                </a:ext>
              </a:extLst>
            </p:cNvPr>
            <p:cNvSpPr>
              <a:spLocks noGrp="1"/>
            </p:cNvSpPr>
            <p:nvPr/>
          </p:nvSpPr>
          <p:spPr>
            <a:xfrm>
              <a:off x="4960012" y="4103615"/>
              <a:ext cx="88210" cy="61786"/>
            </a:xfrm>
            <a:custGeom>
              <a:avLst/>
              <a:gdLst/>
              <a:ahLst/>
              <a:cxnLst/>
              <a:rect l="0" t="0" r="0" b="0"/>
              <a:pathLst>
                <a:path w="88210" h="61786">
                  <a:moveTo>
                    <a:pt x="88210" y="0"/>
                  </a:moveTo>
                  <a:lnTo>
                    <a:pt x="0" y="6178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0" name="Candidate_receptor__2799">
              <a:extLst>
                <a:ext uri="{FF2B5EF4-FFF2-40B4-BE49-F238E27FC236}">
                  <a16:creationId xmlns:a16="http://schemas.microsoft.com/office/drawing/2014/main" id="{5F523F58-7833-77EA-1048-4E9EE616F3EB}"/>
                </a:ext>
              </a:extLst>
            </p:cNvPr>
            <p:cNvSpPr>
              <a:spLocks noGrp="1"/>
            </p:cNvSpPr>
            <p:nvPr/>
          </p:nvSpPr>
          <p:spPr>
            <a:xfrm>
              <a:off x="5197162" y="4456665"/>
              <a:ext cx="13309" cy="109986"/>
            </a:xfrm>
            <a:custGeom>
              <a:avLst/>
              <a:gdLst/>
              <a:ahLst/>
              <a:cxnLst/>
              <a:rect l="0" t="0" r="0" b="0"/>
              <a:pathLst>
                <a:path w="13309" h="109986">
                  <a:moveTo>
                    <a:pt x="0" y="109986"/>
                  </a:moveTo>
                  <a:lnTo>
                    <a:pt x="13309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1" name="Candidate_receptor__2800">
              <a:extLst>
                <a:ext uri="{FF2B5EF4-FFF2-40B4-BE49-F238E27FC236}">
                  <a16:creationId xmlns:a16="http://schemas.microsoft.com/office/drawing/2014/main" id="{C2F3382E-2AF3-4958-5A9A-FC6620CC1675}"/>
                </a:ext>
              </a:extLst>
            </p:cNvPr>
            <p:cNvSpPr>
              <a:spLocks noGrp="1"/>
            </p:cNvSpPr>
            <p:nvPr/>
          </p:nvSpPr>
          <p:spPr>
            <a:xfrm>
              <a:off x="4928060" y="2691874"/>
              <a:ext cx="20476" cy="99232"/>
            </a:xfrm>
            <a:custGeom>
              <a:avLst/>
              <a:gdLst/>
              <a:ahLst/>
              <a:cxnLst/>
              <a:rect l="0" t="0" r="0" b="0"/>
              <a:pathLst>
                <a:path w="20476" h="99232">
                  <a:moveTo>
                    <a:pt x="0" y="99232"/>
                  </a:moveTo>
                  <a:lnTo>
                    <a:pt x="20476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2" name="Candidate_receptor__2801">
              <a:extLst>
                <a:ext uri="{FF2B5EF4-FFF2-40B4-BE49-F238E27FC236}">
                  <a16:creationId xmlns:a16="http://schemas.microsoft.com/office/drawing/2014/main" id="{8D04CE91-D088-154C-8B50-50C5CBC38055}"/>
                </a:ext>
              </a:extLst>
            </p:cNvPr>
            <p:cNvSpPr>
              <a:spLocks noGrp="1"/>
            </p:cNvSpPr>
            <p:nvPr/>
          </p:nvSpPr>
          <p:spPr>
            <a:xfrm>
              <a:off x="5876263" y="4625930"/>
              <a:ext cx="7449" cy="25563"/>
            </a:xfrm>
            <a:custGeom>
              <a:avLst/>
              <a:gdLst/>
              <a:ahLst/>
              <a:cxnLst/>
              <a:rect l="0" t="0" r="0" b="0"/>
              <a:pathLst>
                <a:path w="7449" h="25563">
                  <a:moveTo>
                    <a:pt x="7449" y="255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3" name="Candidate_receptor__2802">
              <a:extLst>
                <a:ext uri="{FF2B5EF4-FFF2-40B4-BE49-F238E27FC236}">
                  <a16:creationId xmlns:a16="http://schemas.microsoft.com/office/drawing/2014/main" id="{9298C4A7-62CA-EE61-89E6-10CA3B8C8BA6}"/>
                </a:ext>
              </a:extLst>
            </p:cNvPr>
            <p:cNvSpPr>
              <a:spLocks noGrp="1"/>
            </p:cNvSpPr>
            <p:nvPr/>
          </p:nvSpPr>
          <p:spPr>
            <a:xfrm>
              <a:off x="5219491" y="5229782"/>
              <a:ext cx="29647" cy="110787"/>
            </a:xfrm>
            <a:custGeom>
              <a:avLst/>
              <a:gdLst/>
              <a:ahLst/>
              <a:cxnLst/>
              <a:rect l="0" t="0" r="0" b="0"/>
              <a:pathLst>
                <a:path w="29647" h="110787">
                  <a:moveTo>
                    <a:pt x="0" y="0"/>
                  </a:moveTo>
                  <a:lnTo>
                    <a:pt x="29647" y="110787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4" name="Candidate_receptor__2803">
              <a:extLst>
                <a:ext uri="{FF2B5EF4-FFF2-40B4-BE49-F238E27FC236}">
                  <a16:creationId xmlns:a16="http://schemas.microsoft.com/office/drawing/2014/main" id="{2F248E50-67E9-FBA0-0BFF-FCF24BF34481}"/>
                </a:ext>
              </a:extLst>
            </p:cNvPr>
            <p:cNvSpPr>
              <a:spLocks noGrp="1"/>
            </p:cNvSpPr>
            <p:nvPr/>
          </p:nvSpPr>
          <p:spPr>
            <a:xfrm>
              <a:off x="4551825" y="2504158"/>
              <a:ext cx="96657" cy="47803"/>
            </a:xfrm>
            <a:custGeom>
              <a:avLst/>
              <a:gdLst/>
              <a:ahLst/>
              <a:cxnLst/>
              <a:rect l="0" t="0" r="0" b="0"/>
              <a:pathLst>
                <a:path w="96657" h="47803">
                  <a:moveTo>
                    <a:pt x="0" y="0"/>
                  </a:moveTo>
                  <a:lnTo>
                    <a:pt x="96657" y="47803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5" name="Candidate_receptor__2804">
              <a:extLst>
                <a:ext uri="{FF2B5EF4-FFF2-40B4-BE49-F238E27FC236}">
                  <a16:creationId xmlns:a16="http://schemas.microsoft.com/office/drawing/2014/main" id="{9CE01500-E301-CC9F-0F08-1CB1958B9A0C}"/>
                </a:ext>
              </a:extLst>
            </p:cNvPr>
            <p:cNvSpPr>
              <a:spLocks noGrp="1"/>
            </p:cNvSpPr>
            <p:nvPr/>
          </p:nvSpPr>
          <p:spPr>
            <a:xfrm>
              <a:off x="6315881" y="3618257"/>
              <a:ext cx="86559" cy="14311"/>
            </a:xfrm>
            <a:custGeom>
              <a:avLst/>
              <a:gdLst/>
              <a:ahLst/>
              <a:cxnLst/>
              <a:rect l="0" t="0" r="0" b="0"/>
              <a:pathLst>
                <a:path w="86559" h="14311">
                  <a:moveTo>
                    <a:pt x="0" y="0"/>
                  </a:moveTo>
                  <a:lnTo>
                    <a:pt x="86559" y="14311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6" name="Candidate_receptor__2805">
              <a:extLst>
                <a:ext uri="{FF2B5EF4-FFF2-40B4-BE49-F238E27FC236}">
                  <a16:creationId xmlns:a16="http://schemas.microsoft.com/office/drawing/2014/main" id="{5ECE29D9-47D1-E6A4-60D8-FDF3A971FA5D}"/>
                </a:ext>
              </a:extLst>
            </p:cNvPr>
            <p:cNvSpPr>
              <a:spLocks noGrp="1"/>
            </p:cNvSpPr>
            <p:nvPr/>
          </p:nvSpPr>
          <p:spPr>
            <a:xfrm>
              <a:off x="5889894" y="3680881"/>
              <a:ext cx="104833" cy="47337"/>
            </a:xfrm>
            <a:custGeom>
              <a:avLst/>
              <a:gdLst/>
              <a:ahLst/>
              <a:cxnLst/>
              <a:rect l="0" t="0" r="0" b="0"/>
              <a:pathLst>
                <a:path w="104833" h="47337">
                  <a:moveTo>
                    <a:pt x="104833" y="0"/>
                  </a:moveTo>
                  <a:lnTo>
                    <a:pt x="0" y="47337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07" name="Candidate_receptor__2806">
              <a:extLst>
                <a:ext uri="{FF2B5EF4-FFF2-40B4-BE49-F238E27FC236}">
                  <a16:creationId xmlns:a16="http://schemas.microsoft.com/office/drawing/2014/main" id="{4EC59E78-1A25-70A6-7C7D-2E9D8C27EA7F}"/>
                </a:ext>
              </a:extLst>
            </p:cNvPr>
            <p:cNvSpPr>
              <a:spLocks noGrp="1"/>
            </p:cNvSpPr>
            <p:nvPr/>
          </p:nvSpPr>
          <p:spPr>
            <a:xfrm>
              <a:off x="5240410" y="4128676"/>
              <a:ext cx="39760" cy="108953"/>
            </a:xfrm>
            <a:custGeom>
              <a:avLst/>
              <a:gdLst/>
              <a:ahLst/>
              <a:cxnLst/>
              <a:rect l="0" t="0" r="0" b="0"/>
              <a:pathLst>
                <a:path w="39760" h="108953">
                  <a:moveTo>
                    <a:pt x="39760" y="1089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08" name="Candidate_receptor__2807">
              <a:extLst>
                <a:ext uri="{FF2B5EF4-FFF2-40B4-BE49-F238E27FC236}">
                  <a16:creationId xmlns:a16="http://schemas.microsoft.com/office/drawing/2014/main" id="{9F8C3F2E-154A-26BF-C002-2860BBD27B88}"/>
                </a:ext>
              </a:extLst>
            </p:cNvPr>
            <p:cNvSpPr>
              <a:spLocks noGrp="1"/>
            </p:cNvSpPr>
            <p:nvPr/>
          </p:nvSpPr>
          <p:spPr>
            <a:xfrm>
              <a:off x="4873119" y="3865081"/>
              <a:ext cx="108372" cy="23566"/>
            </a:xfrm>
            <a:custGeom>
              <a:avLst/>
              <a:gdLst/>
              <a:ahLst/>
              <a:cxnLst/>
              <a:rect l="0" t="0" r="0" b="0"/>
              <a:pathLst>
                <a:path w="108372" h="23566">
                  <a:moveTo>
                    <a:pt x="108372" y="23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09" name="Candidate_receptor__2808">
              <a:extLst>
                <a:ext uri="{FF2B5EF4-FFF2-40B4-BE49-F238E27FC236}">
                  <a16:creationId xmlns:a16="http://schemas.microsoft.com/office/drawing/2014/main" id="{47FB960E-A1D9-13CA-4016-1EFC1E709EB0}"/>
                </a:ext>
              </a:extLst>
            </p:cNvPr>
            <p:cNvSpPr>
              <a:spLocks noGrp="1"/>
            </p:cNvSpPr>
            <p:nvPr/>
          </p:nvSpPr>
          <p:spPr>
            <a:xfrm>
              <a:off x="6328176" y="4292039"/>
              <a:ext cx="20192" cy="31949"/>
            </a:xfrm>
            <a:custGeom>
              <a:avLst/>
              <a:gdLst/>
              <a:ahLst/>
              <a:cxnLst/>
              <a:rect l="0" t="0" r="0" b="0"/>
              <a:pathLst>
                <a:path w="20192" h="31949">
                  <a:moveTo>
                    <a:pt x="0" y="0"/>
                  </a:moveTo>
                  <a:lnTo>
                    <a:pt x="20192" y="3194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0" name="Candidate_receptor__2809">
              <a:extLst>
                <a:ext uri="{FF2B5EF4-FFF2-40B4-BE49-F238E27FC236}">
                  <a16:creationId xmlns:a16="http://schemas.microsoft.com/office/drawing/2014/main" id="{0E250A74-62A9-6EBB-D4F5-9CC20D879350}"/>
                </a:ext>
              </a:extLst>
            </p:cNvPr>
            <p:cNvSpPr>
              <a:spLocks noGrp="1"/>
            </p:cNvSpPr>
            <p:nvPr/>
          </p:nvSpPr>
          <p:spPr>
            <a:xfrm>
              <a:off x="4743509" y="4534456"/>
              <a:ext cx="63185" cy="88360"/>
            </a:xfrm>
            <a:custGeom>
              <a:avLst/>
              <a:gdLst/>
              <a:ahLst/>
              <a:cxnLst/>
              <a:rect l="0" t="0" r="0" b="0"/>
              <a:pathLst>
                <a:path w="63185" h="88360">
                  <a:moveTo>
                    <a:pt x="0" y="88360"/>
                  </a:moveTo>
                  <a:lnTo>
                    <a:pt x="6318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1" name="Candidate_receptor__2810">
              <a:extLst>
                <a:ext uri="{FF2B5EF4-FFF2-40B4-BE49-F238E27FC236}">
                  <a16:creationId xmlns:a16="http://schemas.microsoft.com/office/drawing/2014/main" id="{0448CEC2-4C7F-B7FD-76D6-E7C10CB3E3E9}"/>
                </a:ext>
              </a:extLst>
            </p:cNvPr>
            <p:cNvSpPr>
              <a:spLocks noGrp="1"/>
            </p:cNvSpPr>
            <p:nvPr/>
          </p:nvSpPr>
          <p:spPr>
            <a:xfrm>
              <a:off x="5130950" y="3690476"/>
              <a:ext cx="98012" cy="47625"/>
            </a:xfrm>
            <a:custGeom>
              <a:avLst/>
              <a:gdLst/>
              <a:ahLst/>
              <a:cxnLst/>
              <a:rect l="0" t="0" r="0" b="0"/>
              <a:pathLst>
                <a:path w="98012" h="47625">
                  <a:moveTo>
                    <a:pt x="0" y="47625"/>
                  </a:moveTo>
                  <a:lnTo>
                    <a:pt x="98012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2" name="Candidate_receptor__2811">
              <a:extLst>
                <a:ext uri="{FF2B5EF4-FFF2-40B4-BE49-F238E27FC236}">
                  <a16:creationId xmlns:a16="http://schemas.microsoft.com/office/drawing/2014/main" id="{B2144700-1239-B933-FFD9-92C2F0E71319}"/>
                </a:ext>
              </a:extLst>
            </p:cNvPr>
            <p:cNvSpPr>
              <a:spLocks noGrp="1"/>
            </p:cNvSpPr>
            <p:nvPr/>
          </p:nvSpPr>
          <p:spPr>
            <a:xfrm>
              <a:off x="4472355" y="3620026"/>
              <a:ext cx="96619" cy="8867"/>
            </a:xfrm>
            <a:custGeom>
              <a:avLst/>
              <a:gdLst/>
              <a:ahLst/>
              <a:cxnLst/>
              <a:rect l="0" t="0" r="0" b="0"/>
              <a:pathLst>
                <a:path w="96619" h="8867">
                  <a:moveTo>
                    <a:pt x="0" y="0"/>
                  </a:moveTo>
                  <a:lnTo>
                    <a:pt x="96619" y="8867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3" name="Candidate_receptor__2812">
              <a:extLst>
                <a:ext uri="{FF2B5EF4-FFF2-40B4-BE49-F238E27FC236}">
                  <a16:creationId xmlns:a16="http://schemas.microsoft.com/office/drawing/2014/main" id="{22EC33F2-CCA1-BCA4-682C-77637659BA62}"/>
                </a:ext>
              </a:extLst>
            </p:cNvPr>
            <p:cNvSpPr>
              <a:spLocks noGrp="1"/>
            </p:cNvSpPr>
            <p:nvPr/>
          </p:nvSpPr>
          <p:spPr>
            <a:xfrm>
              <a:off x="5064061" y="4431818"/>
              <a:ext cx="39611" cy="88734"/>
            </a:xfrm>
            <a:custGeom>
              <a:avLst/>
              <a:gdLst/>
              <a:ahLst/>
              <a:cxnLst/>
              <a:rect l="0" t="0" r="0" b="0"/>
              <a:pathLst>
                <a:path w="39611" h="88734">
                  <a:moveTo>
                    <a:pt x="39611" y="0"/>
                  </a:moveTo>
                  <a:lnTo>
                    <a:pt x="0" y="88734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4" name="Candidate_receptor__2813">
              <a:extLst>
                <a:ext uri="{FF2B5EF4-FFF2-40B4-BE49-F238E27FC236}">
                  <a16:creationId xmlns:a16="http://schemas.microsoft.com/office/drawing/2014/main" id="{F0978A07-6F2A-D794-83B2-D0D61D3D1136}"/>
                </a:ext>
              </a:extLst>
            </p:cNvPr>
            <p:cNvSpPr>
              <a:spLocks noGrp="1"/>
            </p:cNvSpPr>
            <p:nvPr/>
          </p:nvSpPr>
          <p:spPr>
            <a:xfrm>
              <a:off x="5994726" y="3578342"/>
              <a:ext cx="51910" cy="102539"/>
            </a:xfrm>
            <a:custGeom>
              <a:avLst/>
              <a:gdLst/>
              <a:ahLst/>
              <a:cxnLst/>
              <a:rect l="0" t="0" r="0" b="0"/>
              <a:pathLst>
                <a:path w="51910" h="102539">
                  <a:moveTo>
                    <a:pt x="51910" y="0"/>
                  </a:moveTo>
                  <a:lnTo>
                    <a:pt x="0" y="102539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5" name="Candidate_receptor__2814">
              <a:extLst>
                <a:ext uri="{FF2B5EF4-FFF2-40B4-BE49-F238E27FC236}">
                  <a16:creationId xmlns:a16="http://schemas.microsoft.com/office/drawing/2014/main" id="{F826E9D7-16B3-5E81-CDDE-D2078209D640}"/>
                </a:ext>
              </a:extLst>
            </p:cNvPr>
            <p:cNvSpPr>
              <a:spLocks noGrp="1"/>
            </p:cNvSpPr>
            <p:nvPr/>
          </p:nvSpPr>
          <p:spPr>
            <a:xfrm>
              <a:off x="5942510" y="4704531"/>
              <a:ext cx="63515" cy="79866"/>
            </a:xfrm>
            <a:custGeom>
              <a:avLst/>
              <a:gdLst/>
              <a:ahLst/>
              <a:cxnLst/>
              <a:rect l="0" t="0" r="0" b="0"/>
              <a:pathLst>
                <a:path w="63515" h="79866">
                  <a:moveTo>
                    <a:pt x="0" y="79866"/>
                  </a:moveTo>
                  <a:lnTo>
                    <a:pt x="63515" y="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16" name="Candidate_receptor__2815">
              <a:extLst>
                <a:ext uri="{FF2B5EF4-FFF2-40B4-BE49-F238E27FC236}">
                  <a16:creationId xmlns:a16="http://schemas.microsoft.com/office/drawing/2014/main" id="{36A78E48-1D62-6CAE-5AF1-44B50E577320}"/>
                </a:ext>
              </a:extLst>
            </p:cNvPr>
            <p:cNvSpPr>
              <a:spLocks noGrp="1"/>
            </p:cNvSpPr>
            <p:nvPr/>
          </p:nvSpPr>
          <p:spPr>
            <a:xfrm>
              <a:off x="5846382" y="3487622"/>
              <a:ext cx="28885" cy="37685"/>
            </a:xfrm>
            <a:custGeom>
              <a:avLst/>
              <a:gdLst/>
              <a:ahLst/>
              <a:cxnLst/>
              <a:rect l="0" t="0" r="0" b="0"/>
              <a:pathLst>
                <a:path w="28885" h="37685">
                  <a:moveTo>
                    <a:pt x="0" y="37685"/>
                  </a:moveTo>
                  <a:lnTo>
                    <a:pt x="28885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7" name="Candidate_receptor__2816">
              <a:extLst>
                <a:ext uri="{FF2B5EF4-FFF2-40B4-BE49-F238E27FC236}">
                  <a16:creationId xmlns:a16="http://schemas.microsoft.com/office/drawing/2014/main" id="{DE898444-1C6C-C445-EF90-04D507E76D2B}"/>
                </a:ext>
              </a:extLst>
            </p:cNvPr>
            <p:cNvSpPr>
              <a:spLocks noGrp="1"/>
            </p:cNvSpPr>
            <p:nvPr/>
          </p:nvSpPr>
          <p:spPr>
            <a:xfrm>
              <a:off x="4413098" y="3620026"/>
              <a:ext cx="59257" cy="53976"/>
            </a:xfrm>
            <a:custGeom>
              <a:avLst/>
              <a:gdLst/>
              <a:ahLst/>
              <a:cxnLst/>
              <a:rect l="0" t="0" r="0" b="0"/>
              <a:pathLst>
                <a:path w="59257" h="53976">
                  <a:moveTo>
                    <a:pt x="0" y="53976"/>
                  </a:moveTo>
                  <a:lnTo>
                    <a:pt x="59257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8" name="Candidate_receptor__2817">
              <a:extLst>
                <a:ext uri="{FF2B5EF4-FFF2-40B4-BE49-F238E27FC236}">
                  <a16:creationId xmlns:a16="http://schemas.microsoft.com/office/drawing/2014/main" id="{8A690C66-33D9-FC3A-C5D3-0541EDAB9806}"/>
                </a:ext>
              </a:extLst>
            </p:cNvPr>
            <p:cNvSpPr>
              <a:spLocks noGrp="1"/>
            </p:cNvSpPr>
            <p:nvPr/>
          </p:nvSpPr>
          <p:spPr>
            <a:xfrm>
              <a:off x="4435397" y="4736357"/>
              <a:ext cx="46438" cy="100716"/>
            </a:xfrm>
            <a:custGeom>
              <a:avLst/>
              <a:gdLst/>
              <a:ahLst/>
              <a:cxnLst/>
              <a:rect l="0" t="0" r="0" b="0"/>
              <a:pathLst>
                <a:path w="46438" h="100716">
                  <a:moveTo>
                    <a:pt x="0" y="100716"/>
                  </a:moveTo>
                  <a:lnTo>
                    <a:pt x="46438" y="0"/>
                  </a:lnTo>
                </a:path>
              </a:pathLst>
            </a:custGeom>
            <a:noFill/>
            <a:ln w="8096">
              <a:solidFill>
                <a:srgbClr val="E2E6E9"/>
              </a:solidFill>
            </a:ln>
          </p:spPr>
        </p:sp>
        <p:sp>
          <p:nvSpPr>
            <p:cNvPr id="2819" name="Candidate_receptor__2818">
              <a:extLst>
                <a:ext uri="{FF2B5EF4-FFF2-40B4-BE49-F238E27FC236}">
                  <a16:creationId xmlns:a16="http://schemas.microsoft.com/office/drawing/2014/main" id="{8F7E3494-AEFB-8967-ABF7-614C136AECEC}"/>
                </a:ext>
              </a:extLst>
            </p:cNvPr>
            <p:cNvSpPr>
              <a:spLocks noGrp="1"/>
            </p:cNvSpPr>
            <p:nvPr/>
          </p:nvSpPr>
          <p:spPr>
            <a:xfrm>
              <a:off x="6257246" y="4709436"/>
              <a:ext cx="94971" cy="53126"/>
            </a:xfrm>
            <a:custGeom>
              <a:avLst/>
              <a:gdLst/>
              <a:ahLst/>
              <a:cxnLst/>
              <a:rect l="0" t="0" r="0" b="0"/>
              <a:pathLst>
                <a:path w="94971" h="53126">
                  <a:moveTo>
                    <a:pt x="0" y="0"/>
                  </a:moveTo>
                  <a:lnTo>
                    <a:pt x="94971" y="53126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0" name="Candidate_receptor__2819">
              <a:extLst>
                <a:ext uri="{FF2B5EF4-FFF2-40B4-BE49-F238E27FC236}">
                  <a16:creationId xmlns:a16="http://schemas.microsoft.com/office/drawing/2014/main" id="{A68AD87B-A7EA-7985-5CAC-C541223F38F7}"/>
                </a:ext>
              </a:extLst>
            </p:cNvPr>
            <p:cNvSpPr>
              <a:spLocks noGrp="1"/>
            </p:cNvSpPr>
            <p:nvPr/>
          </p:nvSpPr>
          <p:spPr>
            <a:xfrm>
              <a:off x="4684667" y="3579160"/>
              <a:ext cx="57111" cy="6110"/>
            </a:xfrm>
            <a:custGeom>
              <a:avLst/>
              <a:gdLst/>
              <a:ahLst/>
              <a:cxnLst/>
              <a:rect l="0" t="0" r="0" b="0"/>
              <a:pathLst>
                <a:path w="57111" h="6110">
                  <a:moveTo>
                    <a:pt x="0" y="0"/>
                  </a:moveTo>
                  <a:lnTo>
                    <a:pt x="57111" y="6110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1" name="Candidate_receptor__2820">
              <a:extLst>
                <a:ext uri="{FF2B5EF4-FFF2-40B4-BE49-F238E27FC236}">
                  <a16:creationId xmlns:a16="http://schemas.microsoft.com/office/drawing/2014/main" id="{DA39A6F0-6E40-F328-69D2-B07A1FFB7FD6}"/>
                </a:ext>
              </a:extLst>
            </p:cNvPr>
            <p:cNvSpPr>
              <a:spLocks noGrp="1"/>
            </p:cNvSpPr>
            <p:nvPr/>
          </p:nvSpPr>
          <p:spPr>
            <a:xfrm>
              <a:off x="4806694" y="4534456"/>
              <a:ext cx="84478" cy="34709"/>
            </a:xfrm>
            <a:custGeom>
              <a:avLst/>
              <a:gdLst/>
              <a:ahLst/>
              <a:cxnLst/>
              <a:rect l="0" t="0" r="0" b="0"/>
              <a:pathLst>
                <a:path w="84478" h="34709">
                  <a:moveTo>
                    <a:pt x="0" y="0"/>
                  </a:moveTo>
                  <a:lnTo>
                    <a:pt x="84478" y="34709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2" name="Candidate_receptor__2821">
              <a:extLst>
                <a:ext uri="{FF2B5EF4-FFF2-40B4-BE49-F238E27FC236}">
                  <a16:creationId xmlns:a16="http://schemas.microsoft.com/office/drawing/2014/main" id="{2098A5F4-942F-C3B6-3555-FB624E0CFB5D}"/>
                </a:ext>
              </a:extLst>
            </p:cNvPr>
            <p:cNvSpPr>
              <a:spLocks noGrp="1"/>
            </p:cNvSpPr>
            <p:nvPr/>
          </p:nvSpPr>
          <p:spPr>
            <a:xfrm>
              <a:off x="6544748" y="4555711"/>
              <a:ext cx="115530" cy="4081"/>
            </a:xfrm>
            <a:custGeom>
              <a:avLst/>
              <a:gdLst/>
              <a:ahLst/>
              <a:cxnLst/>
              <a:rect l="0" t="0" r="0" b="0"/>
              <a:pathLst>
                <a:path w="115530" h="4081">
                  <a:moveTo>
                    <a:pt x="115530" y="0"/>
                  </a:moveTo>
                  <a:lnTo>
                    <a:pt x="0" y="4081"/>
                  </a:lnTo>
                </a:path>
              </a:pathLst>
            </a:custGeom>
            <a:noFill/>
            <a:ln w="20003">
              <a:solidFill>
                <a:srgbClr val="E2E6E9"/>
              </a:solidFill>
            </a:ln>
          </p:spPr>
        </p:sp>
        <p:sp>
          <p:nvSpPr>
            <p:cNvPr id="2823" name="Candidate_receptor__2822">
              <a:extLst>
                <a:ext uri="{FF2B5EF4-FFF2-40B4-BE49-F238E27FC236}">
                  <a16:creationId xmlns:a16="http://schemas.microsoft.com/office/drawing/2014/main" id="{51CEA5C2-81CD-2147-F7EE-5F3230A2130D}"/>
                </a:ext>
              </a:extLst>
            </p:cNvPr>
            <p:cNvSpPr>
              <a:spLocks noGrp="1"/>
            </p:cNvSpPr>
            <p:nvPr/>
          </p:nvSpPr>
          <p:spPr>
            <a:xfrm>
              <a:off x="4568974" y="3628894"/>
              <a:ext cx="66772" cy="87361"/>
            </a:xfrm>
            <a:custGeom>
              <a:avLst/>
              <a:gdLst/>
              <a:ahLst/>
              <a:cxnLst/>
              <a:rect l="0" t="0" r="0" b="0"/>
              <a:pathLst>
                <a:path w="66772" h="87361">
                  <a:moveTo>
                    <a:pt x="0" y="0"/>
                  </a:moveTo>
                  <a:lnTo>
                    <a:pt x="66772" y="87361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24" name="Candidate_receptor__2823">
              <a:extLst>
                <a:ext uri="{FF2B5EF4-FFF2-40B4-BE49-F238E27FC236}">
                  <a16:creationId xmlns:a16="http://schemas.microsoft.com/office/drawing/2014/main" id="{03A739C5-1842-BA09-384C-0DFA068148B1}"/>
                </a:ext>
              </a:extLst>
            </p:cNvPr>
            <p:cNvSpPr>
              <a:spLocks noGrp="1"/>
            </p:cNvSpPr>
            <p:nvPr/>
          </p:nvSpPr>
          <p:spPr>
            <a:xfrm>
              <a:off x="5741034" y="4360343"/>
              <a:ext cx="108154" cy="9852"/>
            </a:xfrm>
            <a:custGeom>
              <a:avLst/>
              <a:gdLst/>
              <a:ahLst/>
              <a:cxnLst/>
              <a:rect l="0" t="0" r="0" b="0"/>
              <a:pathLst>
                <a:path w="108154" h="9852">
                  <a:moveTo>
                    <a:pt x="108154" y="98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5" name="Candidate_receptor__2824">
              <a:extLst>
                <a:ext uri="{FF2B5EF4-FFF2-40B4-BE49-F238E27FC236}">
                  <a16:creationId xmlns:a16="http://schemas.microsoft.com/office/drawing/2014/main" id="{4BC4477C-9D0D-7980-15F7-CB49744851D6}"/>
                </a:ext>
              </a:extLst>
            </p:cNvPr>
            <p:cNvSpPr>
              <a:spLocks noGrp="1"/>
            </p:cNvSpPr>
            <p:nvPr/>
          </p:nvSpPr>
          <p:spPr>
            <a:xfrm>
              <a:off x="6310108" y="4762561"/>
              <a:ext cx="42109" cy="102783"/>
            </a:xfrm>
            <a:custGeom>
              <a:avLst/>
              <a:gdLst/>
              <a:ahLst/>
              <a:cxnLst/>
              <a:rect l="0" t="0" r="0" b="0"/>
              <a:pathLst>
                <a:path w="42109" h="102783">
                  <a:moveTo>
                    <a:pt x="42109" y="0"/>
                  </a:moveTo>
                  <a:lnTo>
                    <a:pt x="0" y="102783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26" name="Candidate_receptor__2825">
              <a:extLst>
                <a:ext uri="{FF2B5EF4-FFF2-40B4-BE49-F238E27FC236}">
                  <a16:creationId xmlns:a16="http://schemas.microsoft.com/office/drawing/2014/main" id="{9DCAF2C4-2D64-DB0F-CC3C-6ECC777D9771}"/>
                </a:ext>
              </a:extLst>
            </p:cNvPr>
            <p:cNvSpPr>
              <a:spLocks noGrp="1"/>
            </p:cNvSpPr>
            <p:nvPr/>
          </p:nvSpPr>
          <p:spPr>
            <a:xfrm>
              <a:off x="6001959" y="4199189"/>
              <a:ext cx="69560" cy="54095"/>
            </a:xfrm>
            <a:custGeom>
              <a:avLst/>
              <a:gdLst/>
              <a:ahLst/>
              <a:cxnLst/>
              <a:rect l="0" t="0" r="0" b="0"/>
              <a:pathLst>
                <a:path w="69560" h="54095">
                  <a:moveTo>
                    <a:pt x="69560" y="0"/>
                  </a:moveTo>
                  <a:lnTo>
                    <a:pt x="0" y="54095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7" name="Candidate_receptor__2826">
              <a:extLst>
                <a:ext uri="{FF2B5EF4-FFF2-40B4-BE49-F238E27FC236}">
                  <a16:creationId xmlns:a16="http://schemas.microsoft.com/office/drawing/2014/main" id="{F1D9F7A1-C707-4A89-F15A-7A0C219DCC87}"/>
                </a:ext>
              </a:extLst>
            </p:cNvPr>
            <p:cNvSpPr>
              <a:spLocks noGrp="1"/>
            </p:cNvSpPr>
            <p:nvPr/>
          </p:nvSpPr>
          <p:spPr>
            <a:xfrm>
              <a:off x="4873119" y="3752261"/>
              <a:ext cx="23055" cy="112820"/>
            </a:xfrm>
            <a:custGeom>
              <a:avLst/>
              <a:gdLst/>
              <a:ahLst/>
              <a:cxnLst/>
              <a:rect l="0" t="0" r="0" b="0"/>
              <a:pathLst>
                <a:path w="23055" h="112820">
                  <a:moveTo>
                    <a:pt x="0" y="112820"/>
                  </a:moveTo>
                  <a:lnTo>
                    <a:pt x="23055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8" name="Candidate_receptor__2827">
              <a:extLst>
                <a:ext uri="{FF2B5EF4-FFF2-40B4-BE49-F238E27FC236}">
                  <a16:creationId xmlns:a16="http://schemas.microsoft.com/office/drawing/2014/main" id="{BC7B9077-1BF7-D1BE-5ABB-24D98EE9CE89}"/>
                </a:ext>
              </a:extLst>
            </p:cNvPr>
            <p:cNvSpPr>
              <a:spLocks noGrp="1"/>
            </p:cNvSpPr>
            <p:nvPr/>
          </p:nvSpPr>
          <p:spPr>
            <a:xfrm>
              <a:off x="6071519" y="4108464"/>
              <a:ext cx="12689" cy="90726"/>
            </a:xfrm>
            <a:custGeom>
              <a:avLst/>
              <a:gdLst/>
              <a:ahLst/>
              <a:cxnLst/>
              <a:rect l="0" t="0" r="0" b="0"/>
              <a:pathLst>
                <a:path w="12689" h="90726">
                  <a:moveTo>
                    <a:pt x="12689" y="0"/>
                  </a:moveTo>
                  <a:lnTo>
                    <a:pt x="0" y="90726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29" name="Candidate_receptor__2828">
              <a:extLst>
                <a:ext uri="{FF2B5EF4-FFF2-40B4-BE49-F238E27FC236}">
                  <a16:creationId xmlns:a16="http://schemas.microsoft.com/office/drawing/2014/main" id="{DE960205-28F7-FE20-00BC-22BB3EDEACFD}"/>
                </a:ext>
              </a:extLst>
            </p:cNvPr>
            <p:cNvSpPr>
              <a:spLocks noGrp="1"/>
            </p:cNvSpPr>
            <p:nvPr/>
          </p:nvSpPr>
          <p:spPr>
            <a:xfrm>
              <a:off x="6402439" y="3533149"/>
              <a:ext cx="51168" cy="99419"/>
            </a:xfrm>
            <a:custGeom>
              <a:avLst/>
              <a:gdLst/>
              <a:ahLst/>
              <a:cxnLst/>
              <a:rect l="0" t="0" r="0" b="0"/>
              <a:pathLst>
                <a:path w="51168" h="99419">
                  <a:moveTo>
                    <a:pt x="0" y="99419"/>
                  </a:moveTo>
                  <a:lnTo>
                    <a:pt x="51168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0" name="Candidate_receptor__2829">
              <a:extLst>
                <a:ext uri="{FF2B5EF4-FFF2-40B4-BE49-F238E27FC236}">
                  <a16:creationId xmlns:a16="http://schemas.microsoft.com/office/drawing/2014/main" id="{87CD028D-148E-5631-1ED8-37F478151EC7}"/>
                </a:ext>
              </a:extLst>
            </p:cNvPr>
            <p:cNvSpPr>
              <a:spLocks noGrp="1"/>
            </p:cNvSpPr>
            <p:nvPr/>
          </p:nvSpPr>
          <p:spPr>
            <a:xfrm>
              <a:off x="4772212" y="4905600"/>
              <a:ext cx="77190" cy="70785"/>
            </a:xfrm>
            <a:custGeom>
              <a:avLst/>
              <a:gdLst/>
              <a:ahLst/>
              <a:cxnLst/>
              <a:rect l="0" t="0" r="0" b="0"/>
              <a:pathLst>
                <a:path w="77190" h="70785">
                  <a:moveTo>
                    <a:pt x="77190" y="707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1" name="Candidate_receptor__2830">
              <a:extLst>
                <a:ext uri="{FF2B5EF4-FFF2-40B4-BE49-F238E27FC236}">
                  <a16:creationId xmlns:a16="http://schemas.microsoft.com/office/drawing/2014/main" id="{97036C0D-FF34-C6F1-BCA8-5852F4B94B06}"/>
                </a:ext>
              </a:extLst>
            </p:cNvPr>
            <p:cNvSpPr>
              <a:spLocks noGrp="1"/>
            </p:cNvSpPr>
            <p:nvPr/>
          </p:nvSpPr>
          <p:spPr>
            <a:xfrm>
              <a:off x="4681542" y="4905600"/>
              <a:ext cx="90670" cy="53630"/>
            </a:xfrm>
            <a:custGeom>
              <a:avLst/>
              <a:gdLst/>
              <a:ahLst/>
              <a:cxnLst/>
              <a:rect l="0" t="0" r="0" b="0"/>
              <a:pathLst>
                <a:path w="90670" h="53630">
                  <a:moveTo>
                    <a:pt x="90670" y="0"/>
                  </a:moveTo>
                  <a:lnTo>
                    <a:pt x="0" y="5363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2" name="Candidate_receptor__2831">
              <a:extLst>
                <a:ext uri="{FF2B5EF4-FFF2-40B4-BE49-F238E27FC236}">
                  <a16:creationId xmlns:a16="http://schemas.microsoft.com/office/drawing/2014/main" id="{98EF8CCA-54B9-26E8-B826-A238391F5599}"/>
                </a:ext>
              </a:extLst>
            </p:cNvPr>
            <p:cNvSpPr>
              <a:spLocks noGrp="1"/>
            </p:cNvSpPr>
            <p:nvPr/>
          </p:nvSpPr>
          <p:spPr>
            <a:xfrm>
              <a:off x="4879447" y="4569165"/>
              <a:ext cx="11725" cy="105299"/>
            </a:xfrm>
            <a:custGeom>
              <a:avLst/>
              <a:gdLst/>
              <a:ahLst/>
              <a:cxnLst/>
              <a:rect l="0" t="0" r="0" b="0"/>
              <a:pathLst>
                <a:path w="11725" h="105299">
                  <a:moveTo>
                    <a:pt x="11725" y="0"/>
                  </a:moveTo>
                  <a:lnTo>
                    <a:pt x="0" y="10529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3" name="Candidate_receptor__2832">
              <a:extLst>
                <a:ext uri="{FF2B5EF4-FFF2-40B4-BE49-F238E27FC236}">
                  <a16:creationId xmlns:a16="http://schemas.microsoft.com/office/drawing/2014/main" id="{BFBC0BCE-6A37-6CFD-8085-E1EAFD5378D8}"/>
                </a:ext>
              </a:extLst>
            </p:cNvPr>
            <p:cNvSpPr>
              <a:spLocks noGrp="1"/>
            </p:cNvSpPr>
            <p:nvPr/>
          </p:nvSpPr>
          <p:spPr>
            <a:xfrm>
              <a:off x="5531073" y="3980703"/>
              <a:ext cx="88343" cy="42494"/>
            </a:xfrm>
            <a:custGeom>
              <a:avLst/>
              <a:gdLst/>
              <a:ahLst/>
              <a:cxnLst/>
              <a:rect l="0" t="0" r="0" b="0"/>
              <a:pathLst>
                <a:path w="88343" h="42494">
                  <a:moveTo>
                    <a:pt x="0" y="42494"/>
                  </a:moveTo>
                  <a:lnTo>
                    <a:pt x="88343" y="0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34" name="Candidate_receptor__2833">
              <a:extLst>
                <a:ext uri="{FF2B5EF4-FFF2-40B4-BE49-F238E27FC236}">
                  <a16:creationId xmlns:a16="http://schemas.microsoft.com/office/drawing/2014/main" id="{72B01755-405B-FC8C-1136-8D30C206858A}"/>
                </a:ext>
              </a:extLst>
            </p:cNvPr>
            <p:cNvSpPr>
              <a:spLocks noGrp="1"/>
            </p:cNvSpPr>
            <p:nvPr/>
          </p:nvSpPr>
          <p:spPr>
            <a:xfrm>
              <a:off x="5033230" y="3387915"/>
              <a:ext cx="42829" cy="96843"/>
            </a:xfrm>
            <a:custGeom>
              <a:avLst/>
              <a:gdLst/>
              <a:ahLst/>
              <a:cxnLst/>
              <a:rect l="0" t="0" r="0" b="0"/>
              <a:pathLst>
                <a:path w="42829" h="96843">
                  <a:moveTo>
                    <a:pt x="0" y="0"/>
                  </a:moveTo>
                  <a:lnTo>
                    <a:pt x="42829" y="96843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5" name="Candidate_receptor__2834">
              <a:extLst>
                <a:ext uri="{FF2B5EF4-FFF2-40B4-BE49-F238E27FC236}">
                  <a16:creationId xmlns:a16="http://schemas.microsoft.com/office/drawing/2014/main" id="{F058A0A9-A74F-E830-3B57-A9B080D1ECA8}"/>
                </a:ext>
              </a:extLst>
            </p:cNvPr>
            <p:cNvSpPr>
              <a:spLocks noGrp="1"/>
            </p:cNvSpPr>
            <p:nvPr/>
          </p:nvSpPr>
          <p:spPr>
            <a:xfrm>
              <a:off x="4981491" y="3828519"/>
              <a:ext cx="34106" cy="60129"/>
            </a:xfrm>
            <a:custGeom>
              <a:avLst/>
              <a:gdLst/>
              <a:ahLst/>
              <a:cxnLst/>
              <a:rect l="0" t="0" r="0" b="0"/>
              <a:pathLst>
                <a:path w="34106" h="60129">
                  <a:moveTo>
                    <a:pt x="34106" y="0"/>
                  </a:moveTo>
                  <a:lnTo>
                    <a:pt x="0" y="6012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6" name="Candidate_receptor__2835">
              <a:extLst>
                <a:ext uri="{FF2B5EF4-FFF2-40B4-BE49-F238E27FC236}">
                  <a16:creationId xmlns:a16="http://schemas.microsoft.com/office/drawing/2014/main" id="{097EDDCD-9A06-88C2-A7F7-23C9ECED3428}"/>
                </a:ext>
              </a:extLst>
            </p:cNvPr>
            <p:cNvSpPr>
              <a:spLocks noGrp="1"/>
            </p:cNvSpPr>
            <p:nvPr/>
          </p:nvSpPr>
          <p:spPr>
            <a:xfrm>
              <a:off x="5502140" y="3245775"/>
              <a:ext cx="84061" cy="76795"/>
            </a:xfrm>
            <a:custGeom>
              <a:avLst/>
              <a:gdLst/>
              <a:ahLst/>
              <a:cxnLst/>
              <a:rect l="0" t="0" r="0" b="0"/>
              <a:pathLst>
                <a:path w="84061" h="76795">
                  <a:moveTo>
                    <a:pt x="84061" y="767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7" name="Candidate_receptor__2836">
              <a:extLst>
                <a:ext uri="{FF2B5EF4-FFF2-40B4-BE49-F238E27FC236}">
                  <a16:creationId xmlns:a16="http://schemas.microsoft.com/office/drawing/2014/main" id="{B8D6C30C-D005-A412-6987-644D8893071C}"/>
                </a:ext>
              </a:extLst>
            </p:cNvPr>
            <p:cNvSpPr>
              <a:spLocks noGrp="1"/>
            </p:cNvSpPr>
            <p:nvPr/>
          </p:nvSpPr>
          <p:spPr>
            <a:xfrm>
              <a:off x="5958425" y="4111008"/>
              <a:ext cx="11975" cy="4640"/>
            </a:xfrm>
            <a:custGeom>
              <a:avLst/>
              <a:gdLst/>
              <a:ahLst/>
              <a:cxnLst/>
              <a:rect l="0" t="0" r="0" b="0"/>
              <a:pathLst>
                <a:path w="11975" h="4640">
                  <a:moveTo>
                    <a:pt x="0" y="0"/>
                  </a:moveTo>
                  <a:lnTo>
                    <a:pt x="11975" y="464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38" name="Candidate_receptor__2837">
              <a:extLst>
                <a:ext uri="{FF2B5EF4-FFF2-40B4-BE49-F238E27FC236}">
                  <a16:creationId xmlns:a16="http://schemas.microsoft.com/office/drawing/2014/main" id="{FA4A8D4D-F700-8E57-8841-64B48078FBF2}"/>
                </a:ext>
              </a:extLst>
            </p:cNvPr>
            <p:cNvSpPr>
              <a:spLocks noGrp="1"/>
            </p:cNvSpPr>
            <p:nvPr/>
          </p:nvSpPr>
          <p:spPr>
            <a:xfrm>
              <a:off x="5726473" y="3492476"/>
              <a:ext cx="26798" cy="90434"/>
            </a:xfrm>
            <a:custGeom>
              <a:avLst/>
              <a:gdLst/>
              <a:ahLst/>
              <a:cxnLst/>
              <a:rect l="0" t="0" r="0" b="0"/>
              <a:pathLst>
                <a:path w="26798" h="90434">
                  <a:moveTo>
                    <a:pt x="0" y="0"/>
                  </a:moveTo>
                  <a:lnTo>
                    <a:pt x="26798" y="90434"/>
                  </a:lnTo>
                </a:path>
              </a:pathLst>
            </a:custGeom>
            <a:noFill/>
            <a:ln w="8096">
              <a:solidFill>
                <a:srgbClr val="E2E6EA"/>
              </a:solidFill>
            </a:ln>
          </p:spPr>
        </p:sp>
        <p:sp>
          <p:nvSpPr>
            <p:cNvPr id="2839" name="Candidate_receptor__2838">
              <a:extLst>
                <a:ext uri="{FF2B5EF4-FFF2-40B4-BE49-F238E27FC236}">
                  <a16:creationId xmlns:a16="http://schemas.microsoft.com/office/drawing/2014/main" id="{0D022A35-70ED-02D1-EFB3-8BACD804893F}"/>
                </a:ext>
              </a:extLst>
            </p:cNvPr>
            <p:cNvSpPr>
              <a:spLocks noGrp="1"/>
            </p:cNvSpPr>
            <p:nvPr/>
          </p:nvSpPr>
          <p:spPr>
            <a:xfrm>
              <a:off x="4785875" y="4976386"/>
              <a:ext cx="63527" cy="93188"/>
            </a:xfrm>
            <a:custGeom>
              <a:avLst/>
              <a:gdLst/>
              <a:ahLst/>
              <a:cxnLst/>
              <a:rect l="0" t="0" r="0" b="0"/>
              <a:pathLst>
                <a:path w="63527" h="93188">
                  <a:moveTo>
                    <a:pt x="0" y="93188"/>
                  </a:moveTo>
                  <a:lnTo>
                    <a:pt x="63527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0" name="Candidate_receptor__2839">
              <a:extLst>
                <a:ext uri="{FF2B5EF4-FFF2-40B4-BE49-F238E27FC236}">
                  <a16:creationId xmlns:a16="http://schemas.microsoft.com/office/drawing/2014/main" id="{36552A0D-5E66-35CD-7A22-C407C13BE958}"/>
                </a:ext>
              </a:extLst>
            </p:cNvPr>
            <p:cNvSpPr>
              <a:spLocks noGrp="1"/>
            </p:cNvSpPr>
            <p:nvPr/>
          </p:nvSpPr>
          <p:spPr>
            <a:xfrm>
              <a:off x="6196970" y="4709436"/>
              <a:ext cx="60276" cy="39577"/>
            </a:xfrm>
            <a:custGeom>
              <a:avLst/>
              <a:gdLst/>
              <a:ahLst/>
              <a:cxnLst/>
              <a:rect l="0" t="0" r="0" b="0"/>
              <a:pathLst>
                <a:path w="60276" h="39577">
                  <a:moveTo>
                    <a:pt x="0" y="39577"/>
                  </a:moveTo>
                  <a:lnTo>
                    <a:pt x="60276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1" name="Candidate_receptor__2840">
              <a:extLst>
                <a:ext uri="{FF2B5EF4-FFF2-40B4-BE49-F238E27FC236}">
                  <a16:creationId xmlns:a16="http://schemas.microsoft.com/office/drawing/2014/main" id="{A97EA870-80ED-E41D-5896-58D4FB0DBD12}"/>
                </a:ext>
              </a:extLst>
            </p:cNvPr>
            <p:cNvSpPr>
              <a:spLocks noGrp="1"/>
            </p:cNvSpPr>
            <p:nvPr/>
          </p:nvSpPr>
          <p:spPr>
            <a:xfrm>
              <a:off x="5117541" y="2816856"/>
              <a:ext cx="87841" cy="52351"/>
            </a:xfrm>
            <a:custGeom>
              <a:avLst/>
              <a:gdLst/>
              <a:ahLst/>
              <a:cxnLst/>
              <a:rect l="0" t="0" r="0" b="0"/>
              <a:pathLst>
                <a:path w="87841" h="52351">
                  <a:moveTo>
                    <a:pt x="0" y="0"/>
                  </a:moveTo>
                  <a:lnTo>
                    <a:pt x="87841" y="52351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2" name="Candidate_receptor__2841">
              <a:extLst>
                <a:ext uri="{FF2B5EF4-FFF2-40B4-BE49-F238E27FC236}">
                  <a16:creationId xmlns:a16="http://schemas.microsoft.com/office/drawing/2014/main" id="{4DC79C39-3F7F-E306-07ED-F1535CC4476D}"/>
                </a:ext>
              </a:extLst>
            </p:cNvPr>
            <p:cNvSpPr>
              <a:spLocks noGrp="1"/>
            </p:cNvSpPr>
            <p:nvPr/>
          </p:nvSpPr>
          <p:spPr>
            <a:xfrm>
              <a:off x="5876263" y="4530839"/>
              <a:ext cx="63123" cy="95091"/>
            </a:xfrm>
            <a:custGeom>
              <a:avLst/>
              <a:gdLst/>
              <a:ahLst/>
              <a:cxnLst/>
              <a:rect l="0" t="0" r="0" b="0"/>
              <a:pathLst>
                <a:path w="63123" h="95091">
                  <a:moveTo>
                    <a:pt x="0" y="95091"/>
                  </a:moveTo>
                  <a:lnTo>
                    <a:pt x="63123" y="0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3" name="Candidate_receptor__2842">
              <a:extLst>
                <a:ext uri="{FF2B5EF4-FFF2-40B4-BE49-F238E27FC236}">
                  <a16:creationId xmlns:a16="http://schemas.microsoft.com/office/drawing/2014/main" id="{8A6986B0-5422-1B42-E787-675F3DF8CCEF}"/>
                </a:ext>
              </a:extLst>
            </p:cNvPr>
            <p:cNvSpPr>
              <a:spLocks noGrp="1"/>
            </p:cNvSpPr>
            <p:nvPr/>
          </p:nvSpPr>
          <p:spPr>
            <a:xfrm>
              <a:off x="6156010" y="3766000"/>
              <a:ext cx="114141" cy="15439"/>
            </a:xfrm>
            <a:custGeom>
              <a:avLst/>
              <a:gdLst/>
              <a:ahLst/>
              <a:cxnLst/>
              <a:rect l="0" t="0" r="0" b="0"/>
              <a:pathLst>
                <a:path w="114141" h="15439">
                  <a:moveTo>
                    <a:pt x="0" y="0"/>
                  </a:moveTo>
                  <a:lnTo>
                    <a:pt x="114141" y="15439"/>
                  </a:lnTo>
                </a:path>
              </a:pathLst>
            </a:custGeom>
            <a:noFill/>
            <a:ln w="20003">
              <a:solidFill>
                <a:srgbClr val="E2E6EA"/>
              </a:solidFill>
            </a:ln>
          </p:spPr>
        </p:sp>
        <p:sp>
          <p:nvSpPr>
            <p:cNvPr id="2844" name="Candidate_receptor__2843">
              <a:extLst>
                <a:ext uri="{FF2B5EF4-FFF2-40B4-BE49-F238E27FC236}">
                  <a16:creationId xmlns:a16="http://schemas.microsoft.com/office/drawing/2014/main" id="{7E84EA9D-4DA0-1B68-6215-265A60C6BCF6}"/>
                </a:ext>
              </a:extLst>
            </p:cNvPr>
            <p:cNvSpPr>
              <a:spLocks noGrp="1"/>
            </p:cNvSpPr>
            <p:nvPr/>
          </p:nvSpPr>
          <p:spPr>
            <a:xfrm>
              <a:off x="4942463" y="2524162"/>
              <a:ext cx="13704" cy="83502"/>
            </a:xfrm>
            <a:custGeom>
              <a:avLst/>
              <a:gdLst/>
              <a:ahLst/>
              <a:cxnLst/>
              <a:rect l="0" t="0" r="0" b="0"/>
              <a:pathLst>
                <a:path w="13704" h="83502">
                  <a:moveTo>
                    <a:pt x="13704" y="835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45" name="Candidate_receptor__2844">
              <a:extLst>
                <a:ext uri="{FF2B5EF4-FFF2-40B4-BE49-F238E27FC236}">
                  <a16:creationId xmlns:a16="http://schemas.microsoft.com/office/drawing/2014/main" id="{19BC3101-A864-D26E-1890-A6A8A6EA2828}"/>
                </a:ext>
              </a:extLst>
            </p:cNvPr>
            <p:cNvSpPr>
              <a:spLocks noGrp="1"/>
            </p:cNvSpPr>
            <p:nvPr/>
          </p:nvSpPr>
          <p:spPr>
            <a:xfrm>
              <a:off x="5865943" y="3966592"/>
              <a:ext cx="94167" cy="34666"/>
            </a:xfrm>
            <a:custGeom>
              <a:avLst/>
              <a:gdLst/>
              <a:ahLst/>
              <a:cxnLst/>
              <a:rect l="0" t="0" r="0" b="0"/>
              <a:pathLst>
                <a:path w="94167" h="34666">
                  <a:moveTo>
                    <a:pt x="0" y="34666"/>
                  </a:moveTo>
                  <a:lnTo>
                    <a:pt x="94167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6" name="Candidate_receptor__2845">
              <a:extLst>
                <a:ext uri="{FF2B5EF4-FFF2-40B4-BE49-F238E27FC236}">
                  <a16:creationId xmlns:a16="http://schemas.microsoft.com/office/drawing/2014/main" id="{D836929B-EEB0-C4E1-1F28-EDF6816E6022}"/>
                </a:ext>
              </a:extLst>
            </p:cNvPr>
            <p:cNvSpPr>
              <a:spLocks noGrp="1"/>
            </p:cNvSpPr>
            <p:nvPr/>
          </p:nvSpPr>
          <p:spPr>
            <a:xfrm>
              <a:off x="5669691" y="2696519"/>
              <a:ext cx="87450" cy="4646"/>
            </a:xfrm>
            <a:custGeom>
              <a:avLst/>
              <a:gdLst/>
              <a:ahLst/>
              <a:cxnLst/>
              <a:rect l="0" t="0" r="0" b="0"/>
              <a:pathLst>
                <a:path w="87450" h="4646">
                  <a:moveTo>
                    <a:pt x="0" y="4646"/>
                  </a:moveTo>
                  <a:lnTo>
                    <a:pt x="8745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47" name="Candidate_receptor__2846">
              <a:extLst>
                <a:ext uri="{FF2B5EF4-FFF2-40B4-BE49-F238E27FC236}">
                  <a16:creationId xmlns:a16="http://schemas.microsoft.com/office/drawing/2014/main" id="{AD0E113F-DD5F-2239-F321-55B19C50D6D3}"/>
                </a:ext>
              </a:extLst>
            </p:cNvPr>
            <p:cNvSpPr>
              <a:spLocks noGrp="1"/>
            </p:cNvSpPr>
            <p:nvPr/>
          </p:nvSpPr>
          <p:spPr>
            <a:xfrm>
              <a:off x="5459825" y="3495179"/>
              <a:ext cx="99642" cy="46473"/>
            </a:xfrm>
            <a:custGeom>
              <a:avLst/>
              <a:gdLst/>
              <a:ahLst/>
              <a:cxnLst/>
              <a:rect l="0" t="0" r="0" b="0"/>
              <a:pathLst>
                <a:path w="99642" h="46473">
                  <a:moveTo>
                    <a:pt x="99642" y="0"/>
                  </a:moveTo>
                  <a:lnTo>
                    <a:pt x="0" y="46473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8" name="Candidate_receptor__2847">
              <a:extLst>
                <a:ext uri="{FF2B5EF4-FFF2-40B4-BE49-F238E27FC236}">
                  <a16:creationId xmlns:a16="http://schemas.microsoft.com/office/drawing/2014/main" id="{2218A0EA-1155-3504-FFE4-BD34E799E04C}"/>
                </a:ext>
              </a:extLst>
            </p:cNvPr>
            <p:cNvSpPr>
              <a:spLocks noGrp="1"/>
            </p:cNvSpPr>
            <p:nvPr/>
          </p:nvSpPr>
          <p:spPr>
            <a:xfrm>
              <a:off x="5840785" y="3717693"/>
              <a:ext cx="49109" cy="10526"/>
            </a:xfrm>
            <a:custGeom>
              <a:avLst/>
              <a:gdLst/>
              <a:ahLst/>
              <a:cxnLst/>
              <a:rect l="0" t="0" r="0" b="0"/>
              <a:pathLst>
                <a:path w="49109" h="10526">
                  <a:moveTo>
                    <a:pt x="49109" y="1052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49" name="Candidate_receptor__2848">
              <a:extLst>
                <a:ext uri="{FF2B5EF4-FFF2-40B4-BE49-F238E27FC236}">
                  <a16:creationId xmlns:a16="http://schemas.microsoft.com/office/drawing/2014/main" id="{65B72374-C87A-7FE5-5648-08BC121CE22F}"/>
                </a:ext>
              </a:extLst>
            </p:cNvPr>
            <p:cNvSpPr>
              <a:spLocks noGrp="1"/>
            </p:cNvSpPr>
            <p:nvPr/>
          </p:nvSpPr>
          <p:spPr>
            <a:xfrm>
              <a:off x="5117541" y="2724295"/>
              <a:ext cx="14904" cy="92561"/>
            </a:xfrm>
            <a:custGeom>
              <a:avLst/>
              <a:gdLst/>
              <a:ahLst/>
              <a:cxnLst/>
              <a:rect l="0" t="0" r="0" b="0"/>
              <a:pathLst>
                <a:path w="14904" h="92561">
                  <a:moveTo>
                    <a:pt x="14904" y="0"/>
                  </a:moveTo>
                  <a:lnTo>
                    <a:pt x="0" y="9256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0" name="Candidate_receptor__2849">
              <a:extLst>
                <a:ext uri="{FF2B5EF4-FFF2-40B4-BE49-F238E27FC236}">
                  <a16:creationId xmlns:a16="http://schemas.microsoft.com/office/drawing/2014/main" id="{DFD9D9E0-8434-3304-C31A-87E64C542139}"/>
                </a:ext>
              </a:extLst>
            </p:cNvPr>
            <p:cNvSpPr>
              <a:spLocks noGrp="1"/>
            </p:cNvSpPr>
            <p:nvPr/>
          </p:nvSpPr>
          <p:spPr>
            <a:xfrm>
              <a:off x="4635746" y="3716254"/>
              <a:ext cx="66834" cy="5657"/>
            </a:xfrm>
            <a:custGeom>
              <a:avLst/>
              <a:gdLst/>
              <a:ahLst/>
              <a:cxnLst/>
              <a:rect l="0" t="0" r="0" b="0"/>
              <a:pathLst>
                <a:path w="66834" h="5657">
                  <a:moveTo>
                    <a:pt x="0" y="0"/>
                  </a:moveTo>
                  <a:lnTo>
                    <a:pt x="66834" y="565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1" name="Candidate_receptor__2850">
              <a:extLst>
                <a:ext uri="{FF2B5EF4-FFF2-40B4-BE49-F238E27FC236}">
                  <a16:creationId xmlns:a16="http://schemas.microsoft.com/office/drawing/2014/main" id="{276C5E51-75C9-5BB7-A58D-3240DD26AD78}"/>
                </a:ext>
              </a:extLst>
            </p:cNvPr>
            <p:cNvSpPr>
              <a:spLocks noGrp="1"/>
            </p:cNvSpPr>
            <p:nvPr/>
          </p:nvSpPr>
          <p:spPr>
            <a:xfrm>
              <a:off x="6660278" y="4555711"/>
              <a:ext cx="7094" cy="90276"/>
            </a:xfrm>
            <a:custGeom>
              <a:avLst/>
              <a:gdLst/>
              <a:ahLst/>
              <a:cxnLst/>
              <a:rect l="0" t="0" r="0" b="0"/>
              <a:pathLst>
                <a:path w="7094" h="90276">
                  <a:moveTo>
                    <a:pt x="7094" y="90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2" name="Candidate_receptor__2851">
              <a:extLst>
                <a:ext uri="{FF2B5EF4-FFF2-40B4-BE49-F238E27FC236}">
                  <a16:creationId xmlns:a16="http://schemas.microsoft.com/office/drawing/2014/main" id="{949D96F2-78A8-4163-5A3F-B787D36F3335}"/>
                </a:ext>
              </a:extLst>
            </p:cNvPr>
            <p:cNvSpPr>
              <a:spLocks noGrp="1"/>
            </p:cNvSpPr>
            <p:nvPr/>
          </p:nvSpPr>
          <p:spPr>
            <a:xfrm>
              <a:off x="5979402" y="3526906"/>
              <a:ext cx="67234" cy="51436"/>
            </a:xfrm>
            <a:custGeom>
              <a:avLst/>
              <a:gdLst/>
              <a:ahLst/>
              <a:cxnLst/>
              <a:rect l="0" t="0" r="0" b="0"/>
              <a:pathLst>
                <a:path w="67234" h="51436">
                  <a:moveTo>
                    <a:pt x="0" y="0"/>
                  </a:moveTo>
                  <a:lnTo>
                    <a:pt x="67234" y="51436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53" name="Candidate_receptor__2852">
              <a:extLst>
                <a:ext uri="{FF2B5EF4-FFF2-40B4-BE49-F238E27FC236}">
                  <a16:creationId xmlns:a16="http://schemas.microsoft.com/office/drawing/2014/main" id="{953693A5-E3EB-0D3A-A661-DBEA444B78A6}"/>
                </a:ext>
              </a:extLst>
            </p:cNvPr>
            <p:cNvSpPr>
              <a:spLocks noGrp="1"/>
            </p:cNvSpPr>
            <p:nvPr/>
          </p:nvSpPr>
          <p:spPr>
            <a:xfrm>
              <a:off x="6170544" y="3886406"/>
              <a:ext cx="88364" cy="22815"/>
            </a:xfrm>
            <a:custGeom>
              <a:avLst/>
              <a:gdLst/>
              <a:ahLst/>
              <a:cxnLst/>
              <a:rect l="0" t="0" r="0" b="0"/>
              <a:pathLst>
                <a:path w="88364" h="22815">
                  <a:moveTo>
                    <a:pt x="88364" y="0"/>
                  </a:moveTo>
                  <a:lnTo>
                    <a:pt x="0" y="22815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4" name="Candidate_receptor__2853">
              <a:extLst>
                <a:ext uri="{FF2B5EF4-FFF2-40B4-BE49-F238E27FC236}">
                  <a16:creationId xmlns:a16="http://schemas.microsoft.com/office/drawing/2014/main" id="{BAB687E2-4B50-37E0-F57B-BC8CD7671D88}"/>
                </a:ext>
              </a:extLst>
            </p:cNvPr>
            <p:cNvSpPr>
              <a:spLocks noGrp="1"/>
            </p:cNvSpPr>
            <p:nvPr/>
          </p:nvSpPr>
          <p:spPr>
            <a:xfrm>
              <a:off x="5130950" y="3738101"/>
              <a:ext cx="60930" cy="75616"/>
            </a:xfrm>
            <a:custGeom>
              <a:avLst/>
              <a:gdLst/>
              <a:ahLst/>
              <a:cxnLst/>
              <a:rect l="0" t="0" r="0" b="0"/>
              <a:pathLst>
                <a:path w="60930" h="75616">
                  <a:moveTo>
                    <a:pt x="60930" y="756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5" name="Candidate_receptor__2854">
              <a:extLst>
                <a:ext uri="{FF2B5EF4-FFF2-40B4-BE49-F238E27FC236}">
                  <a16:creationId xmlns:a16="http://schemas.microsoft.com/office/drawing/2014/main" id="{5CDFED6A-3E4E-2CF2-CAD6-FB600F421B4D}"/>
                </a:ext>
              </a:extLst>
            </p:cNvPr>
            <p:cNvSpPr>
              <a:spLocks noGrp="1"/>
            </p:cNvSpPr>
            <p:nvPr/>
          </p:nvSpPr>
          <p:spPr>
            <a:xfrm>
              <a:off x="5701156" y="4360343"/>
              <a:ext cx="39878" cy="14807"/>
            </a:xfrm>
            <a:custGeom>
              <a:avLst/>
              <a:gdLst/>
              <a:ahLst/>
              <a:cxnLst/>
              <a:rect l="0" t="0" r="0" b="0"/>
              <a:pathLst>
                <a:path w="39878" h="14807">
                  <a:moveTo>
                    <a:pt x="39878" y="0"/>
                  </a:moveTo>
                  <a:lnTo>
                    <a:pt x="0" y="1480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6" name="Candidate_receptor__2855">
              <a:extLst>
                <a:ext uri="{FF2B5EF4-FFF2-40B4-BE49-F238E27FC236}">
                  <a16:creationId xmlns:a16="http://schemas.microsoft.com/office/drawing/2014/main" id="{EE891124-7FE0-1C8F-5368-4C9738A474F2}"/>
                </a:ext>
              </a:extLst>
            </p:cNvPr>
            <p:cNvSpPr>
              <a:spLocks noGrp="1"/>
            </p:cNvSpPr>
            <p:nvPr/>
          </p:nvSpPr>
          <p:spPr>
            <a:xfrm>
              <a:off x="6593384" y="4645987"/>
              <a:ext cx="73988" cy="59886"/>
            </a:xfrm>
            <a:custGeom>
              <a:avLst/>
              <a:gdLst/>
              <a:ahLst/>
              <a:cxnLst/>
              <a:rect l="0" t="0" r="0" b="0"/>
              <a:pathLst>
                <a:path w="73988" h="59886">
                  <a:moveTo>
                    <a:pt x="0" y="59886"/>
                  </a:moveTo>
                  <a:lnTo>
                    <a:pt x="7398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7" name="Candidate_receptor__2856">
              <a:extLst>
                <a:ext uri="{FF2B5EF4-FFF2-40B4-BE49-F238E27FC236}">
                  <a16:creationId xmlns:a16="http://schemas.microsoft.com/office/drawing/2014/main" id="{A30FF80A-1B27-056F-B34A-FB48B3EF8653}"/>
                </a:ext>
              </a:extLst>
            </p:cNvPr>
            <p:cNvSpPr>
              <a:spLocks noGrp="1"/>
            </p:cNvSpPr>
            <p:nvPr/>
          </p:nvSpPr>
          <p:spPr>
            <a:xfrm>
              <a:off x="5960110" y="3966592"/>
              <a:ext cx="66792" cy="52290"/>
            </a:xfrm>
            <a:custGeom>
              <a:avLst/>
              <a:gdLst/>
              <a:ahLst/>
              <a:cxnLst/>
              <a:rect l="0" t="0" r="0" b="0"/>
              <a:pathLst>
                <a:path w="66792" h="52290">
                  <a:moveTo>
                    <a:pt x="0" y="0"/>
                  </a:moveTo>
                  <a:lnTo>
                    <a:pt x="66792" y="5229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8" name="Candidate_receptor__2857">
              <a:extLst>
                <a:ext uri="{FF2B5EF4-FFF2-40B4-BE49-F238E27FC236}">
                  <a16:creationId xmlns:a16="http://schemas.microsoft.com/office/drawing/2014/main" id="{34BADC12-189A-ACBA-B2B8-68D6198F37FE}"/>
                </a:ext>
              </a:extLst>
            </p:cNvPr>
            <p:cNvSpPr>
              <a:spLocks noGrp="1"/>
            </p:cNvSpPr>
            <p:nvPr/>
          </p:nvSpPr>
          <p:spPr>
            <a:xfrm>
              <a:off x="6205093" y="4181382"/>
              <a:ext cx="65845" cy="80732"/>
            </a:xfrm>
            <a:custGeom>
              <a:avLst/>
              <a:gdLst/>
              <a:ahLst/>
              <a:cxnLst/>
              <a:rect l="0" t="0" r="0" b="0"/>
              <a:pathLst>
                <a:path w="65845" h="80732">
                  <a:moveTo>
                    <a:pt x="65845" y="0"/>
                  </a:moveTo>
                  <a:lnTo>
                    <a:pt x="0" y="8073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59" name="Candidate_receptor__2858">
              <a:extLst>
                <a:ext uri="{FF2B5EF4-FFF2-40B4-BE49-F238E27FC236}">
                  <a16:creationId xmlns:a16="http://schemas.microsoft.com/office/drawing/2014/main" id="{E1CBA903-5E94-E21F-2718-9792F63C6F4C}"/>
                </a:ext>
              </a:extLst>
            </p:cNvPr>
            <p:cNvSpPr>
              <a:spLocks noGrp="1"/>
            </p:cNvSpPr>
            <p:nvPr/>
          </p:nvSpPr>
          <p:spPr>
            <a:xfrm>
              <a:off x="5774709" y="4459773"/>
              <a:ext cx="44180" cy="56244"/>
            </a:xfrm>
            <a:custGeom>
              <a:avLst/>
              <a:gdLst/>
              <a:ahLst/>
              <a:cxnLst/>
              <a:rect l="0" t="0" r="0" b="0"/>
              <a:pathLst>
                <a:path w="44180" h="56244">
                  <a:moveTo>
                    <a:pt x="0" y="56244"/>
                  </a:moveTo>
                  <a:lnTo>
                    <a:pt x="4418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0" name="Candidate_receptor__2859">
              <a:extLst>
                <a:ext uri="{FF2B5EF4-FFF2-40B4-BE49-F238E27FC236}">
                  <a16:creationId xmlns:a16="http://schemas.microsoft.com/office/drawing/2014/main" id="{35594A6B-F633-2165-5A06-821282A24B23}"/>
                </a:ext>
              </a:extLst>
            </p:cNvPr>
            <p:cNvSpPr>
              <a:spLocks noGrp="1"/>
            </p:cNvSpPr>
            <p:nvPr/>
          </p:nvSpPr>
          <p:spPr>
            <a:xfrm>
              <a:off x="5596114" y="2833299"/>
              <a:ext cx="107243" cy="28067"/>
            </a:xfrm>
            <a:custGeom>
              <a:avLst/>
              <a:gdLst/>
              <a:ahLst/>
              <a:cxnLst/>
              <a:rect l="0" t="0" r="0" b="0"/>
              <a:pathLst>
                <a:path w="107243" h="28067">
                  <a:moveTo>
                    <a:pt x="107243" y="0"/>
                  </a:moveTo>
                  <a:lnTo>
                    <a:pt x="0" y="28067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1" name="Candidate_receptor__2860">
              <a:extLst>
                <a:ext uri="{FF2B5EF4-FFF2-40B4-BE49-F238E27FC236}">
                  <a16:creationId xmlns:a16="http://schemas.microsoft.com/office/drawing/2014/main" id="{A5F5CDA8-ED60-4001-AEF0-729196E66646}"/>
                </a:ext>
              </a:extLst>
            </p:cNvPr>
            <p:cNvSpPr>
              <a:spLocks noGrp="1"/>
            </p:cNvSpPr>
            <p:nvPr/>
          </p:nvSpPr>
          <p:spPr>
            <a:xfrm>
              <a:off x="5684213" y="2926930"/>
              <a:ext cx="67094" cy="68654"/>
            </a:xfrm>
            <a:custGeom>
              <a:avLst/>
              <a:gdLst/>
              <a:ahLst/>
              <a:cxnLst/>
              <a:rect l="0" t="0" r="0" b="0"/>
              <a:pathLst>
                <a:path w="67094" h="68654">
                  <a:moveTo>
                    <a:pt x="0" y="68654"/>
                  </a:moveTo>
                  <a:lnTo>
                    <a:pt x="67094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2" name="Candidate_receptor__2861">
              <a:extLst>
                <a:ext uri="{FF2B5EF4-FFF2-40B4-BE49-F238E27FC236}">
                  <a16:creationId xmlns:a16="http://schemas.microsoft.com/office/drawing/2014/main" id="{1174FBB4-ABCB-0FBC-839A-180498BF9B39}"/>
                </a:ext>
              </a:extLst>
            </p:cNvPr>
            <p:cNvSpPr>
              <a:spLocks noGrp="1"/>
            </p:cNvSpPr>
            <p:nvPr/>
          </p:nvSpPr>
          <p:spPr>
            <a:xfrm>
              <a:off x="6270938" y="4181382"/>
              <a:ext cx="95188" cy="34257"/>
            </a:xfrm>
            <a:custGeom>
              <a:avLst/>
              <a:gdLst/>
              <a:ahLst/>
              <a:cxnLst/>
              <a:rect l="0" t="0" r="0" b="0"/>
              <a:pathLst>
                <a:path w="95188" h="34257">
                  <a:moveTo>
                    <a:pt x="95188" y="342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3" name="Candidate_receptor__2862">
              <a:extLst>
                <a:ext uri="{FF2B5EF4-FFF2-40B4-BE49-F238E27FC236}">
                  <a16:creationId xmlns:a16="http://schemas.microsoft.com/office/drawing/2014/main" id="{5383D60A-8CFE-E897-7DD6-17A5F80098E9}"/>
                </a:ext>
              </a:extLst>
            </p:cNvPr>
            <p:cNvSpPr>
              <a:spLocks noGrp="1"/>
            </p:cNvSpPr>
            <p:nvPr/>
          </p:nvSpPr>
          <p:spPr>
            <a:xfrm>
              <a:off x="4648482" y="2476987"/>
              <a:ext cx="4953" cy="74973"/>
            </a:xfrm>
            <a:custGeom>
              <a:avLst/>
              <a:gdLst/>
              <a:ahLst/>
              <a:cxnLst/>
              <a:rect l="0" t="0" r="0" b="0"/>
              <a:pathLst>
                <a:path w="4953" h="74973">
                  <a:moveTo>
                    <a:pt x="0" y="74973"/>
                  </a:moveTo>
                  <a:lnTo>
                    <a:pt x="4953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4" name="Candidate_receptor__2863">
              <a:extLst>
                <a:ext uri="{FF2B5EF4-FFF2-40B4-BE49-F238E27FC236}">
                  <a16:creationId xmlns:a16="http://schemas.microsoft.com/office/drawing/2014/main" id="{B77E2E37-0499-A952-AB60-6283DD3FEEEE}"/>
                </a:ext>
              </a:extLst>
            </p:cNvPr>
            <p:cNvSpPr>
              <a:spLocks noGrp="1"/>
            </p:cNvSpPr>
            <p:nvPr/>
          </p:nvSpPr>
          <p:spPr>
            <a:xfrm>
              <a:off x="6258908" y="3781439"/>
              <a:ext cx="11243" cy="104967"/>
            </a:xfrm>
            <a:custGeom>
              <a:avLst/>
              <a:gdLst/>
              <a:ahLst/>
              <a:cxnLst/>
              <a:rect l="0" t="0" r="0" b="0"/>
              <a:pathLst>
                <a:path w="11243" h="104967">
                  <a:moveTo>
                    <a:pt x="11243" y="0"/>
                  </a:moveTo>
                  <a:lnTo>
                    <a:pt x="0" y="10496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5" name="Candidate_receptor__2864">
              <a:extLst>
                <a:ext uri="{FF2B5EF4-FFF2-40B4-BE49-F238E27FC236}">
                  <a16:creationId xmlns:a16="http://schemas.microsoft.com/office/drawing/2014/main" id="{D6D1CA0F-7AB8-106D-EC89-302D811A4D45}"/>
                </a:ext>
              </a:extLst>
            </p:cNvPr>
            <p:cNvSpPr>
              <a:spLocks noGrp="1"/>
            </p:cNvSpPr>
            <p:nvPr/>
          </p:nvSpPr>
          <p:spPr>
            <a:xfrm>
              <a:off x="4973295" y="5173770"/>
              <a:ext cx="85495" cy="77762"/>
            </a:xfrm>
            <a:custGeom>
              <a:avLst/>
              <a:gdLst/>
              <a:ahLst/>
              <a:cxnLst/>
              <a:rect l="0" t="0" r="0" b="0"/>
              <a:pathLst>
                <a:path w="85495" h="77762">
                  <a:moveTo>
                    <a:pt x="0" y="77762"/>
                  </a:moveTo>
                  <a:lnTo>
                    <a:pt x="85495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6" name="Candidate_receptor__2865">
              <a:extLst>
                <a:ext uri="{FF2B5EF4-FFF2-40B4-BE49-F238E27FC236}">
                  <a16:creationId xmlns:a16="http://schemas.microsoft.com/office/drawing/2014/main" id="{4D1ECD81-2DAD-BC0A-B76C-2FA019ABFFA8}"/>
                </a:ext>
              </a:extLst>
            </p:cNvPr>
            <p:cNvSpPr>
              <a:spLocks noGrp="1"/>
            </p:cNvSpPr>
            <p:nvPr/>
          </p:nvSpPr>
          <p:spPr>
            <a:xfrm>
              <a:off x="5132445" y="2720884"/>
              <a:ext cx="110636" cy="3411"/>
            </a:xfrm>
            <a:custGeom>
              <a:avLst/>
              <a:gdLst/>
              <a:ahLst/>
              <a:cxnLst/>
              <a:rect l="0" t="0" r="0" b="0"/>
              <a:pathLst>
                <a:path w="110636" h="3411">
                  <a:moveTo>
                    <a:pt x="110636" y="0"/>
                  </a:moveTo>
                  <a:lnTo>
                    <a:pt x="0" y="341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7" name="Candidate_receptor__2866">
              <a:extLst>
                <a:ext uri="{FF2B5EF4-FFF2-40B4-BE49-F238E27FC236}">
                  <a16:creationId xmlns:a16="http://schemas.microsoft.com/office/drawing/2014/main" id="{828B9A77-6D31-DD05-6551-1350797DB317}"/>
                </a:ext>
              </a:extLst>
            </p:cNvPr>
            <p:cNvSpPr>
              <a:spLocks noGrp="1"/>
            </p:cNvSpPr>
            <p:nvPr/>
          </p:nvSpPr>
          <p:spPr>
            <a:xfrm>
              <a:off x="5703357" y="2833299"/>
              <a:ext cx="47950" cy="93632"/>
            </a:xfrm>
            <a:custGeom>
              <a:avLst/>
              <a:gdLst/>
              <a:ahLst/>
              <a:cxnLst/>
              <a:rect l="0" t="0" r="0" b="0"/>
              <a:pathLst>
                <a:path w="47950" h="93632">
                  <a:moveTo>
                    <a:pt x="47950" y="936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68" name="Candidate_receptor__2867">
              <a:extLst>
                <a:ext uri="{FF2B5EF4-FFF2-40B4-BE49-F238E27FC236}">
                  <a16:creationId xmlns:a16="http://schemas.microsoft.com/office/drawing/2014/main" id="{0C230422-D5C4-D030-0044-3F6AEE0FB551}"/>
                </a:ext>
              </a:extLst>
            </p:cNvPr>
            <p:cNvSpPr>
              <a:spLocks noGrp="1"/>
            </p:cNvSpPr>
            <p:nvPr/>
          </p:nvSpPr>
          <p:spPr>
            <a:xfrm>
              <a:off x="5875366" y="3182285"/>
              <a:ext cx="344" cy="67855"/>
            </a:xfrm>
            <a:custGeom>
              <a:avLst/>
              <a:gdLst/>
              <a:ahLst/>
              <a:cxnLst/>
              <a:rect l="0" t="0" r="0" b="0"/>
              <a:pathLst>
                <a:path w="344" h="67855">
                  <a:moveTo>
                    <a:pt x="344" y="678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69" name="Candidate_receptor__2868">
              <a:extLst>
                <a:ext uri="{FF2B5EF4-FFF2-40B4-BE49-F238E27FC236}">
                  <a16:creationId xmlns:a16="http://schemas.microsoft.com/office/drawing/2014/main" id="{53D456CD-EA4B-ADBF-BCBE-C02638ED05BA}"/>
                </a:ext>
              </a:extLst>
            </p:cNvPr>
            <p:cNvSpPr>
              <a:spLocks noGrp="1"/>
            </p:cNvSpPr>
            <p:nvPr/>
          </p:nvSpPr>
          <p:spPr>
            <a:xfrm>
              <a:off x="4928060" y="2791105"/>
              <a:ext cx="70448" cy="375"/>
            </a:xfrm>
            <a:custGeom>
              <a:avLst/>
              <a:gdLst/>
              <a:ahLst/>
              <a:cxnLst/>
              <a:rect l="0" t="0" r="0" b="0"/>
              <a:pathLst>
                <a:path w="70448" h="375">
                  <a:moveTo>
                    <a:pt x="70448" y="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0" name="Candidate_receptor__2869">
              <a:extLst>
                <a:ext uri="{FF2B5EF4-FFF2-40B4-BE49-F238E27FC236}">
                  <a16:creationId xmlns:a16="http://schemas.microsoft.com/office/drawing/2014/main" id="{DC3B9659-E743-B6BC-C200-8FAE708004EC}"/>
                </a:ext>
              </a:extLst>
            </p:cNvPr>
            <p:cNvSpPr>
              <a:spLocks noGrp="1"/>
            </p:cNvSpPr>
            <p:nvPr/>
          </p:nvSpPr>
          <p:spPr>
            <a:xfrm>
              <a:off x="5818889" y="4370195"/>
              <a:ext cx="30298" cy="89578"/>
            </a:xfrm>
            <a:custGeom>
              <a:avLst/>
              <a:gdLst/>
              <a:ahLst/>
              <a:cxnLst/>
              <a:rect l="0" t="0" r="0" b="0"/>
              <a:pathLst>
                <a:path w="30298" h="89578">
                  <a:moveTo>
                    <a:pt x="0" y="89578"/>
                  </a:moveTo>
                  <a:lnTo>
                    <a:pt x="3029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1" name="Candidate_receptor__2870">
              <a:extLst>
                <a:ext uri="{FF2B5EF4-FFF2-40B4-BE49-F238E27FC236}">
                  <a16:creationId xmlns:a16="http://schemas.microsoft.com/office/drawing/2014/main" id="{8BCDA00D-B547-24F9-C5AF-6BFFFC5C2641}"/>
                </a:ext>
              </a:extLst>
            </p:cNvPr>
            <p:cNvSpPr>
              <a:spLocks noGrp="1"/>
            </p:cNvSpPr>
            <p:nvPr/>
          </p:nvSpPr>
          <p:spPr>
            <a:xfrm>
              <a:off x="6348368" y="4215640"/>
              <a:ext cx="17758" cy="108348"/>
            </a:xfrm>
            <a:custGeom>
              <a:avLst/>
              <a:gdLst/>
              <a:ahLst/>
              <a:cxnLst/>
              <a:rect l="0" t="0" r="0" b="0"/>
              <a:pathLst>
                <a:path w="17758" h="108348">
                  <a:moveTo>
                    <a:pt x="0" y="108348"/>
                  </a:moveTo>
                  <a:lnTo>
                    <a:pt x="1775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2" name="Candidate_receptor__2871">
              <a:extLst>
                <a:ext uri="{FF2B5EF4-FFF2-40B4-BE49-F238E27FC236}">
                  <a16:creationId xmlns:a16="http://schemas.microsoft.com/office/drawing/2014/main" id="{AEE8E367-20D9-D56C-B20A-88A842B5013C}"/>
                </a:ext>
              </a:extLst>
            </p:cNvPr>
            <p:cNvSpPr>
              <a:spLocks noGrp="1"/>
            </p:cNvSpPr>
            <p:nvPr/>
          </p:nvSpPr>
          <p:spPr>
            <a:xfrm>
              <a:off x="5100685" y="5248852"/>
              <a:ext cx="30451" cy="82732"/>
            </a:xfrm>
            <a:custGeom>
              <a:avLst/>
              <a:gdLst/>
              <a:ahLst/>
              <a:cxnLst/>
              <a:rect l="0" t="0" r="0" b="0"/>
              <a:pathLst>
                <a:path w="30451" h="82732">
                  <a:moveTo>
                    <a:pt x="30451" y="0"/>
                  </a:moveTo>
                  <a:lnTo>
                    <a:pt x="0" y="8273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3" name="Candidate_receptor__2872">
              <a:extLst>
                <a:ext uri="{FF2B5EF4-FFF2-40B4-BE49-F238E27FC236}">
                  <a16:creationId xmlns:a16="http://schemas.microsoft.com/office/drawing/2014/main" id="{7769A2FB-EA75-7297-2083-2B43EC54EDF2}"/>
                </a:ext>
              </a:extLst>
            </p:cNvPr>
            <p:cNvSpPr>
              <a:spLocks noGrp="1"/>
            </p:cNvSpPr>
            <p:nvPr/>
          </p:nvSpPr>
          <p:spPr>
            <a:xfrm>
              <a:off x="6544748" y="4559791"/>
              <a:ext cx="2093" cy="4765"/>
            </a:xfrm>
            <a:custGeom>
              <a:avLst/>
              <a:gdLst/>
              <a:ahLst/>
              <a:cxnLst/>
              <a:rect l="0" t="0" r="0" b="0"/>
              <a:pathLst>
                <a:path w="2093" h="4765">
                  <a:moveTo>
                    <a:pt x="0" y="0"/>
                  </a:moveTo>
                  <a:lnTo>
                    <a:pt x="2093" y="4765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4" name="Candidate_receptor__2873">
              <a:extLst>
                <a:ext uri="{FF2B5EF4-FFF2-40B4-BE49-F238E27FC236}">
                  <a16:creationId xmlns:a16="http://schemas.microsoft.com/office/drawing/2014/main" id="{DFF1F98D-4A71-7402-4159-AF5DC6A1D1C9}"/>
                </a:ext>
              </a:extLst>
            </p:cNvPr>
            <p:cNvSpPr>
              <a:spLocks noGrp="1"/>
            </p:cNvSpPr>
            <p:nvPr/>
          </p:nvSpPr>
          <p:spPr>
            <a:xfrm>
              <a:off x="5628687" y="4221012"/>
              <a:ext cx="110029" cy="21387"/>
            </a:xfrm>
            <a:custGeom>
              <a:avLst/>
              <a:gdLst/>
              <a:ahLst/>
              <a:cxnLst/>
              <a:rect l="0" t="0" r="0" b="0"/>
              <a:pathLst>
                <a:path w="110029" h="21387">
                  <a:moveTo>
                    <a:pt x="110029" y="0"/>
                  </a:moveTo>
                  <a:lnTo>
                    <a:pt x="0" y="21387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5" name="Candidate_receptor__2874">
              <a:extLst>
                <a:ext uri="{FF2B5EF4-FFF2-40B4-BE49-F238E27FC236}">
                  <a16:creationId xmlns:a16="http://schemas.microsoft.com/office/drawing/2014/main" id="{C81665D1-633D-E530-5BD6-7A5628A75C4B}"/>
                </a:ext>
              </a:extLst>
            </p:cNvPr>
            <p:cNvSpPr>
              <a:spLocks noGrp="1"/>
            </p:cNvSpPr>
            <p:nvPr/>
          </p:nvSpPr>
          <p:spPr>
            <a:xfrm>
              <a:off x="5875267" y="3487622"/>
              <a:ext cx="104136" cy="39284"/>
            </a:xfrm>
            <a:custGeom>
              <a:avLst/>
              <a:gdLst/>
              <a:ahLst/>
              <a:cxnLst/>
              <a:rect l="0" t="0" r="0" b="0"/>
              <a:pathLst>
                <a:path w="104136" h="39284">
                  <a:moveTo>
                    <a:pt x="0" y="0"/>
                  </a:moveTo>
                  <a:lnTo>
                    <a:pt x="104136" y="39284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76" name="Candidate_receptor__2875">
              <a:extLst>
                <a:ext uri="{FF2B5EF4-FFF2-40B4-BE49-F238E27FC236}">
                  <a16:creationId xmlns:a16="http://schemas.microsoft.com/office/drawing/2014/main" id="{C989EE94-D2DE-174F-27E0-ED5D1316E3CF}"/>
                </a:ext>
              </a:extLst>
            </p:cNvPr>
            <p:cNvSpPr>
              <a:spLocks noGrp="1"/>
            </p:cNvSpPr>
            <p:nvPr/>
          </p:nvSpPr>
          <p:spPr>
            <a:xfrm>
              <a:off x="5410052" y="3541652"/>
              <a:ext cx="49773" cy="13100"/>
            </a:xfrm>
            <a:custGeom>
              <a:avLst/>
              <a:gdLst/>
              <a:ahLst/>
              <a:cxnLst/>
              <a:rect l="0" t="0" r="0" b="0"/>
              <a:pathLst>
                <a:path w="49773" h="13100">
                  <a:moveTo>
                    <a:pt x="49773" y="0"/>
                  </a:moveTo>
                  <a:lnTo>
                    <a:pt x="0" y="1310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7" name="Candidate_receptor__2876">
              <a:extLst>
                <a:ext uri="{FF2B5EF4-FFF2-40B4-BE49-F238E27FC236}">
                  <a16:creationId xmlns:a16="http://schemas.microsoft.com/office/drawing/2014/main" id="{66745059-19A1-3C76-693D-3DAFE656B0B8}"/>
                </a:ext>
              </a:extLst>
            </p:cNvPr>
            <p:cNvSpPr>
              <a:spLocks noGrp="1"/>
            </p:cNvSpPr>
            <p:nvPr/>
          </p:nvSpPr>
          <p:spPr>
            <a:xfrm>
              <a:off x="4742977" y="4601445"/>
              <a:ext cx="532" cy="21371"/>
            </a:xfrm>
            <a:custGeom>
              <a:avLst/>
              <a:gdLst/>
              <a:ahLst/>
              <a:cxnLst/>
              <a:rect l="0" t="0" r="0" b="0"/>
              <a:pathLst>
                <a:path w="532" h="21371">
                  <a:moveTo>
                    <a:pt x="0" y="0"/>
                  </a:moveTo>
                  <a:lnTo>
                    <a:pt x="532" y="21371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78" name="Candidate_receptor__2877">
              <a:extLst>
                <a:ext uri="{FF2B5EF4-FFF2-40B4-BE49-F238E27FC236}">
                  <a16:creationId xmlns:a16="http://schemas.microsoft.com/office/drawing/2014/main" id="{6FC986A8-510B-52F7-505D-34C6FA1F7A02}"/>
                </a:ext>
              </a:extLst>
            </p:cNvPr>
            <p:cNvSpPr>
              <a:spLocks noGrp="1"/>
            </p:cNvSpPr>
            <p:nvPr/>
          </p:nvSpPr>
          <p:spPr>
            <a:xfrm>
              <a:off x="4478711" y="4736357"/>
              <a:ext cx="3124" cy="37752"/>
            </a:xfrm>
            <a:custGeom>
              <a:avLst/>
              <a:gdLst/>
              <a:ahLst/>
              <a:cxnLst/>
              <a:rect l="0" t="0" r="0" b="0"/>
              <a:pathLst>
                <a:path w="3124" h="37752">
                  <a:moveTo>
                    <a:pt x="3124" y="0"/>
                  </a:moveTo>
                  <a:lnTo>
                    <a:pt x="0" y="37752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79" name="Candidate_receptor__2878">
              <a:extLst>
                <a:ext uri="{FF2B5EF4-FFF2-40B4-BE49-F238E27FC236}">
                  <a16:creationId xmlns:a16="http://schemas.microsoft.com/office/drawing/2014/main" id="{5526D367-6AFB-B7BA-EF01-D25680720E7B}"/>
                </a:ext>
              </a:extLst>
            </p:cNvPr>
            <p:cNvSpPr>
              <a:spLocks noGrp="1"/>
            </p:cNvSpPr>
            <p:nvPr/>
          </p:nvSpPr>
          <p:spPr>
            <a:xfrm>
              <a:off x="4961140" y="3387915"/>
              <a:ext cx="72090" cy="61958"/>
            </a:xfrm>
            <a:custGeom>
              <a:avLst/>
              <a:gdLst/>
              <a:ahLst/>
              <a:cxnLst/>
              <a:rect l="0" t="0" r="0" b="0"/>
              <a:pathLst>
                <a:path w="72090" h="61958">
                  <a:moveTo>
                    <a:pt x="0" y="61958"/>
                  </a:moveTo>
                  <a:lnTo>
                    <a:pt x="7209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0" name="Candidate_receptor__2879">
              <a:extLst>
                <a:ext uri="{FF2B5EF4-FFF2-40B4-BE49-F238E27FC236}">
                  <a16:creationId xmlns:a16="http://schemas.microsoft.com/office/drawing/2014/main" id="{5F82E4DC-28B2-1112-6543-8A3B07B444AF}"/>
                </a:ext>
              </a:extLst>
            </p:cNvPr>
            <p:cNvSpPr>
              <a:spLocks noGrp="1"/>
            </p:cNvSpPr>
            <p:nvPr/>
          </p:nvSpPr>
          <p:spPr>
            <a:xfrm>
              <a:off x="5064061" y="4478221"/>
              <a:ext cx="53426" cy="42331"/>
            </a:xfrm>
            <a:custGeom>
              <a:avLst/>
              <a:gdLst/>
              <a:ahLst/>
              <a:cxnLst/>
              <a:rect l="0" t="0" r="0" b="0"/>
              <a:pathLst>
                <a:path w="53426" h="42331">
                  <a:moveTo>
                    <a:pt x="0" y="42331"/>
                  </a:moveTo>
                  <a:lnTo>
                    <a:pt x="53426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1" name="Candidate_receptor__2880">
              <a:extLst>
                <a:ext uri="{FF2B5EF4-FFF2-40B4-BE49-F238E27FC236}">
                  <a16:creationId xmlns:a16="http://schemas.microsoft.com/office/drawing/2014/main" id="{9126632F-CB49-B0CD-F52E-1524B5FED631}"/>
                </a:ext>
              </a:extLst>
            </p:cNvPr>
            <p:cNvSpPr>
              <a:spLocks noGrp="1"/>
            </p:cNvSpPr>
            <p:nvPr/>
          </p:nvSpPr>
          <p:spPr>
            <a:xfrm>
              <a:off x="5502140" y="3198431"/>
              <a:ext cx="48378" cy="47344"/>
            </a:xfrm>
            <a:custGeom>
              <a:avLst/>
              <a:gdLst/>
              <a:ahLst/>
              <a:cxnLst/>
              <a:rect l="0" t="0" r="0" b="0"/>
              <a:pathLst>
                <a:path w="48378" h="47344">
                  <a:moveTo>
                    <a:pt x="0" y="47344"/>
                  </a:moveTo>
                  <a:lnTo>
                    <a:pt x="48378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2" name="Candidate_receptor__2881">
              <a:extLst>
                <a:ext uri="{FF2B5EF4-FFF2-40B4-BE49-F238E27FC236}">
                  <a16:creationId xmlns:a16="http://schemas.microsoft.com/office/drawing/2014/main" id="{5C6D1A6E-D5D3-714B-F416-8A569A52C58C}"/>
                </a:ext>
              </a:extLst>
            </p:cNvPr>
            <p:cNvSpPr>
              <a:spLocks noGrp="1"/>
            </p:cNvSpPr>
            <p:nvPr/>
          </p:nvSpPr>
          <p:spPr>
            <a:xfrm>
              <a:off x="5606074" y="3880305"/>
              <a:ext cx="13343" cy="100398"/>
            </a:xfrm>
            <a:custGeom>
              <a:avLst/>
              <a:gdLst/>
              <a:ahLst/>
              <a:cxnLst/>
              <a:rect l="0" t="0" r="0" b="0"/>
              <a:pathLst>
                <a:path w="13343" h="100398">
                  <a:moveTo>
                    <a:pt x="13343" y="1003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3" name="Candidate_receptor__2882">
              <a:extLst>
                <a:ext uri="{FF2B5EF4-FFF2-40B4-BE49-F238E27FC236}">
                  <a16:creationId xmlns:a16="http://schemas.microsoft.com/office/drawing/2014/main" id="{8E201CCC-6746-7091-F426-48E4851A014E}"/>
                </a:ext>
              </a:extLst>
            </p:cNvPr>
            <p:cNvSpPr>
              <a:spLocks noGrp="1"/>
            </p:cNvSpPr>
            <p:nvPr/>
          </p:nvSpPr>
          <p:spPr>
            <a:xfrm>
              <a:off x="5058790" y="5173770"/>
              <a:ext cx="72345" cy="75082"/>
            </a:xfrm>
            <a:custGeom>
              <a:avLst/>
              <a:gdLst/>
              <a:ahLst/>
              <a:cxnLst/>
              <a:rect l="0" t="0" r="0" b="0"/>
              <a:pathLst>
                <a:path w="72345" h="75082">
                  <a:moveTo>
                    <a:pt x="0" y="0"/>
                  </a:moveTo>
                  <a:lnTo>
                    <a:pt x="72345" y="75082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4" name="Candidate_receptor__2883">
              <a:extLst>
                <a:ext uri="{FF2B5EF4-FFF2-40B4-BE49-F238E27FC236}">
                  <a16:creationId xmlns:a16="http://schemas.microsoft.com/office/drawing/2014/main" id="{6E51AFE9-7299-5501-FA42-5A02950BED8B}"/>
                </a:ext>
              </a:extLst>
            </p:cNvPr>
            <p:cNvSpPr>
              <a:spLocks noGrp="1"/>
            </p:cNvSpPr>
            <p:nvPr/>
          </p:nvSpPr>
          <p:spPr>
            <a:xfrm>
              <a:off x="6125739" y="4586578"/>
              <a:ext cx="109325" cy="31572"/>
            </a:xfrm>
            <a:custGeom>
              <a:avLst/>
              <a:gdLst/>
              <a:ahLst/>
              <a:cxnLst/>
              <a:rect l="0" t="0" r="0" b="0"/>
              <a:pathLst>
                <a:path w="109325" h="31572">
                  <a:moveTo>
                    <a:pt x="0" y="31572"/>
                  </a:moveTo>
                  <a:lnTo>
                    <a:pt x="109325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5" name="Candidate_receptor__2884">
              <a:extLst>
                <a:ext uri="{FF2B5EF4-FFF2-40B4-BE49-F238E27FC236}">
                  <a16:creationId xmlns:a16="http://schemas.microsoft.com/office/drawing/2014/main" id="{B859172F-E869-2C80-40B4-12AFA5BB684B}"/>
                </a:ext>
              </a:extLst>
            </p:cNvPr>
            <p:cNvSpPr>
              <a:spLocks noGrp="1"/>
            </p:cNvSpPr>
            <p:nvPr/>
          </p:nvSpPr>
          <p:spPr>
            <a:xfrm>
              <a:off x="4716347" y="3391396"/>
              <a:ext cx="68653" cy="44395"/>
            </a:xfrm>
            <a:custGeom>
              <a:avLst/>
              <a:gdLst/>
              <a:ahLst/>
              <a:cxnLst/>
              <a:rect l="0" t="0" r="0" b="0"/>
              <a:pathLst>
                <a:path w="68653" h="44395">
                  <a:moveTo>
                    <a:pt x="68653" y="443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6" name="Candidate_receptor__2885">
              <a:extLst>
                <a:ext uri="{FF2B5EF4-FFF2-40B4-BE49-F238E27FC236}">
                  <a16:creationId xmlns:a16="http://schemas.microsoft.com/office/drawing/2014/main" id="{E3674D6E-9056-6B50-D07D-4AA04C58DE60}"/>
                </a:ext>
              </a:extLst>
            </p:cNvPr>
            <p:cNvSpPr>
              <a:spLocks noGrp="1"/>
            </p:cNvSpPr>
            <p:nvPr/>
          </p:nvSpPr>
          <p:spPr>
            <a:xfrm>
              <a:off x="5463987" y="1835302"/>
              <a:ext cx="112192" cy="6821"/>
            </a:xfrm>
            <a:custGeom>
              <a:avLst/>
              <a:gdLst/>
              <a:ahLst/>
              <a:cxnLst/>
              <a:rect l="0" t="0" r="0" b="0"/>
              <a:pathLst>
                <a:path w="112192" h="6821">
                  <a:moveTo>
                    <a:pt x="112192" y="68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87" name="Candidate_receptor__2886">
              <a:extLst>
                <a:ext uri="{FF2B5EF4-FFF2-40B4-BE49-F238E27FC236}">
                  <a16:creationId xmlns:a16="http://schemas.microsoft.com/office/drawing/2014/main" id="{4558C96B-C40F-5E53-0CB3-AFEDBC53E38C}"/>
                </a:ext>
              </a:extLst>
            </p:cNvPr>
            <p:cNvSpPr>
              <a:spLocks noGrp="1"/>
            </p:cNvSpPr>
            <p:nvPr/>
          </p:nvSpPr>
          <p:spPr>
            <a:xfrm>
              <a:off x="4514509" y="2161557"/>
              <a:ext cx="69350" cy="91198"/>
            </a:xfrm>
            <a:custGeom>
              <a:avLst/>
              <a:gdLst/>
              <a:ahLst/>
              <a:cxnLst/>
              <a:rect l="0" t="0" r="0" b="0"/>
              <a:pathLst>
                <a:path w="69350" h="91198">
                  <a:moveTo>
                    <a:pt x="0" y="0"/>
                  </a:moveTo>
                  <a:lnTo>
                    <a:pt x="69350" y="91198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88" name="Candidate_receptor__2887">
              <a:extLst>
                <a:ext uri="{FF2B5EF4-FFF2-40B4-BE49-F238E27FC236}">
                  <a16:creationId xmlns:a16="http://schemas.microsoft.com/office/drawing/2014/main" id="{9E90AEBC-A092-3046-2958-AEBD1C54548E}"/>
                </a:ext>
              </a:extLst>
            </p:cNvPr>
            <p:cNvSpPr>
              <a:spLocks noGrp="1"/>
            </p:cNvSpPr>
            <p:nvPr/>
          </p:nvSpPr>
          <p:spPr>
            <a:xfrm>
              <a:off x="4413098" y="3596121"/>
              <a:ext cx="48357" cy="77882"/>
            </a:xfrm>
            <a:custGeom>
              <a:avLst/>
              <a:gdLst/>
              <a:ahLst/>
              <a:cxnLst/>
              <a:rect l="0" t="0" r="0" b="0"/>
              <a:pathLst>
                <a:path w="48357" h="77882">
                  <a:moveTo>
                    <a:pt x="48357" y="0"/>
                  </a:moveTo>
                  <a:lnTo>
                    <a:pt x="0" y="77882"/>
                  </a:lnTo>
                </a:path>
              </a:pathLst>
            </a:custGeom>
            <a:noFill/>
            <a:ln w="8096">
              <a:solidFill>
                <a:srgbClr val="E2E7EA"/>
              </a:solidFill>
            </a:ln>
          </p:spPr>
        </p:sp>
        <p:sp>
          <p:nvSpPr>
            <p:cNvPr id="2889" name="Candidate_receptor__2888">
              <a:extLst>
                <a:ext uri="{FF2B5EF4-FFF2-40B4-BE49-F238E27FC236}">
                  <a16:creationId xmlns:a16="http://schemas.microsoft.com/office/drawing/2014/main" id="{143966F2-A3FC-DD88-B5D4-4696AE7BE89C}"/>
                </a:ext>
              </a:extLst>
            </p:cNvPr>
            <p:cNvSpPr>
              <a:spLocks noGrp="1"/>
            </p:cNvSpPr>
            <p:nvPr/>
          </p:nvSpPr>
          <p:spPr>
            <a:xfrm>
              <a:off x="5958425" y="4018881"/>
              <a:ext cx="68477" cy="92126"/>
            </a:xfrm>
            <a:custGeom>
              <a:avLst/>
              <a:gdLst/>
              <a:ahLst/>
              <a:cxnLst/>
              <a:rect l="0" t="0" r="0" b="0"/>
              <a:pathLst>
                <a:path w="68477" h="92126">
                  <a:moveTo>
                    <a:pt x="68477" y="0"/>
                  </a:moveTo>
                  <a:lnTo>
                    <a:pt x="0" y="92126"/>
                  </a:lnTo>
                </a:path>
              </a:pathLst>
            </a:custGeom>
            <a:noFill/>
            <a:ln w="20003">
              <a:solidFill>
                <a:srgbClr val="E2E7EA"/>
              </a:solidFill>
            </a:ln>
          </p:spPr>
        </p:sp>
        <p:sp>
          <p:nvSpPr>
            <p:cNvPr id="2890" name="Candidate_receptor__2889">
              <a:extLst>
                <a:ext uri="{FF2B5EF4-FFF2-40B4-BE49-F238E27FC236}">
                  <a16:creationId xmlns:a16="http://schemas.microsoft.com/office/drawing/2014/main" id="{E26AC950-9D52-03FB-AC34-FDEA64E166C3}"/>
                </a:ext>
              </a:extLst>
            </p:cNvPr>
            <p:cNvSpPr>
              <a:spLocks noGrp="1"/>
            </p:cNvSpPr>
            <p:nvPr/>
          </p:nvSpPr>
          <p:spPr>
            <a:xfrm>
              <a:off x="6464972" y="4411464"/>
              <a:ext cx="98939" cy="22206"/>
            </a:xfrm>
            <a:custGeom>
              <a:avLst/>
              <a:gdLst/>
              <a:ahLst/>
              <a:cxnLst/>
              <a:rect l="0" t="0" r="0" b="0"/>
              <a:pathLst>
                <a:path w="98939" h="22206">
                  <a:moveTo>
                    <a:pt x="98939" y="0"/>
                  </a:moveTo>
                  <a:lnTo>
                    <a:pt x="0" y="2220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1" name="Candidate_receptor__2890">
              <a:extLst>
                <a:ext uri="{FF2B5EF4-FFF2-40B4-BE49-F238E27FC236}">
                  <a16:creationId xmlns:a16="http://schemas.microsoft.com/office/drawing/2014/main" id="{8C4FFF43-49B5-4767-A28C-7A86268EFCEA}"/>
                </a:ext>
              </a:extLst>
            </p:cNvPr>
            <p:cNvSpPr>
              <a:spLocks noGrp="1"/>
            </p:cNvSpPr>
            <p:nvPr/>
          </p:nvSpPr>
          <p:spPr>
            <a:xfrm>
              <a:off x="5806855" y="3862527"/>
              <a:ext cx="108375" cy="11779"/>
            </a:xfrm>
            <a:custGeom>
              <a:avLst/>
              <a:gdLst/>
              <a:ahLst/>
              <a:cxnLst/>
              <a:rect l="0" t="0" r="0" b="0"/>
              <a:pathLst>
                <a:path w="108375" h="11779">
                  <a:moveTo>
                    <a:pt x="0" y="11779"/>
                  </a:moveTo>
                  <a:lnTo>
                    <a:pt x="108375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2" name="Candidate_receptor__2891">
              <a:extLst>
                <a:ext uri="{FF2B5EF4-FFF2-40B4-BE49-F238E27FC236}">
                  <a16:creationId xmlns:a16="http://schemas.microsoft.com/office/drawing/2014/main" id="{05F50299-7BED-C3EF-2307-C2E2B6DE4442}"/>
                </a:ext>
              </a:extLst>
            </p:cNvPr>
            <p:cNvSpPr>
              <a:spLocks noGrp="1"/>
            </p:cNvSpPr>
            <p:nvPr/>
          </p:nvSpPr>
          <p:spPr>
            <a:xfrm>
              <a:off x="5559467" y="3495179"/>
              <a:ext cx="26604" cy="87601"/>
            </a:xfrm>
            <a:custGeom>
              <a:avLst/>
              <a:gdLst/>
              <a:ahLst/>
              <a:cxnLst/>
              <a:rect l="0" t="0" r="0" b="0"/>
              <a:pathLst>
                <a:path w="26604" h="87601">
                  <a:moveTo>
                    <a:pt x="26604" y="876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3" name="Candidate_receptor__2892">
              <a:extLst>
                <a:ext uri="{FF2B5EF4-FFF2-40B4-BE49-F238E27FC236}">
                  <a16:creationId xmlns:a16="http://schemas.microsoft.com/office/drawing/2014/main" id="{AE50DBD3-F5E1-9B1E-E1A0-D19A73160310}"/>
                </a:ext>
              </a:extLst>
            </p:cNvPr>
            <p:cNvSpPr>
              <a:spLocks noGrp="1"/>
            </p:cNvSpPr>
            <p:nvPr/>
          </p:nvSpPr>
          <p:spPr>
            <a:xfrm>
              <a:off x="4596203" y="4538483"/>
              <a:ext cx="51976" cy="87655"/>
            </a:xfrm>
            <a:custGeom>
              <a:avLst/>
              <a:gdLst/>
              <a:ahLst/>
              <a:cxnLst/>
              <a:rect l="0" t="0" r="0" b="0"/>
              <a:pathLst>
                <a:path w="51976" h="87655">
                  <a:moveTo>
                    <a:pt x="0" y="87655"/>
                  </a:moveTo>
                  <a:lnTo>
                    <a:pt x="51976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4" name="Candidate_receptor__2893">
              <a:extLst>
                <a:ext uri="{FF2B5EF4-FFF2-40B4-BE49-F238E27FC236}">
                  <a16:creationId xmlns:a16="http://schemas.microsoft.com/office/drawing/2014/main" id="{5C066963-B167-11DF-7E33-5F413281FADA}"/>
                </a:ext>
              </a:extLst>
            </p:cNvPr>
            <p:cNvSpPr>
              <a:spLocks noGrp="1"/>
            </p:cNvSpPr>
            <p:nvPr/>
          </p:nvSpPr>
          <p:spPr>
            <a:xfrm>
              <a:off x="4884013" y="2607664"/>
              <a:ext cx="72154" cy="83405"/>
            </a:xfrm>
            <a:custGeom>
              <a:avLst/>
              <a:gdLst/>
              <a:ahLst/>
              <a:cxnLst/>
              <a:rect l="0" t="0" r="0" b="0"/>
              <a:pathLst>
                <a:path w="72154" h="83405">
                  <a:moveTo>
                    <a:pt x="0" y="83405"/>
                  </a:moveTo>
                  <a:lnTo>
                    <a:pt x="7215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5" name="Candidate_receptor__2894">
              <a:extLst>
                <a:ext uri="{FF2B5EF4-FFF2-40B4-BE49-F238E27FC236}">
                  <a16:creationId xmlns:a16="http://schemas.microsoft.com/office/drawing/2014/main" id="{2ECF7EC8-2D1C-D7D1-8F69-F7DB0484ECE4}"/>
                </a:ext>
              </a:extLst>
            </p:cNvPr>
            <p:cNvSpPr>
              <a:spLocks noGrp="1"/>
            </p:cNvSpPr>
            <p:nvPr/>
          </p:nvSpPr>
          <p:spPr>
            <a:xfrm>
              <a:off x="5304429" y="3376295"/>
              <a:ext cx="114233" cy="5435"/>
            </a:xfrm>
            <a:custGeom>
              <a:avLst/>
              <a:gdLst/>
              <a:ahLst/>
              <a:cxnLst/>
              <a:rect l="0" t="0" r="0" b="0"/>
              <a:pathLst>
                <a:path w="114233" h="5435">
                  <a:moveTo>
                    <a:pt x="114233" y="54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6" name="Candidate_receptor__2895">
              <a:extLst>
                <a:ext uri="{FF2B5EF4-FFF2-40B4-BE49-F238E27FC236}">
                  <a16:creationId xmlns:a16="http://schemas.microsoft.com/office/drawing/2014/main" id="{7A0E2919-4698-38E3-6B8C-B544BFF663CA}"/>
                </a:ext>
              </a:extLst>
            </p:cNvPr>
            <p:cNvSpPr>
              <a:spLocks noGrp="1"/>
            </p:cNvSpPr>
            <p:nvPr/>
          </p:nvSpPr>
          <p:spPr>
            <a:xfrm>
              <a:off x="4969328" y="4371922"/>
              <a:ext cx="107906" cy="36136"/>
            </a:xfrm>
            <a:custGeom>
              <a:avLst/>
              <a:gdLst/>
              <a:ahLst/>
              <a:cxnLst/>
              <a:rect l="0" t="0" r="0" b="0"/>
              <a:pathLst>
                <a:path w="107906" h="36136">
                  <a:moveTo>
                    <a:pt x="107906" y="0"/>
                  </a:moveTo>
                  <a:lnTo>
                    <a:pt x="0" y="3613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897" name="Candidate_receptor__2896">
              <a:extLst>
                <a:ext uri="{FF2B5EF4-FFF2-40B4-BE49-F238E27FC236}">
                  <a16:creationId xmlns:a16="http://schemas.microsoft.com/office/drawing/2014/main" id="{F07D18EA-5011-857D-4FF6-60EB4F5E0A3F}"/>
                </a:ext>
              </a:extLst>
            </p:cNvPr>
            <p:cNvSpPr>
              <a:spLocks noGrp="1"/>
            </p:cNvSpPr>
            <p:nvPr/>
          </p:nvSpPr>
          <p:spPr>
            <a:xfrm>
              <a:off x="4596203" y="4626138"/>
              <a:ext cx="25671" cy="94900"/>
            </a:xfrm>
            <a:custGeom>
              <a:avLst/>
              <a:gdLst/>
              <a:ahLst/>
              <a:cxnLst/>
              <a:rect l="0" t="0" r="0" b="0"/>
              <a:pathLst>
                <a:path w="25671" h="94900">
                  <a:moveTo>
                    <a:pt x="25671" y="949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8" name="Candidate_receptor__2897">
              <a:extLst>
                <a:ext uri="{FF2B5EF4-FFF2-40B4-BE49-F238E27FC236}">
                  <a16:creationId xmlns:a16="http://schemas.microsoft.com/office/drawing/2014/main" id="{FD84F78C-4156-8C2B-7A03-022CEA740696}"/>
                </a:ext>
              </a:extLst>
            </p:cNvPr>
            <p:cNvSpPr>
              <a:spLocks noGrp="1"/>
            </p:cNvSpPr>
            <p:nvPr/>
          </p:nvSpPr>
          <p:spPr>
            <a:xfrm>
              <a:off x="4681542" y="4908601"/>
              <a:ext cx="1044" cy="50628"/>
            </a:xfrm>
            <a:custGeom>
              <a:avLst/>
              <a:gdLst/>
              <a:ahLst/>
              <a:cxnLst/>
              <a:rect l="0" t="0" r="0" b="0"/>
              <a:pathLst>
                <a:path w="1044" h="50628">
                  <a:moveTo>
                    <a:pt x="0" y="50628"/>
                  </a:moveTo>
                  <a:lnTo>
                    <a:pt x="1044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899" name="Candidate_receptor__2898">
              <a:extLst>
                <a:ext uri="{FF2B5EF4-FFF2-40B4-BE49-F238E27FC236}">
                  <a16:creationId xmlns:a16="http://schemas.microsoft.com/office/drawing/2014/main" id="{8D5BBBC8-14FF-D523-EE91-771B5DEAC37E}"/>
                </a:ext>
              </a:extLst>
            </p:cNvPr>
            <p:cNvSpPr>
              <a:spLocks noGrp="1"/>
            </p:cNvSpPr>
            <p:nvPr/>
          </p:nvSpPr>
          <p:spPr>
            <a:xfrm>
              <a:off x="4847453" y="2097241"/>
              <a:ext cx="18348" cy="103702"/>
            </a:xfrm>
            <a:custGeom>
              <a:avLst/>
              <a:gdLst/>
              <a:ahLst/>
              <a:cxnLst/>
              <a:rect l="0" t="0" r="0" b="0"/>
              <a:pathLst>
                <a:path w="18348" h="103702">
                  <a:moveTo>
                    <a:pt x="18348" y="0"/>
                  </a:moveTo>
                  <a:lnTo>
                    <a:pt x="0" y="10370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00" name="Candidate_receptor__2899">
              <a:extLst>
                <a:ext uri="{FF2B5EF4-FFF2-40B4-BE49-F238E27FC236}">
                  <a16:creationId xmlns:a16="http://schemas.microsoft.com/office/drawing/2014/main" id="{6DCD8F1D-E1D3-B711-0CB9-C988E3D85E4A}"/>
                </a:ext>
              </a:extLst>
            </p:cNvPr>
            <p:cNvSpPr>
              <a:spLocks noGrp="1"/>
            </p:cNvSpPr>
            <p:nvPr/>
          </p:nvSpPr>
          <p:spPr>
            <a:xfrm>
              <a:off x="4428045" y="3496639"/>
              <a:ext cx="33409" cy="99482"/>
            </a:xfrm>
            <a:custGeom>
              <a:avLst/>
              <a:gdLst/>
              <a:ahLst/>
              <a:cxnLst/>
              <a:rect l="0" t="0" r="0" b="0"/>
              <a:pathLst>
                <a:path w="33409" h="99482">
                  <a:moveTo>
                    <a:pt x="0" y="0"/>
                  </a:moveTo>
                  <a:lnTo>
                    <a:pt x="33409" y="9948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1" name="Candidate_receptor__2900">
              <a:extLst>
                <a:ext uri="{FF2B5EF4-FFF2-40B4-BE49-F238E27FC236}">
                  <a16:creationId xmlns:a16="http://schemas.microsoft.com/office/drawing/2014/main" id="{3EB2487C-FE8C-6ED1-BD3C-C5A1C7EBB23A}"/>
                </a:ext>
              </a:extLst>
            </p:cNvPr>
            <p:cNvSpPr>
              <a:spLocks noGrp="1"/>
            </p:cNvSpPr>
            <p:nvPr/>
          </p:nvSpPr>
          <p:spPr>
            <a:xfrm>
              <a:off x="4324911" y="3475700"/>
              <a:ext cx="103134" cy="20938"/>
            </a:xfrm>
            <a:custGeom>
              <a:avLst/>
              <a:gdLst/>
              <a:ahLst/>
              <a:cxnLst/>
              <a:rect l="0" t="0" r="0" b="0"/>
              <a:pathLst>
                <a:path w="103134" h="20938">
                  <a:moveTo>
                    <a:pt x="0" y="0"/>
                  </a:moveTo>
                  <a:lnTo>
                    <a:pt x="103134" y="209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2" name="Candidate_receptor__2901">
              <a:extLst>
                <a:ext uri="{FF2B5EF4-FFF2-40B4-BE49-F238E27FC236}">
                  <a16:creationId xmlns:a16="http://schemas.microsoft.com/office/drawing/2014/main" id="{E67F83B8-9E22-FD4C-AC55-E3D227896E7E}"/>
                </a:ext>
              </a:extLst>
            </p:cNvPr>
            <p:cNvSpPr>
              <a:spLocks noGrp="1"/>
            </p:cNvSpPr>
            <p:nvPr/>
          </p:nvSpPr>
          <p:spPr>
            <a:xfrm>
              <a:off x="6155263" y="3766000"/>
              <a:ext cx="747" cy="22933"/>
            </a:xfrm>
            <a:custGeom>
              <a:avLst/>
              <a:gdLst/>
              <a:ahLst/>
              <a:cxnLst/>
              <a:rect l="0" t="0" r="0" b="0"/>
              <a:pathLst>
                <a:path w="747" h="22933">
                  <a:moveTo>
                    <a:pt x="0" y="22933"/>
                  </a:moveTo>
                  <a:lnTo>
                    <a:pt x="747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3" name="Candidate_receptor__2902">
              <a:extLst>
                <a:ext uri="{FF2B5EF4-FFF2-40B4-BE49-F238E27FC236}">
                  <a16:creationId xmlns:a16="http://schemas.microsoft.com/office/drawing/2014/main" id="{C0E1C958-6CBE-0A13-861F-64AE7FDA1026}"/>
                </a:ext>
              </a:extLst>
            </p:cNvPr>
            <p:cNvSpPr>
              <a:spLocks noGrp="1"/>
            </p:cNvSpPr>
            <p:nvPr/>
          </p:nvSpPr>
          <p:spPr>
            <a:xfrm>
              <a:off x="5606074" y="3790859"/>
              <a:ext cx="68339" cy="89446"/>
            </a:xfrm>
            <a:custGeom>
              <a:avLst/>
              <a:gdLst/>
              <a:ahLst/>
              <a:cxnLst/>
              <a:rect l="0" t="0" r="0" b="0"/>
              <a:pathLst>
                <a:path w="68339" h="89446">
                  <a:moveTo>
                    <a:pt x="0" y="89446"/>
                  </a:moveTo>
                  <a:lnTo>
                    <a:pt x="6833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4" name="Candidate_receptor__2903">
              <a:extLst>
                <a:ext uri="{FF2B5EF4-FFF2-40B4-BE49-F238E27FC236}">
                  <a16:creationId xmlns:a16="http://schemas.microsoft.com/office/drawing/2014/main" id="{034E5296-E267-9F81-7C65-00CA1E734A9A}"/>
                </a:ext>
              </a:extLst>
            </p:cNvPr>
            <p:cNvSpPr>
              <a:spLocks noGrp="1"/>
            </p:cNvSpPr>
            <p:nvPr/>
          </p:nvSpPr>
          <p:spPr>
            <a:xfrm>
              <a:off x="5191880" y="3725435"/>
              <a:ext cx="61343" cy="88283"/>
            </a:xfrm>
            <a:custGeom>
              <a:avLst/>
              <a:gdLst/>
              <a:ahLst/>
              <a:cxnLst/>
              <a:rect l="0" t="0" r="0" b="0"/>
              <a:pathLst>
                <a:path w="61343" h="88283">
                  <a:moveTo>
                    <a:pt x="61343" y="0"/>
                  </a:moveTo>
                  <a:lnTo>
                    <a:pt x="0" y="88283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5" name="Candidate_receptor__2904">
              <a:extLst>
                <a:ext uri="{FF2B5EF4-FFF2-40B4-BE49-F238E27FC236}">
                  <a16:creationId xmlns:a16="http://schemas.microsoft.com/office/drawing/2014/main" id="{BCF17B78-38DD-5EE1-652F-BD98F0D32510}"/>
                </a:ext>
              </a:extLst>
            </p:cNvPr>
            <p:cNvSpPr>
              <a:spLocks noGrp="1"/>
            </p:cNvSpPr>
            <p:nvPr/>
          </p:nvSpPr>
          <p:spPr>
            <a:xfrm>
              <a:off x="6563911" y="4411464"/>
              <a:ext cx="59952" cy="67566"/>
            </a:xfrm>
            <a:custGeom>
              <a:avLst/>
              <a:gdLst/>
              <a:ahLst/>
              <a:cxnLst/>
              <a:rect l="0" t="0" r="0" b="0"/>
              <a:pathLst>
                <a:path w="59952" h="67566">
                  <a:moveTo>
                    <a:pt x="59952" y="67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6" name="Candidate_receptor__2905">
              <a:extLst>
                <a:ext uri="{FF2B5EF4-FFF2-40B4-BE49-F238E27FC236}">
                  <a16:creationId xmlns:a16="http://schemas.microsoft.com/office/drawing/2014/main" id="{BFA96977-D495-5299-2264-1896FD2051E7}"/>
                </a:ext>
              </a:extLst>
            </p:cNvPr>
            <p:cNvSpPr>
              <a:spLocks noGrp="1"/>
            </p:cNvSpPr>
            <p:nvPr/>
          </p:nvSpPr>
          <p:spPr>
            <a:xfrm>
              <a:off x="5738716" y="4221012"/>
              <a:ext cx="31270" cy="71331"/>
            </a:xfrm>
            <a:custGeom>
              <a:avLst/>
              <a:gdLst/>
              <a:ahLst/>
              <a:cxnLst/>
              <a:rect l="0" t="0" r="0" b="0"/>
              <a:pathLst>
                <a:path w="31270" h="71331">
                  <a:moveTo>
                    <a:pt x="31270" y="713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7" name="Candidate_receptor__2906">
              <a:extLst>
                <a:ext uri="{FF2B5EF4-FFF2-40B4-BE49-F238E27FC236}">
                  <a16:creationId xmlns:a16="http://schemas.microsoft.com/office/drawing/2014/main" id="{CD345390-DB31-ABBC-CDE5-45D851C34BD8}"/>
                </a:ext>
              </a:extLst>
            </p:cNvPr>
            <p:cNvSpPr>
              <a:spLocks noGrp="1"/>
            </p:cNvSpPr>
            <p:nvPr/>
          </p:nvSpPr>
          <p:spPr>
            <a:xfrm>
              <a:off x="5659460" y="2420072"/>
              <a:ext cx="27724" cy="105457"/>
            </a:xfrm>
            <a:custGeom>
              <a:avLst/>
              <a:gdLst/>
              <a:ahLst/>
              <a:cxnLst/>
              <a:rect l="0" t="0" r="0" b="0"/>
              <a:pathLst>
                <a:path w="27724" h="105457">
                  <a:moveTo>
                    <a:pt x="0" y="0"/>
                  </a:moveTo>
                  <a:lnTo>
                    <a:pt x="27724" y="105457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08" name="Candidate_receptor__2907">
              <a:extLst>
                <a:ext uri="{FF2B5EF4-FFF2-40B4-BE49-F238E27FC236}">
                  <a16:creationId xmlns:a16="http://schemas.microsoft.com/office/drawing/2014/main" id="{266D23A2-1110-B4D1-5C95-B27EAA303A58}"/>
                </a:ext>
              </a:extLst>
            </p:cNvPr>
            <p:cNvSpPr>
              <a:spLocks noGrp="1"/>
            </p:cNvSpPr>
            <p:nvPr/>
          </p:nvSpPr>
          <p:spPr>
            <a:xfrm>
              <a:off x="5408807" y="3092887"/>
              <a:ext cx="110142" cy="25368"/>
            </a:xfrm>
            <a:custGeom>
              <a:avLst/>
              <a:gdLst/>
              <a:ahLst/>
              <a:cxnLst/>
              <a:rect l="0" t="0" r="0" b="0"/>
              <a:pathLst>
                <a:path w="110142" h="25368">
                  <a:moveTo>
                    <a:pt x="110142" y="0"/>
                  </a:moveTo>
                  <a:lnTo>
                    <a:pt x="0" y="2536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09" name="Candidate_receptor__2908">
              <a:extLst>
                <a:ext uri="{FF2B5EF4-FFF2-40B4-BE49-F238E27FC236}">
                  <a16:creationId xmlns:a16="http://schemas.microsoft.com/office/drawing/2014/main" id="{37DE4064-6F92-3E44-63AA-81E9E5BAD107}"/>
                </a:ext>
              </a:extLst>
            </p:cNvPr>
            <p:cNvSpPr>
              <a:spLocks noGrp="1"/>
            </p:cNvSpPr>
            <p:nvPr/>
          </p:nvSpPr>
          <p:spPr>
            <a:xfrm>
              <a:off x="4942746" y="3828519"/>
              <a:ext cx="72851" cy="59496"/>
            </a:xfrm>
            <a:custGeom>
              <a:avLst/>
              <a:gdLst/>
              <a:ahLst/>
              <a:cxnLst/>
              <a:rect l="0" t="0" r="0" b="0"/>
              <a:pathLst>
                <a:path w="72851" h="59496">
                  <a:moveTo>
                    <a:pt x="0" y="59496"/>
                  </a:moveTo>
                  <a:lnTo>
                    <a:pt x="72851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0" name="Candidate_receptor__2909">
              <a:extLst>
                <a:ext uri="{FF2B5EF4-FFF2-40B4-BE49-F238E27FC236}">
                  <a16:creationId xmlns:a16="http://schemas.microsoft.com/office/drawing/2014/main" id="{CFE95909-2253-C112-63F5-E6640222E301}"/>
                </a:ext>
              </a:extLst>
            </p:cNvPr>
            <p:cNvSpPr>
              <a:spLocks noGrp="1"/>
            </p:cNvSpPr>
            <p:nvPr/>
          </p:nvSpPr>
          <p:spPr>
            <a:xfrm>
              <a:off x="5570994" y="2359648"/>
              <a:ext cx="88466" cy="60424"/>
            </a:xfrm>
            <a:custGeom>
              <a:avLst/>
              <a:gdLst/>
              <a:ahLst/>
              <a:cxnLst/>
              <a:rect l="0" t="0" r="0" b="0"/>
              <a:pathLst>
                <a:path w="88466" h="60424">
                  <a:moveTo>
                    <a:pt x="0" y="0"/>
                  </a:moveTo>
                  <a:lnTo>
                    <a:pt x="88466" y="6042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1" name="Candidate_receptor__2910">
              <a:extLst>
                <a:ext uri="{FF2B5EF4-FFF2-40B4-BE49-F238E27FC236}">
                  <a16:creationId xmlns:a16="http://schemas.microsoft.com/office/drawing/2014/main" id="{7E9B9AF1-1291-E29E-B20E-65E10957880F}"/>
                </a:ext>
              </a:extLst>
            </p:cNvPr>
            <p:cNvSpPr>
              <a:spLocks noGrp="1"/>
            </p:cNvSpPr>
            <p:nvPr/>
          </p:nvSpPr>
          <p:spPr>
            <a:xfrm>
              <a:off x="4749958" y="2200942"/>
              <a:ext cx="97495" cy="14018"/>
            </a:xfrm>
            <a:custGeom>
              <a:avLst/>
              <a:gdLst/>
              <a:ahLst/>
              <a:cxnLst/>
              <a:rect l="0" t="0" r="0" b="0"/>
              <a:pathLst>
                <a:path w="97495" h="14018">
                  <a:moveTo>
                    <a:pt x="97495" y="0"/>
                  </a:moveTo>
                  <a:lnTo>
                    <a:pt x="0" y="1401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2" name="Candidate_receptor__2911">
              <a:extLst>
                <a:ext uri="{FF2B5EF4-FFF2-40B4-BE49-F238E27FC236}">
                  <a16:creationId xmlns:a16="http://schemas.microsoft.com/office/drawing/2014/main" id="{3E420D38-3B66-6D41-808C-41ADB16C0BBB}"/>
                </a:ext>
              </a:extLst>
            </p:cNvPr>
            <p:cNvSpPr>
              <a:spLocks noGrp="1"/>
            </p:cNvSpPr>
            <p:nvPr/>
          </p:nvSpPr>
          <p:spPr>
            <a:xfrm>
              <a:off x="4549821" y="3825927"/>
              <a:ext cx="93431" cy="19978"/>
            </a:xfrm>
            <a:custGeom>
              <a:avLst/>
              <a:gdLst/>
              <a:ahLst/>
              <a:cxnLst/>
              <a:rect l="0" t="0" r="0" b="0"/>
              <a:pathLst>
                <a:path w="93431" h="19978">
                  <a:moveTo>
                    <a:pt x="0" y="0"/>
                  </a:moveTo>
                  <a:lnTo>
                    <a:pt x="93431" y="1997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3" name="Candidate_receptor__2912">
              <a:extLst>
                <a:ext uri="{FF2B5EF4-FFF2-40B4-BE49-F238E27FC236}">
                  <a16:creationId xmlns:a16="http://schemas.microsoft.com/office/drawing/2014/main" id="{1E459832-5E9F-F252-B5D2-8F4B83DE38A3}"/>
                </a:ext>
              </a:extLst>
            </p:cNvPr>
            <p:cNvSpPr>
              <a:spLocks noGrp="1"/>
            </p:cNvSpPr>
            <p:nvPr/>
          </p:nvSpPr>
          <p:spPr>
            <a:xfrm>
              <a:off x="4982379" y="3952939"/>
              <a:ext cx="108200" cy="34879"/>
            </a:xfrm>
            <a:custGeom>
              <a:avLst/>
              <a:gdLst/>
              <a:ahLst/>
              <a:cxnLst/>
              <a:rect l="0" t="0" r="0" b="0"/>
              <a:pathLst>
                <a:path w="108200" h="34879">
                  <a:moveTo>
                    <a:pt x="108200" y="0"/>
                  </a:moveTo>
                  <a:lnTo>
                    <a:pt x="0" y="3487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4" name="Candidate_receptor__2913">
              <a:extLst>
                <a:ext uri="{FF2B5EF4-FFF2-40B4-BE49-F238E27FC236}">
                  <a16:creationId xmlns:a16="http://schemas.microsoft.com/office/drawing/2014/main" id="{215167B4-C2EA-5146-5BE5-6A02D19CE805}"/>
                </a:ext>
              </a:extLst>
            </p:cNvPr>
            <p:cNvSpPr>
              <a:spLocks noGrp="1"/>
            </p:cNvSpPr>
            <p:nvPr/>
          </p:nvSpPr>
          <p:spPr>
            <a:xfrm>
              <a:off x="4512099" y="3742992"/>
              <a:ext cx="37722" cy="82935"/>
            </a:xfrm>
            <a:custGeom>
              <a:avLst/>
              <a:gdLst/>
              <a:ahLst/>
              <a:cxnLst/>
              <a:rect l="0" t="0" r="0" b="0"/>
              <a:pathLst>
                <a:path w="37722" h="82935">
                  <a:moveTo>
                    <a:pt x="0" y="0"/>
                  </a:moveTo>
                  <a:lnTo>
                    <a:pt x="37722" y="82935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5" name="Candidate_receptor__2914">
              <a:extLst>
                <a:ext uri="{FF2B5EF4-FFF2-40B4-BE49-F238E27FC236}">
                  <a16:creationId xmlns:a16="http://schemas.microsoft.com/office/drawing/2014/main" id="{0BCBB627-1C79-57C3-20E7-33965A9D419C}"/>
                </a:ext>
              </a:extLst>
            </p:cNvPr>
            <p:cNvSpPr>
              <a:spLocks noGrp="1"/>
            </p:cNvSpPr>
            <p:nvPr/>
          </p:nvSpPr>
          <p:spPr>
            <a:xfrm>
              <a:off x="4702206" y="3537814"/>
              <a:ext cx="39572" cy="47455"/>
            </a:xfrm>
            <a:custGeom>
              <a:avLst/>
              <a:gdLst/>
              <a:ahLst/>
              <a:cxnLst/>
              <a:rect l="0" t="0" r="0" b="0"/>
              <a:pathLst>
                <a:path w="39572" h="47455">
                  <a:moveTo>
                    <a:pt x="39572" y="474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6" name="Candidate_receptor__2915">
              <a:extLst>
                <a:ext uri="{FF2B5EF4-FFF2-40B4-BE49-F238E27FC236}">
                  <a16:creationId xmlns:a16="http://schemas.microsoft.com/office/drawing/2014/main" id="{68D13725-22D1-72E8-8C4B-1A62225AC19B}"/>
                </a:ext>
              </a:extLst>
            </p:cNvPr>
            <p:cNvSpPr>
              <a:spLocks noGrp="1"/>
            </p:cNvSpPr>
            <p:nvPr/>
          </p:nvSpPr>
          <p:spPr>
            <a:xfrm>
              <a:off x="5518950" y="3092887"/>
              <a:ext cx="31569" cy="105544"/>
            </a:xfrm>
            <a:custGeom>
              <a:avLst/>
              <a:gdLst/>
              <a:ahLst/>
              <a:cxnLst/>
              <a:rect l="0" t="0" r="0" b="0"/>
              <a:pathLst>
                <a:path w="31569" h="105544">
                  <a:moveTo>
                    <a:pt x="31569" y="1055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7" name="Candidate_receptor__2916">
              <a:extLst>
                <a:ext uri="{FF2B5EF4-FFF2-40B4-BE49-F238E27FC236}">
                  <a16:creationId xmlns:a16="http://schemas.microsoft.com/office/drawing/2014/main" id="{AE2E83FA-C465-67AD-905A-FE517F659F8E}"/>
                </a:ext>
              </a:extLst>
            </p:cNvPr>
            <p:cNvSpPr>
              <a:spLocks noGrp="1"/>
            </p:cNvSpPr>
            <p:nvPr/>
          </p:nvSpPr>
          <p:spPr>
            <a:xfrm>
              <a:off x="4540817" y="2476987"/>
              <a:ext cx="112618" cy="17192"/>
            </a:xfrm>
            <a:custGeom>
              <a:avLst/>
              <a:gdLst/>
              <a:ahLst/>
              <a:cxnLst/>
              <a:rect l="0" t="0" r="0" b="0"/>
              <a:pathLst>
                <a:path w="112618" h="17192">
                  <a:moveTo>
                    <a:pt x="112618" y="0"/>
                  </a:moveTo>
                  <a:lnTo>
                    <a:pt x="0" y="1719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18" name="Candidate_receptor__2917">
              <a:extLst>
                <a:ext uri="{FF2B5EF4-FFF2-40B4-BE49-F238E27FC236}">
                  <a16:creationId xmlns:a16="http://schemas.microsoft.com/office/drawing/2014/main" id="{FC7FA51D-0D5D-8E77-9986-A21FEA165489}"/>
                </a:ext>
              </a:extLst>
            </p:cNvPr>
            <p:cNvSpPr>
              <a:spLocks noGrp="1"/>
            </p:cNvSpPr>
            <p:nvPr/>
          </p:nvSpPr>
          <p:spPr>
            <a:xfrm>
              <a:off x="5536250" y="2803925"/>
              <a:ext cx="59864" cy="57440"/>
            </a:xfrm>
            <a:custGeom>
              <a:avLst/>
              <a:gdLst/>
              <a:ahLst/>
              <a:cxnLst/>
              <a:rect l="0" t="0" r="0" b="0"/>
              <a:pathLst>
                <a:path w="59864" h="57440">
                  <a:moveTo>
                    <a:pt x="59864" y="574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19" name="Candidate_receptor__2918">
              <a:extLst>
                <a:ext uri="{FF2B5EF4-FFF2-40B4-BE49-F238E27FC236}">
                  <a16:creationId xmlns:a16="http://schemas.microsoft.com/office/drawing/2014/main" id="{CF0EB37E-5C92-833E-1A5E-A05ACAA4D91B}"/>
                </a:ext>
              </a:extLst>
            </p:cNvPr>
            <p:cNvSpPr>
              <a:spLocks noGrp="1"/>
            </p:cNvSpPr>
            <p:nvPr/>
          </p:nvSpPr>
          <p:spPr>
            <a:xfrm>
              <a:off x="4865802" y="2096230"/>
              <a:ext cx="113972" cy="1011"/>
            </a:xfrm>
            <a:custGeom>
              <a:avLst/>
              <a:gdLst/>
              <a:ahLst/>
              <a:cxnLst/>
              <a:rect l="0" t="0" r="0" b="0"/>
              <a:pathLst>
                <a:path w="113972" h="1011">
                  <a:moveTo>
                    <a:pt x="113972" y="0"/>
                  </a:moveTo>
                  <a:lnTo>
                    <a:pt x="0" y="101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0" name="Candidate_receptor__2919">
              <a:extLst>
                <a:ext uri="{FF2B5EF4-FFF2-40B4-BE49-F238E27FC236}">
                  <a16:creationId xmlns:a16="http://schemas.microsoft.com/office/drawing/2014/main" id="{4CF66351-B496-2A5C-B420-C2322B6DDDB8}"/>
                </a:ext>
              </a:extLst>
            </p:cNvPr>
            <p:cNvSpPr>
              <a:spLocks noGrp="1"/>
            </p:cNvSpPr>
            <p:nvPr/>
          </p:nvSpPr>
          <p:spPr>
            <a:xfrm>
              <a:off x="4514509" y="2097568"/>
              <a:ext cx="66345" cy="63989"/>
            </a:xfrm>
            <a:custGeom>
              <a:avLst/>
              <a:gdLst/>
              <a:ahLst/>
              <a:cxnLst/>
              <a:rect l="0" t="0" r="0" b="0"/>
              <a:pathLst>
                <a:path w="66345" h="63989">
                  <a:moveTo>
                    <a:pt x="66345" y="0"/>
                  </a:moveTo>
                  <a:lnTo>
                    <a:pt x="0" y="63989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1" name="Candidate_receptor__2920">
              <a:extLst>
                <a:ext uri="{FF2B5EF4-FFF2-40B4-BE49-F238E27FC236}">
                  <a16:creationId xmlns:a16="http://schemas.microsoft.com/office/drawing/2014/main" id="{EBE31E6C-0585-05F7-EBCA-06E76AFA7B0D}"/>
                </a:ext>
              </a:extLst>
            </p:cNvPr>
            <p:cNvSpPr>
              <a:spLocks noGrp="1"/>
            </p:cNvSpPr>
            <p:nvPr/>
          </p:nvSpPr>
          <p:spPr>
            <a:xfrm>
              <a:off x="5162872" y="2842547"/>
              <a:ext cx="42510" cy="26660"/>
            </a:xfrm>
            <a:custGeom>
              <a:avLst/>
              <a:gdLst/>
              <a:ahLst/>
              <a:cxnLst/>
              <a:rect l="0" t="0" r="0" b="0"/>
              <a:pathLst>
                <a:path w="42510" h="26660">
                  <a:moveTo>
                    <a:pt x="42510" y="266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2" name="Candidate_receptor__2921">
              <a:extLst>
                <a:ext uri="{FF2B5EF4-FFF2-40B4-BE49-F238E27FC236}">
                  <a16:creationId xmlns:a16="http://schemas.microsoft.com/office/drawing/2014/main" id="{0B5365B7-E38A-EBBE-1B75-2E7163C42FE0}"/>
                </a:ext>
              </a:extLst>
            </p:cNvPr>
            <p:cNvSpPr>
              <a:spLocks noGrp="1"/>
            </p:cNvSpPr>
            <p:nvPr/>
          </p:nvSpPr>
          <p:spPr>
            <a:xfrm>
              <a:off x="5757141" y="2696519"/>
              <a:ext cx="48250" cy="72150"/>
            </a:xfrm>
            <a:custGeom>
              <a:avLst/>
              <a:gdLst/>
              <a:ahLst/>
              <a:cxnLst/>
              <a:rect l="0" t="0" r="0" b="0"/>
              <a:pathLst>
                <a:path w="48250" h="72150">
                  <a:moveTo>
                    <a:pt x="0" y="0"/>
                  </a:moveTo>
                  <a:lnTo>
                    <a:pt x="48250" y="7215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3" name="Candidate_receptor__2922">
              <a:extLst>
                <a:ext uri="{FF2B5EF4-FFF2-40B4-BE49-F238E27FC236}">
                  <a16:creationId xmlns:a16="http://schemas.microsoft.com/office/drawing/2014/main" id="{FA4882A0-1471-97CD-8A6E-98B7AEDC5516}"/>
                </a:ext>
              </a:extLst>
            </p:cNvPr>
            <p:cNvSpPr>
              <a:spLocks noGrp="1"/>
            </p:cNvSpPr>
            <p:nvPr/>
          </p:nvSpPr>
          <p:spPr>
            <a:xfrm>
              <a:off x="5704916" y="3492476"/>
              <a:ext cx="21557" cy="17633"/>
            </a:xfrm>
            <a:custGeom>
              <a:avLst/>
              <a:gdLst/>
              <a:ahLst/>
              <a:cxnLst/>
              <a:rect l="0" t="0" r="0" b="0"/>
              <a:pathLst>
                <a:path w="21557" h="17633">
                  <a:moveTo>
                    <a:pt x="0" y="17633"/>
                  </a:moveTo>
                  <a:lnTo>
                    <a:pt x="21557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4" name="Candidate_receptor__2923">
              <a:extLst>
                <a:ext uri="{FF2B5EF4-FFF2-40B4-BE49-F238E27FC236}">
                  <a16:creationId xmlns:a16="http://schemas.microsoft.com/office/drawing/2014/main" id="{39BBB7B1-1920-E9E8-C83E-C3EA415757CD}"/>
                </a:ext>
              </a:extLst>
            </p:cNvPr>
            <p:cNvSpPr>
              <a:spLocks noGrp="1"/>
            </p:cNvSpPr>
            <p:nvPr/>
          </p:nvSpPr>
          <p:spPr>
            <a:xfrm>
              <a:off x="4678223" y="2133746"/>
              <a:ext cx="71735" cy="81215"/>
            </a:xfrm>
            <a:custGeom>
              <a:avLst/>
              <a:gdLst/>
              <a:ahLst/>
              <a:cxnLst/>
              <a:rect l="0" t="0" r="0" b="0"/>
              <a:pathLst>
                <a:path w="71735" h="81215">
                  <a:moveTo>
                    <a:pt x="71735" y="812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5" name="Candidate_receptor__2924">
              <a:extLst>
                <a:ext uri="{FF2B5EF4-FFF2-40B4-BE49-F238E27FC236}">
                  <a16:creationId xmlns:a16="http://schemas.microsoft.com/office/drawing/2014/main" id="{2D8A2BED-F605-FF41-1678-B1D0B3F49E9B}"/>
                </a:ext>
              </a:extLst>
            </p:cNvPr>
            <p:cNvSpPr>
              <a:spLocks noGrp="1"/>
            </p:cNvSpPr>
            <p:nvPr/>
          </p:nvSpPr>
          <p:spPr>
            <a:xfrm>
              <a:off x="5077233" y="4371922"/>
              <a:ext cx="40253" cy="106299"/>
            </a:xfrm>
            <a:custGeom>
              <a:avLst/>
              <a:gdLst/>
              <a:ahLst/>
              <a:cxnLst/>
              <a:rect l="0" t="0" r="0" b="0"/>
              <a:pathLst>
                <a:path w="40253" h="106299">
                  <a:moveTo>
                    <a:pt x="40253" y="1062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6" name="Candidate_receptor__2925">
              <a:extLst>
                <a:ext uri="{FF2B5EF4-FFF2-40B4-BE49-F238E27FC236}">
                  <a16:creationId xmlns:a16="http://schemas.microsoft.com/office/drawing/2014/main" id="{848AC073-3268-8D34-5667-B704760E6AFD}"/>
                </a:ext>
              </a:extLst>
            </p:cNvPr>
            <p:cNvSpPr>
              <a:spLocks noGrp="1"/>
            </p:cNvSpPr>
            <p:nvPr/>
          </p:nvSpPr>
          <p:spPr>
            <a:xfrm>
              <a:off x="4942746" y="3888015"/>
              <a:ext cx="39632" cy="99803"/>
            </a:xfrm>
            <a:custGeom>
              <a:avLst/>
              <a:gdLst/>
              <a:ahLst/>
              <a:cxnLst/>
              <a:rect l="0" t="0" r="0" b="0"/>
              <a:pathLst>
                <a:path w="39632" h="99803">
                  <a:moveTo>
                    <a:pt x="39632" y="998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7" name="Candidate_receptor__2926">
              <a:extLst>
                <a:ext uri="{FF2B5EF4-FFF2-40B4-BE49-F238E27FC236}">
                  <a16:creationId xmlns:a16="http://schemas.microsoft.com/office/drawing/2014/main" id="{30F7AB09-12C7-BCA2-CB35-9300034D237B}"/>
                </a:ext>
              </a:extLst>
            </p:cNvPr>
            <p:cNvSpPr>
              <a:spLocks noGrp="1"/>
            </p:cNvSpPr>
            <p:nvPr/>
          </p:nvSpPr>
          <p:spPr>
            <a:xfrm>
              <a:off x="4973295" y="5251532"/>
              <a:ext cx="24462" cy="22288"/>
            </a:xfrm>
            <a:custGeom>
              <a:avLst/>
              <a:gdLst/>
              <a:ahLst/>
              <a:cxnLst/>
              <a:rect l="0" t="0" r="0" b="0"/>
              <a:pathLst>
                <a:path w="24462" h="22288">
                  <a:moveTo>
                    <a:pt x="24462" y="222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28" name="Candidate_receptor__2927">
              <a:extLst>
                <a:ext uri="{FF2B5EF4-FFF2-40B4-BE49-F238E27FC236}">
                  <a16:creationId xmlns:a16="http://schemas.microsoft.com/office/drawing/2014/main" id="{F3228DA7-DD5C-4898-0041-1CB6A9A54D12}"/>
                </a:ext>
              </a:extLst>
            </p:cNvPr>
            <p:cNvSpPr>
              <a:spLocks noGrp="1"/>
            </p:cNvSpPr>
            <p:nvPr/>
          </p:nvSpPr>
          <p:spPr>
            <a:xfrm>
              <a:off x="4950962" y="2412891"/>
              <a:ext cx="99550" cy="50815"/>
            </a:xfrm>
            <a:custGeom>
              <a:avLst/>
              <a:gdLst/>
              <a:ahLst/>
              <a:cxnLst/>
              <a:rect l="0" t="0" r="0" b="0"/>
              <a:pathLst>
                <a:path w="99550" h="50815">
                  <a:moveTo>
                    <a:pt x="0" y="50815"/>
                  </a:moveTo>
                  <a:lnTo>
                    <a:pt x="9955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29" name="Candidate_receptor__2928">
              <a:extLst>
                <a:ext uri="{FF2B5EF4-FFF2-40B4-BE49-F238E27FC236}">
                  <a16:creationId xmlns:a16="http://schemas.microsoft.com/office/drawing/2014/main" id="{F6703747-8ED7-0DE5-C52A-BE40F7784EB3}"/>
                </a:ext>
              </a:extLst>
            </p:cNvPr>
            <p:cNvSpPr>
              <a:spLocks noGrp="1"/>
            </p:cNvSpPr>
            <p:nvPr/>
          </p:nvSpPr>
          <p:spPr>
            <a:xfrm>
              <a:off x="5865943" y="3964515"/>
              <a:ext cx="49527" cy="36742"/>
            </a:xfrm>
            <a:custGeom>
              <a:avLst/>
              <a:gdLst/>
              <a:ahLst/>
              <a:cxnLst/>
              <a:rect l="0" t="0" r="0" b="0"/>
              <a:pathLst>
                <a:path w="49527" h="36742">
                  <a:moveTo>
                    <a:pt x="49527" y="0"/>
                  </a:moveTo>
                  <a:lnTo>
                    <a:pt x="0" y="3674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0" name="Candidate_receptor__2929">
              <a:extLst>
                <a:ext uri="{FF2B5EF4-FFF2-40B4-BE49-F238E27FC236}">
                  <a16:creationId xmlns:a16="http://schemas.microsoft.com/office/drawing/2014/main" id="{6D3A57F7-9A02-5CC8-E98C-1573F46CDE79}"/>
                </a:ext>
              </a:extLst>
            </p:cNvPr>
            <p:cNvSpPr>
              <a:spLocks noGrp="1"/>
            </p:cNvSpPr>
            <p:nvPr/>
          </p:nvSpPr>
          <p:spPr>
            <a:xfrm>
              <a:off x="5576178" y="1842123"/>
              <a:ext cx="43291" cy="45382"/>
            </a:xfrm>
            <a:custGeom>
              <a:avLst/>
              <a:gdLst/>
              <a:ahLst/>
              <a:cxnLst/>
              <a:rect l="0" t="0" r="0" b="0"/>
              <a:pathLst>
                <a:path w="43291" h="45382">
                  <a:moveTo>
                    <a:pt x="43291" y="453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1" name="Candidate_receptor__2930">
              <a:extLst>
                <a:ext uri="{FF2B5EF4-FFF2-40B4-BE49-F238E27FC236}">
                  <a16:creationId xmlns:a16="http://schemas.microsoft.com/office/drawing/2014/main" id="{5312E2F6-7D6D-71B6-20D5-1047283C8998}"/>
                </a:ext>
              </a:extLst>
            </p:cNvPr>
            <p:cNvSpPr>
              <a:spLocks noGrp="1"/>
            </p:cNvSpPr>
            <p:nvPr/>
          </p:nvSpPr>
          <p:spPr>
            <a:xfrm>
              <a:off x="6196970" y="4680669"/>
              <a:ext cx="52700" cy="68344"/>
            </a:xfrm>
            <a:custGeom>
              <a:avLst/>
              <a:gdLst/>
              <a:ahLst/>
              <a:cxnLst/>
              <a:rect l="0" t="0" r="0" b="0"/>
              <a:pathLst>
                <a:path w="52700" h="68344">
                  <a:moveTo>
                    <a:pt x="52700" y="0"/>
                  </a:moveTo>
                  <a:lnTo>
                    <a:pt x="0" y="6834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2" name="Candidate_receptor__2931">
              <a:extLst>
                <a:ext uri="{FF2B5EF4-FFF2-40B4-BE49-F238E27FC236}">
                  <a16:creationId xmlns:a16="http://schemas.microsoft.com/office/drawing/2014/main" id="{15FD27DE-00CD-7139-385A-F73764E8FE46}"/>
                </a:ext>
              </a:extLst>
            </p:cNvPr>
            <p:cNvSpPr>
              <a:spLocks noGrp="1"/>
            </p:cNvSpPr>
            <p:nvPr/>
          </p:nvSpPr>
          <p:spPr>
            <a:xfrm>
              <a:off x="5050512" y="2412891"/>
              <a:ext cx="72189" cy="83225"/>
            </a:xfrm>
            <a:custGeom>
              <a:avLst/>
              <a:gdLst/>
              <a:ahLst/>
              <a:cxnLst/>
              <a:rect l="0" t="0" r="0" b="0"/>
              <a:pathLst>
                <a:path w="72189" h="83225">
                  <a:moveTo>
                    <a:pt x="0" y="0"/>
                  </a:moveTo>
                  <a:lnTo>
                    <a:pt x="72189" y="83225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3" name="Candidate_receptor__2932">
              <a:extLst>
                <a:ext uri="{FF2B5EF4-FFF2-40B4-BE49-F238E27FC236}">
                  <a16:creationId xmlns:a16="http://schemas.microsoft.com/office/drawing/2014/main" id="{CF25426D-CB0F-D550-396F-35AFA89F0A47}"/>
                </a:ext>
              </a:extLst>
            </p:cNvPr>
            <p:cNvSpPr>
              <a:spLocks noGrp="1"/>
            </p:cNvSpPr>
            <p:nvPr/>
          </p:nvSpPr>
          <p:spPr>
            <a:xfrm>
              <a:off x="4621873" y="4721038"/>
              <a:ext cx="82745" cy="79190"/>
            </a:xfrm>
            <a:custGeom>
              <a:avLst/>
              <a:gdLst/>
              <a:ahLst/>
              <a:cxnLst/>
              <a:rect l="0" t="0" r="0" b="0"/>
              <a:pathLst>
                <a:path w="82745" h="79190">
                  <a:moveTo>
                    <a:pt x="82745" y="791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4" name="Candidate_receptor__2933">
              <a:extLst>
                <a:ext uri="{FF2B5EF4-FFF2-40B4-BE49-F238E27FC236}">
                  <a16:creationId xmlns:a16="http://schemas.microsoft.com/office/drawing/2014/main" id="{075F78FD-057C-6FE3-14CB-2ABE498CD4ED}"/>
                </a:ext>
              </a:extLst>
            </p:cNvPr>
            <p:cNvSpPr>
              <a:spLocks noGrp="1"/>
            </p:cNvSpPr>
            <p:nvPr/>
          </p:nvSpPr>
          <p:spPr>
            <a:xfrm>
              <a:off x="5840785" y="3678401"/>
              <a:ext cx="93083" cy="39292"/>
            </a:xfrm>
            <a:custGeom>
              <a:avLst/>
              <a:gdLst/>
              <a:ahLst/>
              <a:cxnLst/>
              <a:rect l="0" t="0" r="0" b="0"/>
              <a:pathLst>
                <a:path w="93083" h="39292">
                  <a:moveTo>
                    <a:pt x="0" y="39292"/>
                  </a:moveTo>
                  <a:lnTo>
                    <a:pt x="9308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5" name="Candidate_receptor__2934">
              <a:extLst>
                <a:ext uri="{FF2B5EF4-FFF2-40B4-BE49-F238E27FC236}">
                  <a16:creationId xmlns:a16="http://schemas.microsoft.com/office/drawing/2014/main" id="{851F636F-D821-7B0C-1C57-B750825A88AC}"/>
                </a:ext>
              </a:extLst>
            </p:cNvPr>
            <p:cNvSpPr>
              <a:spLocks noGrp="1"/>
            </p:cNvSpPr>
            <p:nvPr/>
          </p:nvSpPr>
          <p:spPr>
            <a:xfrm>
              <a:off x="5473014" y="1685568"/>
              <a:ext cx="87469" cy="32841"/>
            </a:xfrm>
            <a:custGeom>
              <a:avLst/>
              <a:gdLst/>
              <a:ahLst/>
              <a:cxnLst/>
              <a:rect l="0" t="0" r="0" b="0"/>
              <a:pathLst>
                <a:path w="87469" h="32841">
                  <a:moveTo>
                    <a:pt x="87469" y="328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6" name="Candidate_receptor__2935">
              <a:extLst>
                <a:ext uri="{FF2B5EF4-FFF2-40B4-BE49-F238E27FC236}">
                  <a16:creationId xmlns:a16="http://schemas.microsoft.com/office/drawing/2014/main" id="{0042FC45-8C67-75F2-F4D6-C68FF1C22E83}"/>
                </a:ext>
              </a:extLst>
            </p:cNvPr>
            <p:cNvSpPr>
              <a:spLocks noGrp="1"/>
            </p:cNvSpPr>
            <p:nvPr/>
          </p:nvSpPr>
          <p:spPr>
            <a:xfrm>
              <a:off x="4580854" y="2097568"/>
              <a:ext cx="97369" cy="36178"/>
            </a:xfrm>
            <a:custGeom>
              <a:avLst/>
              <a:gdLst/>
              <a:ahLst/>
              <a:cxnLst/>
              <a:rect l="0" t="0" r="0" b="0"/>
              <a:pathLst>
                <a:path w="97369" h="36178">
                  <a:moveTo>
                    <a:pt x="97369" y="361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37" name="Candidate_receptor__2936">
              <a:extLst>
                <a:ext uri="{FF2B5EF4-FFF2-40B4-BE49-F238E27FC236}">
                  <a16:creationId xmlns:a16="http://schemas.microsoft.com/office/drawing/2014/main" id="{06FBA2DD-EB77-7DC8-AD58-825BF4A8175F}"/>
                </a:ext>
              </a:extLst>
            </p:cNvPr>
            <p:cNvSpPr>
              <a:spLocks noGrp="1"/>
            </p:cNvSpPr>
            <p:nvPr/>
          </p:nvSpPr>
          <p:spPr>
            <a:xfrm>
              <a:off x="5701156" y="4292343"/>
              <a:ext cx="68830" cy="82807"/>
            </a:xfrm>
            <a:custGeom>
              <a:avLst/>
              <a:gdLst/>
              <a:ahLst/>
              <a:cxnLst/>
              <a:rect l="0" t="0" r="0" b="0"/>
              <a:pathLst>
                <a:path w="68830" h="82807">
                  <a:moveTo>
                    <a:pt x="0" y="82807"/>
                  </a:moveTo>
                  <a:lnTo>
                    <a:pt x="6883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8" name="Candidate_receptor__2937">
              <a:extLst>
                <a:ext uri="{FF2B5EF4-FFF2-40B4-BE49-F238E27FC236}">
                  <a16:creationId xmlns:a16="http://schemas.microsoft.com/office/drawing/2014/main" id="{856C6EE7-A5DE-B7BE-B7C9-A21BC16F4564}"/>
                </a:ext>
              </a:extLst>
            </p:cNvPr>
            <p:cNvSpPr>
              <a:spLocks noGrp="1"/>
            </p:cNvSpPr>
            <p:nvPr/>
          </p:nvSpPr>
          <p:spPr>
            <a:xfrm>
              <a:off x="4540817" y="2494179"/>
              <a:ext cx="15587" cy="113606"/>
            </a:xfrm>
            <a:custGeom>
              <a:avLst/>
              <a:gdLst/>
              <a:ahLst/>
              <a:cxnLst/>
              <a:rect l="0" t="0" r="0" b="0"/>
              <a:pathLst>
                <a:path w="15587" h="113606">
                  <a:moveTo>
                    <a:pt x="0" y="0"/>
                  </a:moveTo>
                  <a:lnTo>
                    <a:pt x="15587" y="11360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39" name="Candidate_receptor__2938">
              <a:extLst>
                <a:ext uri="{FF2B5EF4-FFF2-40B4-BE49-F238E27FC236}">
                  <a16:creationId xmlns:a16="http://schemas.microsoft.com/office/drawing/2014/main" id="{47F26A71-99F9-312C-F115-82EEA8AE34CF}"/>
                </a:ext>
              </a:extLst>
            </p:cNvPr>
            <p:cNvSpPr>
              <a:spLocks noGrp="1"/>
            </p:cNvSpPr>
            <p:nvPr/>
          </p:nvSpPr>
          <p:spPr>
            <a:xfrm>
              <a:off x="6235063" y="4586578"/>
              <a:ext cx="14606" cy="94090"/>
            </a:xfrm>
            <a:custGeom>
              <a:avLst/>
              <a:gdLst/>
              <a:ahLst/>
              <a:cxnLst/>
              <a:rect l="0" t="0" r="0" b="0"/>
              <a:pathLst>
                <a:path w="14606" h="94090">
                  <a:moveTo>
                    <a:pt x="0" y="0"/>
                  </a:moveTo>
                  <a:lnTo>
                    <a:pt x="14606" y="9409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0" name="Candidate_receptor__2939">
              <a:extLst>
                <a:ext uri="{FF2B5EF4-FFF2-40B4-BE49-F238E27FC236}">
                  <a16:creationId xmlns:a16="http://schemas.microsoft.com/office/drawing/2014/main" id="{DC3724DC-ED7E-843E-14D0-A62010124AFB}"/>
                </a:ext>
              </a:extLst>
            </p:cNvPr>
            <p:cNvSpPr>
              <a:spLocks noGrp="1"/>
            </p:cNvSpPr>
            <p:nvPr/>
          </p:nvSpPr>
          <p:spPr>
            <a:xfrm>
              <a:off x="4714798" y="3145266"/>
              <a:ext cx="24801" cy="108630"/>
            </a:xfrm>
            <a:custGeom>
              <a:avLst/>
              <a:gdLst/>
              <a:ahLst/>
              <a:cxnLst/>
              <a:rect l="0" t="0" r="0" b="0"/>
              <a:pathLst>
                <a:path w="24801" h="108630">
                  <a:moveTo>
                    <a:pt x="0" y="0"/>
                  </a:moveTo>
                  <a:lnTo>
                    <a:pt x="24801" y="10863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41" name="Candidate_receptor__2940">
              <a:extLst>
                <a:ext uri="{FF2B5EF4-FFF2-40B4-BE49-F238E27FC236}">
                  <a16:creationId xmlns:a16="http://schemas.microsoft.com/office/drawing/2014/main" id="{3B96B689-8956-FBE2-CE0C-7E82B19B8927}"/>
                </a:ext>
              </a:extLst>
            </p:cNvPr>
            <p:cNvSpPr>
              <a:spLocks noGrp="1"/>
            </p:cNvSpPr>
            <p:nvPr/>
          </p:nvSpPr>
          <p:spPr>
            <a:xfrm>
              <a:off x="4998508" y="2791481"/>
              <a:ext cx="59950" cy="92340"/>
            </a:xfrm>
            <a:custGeom>
              <a:avLst/>
              <a:gdLst/>
              <a:ahLst/>
              <a:cxnLst/>
              <a:rect l="0" t="0" r="0" b="0"/>
              <a:pathLst>
                <a:path w="59950" h="92340">
                  <a:moveTo>
                    <a:pt x="59950" y="923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42" name="Candidate_receptor__2941">
              <a:extLst>
                <a:ext uri="{FF2B5EF4-FFF2-40B4-BE49-F238E27FC236}">
                  <a16:creationId xmlns:a16="http://schemas.microsoft.com/office/drawing/2014/main" id="{07F88ABC-C08E-CCA2-51EF-1D8744B62890}"/>
                </a:ext>
              </a:extLst>
            </p:cNvPr>
            <p:cNvSpPr>
              <a:spLocks noGrp="1"/>
            </p:cNvSpPr>
            <p:nvPr/>
          </p:nvSpPr>
          <p:spPr>
            <a:xfrm>
              <a:off x="5763582" y="3874306"/>
              <a:ext cx="43273" cy="22080"/>
            </a:xfrm>
            <a:custGeom>
              <a:avLst/>
              <a:gdLst/>
              <a:ahLst/>
              <a:cxnLst/>
              <a:rect l="0" t="0" r="0" b="0"/>
              <a:pathLst>
                <a:path w="43273" h="22080">
                  <a:moveTo>
                    <a:pt x="0" y="22080"/>
                  </a:moveTo>
                  <a:lnTo>
                    <a:pt x="4327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3" name="Candidate_receptor__2942">
              <a:extLst>
                <a:ext uri="{FF2B5EF4-FFF2-40B4-BE49-F238E27FC236}">
                  <a16:creationId xmlns:a16="http://schemas.microsoft.com/office/drawing/2014/main" id="{44033088-3CA5-1431-4CD1-8A183B8373CE}"/>
                </a:ext>
              </a:extLst>
            </p:cNvPr>
            <p:cNvSpPr>
              <a:spLocks noGrp="1"/>
            </p:cNvSpPr>
            <p:nvPr/>
          </p:nvSpPr>
          <p:spPr>
            <a:xfrm>
              <a:off x="4648178" y="4538483"/>
              <a:ext cx="94799" cy="62962"/>
            </a:xfrm>
            <a:custGeom>
              <a:avLst/>
              <a:gdLst/>
              <a:ahLst/>
              <a:cxnLst/>
              <a:rect l="0" t="0" r="0" b="0"/>
              <a:pathLst>
                <a:path w="94799" h="62962">
                  <a:moveTo>
                    <a:pt x="0" y="0"/>
                  </a:moveTo>
                  <a:lnTo>
                    <a:pt x="94799" y="6296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4" name="Candidate_receptor__2943">
              <a:extLst>
                <a:ext uri="{FF2B5EF4-FFF2-40B4-BE49-F238E27FC236}">
                  <a16:creationId xmlns:a16="http://schemas.microsoft.com/office/drawing/2014/main" id="{5CC016BB-3487-3C15-3757-66DA8FCA0A28}"/>
                </a:ext>
              </a:extLst>
            </p:cNvPr>
            <p:cNvSpPr>
              <a:spLocks noGrp="1"/>
            </p:cNvSpPr>
            <p:nvPr/>
          </p:nvSpPr>
          <p:spPr>
            <a:xfrm>
              <a:off x="5418662" y="3381731"/>
              <a:ext cx="24353" cy="71486"/>
            </a:xfrm>
            <a:custGeom>
              <a:avLst/>
              <a:gdLst/>
              <a:ahLst/>
              <a:cxnLst/>
              <a:rect l="0" t="0" r="0" b="0"/>
              <a:pathLst>
                <a:path w="24353" h="71486">
                  <a:moveTo>
                    <a:pt x="24353" y="714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5" name="Candidate_receptor__2944">
              <a:extLst>
                <a:ext uri="{FF2B5EF4-FFF2-40B4-BE49-F238E27FC236}">
                  <a16:creationId xmlns:a16="http://schemas.microsoft.com/office/drawing/2014/main" id="{28C1DDAF-A4DE-A49B-1CB8-183DE7CAC01D}"/>
                </a:ext>
              </a:extLst>
            </p:cNvPr>
            <p:cNvSpPr>
              <a:spLocks noGrp="1"/>
            </p:cNvSpPr>
            <p:nvPr/>
          </p:nvSpPr>
          <p:spPr>
            <a:xfrm>
              <a:off x="4961140" y="3449873"/>
              <a:ext cx="86528" cy="69094"/>
            </a:xfrm>
            <a:custGeom>
              <a:avLst/>
              <a:gdLst/>
              <a:ahLst/>
              <a:cxnLst/>
              <a:rect l="0" t="0" r="0" b="0"/>
              <a:pathLst>
                <a:path w="86528" h="69094">
                  <a:moveTo>
                    <a:pt x="86528" y="690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6" name="Candidate_receptor__2945">
              <a:extLst>
                <a:ext uri="{FF2B5EF4-FFF2-40B4-BE49-F238E27FC236}">
                  <a16:creationId xmlns:a16="http://schemas.microsoft.com/office/drawing/2014/main" id="{4FB93990-C59B-CC6E-F75A-8F8372434EE8}"/>
                </a:ext>
              </a:extLst>
            </p:cNvPr>
            <p:cNvSpPr>
              <a:spLocks noGrp="1"/>
            </p:cNvSpPr>
            <p:nvPr/>
          </p:nvSpPr>
          <p:spPr>
            <a:xfrm>
              <a:off x="6103193" y="4618151"/>
              <a:ext cx="22546" cy="13419"/>
            </a:xfrm>
            <a:custGeom>
              <a:avLst/>
              <a:gdLst/>
              <a:ahLst/>
              <a:cxnLst/>
              <a:rect l="0" t="0" r="0" b="0"/>
              <a:pathLst>
                <a:path w="22546" h="13419">
                  <a:moveTo>
                    <a:pt x="0" y="13419"/>
                  </a:moveTo>
                  <a:lnTo>
                    <a:pt x="22546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7" name="Candidate_receptor__2946">
              <a:extLst>
                <a:ext uri="{FF2B5EF4-FFF2-40B4-BE49-F238E27FC236}">
                  <a16:creationId xmlns:a16="http://schemas.microsoft.com/office/drawing/2014/main" id="{672578A0-9BC7-7E0F-373C-DE8E8BC1E883}"/>
                </a:ext>
              </a:extLst>
            </p:cNvPr>
            <p:cNvSpPr>
              <a:spLocks noGrp="1"/>
            </p:cNvSpPr>
            <p:nvPr/>
          </p:nvSpPr>
          <p:spPr>
            <a:xfrm>
              <a:off x="6205093" y="4251649"/>
              <a:ext cx="40823" cy="10465"/>
            </a:xfrm>
            <a:custGeom>
              <a:avLst/>
              <a:gdLst/>
              <a:ahLst/>
              <a:cxnLst/>
              <a:rect l="0" t="0" r="0" b="0"/>
              <a:pathLst>
                <a:path w="40823" h="10465">
                  <a:moveTo>
                    <a:pt x="0" y="10465"/>
                  </a:moveTo>
                  <a:lnTo>
                    <a:pt x="4082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8" name="Candidate_receptor__2947">
              <a:extLst>
                <a:ext uri="{FF2B5EF4-FFF2-40B4-BE49-F238E27FC236}">
                  <a16:creationId xmlns:a16="http://schemas.microsoft.com/office/drawing/2014/main" id="{18DED35B-F56E-48FE-8FCE-E917BDEB5776}"/>
                </a:ext>
              </a:extLst>
            </p:cNvPr>
            <p:cNvSpPr>
              <a:spLocks noGrp="1"/>
            </p:cNvSpPr>
            <p:nvPr/>
          </p:nvSpPr>
          <p:spPr>
            <a:xfrm>
              <a:off x="5395028" y="1684627"/>
              <a:ext cx="77986" cy="941"/>
            </a:xfrm>
            <a:custGeom>
              <a:avLst/>
              <a:gdLst/>
              <a:ahLst/>
              <a:cxnLst/>
              <a:rect l="0" t="0" r="0" b="0"/>
              <a:pathLst>
                <a:path w="77986" h="941">
                  <a:moveTo>
                    <a:pt x="77986" y="9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49" name="Candidate_receptor__2948">
              <a:extLst>
                <a:ext uri="{FF2B5EF4-FFF2-40B4-BE49-F238E27FC236}">
                  <a16:creationId xmlns:a16="http://schemas.microsoft.com/office/drawing/2014/main" id="{CF0020B6-C610-D294-7D7B-05757219AD58}"/>
                </a:ext>
              </a:extLst>
            </p:cNvPr>
            <p:cNvSpPr>
              <a:spLocks noGrp="1"/>
            </p:cNvSpPr>
            <p:nvPr/>
          </p:nvSpPr>
          <p:spPr>
            <a:xfrm>
              <a:off x="6546841" y="4479030"/>
              <a:ext cx="77022" cy="85527"/>
            </a:xfrm>
            <a:custGeom>
              <a:avLst/>
              <a:gdLst/>
              <a:ahLst/>
              <a:cxnLst/>
              <a:rect l="0" t="0" r="0" b="0"/>
              <a:pathLst>
                <a:path w="77022" h="85527">
                  <a:moveTo>
                    <a:pt x="0" y="85527"/>
                  </a:moveTo>
                  <a:lnTo>
                    <a:pt x="7702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0" name="Candidate_receptor__2949">
              <a:extLst>
                <a:ext uri="{FF2B5EF4-FFF2-40B4-BE49-F238E27FC236}">
                  <a16:creationId xmlns:a16="http://schemas.microsoft.com/office/drawing/2014/main" id="{BD40BE93-756E-172B-9FD4-4D070394F27E}"/>
                </a:ext>
              </a:extLst>
            </p:cNvPr>
            <p:cNvSpPr>
              <a:spLocks noGrp="1"/>
            </p:cNvSpPr>
            <p:nvPr/>
          </p:nvSpPr>
          <p:spPr>
            <a:xfrm>
              <a:off x="4682586" y="4800228"/>
              <a:ext cx="22033" cy="108373"/>
            </a:xfrm>
            <a:custGeom>
              <a:avLst/>
              <a:gdLst/>
              <a:ahLst/>
              <a:cxnLst/>
              <a:rect l="0" t="0" r="0" b="0"/>
              <a:pathLst>
                <a:path w="22033" h="108373">
                  <a:moveTo>
                    <a:pt x="0" y="108373"/>
                  </a:moveTo>
                  <a:lnTo>
                    <a:pt x="22033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1" name="Candidate_receptor__2950">
              <a:extLst>
                <a:ext uri="{FF2B5EF4-FFF2-40B4-BE49-F238E27FC236}">
                  <a16:creationId xmlns:a16="http://schemas.microsoft.com/office/drawing/2014/main" id="{9E7988B3-3453-FBBC-3DE8-061E67C60C30}"/>
                </a:ext>
              </a:extLst>
            </p:cNvPr>
            <p:cNvSpPr>
              <a:spLocks noGrp="1"/>
            </p:cNvSpPr>
            <p:nvPr/>
          </p:nvSpPr>
          <p:spPr>
            <a:xfrm>
              <a:off x="5160301" y="3661514"/>
              <a:ext cx="92921" cy="63920"/>
            </a:xfrm>
            <a:custGeom>
              <a:avLst/>
              <a:gdLst/>
              <a:ahLst/>
              <a:cxnLst/>
              <a:rect l="0" t="0" r="0" b="0"/>
              <a:pathLst>
                <a:path w="92921" h="63920">
                  <a:moveTo>
                    <a:pt x="0" y="0"/>
                  </a:moveTo>
                  <a:lnTo>
                    <a:pt x="92921" y="6392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2" name="Candidate_receptor__2951">
              <a:extLst>
                <a:ext uri="{FF2B5EF4-FFF2-40B4-BE49-F238E27FC236}">
                  <a16:creationId xmlns:a16="http://schemas.microsoft.com/office/drawing/2014/main" id="{C1E99AB4-BCBC-B305-4F78-807559B91C33}"/>
                </a:ext>
              </a:extLst>
            </p:cNvPr>
            <p:cNvSpPr>
              <a:spLocks noGrp="1"/>
            </p:cNvSpPr>
            <p:nvPr/>
          </p:nvSpPr>
          <p:spPr>
            <a:xfrm>
              <a:off x="4969328" y="4408057"/>
              <a:ext cx="95" cy="64924"/>
            </a:xfrm>
            <a:custGeom>
              <a:avLst/>
              <a:gdLst/>
              <a:ahLst/>
              <a:cxnLst/>
              <a:rect l="0" t="0" r="0" b="0"/>
              <a:pathLst>
                <a:path w="95" h="64924">
                  <a:moveTo>
                    <a:pt x="0" y="0"/>
                  </a:moveTo>
                  <a:lnTo>
                    <a:pt x="93" y="6492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3" name="Candidate_receptor__2952">
              <a:extLst>
                <a:ext uri="{FF2B5EF4-FFF2-40B4-BE49-F238E27FC236}">
                  <a16:creationId xmlns:a16="http://schemas.microsoft.com/office/drawing/2014/main" id="{F97F430B-77A6-FD76-1A8E-C62689467666}"/>
                </a:ext>
              </a:extLst>
            </p:cNvPr>
            <p:cNvSpPr>
              <a:spLocks noGrp="1"/>
            </p:cNvSpPr>
            <p:nvPr/>
          </p:nvSpPr>
          <p:spPr>
            <a:xfrm>
              <a:off x="6071504" y="2918879"/>
              <a:ext cx="31164" cy="15369"/>
            </a:xfrm>
            <a:custGeom>
              <a:avLst/>
              <a:gdLst/>
              <a:ahLst/>
              <a:cxnLst/>
              <a:rect l="0" t="0" r="0" b="0"/>
              <a:pathLst>
                <a:path w="31164" h="15369">
                  <a:moveTo>
                    <a:pt x="31164" y="153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4" name="Candidate_receptor__2953">
              <a:extLst>
                <a:ext uri="{FF2B5EF4-FFF2-40B4-BE49-F238E27FC236}">
                  <a16:creationId xmlns:a16="http://schemas.microsoft.com/office/drawing/2014/main" id="{8820933F-BA74-8F6A-AE0C-049A23AF35B2}"/>
                </a:ext>
              </a:extLst>
            </p:cNvPr>
            <p:cNvSpPr>
              <a:spLocks noGrp="1"/>
            </p:cNvSpPr>
            <p:nvPr/>
          </p:nvSpPr>
          <p:spPr>
            <a:xfrm>
              <a:off x="5570994" y="2267945"/>
              <a:ext cx="65987" cy="91703"/>
            </a:xfrm>
            <a:custGeom>
              <a:avLst/>
              <a:gdLst/>
              <a:ahLst/>
              <a:cxnLst/>
              <a:rect l="0" t="0" r="0" b="0"/>
              <a:pathLst>
                <a:path w="65987" h="91703">
                  <a:moveTo>
                    <a:pt x="65987" y="0"/>
                  </a:moveTo>
                  <a:lnTo>
                    <a:pt x="0" y="91703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5" name="Candidate_receptor__2954">
              <a:extLst>
                <a:ext uri="{FF2B5EF4-FFF2-40B4-BE49-F238E27FC236}">
                  <a16:creationId xmlns:a16="http://schemas.microsoft.com/office/drawing/2014/main" id="{CD706D19-5218-ADB8-E079-BA6E172430C3}"/>
                </a:ext>
              </a:extLst>
            </p:cNvPr>
            <p:cNvSpPr>
              <a:spLocks noGrp="1"/>
            </p:cNvSpPr>
            <p:nvPr/>
          </p:nvSpPr>
          <p:spPr>
            <a:xfrm>
              <a:off x="5915230" y="3862527"/>
              <a:ext cx="240" cy="101988"/>
            </a:xfrm>
            <a:custGeom>
              <a:avLst/>
              <a:gdLst/>
              <a:ahLst/>
              <a:cxnLst/>
              <a:rect l="0" t="0" r="0" b="0"/>
              <a:pathLst>
                <a:path w="240" h="101988">
                  <a:moveTo>
                    <a:pt x="0" y="0"/>
                  </a:moveTo>
                  <a:lnTo>
                    <a:pt x="240" y="10198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6" name="Candidate_receptor__2955">
              <a:extLst>
                <a:ext uri="{FF2B5EF4-FFF2-40B4-BE49-F238E27FC236}">
                  <a16:creationId xmlns:a16="http://schemas.microsoft.com/office/drawing/2014/main" id="{10FFB73A-C79D-45FB-CB80-C6B5662003FF}"/>
                </a:ext>
              </a:extLst>
            </p:cNvPr>
            <p:cNvSpPr>
              <a:spLocks noGrp="1"/>
            </p:cNvSpPr>
            <p:nvPr/>
          </p:nvSpPr>
          <p:spPr>
            <a:xfrm>
              <a:off x="5687184" y="2483902"/>
              <a:ext cx="98132" cy="41628"/>
            </a:xfrm>
            <a:custGeom>
              <a:avLst/>
              <a:gdLst/>
              <a:ahLst/>
              <a:cxnLst/>
              <a:rect l="0" t="0" r="0" b="0"/>
              <a:pathLst>
                <a:path w="98132" h="41628">
                  <a:moveTo>
                    <a:pt x="0" y="41628"/>
                  </a:moveTo>
                  <a:lnTo>
                    <a:pt x="98132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57" name="Candidate_receptor__2956">
              <a:extLst>
                <a:ext uri="{FF2B5EF4-FFF2-40B4-BE49-F238E27FC236}">
                  <a16:creationId xmlns:a16="http://schemas.microsoft.com/office/drawing/2014/main" id="{14FAAA87-D69E-8A4F-EBEA-18AA2734AC15}"/>
                </a:ext>
              </a:extLst>
            </p:cNvPr>
            <p:cNvSpPr>
              <a:spLocks noGrp="1"/>
            </p:cNvSpPr>
            <p:nvPr/>
          </p:nvSpPr>
          <p:spPr>
            <a:xfrm>
              <a:off x="4680414" y="3673569"/>
              <a:ext cx="22166" cy="48342"/>
            </a:xfrm>
            <a:custGeom>
              <a:avLst/>
              <a:gdLst/>
              <a:ahLst/>
              <a:cxnLst/>
              <a:rect l="0" t="0" r="0" b="0"/>
              <a:pathLst>
                <a:path w="22166" h="48342">
                  <a:moveTo>
                    <a:pt x="22166" y="483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8" name="Candidate_receptor__2957">
              <a:extLst>
                <a:ext uri="{FF2B5EF4-FFF2-40B4-BE49-F238E27FC236}">
                  <a16:creationId xmlns:a16="http://schemas.microsoft.com/office/drawing/2014/main" id="{EBBEF448-30E0-8C6B-D137-87919AF8869C}"/>
                </a:ext>
              </a:extLst>
            </p:cNvPr>
            <p:cNvSpPr>
              <a:spLocks noGrp="1"/>
            </p:cNvSpPr>
            <p:nvPr/>
          </p:nvSpPr>
          <p:spPr>
            <a:xfrm>
              <a:off x="5628687" y="4227600"/>
              <a:ext cx="20680" cy="14799"/>
            </a:xfrm>
            <a:custGeom>
              <a:avLst/>
              <a:gdLst/>
              <a:ahLst/>
              <a:cxnLst/>
              <a:rect l="0" t="0" r="0" b="0"/>
              <a:pathLst>
                <a:path w="20680" h="14799">
                  <a:moveTo>
                    <a:pt x="0" y="14799"/>
                  </a:moveTo>
                  <a:lnTo>
                    <a:pt x="2068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59" name="Candidate_receptor__2958">
              <a:extLst>
                <a:ext uri="{FF2B5EF4-FFF2-40B4-BE49-F238E27FC236}">
                  <a16:creationId xmlns:a16="http://schemas.microsoft.com/office/drawing/2014/main" id="{2BD3D6ED-3FB7-0570-FAA2-B11CC7159D95}"/>
                </a:ext>
              </a:extLst>
            </p:cNvPr>
            <p:cNvSpPr>
              <a:spLocks noGrp="1"/>
            </p:cNvSpPr>
            <p:nvPr/>
          </p:nvSpPr>
          <p:spPr>
            <a:xfrm>
              <a:off x="5674413" y="3790859"/>
              <a:ext cx="34660" cy="5536"/>
            </a:xfrm>
            <a:custGeom>
              <a:avLst/>
              <a:gdLst/>
              <a:ahLst/>
              <a:cxnLst/>
              <a:rect l="0" t="0" r="0" b="0"/>
              <a:pathLst>
                <a:path w="34660" h="5536">
                  <a:moveTo>
                    <a:pt x="0" y="0"/>
                  </a:moveTo>
                  <a:lnTo>
                    <a:pt x="34660" y="553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0" name="Candidate_receptor__2959">
              <a:extLst>
                <a:ext uri="{FF2B5EF4-FFF2-40B4-BE49-F238E27FC236}">
                  <a16:creationId xmlns:a16="http://schemas.microsoft.com/office/drawing/2014/main" id="{5D47D332-1AD0-C4EE-DCA0-93FD7F606B2C}"/>
                </a:ext>
              </a:extLst>
            </p:cNvPr>
            <p:cNvSpPr>
              <a:spLocks noGrp="1"/>
            </p:cNvSpPr>
            <p:nvPr/>
          </p:nvSpPr>
          <p:spPr>
            <a:xfrm>
              <a:off x="5882684" y="2209281"/>
              <a:ext cx="95109" cy="4102"/>
            </a:xfrm>
            <a:custGeom>
              <a:avLst/>
              <a:gdLst/>
              <a:ahLst/>
              <a:cxnLst/>
              <a:rect l="0" t="0" r="0" b="0"/>
              <a:pathLst>
                <a:path w="95109" h="4102">
                  <a:moveTo>
                    <a:pt x="95109" y="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1" name="Candidate_receptor__2960">
              <a:extLst>
                <a:ext uri="{FF2B5EF4-FFF2-40B4-BE49-F238E27FC236}">
                  <a16:creationId xmlns:a16="http://schemas.microsoft.com/office/drawing/2014/main" id="{F73CFA92-DDE5-CB60-F47D-2305D5861859}"/>
                </a:ext>
              </a:extLst>
            </p:cNvPr>
            <p:cNvSpPr>
              <a:spLocks noGrp="1"/>
            </p:cNvSpPr>
            <p:nvPr/>
          </p:nvSpPr>
          <p:spPr>
            <a:xfrm>
              <a:off x="4478711" y="4774108"/>
              <a:ext cx="85513" cy="70986"/>
            </a:xfrm>
            <a:custGeom>
              <a:avLst/>
              <a:gdLst/>
              <a:ahLst/>
              <a:cxnLst/>
              <a:rect l="0" t="0" r="0" b="0"/>
              <a:pathLst>
                <a:path w="85513" h="70986">
                  <a:moveTo>
                    <a:pt x="0" y="0"/>
                  </a:moveTo>
                  <a:lnTo>
                    <a:pt x="85513" y="7098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2" name="Candidate_receptor__2961">
              <a:extLst>
                <a:ext uri="{FF2B5EF4-FFF2-40B4-BE49-F238E27FC236}">
                  <a16:creationId xmlns:a16="http://schemas.microsoft.com/office/drawing/2014/main" id="{BD4BD89A-7EB6-6AF7-F150-6DDA42431F1A}"/>
                </a:ext>
              </a:extLst>
            </p:cNvPr>
            <p:cNvSpPr>
              <a:spLocks noGrp="1"/>
            </p:cNvSpPr>
            <p:nvPr/>
          </p:nvSpPr>
          <p:spPr>
            <a:xfrm>
              <a:off x="4560095" y="2252754"/>
              <a:ext cx="23764" cy="8426"/>
            </a:xfrm>
            <a:custGeom>
              <a:avLst/>
              <a:gdLst/>
              <a:ahLst/>
              <a:cxnLst/>
              <a:rect l="0" t="0" r="0" b="0"/>
              <a:pathLst>
                <a:path w="23764" h="8426">
                  <a:moveTo>
                    <a:pt x="23764" y="0"/>
                  </a:moveTo>
                  <a:lnTo>
                    <a:pt x="0" y="842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3" name="Candidate_receptor__2962">
              <a:extLst>
                <a:ext uri="{FF2B5EF4-FFF2-40B4-BE49-F238E27FC236}">
                  <a16:creationId xmlns:a16="http://schemas.microsoft.com/office/drawing/2014/main" id="{23ACDF94-B4F7-A132-074A-EA94990F2F54}"/>
                </a:ext>
              </a:extLst>
            </p:cNvPr>
            <p:cNvSpPr>
              <a:spLocks noGrp="1"/>
            </p:cNvSpPr>
            <p:nvPr/>
          </p:nvSpPr>
          <p:spPr>
            <a:xfrm>
              <a:off x="5410052" y="3453217"/>
              <a:ext cx="32964" cy="101535"/>
            </a:xfrm>
            <a:custGeom>
              <a:avLst/>
              <a:gdLst/>
              <a:ahLst/>
              <a:cxnLst/>
              <a:rect l="0" t="0" r="0" b="0"/>
              <a:pathLst>
                <a:path w="32964" h="101535">
                  <a:moveTo>
                    <a:pt x="0" y="101535"/>
                  </a:moveTo>
                  <a:lnTo>
                    <a:pt x="3296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4" name="Candidate_receptor__2963">
              <a:extLst>
                <a:ext uri="{FF2B5EF4-FFF2-40B4-BE49-F238E27FC236}">
                  <a16:creationId xmlns:a16="http://schemas.microsoft.com/office/drawing/2014/main" id="{85241141-B744-1055-2963-2382978C72F7}"/>
                </a:ext>
              </a:extLst>
            </p:cNvPr>
            <p:cNvSpPr>
              <a:spLocks noGrp="1"/>
            </p:cNvSpPr>
            <p:nvPr/>
          </p:nvSpPr>
          <p:spPr>
            <a:xfrm>
              <a:off x="5463987" y="1799795"/>
              <a:ext cx="29884" cy="35507"/>
            </a:xfrm>
            <a:custGeom>
              <a:avLst/>
              <a:gdLst/>
              <a:ahLst/>
              <a:cxnLst/>
              <a:rect l="0" t="0" r="0" b="0"/>
              <a:pathLst>
                <a:path w="29884" h="35507">
                  <a:moveTo>
                    <a:pt x="0" y="35507"/>
                  </a:moveTo>
                  <a:lnTo>
                    <a:pt x="29884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5" name="Candidate_receptor__2964">
              <a:extLst>
                <a:ext uri="{FF2B5EF4-FFF2-40B4-BE49-F238E27FC236}">
                  <a16:creationId xmlns:a16="http://schemas.microsoft.com/office/drawing/2014/main" id="{BBAB297E-7F00-32C6-CCC3-EE3D90941FB5}"/>
                </a:ext>
              </a:extLst>
            </p:cNvPr>
            <p:cNvSpPr>
              <a:spLocks noGrp="1"/>
            </p:cNvSpPr>
            <p:nvPr/>
          </p:nvSpPr>
          <p:spPr>
            <a:xfrm>
              <a:off x="4544102" y="4845094"/>
              <a:ext cx="20122" cy="110814"/>
            </a:xfrm>
            <a:custGeom>
              <a:avLst/>
              <a:gdLst/>
              <a:ahLst/>
              <a:cxnLst/>
              <a:rect l="0" t="0" r="0" b="0"/>
              <a:pathLst>
                <a:path w="20122" h="110814">
                  <a:moveTo>
                    <a:pt x="20122" y="0"/>
                  </a:moveTo>
                  <a:lnTo>
                    <a:pt x="0" y="11081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6" name="Candidate_receptor__2965">
              <a:extLst>
                <a:ext uri="{FF2B5EF4-FFF2-40B4-BE49-F238E27FC236}">
                  <a16:creationId xmlns:a16="http://schemas.microsoft.com/office/drawing/2014/main" id="{20D541C1-4B0E-6E38-ED15-B27C083AE4E6}"/>
                </a:ext>
              </a:extLst>
            </p:cNvPr>
            <p:cNvSpPr>
              <a:spLocks noGrp="1"/>
            </p:cNvSpPr>
            <p:nvPr/>
          </p:nvSpPr>
          <p:spPr>
            <a:xfrm>
              <a:off x="4979773" y="2066594"/>
              <a:ext cx="57015" cy="29636"/>
            </a:xfrm>
            <a:custGeom>
              <a:avLst/>
              <a:gdLst/>
              <a:ahLst/>
              <a:cxnLst/>
              <a:rect l="0" t="0" r="0" b="0"/>
              <a:pathLst>
                <a:path w="57015" h="29636">
                  <a:moveTo>
                    <a:pt x="57015" y="0"/>
                  </a:moveTo>
                  <a:lnTo>
                    <a:pt x="0" y="29636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7" name="Candidate_receptor__2966">
              <a:extLst>
                <a:ext uri="{FF2B5EF4-FFF2-40B4-BE49-F238E27FC236}">
                  <a16:creationId xmlns:a16="http://schemas.microsoft.com/office/drawing/2014/main" id="{51DCA321-E757-154F-F5A4-5CBC972471D3}"/>
                </a:ext>
              </a:extLst>
            </p:cNvPr>
            <p:cNvSpPr>
              <a:spLocks noGrp="1"/>
            </p:cNvSpPr>
            <p:nvPr/>
          </p:nvSpPr>
          <p:spPr>
            <a:xfrm>
              <a:off x="5875710" y="3242567"/>
              <a:ext cx="71903" cy="7573"/>
            </a:xfrm>
            <a:custGeom>
              <a:avLst/>
              <a:gdLst/>
              <a:ahLst/>
              <a:cxnLst/>
              <a:rect l="0" t="0" r="0" b="0"/>
              <a:pathLst>
                <a:path w="71903" h="7573">
                  <a:moveTo>
                    <a:pt x="71903" y="0"/>
                  </a:moveTo>
                  <a:lnTo>
                    <a:pt x="0" y="7573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68" name="Candidate_receptor__2967">
              <a:extLst>
                <a:ext uri="{FF2B5EF4-FFF2-40B4-BE49-F238E27FC236}">
                  <a16:creationId xmlns:a16="http://schemas.microsoft.com/office/drawing/2014/main" id="{2B54BB70-008B-7DD2-A9DE-4F3693BA11E3}"/>
                </a:ext>
              </a:extLst>
            </p:cNvPr>
            <p:cNvSpPr>
              <a:spLocks noGrp="1"/>
            </p:cNvSpPr>
            <p:nvPr/>
          </p:nvSpPr>
          <p:spPr>
            <a:xfrm>
              <a:off x="5058458" y="2842547"/>
              <a:ext cx="104414" cy="41274"/>
            </a:xfrm>
            <a:custGeom>
              <a:avLst/>
              <a:gdLst/>
              <a:ahLst/>
              <a:cxnLst/>
              <a:rect l="0" t="0" r="0" b="0"/>
              <a:pathLst>
                <a:path w="104414" h="41274">
                  <a:moveTo>
                    <a:pt x="104414" y="0"/>
                  </a:moveTo>
                  <a:lnTo>
                    <a:pt x="0" y="41274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69" name="Candidate_receptor__2968">
              <a:extLst>
                <a:ext uri="{FF2B5EF4-FFF2-40B4-BE49-F238E27FC236}">
                  <a16:creationId xmlns:a16="http://schemas.microsoft.com/office/drawing/2014/main" id="{1D165E54-2E43-D8F0-1A7D-104D23882932}"/>
                </a:ext>
              </a:extLst>
            </p:cNvPr>
            <p:cNvSpPr>
              <a:spLocks noGrp="1"/>
            </p:cNvSpPr>
            <p:nvPr/>
          </p:nvSpPr>
          <p:spPr>
            <a:xfrm>
              <a:off x="5993243" y="4481336"/>
              <a:ext cx="92752" cy="52876"/>
            </a:xfrm>
            <a:custGeom>
              <a:avLst/>
              <a:gdLst/>
              <a:ahLst/>
              <a:cxnLst/>
              <a:rect l="0" t="0" r="0" b="0"/>
              <a:pathLst>
                <a:path w="92752" h="52876">
                  <a:moveTo>
                    <a:pt x="0" y="52876"/>
                  </a:moveTo>
                  <a:lnTo>
                    <a:pt x="9275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0" name="Candidate_receptor__2969">
              <a:extLst>
                <a:ext uri="{FF2B5EF4-FFF2-40B4-BE49-F238E27FC236}">
                  <a16:creationId xmlns:a16="http://schemas.microsoft.com/office/drawing/2014/main" id="{54FEBBD6-7866-968A-D9BE-42D9EA979A01}"/>
                </a:ext>
              </a:extLst>
            </p:cNvPr>
            <p:cNvSpPr>
              <a:spLocks noGrp="1"/>
            </p:cNvSpPr>
            <p:nvPr/>
          </p:nvSpPr>
          <p:spPr>
            <a:xfrm>
              <a:off x="5122701" y="2464207"/>
              <a:ext cx="103832" cy="31909"/>
            </a:xfrm>
            <a:custGeom>
              <a:avLst/>
              <a:gdLst/>
              <a:ahLst/>
              <a:cxnLst/>
              <a:rect l="0" t="0" r="0" b="0"/>
              <a:pathLst>
                <a:path w="103832" h="31909">
                  <a:moveTo>
                    <a:pt x="0" y="31909"/>
                  </a:moveTo>
                  <a:lnTo>
                    <a:pt x="10383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1" name="Candidate_receptor__2970">
              <a:extLst>
                <a:ext uri="{FF2B5EF4-FFF2-40B4-BE49-F238E27FC236}">
                  <a16:creationId xmlns:a16="http://schemas.microsoft.com/office/drawing/2014/main" id="{03048EA2-6A6A-7492-EC37-70804B268280}"/>
                </a:ext>
              </a:extLst>
            </p:cNvPr>
            <p:cNvSpPr>
              <a:spLocks noGrp="1"/>
            </p:cNvSpPr>
            <p:nvPr/>
          </p:nvSpPr>
          <p:spPr>
            <a:xfrm>
              <a:off x="4714798" y="3104764"/>
              <a:ext cx="51854" cy="40502"/>
            </a:xfrm>
            <a:custGeom>
              <a:avLst/>
              <a:gdLst/>
              <a:ahLst/>
              <a:cxnLst/>
              <a:rect l="0" t="0" r="0" b="0"/>
              <a:pathLst>
                <a:path w="51854" h="40502">
                  <a:moveTo>
                    <a:pt x="51854" y="0"/>
                  </a:moveTo>
                  <a:lnTo>
                    <a:pt x="0" y="4050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72" name="Candidate_receptor__2971">
              <a:extLst>
                <a:ext uri="{FF2B5EF4-FFF2-40B4-BE49-F238E27FC236}">
                  <a16:creationId xmlns:a16="http://schemas.microsoft.com/office/drawing/2014/main" id="{43F7993A-62EE-0A63-C434-15963F996488}"/>
                </a:ext>
              </a:extLst>
            </p:cNvPr>
            <p:cNvSpPr>
              <a:spLocks noGrp="1"/>
            </p:cNvSpPr>
            <p:nvPr/>
          </p:nvSpPr>
          <p:spPr>
            <a:xfrm>
              <a:off x="5903941" y="3378447"/>
              <a:ext cx="110292" cy="28332"/>
            </a:xfrm>
            <a:custGeom>
              <a:avLst/>
              <a:gdLst/>
              <a:ahLst/>
              <a:cxnLst/>
              <a:rect l="0" t="0" r="0" b="0"/>
              <a:pathLst>
                <a:path w="110292" h="28332">
                  <a:moveTo>
                    <a:pt x="0" y="0"/>
                  </a:moveTo>
                  <a:lnTo>
                    <a:pt x="110292" y="2833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3" name="Candidate_receptor__2972">
              <a:extLst>
                <a:ext uri="{FF2B5EF4-FFF2-40B4-BE49-F238E27FC236}">
                  <a16:creationId xmlns:a16="http://schemas.microsoft.com/office/drawing/2014/main" id="{540873FA-C463-318F-3F4B-A3308419C478}"/>
                </a:ext>
              </a:extLst>
            </p:cNvPr>
            <p:cNvSpPr>
              <a:spLocks noGrp="1"/>
            </p:cNvSpPr>
            <p:nvPr/>
          </p:nvSpPr>
          <p:spPr>
            <a:xfrm>
              <a:off x="4884013" y="2691069"/>
              <a:ext cx="4535" cy="64209"/>
            </a:xfrm>
            <a:custGeom>
              <a:avLst/>
              <a:gdLst/>
              <a:ahLst/>
              <a:cxnLst/>
              <a:rect l="0" t="0" r="0" b="0"/>
              <a:pathLst>
                <a:path w="4535" h="64209">
                  <a:moveTo>
                    <a:pt x="4535" y="642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4" name="Candidate_receptor__2973">
              <a:extLst>
                <a:ext uri="{FF2B5EF4-FFF2-40B4-BE49-F238E27FC236}">
                  <a16:creationId xmlns:a16="http://schemas.microsoft.com/office/drawing/2014/main" id="{F0B7FEC4-C46F-70CD-AE7F-113E2D86E35E}"/>
                </a:ext>
              </a:extLst>
            </p:cNvPr>
            <p:cNvSpPr>
              <a:spLocks noGrp="1"/>
            </p:cNvSpPr>
            <p:nvPr/>
          </p:nvSpPr>
          <p:spPr>
            <a:xfrm>
              <a:off x="5812654" y="2209281"/>
              <a:ext cx="70030" cy="21808"/>
            </a:xfrm>
            <a:custGeom>
              <a:avLst/>
              <a:gdLst/>
              <a:ahLst/>
              <a:cxnLst/>
              <a:rect l="0" t="0" r="0" b="0"/>
              <a:pathLst>
                <a:path w="70030" h="21808">
                  <a:moveTo>
                    <a:pt x="70030" y="0"/>
                  </a:moveTo>
                  <a:lnTo>
                    <a:pt x="0" y="2180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5" name="Candidate_receptor__2974">
              <a:extLst>
                <a:ext uri="{FF2B5EF4-FFF2-40B4-BE49-F238E27FC236}">
                  <a16:creationId xmlns:a16="http://schemas.microsoft.com/office/drawing/2014/main" id="{4935E2E6-04B2-6D3B-A0CA-0DC82DDEA64A}"/>
                </a:ext>
              </a:extLst>
            </p:cNvPr>
            <p:cNvSpPr>
              <a:spLocks noGrp="1"/>
            </p:cNvSpPr>
            <p:nvPr/>
          </p:nvSpPr>
          <p:spPr>
            <a:xfrm>
              <a:off x="5745724" y="2077175"/>
              <a:ext cx="110230" cy="20848"/>
            </a:xfrm>
            <a:custGeom>
              <a:avLst/>
              <a:gdLst/>
              <a:ahLst/>
              <a:cxnLst/>
              <a:rect l="0" t="0" r="0" b="0"/>
              <a:pathLst>
                <a:path w="110230" h="20848">
                  <a:moveTo>
                    <a:pt x="110230" y="0"/>
                  </a:moveTo>
                  <a:lnTo>
                    <a:pt x="0" y="2084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6" name="Candidate_receptor__2975">
              <a:extLst>
                <a:ext uri="{FF2B5EF4-FFF2-40B4-BE49-F238E27FC236}">
                  <a16:creationId xmlns:a16="http://schemas.microsoft.com/office/drawing/2014/main" id="{DC4EB3B3-0AF9-ADDA-1225-850AC1DB8BF1}"/>
                </a:ext>
              </a:extLst>
            </p:cNvPr>
            <p:cNvSpPr>
              <a:spLocks noGrp="1"/>
            </p:cNvSpPr>
            <p:nvPr/>
          </p:nvSpPr>
          <p:spPr>
            <a:xfrm>
              <a:off x="5047668" y="3428764"/>
              <a:ext cx="65718" cy="90203"/>
            </a:xfrm>
            <a:custGeom>
              <a:avLst/>
              <a:gdLst/>
              <a:ahLst/>
              <a:cxnLst/>
              <a:rect l="0" t="0" r="0" b="0"/>
              <a:pathLst>
                <a:path w="65718" h="90203">
                  <a:moveTo>
                    <a:pt x="65718" y="0"/>
                  </a:moveTo>
                  <a:lnTo>
                    <a:pt x="0" y="90203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7" name="Candidate_receptor__2976">
              <a:extLst>
                <a:ext uri="{FF2B5EF4-FFF2-40B4-BE49-F238E27FC236}">
                  <a16:creationId xmlns:a16="http://schemas.microsoft.com/office/drawing/2014/main" id="{638549EE-3B3F-3122-32DB-D026E1702DA3}"/>
                </a:ext>
              </a:extLst>
            </p:cNvPr>
            <p:cNvSpPr>
              <a:spLocks noGrp="1"/>
            </p:cNvSpPr>
            <p:nvPr/>
          </p:nvSpPr>
          <p:spPr>
            <a:xfrm>
              <a:off x="6145900" y="4126236"/>
              <a:ext cx="103986" cy="10416"/>
            </a:xfrm>
            <a:custGeom>
              <a:avLst/>
              <a:gdLst/>
              <a:ahLst/>
              <a:cxnLst/>
              <a:rect l="0" t="0" r="0" b="0"/>
              <a:pathLst>
                <a:path w="103986" h="10416">
                  <a:moveTo>
                    <a:pt x="103986" y="104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8" name="Candidate_receptor__2977">
              <a:extLst>
                <a:ext uri="{FF2B5EF4-FFF2-40B4-BE49-F238E27FC236}">
                  <a16:creationId xmlns:a16="http://schemas.microsoft.com/office/drawing/2014/main" id="{6963B013-FE3B-9D64-171F-0844466EFE2A}"/>
                </a:ext>
              </a:extLst>
            </p:cNvPr>
            <p:cNvSpPr>
              <a:spLocks noGrp="1"/>
            </p:cNvSpPr>
            <p:nvPr/>
          </p:nvSpPr>
          <p:spPr>
            <a:xfrm>
              <a:off x="6473583" y="4271761"/>
              <a:ext cx="90722" cy="44556"/>
            </a:xfrm>
            <a:custGeom>
              <a:avLst/>
              <a:gdLst/>
              <a:ahLst/>
              <a:cxnLst/>
              <a:rect l="0" t="0" r="0" b="0"/>
              <a:pathLst>
                <a:path w="90722" h="44556">
                  <a:moveTo>
                    <a:pt x="90722" y="445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79" name="Candidate_receptor__2978">
              <a:extLst>
                <a:ext uri="{FF2B5EF4-FFF2-40B4-BE49-F238E27FC236}">
                  <a16:creationId xmlns:a16="http://schemas.microsoft.com/office/drawing/2014/main" id="{FF274705-1711-AE8D-98CD-873F86A6E16A}"/>
                </a:ext>
              </a:extLst>
            </p:cNvPr>
            <p:cNvSpPr>
              <a:spLocks noGrp="1"/>
            </p:cNvSpPr>
            <p:nvPr/>
          </p:nvSpPr>
          <p:spPr>
            <a:xfrm>
              <a:off x="4446920" y="2258833"/>
              <a:ext cx="6591" cy="106929"/>
            </a:xfrm>
            <a:custGeom>
              <a:avLst/>
              <a:gdLst/>
              <a:ahLst/>
              <a:cxnLst/>
              <a:rect l="0" t="0" r="0" b="0"/>
              <a:pathLst>
                <a:path w="6591" h="106929">
                  <a:moveTo>
                    <a:pt x="0" y="0"/>
                  </a:moveTo>
                  <a:lnTo>
                    <a:pt x="6591" y="106929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0" name="Candidate_receptor__2979">
              <a:extLst>
                <a:ext uri="{FF2B5EF4-FFF2-40B4-BE49-F238E27FC236}">
                  <a16:creationId xmlns:a16="http://schemas.microsoft.com/office/drawing/2014/main" id="{0EA30E6A-CD11-D941-1832-7BD94203414C}"/>
                </a:ext>
              </a:extLst>
            </p:cNvPr>
            <p:cNvSpPr>
              <a:spLocks noGrp="1"/>
            </p:cNvSpPr>
            <p:nvPr/>
          </p:nvSpPr>
          <p:spPr>
            <a:xfrm>
              <a:off x="5304429" y="3369325"/>
              <a:ext cx="25649" cy="6970"/>
            </a:xfrm>
            <a:custGeom>
              <a:avLst/>
              <a:gdLst/>
              <a:ahLst/>
              <a:cxnLst/>
              <a:rect l="0" t="0" r="0" b="0"/>
              <a:pathLst>
                <a:path w="25649" h="6970">
                  <a:moveTo>
                    <a:pt x="0" y="6970"/>
                  </a:moveTo>
                  <a:lnTo>
                    <a:pt x="2564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1" name="Candidate_receptor__2980">
              <a:extLst>
                <a:ext uri="{FF2B5EF4-FFF2-40B4-BE49-F238E27FC236}">
                  <a16:creationId xmlns:a16="http://schemas.microsoft.com/office/drawing/2014/main" id="{90F41518-8B56-41C6-FA9C-FFAA0B1C3667}"/>
                </a:ext>
              </a:extLst>
            </p:cNvPr>
            <p:cNvSpPr>
              <a:spLocks noGrp="1"/>
            </p:cNvSpPr>
            <p:nvPr/>
          </p:nvSpPr>
          <p:spPr>
            <a:xfrm>
              <a:off x="5593546" y="4081462"/>
              <a:ext cx="105726" cy="43779"/>
            </a:xfrm>
            <a:custGeom>
              <a:avLst/>
              <a:gdLst/>
              <a:ahLst/>
              <a:cxnLst/>
              <a:rect l="0" t="0" r="0" b="0"/>
              <a:pathLst>
                <a:path w="105726" h="43779">
                  <a:moveTo>
                    <a:pt x="105726" y="437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2" name="Candidate_receptor__2981">
              <a:extLst>
                <a:ext uri="{FF2B5EF4-FFF2-40B4-BE49-F238E27FC236}">
                  <a16:creationId xmlns:a16="http://schemas.microsoft.com/office/drawing/2014/main" id="{6D3B5D78-FC05-4D58-7D9D-B527F56A2D87}"/>
                </a:ext>
              </a:extLst>
            </p:cNvPr>
            <p:cNvSpPr>
              <a:spLocks noGrp="1"/>
            </p:cNvSpPr>
            <p:nvPr/>
          </p:nvSpPr>
          <p:spPr>
            <a:xfrm>
              <a:off x="4556404" y="2607360"/>
              <a:ext cx="81301" cy="425"/>
            </a:xfrm>
            <a:custGeom>
              <a:avLst/>
              <a:gdLst/>
              <a:ahLst/>
              <a:cxnLst/>
              <a:rect l="0" t="0" r="0" b="0"/>
              <a:pathLst>
                <a:path w="81301" h="425">
                  <a:moveTo>
                    <a:pt x="0" y="425"/>
                  </a:moveTo>
                  <a:lnTo>
                    <a:pt x="81301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3" name="Candidate_receptor__2982">
              <a:extLst>
                <a:ext uri="{FF2B5EF4-FFF2-40B4-BE49-F238E27FC236}">
                  <a16:creationId xmlns:a16="http://schemas.microsoft.com/office/drawing/2014/main" id="{5F0668DB-317A-5975-FDFB-128AAD02883D}"/>
                </a:ext>
              </a:extLst>
            </p:cNvPr>
            <p:cNvSpPr>
              <a:spLocks noGrp="1"/>
            </p:cNvSpPr>
            <p:nvPr/>
          </p:nvSpPr>
          <p:spPr>
            <a:xfrm>
              <a:off x="5067402" y="3922009"/>
              <a:ext cx="23177" cy="30930"/>
            </a:xfrm>
            <a:custGeom>
              <a:avLst/>
              <a:gdLst/>
              <a:ahLst/>
              <a:cxnLst/>
              <a:rect l="0" t="0" r="0" b="0"/>
              <a:pathLst>
                <a:path w="23177" h="30930">
                  <a:moveTo>
                    <a:pt x="0" y="0"/>
                  </a:moveTo>
                  <a:lnTo>
                    <a:pt x="23177" y="3093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4" name="Candidate_receptor__2983">
              <a:extLst>
                <a:ext uri="{FF2B5EF4-FFF2-40B4-BE49-F238E27FC236}">
                  <a16:creationId xmlns:a16="http://schemas.microsoft.com/office/drawing/2014/main" id="{212F5831-804B-65E5-EBBB-F93AF935049E}"/>
                </a:ext>
              </a:extLst>
            </p:cNvPr>
            <p:cNvSpPr>
              <a:spLocks noGrp="1"/>
            </p:cNvSpPr>
            <p:nvPr/>
          </p:nvSpPr>
          <p:spPr>
            <a:xfrm>
              <a:off x="5107632" y="3661514"/>
              <a:ext cx="52669" cy="90215"/>
            </a:xfrm>
            <a:custGeom>
              <a:avLst/>
              <a:gdLst/>
              <a:ahLst/>
              <a:cxnLst/>
              <a:rect l="0" t="0" r="0" b="0"/>
              <a:pathLst>
                <a:path w="52669" h="90215">
                  <a:moveTo>
                    <a:pt x="0" y="90215"/>
                  </a:moveTo>
                  <a:lnTo>
                    <a:pt x="52669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5" name="Candidate_receptor__2984">
              <a:extLst>
                <a:ext uri="{FF2B5EF4-FFF2-40B4-BE49-F238E27FC236}">
                  <a16:creationId xmlns:a16="http://schemas.microsoft.com/office/drawing/2014/main" id="{E0F2409D-C786-CB83-7128-9BAEE0313ACD}"/>
                </a:ext>
              </a:extLst>
            </p:cNvPr>
            <p:cNvSpPr>
              <a:spLocks noGrp="1"/>
            </p:cNvSpPr>
            <p:nvPr/>
          </p:nvSpPr>
          <p:spPr>
            <a:xfrm>
              <a:off x="4412468" y="3742992"/>
              <a:ext cx="99630" cy="7887"/>
            </a:xfrm>
            <a:custGeom>
              <a:avLst/>
              <a:gdLst/>
              <a:ahLst/>
              <a:cxnLst/>
              <a:rect l="0" t="0" r="0" b="0"/>
              <a:pathLst>
                <a:path w="99630" h="7887">
                  <a:moveTo>
                    <a:pt x="0" y="7887"/>
                  </a:moveTo>
                  <a:lnTo>
                    <a:pt x="9963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2986" name="Candidate_receptor__2985">
              <a:extLst>
                <a:ext uri="{FF2B5EF4-FFF2-40B4-BE49-F238E27FC236}">
                  <a16:creationId xmlns:a16="http://schemas.microsoft.com/office/drawing/2014/main" id="{75A09EFE-05D1-F116-A812-F7E476494D88}"/>
                </a:ext>
              </a:extLst>
            </p:cNvPr>
            <p:cNvSpPr>
              <a:spLocks noGrp="1"/>
            </p:cNvSpPr>
            <p:nvPr/>
          </p:nvSpPr>
          <p:spPr>
            <a:xfrm>
              <a:off x="6464972" y="4411544"/>
              <a:ext cx="43563" cy="22126"/>
            </a:xfrm>
            <a:custGeom>
              <a:avLst/>
              <a:gdLst/>
              <a:ahLst/>
              <a:cxnLst/>
              <a:rect l="0" t="0" r="0" b="0"/>
              <a:pathLst>
                <a:path w="43563" h="22126">
                  <a:moveTo>
                    <a:pt x="0" y="22126"/>
                  </a:moveTo>
                  <a:lnTo>
                    <a:pt x="43563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7" name="Candidate_receptor__2986">
              <a:extLst>
                <a:ext uri="{FF2B5EF4-FFF2-40B4-BE49-F238E27FC236}">
                  <a16:creationId xmlns:a16="http://schemas.microsoft.com/office/drawing/2014/main" id="{0B0AF5DF-70C2-2CA7-29FB-C81540704E86}"/>
                </a:ext>
              </a:extLst>
            </p:cNvPr>
            <p:cNvSpPr>
              <a:spLocks noGrp="1"/>
            </p:cNvSpPr>
            <p:nvPr/>
          </p:nvSpPr>
          <p:spPr>
            <a:xfrm>
              <a:off x="4943252" y="2463706"/>
              <a:ext cx="7710" cy="78609"/>
            </a:xfrm>
            <a:custGeom>
              <a:avLst/>
              <a:gdLst/>
              <a:ahLst/>
              <a:cxnLst/>
              <a:rect l="0" t="0" r="0" b="0"/>
              <a:pathLst>
                <a:path w="7710" h="78609">
                  <a:moveTo>
                    <a:pt x="0" y="78609"/>
                  </a:moveTo>
                  <a:lnTo>
                    <a:pt x="771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8" name="Candidate_receptor__2987">
              <a:extLst>
                <a:ext uri="{FF2B5EF4-FFF2-40B4-BE49-F238E27FC236}">
                  <a16:creationId xmlns:a16="http://schemas.microsoft.com/office/drawing/2014/main" id="{D70D1239-6E60-22B1-E87F-FA70C90D255E}"/>
                </a:ext>
              </a:extLst>
            </p:cNvPr>
            <p:cNvSpPr>
              <a:spLocks noGrp="1"/>
            </p:cNvSpPr>
            <p:nvPr/>
          </p:nvSpPr>
          <p:spPr>
            <a:xfrm>
              <a:off x="6085996" y="4481336"/>
              <a:ext cx="67681" cy="49738"/>
            </a:xfrm>
            <a:custGeom>
              <a:avLst/>
              <a:gdLst/>
              <a:ahLst/>
              <a:cxnLst/>
              <a:rect l="0" t="0" r="0" b="0"/>
              <a:pathLst>
                <a:path w="67681" h="49738">
                  <a:moveTo>
                    <a:pt x="0" y="0"/>
                  </a:moveTo>
                  <a:lnTo>
                    <a:pt x="67681" y="497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89" name="Candidate_receptor__2988">
              <a:extLst>
                <a:ext uri="{FF2B5EF4-FFF2-40B4-BE49-F238E27FC236}">
                  <a16:creationId xmlns:a16="http://schemas.microsoft.com/office/drawing/2014/main" id="{124FE7DD-A734-12FE-8794-E1625EA172FC}"/>
                </a:ext>
              </a:extLst>
            </p:cNvPr>
            <p:cNvSpPr>
              <a:spLocks noGrp="1"/>
            </p:cNvSpPr>
            <p:nvPr/>
          </p:nvSpPr>
          <p:spPr>
            <a:xfrm>
              <a:off x="5408807" y="3118255"/>
              <a:ext cx="23893" cy="477"/>
            </a:xfrm>
            <a:custGeom>
              <a:avLst/>
              <a:gdLst/>
              <a:ahLst/>
              <a:cxnLst/>
              <a:rect l="0" t="0" r="0" b="0"/>
              <a:pathLst>
                <a:path w="23893" h="477">
                  <a:moveTo>
                    <a:pt x="0" y="0"/>
                  </a:moveTo>
                  <a:lnTo>
                    <a:pt x="23893" y="47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0" name="Candidate_receptor__2989">
              <a:extLst>
                <a:ext uri="{FF2B5EF4-FFF2-40B4-BE49-F238E27FC236}">
                  <a16:creationId xmlns:a16="http://schemas.microsoft.com/office/drawing/2014/main" id="{DDAEDDF3-3135-874A-3BD4-0833562DFA78}"/>
                </a:ext>
              </a:extLst>
            </p:cNvPr>
            <p:cNvSpPr>
              <a:spLocks noGrp="1"/>
            </p:cNvSpPr>
            <p:nvPr/>
          </p:nvSpPr>
          <p:spPr>
            <a:xfrm>
              <a:off x="5977792" y="2125466"/>
              <a:ext cx="74128" cy="87917"/>
            </a:xfrm>
            <a:custGeom>
              <a:avLst/>
              <a:gdLst/>
              <a:ahLst/>
              <a:cxnLst/>
              <a:rect l="0" t="0" r="0" b="0"/>
              <a:pathLst>
                <a:path w="74128" h="87917">
                  <a:moveTo>
                    <a:pt x="74128" y="0"/>
                  </a:moveTo>
                  <a:lnTo>
                    <a:pt x="0" y="8791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1" name="Candidate_receptor__2990">
              <a:extLst>
                <a:ext uri="{FF2B5EF4-FFF2-40B4-BE49-F238E27FC236}">
                  <a16:creationId xmlns:a16="http://schemas.microsoft.com/office/drawing/2014/main" id="{459B7703-547C-FA7B-094A-049410B7E62C}"/>
                </a:ext>
              </a:extLst>
            </p:cNvPr>
            <p:cNvSpPr>
              <a:spLocks noGrp="1"/>
            </p:cNvSpPr>
            <p:nvPr/>
          </p:nvSpPr>
          <p:spPr>
            <a:xfrm>
              <a:off x="4850093" y="5142285"/>
              <a:ext cx="50106" cy="91951"/>
            </a:xfrm>
            <a:custGeom>
              <a:avLst/>
              <a:gdLst/>
              <a:ahLst/>
              <a:cxnLst/>
              <a:rect l="0" t="0" r="0" b="0"/>
              <a:pathLst>
                <a:path w="50106" h="91951">
                  <a:moveTo>
                    <a:pt x="0" y="91951"/>
                  </a:moveTo>
                  <a:lnTo>
                    <a:pt x="50106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2" name="Candidate_receptor__2991">
              <a:extLst>
                <a:ext uri="{FF2B5EF4-FFF2-40B4-BE49-F238E27FC236}">
                  <a16:creationId xmlns:a16="http://schemas.microsoft.com/office/drawing/2014/main" id="{9E8489AB-8238-F985-6A49-F3AB9F180BA7}"/>
                </a:ext>
              </a:extLst>
            </p:cNvPr>
            <p:cNvSpPr>
              <a:spLocks noGrp="1"/>
            </p:cNvSpPr>
            <p:nvPr/>
          </p:nvSpPr>
          <p:spPr>
            <a:xfrm>
              <a:off x="4900199" y="5142285"/>
              <a:ext cx="102022" cy="19340"/>
            </a:xfrm>
            <a:custGeom>
              <a:avLst/>
              <a:gdLst/>
              <a:ahLst/>
              <a:cxnLst/>
              <a:rect l="0" t="0" r="0" b="0"/>
              <a:pathLst>
                <a:path w="102022" h="19340">
                  <a:moveTo>
                    <a:pt x="0" y="0"/>
                  </a:moveTo>
                  <a:lnTo>
                    <a:pt x="102022" y="1934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3" name="Candidate_receptor__2992">
              <a:extLst>
                <a:ext uri="{FF2B5EF4-FFF2-40B4-BE49-F238E27FC236}">
                  <a16:creationId xmlns:a16="http://schemas.microsoft.com/office/drawing/2014/main" id="{EF827F19-9760-AC49-18AD-89258B58862F}"/>
                </a:ext>
              </a:extLst>
            </p:cNvPr>
            <p:cNvSpPr>
              <a:spLocks noGrp="1"/>
            </p:cNvSpPr>
            <p:nvPr/>
          </p:nvSpPr>
          <p:spPr>
            <a:xfrm>
              <a:off x="4324911" y="3475700"/>
              <a:ext cx="52154" cy="2060"/>
            </a:xfrm>
            <a:custGeom>
              <a:avLst/>
              <a:gdLst/>
              <a:ahLst/>
              <a:cxnLst/>
              <a:rect l="0" t="0" r="0" b="0"/>
              <a:pathLst>
                <a:path w="52154" h="2060">
                  <a:moveTo>
                    <a:pt x="52154" y="20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4" name="Candidate_receptor__2993">
              <a:extLst>
                <a:ext uri="{FF2B5EF4-FFF2-40B4-BE49-F238E27FC236}">
                  <a16:creationId xmlns:a16="http://schemas.microsoft.com/office/drawing/2014/main" id="{BD21E21E-6C1D-F465-1D76-48385A09FCAE}"/>
                </a:ext>
              </a:extLst>
            </p:cNvPr>
            <p:cNvSpPr>
              <a:spLocks noGrp="1"/>
            </p:cNvSpPr>
            <p:nvPr/>
          </p:nvSpPr>
          <p:spPr>
            <a:xfrm>
              <a:off x="5619469" y="1840087"/>
              <a:ext cx="103707" cy="47417"/>
            </a:xfrm>
            <a:custGeom>
              <a:avLst/>
              <a:gdLst/>
              <a:ahLst/>
              <a:cxnLst/>
              <a:rect l="0" t="0" r="0" b="0"/>
              <a:pathLst>
                <a:path w="103707" h="47417">
                  <a:moveTo>
                    <a:pt x="103707" y="0"/>
                  </a:moveTo>
                  <a:lnTo>
                    <a:pt x="0" y="4741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5" name="Candidate_receptor__2994">
              <a:extLst>
                <a:ext uri="{FF2B5EF4-FFF2-40B4-BE49-F238E27FC236}">
                  <a16:creationId xmlns:a16="http://schemas.microsoft.com/office/drawing/2014/main" id="{36F76AD3-C429-B74F-BE17-168632C52C36}"/>
                </a:ext>
              </a:extLst>
            </p:cNvPr>
            <p:cNvSpPr>
              <a:spLocks noGrp="1"/>
            </p:cNvSpPr>
            <p:nvPr/>
          </p:nvSpPr>
          <p:spPr>
            <a:xfrm>
              <a:off x="6102186" y="4126236"/>
              <a:ext cx="43714" cy="70912"/>
            </a:xfrm>
            <a:custGeom>
              <a:avLst/>
              <a:gdLst/>
              <a:ahLst/>
              <a:cxnLst/>
              <a:rect l="0" t="0" r="0" b="0"/>
              <a:pathLst>
                <a:path w="43714" h="70912">
                  <a:moveTo>
                    <a:pt x="43714" y="0"/>
                  </a:moveTo>
                  <a:lnTo>
                    <a:pt x="0" y="70912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6" name="Candidate_receptor__2995">
              <a:extLst>
                <a:ext uri="{FF2B5EF4-FFF2-40B4-BE49-F238E27FC236}">
                  <a16:creationId xmlns:a16="http://schemas.microsoft.com/office/drawing/2014/main" id="{68C3736B-4F80-6311-5D76-AAF40521FBAC}"/>
                </a:ext>
              </a:extLst>
            </p:cNvPr>
            <p:cNvSpPr>
              <a:spLocks noGrp="1"/>
            </p:cNvSpPr>
            <p:nvPr/>
          </p:nvSpPr>
          <p:spPr>
            <a:xfrm>
              <a:off x="6155263" y="3720233"/>
              <a:ext cx="83467" cy="68700"/>
            </a:xfrm>
            <a:custGeom>
              <a:avLst/>
              <a:gdLst/>
              <a:ahLst/>
              <a:cxnLst/>
              <a:rect l="0" t="0" r="0" b="0"/>
              <a:pathLst>
                <a:path w="83467" h="68700">
                  <a:moveTo>
                    <a:pt x="83467" y="0"/>
                  </a:moveTo>
                  <a:lnTo>
                    <a:pt x="0" y="6870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7" name="Candidate_receptor__2996">
              <a:extLst>
                <a:ext uri="{FF2B5EF4-FFF2-40B4-BE49-F238E27FC236}">
                  <a16:creationId xmlns:a16="http://schemas.microsoft.com/office/drawing/2014/main" id="{D73DDD42-CF8A-9DB8-D91B-8520A6C78414}"/>
                </a:ext>
              </a:extLst>
            </p:cNvPr>
            <p:cNvSpPr>
              <a:spLocks noGrp="1"/>
            </p:cNvSpPr>
            <p:nvPr/>
          </p:nvSpPr>
          <p:spPr>
            <a:xfrm>
              <a:off x="6401329" y="4271761"/>
              <a:ext cx="72254" cy="24737"/>
            </a:xfrm>
            <a:custGeom>
              <a:avLst/>
              <a:gdLst/>
              <a:ahLst/>
              <a:cxnLst/>
              <a:rect l="0" t="0" r="0" b="0"/>
              <a:pathLst>
                <a:path w="72254" h="24737">
                  <a:moveTo>
                    <a:pt x="72254" y="0"/>
                  </a:moveTo>
                  <a:lnTo>
                    <a:pt x="0" y="24737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8" name="Candidate_receptor__2997">
              <a:extLst>
                <a:ext uri="{FF2B5EF4-FFF2-40B4-BE49-F238E27FC236}">
                  <a16:creationId xmlns:a16="http://schemas.microsoft.com/office/drawing/2014/main" id="{7982D6B7-E500-B213-33E6-2EF27CB997F8}"/>
                </a:ext>
              </a:extLst>
            </p:cNvPr>
            <p:cNvSpPr>
              <a:spLocks noGrp="1"/>
            </p:cNvSpPr>
            <p:nvPr/>
          </p:nvSpPr>
          <p:spPr>
            <a:xfrm>
              <a:off x="5493871" y="1718409"/>
              <a:ext cx="66612" cy="81386"/>
            </a:xfrm>
            <a:custGeom>
              <a:avLst/>
              <a:gdLst/>
              <a:ahLst/>
              <a:cxnLst/>
              <a:rect l="0" t="0" r="0" b="0"/>
              <a:pathLst>
                <a:path w="66612" h="81386">
                  <a:moveTo>
                    <a:pt x="0" y="81386"/>
                  </a:moveTo>
                  <a:lnTo>
                    <a:pt x="66612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2999" name="Candidate_receptor__2998">
              <a:extLst>
                <a:ext uri="{FF2B5EF4-FFF2-40B4-BE49-F238E27FC236}">
                  <a16:creationId xmlns:a16="http://schemas.microsoft.com/office/drawing/2014/main" id="{19D76BAE-0E66-1B3C-DFA0-01CAC7CD761F}"/>
                </a:ext>
              </a:extLst>
            </p:cNvPr>
            <p:cNvSpPr>
              <a:spLocks noGrp="1"/>
            </p:cNvSpPr>
            <p:nvPr/>
          </p:nvSpPr>
          <p:spPr>
            <a:xfrm>
              <a:off x="6014233" y="3312105"/>
              <a:ext cx="36097" cy="94674"/>
            </a:xfrm>
            <a:custGeom>
              <a:avLst/>
              <a:gdLst/>
              <a:ahLst/>
              <a:cxnLst/>
              <a:rect l="0" t="0" r="0" b="0"/>
              <a:pathLst>
                <a:path w="36097" h="94674">
                  <a:moveTo>
                    <a:pt x="0" y="94674"/>
                  </a:moveTo>
                  <a:lnTo>
                    <a:pt x="36097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3000" name="Candidate_receptor__2999">
              <a:extLst>
                <a:ext uri="{FF2B5EF4-FFF2-40B4-BE49-F238E27FC236}">
                  <a16:creationId xmlns:a16="http://schemas.microsoft.com/office/drawing/2014/main" id="{8B38FB8D-9958-1911-61B0-071515936832}"/>
                </a:ext>
              </a:extLst>
            </p:cNvPr>
            <p:cNvSpPr>
              <a:spLocks noGrp="1"/>
            </p:cNvSpPr>
            <p:nvPr/>
          </p:nvSpPr>
          <p:spPr>
            <a:xfrm>
              <a:off x="4716347" y="3388593"/>
              <a:ext cx="4806" cy="2803"/>
            </a:xfrm>
            <a:custGeom>
              <a:avLst/>
              <a:gdLst/>
              <a:ahLst/>
              <a:cxnLst/>
              <a:rect l="0" t="0" r="0" b="0"/>
              <a:pathLst>
                <a:path w="4806" h="2803">
                  <a:moveTo>
                    <a:pt x="0" y="2803"/>
                  </a:moveTo>
                  <a:lnTo>
                    <a:pt x="4806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1" name="Candidate_receptor__3000">
              <a:extLst>
                <a:ext uri="{FF2B5EF4-FFF2-40B4-BE49-F238E27FC236}">
                  <a16:creationId xmlns:a16="http://schemas.microsoft.com/office/drawing/2014/main" id="{2FFDD082-B02F-CF61-CA0C-724E9E760A62}"/>
                </a:ext>
              </a:extLst>
            </p:cNvPr>
            <p:cNvSpPr>
              <a:spLocks noGrp="1"/>
            </p:cNvSpPr>
            <p:nvPr/>
          </p:nvSpPr>
          <p:spPr>
            <a:xfrm>
              <a:off x="5563441" y="3582780"/>
              <a:ext cx="22631" cy="6274"/>
            </a:xfrm>
            <a:custGeom>
              <a:avLst/>
              <a:gdLst/>
              <a:ahLst/>
              <a:cxnLst/>
              <a:rect l="0" t="0" r="0" b="0"/>
              <a:pathLst>
                <a:path w="22631" h="6274">
                  <a:moveTo>
                    <a:pt x="0" y="6274"/>
                  </a:moveTo>
                  <a:lnTo>
                    <a:pt x="22631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2" name="Candidate_receptor__3001">
              <a:extLst>
                <a:ext uri="{FF2B5EF4-FFF2-40B4-BE49-F238E27FC236}">
                  <a16:creationId xmlns:a16="http://schemas.microsoft.com/office/drawing/2014/main" id="{3A54A4A7-3838-CDB6-23AC-B29998AD56C8}"/>
                </a:ext>
              </a:extLst>
            </p:cNvPr>
            <p:cNvSpPr>
              <a:spLocks noGrp="1"/>
            </p:cNvSpPr>
            <p:nvPr/>
          </p:nvSpPr>
          <p:spPr>
            <a:xfrm>
              <a:off x="6245916" y="4136652"/>
              <a:ext cx="3970" cy="114997"/>
            </a:xfrm>
            <a:custGeom>
              <a:avLst/>
              <a:gdLst/>
              <a:ahLst/>
              <a:cxnLst/>
              <a:rect l="0" t="0" r="0" b="0"/>
              <a:pathLst>
                <a:path w="3970" h="114997">
                  <a:moveTo>
                    <a:pt x="0" y="114997"/>
                  </a:moveTo>
                  <a:lnTo>
                    <a:pt x="3970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3" name="Candidate_receptor__3002">
              <a:extLst>
                <a:ext uri="{FF2B5EF4-FFF2-40B4-BE49-F238E27FC236}">
                  <a16:creationId xmlns:a16="http://schemas.microsoft.com/office/drawing/2014/main" id="{EEC37DB3-20AC-3950-3752-A5ED8319FBE7}"/>
                </a:ext>
              </a:extLst>
            </p:cNvPr>
            <p:cNvSpPr>
              <a:spLocks noGrp="1"/>
            </p:cNvSpPr>
            <p:nvPr/>
          </p:nvSpPr>
          <p:spPr>
            <a:xfrm>
              <a:off x="5883437" y="3604555"/>
              <a:ext cx="50430" cy="73846"/>
            </a:xfrm>
            <a:custGeom>
              <a:avLst/>
              <a:gdLst/>
              <a:ahLst/>
              <a:cxnLst/>
              <a:rect l="0" t="0" r="0" b="0"/>
              <a:pathLst>
                <a:path w="50430" h="73846">
                  <a:moveTo>
                    <a:pt x="50430" y="738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4" name="Candidate_receptor__3003">
              <a:extLst>
                <a:ext uri="{FF2B5EF4-FFF2-40B4-BE49-F238E27FC236}">
                  <a16:creationId xmlns:a16="http://schemas.microsoft.com/office/drawing/2014/main" id="{8C075D76-604E-C28B-AF81-23387109D440}"/>
                </a:ext>
              </a:extLst>
            </p:cNvPr>
            <p:cNvSpPr>
              <a:spLocks noGrp="1"/>
            </p:cNvSpPr>
            <p:nvPr/>
          </p:nvSpPr>
          <p:spPr>
            <a:xfrm>
              <a:off x="4997756" y="5161625"/>
              <a:ext cx="4465" cy="112195"/>
            </a:xfrm>
            <a:custGeom>
              <a:avLst/>
              <a:gdLst/>
              <a:ahLst/>
              <a:cxnLst/>
              <a:rect l="0" t="0" r="0" b="0"/>
              <a:pathLst>
                <a:path w="4465" h="112195">
                  <a:moveTo>
                    <a:pt x="4465" y="0"/>
                  </a:moveTo>
                  <a:lnTo>
                    <a:pt x="0" y="112195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5" name="Candidate_receptor__3004">
              <a:extLst>
                <a:ext uri="{FF2B5EF4-FFF2-40B4-BE49-F238E27FC236}">
                  <a16:creationId xmlns:a16="http://schemas.microsoft.com/office/drawing/2014/main" id="{6A42FEB5-B29E-0988-7B05-4BBC04586E09}"/>
                </a:ext>
              </a:extLst>
            </p:cNvPr>
            <p:cNvSpPr>
              <a:spLocks noGrp="1"/>
            </p:cNvSpPr>
            <p:nvPr/>
          </p:nvSpPr>
          <p:spPr>
            <a:xfrm>
              <a:off x="4766652" y="3104764"/>
              <a:ext cx="104685" cy="28860"/>
            </a:xfrm>
            <a:custGeom>
              <a:avLst/>
              <a:gdLst/>
              <a:ahLst/>
              <a:cxnLst/>
              <a:rect l="0" t="0" r="0" b="0"/>
              <a:pathLst>
                <a:path w="104685" h="28860">
                  <a:moveTo>
                    <a:pt x="104685" y="2886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06" name="Candidate_receptor__3005">
              <a:extLst>
                <a:ext uri="{FF2B5EF4-FFF2-40B4-BE49-F238E27FC236}">
                  <a16:creationId xmlns:a16="http://schemas.microsoft.com/office/drawing/2014/main" id="{22FF1B0E-E4C7-EFF4-F72D-C973B6FAFF01}"/>
                </a:ext>
              </a:extLst>
            </p:cNvPr>
            <p:cNvSpPr>
              <a:spLocks noGrp="1"/>
            </p:cNvSpPr>
            <p:nvPr/>
          </p:nvSpPr>
          <p:spPr>
            <a:xfrm>
              <a:off x="5649367" y="4125241"/>
              <a:ext cx="49905" cy="102359"/>
            </a:xfrm>
            <a:custGeom>
              <a:avLst/>
              <a:gdLst/>
              <a:ahLst/>
              <a:cxnLst/>
              <a:rect l="0" t="0" r="0" b="0"/>
              <a:pathLst>
                <a:path w="49905" h="102359">
                  <a:moveTo>
                    <a:pt x="0" y="102359"/>
                  </a:moveTo>
                  <a:lnTo>
                    <a:pt x="49905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7" name="Candidate_receptor__3006">
              <a:extLst>
                <a:ext uri="{FF2B5EF4-FFF2-40B4-BE49-F238E27FC236}">
                  <a16:creationId xmlns:a16="http://schemas.microsoft.com/office/drawing/2014/main" id="{2434EE02-1FE7-547C-DB4C-77EFBD28F376}"/>
                </a:ext>
              </a:extLst>
            </p:cNvPr>
            <p:cNvSpPr>
              <a:spLocks noGrp="1"/>
            </p:cNvSpPr>
            <p:nvPr/>
          </p:nvSpPr>
          <p:spPr>
            <a:xfrm>
              <a:off x="5709073" y="3796396"/>
              <a:ext cx="54509" cy="99990"/>
            </a:xfrm>
            <a:custGeom>
              <a:avLst/>
              <a:gdLst/>
              <a:ahLst/>
              <a:cxnLst/>
              <a:rect l="0" t="0" r="0" b="0"/>
              <a:pathLst>
                <a:path w="54509" h="99990">
                  <a:moveTo>
                    <a:pt x="0" y="0"/>
                  </a:moveTo>
                  <a:lnTo>
                    <a:pt x="54509" y="9999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08" name="Candidate_receptor__3007">
              <a:extLst>
                <a:ext uri="{FF2B5EF4-FFF2-40B4-BE49-F238E27FC236}">
                  <a16:creationId xmlns:a16="http://schemas.microsoft.com/office/drawing/2014/main" id="{215B8C85-AA4E-B5F2-5949-C6622FAB8934}"/>
                </a:ext>
              </a:extLst>
            </p:cNvPr>
            <p:cNvSpPr>
              <a:spLocks noGrp="1"/>
            </p:cNvSpPr>
            <p:nvPr/>
          </p:nvSpPr>
          <p:spPr>
            <a:xfrm>
              <a:off x="4453511" y="2365762"/>
              <a:ext cx="57694" cy="37238"/>
            </a:xfrm>
            <a:custGeom>
              <a:avLst/>
              <a:gdLst/>
              <a:ahLst/>
              <a:cxnLst/>
              <a:rect l="0" t="0" r="0" b="0"/>
              <a:pathLst>
                <a:path w="57694" h="37238">
                  <a:moveTo>
                    <a:pt x="0" y="0"/>
                  </a:moveTo>
                  <a:lnTo>
                    <a:pt x="57694" y="37238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09" name="Candidate_receptor__3008">
              <a:extLst>
                <a:ext uri="{FF2B5EF4-FFF2-40B4-BE49-F238E27FC236}">
                  <a16:creationId xmlns:a16="http://schemas.microsoft.com/office/drawing/2014/main" id="{2E1C3A2B-AC1F-1726-49E2-0E754DBDDE47}"/>
                </a:ext>
              </a:extLst>
            </p:cNvPr>
            <p:cNvSpPr>
              <a:spLocks noGrp="1"/>
            </p:cNvSpPr>
            <p:nvPr/>
          </p:nvSpPr>
          <p:spPr>
            <a:xfrm>
              <a:off x="4544102" y="4955909"/>
              <a:ext cx="30509" cy="52566"/>
            </a:xfrm>
            <a:custGeom>
              <a:avLst/>
              <a:gdLst/>
              <a:ahLst/>
              <a:cxnLst/>
              <a:rect l="0" t="0" r="0" b="0"/>
              <a:pathLst>
                <a:path w="30509" h="52566">
                  <a:moveTo>
                    <a:pt x="0" y="0"/>
                  </a:moveTo>
                  <a:lnTo>
                    <a:pt x="30509" y="52566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0" name="Candidate_receptor__3009">
              <a:extLst>
                <a:ext uri="{FF2B5EF4-FFF2-40B4-BE49-F238E27FC236}">
                  <a16:creationId xmlns:a16="http://schemas.microsoft.com/office/drawing/2014/main" id="{367E18C1-8DC9-6B9B-5FCD-E38FB62FAD21}"/>
                </a:ext>
              </a:extLst>
            </p:cNvPr>
            <p:cNvSpPr>
              <a:spLocks noGrp="1"/>
            </p:cNvSpPr>
            <p:nvPr/>
          </p:nvSpPr>
          <p:spPr>
            <a:xfrm>
              <a:off x="5524026" y="2803925"/>
              <a:ext cx="12224" cy="83629"/>
            </a:xfrm>
            <a:custGeom>
              <a:avLst/>
              <a:gdLst/>
              <a:ahLst/>
              <a:cxnLst/>
              <a:rect l="0" t="0" r="0" b="0"/>
              <a:pathLst>
                <a:path w="12224" h="83629">
                  <a:moveTo>
                    <a:pt x="12224" y="0"/>
                  </a:moveTo>
                  <a:lnTo>
                    <a:pt x="0" y="83629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1" name="Candidate_receptor__3010">
              <a:extLst>
                <a:ext uri="{FF2B5EF4-FFF2-40B4-BE49-F238E27FC236}">
                  <a16:creationId xmlns:a16="http://schemas.microsoft.com/office/drawing/2014/main" id="{E172B3D5-8374-2A2E-B6F5-593D4E792A90}"/>
                </a:ext>
              </a:extLst>
            </p:cNvPr>
            <p:cNvSpPr>
              <a:spLocks noGrp="1"/>
            </p:cNvSpPr>
            <p:nvPr/>
          </p:nvSpPr>
          <p:spPr>
            <a:xfrm>
              <a:off x="5072348" y="2184438"/>
              <a:ext cx="50641" cy="101346"/>
            </a:xfrm>
            <a:custGeom>
              <a:avLst/>
              <a:gdLst/>
              <a:ahLst/>
              <a:cxnLst/>
              <a:rect l="0" t="0" r="0" b="0"/>
              <a:pathLst>
                <a:path w="50641" h="101346">
                  <a:moveTo>
                    <a:pt x="0" y="101346"/>
                  </a:moveTo>
                  <a:lnTo>
                    <a:pt x="50641" y="0"/>
                  </a:lnTo>
                </a:path>
              </a:pathLst>
            </a:custGeom>
            <a:noFill/>
            <a:ln w="8096">
              <a:solidFill>
                <a:srgbClr val="E3E7EB"/>
              </a:solidFill>
            </a:ln>
          </p:spPr>
        </p:sp>
        <p:sp>
          <p:nvSpPr>
            <p:cNvPr id="3012" name="Candidate_receptor__3011">
              <a:extLst>
                <a:ext uri="{FF2B5EF4-FFF2-40B4-BE49-F238E27FC236}">
                  <a16:creationId xmlns:a16="http://schemas.microsoft.com/office/drawing/2014/main" id="{425C6FE2-3D92-FF4B-50A7-9256C8283A41}"/>
                </a:ext>
              </a:extLst>
            </p:cNvPr>
            <p:cNvSpPr>
              <a:spLocks noGrp="1"/>
            </p:cNvSpPr>
            <p:nvPr/>
          </p:nvSpPr>
          <p:spPr>
            <a:xfrm>
              <a:off x="4643252" y="3816953"/>
              <a:ext cx="30594" cy="28952"/>
            </a:xfrm>
            <a:custGeom>
              <a:avLst/>
              <a:gdLst/>
              <a:ahLst/>
              <a:cxnLst/>
              <a:rect l="0" t="0" r="0" b="0"/>
              <a:pathLst>
                <a:path w="30594" h="28952">
                  <a:moveTo>
                    <a:pt x="0" y="28952"/>
                  </a:moveTo>
                  <a:lnTo>
                    <a:pt x="30594" y="0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13" name="Candidate_receptor__3012">
              <a:extLst>
                <a:ext uri="{FF2B5EF4-FFF2-40B4-BE49-F238E27FC236}">
                  <a16:creationId xmlns:a16="http://schemas.microsoft.com/office/drawing/2014/main" id="{D2809871-BB66-4DC3-5E50-5D9944687C69}"/>
                </a:ext>
              </a:extLst>
            </p:cNvPr>
            <p:cNvSpPr>
              <a:spLocks noGrp="1"/>
            </p:cNvSpPr>
            <p:nvPr/>
          </p:nvSpPr>
          <p:spPr>
            <a:xfrm>
              <a:off x="4862299" y="4715119"/>
              <a:ext cx="68156" cy="89092"/>
            </a:xfrm>
            <a:custGeom>
              <a:avLst/>
              <a:gdLst/>
              <a:ahLst/>
              <a:cxnLst/>
              <a:rect l="0" t="0" r="0" b="0"/>
              <a:pathLst>
                <a:path w="68156" h="89092">
                  <a:moveTo>
                    <a:pt x="0" y="0"/>
                  </a:moveTo>
                  <a:lnTo>
                    <a:pt x="68156" y="89092"/>
                  </a:lnTo>
                </a:path>
              </a:pathLst>
            </a:custGeom>
            <a:noFill/>
            <a:ln w="20003">
              <a:solidFill>
                <a:srgbClr val="E3E7EB"/>
              </a:solidFill>
            </a:ln>
          </p:spPr>
        </p:sp>
        <p:sp>
          <p:nvSpPr>
            <p:cNvPr id="3014" name="Candidate_receptor__3013">
              <a:extLst>
                <a:ext uri="{FF2B5EF4-FFF2-40B4-BE49-F238E27FC236}">
                  <a16:creationId xmlns:a16="http://schemas.microsoft.com/office/drawing/2014/main" id="{6A90C6CE-92CE-1F3F-9159-49A3F726E5D5}"/>
                </a:ext>
              </a:extLst>
            </p:cNvPr>
            <p:cNvSpPr>
              <a:spLocks noGrp="1"/>
            </p:cNvSpPr>
            <p:nvPr/>
          </p:nvSpPr>
          <p:spPr>
            <a:xfrm>
              <a:off x="4702957" y="3244104"/>
              <a:ext cx="36641" cy="9791"/>
            </a:xfrm>
            <a:custGeom>
              <a:avLst/>
              <a:gdLst/>
              <a:ahLst/>
              <a:cxnLst/>
              <a:rect l="0" t="0" r="0" b="0"/>
              <a:pathLst>
                <a:path w="36641" h="9791">
                  <a:moveTo>
                    <a:pt x="36641" y="97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5" name="Candidate_receptor__3014">
              <a:extLst>
                <a:ext uri="{FF2B5EF4-FFF2-40B4-BE49-F238E27FC236}">
                  <a16:creationId xmlns:a16="http://schemas.microsoft.com/office/drawing/2014/main" id="{9192F890-FCF2-D3BD-7270-39A59A23D575}"/>
                </a:ext>
              </a:extLst>
            </p:cNvPr>
            <p:cNvSpPr>
              <a:spLocks noGrp="1"/>
            </p:cNvSpPr>
            <p:nvPr/>
          </p:nvSpPr>
          <p:spPr>
            <a:xfrm>
              <a:off x="4446920" y="2258833"/>
              <a:ext cx="113175" cy="2348"/>
            </a:xfrm>
            <a:custGeom>
              <a:avLst/>
              <a:gdLst/>
              <a:ahLst/>
              <a:cxnLst/>
              <a:rect l="0" t="0" r="0" b="0"/>
              <a:pathLst>
                <a:path w="113175" h="2348">
                  <a:moveTo>
                    <a:pt x="113175" y="234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16" name="Candidate_receptor__3015">
              <a:extLst>
                <a:ext uri="{FF2B5EF4-FFF2-40B4-BE49-F238E27FC236}">
                  <a16:creationId xmlns:a16="http://schemas.microsoft.com/office/drawing/2014/main" id="{EB9FD6A3-2FE1-E21C-2559-22020DF82CCC}"/>
                </a:ext>
              </a:extLst>
            </p:cNvPr>
            <p:cNvSpPr>
              <a:spLocks noGrp="1"/>
            </p:cNvSpPr>
            <p:nvPr/>
          </p:nvSpPr>
          <p:spPr>
            <a:xfrm>
              <a:off x="4401248" y="3302420"/>
              <a:ext cx="56223" cy="100182"/>
            </a:xfrm>
            <a:custGeom>
              <a:avLst/>
              <a:gdLst/>
              <a:ahLst/>
              <a:cxnLst/>
              <a:rect l="0" t="0" r="0" b="0"/>
              <a:pathLst>
                <a:path w="56223" h="100182">
                  <a:moveTo>
                    <a:pt x="0" y="0"/>
                  </a:moveTo>
                  <a:lnTo>
                    <a:pt x="56223" y="100182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7" name="Candidate_receptor__3016">
              <a:extLst>
                <a:ext uri="{FF2B5EF4-FFF2-40B4-BE49-F238E27FC236}">
                  <a16:creationId xmlns:a16="http://schemas.microsoft.com/office/drawing/2014/main" id="{DE022B53-5E4D-764D-54E3-B30C2446722F}"/>
                </a:ext>
              </a:extLst>
            </p:cNvPr>
            <p:cNvSpPr>
              <a:spLocks noGrp="1"/>
            </p:cNvSpPr>
            <p:nvPr/>
          </p:nvSpPr>
          <p:spPr>
            <a:xfrm>
              <a:off x="6103193" y="4531075"/>
              <a:ext cx="50484" cy="100495"/>
            </a:xfrm>
            <a:custGeom>
              <a:avLst/>
              <a:gdLst/>
              <a:ahLst/>
              <a:cxnLst/>
              <a:rect l="0" t="0" r="0" b="0"/>
              <a:pathLst>
                <a:path w="50484" h="100495">
                  <a:moveTo>
                    <a:pt x="50484" y="0"/>
                  </a:moveTo>
                  <a:lnTo>
                    <a:pt x="0" y="100495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8" name="Candidate_receptor__3017">
              <a:extLst>
                <a:ext uri="{FF2B5EF4-FFF2-40B4-BE49-F238E27FC236}">
                  <a16:creationId xmlns:a16="http://schemas.microsoft.com/office/drawing/2014/main" id="{6005DB90-0FD9-11CA-9699-DCB3DDDF95C2}"/>
                </a:ext>
              </a:extLst>
            </p:cNvPr>
            <p:cNvSpPr>
              <a:spLocks noGrp="1"/>
            </p:cNvSpPr>
            <p:nvPr/>
          </p:nvSpPr>
          <p:spPr>
            <a:xfrm>
              <a:off x="4838543" y="4304750"/>
              <a:ext cx="96341" cy="62144"/>
            </a:xfrm>
            <a:custGeom>
              <a:avLst/>
              <a:gdLst/>
              <a:ahLst/>
              <a:cxnLst/>
              <a:rect l="0" t="0" r="0" b="0"/>
              <a:pathLst>
                <a:path w="96341" h="62144">
                  <a:moveTo>
                    <a:pt x="96341" y="0"/>
                  </a:moveTo>
                  <a:lnTo>
                    <a:pt x="0" y="62144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19" name="Candidate_receptor__3018">
              <a:extLst>
                <a:ext uri="{FF2B5EF4-FFF2-40B4-BE49-F238E27FC236}">
                  <a16:creationId xmlns:a16="http://schemas.microsoft.com/office/drawing/2014/main" id="{6043FFF3-B97E-6B2D-2302-8F9BFD060CF4}"/>
                </a:ext>
              </a:extLst>
            </p:cNvPr>
            <p:cNvSpPr>
              <a:spLocks noGrp="1"/>
            </p:cNvSpPr>
            <p:nvPr/>
          </p:nvSpPr>
          <p:spPr>
            <a:xfrm>
              <a:off x="5722191" y="2418823"/>
              <a:ext cx="63125" cy="65079"/>
            </a:xfrm>
            <a:custGeom>
              <a:avLst/>
              <a:gdLst/>
              <a:ahLst/>
              <a:cxnLst/>
              <a:rect l="0" t="0" r="0" b="0"/>
              <a:pathLst>
                <a:path w="63125" h="65079">
                  <a:moveTo>
                    <a:pt x="63125" y="650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0" name="Candidate_receptor__3019">
              <a:extLst>
                <a:ext uri="{FF2B5EF4-FFF2-40B4-BE49-F238E27FC236}">
                  <a16:creationId xmlns:a16="http://schemas.microsoft.com/office/drawing/2014/main" id="{7C6C52EB-BD61-FD7B-9AF0-801F3F73C66B}"/>
                </a:ext>
              </a:extLst>
            </p:cNvPr>
            <p:cNvSpPr>
              <a:spLocks noGrp="1"/>
            </p:cNvSpPr>
            <p:nvPr/>
          </p:nvSpPr>
          <p:spPr>
            <a:xfrm>
              <a:off x="4871337" y="3133624"/>
              <a:ext cx="60892" cy="72477"/>
            </a:xfrm>
            <a:custGeom>
              <a:avLst/>
              <a:gdLst/>
              <a:ahLst/>
              <a:cxnLst/>
              <a:rect l="0" t="0" r="0" b="0"/>
              <a:pathLst>
                <a:path w="60892" h="72477">
                  <a:moveTo>
                    <a:pt x="60892" y="7247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1" name="Candidate_receptor__3020">
              <a:extLst>
                <a:ext uri="{FF2B5EF4-FFF2-40B4-BE49-F238E27FC236}">
                  <a16:creationId xmlns:a16="http://schemas.microsoft.com/office/drawing/2014/main" id="{5C6DD45C-DC1F-FF81-B293-6085C836962E}"/>
                </a:ext>
              </a:extLst>
            </p:cNvPr>
            <p:cNvSpPr>
              <a:spLocks noGrp="1"/>
            </p:cNvSpPr>
            <p:nvPr/>
          </p:nvSpPr>
          <p:spPr>
            <a:xfrm>
              <a:off x="5036788" y="2066594"/>
              <a:ext cx="86201" cy="117844"/>
            </a:xfrm>
            <a:custGeom>
              <a:avLst/>
              <a:gdLst/>
              <a:ahLst/>
              <a:cxnLst/>
              <a:rect l="0" t="0" r="0" b="0"/>
              <a:pathLst>
                <a:path w="86201" h="117844">
                  <a:moveTo>
                    <a:pt x="86201" y="11784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2" name="Candidate_receptor__3021">
              <a:extLst>
                <a:ext uri="{FF2B5EF4-FFF2-40B4-BE49-F238E27FC236}">
                  <a16:creationId xmlns:a16="http://schemas.microsoft.com/office/drawing/2014/main" id="{3E0A9DB1-DC58-191C-D0D8-D2D4CB1584DF}"/>
                </a:ext>
              </a:extLst>
            </p:cNvPr>
            <p:cNvSpPr>
              <a:spLocks noGrp="1"/>
            </p:cNvSpPr>
            <p:nvPr/>
          </p:nvSpPr>
          <p:spPr>
            <a:xfrm>
              <a:off x="5633865" y="2223884"/>
              <a:ext cx="3116" cy="44061"/>
            </a:xfrm>
            <a:custGeom>
              <a:avLst/>
              <a:gdLst/>
              <a:ahLst/>
              <a:cxnLst/>
              <a:rect l="0" t="0" r="0" b="0"/>
              <a:pathLst>
                <a:path w="3116" h="44061">
                  <a:moveTo>
                    <a:pt x="0" y="0"/>
                  </a:moveTo>
                  <a:lnTo>
                    <a:pt x="3116" y="4406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3" name="Candidate_receptor__3022">
              <a:extLst>
                <a:ext uri="{FF2B5EF4-FFF2-40B4-BE49-F238E27FC236}">
                  <a16:creationId xmlns:a16="http://schemas.microsoft.com/office/drawing/2014/main" id="{F113FCA5-6621-3BC5-B4DC-F4E13F7BCD90}"/>
                </a:ext>
              </a:extLst>
            </p:cNvPr>
            <p:cNvSpPr>
              <a:spLocks noGrp="1"/>
            </p:cNvSpPr>
            <p:nvPr/>
          </p:nvSpPr>
          <p:spPr>
            <a:xfrm>
              <a:off x="5628891" y="3448568"/>
              <a:ext cx="76025" cy="61541"/>
            </a:xfrm>
            <a:custGeom>
              <a:avLst/>
              <a:gdLst/>
              <a:ahLst/>
              <a:cxnLst/>
              <a:rect l="0" t="0" r="0" b="0"/>
              <a:pathLst>
                <a:path w="76025" h="61541">
                  <a:moveTo>
                    <a:pt x="0" y="0"/>
                  </a:moveTo>
                  <a:lnTo>
                    <a:pt x="76025" y="6154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24" name="Candidate_receptor__3023">
              <a:extLst>
                <a:ext uri="{FF2B5EF4-FFF2-40B4-BE49-F238E27FC236}">
                  <a16:creationId xmlns:a16="http://schemas.microsoft.com/office/drawing/2014/main" id="{2E9E2F83-DF02-5AE2-6176-B7C339BA4FA8}"/>
                </a:ext>
              </a:extLst>
            </p:cNvPr>
            <p:cNvSpPr>
              <a:spLocks noGrp="1"/>
            </p:cNvSpPr>
            <p:nvPr/>
          </p:nvSpPr>
          <p:spPr>
            <a:xfrm>
              <a:off x="5710061" y="2098022"/>
              <a:ext cx="35663" cy="1493"/>
            </a:xfrm>
            <a:custGeom>
              <a:avLst/>
              <a:gdLst/>
              <a:ahLst/>
              <a:cxnLst/>
              <a:rect l="0" t="0" r="0" b="0"/>
              <a:pathLst>
                <a:path w="35663" h="1493">
                  <a:moveTo>
                    <a:pt x="35663" y="0"/>
                  </a:moveTo>
                  <a:lnTo>
                    <a:pt x="0" y="1493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5" name="Candidate_receptor__3024">
              <a:extLst>
                <a:ext uri="{FF2B5EF4-FFF2-40B4-BE49-F238E27FC236}">
                  <a16:creationId xmlns:a16="http://schemas.microsoft.com/office/drawing/2014/main" id="{F2896A0B-EC89-62F1-E142-C271AF46ED3E}"/>
                </a:ext>
              </a:extLst>
            </p:cNvPr>
            <p:cNvSpPr>
              <a:spLocks noGrp="1"/>
            </p:cNvSpPr>
            <p:nvPr/>
          </p:nvSpPr>
          <p:spPr>
            <a:xfrm>
              <a:off x="4840334" y="2542315"/>
              <a:ext cx="102918" cy="46686"/>
            </a:xfrm>
            <a:custGeom>
              <a:avLst/>
              <a:gdLst/>
              <a:ahLst/>
              <a:cxnLst/>
              <a:rect l="0" t="0" r="0" b="0"/>
              <a:pathLst>
                <a:path w="102918" h="46686">
                  <a:moveTo>
                    <a:pt x="0" y="46686"/>
                  </a:moveTo>
                  <a:lnTo>
                    <a:pt x="10291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6" name="Candidate_receptor__3025">
              <a:extLst>
                <a:ext uri="{FF2B5EF4-FFF2-40B4-BE49-F238E27FC236}">
                  <a16:creationId xmlns:a16="http://schemas.microsoft.com/office/drawing/2014/main" id="{6977D449-FB71-E108-785D-AD55C6335606}"/>
                </a:ext>
              </a:extLst>
            </p:cNvPr>
            <p:cNvSpPr>
              <a:spLocks noGrp="1"/>
            </p:cNvSpPr>
            <p:nvPr/>
          </p:nvSpPr>
          <p:spPr>
            <a:xfrm>
              <a:off x="5026150" y="3378518"/>
              <a:ext cx="87235" cy="50246"/>
            </a:xfrm>
            <a:custGeom>
              <a:avLst/>
              <a:gdLst/>
              <a:ahLst/>
              <a:cxnLst/>
              <a:rect l="0" t="0" r="0" b="0"/>
              <a:pathLst>
                <a:path w="87235" h="50246">
                  <a:moveTo>
                    <a:pt x="0" y="0"/>
                  </a:moveTo>
                  <a:lnTo>
                    <a:pt x="87235" y="50246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7" name="Candidate_receptor__3026">
              <a:extLst>
                <a:ext uri="{FF2B5EF4-FFF2-40B4-BE49-F238E27FC236}">
                  <a16:creationId xmlns:a16="http://schemas.microsoft.com/office/drawing/2014/main" id="{893B5611-0F84-4124-7097-D72AA36A4872}"/>
                </a:ext>
              </a:extLst>
            </p:cNvPr>
            <p:cNvSpPr>
              <a:spLocks noGrp="1"/>
            </p:cNvSpPr>
            <p:nvPr/>
          </p:nvSpPr>
          <p:spPr>
            <a:xfrm>
              <a:off x="6508535" y="4316316"/>
              <a:ext cx="55770" cy="95228"/>
            </a:xfrm>
            <a:custGeom>
              <a:avLst/>
              <a:gdLst/>
              <a:ahLst/>
              <a:cxnLst/>
              <a:rect l="0" t="0" r="0" b="0"/>
              <a:pathLst>
                <a:path w="55770" h="95228">
                  <a:moveTo>
                    <a:pt x="0" y="95228"/>
                  </a:moveTo>
                  <a:lnTo>
                    <a:pt x="5577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8" name="Candidate_receptor__3027">
              <a:extLst>
                <a:ext uri="{FF2B5EF4-FFF2-40B4-BE49-F238E27FC236}">
                  <a16:creationId xmlns:a16="http://schemas.microsoft.com/office/drawing/2014/main" id="{A0FB115B-5459-A2BD-91D4-F9AFC95780A5}"/>
                </a:ext>
              </a:extLst>
            </p:cNvPr>
            <p:cNvSpPr>
              <a:spLocks noGrp="1"/>
            </p:cNvSpPr>
            <p:nvPr/>
          </p:nvSpPr>
          <p:spPr>
            <a:xfrm>
              <a:off x="4702206" y="3534346"/>
              <a:ext cx="60508" cy="3468"/>
            </a:xfrm>
            <a:custGeom>
              <a:avLst/>
              <a:gdLst/>
              <a:ahLst/>
              <a:cxnLst/>
              <a:rect l="0" t="0" r="0" b="0"/>
              <a:pathLst>
                <a:path w="60508" h="3468">
                  <a:moveTo>
                    <a:pt x="0" y="3468"/>
                  </a:moveTo>
                  <a:lnTo>
                    <a:pt x="6050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29" name="Candidate_receptor__3028">
              <a:extLst>
                <a:ext uri="{FF2B5EF4-FFF2-40B4-BE49-F238E27FC236}">
                  <a16:creationId xmlns:a16="http://schemas.microsoft.com/office/drawing/2014/main" id="{57C855B5-2FC7-55F5-CED6-285ED74A0844}"/>
                </a:ext>
              </a:extLst>
            </p:cNvPr>
            <p:cNvSpPr>
              <a:spLocks noGrp="1"/>
            </p:cNvSpPr>
            <p:nvPr/>
          </p:nvSpPr>
          <p:spPr>
            <a:xfrm>
              <a:off x="5771946" y="2757382"/>
              <a:ext cx="33445" cy="11287"/>
            </a:xfrm>
            <a:custGeom>
              <a:avLst/>
              <a:gdLst/>
              <a:ahLst/>
              <a:cxnLst/>
              <a:rect l="0" t="0" r="0" b="0"/>
              <a:pathLst>
                <a:path w="33445" h="11287">
                  <a:moveTo>
                    <a:pt x="33445" y="112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30" name="Candidate_receptor__3029">
              <a:extLst>
                <a:ext uri="{FF2B5EF4-FFF2-40B4-BE49-F238E27FC236}">
                  <a16:creationId xmlns:a16="http://schemas.microsoft.com/office/drawing/2014/main" id="{692FBED4-2E71-D61E-0C17-E9E637E5A8FE}"/>
                </a:ext>
              </a:extLst>
            </p:cNvPr>
            <p:cNvSpPr>
              <a:spLocks noGrp="1"/>
            </p:cNvSpPr>
            <p:nvPr/>
          </p:nvSpPr>
          <p:spPr>
            <a:xfrm>
              <a:off x="5303241" y="3194540"/>
              <a:ext cx="87205" cy="76996"/>
            </a:xfrm>
            <a:custGeom>
              <a:avLst/>
              <a:gdLst/>
              <a:ahLst/>
              <a:cxnLst/>
              <a:rect l="0" t="0" r="0" b="0"/>
              <a:pathLst>
                <a:path w="87205" h="76996">
                  <a:moveTo>
                    <a:pt x="87205" y="769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1" name="Candidate_receptor__3030">
              <a:extLst>
                <a:ext uri="{FF2B5EF4-FFF2-40B4-BE49-F238E27FC236}">
                  <a16:creationId xmlns:a16="http://schemas.microsoft.com/office/drawing/2014/main" id="{CF6F51E4-3AA2-4A36-8A4E-2ACBE5C4EE6F}"/>
                </a:ext>
              </a:extLst>
            </p:cNvPr>
            <p:cNvSpPr>
              <a:spLocks noGrp="1"/>
            </p:cNvSpPr>
            <p:nvPr/>
          </p:nvSpPr>
          <p:spPr>
            <a:xfrm>
              <a:off x="4377065" y="3402602"/>
              <a:ext cx="80406" cy="75159"/>
            </a:xfrm>
            <a:custGeom>
              <a:avLst/>
              <a:gdLst/>
              <a:ahLst/>
              <a:cxnLst/>
              <a:rect l="0" t="0" r="0" b="0"/>
              <a:pathLst>
                <a:path w="80406" h="75159">
                  <a:moveTo>
                    <a:pt x="80406" y="0"/>
                  </a:moveTo>
                  <a:lnTo>
                    <a:pt x="0" y="75159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2" name="Candidate_receptor__3031">
              <a:extLst>
                <a:ext uri="{FF2B5EF4-FFF2-40B4-BE49-F238E27FC236}">
                  <a16:creationId xmlns:a16="http://schemas.microsoft.com/office/drawing/2014/main" id="{ED8BC4C6-124A-98C7-1C84-8AFDA9FDE171}"/>
                </a:ext>
              </a:extLst>
            </p:cNvPr>
            <p:cNvSpPr>
              <a:spLocks noGrp="1"/>
            </p:cNvSpPr>
            <p:nvPr/>
          </p:nvSpPr>
          <p:spPr>
            <a:xfrm>
              <a:off x="5834623" y="3374479"/>
              <a:ext cx="69318" cy="3968"/>
            </a:xfrm>
            <a:custGeom>
              <a:avLst/>
              <a:gdLst/>
              <a:ahLst/>
              <a:cxnLst/>
              <a:rect l="0" t="0" r="0" b="0"/>
              <a:pathLst>
                <a:path w="69318" h="3968">
                  <a:moveTo>
                    <a:pt x="0" y="0"/>
                  </a:moveTo>
                  <a:lnTo>
                    <a:pt x="69318" y="3968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3" name="Candidate_receptor__3032">
              <a:extLst>
                <a:ext uri="{FF2B5EF4-FFF2-40B4-BE49-F238E27FC236}">
                  <a16:creationId xmlns:a16="http://schemas.microsoft.com/office/drawing/2014/main" id="{5C6140FC-D2B1-9318-D010-92C1F43F9503}"/>
                </a:ext>
              </a:extLst>
            </p:cNvPr>
            <p:cNvSpPr>
              <a:spLocks noGrp="1"/>
            </p:cNvSpPr>
            <p:nvPr/>
          </p:nvSpPr>
          <p:spPr>
            <a:xfrm>
              <a:off x="4969421" y="4380807"/>
              <a:ext cx="37806" cy="92174"/>
            </a:xfrm>
            <a:custGeom>
              <a:avLst/>
              <a:gdLst/>
              <a:ahLst/>
              <a:cxnLst/>
              <a:rect l="0" t="0" r="0" b="0"/>
              <a:pathLst>
                <a:path w="37806" h="92174">
                  <a:moveTo>
                    <a:pt x="0" y="92174"/>
                  </a:moveTo>
                  <a:lnTo>
                    <a:pt x="37806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4" name="Candidate_receptor__3033">
              <a:extLst>
                <a:ext uri="{FF2B5EF4-FFF2-40B4-BE49-F238E27FC236}">
                  <a16:creationId xmlns:a16="http://schemas.microsoft.com/office/drawing/2014/main" id="{B32399F0-27D7-BB39-DD1B-7D8383A11D06}"/>
                </a:ext>
              </a:extLst>
            </p:cNvPr>
            <p:cNvSpPr>
              <a:spLocks noGrp="1"/>
            </p:cNvSpPr>
            <p:nvPr/>
          </p:nvSpPr>
          <p:spPr>
            <a:xfrm>
              <a:off x="5395028" y="1632576"/>
              <a:ext cx="71795" cy="52051"/>
            </a:xfrm>
            <a:custGeom>
              <a:avLst/>
              <a:gdLst/>
              <a:ahLst/>
              <a:cxnLst/>
              <a:rect l="0" t="0" r="0" b="0"/>
              <a:pathLst>
                <a:path w="71795" h="52051">
                  <a:moveTo>
                    <a:pt x="0" y="52051"/>
                  </a:moveTo>
                  <a:lnTo>
                    <a:pt x="71795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5" name="Candidate_receptor__3034">
              <a:extLst>
                <a:ext uri="{FF2B5EF4-FFF2-40B4-BE49-F238E27FC236}">
                  <a16:creationId xmlns:a16="http://schemas.microsoft.com/office/drawing/2014/main" id="{1581BE55-25D1-7523-955F-A0C29485870E}"/>
                </a:ext>
              </a:extLst>
            </p:cNvPr>
            <p:cNvSpPr>
              <a:spLocks noGrp="1"/>
            </p:cNvSpPr>
            <p:nvPr/>
          </p:nvSpPr>
          <p:spPr>
            <a:xfrm>
              <a:off x="5927376" y="4390751"/>
              <a:ext cx="101266" cy="11437"/>
            </a:xfrm>
            <a:custGeom>
              <a:avLst/>
              <a:gdLst/>
              <a:ahLst/>
              <a:cxnLst/>
              <a:rect l="0" t="0" r="0" b="0"/>
              <a:pathLst>
                <a:path w="101266" h="11437">
                  <a:moveTo>
                    <a:pt x="0" y="11437"/>
                  </a:moveTo>
                  <a:lnTo>
                    <a:pt x="101266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6" name="Candidate_receptor__3035">
              <a:extLst>
                <a:ext uri="{FF2B5EF4-FFF2-40B4-BE49-F238E27FC236}">
                  <a16:creationId xmlns:a16="http://schemas.microsoft.com/office/drawing/2014/main" id="{4B8EE09C-DC54-F01C-E38E-1D5FC0DBF77B}"/>
                </a:ext>
              </a:extLst>
            </p:cNvPr>
            <p:cNvSpPr>
              <a:spLocks noGrp="1"/>
            </p:cNvSpPr>
            <p:nvPr/>
          </p:nvSpPr>
          <p:spPr>
            <a:xfrm>
              <a:off x="5577342" y="4053447"/>
              <a:ext cx="16204" cy="28015"/>
            </a:xfrm>
            <a:custGeom>
              <a:avLst/>
              <a:gdLst/>
              <a:ahLst/>
              <a:cxnLst/>
              <a:rect l="0" t="0" r="0" b="0"/>
              <a:pathLst>
                <a:path w="16204" h="28015">
                  <a:moveTo>
                    <a:pt x="16204" y="280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37" name="Candidate_receptor__3036">
              <a:extLst>
                <a:ext uri="{FF2B5EF4-FFF2-40B4-BE49-F238E27FC236}">
                  <a16:creationId xmlns:a16="http://schemas.microsoft.com/office/drawing/2014/main" id="{596CAFA3-B65C-BC9E-B987-F9805B04B5FE}"/>
                </a:ext>
              </a:extLst>
            </p:cNvPr>
            <p:cNvSpPr>
              <a:spLocks noGrp="1"/>
            </p:cNvSpPr>
            <p:nvPr/>
          </p:nvSpPr>
          <p:spPr>
            <a:xfrm>
              <a:off x="5330078" y="3271536"/>
              <a:ext cx="60368" cy="97788"/>
            </a:xfrm>
            <a:custGeom>
              <a:avLst/>
              <a:gdLst/>
              <a:ahLst/>
              <a:cxnLst/>
              <a:rect l="0" t="0" r="0" b="0"/>
              <a:pathLst>
                <a:path w="60368" h="97788">
                  <a:moveTo>
                    <a:pt x="0" y="97788"/>
                  </a:moveTo>
                  <a:lnTo>
                    <a:pt x="6036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8" name="Candidate_receptor__3037">
              <a:extLst>
                <a:ext uri="{FF2B5EF4-FFF2-40B4-BE49-F238E27FC236}">
                  <a16:creationId xmlns:a16="http://schemas.microsoft.com/office/drawing/2014/main" id="{4AEA6F35-FCAD-5EB8-6432-6E9B2D5CF564}"/>
                </a:ext>
              </a:extLst>
            </p:cNvPr>
            <p:cNvSpPr>
              <a:spLocks noGrp="1"/>
            </p:cNvSpPr>
            <p:nvPr/>
          </p:nvSpPr>
          <p:spPr>
            <a:xfrm>
              <a:off x="4874423" y="4804211"/>
              <a:ext cx="56032" cy="69089"/>
            </a:xfrm>
            <a:custGeom>
              <a:avLst/>
              <a:gdLst/>
              <a:ahLst/>
              <a:cxnLst/>
              <a:rect l="0" t="0" r="0" b="0"/>
              <a:pathLst>
                <a:path w="56032" h="69089">
                  <a:moveTo>
                    <a:pt x="56032" y="0"/>
                  </a:moveTo>
                  <a:lnTo>
                    <a:pt x="0" y="69089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39" name="Candidate_receptor__3038">
              <a:extLst>
                <a:ext uri="{FF2B5EF4-FFF2-40B4-BE49-F238E27FC236}">
                  <a16:creationId xmlns:a16="http://schemas.microsoft.com/office/drawing/2014/main" id="{89DEDE5B-FCA5-BDD7-B4EF-8B60EABD9CCF}"/>
                </a:ext>
              </a:extLst>
            </p:cNvPr>
            <p:cNvSpPr>
              <a:spLocks noGrp="1"/>
            </p:cNvSpPr>
            <p:nvPr/>
          </p:nvSpPr>
          <p:spPr>
            <a:xfrm>
              <a:off x="4934884" y="4304750"/>
              <a:ext cx="72343" cy="76057"/>
            </a:xfrm>
            <a:custGeom>
              <a:avLst/>
              <a:gdLst/>
              <a:ahLst/>
              <a:cxnLst/>
              <a:rect l="0" t="0" r="0" b="0"/>
              <a:pathLst>
                <a:path w="72343" h="76057">
                  <a:moveTo>
                    <a:pt x="72343" y="760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0" name="Candidate_receptor__3039">
              <a:extLst>
                <a:ext uri="{FF2B5EF4-FFF2-40B4-BE49-F238E27FC236}">
                  <a16:creationId xmlns:a16="http://schemas.microsoft.com/office/drawing/2014/main" id="{32ED4720-A38F-DF0B-FE04-20653C1A5C7E}"/>
                </a:ext>
              </a:extLst>
            </p:cNvPr>
            <p:cNvSpPr>
              <a:spLocks noGrp="1"/>
            </p:cNvSpPr>
            <p:nvPr/>
          </p:nvSpPr>
          <p:spPr>
            <a:xfrm>
              <a:off x="5226533" y="2464207"/>
              <a:ext cx="56386" cy="43930"/>
            </a:xfrm>
            <a:custGeom>
              <a:avLst/>
              <a:gdLst/>
              <a:ahLst/>
              <a:cxnLst/>
              <a:rect l="0" t="0" r="0" b="0"/>
              <a:pathLst>
                <a:path w="56386" h="43930">
                  <a:moveTo>
                    <a:pt x="0" y="0"/>
                  </a:moveTo>
                  <a:lnTo>
                    <a:pt x="56386" y="4393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1" name="Candidate_receptor__3040">
              <a:extLst>
                <a:ext uri="{FF2B5EF4-FFF2-40B4-BE49-F238E27FC236}">
                  <a16:creationId xmlns:a16="http://schemas.microsoft.com/office/drawing/2014/main" id="{4B250096-2D9F-D8FE-6BA8-57982AF55A0E}"/>
                </a:ext>
              </a:extLst>
            </p:cNvPr>
            <p:cNvSpPr>
              <a:spLocks noGrp="1"/>
            </p:cNvSpPr>
            <p:nvPr/>
          </p:nvSpPr>
          <p:spPr>
            <a:xfrm>
              <a:off x="5854856" y="2077175"/>
              <a:ext cx="1098" cy="67052"/>
            </a:xfrm>
            <a:custGeom>
              <a:avLst/>
              <a:gdLst/>
              <a:ahLst/>
              <a:cxnLst/>
              <a:rect l="0" t="0" r="0" b="0"/>
              <a:pathLst>
                <a:path w="1098" h="67052">
                  <a:moveTo>
                    <a:pt x="0" y="67052"/>
                  </a:moveTo>
                  <a:lnTo>
                    <a:pt x="1098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2" name="Candidate_receptor__3041">
              <a:extLst>
                <a:ext uri="{FF2B5EF4-FFF2-40B4-BE49-F238E27FC236}">
                  <a16:creationId xmlns:a16="http://schemas.microsoft.com/office/drawing/2014/main" id="{A8863B3E-3C0B-4AC0-B526-28A0CF00BEC4}"/>
                </a:ext>
              </a:extLst>
            </p:cNvPr>
            <p:cNvSpPr>
              <a:spLocks noGrp="1"/>
            </p:cNvSpPr>
            <p:nvPr/>
          </p:nvSpPr>
          <p:spPr>
            <a:xfrm>
              <a:off x="5458960" y="1531829"/>
              <a:ext cx="7863" cy="100747"/>
            </a:xfrm>
            <a:custGeom>
              <a:avLst/>
              <a:gdLst/>
              <a:ahLst/>
              <a:cxnLst/>
              <a:rect l="0" t="0" r="0" b="0"/>
              <a:pathLst>
                <a:path w="7863" h="100747">
                  <a:moveTo>
                    <a:pt x="7863" y="100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3" name="Candidate_receptor__3042">
              <a:extLst>
                <a:ext uri="{FF2B5EF4-FFF2-40B4-BE49-F238E27FC236}">
                  <a16:creationId xmlns:a16="http://schemas.microsoft.com/office/drawing/2014/main" id="{6E87D82D-A7D8-F829-BAA1-F20DC43EF3A9}"/>
                </a:ext>
              </a:extLst>
            </p:cNvPr>
            <p:cNvSpPr>
              <a:spLocks noGrp="1"/>
            </p:cNvSpPr>
            <p:nvPr/>
          </p:nvSpPr>
          <p:spPr>
            <a:xfrm>
              <a:off x="6162461" y="3647867"/>
              <a:ext cx="76269" cy="72366"/>
            </a:xfrm>
            <a:custGeom>
              <a:avLst/>
              <a:gdLst/>
              <a:ahLst/>
              <a:cxnLst/>
              <a:rect l="0" t="0" r="0" b="0"/>
              <a:pathLst>
                <a:path w="76269" h="72366">
                  <a:moveTo>
                    <a:pt x="0" y="0"/>
                  </a:moveTo>
                  <a:lnTo>
                    <a:pt x="76269" y="72366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4" name="Candidate_receptor__3043">
              <a:extLst>
                <a:ext uri="{FF2B5EF4-FFF2-40B4-BE49-F238E27FC236}">
                  <a16:creationId xmlns:a16="http://schemas.microsoft.com/office/drawing/2014/main" id="{278CC6F3-FEAF-2B22-93E5-AA69A6D0DAEE}"/>
                </a:ext>
              </a:extLst>
            </p:cNvPr>
            <p:cNvSpPr>
              <a:spLocks noGrp="1"/>
            </p:cNvSpPr>
            <p:nvPr/>
          </p:nvSpPr>
          <p:spPr>
            <a:xfrm>
              <a:off x="6038576" y="2088464"/>
              <a:ext cx="13344" cy="37003"/>
            </a:xfrm>
            <a:custGeom>
              <a:avLst/>
              <a:gdLst/>
              <a:ahLst/>
              <a:cxnLst/>
              <a:rect l="0" t="0" r="0" b="0"/>
              <a:pathLst>
                <a:path w="13344" h="37003">
                  <a:moveTo>
                    <a:pt x="0" y="0"/>
                  </a:moveTo>
                  <a:lnTo>
                    <a:pt x="13344" y="37003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45" name="Candidate_receptor__3044">
              <a:extLst>
                <a:ext uri="{FF2B5EF4-FFF2-40B4-BE49-F238E27FC236}">
                  <a16:creationId xmlns:a16="http://schemas.microsoft.com/office/drawing/2014/main" id="{6CB2C43F-BAA5-1DA8-03E4-6FFE110A8526}"/>
                </a:ext>
              </a:extLst>
            </p:cNvPr>
            <p:cNvSpPr>
              <a:spLocks noGrp="1"/>
            </p:cNvSpPr>
            <p:nvPr/>
          </p:nvSpPr>
          <p:spPr>
            <a:xfrm>
              <a:off x="4818163" y="2755278"/>
              <a:ext cx="70385" cy="84337"/>
            </a:xfrm>
            <a:custGeom>
              <a:avLst/>
              <a:gdLst/>
              <a:ahLst/>
              <a:cxnLst/>
              <a:rect l="0" t="0" r="0" b="0"/>
              <a:pathLst>
                <a:path w="70385" h="84337">
                  <a:moveTo>
                    <a:pt x="0" y="84337"/>
                  </a:moveTo>
                  <a:lnTo>
                    <a:pt x="70385" y="0"/>
                  </a:lnTo>
                </a:path>
              </a:pathLst>
            </a:custGeom>
            <a:noFill/>
            <a:ln w="20003">
              <a:solidFill>
                <a:srgbClr val="E3E8EB"/>
              </a:solidFill>
            </a:ln>
          </p:spPr>
        </p:sp>
        <p:sp>
          <p:nvSpPr>
            <p:cNvPr id="3046" name="Candidate_receptor__3045">
              <a:extLst>
                <a:ext uri="{FF2B5EF4-FFF2-40B4-BE49-F238E27FC236}">
                  <a16:creationId xmlns:a16="http://schemas.microsoft.com/office/drawing/2014/main" id="{0B734288-AB14-ECC4-711C-A7BC2101896E}"/>
                </a:ext>
              </a:extLst>
            </p:cNvPr>
            <p:cNvSpPr>
              <a:spLocks noGrp="1"/>
            </p:cNvSpPr>
            <p:nvPr/>
          </p:nvSpPr>
          <p:spPr>
            <a:xfrm>
              <a:off x="5699305" y="1758316"/>
              <a:ext cx="23871" cy="81771"/>
            </a:xfrm>
            <a:custGeom>
              <a:avLst/>
              <a:gdLst/>
              <a:ahLst/>
              <a:cxnLst/>
              <a:rect l="0" t="0" r="0" b="0"/>
              <a:pathLst>
                <a:path w="23871" h="81771">
                  <a:moveTo>
                    <a:pt x="0" y="0"/>
                  </a:moveTo>
                  <a:lnTo>
                    <a:pt x="23871" y="81771"/>
                  </a:lnTo>
                </a:path>
              </a:pathLst>
            </a:custGeom>
            <a:noFill/>
            <a:ln w="8096">
              <a:solidFill>
                <a:srgbClr val="E3E8EB"/>
              </a:solidFill>
            </a:ln>
          </p:spPr>
        </p:sp>
        <p:sp>
          <p:nvSpPr>
            <p:cNvPr id="3047" name="Candidate_receptor__3046">
              <a:extLst>
                <a:ext uri="{FF2B5EF4-FFF2-40B4-BE49-F238E27FC236}">
                  <a16:creationId xmlns:a16="http://schemas.microsoft.com/office/drawing/2014/main" id="{AE9C1347-4F8B-204B-E019-23D24DBFE16D}"/>
                </a:ext>
              </a:extLst>
            </p:cNvPr>
            <p:cNvSpPr>
              <a:spLocks noGrp="1"/>
            </p:cNvSpPr>
            <p:nvPr/>
          </p:nvSpPr>
          <p:spPr>
            <a:xfrm>
              <a:off x="5056435" y="2285784"/>
              <a:ext cx="15913" cy="73658"/>
            </a:xfrm>
            <a:custGeom>
              <a:avLst/>
              <a:gdLst/>
              <a:ahLst/>
              <a:cxnLst/>
              <a:rect l="0" t="0" r="0" b="0"/>
              <a:pathLst>
                <a:path w="15913" h="73658">
                  <a:moveTo>
                    <a:pt x="0" y="73658"/>
                  </a:moveTo>
                  <a:lnTo>
                    <a:pt x="1591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48" name="Candidate_receptor__3047">
              <a:extLst>
                <a:ext uri="{FF2B5EF4-FFF2-40B4-BE49-F238E27FC236}">
                  <a16:creationId xmlns:a16="http://schemas.microsoft.com/office/drawing/2014/main" id="{D7027408-D3DE-2082-ABF5-9B8A5C3876A9}"/>
                </a:ext>
              </a:extLst>
            </p:cNvPr>
            <p:cNvSpPr>
              <a:spLocks noGrp="1"/>
            </p:cNvSpPr>
            <p:nvPr/>
          </p:nvSpPr>
          <p:spPr>
            <a:xfrm>
              <a:off x="5524026" y="2887554"/>
              <a:ext cx="107898" cy="40798"/>
            </a:xfrm>
            <a:custGeom>
              <a:avLst/>
              <a:gdLst/>
              <a:ahLst/>
              <a:cxnLst/>
              <a:rect l="0" t="0" r="0" b="0"/>
              <a:pathLst>
                <a:path w="107898" h="40798">
                  <a:moveTo>
                    <a:pt x="0" y="0"/>
                  </a:moveTo>
                  <a:lnTo>
                    <a:pt x="107898" y="4079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49" name="Candidate_receptor__3048">
              <a:extLst>
                <a:ext uri="{FF2B5EF4-FFF2-40B4-BE49-F238E27FC236}">
                  <a16:creationId xmlns:a16="http://schemas.microsoft.com/office/drawing/2014/main" id="{FC484C24-AB01-CB88-FC86-435BCA7076A5}"/>
                </a:ext>
              </a:extLst>
            </p:cNvPr>
            <p:cNvSpPr>
              <a:spLocks noGrp="1"/>
            </p:cNvSpPr>
            <p:nvPr/>
          </p:nvSpPr>
          <p:spPr>
            <a:xfrm>
              <a:off x="5107632" y="3751730"/>
              <a:ext cx="95018" cy="19954"/>
            </a:xfrm>
            <a:custGeom>
              <a:avLst/>
              <a:gdLst/>
              <a:ahLst/>
              <a:cxnLst/>
              <a:rect l="0" t="0" r="0" b="0"/>
              <a:pathLst>
                <a:path w="95018" h="19954">
                  <a:moveTo>
                    <a:pt x="95018" y="199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0" name="Candidate_receptor__3049">
              <a:extLst>
                <a:ext uri="{FF2B5EF4-FFF2-40B4-BE49-F238E27FC236}">
                  <a16:creationId xmlns:a16="http://schemas.microsoft.com/office/drawing/2014/main" id="{B552805C-3A7D-8F9C-D30D-41A749EEBAB4}"/>
                </a:ext>
              </a:extLst>
            </p:cNvPr>
            <p:cNvSpPr>
              <a:spLocks noGrp="1"/>
            </p:cNvSpPr>
            <p:nvPr/>
          </p:nvSpPr>
          <p:spPr>
            <a:xfrm>
              <a:off x="4680414" y="3673569"/>
              <a:ext cx="93177" cy="8963"/>
            </a:xfrm>
            <a:custGeom>
              <a:avLst/>
              <a:gdLst/>
              <a:ahLst/>
              <a:cxnLst/>
              <a:rect l="0" t="0" r="0" b="0"/>
              <a:pathLst>
                <a:path w="93177" h="8963">
                  <a:moveTo>
                    <a:pt x="0" y="0"/>
                  </a:moveTo>
                  <a:lnTo>
                    <a:pt x="93177" y="896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1" name="Candidate_receptor__3050">
              <a:extLst>
                <a:ext uri="{FF2B5EF4-FFF2-40B4-BE49-F238E27FC236}">
                  <a16:creationId xmlns:a16="http://schemas.microsoft.com/office/drawing/2014/main" id="{BE38F628-3ECE-2BCB-6448-DDBB11774F36}"/>
                </a:ext>
              </a:extLst>
            </p:cNvPr>
            <p:cNvSpPr>
              <a:spLocks noGrp="1"/>
            </p:cNvSpPr>
            <p:nvPr/>
          </p:nvSpPr>
          <p:spPr>
            <a:xfrm>
              <a:off x="5993243" y="4496355"/>
              <a:ext cx="25947" cy="37857"/>
            </a:xfrm>
            <a:custGeom>
              <a:avLst/>
              <a:gdLst/>
              <a:ahLst/>
              <a:cxnLst/>
              <a:rect l="0" t="0" r="0" b="0"/>
              <a:pathLst>
                <a:path w="25947" h="37857">
                  <a:moveTo>
                    <a:pt x="25947" y="0"/>
                  </a:moveTo>
                  <a:lnTo>
                    <a:pt x="0" y="378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2" name="Candidate_receptor__3051">
              <a:extLst>
                <a:ext uri="{FF2B5EF4-FFF2-40B4-BE49-F238E27FC236}">
                  <a16:creationId xmlns:a16="http://schemas.microsoft.com/office/drawing/2014/main" id="{22281F2B-6A2B-CA0B-AB34-D683CB03221E}"/>
                </a:ext>
              </a:extLst>
            </p:cNvPr>
            <p:cNvSpPr>
              <a:spLocks noGrp="1"/>
            </p:cNvSpPr>
            <p:nvPr/>
          </p:nvSpPr>
          <p:spPr>
            <a:xfrm>
              <a:off x="6389733" y="4135537"/>
              <a:ext cx="107544" cy="22830"/>
            </a:xfrm>
            <a:custGeom>
              <a:avLst/>
              <a:gdLst/>
              <a:ahLst/>
              <a:cxnLst/>
              <a:rect l="0" t="0" r="0" b="0"/>
              <a:pathLst>
                <a:path w="107544" h="22830">
                  <a:moveTo>
                    <a:pt x="107544" y="228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3" name="Candidate_receptor__3052">
              <a:extLst>
                <a:ext uri="{FF2B5EF4-FFF2-40B4-BE49-F238E27FC236}">
                  <a16:creationId xmlns:a16="http://schemas.microsoft.com/office/drawing/2014/main" id="{CC8782FE-D25B-D9F4-16A5-522D59C3E856}"/>
                </a:ext>
              </a:extLst>
            </p:cNvPr>
            <p:cNvSpPr>
              <a:spLocks noGrp="1"/>
            </p:cNvSpPr>
            <p:nvPr/>
          </p:nvSpPr>
          <p:spPr>
            <a:xfrm>
              <a:off x="6095337" y="2934248"/>
              <a:ext cx="7331" cy="81117"/>
            </a:xfrm>
            <a:custGeom>
              <a:avLst/>
              <a:gdLst/>
              <a:ahLst/>
              <a:cxnLst/>
              <a:rect l="0" t="0" r="0" b="0"/>
              <a:pathLst>
                <a:path w="7331" h="81117">
                  <a:moveTo>
                    <a:pt x="0" y="81117"/>
                  </a:moveTo>
                  <a:lnTo>
                    <a:pt x="7331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54" name="Candidate_receptor__3053">
              <a:extLst>
                <a:ext uri="{FF2B5EF4-FFF2-40B4-BE49-F238E27FC236}">
                  <a16:creationId xmlns:a16="http://schemas.microsoft.com/office/drawing/2014/main" id="{2AE2357C-36D1-8976-2FA6-4A446614ABD4}"/>
                </a:ext>
              </a:extLst>
            </p:cNvPr>
            <p:cNvSpPr>
              <a:spLocks noGrp="1"/>
            </p:cNvSpPr>
            <p:nvPr/>
          </p:nvSpPr>
          <p:spPr>
            <a:xfrm>
              <a:off x="5876926" y="4402187"/>
              <a:ext cx="50451" cy="27556"/>
            </a:xfrm>
            <a:custGeom>
              <a:avLst/>
              <a:gdLst/>
              <a:ahLst/>
              <a:cxnLst/>
              <a:rect l="0" t="0" r="0" b="0"/>
              <a:pathLst>
                <a:path w="50451" h="27556">
                  <a:moveTo>
                    <a:pt x="0" y="27556"/>
                  </a:moveTo>
                  <a:lnTo>
                    <a:pt x="5045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5" name="Candidate_receptor__3054">
              <a:extLst>
                <a:ext uri="{FF2B5EF4-FFF2-40B4-BE49-F238E27FC236}">
                  <a16:creationId xmlns:a16="http://schemas.microsoft.com/office/drawing/2014/main" id="{5368047F-9C9C-FD6D-A848-066F68C95ACA}"/>
                </a:ext>
              </a:extLst>
            </p:cNvPr>
            <p:cNvSpPr>
              <a:spLocks noGrp="1"/>
            </p:cNvSpPr>
            <p:nvPr/>
          </p:nvSpPr>
          <p:spPr>
            <a:xfrm>
              <a:off x="5812654" y="2144226"/>
              <a:ext cx="42202" cy="86863"/>
            </a:xfrm>
            <a:custGeom>
              <a:avLst/>
              <a:gdLst/>
              <a:ahLst/>
              <a:cxnLst/>
              <a:rect l="0" t="0" r="0" b="0"/>
              <a:pathLst>
                <a:path w="42202" h="86863">
                  <a:moveTo>
                    <a:pt x="0" y="86863"/>
                  </a:moveTo>
                  <a:lnTo>
                    <a:pt x="4220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6" name="Candidate_receptor__3055">
              <a:extLst>
                <a:ext uri="{FF2B5EF4-FFF2-40B4-BE49-F238E27FC236}">
                  <a16:creationId xmlns:a16="http://schemas.microsoft.com/office/drawing/2014/main" id="{170AC6AB-D312-4788-DA3C-B05928C652AD}"/>
                </a:ext>
              </a:extLst>
            </p:cNvPr>
            <p:cNvSpPr>
              <a:spLocks noGrp="1"/>
            </p:cNvSpPr>
            <p:nvPr/>
          </p:nvSpPr>
          <p:spPr>
            <a:xfrm>
              <a:off x="4542033" y="3970967"/>
              <a:ext cx="41724" cy="96572"/>
            </a:xfrm>
            <a:custGeom>
              <a:avLst/>
              <a:gdLst/>
              <a:ahLst/>
              <a:cxnLst/>
              <a:rect l="0" t="0" r="0" b="0"/>
              <a:pathLst>
                <a:path w="41724" h="96572">
                  <a:moveTo>
                    <a:pt x="0" y="96572"/>
                  </a:moveTo>
                  <a:lnTo>
                    <a:pt x="41724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57" name="Candidate_receptor__3056">
              <a:extLst>
                <a:ext uri="{FF2B5EF4-FFF2-40B4-BE49-F238E27FC236}">
                  <a16:creationId xmlns:a16="http://schemas.microsoft.com/office/drawing/2014/main" id="{CA36AF04-EA88-4F7E-F58D-0F672F2A9521}"/>
                </a:ext>
              </a:extLst>
            </p:cNvPr>
            <p:cNvSpPr>
              <a:spLocks noGrp="1"/>
            </p:cNvSpPr>
            <p:nvPr/>
          </p:nvSpPr>
          <p:spPr>
            <a:xfrm>
              <a:off x="4807847" y="2589001"/>
              <a:ext cx="32487" cy="69366"/>
            </a:xfrm>
            <a:custGeom>
              <a:avLst/>
              <a:gdLst/>
              <a:ahLst/>
              <a:cxnLst/>
              <a:rect l="0" t="0" r="0" b="0"/>
              <a:pathLst>
                <a:path w="32487" h="69366">
                  <a:moveTo>
                    <a:pt x="0" y="69366"/>
                  </a:moveTo>
                  <a:lnTo>
                    <a:pt x="3248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8" name="Candidate_receptor__3057">
              <a:extLst>
                <a:ext uri="{FF2B5EF4-FFF2-40B4-BE49-F238E27FC236}">
                  <a16:creationId xmlns:a16="http://schemas.microsoft.com/office/drawing/2014/main" id="{6C10B014-C46D-79A7-2964-E2143899E019}"/>
                </a:ext>
              </a:extLst>
            </p:cNvPr>
            <p:cNvSpPr>
              <a:spLocks noGrp="1"/>
            </p:cNvSpPr>
            <p:nvPr/>
          </p:nvSpPr>
          <p:spPr>
            <a:xfrm>
              <a:off x="5028001" y="3922009"/>
              <a:ext cx="39401" cy="105254"/>
            </a:xfrm>
            <a:custGeom>
              <a:avLst/>
              <a:gdLst/>
              <a:ahLst/>
              <a:cxnLst/>
              <a:rect l="0" t="0" r="0" b="0"/>
              <a:pathLst>
                <a:path w="39401" h="105254">
                  <a:moveTo>
                    <a:pt x="0" y="105254"/>
                  </a:moveTo>
                  <a:lnTo>
                    <a:pt x="3940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59" name="Candidate_receptor__3058">
              <a:extLst>
                <a:ext uri="{FF2B5EF4-FFF2-40B4-BE49-F238E27FC236}">
                  <a16:creationId xmlns:a16="http://schemas.microsoft.com/office/drawing/2014/main" id="{BA5CEE15-ED01-487B-FDDF-CEFC685AB3C5}"/>
                </a:ext>
              </a:extLst>
            </p:cNvPr>
            <p:cNvSpPr>
              <a:spLocks noGrp="1"/>
            </p:cNvSpPr>
            <p:nvPr/>
          </p:nvSpPr>
          <p:spPr>
            <a:xfrm>
              <a:off x="5871405" y="3237844"/>
              <a:ext cx="76209" cy="4723"/>
            </a:xfrm>
            <a:custGeom>
              <a:avLst/>
              <a:gdLst/>
              <a:ahLst/>
              <a:cxnLst/>
              <a:rect l="0" t="0" r="0" b="0"/>
              <a:pathLst>
                <a:path w="76209" h="4723">
                  <a:moveTo>
                    <a:pt x="0" y="0"/>
                  </a:moveTo>
                  <a:lnTo>
                    <a:pt x="76209" y="472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0" name="Candidate_receptor__3059">
              <a:extLst>
                <a:ext uri="{FF2B5EF4-FFF2-40B4-BE49-F238E27FC236}">
                  <a16:creationId xmlns:a16="http://schemas.microsoft.com/office/drawing/2014/main" id="{478EEED8-7AE4-249B-CD9A-955B751F61FC}"/>
                </a:ext>
              </a:extLst>
            </p:cNvPr>
            <p:cNvSpPr>
              <a:spLocks noGrp="1"/>
            </p:cNvSpPr>
            <p:nvPr/>
          </p:nvSpPr>
          <p:spPr>
            <a:xfrm>
              <a:off x="5812673" y="3604555"/>
              <a:ext cx="70764" cy="81566"/>
            </a:xfrm>
            <a:custGeom>
              <a:avLst/>
              <a:gdLst/>
              <a:ahLst/>
              <a:cxnLst/>
              <a:rect l="0" t="0" r="0" b="0"/>
              <a:pathLst>
                <a:path w="70764" h="81566">
                  <a:moveTo>
                    <a:pt x="70764" y="0"/>
                  </a:moveTo>
                  <a:lnTo>
                    <a:pt x="0" y="815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1" name="Candidate_receptor__3060">
              <a:extLst>
                <a:ext uri="{FF2B5EF4-FFF2-40B4-BE49-F238E27FC236}">
                  <a16:creationId xmlns:a16="http://schemas.microsoft.com/office/drawing/2014/main" id="{5C354819-D96B-66DE-1A94-240BF4FE9B5F}"/>
                </a:ext>
              </a:extLst>
            </p:cNvPr>
            <p:cNvSpPr>
              <a:spLocks noGrp="1"/>
            </p:cNvSpPr>
            <p:nvPr/>
          </p:nvSpPr>
          <p:spPr>
            <a:xfrm>
              <a:off x="5641614" y="2418823"/>
              <a:ext cx="80577" cy="81205"/>
            </a:xfrm>
            <a:custGeom>
              <a:avLst/>
              <a:gdLst/>
              <a:ahLst/>
              <a:cxnLst/>
              <a:rect l="0" t="0" r="0" b="0"/>
              <a:pathLst>
                <a:path w="80577" h="81205">
                  <a:moveTo>
                    <a:pt x="80577" y="0"/>
                  </a:moveTo>
                  <a:lnTo>
                    <a:pt x="0" y="81205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2" name="Candidate_receptor__3061">
              <a:extLst>
                <a:ext uri="{FF2B5EF4-FFF2-40B4-BE49-F238E27FC236}">
                  <a16:creationId xmlns:a16="http://schemas.microsoft.com/office/drawing/2014/main" id="{97DE7D79-748A-D22D-CC4A-F26DCB6640E8}"/>
                </a:ext>
              </a:extLst>
            </p:cNvPr>
            <p:cNvSpPr>
              <a:spLocks noGrp="1"/>
            </p:cNvSpPr>
            <p:nvPr/>
          </p:nvSpPr>
          <p:spPr>
            <a:xfrm>
              <a:off x="4412468" y="3750879"/>
              <a:ext cx="57840" cy="31402"/>
            </a:xfrm>
            <a:custGeom>
              <a:avLst/>
              <a:gdLst/>
              <a:ahLst/>
              <a:cxnLst/>
              <a:rect l="0" t="0" r="0" b="0"/>
              <a:pathLst>
                <a:path w="57840" h="31402">
                  <a:moveTo>
                    <a:pt x="57840" y="314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3" name="Candidate_receptor__3062">
              <a:extLst>
                <a:ext uri="{FF2B5EF4-FFF2-40B4-BE49-F238E27FC236}">
                  <a16:creationId xmlns:a16="http://schemas.microsoft.com/office/drawing/2014/main" id="{CA311209-6AC8-58F0-F17F-4F8E68A8D47A}"/>
                </a:ext>
              </a:extLst>
            </p:cNvPr>
            <p:cNvSpPr>
              <a:spLocks noGrp="1"/>
            </p:cNvSpPr>
            <p:nvPr/>
          </p:nvSpPr>
          <p:spPr>
            <a:xfrm>
              <a:off x="4785361" y="2166187"/>
              <a:ext cx="109776" cy="9628"/>
            </a:xfrm>
            <a:custGeom>
              <a:avLst/>
              <a:gdLst/>
              <a:ahLst/>
              <a:cxnLst/>
              <a:rect l="0" t="0" r="0" b="0"/>
              <a:pathLst>
                <a:path w="109776" h="9628">
                  <a:moveTo>
                    <a:pt x="109776" y="96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4" name="Candidate_receptor__3063">
              <a:extLst>
                <a:ext uri="{FF2B5EF4-FFF2-40B4-BE49-F238E27FC236}">
                  <a16:creationId xmlns:a16="http://schemas.microsoft.com/office/drawing/2014/main" id="{5DF3BB10-4F2E-E17E-31CF-F3CF6C66EE17}"/>
                </a:ext>
              </a:extLst>
            </p:cNvPr>
            <p:cNvSpPr>
              <a:spLocks noGrp="1"/>
            </p:cNvSpPr>
            <p:nvPr/>
          </p:nvSpPr>
          <p:spPr>
            <a:xfrm>
              <a:off x="5118818" y="2524739"/>
              <a:ext cx="55542" cy="99967"/>
            </a:xfrm>
            <a:custGeom>
              <a:avLst/>
              <a:gdLst/>
              <a:ahLst/>
              <a:cxnLst/>
              <a:rect l="0" t="0" r="0" b="0"/>
              <a:pathLst>
                <a:path w="55542" h="99967">
                  <a:moveTo>
                    <a:pt x="0" y="0"/>
                  </a:moveTo>
                  <a:lnTo>
                    <a:pt x="55542" y="9996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5" name="Candidate_receptor__3064">
              <a:extLst>
                <a:ext uri="{FF2B5EF4-FFF2-40B4-BE49-F238E27FC236}">
                  <a16:creationId xmlns:a16="http://schemas.microsoft.com/office/drawing/2014/main" id="{5AAAB905-5A7B-0C5F-2753-9C8D69E46A68}"/>
                </a:ext>
              </a:extLst>
            </p:cNvPr>
            <p:cNvSpPr>
              <a:spLocks noGrp="1"/>
            </p:cNvSpPr>
            <p:nvPr/>
          </p:nvSpPr>
          <p:spPr>
            <a:xfrm>
              <a:off x="4589631" y="3244104"/>
              <a:ext cx="113326" cy="21312"/>
            </a:xfrm>
            <a:custGeom>
              <a:avLst/>
              <a:gdLst/>
              <a:ahLst/>
              <a:cxnLst/>
              <a:rect l="0" t="0" r="0" b="0"/>
              <a:pathLst>
                <a:path w="113326" h="21312">
                  <a:moveTo>
                    <a:pt x="113326" y="0"/>
                  </a:moveTo>
                  <a:lnTo>
                    <a:pt x="0" y="2131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6" name="Candidate_receptor__3065">
              <a:extLst>
                <a:ext uri="{FF2B5EF4-FFF2-40B4-BE49-F238E27FC236}">
                  <a16:creationId xmlns:a16="http://schemas.microsoft.com/office/drawing/2014/main" id="{119E77F2-505B-4813-E649-A32C2981766D}"/>
                </a:ext>
              </a:extLst>
            </p:cNvPr>
            <p:cNvSpPr>
              <a:spLocks noGrp="1"/>
            </p:cNvSpPr>
            <p:nvPr/>
          </p:nvSpPr>
          <p:spPr>
            <a:xfrm>
              <a:off x="4850093" y="5209246"/>
              <a:ext cx="41653" cy="24990"/>
            </a:xfrm>
            <a:custGeom>
              <a:avLst/>
              <a:gdLst/>
              <a:ahLst/>
              <a:cxnLst/>
              <a:rect l="0" t="0" r="0" b="0"/>
              <a:pathLst>
                <a:path w="41653" h="24990">
                  <a:moveTo>
                    <a:pt x="41653" y="0"/>
                  </a:moveTo>
                  <a:lnTo>
                    <a:pt x="0" y="2499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7" name="Candidate_receptor__3066">
              <a:extLst>
                <a:ext uri="{FF2B5EF4-FFF2-40B4-BE49-F238E27FC236}">
                  <a16:creationId xmlns:a16="http://schemas.microsoft.com/office/drawing/2014/main" id="{BAE14A7C-51B5-07F8-996F-A675B48E9C7E}"/>
                </a:ext>
              </a:extLst>
            </p:cNvPr>
            <p:cNvSpPr>
              <a:spLocks noGrp="1"/>
            </p:cNvSpPr>
            <p:nvPr/>
          </p:nvSpPr>
          <p:spPr>
            <a:xfrm>
              <a:off x="5781596" y="4271539"/>
              <a:ext cx="105903" cy="43292"/>
            </a:xfrm>
            <a:custGeom>
              <a:avLst/>
              <a:gdLst/>
              <a:ahLst/>
              <a:cxnLst/>
              <a:rect l="0" t="0" r="0" b="0"/>
              <a:pathLst>
                <a:path w="105903" h="43292">
                  <a:moveTo>
                    <a:pt x="0" y="43292"/>
                  </a:moveTo>
                  <a:lnTo>
                    <a:pt x="10590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68" name="Candidate_receptor__3067">
              <a:extLst>
                <a:ext uri="{FF2B5EF4-FFF2-40B4-BE49-F238E27FC236}">
                  <a16:creationId xmlns:a16="http://schemas.microsoft.com/office/drawing/2014/main" id="{8FF02C06-BFF4-CF9D-338C-0F355CB47A1F}"/>
                </a:ext>
              </a:extLst>
            </p:cNvPr>
            <p:cNvSpPr>
              <a:spLocks noGrp="1"/>
            </p:cNvSpPr>
            <p:nvPr/>
          </p:nvSpPr>
          <p:spPr>
            <a:xfrm>
              <a:off x="5578551" y="2122401"/>
              <a:ext cx="55314" cy="101483"/>
            </a:xfrm>
            <a:custGeom>
              <a:avLst/>
              <a:gdLst/>
              <a:ahLst/>
              <a:cxnLst/>
              <a:rect l="0" t="0" r="0" b="0"/>
              <a:pathLst>
                <a:path w="55314" h="101483">
                  <a:moveTo>
                    <a:pt x="0" y="0"/>
                  </a:moveTo>
                  <a:lnTo>
                    <a:pt x="55314" y="10148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69" name="Candidate_receptor__3068">
              <a:extLst>
                <a:ext uri="{FF2B5EF4-FFF2-40B4-BE49-F238E27FC236}">
                  <a16:creationId xmlns:a16="http://schemas.microsoft.com/office/drawing/2014/main" id="{72AE7C2F-07F3-7E84-BFF2-7A7AE9B0A677}"/>
                </a:ext>
              </a:extLst>
            </p:cNvPr>
            <p:cNvSpPr>
              <a:spLocks noGrp="1"/>
            </p:cNvSpPr>
            <p:nvPr/>
          </p:nvSpPr>
          <p:spPr>
            <a:xfrm>
              <a:off x="5725319" y="3336286"/>
              <a:ext cx="109305" cy="38193"/>
            </a:xfrm>
            <a:custGeom>
              <a:avLst/>
              <a:gdLst/>
              <a:ahLst/>
              <a:cxnLst/>
              <a:rect l="0" t="0" r="0" b="0"/>
              <a:pathLst>
                <a:path w="109305" h="38193">
                  <a:moveTo>
                    <a:pt x="0" y="0"/>
                  </a:moveTo>
                  <a:lnTo>
                    <a:pt x="109305" y="3819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0" name="Candidate_receptor__3069">
              <a:extLst>
                <a:ext uri="{FF2B5EF4-FFF2-40B4-BE49-F238E27FC236}">
                  <a16:creationId xmlns:a16="http://schemas.microsoft.com/office/drawing/2014/main" id="{7E20BDDA-A9CB-53E6-CD55-66D9BCB955C1}"/>
                </a:ext>
              </a:extLst>
            </p:cNvPr>
            <p:cNvSpPr>
              <a:spLocks noGrp="1"/>
            </p:cNvSpPr>
            <p:nvPr/>
          </p:nvSpPr>
          <p:spPr>
            <a:xfrm>
              <a:off x="6008375" y="4035899"/>
              <a:ext cx="109506" cy="28013"/>
            </a:xfrm>
            <a:custGeom>
              <a:avLst/>
              <a:gdLst/>
              <a:ahLst/>
              <a:cxnLst/>
              <a:rect l="0" t="0" r="0" b="0"/>
              <a:pathLst>
                <a:path w="109506" h="28013">
                  <a:moveTo>
                    <a:pt x="109506" y="0"/>
                  </a:moveTo>
                  <a:lnTo>
                    <a:pt x="0" y="2801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1" name="Candidate_receptor__3070">
              <a:extLst>
                <a:ext uri="{FF2B5EF4-FFF2-40B4-BE49-F238E27FC236}">
                  <a16:creationId xmlns:a16="http://schemas.microsoft.com/office/drawing/2014/main" id="{7D2E08D9-BD02-8562-0A14-BD797E4CE82A}"/>
                </a:ext>
              </a:extLst>
            </p:cNvPr>
            <p:cNvSpPr>
              <a:spLocks noGrp="1"/>
            </p:cNvSpPr>
            <p:nvPr/>
          </p:nvSpPr>
          <p:spPr>
            <a:xfrm>
              <a:off x="4574611" y="5008475"/>
              <a:ext cx="4552" cy="110100"/>
            </a:xfrm>
            <a:custGeom>
              <a:avLst/>
              <a:gdLst/>
              <a:ahLst/>
              <a:cxnLst/>
              <a:rect l="0" t="0" r="0" b="0"/>
              <a:pathLst>
                <a:path w="4552" h="110100">
                  <a:moveTo>
                    <a:pt x="0" y="0"/>
                  </a:moveTo>
                  <a:lnTo>
                    <a:pt x="4552" y="11010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2" name="Candidate_receptor__3071">
              <a:extLst>
                <a:ext uri="{FF2B5EF4-FFF2-40B4-BE49-F238E27FC236}">
                  <a16:creationId xmlns:a16="http://schemas.microsoft.com/office/drawing/2014/main" id="{BD6790D3-232B-95E7-4A65-971FEAEFD157}"/>
                </a:ext>
              </a:extLst>
            </p:cNvPr>
            <p:cNvSpPr>
              <a:spLocks noGrp="1"/>
            </p:cNvSpPr>
            <p:nvPr/>
          </p:nvSpPr>
          <p:spPr>
            <a:xfrm>
              <a:off x="4768249" y="4829304"/>
              <a:ext cx="106174" cy="43996"/>
            </a:xfrm>
            <a:custGeom>
              <a:avLst/>
              <a:gdLst/>
              <a:ahLst/>
              <a:cxnLst/>
              <a:rect l="0" t="0" r="0" b="0"/>
              <a:pathLst>
                <a:path w="106174" h="43996">
                  <a:moveTo>
                    <a:pt x="106174" y="439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3" name="Candidate_receptor__3072">
              <a:extLst>
                <a:ext uri="{FF2B5EF4-FFF2-40B4-BE49-F238E27FC236}">
                  <a16:creationId xmlns:a16="http://schemas.microsoft.com/office/drawing/2014/main" id="{61ACA642-7E1C-BBFE-72F3-1037F9891D2A}"/>
                </a:ext>
              </a:extLst>
            </p:cNvPr>
            <p:cNvSpPr>
              <a:spLocks noGrp="1"/>
            </p:cNvSpPr>
            <p:nvPr/>
          </p:nvSpPr>
          <p:spPr>
            <a:xfrm>
              <a:off x="4357389" y="3302420"/>
              <a:ext cx="43859" cy="22061"/>
            </a:xfrm>
            <a:custGeom>
              <a:avLst/>
              <a:gdLst/>
              <a:ahLst/>
              <a:cxnLst/>
              <a:rect l="0" t="0" r="0" b="0"/>
              <a:pathLst>
                <a:path w="43859" h="22061">
                  <a:moveTo>
                    <a:pt x="0" y="22061"/>
                  </a:moveTo>
                  <a:lnTo>
                    <a:pt x="43859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4" name="Candidate_receptor__3073">
              <a:extLst>
                <a:ext uri="{FF2B5EF4-FFF2-40B4-BE49-F238E27FC236}">
                  <a16:creationId xmlns:a16="http://schemas.microsoft.com/office/drawing/2014/main" id="{0552C525-9887-B16D-5F54-A3B24328FD7E}"/>
                </a:ext>
              </a:extLst>
            </p:cNvPr>
            <p:cNvSpPr>
              <a:spLocks noGrp="1"/>
            </p:cNvSpPr>
            <p:nvPr/>
          </p:nvSpPr>
          <p:spPr>
            <a:xfrm>
              <a:off x="6014561" y="3312105"/>
              <a:ext cx="35770" cy="45763"/>
            </a:xfrm>
            <a:custGeom>
              <a:avLst/>
              <a:gdLst/>
              <a:ahLst/>
              <a:cxnLst/>
              <a:rect l="0" t="0" r="0" b="0"/>
              <a:pathLst>
                <a:path w="35770" h="45763">
                  <a:moveTo>
                    <a:pt x="35770" y="0"/>
                  </a:moveTo>
                  <a:lnTo>
                    <a:pt x="0" y="4576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5" name="Candidate_receptor__3074">
              <a:extLst>
                <a:ext uri="{FF2B5EF4-FFF2-40B4-BE49-F238E27FC236}">
                  <a16:creationId xmlns:a16="http://schemas.microsoft.com/office/drawing/2014/main" id="{82376C03-B6A5-C247-BC03-BC6E86F8EE34}"/>
                </a:ext>
              </a:extLst>
            </p:cNvPr>
            <p:cNvSpPr>
              <a:spLocks noGrp="1"/>
            </p:cNvSpPr>
            <p:nvPr/>
          </p:nvSpPr>
          <p:spPr>
            <a:xfrm>
              <a:off x="4583758" y="3941974"/>
              <a:ext cx="62246" cy="28992"/>
            </a:xfrm>
            <a:custGeom>
              <a:avLst/>
              <a:gdLst/>
              <a:ahLst/>
              <a:cxnLst/>
              <a:rect l="0" t="0" r="0" b="0"/>
              <a:pathLst>
                <a:path w="62246" h="28992">
                  <a:moveTo>
                    <a:pt x="0" y="28992"/>
                  </a:moveTo>
                  <a:lnTo>
                    <a:pt x="6224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6" name="Candidate_receptor__3075">
              <a:extLst>
                <a:ext uri="{FF2B5EF4-FFF2-40B4-BE49-F238E27FC236}">
                  <a16:creationId xmlns:a16="http://schemas.microsoft.com/office/drawing/2014/main" id="{021817D3-3388-8258-D521-78C849B93A11}"/>
                </a:ext>
              </a:extLst>
            </p:cNvPr>
            <p:cNvSpPr>
              <a:spLocks noGrp="1"/>
            </p:cNvSpPr>
            <p:nvPr/>
          </p:nvSpPr>
          <p:spPr>
            <a:xfrm>
              <a:off x="6019190" y="4390751"/>
              <a:ext cx="9452" cy="105604"/>
            </a:xfrm>
            <a:custGeom>
              <a:avLst/>
              <a:gdLst/>
              <a:ahLst/>
              <a:cxnLst/>
              <a:rect l="0" t="0" r="0" b="0"/>
              <a:pathLst>
                <a:path w="9452" h="105604">
                  <a:moveTo>
                    <a:pt x="9452" y="0"/>
                  </a:moveTo>
                  <a:lnTo>
                    <a:pt x="0" y="10560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7" name="Candidate_receptor__3076">
              <a:extLst>
                <a:ext uri="{FF2B5EF4-FFF2-40B4-BE49-F238E27FC236}">
                  <a16:creationId xmlns:a16="http://schemas.microsoft.com/office/drawing/2014/main" id="{1EAA9454-6F5B-03EA-F805-F7A4E0C8E939}"/>
                </a:ext>
              </a:extLst>
            </p:cNvPr>
            <p:cNvSpPr>
              <a:spLocks noGrp="1"/>
            </p:cNvSpPr>
            <p:nvPr/>
          </p:nvSpPr>
          <p:spPr>
            <a:xfrm>
              <a:off x="5631925" y="2898691"/>
              <a:ext cx="78478" cy="29662"/>
            </a:xfrm>
            <a:custGeom>
              <a:avLst/>
              <a:gdLst/>
              <a:ahLst/>
              <a:cxnLst/>
              <a:rect l="0" t="0" r="0" b="0"/>
              <a:pathLst>
                <a:path w="78478" h="29662">
                  <a:moveTo>
                    <a:pt x="0" y="29662"/>
                  </a:moveTo>
                  <a:lnTo>
                    <a:pt x="7847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78" name="Candidate_receptor__3077">
              <a:extLst>
                <a:ext uri="{FF2B5EF4-FFF2-40B4-BE49-F238E27FC236}">
                  <a16:creationId xmlns:a16="http://schemas.microsoft.com/office/drawing/2014/main" id="{11E15363-D7C6-9E95-96F8-5E9C7A69CE32}"/>
                </a:ext>
              </a:extLst>
            </p:cNvPr>
            <p:cNvSpPr>
              <a:spLocks noGrp="1"/>
            </p:cNvSpPr>
            <p:nvPr/>
          </p:nvSpPr>
          <p:spPr>
            <a:xfrm>
              <a:off x="4932229" y="3165181"/>
              <a:ext cx="92620" cy="40920"/>
            </a:xfrm>
            <a:custGeom>
              <a:avLst/>
              <a:gdLst/>
              <a:ahLst/>
              <a:cxnLst/>
              <a:rect l="0" t="0" r="0" b="0"/>
              <a:pathLst>
                <a:path w="92620" h="40920">
                  <a:moveTo>
                    <a:pt x="92620" y="0"/>
                  </a:moveTo>
                  <a:lnTo>
                    <a:pt x="0" y="4092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79" name="Candidate_receptor__3078">
              <a:extLst>
                <a:ext uri="{FF2B5EF4-FFF2-40B4-BE49-F238E27FC236}">
                  <a16:creationId xmlns:a16="http://schemas.microsoft.com/office/drawing/2014/main" id="{AE66BD81-6615-E8B1-93C3-552D5BC3A9E7}"/>
                </a:ext>
              </a:extLst>
            </p:cNvPr>
            <p:cNvSpPr>
              <a:spLocks noGrp="1"/>
            </p:cNvSpPr>
            <p:nvPr/>
          </p:nvSpPr>
          <p:spPr>
            <a:xfrm>
              <a:off x="6102186" y="4139499"/>
              <a:ext cx="47941" cy="57649"/>
            </a:xfrm>
            <a:custGeom>
              <a:avLst/>
              <a:gdLst/>
              <a:ahLst/>
              <a:cxnLst/>
              <a:rect l="0" t="0" r="0" b="0"/>
              <a:pathLst>
                <a:path w="47941" h="57649">
                  <a:moveTo>
                    <a:pt x="0" y="57649"/>
                  </a:moveTo>
                  <a:lnTo>
                    <a:pt x="4794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0" name="Candidate_receptor__3079">
              <a:extLst>
                <a:ext uri="{FF2B5EF4-FFF2-40B4-BE49-F238E27FC236}">
                  <a16:creationId xmlns:a16="http://schemas.microsoft.com/office/drawing/2014/main" id="{867A5C33-3B34-2337-BAD3-D63AF67B15E5}"/>
                </a:ext>
              </a:extLst>
            </p:cNvPr>
            <p:cNvSpPr>
              <a:spLocks noGrp="1"/>
            </p:cNvSpPr>
            <p:nvPr/>
          </p:nvSpPr>
          <p:spPr>
            <a:xfrm>
              <a:off x="5007954" y="3378518"/>
              <a:ext cx="18197" cy="98369"/>
            </a:xfrm>
            <a:custGeom>
              <a:avLst/>
              <a:gdLst/>
              <a:ahLst/>
              <a:cxnLst/>
              <a:rect l="0" t="0" r="0" b="0"/>
              <a:pathLst>
                <a:path w="18197" h="98369">
                  <a:moveTo>
                    <a:pt x="0" y="98369"/>
                  </a:moveTo>
                  <a:lnTo>
                    <a:pt x="1819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1" name="Candidate_receptor__3080">
              <a:extLst>
                <a:ext uri="{FF2B5EF4-FFF2-40B4-BE49-F238E27FC236}">
                  <a16:creationId xmlns:a16="http://schemas.microsoft.com/office/drawing/2014/main" id="{C30F3552-164B-F07B-35DF-8E4855828798}"/>
                </a:ext>
              </a:extLst>
            </p:cNvPr>
            <p:cNvSpPr>
              <a:spLocks noGrp="1"/>
            </p:cNvSpPr>
            <p:nvPr/>
          </p:nvSpPr>
          <p:spPr>
            <a:xfrm>
              <a:off x="4862299" y="4715119"/>
              <a:ext cx="22799" cy="12407"/>
            </a:xfrm>
            <a:custGeom>
              <a:avLst/>
              <a:gdLst/>
              <a:ahLst/>
              <a:cxnLst/>
              <a:rect l="0" t="0" r="0" b="0"/>
              <a:pathLst>
                <a:path w="22799" h="12407">
                  <a:moveTo>
                    <a:pt x="22799" y="124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2" name="Candidate_receptor__3081">
              <a:extLst>
                <a:ext uri="{FF2B5EF4-FFF2-40B4-BE49-F238E27FC236}">
                  <a16:creationId xmlns:a16="http://schemas.microsoft.com/office/drawing/2014/main" id="{1104693F-A530-5930-3154-DBC3241F5AEA}"/>
                </a:ext>
              </a:extLst>
            </p:cNvPr>
            <p:cNvSpPr>
              <a:spLocks noGrp="1"/>
            </p:cNvSpPr>
            <p:nvPr/>
          </p:nvSpPr>
          <p:spPr>
            <a:xfrm>
              <a:off x="4838543" y="4366895"/>
              <a:ext cx="25699" cy="27619"/>
            </a:xfrm>
            <a:custGeom>
              <a:avLst/>
              <a:gdLst/>
              <a:ahLst/>
              <a:cxnLst/>
              <a:rect l="0" t="0" r="0" b="0"/>
              <a:pathLst>
                <a:path w="25699" h="27619">
                  <a:moveTo>
                    <a:pt x="0" y="0"/>
                  </a:moveTo>
                  <a:lnTo>
                    <a:pt x="25699" y="276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3" name="Candidate_receptor__3082">
              <a:extLst>
                <a:ext uri="{FF2B5EF4-FFF2-40B4-BE49-F238E27FC236}">
                  <a16:creationId xmlns:a16="http://schemas.microsoft.com/office/drawing/2014/main" id="{32711814-C9AF-3348-E0BC-84E6A0ED68A1}"/>
                </a:ext>
              </a:extLst>
            </p:cNvPr>
            <p:cNvSpPr>
              <a:spLocks noGrp="1"/>
            </p:cNvSpPr>
            <p:nvPr/>
          </p:nvSpPr>
          <p:spPr>
            <a:xfrm>
              <a:off x="5399638" y="3031536"/>
              <a:ext cx="33062" cy="87197"/>
            </a:xfrm>
            <a:custGeom>
              <a:avLst/>
              <a:gdLst/>
              <a:ahLst/>
              <a:cxnLst/>
              <a:rect l="0" t="0" r="0" b="0"/>
              <a:pathLst>
                <a:path w="33062" h="87197">
                  <a:moveTo>
                    <a:pt x="33062" y="871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4" name="Candidate_receptor__3083">
              <a:extLst>
                <a:ext uri="{FF2B5EF4-FFF2-40B4-BE49-F238E27FC236}">
                  <a16:creationId xmlns:a16="http://schemas.microsoft.com/office/drawing/2014/main" id="{2E5B7C2C-9CBE-E3A3-4DE0-50B430848970}"/>
                </a:ext>
              </a:extLst>
            </p:cNvPr>
            <p:cNvSpPr>
              <a:spLocks noGrp="1"/>
            </p:cNvSpPr>
            <p:nvPr/>
          </p:nvSpPr>
          <p:spPr>
            <a:xfrm>
              <a:off x="6401329" y="4253257"/>
              <a:ext cx="64600" cy="43241"/>
            </a:xfrm>
            <a:custGeom>
              <a:avLst/>
              <a:gdLst/>
              <a:ahLst/>
              <a:cxnLst/>
              <a:rect l="0" t="0" r="0" b="0"/>
              <a:pathLst>
                <a:path w="64600" h="43241">
                  <a:moveTo>
                    <a:pt x="0" y="43241"/>
                  </a:moveTo>
                  <a:lnTo>
                    <a:pt x="6460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5" name="Candidate_receptor__3084">
              <a:extLst>
                <a:ext uri="{FF2B5EF4-FFF2-40B4-BE49-F238E27FC236}">
                  <a16:creationId xmlns:a16="http://schemas.microsoft.com/office/drawing/2014/main" id="{BB76832D-89DA-425C-EA28-06FEA092A5B9}"/>
                </a:ext>
              </a:extLst>
            </p:cNvPr>
            <p:cNvSpPr>
              <a:spLocks noGrp="1"/>
            </p:cNvSpPr>
            <p:nvPr/>
          </p:nvSpPr>
          <p:spPr>
            <a:xfrm>
              <a:off x="4919473" y="4027263"/>
              <a:ext cx="108528" cy="15749"/>
            </a:xfrm>
            <a:custGeom>
              <a:avLst/>
              <a:gdLst/>
              <a:ahLst/>
              <a:cxnLst/>
              <a:rect l="0" t="0" r="0" b="0"/>
              <a:pathLst>
                <a:path w="108528" h="15749">
                  <a:moveTo>
                    <a:pt x="0" y="15749"/>
                  </a:moveTo>
                  <a:lnTo>
                    <a:pt x="10852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6" name="Candidate_receptor__3085">
              <a:extLst>
                <a:ext uri="{FF2B5EF4-FFF2-40B4-BE49-F238E27FC236}">
                  <a16:creationId xmlns:a16="http://schemas.microsoft.com/office/drawing/2014/main" id="{E8641194-A9E1-758F-8231-3BF049C56C4D}"/>
                </a:ext>
              </a:extLst>
            </p:cNvPr>
            <p:cNvSpPr>
              <a:spLocks noGrp="1"/>
            </p:cNvSpPr>
            <p:nvPr/>
          </p:nvSpPr>
          <p:spPr>
            <a:xfrm>
              <a:off x="5992724" y="3015365"/>
              <a:ext cx="102613" cy="49296"/>
            </a:xfrm>
            <a:custGeom>
              <a:avLst/>
              <a:gdLst/>
              <a:ahLst/>
              <a:cxnLst/>
              <a:rect l="0" t="0" r="0" b="0"/>
              <a:pathLst>
                <a:path w="102613" h="49296">
                  <a:moveTo>
                    <a:pt x="0" y="49296"/>
                  </a:moveTo>
                  <a:lnTo>
                    <a:pt x="10261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87" name="Candidate_receptor__3086">
              <a:extLst>
                <a:ext uri="{FF2B5EF4-FFF2-40B4-BE49-F238E27FC236}">
                  <a16:creationId xmlns:a16="http://schemas.microsoft.com/office/drawing/2014/main" id="{4966A2B4-4558-B359-5132-B9301160B3DE}"/>
                </a:ext>
              </a:extLst>
            </p:cNvPr>
            <p:cNvSpPr>
              <a:spLocks noGrp="1"/>
            </p:cNvSpPr>
            <p:nvPr/>
          </p:nvSpPr>
          <p:spPr>
            <a:xfrm>
              <a:off x="6345310" y="4135537"/>
              <a:ext cx="44423" cy="19809"/>
            </a:xfrm>
            <a:custGeom>
              <a:avLst/>
              <a:gdLst/>
              <a:ahLst/>
              <a:cxnLst/>
              <a:rect l="0" t="0" r="0" b="0"/>
              <a:pathLst>
                <a:path w="44423" h="19809">
                  <a:moveTo>
                    <a:pt x="44423" y="0"/>
                  </a:moveTo>
                  <a:lnTo>
                    <a:pt x="0" y="1980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8" name="Candidate_receptor__3087">
              <a:extLst>
                <a:ext uri="{FF2B5EF4-FFF2-40B4-BE49-F238E27FC236}">
                  <a16:creationId xmlns:a16="http://schemas.microsoft.com/office/drawing/2014/main" id="{9E1ECD64-3DBD-23C7-F5E7-05FC3EC67692}"/>
                </a:ext>
              </a:extLst>
            </p:cNvPr>
            <p:cNvSpPr>
              <a:spLocks noGrp="1"/>
            </p:cNvSpPr>
            <p:nvPr/>
          </p:nvSpPr>
          <p:spPr>
            <a:xfrm>
              <a:off x="4673846" y="3816953"/>
              <a:ext cx="108123" cy="7559"/>
            </a:xfrm>
            <a:custGeom>
              <a:avLst/>
              <a:gdLst/>
              <a:ahLst/>
              <a:cxnLst/>
              <a:rect l="0" t="0" r="0" b="0"/>
              <a:pathLst>
                <a:path w="108123" h="7559">
                  <a:moveTo>
                    <a:pt x="0" y="0"/>
                  </a:moveTo>
                  <a:lnTo>
                    <a:pt x="108123" y="755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89" name="Candidate_receptor__3088">
              <a:extLst>
                <a:ext uri="{FF2B5EF4-FFF2-40B4-BE49-F238E27FC236}">
                  <a16:creationId xmlns:a16="http://schemas.microsoft.com/office/drawing/2014/main" id="{CF44D48A-D85E-1FED-6335-2272230A70B7}"/>
                </a:ext>
              </a:extLst>
            </p:cNvPr>
            <p:cNvSpPr>
              <a:spLocks noGrp="1"/>
            </p:cNvSpPr>
            <p:nvPr/>
          </p:nvSpPr>
          <p:spPr>
            <a:xfrm>
              <a:off x="5281043" y="3194540"/>
              <a:ext cx="22198" cy="42094"/>
            </a:xfrm>
            <a:custGeom>
              <a:avLst/>
              <a:gdLst/>
              <a:ahLst/>
              <a:cxnLst/>
              <a:rect l="0" t="0" r="0" b="0"/>
              <a:pathLst>
                <a:path w="22198" h="42094">
                  <a:moveTo>
                    <a:pt x="22198" y="0"/>
                  </a:moveTo>
                  <a:lnTo>
                    <a:pt x="0" y="4209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0" name="Candidate_receptor__3089">
              <a:extLst>
                <a:ext uri="{FF2B5EF4-FFF2-40B4-BE49-F238E27FC236}">
                  <a16:creationId xmlns:a16="http://schemas.microsoft.com/office/drawing/2014/main" id="{7D9F8E1C-83C7-1725-DE06-91303E0E8EF2}"/>
                </a:ext>
              </a:extLst>
            </p:cNvPr>
            <p:cNvSpPr>
              <a:spLocks noGrp="1"/>
            </p:cNvSpPr>
            <p:nvPr/>
          </p:nvSpPr>
          <p:spPr>
            <a:xfrm>
              <a:off x="4634712" y="2607360"/>
              <a:ext cx="2992" cy="2183"/>
            </a:xfrm>
            <a:custGeom>
              <a:avLst/>
              <a:gdLst/>
              <a:ahLst/>
              <a:cxnLst/>
              <a:rect l="0" t="0" r="0" b="0"/>
              <a:pathLst>
                <a:path w="2992" h="2183">
                  <a:moveTo>
                    <a:pt x="2992" y="0"/>
                  </a:moveTo>
                  <a:lnTo>
                    <a:pt x="0" y="218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1" name="Candidate_receptor__3090">
              <a:extLst>
                <a:ext uri="{FF2B5EF4-FFF2-40B4-BE49-F238E27FC236}">
                  <a16:creationId xmlns:a16="http://schemas.microsoft.com/office/drawing/2014/main" id="{56DAF3B2-498F-4108-CA8D-24CE83A9B9F6}"/>
                </a:ext>
              </a:extLst>
            </p:cNvPr>
            <p:cNvSpPr>
              <a:spLocks noGrp="1"/>
            </p:cNvSpPr>
            <p:nvPr/>
          </p:nvSpPr>
          <p:spPr>
            <a:xfrm>
              <a:off x="4442655" y="2402999"/>
              <a:ext cx="68550" cy="67206"/>
            </a:xfrm>
            <a:custGeom>
              <a:avLst/>
              <a:gdLst/>
              <a:ahLst/>
              <a:cxnLst/>
              <a:rect l="0" t="0" r="0" b="0"/>
              <a:pathLst>
                <a:path w="68550" h="67206">
                  <a:moveTo>
                    <a:pt x="68550" y="0"/>
                  </a:moveTo>
                  <a:lnTo>
                    <a:pt x="0" y="67206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2" name="Candidate_receptor__3091">
              <a:extLst>
                <a:ext uri="{FF2B5EF4-FFF2-40B4-BE49-F238E27FC236}">
                  <a16:creationId xmlns:a16="http://schemas.microsoft.com/office/drawing/2014/main" id="{E62D41A4-08C1-F179-DF21-95E4806B183B}"/>
                </a:ext>
              </a:extLst>
            </p:cNvPr>
            <p:cNvSpPr>
              <a:spLocks noGrp="1"/>
            </p:cNvSpPr>
            <p:nvPr/>
          </p:nvSpPr>
          <p:spPr>
            <a:xfrm>
              <a:off x="4941789" y="2359442"/>
              <a:ext cx="114646" cy="8976"/>
            </a:xfrm>
            <a:custGeom>
              <a:avLst/>
              <a:gdLst/>
              <a:ahLst/>
              <a:cxnLst/>
              <a:rect l="0" t="0" r="0" b="0"/>
              <a:pathLst>
                <a:path w="114646" h="8976">
                  <a:moveTo>
                    <a:pt x="0" y="8976"/>
                  </a:moveTo>
                  <a:lnTo>
                    <a:pt x="114646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3" name="Candidate_receptor__3092">
              <a:extLst>
                <a:ext uri="{FF2B5EF4-FFF2-40B4-BE49-F238E27FC236}">
                  <a16:creationId xmlns:a16="http://schemas.microsoft.com/office/drawing/2014/main" id="{EF12DDCB-9921-280F-0E7C-3707F7052FD0}"/>
                </a:ext>
              </a:extLst>
            </p:cNvPr>
            <p:cNvSpPr>
              <a:spLocks noGrp="1"/>
            </p:cNvSpPr>
            <p:nvPr/>
          </p:nvSpPr>
          <p:spPr>
            <a:xfrm>
              <a:off x="4995448" y="4654603"/>
              <a:ext cx="18564" cy="98535"/>
            </a:xfrm>
            <a:custGeom>
              <a:avLst/>
              <a:gdLst/>
              <a:ahLst/>
              <a:cxnLst/>
              <a:rect l="0" t="0" r="0" b="0"/>
              <a:pathLst>
                <a:path w="18564" h="98535">
                  <a:moveTo>
                    <a:pt x="18564" y="0"/>
                  </a:moveTo>
                  <a:lnTo>
                    <a:pt x="0" y="9853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4" name="Candidate_receptor__3093">
              <a:extLst>
                <a:ext uri="{FF2B5EF4-FFF2-40B4-BE49-F238E27FC236}">
                  <a16:creationId xmlns:a16="http://schemas.microsoft.com/office/drawing/2014/main" id="{F9E99FB5-99EA-BB0C-88E4-6976122EF24A}"/>
                </a:ext>
              </a:extLst>
            </p:cNvPr>
            <p:cNvSpPr>
              <a:spLocks noGrp="1"/>
            </p:cNvSpPr>
            <p:nvPr/>
          </p:nvSpPr>
          <p:spPr>
            <a:xfrm>
              <a:off x="6115227" y="3647867"/>
              <a:ext cx="47234" cy="91777"/>
            </a:xfrm>
            <a:custGeom>
              <a:avLst/>
              <a:gdLst/>
              <a:ahLst/>
              <a:cxnLst/>
              <a:rect l="0" t="0" r="0" b="0"/>
              <a:pathLst>
                <a:path w="47234" h="91777">
                  <a:moveTo>
                    <a:pt x="0" y="91777"/>
                  </a:moveTo>
                  <a:lnTo>
                    <a:pt x="4723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5" name="Candidate_receptor__3094">
              <a:extLst>
                <a:ext uri="{FF2B5EF4-FFF2-40B4-BE49-F238E27FC236}">
                  <a16:creationId xmlns:a16="http://schemas.microsoft.com/office/drawing/2014/main" id="{38FBD19B-8F2E-E420-0706-CC81193BFEDE}"/>
                </a:ext>
              </a:extLst>
            </p:cNvPr>
            <p:cNvSpPr>
              <a:spLocks noGrp="1"/>
            </p:cNvSpPr>
            <p:nvPr/>
          </p:nvSpPr>
          <p:spPr>
            <a:xfrm>
              <a:off x="4895137" y="2097583"/>
              <a:ext cx="26082" cy="78233"/>
            </a:xfrm>
            <a:custGeom>
              <a:avLst/>
              <a:gdLst/>
              <a:ahLst/>
              <a:cxnLst/>
              <a:rect l="0" t="0" r="0" b="0"/>
              <a:pathLst>
                <a:path w="26082" h="78233">
                  <a:moveTo>
                    <a:pt x="26082" y="0"/>
                  </a:moveTo>
                  <a:lnTo>
                    <a:pt x="0" y="78233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6" name="Candidate_receptor__3095">
              <a:extLst>
                <a:ext uri="{FF2B5EF4-FFF2-40B4-BE49-F238E27FC236}">
                  <a16:creationId xmlns:a16="http://schemas.microsoft.com/office/drawing/2014/main" id="{1846E896-221C-DFBA-0D4A-088F9A6A307E}"/>
                </a:ext>
              </a:extLst>
            </p:cNvPr>
            <p:cNvSpPr>
              <a:spLocks noGrp="1"/>
            </p:cNvSpPr>
            <p:nvPr/>
          </p:nvSpPr>
          <p:spPr>
            <a:xfrm>
              <a:off x="4628886" y="3388593"/>
              <a:ext cx="92267" cy="20917"/>
            </a:xfrm>
            <a:custGeom>
              <a:avLst/>
              <a:gdLst/>
              <a:ahLst/>
              <a:cxnLst/>
              <a:rect l="0" t="0" r="0" b="0"/>
              <a:pathLst>
                <a:path w="92267" h="20917">
                  <a:moveTo>
                    <a:pt x="92267" y="0"/>
                  </a:moveTo>
                  <a:lnTo>
                    <a:pt x="0" y="2091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7" name="Candidate_receptor__3096">
              <a:extLst>
                <a:ext uri="{FF2B5EF4-FFF2-40B4-BE49-F238E27FC236}">
                  <a16:creationId xmlns:a16="http://schemas.microsoft.com/office/drawing/2014/main" id="{7B372EA7-4669-0FD3-E9E1-0B112A108F42}"/>
                </a:ext>
              </a:extLst>
            </p:cNvPr>
            <p:cNvSpPr>
              <a:spLocks noGrp="1"/>
            </p:cNvSpPr>
            <p:nvPr/>
          </p:nvSpPr>
          <p:spPr>
            <a:xfrm>
              <a:off x="4721754" y="2658367"/>
              <a:ext cx="86093" cy="75191"/>
            </a:xfrm>
            <a:custGeom>
              <a:avLst/>
              <a:gdLst/>
              <a:ahLst/>
              <a:cxnLst/>
              <a:rect l="0" t="0" r="0" b="0"/>
              <a:pathLst>
                <a:path w="86093" h="75191">
                  <a:moveTo>
                    <a:pt x="0" y="75191"/>
                  </a:moveTo>
                  <a:lnTo>
                    <a:pt x="8609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098" name="Candidate_receptor__3097">
              <a:extLst>
                <a:ext uri="{FF2B5EF4-FFF2-40B4-BE49-F238E27FC236}">
                  <a16:creationId xmlns:a16="http://schemas.microsoft.com/office/drawing/2014/main" id="{9AB6C701-A1DD-ADCA-F427-B38AF015C2A3}"/>
                </a:ext>
              </a:extLst>
            </p:cNvPr>
            <p:cNvSpPr>
              <a:spLocks noGrp="1"/>
            </p:cNvSpPr>
            <p:nvPr/>
          </p:nvSpPr>
          <p:spPr>
            <a:xfrm>
              <a:off x="4722991" y="2070674"/>
              <a:ext cx="62371" cy="95513"/>
            </a:xfrm>
            <a:custGeom>
              <a:avLst/>
              <a:gdLst/>
              <a:ahLst/>
              <a:cxnLst/>
              <a:rect l="0" t="0" r="0" b="0"/>
              <a:pathLst>
                <a:path w="62371" h="95513">
                  <a:moveTo>
                    <a:pt x="62371" y="955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099" name="Candidate_receptor__3098">
              <a:extLst>
                <a:ext uri="{FF2B5EF4-FFF2-40B4-BE49-F238E27FC236}">
                  <a16:creationId xmlns:a16="http://schemas.microsoft.com/office/drawing/2014/main" id="{8000C9DC-CEA2-C89C-0B53-816C2E027D55}"/>
                </a:ext>
              </a:extLst>
            </p:cNvPr>
            <p:cNvSpPr>
              <a:spLocks noGrp="1"/>
            </p:cNvSpPr>
            <p:nvPr/>
          </p:nvSpPr>
          <p:spPr>
            <a:xfrm>
              <a:off x="6073347" y="3394345"/>
              <a:ext cx="94424" cy="60266"/>
            </a:xfrm>
            <a:custGeom>
              <a:avLst/>
              <a:gdLst/>
              <a:ahLst/>
              <a:cxnLst/>
              <a:rect l="0" t="0" r="0" b="0"/>
              <a:pathLst>
                <a:path w="94424" h="60266">
                  <a:moveTo>
                    <a:pt x="0" y="60266"/>
                  </a:moveTo>
                  <a:lnTo>
                    <a:pt x="9442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0" name="Candidate_receptor__3099">
              <a:extLst>
                <a:ext uri="{FF2B5EF4-FFF2-40B4-BE49-F238E27FC236}">
                  <a16:creationId xmlns:a16="http://schemas.microsoft.com/office/drawing/2014/main" id="{0EE5EC0A-1CBB-C388-732B-E47119EFDDFE}"/>
                </a:ext>
              </a:extLst>
            </p:cNvPr>
            <p:cNvSpPr>
              <a:spLocks noGrp="1"/>
            </p:cNvSpPr>
            <p:nvPr/>
          </p:nvSpPr>
          <p:spPr>
            <a:xfrm>
              <a:off x="5763559" y="3203464"/>
              <a:ext cx="107846" cy="34379"/>
            </a:xfrm>
            <a:custGeom>
              <a:avLst/>
              <a:gdLst/>
              <a:ahLst/>
              <a:cxnLst/>
              <a:rect l="0" t="0" r="0" b="0"/>
              <a:pathLst>
                <a:path w="107846" h="34379">
                  <a:moveTo>
                    <a:pt x="0" y="0"/>
                  </a:moveTo>
                  <a:lnTo>
                    <a:pt x="107846" y="3437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1" name="Candidate_receptor__3100">
              <a:extLst>
                <a:ext uri="{FF2B5EF4-FFF2-40B4-BE49-F238E27FC236}">
                  <a16:creationId xmlns:a16="http://schemas.microsoft.com/office/drawing/2014/main" id="{7B94BF6C-83F0-7378-E28A-C2E395BACFD4}"/>
                </a:ext>
              </a:extLst>
            </p:cNvPr>
            <p:cNvSpPr>
              <a:spLocks noGrp="1"/>
            </p:cNvSpPr>
            <p:nvPr/>
          </p:nvSpPr>
          <p:spPr>
            <a:xfrm>
              <a:off x="5710061" y="2000910"/>
              <a:ext cx="46555" cy="98606"/>
            </a:xfrm>
            <a:custGeom>
              <a:avLst/>
              <a:gdLst/>
              <a:ahLst/>
              <a:cxnLst/>
              <a:rect l="0" t="0" r="0" b="0"/>
              <a:pathLst>
                <a:path w="46555" h="98606">
                  <a:moveTo>
                    <a:pt x="0" y="98606"/>
                  </a:moveTo>
                  <a:lnTo>
                    <a:pt x="4655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2" name="Candidate_receptor__3101">
              <a:extLst>
                <a:ext uri="{FF2B5EF4-FFF2-40B4-BE49-F238E27FC236}">
                  <a16:creationId xmlns:a16="http://schemas.microsoft.com/office/drawing/2014/main" id="{FFC20F3C-8D0D-188F-D9F7-3A0083A13737}"/>
                </a:ext>
              </a:extLst>
            </p:cNvPr>
            <p:cNvSpPr>
              <a:spLocks noGrp="1"/>
            </p:cNvSpPr>
            <p:nvPr/>
          </p:nvSpPr>
          <p:spPr>
            <a:xfrm>
              <a:off x="5200482" y="3662388"/>
              <a:ext cx="2168" cy="109295"/>
            </a:xfrm>
            <a:custGeom>
              <a:avLst/>
              <a:gdLst/>
              <a:ahLst/>
              <a:cxnLst/>
              <a:rect l="0" t="0" r="0" b="0"/>
              <a:pathLst>
                <a:path w="2168" h="109295">
                  <a:moveTo>
                    <a:pt x="0" y="0"/>
                  </a:moveTo>
                  <a:lnTo>
                    <a:pt x="2168" y="10929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3" name="Candidate_receptor__3102">
              <a:extLst>
                <a:ext uri="{FF2B5EF4-FFF2-40B4-BE49-F238E27FC236}">
                  <a16:creationId xmlns:a16="http://schemas.microsoft.com/office/drawing/2014/main" id="{1A5BA012-DBEC-659A-E177-EE9BAA9B41A2}"/>
                </a:ext>
              </a:extLst>
            </p:cNvPr>
            <p:cNvSpPr>
              <a:spLocks noGrp="1"/>
            </p:cNvSpPr>
            <p:nvPr/>
          </p:nvSpPr>
          <p:spPr>
            <a:xfrm>
              <a:off x="6465929" y="4158367"/>
              <a:ext cx="31348" cy="94890"/>
            </a:xfrm>
            <a:custGeom>
              <a:avLst/>
              <a:gdLst/>
              <a:ahLst/>
              <a:cxnLst/>
              <a:rect l="0" t="0" r="0" b="0"/>
              <a:pathLst>
                <a:path w="31348" h="94890">
                  <a:moveTo>
                    <a:pt x="0" y="94890"/>
                  </a:moveTo>
                  <a:lnTo>
                    <a:pt x="3134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4" name="Candidate_receptor__3103">
              <a:extLst>
                <a:ext uri="{FF2B5EF4-FFF2-40B4-BE49-F238E27FC236}">
                  <a16:creationId xmlns:a16="http://schemas.microsoft.com/office/drawing/2014/main" id="{855A65FC-5BCB-9AB5-45EE-41624DBDBFF1}"/>
                </a:ext>
              </a:extLst>
            </p:cNvPr>
            <p:cNvSpPr>
              <a:spLocks noGrp="1"/>
            </p:cNvSpPr>
            <p:nvPr/>
          </p:nvSpPr>
          <p:spPr>
            <a:xfrm>
              <a:off x="4959121" y="4588539"/>
              <a:ext cx="54891" cy="66064"/>
            </a:xfrm>
            <a:custGeom>
              <a:avLst/>
              <a:gdLst/>
              <a:ahLst/>
              <a:cxnLst/>
              <a:rect l="0" t="0" r="0" b="0"/>
              <a:pathLst>
                <a:path w="54891" h="66064">
                  <a:moveTo>
                    <a:pt x="0" y="0"/>
                  </a:moveTo>
                  <a:lnTo>
                    <a:pt x="54891" y="6606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5" name="Candidate_receptor__3104">
              <a:extLst>
                <a:ext uri="{FF2B5EF4-FFF2-40B4-BE49-F238E27FC236}">
                  <a16:creationId xmlns:a16="http://schemas.microsoft.com/office/drawing/2014/main" id="{ACC75174-76CE-EFBC-A371-BE201176C15B}"/>
                </a:ext>
              </a:extLst>
            </p:cNvPr>
            <p:cNvSpPr>
              <a:spLocks noGrp="1"/>
            </p:cNvSpPr>
            <p:nvPr/>
          </p:nvSpPr>
          <p:spPr>
            <a:xfrm>
              <a:off x="5699305" y="1688774"/>
              <a:ext cx="85318" cy="69542"/>
            </a:xfrm>
            <a:custGeom>
              <a:avLst/>
              <a:gdLst/>
              <a:ahLst/>
              <a:cxnLst/>
              <a:rect l="0" t="0" r="0" b="0"/>
              <a:pathLst>
                <a:path w="85318" h="69542">
                  <a:moveTo>
                    <a:pt x="85318" y="0"/>
                  </a:moveTo>
                  <a:lnTo>
                    <a:pt x="0" y="6954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6" name="Candidate_receptor__3105">
              <a:extLst>
                <a:ext uri="{FF2B5EF4-FFF2-40B4-BE49-F238E27FC236}">
                  <a16:creationId xmlns:a16="http://schemas.microsoft.com/office/drawing/2014/main" id="{F5854481-CF04-1749-302E-AEBC091C91BE}"/>
                </a:ext>
              </a:extLst>
            </p:cNvPr>
            <p:cNvSpPr>
              <a:spLocks noGrp="1"/>
            </p:cNvSpPr>
            <p:nvPr/>
          </p:nvSpPr>
          <p:spPr>
            <a:xfrm>
              <a:off x="4757147" y="5097493"/>
              <a:ext cx="107712" cy="26504"/>
            </a:xfrm>
            <a:custGeom>
              <a:avLst/>
              <a:gdLst/>
              <a:ahLst/>
              <a:cxnLst/>
              <a:rect l="0" t="0" r="0" b="0"/>
              <a:pathLst>
                <a:path w="107712" h="26504">
                  <a:moveTo>
                    <a:pt x="0" y="26504"/>
                  </a:moveTo>
                  <a:lnTo>
                    <a:pt x="10771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7" name="Candidate_receptor__3106">
              <a:extLst>
                <a:ext uri="{FF2B5EF4-FFF2-40B4-BE49-F238E27FC236}">
                  <a16:creationId xmlns:a16="http://schemas.microsoft.com/office/drawing/2014/main" id="{429385F6-9E46-59E7-EE9A-9B7A013892AD}"/>
                </a:ext>
              </a:extLst>
            </p:cNvPr>
            <p:cNvSpPr>
              <a:spLocks noGrp="1"/>
            </p:cNvSpPr>
            <p:nvPr/>
          </p:nvSpPr>
          <p:spPr>
            <a:xfrm>
              <a:off x="5812673" y="3686120"/>
              <a:ext cx="87524" cy="64468"/>
            </a:xfrm>
            <a:custGeom>
              <a:avLst/>
              <a:gdLst/>
              <a:ahLst/>
              <a:cxnLst/>
              <a:rect l="0" t="0" r="0" b="0"/>
              <a:pathLst>
                <a:path w="87524" h="64468">
                  <a:moveTo>
                    <a:pt x="0" y="0"/>
                  </a:moveTo>
                  <a:lnTo>
                    <a:pt x="87524" y="6446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8" name="Candidate_receptor__3107">
              <a:extLst>
                <a:ext uri="{FF2B5EF4-FFF2-40B4-BE49-F238E27FC236}">
                  <a16:creationId xmlns:a16="http://schemas.microsoft.com/office/drawing/2014/main" id="{35B966E5-A61E-CC42-B316-AA8B6D4BCE03}"/>
                </a:ext>
              </a:extLst>
            </p:cNvPr>
            <p:cNvSpPr>
              <a:spLocks noGrp="1"/>
            </p:cNvSpPr>
            <p:nvPr/>
          </p:nvSpPr>
          <p:spPr>
            <a:xfrm>
              <a:off x="6117882" y="4035899"/>
              <a:ext cx="32244" cy="103601"/>
            </a:xfrm>
            <a:custGeom>
              <a:avLst/>
              <a:gdLst/>
              <a:ahLst/>
              <a:cxnLst/>
              <a:rect l="0" t="0" r="0" b="0"/>
              <a:pathLst>
                <a:path w="32244" h="103601">
                  <a:moveTo>
                    <a:pt x="32244" y="1036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09" name="Candidate_receptor__3108">
              <a:extLst>
                <a:ext uri="{FF2B5EF4-FFF2-40B4-BE49-F238E27FC236}">
                  <a16:creationId xmlns:a16="http://schemas.microsoft.com/office/drawing/2014/main" id="{CC7714D6-C543-9CA6-D869-33E2751AAA72}"/>
                </a:ext>
              </a:extLst>
            </p:cNvPr>
            <p:cNvSpPr>
              <a:spLocks noGrp="1"/>
            </p:cNvSpPr>
            <p:nvPr/>
          </p:nvSpPr>
          <p:spPr>
            <a:xfrm>
              <a:off x="5563441" y="3589054"/>
              <a:ext cx="65691" cy="34688"/>
            </a:xfrm>
            <a:custGeom>
              <a:avLst/>
              <a:gdLst/>
              <a:ahLst/>
              <a:cxnLst/>
              <a:rect l="0" t="0" r="0" b="0"/>
              <a:pathLst>
                <a:path w="65691" h="34688">
                  <a:moveTo>
                    <a:pt x="65691" y="346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0" name="Candidate_receptor__3109">
              <a:extLst>
                <a:ext uri="{FF2B5EF4-FFF2-40B4-BE49-F238E27FC236}">
                  <a16:creationId xmlns:a16="http://schemas.microsoft.com/office/drawing/2014/main" id="{FB483424-2D3B-4A07-8D7A-11DF8EF94D47}"/>
                </a:ext>
              </a:extLst>
            </p:cNvPr>
            <p:cNvSpPr>
              <a:spLocks noGrp="1"/>
            </p:cNvSpPr>
            <p:nvPr/>
          </p:nvSpPr>
          <p:spPr>
            <a:xfrm>
              <a:off x="5628891" y="3448568"/>
              <a:ext cx="6342" cy="20800"/>
            </a:xfrm>
            <a:custGeom>
              <a:avLst/>
              <a:gdLst/>
              <a:ahLst/>
              <a:cxnLst/>
              <a:rect l="0" t="0" r="0" b="0"/>
              <a:pathLst>
                <a:path w="6342" h="20800">
                  <a:moveTo>
                    <a:pt x="6342" y="20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1" name="Candidate_receptor__3110">
              <a:extLst>
                <a:ext uri="{FF2B5EF4-FFF2-40B4-BE49-F238E27FC236}">
                  <a16:creationId xmlns:a16="http://schemas.microsoft.com/office/drawing/2014/main" id="{534B63A8-64E0-E3AA-545C-AF2E54D49FA6}"/>
                </a:ext>
              </a:extLst>
            </p:cNvPr>
            <p:cNvSpPr>
              <a:spLocks noGrp="1"/>
            </p:cNvSpPr>
            <p:nvPr/>
          </p:nvSpPr>
          <p:spPr>
            <a:xfrm>
              <a:off x="5887499" y="4271539"/>
              <a:ext cx="37539" cy="65948"/>
            </a:xfrm>
            <a:custGeom>
              <a:avLst/>
              <a:gdLst/>
              <a:ahLst/>
              <a:cxnLst/>
              <a:rect l="0" t="0" r="0" b="0"/>
              <a:pathLst>
                <a:path w="37539" h="65948">
                  <a:moveTo>
                    <a:pt x="0" y="0"/>
                  </a:moveTo>
                  <a:lnTo>
                    <a:pt x="37539" y="659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2" name="Candidate_receptor__3111">
              <a:extLst>
                <a:ext uri="{FF2B5EF4-FFF2-40B4-BE49-F238E27FC236}">
                  <a16:creationId xmlns:a16="http://schemas.microsoft.com/office/drawing/2014/main" id="{41373D7C-635E-3DAF-3256-E1E629214028}"/>
                </a:ext>
              </a:extLst>
            </p:cNvPr>
            <p:cNvSpPr>
              <a:spLocks noGrp="1"/>
            </p:cNvSpPr>
            <p:nvPr/>
          </p:nvSpPr>
          <p:spPr>
            <a:xfrm>
              <a:off x="5901207" y="3064662"/>
              <a:ext cx="91517" cy="20281"/>
            </a:xfrm>
            <a:custGeom>
              <a:avLst/>
              <a:gdLst/>
              <a:ahLst/>
              <a:cxnLst/>
              <a:rect l="0" t="0" r="0" b="0"/>
              <a:pathLst>
                <a:path w="91517" h="20281">
                  <a:moveTo>
                    <a:pt x="0" y="20281"/>
                  </a:moveTo>
                  <a:lnTo>
                    <a:pt x="91517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13" name="Candidate_receptor__3112">
              <a:extLst>
                <a:ext uri="{FF2B5EF4-FFF2-40B4-BE49-F238E27FC236}">
                  <a16:creationId xmlns:a16="http://schemas.microsoft.com/office/drawing/2014/main" id="{674B7A97-00AD-9C6F-CB98-E45A223C0BA7}"/>
                </a:ext>
              </a:extLst>
            </p:cNvPr>
            <p:cNvSpPr>
              <a:spLocks noGrp="1"/>
            </p:cNvSpPr>
            <p:nvPr/>
          </p:nvSpPr>
          <p:spPr>
            <a:xfrm>
              <a:off x="5498968" y="2122401"/>
              <a:ext cx="79583" cy="22877"/>
            </a:xfrm>
            <a:custGeom>
              <a:avLst/>
              <a:gdLst/>
              <a:ahLst/>
              <a:cxnLst/>
              <a:rect l="0" t="0" r="0" b="0"/>
              <a:pathLst>
                <a:path w="79583" h="22877">
                  <a:moveTo>
                    <a:pt x="0" y="22877"/>
                  </a:moveTo>
                  <a:lnTo>
                    <a:pt x="79583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14" name="Candidate_receptor__3113">
              <a:extLst>
                <a:ext uri="{FF2B5EF4-FFF2-40B4-BE49-F238E27FC236}">
                  <a16:creationId xmlns:a16="http://schemas.microsoft.com/office/drawing/2014/main" id="{A0A5C7B7-869D-2EE9-7453-80B2016FCA0C}"/>
                </a:ext>
              </a:extLst>
            </p:cNvPr>
            <p:cNvSpPr>
              <a:spLocks noGrp="1"/>
            </p:cNvSpPr>
            <p:nvPr/>
          </p:nvSpPr>
          <p:spPr>
            <a:xfrm>
              <a:off x="4896852" y="2368418"/>
              <a:ext cx="44937" cy="89851"/>
            </a:xfrm>
            <a:custGeom>
              <a:avLst/>
              <a:gdLst/>
              <a:ahLst/>
              <a:cxnLst/>
              <a:rect l="0" t="0" r="0" b="0"/>
              <a:pathLst>
                <a:path w="44937" h="89851">
                  <a:moveTo>
                    <a:pt x="0" y="89851"/>
                  </a:moveTo>
                  <a:lnTo>
                    <a:pt x="4493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5" name="Candidate_receptor__3114">
              <a:extLst>
                <a:ext uri="{FF2B5EF4-FFF2-40B4-BE49-F238E27FC236}">
                  <a16:creationId xmlns:a16="http://schemas.microsoft.com/office/drawing/2014/main" id="{446B8E44-58B3-8423-BD94-CEAD8EEE8E3E}"/>
                </a:ext>
              </a:extLst>
            </p:cNvPr>
            <p:cNvSpPr>
              <a:spLocks noGrp="1"/>
            </p:cNvSpPr>
            <p:nvPr/>
          </p:nvSpPr>
          <p:spPr>
            <a:xfrm>
              <a:off x="5118818" y="2484034"/>
              <a:ext cx="74379" cy="40705"/>
            </a:xfrm>
            <a:custGeom>
              <a:avLst/>
              <a:gdLst/>
              <a:ahLst/>
              <a:cxnLst/>
              <a:rect l="0" t="0" r="0" b="0"/>
              <a:pathLst>
                <a:path w="74379" h="40705">
                  <a:moveTo>
                    <a:pt x="74379" y="0"/>
                  </a:moveTo>
                  <a:lnTo>
                    <a:pt x="0" y="4070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6" name="Candidate_receptor__3115">
              <a:extLst>
                <a:ext uri="{FF2B5EF4-FFF2-40B4-BE49-F238E27FC236}">
                  <a16:creationId xmlns:a16="http://schemas.microsoft.com/office/drawing/2014/main" id="{1801D302-62E6-9325-2A80-84228D3BBE7B}"/>
                </a:ext>
              </a:extLst>
            </p:cNvPr>
            <p:cNvSpPr>
              <a:spLocks noGrp="1"/>
            </p:cNvSpPr>
            <p:nvPr/>
          </p:nvSpPr>
          <p:spPr>
            <a:xfrm>
              <a:off x="5998568" y="4063912"/>
              <a:ext cx="9808" cy="57415"/>
            </a:xfrm>
            <a:custGeom>
              <a:avLst/>
              <a:gdLst/>
              <a:ahLst/>
              <a:cxnLst/>
              <a:rect l="0" t="0" r="0" b="0"/>
              <a:pathLst>
                <a:path w="9808" h="57415">
                  <a:moveTo>
                    <a:pt x="9808" y="0"/>
                  </a:moveTo>
                  <a:lnTo>
                    <a:pt x="0" y="5741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7" name="Candidate_receptor__3116">
              <a:extLst>
                <a:ext uri="{FF2B5EF4-FFF2-40B4-BE49-F238E27FC236}">
                  <a16:creationId xmlns:a16="http://schemas.microsoft.com/office/drawing/2014/main" id="{4E20D0B4-6454-3802-E0E9-8866D54667FD}"/>
                </a:ext>
              </a:extLst>
            </p:cNvPr>
            <p:cNvSpPr>
              <a:spLocks noGrp="1"/>
            </p:cNvSpPr>
            <p:nvPr/>
          </p:nvSpPr>
          <p:spPr>
            <a:xfrm>
              <a:off x="4516846" y="3265416"/>
              <a:ext cx="72785" cy="16451"/>
            </a:xfrm>
            <a:custGeom>
              <a:avLst/>
              <a:gdLst/>
              <a:ahLst/>
              <a:cxnLst/>
              <a:rect l="0" t="0" r="0" b="0"/>
              <a:pathLst>
                <a:path w="72785" h="16451">
                  <a:moveTo>
                    <a:pt x="72785" y="0"/>
                  </a:moveTo>
                  <a:lnTo>
                    <a:pt x="0" y="1645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8" name="Candidate_receptor__3117">
              <a:extLst>
                <a:ext uri="{FF2B5EF4-FFF2-40B4-BE49-F238E27FC236}">
                  <a16:creationId xmlns:a16="http://schemas.microsoft.com/office/drawing/2014/main" id="{A960971B-6805-AADB-F055-51E4A1EB713D}"/>
                </a:ext>
              </a:extLst>
            </p:cNvPr>
            <p:cNvSpPr>
              <a:spLocks noGrp="1"/>
            </p:cNvSpPr>
            <p:nvPr/>
          </p:nvSpPr>
          <p:spPr>
            <a:xfrm>
              <a:off x="6014561" y="3357869"/>
              <a:ext cx="58787" cy="96742"/>
            </a:xfrm>
            <a:custGeom>
              <a:avLst/>
              <a:gdLst/>
              <a:ahLst/>
              <a:cxnLst/>
              <a:rect l="0" t="0" r="0" b="0"/>
              <a:pathLst>
                <a:path w="58787" h="96742">
                  <a:moveTo>
                    <a:pt x="0" y="0"/>
                  </a:moveTo>
                  <a:lnTo>
                    <a:pt x="58787" y="9674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19" name="Candidate_receptor__3118">
              <a:extLst>
                <a:ext uri="{FF2B5EF4-FFF2-40B4-BE49-F238E27FC236}">
                  <a16:creationId xmlns:a16="http://schemas.microsoft.com/office/drawing/2014/main" id="{7D371A5C-5184-8284-A2D7-932CC06014CF}"/>
                </a:ext>
              </a:extLst>
            </p:cNvPr>
            <p:cNvSpPr>
              <a:spLocks noGrp="1"/>
            </p:cNvSpPr>
            <p:nvPr/>
          </p:nvSpPr>
          <p:spPr>
            <a:xfrm>
              <a:off x="5193197" y="2484034"/>
              <a:ext cx="89722" cy="24103"/>
            </a:xfrm>
            <a:custGeom>
              <a:avLst/>
              <a:gdLst/>
              <a:ahLst/>
              <a:cxnLst/>
              <a:rect l="0" t="0" r="0" b="0"/>
              <a:pathLst>
                <a:path w="89722" h="24103">
                  <a:moveTo>
                    <a:pt x="89722" y="241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0" name="Candidate_receptor__3119">
              <a:extLst>
                <a:ext uri="{FF2B5EF4-FFF2-40B4-BE49-F238E27FC236}">
                  <a16:creationId xmlns:a16="http://schemas.microsoft.com/office/drawing/2014/main" id="{E5CE8249-8D44-71B1-8B47-122D9923993B}"/>
                </a:ext>
              </a:extLst>
            </p:cNvPr>
            <p:cNvSpPr>
              <a:spLocks noGrp="1"/>
            </p:cNvSpPr>
            <p:nvPr/>
          </p:nvSpPr>
          <p:spPr>
            <a:xfrm>
              <a:off x="4818163" y="2839615"/>
              <a:ext cx="15684" cy="1817"/>
            </a:xfrm>
            <a:custGeom>
              <a:avLst/>
              <a:gdLst/>
              <a:ahLst/>
              <a:cxnLst/>
              <a:rect l="0" t="0" r="0" b="0"/>
              <a:pathLst>
                <a:path w="15684" h="1817">
                  <a:moveTo>
                    <a:pt x="15684" y="18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1" name="Candidate_receptor__3120">
              <a:extLst>
                <a:ext uri="{FF2B5EF4-FFF2-40B4-BE49-F238E27FC236}">
                  <a16:creationId xmlns:a16="http://schemas.microsoft.com/office/drawing/2014/main" id="{5D1B3616-EF73-F276-C3DA-9968C2E23B4F}"/>
                </a:ext>
              </a:extLst>
            </p:cNvPr>
            <p:cNvSpPr>
              <a:spLocks noGrp="1"/>
            </p:cNvSpPr>
            <p:nvPr/>
          </p:nvSpPr>
          <p:spPr>
            <a:xfrm>
              <a:off x="5710403" y="2898691"/>
              <a:ext cx="112810" cy="20383"/>
            </a:xfrm>
            <a:custGeom>
              <a:avLst/>
              <a:gdLst/>
              <a:ahLst/>
              <a:cxnLst/>
              <a:rect l="0" t="0" r="0" b="0"/>
              <a:pathLst>
                <a:path w="112810" h="20383">
                  <a:moveTo>
                    <a:pt x="0" y="0"/>
                  </a:moveTo>
                  <a:lnTo>
                    <a:pt x="112810" y="2038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2" name="Candidate_receptor__3121">
              <a:extLst>
                <a:ext uri="{FF2B5EF4-FFF2-40B4-BE49-F238E27FC236}">
                  <a16:creationId xmlns:a16="http://schemas.microsoft.com/office/drawing/2014/main" id="{836573F6-F182-504C-75D2-88A460A1D70F}"/>
                </a:ext>
              </a:extLst>
            </p:cNvPr>
            <p:cNvSpPr>
              <a:spLocks noGrp="1"/>
            </p:cNvSpPr>
            <p:nvPr/>
          </p:nvSpPr>
          <p:spPr>
            <a:xfrm>
              <a:off x="5800854" y="3065518"/>
              <a:ext cx="100353" cy="19424"/>
            </a:xfrm>
            <a:custGeom>
              <a:avLst/>
              <a:gdLst/>
              <a:ahLst/>
              <a:cxnLst/>
              <a:rect l="0" t="0" r="0" b="0"/>
              <a:pathLst>
                <a:path w="100353" h="19424">
                  <a:moveTo>
                    <a:pt x="0" y="0"/>
                  </a:moveTo>
                  <a:lnTo>
                    <a:pt x="100353" y="1942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3" name="Candidate_receptor__3122">
              <a:extLst>
                <a:ext uri="{FF2B5EF4-FFF2-40B4-BE49-F238E27FC236}">
                  <a16:creationId xmlns:a16="http://schemas.microsoft.com/office/drawing/2014/main" id="{E8A53017-B1EB-D47C-0CAA-8941C4879B50}"/>
                </a:ext>
              </a:extLst>
            </p:cNvPr>
            <p:cNvSpPr>
              <a:spLocks noGrp="1"/>
            </p:cNvSpPr>
            <p:nvPr/>
          </p:nvSpPr>
          <p:spPr>
            <a:xfrm>
              <a:off x="6297183" y="4004068"/>
              <a:ext cx="114934" cy="7565"/>
            </a:xfrm>
            <a:custGeom>
              <a:avLst/>
              <a:gdLst/>
              <a:ahLst/>
              <a:cxnLst/>
              <a:rect l="0" t="0" r="0" b="0"/>
              <a:pathLst>
                <a:path w="114934" h="7565">
                  <a:moveTo>
                    <a:pt x="114934" y="0"/>
                  </a:moveTo>
                  <a:lnTo>
                    <a:pt x="0" y="756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4" name="Candidate_receptor__3123">
              <a:extLst>
                <a:ext uri="{FF2B5EF4-FFF2-40B4-BE49-F238E27FC236}">
                  <a16:creationId xmlns:a16="http://schemas.microsoft.com/office/drawing/2014/main" id="{2B164135-0901-2DDB-D5EC-0F550011E8FC}"/>
                </a:ext>
              </a:extLst>
            </p:cNvPr>
            <p:cNvSpPr>
              <a:spLocks noGrp="1"/>
            </p:cNvSpPr>
            <p:nvPr/>
          </p:nvSpPr>
          <p:spPr>
            <a:xfrm>
              <a:off x="4864859" y="5097493"/>
              <a:ext cx="26887" cy="111753"/>
            </a:xfrm>
            <a:custGeom>
              <a:avLst/>
              <a:gdLst/>
              <a:ahLst/>
              <a:cxnLst/>
              <a:rect l="0" t="0" r="0" b="0"/>
              <a:pathLst>
                <a:path w="26887" h="111753">
                  <a:moveTo>
                    <a:pt x="0" y="0"/>
                  </a:moveTo>
                  <a:lnTo>
                    <a:pt x="26887" y="11175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5" name="Candidate_receptor__3124">
              <a:extLst>
                <a:ext uri="{FF2B5EF4-FFF2-40B4-BE49-F238E27FC236}">
                  <a16:creationId xmlns:a16="http://schemas.microsoft.com/office/drawing/2014/main" id="{651C7009-3898-7BB5-67D9-376075C4E85C}"/>
                </a:ext>
              </a:extLst>
            </p:cNvPr>
            <p:cNvSpPr>
              <a:spLocks noGrp="1"/>
            </p:cNvSpPr>
            <p:nvPr/>
          </p:nvSpPr>
          <p:spPr>
            <a:xfrm>
              <a:off x="4470308" y="3674570"/>
              <a:ext cx="40640" cy="107711"/>
            </a:xfrm>
            <a:custGeom>
              <a:avLst/>
              <a:gdLst/>
              <a:ahLst/>
              <a:cxnLst/>
              <a:rect l="0" t="0" r="0" b="0"/>
              <a:pathLst>
                <a:path w="40640" h="107711">
                  <a:moveTo>
                    <a:pt x="40640" y="0"/>
                  </a:moveTo>
                  <a:lnTo>
                    <a:pt x="0" y="107711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26" name="Candidate_receptor__3125">
              <a:extLst>
                <a:ext uri="{FF2B5EF4-FFF2-40B4-BE49-F238E27FC236}">
                  <a16:creationId xmlns:a16="http://schemas.microsoft.com/office/drawing/2014/main" id="{C2D9E0D0-E723-327C-C48B-61FE0A8FF600}"/>
                </a:ext>
              </a:extLst>
            </p:cNvPr>
            <p:cNvSpPr>
              <a:spLocks noGrp="1"/>
            </p:cNvSpPr>
            <p:nvPr/>
          </p:nvSpPr>
          <p:spPr>
            <a:xfrm>
              <a:off x="5007954" y="3476886"/>
              <a:ext cx="112719" cy="9202"/>
            </a:xfrm>
            <a:custGeom>
              <a:avLst/>
              <a:gdLst/>
              <a:ahLst/>
              <a:cxnLst/>
              <a:rect l="0" t="0" r="0" b="0"/>
              <a:pathLst>
                <a:path w="112719" h="9202">
                  <a:moveTo>
                    <a:pt x="112719" y="9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7" name="Candidate_receptor__3126">
              <a:extLst>
                <a:ext uri="{FF2B5EF4-FFF2-40B4-BE49-F238E27FC236}">
                  <a16:creationId xmlns:a16="http://schemas.microsoft.com/office/drawing/2014/main" id="{F92B6E42-27B3-440A-6605-7046D02B929A}"/>
                </a:ext>
              </a:extLst>
            </p:cNvPr>
            <p:cNvSpPr>
              <a:spLocks noGrp="1"/>
            </p:cNvSpPr>
            <p:nvPr/>
          </p:nvSpPr>
          <p:spPr>
            <a:xfrm>
              <a:off x="5174360" y="2624706"/>
              <a:ext cx="9490" cy="10688"/>
            </a:xfrm>
            <a:custGeom>
              <a:avLst/>
              <a:gdLst/>
              <a:ahLst/>
              <a:cxnLst/>
              <a:rect l="0" t="0" r="0" b="0"/>
              <a:pathLst>
                <a:path w="9490" h="10688">
                  <a:moveTo>
                    <a:pt x="0" y="0"/>
                  </a:moveTo>
                  <a:lnTo>
                    <a:pt x="9490" y="1068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28" name="Candidate_receptor__3127">
              <a:extLst>
                <a:ext uri="{FF2B5EF4-FFF2-40B4-BE49-F238E27FC236}">
                  <a16:creationId xmlns:a16="http://schemas.microsoft.com/office/drawing/2014/main" id="{5B03212F-0E76-AA01-DEBC-0635A1DA3A64}"/>
                </a:ext>
              </a:extLst>
            </p:cNvPr>
            <p:cNvSpPr>
              <a:spLocks noGrp="1"/>
            </p:cNvSpPr>
            <p:nvPr/>
          </p:nvSpPr>
          <p:spPr>
            <a:xfrm>
              <a:off x="6038576" y="2088464"/>
              <a:ext cx="10594" cy="103751"/>
            </a:xfrm>
            <a:custGeom>
              <a:avLst/>
              <a:gdLst/>
              <a:ahLst/>
              <a:cxnLst/>
              <a:rect l="0" t="0" r="0" b="0"/>
              <a:pathLst>
                <a:path w="10594" h="103751">
                  <a:moveTo>
                    <a:pt x="10594" y="1037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29" name="Candidate_receptor__3128">
              <a:extLst>
                <a:ext uri="{FF2B5EF4-FFF2-40B4-BE49-F238E27FC236}">
                  <a16:creationId xmlns:a16="http://schemas.microsoft.com/office/drawing/2014/main" id="{0F57920D-3E36-B2C1-65E3-9D5E897ECF28}"/>
                </a:ext>
              </a:extLst>
            </p:cNvPr>
            <p:cNvSpPr>
              <a:spLocks noGrp="1"/>
            </p:cNvSpPr>
            <p:nvPr/>
          </p:nvSpPr>
          <p:spPr>
            <a:xfrm>
              <a:off x="5641614" y="2500028"/>
              <a:ext cx="34662" cy="30922"/>
            </a:xfrm>
            <a:custGeom>
              <a:avLst/>
              <a:gdLst/>
              <a:ahLst/>
              <a:cxnLst/>
              <a:rect l="0" t="0" r="0" b="0"/>
              <a:pathLst>
                <a:path w="34662" h="30922">
                  <a:moveTo>
                    <a:pt x="0" y="0"/>
                  </a:moveTo>
                  <a:lnTo>
                    <a:pt x="34662" y="3092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30" name="Candidate_receptor__3129">
              <a:extLst>
                <a:ext uri="{FF2B5EF4-FFF2-40B4-BE49-F238E27FC236}">
                  <a16:creationId xmlns:a16="http://schemas.microsoft.com/office/drawing/2014/main" id="{0AED985D-ABE5-5D08-9804-2D74065DB693}"/>
                </a:ext>
              </a:extLst>
            </p:cNvPr>
            <p:cNvSpPr>
              <a:spLocks noGrp="1"/>
            </p:cNvSpPr>
            <p:nvPr/>
          </p:nvSpPr>
          <p:spPr>
            <a:xfrm>
              <a:off x="5771946" y="2757382"/>
              <a:ext cx="77359" cy="28660"/>
            </a:xfrm>
            <a:custGeom>
              <a:avLst/>
              <a:gdLst/>
              <a:ahLst/>
              <a:cxnLst/>
              <a:rect l="0" t="0" r="0" b="0"/>
              <a:pathLst>
                <a:path w="77359" h="28660">
                  <a:moveTo>
                    <a:pt x="0" y="0"/>
                  </a:moveTo>
                  <a:lnTo>
                    <a:pt x="77359" y="2866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31" name="Candidate_receptor__3130">
              <a:extLst>
                <a:ext uri="{FF2B5EF4-FFF2-40B4-BE49-F238E27FC236}">
                  <a16:creationId xmlns:a16="http://schemas.microsoft.com/office/drawing/2014/main" id="{088F2AEE-E9C5-0DD1-64A8-A7C83E8C3252}"/>
                </a:ext>
              </a:extLst>
            </p:cNvPr>
            <p:cNvSpPr>
              <a:spLocks noGrp="1"/>
            </p:cNvSpPr>
            <p:nvPr/>
          </p:nvSpPr>
          <p:spPr>
            <a:xfrm>
              <a:off x="5676036" y="1921398"/>
              <a:ext cx="80580" cy="79511"/>
            </a:xfrm>
            <a:custGeom>
              <a:avLst/>
              <a:gdLst/>
              <a:ahLst/>
              <a:cxnLst/>
              <a:rect l="0" t="0" r="0" b="0"/>
              <a:pathLst>
                <a:path w="80580" h="79511">
                  <a:moveTo>
                    <a:pt x="80580" y="795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2" name="Candidate_receptor__3131">
              <a:extLst>
                <a:ext uri="{FF2B5EF4-FFF2-40B4-BE49-F238E27FC236}">
                  <a16:creationId xmlns:a16="http://schemas.microsoft.com/office/drawing/2014/main" id="{DB360C52-C8D3-12BC-9A61-8B07F0531541}"/>
                </a:ext>
              </a:extLst>
            </p:cNvPr>
            <p:cNvSpPr>
              <a:spLocks noGrp="1"/>
            </p:cNvSpPr>
            <p:nvPr/>
          </p:nvSpPr>
          <p:spPr>
            <a:xfrm>
              <a:off x="4646003" y="3941974"/>
              <a:ext cx="110091" cy="32171"/>
            </a:xfrm>
            <a:custGeom>
              <a:avLst/>
              <a:gdLst/>
              <a:ahLst/>
              <a:cxnLst/>
              <a:rect l="0" t="0" r="0" b="0"/>
              <a:pathLst>
                <a:path w="110091" h="32171">
                  <a:moveTo>
                    <a:pt x="0" y="0"/>
                  </a:moveTo>
                  <a:lnTo>
                    <a:pt x="110091" y="3217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3" name="Candidate_receptor__3132">
              <a:extLst>
                <a:ext uri="{FF2B5EF4-FFF2-40B4-BE49-F238E27FC236}">
                  <a16:creationId xmlns:a16="http://schemas.microsoft.com/office/drawing/2014/main" id="{9AEF3D54-EDF3-DA32-96A3-B70351F946C5}"/>
                </a:ext>
              </a:extLst>
            </p:cNvPr>
            <p:cNvSpPr>
              <a:spLocks noGrp="1"/>
            </p:cNvSpPr>
            <p:nvPr/>
          </p:nvSpPr>
          <p:spPr>
            <a:xfrm>
              <a:off x="4739348" y="5123997"/>
              <a:ext cx="17799" cy="77009"/>
            </a:xfrm>
            <a:custGeom>
              <a:avLst/>
              <a:gdLst/>
              <a:ahLst/>
              <a:cxnLst/>
              <a:rect l="0" t="0" r="0" b="0"/>
              <a:pathLst>
                <a:path w="17799" h="77009">
                  <a:moveTo>
                    <a:pt x="0" y="77009"/>
                  </a:moveTo>
                  <a:lnTo>
                    <a:pt x="1779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4" name="Candidate_receptor__3133">
              <a:extLst>
                <a:ext uri="{FF2B5EF4-FFF2-40B4-BE49-F238E27FC236}">
                  <a16:creationId xmlns:a16="http://schemas.microsoft.com/office/drawing/2014/main" id="{188153CE-91BE-C3FC-FA96-EF7A94A601B4}"/>
                </a:ext>
              </a:extLst>
            </p:cNvPr>
            <p:cNvSpPr>
              <a:spLocks noGrp="1"/>
            </p:cNvSpPr>
            <p:nvPr/>
          </p:nvSpPr>
          <p:spPr>
            <a:xfrm>
              <a:off x="5709957" y="3043571"/>
              <a:ext cx="90897" cy="21948"/>
            </a:xfrm>
            <a:custGeom>
              <a:avLst/>
              <a:gdLst/>
              <a:ahLst/>
              <a:cxnLst/>
              <a:rect l="0" t="0" r="0" b="0"/>
              <a:pathLst>
                <a:path w="90897" h="21948">
                  <a:moveTo>
                    <a:pt x="0" y="0"/>
                  </a:moveTo>
                  <a:lnTo>
                    <a:pt x="90897" y="219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5" name="Candidate_receptor__3134">
              <a:extLst>
                <a:ext uri="{FF2B5EF4-FFF2-40B4-BE49-F238E27FC236}">
                  <a16:creationId xmlns:a16="http://schemas.microsoft.com/office/drawing/2014/main" id="{0D31C657-D6A6-01BB-C64C-58DF4E063979}"/>
                </a:ext>
              </a:extLst>
            </p:cNvPr>
            <p:cNvSpPr>
              <a:spLocks noGrp="1"/>
            </p:cNvSpPr>
            <p:nvPr/>
          </p:nvSpPr>
          <p:spPr>
            <a:xfrm>
              <a:off x="5086930" y="3662388"/>
              <a:ext cx="113552" cy="4827"/>
            </a:xfrm>
            <a:custGeom>
              <a:avLst/>
              <a:gdLst/>
              <a:ahLst/>
              <a:cxnLst/>
              <a:rect l="0" t="0" r="0" b="0"/>
              <a:pathLst>
                <a:path w="113552" h="4827">
                  <a:moveTo>
                    <a:pt x="0" y="4827"/>
                  </a:moveTo>
                  <a:lnTo>
                    <a:pt x="11355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6" name="Candidate_receptor__3135">
              <a:extLst>
                <a:ext uri="{FF2B5EF4-FFF2-40B4-BE49-F238E27FC236}">
                  <a16:creationId xmlns:a16="http://schemas.microsoft.com/office/drawing/2014/main" id="{E5A6A1B5-6843-2397-5479-9DD9F549A9B3}"/>
                </a:ext>
              </a:extLst>
            </p:cNvPr>
            <p:cNvSpPr>
              <a:spLocks noGrp="1"/>
            </p:cNvSpPr>
            <p:nvPr/>
          </p:nvSpPr>
          <p:spPr>
            <a:xfrm>
              <a:off x="4881370" y="4506222"/>
              <a:ext cx="77752" cy="82317"/>
            </a:xfrm>
            <a:custGeom>
              <a:avLst/>
              <a:gdLst/>
              <a:ahLst/>
              <a:cxnLst/>
              <a:rect l="0" t="0" r="0" b="0"/>
              <a:pathLst>
                <a:path w="77752" h="82317">
                  <a:moveTo>
                    <a:pt x="0" y="0"/>
                  </a:moveTo>
                  <a:lnTo>
                    <a:pt x="77752" y="8231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7" name="Candidate_receptor__3136">
              <a:extLst>
                <a:ext uri="{FF2B5EF4-FFF2-40B4-BE49-F238E27FC236}">
                  <a16:creationId xmlns:a16="http://schemas.microsoft.com/office/drawing/2014/main" id="{2E878DB0-B401-08D2-4888-96BD868423A0}"/>
                </a:ext>
              </a:extLst>
            </p:cNvPr>
            <p:cNvSpPr>
              <a:spLocks noGrp="1"/>
            </p:cNvSpPr>
            <p:nvPr/>
          </p:nvSpPr>
          <p:spPr>
            <a:xfrm>
              <a:off x="5680710" y="3335129"/>
              <a:ext cx="44609" cy="1157"/>
            </a:xfrm>
            <a:custGeom>
              <a:avLst/>
              <a:gdLst/>
              <a:ahLst/>
              <a:cxnLst/>
              <a:rect l="0" t="0" r="0" b="0"/>
              <a:pathLst>
                <a:path w="44609" h="1157">
                  <a:moveTo>
                    <a:pt x="0" y="0"/>
                  </a:moveTo>
                  <a:lnTo>
                    <a:pt x="44609" y="11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8" name="Candidate_receptor__3137">
              <a:extLst>
                <a:ext uri="{FF2B5EF4-FFF2-40B4-BE49-F238E27FC236}">
                  <a16:creationId xmlns:a16="http://schemas.microsoft.com/office/drawing/2014/main" id="{220260EE-4004-0D17-8B5D-4CB8B1ADA4E3}"/>
                </a:ext>
              </a:extLst>
            </p:cNvPr>
            <p:cNvSpPr>
              <a:spLocks noGrp="1"/>
            </p:cNvSpPr>
            <p:nvPr/>
          </p:nvSpPr>
          <p:spPr>
            <a:xfrm>
              <a:off x="4709733" y="3534346"/>
              <a:ext cx="52981" cy="4831"/>
            </a:xfrm>
            <a:custGeom>
              <a:avLst/>
              <a:gdLst/>
              <a:ahLst/>
              <a:cxnLst/>
              <a:rect l="0" t="0" r="0" b="0"/>
              <a:pathLst>
                <a:path w="52981" h="4831">
                  <a:moveTo>
                    <a:pt x="52981" y="0"/>
                  </a:moveTo>
                  <a:lnTo>
                    <a:pt x="0" y="483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39" name="Candidate_receptor__3138">
              <a:extLst>
                <a:ext uri="{FF2B5EF4-FFF2-40B4-BE49-F238E27FC236}">
                  <a16:creationId xmlns:a16="http://schemas.microsoft.com/office/drawing/2014/main" id="{827E6D3C-4C75-0A0E-7857-CD87129EF20F}"/>
                </a:ext>
              </a:extLst>
            </p:cNvPr>
            <p:cNvSpPr>
              <a:spLocks noGrp="1"/>
            </p:cNvSpPr>
            <p:nvPr/>
          </p:nvSpPr>
          <p:spPr>
            <a:xfrm>
              <a:off x="4787172" y="2458269"/>
              <a:ext cx="109680" cy="22654"/>
            </a:xfrm>
            <a:custGeom>
              <a:avLst/>
              <a:gdLst/>
              <a:ahLst/>
              <a:cxnLst/>
              <a:rect l="0" t="0" r="0" b="0"/>
              <a:pathLst>
                <a:path w="109680" h="22654">
                  <a:moveTo>
                    <a:pt x="0" y="22654"/>
                  </a:moveTo>
                  <a:lnTo>
                    <a:pt x="10968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0" name="Candidate_receptor__3139">
              <a:extLst>
                <a:ext uri="{FF2B5EF4-FFF2-40B4-BE49-F238E27FC236}">
                  <a16:creationId xmlns:a16="http://schemas.microsoft.com/office/drawing/2014/main" id="{4658DF2B-9CE8-2B3D-E785-E7F6CC11DBF9}"/>
                </a:ext>
              </a:extLst>
            </p:cNvPr>
            <p:cNvSpPr>
              <a:spLocks noGrp="1"/>
            </p:cNvSpPr>
            <p:nvPr/>
          </p:nvSpPr>
          <p:spPr>
            <a:xfrm>
              <a:off x="4864242" y="4394513"/>
              <a:ext cx="17128" cy="111709"/>
            </a:xfrm>
            <a:custGeom>
              <a:avLst/>
              <a:gdLst/>
              <a:ahLst/>
              <a:cxnLst/>
              <a:rect l="0" t="0" r="0" b="0"/>
              <a:pathLst>
                <a:path w="17128" h="111709">
                  <a:moveTo>
                    <a:pt x="0" y="0"/>
                  </a:moveTo>
                  <a:lnTo>
                    <a:pt x="17128" y="11170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1" name="Candidate_receptor__3140">
              <a:extLst>
                <a:ext uri="{FF2B5EF4-FFF2-40B4-BE49-F238E27FC236}">
                  <a16:creationId xmlns:a16="http://schemas.microsoft.com/office/drawing/2014/main" id="{D0F79A4F-4707-9445-3B75-4DA64D04223E}"/>
                </a:ext>
              </a:extLst>
            </p:cNvPr>
            <p:cNvSpPr>
              <a:spLocks noGrp="1"/>
            </p:cNvSpPr>
            <p:nvPr/>
          </p:nvSpPr>
          <p:spPr>
            <a:xfrm>
              <a:off x="5577342" y="4009647"/>
              <a:ext cx="74252" cy="43800"/>
            </a:xfrm>
            <a:custGeom>
              <a:avLst/>
              <a:gdLst/>
              <a:ahLst/>
              <a:cxnLst/>
              <a:rect l="0" t="0" r="0" b="0"/>
              <a:pathLst>
                <a:path w="74252" h="43800">
                  <a:moveTo>
                    <a:pt x="0" y="43800"/>
                  </a:moveTo>
                  <a:lnTo>
                    <a:pt x="74252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2" name="Candidate_receptor__3141">
              <a:extLst>
                <a:ext uri="{FF2B5EF4-FFF2-40B4-BE49-F238E27FC236}">
                  <a16:creationId xmlns:a16="http://schemas.microsoft.com/office/drawing/2014/main" id="{30870774-4DDC-D744-8424-F5B60317644A}"/>
                </a:ext>
              </a:extLst>
            </p:cNvPr>
            <p:cNvSpPr>
              <a:spLocks noGrp="1"/>
            </p:cNvSpPr>
            <p:nvPr/>
          </p:nvSpPr>
          <p:spPr>
            <a:xfrm>
              <a:off x="4743558" y="4829304"/>
              <a:ext cx="24691" cy="50824"/>
            </a:xfrm>
            <a:custGeom>
              <a:avLst/>
              <a:gdLst/>
              <a:ahLst/>
              <a:cxnLst/>
              <a:rect l="0" t="0" r="0" b="0"/>
              <a:pathLst>
                <a:path w="24691" h="50824">
                  <a:moveTo>
                    <a:pt x="24691" y="0"/>
                  </a:moveTo>
                  <a:lnTo>
                    <a:pt x="0" y="50824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3" name="Candidate_receptor__3142">
              <a:extLst>
                <a:ext uri="{FF2B5EF4-FFF2-40B4-BE49-F238E27FC236}">
                  <a16:creationId xmlns:a16="http://schemas.microsoft.com/office/drawing/2014/main" id="{AFC00F43-0B97-D284-7441-E4159D3A6916}"/>
                </a:ext>
              </a:extLst>
            </p:cNvPr>
            <p:cNvSpPr>
              <a:spLocks noGrp="1"/>
            </p:cNvSpPr>
            <p:nvPr/>
          </p:nvSpPr>
          <p:spPr>
            <a:xfrm>
              <a:off x="4885098" y="4727526"/>
              <a:ext cx="110350" cy="25612"/>
            </a:xfrm>
            <a:custGeom>
              <a:avLst/>
              <a:gdLst/>
              <a:ahLst/>
              <a:cxnLst/>
              <a:rect l="0" t="0" r="0" b="0"/>
              <a:pathLst>
                <a:path w="110350" h="25612">
                  <a:moveTo>
                    <a:pt x="110350" y="25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4" name="Candidate_receptor__3143">
              <a:extLst>
                <a:ext uri="{FF2B5EF4-FFF2-40B4-BE49-F238E27FC236}">
                  <a16:creationId xmlns:a16="http://schemas.microsoft.com/office/drawing/2014/main" id="{09EB8865-2C8C-02E4-FA74-F1C9ECC519E5}"/>
                </a:ext>
              </a:extLst>
            </p:cNvPr>
            <p:cNvSpPr>
              <a:spLocks noGrp="1"/>
            </p:cNvSpPr>
            <p:nvPr/>
          </p:nvSpPr>
          <p:spPr>
            <a:xfrm>
              <a:off x="5508509" y="3011906"/>
              <a:ext cx="99370" cy="38947"/>
            </a:xfrm>
            <a:custGeom>
              <a:avLst/>
              <a:gdLst/>
              <a:ahLst/>
              <a:cxnLst/>
              <a:rect l="0" t="0" r="0" b="0"/>
              <a:pathLst>
                <a:path w="99370" h="38947">
                  <a:moveTo>
                    <a:pt x="0" y="0"/>
                  </a:moveTo>
                  <a:lnTo>
                    <a:pt x="99370" y="3894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5" name="Candidate_receptor__3144">
              <a:extLst>
                <a:ext uri="{FF2B5EF4-FFF2-40B4-BE49-F238E27FC236}">
                  <a16:creationId xmlns:a16="http://schemas.microsoft.com/office/drawing/2014/main" id="{23A9B2C9-BE3C-6A04-366B-C5D09617BF9E}"/>
                </a:ext>
              </a:extLst>
            </p:cNvPr>
            <p:cNvSpPr>
              <a:spLocks noGrp="1"/>
            </p:cNvSpPr>
            <p:nvPr/>
          </p:nvSpPr>
          <p:spPr>
            <a:xfrm>
              <a:off x="6160364" y="3330511"/>
              <a:ext cx="7408" cy="63834"/>
            </a:xfrm>
            <a:custGeom>
              <a:avLst/>
              <a:gdLst/>
              <a:ahLst/>
              <a:cxnLst/>
              <a:rect l="0" t="0" r="0" b="0"/>
              <a:pathLst>
                <a:path w="7408" h="63834">
                  <a:moveTo>
                    <a:pt x="7408" y="638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6" name="Candidate_receptor__3145">
              <a:extLst>
                <a:ext uri="{FF2B5EF4-FFF2-40B4-BE49-F238E27FC236}">
                  <a16:creationId xmlns:a16="http://schemas.microsoft.com/office/drawing/2014/main" id="{EAF0D4A8-7F22-399B-BFB7-A50CCF4311E2}"/>
                </a:ext>
              </a:extLst>
            </p:cNvPr>
            <p:cNvSpPr>
              <a:spLocks noGrp="1"/>
            </p:cNvSpPr>
            <p:nvPr/>
          </p:nvSpPr>
          <p:spPr>
            <a:xfrm>
              <a:off x="5696233" y="3185789"/>
              <a:ext cx="67326" cy="17676"/>
            </a:xfrm>
            <a:custGeom>
              <a:avLst/>
              <a:gdLst/>
              <a:ahLst/>
              <a:cxnLst/>
              <a:rect l="0" t="0" r="0" b="0"/>
              <a:pathLst>
                <a:path w="67326" h="17676">
                  <a:moveTo>
                    <a:pt x="0" y="0"/>
                  </a:moveTo>
                  <a:lnTo>
                    <a:pt x="67326" y="1767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7" name="Candidate_receptor__3146">
              <a:extLst>
                <a:ext uri="{FF2B5EF4-FFF2-40B4-BE49-F238E27FC236}">
                  <a16:creationId xmlns:a16="http://schemas.microsoft.com/office/drawing/2014/main" id="{CEC8AD33-AF0E-CF5C-F370-0B96C61B6A20}"/>
                </a:ext>
              </a:extLst>
            </p:cNvPr>
            <p:cNvSpPr>
              <a:spLocks noGrp="1"/>
            </p:cNvSpPr>
            <p:nvPr/>
          </p:nvSpPr>
          <p:spPr>
            <a:xfrm>
              <a:off x="5876926" y="4337487"/>
              <a:ext cx="48113" cy="92256"/>
            </a:xfrm>
            <a:custGeom>
              <a:avLst/>
              <a:gdLst/>
              <a:ahLst/>
              <a:cxnLst/>
              <a:rect l="0" t="0" r="0" b="0"/>
              <a:pathLst>
                <a:path w="48113" h="92256">
                  <a:moveTo>
                    <a:pt x="48113" y="0"/>
                  </a:moveTo>
                  <a:lnTo>
                    <a:pt x="0" y="9225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48" name="Candidate_receptor__3147">
              <a:extLst>
                <a:ext uri="{FF2B5EF4-FFF2-40B4-BE49-F238E27FC236}">
                  <a16:creationId xmlns:a16="http://schemas.microsoft.com/office/drawing/2014/main" id="{7A9B60DE-FD1A-D12A-16FF-E631BC4F96B2}"/>
                </a:ext>
              </a:extLst>
            </p:cNvPr>
            <p:cNvSpPr>
              <a:spLocks noGrp="1"/>
            </p:cNvSpPr>
            <p:nvPr/>
          </p:nvSpPr>
          <p:spPr>
            <a:xfrm>
              <a:off x="4407706" y="3626294"/>
              <a:ext cx="103242" cy="48275"/>
            </a:xfrm>
            <a:custGeom>
              <a:avLst/>
              <a:gdLst/>
              <a:ahLst/>
              <a:cxnLst/>
              <a:rect l="0" t="0" r="0" b="0"/>
              <a:pathLst>
                <a:path w="103242" h="48275">
                  <a:moveTo>
                    <a:pt x="0" y="0"/>
                  </a:moveTo>
                  <a:lnTo>
                    <a:pt x="103242" y="48275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49" name="Candidate_receptor__3148">
              <a:extLst>
                <a:ext uri="{FF2B5EF4-FFF2-40B4-BE49-F238E27FC236}">
                  <a16:creationId xmlns:a16="http://schemas.microsoft.com/office/drawing/2014/main" id="{6B9FA447-1339-AAF9-B180-B0CC3C817BB2}"/>
                </a:ext>
              </a:extLst>
            </p:cNvPr>
            <p:cNvSpPr>
              <a:spLocks noGrp="1"/>
            </p:cNvSpPr>
            <p:nvPr/>
          </p:nvSpPr>
          <p:spPr>
            <a:xfrm>
              <a:off x="4517620" y="4028557"/>
              <a:ext cx="24413" cy="38982"/>
            </a:xfrm>
            <a:custGeom>
              <a:avLst/>
              <a:gdLst/>
              <a:ahLst/>
              <a:cxnLst/>
              <a:rect l="0" t="0" r="0" b="0"/>
              <a:pathLst>
                <a:path w="24413" h="38982">
                  <a:moveTo>
                    <a:pt x="0" y="0"/>
                  </a:moveTo>
                  <a:lnTo>
                    <a:pt x="24413" y="3898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0" name="Candidate_receptor__3149">
              <a:extLst>
                <a:ext uri="{FF2B5EF4-FFF2-40B4-BE49-F238E27FC236}">
                  <a16:creationId xmlns:a16="http://schemas.microsoft.com/office/drawing/2014/main" id="{1B55019A-559F-35CA-EEFB-0E3BCBBEA664}"/>
                </a:ext>
              </a:extLst>
            </p:cNvPr>
            <p:cNvSpPr>
              <a:spLocks noGrp="1"/>
            </p:cNvSpPr>
            <p:nvPr/>
          </p:nvSpPr>
          <p:spPr>
            <a:xfrm>
              <a:off x="5607879" y="3043571"/>
              <a:ext cx="102079" cy="7282"/>
            </a:xfrm>
            <a:custGeom>
              <a:avLst/>
              <a:gdLst/>
              <a:ahLst/>
              <a:cxnLst/>
              <a:rect l="0" t="0" r="0" b="0"/>
              <a:pathLst>
                <a:path w="102079" h="7282">
                  <a:moveTo>
                    <a:pt x="0" y="7282"/>
                  </a:moveTo>
                  <a:lnTo>
                    <a:pt x="10207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1" name="Candidate_receptor__3150">
              <a:extLst>
                <a:ext uri="{FF2B5EF4-FFF2-40B4-BE49-F238E27FC236}">
                  <a16:creationId xmlns:a16="http://schemas.microsoft.com/office/drawing/2014/main" id="{DA4BF429-7BA8-0C1E-CC33-B868313D6253}"/>
                </a:ext>
              </a:extLst>
            </p:cNvPr>
            <p:cNvSpPr>
              <a:spLocks noGrp="1"/>
            </p:cNvSpPr>
            <p:nvPr/>
          </p:nvSpPr>
          <p:spPr>
            <a:xfrm>
              <a:off x="5399638" y="3011906"/>
              <a:ext cx="108871" cy="19630"/>
            </a:xfrm>
            <a:custGeom>
              <a:avLst/>
              <a:gdLst/>
              <a:ahLst/>
              <a:cxnLst/>
              <a:rect l="0" t="0" r="0" b="0"/>
              <a:pathLst>
                <a:path w="108871" h="19630">
                  <a:moveTo>
                    <a:pt x="0" y="19630"/>
                  </a:moveTo>
                  <a:lnTo>
                    <a:pt x="10887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2" name="Candidate_receptor__3151">
              <a:extLst>
                <a:ext uri="{FF2B5EF4-FFF2-40B4-BE49-F238E27FC236}">
                  <a16:creationId xmlns:a16="http://schemas.microsoft.com/office/drawing/2014/main" id="{BF775928-5CA0-9988-6E64-DD868DD131E0}"/>
                </a:ext>
              </a:extLst>
            </p:cNvPr>
            <p:cNvSpPr>
              <a:spLocks noGrp="1"/>
            </p:cNvSpPr>
            <p:nvPr/>
          </p:nvSpPr>
          <p:spPr>
            <a:xfrm>
              <a:off x="4681783" y="2733558"/>
              <a:ext cx="39972" cy="46716"/>
            </a:xfrm>
            <a:custGeom>
              <a:avLst/>
              <a:gdLst/>
              <a:ahLst/>
              <a:cxnLst/>
              <a:rect l="0" t="0" r="0" b="0"/>
              <a:pathLst>
                <a:path w="39972" h="46716">
                  <a:moveTo>
                    <a:pt x="0" y="46716"/>
                  </a:moveTo>
                  <a:lnTo>
                    <a:pt x="3997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3" name="Candidate_receptor__3152">
              <a:extLst>
                <a:ext uri="{FF2B5EF4-FFF2-40B4-BE49-F238E27FC236}">
                  <a16:creationId xmlns:a16="http://schemas.microsoft.com/office/drawing/2014/main" id="{F353827F-5CED-AE02-052E-496FFAEC8478}"/>
                </a:ext>
              </a:extLst>
            </p:cNvPr>
            <p:cNvSpPr>
              <a:spLocks noGrp="1"/>
            </p:cNvSpPr>
            <p:nvPr/>
          </p:nvSpPr>
          <p:spPr>
            <a:xfrm>
              <a:off x="4579163" y="5118574"/>
              <a:ext cx="48963" cy="56619"/>
            </a:xfrm>
            <a:custGeom>
              <a:avLst/>
              <a:gdLst/>
              <a:ahLst/>
              <a:cxnLst/>
              <a:rect l="0" t="0" r="0" b="0"/>
              <a:pathLst>
                <a:path w="48963" h="56619">
                  <a:moveTo>
                    <a:pt x="0" y="0"/>
                  </a:moveTo>
                  <a:lnTo>
                    <a:pt x="48963" y="566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4" name="Candidate_receptor__3153">
              <a:extLst>
                <a:ext uri="{FF2B5EF4-FFF2-40B4-BE49-F238E27FC236}">
                  <a16:creationId xmlns:a16="http://schemas.microsoft.com/office/drawing/2014/main" id="{44A3FBBD-8C47-9158-C316-D31EFF5526EC}"/>
                </a:ext>
              </a:extLst>
            </p:cNvPr>
            <p:cNvSpPr>
              <a:spLocks noGrp="1"/>
            </p:cNvSpPr>
            <p:nvPr/>
          </p:nvSpPr>
          <p:spPr>
            <a:xfrm>
              <a:off x="5781596" y="4294198"/>
              <a:ext cx="246" cy="20633"/>
            </a:xfrm>
            <a:custGeom>
              <a:avLst/>
              <a:gdLst/>
              <a:ahLst/>
              <a:cxnLst/>
              <a:rect l="0" t="0" r="0" b="0"/>
              <a:pathLst>
                <a:path w="246" h="20633">
                  <a:moveTo>
                    <a:pt x="246" y="0"/>
                  </a:moveTo>
                  <a:lnTo>
                    <a:pt x="0" y="2063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5" name="Candidate_receptor__3154">
              <a:extLst>
                <a:ext uri="{FF2B5EF4-FFF2-40B4-BE49-F238E27FC236}">
                  <a16:creationId xmlns:a16="http://schemas.microsoft.com/office/drawing/2014/main" id="{086DB6D9-51B5-2355-405F-6D61FD04C07F}"/>
                </a:ext>
              </a:extLst>
            </p:cNvPr>
            <p:cNvSpPr>
              <a:spLocks noGrp="1"/>
            </p:cNvSpPr>
            <p:nvPr/>
          </p:nvSpPr>
          <p:spPr>
            <a:xfrm>
              <a:off x="5052706" y="2696346"/>
              <a:ext cx="68140" cy="75026"/>
            </a:xfrm>
            <a:custGeom>
              <a:avLst/>
              <a:gdLst/>
              <a:ahLst/>
              <a:cxnLst/>
              <a:rect l="0" t="0" r="0" b="0"/>
              <a:pathLst>
                <a:path w="68140" h="75026">
                  <a:moveTo>
                    <a:pt x="0" y="0"/>
                  </a:moveTo>
                  <a:lnTo>
                    <a:pt x="68140" y="7502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6" name="Candidate_receptor__3155">
              <a:extLst>
                <a:ext uri="{FF2B5EF4-FFF2-40B4-BE49-F238E27FC236}">
                  <a16:creationId xmlns:a16="http://schemas.microsoft.com/office/drawing/2014/main" id="{C9FD24D3-5DA6-D183-2EEF-90B307F3AA1F}"/>
                </a:ext>
              </a:extLst>
            </p:cNvPr>
            <p:cNvSpPr>
              <a:spLocks noGrp="1"/>
            </p:cNvSpPr>
            <p:nvPr/>
          </p:nvSpPr>
          <p:spPr>
            <a:xfrm>
              <a:off x="4750966" y="3675588"/>
              <a:ext cx="22625" cy="6944"/>
            </a:xfrm>
            <a:custGeom>
              <a:avLst/>
              <a:gdLst/>
              <a:ahLst/>
              <a:cxnLst/>
              <a:rect l="0" t="0" r="0" b="0"/>
              <a:pathLst>
                <a:path w="22625" h="6944">
                  <a:moveTo>
                    <a:pt x="22625" y="69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7" name="Candidate_receptor__3156">
              <a:extLst>
                <a:ext uri="{FF2B5EF4-FFF2-40B4-BE49-F238E27FC236}">
                  <a16:creationId xmlns:a16="http://schemas.microsoft.com/office/drawing/2014/main" id="{C0135BEF-BD09-4B64-1634-AA5AB2D7596E}"/>
                </a:ext>
              </a:extLst>
            </p:cNvPr>
            <p:cNvSpPr>
              <a:spLocks noGrp="1"/>
            </p:cNvSpPr>
            <p:nvPr/>
          </p:nvSpPr>
          <p:spPr>
            <a:xfrm>
              <a:off x="5900197" y="3655312"/>
              <a:ext cx="55471" cy="95276"/>
            </a:xfrm>
            <a:custGeom>
              <a:avLst/>
              <a:gdLst/>
              <a:ahLst/>
              <a:cxnLst/>
              <a:rect l="0" t="0" r="0" b="0"/>
              <a:pathLst>
                <a:path w="55471" h="95276">
                  <a:moveTo>
                    <a:pt x="0" y="95276"/>
                  </a:moveTo>
                  <a:lnTo>
                    <a:pt x="5547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58" name="Candidate_receptor__3157">
              <a:extLst>
                <a:ext uri="{FF2B5EF4-FFF2-40B4-BE49-F238E27FC236}">
                  <a16:creationId xmlns:a16="http://schemas.microsoft.com/office/drawing/2014/main" id="{C655AE83-2C27-BC86-996D-6ED451FB9ED3}"/>
                </a:ext>
              </a:extLst>
            </p:cNvPr>
            <p:cNvSpPr>
              <a:spLocks noGrp="1"/>
            </p:cNvSpPr>
            <p:nvPr/>
          </p:nvSpPr>
          <p:spPr>
            <a:xfrm>
              <a:off x="4921220" y="2005764"/>
              <a:ext cx="65193" cy="91819"/>
            </a:xfrm>
            <a:custGeom>
              <a:avLst/>
              <a:gdLst/>
              <a:ahLst/>
              <a:cxnLst/>
              <a:rect l="0" t="0" r="0" b="0"/>
              <a:pathLst>
                <a:path w="65193" h="91819">
                  <a:moveTo>
                    <a:pt x="65193" y="0"/>
                  </a:moveTo>
                  <a:lnTo>
                    <a:pt x="0" y="91819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59" name="Candidate_receptor__3158">
              <a:extLst>
                <a:ext uri="{FF2B5EF4-FFF2-40B4-BE49-F238E27FC236}">
                  <a16:creationId xmlns:a16="http://schemas.microsoft.com/office/drawing/2014/main" id="{E8932993-1B16-6AAE-B816-F122669A5935}"/>
                </a:ext>
              </a:extLst>
            </p:cNvPr>
            <p:cNvSpPr>
              <a:spLocks noGrp="1"/>
            </p:cNvSpPr>
            <p:nvPr/>
          </p:nvSpPr>
          <p:spPr>
            <a:xfrm>
              <a:off x="6115227" y="3739643"/>
              <a:ext cx="98016" cy="26101"/>
            </a:xfrm>
            <a:custGeom>
              <a:avLst/>
              <a:gdLst/>
              <a:ahLst/>
              <a:cxnLst/>
              <a:rect l="0" t="0" r="0" b="0"/>
              <a:pathLst>
                <a:path w="98016" h="26101">
                  <a:moveTo>
                    <a:pt x="98016" y="261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0" name="Candidate_receptor__3159">
              <a:extLst>
                <a:ext uri="{FF2B5EF4-FFF2-40B4-BE49-F238E27FC236}">
                  <a16:creationId xmlns:a16="http://schemas.microsoft.com/office/drawing/2014/main" id="{E1B3EA91-BBE0-2D07-C9A6-81D02C1A2E4C}"/>
                </a:ext>
              </a:extLst>
            </p:cNvPr>
            <p:cNvSpPr>
              <a:spLocks noGrp="1"/>
            </p:cNvSpPr>
            <p:nvPr/>
          </p:nvSpPr>
          <p:spPr>
            <a:xfrm>
              <a:off x="5676036" y="1839871"/>
              <a:ext cx="77718" cy="81528"/>
            </a:xfrm>
            <a:custGeom>
              <a:avLst/>
              <a:gdLst/>
              <a:ahLst/>
              <a:cxnLst/>
              <a:rect l="0" t="0" r="0" b="0"/>
              <a:pathLst>
                <a:path w="77718" h="81528">
                  <a:moveTo>
                    <a:pt x="0" y="81528"/>
                  </a:moveTo>
                  <a:lnTo>
                    <a:pt x="7771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1" name="Candidate_receptor__3160">
              <a:extLst>
                <a:ext uri="{FF2B5EF4-FFF2-40B4-BE49-F238E27FC236}">
                  <a16:creationId xmlns:a16="http://schemas.microsoft.com/office/drawing/2014/main" id="{B7F955BF-47F1-A149-476C-673AF9F7B2CA}"/>
                </a:ext>
              </a:extLst>
            </p:cNvPr>
            <p:cNvSpPr>
              <a:spLocks noGrp="1"/>
            </p:cNvSpPr>
            <p:nvPr/>
          </p:nvSpPr>
          <p:spPr>
            <a:xfrm>
              <a:off x="4735707" y="2480923"/>
              <a:ext cx="51465" cy="82038"/>
            </a:xfrm>
            <a:custGeom>
              <a:avLst/>
              <a:gdLst/>
              <a:ahLst/>
              <a:cxnLst/>
              <a:rect l="0" t="0" r="0" b="0"/>
              <a:pathLst>
                <a:path w="51465" h="82038">
                  <a:moveTo>
                    <a:pt x="0" y="82038"/>
                  </a:moveTo>
                  <a:lnTo>
                    <a:pt x="5146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2" name="Candidate_receptor__3161">
              <a:extLst>
                <a:ext uri="{FF2B5EF4-FFF2-40B4-BE49-F238E27FC236}">
                  <a16:creationId xmlns:a16="http://schemas.microsoft.com/office/drawing/2014/main" id="{7EA7DCE9-BA00-641F-CC02-18297B74E032}"/>
                </a:ext>
              </a:extLst>
            </p:cNvPr>
            <p:cNvSpPr>
              <a:spLocks noGrp="1"/>
            </p:cNvSpPr>
            <p:nvPr/>
          </p:nvSpPr>
          <p:spPr>
            <a:xfrm>
              <a:off x="4357389" y="3324481"/>
              <a:ext cx="96261" cy="52763"/>
            </a:xfrm>
            <a:custGeom>
              <a:avLst/>
              <a:gdLst/>
              <a:ahLst/>
              <a:cxnLst/>
              <a:rect l="0" t="0" r="0" b="0"/>
              <a:pathLst>
                <a:path w="96261" h="52763">
                  <a:moveTo>
                    <a:pt x="96261" y="5276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3" name="Candidate_receptor__3162">
              <a:extLst>
                <a:ext uri="{FF2B5EF4-FFF2-40B4-BE49-F238E27FC236}">
                  <a16:creationId xmlns:a16="http://schemas.microsoft.com/office/drawing/2014/main" id="{DFE52EE7-3404-FB0C-6E39-65A6096B88F2}"/>
                </a:ext>
              </a:extLst>
            </p:cNvPr>
            <p:cNvSpPr>
              <a:spLocks noGrp="1"/>
            </p:cNvSpPr>
            <p:nvPr/>
          </p:nvSpPr>
          <p:spPr>
            <a:xfrm>
              <a:off x="5052706" y="2615524"/>
              <a:ext cx="18054" cy="80822"/>
            </a:xfrm>
            <a:custGeom>
              <a:avLst/>
              <a:gdLst/>
              <a:ahLst/>
              <a:cxnLst/>
              <a:rect l="0" t="0" r="0" b="0"/>
              <a:pathLst>
                <a:path w="18054" h="80822">
                  <a:moveTo>
                    <a:pt x="18054" y="0"/>
                  </a:moveTo>
                  <a:lnTo>
                    <a:pt x="0" y="8082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4" name="Candidate_receptor__3163">
              <a:extLst>
                <a:ext uri="{FF2B5EF4-FFF2-40B4-BE49-F238E27FC236}">
                  <a16:creationId xmlns:a16="http://schemas.microsoft.com/office/drawing/2014/main" id="{C6E97D57-13E7-757A-066C-FDEFCED9225D}"/>
                </a:ext>
              </a:extLst>
            </p:cNvPr>
            <p:cNvSpPr>
              <a:spLocks noGrp="1"/>
            </p:cNvSpPr>
            <p:nvPr/>
          </p:nvSpPr>
          <p:spPr>
            <a:xfrm>
              <a:off x="5024850" y="3165181"/>
              <a:ext cx="25855" cy="75065"/>
            </a:xfrm>
            <a:custGeom>
              <a:avLst/>
              <a:gdLst/>
              <a:ahLst/>
              <a:cxnLst/>
              <a:rect l="0" t="0" r="0" b="0"/>
              <a:pathLst>
                <a:path w="25855" h="75065">
                  <a:moveTo>
                    <a:pt x="25855" y="750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5" name="Candidate_receptor__3164">
              <a:extLst>
                <a:ext uri="{FF2B5EF4-FFF2-40B4-BE49-F238E27FC236}">
                  <a16:creationId xmlns:a16="http://schemas.microsoft.com/office/drawing/2014/main" id="{71C0786F-A22C-E2FE-C443-29B79924643E}"/>
                </a:ext>
              </a:extLst>
            </p:cNvPr>
            <p:cNvSpPr>
              <a:spLocks noGrp="1"/>
            </p:cNvSpPr>
            <p:nvPr/>
          </p:nvSpPr>
          <p:spPr>
            <a:xfrm>
              <a:off x="4685339" y="2070674"/>
              <a:ext cx="37651" cy="36188"/>
            </a:xfrm>
            <a:custGeom>
              <a:avLst/>
              <a:gdLst/>
              <a:ahLst/>
              <a:cxnLst/>
              <a:rect l="0" t="0" r="0" b="0"/>
              <a:pathLst>
                <a:path w="37651" h="36188">
                  <a:moveTo>
                    <a:pt x="37651" y="0"/>
                  </a:moveTo>
                  <a:lnTo>
                    <a:pt x="0" y="36188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6" name="Candidate_receptor__3165">
              <a:extLst>
                <a:ext uri="{FF2B5EF4-FFF2-40B4-BE49-F238E27FC236}">
                  <a16:creationId xmlns:a16="http://schemas.microsoft.com/office/drawing/2014/main" id="{CD6C5441-D8EA-3D3E-1810-8E191DC2E8FD}"/>
                </a:ext>
              </a:extLst>
            </p:cNvPr>
            <p:cNvSpPr>
              <a:spLocks noGrp="1"/>
            </p:cNvSpPr>
            <p:nvPr/>
          </p:nvSpPr>
          <p:spPr>
            <a:xfrm>
              <a:off x="4893152" y="4043012"/>
              <a:ext cx="26321" cy="43643"/>
            </a:xfrm>
            <a:custGeom>
              <a:avLst/>
              <a:gdLst/>
              <a:ahLst/>
              <a:cxnLst/>
              <a:rect l="0" t="0" r="0" b="0"/>
              <a:pathLst>
                <a:path w="26321" h="43643">
                  <a:moveTo>
                    <a:pt x="0" y="43643"/>
                  </a:moveTo>
                  <a:lnTo>
                    <a:pt x="26321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67" name="Candidate_receptor__3166">
              <a:extLst>
                <a:ext uri="{FF2B5EF4-FFF2-40B4-BE49-F238E27FC236}">
                  <a16:creationId xmlns:a16="http://schemas.microsoft.com/office/drawing/2014/main" id="{FB20C315-7B28-183F-8B32-9355FB644C60}"/>
                </a:ext>
              </a:extLst>
            </p:cNvPr>
            <p:cNvSpPr>
              <a:spLocks noGrp="1"/>
            </p:cNvSpPr>
            <p:nvPr/>
          </p:nvSpPr>
          <p:spPr>
            <a:xfrm>
              <a:off x="6412117" y="4004068"/>
              <a:ext cx="11099" cy="85861"/>
            </a:xfrm>
            <a:custGeom>
              <a:avLst/>
              <a:gdLst/>
              <a:ahLst/>
              <a:cxnLst/>
              <a:rect l="0" t="0" r="0" b="0"/>
              <a:pathLst>
                <a:path w="11099" h="85861">
                  <a:moveTo>
                    <a:pt x="11099" y="858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8" name="Candidate_receptor__3167">
              <a:extLst>
                <a:ext uri="{FF2B5EF4-FFF2-40B4-BE49-F238E27FC236}">
                  <a16:creationId xmlns:a16="http://schemas.microsoft.com/office/drawing/2014/main" id="{5A638319-0C34-1BE4-E319-E11AC7895E32}"/>
                </a:ext>
              </a:extLst>
            </p:cNvPr>
            <p:cNvSpPr>
              <a:spLocks noGrp="1"/>
            </p:cNvSpPr>
            <p:nvPr/>
          </p:nvSpPr>
          <p:spPr>
            <a:xfrm>
              <a:off x="5116876" y="3379961"/>
              <a:ext cx="3796" cy="106128"/>
            </a:xfrm>
            <a:custGeom>
              <a:avLst/>
              <a:gdLst/>
              <a:ahLst/>
              <a:cxnLst/>
              <a:rect l="0" t="0" r="0" b="0"/>
              <a:pathLst>
                <a:path w="3796" h="106128">
                  <a:moveTo>
                    <a:pt x="0" y="0"/>
                  </a:moveTo>
                  <a:lnTo>
                    <a:pt x="3796" y="10612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69" name="Candidate_receptor__3168">
              <a:extLst>
                <a:ext uri="{FF2B5EF4-FFF2-40B4-BE49-F238E27FC236}">
                  <a16:creationId xmlns:a16="http://schemas.microsoft.com/office/drawing/2014/main" id="{D43D5D99-DA30-7522-A445-585165E3AFCC}"/>
                </a:ext>
              </a:extLst>
            </p:cNvPr>
            <p:cNvSpPr>
              <a:spLocks noGrp="1"/>
            </p:cNvSpPr>
            <p:nvPr/>
          </p:nvSpPr>
          <p:spPr>
            <a:xfrm>
              <a:off x="5725586" y="4145931"/>
              <a:ext cx="91059" cy="38406"/>
            </a:xfrm>
            <a:custGeom>
              <a:avLst/>
              <a:gdLst/>
              <a:ahLst/>
              <a:cxnLst/>
              <a:rect l="0" t="0" r="0" b="0"/>
              <a:pathLst>
                <a:path w="91059" h="38406">
                  <a:moveTo>
                    <a:pt x="0" y="0"/>
                  </a:moveTo>
                  <a:lnTo>
                    <a:pt x="91059" y="3840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0" name="Candidate_receptor__3169">
              <a:extLst>
                <a:ext uri="{FF2B5EF4-FFF2-40B4-BE49-F238E27FC236}">
                  <a16:creationId xmlns:a16="http://schemas.microsoft.com/office/drawing/2014/main" id="{9CD3329C-D182-A69E-4A42-038077A80F66}"/>
                </a:ext>
              </a:extLst>
            </p:cNvPr>
            <p:cNvSpPr>
              <a:spLocks noGrp="1"/>
            </p:cNvSpPr>
            <p:nvPr/>
          </p:nvSpPr>
          <p:spPr>
            <a:xfrm>
              <a:off x="5634259" y="4145931"/>
              <a:ext cx="91326" cy="35855"/>
            </a:xfrm>
            <a:custGeom>
              <a:avLst/>
              <a:gdLst/>
              <a:ahLst/>
              <a:cxnLst/>
              <a:rect l="0" t="0" r="0" b="0"/>
              <a:pathLst>
                <a:path w="91326" h="35855">
                  <a:moveTo>
                    <a:pt x="0" y="35855"/>
                  </a:moveTo>
                  <a:lnTo>
                    <a:pt x="913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1" name="Candidate_receptor__3170">
              <a:extLst>
                <a:ext uri="{FF2B5EF4-FFF2-40B4-BE49-F238E27FC236}">
                  <a16:creationId xmlns:a16="http://schemas.microsoft.com/office/drawing/2014/main" id="{AAC928ED-3D28-63F0-2E19-C0B1123315C5}"/>
                </a:ext>
              </a:extLst>
            </p:cNvPr>
            <p:cNvSpPr>
              <a:spLocks noGrp="1"/>
            </p:cNvSpPr>
            <p:nvPr/>
          </p:nvSpPr>
          <p:spPr>
            <a:xfrm>
              <a:off x="5281043" y="3224796"/>
              <a:ext cx="109517" cy="11838"/>
            </a:xfrm>
            <a:custGeom>
              <a:avLst/>
              <a:gdLst/>
              <a:ahLst/>
              <a:cxnLst/>
              <a:rect l="0" t="0" r="0" b="0"/>
              <a:pathLst>
                <a:path w="109517" h="11838">
                  <a:moveTo>
                    <a:pt x="0" y="11838"/>
                  </a:moveTo>
                  <a:lnTo>
                    <a:pt x="10951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2" name="Candidate_receptor__3171">
              <a:extLst>
                <a:ext uri="{FF2B5EF4-FFF2-40B4-BE49-F238E27FC236}">
                  <a16:creationId xmlns:a16="http://schemas.microsoft.com/office/drawing/2014/main" id="{9B34ED2C-5579-F688-2573-523946366A15}"/>
                </a:ext>
              </a:extLst>
            </p:cNvPr>
            <p:cNvSpPr>
              <a:spLocks noGrp="1"/>
            </p:cNvSpPr>
            <p:nvPr/>
          </p:nvSpPr>
          <p:spPr>
            <a:xfrm>
              <a:off x="5823213" y="2919074"/>
              <a:ext cx="72827" cy="34108"/>
            </a:xfrm>
            <a:custGeom>
              <a:avLst/>
              <a:gdLst/>
              <a:ahLst/>
              <a:cxnLst/>
              <a:rect l="0" t="0" r="0" b="0"/>
              <a:pathLst>
                <a:path w="72827" h="34108">
                  <a:moveTo>
                    <a:pt x="0" y="0"/>
                  </a:moveTo>
                  <a:lnTo>
                    <a:pt x="72827" y="3410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3" name="Candidate_receptor__3172">
              <a:extLst>
                <a:ext uri="{FF2B5EF4-FFF2-40B4-BE49-F238E27FC236}">
                  <a16:creationId xmlns:a16="http://schemas.microsoft.com/office/drawing/2014/main" id="{7B9A95A3-73F7-270B-8902-E9FE4BD1F221}"/>
                </a:ext>
              </a:extLst>
            </p:cNvPr>
            <p:cNvSpPr>
              <a:spLocks noGrp="1"/>
            </p:cNvSpPr>
            <p:nvPr/>
          </p:nvSpPr>
          <p:spPr>
            <a:xfrm>
              <a:off x="4634712" y="2562962"/>
              <a:ext cx="100995" cy="46581"/>
            </a:xfrm>
            <a:custGeom>
              <a:avLst/>
              <a:gdLst/>
              <a:ahLst/>
              <a:cxnLst/>
              <a:rect l="0" t="0" r="0" b="0"/>
              <a:pathLst>
                <a:path w="100995" h="46581">
                  <a:moveTo>
                    <a:pt x="0" y="46581"/>
                  </a:moveTo>
                  <a:lnTo>
                    <a:pt x="10099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4" name="Candidate_receptor__3173">
              <a:extLst>
                <a:ext uri="{FF2B5EF4-FFF2-40B4-BE49-F238E27FC236}">
                  <a16:creationId xmlns:a16="http://schemas.microsoft.com/office/drawing/2014/main" id="{1435F657-8B9F-80F8-8B1B-9C79A8F745D4}"/>
                </a:ext>
              </a:extLst>
            </p:cNvPr>
            <p:cNvSpPr>
              <a:spLocks noGrp="1"/>
            </p:cNvSpPr>
            <p:nvPr/>
          </p:nvSpPr>
          <p:spPr>
            <a:xfrm>
              <a:off x="4781968" y="3809980"/>
              <a:ext cx="6026" cy="14532"/>
            </a:xfrm>
            <a:custGeom>
              <a:avLst/>
              <a:gdLst/>
              <a:ahLst/>
              <a:cxnLst/>
              <a:rect l="0" t="0" r="0" b="0"/>
              <a:pathLst>
                <a:path w="6026" h="14532">
                  <a:moveTo>
                    <a:pt x="0" y="14532"/>
                  </a:moveTo>
                  <a:lnTo>
                    <a:pt x="60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5" name="Candidate_receptor__3174">
              <a:extLst>
                <a:ext uri="{FF2B5EF4-FFF2-40B4-BE49-F238E27FC236}">
                  <a16:creationId xmlns:a16="http://schemas.microsoft.com/office/drawing/2014/main" id="{112FB96E-4C1C-2FF8-BF44-A49A0B64E9C6}"/>
                </a:ext>
              </a:extLst>
            </p:cNvPr>
            <p:cNvSpPr>
              <a:spLocks noGrp="1"/>
            </p:cNvSpPr>
            <p:nvPr/>
          </p:nvSpPr>
          <p:spPr>
            <a:xfrm>
              <a:off x="4453651" y="3281868"/>
              <a:ext cx="63195" cy="95377"/>
            </a:xfrm>
            <a:custGeom>
              <a:avLst/>
              <a:gdLst/>
              <a:ahLst/>
              <a:cxnLst/>
              <a:rect l="0" t="0" r="0" b="0"/>
              <a:pathLst>
                <a:path w="63195" h="95377">
                  <a:moveTo>
                    <a:pt x="63195" y="0"/>
                  </a:moveTo>
                  <a:lnTo>
                    <a:pt x="0" y="95377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76" name="Candidate_receptor__3175">
              <a:extLst>
                <a:ext uri="{FF2B5EF4-FFF2-40B4-BE49-F238E27FC236}">
                  <a16:creationId xmlns:a16="http://schemas.microsoft.com/office/drawing/2014/main" id="{DEE9F2D7-43B8-9D50-8C9F-03471D2A36F9}"/>
                </a:ext>
              </a:extLst>
            </p:cNvPr>
            <p:cNvSpPr>
              <a:spLocks noGrp="1"/>
            </p:cNvSpPr>
            <p:nvPr/>
          </p:nvSpPr>
          <p:spPr>
            <a:xfrm>
              <a:off x="6213244" y="3765744"/>
              <a:ext cx="75054" cy="85793"/>
            </a:xfrm>
            <a:custGeom>
              <a:avLst/>
              <a:gdLst/>
              <a:ahLst/>
              <a:cxnLst/>
              <a:rect l="0" t="0" r="0" b="0"/>
              <a:pathLst>
                <a:path w="75054" h="85793">
                  <a:moveTo>
                    <a:pt x="75054" y="857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7" name="Candidate_receptor__3176">
              <a:extLst>
                <a:ext uri="{FF2B5EF4-FFF2-40B4-BE49-F238E27FC236}">
                  <a16:creationId xmlns:a16="http://schemas.microsoft.com/office/drawing/2014/main" id="{35B1E1C0-FADD-9DD3-2F05-54C6C14567DE}"/>
                </a:ext>
              </a:extLst>
            </p:cNvPr>
            <p:cNvSpPr>
              <a:spLocks noGrp="1"/>
            </p:cNvSpPr>
            <p:nvPr/>
          </p:nvSpPr>
          <p:spPr>
            <a:xfrm>
              <a:off x="5753754" y="1825015"/>
              <a:ext cx="112655" cy="14856"/>
            </a:xfrm>
            <a:custGeom>
              <a:avLst/>
              <a:gdLst/>
              <a:ahLst/>
              <a:cxnLst/>
              <a:rect l="0" t="0" r="0" b="0"/>
              <a:pathLst>
                <a:path w="112655" h="14856">
                  <a:moveTo>
                    <a:pt x="0" y="14856"/>
                  </a:moveTo>
                  <a:lnTo>
                    <a:pt x="112655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8" name="Candidate_receptor__3177">
              <a:extLst>
                <a:ext uri="{FF2B5EF4-FFF2-40B4-BE49-F238E27FC236}">
                  <a16:creationId xmlns:a16="http://schemas.microsoft.com/office/drawing/2014/main" id="{94CB85F8-66F5-4C26-86D8-12EC90D2AC5E}"/>
                </a:ext>
              </a:extLst>
            </p:cNvPr>
            <p:cNvSpPr>
              <a:spLocks noGrp="1"/>
            </p:cNvSpPr>
            <p:nvPr/>
          </p:nvSpPr>
          <p:spPr>
            <a:xfrm>
              <a:off x="5583469" y="3185789"/>
              <a:ext cx="112764" cy="600"/>
            </a:xfrm>
            <a:custGeom>
              <a:avLst/>
              <a:gdLst/>
              <a:ahLst/>
              <a:cxnLst/>
              <a:rect l="0" t="0" r="0" b="0"/>
              <a:pathLst>
                <a:path w="112764" h="600">
                  <a:moveTo>
                    <a:pt x="0" y="600"/>
                  </a:moveTo>
                  <a:lnTo>
                    <a:pt x="112764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79" name="Candidate_receptor__3178">
              <a:extLst>
                <a:ext uri="{FF2B5EF4-FFF2-40B4-BE49-F238E27FC236}">
                  <a16:creationId xmlns:a16="http://schemas.microsoft.com/office/drawing/2014/main" id="{B28185F4-289F-EE8E-159A-C68C8800095A}"/>
                </a:ext>
              </a:extLst>
            </p:cNvPr>
            <p:cNvSpPr>
              <a:spLocks noGrp="1"/>
            </p:cNvSpPr>
            <p:nvPr/>
          </p:nvSpPr>
          <p:spPr>
            <a:xfrm>
              <a:off x="4986413" y="2005764"/>
              <a:ext cx="109528" cy="25106"/>
            </a:xfrm>
            <a:custGeom>
              <a:avLst/>
              <a:gdLst/>
              <a:ahLst/>
              <a:cxnLst/>
              <a:rect l="0" t="0" r="0" b="0"/>
              <a:pathLst>
                <a:path w="109528" h="25106">
                  <a:moveTo>
                    <a:pt x="109528" y="251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0" name="Candidate_receptor__3179">
              <a:extLst>
                <a:ext uri="{FF2B5EF4-FFF2-40B4-BE49-F238E27FC236}">
                  <a16:creationId xmlns:a16="http://schemas.microsoft.com/office/drawing/2014/main" id="{E9B6CAE4-8FAC-0A3A-6F4C-C1636F338684}"/>
                </a:ext>
              </a:extLst>
            </p:cNvPr>
            <p:cNvSpPr>
              <a:spLocks noGrp="1"/>
            </p:cNvSpPr>
            <p:nvPr/>
          </p:nvSpPr>
          <p:spPr>
            <a:xfrm>
              <a:off x="6345310" y="4089929"/>
              <a:ext cx="77906" cy="65417"/>
            </a:xfrm>
            <a:custGeom>
              <a:avLst/>
              <a:gdLst/>
              <a:ahLst/>
              <a:cxnLst/>
              <a:rect l="0" t="0" r="0" b="0"/>
              <a:pathLst>
                <a:path w="77906" h="65417">
                  <a:moveTo>
                    <a:pt x="0" y="65417"/>
                  </a:moveTo>
                  <a:lnTo>
                    <a:pt x="7790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1" name="Candidate_receptor__3180">
              <a:extLst>
                <a:ext uri="{FF2B5EF4-FFF2-40B4-BE49-F238E27FC236}">
                  <a16:creationId xmlns:a16="http://schemas.microsoft.com/office/drawing/2014/main" id="{88F89480-C731-951E-AFD2-32BA9C4FB0A0}"/>
                </a:ext>
              </a:extLst>
            </p:cNvPr>
            <p:cNvSpPr>
              <a:spLocks noGrp="1"/>
            </p:cNvSpPr>
            <p:nvPr/>
          </p:nvSpPr>
          <p:spPr>
            <a:xfrm>
              <a:off x="5086930" y="3667215"/>
              <a:ext cx="16492" cy="96194"/>
            </a:xfrm>
            <a:custGeom>
              <a:avLst/>
              <a:gdLst/>
              <a:ahLst/>
              <a:cxnLst/>
              <a:rect l="0" t="0" r="0" b="0"/>
              <a:pathLst>
                <a:path w="16492" h="96194">
                  <a:moveTo>
                    <a:pt x="16492" y="961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2" name="Candidate_receptor__3181">
              <a:extLst>
                <a:ext uri="{FF2B5EF4-FFF2-40B4-BE49-F238E27FC236}">
                  <a16:creationId xmlns:a16="http://schemas.microsoft.com/office/drawing/2014/main" id="{D31B3CEF-C9A9-DA29-CFAD-80ADA4151DE6}"/>
                </a:ext>
              </a:extLst>
            </p:cNvPr>
            <p:cNvSpPr>
              <a:spLocks noGrp="1"/>
            </p:cNvSpPr>
            <p:nvPr/>
          </p:nvSpPr>
          <p:spPr>
            <a:xfrm>
              <a:off x="5871348" y="3960666"/>
              <a:ext cx="92501" cy="64257"/>
            </a:xfrm>
            <a:custGeom>
              <a:avLst/>
              <a:gdLst/>
              <a:ahLst/>
              <a:cxnLst/>
              <a:rect l="0" t="0" r="0" b="0"/>
              <a:pathLst>
                <a:path w="92501" h="64257">
                  <a:moveTo>
                    <a:pt x="92501" y="0"/>
                  </a:moveTo>
                  <a:lnTo>
                    <a:pt x="0" y="64257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3" name="Candidate_receptor__3182">
              <a:extLst>
                <a:ext uri="{FF2B5EF4-FFF2-40B4-BE49-F238E27FC236}">
                  <a16:creationId xmlns:a16="http://schemas.microsoft.com/office/drawing/2014/main" id="{A8BD80D0-1118-50F5-2736-C7FA4CF0434D}"/>
                </a:ext>
              </a:extLst>
            </p:cNvPr>
            <p:cNvSpPr>
              <a:spLocks noGrp="1"/>
            </p:cNvSpPr>
            <p:nvPr/>
          </p:nvSpPr>
          <p:spPr>
            <a:xfrm>
              <a:off x="4756095" y="3959397"/>
              <a:ext cx="64189" cy="14749"/>
            </a:xfrm>
            <a:custGeom>
              <a:avLst/>
              <a:gdLst/>
              <a:ahLst/>
              <a:cxnLst/>
              <a:rect l="0" t="0" r="0" b="0"/>
              <a:pathLst>
                <a:path w="64189" h="14749">
                  <a:moveTo>
                    <a:pt x="0" y="14749"/>
                  </a:moveTo>
                  <a:lnTo>
                    <a:pt x="64189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4" name="Candidate_receptor__3183">
              <a:extLst>
                <a:ext uri="{FF2B5EF4-FFF2-40B4-BE49-F238E27FC236}">
                  <a16:creationId xmlns:a16="http://schemas.microsoft.com/office/drawing/2014/main" id="{EE69A583-C14D-5171-9FC8-2FBF4E855C73}"/>
                </a:ext>
              </a:extLst>
            </p:cNvPr>
            <p:cNvSpPr>
              <a:spLocks noGrp="1"/>
            </p:cNvSpPr>
            <p:nvPr/>
          </p:nvSpPr>
          <p:spPr>
            <a:xfrm>
              <a:off x="5784624" y="1688774"/>
              <a:ext cx="8987" cy="5396"/>
            </a:xfrm>
            <a:custGeom>
              <a:avLst/>
              <a:gdLst/>
              <a:ahLst/>
              <a:cxnLst/>
              <a:rect l="0" t="0" r="0" b="0"/>
              <a:pathLst>
                <a:path w="8987" h="5396">
                  <a:moveTo>
                    <a:pt x="8987" y="53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5" name="Candidate_receptor__3184">
              <a:extLst>
                <a:ext uri="{FF2B5EF4-FFF2-40B4-BE49-F238E27FC236}">
                  <a16:creationId xmlns:a16="http://schemas.microsoft.com/office/drawing/2014/main" id="{94CC63A9-8A86-1E5C-67ED-0CF8227641BC}"/>
                </a:ext>
              </a:extLst>
            </p:cNvPr>
            <p:cNvSpPr>
              <a:spLocks noGrp="1"/>
            </p:cNvSpPr>
            <p:nvPr/>
          </p:nvSpPr>
          <p:spPr>
            <a:xfrm>
              <a:off x="4628127" y="5175193"/>
              <a:ext cx="111222" cy="25813"/>
            </a:xfrm>
            <a:custGeom>
              <a:avLst/>
              <a:gdLst/>
              <a:ahLst/>
              <a:cxnLst/>
              <a:rect l="0" t="0" r="0" b="0"/>
              <a:pathLst>
                <a:path w="111222" h="25813">
                  <a:moveTo>
                    <a:pt x="0" y="0"/>
                  </a:moveTo>
                  <a:lnTo>
                    <a:pt x="111222" y="2581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6" name="Candidate_receptor__3185">
              <a:extLst>
                <a:ext uri="{FF2B5EF4-FFF2-40B4-BE49-F238E27FC236}">
                  <a16:creationId xmlns:a16="http://schemas.microsoft.com/office/drawing/2014/main" id="{A11EF155-9672-1058-F0BC-60363559E887}"/>
                </a:ext>
              </a:extLst>
            </p:cNvPr>
            <p:cNvSpPr>
              <a:spLocks noGrp="1"/>
            </p:cNvSpPr>
            <p:nvPr/>
          </p:nvSpPr>
          <p:spPr>
            <a:xfrm>
              <a:off x="4422563" y="2447475"/>
              <a:ext cx="20091" cy="22731"/>
            </a:xfrm>
            <a:custGeom>
              <a:avLst/>
              <a:gdLst/>
              <a:ahLst/>
              <a:cxnLst/>
              <a:rect l="0" t="0" r="0" b="0"/>
              <a:pathLst>
                <a:path w="20091" h="22731">
                  <a:moveTo>
                    <a:pt x="20091" y="2273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7" name="Candidate_receptor__3186">
              <a:extLst>
                <a:ext uri="{FF2B5EF4-FFF2-40B4-BE49-F238E27FC236}">
                  <a16:creationId xmlns:a16="http://schemas.microsoft.com/office/drawing/2014/main" id="{75CBB9F9-FA23-BB5A-931E-F9319FC24A5D}"/>
                </a:ext>
              </a:extLst>
            </p:cNvPr>
            <p:cNvSpPr>
              <a:spLocks noGrp="1"/>
            </p:cNvSpPr>
            <p:nvPr/>
          </p:nvSpPr>
          <p:spPr>
            <a:xfrm>
              <a:off x="4628886" y="3355090"/>
              <a:ext cx="10592" cy="54420"/>
            </a:xfrm>
            <a:custGeom>
              <a:avLst/>
              <a:gdLst/>
              <a:ahLst/>
              <a:cxnLst/>
              <a:rect l="0" t="0" r="0" b="0"/>
              <a:pathLst>
                <a:path w="10592" h="54420">
                  <a:moveTo>
                    <a:pt x="0" y="54420"/>
                  </a:moveTo>
                  <a:lnTo>
                    <a:pt x="1059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88" name="Candidate_receptor__3187">
              <a:extLst>
                <a:ext uri="{FF2B5EF4-FFF2-40B4-BE49-F238E27FC236}">
                  <a16:creationId xmlns:a16="http://schemas.microsoft.com/office/drawing/2014/main" id="{FA7F6CB9-887E-C654-573B-3FD99FDBCCFF}"/>
                </a:ext>
              </a:extLst>
            </p:cNvPr>
            <p:cNvSpPr>
              <a:spLocks noGrp="1"/>
            </p:cNvSpPr>
            <p:nvPr/>
          </p:nvSpPr>
          <p:spPr>
            <a:xfrm>
              <a:off x="4407706" y="3557942"/>
              <a:ext cx="35594" cy="68352"/>
            </a:xfrm>
            <a:custGeom>
              <a:avLst/>
              <a:gdLst/>
              <a:ahLst/>
              <a:cxnLst/>
              <a:rect l="0" t="0" r="0" b="0"/>
              <a:pathLst>
                <a:path w="35594" h="68352">
                  <a:moveTo>
                    <a:pt x="35594" y="0"/>
                  </a:moveTo>
                  <a:lnTo>
                    <a:pt x="0" y="68352"/>
                  </a:lnTo>
                </a:path>
              </a:pathLst>
            </a:custGeom>
            <a:noFill/>
            <a:ln w="8096">
              <a:solidFill>
                <a:srgbClr val="E4E8EB"/>
              </a:solidFill>
            </a:ln>
          </p:spPr>
        </p:sp>
        <p:sp>
          <p:nvSpPr>
            <p:cNvPr id="3189" name="Candidate_receptor__3188">
              <a:extLst>
                <a:ext uri="{FF2B5EF4-FFF2-40B4-BE49-F238E27FC236}">
                  <a16:creationId xmlns:a16="http://schemas.microsoft.com/office/drawing/2014/main" id="{EF2550CE-A36B-40C1-C0E4-0A96DB736CBE}"/>
                </a:ext>
              </a:extLst>
            </p:cNvPr>
            <p:cNvSpPr>
              <a:spLocks noGrp="1"/>
            </p:cNvSpPr>
            <p:nvPr/>
          </p:nvSpPr>
          <p:spPr>
            <a:xfrm>
              <a:off x="6297183" y="4005886"/>
              <a:ext cx="6127" cy="5747"/>
            </a:xfrm>
            <a:custGeom>
              <a:avLst/>
              <a:gdLst/>
              <a:ahLst/>
              <a:cxnLst/>
              <a:rect l="0" t="0" r="0" b="0"/>
              <a:pathLst>
                <a:path w="6127" h="5747">
                  <a:moveTo>
                    <a:pt x="0" y="5747"/>
                  </a:moveTo>
                  <a:lnTo>
                    <a:pt x="612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3190" name="Candidate_receptor__3189">
              <a:extLst>
                <a:ext uri="{FF2B5EF4-FFF2-40B4-BE49-F238E27FC236}">
                  <a16:creationId xmlns:a16="http://schemas.microsoft.com/office/drawing/2014/main" id="{F8A1E790-418E-7582-7B9C-EC7F5A9AC139}"/>
                </a:ext>
              </a:extLst>
            </p:cNvPr>
            <p:cNvSpPr>
              <a:spLocks noGrp="1"/>
            </p:cNvSpPr>
            <p:nvPr/>
          </p:nvSpPr>
          <p:spPr>
            <a:xfrm>
              <a:off x="3966357" y="2656714"/>
              <a:ext cx="27178" cy="96714"/>
            </a:xfrm>
            <a:custGeom>
              <a:avLst/>
              <a:gdLst/>
              <a:ahLst/>
              <a:cxnLst/>
              <a:rect l="0" t="0" r="0" b="0"/>
              <a:pathLst>
                <a:path w="27178" h="96714">
                  <a:moveTo>
                    <a:pt x="0" y="0"/>
                  </a:moveTo>
                  <a:lnTo>
                    <a:pt x="27178" y="96714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1" name="Candidate_receptor__3190">
              <a:extLst>
                <a:ext uri="{FF2B5EF4-FFF2-40B4-BE49-F238E27FC236}">
                  <a16:creationId xmlns:a16="http://schemas.microsoft.com/office/drawing/2014/main" id="{3207CD85-AFCE-8C90-FAAE-3F8E50F83C07}"/>
                </a:ext>
              </a:extLst>
            </p:cNvPr>
            <p:cNvSpPr>
              <a:spLocks noGrp="1"/>
            </p:cNvSpPr>
            <p:nvPr/>
          </p:nvSpPr>
          <p:spPr>
            <a:xfrm>
              <a:off x="5070760" y="2615524"/>
              <a:ext cx="113090" cy="19870"/>
            </a:xfrm>
            <a:custGeom>
              <a:avLst/>
              <a:gdLst/>
              <a:ahLst/>
              <a:cxnLst/>
              <a:rect l="0" t="0" r="0" b="0"/>
              <a:pathLst>
                <a:path w="113090" h="19870">
                  <a:moveTo>
                    <a:pt x="113090" y="198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2" name="Candidate_receptor__3191">
              <a:extLst>
                <a:ext uri="{FF2B5EF4-FFF2-40B4-BE49-F238E27FC236}">
                  <a16:creationId xmlns:a16="http://schemas.microsoft.com/office/drawing/2014/main" id="{8D605DBA-F377-5CDA-937B-2B5F5AFB7355}"/>
                </a:ext>
              </a:extLst>
            </p:cNvPr>
            <p:cNvSpPr>
              <a:spLocks noGrp="1"/>
            </p:cNvSpPr>
            <p:nvPr/>
          </p:nvSpPr>
          <p:spPr>
            <a:xfrm>
              <a:off x="4681783" y="2780274"/>
              <a:ext cx="8228" cy="113951"/>
            </a:xfrm>
            <a:custGeom>
              <a:avLst/>
              <a:gdLst/>
              <a:ahLst/>
              <a:cxnLst/>
              <a:rect l="0" t="0" r="0" b="0"/>
              <a:pathLst>
                <a:path w="8228" h="113951">
                  <a:moveTo>
                    <a:pt x="8228" y="1139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193" name="Candidate_receptor__3192">
              <a:extLst>
                <a:ext uri="{FF2B5EF4-FFF2-40B4-BE49-F238E27FC236}">
                  <a16:creationId xmlns:a16="http://schemas.microsoft.com/office/drawing/2014/main" id="{DCFC7C07-650B-04E9-D40A-68AA40C19E48}"/>
                </a:ext>
              </a:extLst>
            </p:cNvPr>
            <p:cNvSpPr>
              <a:spLocks noGrp="1"/>
            </p:cNvSpPr>
            <p:nvPr/>
          </p:nvSpPr>
          <p:spPr>
            <a:xfrm>
              <a:off x="5567000" y="3327341"/>
              <a:ext cx="113709" cy="7788"/>
            </a:xfrm>
            <a:custGeom>
              <a:avLst/>
              <a:gdLst/>
              <a:ahLst/>
              <a:cxnLst/>
              <a:rect l="0" t="0" r="0" b="0"/>
              <a:pathLst>
                <a:path w="113709" h="7788">
                  <a:moveTo>
                    <a:pt x="0" y="0"/>
                  </a:moveTo>
                  <a:lnTo>
                    <a:pt x="113709" y="7788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4" name="Candidate_receptor__3193">
              <a:extLst>
                <a:ext uri="{FF2B5EF4-FFF2-40B4-BE49-F238E27FC236}">
                  <a16:creationId xmlns:a16="http://schemas.microsoft.com/office/drawing/2014/main" id="{F0D9C266-4B07-9AA6-026C-2E9A0D7E582F}"/>
                </a:ext>
              </a:extLst>
            </p:cNvPr>
            <p:cNvSpPr>
              <a:spLocks noGrp="1"/>
            </p:cNvSpPr>
            <p:nvPr/>
          </p:nvSpPr>
          <p:spPr>
            <a:xfrm>
              <a:off x="5963848" y="3960666"/>
              <a:ext cx="69782" cy="66095"/>
            </a:xfrm>
            <a:custGeom>
              <a:avLst/>
              <a:gdLst/>
              <a:ahLst/>
              <a:cxnLst/>
              <a:rect l="0" t="0" r="0" b="0"/>
              <a:pathLst>
                <a:path w="69782" h="66095">
                  <a:moveTo>
                    <a:pt x="69782" y="660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5" name="Candidate_receptor__3194">
              <a:extLst>
                <a:ext uri="{FF2B5EF4-FFF2-40B4-BE49-F238E27FC236}">
                  <a16:creationId xmlns:a16="http://schemas.microsoft.com/office/drawing/2014/main" id="{9C3163D1-EDF6-CEE8-1B9F-CD25079B7EDE}"/>
                </a:ext>
              </a:extLst>
            </p:cNvPr>
            <p:cNvSpPr>
              <a:spLocks noGrp="1"/>
            </p:cNvSpPr>
            <p:nvPr/>
          </p:nvSpPr>
          <p:spPr>
            <a:xfrm>
              <a:off x="5781842" y="4184337"/>
              <a:ext cx="34803" cy="109860"/>
            </a:xfrm>
            <a:custGeom>
              <a:avLst/>
              <a:gdLst/>
              <a:ahLst/>
              <a:cxnLst/>
              <a:rect l="0" t="0" r="0" b="0"/>
              <a:pathLst>
                <a:path w="34803" h="109860">
                  <a:moveTo>
                    <a:pt x="34803" y="0"/>
                  </a:moveTo>
                  <a:lnTo>
                    <a:pt x="0" y="10986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6" name="Candidate_receptor__3195">
              <a:extLst>
                <a:ext uri="{FF2B5EF4-FFF2-40B4-BE49-F238E27FC236}">
                  <a16:creationId xmlns:a16="http://schemas.microsoft.com/office/drawing/2014/main" id="{8685451B-1636-DAFB-82CE-75E4BD2F88BD}"/>
                </a:ext>
              </a:extLst>
            </p:cNvPr>
            <p:cNvSpPr>
              <a:spLocks noGrp="1"/>
            </p:cNvSpPr>
            <p:nvPr/>
          </p:nvSpPr>
          <p:spPr>
            <a:xfrm>
              <a:off x="5868926" y="3620444"/>
              <a:ext cx="86742" cy="34867"/>
            </a:xfrm>
            <a:custGeom>
              <a:avLst/>
              <a:gdLst/>
              <a:ahLst/>
              <a:cxnLst/>
              <a:rect l="0" t="0" r="0" b="0"/>
              <a:pathLst>
                <a:path w="86742" h="34867">
                  <a:moveTo>
                    <a:pt x="86742" y="348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7" name="Candidate_receptor__3196">
              <a:extLst>
                <a:ext uri="{FF2B5EF4-FFF2-40B4-BE49-F238E27FC236}">
                  <a16:creationId xmlns:a16="http://schemas.microsoft.com/office/drawing/2014/main" id="{7BDD2DC0-3D69-F00A-B053-7C8AE7C909C3}"/>
                </a:ext>
              </a:extLst>
            </p:cNvPr>
            <p:cNvSpPr>
              <a:spLocks noGrp="1"/>
            </p:cNvSpPr>
            <p:nvPr/>
          </p:nvSpPr>
          <p:spPr>
            <a:xfrm>
              <a:off x="5421593" y="2323582"/>
              <a:ext cx="9521" cy="110436"/>
            </a:xfrm>
            <a:custGeom>
              <a:avLst/>
              <a:gdLst/>
              <a:ahLst/>
              <a:cxnLst/>
              <a:rect l="0" t="0" r="0" b="0"/>
              <a:pathLst>
                <a:path w="9521" h="110436">
                  <a:moveTo>
                    <a:pt x="9521" y="0"/>
                  </a:moveTo>
                  <a:lnTo>
                    <a:pt x="0" y="110436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8" name="Candidate_receptor__3197">
              <a:extLst>
                <a:ext uri="{FF2B5EF4-FFF2-40B4-BE49-F238E27FC236}">
                  <a16:creationId xmlns:a16="http://schemas.microsoft.com/office/drawing/2014/main" id="{1B032944-0C22-AF69-99F0-68FC21A0226A}"/>
                </a:ext>
              </a:extLst>
            </p:cNvPr>
            <p:cNvSpPr>
              <a:spLocks noGrp="1"/>
            </p:cNvSpPr>
            <p:nvPr/>
          </p:nvSpPr>
          <p:spPr>
            <a:xfrm>
              <a:off x="5525074" y="3125625"/>
              <a:ext cx="58395" cy="60763"/>
            </a:xfrm>
            <a:custGeom>
              <a:avLst/>
              <a:gdLst/>
              <a:ahLst/>
              <a:cxnLst/>
              <a:rect l="0" t="0" r="0" b="0"/>
              <a:pathLst>
                <a:path w="58395" h="60763">
                  <a:moveTo>
                    <a:pt x="0" y="0"/>
                  </a:moveTo>
                  <a:lnTo>
                    <a:pt x="58395" y="6076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199" name="Candidate_receptor__3198">
              <a:extLst>
                <a:ext uri="{FF2B5EF4-FFF2-40B4-BE49-F238E27FC236}">
                  <a16:creationId xmlns:a16="http://schemas.microsoft.com/office/drawing/2014/main" id="{C6969BA0-4F82-61F1-6C6D-B27B31E31D55}"/>
                </a:ext>
              </a:extLst>
            </p:cNvPr>
            <p:cNvSpPr>
              <a:spLocks noGrp="1"/>
            </p:cNvSpPr>
            <p:nvPr/>
          </p:nvSpPr>
          <p:spPr>
            <a:xfrm>
              <a:off x="5998568" y="4026761"/>
              <a:ext cx="35062" cy="94566"/>
            </a:xfrm>
            <a:custGeom>
              <a:avLst/>
              <a:gdLst/>
              <a:ahLst/>
              <a:cxnLst/>
              <a:rect l="0" t="0" r="0" b="0"/>
              <a:pathLst>
                <a:path w="35062" h="94566">
                  <a:moveTo>
                    <a:pt x="0" y="94566"/>
                  </a:moveTo>
                  <a:lnTo>
                    <a:pt x="3506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00" name="Candidate_receptor__3199">
              <a:extLst>
                <a:ext uri="{FF2B5EF4-FFF2-40B4-BE49-F238E27FC236}">
                  <a16:creationId xmlns:a16="http://schemas.microsoft.com/office/drawing/2014/main" id="{B3D6AE76-F08B-A5EC-6A34-5E1D65BE0B0A}"/>
                </a:ext>
              </a:extLst>
            </p:cNvPr>
            <p:cNvSpPr>
              <a:spLocks noGrp="1"/>
            </p:cNvSpPr>
            <p:nvPr/>
          </p:nvSpPr>
          <p:spPr>
            <a:xfrm>
              <a:off x="4589470" y="2894224"/>
              <a:ext cx="100541" cy="56473"/>
            </a:xfrm>
            <a:custGeom>
              <a:avLst/>
              <a:gdLst/>
              <a:ahLst/>
              <a:cxnLst/>
              <a:rect l="0" t="0" r="0" b="0"/>
              <a:pathLst>
                <a:path w="100541" h="56473">
                  <a:moveTo>
                    <a:pt x="0" y="56473"/>
                  </a:moveTo>
                  <a:lnTo>
                    <a:pt x="10054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1" name="Candidate_receptor__3200">
              <a:extLst>
                <a:ext uri="{FF2B5EF4-FFF2-40B4-BE49-F238E27FC236}">
                  <a16:creationId xmlns:a16="http://schemas.microsoft.com/office/drawing/2014/main" id="{36BC3557-1F22-4CE4-C2AA-4C8053FFE124}"/>
                </a:ext>
              </a:extLst>
            </p:cNvPr>
            <p:cNvSpPr>
              <a:spLocks noGrp="1"/>
            </p:cNvSpPr>
            <p:nvPr/>
          </p:nvSpPr>
          <p:spPr>
            <a:xfrm>
              <a:off x="5498968" y="2145278"/>
              <a:ext cx="78260" cy="24493"/>
            </a:xfrm>
            <a:custGeom>
              <a:avLst/>
              <a:gdLst/>
              <a:ahLst/>
              <a:cxnLst/>
              <a:rect l="0" t="0" r="0" b="0"/>
              <a:pathLst>
                <a:path w="78260" h="24493">
                  <a:moveTo>
                    <a:pt x="78260" y="244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2" name="Candidate_receptor__3201">
              <a:extLst>
                <a:ext uri="{FF2B5EF4-FFF2-40B4-BE49-F238E27FC236}">
                  <a16:creationId xmlns:a16="http://schemas.microsoft.com/office/drawing/2014/main" id="{C9B94899-EA11-9296-E12C-FDBCE5D5C681}"/>
                </a:ext>
              </a:extLst>
            </p:cNvPr>
            <p:cNvSpPr>
              <a:spLocks noGrp="1"/>
            </p:cNvSpPr>
            <p:nvPr/>
          </p:nvSpPr>
          <p:spPr>
            <a:xfrm>
              <a:off x="5896040" y="2944876"/>
              <a:ext cx="114261" cy="8306"/>
            </a:xfrm>
            <a:custGeom>
              <a:avLst/>
              <a:gdLst/>
              <a:ahLst/>
              <a:cxnLst/>
              <a:rect l="0" t="0" r="0" b="0"/>
              <a:pathLst>
                <a:path w="114261" h="8306">
                  <a:moveTo>
                    <a:pt x="0" y="8306"/>
                  </a:moveTo>
                  <a:lnTo>
                    <a:pt x="11426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3" name="Candidate_receptor__3202">
              <a:extLst>
                <a:ext uri="{FF2B5EF4-FFF2-40B4-BE49-F238E27FC236}">
                  <a16:creationId xmlns:a16="http://schemas.microsoft.com/office/drawing/2014/main" id="{91819AD4-9F9A-0720-C361-4E6122C18E57}"/>
                </a:ext>
              </a:extLst>
            </p:cNvPr>
            <p:cNvSpPr>
              <a:spLocks noGrp="1"/>
            </p:cNvSpPr>
            <p:nvPr/>
          </p:nvSpPr>
          <p:spPr>
            <a:xfrm>
              <a:off x="6288297" y="3851537"/>
              <a:ext cx="66610" cy="50906"/>
            </a:xfrm>
            <a:custGeom>
              <a:avLst/>
              <a:gdLst/>
              <a:ahLst/>
              <a:cxnLst/>
              <a:rect l="0" t="0" r="0" b="0"/>
              <a:pathLst>
                <a:path w="66610" h="50906">
                  <a:moveTo>
                    <a:pt x="66610" y="509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4" name="Candidate_receptor__3203">
              <a:extLst>
                <a:ext uri="{FF2B5EF4-FFF2-40B4-BE49-F238E27FC236}">
                  <a16:creationId xmlns:a16="http://schemas.microsoft.com/office/drawing/2014/main" id="{571CDA37-E40D-7307-49E8-DF35069DD217}"/>
                </a:ext>
              </a:extLst>
            </p:cNvPr>
            <p:cNvSpPr>
              <a:spLocks noGrp="1"/>
            </p:cNvSpPr>
            <p:nvPr/>
          </p:nvSpPr>
          <p:spPr>
            <a:xfrm>
              <a:off x="5676276" y="2423014"/>
              <a:ext cx="4685" cy="107936"/>
            </a:xfrm>
            <a:custGeom>
              <a:avLst/>
              <a:gdLst/>
              <a:ahLst/>
              <a:cxnLst/>
              <a:rect l="0" t="0" r="0" b="0"/>
              <a:pathLst>
                <a:path w="4685" h="107936">
                  <a:moveTo>
                    <a:pt x="0" y="107936"/>
                  </a:moveTo>
                  <a:lnTo>
                    <a:pt x="4685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5" name="Candidate_receptor__3204">
              <a:extLst>
                <a:ext uri="{FF2B5EF4-FFF2-40B4-BE49-F238E27FC236}">
                  <a16:creationId xmlns:a16="http://schemas.microsoft.com/office/drawing/2014/main" id="{92B2BE5D-680A-0EB0-9E6D-7D02DC07EAAF}"/>
                </a:ext>
              </a:extLst>
            </p:cNvPr>
            <p:cNvSpPr>
              <a:spLocks noGrp="1"/>
            </p:cNvSpPr>
            <p:nvPr/>
          </p:nvSpPr>
          <p:spPr>
            <a:xfrm>
              <a:off x="5579161" y="2386965"/>
              <a:ext cx="101801" cy="36049"/>
            </a:xfrm>
            <a:custGeom>
              <a:avLst/>
              <a:gdLst/>
              <a:ahLst/>
              <a:cxnLst/>
              <a:rect l="0" t="0" r="0" b="0"/>
              <a:pathLst>
                <a:path w="101801" h="36049">
                  <a:moveTo>
                    <a:pt x="101801" y="360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06" name="Candidate_receptor__3205">
              <a:extLst>
                <a:ext uri="{FF2B5EF4-FFF2-40B4-BE49-F238E27FC236}">
                  <a16:creationId xmlns:a16="http://schemas.microsoft.com/office/drawing/2014/main" id="{E96DDF62-69AA-3E0E-5372-5DE4C9A4D31D}"/>
                </a:ext>
              </a:extLst>
            </p:cNvPr>
            <p:cNvSpPr>
              <a:spLocks noGrp="1"/>
            </p:cNvSpPr>
            <p:nvPr/>
          </p:nvSpPr>
          <p:spPr>
            <a:xfrm>
              <a:off x="4783342" y="4086655"/>
              <a:ext cx="109811" cy="32624"/>
            </a:xfrm>
            <a:custGeom>
              <a:avLst/>
              <a:gdLst/>
              <a:ahLst/>
              <a:cxnLst/>
              <a:rect l="0" t="0" r="0" b="0"/>
              <a:pathLst>
                <a:path w="109811" h="32624">
                  <a:moveTo>
                    <a:pt x="0" y="32624"/>
                  </a:moveTo>
                  <a:lnTo>
                    <a:pt x="109811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7" name="Candidate_receptor__3206">
              <a:extLst>
                <a:ext uri="{FF2B5EF4-FFF2-40B4-BE49-F238E27FC236}">
                  <a16:creationId xmlns:a16="http://schemas.microsoft.com/office/drawing/2014/main" id="{B7B5A8BA-B7C2-9121-A210-78255595CF02}"/>
                </a:ext>
              </a:extLst>
            </p:cNvPr>
            <p:cNvSpPr>
              <a:spLocks noGrp="1"/>
            </p:cNvSpPr>
            <p:nvPr/>
          </p:nvSpPr>
          <p:spPr>
            <a:xfrm>
              <a:off x="5312781" y="1843858"/>
              <a:ext cx="110063" cy="15179"/>
            </a:xfrm>
            <a:custGeom>
              <a:avLst/>
              <a:gdLst/>
              <a:ahLst/>
              <a:cxnLst/>
              <a:rect l="0" t="0" r="0" b="0"/>
              <a:pathLst>
                <a:path w="110063" h="15179">
                  <a:moveTo>
                    <a:pt x="110063" y="1517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8" name="Candidate_receptor__3207">
              <a:extLst>
                <a:ext uri="{FF2B5EF4-FFF2-40B4-BE49-F238E27FC236}">
                  <a16:creationId xmlns:a16="http://schemas.microsoft.com/office/drawing/2014/main" id="{0EDCE168-B669-32B1-BDCA-54382E395E93}"/>
                </a:ext>
              </a:extLst>
            </p:cNvPr>
            <p:cNvSpPr>
              <a:spLocks noGrp="1"/>
            </p:cNvSpPr>
            <p:nvPr/>
          </p:nvSpPr>
          <p:spPr>
            <a:xfrm>
              <a:off x="5030445" y="2181969"/>
              <a:ext cx="3696" cy="103771"/>
            </a:xfrm>
            <a:custGeom>
              <a:avLst/>
              <a:gdLst/>
              <a:ahLst/>
              <a:cxnLst/>
              <a:rect l="0" t="0" r="0" b="0"/>
              <a:pathLst>
                <a:path w="3696" h="103771">
                  <a:moveTo>
                    <a:pt x="0" y="103771"/>
                  </a:moveTo>
                  <a:lnTo>
                    <a:pt x="3696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09" name="Candidate_receptor__3208">
              <a:extLst>
                <a:ext uri="{FF2B5EF4-FFF2-40B4-BE49-F238E27FC236}">
                  <a16:creationId xmlns:a16="http://schemas.microsoft.com/office/drawing/2014/main" id="{BB9741AA-D3C0-5817-C18F-9A851979D71F}"/>
                </a:ext>
              </a:extLst>
            </p:cNvPr>
            <p:cNvSpPr>
              <a:spLocks noGrp="1"/>
            </p:cNvSpPr>
            <p:nvPr/>
          </p:nvSpPr>
          <p:spPr>
            <a:xfrm>
              <a:off x="4965537" y="2758245"/>
              <a:ext cx="29826" cy="96830"/>
            </a:xfrm>
            <a:custGeom>
              <a:avLst/>
              <a:gdLst/>
              <a:ahLst/>
              <a:cxnLst/>
              <a:rect l="0" t="0" r="0" b="0"/>
              <a:pathLst>
                <a:path w="29826" h="96830">
                  <a:moveTo>
                    <a:pt x="0" y="0"/>
                  </a:moveTo>
                  <a:lnTo>
                    <a:pt x="29826" y="9683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0" name="Candidate_receptor__3209">
              <a:extLst>
                <a:ext uri="{FF2B5EF4-FFF2-40B4-BE49-F238E27FC236}">
                  <a16:creationId xmlns:a16="http://schemas.microsoft.com/office/drawing/2014/main" id="{8969FDE2-8A14-2500-A005-D02111B992CA}"/>
                </a:ext>
              </a:extLst>
            </p:cNvPr>
            <p:cNvSpPr>
              <a:spLocks noGrp="1"/>
            </p:cNvSpPr>
            <p:nvPr/>
          </p:nvSpPr>
          <p:spPr>
            <a:xfrm>
              <a:off x="6049170" y="2156693"/>
              <a:ext cx="1108" cy="35522"/>
            </a:xfrm>
            <a:custGeom>
              <a:avLst/>
              <a:gdLst/>
              <a:ahLst/>
              <a:cxnLst/>
              <a:rect l="0" t="0" r="0" b="0"/>
              <a:pathLst>
                <a:path w="1108" h="35522">
                  <a:moveTo>
                    <a:pt x="1108" y="0"/>
                  </a:moveTo>
                  <a:lnTo>
                    <a:pt x="0" y="35522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1" name="Candidate_receptor__3210">
              <a:extLst>
                <a:ext uri="{FF2B5EF4-FFF2-40B4-BE49-F238E27FC236}">
                  <a16:creationId xmlns:a16="http://schemas.microsoft.com/office/drawing/2014/main" id="{1C24F856-7054-2B91-768A-E478DF8DC267}"/>
                </a:ext>
              </a:extLst>
            </p:cNvPr>
            <p:cNvSpPr>
              <a:spLocks noGrp="1"/>
            </p:cNvSpPr>
            <p:nvPr/>
          </p:nvSpPr>
          <p:spPr>
            <a:xfrm>
              <a:off x="5576330" y="3615921"/>
              <a:ext cx="52802" cy="7821"/>
            </a:xfrm>
            <a:custGeom>
              <a:avLst/>
              <a:gdLst/>
              <a:ahLst/>
              <a:cxnLst/>
              <a:rect l="0" t="0" r="0" b="0"/>
              <a:pathLst>
                <a:path w="52802" h="7821">
                  <a:moveTo>
                    <a:pt x="0" y="0"/>
                  </a:moveTo>
                  <a:lnTo>
                    <a:pt x="52802" y="7821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2" name="Candidate_receptor__3211">
              <a:extLst>
                <a:ext uri="{FF2B5EF4-FFF2-40B4-BE49-F238E27FC236}">
                  <a16:creationId xmlns:a16="http://schemas.microsoft.com/office/drawing/2014/main" id="{B4A6A2A1-053E-8622-2F00-434B4578DB32}"/>
                </a:ext>
              </a:extLst>
            </p:cNvPr>
            <p:cNvSpPr>
              <a:spLocks noGrp="1"/>
            </p:cNvSpPr>
            <p:nvPr/>
          </p:nvSpPr>
          <p:spPr>
            <a:xfrm>
              <a:off x="5866409" y="1733081"/>
              <a:ext cx="35333" cy="91934"/>
            </a:xfrm>
            <a:custGeom>
              <a:avLst/>
              <a:gdLst/>
              <a:ahLst/>
              <a:cxnLst/>
              <a:rect l="0" t="0" r="0" b="0"/>
              <a:pathLst>
                <a:path w="35333" h="91934">
                  <a:moveTo>
                    <a:pt x="0" y="91934"/>
                  </a:moveTo>
                  <a:lnTo>
                    <a:pt x="35333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3" name="Candidate_receptor__3212">
              <a:extLst>
                <a:ext uri="{FF2B5EF4-FFF2-40B4-BE49-F238E27FC236}">
                  <a16:creationId xmlns:a16="http://schemas.microsoft.com/office/drawing/2014/main" id="{8C69E712-150C-B7D6-1645-E86E4FEAD137}"/>
                </a:ext>
              </a:extLst>
            </p:cNvPr>
            <p:cNvSpPr>
              <a:spLocks noGrp="1"/>
            </p:cNvSpPr>
            <p:nvPr/>
          </p:nvSpPr>
          <p:spPr>
            <a:xfrm>
              <a:off x="5549517" y="3461261"/>
              <a:ext cx="85716" cy="8107"/>
            </a:xfrm>
            <a:custGeom>
              <a:avLst/>
              <a:gdLst/>
              <a:ahLst/>
              <a:cxnLst/>
              <a:rect l="0" t="0" r="0" b="0"/>
              <a:pathLst>
                <a:path w="85716" h="8107">
                  <a:moveTo>
                    <a:pt x="0" y="0"/>
                  </a:moveTo>
                  <a:lnTo>
                    <a:pt x="85716" y="8107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4" name="Candidate_receptor__3213">
              <a:extLst>
                <a:ext uri="{FF2B5EF4-FFF2-40B4-BE49-F238E27FC236}">
                  <a16:creationId xmlns:a16="http://schemas.microsoft.com/office/drawing/2014/main" id="{679CE7E9-BC2B-77BA-D808-3F75166DC76E}"/>
                </a:ext>
              </a:extLst>
            </p:cNvPr>
            <p:cNvSpPr>
              <a:spLocks noGrp="1"/>
            </p:cNvSpPr>
            <p:nvPr/>
          </p:nvSpPr>
          <p:spPr>
            <a:xfrm>
              <a:off x="3933729" y="2609890"/>
              <a:ext cx="32628" cy="46825"/>
            </a:xfrm>
            <a:custGeom>
              <a:avLst/>
              <a:gdLst/>
              <a:ahLst/>
              <a:cxnLst/>
              <a:rect l="0" t="0" r="0" b="0"/>
              <a:pathLst>
                <a:path w="32628" h="46825">
                  <a:moveTo>
                    <a:pt x="0" y="0"/>
                  </a:moveTo>
                  <a:lnTo>
                    <a:pt x="32628" y="46825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3215" name="Candidate_receptor__3214">
              <a:extLst>
                <a:ext uri="{FF2B5EF4-FFF2-40B4-BE49-F238E27FC236}">
                  <a16:creationId xmlns:a16="http://schemas.microsoft.com/office/drawing/2014/main" id="{FEEE9774-AA45-8FED-A34B-818C916C452E}"/>
                </a:ext>
              </a:extLst>
            </p:cNvPr>
            <p:cNvSpPr>
              <a:spLocks noGrp="1"/>
            </p:cNvSpPr>
            <p:nvPr/>
          </p:nvSpPr>
          <p:spPr>
            <a:xfrm>
              <a:off x="4833848" y="2841432"/>
              <a:ext cx="48503" cy="84775"/>
            </a:xfrm>
            <a:custGeom>
              <a:avLst/>
              <a:gdLst/>
              <a:ahLst/>
              <a:cxnLst/>
              <a:rect l="0" t="0" r="0" b="0"/>
              <a:pathLst>
                <a:path w="48503" h="84775">
                  <a:moveTo>
                    <a:pt x="48503" y="847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3216" name="Candidate_receptor__3215">
              <a:extLst>
                <a:ext uri="{FF2B5EF4-FFF2-40B4-BE49-F238E27FC236}">
                  <a16:creationId xmlns:a16="http://schemas.microsoft.com/office/drawing/2014/main" id="{52BEA4C2-D582-FE73-AC12-29B743DF739E}"/>
                </a:ext>
              </a:extLst>
            </p:cNvPr>
            <p:cNvSpPr>
              <a:spLocks noGrp="1"/>
            </p:cNvSpPr>
            <p:nvPr/>
          </p:nvSpPr>
          <p:spPr>
            <a:xfrm>
              <a:off x="6129519" y="3330511"/>
              <a:ext cx="30845" cy="94263"/>
            </a:xfrm>
            <a:custGeom>
              <a:avLst/>
              <a:gdLst/>
              <a:ahLst/>
              <a:cxnLst/>
              <a:rect l="0" t="0" r="0" b="0"/>
              <a:pathLst>
                <a:path w="30845" h="94263">
                  <a:moveTo>
                    <a:pt x="30845" y="0"/>
                  </a:moveTo>
                  <a:lnTo>
                    <a:pt x="0" y="94263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3217" name="Candidate_receptor__3216">
              <a:extLst>
                <a:ext uri="{FF2B5EF4-FFF2-40B4-BE49-F238E27FC236}">
                  <a16:creationId xmlns:a16="http://schemas.microsoft.com/office/drawing/2014/main" id="{E28BF66C-311D-855F-EDC4-2A383B91EF19}"/>
                </a:ext>
              </a:extLst>
            </p:cNvPr>
            <p:cNvSpPr>
              <a:spLocks noGrp="1"/>
            </p:cNvSpPr>
            <p:nvPr/>
          </p:nvSpPr>
          <p:spPr>
            <a:xfrm>
              <a:off x="5390560" y="3132784"/>
              <a:ext cx="19563" cy="92013"/>
            </a:xfrm>
            <a:custGeom>
              <a:avLst/>
              <a:gdLst/>
              <a:ahLst/>
              <a:cxnLst/>
              <a:rect l="0" t="0" r="0" b="0"/>
              <a:pathLst>
                <a:path w="19563" h="92013">
                  <a:moveTo>
                    <a:pt x="0" y="92013"/>
                  </a:moveTo>
                  <a:lnTo>
                    <a:pt x="19563" y="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3218" name="Candidate_receptor__3217">
              <a:extLst>
                <a:ext uri="{FF2B5EF4-FFF2-40B4-BE49-F238E27FC236}">
                  <a16:creationId xmlns:a16="http://schemas.microsoft.com/office/drawing/2014/main" id="{A5D833A9-F72D-2521-378A-7010D79CAB6F}"/>
                </a:ext>
              </a:extLst>
            </p:cNvPr>
            <p:cNvSpPr>
              <a:spLocks noGrp="1"/>
            </p:cNvSpPr>
            <p:nvPr/>
          </p:nvSpPr>
          <p:spPr>
            <a:xfrm>
              <a:off x="5622643" y="4009647"/>
              <a:ext cx="28952" cy="75560"/>
            </a:xfrm>
            <a:custGeom>
              <a:avLst/>
              <a:gdLst/>
              <a:ahLst/>
              <a:cxnLst/>
              <a:rect l="0" t="0" r="0" b="0"/>
              <a:pathLst>
                <a:path w="28952" h="75560">
                  <a:moveTo>
                    <a:pt x="28952" y="0"/>
                  </a:moveTo>
                  <a:lnTo>
                    <a:pt x="0" y="7556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3219" name="Candidate_receptor__3218">
              <a:extLst>
                <a:ext uri="{FF2B5EF4-FFF2-40B4-BE49-F238E27FC236}">
                  <a16:creationId xmlns:a16="http://schemas.microsoft.com/office/drawing/2014/main" id="{CEB2F530-857B-22DD-5A40-3555144557C7}"/>
                </a:ext>
              </a:extLst>
            </p:cNvPr>
            <p:cNvSpPr>
              <a:spLocks noGrp="1"/>
            </p:cNvSpPr>
            <p:nvPr/>
          </p:nvSpPr>
          <p:spPr>
            <a:xfrm>
              <a:off x="5021651" y="3379961"/>
              <a:ext cx="95225" cy="19876"/>
            </a:xfrm>
            <a:custGeom>
              <a:avLst/>
              <a:gdLst/>
              <a:ahLst/>
              <a:cxnLst/>
              <a:rect l="0" t="0" r="0" b="0"/>
              <a:pathLst>
                <a:path w="95225" h="19876">
                  <a:moveTo>
                    <a:pt x="0" y="19876"/>
                  </a:moveTo>
                  <a:lnTo>
                    <a:pt x="95225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3220" name="Candidate_receptor__3219">
              <a:extLst>
                <a:ext uri="{FF2B5EF4-FFF2-40B4-BE49-F238E27FC236}">
                  <a16:creationId xmlns:a16="http://schemas.microsoft.com/office/drawing/2014/main" id="{D7FFF064-1335-6D47-B19C-89DC448706AA}"/>
                </a:ext>
              </a:extLst>
            </p:cNvPr>
            <p:cNvSpPr>
              <a:spLocks noGrp="1"/>
            </p:cNvSpPr>
            <p:nvPr/>
          </p:nvSpPr>
          <p:spPr>
            <a:xfrm>
              <a:off x="6010300" y="2944876"/>
              <a:ext cx="79996" cy="69521"/>
            </a:xfrm>
            <a:custGeom>
              <a:avLst/>
              <a:gdLst/>
              <a:ahLst/>
              <a:cxnLst/>
              <a:rect l="0" t="0" r="0" b="0"/>
              <a:pathLst>
                <a:path w="79996" h="69521">
                  <a:moveTo>
                    <a:pt x="0" y="0"/>
                  </a:moveTo>
                  <a:lnTo>
                    <a:pt x="79996" y="6952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1" name="Candidate_receptor__3220">
              <a:extLst>
                <a:ext uri="{FF2B5EF4-FFF2-40B4-BE49-F238E27FC236}">
                  <a16:creationId xmlns:a16="http://schemas.microsoft.com/office/drawing/2014/main" id="{7C895324-4DEE-2AC0-CD30-5F82EB9F2FBE}"/>
                </a:ext>
              </a:extLst>
            </p:cNvPr>
            <p:cNvSpPr>
              <a:spLocks noGrp="1"/>
            </p:cNvSpPr>
            <p:nvPr/>
          </p:nvSpPr>
          <p:spPr>
            <a:xfrm>
              <a:off x="5805314" y="2786042"/>
              <a:ext cx="43991" cy="36091"/>
            </a:xfrm>
            <a:custGeom>
              <a:avLst/>
              <a:gdLst/>
              <a:ahLst/>
              <a:cxnLst/>
              <a:rect l="0" t="0" r="0" b="0"/>
              <a:pathLst>
                <a:path w="43991" h="36091">
                  <a:moveTo>
                    <a:pt x="43991" y="0"/>
                  </a:moveTo>
                  <a:lnTo>
                    <a:pt x="0" y="3609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2" name="Candidate_receptor__3221">
              <a:extLst>
                <a:ext uri="{FF2B5EF4-FFF2-40B4-BE49-F238E27FC236}">
                  <a16:creationId xmlns:a16="http://schemas.microsoft.com/office/drawing/2014/main" id="{0020B758-08AB-C8F8-1424-67E1516B7942}"/>
                </a:ext>
              </a:extLst>
            </p:cNvPr>
            <p:cNvSpPr>
              <a:spLocks noGrp="1"/>
            </p:cNvSpPr>
            <p:nvPr/>
          </p:nvSpPr>
          <p:spPr>
            <a:xfrm>
              <a:off x="5073438" y="2752923"/>
              <a:ext cx="47408" cy="18450"/>
            </a:xfrm>
            <a:custGeom>
              <a:avLst/>
              <a:gdLst/>
              <a:ahLst/>
              <a:cxnLst/>
              <a:rect l="0" t="0" r="0" b="0"/>
              <a:pathLst>
                <a:path w="47408" h="18450">
                  <a:moveTo>
                    <a:pt x="47408" y="184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3" name="Candidate_receptor__3222">
              <a:extLst>
                <a:ext uri="{FF2B5EF4-FFF2-40B4-BE49-F238E27FC236}">
                  <a16:creationId xmlns:a16="http://schemas.microsoft.com/office/drawing/2014/main" id="{039B5C59-0F41-CBB5-B50F-57AF1FE28CDF}"/>
                </a:ext>
              </a:extLst>
            </p:cNvPr>
            <p:cNvSpPr>
              <a:spLocks noGrp="1"/>
            </p:cNvSpPr>
            <p:nvPr/>
          </p:nvSpPr>
          <p:spPr>
            <a:xfrm>
              <a:off x="4985006" y="2123617"/>
              <a:ext cx="49134" cy="58352"/>
            </a:xfrm>
            <a:custGeom>
              <a:avLst/>
              <a:gdLst/>
              <a:ahLst/>
              <a:cxnLst/>
              <a:rect l="0" t="0" r="0" b="0"/>
              <a:pathLst>
                <a:path w="49134" h="58352">
                  <a:moveTo>
                    <a:pt x="49134" y="583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4" name="Candidate_receptor__3223">
              <a:extLst>
                <a:ext uri="{FF2B5EF4-FFF2-40B4-BE49-F238E27FC236}">
                  <a16:creationId xmlns:a16="http://schemas.microsoft.com/office/drawing/2014/main" id="{A14655FA-521B-2237-1117-AFF5F6520354}"/>
                </a:ext>
              </a:extLst>
            </p:cNvPr>
            <p:cNvSpPr>
              <a:spLocks noGrp="1"/>
            </p:cNvSpPr>
            <p:nvPr/>
          </p:nvSpPr>
          <p:spPr>
            <a:xfrm>
              <a:off x="4820284" y="3913609"/>
              <a:ext cx="105012" cy="45787"/>
            </a:xfrm>
            <a:custGeom>
              <a:avLst/>
              <a:gdLst/>
              <a:ahLst/>
              <a:cxnLst/>
              <a:rect l="0" t="0" r="0" b="0"/>
              <a:pathLst>
                <a:path w="105012" h="45787">
                  <a:moveTo>
                    <a:pt x="0" y="45787"/>
                  </a:moveTo>
                  <a:lnTo>
                    <a:pt x="10501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5" name="Candidate_receptor__3224">
              <a:extLst>
                <a:ext uri="{FF2B5EF4-FFF2-40B4-BE49-F238E27FC236}">
                  <a16:creationId xmlns:a16="http://schemas.microsoft.com/office/drawing/2014/main" id="{87A16ED7-3091-360A-FD82-57C2A5D2EE33}"/>
                </a:ext>
              </a:extLst>
            </p:cNvPr>
            <p:cNvSpPr>
              <a:spLocks noGrp="1"/>
            </p:cNvSpPr>
            <p:nvPr/>
          </p:nvSpPr>
          <p:spPr>
            <a:xfrm>
              <a:off x="5512018" y="2650649"/>
              <a:ext cx="94159" cy="52531"/>
            </a:xfrm>
            <a:custGeom>
              <a:avLst/>
              <a:gdLst/>
              <a:ahLst/>
              <a:cxnLst/>
              <a:rect l="0" t="0" r="0" b="0"/>
              <a:pathLst>
                <a:path w="94159" h="52531">
                  <a:moveTo>
                    <a:pt x="0" y="52531"/>
                  </a:moveTo>
                  <a:lnTo>
                    <a:pt x="9415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6" name="Candidate_receptor__3225">
              <a:extLst>
                <a:ext uri="{FF2B5EF4-FFF2-40B4-BE49-F238E27FC236}">
                  <a16:creationId xmlns:a16="http://schemas.microsoft.com/office/drawing/2014/main" id="{83CC271B-053C-1842-6A5D-10AB9C3E3F57}"/>
                </a:ext>
              </a:extLst>
            </p:cNvPr>
            <p:cNvSpPr>
              <a:spLocks noGrp="1"/>
            </p:cNvSpPr>
            <p:nvPr/>
          </p:nvSpPr>
          <p:spPr>
            <a:xfrm>
              <a:off x="5622643" y="4085208"/>
              <a:ext cx="11617" cy="96578"/>
            </a:xfrm>
            <a:custGeom>
              <a:avLst/>
              <a:gdLst/>
              <a:ahLst/>
              <a:cxnLst/>
              <a:rect l="0" t="0" r="0" b="0"/>
              <a:pathLst>
                <a:path w="11617" h="96578">
                  <a:moveTo>
                    <a:pt x="0" y="0"/>
                  </a:moveTo>
                  <a:lnTo>
                    <a:pt x="11617" y="9657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7" name="Candidate_receptor__3226">
              <a:extLst>
                <a:ext uri="{FF2B5EF4-FFF2-40B4-BE49-F238E27FC236}">
                  <a16:creationId xmlns:a16="http://schemas.microsoft.com/office/drawing/2014/main" id="{1B6846CF-6D80-20C8-E301-49E54E877052}"/>
                </a:ext>
              </a:extLst>
            </p:cNvPr>
            <p:cNvSpPr>
              <a:spLocks noGrp="1"/>
            </p:cNvSpPr>
            <p:nvPr/>
          </p:nvSpPr>
          <p:spPr>
            <a:xfrm>
              <a:off x="4911869" y="3139140"/>
              <a:ext cx="19227" cy="113290"/>
            </a:xfrm>
            <a:custGeom>
              <a:avLst/>
              <a:gdLst/>
              <a:ahLst/>
              <a:cxnLst/>
              <a:rect l="0" t="0" r="0" b="0"/>
              <a:pathLst>
                <a:path w="19227" h="113290">
                  <a:moveTo>
                    <a:pt x="0" y="113290"/>
                  </a:moveTo>
                  <a:lnTo>
                    <a:pt x="1922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28" name="Candidate_receptor__3227">
              <a:extLst>
                <a:ext uri="{FF2B5EF4-FFF2-40B4-BE49-F238E27FC236}">
                  <a16:creationId xmlns:a16="http://schemas.microsoft.com/office/drawing/2014/main" id="{7543082B-E51A-0A3A-0A2E-E26E306027F8}"/>
                </a:ext>
              </a:extLst>
            </p:cNvPr>
            <p:cNvSpPr>
              <a:spLocks noGrp="1"/>
            </p:cNvSpPr>
            <p:nvPr/>
          </p:nvSpPr>
          <p:spPr>
            <a:xfrm>
              <a:off x="4915859" y="2285740"/>
              <a:ext cx="114586" cy="3658"/>
            </a:xfrm>
            <a:custGeom>
              <a:avLst/>
              <a:gdLst/>
              <a:ahLst/>
              <a:cxnLst/>
              <a:rect l="0" t="0" r="0" b="0"/>
              <a:pathLst>
                <a:path w="114586" h="3658">
                  <a:moveTo>
                    <a:pt x="0" y="3658"/>
                  </a:moveTo>
                  <a:lnTo>
                    <a:pt x="114586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29" name="Candidate_receptor__3228">
              <a:extLst>
                <a:ext uri="{FF2B5EF4-FFF2-40B4-BE49-F238E27FC236}">
                  <a16:creationId xmlns:a16="http://schemas.microsoft.com/office/drawing/2014/main" id="{AADD3900-4A7D-CF25-5F6B-36820A71CA7C}"/>
                </a:ext>
              </a:extLst>
            </p:cNvPr>
            <p:cNvSpPr>
              <a:spLocks noGrp="1"/>
            </p:cNvSpPr>
            <p:nvPr/>
          </p:nvSpPr>
          <p:spPr>
            <a:xfrm>
              <a:off x="4709733" y="3509054"/>
              <a:ext cx="71812" cy="30123"/>
            </a:xfrm>
            <a:custGeom>
              <a:avLst/>
              <a:gdLst/>
              <a:ahLst/>
              <a:cxnLst/>
              <a:rect l="0" t="0" r="0" b="0"/>
              <a:pathLst>
                <a:path w="71812" h="30123">
                  <a:moveTo>
                    <a:pt x="0" y="30123"/>
                  </a:moveTo>
                  <a:lnTo>
                    <a:pt x="7181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0" name="Candidate_receptor__3229">
              <a:extLst>
                <a:ext uri="{FF2B5EF4-FFF2-40B4-BE49-F238E27FC236}">
                  <a16:creationId xmlns:a16="http://schemas.microsoft.com/office/drawing/2014/main" id="{AE11921C-A67A-6BC2-E1A4-D08CE9314200}"/>
                </a:ext>
              </a:extLst>
            </p:cNvPr>
            <p:cNvSpPr>
              <a:spLocks noGrp="1"/>
            </p:cNvSpPr>
            <p:nvPr/>
          </p:nvSpPr>
          <p:spPr>
            <a:xfrm>
              <a:off x="4032453" y="2501353"/>
              <a:ext cx="61150" cy="98112"/>
            </a:xfrm>
            <a:custGeom>
              <a:avLst/>
              <a:gdLst/>
              <a:ahLst/>
              <a:cxnLst/>
              <a:rect l="0" t="0" r="0" b="0"/>
              <a:pathLst>
                <a:path w="61150" h="98112">
                  <a:moveTo>
                    <a:pt x="0" y="0"/>
                  </a:moveTo>
                  <a:lnTo>
                    <a:pt x="61150" y="9811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1" name="Candidate_receptor__3230">
              <a:extLst>
                <a:ext uri="{FF2B5EF4-FFF2-40B4-BE49-F238E27FC236}">
                  <a16:creationId xmlns:a16="http://schemas.microsoft.com/office/drawing/2014/main" id="{B90741CE-7685-4E9E-45EE-EAC0EE33BEDB}"/>
                </a:ext>
              </a:extLst>
            </p:cNvPr>
            <p:cNvSpPr>
              <a:spLocks noGrp="1"/>
            </p:cNvSpPr>
            <p:nvPr/>
          </p:nvSpPr>
          <p:spPr>
            <a:xfrm>
              <a:off x="4995363" y="2855075"/>
              <a:ext cx="41135" cy="41869"/>
            </a:xfrm>
            <a:custGeom>
              <a:avLst/>
              <a:gdLst/>
              <a:ahLst/>
              <a:cxnLst/>
              <a:rect l="0" t="0" r="0" b="0"/>
              <a:pathLst>
                <a:path w="41135" h="41869">
                  <a:moveTo>
                    <a:pt x="0" y="0"/>
                  </a:moveTo>
                  <a:lnTo>
                    <a:pt x="41135" y="4186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2" name="Candidate_receptor__3231">
              <a:extLst>
                <a:ext uri="{FF2B5EF4-FFF2-40B4-BE49-F238E27FC236}">
                  <a16:creationId xmlns:a16="http://schemas.microsoft.com/office/drawing/2014/main" id="{444D915E-0E66-596B-DE32-B98F79D25D4E}"/>
                </a:ext>
              </a:extLst>
            </p:cNvPr>
            <p:cNvSpPr>
              <a:spLocks noGrp="1"/>
            </p:cNvSpPr>
            <p:nvPr/>
          </p:nvSpPr>
          <p:spPr>
            <a:xfrm>
              <a:off x="5523193" y="2352513"/>
              <a:ext cx="55968" cy="34452"/>
            </a:xfrm>
            <a:custGeom>
              <a:avLst/>
              <a:gdLst/>
              <a:ahLst/>
              <a:cxnLst/>
              <a:rect l="0" t="0" r="0" b="0"/>
              <a:pathLst>
                <a:path w="55968" h="34452">
                  <a:moveTo>
                    <a:pt x="55968" y="344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3" name="Candidate_receptor__3232">
              <a:extLst>
                <a:ext uri="{FF2B5EF4-FFF2-40B4-BE49-F238E27FC236}">
                  <a16:creationId xmlns:a16="http://schemas.microsoft.com/office/drawing/2014/main" id="{58320B96-B61D-E498-AA08-161B93529ED0}"/>
                </a:ext>
              </a:extLst>
            </p:cNvPr>
            <p:cNvSpPr>
              <a:spLocks noGrp="1"/>
            </p:cNvSpPr>
            <p:nvPr/>
          </p:nvSpPr>
          <p:spPr>
            <a:xfrm>
              <a:off x="4750966" y="3641615"/>
              <a:ext cx="93493" cy="33973"/>
            </a:xfrm>
            <a:custGeom>
              <a:avLst/>
              <a:gdLst/>
              <a:ahLst/>
              <a:cxnLst/>
              <a:rect l="0" t="0" r="0" b="0"/>
              <a:pathLst>
                <a:path w="93493" h="33973">
                  <a:moveTo>
                    <a:pt x="0" y="33973"/>
                  </a:moveTo>
                  <a:lnTo>
                    <a:pt x="9349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4" name="Candidate_receptor__3233">
              <a:extLst>
                <a:ext uri="{FF2B5EF4-FFF2-40B4-BE49-F238E27FC236}">
                  <a16:creationId xmlns:a16="http://schemas.microsoft.com/office/drawing/2014/main" id="{90A74B55-7A3C-1CDE-9D86-6CC9D011DCA0}"/>
                </a:ext>
              </a:extLst>
            </p:cNvPr>
            <p:cNvSpPr>
              <a:spLocks noGrp="1"/>
            </p:cNvSpPr>
            <p:nvPr/>
          </p:nvSpPr>
          <p:spPr>
            <a:xfrm>
              <a:off x="5103423" y="3711386"/>
              <a:ext cx="87290" cy="52024"/>
            </a:xfrm>
            <a:custGeom>
              <a:avLst/>
              <a:gdLst/>
              <a:ahLst/>
              <a:cxnLst/>
              <a:rect l="0" t="0" r="0" b="0"/>
              <a:pathLst>
                <a:path w="87290" h="52024">
                  <a:moveTo>
                    <a:pt x="87290" y="0"/>
                  </a:moveTo>
                  <a:lnTo>
                    <a:pt x="0" y="5202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5" name="Candidate_receptor__3234">
              <a:extLst>
                <a:ext uri="{FF2B5EF4-FFF2-40B4-BE49-F238E27FC236}">
                  <a16:creationId xmlns:a16="http://schemas.microsoft.com/office/drawing/2014/main" id="{63616B72-9C6E-81E6-73F1-429A86BC8BA8}"/>
                </a:ext>
              </a:extLst>
            </p:cNvPr>
            <p:cNvSpPr>
              <a:spLocks noGrp="1"/>
            </p:cNvSpPr>
            <p:nvPr/>
          </p:nvSpPr>
          <p:spPr>
            <a:xfrm>
              <a:off x="4685339" y="2106862"/>
              <a:ext cx="103119" cy="11938"/>
            </a:xfrm>
            <a:custGeom>
              <a:avLst/>
              <a:gdLst/>
              <a:ahLst/>
              <a:cxnLst/>
              <a:rect l="0" t="0" r="0" b="0"/>
              <a:pathLst>
                <a:path w="103119" h="11938">
                  <a:moveTo>
                    <a:pt x="0" y="0"/>
                  </a:moveTo>
                  <a:lnTo>
                    <a:pt x="103119" y="1193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36" name="Candidate_receptor__3235">
              <a:extLst>
                <a:ext uri="{FF2B5EF4-FFF2-40B4-BE49-F238E27FC236}">
                  <a16:creationId xmlns:a16="http://schemas.microsoft.com/office/drawing/2014/main" id="{40B82719-AB5D-5FAE-567A-0B618CBD5F9D}"/>
                </a:ext>
              </a:extLst>
            </p:cNvPr>
            <p:cNvSpPr>
              <a:spLocks noGrp="1"/>
            </p:cNvSpPr>
            <p:nvPr/>
          </p:nvSpPr>
          <p:spPr>
            <a:xfrm>
              <a:off x="5421593" y="2434018"/>
              <a:ext cx="4117" cy="38807"/>
            </a:xfrm>
            <a:custGeom>
              <a:avLst/>
              <a:gdLst/>
              <a:ahLst/>
              <a:cxnLst/>
              <a:rect l="0" t="0" r="0" b="0"/>
              <a:pathLst>
                <a:path w="4117" h="38807">
                  <a:moveTo>
                    <a:pt x="0" y="0"/>
                  </a:moveTo>
                  <a:lnTo>
                    <a:pt x="4117" y="3880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7" name="Candidate_receptor__3236">
              <a:extLst>
                <a:ext uri="{FF2B5EF4-FFF2-40B4-BE49-F238E27FC236}">
                  <a16:creationId xmlns:a16="http://schemas.microsoft.com/office/drawing/2014/main" id="{CB98EB98-8319-2F5C-31AE-2D4BFE867A6E}"/>
                </a:ext>
              </a:extLst>
            </p:cNvPr>
            <p:cNvSpPr>
              <a:spLocks noGrp="1"/>
            </p:cNvSpPr>
            <p:nvPr/>
          </p:nvSpPr>
          <p:spPr>
            <a:xfrm>
              <a:off x="3885244" y="2753428"/>
              <a:ext cx="108291" cy="10082"/>
            </a:xfrm>
            <a:custGeom>
              <a:avLst/>
              <a:gdLst/>
              <a:ahLst/>
              <a:cxnLst/>
              <a:rect l="0" t="0" r="0" b="0"/>
              <a:pathLst>
                <a:path w="108291" h="10082">
                  <a:moveTo>
                    <a:pt x="108291" y="0"/>
                  </a:moveTo>
                  <a:lnTo>
                    <a:pt x="0" y="1008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38" name="Candidate_receptor__3237">
              <a:extLst>
                <a:ext uri="{FF2B5EF4-FFF2-40B4-BE49-F238E27FC236}">
                  <a16:creationId xmlns:a16="http://schemas.microsoft.com/office/drawing/2014/main" id="{A6DDFFBD-E02E-CBB4-EB88-FEA6314C48B7}"/>
                </a:ext>
              </a:extLst>
            </p:cNvPr>
            <p:cNvSpPr>
              <a:spLocks noGrp="1"/>
            </p:cNvSpPr>
            <p:nvPr/>
          </p:nvSpPr>
          <p:spPr>
            <a:xfrm>
              <a:off x="5084383" y="2030870"/>
              <a:ext cx="11557" cy="40010"/>
            </a:xfrm>
            <a:custGeom>
              <a:avLst/>
              <a:gdLst/>
              <a:ahLst/>
              <a:cxnLst/>
              <a:rect l="0" t="0" r="0" b="0"/>
              <a:pathLst>
                <a:path w="11557" h="40010">
                  <a:moveTo>
                    <a:pt x="0" y="40010"/>
                  </a:moveTo>
                  <a:lnTo>
                    <a:pt x="1155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39" name="Candidate_receptor__3238">
              <a:extLst>
                <a:ext uri="{FF2B5EF4-FFF2-40B4-BE49-F238E27FC236}">
                  <a16:creationId xmlns:a16="http://schemas.microsoft.com/office/drawing/2014/main" id="{C4D5A66D-73CF-CB40-5236-ABE849A04216}"/>
                </a:ext>
              </a:extLst>
            </p:cNvPr>
            <p:cNvSpPr>
              <a:spLocks noGrp="1"/>
            </p:cNvSpPr>
            <p:nvPr/>
          </p:nvSpPr>
          <p:spPr>
            <a:xfrm>
              <a:off x="5029870" y="3159116"/>
              <a:ext cx="20835" cy="81131"/>
            </a:xfrm>
            <a:custGeom>
              <a:avLst/>
              <a:gdLst/>
              <a:ahLst/>
              <a:cxnLst/>
              <a:rect l="0" t="0" r="0" b="0"/>
              <a:pathLst>
                <a:path w="20835" h="81131">
                  <a:moveTo>
                    <a:pt x="0" y="0"/>
                  </a:moveTo>
                  <a:lnTo>
                    <a:pt x="20835" y="8113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0" name="Candidate_receptor__3239">
              <a:extLst>
                <a:ext uri="{FF2B5EF4-FFF2-40B4-BE49-F238E27FC236}">
                  <a16:creationId xmlns:a16="http://schemas.microsoft.com/office/drawing/2014/main" id="{4879970D-6353-5601-2814-A782F2E35A93}"/>
                </a:ext>
              </a:extLst>
            </p:cNvPr>
            <p:cNvSpPr>
              <a:spLocks noGrp="1"/>
            </p:cNvSpPr>
            <p:nvPr/>
          </p:nvSpPr>
          <p:spPr>
            <a:xfrm>
              <a:off x="6090296" y="3014398"/>
              <a:ext cx="33381" cy="109603"/>
            </a:xfrm>
            <a:custGeom>
              <a:avLst/>
              <a:gdLst/>
              <a:ahLst/>
              <a:cxnLst/>
              <a:rect l="0" t="0" r="0" b="0"/>
              <a:pathLst>
                <a:path w="33381" h="109603">
                  <a:moveTo>
                    <a:pt x="0" y="0"/>
                  </a:moveTo>
                  <a:lnTo>
                    <a:pt x="33381" y="1096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1" name="Candidate_receptor__3240">
              <a:extLst>
                <a:ext uri="{FF2B5EF4-FFF2-40B4-BE49-F238E27FC236}">
                  <a16:creationId xmlns:a16="http://schemas.microsoft.com/office/drawing/2014/main" id="{2E8C6B78-CCDD-CB3E-07B6-828DE9FD8F20}"/>
                </a:ext>
              </a:extLst>
            </p:cNvPr>
            <p:cNvSpPr>
              <a:spLocks noGrp="1"/>
            </p:cNvSpPr>
            <p:nvPr/>
          </p:nvSpPr>
          <p:spPr>
            <a:xfrm>
              <a:off x="5793611" y="1694170"/>
              <a:ext cx="108131" cy="38910"/>
            </a:xfrm>
            <a:custGeom>
              <a:avLst/>
              <a:gdLst/>
              <a:ahLst/>
              <a:cxnLst/>
              <a:rect l="0" t="0" r="0" b="0"/>
              <a:pathLst>
                <a:path w="108131" h="38910">
                  <a:moveTo>
                    <a:pt x="108131" y="38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2" name="Candidate_receptor__3241">
              <a:extLst>
                <a:ext uri="{FF2B5EF4-FFF2-40B4-BE49-F238E27FC236}">
                  <a16:creationId xmlns:a16="http://schemas.microsoft.com/office/drawing/2014/main" id="{DDCCA45F-6552-71DE-2EB8-0DB2DAB13C5B}"/>
                </a:ext>
              </a:extLst>
            </p:cNvPr>
            <p:cNvSpPr>
              <a:spLocks noGrp="1"/>
            </p:cNvSpPr>
            <p:nvPr/>
          </p:nvSpPr>
          <p:spPr>
            <a:xfrm>
              <a:off x="5577229" y="2062341"/>
              <a:ext cx="39073" cy="107430"/>
            </a:xfrm>
            <a:custGeom>
              <a:avLst/>
              <a:gdLst/>
              <a:ahLst/>
              <a:cxnLst/>
              <a:rect l="0" t="0" r="0" b="0"/>
              <a:pathLst>
                <a:path w="39073" h="107430">
                  <a:moveTo>
                    <a:pt x="39073" y="0"/>
                  </a:moveTo>
                  <a:lnTo>
                    <a:pt x="0" y="10743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3" name="Candidate_receptor__3242">
              <a:extLst>
                <a:ext uri="{FF2B5EF4-FFF2-40B4-BE49-F238E27FC236}">
                  <a16:creationId xmlns:a16="http://schemas.microsoft.com/office/drawing/2014/main" id="{EB91A3EB-ED56-E5CD-70C7-8759D280D4CD}"/>
                </a:ext>
              </a:extLst>
            </p:cNvPr>
            <p:cNvSpPr>
              <a:spLocks noGrp="1"/>
            </p:cNvSpPr>
            <p:nvPr/>
          </p:nvSpPr>
          <p:spPr>
            <a:xfrm>
              <a:off x="5871348" y="4024923"/>
              <a:ext cx="32870" cy="3182"/>
            </a:xfrm>
            <a:custGeom>
              <a:avLst/>
              <a:gdLst/>
              <a:ahLst/>
              <a:cxnLst/>
              <a:rect l="0" t="0" r="0" b="0"/>
              <a:pathLst>
                <a:path w="32870" h="3182">
                  <a:moveTo>
                    <a:pt x="0" y="0"/>
                  </a:moveTo>
                  <a:lnTo>
                    <a:pt x="32870" y="318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4" name="Candidate_receptor__3243">
              <a:extLst>
                <a:ext uri="{FF2B5EF4-FFF2-40B4-BE49-F238E27FC236}">
                  <a16:creationId xmlns:a16="http://schemas.microsoft.com/office/drawing/2014/main" id="{F44D3D6E-4C8A-11D4-F44B-46BFB59953F0}"/>
                </a:ext>
              </a:extLst>
            </p:cNvPr>
            <p:cNvSpPr>
              <a:spLocks noGrp="1"/>
            </p:cNvSpPr>
            <p:nvPr/>
          </p:nvSpPr>
          <p:spPr>
            <a:xfrm>
              <a:off x="6040916" y="3124000"/>
              <a:ext cx="82761" cy="79206"/>
            </a:xfrm>
            <a:custGeom>
              <a:avLst/>
              <a:gdLst/>
              <a:ahLst/>
              <a:cxnLst/>
              <a:rect l="0" t="0" r="0" b="0"/>
              <a:pathLst>
                <a:path w="82761" h="79206">
                  <a:moveTo>
                    <a:pt x="82761" y="0"/>
                  </a:moveTo>
                  <a:lnTo>
                    <a:pt x="0" y="792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5" name="Candidate_receptor__3244">
              <a:extLst>
                <a:ext uri="{FF2B5EF4-FFF2-40B4-BE49-F238E27FC236}">
                  <a16:creationId xmlns:a16="http://schemas.microsoft.com/office/drawing/2014/main" id="{52B6317E-93F0-ED98-508C-797CA4EE2719}"/>
                </a:ext>
              </a:extLst>
            </p:cNvPr>
            <p:cNvSpPr>
              <a:spLocks noGrp="1"/>
            </p:cNvSpPr>
            <p:nvPr/>
          </p:nvSpPr>
          <p:spPr>
            <a:xfrm>
              <a:off x="5410122" y="3125625"/>
              <a:ext cx="114951" cy="7158"/>
            </a:xfrm>
            <a:custGeom>
              <a:avLst/>
              <a:gdLst/>
              <a:ahLst/>
              <a:cxnLst/>
              <a:rect l="0" t="0" r="0" b="0"/>
              <a:pathLst>
                <a:path w="114951" h="7158">
                  <a:moveTo>
                    <a:pt x="0" y="7158"/>
                  </a:moveTo>
                  <a:lnTo>
                    <a:pt x="11495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6" name="Candidate_receptor__3245">
              <a:extLst>
                <a:ext uri="{FF2B5EF4-FFF2-40B4-BE49-F238E27FC236}">
                  <a16:creationId xmlns:a16="http://schemas.microsoft.com/office/drawing/2014/main" id="{800574E4-B903-F427-E4F8-765C58D7F1C2}"/>
                </a:ext>
              </a:extLst>
            </p:cNvPr>
            <p:cNvSpPr>
              <a:spLocks noGrp="1"/>
            </p:cNvSpPr>
            <p:nvPr/>
          </p:nvSpPr>
          <p:spPr>
            <a:xfrm>
              <a:off x="6303310" y="3902443"/>
              <a:ext cx="51597" cy="103443"/>
            </a:xfrm>
            <a:custGeom>
              <a:avLst/>
              <a:gdLst/>
              <a:ahLst/>
              <a:cxnLst/>
              <a:rect l="0" t="0" r="0" b="0"/>
              <a:pathLst>
                <a:path w="51597" h="103443">
                  <a:moveTo>
                    <a:pt x="0" y="103443"/>
                  </a:moveTo>
                  <a:lnTo>
                    <a:pt x="5159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47" name="Candidate_receptor__3246">
              <a:extLst>
                <a:ext uri="{FF2B5EF4-FFF2-40B4-BE49-F238E27FC236}">
                  <a16:creationId xmlns:a16="http://schemas.microsoft.com/office/drawing/2014/main" id="{0AACE321-E442-0B7E-4DAB-D29E7031099F}"/>
                </a:ext>
              </a:extLst>
            </p:cNvPr>
            <p:cNvSpPr>
              <a:spLocks noGrp="1"/>
            </p:cNvSpPr>
            <p:nvPr/>
          </p:nvSpPr>
          <p:spPr>
            <a:xfrm>
              <a:off x="5279039" y="1840284"/>
              <a:ext cx="33742" cy="3574"/>
            </a:xfrm>
            <a:custGeom>
              <a:avLst/>
              <a:gdLst/>
              <a:ahLst/>
              <a:cxnLst/>
              <a:rect l="0" t="0" r="0" b="0"/>
              <a:pathLst>
                <a:path w="33742" h="3574">
                  <a:moveTo>
                    <a:pt x="33742" y="357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8" name="Candidate_receptor__3247">
              <a:extLst>
                <a:ext uri="{FF2B5EF4-FFF2-40B4-BE49-F238E27FC236}">
                  <a16:creationId xmlns:a16="http://schemas.microsoft.com/office/drawing/2014/main" id="{E4C5C53C-4F28-328F-EAF0-250137B721A1}"/>
                </a:ext>
              </a:extLst>
            </p:cNvPr>
            <p:cNvSpPr>
              <a:spLocks noGrp="1"/>
            </p:cNvSpPr>
            <p:nvPr/>
          </p:nvSpPr>
          <p:spPr>
            <a:xfrm>
              <a:off x="4517620" y="4028557"/>
              <a:ext cx="35868" cy="25325"/>
            </a:xfrm>
            <a:custGeom>
              <a:avLst/>
              <a:gdLst/>
              <a:ahLst/>
              <a:cxnLst/>
              <a:rect l="0" t="0" r="0" b="0"/>
              <a:pathLst>
                <a:path w="35868" h="25325">
                  <a:moveTo>
                    <a:pt x="35868" y="253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49" name="Candidate_receptor__3248">
              <a:extLst>
                <a:ext uri="{FF2B5EF4-FFF2-40B4-BE49-F238E27FC236}">
                  <a16:creationId xmlns:a16="http://schemas.microsoft.com/office/drawing/2014/main" id="{4A84C690-327E-AC84-F786-3A4D63256773}"/>
                </a:ext>
              </a:extLst>
            </p:cNvPr>
            <p:cNvSpPr>
              <a:spLocks noGrp="1"/>
            </p:cNvSpPr>
            <p:nvPr/>
          </p:nvSpPr>
          <p:spPr>
            <a:xfrm>
              <a:off x="4862291" y="2289398"/>
              <a:ext cx="53568" cy="90516"/>
            </a:xfrm>
            <a:custGeom>
              <a:avLst/>
              <a:gdLst/>
              <a:ahLst/>
              <a:cxnLst/>
              <a:rect l="0" t="0" r="0" b="0"/>
              <a:pathLst>
                <a:path w="53568" h="90516">
                  <a:moveTo>
                    <a:pt x="0" y="90516"/>
                  </a:moveTo>
                  <a:lnTo>
                    <a:pt x="5356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0" name="Candidate_receptor__3249">
              <a:extLst>
                <a:ext uri="{FF2B5EF4-FFF2-40B4-BE49-F238E27FC236}">
                  <a16:creationId xmlns:a16="http://schemas.microsoft.com/office/drawing/2014/main" id="{F8D6B010-CEA8-3391-648E-A554E2293C45}"/>
                </a:ext>
              </a:extLst>
            </p:cNvPr>
            <p:cNvSpPr>
              <a:spLocks noGrp="1"/>
            </p:cNvSpPr>
            <p:nvPr/>
          </p:nvSpPr>
          <p:spPr>
            <a:xfrm>
              <a:off x="5431114" y="2323582"/>
              <a:ext cx="92079" cy="28932"/>
            </a:xfrm>
            <a:custGeom>
              <a:avLst/>
              <a:gdLst/>
              <a:ahLst/>
              <a:cxnLst/>
              <a:rect l="0" t="0" r="0" b="0"/>
              <a:pathLst>
                <a:path w="92079" h="28932">
                  <a:moveTo>
                    <a:pt x="92079" y="289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1" name="Candidate_receptor__3250">
              <a:extLst>
                <a:ext uri="{FF2B5EF4-FFF2-40B4-BE49-F238E27FC236}">
                  <a16:creationId xmlns:a16="http://schemas.microsoft.com/office/drawing/2014/main" id="{C37D63F3-60DF-F864-B2B8-32236ED5AFEB}"/>
                </a:ext>
              </a:extLst>
            </p:cNvPr>
            <p:cNvSpPr>
              <a:spLocks noGrp="1"/>
            </p:cNvSpPr>
            <p:nvPr/>
          </p:nvSpPr>
          <p:spPr>
            <a:xfrm>
              <a:off x="5849532" y="3620444"/>
              <a:ext cx="19394" cy="107809"/>
            </a:xfrm>
            <a:custGeom>
              <a:avLst/>
              <a:gdLst/>
              <a:ahLst/>
              <a:cxnLst/>
              <a:rect l="0" t="0" r="0" b="0"/>
              <a:pathLst>
                <a:path w="19394" h="107809">
                  <a:moveTo>
                    <a:pt x="19394" y="0"/>
                  </a:moveTo>
                  <a:lnTo>
                    <a:pt x="0" y="10780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2" name="Candidate_receptor__3251">
              <a:extLst>
                <a:ext uri="{FF2B5EF4-FFF2-40B4-BE49-F238E27FC236}">
                  <a16:creationId xmlns:a16="http://schemas.microsoft.com/office/drawing/2014/main" id="{13BFBA05-C077-9420-0EB9-C816EE3961B0}"/>
                </a:ext>
              </a:extLst>
            </p:cNvPr>
            <p:cNvSpPr>
              <a:spLocks noGrp="1"/>
            </p:cNvSpPr>
            <p:nvPr/>
          </p:nvSpPr>
          <p:spPr>
            <a:xfrm>
              <a:off x="4754577" y="2379914"/>
              <a:ext cx="107714" cy="4389"/>
            </a:xfrm>
            <a:custGeom>
              <a:avLst/>
              <a:gdLst/>
              <a:ahLst/>
              <a:cxnLst/>
              <a:rect l="0" t="0" r="0" b="0"/>
              <a:pathLst>
                <a:path w="107714" h="4389">
                  <a:moveTo>
                    <a:pt x="0" y="4389"/>
                  </a:moveTo>
                  <a:lnTo>
                    <a:pt x="10771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3" name="Candidate_receptor__3252">
              <a:extLst>
                <a:ext uri="{FF2B5EF4-FFF2-40B4-BE49-F238E27FC236}">
                  <a16:creationId xmlns:a16="http://schemas.microsoft.com/office/drawing/2014/main" id="{4903D41F-1444-1B08-9D32-46908369A59D}"/>
                </a:ext>
              </a:extLst>
            </p:cNvPr>
            <p:cNvSpPr>
              <a:spLocks noGrp="1"/>
            </p:cNvSpPr>
            <p:nvPr/>
          </p:nvSpPr>
          <p:spPr>
            <a:xfrm>
              <a:off x="5526252" y="3274726"/>
              <a:ext cx="40748" cy="52615"/>
            </a:xfrm>
            <a:custGeom>
              <a:avLst/>
              <a:gdLst/>
              <a:ahLst/>
              <a:cxnLst/>
              <a:rect l="0" t="0" r="0" b="0"/>
              <a:pathLst>
                <a:path w="40748" h="52615">
                  <a:moveTo>
                    <a:pt x="0" y="0"/>
                  </a:moveTo>
                  <a:lnTo>
                    <a:pt x="40748" y="5261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4" name="Candidate_receptor__3253">
              <a:extLst>
                <a:ext uri="{FF2B5EF4-FFF2-40B4-BE49-F238E27FC236}">
                  <a16:creationId xmlns:a16="http://schemas.microsoft.com/office/drawing/2014/main" id="{EF504460-A85D-0B20-E6A1-E15A5E630A03}"/>
                </a:ext>
              </a:extLst>
            </p:cNvPr>
            <p:cNvSpPr>
              <a:spLocks noGrp="1"/>
            </p:cNvSpPr>
            <p:nvPr/>
          </p:nvSpPr>
          <p:spPr>
            <a:xfrm>
              <a:off x="4729565" y="4116460"/>
              <a:ext cx="53777" cy="2820"/>
            </a:xfrm>
            <a:custGeom>
              <a:avLst/>
              <a:gdLst/>
              <a:ahLst/>
              <a:cxnLst/>
              <a:rect l="0" t="0" r="0" b="0"/>
              <a:pathLst>
                <a:path w="53777" h="2820">
                  <a:moveTo>
                    <a:pt x="0" y="0"/>
                  </a:moveTo>
                  <a:lnTo>
                    <a:pt x="53777" y="282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55" name="Candidate_receptor__3254">
              <a:extLst>
                <a:ext uri="{FF2B5EF4-FFF2-40B4-BE49-F238E27FC236}">
                  <a16:creationId xmlns:a16="http://schemas.microsoft.com/office/drawing/2014/main" id="{450DB4B8-F9B0-9189-F2DE-D7B19BB8C393}"/>
                </a:ext>
              </a:extLst>
            </p:cNvPr>
            <p:cNvSpPr>
              <a:spLocks noGrp="1"/>
            </p:cNvSpPr>
            <p:nvPr/>
          </p:nvSpPr>
          <p:spPr>
            <a:xfrm>
              <a:off x="4787995" y="3782187"/>
              <a:ext cx="101831" cy="27793"/>
            </a:xfrm>
            <a:custGeom>
              <a:avLst/>
              <a:gdLst/>
              <a:ahLst/>
              <a:cxnLst/>
              <a:rect l="0" t="0" r="0" b="0"/>
              <a:pathLst>
                <a:path w="101831" h="27793">
                  <a:moveTo>
                    <a:pt x="0" y="27793"/>
                  </a:moveTo>
                  <a:lnTo>
                    <a:pt x="10183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6" name="Candidate_receptor__3255">
              <a:extLst>
                <a:ext uri="{FF2B5EF4-FFF2-40B4-BE49-F238E27FC236}">
                  <a16:creationId xmlns:a16="http://schemas.microsoft.com/office/drawing/2014/main" id="{3D4093FC-A7A8-1CD7-43EA-2CBC5F1019A9}"/>
                </a:ext>
              </a:extLst>
            </p:cNvPr>
            <p:cNvSpPr>
              <a:spLocks noGrp="1"/>
            </p:cNvSpPr>
            <p:nvPr/>
          </p:nvSpPr>
          <p:spPr>
            <a:xfrm>
              <a:off x="4931096" y="3139140"/>
              <a:ext cx="98774" cy="19976"/>
            </a:xfrm>
            <a:custGeom>
              <a:avLst/>
              <a:gdLst/>
              <a:ahLst/>
              <a:cxnLst/>
              <a:rect l="0" t="0" r="0" b="0"/>
              <a:pathLst>
                <a:path w="98774" h="19976">
                  <a:moveTo>
                    <a:pt x="0" y="0"/>
                  </a:moveTo>
                  <a:lnTo>
                    <a:pt x="98774" y="1997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7" name="Candidate_receptor__3256">
              <a:extLst>
                <a:ext uri="{FF2B5EF4-FFF2-40B4-BE49-F238E27FC236}">
                  <a16:creationId xmlns:a16="http://schemas.microsoft.com/office/drawing/2014/main" id="{EAB702B0-ECEB-7238-F34F-EBEA0B62E936}"/>
                </a:ext>
              </a:extLst>
            </p:cNvPr>
            <p:cNvSpPr>
              <a:spLocks noGrp="1"/>
            </p:cNvSpPr>
            <p:nvPr/>
          </p:nvSpPr>
          <p:spPr>
            <a:xfrm>
              <a:off x="5397482" y="1859037"/>
              <a:ext cx="25363" cy="97083"/>
            </a:xfrm>
            <a:custGeom>
              <a:avLst/>
              <a:gdLst/>
              <a:ahLst/>
              <a:cxnLst/>
              <a:rect l="0" t="0" r="0" b="0"/>
              <a:pathLst>
                <a:path w="25363" h="97083">
                  <a:moveTo>
                    <a:pt x="0" y="97083"/>
                  </a:moveTo>
                  <a:lnTo>
                    <a:pt x="25363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58" name="Candidate_receptor__3257">
              <a:extLst>
                <a:ext uri="{FF2B5EF4-FFF2-40B4-BE49-F238E27FC236}">
                  <a16:creationId xmlns:a16="http://schemas.microsoft.com/office/drawing/2014/main" id="{562F6CC9-46BB-2A2C-DA35-B454EB862B71}"/>
                </a:ext>
              </a:extLst>
            </p:cNvPr>
            <p:cNvSpPr>
              <a:spLocks noGrp="1"/>
            </p:cNvSpPr>
            <p:nvPr/>
          </p:nvSpPr>
          <p:spPr>
            <a:xfrm>
              <a:off x="5538377" y="3725137"/>
              <a:ext cx="110543" cy="30867"/>
            </a:xfrm>
            <a:custGeom>
              <a:avLst/>
              <a:gdLst/>
              <a:ahLst/>
              <a:cxnLst/>
              <a:rect l="0" t="0" r="0" b="0"/>
              <a:pathLst>
                <a:path w="110543" h="30867">
                  <a:moveTo>
                    <a:pt x="110543" y="308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59" name="Candidate_receptor__3258">
              <a:extLst>
                <a:ext uri="{FF2B5EF4-FFF2-40B4-BE49-F238E27FC236}">
                  <a16:creationId xmlns:a16="http://schemas.microsoft.com/office/drawing/2014/main" id="{118E458E-A65C-6702-F7EC-2820D40DDBB3}"/>
                </a:ext>
              </a:extLst>
            </p:cNvPr>
            <p:cNvSpPr>
              <a:spLocks noGrp="1"/>
            </p:cNvSpPr>
            <p:nvPr/>
          </p:nvSpPr>
          <p:spPr>
            <a:xfrm>
              <a:off x="5616301" y="2037055"/>
              <a:ext cx="109528" cy="25286"/>
            </a:xfrm>
            <a:custGeom>
              <a:avLst/>
              <a:gdLst/>
              <a:ahLst/>
              <a:cxnLst/>
              <a:rect l="0" t="0" r="0" b="0"/>
              <a:pathLst>
                <a:path w="109528" h="25286">
                  <a:moveTo>
                    <a:pt x="109528" y="0"/>
                  </a:moveTo>
                  <a:lnTo>
                    <a:pt x="0" y="2528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0" name="Candidate_receptor__3259">
              <a:extLst>
                <a:ext uri="{FF2B5EF4-FFF2-40B4-BE49-F238E27FC236}">
                  <a16:creationId xmlns:a16="http://schemas.microsoft.com/office/drawing/2014/main" id="{C1DC49A4-B5AF-98EA-1097-F852BAD7AE16}"/>
                </a:ext>
              </a:extLst>
            </p:cNvPr>
            <p:cNvSpPr>
              <a:spLocks noGrp="1"/>
            </p:cNvSpPr>
            <p:nvPr/>
          </p:nvSpPr>
          <p:spPr>
            <a:xfrm>
              <a:off x="4549115" y="2950697"/>
              <a:ext cx="40354" cy="40854"/>
            </a:xfrm>
            <a:custGeom>
              <a:avLst/>
              <a:gdLst/>
              <a:ahLst/>
              <a:cxnLst/>
              <a:rect l="0" t="0" r="0" b="0"/>
              <a:pathLst>
                <a:path w="40354" h="40854">
                  <a:moveTo>
                    <a:pt x="0" y="40854"/>
                  </a:moveTo>
                  <a:lnTo>
                    <a:pt x="40354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1" name="Candidate_receptor__3260">
              <a:extLst>
                <a:ext uri="{FF2B5EF4-FFF2-40B4-BE49-F238E27FC236}">
                  <a16:creationId xmlns:a16="http://schemas.microsoft.com/office/drawing/2014/main" id="{DA5F224D-C362-FAC2-51FF-2AE52B1B5B39}"/>
                </a:ext>
              </a:extLst>
            </p:cNvPr>
            <p:cNvSpPr>
              <a:spLocks noGrp="1"/>
            </p:cNvSpPr>
            <p:nvPr/>
          </p:nvSpPr>
          <p:spPr>
            <a:xfrm>
              <a:off x="4965537" y="2752923"/>
              <a:ext cx="107901" cy="5323"/>
            </a:xfrm>
            <a:custGeom>
              <a:avLst/>
              <a:gdLst/>
              <a:ahLst/>
              <a:cxnLst/>
              <a:rect l="0" t="0" r="0" b="0"/>
              <a:pathLst>
                <a:path w="107901" h="5323">
                  <a:moveTo>
                    <a:pt x="107901" y="0"/>
                  </a:moveTo>
                  <a:lnTo>
                    <a:pt x="0" y="532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2" name="Candidate_receptor__3261">
              <a:extLst>
                <a:ext uri="{FF2B5EF4-FFF2-40B4-BE49-F238E27FC236}">
                  <a16:creationId xmlns:a16="http://schemas.microsoft.com/office/drawing/2014/main" id="{49FBA2BB-350D-3D70-7271-F8A1C7A7A202}"/>
                </a:ext>
              </a:extLst>
            </p:cNvPr>
            <p:cNvSpPr>
              <a:spLocks noGrp="1"/>
            </p:cNvSpPr>
            <p:nvPr/>
          </p:nvSpPr>
          <p:spPr>
            <a:xfrm>
              <a:off x="4685189" y="2384303"/>
              <a:ext cx="69388" cy="76351"/>
            </a:xfrm>
            <a:custGeom>
              <a:avLst/>
              <a:gdLst/>
              <a:ahLst/>
              <a:cxnLst/>
              <a:rect l="0" t="0" r="0" b="0"/>
              <a:pathLst>
                <a:path w="69388" h="76351">
                  <a:moveTo>
                    <a:pt x="0" y="76351"/>
                  </a:moveTo>
                  <a:lnTo>
                    <a:pt x="6938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3" name="Candidate_receptor__3262">
              <a:extLst>
                <a:ext uri="{FF2B5EF4-FFF2-40B4-BE49-F238E27FC236}">
                  <a16:creationId xmlns:a16="http://schemas.microsoft.com/office/drawing/2014/main" id="{3A1DBB3E-A265-9AAA-0500-559C2B97BD67}"/>
                </a:ext>
              </a:extLst>
            </p:cNvPr>
            <p:cNvSpPr>
              <a:spLocks noGrp="1"/>
            </p:cNvSpPr>
            <p:nvPr/>
          </p:nvSpPr>
          <p:spPr>
            <a:xfrm>
              <a:off x="4584690" y="2460655"/>
              <a:ext cx="100499" cy="26262"/>
            </a:xfrm>
            <a:custGeom>
              <a:avLst/>
              <a:gdLst/>
              <a:ahLst/>
              <a:cxnLst/>
              <a:rect l="0" t="0" r="0" b="0"/>
              <a:pathLst>
                <a:path w="100499" h="26262">
                  <a:moveTo>
                    <a:pt x="0" y="26262"/>
                  </a:moveTo>
                  <a:lnTo>
                    <a:pt x="10049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4" name="Candidate_receptor__3263">
              <a:extLst>
                <a:ext uri="{FF2B5EF4-FFF2-40B4-BE49-F238E27FC236}">
                  <a16:creationId xmlns:a16="http://schemas.microsoft.com/office/drawing/2014/main" id="{621FCE74-DA91-A181-C896-C5189700637F}"/>
                </a:ext>
              </a:extLst>
            </p:cNvPr>
            <p:cNvSpPr>
              <a:spLocks noGrp="1"/>
            </p:cNvSpPr>
            <p:nvPr/>
          </p:nvSpPr>
          <p:spPr>
            <a:xfrm>
              <a:off x="5606177" y="2604347"/>
              <a:ext cx="23789" cy="46301"/>
            </a:xfrm>
            <a:custGeom>
              <a:avLst/>
              <a:gdLst/>
              <a:ahLst/>
              <a:cxnLst/>
              <a:rect l="0" t="0" r="0" b="0"/>
              <a:pathLst>
                <a:path w="23789" h="46301">
                  <a:moveTo>
                    <a:pt x="0" y="46301"/>
                  </a:moveTo>
                  <a:lnTo>
                    <a:pt x="2378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5" name="Candidate_receptor__3264">
              <a:extLst>
                <a:ext uri="{FF2B5EF4-FFF2-40B4-BE49-F238E27FC236}">
                  <a16:creationId xmlns:a16="http://schemas.microsoft.com/office/drawing/2014/main" id="{B4DEF915-B259-5CAD-91E2-C88A1AD86070}"/>
                </a:ext>
              </a:extLst>
            </p:cNvPr>
            <p:cNvSpPr>
              <a:spLocks noGrp="1"/>
            </p:cNvSpPr>
            <p:nvPr/>
          </p:nvSpPr>
          <p:spPr>
            <a:xfrm>
              <a:off x="5538377" y="3615921"/>
              <a:ext cx="37953" cy="109216"/>
            </a:xfrm>
            <a:custGeom>
              <a:avLst/>
              <a:gdLst/>
              <a:ahLst/>
              <a:cxnLst/>
              <a:rect l="0" t="0" r="0" b="0"/>
              <a:pathLst>
                <a:path w="37953" h="109216">
                  <a:moveTo>
                    <a:pt x="0" y="109216"/>
                  </a:moveTo>
                  <a:lnTo>
                    <a:pt x="37953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6" name="Candidate_receptor__3265">
              <a:extLst>
                <a:ext uri="{FF2B5EF4-FFF2-40B4-BE49-F238E27FC236}">
                  <a16:creationId xmlns:a16="http://schemas.microsoft.com/office/drawing/2014/main" id="{27082F76-1744-A5F6-3A40-35332134AEA0}"/>
                </a:ext>
              </a:extLst>
            </p:cNvPr>
            <p:cNvSpPr>
              <a:spLocks noGrp="1"/>
            </p:cNvSpPr>
            <p:nvPr/>
          </p:nvSpPr>
          <p:spPr>
            <a:xfrm>
              <a:off x="5284346" y="2415837"/>
              <a:ext cx="5139" cy="112186"/>
            </a:xfrm>
            <a:custGeom>
              <a:avLst/>
              <a:gdLst/>
              <a:ahLst/>
              <a:cxnLst/>
              <a:rect l="0" t="0" r="0" b="0"/>
              <a:pathLst>
                <a:path w="5139" h="112186">
                  <a:moveTo>
                    <a:pt x="0" y="0"/>
                  </a:moveTo>
                  <a:lnTo>
                    <a:pt x="5139" y="11218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7" name="Candidate_receptor__3266">
              <a:extLst>
                <a:ext uri="{FF2B5EF4-FFF2-40B4-BE49-F238E27FC236}">
                  <a16:creationId xmlns:a16="http://schemas.microsoft.com/office/drawing/2014/main" id="{BFAA1725-169B-FE42-991C-234F9E18B118}"/>
                </a:ext>
              </a:extLst>
            </p:cNvPr>
            <p:cNvSpPr>
              <a:spLocks noGrp="1"/>
            </p:cNvSpPr>
            <p:nvPr/>
          </p:nvSpPr>
          <p:spPr>
            <a:xfrm>
              <a:off x="4497389" y="2486916"/>
              <a:ext cx="87301" cy="16272"/>
            </a:xfrm>
            <a:custGeom>
              <a:avLst/>
              <a:gdLst/>
              <a:ahLst/>
              <a:cxnLst/>
              <a:rect l="0" t="0" r="0" b="0"/>
              <a:pathLst>
                <a:path w="87301" h="16272">
                  <a:moveTo>
                    <a:pt x="0" y="16272"/>
                  </a:moveTo>
                  <a:lnTo>
                    <a:pt x="8730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68" name="Candidate_receptor__3267">
              <a:extLst>
                <a:ext uri="{FF2B5EF4-FFF2-40B4-BE49-F238E27FC236}">
                  <a16:creationId xmlns:a16="http://schemas.microsoft.com/office/drawing/2014/main" id="{632486B3-26CA-A5A5-6E24-6E34BC8D7C76}"/>
                </a:ext>
              </a:extLst>
            </p:cNvPr>
            <p:cNvSpPr>
              <a:spLocks noGrp="1"/>
            </p:cNvSpPr>
            <p:nvPr/>
          </p:nvSpPr>
          <p:spPr>
            <a:xfrm>
              <a:off x="6036513" y="3379363"/>
              <a:ext cx="93006" cy="45411"/>
            </a:xfrm>
            <a:custGeom>
              <a:avLst/>
              <a:gdLst/>
              <a:ahLst/>
              <a:cxnLst/>
              <a:rect l="0" t="0" r="0" b="0"/>
              <a:pathLst>
                <a:path w="93006" h="45411">
                  <a:moveTo>
                    <a:pt x="93006" y="454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69" name="Candidate_receptor__3268">
              <a:extLst>
                <a:ext uri="{FF2B5EF4-FFF2-40B4-BE49-F238E27FC236}">
                  <a16:creationId xmlns:a16="http://schemas.microsoft.com/office/drawing/2014/main" id="{8DADF854-667F-C006-4AF3-67D6CA37BCB1}"/>
                </a:ext>
              </a:extLst>
            </p:cNvPr>
            <p:cNvSpPr>
              <a:spLocks noGrp="1"/>
            </p:cNvSpPr>
            <p:nvPr/>
          </p:nvSpPr>
          <p:spPr>
            <a:xfrm>
              <a:off x="4925296" y="3913609"/>
              <a:ext cx="56923" cy="11049"/>
            </a:xfrm>
            <a:custGeom>
              <a:avLst/>
              <a:gdLst/>
              <a:ahLst/>
              <a:cxnLst/>
              <a:rect l="0" t="0" r="0" b="0"/>
              <a:pathLst>
                <a:path w="56923" h="11049">
                  <a:moveTo>
                    <a:pt x="0" y="0"/>
                  </a:moveTo>
                  <a:lnTo>
                    <a:pt x="56923" y="1104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0" name="Candidate_receptor__3269">
              <a:extLst>
                <a:ext uri="{FF2B5EF4-FFF2-40B4-BE49-F238E27FC236}">
                  <a16:creationId xmlns:a16="http://schemas.microsoft.com/office/drawing/2014/main" id="{9DDCD523-2812-0F5A-4290-24186DEFEF41}"/>
                </a:ext>
              </a:extLst>
            </p:cNvPr>
            <p:cNvSpPr>
              <a:spLocks noGrp="1"/>
            </p:cNvSpPr>
            <p:nvPr/>
          </p:nvSpPr>
          <p:spPr>
            <a:xfrm>
              <a:off x="4422563" y="2447475"/>
              <a:ext cx="74825" cy="55714"/>
            </a:xfrm>
            <a:custGeom>
              <a:avLst/>
              <a:gdLst/>
              <a:ahLst/>
              <a:cxnLst/>
              <a:rect l="0" t="0" r="0" b="0"/>
              <a:pathLst>
                <a:path w="74825" h="55714">
                  <a:moveTo>
                    <a:pt x="0" y="0"/>
                  </a:moveTo>
                  <a:lnTo>
                    <a:pt x="74825" y="5571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1" name="Candidate_receptor__3270">
              <a:extLst>
                <a:ext uri="{FF2B5EF4-FFF2-40B4-BE49-F238E27FC236}">
                  <a16:creationId xmlns:a16="http://schemas.microsoft.com/office/drawing/2014/main" id="{196B6427-1393-9EF0-0920-EF8CE14347DF}"/>
                </a:ext>
              </a:extLst>
            </p:cNvPr>
            <p:cNvSpPr>
              <a:spLocks noGrp="1"/>
            </p:cNvSpPr>
            <p:nvPr/>
          </p:nvSpPr>
          <p:spPr>
            <a:xfrm>
              <a:off x="4031115" y="2599465"/>
              <a:ext cx="62488" cy="44601"/>
            </a:xfrm>
            <a:custGeom>
              <a:avLst/>
              <a:gdLst/>
              <a:ahLst/>
              <a:cxnLst/>
              <a:rect l="0" t="0" r="0" b="0"/>
              <a:pathLst>
                <a:path w="62488" h="44601">
                  <a:moveTo>
                    <a:pt x="62488" y="0"/>
                  </a:moveTo>
                  <a:lnTo>
                    <a:pt x="0" y="4460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2" name="Candidate_receptor__3271">
              <a:extLst>
                <a:ext uri="{FF2B5EF4-FFF2-40B4-BE49-F238E27FC236}">
                  <a16:creationId xmlns:a16="http://schemas.microsoft.com/office/drawing/2014/main" id="{DD58CA80-6C6F-BEA8-3E78-170055C4547E}"/>
                </a:ext>
              </a:extLst>
            </p:cNvPr>
            <p:cNvSpPr>
              <a:spLocks noGrp="1"/>
            </p:cNvSpPr>
            <p:nvPr/>
          </p:nvSpPr>
          <p:spPr>
            <a:xfrm>
              <a:off x="3868077" y="3019298"/>
              <a:ext cx="14230" cy="82096"/>
            </a:xfrm>
            <a:custGeom>
              <a:avLst/>
              <a:gdLst/>
              <a:ahLst/>
              <a:cxnLst/>
              <a:rect l="0" t="0" r="0" b="0"/>
              <a:pathLst>
                <a:path w="14230" h="82096">
                  <a:moveTo>
                    <a:pt x="14230" y="0"/>
                  </a:moveTo>
                  <a:lnTo>
                    <a:pt x="0" y="8209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3" name="Candidate_receptor__3272">
              <a:extLst>
                <a:ext uri="{FF2B5EF4-FFF2-40B4-BE49-F238E27FC236}">
                  <a16:creationId xmlns:a16="http://schemas.microsoft.com/office/drawing/2014/main" id="{79449C64-1923-2096-16D9-4FFBBEB154A6}"/>
                </a:ext>
              </a:extLst>
            </p:cNvPr>
            <p:cNvSpPr>
              <a:spLocks noGrp="1"/>
            </p:cNvSpPr>
            <p:nvPr/>
          </p:nvSpPr>
          <p:spPr>
            <a:xfrm>
              <a:off x="4005186" y="2889418"/>
              <a:ext cx="16876" cy="112433"/>
            </a:xfrm>
            <a:custGeom>
              <a:avLst/>
              <a:gdLst/>
              <a:ahLst/>
              <a:cxnLst/>
              <a:rect l="0" t="0" r="0" b="0"/>
              <a:pathLst>
                <a:path w="16876" h="112433">
                  <a:moveTo>
                    <a:pt x="0" y="0"/>
                  </a:moveTo>
                  <a:lnTo>
                    <a:pt x="16876" y="11243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4" name="Candidate_receptor__3273">
              <a:extLst>
                <a:ext uri="{FF2B5EF4-FFF2-40B4-BE49-F238E27FC236}">
                  <a16:creationId xmlns:a16="http://schemas.microsoft.com/office/drawing/2014/main" id="{6398975D-BC26-C490-3988-0C74BD71FF6A}"/>
                </a:ext>
              </a:extLst>
            </p:cNvPr>
            <p:cNvSpPr>
              <a:spLocks noGrp="1"/>
            </p:cNvSpPr>
            <p:nvPr/>
          </p:nvSpPr>
          <p:spPr>
            <a:xfrm>
              <a:off x="5126040" y="3619399"/>
              <a:ext cx="64673" cy="91987"/>
            </a:xfrm>
            <a:custGeom>
              <a:avLst/>
              <a:gdLst/>
              <a:ahLst/>
              <a:cxnLst/>
              <a:rect l="0" t="0" r="0" b="0"/>
              <a:pathLst>
                <a:path w="64673" h="91987">
                  <a:moveTo>
                    <a:pt x="0" y="0"/>
                  </a:moveTo>
                  <a:lnTo>
                    <a:pt x="64673" y="9198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5" name="Candidate_receptor__3274">
              <a:extLst>
                <a:ext uri="{FF2B5EF4-FFF2-40B4-BE49-F238E27FC236}">
                  <a16:creationId xmlns:a16="http://schemas.microsoft.com/office/drawing/2014/main" id="{765592BF-3D11-21BA-8B08-242F358082E6}"/>
                </a:ext>
              </a:extLst>
            </p:cNvPr>
            <p:cNvSpPr>
              <a:spLocks noGrp="1"/>
            </p:cNvSpPr>
            <p:nvPr/>
          </p:nvSpPr>
          <p:spPr>
            <a:xfrm>
              <a:off x="5021651" y="3399836"/>
              <a:ext cx="38858" cy="94638"/>
            </a:xfrm>
            <a:custGeom>
              <a:avLst/>
              <a:gdLst/>
              <a:ahLst/>
              <a:cxnLst/>
              <a:rect l="0" t="0" r="0" b="0"/>
              <a:pathLst>
                <a:path w="38858" h="94638">
                  <a:moveTo>
                    <a:pt x="38858" y="946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6" name="Candidate_receptor__3275">
              <a:extLst>
                <a:ext uri="{FF2B5EF4-FFF2-40B4-BE49-F238E27FC236}">
                  <a16:creationId xmlns:a16="http://schemas.microsoft.com/office/drawing/2014/main" id="{B4A33FC5-0686-B093-1A0E-09475C2FAB38}"/>
                </a:ext>
              </a:extLst>
            </p:cNvPr>
            <p:cNvSpPr>
              <a:spLocks noGrp="1"/>
            </p:cNvSpPr>
            <p:nvPr/>
          </p:nvSpPr>
          <p:spPr>
            <a:xfrm>
              <a:off x="3873119" y="2941661"/>
              <a:ext cx="9188" cy="77636"/>
            </a:xfrm>
            <a:custGeom>
              <a:avLst/>
              <a:gdLst/>
              <a:ahLst/>
              <a:cxnLst/>
              <a:rect l="0" t="0" r="0" b="0"/>
              <a:pathLst>
                <a:path w="9188" h="77636">
                  <a:moveTo>
                    <a:pt x="0" y="0"/>
                  </a:moveTo>
                  <a:lnTo>
                    <a:pt x="9188" y="7763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77" name="Candidate_receptor__3276">
              <a:extLst>
                <a:ext uri="{FF2B5EF4-FFF2-40B4-BE49-F238E27FC236}">
                  <a16:creationId xmlns:a16="http://schemas.microsoft.com/office/drawing/2014/main" id="{CD67FA9C-5389-724F-18C4-CBD4FE70B067}"/>
                </a:ext>
              </a:extLst>
            </p:cNvPr>
            <p:cNvSpPr>
              <a:spLocks noGrp="1"/>
            </p:cNvSpPr>
            <p:nvPr/>
          </p:nvSpPr>
          <p:spPr>
            <a:xfrm>
              <a:off x="5483220" y="2703179"/>
              <a:ext cx="28798" cy="92986"/>
            </a:xfrm>
            <a:custGeom>
              <a:avLst/>
              <a:gdLst/>
              <a:ahLst/>
              <a:cxnLst/>
              <a:rect l="0" t="0" r="0" b="0"/>
              <a:pathLst>
                <a:path w="28798" h="92986">
                  <a:moveTo>
                    <a:pt x="0" y="92986"/>
                  </a:moveTo>
                  <a:lnTo>
                    <a:pt x="28798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8" name="Candidate_receptor__3277">
              <a:extLst>
                <a:ext uri="{FF2B5EF4-FFF2-40B4-BE49-F238E27FC236}">
                  <a16:creationId xmlns:a16="http://schemas.microsoft.com/office/drawing/2014/main" id="{21D25FF0-6BB3-29F4-1C7C-AC5D2780D290}"/>
                </a:ext>
              </a:extLst>
            </p:cNvPr>
            <p:cNvSpPr>
              <a:spLocks noGrp="1"/>
            </p:cNvSpPr>
            <p:nvPr/>
          </p:nvSpPr>
          <p:spPr>
            <a:xfrm>
              <a:off x="4369410" y="3557942"/>
              <a:ext cx="73889" cy="1255"/>
            </a:xfrm>
            <a:custGeom>
              <a:avLst/>
              <a:gdLst/>
              <a:ahLst/>
              <a:cxnLst/>
              <a:rect l="0" t="0" r="0" b="0"/>
              <a:pathLst>
                <a:path w="73889" h="1255">
                  <a:moveTo>
                    <a:pt x="0" y="1255"/>
                  </a:moveTo>
                  <a:lnTo>
                    <a:pt x="7388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79" name="Candidate_receptor__3278">
              <a:extLst>
                <a:ext uri="{FF2B5EF4-FFF2-40B4-BE49-F238E27FC236}">
                  <a16:creationId xmlns:a16="http://schemas.microsoft.com/office/drawing/2014/main" id="{0AF7BFBC-6210-B629-9AFE-D6943B489810}"/>
                </a:ext>
              </a:extLst>
            </p:cNvPr>
            <p:cNvSpPr>
              <a:spLocks noGrp="1"/>
            </p:cNvSpPr>
            <p:nvPr/>
          </p:nvSpPr>
          <p:spPr>
            <a:xfrm>
              <a:off x="4571793" y="3355090"/>
              <a:ext cx="67685" cy="38787"/>
            </a:xfrm>
            <a:custGeom>
              <a:avLst/>
              <a:gdLst/>
              <a:ahLst/>
              <a:cxnLst/>
              <a:rect l="0" t="0" r="0" b="0"/>
              <a:pathLst>
                <a:path w="67685" h="38787">
                  <a:moveTo>
                    <a:pt x="67685" y="0"/>
                  </a:moveTo>
                  <a:lnTo>
                    <a:pt x="0" y="38787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0" name="Candidate_receptor__3279">
              <a:extLst>
                <a:ext uri="{FF2B5EF4-FFF2-40B4-BE49-F238E27FC236}">
                  <a16:creationId xmlns:a16="http://schemas.microsoft.com/office/drawing/2014/main" id="{FF475F42-3126-FBF5-27B7-D0FA87DAEDC7}"/>
                </a:ext>
              </a:extLst>
            </p:cNvPr>
            <p:cNvSpPr>
              <a:spLocks noGrp="1"/>
            </p:cNvSpPr>
            <p:nvPr/>
          </p:nvSpPr>
          <p:spPr>
            <a:xfrm>
              <a:off x="5958757" y="2235455"/>
              <a:ext cx="24407" cy="80198"/>
            </a:xfrm>
            <a:custGeom>
              <a:avLst/>
              <a:gdLst/>
              <a:ahLst/>
              <a:cxnLst/>
              <a:rect l="0" t="0" r="0" b="0"/>
              <a:pathLst>
                <a:path w="24407" h="80198">
                  <a:moveTo>
                    <a:pt x="0" y="80198"/>
                  </a:moveTo>
                  <a:lnTo>
                    <a:pt x="2440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1" name="Candidate_receptor__3280">
              <a:extLst>
                <a:ext uri="{FF2B5EF4-FFF2-40B4-BE49-F238E27FC236}">
                  <a16:creationId xmlns:a16="http://schemas.microsoft.com/office/drawing/2014/main" id="{8A44746A-C277-6EB5-314F-182CEA82EA66}"/>
                </a:ext>
              </a:extLst>
            </p:cNvPr>
            <p:cNvSpPr>
              <a:spLocks noGrp="1"/>
            </p:cNvSpPr>
            <p:nvPr/>
          </p:nvSpPr>
          <p:spPr>
            <a:xfrm>
              <a:off x="5952366" y="2315653"/>
              <a:ext cx="6392" cy="82056"/>
            </a:xfrm>
            <a:custGeom>
              <a:avLst/>
              <a:gdLst/>
              <a:ahLst/>
              <a:cxnLst/>
              <a:rect l="0" t="0" r="0" b="0"/>
              <a:pathLst>
                <a:path w="6392" h="82056">
                  <a:moveTo>
                    <a:pt x="0" y="82056"/>
                  </a:moveTo>
                  <a:lnTo>
                    <a:pt x="639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2" name="Candidate_receptor__3281">
              <a:extLst>
                <a:ext uri="{FF2B5EF4-FFF2-40B4-BE49-F238E27FC236}">
                  <a16:creationId xmlns:a16="http://schemas.microsoft.com/office/drawing/2014/main" id="{E377EBF3-DCCB-08F7-7F6E-61174737DB5F}"/>
                </a:ext>
              </a:extLst>
            </p:cNvPr>
            <p:cNvSpPr>
              <a:spLocks noGrp="1"/>
            </p:cNvSpPr>
            <p:nvPr/>
          </p:nvSpPr>
          <p:spPr>
            <a:xfrm>
              <a:off x="4985006" y="2070880"/>
              <a:ext cx="99377" cy="52737"/>
            </a:xfrm>
            <a:custGeom>
              <a:avLst/>
              <a:gdLst/>
              <a:ahLst/>
              <a:cxnLst/>
              <a:rect l="0" t="0" r="0" b="0"/>
              <a:pathLst>
                <a:path w="99377" h="52737">
                  <a:moveTo>
                    <a:pt x="0" y="52737"/>
                  </a:moveTo>
                  <a:lnTo>
                    <a:pt x="9937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3" name="Candidate_receptor__3282">
              <a:extLst>
                <a:ext uri="{FF2B5EF4-FFF2-40B4-BE49-F238E27FC236}">
                  <a16:creationId xmlns:a16="http://schemas.microsoft.com/office/drawing/2014/main" id="{AC070BAC-E9F4-8D64-FBDE-168AE527E9F7}"/>
                </a:ext>
              </a:extLst>
            </p:cNvPr>
            <p:cNvSpPr>
              <a:spLocks noGrp="1"/>
            </p:cNvSpPr>
            <p:nvPr/>
          </p:nvSpPr>
          <p:spPr>
            <a:xfrm>
              <a:off x="5849532" y="3728254"/>
              <a:ext cx="110848" cy="6506"/>
            </a:xfrm>
            <a:custGeom>
              <a:avLst/>
              <a:gdLst/>
              <a:ahLst/>
              <a:cxnLst/>
              <a:rect l="0" t="0" r="0" b="0"/>
              <a:pathLst>
                <a:path w="110848" h="6506">
                  <a:moveTo>
                    <a:pt x="0" y="0"/>
                  </a:moveTo>
                  <a:lnTo>
                    <a:pt x="110848" y="65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4" name="Candidate_receptor__3283">
              <a:extLst>
                <a:ext uri="{FF2B5EF4-FFF2-40B4-BE49-F238E27FC236}">
                  <a16:creationId xmlns:a16="http://schemas.microsoft.com/office/drawing/2014/main" id="{06E225D6-097B-A167-0B8F-4E0DDA91F307}"/>
                </a:ext>
              </a:extLst>
            </p:cNvPr>
            <p:cNvSpPr>
              <a:spLocks noGrp="1"/>
            </p:cNvSpPr>
            <p:nvPr/>
          </p:nvSpPr>
          <p:spPr>
            <a:xfrm>
              <a:off x="5725829" y="1929793"/>
              <a:ext cx="14364" cy="107262"/>
            </a:xfrm>
            <a:custGeom>
              <a:avLst/>
              <a:gdLst/>
              <a:ahLst/>
              <a:cxnLst/>
              <a:rect l="0" t="0" r="0" b="0"/>
              <a:pathLst>
                <a:path w="14364" h="107262">
                  <a:moveTo>
                    <a:pt x="14364" y="0"/>
                  </a:moveTo>
                  <a:lnTo>
                    <a:pt x="0" y="1072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5" name="Candidate_receptor__3284">
              <a:extLst>
                <a:ext uri="{FF2B5EF4-FFF2-40B4-BE49-F238E27FC236}">
                  <a16:creationId xmlns:a16="http://schemas.microsoft.com/office/drawing/2014/main" id="{EAEFF24F-C2F7-AD41-D0C3-A653E4905541}"/>
                </a:ext>
              </a:extLst>
            </p:cNvPr>
            <p:cNvSpPr>
              <a:spLocks noGrp="1"/>
            </p:cNvSpPr>
            <p:nvPr/>
          </p:nvSpPr>
          <p:spPr>
            <a:xfrm>
              <a:off x="4526978" y="4183614"/>
              <a:ext cx="110176" cy="5690"/>
            </a:xfrm>
            <a:custGeom>
              <a:avLst/>
              <a:gdLst/>
              <a:ahLst/>
              <a:cxnLst/>
              <a:rect l="0" t="0" r="0" b="0"/>
              <a:pathLst>
                <a:path w="110176" h="5690">
                  <a:moveTo>
                    <a:pt x="0" y="5690"/>
                  </a:moveTo>
                  <a:lnTo>
                    <a:pt x="110176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6" name="Candidate_receptor__3285">
              <a:extLst>
                <a:ext uri="{FF2B5EF4-FFF2-40B4-BE49-F238E27FC236}">
                  <a16:creationId xmlns:a16="http://schemas.microsoft.com/office/drawing/2014/main" id="{36C58324-C892-9D2E-2E61-5E174CE13898}"/>
                </a:ext>
              </a:extLst>
            </p:cNvPr>
            <p:cNvSpPr>
              <a:spLocks noGrp="1"/>
            </p:cNvSpPr>
            <p:nvPr/>
          </p:nvSpPr>
          <p:spPr>
            <a:xfrm>
              <a:off x="4882350" y="2871452"/>
              <a:ext cx="53939" cy="54754"/>
            </a:xfrm>
            <a:custGeom>
              <a:avLst/>
              <a:gdLst/>
              <a:ahLst/>
              <a:cxnLst/>
              <a:rect l="0" t="0" r="0" b="0"/>
              <a:pathLst>
                <a:path w="53939" h="54754">
                  <a:moveTo>
                    <a:pt x="53939" y="0"/>
                  </a:moveTo>
                  <a:lnTo>
                    <a:pt x="0" y="5475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87" name="Candidate_receptor__3286">
              <a:extLst>
                <a:ext uri="{FF2B5EF4-FFF2-40B4-BE49-F238E27FC236}">
                  <a16:creationId xmlns:a16="http://schemas.microsoft.com/office/drawing/2014/main" id="{27451D01-D597-241B-7B0C-3292CE83072A}"/>
                </a:ext>
              </a:extLst>
            </p:cNvPr>
            <p:cNvSpPr>
              <a:spLocks noGrp="1"/>
            </p:cNvSpPr>
            <p:nvPr/>
          </p:nvSpPr>
          <p:spPr>
            <a:xfrm>
              <a:off x="4911869" y="3252429"/>
              <a:ext cx="19372" cy="506"/>
            </a:xfrm>
            <a:custGeom>
              <a:avLst/>
              <a:gdLst/>
              <a:ahLst/>
              <a:cxnLst/>
              <a:rect l="0" t="0" r="0" b="0"/>
              <a:pathLst>
                <a:path w="19372" h="506">
                  <a:moveTo>
                    <a:pt x="19372" y="5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8" name="Candidate_receptor__3287">
              <a:extLst>
                <a:ext uri="{FF2B5EF4-FFF2-40B4-BE49-F238E27FC236}">
                  <a16:creationId xmlns:a16="http://schemas.microsoft.com/office/drawing/2014/main" id="{0B164996-99BE-5B18-DBAA-DCA51B274FFD}"/>
                </a:ext>
              </a:extLst>
            </p:cNvPr>
            <p:cNvSpPr>
              <a:spLocks noGrp="1"/>
            </p:cNvSpPr>
            <p:nvPr/>
          </p:nvSpPr>
          <p:spPr>
            <a:xfrm>
              <a:off x="5788279" y="3909100"/>
              <a:ext cx="111562" cy="3634"/>
            </a:xfrm>
            <a:custGeom>
              <a:avLst/>
              <a:gdLst/>
              <a:ahLst/>
              <a:cxnLst/>
              <a:rect l="0" t="0" r="0" b="0"/>
              <a:pathLst>
                <a:path w="111562" h="3634">
                  <a:moveTo>
                    <a:pt x="111562" y="3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89" name="Candidate_receptor__3288">
              <a:extLst>
                <a:ext uri="{FF2B5EF4-FFF2-40B4-BE49-F238E27FC236}">
                  <a16:creationId xmlns:a16="http://schemas.microsoft.com/office/drawing/2014/main" id="{5D4B6F8E-A439-092E-010A-B6D6E65BDBED}"/>
                </a:ext>
              </a:extLst>
            </p:cNvPr>
            <p:cNvSpPr>
              <a:spLocks noGrp="1"/>
            </p:cNvSpPr>
            <p:nvPr/>
          </p:nvSpPr>
          <p:spPr>
            <a:xfrm>
              <a:off x="4032453" y="2495815"/>
              <a:ext cx="17745" cy="5537"/>
            </a:xfrm>
            <a:custGeom>
              <a:avLst/>
              <a:gdLst/>
              <a:ahLst/>
              <a:cxnLst/>
              <a:rect l="0" t="0" r="0" b="0"/>
              <a:pathLst>
                <a:path w="17745" h="5537">
                  <a:moveTo>
                    <a:pt x="17745" y="0"/>
                  </a:moveTo>
                  <a:lnTo>
                    <a:pt x="0" y="553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0" name="Candidate_receptor__3289">
              <a:extLst>
                <a:ext uri="{FF2B5EF4-FFF2-40B4-BE49-F238E27FC236}">
                  <a16:creationId xmlns:a16="http://schemas.microsoft.com/office/drawing/2014/main" id="{99EAE14B-6F46-3ED7-CAA4-E5B6C5F6DC3F}"/>
                </a:ext>
              </a:extLst>
            </p:cNvPr>
            <p:cNvSpPr>
              <a:spLocks noGrp="1"/>
            </p:cNvSpPr>
            <p:nvPr/>
          </p:nvSpPr>
          <p:spPr>
            <a:xfrm>
              <a:off x="3933729" y="2609890"/>
              <a:ext cx="97386" cy="34176"/>
            </a:xfrm>
            <a:custGeom>
              <a:avLst/>
              <a:gdLst/>
              <a:ahLst/>
              <a:cxnLst/>
              <a:rect l="0" t="0" r="0" b="0"/>
              <a:pathLst>
                <a:path w="97386" h="34176">
                  <a:moveTo>
                    <a:pt x="97386" y="34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1" name="Candidate_receptor__3290">
              <a:extLst>
                <a:ext uri="{FF2B5EF4-FFF2-40B4-BE49-F238E27FC236}">
                  <a16:creationId xmlns:a16="http://schemas.microsoft.com/office/drawing/2014/main" id="{1F3E5B75-CFE4-7C24-EF94-A9762B11C720}"/>
                </a:ext>
              </a:extLst>
            </p:cNvPr>
            <p:cNvSpPr>
              <a:spLocks noGrp="1"/>
            </p:cNvSpPr>
            <p:nvPr/>
          </p:nvSpPr>
          <p:spPr>
            <a:xfrm>
              <a:off x="4703869" y="2942536"/>
              <a:ext cx="74682" cy="76721"/>
            </a:xfrm>
            <a:custGeom>
              <a:avLst/>
              <a:gdLst/>
              <a:ahLst/>
              <a:cxnLst/>
              <a:rect l="0" t="0" r="0" b="0"/>
              <a:pathLst>
                <a:path w="74682" h="76721">
                  <a:moveTo>
                    <a:pt x="74682" y="0"/>
                  </a:moveTo>
                  <a:lnTo>
                    <a:pt x="0" y="7672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2" name="Candidate_receptor__3291">
              <a:extLst>
                <a:ext uri="{FF2B5EF4-FFF2-40B4-BE49-F238E27FC236}">
                  <a16:creationId xmlns:a16="http://schemas.microsoft.com/office/drawing/2014/main" id="{E7239B7F-E68C-3084-0DF8-4F7D2DE47BAE}"/>
                </a:ext>
              </a:extLst>
            </p:cNvPr>
            <p:cNvSpPr>
              <a:spLocks noGrp="1"/>
            </p:cNvSpPr>
            <p:nvPr/>
          </p:nvSpPr>
          <p:spPr>
            <a:xfrm>
              <a:off x="5284346" y="2394632"/>
              <a:ext cx="68769" cy="21204"/>
            </a:xfrm>
            <a:custGeom>
              <a:avLst/>
              <a:gdLst/>
              <a:ahLst/>
              <a:cxnLst/>
              <a:rect l="0" t="0" r="0" b="0"/>
              <a:pathLst>
                <a:path w="68769" h="21204">
                  <a:moveTo>
                    <a:pt x="68769" y="0"/>
                  </a:moveTo>
                  <a:lnTo>
                    <a:pt x="0" y="212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3" name="Candidate_receptor__3292">
              <a:extLst>
                <a:ext uri="{FF2B5EF4-FFF2-40B4-BE49-F238E27FC236}">
                  <a16:creationId xmlns:a16="http://schemas.microsoft.com/office/drawing/2014/main" id="{39C45075-8278-CEB9-9BEE-B189DC1D4144}"/>
                </a:ext>
              </a:extLst>
            </p:cNvPr>
            <p:cNvSpPr>
              <a:spLocks noGrp="1"/>
            </p:cNvSpPr>
            <p:nvPr/>
          </p:nvSpPr>
          <p:spPr>
            <a:xfrm>
              <a:off x="4403730" y="2260703"/>
              <a:ext cx="34922" cy="98357"/>
            </a:xfrm>
            <a:custGeom>
              <a:avLst/>
              <a:gdLst/>
              <a:ahLst/>
              <a:cxnLst/>
              <a:rect l="0" t="0" r="0" b="0"/>
              <a:pathLst>
                <a:path w="34922" h="98357">
                  <a:moveTo>
                    <a:pt x="0" y="0"/>
                  </a:moveTo>
                  <a:lnTo>
                    <a:pt x="34922" y="98357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4" name="Candidate_receptor__3293">
              <a:extLst>
                <a:ext uri="{FF2B5EF4-FFF2-40B4-BE49-F238E27FC236}">
                  <a16:creationId xmlns:a16="http://schemas.microsoft.com/office/drawing/2014/main" id="{50D4B8CE-2462-D47A-716D-2076B2590642}"/>
                </a:ext>
              </a:extLst>
            </p:cNvPr>
            <p:cNvSpPr>
              <a:spLocks noGrp="1"/>
            </p:cNvSpPr>
            <p:nvPr/>
          </p:nvSpPr>
          <p:spPr>
            <a:xfrm>
              <a:off x="4403730" y="2205321"/>
              <a:ext cx="88092" cy="55382"/>
            </a:xfrm>
            <a:custGeom>
              <a:avLst/>
              <a:gdLst/>
              <a:ahLst/>
              <a:cxnLst/>
              <a:rect l="0" t="0" r="0" b="0"/>
              <a:pathLst>
                <a:path w="88092" h="55382">
                  <a:moveTo>
                    <a:pt x="88092" y="0"/>
                  </a:moveTo>
                  <a:lnTo>
                    <a:pt x="0" y="55382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5" name="Candidate_receptor__3294">
              <a:extLst>
                <a:ext uri="{FF2B5EF4-FFF2-40B4-BE49-F238E27FC236}">
                  <a16:creationId xmlns:a16="http://schemas.microsoft.com/office/drawing/2014/main" id="{0F5BCEE0-2D8D-1E3F-1F1C-4A0FF03A3D72}"/>
                </a:ext>
              </a:extLst>
            </p:cNvPr>
            <p:cNvSpPr>
              <a:spLocks noGrp="1"/>
            </p:cNvSpPr>
            <p:nvPr/>
          </p:nvSpPr>
          <p:spPr>
            <a:xfrm>
              <a:off x="4438652" y="2348458"/>
              <a:ext cx="106994" cy="10602"/>
            </a:xfrm>
            <a:custGeom>
              <a:avLst/>
              <a:gdLst/>
              <a:ahLst/>
              <a:cxnLst/>
              <a:rect l="0" t="0" r="0" b="0"/>
              <a:pathLst>
                <a:path w="106994" h="10602">
                  <a:moveTo>
                    <a:pt x="0" y="10602"/>
                  </a:moveTo>
                  <a:lnTo>
                    <a:pt x="10699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6" name="Candidate_receptor__3295">
              <a:extLst>
                <a:ext uri="{FF2B5EF4-FFF2-40B4-BE49-F238E27FC236}">
                  <a16:creationId xmlns:a16="http://schemas.microsoft.com/office/drawing/2014/main" id="{68E56977-EB83-3348-1C78-5E50E7164AAA}"/>
                </a:ext>
              </a:extLst>
            </p:cNvPr>
            <p:cNvSpPr>
              <a:spLocks noGrp="1"/>
            </p:cNvSpPr>
            <p:nvPr/>
          </p:nvSpPr>
          <p:spPr>
            <a:xfrm>
              <a:off x="6050278" y="2155784"/>
              <a:ext cx="94923" cy="909"/>
            </a:xfrm>
            <a:custGeom>
              <a:avLst/>
              <a:gdLst/>
              <a:ahLst/>
              <a:cxnLst/>
              <a:rect l="0" t="0" r="0" b="0"/>
              <a:pathLst>
                <a:path w="94923" h="909">
                  <a:moveTo>
                    <a:pt x="94923" y="0"/>
                  </a:moveTo>
                  <a:lnTo>
                    <a:pt x="0" y="909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297" name="Candidate_receptor__3296">
              <a:extLst>
                <a:ext uri="{FF2B5EF4-FFF2-40B4-BE49-F238E27FC236}">
                  <a16:creationId xmlns:a16="http://schemas.microsoft.com/office/drawing/2014/main" id="{359252C7-D65D-35E4-E263-8E9E7EF9AB69}"/>
                </a:ext>
              </a:extLst>
            </p:cNvPr>
            <p:cNvSpPr>
              <a:spLocks noGrp="1"/>
            </p:cNvSpPr>
            <p:nvPr/>
          </p:nvSpPr>
          <p:spPr>
            <a:xfrm>
              <a:off x="4497721" y="2991551"/>
              <a:ext cx="51394" cy="102072"/>
            </a:xfrm>
            <a:custGeom>
              <a:avLst/>
              <a:gdLst/>
              <a:ahLst/>
              <a:cxnLst/>
              <a:rect l="0" t="0" r="0" b="0"/>
              <a:pathLst>
                <a:path w="51394" h="102072">
                  <a:moveTo>
                    <a:pt x="0" y="102072"/>
                  </a:moveTo>
                  <a:lnTo>
                    <a:pt x="5139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8" name="Candidate_receptor__3297">
              <a:extLst>
                <a:ext uri="{FF2B5EF4-FFF2-40B4-BE49-F238E27FC236}">
                  <a16:creationId xmlns:a16="http://schemas.microsoft.com/office/drawing/2014/main" id="{5A042338-6F06-D55B-7637-B5CDA0BFB12E}"/>
                </a:ext>
              </a:extLst>
            </p:cNvPr>
            <p:cNvSpPr>
              <a:spLocks noGrp="1"/>
            </p:cNvSpPr>
            <p:nvPr/>
          </p:nvSpPr>
          <p:spPr>
            <a:xfrm>
              <a:off x="6040916" y="3203206"/>
              <a:ext cx="30383" cy="52734"/>
            </a:xfrm>
            <a:custGeom>
              <a:avLst/>
              <a:gdLst/>
              <a:ahLst/>
              <a:cxnLst/>
              <a:rect l="0" t="0" r="0" b="0"/>
              <a:pathLst>
                <a:path w="30383" h="52734">
                  <a:moveTo>
                    <a:pt x="0" y="0"/>
                  </a:moveTo>
                  <a:lnTo>
                    <a:pt x="30383" y="5273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299" name="Candidate_receptor__3298">
              <a:extLst>
                <a:ext uri="{FF2B5EF4-FFF2-40B4-BE49-F238E27FC236}">
                  <a16:creationId xmlns:a16="http://schemas.microsoft.com/office/drawing/2014/main" id="{DCCEEF63-0DCB-16D3-7B0B-3DEE28CDA56F}"/>
                </a:ext>
              </a:extLst>
            </p:cNvPr>
            <p:cNvSpPr>
              <a:spLocks noGrp="1"/>
            </p:cNvSpPr>
            <p:nvPr/>
          </p:nvSpPr>
          <p:spPr>
            <a:xfrm>
              <a:off x="4427997" y="4184092"/>
              <a:ext cx="98981" cy="5211"/>
            </a:xfrm>
            <a:custGeom>
              <a:avLst/>
              <a:gdLst/>
              <a:ahLst/>
              <a:cxnLst/>
              <a:rect l="0" t="0" r="0" b="0"/>
              <a:pathLst>
                <a:path w="98981" h="5211">
                  <a:moveTo>
                    <a:pt x="0" y="0"/>
                  </a:moveTo>
                  <a:lnTo>
                    <a:pt x="98981" y="521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0" name="Candidate_receptor__3299">
              <a:extLst>
                <a:ext uri="{FF2B5EF4-FFF2-40B4-BE49-F238E27FC236}">
                  <a16:creationId xmlns:a16="http://schemas.microsoft.com/office/drawing/2014/main" id="{F62087B0-BAC9-8830-3726-D29E64E3D859}"/>
                </a:ext>
              </a:extLst>
            </p:cNvPr>
            <p:cNvSpPr>
              <a:spLocks noGrp="1"/>
            </p:cNvSpPr>
            <p:nvPr/>
          </p:nvSpPr>
          <p:spPr>
            <a:xfrm>
              <a:off x="5966507" y="3379363"/>
              <a:ext cx="70006" cy="91551"/>
            </a:xfrm>
            <a:custGeom>
              <a:avLst/>
              <a:gdLst/>
              <a:ahLst/>
              <a:cxnLst/>
              <a:rect l="0" t="0" r="0" b="0"/>
              <a:pathLst>
                <a:path w="70006" h="91551">
                  <a:moveTo>
                    <a:pt x="70006" y="0"/>
                  </a:moveTo>
                  <a:lnTo>
                    <a:pt x="0" y="91551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1" name="Candidate_receptor__3300">
              <a:extLst>
                <a:ext uri="{FF2B5EF4-FFF2-40B4-BE49-F238E27FC236}">
                  <a16:creationId xmlns:a16="http://schemas.microsoft.com/office/drawing/2014/main" id="{A977542F-6B66-084D-B16A-77683A9C6157}"/>
                </a:ext>
              </a:extLst>
            </p:cNvPr>
            <p:cNvSpPr>
              <a:spLocks noGrp="1"/>
            </p:cNvSpPr>
            <p:nvPr/>
          </p:nvSpPr>
          <p:spPr>
            <a:xfrm>
              <a:off x="4127456" y="2773320"/>
              <a:ext cx="29583" cy="98688"/>
            </a:xfrm>
            <a:custGeom>
              <a:avLst/>
              <a:gdLst/>
              <a:ahLst/>
              <a:cxnLst/>
              <a:rect l="0" t="0" r="0" b="0"/>
              <a:pathLst>
                <a:path w="29583" h="98688">
                  <a:moveTo>
                    <a:pt x="0" y="0"/>
                  </a:moveTo>
                  <a:lnTo>
                    <a:pt x="29583" y="9868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2" name="Candidate_receptor__3301">
              <a:extLst>
                <a:ext uri="{FF2B5EF4-FFF2-40B4-BE49-F238E27FC236}">
                  <a16:creationId xmlns:a16="http://schemas.microsoft.com/office/drawing/2014/main" id="{522DADA1-FD22-CEBA-7B62-6CCADA50D476}"/>
                </a:ext>
              </a:extLst>
            </p:cNvPr>
            <p:cNvSpPr>
              <a:spLocks noGrp="1"/>
            </p:cNvSpPr>
            <p:nvPr/>
          </p:nvSpPr>
          <p:spPr>
            <a:xfrm>
              <a:off x="5899841" y="3912734"/>
              <a:ext cx="4376" cy="115370"/>
            </a:xfrm>
            <a:custGeom>
              <a:avLst/>
              <a:gdLst/>
              <a:ahLst/>
              <a:cxnLst/>
              <a:rect l="0" t="0" r="0" b="0"/>
              <a:pathLst>
                <a:path w="4376" h="115370">
                  <a:moveTo>
                    <a:pt x="4376" y="115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3" name="Candidate_receptor__3302">
              <a:extLst>
                <a:ext uri="{FF2B5EF4-FFF2-40B4-BE49-F238E27FC236}">
                  <a16:creationId xmlns:a16="http://schemas.microsoft.com/office/drawing/2014/main" id="{FCD06F2B-2210-8B79-5E3A-C7D477681941}"/>
                </a:ext>
              </a:extLst>
            </p:cNvPr>
            <p:cNvSpPr>
              <a:spLocks noGrp="1"/>
            </p:cNvSpPr>
            <p:nvPr/>
          </p:nvSpPr>
          <p:spPr>
            <a:xfrm>
              <a:off x="4637153" y="4116460"/>
              <a:ext cx="92412" cy="67154"/>
            </a:xfrm>
            <a:custGeom>
              <a:avLst/>
              <a:gdLst/>
              <a:ahLst/>
              <a:cxnLst/>
              <a:rect l="0" t="0" r="0" b="0"/>
              <a:pathLst>
                <a:path w="92412" h="67154">
                  <a:moveTo>
                    <a:pt x="0" y="67154"/>
                  </a:moveTo>
                  <a:lnTo>
                    <a:pt x="9241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4" name="Candidate_receptor__3303">
              <a:extLst>
                <a:ext uri="{FF2B5EF4-FFF2-40B4-BE49-F238E27FC236}">
                  <a16:creationId xmlns:a16="http://schemas.microsoft.com/office/drawing/2014/main" id="{0322A5D3-BDDC-9005-0314-F8CD02CEE80A}"/>
                </a:ext>
              </a:extLst>
            </p:cNvPr>
            <p:cNvSpPr>
              <a:spLocks noGrp="1"/>
            </p:cNvSpPr>
            <p:nvPr/>
          </p:nvSpPr>
          <p:spPr>
            <a:xfrm>
              <a:off x="5539131" y="3412132"/>
              <a:ext cx="10386" cy="49129"/>
            </a:xfrm>
            <a:custGeom>
              <a:avLst/>
              <a:gdLst/>
              <a:ahLst/>
              <a:cxnLst/>
              <a:rect l="0" t="0" r="0" b="0"/>
              <a:pathLst>
                <a:path w="10386" h="49129">
                  <a:moveTo>
                    <a:pt x="0" y="0"/>
                  </a:moveTo>
                  <a:lnTo>
                    <a:pt x="10386" y="4912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5" name="Candidate_receptor__3304">
              <a:extLst>
                <a:ext uri="{FF2B5EF4-FFF2-40B4-BE49-F238E27FC236}">
                  <a16:creationId xmlns:a16="http://schemas.microsoft.com/office/drawing/2014/main" id="{45334482-B6FE-A59C-0992-2384F92FF083}"/>
                </a:ext>
              </a:extLst>
            </p:cNvPr>
            <p:cNvSpPr>
              <a:spLocks noGrp="1"/>
            </p:cNvSpPr>
            <p:nvPr/>
          </p:nvSpPr>
          <p:spPr>
            <a:xfrm>
              <a:off x="5648920" y="3722537"/>
              <a:ext cx="24527" cy="33467"/>
            </a:xfrm>
            <a:custGeom>
              <a:avLst/>
              <a:gdLst/>
              <a:ahLst/>
              <a:cxnLst/>
              <a:rect l="0" t="0" r="0" b="0"/>
              <a:pathLst>
                <a:path w="24527" h="33467">
                  <a:moveTo>
                    <a:pt x="24527" y="0"/>
                  </a:moveTo>
                  <a:lnTo>
                    <a:pt x="0" y="3346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6" name="Candidate_receptor__3305">
              <a:extLst>
                <a:ext uri="{FF2B5EF4-FFF2-40B4-BE49-F238E27FC236}">
                  <a16:creationId xmlns:a16="http://schemas.microsoft.com/office/drawing/2014/main" id="{7BFC4E1B-90C0-731D-5F5F-2BE5189BBFC0}"/>
                </a:ext>
              </a:extLst>
            </p:cNvPr>
            <p:cNvSpPr>
              <a:spLocks noGrp="1"/>
            </p:cNvSpPr>
            <p:nvPr/>
          </p:nvSpPr>
          <p:spPr>
            <a:xfrm>
              <a:off x="4553489" y="3960638"/>
              <a:ext cx="68411" cy="93244"/>
            </a:xfrm>
            <a:custGeom>
              <a:avLst/>
              <a:gdLst/>
              <a:ahLst/>
              <a:cxnLst/>
              <a:rect l="0" t="0" r="0" b="0"/>
              <a:pathLst>
                <a:path w="68411" h="93244">
                  <a:moveTo>
                    <a:pt x="68411" y="0"/>
                  </a:moveTo>
                  <a:lnTo>
                    <a:pt x="0" y="9324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7" name="Candidate_receptor__3306">
              <a:extLst>
                <a:ext uri="{FF2B5EF4-FFF2-40B4-BE49-F238E27FC236}">
                  <a16:creationId xmlns:a16="http://schemas.microsoft.com/office/drawing/2014/main" id="{022EB1DC-BC01-7011-182D-BD1153D55506}"/>
                </a:ext>
              </a:extLst>
            </p:cNvPr>
            <p:cNvSpPr>
              <a:spLocks noGrp="1"/>
            </p:cNvSpPr>
            <p:nvPr/>
          </p:nvSpPr>
          <p:spPr>
            <a:xfrm>
              <a:off x="4532320" y="3889061"/>
              <a:ext cx="89580" cy="71576"/>
            </a:xfrm>
            <a:custGeom>
              <a:avLst/>
              <a:gdLst/>
              <a:ahLst/>
              <a:cxnLst/>
              <a:rect l="0" t="0" r="0" b="0"/>
              <a:pathLst>
                <a:path w="89580" h="71576">
                  <a:moveTo>
                    <a:pt x="0" y="0"/>
                  </a:moveTo>
                  <a:lnTo>
                    <a:pt x="89580" y="71576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08" name="Candidate_receptor__3307">
              <a:extLst>
                <a:ext uri="{FF2B5EF4-FFF2-40B4-BE49-F238E27FC236}">
                  <a16:creationId xmlns:a16="http://schemas.microsoft.com/office/drawing/2014/main" id="{30831425-02F6-06AA-E676-FECE14564129}"/>
                </a:ext>
              </a:extLst>
            </p:cNvPr>
            <p:cNvSpPr>
              <a:spLocks noGrp="1"/>
            </p:cNvSpPr>
            <p:nvPr/>
          </p:nvSpPr>
          <p:spPr>
            <a:xfrm>
              <a:off x="5033559" y="3619399"/>
              <a:ext cx="92481" cy="59583"/>
            </a:xfrm>
            <a:custGeom>
              <a:avLst/>
              <a:gdLst/>
              <a:ahLst/>
              <a:cxnLst/>
              <a:rect l="0" t="0" r="0" b="0"/>
              <a:pathLst>
                <a:path w="92481" h="59583">
                  <a:moveTo>
                    <a:pt x="0" y="59583"/>
                  </a:moveTo>
                  <a:lnTo>
                    <a:pt x="9248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09" name="Candidate_receptor__3308">
              <a:extLst>
                <a:ext uri="{FF2B5EF4-FFF2-40B4-BE49-F238E27FC236}">
                  <a16:creationId xmlns:a16="http://schemas.microsoft.com/office/drawing/2014/main" id="{CFED2008-1D44-1CD7-786E-AB0478067CFC}"/>
                </a:ext>
              </a:extLst>
            </p:cNvPr>
            <p:cNvSpPr>
              <a:spLocks noGrp="1"/>
            </p:cNvSpPr>
            <p:nvPr/>
          </p:nvSpPr>
          <p:spPr>
            <a:xfrm>
              <a:off x="4936289" y="2871452"/>
              <a:ext cx="100209" cy="25492"/>
            </a:xfrm>
            <a:custGeom>
              <a:avLst/>
              <a:gdLst/>
              <a:ahLst/>
              <a:cxnLst/>
              <a:rect l="0" t="0" r="0" b="0"/>
              <a:pathLst>
                <a:path w="100209" h="25492">
                  <a:moveTo>
                    <a:pt x="100209" y="254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0" name="Candidate_receptor__3309">
              <a:extLst>
                <a:ext uri="{FF2B5EF4-FFF2-40B4-BE49-F238E27FC236}">
                  <a16:creationId xmlns:a16="http://schemas.microsoft.com/office/drawing/2014/main" id="{EBF6D1B8-DE2E-54AE-4EAD-474A798FCA3C}"/>
                </a:ext>
              </a:extLst>
            </p:cNvPr>
            <p:cNvSpPr>
              <a:spLocks noGrp="1"/>
            </p:cNvSpPr>
            <p:nvPr/>
          </p:nvSpPr>
          <p:spPr>
            <a:xfrm>
              <a:off x="5740194" y="1868318"/>
              <a:ext cx="97115" cy="61475"/>
            </a:xfrm>
            <a:custGeom>
              <a:avLst/>
              <a:gdLst/>
              <a:ahLst/>
              <a:cxnLst/>
              <a:rect l="0" t="0" r="0" b="0"/>
              <a:pathLst>
                <a:path w="97115" h="61475">
                  <a:moveTo>
                    <a:pt x="97115" y="0"/>
                  </a:moveTo>
                  <a:lnTo>
                    <a:pt x="0" y="6147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1" name="Candidate_receptor__3310">
              <a:extLst>
                <a:ext uri="{FF2B5EF4-FFF2-40B4-BE49-F238E27FC236}">
                  <a16:creationId xmlns:a16="http://schemas.microsoft.com/office/drawing/2014/main" id="{EAFB988A-5933-0607-CDDB-C08717C41471}"/>
                </a:ext>
              </a:extLst>
            </p:cNvPr>
            <p:cNvSpPr>
              <a:spLocks noGrp="1"/>
            </p:cNvSpPr>
            <p:nvPr/>
          </p:nvSpPr>
          <p:spPr>
            <a:xfrm>
              <a:off x="5135023" y="2433744"/>
              <a:ext cx="40275" cy="79680"/>
            </a:xfrm>
            <a:custGeom>
              <a:avLst/>
              <a:gdLst/>
              <a:ahLst/>
              <a:cxnLst/>
              <a:rect l="0" t="0" r="0" b="0"/>
              <a:pathLst>
                <a:path w="40275" h="79680">
                  <a:moveTo>
                    <a:pt x="40275" y="0"/>
                  </a:moveTo>
                  <a:lnTo>
                    <a:pt x="0" y="7968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2" name="Candidate_receptor__3311">
              <a:extLst>
                <a:ext uri="{FF2B5EF4-FFF2-40B4-BE49-F238E27FC236}">
                  <a16:creationId xmlns:a16="http://schemas.microsoft.com/office/drawing/2014/main" id="{6505AFC1-BE69-C31B-6577-346AD38C4D94}"/>
                </a:ext>
              </a:extLst>
            </p:cNvPr>
            <p:cNvSpPr>
              <a:spLocks noGrp="1"/>
            </p:cNvSpPr>
            <p:nvPr/>
          </p:nvSpPr>
          <p:spPr>
            <a:xfrm>
              <a:off x="5397482" y="1956120"/>
              <a:ext cx="101470" cy="17222"/>
            </a:xfrm>
            <a:custGeom>
              <a:avLst/>
              <a:gdLst/>
              <a:ahLst/>
              <a:cxnLst/>
              <a:rect l="0" t="0" r="0" b="0"/>
              <a:pathLst>
                <a:path w="101470" h="17222">
                  <a:moveTo>
                    <a:pt x="101470" y="172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3" name="Candidate_receptor__3312">
              <a:extLst>
                <a:ext uri="{FF2B5EF4-FFF2-40B4-BE49-F238E27FC236}">
                  <a16:creationId xmlns:a16="http://schemas.microsoft.com/office/drawing/2014/main" id="{47E89A53-0973-D47D-0D34-E55CBF878881}"/>
                </a:ext>
              </a:extLst>
            </p:cNvPr>
            <p:cNvSpPr>
              <a:spLocks noGrp="1"/>
            </p:cNvSpPr>
            <p:nvPr/>
          </p:nvSpPr>
          <p:spPr>
            <a:xfrm>
              <a:off x="5803609" y="2337510"/>
              <a:ext cx="4213" cy="112188"/>
            </a:xfrm>
            <a:custGeom>
              <a:avLst/>
              <a:gdLst/>
              <a:ahLst/>
              <a:cxnLst/>
              <a:rect l="0" t="0" r="0" b="0"/>
              <a:pathLst>
                <a:path w="4213" h="112188">
                  <a:moveTo>
                    <a:pt x="0" y="112188"/>
                  </a:moveTo>
                  <a:lnTo>
                    <a:pt x="421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4" name="Candidate_receptor__3313">
              <a:extLst>
                <a:ext uri="{FF2B5EF4-FFF2-40B4-BE49-F238E27FC236}">
                  <a16:creationId xmlns:a16="http://schemas.microsoft.com/office/drawing/2014/main" id="{E2FD7ABB-5C3A-14DA-24E1-227A63E9AF5A}"/>
                </a:ext>
              </a:extLst>
            </p:cNvPr>
            <p:cNvSpPr>
              <a:spLocks noGrp="1"/>
            </p:cNvSpPr>
            <p:nvPr/>
          </p:nvSpPr>
          <p:spPr>
            <a:xfrm>
              <a:off x="5135023" y="2513424"/>
              <a:ext cx="95" cy="83604"/>
            </a:xfrm>
            <a:custGeom>
              <a:avLst/>
              <a:gdLst/>
              <a:ahLst/>
              <a:cxnLst/>
              <a:rect l="0" t="0" r="0" b="0"/>
              <a:pathLst>
                <a:path w="95" h="83604">
                  <a:moveTo>
                    <a:pt x="0" y="0"/>
                  </a:moveTo>
                  <a:lnTo>
                    <a:pt x="51" y="836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5" name="Candidate_receptor__3314">
              <a:extLst>
                <a:ext uri="{FF2B5EF4-FFF2-40B4-BE49-F238E27FC236}">
                  <a16:creationId xmlns:a16="http://schemas.microsoft.com/office/drawing/2014/main" id="{93F4DD1C-52C6-FCA8-0F6D-1DCB5074801A}"/>
                </a:ext>
              </a:extLst>
            </p:cNvPr>
            <p:cNvSpPr>
              <a:spLocks noGrp="1"/>
            </p:cNvSpPr>
            <p:nvPr/>
          </p:nvSpPr>
          <p:spPr>
            <a:xfrm>
              <a:off x="3885244" y="2718959"/>
              <a:ext cx="2684" cy="44550"/>
            </a:xfrm>
            <a:custGeom>
              <a:avLst/>
              <a:gdLst/>
              <a:ahLst/>
              <a:cxnLst/>
              <a:rect l="0" t="0" r="0" b="0"/>
              <a:pathLst>
                <a:path w="2684" h="44550">
                  <a:moveTo>
                    <a:pt x="0" y="44550"/>
                  </a:moveTo>
                  <a:lnTo>
                    <a:pt x="2684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6" name="Candidate_receptor__3315">
              <a:extLst>
                <a:ext uri="{FF2B5EF4-FFF2-40B4-BE49-F238E27FC236}">
                  <a16:creationId xmlns:a16="http://schemas.microsoft.com/office/drawing/2014/main" id="{C4511D74-89E9-7AC4-1556-179CC4181FA5}"/>
                </a:ext>
              </a:extLst>
            </p:cNvPr>
            <p:cNvSpPr>
              <a:spLocks noGrp="1"/>
            </p:cNvSpPr>
            <p:nvPr/>
          </p:nvSpPr>
          <p:spPr>
            <a:xfrm>
              <a:off x="4657341" y="3019257"/>
              <a:ext cx="46528" cy="64495"/>
            </a:xfrm>
            <a:custGeom>
              <a:avLst/>
              <a:gdLst/>
              <a:ahLst/>
              <a:cxnLst/>
              <a:rect l="0" t="0" r="0" b="0"/>
              <a:pathLst>
                <a:path w="46528" h="64495">
                  <a:moveTo>
                    <a:pt x="46528" y="0"/>
                  </a:moveTo>
                  <a:lnTo>
                    <a:pt x="0" y="6449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7" name="Candidate_receptor__3316">
              <a:extLst>
                <a:ext uri="{FF2B5EF4-FFF2-40B4-BE49-F238E27FC236}">
                  <a16:creationId xmlns:a16="http://schemas.microsoft.com/office/drawing/2014/main" id="{99E4B253-3CDA-DDD6-7CAD-8FDB8B1BE48B}"/>
                </a:ext>
              </a:extLst>
            </p:cNvPr>
            <p:cNvSpPr>
              <a:spLocks noGrp="1"/>
            </p:cNvSpPr>
            <p:nvPr/>
          </p:nvSpPr>
          <p:spPr>
            <a:xfrm>
              <a:off x="4788458" y="2061997"/>
              <a:ext cx="16840" cy="56804"/>
            </a:xfrm>
            <a:custGeom>
              <a:avLst/>
              <a:gdLst/>
              <a:ahLst/>
              <a:cxnLst/>
              <a:rect l="0" t="0" r="0" b="0"/>
              <a:pathLst>
                <a:path w="16840" h="56804">
                  <a:moveTo>
                    <a:pt x="0" y="56804"/>
                  </a:moveTo>
                  <a:lnTo>
                    <a:pt x="1684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18" name="Candidate_receptor__3317">
              <a:extLst>
                <a:ext uri="{FF2B5EF4-FFF2-40B4-BE49-F238E27FC236}">
                  <a16:creationId xmlns:a16="http://schemas.microsoft.com/office/drawing/2014/main" id="{E29E6D22-D95E-550A-F811-CE9CE629434D}"/>
                </a:ext>
              </a:extLst>
            </p:cNvPr>
            <p:cNvSpPr>
              <a:spLocks noGrp="1"/>
            </p:cNvSpPr>
            <p:nvPr/>
          </p:nvSpPr>
          <p:spPr>
            <a:xfrm>
              <a:off x="4545646" y="2343130"/>
              <a:ext cx="85838" cy="5329"/>
            </a:xfrm>
            <a:custGeom>
              <a:avLst/>
              <a:gdLst/>
              <a:ahLst/>
              <a:cxnLst/>
              <a:rect l="0" t="0" r="0" b="0"/>
              <a:pathLst>
                <a:path w="85838" h="5329">
                  <a:moveTo>
                    <a:pt x="0" y="5329"/>
                  </a:moveTo>
                  <a:lnTo>
                    <a:pt x="8583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19" name="Candidate_receptor__3318">
              <a:extLst>
                <a:ext uri="{FF2B5EF4-FFF2-40B4-BE49-F238E27FC236}">
                  <a16:creationId xmlns:a16="http://schemas.microsoft.com/office/drawing/2014/main" id="{D7A3EC55-B169-5650-CC3F-2A8BDC759B76}"/>
                </a:ext>
              </a:extLst>
            </p:cNvPr>
            <p:cNvSpPr>
              <a:spLocks noGrp="1"/>
            </p:cNvSpPr>
            <p:nvPr/>
          </p:nvSpPr>
          <p:spPr>
            <a:xfrm>
              <a:off x="5541405" y="1614107"/>
              <a:ext cx="19592" cy="113490"/>
            </a:xfrm>
            <a:custGeom>
              <a:avLst/>
              <a:gdLst/>
              <a:ahLst/>
              <a:cxnLst/>
              <a:rect l="0" t="0" r="0" b="0"/>
              <a:pathLst>
                <a:path w="19592" h="113490">
                  <a:moveTo>
                    <a:pt x="0" y="113490"/>
                  </a:moveTo>
                  <a:lnTo>
                    <a:pt x="1959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0" name="Candidate_receptor__3319">
              <a:extLst>
                <a:ext uri="{FF2B5EF4-FFF2-40B4-BE49-F238E27FC236}">
                  <a16:creationId xmlns:a16="http://schemas.microsoft.com/office/drawing/2014/main" id="{28767F88-D13D-A0CA-0377-781BB6F47EBA}"/>
                </a:ext>
              </a:extLst>
            </p:cNvPr>
            <p:cNvSpPr>
              <a:spLocks noGrp="1"/>
            </p:cNvSpPr>
            <p:nvPr/>
          </p:nvSpPr>
          <p:spPr>
            <a:xfrm>
              <a:off x="5416103" y="3274726"/>
              <a:ext cx="110149" cy="5201"/>
            </a:xfrm>
            <a:custGeom>
              <a:avLst/>
              <a:gdLst/>
              <a:ahLst/>
              <a:cxnLst/>
              <a:rect l="0" t="0" r="0" b="0"/>
              <a:pathLst>
                <a:path w="110149" h="5201">
                  <a:moveTo>
                    <a:pt x="0" y="5201"/>
                  </a:moveTo>
                  <a:lnTo>
                    <a:pt x="11014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1" name="Candidate_receptor__3320">
              <a:extLst>
                <a:ext uri="{FF2B5EF4-FFF2-40B4-BE49-F238E27FC236}">
                  <a16:creationId xmlns:a16="http://schemas.microsoft.com/office/drawing/2014/main" id="{E0F51D00-446D-B176-77BC-28E312DB2EAD}"/>
                </a:ext>
              </a:extLst>
            </p:cNvPr>
            <p:cNvSpPr>
              <a:spLocks noGrp="1"/>
            </p:cNvSpPr>
            <p:nvPr/>
          </p:nvSpPr>
          <p:spPr>
            <a:xfrm>
              <a:off x="5353116" y="2394632"/>
              <a:ext cx="72594" cy="78192"/>
            </a:xfrm>
            <a:custGeom>
              <a:avLst/>
              <a:gdLst/>
              <a:ahLst/>
              <a:cxnLst/>
              <a:rect l="0" t="0" r="0" b="0"/>
              <a:pathLst>
                <a:path w="72594" h="78192">
                  <a:moveTo>
                    <a:pt x="72594" y="781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2" name="Candidate_receptor__3321">
              <a:extLst>
                <a:ext uri="{FF2B5EF4-FFF2-40B4-BE49-F238E27FC236}">
                  <a16:creationId xmlns:a16="http://schemas.microsoft.com/office/drawing/2014/main" id="{A35AB220-8565-A6F4-3B3E-D39BB88BC035}"/>
                </a:ext>
              </a:extLst>
            </p:cNvPr>
            <p:cNvSpPr>
              <a:spLocks noGrp="1"/>
            </p:cNvSpPr>
            <p:nvPr/>
          </p:nvSpPr>
          <p:spPr>
            <a:xfrm>
              <a:off x="4764424" y="2826952"/>
              <a:ext cx="14127" cy="115584"/>
            </a:xfrm>
            <a:custGeom>
              <a:avLst/>
              <a:gdLst/>
              <a:ahLst/>
              <a:cxnLst/>
              <a:rect l="0" t="0" r="0" b="0"/>
              <a:pathLst>
                <a:path w="14127" h="115584">
                  <a:moveTo>
                    <a:pt x="0" y="0"/>
                  </a:moveTo>
                  <a:lnTo>
                    <a:pt x="14127" y="115584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3" name="Candidate_receptor__3322">
              <a:extLst>
                <a:ext uri="{FF2B5EF4-FFF2-40B4-BE49-F238E27FC236}">
                  <a16:creationId xmlns:a16="http://schemas.microsoft.com/office/drawing/2014/main" id="{356D7F66-9563-4E5A-AF84-221798EFA692}"/>
                </a:ext>
              </a:extLst>
            </p:cNvPr>
            <p:cNvSpPr>
              <a:spLocks noGrp="1"/>
            </p:cNvSpPr>
            <p:nvPr/>
          </p:nvSpPr>
          <p:spPr>
            <a:xfrm>
              <a:off x="4005186" y="2863254"/>
              <a:ext cx="27179" cy="26165"/>
            </a:xfrm>
            <a:custGeom>
              <a:avLst/>
              <a:gdLst/>
              <a:ahLst/>
              <a:cxnLst/>
              <a:rect l="0" t="0" r="0" b="0"/>
              <a:pathLst>
                <a:path w="27179" h="26165">
                  <a:moveTo>
                    <a:pt x="27179" y="0"/>
                  </a:moveTo>
                  <a:lnTo>
                    <a:pt x="0" y="2616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4" name="Candidate_receptor__3323">
              <a:extLst>
                <a:ext uri="{FF2B5EF4-FFF2-40B4-BE49-F238E27FC236}">
                  <a16:creationId xmlns:a16="http://schemas.microsoft.com/office/drawing/2014/main" id="{B039C5B2-DE2D-D0A8-2F0E-940A25569608}"/>
                </a:ext>
              </a:extLst>
            </p:cNvPr>
            <p:cNvSpPr>
              <a:spLocks noGrp="1"/>
            </p:cNvSpPr>
            <p:nvPr/>
          </p:nvSpPr>
          <p:spPr>
            <a:xfrm>
              <a:off x="5754283" y="3909100"/>
              <a:ext cx="33996" cy="64520"/>
            </a:xfrm>
            <a:custGeom>
              <a:avLst/>
              <a:gdLst/>
              <a:ahLst/>
              <a:cxnLst/>
              <a:rect l="0" t="0" r="0" b="0"/>
              <a:pathLst>
                <a:path w="33996" h="64520">
                  <a:moveTo>
                    <a:pt x="33996" y="0"/>
                  </a:moveTo>
                  <a:lnTo>
                    <a:pt x="0" y="6452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5" name="Candidate_receptor__3324">
              <a:extLst>
                <a:ext uri="{FF2B5EF4-FFF2-40B4-BE49-F238E27FC236}">
                  <a16:creationId xmlns:a16="http://schemas.microsoft.com/office/drawing/2014/main" id="{45387BBE-0FCE-0FFB-F16D-B6D50352954C}"/>
                </a:ext>
              </a:extLst>
            </p:cNvPr>
            <p:cNvSpPr>
              <a:spLocks noGrp="1"/>
            </p:cNvSpPr>
            <p:nvPr/>
          </p:nvSpPr>
          <p:spPr>
            <a:xfrm>
              <a:off x="4841904" y="3641615"/>
              <a:ext cx="2554" cy="14383"/>
            </a:xfrm>
            <a:custGeom>
              <a:avLst/>
              <a:gdLst/>
              <a:ahLst/>
              <a:cxnLst/>
              <a:rect l="0" t="0" r="0" b="0"/>
              <a:pathLst>
                <a:path w="2554" h="14383">
                  <a:moveTo>
                    <a:pt x="2554" y="0"/>
                  </a:moveTo>
                  <a:lnTo>
                    <a:pt x="0" y="14383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26" name="Candidate_receptor__3325">
              <a:extLst>
                <a:ext uri="{FF2B5EF4-FFF2-40B4-BE49-F238E27FC236}">
                  <a16:creationId xmlns:a16="http://schemas.microsoft.com/office/drawing/2014/main" id="{FD304AE3-11A0-9F02-FA19-3A505FCF54A6}"/>
                </a:ext>
              </a:extLst>
            </p:cNvPr>
            <p:cNvSpPr>
              <a:spLocks noGrp="1"/>
            </p:cNvSpPr>
            <p:nvPr/>
          </p:nvSpPr>
          <p:spPr>
            <a:xfrm>
              <a:off x="5369035" y="1702412"/>
              <a:ext cx="31972" cy="87467"/>
            </a:xfrm>
            <a:custGeom>
              <a:avLst/>
              <a:gdLst/>
              <a:ahLst/>
              <a:cxnLst/>
              <a:rect l="0" t="0" r="0" b="0"/>
              <a:pathLst>
                <a:path w="31972" h="87467">
                  <a:moveTo>
                    <a:pt x="0" y="87467"/>
                  </a:moveTo>
                  <a:lnTo>
                    <a:pt x="3197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7" name="Candidate_receptor__3326">
              <a:extLst>
                <a:ext uri="{FF2B5EF4-FFF2-40B4-BE49-F238E27FC236}">
                  <a16:creationId xmlns:a16="http://schemas.microsoft.com/office/drawing/2014/main" id="{20E28D11-90C1-3C7A-83BC-FBC018E0E4F1}"/>
                </a:ext>
              </a:extLst>
            </p:cNvPr>
            <p:cNvSpPr>
              <a:spLocks noGrp="1"/>
            </p:cNvSpPr>
            <p:nvPr/>
          </p:nvSpPr>
          <p:spPr>
            <a:xfrm>
              <a:off x="4124244" y="2872008"/>
              <a:ext cx="32795" cy="61087"/>
            </a:xfrm>
            <a:custGeom>
              <a:avLst/>
              <a:gdLst/>
              <a:ahLst/>
              <a:cxnLst/>
              <a:rect l="0" t="0" r="0" b="0"/>
              <a:pathLst>
                <a:path w="32795" h="61087">
                  <a:moveTo>
                    <a:pt x="32795" y="0"/>
                  </a:moveTo>
                  <a:lnTo>
                    <a:pt x="0" y="6108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8" name="Candidate_receptor__3327">
              <a:extLst>
                <a:ext uri="{FF2B5EF4-FFF2-40B4-BE49-F238E27FC236}">
                  <a16:creationId xmlns:a16="http://schemas.microsoft.com/office/drawing/2014/main" id="{663BD731-95F9-6B48-193A-926B4D41D2F6}"/>
                </a:ext>
              </a:extLst>
            </p:cNvPr>
            <p:cNvSpPr>
              <a:spLocks noGrp="1"/>
            </p:cNvSpPr>
            <p:nvPr/>
          </p:nvSpPr>
          <p:spPr>
            <a:xfrm>
              <a:off x="5944262" y="3635627"/>
              <a:ext cx="16118" cy="99132"/>
            </a:xfrm>
            <a:custGeom>
              <a:avLst/>
              <a:gdLst/>
              <a:ahLst/>
              <a:cxnLst/>
              <a:rect l="0" t="0" r="0" b="0"/>
              <a:pathLst>
                <a:path w="16118" h="99132">
                  <a:moveTo>
                    <a:pt x="16118" y="991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29" name="Candidate_receptor__3328">
              <a:extLst>
                <a:ext uri="{FF2B5EF4-FFF2-40B4-BE49-F238E27FC236}">
                  <a16:creationId xmlns:a16="http://schemas.microsoft.com/office/drawing/2014/main" id="{004A65E7-C19E-8BA3-4A8F-D1B7859F2B03}"/>
                </a:ext>
              </a:extLst>
            </p:cNvPr>
            <p:cNvSpPr>
              <a:spLocks noGrp="1"/>
            </p:cNvSpPr>
            <p:nvPr/>
          </p:nvSpPr>
          <p:spPr>
            <a:xfrm>
              <a:off x="3767964" y="3052558"/>
              <a:ext cx="100113" cy="48835"/>
            </a:xfrm>
            <a:custGeom>
              <a:avLst/>
              <a:gdLst/>
              <a:ahLst/>
              <a:cxnLst/>
              <a:rect l="0" t="0" r="0" b="0"/>
              <a:pathLst>
                <a:path w="100113" h="48835">
                  <a:moveTo>
                    <a:pt x="100113" y="488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0" name="Candidate_receptor__3329">
              <a:extLst>
                <a:ext uri="{FF2B5EF4-FFF2-40B4-BE49-F238E27FC236}">
                  <a16:creationId xmlns:a16="http://schemas.microsoft.com/office/drawing/2014/main" id="{D40DA7C3-78F5-18A7-19DD-D5C7618168CE}"/>
                </a:ext>
              </a:extLst>
            </p:cNvPr>
            <p:cNvSpPr>
              <a:spLocks noGrp="1"/>
            </p:cNvSpPr>
            <p:nvPr/>
          </p:nvSpPr>
          <p:spPr>
            <a:xfrm>
              <a:off x="4415876" y="3093624"/>
              <a:ext cx="81846" cy="32387"/>
            </a:xfrm>
            <a:custGeom>
              <a:avLst/>
              <a:gdLst/>
              <a:ahLst/>
              <a:cxnLst/>
              <a:rect l="0" t="0" r="0" b="0"/>
              <a:pathLst>
                <a:path w="81846" h="32387">
                  <a:moveTo>
                    <a:pt x="0" y="32387"/>
                  </a:moveTo>
                  <a:lnTo>
                    <a:pt x="8184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1" name="Candidate_receptor__3330">
              <a:extLst>
                <a:ext uri="{FF2B5EF4-FFF2-40B4-BE49-F238E27FC236}">
                  <a16:creationId xmlns:a16="http://schemas.microsoft.com/office/drawing/2014/main" id="{A12A1B85-A811-CD9E-9A11-4AC9F8A5E739}"/>
                </a:ext>
              </a:extLst>
            </p:cNvPr>
            <p:cNvSpPr>
              <a:spLocks noGrp="1"/>
            </p:cNvSpPr>
            <p:nvPr/>
          </p:nvSpPr>
          <p:spPr>
            <a:xfrm>
              <a:off x="5805314" y="2822133"/>
              <a:ext cx="34956" cy="11305"/>
            </a:xfrm>
            <a:custGeom>
              <a:avLst/>
              <a:gdLst/>
              <a:ahLst/>
              <a:cxnLst/>
              <a:rect l="0" t="0" r="0" b="0"/>
              <a:pathLst>
                <a:path w="34956" h="11305">
                  <a:moveTo>
                    <a:pt x="0" y="0"/>
                  </a:moveTo>
                  <a:lnTo>
                    <a:pt x="34956" y="1130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2" name="Candidate_receptor__3331">
              <a:extLst>
                <a:ext uri="{FF2B5EF4-FFF2-40B4-BE49-F238E27FC236}">
                  <a16:creationId xmlns:a16="http://schemas.microsoft.com/office/drawing/2014/main" id="{2B0618B3-B8AC-1DB5-717B-E1A9D25FAAA0}"/>
                </a:ext>
              </a:extLst>
            </p:cNvPr>
            <p:cNvSpPr>
              <a:spLocks noGrp="1"/>
            </p:cNvSpPr>
            <p:nvPr/>
          </p:nvSpPr>
          <p:spPr>
            <a:xfrm>
              <a:off x="5279039" y="1789879"/>
              <a:ext cx="89996" cy="50405"/>
            </a:xfrm>
            <a:custGeom>
              <a:avLst/>
              <a:gdLst/>
              <a:ahLst/>
              <a:cxnLst/>
              <a:rect l="0" t="0" r="0" b="0"/>
              <a:pathLst>
                <a:path w="89996" h="50405">
                  <a:moveTo>
                    <a:pt x="0" y="50405"/>
                  </a:moveTo>
                  <a:lnTo>
                    <a:pt x="8999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3" name="Candidate_receptor__3332">
              <a:extLst>
                <a:ext uri="{FF2B5EF4-FFF2-40B4-BE49-F238E27FC236}">
                  <a16:creationId xmlns:a16="http://schemas.microsoft.com/office/drawing/2014/main" id="{94E523EE-1D52-3F89-6C32-5CCB693CCBCC}"/>
                </a:ext>
              </a:extLst>
            </p:cNvPr>
            <p:cNvSpPr>
              <a:spLocks noGrp="1"/>
            </p:cNvSpPr>
            <p:nvPr/>
          </p:nvSpPr>
          <p:spPr>
            <a:xfrm>
              <a:off x="5258331" y="2504114"/>
              <a:ext cx="31154" cy="23909"/>
            </a:xfrm>
            <a:custGeom>
              <a:avLst/>
              <a:gdLst/>
              <a:ahLst/>
              <a:cxnLst/>
              <a:rect l="0" t="0" r="0" b="0"/>
              <a:pathLst>
                <a:path w="31154" h="23909">
                  <a:moveTo>
                    <a:pt x="31154" y="239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4" name="Candidate_receptor__3333">
              <a:extLst>
                <a:ext uri="{FF2B5EF4-FFF2-40B4-BE49-F238E27FC236}">
                  <a16:creationId xmlns:a16="http://schemas.microsoft.com/office/drawing/2014/main" id="{BCAC570E-5814-DA8F-7E81-21B10B97B12D}"/>
                </a:ext>
              </a:extLst>
            </p:cNvPr>
            <p:cNvSpPr>
              <a:spLocks noGrp="1"/>
            </p:cNvSpPr>
            <p:nvPr/>
          </p:nvSpPr>
          <p:spPr>
            <a:xfrm>
              <a:off x="4780353" y="3201417"/>
              <a:ext cx="10983" cy="104516"/>
            </a:xfrm>
            <a:custGeom>
              <a:avLst/>
              <a:gdLst/>
              <a:ahLst/>
              <a:cxnLst/>
              <a:rect l="0" t="0" r="0" b="0"/>
              <a:pathLst>
                <a:path w="10983" h="104516">
                  <a:moveTo>
                    <a:pt x="10983" y="1045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5" name="Candidate_receptor__3334">
              <a:extLst>
                <a:ext uri="{FF2B5EF4-FFF2-40B4-BE49-F238E27FC236}">
                  <a16:creationId xmlns:a16="http://schemas.microsoft.com/office/drawing/2014/main" id="{DBADA63C-DA59-5D23-448C-EACF4A0167F8}"/>
                </a:ext>
              </a:extLst>
            </p:cNvPr>
            <p:cNvSpPr>
              <a:spLocks noGrp="1"/>
            </p:cNvSpPr>
            <p:nvPr/>
          </p:nvSpPr>
          <p:spPr>
            <a:xfrm>
              <a:off x="4764054" y="3509054"/>
              <a:ext cx="17491" cy="13217"/>
            </a:xfrm>
            <a:custGeom>
              <a:avLst/>
              <a:gdLst/>
              <a:ahLst/>
              <a:cxnLst/>
              <a:rect l="0" t="0" r="0" b="0"/>
              <a:pathLst>
                <a:path w="17491" h="13217">
                  <a:moveTo>
                    <a:pt x="17491" y="0"/>
                  </a:moveTo>
                  <a:lnTo>
                    <a:pt x="0" y="13217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6" name="Candidate_receptor__3335">
              <a:extLst>
                <a:ext uri="{FF2B5EF4-FFF2-40B4-BE49-F238E27FC236}">
                  <a16:creationId xmlns:a16="http://schemas.microsoft.com/office/drawing/2014/main" id="{61C1D664-8F35-43B9-A9B4-E40C142F4174}"/>
                </a:ext>
              </a:extLst>
            </p:cNvPr>
            <p:cNvSpPr>
              <a:spLocks noGrp="1"/>
            </p:cNvSpPr>
            <p:nvPr/>
          </p:nvSpPr>
          <p:spPr>
            <a:xfrm>
              <a:off x="3955105" y="2997164"/>
              <a:ext cx="66956" cy="4687"/>
            </a:xfrm>
            <a:custGeom>
              <a:avLst/>
              <a:gdLst/>
              <a:ahLst/>
              <a:cxnLst/>
              <a:rect l="0" t="0" r="0" b="0"/>
              <a:pathLst>
                <a:path w="66956" h="4687">
                  <a:moveTo>
                    <a:pt x="66956" y="46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7" name="Candidate_receptor__3336">
              <a:extLst>
                <a:ext uri="{FF2B5EF4-FFF2-40B4-BE49-F238E27FC236}">
                  <a16:creationId xmlns:a16="http://schemas.microsoft.com/office/drawing/2014/main" id="{48CB59EA-AE53-019C-ABFB-F03C5B402680}"/>
                </a:ext>
              </a:extLst>
            </p:cNvPr>
            <p:cNvSpPr>
              <a:spLocks noGrp="1"/>
            </p:cNvSpPr>
            <p:nvPr/>
          </p:nvSpPr>
          <p:spPr>
            <a:xfrm>
              <a:off x="4889826" y="3782187"/>
              <a:ext cx="11041" cy="17062"/>
            </a:xfrm>
            <a:custGeom>
              <a:avLst/>
              <a:gdLst/>
              <a:ahLst/>
              <a:cxnLst/>
              <a:rect l="0" t="0" r="0" b="0"/>
              <a:pathLst>
                <a:path w="11041" h="17062">
                  <a:moveTo>
                    <a:pt x="0" y="0"/>
                  </a:moveTo>
                  <a:lnTo>
                    <a:pt x="11041" y="170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8" name="Candidate_receptor__3337">
              <a:extLst>
                <a:ext uri="{FF2B5EF4-FFF2-40B4-BE49-F238E27FC236}">
                  <a16:creationId xmlns:a16="http://schemas.microsoft.com/office/drawing/2014/main" id="{9C84D316-6871-AB15-97EF-4F5B9533462B}"/>
                </a:ext>
              </a:extLst>
            </p:cNvPr>
            <p:cNvSpPr>
              <a:spLocks noGrp="1"/>
            </p:cNvSpPr>
            <p:nvPr/>
          </p:nvSpPr>
          <p:spPr>
            <a:xfrm>
              <a:off x="5401008" y="1637307"/>
              <a:ext cx="21998" cy="65105"/>
            </a:xfrm>
            <a:custGeom>
              <a:avLst/>
              <a:gdLst/>
              <a:ahLst/>
              <a:cxnLst/>
              <a:rect l="0" t="0" r="0" b="0"/>
              <a:pathLst>
                <a:path w="21998" h="65105">
                  <a:moveTo>
                    <a:pt x="0" y="65105"/>
                  </a:moveTo>
                  <a:lnTo>
                    <a:pt x="2199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39" name="Candidate_receptor__3338">
              <a:extLst>
                <a:ext uri="{FF2B5EF4-FFF2-40B4-BE49-F238E27FC236}">
                  <a16:creationId xmlns:a16="http://schemas.microsoft.com/office/drawing/2014/main" id="{31002890-E78A-15CF-4429-2A2B0F7C157E}"/>
                </a:ext>
              </a:extLst>
            </p:cNvPr>
            <p:cNvSpPr>
              <a:spLocks noGrp="1"/>
            </p:cNvSpPr>
            <p:nvPr/>
          </p:nvSpPr>
          <p:spPr>
            <a:xfrm>
              <a:off x="4631484" y="2277101"/>
              <a:ext cx="85991" cy="66028"/>
            </a:xfrm>
            <a:custGeom>
              <a:avLst/>
              <a:gdLst/>
              <a:ahLst/>
              <a:cxnLst/>
              <a:rect l="0" t="0" r="0" b="0"/>
              <a:pathLst>
                <a:path w="85991" h="66028">
                  <a:moveTo>
                    <a:pt x="0" y="66028"/>
                  </a:moveTo>
                  <a:lnTo>
                    <a:pt x="8599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0" name="Candidate_receptor__3339">
              <a:extLst>
                <a:ext uri="{FF2B5EF4-FFF2-40B4-BE49-F238E27FC236}">
                  <a16:creationId xmlns:a16="http://schemas.microsoft.com/office/drawing/2014/main" id="{6947E324-91A6-3F75-762A-8959FE9DFEE9}"/>
                </a:ext>
              </a:extLst>
            </p:cNvPr>
            <p:cNvSpPr>
              <a:spLocks noGrp="1"/>
            </p:cNvSpPr>
            <p:nvPr/>
          </p:nvSpPr>
          <p:spPr>
            <a:xfrm>
              <a:off x="4780353" y="3157289"/>
              <a:ext cx="88884" cy="44127"/>
            </a:xfrm>
            <a:custGeom>
              <a:avLst/>
              <a:gdLst/>
              <a:ahLst/>
              <a:cxnLst/>
              <a:rect l="0" t="0" r="0" b="0"/>
              <a:pathLst>
                <a:path w="88884" h="44127">
                  <a:moveTo>
                    <a:pt x="0" y="44127"/>
                  </a:moveTo>
                  <a:lnTo>
                    <a:pt x="8888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1" name="Candidate_receptor__3340">
              <a:extLst>
                <a:ext uri="{FF2B5EF4-FFF2-40B4-BE49-F238E27FC236}">
                  <a16:creationId xmlns:a16="http://schemas.microsoft.com/office/drawing/2014/main" id="{2AE1C330-B819-AB92-CBEC-4C7CE31C39C0}"/>
                </a:ext>
              </a:extLst>
            </p:cNvPr>
            <p:cNvSpPr>
              <a:spLocks noGrp="1"/>
            </p:cNvSpPr>
            <p:nvPr/>
          </p:nvSpPr>
          <p:spPr>
            <a:xfrm>
              <a:off x="4975759" y="2493546"/>
              <a:ext cx="34011" cy="108203"/>
            </a:xfrm>
            <a:custGeom>
              <a:avLst/>
              <a:gdLst/>
              <a:ahLst/>
              <a:cxnLst/>
              <a:rect l="0" t="0" r="0" b="0"/>
              <a:pathLst>
                <a:path w="34011" h="108203">
                  <a:moveTo>
                    <a:pt x="34011" y="0"/>
                  </a:moveTo>
                  <a:lnTo>
                    <a:pt x="0" y="1082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2" name="Candidate_receptor__3341">
              <a:extLst>
                <a:ext uri="{FF2B5EF4-FFF2-40B4-BE49-F238E27FC236}">
                  <a16:creationId xmlns:a16="http://schemas.microsoft.com/office/drawing/2014/main" id="{D6423317-B7DB-D4CC-6218-D2EBC6222317}"/>
                </a:ext>
              </a:extLst>
            </p:cNvPr>
            <p:cNvSpPr>
              <a:spLocks noGrp="1"/>
            </p:cNvSpPr>
            <p:nvPr/>
          </p:nvSpPr>
          <p:spPr>
            <a:xfrm>
              <a:off x="5807822" y="2316224"/>
              <a:ext cx="84219" cy="21286"/>
            </a:xfrm>
            <a:custGeom>
              <a:avLst/>
              <a:gdLst/>
              <a:ahLst/>
              <a:cxnLst/>
              <a:rect l="0" t="0" r="0" b="0"/>
              <a:pathLst>
                <a:path w="84219" h="21286">
                  <a:moveTo>
                    <a:pt x="0" y="21286"/>
                  </a:moveTo>
                  <a:lnTo>
                    <a:pt x="8421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3" name="Candidate_receptor__3342">
              <a:extLst>
                <a:ext uri="{FF2B5EF4-FFF2-40B4-BE49-F238E27FC236}">
                  <a16:creationId xmlns:a16="http://schemas.microsoft.com/office/drawing/2014/main" id="{B8DAC167-AA0D-FABC-21B8-3260F0A9690C}"/>
                </a:ext>
              </a:extLst>
            </p:cNvPr>
            <p:cNvSpPr>
              <a:spLocks noGrp="1"/>
            </p:cNvSpPr>
            <p:nvPr/>
          </p:nvSpPr>
          <p:spPr>
            <a:xfrm>
              <a:off x="4050198" y="2492122"/>
              <a:ext cx="112876" cy="3694"/>
            </a:xfrm>
            <a:custGeom>
              <a:avLst/>
              <a:gdLst/>
              <a:ahLst/>
              <a:cxnLst/>
              <a:rect l="0" t="0" r="0" b="0"/>
              <a:pathLst>
                <a:path w="112876" h="3694">
                  <a:moveTo>
                    <a:pt x="112876" y="0"/>
                  </a:moveTo>
                  <a:lnTo>
                    <a:pt x="0" y="369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4" name="Candidate_receptor__3343">
              <a:extLst>
                <a:ext uri="{FF2B5EF4-FFF2-40B4-BE49-F238E27FC236}">
                  <a16:creationId xmlns:a16="http://schemas.microsoft.com/office/drawing/2014/main" id="{B394344A-5FF0-9C97-E034-D70FB78BCD44}"/>
                </a:ext>
              </a:extLst>
            </p:cNvPr>
            <p:cNvSpPr>
              <a:spLocks noGrp="1"/>
            </p:cNvSpPr>
            <p:nvPr/>
          </p:nvSpPr>
          <p:spPr>
            <a:xfrm>
              <a:off x="5709538" y="1557659"/>
              <a:ext cx="13166" cy="91597"/>
            </a:xfrm>
            <a:custGeom>
              <a:avLst/>
              <a:gdLst/>
              <a:ahLst/>
              <a:cxnLst/>
              <a:rect l="0" t="0" r="0" b="0"/>
              <a:pathLst>
                <a:path w="13166" h="91597">
                  <a:moveTo>
                    <a:pt x="0" y="91597"/>
                  </a:moveTo>
                  <a:lnTo>
                    <a:pt x="1316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5" name="Candidate_receptor__3344">
              <a:extLst>
                <a:ext uri="{FF2B5EF4-FFF2-40B4-BE49-F238E27FC236}">
                  <a16:creationId xmlns:a16="http://schemas.microsoft.com/office/drawing/2014/main" id="{5FC0A83E-ABDD-C07C-9EA3-7182548C1CD1}"/>
                </a:ext>
              </a:extLst>
            </p:cNvPr>
            <p:cNvSpPr>
              <a:spLocks noGrp="1"/>
            </p:cNvSpPr>
            <p:nvPr/>
          </p:nvSpPr>
          <p:spPr>
            <a:xfrm>
              <a:off x="4163074" y="2492122"/>
              <a:ext cx="73768" cy="86332"/>
            </a:xfrm>
            <a:custGeom>
              <a:avLst/>
              <a:gdLst/>
              <a:ahLst/>
              <a:cxnLst/>
              <a:rect l="0" t="0" r="0" b="0"/>
              <a:pathLst>
                <a:path w="73768" h="86332">
                  <a:moveTo>
                    <a:pt x="73768" y="863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6" name="Candidate_receptor__3345">
              <a:extLst>
                <a:ext uri="{FF2B5EF4-FFF2-40B4-BE49-F238E27FC236}">
                  <a16:creationId xmlns:a16="http://schemas.microsoft.com/office/drawing/2014/main" id="{F5A62EED-FD59-6D76-8646-234F36516564}"/>
                </a:ext>
              </a:extLst>
            </p:cNvPr>
            <p:cNvSpPr>
              <a:spLocks noGrp="1"/>
            </p:cNvSpPr>
            <p:nvPr/>
          </p:nvSpPr>
          <p:spPr>
            <a:xfrm>
              <a:off x="5826563" y="1774698"/>
              <a:ext cx="10746" cy="93620"/>
            </a:xfrm>
            <a:custGeom>
              <a:avLst/>
              <a:gdLst/>
              <a:ahLst/>
              <a:cxnLst/>
              <a:rect l="0" t="0" r="0" b="0"/>
              <a:pathLst>
                <a:path w="10746" h="93620">
                  <a:moveTo>
                    <a:pt x="0" y="0"/>
                  </a:moveTo>
                  <a:lnTo>
                    <a:pt x="10746" y="9362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7" name="Candidate_receptor__3346">
              <a:extLst>
                <a:ext uri="{FF2B5EF4-FFF2-40B4-BE49-F238E27FC236}">
                  <a16:creationId xmlns:a16="http://schemas.microsoft.com/office/drawing/2014/main" id="{E8053695-E89D-0786-4463-66FE1B5638AA}"/>
                </a:ext>
              </a:extLst>
            </p:cNvPr>
            <p:cNvSpPr>
              <a:spLocks noGrp="1"/>
            </p:cNvSpPr>
            <p:nvPr/>
          </p:nvSpPr>
          <p:spPr>
            <a:xfrm>
              <a:off x="5391857" y="2781006"/>
              <a:ext cx="91363" cy="15159"/>
            </a:xfrm>
            <a:custGeom>
              <a:avLst/>
              <a:gdLst/>
              <a:ahLst/>
              <a:cxnLst/>
              <a:rect l="0" t="0" r="0" b="0"/>
              <a:pathLst>
                <a:path w="91363" h="15159">
                  <a:moveTo>
                    <a:pt x="0" y="0"/>
                  </a:moveTo>
                  <a:lnTo>
                    <a:pt x="91363" y="1515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48" name="Candidate_receptor__3347">
              <a:extLst>
                <a:ext uri="{FF2B5EF4-FFF2-40B4-BE49-F238E27FC236}">
                  <a16:creationId xmlns:a16="http://schemas.microsoft.com/office/drawing/2014/main" id="{096B5826-C06D-4B29-9E00-CE1DBD7A7BFD}"/>
                </a:ext>
              </a:extLst>
            </p:cNvPr>
            <p:cNvSpPr>
              <a:spLocks noGrp="1"/>
            </p:cNvSpPr>
            <p:nvPr/>
          </p:nvSpPr>
          <p:spPr>
            <a:xfrm>
              <a:off x="5624476" y="2604347"/>
              <a:ext cx="5491" cy="93813"/>
            </a:xfrm>
            <a:custGeom>
              <a:avLst/>
              <a:gdLst/>
              <a:ahLst/>
              <a:cxnLst/>
              <a:rect l="0" t="0" r="0" b="0"/>
              <a:pathLst>
                <a:path w="5491" h="93813">
                  <a:moveTo>
                    <a:pt x="5491" y="0"/>
                  </a:moveTo>
                  <a:lnTo>
                    <a:pt x="0" y="93813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49" name="Candidate_receptor__3348">
              <a:extLst>
                <a:ext uri="{FF2B5EF4-FFF2-40B4-BE49-F238E27FC236}">
                  <a16:creationId xmlns:a16="http://schemas.microsoft.com/office/drawing/2014/main" id="{7B37B638-8C9D-B031-FDC9-FE430F86E28A}"/>
                </a:ext>
              </a:extLst>
            </p:cNvPr>
            <p:cNvSpPr>
              <a:spLocks noGrp="1"/>
            </p:cNvSpPr>
            <p:nvPr/>
          </p:nvSpPr>
          <p:spPr>
            <a:xfrm>
              <a:off x="5498074" y="1973342"/>
              <a:ext cx="877" cy="113907"/>
            </a:xfrm>
            <a:custGeom>
              <a:avLst/>
              <a:gdLst/>
              <a:ahLst/>
              <a:cxnLst/>
              <a:rect l="0" t="0" r="0" b="0"/>
              <a:pathLst>
                <a:path w="877" h="113907">
                  <a:moveTo>
                    <a:pt x="0" y="113907"/>
                  </a:moveTo>
                  <a:lnTo>
                    <a:pt x="877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0" name="Candidate_receptor__3349">
              <a:extLst>
                <a:ext uri="{FF2B5EF4-FFF2-40B4-BE49-F238E27FC236}">
                  <a16:creationId xmlns:a16="http://schemas.microsoft.com/office/drawing/2014/main" id="{CBB1A39D-106B-4905-2707-6E6ADA918C2C}"/>
                </a:ext>
              </a:extLst>
            </p:cNvPr>
            <p:cNvSpPr>
              <a:spLocks noGrp="1"/>
            </p:cNvSpPr>
            <p:nvPr/>
          </p:nvSpPr>
          <p:spPr>
            <a:xfrm>
              <a:off x="4982219" y="3857520"/>
              <a:ext cx="81501" cy="67138"/>
            </a:xfrm>
            <a:custGeom>
              <a:avLst/>
              <a:gdLst/>
              <a:ahLst/>
              <a:cxnLst/>
              <a:rect l="0" t="0" r="0" b="0"/>
              <a:pathLst>
                <a:path w="81501" h="67138">
                  <a:moveTo>
                    <a:pt x="0" y="67138"/>
                  </a:moveTo>
                  <a:lnTo>
                    <a:pt x="8150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1" name="Candidate_receptor__3350">
              <a:extLst>
                <a:ext uri="{FF2B5EF4-FFF2-40B4-BE49-F238E27FC236}">
                  <a16:creationId xmlns:a16="http://schemas.microsoft.com/office/drawing/2014/main" id="{DAEB7572-9E4D-B525-3D37-9B151650ECA7}"/>
                </a:ext>
              </a:extLst>
            </p:cNvPr>
            <p:cNvSpPr>
              <a:spLocks noGrp="1"/>
            </p:cNvSpPr>
            <p:nvPr/>
          </p:nvSpPr>
          <p:spPr>
            <a:xfrm>
              <a:off x="4483270" y="3889061"/>
              <a:ext cx="49050" cy="56531"/>
            </a:xfrm>
            <a:custGeom>
              <a:avLst/>
              <a:gdLst/>
              <a:ahLst/>
              <a:cxnLst/>
              <a:rect l="0" t="0" r="0" b="0"/>
              <a:pathLst>
                <a:path w="49050" h="56531">
                  <a:moveTo>
                    <a:pt x="0" y="56531"/>
                  </a:moveTo>
                  <a:lnTo>
                    <a:pt x="4905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2" name="Candidate_receptor__3351">
              <a:extLst>
                <a:ext uri="{FF2B5EF4-FFF2-40B4-BE49-F238E27FC236}">
                  <a16:creationId xmlns:a16="http://schemas.microsoft.com/office/drawing/2014/main" id="{C239BEAD-6BC1-7CAC-071C-A3DA7D2238E8}"/>
                </a:ext>
              </a:extLst>
            </p:cNvPr>
            <p:cNvSpPr>
              <a:spLocks noGrp="1"/>
            </p:cNvSpPr>
            <p:nvPr/>
          </p:nvSpPr>
          <p:spPr>
            <a:xfrm>
              <a:off x="4585705" y="3083752"/>
              <a:ext cx="71636" cy="89006"/>
            </a:xfrm>
            <a:custGeom>
              <a:avLst/>
              <a:gdLst/>
              <a:ahLst/>
              <a:cxnLst/>
              <a:rect l="0" t="0" r="0" b="0"/>
              <a:pathLst>
                <a:path w="71636" h="89006">
                  <a:moveTo>
                    <a:pt x="71636" y="0"/>
                  </a:moveTo>
                  <a:lnTo>
                    <a:pt x="0" y="890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3" name="Candidate_receptor__3352">
              <a:extLst>
                <a:ext uri="{FF2B5EF4-FFF2-40B4-BE49-F238E27FC236}">
                  <a16:creationId xmlns:a16="http://schemas.microsoft.com/office/drawing/2014/main" id="{E935A017-BC93-C3A6-EBD3-16D0CDC9CB92}"/>
                </a:ext>
              </a:extLst>
            </p:cNvPr>
            <p:cNvSpPr>
              <a:spLocks noGrp="1"/>
            </p:cNvSpPr>
            <p:nvPr/>
          </p:nvSpPr>
          <p:spPr>
            <a:xfrm>
              <a:off x="5892041" y="2316224"/>
              <a:ext cx="60325" cy="81485"/>
            </a:xfrm>
            <a:custGeom>
              <a:avLst/>
              <a:gdLst/>
              <a:ahLst/>
              <a:cxnLst/>
              <a:rect l="0" t="0" r="0" b="0"/>
              <a:pathLst>
                <a:path w="60325" h="81485">
                  <a:moveTo>
                    <a:pt x="0" y="0"/>
                  </a:moveTo>
                  <a:lnTo>
                    <a:pt x="60325" y="8148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4" name="Candidate_receptor__3353">
              <a:extLst>
                <a:ext uri="{FF2B5EF4-FFF2-40B4-BE49-F238E27FC236}">
                  <a16:creationId xmlns:a16="http://schemas.microsoft.com/office/drawing/2014/main" id="{6717ABF9-F528-55D1-41A3-8D1145A02F62}"/>
                </a:ext>
              </a:extLst>
            </p:cNvPr>
            <p:cNvSpPr>
              <a:spLocks noGrp="1"/>
            </p:cNvSpPr>
            <p:nvPr/>
          </p:nvSpPr>
          <p:spPr>
            <a:xfrm>
              <a:off x="4717475" y="2277101"/>
              <a:ext cx="92017" cy="8603"/>
            </a:xfrm>
            <a:custGeom>
              <a:avLst/>
              <a:gdLst/>
              <a:ahLst/>
              <a:cxnLst/>
              <a:rect l="0" t="0" r="0" b="0"/>
              <a:pathLst>
                <a:path w="92017" h="8603">
                  <a:moveTo>
                    <a:pt x="0" y="0"/>
                  </a:moveTo>
                  <a:lnTo>
                    <a:pt x="92017" y="86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5" name="Candidate_receptor__3354">
              <a:extLst>
                <a:ext uri="{FF2B5EF4-FFF2-40B4-BE49-F238E27FC236}">
                  <a16:creationId xmlns:a16="http://schemas.microsoft.com/office/drawing/2014/main" id="{F2A12994-D995-5C89-0BE1-5991291446CF}"/>
                </a:ext>
              </a:extLst>
            </p:cNvPr>
            <p:cNvSpPr>
              <a:spLocks noGrp="1"/>
            </p:cNvSpPr>
            <p:nvPr/>
          </p:nvSpPr>
          <p:spPr>
            <a:xfrm>
              <a:off x="3873119" y="2941661"/>
              <a:ext cx="81986" cy="55503"/>
            </a:xfrm>
            <a:custGeom>
              <a:avLst/>
              <a:gdLst/>
              <a:ahLst/>
              <a:cxnLst/>
              <a:rect l="0" t="0" r="0" b="0"/>
              <a:pathLst>
                <a:path w="81986" h="55503">
                  <a:moveTo>
                    <a:pt x="81986" y="555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6" name="Candidate_receptor__3355">
              <a:extLst>
                <a:ext uri="{FF2B5EF4-FFF2-40B4-BE49-F238E27FC236}">
                  <a16:creationId xmlns:a16="http://schemas.microsoft.com/office/drawing/2014/main" id="{E1CB1AC3-039E-F342-DE6F-B33475956D97}"/>
                </a:ext>
              </a:extLst>
            </p:cNvPr>
            <p:cNvSpPr>
              <a:spLocks noGrp="1"/>
            </p:cNvSpPr>
            <p:nvPr/>
          </p:nvSpPr>
          <p:spPr>
            <a:xfrm>
              <a:off x="5670777" y="1649255"/>
              <a:ext cx="38761" cy="59757"/>
            </a:xfrm>
            <a:custGeom>
              <a:avLst/>
              <a:gdLst/>
              <a:ahLst/>
              <a:cxnLst/>
              <a:rect l="0" t="0" r="0" b="0"/>
              <a:pathLst>
                <a:path w="38761" h="59757">
                  <a:moveTo>
                    <a:pt x="0" y="59757"/>
                  </a:moveTo>
                  <a:lnTo>
                    <a:pt x="3876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7" name="Candidate_receptor__3356">
              <a:extLst>
                <a:ext uri="{FF2B5EF4-FFF2-40B4-BE49-F238E27FC236}">
                  <a16:creationId xmlns:a16="http://schemas.microsoft.com/office/drawing/2014/main" id="{F5F03499-D7D5-5BAC-CB53-2C0A1A99D15D}"/>
                </a:ext>
              </a:extLst>
            </p:cNvPr>
            <p:cNvSpPr>
              <a:spLocks noGrp="1"/>
            </p:cNvSpPr>
            <p:nvPr/>
          </p:nvSpPr>
          <p:spPr>
            <a:xfrm>
              <a:off x="4335315" y="3469789"/>
              <a:ext cx="34094" cy="89408"/>
            </a:xfrm>
            <a:custGeom>
              <a:avLst/>
              <a:gdLst/>
              <a:ahLst/>
              <a:cxnLst/>
              <a:rect l="0" t="0" r="0" b="0"/>
              <a:pathLst>
                <a:path w="34094" h="89408">
                  <a:moveTo>
                    <a:pt x="0" y="0"/>
                  </a:moveTo>
                  <a:lnTo>
                    <a:pt x="34094" y="8940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58" name="Candidate_receptor__3357">
              <a:extLst>
                <a:ext uri="{FF2B5EF4-FFF2-40B4-BE49-F238E27FC236}">
                  <a16:creationId xmlns:a16="http://schemas.microsoft.com/office/drawing/2014/main" id="{A9F876C7-F653-360C-8C51-342346DF274E}"/>
                </a:ext>
              </a:extLst>
            </p:cNvPr>
            <p:cNvSpPr>
              <a:spLocks noGrp="1"/>
            </p:cNvSpPr>
            <p:nvPr/>
          </p:nvSpPr>
          <p:spPr>
            <a:xfrm>
              <a:off x="5060509" y="3451199"/>
              <a:ext cx="25854" cy="43276"/>
            </a:xfrm>
            <a:custGeom>
              <a:avLst/>
              <a:gdLst/>
              <a:ahLst/>
              <a:cxnLst/>
              <a:rect l="0" t="0" r="0" b="0"/>
              <a:pathLst>
                <a:path w="25854" h="43276">
                  <a:moveTo>
                    <a:pt x="25854" y="0"/>
                  </a:moveTo>
                  <a:lnTo>
                    <a:pt x="0" y="4327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59" name="Candidate_receptor__3358">
              <a:extLst>
                <a:ext uri="{FF2B5EF4-FFF2-40B4-BE49-F238E27FC236}">
                  <a16:creationId xmlns:a16="http://schemas.microsoft.com/office/drawing/2014/main" id="{380A0833-87DE-1A94-1D82-CC291A28DB7C}"/>
                </a:ext>
              </a:extLst>
            </p:cNvPr>
            <p:cNvSpPr>
              <a:spLocks noGrp="1"/>
            </p:cNvSpPr>
            <p:nvPr/>
          </p:nvSpPr>
          <p:spPr>
            <a:xfrm>
              <a:off x="4869237" y="3157289"/>
              <a:ext cx="62004" cy="95646"/>
            </a:xfrm>
            <a:custGeom>
              <a:avLst/>
              <a:gdLst/>
              <a:ahLst/>
              <a:cxnLst/>
              <a:rect l="0" t="0" r="0" b="0"/>
              <a:pathLst>
                <a:path w="62004" h="95646">
                  <a:moveTo>
                    <a:pt x="0" y="0"/>
                  </a:moveTo>
                  <a:lnTo>
                    <a:pt x="62004" y="9564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0" name="Candidate_receptor__3359">
              <a:extLst>
                <a:ext uri="{FF2B5EF4-FFF2-40B4-BE49-F238E27FC236}">
                  <a16:creationId xmlns:a16="http://schemas.microsoft.com/office/drawing/2014/main" id="{23D3C924-A117-7737-6B0A-2770465E09B9}"/>
                </a:ext>
              </a:extLst>
            </p:cNvPr>
            <p:cNvSpPr>
              <a:spLocks noGrp="1"/>
            </p:cNvSpPr>
            <p:nvPr/>
          </p:nvSpPr>
          <p:spPr>
            <a:xfrm>
              <a:off x="4532659" y="3314649"/>
              <a:ext cx="39135" cy="79228"/>
            </a:xfrm>
            <a:custGeom>
              <a:avLst/>
              <a:gdLst/>
              <a:ahLst/>
              <a:cxnLst/>
              <a:rect l="0" t="0" r="0" b="0"/>
              <a:pathLst>
                <a:path w="39135" h="79228">
                  <a:moveTo>
                    <a:pt x="39135" y="792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1" name="Candidate_receptor__3360">
              <a:extLst>
                <a:ext uri="{FF2B5EF4-FFF2-40B4-BE49-F238E27FC236}">
                  <a16:creationId xmlns:a16="http://schemas.microsoft.com/office/drawing/2014/main" id="{3FE7DB1F-DE7C-C88D-BFA2-986C713F75A6}"/>
                </a:ext>
              </a:extLst>
            </p:cNvPr>
            <p:cNvSpPr>
              <a:spLocks noGrp="1"/>
            </p:cNvSpPr>
            <p:nvPr/>
          </p:nvSpPr>
          <p:spPr>
            <a:xfrm>
              <a:off x="5966507" y="3470914"/>
              <a:ext cx="19705" cy="22454"/>
            </a:xfrm>
            <a:custGeom>
              <a:avLst/>
              <a:gdLst/>
              <a:ahLst/>
              <a:cxnLst/>
              <a:rect l="0" t="0" r="0" b="0"/>
              <a:pathLst>
                <a:path w="19705" h="22454">
                  <a:moveTo>
                    <a:pt x="0" y="0"/>
                  </a:moveTo>
                  <a:lnTo>
                    <a:pt x="19705" y="2245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2" name="Candidate_receptor__3361">
              <a:extLst>
                <a:ext uri="{FF2B5EF4-FFF2-40B4-BE49-F238E27FC236}">
                  <a16:creationId xmlns:a16="http://schemas.microsoft.com/office/drawing/2014/main" id="{6AAB47CC-4693-EDF0-4C5D-579C1851F5D1}"/>
                </a:ext>
              </a:extLst>
            </p:cNvPr>
            <p:cNvSpPr>
              <a:spLocks noGrp="1"/>
            </p:cNvSpPr>
            <p:nvPr/>
          </p:nvSpPr>
          <p:spPr>
            <a:xfrm>
              <a:off x="5983165" y="2235455"/>
              <a:ext cx="71211" cy="47904"/>
            </a:xfrm>
            <a:custGeom>
              <a:avLst/>
              <a:gdLst/>
              <a:ahLst/>
              <a:cxnLst/>
              <a:rect l="0" t="0" r="0" b="0"/>
              <a:pathLst>
                <a:path w="71211" h="47904">
                  <a:moveTo>
                    <a:pt x="0" y="0"/>
                  </a:moveTo>
                  <a:lnTo>
                    <a:pt x="71211" y="4790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3" name="Candidate_receptor__3362">
              <a:extLst>
                <a:ext uri="{FF2B5EF4-FFF2-40B4-BE49-F238E27FC236}">
                  <a16:creationId xmlns:a16="http://schemas.microsoft.com/office/drawing/2014/main" id="{672AB1C4-E906-9339-2F98-F84EDC9A7532}"/>
                </a:ext>
              </a:extLst>
            </p:cNvPr>
            <p:cNvSpPr>
              <a:spLocks noGrp="1"/>
            </p:cNvSpPr>
            <p:nvPr/>
          </p:nvSpPr>
          <p:spPr>
            <a:xfrm>
              <a:off x="5673447" y="3648212"/>
              <a:ext cx="87574" cy="74325"/>
            </a:xfrm>
            <a:custGeom>
              <a:avLst/>
              <a:gdLst/>
              <a:ahLst/>
              <a:cxnLst/>
              <a:rect l="0" t="0" r="0" b="0"/>
              <a:pathLst>
                <a:path w="87574" h="74325">
                  <a:moveTo>
                    <a:pt x="87574" y="0"/>
                  </a:moveTo>
                  <a:lnTo>
                    <a:pt x="0" y="7432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4" name="Candidate_receptor__3363">
              <a:extLst>
                <a:ext uri="{FF2B5EF4-FFF2-40B4-BE49-F238E27FC236}">
                  <a16:creationId xmlns:a16="http://schemas.microsoft.com/office/drawing/2014/main" id="{7919D161-5F30-B484-6CD5-0D25D5AB1332}"/>
                </a:ext>
              </a:extLst>
            </p:cNvPr>
            <p:cNvSpPr>
              <a:spLocks noGrp="1"/>
            </p:cNvSpPr>
            <p:nvPr/>
          </p:nvSpPr>
          <p:spPr>
            <a:xfrm>
              <a:off x="4674605" y="2826952"/>
              <a:ext cx="89819" cy="1702"/>
            </a:xfrm>
            <a:custGeom>
              <a:avLst/>
              <a:gdLst/>
              <a:ahLst/>
              <a:cxnLst/>
              <a:rect l="0" t="0" r="0" b="0"/>
              <a:pathLst>
                <a:path w="89819" h="1702">
                  <a:moveTo>
                    <a:pt x="0" y="1702"/>
                  </a:moveTo>
                  <a:lnTo>
                    <a:pt x="8981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5" name="Candidate_receptor__3364">
              <a:extLst>
                <a:ext uri="{FF2B5EF4-FFF2-40B4-BE49-F238E27FC236}">
                  <a16:creationId xmlns:a16="http://schemas.microsoft.com/office/drawing/2014/main" id="{98A60DB6-C9DE-7435-C9D8-1E41906B7CA8}"/>
                </a:ext>
              </a:extLst>
            </p:cNvPr>
            <p:cNvSpPr>
              <a:spLocks noGrp="1"/>
            </p:cNvSpPr>
            <p:nvPr/>
          </p:nvSpPr>
          <p:spPr>
            <a:xfrm>
              <a:off x="5826563" y="1664841"/>
              <a:ext cx="10534" cy="109858"/>
            </a:xfrm>
            <a:custGeom>
              <a:avLst/>
              <a:gdLst/>
              <a:ahLst/>
              <a:cxnLst/>
              <a:rect l="0" t="0" r="0" b="0"/>
              <a:pathLst>
                <a:path w="10534" h="109858">
                  <a:moveTo>
                    <a:pt x="10534" y="0"/>
                  </a:moveTo>
                  <a:lnTo>
                    <a:pt x="0" y="109858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3366" name="Candidate_receptor__3365">
              <a:extLst>
                <a:ext uri="{FF2B5EF4-FFF2-40B4-BE49-F238E27FC236}">
                  <a16:creationId xmlns:a16="http://schemas.microsoft.com/office/drawing/2014/main" id="{932372E6-21E0-CBEA-23C1-6EE3DB45637A}"/>
                </a:ext>
              </a:extLst>
            </p:cNvPr>
            <p:cNvSpPr>
              <a:spLocks noGrp="1"/>
            </p:cNvSpPr>
            <p:nvPr/>
          </p:nvSpPr>
          <p:spPr>
            <a:xfrm>
              <a:off x="5033559" y="3678982"/>
              <a:ext cx="53546" cy="70908"/>
            </a:xfrm>
            <a:custGeom>
              <a:avLst/>
              <a:gdLst/>
              <a:ahLst/>
              <a:cxnLst/>
              <a:rect l="0" t="0" r="0" b="0"/>
              <a:pathLst>
                <a:path w="53546" h="70908">
                  <a:moveTo>
                    <a:pt x="53546" y="70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7" name="Candidate_receptor__3366">
              <a:extLst>
                <a:ext uri="{FF2B5EF4-FFF2-40B4-BE49-F238E27FC236}">
                  <a16:creationId xmlns:a16="http://schemas.microsoft.com/office/drawing/2014/main" id="{9E9F003A-D6BB-64FD-6302-B7D27DD26F2D}"/>
                </a:ext>
              </a:extLst>
            </p:cNvPr>
            <p:cNvSpPr>
              <a:spLocks noGrp="1"/>
            </p:cNvSpPr>
            <p:nvPr/>
          </p:nvSpPr>
          <p:spPr>
            <a:xfrm>
              <a:off x="5175298" y="2433744"/>
              <a:ext cx="83033" cy="70370"/>
            </a:xfrm>
            <a:custGeom>
              <a:avLst/>
              <a:gdLst/>
              <a:ahLst/>
              <a:cxnLst/>
              <a:rect l="0" t="0" r="0" b="0"/>
              <a:pathLst>
                <a:path w="83033" h="70370">
                  <a:moveTo>
                    <a:pt x="83033" y="70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3368" name="Candidate_receptor__3367">
              <a:extLst>
                <a:ext uri="{FF2B5EF4-FFF2-40B4-BE49-F238E27FC236}">
                  <a16:creationId xmlns:a16="http://schemas.microsoft.com/office/drawing/2014/main" id="{9876AE05-C9E6-CF4D-ED81-C174508C60BB}"/>
                </a:ext>
              </a:extLst>
            </p:cNvPr>
            <p:cNvSpPr>
              <a:spLocks noGrp="1"/>
            </p:cNvSpPr>
            <p:nvPr/>
          </p:nvSpPr>
          <p:spPr>
            <a:xfrm>
              <a:off x="5490361" y="1722648"/>
              <a:ext cx="51044" cy="4949"/>
            </a:xfrm>
            <a:custGeom>
              <a:avLst/>
              <a:gdLst/>
              <a:ahLst/>
              <a:cxnLst/>
              <a:rect l="0" t="0" r="0" b="0"/>
              <a:pathLst>
                <a:path w="51044" h="4949">
                  <a:moveTo>
                    <a:pt x="0" y="0"/>
                  </a:moveTo>
                  <a:lnTo>
                    <a:pt x="51044" y="494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69" name="Candidate_receptor__3368">
              <a:extLst>
                <a:ext uri="{FF2B5EF4-FFF2-40B4-BE49-F238E27FC236}">
                  <a16:creationId xmlns:a16="http://schemas.microsoft.com/office/drawing/2014/main" id="{111C1FD0-520A-015C-4820-B422CD0732CF}"/>
                </a:ext>
              </a:extLst>
            </p:cNvPr>
            <p:cNvSpPr>
              <a:spLocks noGrp="1"/>
            </p:cNvSpPr>
            <p:nvPr/>
          </p:nvSpPr>
          <p:spPr>
            <a:xfrm>
              <a:off x="4491822" y="2205321"/>
              <a:ext cx="58812" cy="47589"/>
            </a:xfrm>
            <a:custGeom>
              <a:avLst/>
              <a:gdLst/>
              <a:ahLst/>
              <a:cxnLst/>
              <a:rect l="0" t="0" r="0" b="0"/>
              <a:pathLst>
                <a:path w="58812" h="47589">
                  <a:moveTo>
                    <a:pt x="58812" y="475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70" name="Candidate_receptor__3369">
              <a:extLst>
                <a:ext uri="{FF2B5EF4-FFF2-40B4-BE49-F238E27FC236}">
                  <a16:creationId xmlns:a16="http://schemas.microsoft.com/office/drawing/2014/main" id="{BA6EEE66-087A-F75E-8214-37BEF2E7AB81}"/>
                </a:ext>
              </a:extLst>
            </p:cNvPr>
            <p:cNvSpPr>
              <a:spLocks noGrp="1"/>
            </p:cNvSpPr>
            <p:nvPr/>
          </p:nvSpPr>
          <p:spPr>
            <a:xfrm>
              <a:off x="4236843" y="2538071"/>
              <a:ext cx="101896" cy="40382"/>
            </a:xfrm>
            <a:custGeom>
              <a:avLst/>
              <a:gdLst/>
              <a:ahLst/>
              <a:cxnLst/>
              <a:rect l="0" t="0" r="0" b="0"/>
              <a:pathLst>
                <a:path w="101896" h="40382">
                  <a:moveTo>
                    <a:pt x="101896" y="0"/>
                  </a:moveTo>
                  <a:lnTo>
                    <a:pt x="0" y="40382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3371" name="Candidate_receptor__3370">
              <a:extLst>
                <a:ext uri="{FF2B5EF4-FFF2-40B4-BE49-F238E27FC236}">
                  <a16:creationId xmlns:a16="http://schemas.microsoft.com/office/drawing/2014/main" id="{22FC975A-2AC9-E8EB-3051-92B2CCCC33A0}"/>
                </a:ext>
              </a:extLst>
            </p:cNvPr>
            <p:cNvSpPr>
              <a:spLocks noGrp="1"/>
            </p:cNvSpPr>
            <p:nvPr/>
          </p:nvSpPr>
          <p:spPr>
            <a:xfrm>
              <a:off x="4484641" y="3667296"/>
              <a:ext cx="57994" cy="71855"/>
            </a:xfrm>
            <a:custGeom>
              <a:avLst/>
              <a:gdLst/>
              <a:ahLst/>
              <a:cxnLst/>
              <a:rect l="0" t="0" r="0" b="0"/>
              <a:pathLst>
                <a:path w="57994" h="71855">
                  <a:moveTo>
                    <a:pt x="57994" y="0"/>
                  </a:moveTo>
                  <a:lnTo>
                    <a:pt x="0" y="71855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3372" name="Candidate_receptor__3371">
              <a:extLst>
                <a:ext uri="{FF2B5EF4-FFF2-40B4-BE49-F238E27FC236}">
                  <a16:creationId xmlns:a16="http://schemas.microsoft.com/office/drawing/2014/main" id="{B7753AB8-D491-A2CA-98DC-7578196CF155}"/>
                </a:ext>
              </a:extLst>
            </p:cNvPr>
            <p:cNvSpPr>
              <a:spLocks noGrp="1"/>
            </p:cNvSpPr>
            <p:nvPr/>
          </p:nvSpPr>
          <p:spPr>
            <a:xfrm>
              <a:off x="4809493" y="2223155"/>
              <a:ext cx="90621" cy="62549"/>
            </a:xfrm>
            <a:custGeom>
              <a:avLst/>
              <a:gdLst/>
              <a:ahLst/>
              <a:cxnLst/>
              <a:rect l="0" t="0" r="0" b="0"/>
              <a:pathLst>
                <a:path w="90621" h="62549">
                  <a:moveTo>
                    <a:pt x="0" y="62549"/>
                  </a:moveTo>
                  <a:lnTo>
                    <a:pt x="90621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3373" name="Candidate_receptor__3372">
              <a:extLst>
                <a:ext uri="{FF2B5EF4-FFF2-40B4-BE49-F238E27FC236}">
                  <a16:creationId xmlns:a16="http://schemas.microsoft.com/office/drawing/2014/main" id="{6CB2DB77-BA68-7BF9-3064-791A046C9C05}"/>
                </a:ext>
              </a:extLst>
            </p:cNvPr>
            <p:cNvSpPr>
              <a:spLocks noGrp="1"/>
            </p:cNvSpPr>
            <p:nvPr/>
          </p:nvSpPr>
          <p:spPr>
            <a:xfrm>
              <a:off x="4032365" y="2863254"/>
              <a:ext cx="91880" cy="69841"/>
            </a:xfrm>
            <a:custGeom>
              <a:avLst/>
              <a:gdLst/>
              <a:ahLst/>
              <a:cxnLst/>
              <a:rect l="0" t="0" r="0" b="0"/>
              <a:pathLst>
                <a:path w="91880" h="69841">
                  <a:moveTo>
                    <a:pt x="91880" y="698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4" name="Candidate_receptor__3373">
              <a:extLst>
                <a:ext uri="{FF2B5EF4-FFF2-40B4-BE49-F238E27FC236}">
                  <a16:creationId xmlns:a16="http://schemas.microsoft.com/office/drawing/2014/main" id="{FDD67C8C-055C-E468-5F90-08209882A649}"/>
                </a:ext>
              </a:extLst>
            </p:cNvPr>
            <p:cNvSpPr>
              <a:spLocks noGrp="1"/>
            </p:cNvSpPr>
            <p:nvPr/>
          </p:nvSpPr>
          <p:spPr>
            <a:xfrm>
              <a:off x="5560998" y="1614107"/>
              <a:ext cx="38871" cy="9137"/>
            </a:xfrm>
            <a:custGeom>
              <a:avLst/>
              <a:gdLst/>
              <a:ahLst/>
              <a:cxnLst/>
              <a:rect l="0" t="0" r="0" b="0"/>
              <a:pathLst>
                <a:path w="38871" h="9137">
                  <a:moveTo>
                    <a:pt x="0" y="0"/>
                  </a:moveTo>
                  <a:lnTo>
                    <a:pt x="38871" y="913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5" name="Candidate_receptor__3374">
              <a:extLst>
                <a:ext uri="{FF2B5EF4-FFF2-40B4-BE49-F238E27FC236}">
                  <a16:creationId xmlns:a16="http://schemas.microsoft.com/office/drawing/2014/main" id="{062F68D1-4ECE-B880-6A75-FE7A8194CF77}"/>
                </a:ext>
              </a:extLst>
            </p:cNvPr>
            <p:cNvSpPr>
              <a:spLocks noGrp="1"/>
            </p:cNvSpPr>
            <p:nvPr/>
          </p:nvSpPr>
          <p:spPr>
            <a:xfrm>
              <a:off x="4127456" y="2773320"/>
              <a:ext cx="70598" cy="17690"/>
            </a:xfrm>
            <a:custGeom>
              <a:avLst/>
              <a:gdLst/>
              <a:ahLst/>
              <a:cxnLst/>
              <a:rect l="0" t="0" r="0" b="0"/>
              <a:pathLst>
                <a:path w="70598" h="17690">
                  <a:moveTo>
                    <a:pt x="70598" y="176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6" name="Candidate_receptor__3375">
              <a:extLst>
                <a:ext uri="{FF2B5EF4-FFF2-40B4-BE49-F238E27FC236}">
                  <a16:creationId xmlns:a16="http://schemas.microsoft.com/office/drawing/2014/main" id="{1AAE5F7D-01FE-7A5D-1E77-35232730B92D}"/>
                </a:ext>
              </a:extLst>
            </p:cNvPr>
            <p:cNvSpPr>
              <a:spLocks noGrp="1"/>
            </p:cNvSpPr>
            <p:nvPr/>
          </p:nvSpPr>
          <p:spPr>
            <a:xfrm>
              <a:off x="4542635" y="3583724"/>
              <a:ext cx="5136" cy="83572"/>
            </a:xfrm>
            <a:custGeom>
              <a:avLst/>
              <a:gdLst/>
              <a:ahLst/>
              <a:cxnLst/>
              <a:rect l="0" t="0" r="0" b="0"/>
              <a:pathLst>
                <a:path w="5136" h="83572">
                  <a:moveTo>
                    <a:pt x="5136" y="0"/>
                  </a:moveTo>
                  <a:lnTo>
                    <a:pt x="0" y="83572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77" name="Candidate_receptor__3376">
              <a:extLst>
                <a:ext uri="{FF2B5EF4-FFF2-40B4-BE49-F238E27FC236}">
                  <a16:creationId xmlns:a16="http://schemas.microsoft.com/office/drawing/2014/main" id="{CC2B4652-1E59-4C8C-CCD7-A89536982594}"/>
                </a:ext>
              </a:extLst>
            </p:cNvPr>
            <p:cNvSpPr>
              <a:spLocks noGrp="1"/>
            </p:cNvSpPr>
            <p:nvPr/>
          </p:nvSpPr>
          <p:spPr>
            <a:xfrm>
              <a:off x="5498074" y="2087249"/>
              <a:ext cx="101783" cy="28528"/>
            </a:xfrm>
            <a:custGeom>
              <a:avLst/>
              <a:gdLst/>
              <a:ahLst/>
              <a:cxnLst/>
              <a:rect l="0" t="0" r="0" b="0"/>
              <a:pathLst>
                <a:path w="101783" h="28528">
                  <a:moveTo>
                    <a:pt x="101783" y="285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78" name="Candidate_receptor__3377">
              <a:extLst>
                <a:ext uri="{FF2B5EF4-FFF2-40B4-BE49-F238E27FC236}">
                  <a16:creationId xmlns:a16="http://schemas.microsoft.com/office/drawing/2014/main" id="{0A803FD2-8E28-038F-E835-9EEF9CD639FD}"/>
                </a:ext>
              </a:extLst>
            </p:cNvPr>
            <p:cNvSpPr>
              <a:spLocks noGrp="1"/>
            </p:cNvSpPr>
            <p:nvPr/>
          </p:nvSpPr>
          <p:spPr>
            <a:xfrm>
              <a:off x="6071299" y="3157083"/>
              <a:ext cx="31336" cy="98857"/>
            </a:xfrm>
            <a:custGeom>
              <a:avLst/>
              <a:gdLst/>
              <a:ahLst/>
              <a:cxnLst/>
              <a:rect l="0" t="0" r="0" b="0"/>
              <a:pathLst>
                <a:path w="31336" h="98857">
                  <a:moveTo>
                    <a:pt x="0" y="98857"/>
                  </a:moveTo>
                  <a:lnTo>
                    <a:pt x="31336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79" name="Candidate_receptor__3378">
              <a:extLst>
                <a:ext uri="{FF2B5EF4-FFF2-40B4-BE49-F238E27FC236}">
                  <a16:creationId xmlns:a16="http://schemas.microsoft.com/office/drawing/2014/main" id="{A8C78092-622A-5E43-189F-6539FBC09BF1}"/>
                </a:ext>
              </a:extLst>
            </p:cNvPr>
            <p:cNvSpPr>
              <a:spLocks noGrp="1"/>
            </p:cNvSpPr>
            <p:nvPr/>
          </p:nvSpPr>
          <p:spPr>
            <a:xfrm>
              <a:off x="5368355" y="3223359"/>
              <a:ext cx="47747" cy="56569"/>
            </a:xfrm>
            <a:custGeom>
              <a:avLst/>
              <a:gdLst/>
              <a:ahLst/>
              <a:cxnLst/>
              <a:rect l="0" t="0" r="0" b="0"/>
              <a:pathLst>
                <a:path w="47747" h="56569">
                  <a:moveTo>
                    <a:pt x="0" y="0"/>
                  </a:moveTo>
                  <a:lnTo>
                    <a:pt x="47747" y="5656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0" name="Candidate_receptor__3379">
              <a:extLst>
                <a:ext uri="{FF2B5EF4-FFF2-40B4-BE49-F238E27FC236}">
                  <a16:creationId xmlns:a16="http://schemas.microsoft.com/office/drawing/2014/main" id="{563DCE69-762B-B6D1-016F-246084BDF664}"/>
                </a:ext>
              </a:extLst>
            </p:cNvPr>
            <p:cNvSpPr>
              <a:spLocks noGrp="1"/>
            </p:cNvSpPr>
            <p:nvPr/>
          </p:nvSpPr>
          <p:spPr>
            <a:xfrm>
              <a:off x="5802140" y="2424249"/>
              <a:ext cx="1469" cy="25449"/>
            </a:xfrm>
            <a:custGeom>
              <a:avLst/>
              <a:gdLst/>
              <a:ahLst/>
              <a:cxnLst/>
              <a:rect l="0" t="0" r="0" b="0"/>
              <a:pathLst>
                <a:path w="1469" h="25449">
                  <a:moveTo>
                    <a:pt x="0" y="0"/>
                  </a:moveTo>
                  <a:lnTo>
                    <a:pt x="1469" y="2544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1" name="Candidate_receptor__3380">
              <a:extLst>
                <a:ext uri="{FF2B5EF4-FFF2-40B4-BE49-F238E27FC236}">
                  <a16:creationId xmlns:a16="http://schemas.microsoft.com/office/drawing/2014/main" id="{090253AF-EB63-2715-67AA-967ABF5329E4}"/>
                </a:ext>
              </a:extLst>
            </p:cNvPr>
            <p:cNvSpPr>
              <a:spLocks noGrp="1"/>
            </p:cNvSpPr>
            <p:nvPr/>
          </p:nvSpPr>
          <p:spPr>
            <a:xfrm>
              <a:off x="4383049" y="3739151"/>
              <a:ext cx="101592" cy="34761"/>
            </a:xfrm>
            <a:custGeom>
              <a:avLst/>
              <a:gdLst/>
              <a:ahLst/>
              <a:cxnLst/>
              <a:rect l="0" t="0" r="0" b="0"/>
              <a:pathLst>
                <a:path w="101592" h="34761">
                  <a:moveTo>
                    <a:pt x="101592" y="0"/>
                  </a:moveTo>
                  <a:lnTo>
                    <a:pt x="0" y="3476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2" name="Candidate_receptor__3381">
              <a:extLst>
                <a:ext uri="{FF2B5EF4-FFF2-40B4-BE49-F238E27FC236}">
                  <a16:creationId xmlns:a16="http://schemas.microsoft.com/office/drawing/2014/main" id="{3A98B272-E98C-EA44-8F21-451DB9656ADC}"/>
                </a:ext>
              </a:extLst>
            </p:cNvPr>
            <p:cNvSpPr>
              <a:spLocks noGrp="1"/>
            </p:cNvSpPr>
            <p:nvPr/>
          </p:nvSpPr>
          <p:spPr>
            <a:xfrm>
              <a:off x="4805298" y="2061997"/>
              <a:ext cx="108735" cy="20673"/>
            </a:xfrm>
            <a:custGeom>
              <a:avLst/>
              <a:gdLst/>
              <a:ahLst/>
              <a:cxnLst/>
              <a:rect l="0" t="0" r="0" b="0"/>
              <a:pathLst>
                <a:path w="108735" h="20673">
                  <a:moveTo>
                    <a:pt x="0" y="0"/>
                  </a:moveTo>
                  <a:lnTo>
                    <a:pt x="108735" y="20673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3" name="Candidate_receptor__3382">
              <a:extLst>
                <a:ext uri="{FF2B5EF4-FFF2-40B4-BE49-F238E27FC236}">
                  <a16:creationId xmlns:a16="http://schemas.microsoft.com/office/drawing/2014/main" id="{B83A6018-D9DF-6809-0525-D8B2F810B3F0}"/>
                </a:ext>
              </a:extLst>
            </p:cNvPr>
            <p:cNvSpPr>
              <a:spLocks noGrp="1"/>
            </p:cNvSpPr>
            <p:nvPr/>
          </p:nvSpPr>
          <p:spPr>
            <a:xfrm>
              <a:off x="5063719" y="3749890"/>
              <a:ext cx="23386" cy="107630"/>
            </a:xfrm>
            <a:custGeom>
              <a:avLst/>
              <a:gdLst/>
              <a:ahLst/>
              <a:cxnLst/>
              <a:rect l="0" t="0" r="0" b="0"/>
              <a:pathLst>
                <a:path w="23386" h="107630">
                  <a:moveTo>
                    <a:pt x="0" y="107630"/>
                  </a:moveTo>
                  <a:lnTo>
                    <a:pt x="23386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4" name="Candidate_receptor__3383">
              <a:extLst>
                <a:ext uri="{FF2B5EF4-FFF2-40B4-BE49-F238E27FC236}">
                  <a16:creationId xmlns:a16="http://schemas.microsoft.com/office/drawing/2014/main" id="{3E37FC7A-C1F0-0EAF-5CBD-BC116E4FE4AE}"/>
                </a:ext>
              </a:extLst>
            </p:cNvPr>
            <p:cNvSpPr>
              <a:spLocks noGrp="1"/>
            </p:cNvSpPr>
            <p:nvPr/>
          </p:nvSpPr>
          <p:spPr>
            <a:xfrm>
              <a:off x="4728474" y="3639605"/>
              <a:ext cx="113430" cy="16393"/>
            </a:xfrm>
            <a:custGeom>
              <a:avLst/>
              <a:gdLst/>
              <a:ahLst/>
              <a:cxnLst/>
              <a:rect l="0" t="0" r="0" b="0"/>
              <a:pathLst>
                <a:path w="113430" h="16393">
                  <a:moveTo>
                    <a:pt x="113430" y="163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5" name="Candidate_receptor__3384">
              <a:extLst>
                <a:ext uri="{FF2B5EF4-FFF2-40B4-BE49-F238E27FC236}">
                  <a16:creationId xmlns:a16="http://schemas.microsoft.com/office/drawing/2014/main" id="{EAFDB495-E9E4-46AF-5D72-A94DD40A9A30}"/>
                </a:ext>
              </a:extLst>
            </p:cNvPr>
            <p:cNvSpPr>
              <a:spLocks noGrp="1"/>
            </p:cNvSpPr>
            <p:nvPr/>
          </p:nvSpPr>
          <p:spPr>
            <a:xfrm>
              <a:off x="5856407" y="3635627"/>
              <a:ext cx="87854" cy="50705"/>
            </a:xfrm>
            <a:custGeom>
              <a:avLst/>
              <a:gdLst/>
              <a:ahLst/>
              <a:cxnLst/>
              <a:rect l="0" t="0" r="0" b="0"/>
              <a:pathLst>
                <a:path w="87854" h="50705">
                  <a:moveTo>
                    <a:pt x="87854" y="0"/>
                  </a:moveTo>
                  <a:lnTo>
                    <a:pt x="0" y="5070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6" name="Candidate_receptor__3385">
              <a:extLst>
                <a:ext uri="{FF2B5EF4-FFF2-40B4-BE49-F238E27FC236}">
                  <a16:creationId xmlns:a16="http://schemas.microsoft.com/office/drawing/2014/main" id="{DD090ADE-5B7E-58CE-28B1-32113C39FF08}"/>
                </a:ext>
              </a:extLst>
            </p:cNvPr>
            <p:cNvSpPr>
              <a:spLocks noGrp="1"/>
            </p:cNvSpPr>
            <p:nvPr/>
          </p:nvSpPr>
          <p:spPr>
            <a:xfrm>
              <a:off x="4971061" y="2601749"/>
              <a:ext cx="4698" cy="18134"/>
            </a:xfrm>
            <a:custGeom>
              <a:avLst/>
              <a:gdLst/>
              <a:ahLst/>
              <a:cxnLst/>
              <a:rect l="0" t="0" r="0" b="0"/>
              <a:pathLst>
                <a:path w="4698" h="18134">
                  <a:moveTo>
                    <a:pt x="4698" y="0"/>
                  </a:moveTo>
                  <a:lnTo>
                    <a:pt x="0" y="1813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7" name="Candidate_receptor__3386">
              <a:extLst>
                <a:ext uri="{FF2B5EF4-FFF2-40B4-BE49-F238E27FC236}">
                  <a16:creationId xmlns:a16="http://schemas.microsoft.com/office/drawing/2014/main" id="{C897522A-0F31-DBBC-A6D7-D8AEA2FBD819}"/>
                </a:ext>
              </a:extLst>
            </p:cNvPr>
            <p:cNvSpPr>
              <a:spLocks noGrp="1"/>
            </p:cNvSpPr>
            <p:nvPr/>
          </p:nvSpPr>
          <p:spPr>
            <a:xfrm>
              <a:off x="5761021" y="3648212"/>
              <a:ext cx="95386" cy="38120"/>
            </a:xfrm>
            <a:custGeom>
              <a:avLst/>
              <a:gdLst/>
              <a:ahLst/>
              <a:cxnLst/>
              <a:rect l="0" t="0" r="0" b="0"/>
              <a:pathLst>
                <a:path w="95386" h="38120">
                  <a:moveTo>
                    <a:pt x="95386" y="3812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88" name="Candidate_receptor__3387">
              <a:extLst>
                <a:ext uri="{FF2B5EF4-FFF2-40B4-BE49-F238E27FC236}">
                  <a16:creationId xmlns:a16="http://schemas.microsoft.com/office/drawing/2014/main" id="{7EC7CA0E-6967-0597-B475-2EA79F4718EB}"/>
                </a:ext>
              </a:extLst>
            </p:cNvPr>
            <p:cNvSpPr>
              <a:spLocks noGrp="1"/>
            </p:cNvSpPr>
            <p:nvPr/>
          </p:nvSpPr>
          <p:spPr>
            <a:xfrm>
              <a:off x="5441447" y="3397132"/>
              <a:ext cx="97684" cy="15000"/>
            </a:xfrm>
            <a:custGeom>
              <a:avLst/>
              <a:gdLst/>
              <a:ahLst/>
              <a:cxnLst/>
              <a:rect l="0" t="0" r="0" b="0"/>
              <a:pathLst>
                <a:path w="97684" h="15000">
                  <a:moveTo>
                    <a:pt x="0" y="0"/>
                  </a:moveTo>
                  <a:lnTo>
                    <a:pt x="97684" y="1500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89" name="Candidate_receptor__3388">
              <a:extLst>
                <a:ext uri="{FF2B5EF4-FFF2-40B4-BE49-F238E27FC236}">
                  <a16:creationId xmlns:a16="http://schemas.microsoft.com/office/drawing/2014/main" id="{5B6624C2-50F7-995F-F628-3CD3C1CFB93C}"/>
                </a:ext>
              </a:extLst>
            </p:cNvPr>
            <p:cNvSpPr>
              <a:spLocks noGrp="1"/>
            </p:cNvSpPr>
            <p:nvPr/>
          </p:nvSpPr>
          <p:spPr>
            <a:xfrm>
              <a:off x="6001573" y="3107328"/>
              <a:ext cx="101062" cy="49755"/>
            </a:xfrm>
            <a:custGeom>
              <a:avLst/>
              <a:gdLst/>
              <a:ahLst/>
              <a:cxnLst/>
              <a:rect l="0" t="0" r="0" b="0"/>
              <a:pathLst>
                <a:path w="101062" h="49755">
                  <a:moveTo>
                    <a:pt x="101062" y="49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0" name="Candidate_receptor__3389">
              <a:extLst>
                <a:ext uri="{FF2B5EF4-FFF2-40B4-BE49-F238E27FC236}">
                  <a16:creationId xmlns:a16="http://schemas.microsoft.com/office/drawing/2014/main" id="{BA63748A-ECD3-85BF-BC08-C71F37C74450}"/>
                </a:ext>
              </a:extLst>
            </p:cNvPr>
            <p:cNvSpPr>
              <a:spLocks noGrp="1"/>
            </p:cNvSpPr>
            <p:nvPr/>
          </p:nvSpPr>
          <p:spPr>
            <a:xfrm>
              <a:off x="3767964" y="2983403"/>
              <a:ext cx="23368" cy="69155"/>
            </a:xfrm>
            <a:custGeom>
              <a:avLst/>
              <a:gdLst/>
              <a:ahLst/>
              <a:cxnLst/>
              <a:rect l="0" t="0" r="0" b="0"/>
              <a:pathLst>
                <a:path w="23368" h="69155">
                  <a:moveTo>
                    <a:pt x="0" y="69155"/>
                  </a:moveTo>
                  <a:lnTo>
                    <a:pt x="23368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91" name="Candidate_receptor__3390">
              <a:extLst>
                <a:ext uri="{FF2B5EF4-FFF2-40B4-BE49-F238E27FC236}">
                  <a16:creationId xmlns:a16="http://schemas.microsoft.com/office/drawing/2014/main" id="{3A109FA6-1374-7D01-FEB2-138BAB153F3E}"/>
                </a:ext>
              </a:extLst>
            </p:cNvPr>
            <p:cNvSpPr>
              <a:spLocks noGrp="1"/>
            </p:cNvSpPr>
            <p:nvPr/>
          </p:nvSpPr>
          <p:spPr>
            <a:xfrm>
              <a:off x="5009770" y="2493546"/>
              <a:ext cx="72023" cy="36721"/>
            </a:xfrm>
            <a:custGeom>
              <a:avLst/>
              <a:gdLst/>
              <a:ahLst/>
              <a:cxnLst/>
              <a:rect l="0" t="0" r="0" b="0"/>
              <a:pathLst>
                <a:path w="72023" h="36721">
                  <a:moveTo>
                    <a:pt x="72023" y="367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2" name="Candidate_receptor__3391">
              <a:extLst>
                <a:ext uri="{FF2B5EF4-FFF2-40B4-BE49-F238E27FC236}">
                  <a16:creationId xmlns:a16="http://schemas.microsoft.com/office/drawing/2014/main" id="{44DC3CCF-D732-3678-AC4E-81B6DE95F5F3}"/>
                </a:ext>
              </a:extLst>
            </p:cNvPr>
            <p:cNvSpPr>
              <a:spLocks noGrp="1"/>
            </p:cNvSpPr>
            <p:nvPr/>
          </p:nvSpPr>
          <p:spPr>
            <a:xfrm>
              <a:off x="6054376" y="2283359"/>
              <a:ext cx="99978" cy="54011"/>
            </a:xfrm>
            <a:custGeom>
              <a:avLst/>
              <a:gdLst/>
              <a:ahLst/>
              <a:cxnLst/>
              <a:rect l="0" t="0" r="0" b="0"/>
              <a:pathLst>
                <a:path w="99978" h="54011">
                  <a:moveTo>
                    <a:pt x="0" y="0"/>
                  </a:moveTo>
                  <a:lnTo>
                    <a:pt x="99978" y="5401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3" name="Candidate_receptor__3392">
              <a:extLst>
                <a:ext uri="{FF2B5EF4-FFF2-40B4-BE49-F238E27FC236}">
                  <a16:creationId xmlns:a16="http://schemas.microsoft.com/office/drawing/2014/main" id="{D9BC1CFB-D255-339D-029A-74603C862249}"/>
                </a:ext>
              </a:extLst>
            </p:cNvPr>
            <p:cNvSpPr>
              <a:spLocks noGrp="1"/>
            </p:cNvSpPr>
            <p:nvPr/>
          </p:nvSpPr>
          <p:spPr>
            <a:xfrm>
              <a:off x="6127915" y="2133516"/>
              <a:ext cx="17286" cy="22268"/>
            </a:xfrm>
            <a:custGeom>
              <a:avLst/>
              <a:gdLst/>
              <a:ahLst/>
              <a:cxnLst/>
              <a:rect l="0" t="0" r="0" b="0"/>
              <a:pathLst>
                <a:path w="17286" h="22268">
                  <a:moveTo>
                    <a:pt x="0" y="0"/>
                  </a:moveTo>
                  <a:lnTo>
                    <a:pt x="17286" y="22268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3394" name="Candidate_receptor__3393">
              <a:extLst>
                <a:ext uri="{FF2B5EF4-FFF2-40B4-BE49-F238E27FC236}">
                  <a16:creationId xmlns:a16="http://schemas.microsoft.com/office/drawing/2014/main" id="{31FD1E01-3A35-C621-64D1-C7F7EF30EA56}"/>
                </a:ext>
              </a:extLst>
            </p:cNvPr>
            <p:cNvSpPr>
              <a:spLocks noGrp="1"/>
            </p:cNvSpPr>
            <p:nvPr/>
          </p:nvSpPr>
          <p:spPr>
            <a:xfrm>
              <a:off x="3823409" y="2635216"/>
              <a:ext cx="64520" cy="83744"/>
            </a:xfrm>
            <a:custGeom>
              <a:avLst/>
              <a:gdLst/>
              <a:ahLst/>
              <a:cxnLst/>
              <a:rect l="0" t="0" r="0" b="0"/>
              <a:pathLst>
                <a:path w="64520" h="83744">
                  <a:moveTo>
                    <a:pt x="64520" y="83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3395" name="Candidate_receptor__3394">
              <a:extLst>
                <a:ext uri="{FF2B5EF4-FFF2-40B4-BE49-F238E27FC236}">
                  <a16:creationId xmlns:a16="http://schemas.microsoft.com/office/drawing/2014/main" id="{707A0724-5F82-3F37-F7EF-AA2AC8043F76}"/>
                </a:ext>
              </a:extLst>
            </p:cNvPr>
            <p:cNvSpPr>
              <a:spLocks noGrp="1"/>
            </p:cNvSpPr>
            <p:nvPr/>
          </p:nvSpPr>
          <p:spPr>
            <a:xfrm>
              <a:off x="4602880" y="2739906"/>
              <a:ext cx="71725" cy="88749"/>
            </a:xfrm>
            <a:custGeom>
              <a:avLst/>
              <a:gdLst/>
              <a:ahLst/>
              <a:cxnLst/>
              <a:rect l="0" t="0" r="0" b="0"/>
              <a:pathLst>
                <a:path w="71725" h="88749">
                  <a:moveTo>
                    <a:pt x="0" y="0"/>
                  </a:moveTo>
                  <a:lnTo>
                    <a:pt x="71725" y="88749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396" name="Candidate_receptor__3395">
              <a:extLst>
                <a:ext uri="{FF2B5EF4-FFF2-40B4-BE49-F238E27FC236}">
                  <a16:creationId xmlns:a16="http://schemas.microsoft.com/office/drawing/2014/main" id="{1201F477-D7DF-A30A-48DE-EDB68FE9FBAD}"/>
                </a:ext>
              </a:extLst>
            </p:cNvPr>
            <p:cNvSpPr>
              <a:spLocks noGrp="1"/>
            </p:cNvSpPr>
            <p:nvPr/>
          </p:nvSpPr>
          <p:spPr>
            <a:xfrm>
              <a:off x="5081793" y="2530266"/>
              <a:ext cx="53281" cy="66762"/>
            </a:xfrm>
            <a:custGeom>
              <a:avLst/>
              <a:gdLst/>
              <a:ahLst/>
              <a:cxnLst/>
              <a:rect l="0" t="0" r="0" b="0"/>
              <a:pathLst>
                <a:path w="53281" h="66762">
                  <a:moveTo>
                    <a:pt x="53281" y="667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7" name="Candidate_receptor__3396">
              <a:extLst>
                <a:ext uri="{FF2B5EF4-FFF2-40B4-BE49-F238E27FC236}">
                  <a16:creationId xmlns:a16="http://schemas.microsoft.com/office/drawing/2014/main" id="{EB2A2D0F-E86F-4EBC-77A7-7AC1D02D087E}"/>
                </a:ext>
              </a:extLst>
            </p:cNvPr>
            <p:cNvSpPr>
              <a:spLocks noGrp="1"/>
            </p:cNvSpPr>
            <p:nvPr/>
          </p:nvSpPr>
          <p:spPr>
            <a:xfrm>
              <a:off x="5945862" y="3107328"/>
              <a:ext cx="55712" cy="95351"/>
            </a:xfrm>
            <a:custGeom>
              <a:avLst/>
              <a:gdLst/>
              <a:ahLst/>
              <a:cxnLst/>
              <a:rect l="0" t="0" r="0" b="0"/>
              <a:pathLst>
                <a:path w="55712" h="95351">
                  <a:moveTo>
                    <a:pt x="55712" y="0"/>
                  </a:moveTo>
                  <a:lnTo>
                    <a:pt x="0" y="9535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8" name="Candidate_receptor__3397">
              <a:extLst>
                <a:ext uri="{FF2B5EF4-FFF2-40B4-BE49-F238E27FC236}">
                  <a16:creationId xmlns:a16="http://schemas.microsoft.com/office/drawing/2014/main" id="{D7652483-2A3E-9FC3-41FB-BBF2D5864C26}"/>
                </a:ext>
              </a:extLst>
            </p:cNvPr>
            <p:cNvSpPr>
              <a:spLocks noGrp="1"/>
            </p:cNvSpPr>
            <p:nvPr/>
          </p:nvSpPr>
          <p:spPr>
            <a:xfrm>
              <a:off x="5657735" y="2345083"/>
              <a:ext cx="62440" cy="80410"/>
            </a:xfrm>
            <a:custGeom>
              <a:avLst/>
              <a:gdLst/>
              <a:ahLst/>
              <a:cxnLst/>
              <a:rect l="0" t="0" r="0" b="0"/>
              <a:pathLst>
                <a:path w="62440" h="80410">
                  <a:moveTo>
                    <a:pt x="0" y="80410"/>
                  </a:moveTo>
                  <a:lnTo>
                    <a:pt x="6244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399" name="Candidate_receptor__3398">
              <a:extLst>
                <a:ext uri="{FF2B5EF4-FFF2-40B4-BE49-F238E27FC236}">
                  <a16:creationId xmlns:a16="http://schemas.microsoft.com/office/drawing/2014/main" id="{5F2E5458-C9F5-E3D2-E367-345E681CE6DA}"/>
                </a:ext>
              </a:extLst>
            </p:cNvPr>
            <p:cNvSpPr>
              <a:spLocks noGrp="1"/>
            </p:cNvSpPr>
            <p:nvPr/>
          </p:nvSpPr>
          <p:spPr>
            <a:xfrm>
              <a:off x="5786302" y="1626119"/>
              <a:ext cx="50795" cy="38721"/>
            </a:xfrm>
            <a:custGeom>
              <a:avLst/>
              <a:gdLst/>
              <a:ahLst/>
              <a:cxnLst/>
              <a:rect l="0" t="0" r="0" b="0"/>
              <a:pathLst>
                <a:path w="50795" h="38721">
                  <a:moveTo>
                    <a:pt x="0" y="0"/>
                  </a:moveTo>
                  <a:lnTo>
                    <a:pt x="50795" y="3872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0" name="Candidate_receptor__3399">
              <a:extLst>
                <a:ext uri="{FF2B5EF4-FFF2-40B4-BE49-F238E27FC236}">
                  <a16:creationId xmlns:a16="http://schemas.microsoft.com/office/drawing/2014/main" id="{B73E247F-D31B-1A83-6952-1B3EB6FE0ABE}"/>
                </a:ext>
              </a:extLst>
            </p:cNvPr>
            <p:cNvSpPr>
              <a:spLocks noGrp="1"/>
            </p:cNvSpPr>
            <p:nvPr/>
          </p:nvSpPr>
          <p:spPr>
            <a:xfrm>
              <a:off x="4900114" y="2223155"/>
              <a:ext cx="79749" cy="21736"/>
            </a:xfrm>
            <a:custGeom>
              <a:avLst/>
              <a:gdLst/>
              <a:ahLst/>
              <a:cxnLst/>
              <a:rect l="0" t="0" r="0" b="0"/>
              <a:pathLst>
                <a:path w="79749" h="21736">
                  <a:moveTo>
                    <a:pt x="0" y="0"/>
                  </a:moveTo>
                  <a:lnTo>
                    <a:pt x="79749" y="21736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01" name="Candidate_receptor__3400">
              <a:extLst>
                <a:ext uri="{FF2B5EF4-FFF2-40B4-BE49-F238E27FC236}">
                  <a16:creationId xmlns:a16="http://schemas.microsoft.com/office/drawing/2014/main" id="{3C835C9C-2E3B-9406-8430-47D9FDAF8EFC}"/>
                </a:ext>
              </a:extLst>
            </p:cNvPr>
            <p:cNvSpPr>
              <a:spLocks noGrp="1"/>
            </p:cNvSpPr>
            <p:nvPr/>
          </p:nvSpPr>
          <p:spPr>
            <a:xfrm>
              <a:off x="4821145" y="2554575"/>
              <a:ext cx="21348" cy="102250"/>
            </a:xfrm>
            <a:custGeom>
              <a:avLst/>
              <a:gdLst/>
              <a:ahLst/>
              <a:cxnLst/>
              <a:rect l="0" t="0" r="0" b="0"/>
              <a:pathLst>
                <a:path w="21348" h="102250">
                  <a:moveTo>
                    <a:pt x="21348" y="0"/>
                  </a:moveTo>
                  <a:lnTo>
                    <a:pt x="0" y="1022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2" name="Candidate_receptor__3401">
              <a:extLst>
                <a:ext uri="{FF2B5EF4-FFF2-40B4-BE49-F238E27FC236}">
                  <a16:creationId xmlns:a16="http://schemas.microsoft.com/office/drawing/2014/main" id="{E5EA501F-4409-C532-A0CE-0209CAFE6A0A}"/>
                </a:ext>
              </a:extLst>
            </p:cNvPr>
            <p:cNvSpPr>
              <a:spLocks noGrp="1"/>
            </p:cNvSpPr>
            <p:nvPr/>
          </p:nvSpPr>
          <p:spPr>
            <a:xfrm>
              <a:off x="5599857" y="2089095"/>
              <a:ext cx="110898" cy="26683"/>
            </a:xfrm>
            <a:custGeom>
              <a:avLst/>
              <a:gdLst/>
              <a:ahLst/>
              <a:cxnLst/>
              <a:rect l="0" t="0" r="0" b="0"/>
              <a:pathLst>
                <a:path w="110898" h="26683">
                  <a:moveTo>
                    <a:pt x="110898" y="0"/>
                  </a:moveTo>
                  <a:lnTo>
                    <a:pt x="0" y="2668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3" name="Candidate_receptor__3402">
              <a:extLst>
                <a:ext uri="{FF2B5EF4-FFF2-40B4-BE49-F238E27FC236}">
                  <a16:creationId xmlns:a16="http://schemas.microsoft.com/office/drawing/2014/main" id="{CCBA138D-92C2-CB5F-8C02-6219B56CC269}"/>
                </a:ext>
              </a:extLst>
            </p:cNvPr>
            <p:cNvSpPr>
              <a:spLocks noGrp="1"/>
            </p:cNvSpPr>
            <p:nvPr/>
          </p:nvSpPr>
          <p:spPr>
            <a:xfrm>
              <a:off x="4545149" y="3170705"/>
              <a:ext cx="40556" cy="2053"/>
            </a:xfrm>
            <a:custGeom>
              <a:avLst/>
              <a:gdLst/>
              <a:ahLst/>
              <a:cxnLst/>
              <a:rect l="0" t="0" r="0" b="0"/>
              <a:pathLst>
                <a:path w="40556" h="2053">
                  <a:moveTo>
                    <a:pt x="40556" y="20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4" name="Candidate_receptor__3403">
              <a:extLst>
                <a:ext uri="{FF2B5EF4-FFF2-40B4-BE49-F238E27FC236}">
                  <a16:creationId xmlns:a16="http://schemas.microsoft.com/office/drawing/2014/main" id="{E6BEE066-1EF2-E591-43E2-EBA731091E14}"/>
                </a:ext>
              </a:extLst>
            </p:cNvPr>
            <p:cNvSpPr>
              <a:spLocks noGrp="1"/>
            </p:cNvSpPr>
            <p:nvPr/>
          </p:nvSpPr>
          <p:spPr>
            <a:xfrm>
              <a:off x="5563734" y="2698161"/>
              <a:ext cx="60742" cy="88219"/>
            </a:xfrm>
            <a:custGeom>
              <a:avLst/>
              <a:gdLst/>
              <a:ahLst/>
              <a:cxnLst/>
              <a:rect l="0" t="0" r="0" b="0"/>
              <a:pathLst>
                <a:path w="60742" h="88219">
                  <a:moveTo>
                    <a:pt x="60742" y="0"/>
                  </a:moveTo>
                  <a:lnTo>
                    <a:pt x="0" y="8821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5" name="Candidate_receptor__3404">
              <a:extLst>
                <a:ext uri="{FF2B5EF4-FFF2-40B4-BE49-F238E27FC236}">
                  <a16:creationId xmlns:a16="http://schemas.microsoft.com/office/drawing/2014/main" id="{D0DC5C8A-D422-CCE4-E4ED-09048CB6A681}"/>
                </a:ext>
              </a:extLst>
            </p:cNvPr>
            <p:cNvSpPr>
              <a:spLocks noGrp="1"/>
            </p:cNvSpPr>
            <p:nvPr/>
          </p:nvSpPr>
          <p:spPr>
            <a:xfrm>
              <a:off x="5423006" y="1637307"/>
              <a:ext cx="67355" cy="85341"/>
            </a:xfrm>
            <a:custGeom>
              <a:avLst/>
              <a:gdLst/>
              <a:ahLst/>
              <a:cxnLst/>
              <a:rect l="0" t="0" r="0" b="0"/>
              <a:pathLst>
                <a:path w="67355" h="85341">
                  <a:moveTo>
                    <a:pt x="0" y="0"/>
                  </a:moveTo>
                  <a:lnTo>
                    <a:pt x="67355" y="8534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6" name="Candidate_receptor__3405">
              <a:extLst>
                <a:ext uri="{FF2B5EF4-FFF2-40B4-BE49-F238E27FC236}">
                  <a16:creationId xmlns:a16="http://schemas.microsoft.com/office/drawing/2014/main" id="{7D139021-17FA-CE2C-7363-6C2072719DBB}"/>
                </a:ext>
              </a:extLst>
            </p:cNvPr>
            <p:cNvSpPr>
              <a:spLocks noGrp="1"/>
            </p:cNvSpPr>
            <p:nvPr/>
          </p:nvSpPr>
          <p:spPr>
            <a:xfrm>
              <a:off x="5833277" y="3391479"/>
              <a:ext cx="34873" cy="96249"/>
            </a:xfrm>
            <a:custGeom>
              <a:avLst/>
              <a:gdLst/>
              <a:ahLst/>
              <a:cxnLst/>
              <a:rect l="0" t="0" r="0" b="0"/>
              <a:pathLst>
                <a:path w="34873" h="96249">
                  <a:moveTo>
                    <a:pt x="34873" y="0"/>
                  </a:moveTo>
                  <a:lnTo>
                    <a:pt x="0" y="9624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7" name="Candidate_receptor__3406">
              <a:extLst>
                <a:ext uri="{FF2B5EF4-FFF2-40B4-BE49-F238E27FC236}">
                  <a16:creationId xmlns:a16="http://schemas.microsoft.com/office/drawing/2014/main" id="{B5CDDC44-8EDB-F715-FC90-3FDDA2142AD4}"/>
                </a:ext>
              </a:extLst>
            </p:cNvPr>
            <p:cNvSpPr>
              <a:spLocks noGrp="1"/>
            </p:cNvSpPr>
            <p:nvPr/>
          </p:nvSpPr>
          <p:spPr>
            <a:xfrm>
              <a:off x="5722705" y="1557659"/>
              <a:ext cx="63597" cy="68461"/>
            </a:xfrm>
            <a:custGeom>
              <a:avLst/>
              <a:gdLst/>
              <a:ahLst/>
              <a:cxnLst/>
              <a:rect l="0" t="0" r="0" b="0"/>
              <a:pathLst>
                <a:path w="63597" h="68461">
                  <a:moveTo>
                    <a:pt x="0" y="0"/>
                  </a:moveTo>
                  <a:lnTo>
                    <a:pt x="63597" y="6846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8" name="Candidate_receptor__3407">
              <a:extLst>
                <a:ext uri="{FF2B5EF4-FFF2-40B4-BE49-F238E27FC236}">
                  <a16:creationId xmlns:a16="http://schemas.microsoft.com/office/drawing/2014/main" id="{78D52027-A3A1-0E94-87D8-38001CD4616D}"/>
                </a:ext>
              </a:extLst>
            </p:cNvPr>
            <p:cNvSpPr>
              <a:spLocks noGrp="1"/>
            </p:cNvSpPr>
            <p:nvPr/>
          </p:nvSpPr>
          <p:spPr>
            <a:xfrm>
              <a:off x="4779984" y="3263012"/>
              <a:ext cx="11351" cy="42921"/>
            </a:xfrm>
            <a:custGeom>
              <a:avLst/>
              <a:gdLst/>
              <a:ahLst/>
              <a:cxnLst/>
              <a:rect l="0" t="0" r="0" b="0"/>
              <a:pathLst>
                <a:path w="11351" h="42921">
                  <a:moveTo>
                    <a:pt x="0" y="0"/>
                  </a:moveTo>
                  <a:lnTo>
                    <a:pt x="11351" y="42921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09" name="Candidate_receptor__3408">
              <a:extLst>
                <a:ext uri="{FF2B5EF4-FFF2-40B4-BE49-F238E27FC236}">
                  <a16:creationId xmlns:a16="http://schemas.microsoft.com/office/drawing/2014/main" id="{DEAFA75F-15A3-86DA-974E-076F51573363}"/>
                </a:ext>
              </a:extLst>
            </p:cNvPr>
            <p:cNvSpPr>
              <a:spLocks noGrp="1"/>
            </p:cNvSpPr>
            <p:nvPr/>
          </p:nvSpPr>
          <p:spPr>
            <a:xfrm>
              <a:off x="5356559" y="2781006"/>
              <a:ext cx="35298" cy="89531"/>
            </a:xfrm>
            <a:custGeom>
              <a:avLst/>
              <a:gdLst/>
              <a:ahLst/>
              <a:cxnLst/>
              <a:rect l="0" t="0" r="0" b="0"/>
              <a:pathLst>
                <a:path w="35298" h="89531">
                  <a:moveTo>
                    <a:pt x="0" y="89531"/>
                  </a:moveTo>
                  <a:lnTo>
                    <a:pt x="35298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0" name="Candidate_receptor__3409">
              <a:extLst>
                <a:ext uri="{FF2B5EF4-FFF2-40B4-BE49-F238E27FC236}">
                  <a16:creationId xmlns:a16="http://schemas.microsoft.com/office/drawing/2014/main" id="{11486CC9-4B6B-54DF-5B31-06EC7291416A}"/>
                </a:ext>
              </a:extLst>
            </p:cNvPr>
            <p:cNvSpPr>
              <a:spLocks noGrp="1"/>
            </p:cNvSpPr>
            <p:nvPr/>
          </p:nvSpPr>
          <p:spPr>
            <a:xfrm>
              <a:off x="5657735" y="2425493"/>
              <a:ext cx="19164" cy="72245"/>
            </a:xfrm>
            <a:custGeom>
              <a:avLst/>
              <a:gdLst/>
              <a:ahLst/>
              <a:cxnLst/>
              <a:rect l="0" t="0" r="0" b="0"/>
              <a:pathLst>
                <a:path w="19164" h="72245">
                  <a:moveTo>
                    <a:pt x="19164" y="722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1" name="Candidate_receptor__3410">
              <a:extLst>
                <a:ext uri="{FF2B5EF4-FFF2-40B4-BE49-F238E27FC236}">
                  <a16:creationId xmlns:a16="http://schemas.microsoft.com/office/drawing/2014/main" id="{3EF2F08B-9409-2C28-70FF-13D55ACE0F43}"/>
                </a:ext>
              </a:extLst>
            </p:cNvPr>
            <p:cNvSpPr>
              <a:spLocks noGrp="1"/>
            </p:cNvSpPr>
            <p:nvPr/>
          </p:nvSpPr>
          <p:spPr>
            <a:xfrm>
              <a:off x="5840270" y="2833438"/>
              <a:ext cx="15176" cy="100547"/>
            </a:xfrm>
            <a:custGeom>
              <a:avLst/>
              <a:gdLst/>
              <a:ahLst/>
              <a:cxnLst/>
              <a:rect l="0" t="0" r="0" b="0"/>
              <a:pathLst>
                <a:path w="15176" h="100547">
                  <a:moveTo>
                    <a:pt x="0" y="0"/>
                  </a:moveTo>
                  <a:lnTo>
                    <a:pt x="15176" y="100547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2" name="Candidate_receptor__3411">
              <a:extLst>
                <a:ext uri="{FF2B5EF4-FFF2-40B4-BE49-F238E27FC236}">
                  <a16:creationId xmlns:a16="http://schemas.microsoft.com/office/drawing/2014/main" id="{FAD76E29-C768-2A3E-72BB-F86A214BDD0C}"/>
                </a:ext>
              </a:extLst>
            </p:cNvPr>
            <p:cNvSpPr>
              <a:spLocks noGrp="1"/>
            </p:cNvSpPr>
            <p:nvPr/>
          </p:nvSpPr>
          <p:spPr>
            <a:xfrm>
              <a:off x="5599868" y="1623244"/>
              <a:ext cx="70909" cy="85769"/>
            </a:xfrm>
            <a:custGeom>
              <a:avLst/>
              <a:gdLst/>
              <a:ahLst/>
              <a:cxnLst/>
              <a:rect l="0" t="0" r="0" b="0"/>
              <a:pathLst>
                <a:path w="70909" h="85769">
                  <a:moveTo>
                    <a:pt x="0" y="0"/>
                  </a:moveTo>
                  <a:lnTo>
                    <a:pt x="70909" y="85769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3" name="Candidate_receptor__3412">
              <a:extLst>
                <a:ext uri="{FF2B5EF4-FFF2-40B4-BE49-F238E27FC236}">
                  <a16:creationId xmlns:a16="http://schemas.microsoft.com/office/drawing/2014/main" id="{D459D0A8-AA8A-46EB-AD79-97B9FF8CE816}"/>
                </a:ext>
              </a:extLst>
            </p:cNvPr>
            <p:cNvSpPr>
              <a:spLocks noGrp="1"/>
            </p:cNvSpPr>
            <p:nvPr/>
          </p:nvSpPr>
          <p:spPr>
            <a:xfrm>
              <a:off x="4344004" y="3773911"/>
              <a:ext cx="39045" cy="15686"/>
            </a:xfrm>
            <a:custGeom>
              <a:avLst/>
              <a:gdLst/>
              <a:ahLst/>
              <a:cxnLst/>
              <a:rect l="0" t="0" r="0" b="0"/>
              <a:pathLst>
                <a:path w="39045" h="15686">
                  <a:moveTo>
                    <a:pt x="39045" y="0"/>
                  </a:moveTo>
                  <a:lnTo>
                    <a:pt x="0" y="1568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4" name="Candidate_receptor__3413">
              <a:extLst>
                <a:ext uri="{FF2B5EF4-FFF2-40B4-BE49-F238E27FC236}">
                  <a16:creationId xmlns:a16="http://schemas.microsoft.com/office/drawing/2014/main" id="{BCDB38BD-1ECF-6E7E-1DE5-A87E7724F6EA}"/>
                </a:ext>
              </a:extLst>
            </p:cNvPr>
            <p:cNvSpPr>
              <a:spLocks noGrp="1"/>
            </p:cNvSpPr>
            <p:nvPr/>
          </p:nvSpPr>
          <p:spPr>
            <a:xfrm>
              <a:off x="5868150" y="3387517"/>
              <a:ext cx="89437" cy="3963"/>
            </a:xfrm>
            <a:custGeom>
              <a:avLst/>
              <a:gdLst/>
              <a:ahLst/>
              <a:cxnLst/>
              <a:rect l="0" t="0" r="0" b="0"/>
              <a:pathLst>
                <a:path w="89437" h="3963">
                  <a:moveTo>
                    <a:pt x="89437" y="0"/>
                  </a:moveTo>
                  <a:lnTo>
                    <a:pt x="0" y="396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5" name="Candidate_receptor__3414">
              <a:extLst>
                <a:ext uri="{FF2B5EF4-FFF2-40B4-BE49-F238E27FC236}">
                  <a16:creationId xmlns:a16="http://schemas.microsoft.com/office/drawing/2014/main" id="{9F65F9F3-B935-ACF6-C86E-E8BD938AAAD8}"/>
                </a:ext>
              </a:extLst>
            </p:cNvPr>
            <p:cNvSpPr>
              <a:spLocks noGrp="1"/>
            </p:cNvSpPr>
            <p:nvPr/>
          </p:nvSpPr>
          <p:spPr>
            <a:xfrm>
              <a:off x="4842493" y="2525937"/>
              <a:ext cx="63887" cy="28638"/>
            </a:xfrm>
            <a:custGeom>
              <a:avLst/>
              <a:gdLst/>
              <a:ahLst/>
              <a:cxnLst/>
              <a:rect l="0" t="0" r="0" b="0"/>
              <a:pathLst>
                <a:path w="63887" h="28638">
                  <a:moveTo>
                    <a:pt x="63887" y="0"/>
                  </a:moveTo>
                  <a:lnTo>
                    <a:pt x="0" y="2863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6" name="Candidate_receptor__3415">
              <a:extLst>
                <a:ext uri="{FF2B5EF4-FFF2-40B4-BE49-F238E27FC236}">
                  <a16:creationId xmlns:a16="http://schemas.microsoft.com/office/drawing/2014/main" id="{B386A1EF-40C0-A889-757A-CC0329D8C956}"/>
                </a:ext>
              </a:extLst>
            </p:cNvPr>
            <p:cNvSpPr>
              <a:spLocks noGrp="1"/>
            </p:cNvSpPr>
            <p:nvPr/>
          </p:nvSpPr>
          <p:spPr>
            <a:xfrm>
              <a:off x="4577250" y="2647279"/>
              <a:ext cx="25630" cy="92627"/>
            </a:xfrm>
            <a:custGeom>
              <a:avLst/>
              <a:gdLst/>
              <a:ahLst/>
              <a:cxnLst/>
              <a:rect l="0" t="0" r="0" b="0"/>
              <a:pathLst>
                <a:path w="25630" h="92627">
                  <a:moveTo>
                    <a:pt x="0" y="0"/>
                  </a:moveTo>
                  <a:lnTo>
                    <a:pt x="25630" y="9262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17" name="Candidate_receptor__3416">
              <a:extLst>
                <a:ext uri="{FF2B5EF4-FFF2-40B4-BE49-F238E27FC236}">
                  <a16:creationId xmlns:a16="http://schemas.microsoft.com/office/drawing/2014/main" id="{A8B9D17B-0A22-3FDC-75A0-A7DF86EB0283}"/>
                </a:ext>
              </a:extLst>
            </p:cNvPr>
            <p:cNvSpPr>
              <a:spLocks noGrp="1"/>
            </p:cNvSpPr>
            <p:nvPr/>
          </p:nvSpPr>
          <p:spPr>
            <a:xfrm>
              <a:off x="5710755" y="1987611"/>
              <a:ext cx="30781" cy="101484"/>
            </a:xfrm>
            <a:custGeom>
              <a:avLst/>
              <a:gdLst/>
              <a:ahLst/>
              <a:cxnLst/>
              <a:rect l="0" t="0" r="0" b="0"/>
              <a:pathLst>
                <a:path w="30781" h="101484">
                  <a:moveTo>
                    <a:pt x="30781" y="0"/>
                  </a:moveTo>
                  <a:lnTo>
                    <a:pt x="0" y="10148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8" name="Candidate_receptor__3417">
              <a:extLst>
                <a:ext uri="{FF2B5EF4-FFF2-40B4-BE49-F238E27FC236}">
                  <a16:creationId xmlns:a16="http://schemas.microsoft.com/office/drawing/2014/main" id="{B4281ABE-BDBC-4856-6560-29FE11DC3400}"/>
                </a:ext>
              </a:extLst>
            </p:cNvPr>
            <p:cNvSpPr>
              <a:spLocks noGrp="1"/>
            </p:cNvSpPr>
            <p:nvPr/>
          </p:nvSpPr>
          <p:spPr>
            <a:xfrm>
              <a:off x="4550634" y="2192218"/>
              <a:ext cx="96161" cy="60692"/>
            </a:xfrm>
            <a:custGeom>
              <a:avLst/>
              <a:gdLst/>
              <a:ahLst/>
              <a:cxnLst/>
              <a:rect l="0" t="0" r="0" b="0"/>
              <a:pathLst>
                <a:path w="96161" h="60692">
                  <a:moveTo>
                    <a:pt x="96161" y="0"/>
                  </a:moveTo>
                  <a:lnTo>
                    <a:pt x="0" y="6069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19" name="Candidate_receptor__3418">
              <a:extLst>
                <a:ext uri="{FF2B5EF4-FFF2-40B4-BE49-F238E27FC236}">
                  <a16:creationId xmlns:a16="http://schemas.microsoft.com/office/drawing/2014/main" id="{AEE42B97-01F6-0894-11B9-F41CA241CDFD}"/>
                </a:ext>
              </a:extLst>
            </p:cNvPr>
            <p:cNvSpPr>
              <a:spLocks noGrp="1"/>
            </p:cNvSpPr>
            <p:nvPr/>
          </p:nvSpPr>
          <p:spPr>
            <a:xfrm>
              <a:off x="5725331" y="3943007"/>
              <a:ext cx="28952" cy="30614"/>
            </a:xfrm>
            <a:custGeom>
              <a:avLst/>
              <a:gdLst/>
              <a:ahLst/>
              <a:cxnLst/>
              <a:rect l="0" t="0" r="0" b="0"/>
              <a:pathLst>
                <a:path w="28952" h="30614">
                  <a:moveTo>
                    <a:pt x="28952" y="306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0" name="Candidate_receptor__3419">
              <a:extLst>
                <a:ext uri="{FF2B5EF4-FFF2-40B4-BE49-F238E27FC236}">
                  <a16:creationId xmlns:a16="http://schemas.microsoft.com/office/drawing/2014/main" id="{BE15C0A3-0029-E894-6BF5-16F446DE4F47}"/>
                </a:ext>
              </a:extLst>
            </p:cNvPr>
            <p:cNvSpPr>
              <a:spLocks noGrp="1"/>
            </p:cNvSpPr>
            <p:nvPr/>
          </p:nvSpPr>
          <p:spPr>
            <a:xfrm>
              <a:off x="4662291" y="3639605"/>
              <a:ext cx="66183" cy="70776"/>
            </a:xfrm>
            <a:custGeom>
              <a:avLst/>
              <a:gdLst/>
              <a:ahLst/>
              <a:cxnLst/>
              <a:rect l="0" t="0" r="0" b="0"/>
              <a:pathLst>
                <a:path w="66183" h="70776">
                  <a:moveTo>
                    <a:pt x="66183" y="0"/>
                  </a:moveTo>
                  <a:lnTo>
                    <a:pt x="0" y="70776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1" name="Candidate_receptor__3420">
              <a:extLst>
                <a:ext uri="{FF2B5EF4-FFF2-40B4-BE49-F238E27FC236}">
                  <a16:creationId xmlns:a16="http://schemas.microsoft.com/office/drawing/2014/main" id="{560131D6-1E12-C345-5CBC-1C7D206F4949}"/>
                </a:ext>
              </a:extLst>
            </p:cNvPr>
            <p:cNvSpPr>
              <a:spLocks noGrp="1"/>
            </p:cNvSpPr>
            <p:nvPr/>
          </p:nvSpPr>
          <p:spPr>
            <a:xfrm>
              <a:off x="4391913" y="3126010"/>
              <a:ext cx="23962" cy="8569"/>
            </a:xfrm>
            <a:custGeom>
              <a:avLst/>
              <a:gdLst/>
              <a:ahLst/>
              <a:cxnLst/>
              <a:rect l="0" t="0" r="0" b="0"/>
              <a:pathLst>
                <a:path w="23962" h="8569">
                  <a:moveTo>
                    <a:pt x="0" y="8569"/>
                  </a:moveTo>
                  <a:lnTo>
                    <a:pt x="23962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2" name="Candidate_receptor__3421">
              <a:extLst>
                <a:ext uri="{FF2B5EF4-FFF2-40B4-BE49-F238E27FC236}">
                  <a16:creationId xmlns:a16="http://schemas.microsoft.com/office/drawing/2014/main" id="{028F0F19-2165-A223-A17E-3CA4D46D2370}"/>
                </a:ext>
              </a:extLst>
            </p:cNvPr>
            <p:cNvSpPr>
              <a:spLocks noGrp="1"/>
            </p:cNvSpPr>
            <p:nvPr/>
          </p:nvSpPr>
          <p:spPr>
            <a:xfrm>
              <a:off x="4890729" y="3528920"/>
              <a:ext cx="49318" cy="68742"/>
            </a:xfrm>
            <a:custGeom>
              <a:avLst/>
              <a:gdLst/>
              <a:ahLst/>
              <a:cxnLst/>
              <a:rect l="0" t="0" r="0" b="0"/>
              <a:pathLst>
                <a:path w="49318" h="68742">
                  <a:moveTo>
                    <a:pt x="0" y="68742"/>
                  </a:moveTo>
                  <a:lnTo>
                    <a:pt x="49318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3" name="Candidate_receptor__3422">
              <a:extLst>
                <a:ext uri="{FF2B5EF4-FFF2-40B4-BE49-F238E27FC236}">
                  <a16:creationId xmlns:a16="http://schemas.microsoft.com/office/drawing/2014/main" id="{0BC8DA66-9C8C-5CC8-DF20-0DFD203320D6}"/>
                </a:ext>
              </a:extLst>
            </p:cNvPr>
            <p:cNvSpPr>
              <a:spLocks noGrp="1"/>
            </p:cNvSpPr>
            <p:nvPr/>
          </p:nvSpPr>
          <p:spPr>
            <a:xfrm>
              <a:off x="5700579" y="2876282"/>
              <a:ext cx="15412" cy="101495"/>
            </a:xfrm>
            <a:custGeom>
              <a:avLst/>
              <a:gdLst/>
              <a:ahLst/>
              <a:cxnLst/>
              <a:rect l="0" t="0" r="0" b="0"/>
              <a:pathLst>
                <a:path w="15412" h="101495">
                  <a:moveTo>
                    <a:pt x="0" y="0"/>
                  </a:moveTo>
                  <a:lnTo>
                    <a:pt x="15412" y="10149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4" name="Candidate_receptor__3423">
              <a:extLst>
                <a:ext uri="{FF2B5EF4-FFF2-40B4-BE49-F238E27FC236}">
                  <a16:creationId xmlns:a16="http://schemas.microsoft.com/office/drawing/2014/main" id="{623F59E4-B4A5-4B64-B02C-EDB27CF2BAC7}"/>
                </a:ext>
              </a:extLst>
            </p:cNvPr>
            <p:cNvSpPr>
              <a:spLocks noGrp="1"/>
            </p:cNvSpPr>
            <p:nvPr/>
          </p:nvSpPr>
          <p:spPr>
            <a:xfrm>
              <a:off x="5368355" y="3130899"/>
              <a:ext cx="67123" cy="92460"/>
            </a:xfrm>
            <a:custGeom>
              <a:avLst/>
              <a:gdLst/>
              <a:ahLst/>
              <a:cxnLst/>
              <a:rect l="0" t="0" r="0" b="0"/>
              <a:pathLst>
                <a:path w="67123" h="92460">
                  <a:moveTo>
                    <a:pt x="67123" y="0"/>
                  </a:moveTo>
                  <a:lnTo>
                    <a:pt x="0" y="9246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5" name="Candidate_receptor__3424">
              <a:extLst>
                <a:ext uri="{FF2B5EF4-FFF2-40B4-BE49-F238E27FC236}">
                  <a16:creationId xmlns:a16="http://schemas.microsoft.com/office/drawing/2014/main" id="{3237921B-B053-D25D-9563-BB69F44D1825}"/>
                </a:ext>
              </a:extLst>
            </p:cNvPr>
            <p:cNvSpPr>
              <a:spLocks noGrp="1"/>
            </p:cNvSpPr>
            <p:nvPr/>
          </p:nvSpPr>
          <p:spPr>
            <a:xfrm>
              <a:off x="6154354" y="2337370"/>
              <a:ext cx="41214" cy="54328"/>
            </a:xfrm>
            <a:custGeom>
              <a:avLst/>
              <a:gdLst/>
              <a:ahLst/>
              <a:cxnLst/>
              <a:rect l="0" t="0" r="0" b="0"/>
              <a:pathLst>
                <a:path w="41214" h="54328">
                  <a:moveTo>
                    <a:pt x="0" y="0"/>
                  </a:moveTo>
                  <a:lnTo>
                    <a:pt x="41214" y="54328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6" name="Candidate_receptor__3425">
              <a:extLst>
                <a:ext uri="{FF2B5EF4-FFF2-40B4-BE49-F238E27FC236}">
                  <a16:creationId xmlns:a16="http://schemas.microsoft.com/office/drawing/2014/main" id="{671FD8D8-C722-7A8B-7F37-9D6D9D153BB1}"/>
                </a:ext>
              </a:extLst>
            </p:cNvPr>
            <p:cNvSpPr>
              <a:spLocks noGrp="1"/>
            </p:cNvSpPr>
            <p:nvPr/>
          </p:nvSpPr>
          <p:spPr>
            <a:xfrm>
              <a:off x="4938102" y="3447169"/>
              <a:ext cx="1944" cy="81752"/>
            </a:xfrm>
            <a:custGeom>
              <a:avLst/>
              <a:gdLst/>
              <a:ahLst/>
              <a:cxnLst/>
              <a:rect l="0" t="0" r="0" b="0"/>
              <a:pathLst>
                <a:path w="1944" h="81752">
                  <a:moveTo>
                    <a:pt x="1944" y="817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7" name="Candidate_receptor__3426">
              <a:extLst>
                <a:ext uri="{FF2B5EF4-FFF2-40B4-BE49-F238E27FC236}">
                  <a16:creationId xmlns:a16="http://schemas.microsoft.com/office/drawing/2014/main" id="{CF4B5327-D39F-09BE-DB62-DF9014F30E9D}"/>
                </a:ext>
              </a:extLst>
            </p:cNvPr>
            <p:cNvSpPr>
              <a:spLocks noGrp="1"/>
            </p:cNvSpPr>
            <p:nvPr/>
          </p:nvSpPr>
          <p:spPr>
            <a:xfrm>
              <a:off x="5569475" y="3003342"/>
              <a:ext cx="28217" cy="110740"/>
            </a:xfrm>
            <a:custGeom>
              <a:avLst/>
              <a:gdLst/>
              <a:ahLst/>
              <a:cxnLst/>
              <a:rect l="0" t="0" r="0" b="0"/>
              <a:pathLst>
                <a:path w="28217" h="110740">
                  <a:moveTo>
                    <a:pt x="0" y="0"/>
                  </a:moveTo>
                  <a:lnTo>
                    <a:pt x="28217" y="11074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28" name="Candidate_receptor__3427">
              <a:extLst>
                <a:ext uri="{FF2B5EF4-FFF2-40B4-BE49-F238E27FC236}">
                  <a16:creationId xmlns:a16="http://schemas.microsoft.com/office/drawing/2014/main" id="{417736DE-CC84-2FD7-BB8A-3568823F14FF}"/>
                </a:ext>
              </a:extLst>
            </p:cNvPr>
            <p:cNvSpPr>
              <a:spLocks noGrp="1"/>
            </p:cNvSpPr>
            <p:nvPr/>
          </p:nvSpPr>
          <p:spPr>
            <a:xfrm>
              <a:off x="4900866" y="3799249"/>
              <a:ext cx="74984" cy="47705"/>
            </a:xfrm>
            <a:custGeom>
              <a:avLst/>
              <a:gdLst/>
              <a:ahLst/>
              <a:cxnLst/>
              <a:rect l="0" t="0" r="0" b="0"/>
              <a:pathLst>
                <a:path w="74984" h="47705">
                  <a:moveTo>
                    <a:pt x="0" y="0"/>
                  </a:moveTo>
                  <a:lnTo>
                    <a:pt x="74984" y="47705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29" name="Candidate_receptor__3428">
              <a:extLst>
                <a:ext uri="{FF2B5EF4-FFF2-40B4-BE49-F238E27FC236}">
                  <a16:creationId xmlns:a16="http://schemas.microsoft.com/office/drawing/2014/main" id="{BF916D7E-6413-5777-60AE-FFF3821BF236}"/>
                </a:ext>
              </a:extLst>
            </p:cNvPr>
            <p:cNvSpPr>
              <a:spLocks noGrp="1"/>
            </p:cNvSpPr>
            <p:nvPr/>
          </p:nvSpPr>
          <p:spPr>
            <a:xfrm>
              <a:off x="5741535" y="1968441"/>
              <a:ext cx="110500" cy="19170"/>
            </a:xfrm>
            <a:custGeom>
              <a:avLst/>
              <a:gdLst/>
              <a:ahLst/>
              <a:cxnLst/>
              <a:rect l="0" t="0" r="0" b="0"/>
              <a:pathLst>
                <a:path w="110500" h="19170">
                  <a:moveTo>
                    <a:pt x="110500" y="0"/>
                  </a:moveTo>
                  <a:lnTo>
                    <a:pt x="0" y="1917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0" name="Candidate_receptor__3429">
              <a:extLst>
                <a:ext uri="{FF2B5EF4-FFF2-40B4-BE49-F238E27FC236}">
                  <a16:creationId xmlns:a16="http://schemas.microsoft.com/office/drawing/2014/main" id="{7D9AB72C-8FC4-EC15-6948-551A681CBEEA}"/>
                </a:ext>
              </a:extLst>
            </p:cNvPr>
            <p:cNvSpPr>
              <a:spLocks noGrp="1"/>
            </p:cNvSpPr>
            <p:nvPr/>
          </p:nvSpPr>
          <p:spPr>
            <a:xfrm>
              <a:off x="5720175" y="2345083"/>
              <a:ext cx="81965" cy="79166"/>
            </a:xfrm>
            <a:custGeom>
              <a:avLst/>
              <a:gdLst/>
              <a:ahLst/>
              <a:cxnLst/>
              <a:rect l="0" t="0" r="0" b="0"/>
              <a:pathLst>
                <a:path w="81965" h="79166">
                  <a:moveTo>
                    <a:pt x="0" y="0"/>
                  </a:moveTo>
                  <a:lnTo>
                    <a:pt x="81965" y="7916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1" name="Candidate_receptor__3430">
              <a:extLst>
                <a:ext uri="{FF2B5EF4-FFF2-40B4-BE49-F238E27FC236}">
                  <a16:creationId xmlns:a16="http://schemas.microsoft.com/office/drawing/2014/main" id="{B297C16C-C51B-9C7B-1D91-C909E15B3028}"/>
                </a:ext>
              </a:extLst>
            </p:cNvPr>
            <p:cNvSpPr>
              <a:spLocks noGrp="1"/>
            </p:cNvSpPr>
            <p:nvPr/>
          </p:nvSpPr>
          <p:spPr>
            <a:xfrm>
              <a:off x="4577250" y="2596149"/>
              <a:ext cx="95512" cy="51130"/>
            </a:xfrm>
            <a:custGeom>
              <a:avLst/>
              <a:gdLst/>
              <a:ahLst/>
              <a:cxnLst/>
              <a:rect l="0" t="0" r="0" b="0"/>
              <a:pathLst>
                <a:path w="95512" h="51130">
                  <a:moveTo>
                    <a:pt x="95512" y="0"/>
                  </a:moveTo>
                  <a:lnTo>
                    <a:pt x="0" y="5113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2" name="Candidate_receptor__3431">
              <a:extLst>
                <a:ext uri="{FF2B5EF4-FFF2-40B4-BE49-F238E27FC236}">
                  <a16:creationId xmlns:a16="http://schemas.microsoft.com/office/drawing/2014/main" id="{8C1FD7A3-7DA9-15E2-1138-2B2BBDA97376}"/>
                </a:ext>
              </a:extLst>
            </p:cNvPr>
            <p:cNvSpPr>
              <a:spLocks noGrp="1"/>
            </p:cNvSpPr>
            <p:nvPr/>
          </p:nvSpPr>
          <p:spPr>
            <a:xfrm>
              <a:off x="4483270" y="3886140"/>
              <a:ext cx="59175" cy="59452"/>
            </a:xfrm>
            <a:custGeom>
              <a:avLst/>
              <a:gdLst/>
              <a:ahLst/>
              <a:cxnLst/>
              <a:rect l="0" t="0" r="0" b="0"/>
              <a:pathLst>
                <a:path w="59175" h="59452">
                  <a:moveTo>
                    <a:pt x="59175" y="0"/>
                  </a:moveTo>
                  <a:lnTo>
                    <a:pt x="0" y="5945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3" name="Candidate_receptor__3432">
              <a:extLst>
                <a:ext uri="{FF2B5EF4-FFF2-40B4-BE49-F238E27FC236}">
                  <a16:creationId xmlns:a16="http://schemas.microsoft.com/office/drawing/2014/main" id="{AD9814F0-0F69-B792-D2DD-552FCF69652D}"/>
                </a:ext>
              </a:extLst>
            </p:cNvPr>
            <p:cNvSpPr>
              <a:spLocks noGrp="1"/>
            </p:cNvSpPr>
            <p:nvPr/>
          </p:nvSpPr>
          <p:spPr>
            <a:xfrm>
              <a:off x="4338739" y="2538071"/>
              <a:ext cx="5070" cy="71825"/>
            </a:xfrm>
            <a:custGeom>
              <a:avLst/>
              <a:gdLst/>
              <a:ahLst/>
              <a:cxnLst/>
              <a:rect l="0" t="0" r="0" b="0"/>
              <a:pathLst>
                <a:path w="5070" h="71825">
                  <a:moveTo>
                    <a:pt x="5070" y="718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34" name="Candidate_receptor__3433">
              <a:extLst>
                <a:ext uri="{FF2B5EF4-FFF2-40B4-BE49-F238E27FC236}">
                  <a16:creationId xmlns:a16="http://schemas.microsoft.com/office/drawing/2014/main" id="{FD7DFBBB-BCA9-2939-D2D8-952FDE8A75BF}"/>
                </a:ext>
              </a:extLst>
            </p:cNvPr>
            <p:cNvSpPr>
              <a:spLocks noGrp="1"/>
            </p:cNvSpPr>
            <p:nvPr/>
          </p:nvSpPr>
          <p:spPr>
            <a:xfrm>
              <a:off x="5957587" y="3387517"/>
              <a:ext cx="28625" cy="105851"/>
            </a:xfrm>
            <a:custGeom>
              <a:avLst/>
              <a:gdLst/>
              <a:ahLst/>
              <a:cxnLst/>
              <a:rect l="0" t="0" r="0" b="0"/>
              <a:pathLst>
                <a:path w="28625" h="105851">
                  <a:moveTo>
                    <a:pt x="28625" y="1058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5" name="Candidate_receptor__3434">
              <a:extLst>
                <a:ext uri="{FF2B5EF4-FFF2-40B4-BE49-F238E27FC236}">
                  <a16:creationId xmlns:a16="http://schemas.microsoft.com/office/drawing/2014/main" id="{96515231-1EB9-81D1-C256-2FC56D5A777D}"/>
                </a:ext>
              </a:extLst>
            </p:cNvPr>
            <p:cNvSpPr>
              <a:spLocks noGrp="1"/>
            </p:cNvSpPr>
            <p:nvPr/>
          </p:nvSpPr>
          <p:spPr>
            <a:xfrm>
              <a:off x="5069330" y="3451199"/>
              <a:ext cx="17033" cy="102637"/>
            </a:xfrm>
            <a:custGeom>
              <a:avLst/>
              <a:gdLst/>
              <a:ahLst/>
              <a:cxnLst/>
              <a:rect l="0" t="0" r="0" b="0"/>
              <a:pathLst>
                <a:path w="17033" h="102637">
                  <a:moveTo>
                    <a:pt x="0" y="102637"/>
                  </a:moveTo>
                  <a:lnTo>
                    <a:pt x="17033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6" name="Candidate_receptor__3435">
              <a:extLst>
                <a:ext uri="{FF2B5EF4-FFF2-40B4-BE49-F238E27FC236}">
                  <a16:creationId xmlns:a16="http://schemas.microsoft.com/office/drawing/2014/main" id="{6383E9EB-91F6-01E5-0320-AC9E67C4F7B1}"/>
                </a:ext>
              </a:extLst>
            </p:cNvPr>
            <p:cNvSpPr>
              <a:spLocks noGrp="1"/>
            </p:cNvSpPr>
            <p:nvPr/>
          </p:nvSpPr>
          <p:spPr>
            <a:xfrm>
              <a:off x="3823409" y="2550218"/>
              <a:ext cx="62466" cy="84997"/>
            </a:xfrm>
            <a:custGeom>
              <a:avLst/>
              <a:gdLst/>
              <a:ahLst/>
              <a:cxnLst/>
              <a:rect l="0" t="0" r="0" b="0"/>
              <a:pathLst>
                <a:path w="62466" h="84997">
                  <a:moveTo>
                    <a:pt x="0" y="84997"/>
                  </a:moveTo>
                  <a:lnTo>
                    <a:pt x="62466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7" name="Candidate_receptor__3436">
              <a:extLst>
                <a:ext uri="{FF2B5EF4-FFF2-40B4-BE49-F238E27FC236}">
                  <a16:creationId xmlns:a16="http://schemas.microsoft.com/office/drawing/2014/main" id="{D32C3AEE-3C0F-D3DD-0075-C5EA62EEB8B6}"/>
                </a:ext>
              </a:extLst>
            </p:cNvPr>
            <p:cNvSpPr>
              <a:spLocks noGrp="1"/>
            </p:cNvSpPr>
            <p:nvPr/>
          </p:nvSpPr>
          <p:spPr>
            <a:xfrm>
              <a:off x="4232067" y="3675614"/>
              <a:ext cx="93246" cy="27550"/>
            </a:xfrm>
            <a:custGeom>
              <a:avLst/>
              <a:gdLst/>
              <a:ahLst/>
              <a:cxnLst/>
              <a:rect l="0" t="0" r="0" b="0"/>
              <a:pathLst>
                <a:path w="93246" h="27550">
                  <a:moveTo>
                    <a:pt x="93246" y="0"/>
                  </a:moveTo>
                  <a:lnTo>
                    <a:pt x="0" y="275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8" name="Candidate_receptor__3437">
              <a:extLst>
                <a:ext uri="{FF2B5EF4-FFF2-40B4-BE49-F238E27FC236}">
                  <a16:creationId xmlns:a16="http://schemas.microsoft.com/office/drawing/2014/main" id="{C6299E1A-E6C2-1FE3-C548-FD5D77CF7456}"/>
                </a:ext>
              </a:extLst>
            </p:cNvPr>
            <p:cNvSpPr>
              <a:spLocks noGrp="1"/>
            </p:cNvSpPr>
            <p:nvPr/>
          </p:nvSpPr>
          <p:spPr>
            <a:xfrm>
              <a:off x="4764054" y="3518152"/>
              <a:ext cx="48390" cy="4119"/>
            </a:xfrm>
            <a:custGeom>
              <a:avLst/>
              <a:gdLst/>
              <a:ahLst/>
              <a:cxnLst/>
              <a:rect l="0" t="0" r="0" b="0"/>
              <a:pathLst>
                <a:path w="48390" h="4119">
                  <a:moveTo>
                    <a:pt x="0" y="4119"/>
                  </a:moveTo>
                  <a:lnTo>
                    <a:pt x="4839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39" name="Candidate_receptor__3438">
              <a:extLst>
                <a:ext uri="{FF2B5EF4-FFF2-40B4-BE49-F238E27FC236}">
                  <a16:creationId xmlns:a16="http://schemas.microsoft.com/office/drawing/2014/main" id="{DB69BCE0-EFF6-2C40-C000-92C0E6A14FBD}"/>
                </a:ext>
              </a:extLst>
            </p:cNvPr>
            <p:cNvSpPr>
              <a:spLocks noGrp="1"/>
            </p:cNvSpPr>
            <p:nvPr/>
          </p:nvSpPr>
          <p:spPr>
            <a:xfrm>
              <a:off x="3736127" y="3116210"/>
              <a:ext cx="23610" cy="99536"/>
            </a:xfrm>
            <a:custGeom>
              <a:avLst/>
              <a:gdLst/>
              <a:ahLst/>
              <a:cxnLst/>
              <a:rect l="0" t="0" r="0" b="0"/>
              <a:pathLst>
                <a:path w="23610" h="99536">
                  <a:moveTo>
                    <a:pt x="23610" y="995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0" name="Candidate_receptor__3439">
              <a:extLst>
                <a:ext uri="{FF2B5EF4-FFF2-40B4-BE49-F238E27FC236}">
                  <a16:creationId xmlns:a16="http://schemas.microsoft.com/office/drawing/2014/main" id="{8CD64E4E-9F08-49D0-6206-D8C7639C5E6A}"/>
                </a:ext>
              </a:extLst>
            </p:cNvPr>
            <p:cNvSpPr>
              <a:spLocks noGrp="1"/>
            </p:cNvSpPr>
            <p:nvPr/>
          </p:nvSpPr>
          <p:spPr>
            <a:xfrm>
              <a:off x="4335315" y="3469789"/>
              <a:ext cx="10710" cy="23510"/>
            </a:xfrm>
            <a:custGeom>
              <a:avLst/>
              <a:gdLst/>
              <a:ahLst/>
              <a:cxnLst/>
              <a:rect l="0" t="0" r="0" b="0"/>
              <a:pathLst>
                <a:path w="10710" h="23510">
                  <a:moveTo>
                    <a:pt x="10710" y="235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1" name="Candidate_receptor__3440">
              <a:extLst>
                <a:ext uri="{FF2B5EF4-FFF2-40B4-BE49-F238E27FC236}">
                  <a16:creationId xmlns:a16="http://schemas.microsoft.com/office/drawing/2014/main" id="{D766FAF4-0EE7-E3C5-0EAE-FF4FE352C253}"/>
                </a:ext>
              </a:extLst>
            </p:cNvPr>
            <p:cNvSpPr>
              <a:spLocks noGrp="1"/>
            </p:cNvSpPr>
            <p:nvPr/>
          </p:nvSpPr>
          <p:spPr>
            <a:xfrm>
              <a:off x="3777878" y="2871587"/>
              <a:ext cx="13453" cy="111816"/>
            </a:xfrm>
            <a:custGeom>
              <a:avLst/>
              <a:gdLst/>
              <a:ahLst/>
              <a:cxnLst/>
              <a:rect l="0" t="0" r="0" b="0"/>
              <a:pathLst>
                <a:path w="13453" h="111816">
                  <a:moveTo>
                    <a:pt x="13453" y="1118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2" name="Candidate_receptor__3441">
              <a:extLst>
                <a:ext uri="{FF2B5EF4-FFF2-40B4-BE49-F238E27FC236}">
                  <a16:creationId xmlns:a16="http://schemas.microsoft.com/office/drawing/2014/main" id="{4949AB6B-62D6-F90C-23FA-0F60045929C5}"/>
                </a:ext>
              </a:extLst>
            </p:cNvPr>
            <p:cNvSpPr>
              <a:spLocks noGrp="1"/>
            </p:cNvSpPr>
            <p:nvPr/>
          </p:nvSpPr>
          <p:spPr>
            <a:xfrm>
              <a:off x="4532659" y="3314649"/>
              <a:ext cx="23745" cy="57544"/>
            </a:xfrm>
            <a:custGeom>
              <a:avLst/>
              <a:gdLst/>
              <a:ahLst/>
              <a:cxnLst/>
              <a:rect l="0" t="0" r="0" b="0"/>
              <a:pathLst>
                <a:path w="23745" h="57544">
                  <a:moveTo>
                    <a:pt x="0" y="0"/>
                  </a:moveTo>
                  <a:lnTo>
                    <a:pt x="23745" y="57544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3" name="Candidate_receptor__3442">
              <a:extLst>
                <a:ext uri="{FF2B5EF4-FFF2-40B4-BE49-F238E27FC236}">
                  <a16:creationId xmlns:a16="http://schemas.microsoft.com/office/drawing/2014/main" id="{D32A6031-E39C-2D7C-C8F0-12589AC8980D}"/>
                </a:ext>
              </a:extLst>
            </p:cNvPr>
            <p:cNvSpPr>
              <a:spLocks noGrp="1"/>
            </p:cNvSpPr>
            <p:nvPr/>
          </p:nvSpPr>
          <p:spPr>
            <a:xfrm>
              <a:off x="4672762" y="2525309"/>
              <a:ext cx="57796" cy="70840"/>
            </a:xfrm>
            <a:custGeom>
              <a:avLst/>
              <a:gdLst/>
              <a:ahLst/>
              <a:cxnLst/>
              <a:rect l="0" t="0" r="0" b="0"/>
              <a:pathLst>
                <a:path w="57796" h="70840">
                  <a:moveTo>
                    <a:pt x="57796" y="0"/>
                  </a:moveTo>
                  <a:lnTo>
                    <a:pt x="0" y="7084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4" name="Candidate_receptor__3443">
              <a:extLst>
                <a:ext uri="{FF2B5EF4-FFF2-40B4-BE49-F238E27FC236}">
                  <a16:creationId xmlns:a16="http://schemas.microsoft.com/office/drawing/2014/main" id="{8790C5F8-9783-0B4D-66AA-8F5DA3D2E305}"/>
                </a:ext>
              </a:extLst>
            </p:cNvPr>
            <p:cNvSpPr>
              <a:spLocks noGrp="1"/>
            </p:cNvSpPr>
            <p:nvPr/>
          </p:nvSpPr>
          <p:spPr>
            <a:xfrm>
              <a:off x="4430883" y="2721945"/>
              <a:ext cx="43446" cy="106194"/>
            </a:xfrm>
            <a:custGeom>
              <a:avLst/>
              <a:gdLst/>
              <a:ahLst/>
              <a:cxnLst/>
              <a:rect l="0" t="0" r="0" b="0"/>
              <a:pathLst>
                <a:path w="43446" h="106194">
                  <a:moveTo>
                    <a:pt x="0" y="0"/>
                  </a:moveTo>
                  <a:lnTo>
                    <a:pt x="43446" y="10619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5" name="Candidate_receptor__3444">
              <a:extLst>
                <a:ext uri="{FF2B5EF4-FFF2-40B4-BE49-F238E27FC236}">
                  <a16:creationId xmlns:a16="http://schemas.microsoft.com/office/drawing/2014/main" id="{62BACDC6-6E9D-8B44-45FD-25C83CE29A22}"/>
                </a:ext>
              </a:extLst>
            </p:cNvPr>
            <p:cNvSpPr>
              <a:spLocks noGrp="1"/>
            </p:cNvSpPr>
            <p:nvPr/>
          </p:nvSpPr>
          <p:spPr>
            <a:xfrm>
              <a:off x="4191390" y="3703163"/>
              <a:ext cx="40677" cy="69853"/>
            </a:xfrm>
            <a:custGeom>
              <a:avLst/>
              <a:gdLst/>
              <a:ahLst/>
              <a:cxnLst/>
              <a:rect l="0" t="0" r="0" b="0"/>
              <a:pathLst>
                <a:path w="40677" h="69853">
                  <a:moveTo>
                    <a:pt x="40677" y="0"/>
                  </a:moveTo>
                  <a:lnTo>
                    <a:pt x="0" y="69853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46" name="Candidate_receptor__3445">
              <a:extLst>
                <a:ext uri="{FF2B5EF4-FFF2-40B4-BE49-F238E27FC236}">
                  <a16:creationId xmlns:a16="http://schemas.microsoft.com/office/drawing/2014/main" id="{0324CF32-77BE-48DB-26F6-794618425215}"/>
                </a:ext>
              </a:extLst>
            </p:cNvPr>
            <p:cNvSpPr>
              <a:spLocks noGrp="1"/>
            </p:cNvSpPr>
            <p:nvPr/>
          </p:nvSpPr>
          <p:spPr>
            <a:xfrm>
              <a:off x="5852035" y="1900237"/>
              <a:ext cx="65685" cy="68204"/>
            </a:xfrm>
            <a:custGeom>
              <a:avLst/>
              <a:gdLst/>
              <a:ahLst/>
              <a:cxnLst/>
              <a:rect l="0" t="0" r="0" b="0"/>
              <a:pathLst>
                <a:path w="65685" h="68204">
                  <a:moveTo>
                    <a:pt x="65685" y="0"/>
                  </a:moveTo>
                  <a:lnTo>
                    <a:pt x="0" y="68204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7" name="Candidate_receptor__3446">
              <a:extLst>
                <a:ext uri="{FF2B5EF4-FFF2-40B4-BE49-F238E27FC236}">
                  <a16:creationId xmlns:a16="http://schemas.microsoft.com/office/drawing/2014/main" id="{832E7A27-D86D-F2F8-1AA2-7E02991DEF92}"/>
                </a:ext>
              </a:extLst>
            </p:cNvPr>
            <p:cNvSpPr>
              <a:spLocks noGrp="1"/>
            </p:cNvSpPr>
            <p:nvPr/>
          </p:nvSpPr>
          <p:spPr>
            <a:xfrm>
              <a:off x="5028764" y="2901352"/>
              <a:ext cx="49962" cy="101521"/>
            </a:xfrm>
            <a:custGeom>
              <a:avLst/>
              <a:gdLst/>
              <a:ahLst/>
              <a:cxnLst/>
              <a:rect l="0" t="0" r="0" b="0"/>
              <a:pathLst>
                <a:path w="49962" h="101521">
                  <a:moveTo>
                    <a:pt x="0" y="101521"/>
                  </a:moveTo>
                  <a:lnTo>
                    <a:pt x="49962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8" name="Candidate_receptor__3447">
              <a:extLst>
                <a:ext uri="{FF2B5EF4-FFF2-40B4-BE49-F238E27FC236}">
                  <a16:creationId xmlns:a16="http://schemas.microsoft.com/office/drawing/2014/main" id="{9365205A-E54A-28BC-9819-04DB687CA31F}"/>
                </a:ext>
              </a:extLst>
            </p:cNvPr>
            <p:cNvSpPr>
              <a:spLocks noGrp="1"/>
            </p:cNvSpPr>
            <p:nvPr/>
          </p:nvSpPr>
          <p:spPr>
            <a:xfrm>
              <a:off x="5710326" y="2977778"/>
              <a:ext cx="5665" cy="50470"/>
            </a:xfrm>
            <a:custGeom>
              <a:avLst/>
              <a:gdLst/>
              <a:ahLst/>
              <a:cxnLst/>
              <a:rect l="0" t="0" r="0" b="0"/>
              <a:pathLst>
                <a:path w="5665" h="50470">
                  <a:moveTo>
                    <a:pt x="5665" y="0"/>
                  </a:moveTo>
                  <a:lnTo>
                    <a:pt x="0" y="5047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49" name="Candidate_receptor__3448">
              <a:extLst>
                <a:ext uri="{FF2B5EF4-FFF2-40B4-BE49-F238E27FC236}">
                  <a16:creationId xmlns:a16="http://schemas.microsoft.com/office/drawing/2014/main" id="{247F1A53-AFFE-9635-54E4-1E42FB31A9CC}"/>
                </a:ext>
              </a:extLst>
            </p:cNvPr>
            <p:cNvSpPr>
              <a:spLocks noGrp="1"/>
            </p:cNvSpPr>
            <p:nvPr/>
          </p:nvSpPr>
          <p:spPr>
            <a:xfrm>
              <a:off x="4979862" y="2174503"/>
              <a:ext cx="83147" cy="70388"/>
            </a:xfrm>
            <a:custGeom>
              <a:avLst/>
              <a:gdLst/>
              <a:ahLst/>
              <a:cxnLst/>
              <a:rect l="0" t="0" r="0" b="0"/>
              <a:pathLst>
                <a:path w="83147" h="70388">
                  <a:moveTo>
                    <a:pt x="0" y="70388"/>
                  </a:moveTo>
                  <a:lnTo>
                    <a:pt x="83147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0" name="Candidate_receptor__3449">
              <a:extLst>
                <a:ext uri="{FF2B5EF4-FFF2-40B4-BE49-F238E27FC236}">
                  <a16:creationId xmlns:a16="http://schemas.microsoft.com/office/drawing/2014/main" id="{1958AF21-98CB-4E5F-1742-80DE46AF6EB4}"/>
                </a:ext>
              </a:extLst>
            </p:cNvPr>
            <p:cNvSpPr>
              <a:spLocks noGrp="1"/>
            </p:cNvSpPr>
            <p:nvPr/>
          </p:nvSpPr>
          <p:spPr>
            <a:xfrm>
              <a:off x="4914033" y="2082670"/>
              <a:ext cx="6703" cy="51221"/>
            </a:xfrm>
            <a:custGeom>
              <a:avLst/>
              <a:gdLst/>
              <a:ahLst/>
              <a:cxnLst/>
              <a:rect l="0" t="0" r="0" b="0"/>
              <a:pathLst>
                <a:path w="6703" h="51221">
                  <a:moveTo>
                    <a:pt x="0" y="0"/>
                  </a:moveTo>
                  <a:lnTo>
                    <a:pt x="6703" y="51221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1" name="Candidate_receptor__3450">
              <a:extLst>
                <a:ext uri="{FF2B5EF4-FFF2-40B4-BE49-F238E27FC236}">
                  <a16:creationId xmlns:a16="http://schemas.microsoft.com/office/drawing/2014/main" id="{6205E226-044F-8BB4-2166-2DB7A20F07CA}"/>
                </a:ext>
              </a:extLst>
            </p:cNvPr>
            <p:cNvSpPr>
              <a:spLocks noGrp="1"/>
            </p:cNvSpPr>
            <p:nvPr/>
          </p:nvSpPr>
          <p:spPr>
            <a:xfrm>
              <a:off x="5245405" y="2856645"/>
              <a:ext cx="111154" cy="13892"/>
            </a:xfrm>
            <a:custGeom>
              <a:avLst/>
              <a:gdLst/>
              <a:ahLst/>
              <a:cxnLst/>
              <a:rect l="0" t="0" r="0" b="0"/>
              <a:pathLst>
                <a:path w="111154" h="13892">
                  <a:moveTo>
                    <a:pt x="0" y="0"/>
                  </a:moveTo>
                  <a:lnTo>
                    <a:pt x="111154" y="1389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2" name="Candidate_receptor__3451">
              <a:extLst>
                <a:ext uri="{FF2B5EF4-FFF2-40B4-BE49-F238E27FC236}">
                  <a16:creationId xmlns:a16="http://schemas.microsoft.com/office/drawing/2014/main" id="{187D92EE-4750-669E-9A8E-4EDF81855135}"/>
                </a:ext>
              </a:extLst>
            </p:cNvPr>
            <p:cNvSpPr>
              <a:spLocks noGrp="1"/>
            </p:cNvSpPr>
            <p:nvPr/>
          </p:nvSpPr>
          <p:spPr>
            <a:xfrm>
              <a:off x="4906380" y="2525937"/>
              <a:ext cx="64680" cy="93945"/>
            </a:xfrm>
            <a:custGeom>
              <a:avLst/>
              <a:gdLst/>
              <a:ahLst/>
              <a:cxnLst/>
              <a:rect l="0" t="0" r="0" b="0"/>
              <a:pathLst>
                <a:path w="64680" h="93945">
                  <a:moveTo>
                    <a:pt x="64680" y="939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3" name="Candidate_receptor__3452">
              <a:extLst>
                <a:ext uri="{FF2B5EF4-FFF2-40B4-BE49-F238E27FC236}">
                  <a16:creationId xmlns:a16="http://schemas.microsoft.com/office/drawing/2014/main" id="{7CFC8AB5-8BF8-A9B9-0E33-1445996A1822}"/>
                </a:ext>
              </a:extLst>
            </p:cNvPr>
            <p:cNvSpPr>
              <a:spLocks noGrp="1"/>
            </p:cNvSpPr>
            <p:nvPr/>
          </p:nvSpPr>
          <p:spPr>
            <a:xfrm>
              <a:off x="4699335" y="3182597"/>
              <a:ext cx="80649" cy="80415"/>
            </a:xfrm>
            <a:custGeom>
              <a:avLst/>
              <a:gdLst/>
              <a:ahLst/>
              <a:cxnLst/>
              <a:rect l="0" t="0" r="0" b="0"/>
              <a:pathLst>
                <a:path w="80649" h="80415">
                  <a:moveTo>
                    <a:pt x="0" y="0"/>
                  </a:moveTo>
                  <a:lnTo>
                    <a:pt x="80649" y="8041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4" name="Candidate_receptor__3453">
              <a:extLst>
                <a:ext uri="{FF2B5EF4-FFF2-40B4-BE49-F238E27FC236}">
                  <a16:creationId xmlns:a16="http://schemas.microsoft.com/office/drawing/2014/main" id="{9A3A82D0-1093-E10C-5EC3-736A6480BBF5}"/>
                </a:ext>
              </a:extLst>
            </p:cNvPr>
            <p:cNvSpPr>
              <a:spLocks noGrp="1"/>
            </p:cNvSpPr>
            <p:nvPr/>
          </p:nvSpPr>
          <p:spPr>
            <a:xfrm>
              <a:off x="5917721" y="1824820"/>
              <a:ext cx="67913" cy="75417"/>
            </a:xfrm>
            <a:custGeom>
              <a:avLst/>
              <a:gdLst/>
              <a:ahLst/>
              <a:cxnLst/>
              <a:rect l="0" t="0" r="0" b="0"/>
              <a:pathLst>
                <a:path w="67913" h="75417">
                  <a:moveTo>
                    <a:pt x="67913" y="0"/>
                  </a:moveTo>
                  <a:lnTo>
                    <a:pt x="0" y="7541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5" name="Candidate_receptor__3454">
              <a:extLst>
                <a:ext uri="{FF2B5EF4-FFF2-40B4-BE49-F238E27FC236}">
                  <a16:creationId xmlns:a16="http://schemas.microsoft.com/office/drawing/2014/main" id="{491DAC13-0E98-DC9A-1DF1-1159A4A0D679}"/>
                </a:ext>
              </a:extLst>
            </p:cNvPr>
            <p:cNvSpPr>
              <a:spLocks noGrp="1"/>
            </p:cNvSpPr>
            <p:nvPr/>
          </p:nvSpPr>
          <p:spPr>
            <a:xfrm>
              <a:off x="4547771" y="3583724"/>
              <a:ext cx="19062" cy="78988"/>
            </a:xfrm>
            <a:custGeom>
              <a:avLst/>
              <a:gdLst/>
              <a:ahLst/>
              <a:cxnLst/>
              <a:rect l="0" t="0" r="0" b="0"/>
              <a:pathLst>
                <a:path w="19062" h="78988">
                  <a:moveTo>
                    <a:pt x="19062" y="789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56" name="Candidate_receptor__3455">
              <a:extLst>
                <a:ext uri="{FF2B5EF4-FFF2-40B4-BE49-F238E27FC236}">
                  <a16:creationId xmlns:a16="http://schemas.microsoft.com/office/drawing/2014/main" id="{38B7E8F0-F699-E635-D0B3-16617981EC97}"/>
                </a:ext>
              </a:extLst>
            </p:cNvPr>
            <p:cNvSpPr>
              <a:spLocks noGrp="1"/>
            </p:cNvSpPr>
            <p:nvPr/>
          </p:nvSpPr>
          <p:spPr>
            <a:xfrm>
              <a:off x="4646795" y="2192218"/>
              <a:ext cx="86887" cy="48962"/>
            </a:xfrm>
            <a:custGeom>
              <a:avLst/>
              <a:gdLst/>
              <a:ahLst/>
              <a:cxnLst/>
              <a:rect l="0" t="0" r="0" b="0"/>
              <a:pathLst>
                <a:path w="86887" h="48962">
                  <a:moveTo>
                    <a:pt x="86887" y="489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7" name="Candidate_receptor__3456">
              <a:extLst>
                <a:ext uri="{FF2B5EF4-FFF2-40B4-BE49-F238E27FC236}">
                  <a16:creationId xmlns:a16="http://schemas.microsoft.com/office/drawing/2014/main" id="{A24BF86C-00BE-E0EF-D7C6-F2CB2CB98932}"/>
                </a:ext>
              </a:extLst>
            </p:cNvPr>
            <p:cNvSpPr>
              <a:spLocks noGrp="1"/>
            </p:cNvSpPr>
            <p:nvPr/>
          </p:nvSpPr>
          <p:spPr>
            <a:xfrm>
              <a:off x="5480745" y="2776611"/>
              <a:ext cx="82989" cy="9768"/>
            </a:xfrm>
            <a:custGeom>
              <a:avLst/>
              <a:gdLst/>
              <a:ahLst/>
              <a:cxnLst/>
              <a:rect l="0" t="0" r="0" b="0"/>
              <a:pathLst>
                <a:path w="82989" h="9768">
                  <a:moveTo>
                    <a:pt x="82989" y="97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8" name="Candidate_receptor__3457">
              <a:extLst>
                <a:ext uri="{FF2B5EF4-FFF2-40B4-BE49-F238E27FC236}">
                  <a16:creationId xmlns:a16="http://schemas.microsoft.com/office/drawing/2014/main" id="{A9C39C9A-66F6-65C7-E2E0-7F8DD57CD09D}"/>
                </a:ext>
              </a:extLst>
            </p:cNvPr>
            <p:cNvSpPr>
              <a:spLocks noGrp="1"/>
            </p:cNvSpPr>
            <p:nvPr/>
          </p:nvSpPr>
          <p:spPr>
            <a:xfrm>
              <a:off x="5441447" y="3320854"/>
              <a:ext cx="19074" cy="76278"/>
            </a:xfrm>
            <a:custGeom>
              <a:avLst/>
              <a:gdLst/>
              <a:ahLst/>
              <a:cxnLst/>
              <a:rect l="0" t="0" r="0" b="0"/>
              <a:pathLst>
                <a:path w="19074" h="76278">
                  <a:moveTo>
                    <a:pt x="19074" y="0"/>
                  </a:moveTo>
                  <a:lnTo>
                    <a:pt x="0" y="7627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59" name="Candidate_receptor__3458">
              <a:extLst>
                <a:ext uri="{FF2B5EF4-FFF2-40B4-BE49-F238E27FC236}">
                  <a16:creationId xmlns:a16="http://schemas.microsoft.com/office/drawing/2014/main" id="{92128B55-BC5D-C29E-FAD6-31E607E1CFD1}"/>
                </a:ext>
              </a:extLst>
            </p:cNvPr>
            <p:cNvSpPr>
              <a:spLocks noGrp="1"/>
            </p:cNvSpPr>
            <p:nvPr/>
          </p:nvSpPr>
          <p:spPr>
            <a:xfrm>
              <a:off x="5945862" y="3202679"/>
              <a:ext cx="51924" cy="3165"/>
            </a:xfrm>
            <a:custGeom>
              <a:avLst/>
              <a:gdLst/>
              <a:ahLst/>
              <a:cxnLst/>
              <a:rect l="0" t="0" r="0" b="0"/>
              <a:pathLst>
                <a:path w="51924" h="3165">
                  <a:moveTo>
                    <a:pt x="0" y="0"/>
                  </a:moveTo>
                  <a:lnTo>
                    <a:pt x="51924" y="316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0" name="Candidate_receptor__3459">
              <a:extLst>
                <a:ext uri="{FF2B5EF4-FFF2-40B4-BE49-F238E27FC236}">
                  <a16:creationId xmlns:a16="http://schemas.microsoft.com/office/drawing/2014/main" id="{E1683EE5-EE02-1E59-385A-6EA12412D42B}"/>
                </a:ext>
              </a:extLst>
            </p:cNvPr>
            <p:cNvSpPr>
              <a:spLocks noGrp="1"/>
            </p:cNvSpPr>
            <p:nvPr/>
          </p:nvSpPr>
          <p:spPr>
            <a:xfrm>
              <a:off x="5521944" y="2398420"/>
              <a:ext cx="23100" cy="112955"/>
            </a:xfrm>
            <a:custGeom>
              <a:avLst/>
              <a:gdLst/>
              <a:ahLst/>
              <a:cxnLst/>
              <a:rect l="0" t="0" r="0" b="0"/>
              <a:pathLst>
                <a:path w="23100" h="112955">
                  <a:moveTo>
                    <a:pt x="0" y="112955"/>
                  </a:moveTo>
                  <a:lnTo>
                    <a:pt x="2310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1" name="Candidate_receptor__3460">
              <a:extLst>
                <a:ext uri="{FF2B5EF4-FFF2-40B4-BE49-F238E27FC236}">
                  <a16:creationId xmlns:a16="http://schemas.microsoft.com/office/drawing/2014/main" id="{813CCA6F-9B4D-F58D-9183-B1F4E2DF34B2}"/>
                </a:ext>
              </a:extLst>
            </p:cNvPr>
            <p:cNvSpPr>
              <a:spLocks noGrp="1"/>
            </p:cNvSpPr>
            <p:nvPr/>
          </p:nvSpPr>
          <p:spPr>
            <a:xfrm>
              <a:off x="3759738" y="3215747"/>
              <a:ext cx="51425" cy="42094"/>
            </a:xfrm>
            <a:custGeom>
              <a:avLst/>
              <a:gdLst/>
              <a:ahLst/>
              <a:cxnLst/>
              <a:rect l="0" t="0" r="0" b="0"/>
              <a:pathLst>
                <a:path w="51425" h="42094">
                  <a:moveTo>
                    <a:pt x="51425" y="4209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62" name="Candidate_receptor__3461">
              <a:extLst>
                <a:ext uri="{FF2B5EF4-FFF2-40B4-BE49-F238E27FC236}">
                  <a16:creationId xmlns:a16="http://schemas.microsoft.com/office/drawing/2014/main" id="{75076E0E-A2B9-5B2F-F823-ED600AA93DB9}"/>
                </a:ext>
              </a:extLst>
            </p:cNvPr>
            <p:cNvSpPr>
              <a:spLocks noGrp="1"/>
            </p:cNvSpPr>
            <p:nvPr/>
          </p:nvSpPr>
          <p:spPr>
            <a:xfrm>
              <a:off x="5965745" y="1741222"/>
              <a:ext cx="19889" cy="83597"/>
            </a:xfrm>
            <a:custGeom>
              <a:avLst/>
              <a:gdLst/>
              <a:ahLst/>
              <a:cxnLst/>
              <a:rect l="0" t="0" r="0" b="0"/>
              <a:pathLst>
                <a:path w="19889" h="83597">
                  <a:moveTo>
                    <a:pt x="0" y="0"/>
                  </a:moveTo>
                  <a:lnTo>
                    <a:pt x="19889" y="83597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63" name="Candidate_receptor__3462">
              <a:extLst>
                <a:ext uri="{FF2B5EF4-FFF2-40B4-BE49-F238E27FC236}">
                  <a16:creationId xmlns:a16="http://schemas.microsoft.com/office/drawing/2014/main" id="{4C3310BD-368D-48CB-1A1C-9B996DABBFDF}"/>
                </a:ext>
              </a:extLst>
            </p:cNvPr>
            <p:cNvSpPr>
              <a:spLocks noGrp="1"/>
            </p:cNvSpPr>
            <p:nvPr/>
          </p:nvSpPr>
          <p:spPr>
            <a:xfrm>
              <a:off x="5078727" y="2901352"/>
              <a:ext cx="99805" cy="56025"/>
            </a:xfrm>
            <a:custGeom>
              <a:avLst/>
              <a:gdLst/>
              <a:ahLst/>
              <a:cxnLst/>
              <a:rect l="0" t="0" r="0" b="0"/>
              <a:pathLst>
                <a:path w="99805" h="56025">
                  <a:moveTo>
                    <a:pt x="0" y="0"/>
                  </a:moveTo>
                  <a:lnTo>
                    <a:pt x="99805" y="5602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4" name="Candidate_receptor__3463">
              <a:extLst>
                <a:ext uri="{FF2B5EF4-FFF2-40B4-BE49-F238E27FC236}">
                  <a16:creationId xmlns:a16="http://schemas.microsoft.com/office/drawing/2014/main" id="{9C496749-1167-9781-3EE2-8A816E9B836D}"/>
                </a:ext>
              </a:extLst>
            </p:cNvPr>
            <p:cNvSpPr>
              <a:spLocks noGrp="1"/>
            </p:cNvSpPr>
            <p:nvPr/>
          </p:nvSpPr>
          <p:spPr>
            <a:xfrm>
              <a:off x="6127915" y="2133516"/>
              <a:ext cx="63092" cy="83930"/>
            </a:xfrm>
            <a:custGeom>
              <a:avLst/>
              <a:gdLst/>
              <a:ahLst/>
              <a:cxnLst/>
              <a:rect l="0" t="0" r="0" b="0"/>
              <a:pathLst>
                <a:path w="63092" h="83930">
                  <a:moveTo>
                    <a:pt x="63092" y="839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5" name="Candidate_receptor__3464">
              <a:extLst>
                <a:ext uri="{FF2B5EF4-FFF2-40B4-BE49-F238E27FC236}">
                  <a16:creationId xmlns:a16="http://schemas.microsoft.com/office/drawing/2014/main" id="{03579391-83B4-DF72-C2DC-05E501B57A35}"/>
                </a:ext>
              </a:extLst>
            </p:cNvPr>
            <p:cNvSpPr>
              <a:spLocks noGrp="1"/>
            </p:cNvSpPr>
            <p:nvPr/>
          </p:nvSpPr>
          <p:spPr>
            <a:xfrm>
              <a:off x="4325313" y="3675614"/>
              <a:ext cx="18691" cy="113983"/>
            </a:xfrm>
            <a:custGeom>
              <a:avLst/>
              <a:gdLst/>
              <a:ahLst/>
              <a:cxnLst/>
              <a:rect l="0" t="0" r="0" b="0"/>
              <a:pathLst>
                <a:path w="18691" h="113983">
                  <a:moveTo>
                    <a:pt x="18691" y="1139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6" name="Candidate_receptor__3465">
              <a:extLst>
                <a:ext uri="{FF2B5EF4-FFF2-40B4-BE49-F238E27FC236}">
                  <a16:creationId xmlns:a16="http://schemas.microsoft.com/office/drawing/2014/main" id="{D50982D7-7C83-14AD-56D7-7F9D4B765B79}"/>
                </a:ext>
              </a:extLst>
            </p:cNvPr>
            <p:cNvSpPr>
              <a:spLocks noGrp="1"/>
            </p:cNvSpPr>
            <p:nvPr/>
          </p:nvSpPr>
          <p:spPr>
            <a:xfrm>
              <a:off x="4147552" y="2791009"/>
              <a:ext cx="50501" cy="32758"/>
            </a:xfrm>
            <a:custGeom>
              <a:avLst/>
              <a:gdLst/>
              <a:ahLst/>
              <a:cxnLst/>
              <a:rect l="0" t="0" r="0" b="0"/>
              <a:pathLst>
                <a:path w="50501" h="32758">
                  <a:moveTo>
                    <a:pt x="0" y="32758"/>
                  </a:moveTo>
                  <a:lnTo>
                    <a:pt x="50501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7" name="Candidate_receptor__3466">
              <a:extLst>
                <a:ext uri="{FF2B5EF4-FFF2-40B4-BE49-F238E27FC236}">
                  <a16:creationId xmlns:a16="http://schemas.microsoft.com/office/drawing/2014/main" id="{4175E5B1-E733-F39E-F9E7-D26DD23BE277}"/>
                </a:ext>
              </a:extLst>
            </p:cNvPr>
            <p:cNvSpPr>
              <a:spLocks noGrp="1"/>
            </p:cNvSpPr>
            <p:nvPr/>
          </p:nvSpPr>
          <p:spPr>
            <a:xfrm>
              <a:off x="4801707" y="2606994"/>
              <a:ext cx="19437" cy="49831"/>
            </a:xfrm>
            <a:custGeom>
              <a:avLst/>
              <a:gdLst/>
              <a:ahLst/>
              <a:cxnLst/>
              <a:rect l="0" t="0" r="0" b="0"/>
              <a:pathLst>
                <a:path w="19437" h="49831">
                  <a:moveTo>
                    <a:pt x="19437" y="49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8" name="Candidate_receptor__3467">
              <a:extLst>
                <a:ext uri="{FF2B5EF4-FFF2-40B4-BE49-F238E27FC236}">
                  <a16:creationId xmlns:a16="http://schemas.microsoft.com/office/drawing/2014/main" id="{9308423D-E018-60A4-82D9-9E7E5DC22156}"/>
                </a:ext>
              </a:extLst>
            </p:cNvPr>
            <p:cNvSpPr>
              <a:spLocks noGrp="1"/>
            </p:cNvSpPr>
            <p:nvPr/>
          </p:nvSpPr>
          <p:spPr>
            <a:xfrm>
              <a:off x="3777878" y="2809100"/>
              <a:ext cx="91725" cy="62487"/>
            </a:xfrm>
            <a:custGeom>
              <a:avLst/>
              <a:gdLst/>
              <a:ahLst/>
              <a:cxnLst/>
              <a:rect l="0" t="0" r="0" b="0"/>
              <a:pathLst>
                <a:path w="91725" h="62487">
                  <a:moveTo>
                    <a:pt x="0" y="62487"/>
                  </a:moveTo>
                  <a:lnTo>
                    <a:pt x="91725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69" name="Candidate_receptor__3468">
              <a:extLst>
                <a:ext uri="{FF2B5EF4-FFF2-40B4-BE49-F238E27FC236}">
                  <a16:creationId xmlns:a16="http://schemas.microsoft.com/office/drawing/2014/main" id="{BE8F1891-A52D-0A73-62ED-E3AEEDEB93FB}"/>
                </a:ext>
              </a:extLst>
            </p:cNvPr>
            <p:cNvSpPr>
              <a:spLocks noGrp="1"/>
            </p:cNvSpPr>
            <p:nvPr/>
          </p:nvSpPr>
          <p:spPr>
            <a:xfrm>
              <a:off x="4456409" y="3170705"/>
              <a:ext cx="88740" cy="58802"/>
            </a:xfrm>
            <a:custGeom>
              <a:avLst/>
              <a:gdLst/>
              <a:ahLst/>
              <a:cxnLst/>
              <a:rect l="0" t="0" r="0" b="0"/>
              <a:pathLst>
                <a:path w="88740" h="58802">
                  <a:moveTo>
                    <a:pt x="88740" y="0"/>
                  </a:moveTo>
                  <a:lnTo>
                    <a:pt x="0" y="58802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0" name="Candidate_receptor__3469">
              <a:extLst>
                <a:ext uri="{FF2B5EF4-FFF2-40B4-BE49-F238E27FC236}">
                  <a16:creationId xmlns:a16="http://schemas.microsoft.com/office/drawing/2014/main" id="{7D85AC9F-6479-01DC-BD2F-85D3F078C6E4}"/>
                </a:ext>
              </a:extLst>
            </p:cNvPr>
            <p:cNvSpPr>
              <a:spLocks noGrp="1"/>
            </p:cNvSpPr>
            <p:nvPr/>
          </p:nvSpPr>
          <p:spPr>
            <a:xfrm>
              <a:off x="5569475" y="2975834"/>
              <a:ext cx="40140" cy="27508"/>
            </a:xfrm>
            <a:custGeom>
              <a:avLst/>
              <a:gdLst/>
              <a:ahLst/>
              <a:cxnLst/>
              <a:rect l="0" t="0" r="0" b="0"/>
              <a:pathLst>
                <a:path w="40140" h="27508">
                  <a:moveTo>
                    <a:pt x="40140" y="0"/>
                  </a:moveTo>
                  <a:lnTo>
                    <a:pt x="0" y="2750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1" name="Candidate_receptor__3470">
              <a:extLst>
                <a:ext uri="{FF2B5EF4-FFF2-40B4-BE49-F238E27FC236}">
                  <a16:creationId xmlns:a16="http://schemas.microsoft.com/office/drawing/2014/main" id="{BC7C5BEC-7DBA-8299-DB0A-95FE26604F48}"/>
                </a:ext>
              </a:extLst>
            </p:cNvPr>
            <p:cNvSpPr>
              <a:spLocks noGrp="1"/>
            </p:cNvSpPr>
            <p:nvPr/>
          </p:nvSpPr>
          <p:spPr>
            <a:xfrm>
              <a:off x="4556404" y="3372194"/>
              <a:ext cx="93930" cy="52805"/>
            </a:xfrm>
            <a:custGeom>
              <a:avLst/>
              <a:gdLst/>
              <a:ahLst/>
              <a:cxnLst/>
              <a:rect l="0" t="0" r="0" b="0"/>
              <a:pathLst>
                <a:path w="93930" h="52805">
                  <a:moveTo>
                    <a:pt x="0" y="0"/>
                  </a:moveTo>
                  <a:lnTo>
                    <a:pt x="93930" y="52805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2" name="Candidate_receptor__3471">
              <a:extLst>
                <a:ext uri="{FF2B5EF4-FFF2-40B4-BE49-F238E27FC236}">
                  <a16:creationId xmlns:a16="http://schemas.microsoft.com/office/drawing/2014/main" id="{A12A5F19-39D4-16D6-95C5-3B300B0A6C2D}"/>
                </a:ext>
              </a:extLst>
            </p:cNvPr>
            <p:cNvSpPr>
              <a:spLocks noGrp="1"/>
            </p:cNvSpPr>
            <p:nvPr/>
          </p:nvSpPr>
          <p:spPr>
            <a:xfrm>
              <a:off x="4566833" y="3662712"/>
              <a:ext cx="95458" cy="47669"/>
            </a:xfrm>
            <a:custGeom>
              <a:avLst/>
              <a:gdLst/>
              <a:ahLst/>
              <a:cxnLst/>
              <a:rect l="0" t="0" r="0" b="0"/>
              <a:pathLst>
                <a:path w="95458" h="47669">
                  <a:moveTo>
                    <a:pt x="95458" y="476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3" name="Candidate_receptor__3472">
              <a:extLst>
                <a:ext uri="{FF2B5EF4-FFF2-40B4-BE49-F238E27FC236}">
                  <a16:creationId xmlns:a16="http://schemas.microsoft.com/office/drawing/2014/main" id="{03AE0F6C-9A08-BF80-73E1-39872E3D1CB7}"/>
                </a:ext>
              </a:extLst>
            </p:cNvPr>
            <p:cNvSpPr>
              <a:spLocks noGrp="1"/>
            </p:cNvSpPr>
            <p:nvPr/>
          </p:nvSpPr>
          <p:spPr>
            <a:xfrm>
              <a:off x="5702520" y="3344697"/>
              <a:ext cx="82576" cy="70723"/>
            </a:xfrm>
            <a:custGeom>
              <a:avLst/>
              <a:gdLst/>
              <a:ahLst/>
              <a:cxnLst/>
              <a:rect l="0" t="0" r="0" b="0"/>
              <a:pathLst>
                <a:path w="82576" h="70723">
                  <a:moveTo>
                    <a:pt x="82576" y="0"/>
                  </a:moveTo>
                  <a:lnTo>
                    <a:pt x="0" y="7072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4" name="Candidate_receptor__3473">
              <a:extLst>
                <a:ext uri="{FF2B5EF4-FFF2-40B4-BE49-F238E27FC236}">
                  <a16:creationId xmlns:a16="http://schemas.microsoft.com/office/drawing/2014/main" id="{9C26B2EC-0C3D-9EC3-827E-F31E1398D713}"/>
                </a:ext>
              </a:extLst>
            </p:cNvPr>
            <p:cNvSpPr>
              <a:spLocks noGrp="1"/>
            </p:cNvSpPr>
            <p:nvPr/>
          </p:nvSpPr>
          <p:spPr>
            <a:xfrm>
              <a:off x="4812444" y="3518152"/>
              <a:ext cx="78285" cy="79510"/>
            </a:xfrm>
            <a:custGeom>
              <a:avLst/>
              <a:gdLst/>
              <a:ahLst/>
              <a:cxnLst/>
              <a:rect l="0" t="0" r="0" b="0"/>
              <a:pathLst>
                <a:path w="78285" h="79510">
                  <a:moveTo>
                    <a:pt x="0" y="0"/>
                  </a:moveTo>
                  <a:lnTo>
                    <a:pt x="78285" y="7951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5" name="Candidate_receptor__3474">
              <a:extLst>
                <a:ext uri="{FF2B5EF4-FFF2-40B4-BE49-F238E27FC236}">
                  <a16:creationId xmlns:a16="http://schemas.microsoft.com/office/drawing/2014/main" id="{C89B504E-73D4-CF70-AB73-5316DA378679}"/>
                </a:ext>
              </a:extLst>
            </p:cNvPr>
            <p:cNvSpPr>
              <a:spLocks noGrp="1"/>
            </p:cNvSpPr>
            <p:nvPr/>
          </p:nvSpPr>
          <p:spPr>
            <a:xfrm>
              <a:off x="5435479" y="3079022"/>
              <a:ext cx="19162" cy="51878"/>
            </a:xfrm>
            <a:custGeom>
              <a:avLst/>
              <a:gdLst/>
              <a:ahLst/>
              <a:cxnLst/>
              <a:rect l="0" t="0" r="0" b="0"/>
              <a:pathLst>
                <a:path w="19162" h="51878">
                  <a:moveTo>
                    <a:pt x="19162" y="0"/>
                  </a:moveTo>
                  <a:lnTo>
                    <a:pt x="0" y="51878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76" name="Candidate_receptor__3475">
              <a:extLst>
                <a:ext uri="{FF2B5EF4-FFF2-40B4-BE49-F238E27FC236}">
                  <a16:creationId xmlns:a16="http://schemas.microsoft.com/office/drawing/2014/main" id="{B8C84A12-1116-B2E8-F9E8-C25496CBEB2E}"/>
                </a:ext>
              </a:extLst>
            </p:cNvPr>
            <p:cNvSpPr>
              <a:spLocks noGrp="1"/>
            </p:cNvSpPr>
            <p:nvPr/>
          </p:nvSpPr>
          <p:spPr>
            <a:xfrm>
              <a:off x="5132633" y="2326846"/>
              <a:ext cx="109739" cy="36753"/>
            </a:xfrm>
            <a:custGeom>
              <a:avLst/>
              <a:gdLst/>
              <a:ahLst/>
              <a:cxnLst/>
              <a:rect l="0" t="0" r="0" b="0"/>
              <a:pathLst>
                <a:path w="109739" h="36753">
                  <a:moveTo>
                    <a:pt x="0" y="0"/>
                  </a:moveTo>
                  <a:lnTo>
                    <a:pt x="109739" y="36753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7" name="Candidate_receptor__3476">
              <a:extLst>
                <a:ext uri="{FF2B5EF4-FFF2-40B4-BE49-F238E27FC236}">
                  <a16:creationId xmlns:a16="http://schemas.microsoft.com/office/drawing/2014/main" id="{C27C3EDE-B730-4724-9D57-FB3EBC0A7655}"/>
                </a:ext>
              </a:extLst>
            </p:cNvPr>
            <p:cNvSpPr>
              <a:spLocks noGrp="1"/>
            </p:cNvSpPr>
            <p:nvPr/>
          </p:nvSpPr>
          <p:spPr>
            <a:xfrm>
              <a:off x="5833277" y="3434978"/>
              <a:ext cx="13794" cy="52750"/>
            </a:xfrm>
            <a:custGeom>
              <a:avLst/>
              <a:gdLst/>
              <a:ahLst/>
              <a:cxnLst/>
              <a:rect l="0" t="0" r="0" b="0"/>
              <a:pathLst>
                <a:path w="13794" h="52750">
                  <a:moveTo>
                    <a:pt x="0" y="52750"/>
                  </a:moveTo>
                  <a:lnTo>
                    <a:pt x="13794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8" name="Candidate_receptor__3477">
              <a:extLst>
                <a:ext uri="{FF2B5EF4-FFF2-40B4-BE49-F238E27FC236}">
                  <a16:creationId xmlns:a16="http://schemas.microsoft.com/office/drawing/2014/main" id="{223BDE9B-23FA-4B89-C754-BE2F09B9A867}"/>
                </a:ext>
              </a:extLst>
            </p:cNvPr>
            <p:cNvSpPr>
              <a:spLocks noGrp="1"/>
            </p:cNvSpPr>
            <p:nvPr/>
          </p:nvSpPr>
          <p:spPr>
            <a:xfrm>
              <a:off x="5063010" y="2174503"/>
              <a:ext cx="102610" cy="45450"/>
            </a:xfrm>
            <a:custGeom>
              <a:avLst/>
              <a:gdLst/>
              <a:ahLst/>
              <a:cxnLst/>
              <a:rect l="0" t="0" r="0" b="0"/>
              <a:pathLst>
                <a:path w="102610" h="45450">
                  <a:moveTo>
                    <a:pt x="0" y="0"/>
                  </a:moveTo>
                  <a:lnTo>
                    <a:pt x="102610" y="4545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79" name="Candidate_receptor__3478">
              <a:extLst>
                <a:ext uri="{FF2B5EF4-FFF2-40B4-BE49-F238E27FC236}">
                  <a16:creationId xmlns:a16="http://schemas.microsoft.com/office/drawing/2014/main" id="{3869F489-2846-FB2B-02F7-6D399EC1ADE4}"/>
                </a:ext>
              </a:extLst>
            </p:cNvPr>
            <p:cNvSpPr>
              <a:spLocks noGrp="1"/>
            </p:cNvSpPr>
            <p:nvPr/>
          </p:nvSpPr>
          <p:spPr>
            <a:xfrm>
              <a:off x="5783335" y="2906852"/>
              <a:ext cx="72112" cy="27133"/>
            </a:xfrm>
            <a:custGeom>
              <a:avLst/>
              <a:gdLst/>
              <a:ahLst/>
              <a:cxnLst/>
              <a:rect l="0" t="0" r="0" b="0"/>
              <a:pathLst>
                <a:path w="72112" h="27133">
                  <a:moveTo>
                    <a:pt x="72112" y="271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0" name="Candidate_receptor__3479">
              <a:extLst>
                <a:ext uri="{FF2B5EF4-FFF2-40B4-BE49-F238E27FC236}">
                  <a16:creationId xmlns:a16="http://schemas.microsoft.com/office/drawing/2014/main" id="{DA0D521D-6620-5D71-0823-86FC9FEB5212}"/>
                </a:ext>
              </a:extLst>
            </p:cNvPr>
            <p:cNvSpPr>
              <a:spLocks noGrp="1"/>
            </p:cNvSpPr>
            <p:nvPr/>
          </p:nvSpPr>
          <p:spPr>
            <a:xfrm>
              <a:off x="5132633" y="2219954"/>
              <a:ext cx="32987" cy="106892"/>
            </a:xfrm>
            <a:custGeom>
              <a:avLst/>
              <a:gdLst/>
              <a:ahLst/>
              <a:cxnLst/>
              <a:rect l="0" t="0" r="0" b="0"/>
              <a:pathLst>
                <a:path w="32987" h="106892">
                  <a:moveTo>
                    <a:pt x="32987" y="0"/>
                  </a:moveTo>
                  <a:lnTo>
                    <a:pt x="0" y="10689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1" name="Candidate_receptor__3480">
              <a:extLst>
                <a:ext uri="{FF2B5EF4-FFF2-40B4-BE49-F238E27FC236}">
                  <a16:creationId xmlns:a16="http://schemas.microsoft.com/office/drawing/2014/main" id="{46771287-AAB4-3300-B142-187925DD5490}"/>
                </a:ext>
              </a:extLst>
            </p:cNvPr>
            <p:cNvSpPr>
              <a:spLocks noGrp="1"/>
            </p:cNvSpPr>
            <p:nvPr/>
          </p:nvSpPr>
          <p:spPr>
            <a:xfrm>
              <a:off x="4391913" y="3134579"/>
              <a:ext cx="64496" cy="94929"/>
            </a:xfrm>
            <a:custGeom>
              <a:avLst/>
              <a:gdLst/>
              <a:ahLst/>
              <a:cxnLst/>
              <a:rect l="0" t="0" r="0" b="0"/>
              <a:pathLst>
                <a:path w="64496" h="94929">
                  <a:moveTo>
                    <a:pt x="64496" y="949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82" name="Candidate_receptor__3481">
              <a:extLst>
                <a:ext uri="{FF2B5EF4-FFF2-40B4-BE49-F238E27FC236}">
                  <a16:creationId xmlns:a16="http://schemas.microsoft.com/office/drawing/2014/main" id="{A66E5FAF-1883-40E9-DA09-26E2CE1873F6}"/>
                </a:ext>
              </a:extLst>
            </p:cNvPr>
            <p:cNvSpPr>
              <a:spLocks noGrp="1"/>
            </p:cNvSpPr>
            <p:nvPr/>
          </p:nvSpPr>
          <p:spPr>
            <a:xfrm>
              <a:off x="4341160" y="2886859"/>
              <a:ext cx="43299" cy="86348"/>
            </a:xfrm>
            <a:custGeom>
              <a:avLst/>
              <a:gdLst/>
              <a:ahLst/>
              <a:cxnLst/>
              <a:rect l="0" t="0" r="0" b="0"/>
              <a:pathLst>
                <a:path w="43299" h="86348">
                  <a:moveTo>
                    <a:pt x="0" y="0"/>
                  </a:moveTo>
                  <a:lnTo>
                    <a:pt x="43299" y="8634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3" name="Candidate_receptor__3482">
              <a:extLst>
                <a:ext uri="{FF2B5EF4-FFF2-40B4-BE49-F238E27FC236}">
                  <a16:creationId xmlns:a16="http://schemas.microsoft.com/office/drawing/2014/main" id="{42F4AA87-5282-C572-3721-741FD73AC933}"/>
                </a:ext>
              </a:extLst>
            </p:cNvPr>
            <p:cNvSpPr>
              <a:spLocks noGrp="1"/>
            </p:cNvSpPr>
            <p:nvPr/>
          </p:nvSpPr>
          <p:spPr>
            <a:xfrm>
              <a:off x="4205882" y="2474852"/>
              <a:ext cx="54807" cy="100820"/>
            </a:xfrm>
            <a:custGeom>
              <a:avLst/>
              <a:gdLst/>
              <a:ahLst/>
              <a:cxnLst/>
              <a:rect l="0" t="0" r="0" b="0"/>
              <a:pathLst>
                <a:path w="54807" h="100820">
                  <a:moveTo>
                    <a:pt x="0" y="100820"/>
                  </a:moveTo>
                  <a:lnTo>
                    <a:pt x="54807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4" name="Candidate_receptor__3483">
              <a:extLst>
                <a:ext uri="{FF2B5EF4-FFF2-40B4-BE49-F238E27FC236}">
                  <a16:creationId xmlns:a16="http://schemas.microsoft.com/office/drawing/2014/main" id="{B98769C9-0871-DDF9-F96B-8E9F195533B6}"/>
                </a:ext>
              </a:extLst>
            </p:cNvPr>
            <p:cNvSpPr>
              <a:spLocks noGrp="1"/>
            </p:cNvSpPr>
            <p:nvPr/>
          </p:nvSpPr>
          <p:spPr>
            <a:xfrm>
              <a:off x="4926214" y="3846953"/>
              <a:ext cx="49636" cy="91191"/>
            </a:xfrm>
            <a:custGeom>
              <a:avLst/>
              <a:gdLst/>
              <a:ahLst/>
              <a:cxnLst/>
              <a:rect l="0" t="0" r="0" b="0"/>
              <a:pathLst>
                <a:path w="49636" h="91191">
                  <a:moveTo>
                    <a:pt x="49636" y="0"/>
                  </a:moveTo>
                  <a:lnTo>
                    <a:pt x="0" y="91191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85" name="Candidate_receptor__3484">
              <a:extLst>
                <a:ext uri="{FF2B5EF4-FFF2-40B4-BE49-F238E27FC236}">
                  <a16:creationId xmlns:a16="http://schemas.microsoft.com/office/drawing/2014/main" id="{C7B10EF1-BBE2-14BE-E3BE-F0CAA058D1DD}"/>
                </a:ext>
              </a:extLst>
            </p:cNvPr>
            <p:cNvSpPr>
              <a:spLocks noGrp="1"/>
            </p:cNvSpPr>
            <p:nvPr/>
          </p:nvSpPr>
          <p:spPr>
            <a:xfrm>
              <a:off x="5028764" y="3002873"/>
              <a:ext cx="47344" cy="43475"/>
            </a:xfrm>
            <a:custGeom>
              <a:avLst/>
              <a:gdLst/>
              <a:ahLst/>
              <a:cxnLst/>
              <a:rect l="0" t="0" r="0" b="0"/>
              <a:pathLst>
                <a:path w="47344" h="43475">
                  <a:moveTo>
                    <a:pt x="47344" y="434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6" name="Candidate_receptor__3485">
              <a:extLst>
                <a:ext uri="{FF2B5EF4-FFF2-40B4-BE49-F238E27FC236}">
                  <a16:creationId xmlns:a16="http://schemas.microsoft.com/office/drawing/2014/main" id="{6D03B5B8-ADDF-27CC-F547-CE0858C0DA44}"/>
                </a:ext>
              </a:extLst>
            </p:cNvPr>
            <p:cNvSpPr>
              <a:spLocks noGrp="1"/>
            </p:cNvSpPr>
            <p:nvPr/>
          </p:nvSpPr>
          <p:spPr>
            <a:xfrm>
              <a:off x="5700579" y="2876282"/>
              <a:ext cx="82756" cy="30570"/>
            </a:xfrm>
            <a:custGeom>
              <a:avLst/>
              <a:gdLst/>
              <a:ahLst/>
              <a:cxnLst/>
              <a:rect l="0" t="0" r="0" b="0"/>
              <a:pathLst>
                <a:path w="82756" h="30570">
                  <a:moveTo>
                    <a:pt x="82756" y="305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7" name="Candidate_receptor__3486">
              <a:extLst>
                <a:ext uri="{FF2B5EF4-FFF2-40B4-BE49-F238E27FC236}">
                  <a16:creationId xmlns:a16="http://schemas.microsoft.com/office/drawing/2014/main" id="{4BAB3AD7-61BF-4A48-E068-0A2422A6B95C}"/>
                </a:ext>
              </a:extLst>
            </p:cNvPr>
            <p:cNvSpPr>
              <a:spLocks noGrp="1"/>
            </p:cNvSpPr>
            <p:nvPr/>
          </p:nvSpPr>
          <p:spPr>
            <a:xfrm>
              <a:off x="5562698" y="3114082"/>
              <a:ext cx="34995" cy="95"/>
            </a:xfrm>
            <a:custGeom>
              <a:avLst/>
              <a:gdLst/>
              <a:ahLst/>
              <a:cxnLst/>
              <a:rect l="0" t="0" r="0" b="0"/>
              <a:pathLst>
                <a:path w="34995" h="95">
                  <a:moveTo>
                    <a:pt x="34995" y="0"/>
                  </a:moveTo>
                  <a:lnTo>
                    <a:pt x="0" y="9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8" name="Candidate_receptor__3487">
              <a:extLst>
                <a:ext uri="{FF2B5EF4-FFF2-40B4-BE49-F238E27FC236}">
                  <a16:creationId xmlns:a16="http://schemas.microsoft.com/office/drawing/2014/main" id="{8B8BEEA2-D6DC-575C-96C4-813220FC2D0C}"/>
                </a:ext>
              </a:extLst>
            </p:cNvPr>
            <p:cNvSpPr>
              <a:spLocks noGrp="1"/>
            </p:cNvSpPr>
            <p:nvPr/>
          </p:nvSpPr>
          <p:spPr>
            <a:xfrm>
              <a:off x="5637743" y="2416667"/>
              <a:ext cx="39156" cy="81072"/>
            </a:xfrm>
            <a:custGeom>
              <a:avLst/>
              <a:gdLst/>
              <a:ahLst/>
              <a:cxnLst/>
              <a:rect l="0" t="0" r="0" b="0"/>
              <a:pathLst>
                <a:path w="39156" h="81072">
                  <a:moveTo>
                    <a:pt x="0" y="0"/>
                  </a:moveTo>
                  <a:lnTo>
                    <a:pt x="39156" y="8107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89" name="Candidate_receptor__3488">
              <a:extLst>
                <a:ext uri="{FF2B5EF4-FFF2-40B4-BE49-F238E27FC236}">
                  <a16:creationId xmlns:a16="http://schemas.microsoft.com/office/drawing/2014/main" id="{B4489C13-6441-6D76-AC1E-DC85C15DEA70}"/>
                </a:ext>
              </a:extLst>
            </p:cNvPr>
            <p:cNvSpPr>
              <a:spLocks noGrp="1"/>
            </p:cNvSpPr>
            <p:nvPr/>
          </p:nvSpPr>
          <p:spPr>
            <a:xfrm>
              <a:off x="5545044" y="2398420"/>
              <a:ext cx="92699" cy="18246"/>
            </a:xfrm>
            <a:custGeom>
              <a:avLst/>
              <a:gdLst/>
              <a:ahLst/>
              <a:cxnLst/>
              <a:rect l="0" t="0" r="0" b="0"/>
              <a:pathLst>
                <a:path w="92699" h="18246">
                  <a:moveTo>
                    <a:pt x="0" y="0"/>
                  </a:moveTo>
                  <a:lnTo>
                    <a:pt x="92699" y="18246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0" name="Candidate_receptor__3489">
              <a:extLst>
                <a:ext uri="{FF2B5EF4-FFF2-40B4-BE49-F238E27FC236}">
                  <a16:creationId xmlns:a16="http://schemas.microsoft.com/office/drawing/2014/main" id="{7D159B3E-1A64-1220-B5B4-6A8C01998805}"/>
                </a:ext>
              </a:extLst>
            </p:cNvPr>
            <p:cNvSpPr>
              <a:spLocks noGrp="1"/>
            </p:cNvSpPr>
            <p:nvPr/>
          </p:nvSpPr>
          <p:spPr>
            <a:xfrm>
              <a:off x="4650334" y="3417913"/>
              <a:ext cx="85118" cy="7086"/>
            </a:xfrm>
            <a:custGeom>
              <a:avLst/>
              <a:gdLst/>
              <a:ahLst/>
              <a:cxnLst/>
              <a:rect l="0" t="0" r="0" b="0"/>
              <a:pathLst>
                <a:path w="85118" h="7086">
                  <a:moveTo>
                    <a:pt x="0" y="7086"/>
                  </a:moveTo>
                  <a:lnTo>
                    <a:pt x="85118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91" name="Candidate_receptor__3490">
              <a:extLst>
                <a:ext uri="{FF2B5EF4-FFF2-40B4-BE49-F238E27FC236}">
                  <a16:creationId xmlns:a16="http://schemas.microsoft.com/office/drawing/2014/main" id="{6B9CB3EA-4AEC-678E-AE8F-8C22028CC8A1}"/>
                </a:ext>
              </a:extLst>
            </p:cNvPr>
            <p:cNvSpPr>
              <a:spLocks noGrp="1"/>
            </p:cNvSpPr>
            <p:nvPr/>
          </p:nvSpPr>
          <p:spPr>
            <a:xfrm>
              <a:off x="4641373" y="3182597"/>
              <a:ext cx="57963" cy="15948"/>
            </a:xfrm>
            <a:custGeom>
              <a:avLst/>
              <a:gdLst/>
              <a:ahLst/>
              <a:cxnLst/>
              <a:rect l="0" t="0" r="0" b="0"/>
              <a:pathLst>
                <a:path w="57963" h="15948">
                  <a:moveTo>
                    <a:pt x="0" y="15948"/>
                  </a:moveTo>
                  <a:lnTo>
                    <a:pt x="57963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2" name="Candidate_receptor__3491">
              <a:extLst>
                <a:ext uri="{FF2B5EF4-FFF2-40B4-BE49-F238E27FC236}">
                  <a16:creationId xmlns:a16="http://schemas.microsoft.com/office/drawing/2014/main" id="{F21AEB7F-7418-0F55-DCA1-2AF686C5882D}"/>
                </a:ext>
              </a:extLst>
            </p:cNvPr>
            <p:cNvSpPr>
              <a:spLocks noGrp="1"/>
            </p:cNvSpPr>
            <p:nvPr/>
          </p:nvSpPr>
          <p:spPr>
            <a:xfrm>
              <a:off x="5426327" y="1963699"/>
              <a:ext cx="48686" cy="99512"/>
            </a:xfrm>
            <a:custGeom>
              <a:avLst/>
              <a:gdLst/>
              <a:ahLst/>
              <a:cxnLst/>
              <a:rect l="0" t="0" r="0" b="0"/>
              <a:pathLst>
                <a:path w="48686" h="99512">
                  <a:moveTo>
                    <a:pt x="0" y="99512"/>
                  </a:moveTo>
                  <a:lnTo>
                    <a:pt x="48686" y="0"/>
                  </a:lnTo>
                </a:path>
              </a:pathLst>
            </a:custGeom>
            <a:noFill/>
            <a:ln w="8096">
              <a:solidFill>
                <a:srgbClr val="E6EAED"/>
              </a:solidFill>
            </a:ln>
          </p:spPr>
        </p:sp>
        <p:sp>
          <p:nvSpPr>
            <p:cNvPr id="3493" name="Candidate_receptor__3492">
              <a:extLst>
                <a:ext uri="{FF2B5EF4-FFF2-40B4-BE49-F238E27FC236}">
                  <a16:creationId xmlns:a16="http://schemas.microsoft.com/office/drawing/2014/main" id="{B7FB76C2-E4F5-F681-3E4E-610F73B7AD07}"/>
                </a:ext>
              </a:extLst>
            </p:cNvPr>
            <p:cNvSpPr>
              <a:spLocks noGrp="1"/>
            </p:cNvSpPr>
            <p:nvPr/>
          </p:nvSpPr>
          <p:spPr>
            <a:xfrm>
              <a:off x="4341160" y="2813124"/>
              <a:ext cx="3948" cy="73735"/>
            </a:xfrm>
            <a:custGeom>
              <a:avLst/>
              <a:gdLst/>
              <a:ahLst/>
              <a:cxnLst/>
              <a:rect l="0" t="0" r="0" b="0"/>
              <a:pathLst>
                <a:path w="3948" h="73735">
                  <a:moveTo>
                    <a:pt x="3948" y="0"/>
                  </a:moveTo>
                  <a:lnTo>
                    <a:pt x="0" y="7373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4" name="Candidate_receptor__3493">
              <a:extLst>
                <a:ext uri="{FF2B5EF4-FFF2-40B4-BE49-F238E27FC236}">
                  <a16:creationId xmlns:a16="http://schemas.microsoft.com/office/drawing/2014/main" id="{3C854FFE-AC1A-F318-246B-A4D1869B60DF}"/>
                </a:ext>
              </a:extLst>
            </p:cNvPr>
            <p:cNvSpPr>
              <a:spLocks noGrp="1"/>
            </p:cNvSpPr>
            <p:nvPr/>
          </p:nvSpPr>
          <p:spPr>
            <a:xfrm>
              <a:off x="4430883" y="2686980"/>
              <a:ext cx="25897" cy="34965"/>
            </a:xfrm>
            <a:custGeom>
              <a:avLst/>
              <a:gdLst/>
              <a:ahLst/>
              <a:cxnLst/>
              <a:rect l="0" t="0" r="0" b="0"/>
              <a:pathLst>
                <a:path w="25897" h="34965">
                  <a:moveTo>
                    <a:pt x="25897" y="0"/>
                  </a:moveTo>
                  <a:lnTo>
                    <a:pt x="0" y="3496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5" name="Candidate_receptor__3494">
              <a:extLst>
                <a:ext uri="{FF2B5EF4-FFF2-40B4-BE49-F238E27FC236}">
                  <a16:creationId xmlns:a16="http://schemas.microsoft.com/office/drawing/2014/main" id="{66FDEDE2-0DAB-DCC0-3BFE-FEE6BF124C99}"/>
                </a:ext>
              </a:extLst>
            </p:cNvPr>
            <p:cNvSpPr>
              <a:spLocks noGrp="1"/>
            </p:cNvSpPr>
            <p:nvPr/>
          </p:nvSpPr>
          <p:spPr>
            <a:xfrm>
              <a:off x="4994927" y="3515955"/>
              <a:ext cx="74403" cy="37880"/>
            </a:xfrm>
            <a:custGeom>
              <a:avLst/>
              <a:gdLst/>
              <a:ahLst/>
              <a:cxnLst/>
              <a:rect l="0" t="0" r="0" b="0"/>
              <a:pathLst>
                <a:path w="74403" h="37880">
                  <a:moveTo>
                    <a:pt x="0" y="0"/>
                  </a:moveTo>
                  <a:lnTo>
                    <a:pt x="74403" y="3788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6" name="Candidate_receptor__3495">
              <a:extLst>
                <a:ext uri="{FF2B5EF4-FFF2-40B4-BE49-F238E27FC236}">
                  <a16:creationId xmlns:a16="http://schemas.microsoft.com/office/drawing/2014/main" id="{9CD0133F-A56D-DD91-7D2E-E413C2B1BD6E}"/>
                </a:ext>
              </a:extLst>
            </p:cNvPr>
            <p:cNvSpPr>
              <a:spLocks noGrp="1"/>
            </p:cNvSpPr>
            <p:nvPr/>
          </p:nvSpPr>
          <p:spPr>
            <a:xfrm>
              <a:off x="4730558" y="2525309"/>
              <a:ext cx="71149" cy="81685"/>
            </a:xfrm>
            <a:custGeom>
              <a:avLst/>
              <a:gdLst/>
              <a:ahLst/>
              <a:cxnLst/>
              <a:rect l="0" t="0" r="0" b="0"/>
              <a:pathLst>
                <a:path w="71149" h="81685">
                  <a:moveTo>
                    <a:pt x="71149" y="816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3497" name="Candidate_receptor__3496">
              <a:extLst>
                <a:ext uri="{FF2B5EF4-FFF2-40B4-BE49-F238E27FC236}">
                  <a16:creationId xmlns:a16="http://schemas.microsoft.com/office/drawing/2014/main" id="{A62B4A7D-836A-1844-4526-3C1F0AB4CBCE}"/>
                </a:ext>
              </a:extLst>
            </p:cNvPr>
            <p:cNvSpPr>
              <a:spLocks noGrp="1"/>
            </p:cNvSpPr>
            <p:nvPr/>
          </p:nvSpPr>
          <p:spPr>
            <a:xfrm>
              <a:off x="4938102" y="3447169"/>
              <a:ext cx="56825" cy="68786"/>
            </a:xfrm>
            <a:custGeom>
              <a:avLst/>
              <a:gdLst/>
              <a:ahLst/>
              <a:cxnLst/>
              <a:rect l="0" t="0" r="0" b="0"/>
              <a:pathLst>
                <a:path w="56825" h="68786">
                  <a:moveTo>
                    <a:pt x="0" y="0"/>
                  </a:moveTo>
                  <a:lnTo>
                    <a:pt x="56825" y="6878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498" name="Candidate_receptor__3497">
              <a:extLst>
                <a:ext uri="{FF2B5EF4-FFF2-40B4-BE49-F238E27FC236}">
                  <a16:creationId xmlns:a16="http://schemas.microsoft.com/office/drawing/2014/main" id="{6DEB7959-7B9A-7D24-1C48-04DD90681556}"/>
                </a:ext>
              </a:extLst>
            </p:cNvPr>
            <p:cNvSpPr>
              <a:spLocks noGrp="1"/>
            </p:cNvSpPr>
            <p:nvPr/>
          </p:nvSpPr>
          <p:spPr>
            <a:xfrm>
              <a:off x="3831854" y="2505489"/>
              <a:ext cx="54021" cy="44730"/>
            </a:xfrm>
            <a:custGeom>
              <a:avLst/>
              <a:gdLst/>
              <a:ahLst/>
              <a:cxnLst/>
              <a:rect l="0" t="0" r="0" b="0"/>
              <a:pathLst>
                <a:path w="54021" h="44730">
                  <a:moveTo>
                    <a:pt x="54021" y="447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499" name="Candidate_receptor__3498">
              <a:extLst>
                <a:ext uri="{FF2B5EF4-FFF2-40B4-BE49-F238E27FC236}">
                  <a16:creationId xmlns:a16="http://schemas.microsoft.com/office/drawing/2014/main" id="{9534CEA3-71E3-DBE0-506F-DF0C6FFFF1CD}"/>
                </a:ext>
              </a:extLst>
            </p:cNvPr>
            <p:cNvSpPr>
              <a:spLocks noGrp="1"/>
            </p:cNvSpPr>
            <p:nvPr/>
          </p:nvSpPr>
          <p:spPr>
            <a:xfrm>
              <a:off x="4733681" y="2166848"/>
              <a:ext cx="78924" cy="74332"/>
            </a:xfrm>
            <a:custGeom>
              <a:avLst/>
              <a:gdLst/>
              <a:ahLst/>
              <a:cxnLst/>
              <a:rect l="0" t="0" r="0" b="0"/>
              <a:pathLst>
                <a:path w="78924" h="74332">
                  <a:moveTo>
                    <a:pt x="78924" y="0"/>
                  </a:moveTo>
                  <a:lnTo>
                    <a:pt x="0" y="74332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0" name="Candidate_receptor__3499">
              <a:extLst>
                <a:ext uri="{FF2B5EF4-FFF2-40B4-BE49-F238E27FC236}">
                  <a16:creationId xmlns:a16="http://schemas.microsoft.com/office/drawing/2014/main" id="{5C704F57-9CD9-A127-B2F6-E6AAAC8C5103}"/>
                </a:ext>
              </a:extLst>
            </p:cNvPr>
            <p:cNvSpPr>
              <a:spLocks noGrp="1"/>
            </p:cNvSpPr>
            <p:nvPr/>
          </p:nvSpPr>
          <p:spPr>
            <a:xfrm>
              <a:off x="4455339" y="2828139"/>
              <a:ext cx="18990" cy="11419"/>
            </a:xfrm>
            <a:custGeom>
              <a:avLst/>
              <a:gdLst/>
              <a:ahLst/>
              <a:cxnLst/>
              <a:rect l="0" t="0" r="0" b="0"/>
              <a:pathLst>
                <a:path w="18990" h="11419">
                  <a:moveTo>
                    <a:pt x="18990" y="0"/>
                  </a:moveTo>
                  <a:lnTo>
                    <a:pt x="0" y="1141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1" name="Candidate_receptor__3500">
              <a:extLst>
                <a:ext uri="{FF2B5EF4-FFF2-40B4-BE49-F238E27FC236}">
                  <a16:creationId xmlns:a16="http://schemas.microsoft.com/office/drawing/2014/main" id="{335F57B2-8978-1D67-EC70-B22ABE11A8CA}"/>
                </a:ext>
              </a:extLst>
            </p:cNvPr>
            <p:cNvSpPr>
              <a:spLocks noGrp="1"/>
            </p:cNvSpPr>
            <p:nvPr/>
          </p:nvSpPr>
          <p:spPr>
            <a:xfrm>
              <a:off x="5197053" y="2806665"/>
              <a:ext cx="48352" cy="49980"/>
            </a:xfrm>
            <a:custGeom>
              <a:avLst/>
              <a:gdLst/>
              <a:ahLst/>
              <a:cxnLst/>
              <a:rect l="0" t="0" r="0" b="0"/>
              <a:pathLst>
                <a:path w="48352" h="49980">
                  <a:moveTo>
                    <a:pt x="0" y="0"/>
                  </a:moveTo>
                  <a:lnTo>
                    <a:pt x="48352" y="4998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2" name="Candidate_receptor__3501">
              <a:extLst>
                <a:ext uri="{FF2B5EF4-FFF2-40B4-BE49-F238E27FC236}">
                  <a16:creationId xmlns:a16="http://schemas.microsoft.com/office/drawing/2014/main" id="{773F32EA-E9A4-F146-324D-EE500E124CB0}"/>
                </a:ext>
              </a:extLst>
            </p:cNvPr>
            <p:cNvSpPr>
              <a:spLocks noGrp="1"/>
            </p:cNvSpPr>
            <p:nvPr/>
          </p:nvSpPr>
          <p:spPr>
            <a:xfrm>
              <a:off x="6152080" y="2311961"/>
              <a:ext cx="43488" cy="79737"/>
            </a:xfrm>
            <a:custGeom>
              <a:avLst/>
              <a:gdLst/>
              <a:ahLst/>
              <a:cxnLst/>
              <a:rect l="0" t="0" r="0" b="0"/>
              <a:pathLst>
                <a:path w="43488" h="79737">
                  <a:moveTo>
                    <a:pt x="43488" y="79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3" name="Candidate_receptor__3502">
              <a:extLst>
                <a:ext uri="{FF2B5EF4-FFF2-40B4-BE49-F238E27FC236}">
                  <a16:creationId xmlns:a16="http://schemas.microsoft.com/office/drawing/2014/main" id="{A9773748-9B68-652B-0A3E-2A64033CD0A5}"/>
                </a:ext>
              </a:extLst>
            </p:cNvPr>
            <p:cNvSpPr>
              <a:spLocks noGrp="1"/>
            </p:cNvSpPr>
            <p:nvPr/>
          </p:nvSpPr>
          <p:spPr>
            <a:xfrm>
              <a:off x="5701875" y="3415421"/>
              <a:ext cx="646" cy="51183"/>
            </a:xfrm>
            <a:custGeom>
              <a:avLst/>
              <a:gdLst/>
              <a:ahLst/>
              <a:cxnLst/>
              <a:rect l="0" t="0" r="0" b="0"/>
              <a:pathLst>
                <a:path w="646" h="51183">
                  <a:moveTo>
                    <a:pt x="646" y="0"/>
                  </a:moveTo>
                  <a:lnTo>
                    <a:pt x="0" y="5118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4" name="Candidate_receptor__3503">
              <a:extLst>
                <a:ext uri="{FF2B5EF4-FFF2-40B4-BE49-F238E27FC236}">
                  <a16:creationId xmlns:a16="http://schemas.microsoft.com/office/drawing/2014/main" id="{01D27F3E-30E1-2A5A-5F11-690514AABDC8}"/>
                </a:ext>
              </a:extLst>
            </p:cNvPr>
            <p:cNvSpPr>
              <a:spLocks noGrp="1"/>
            </p:cNvSpPr>
            <p:nvPr/>
          </p:nvSpPr>
          <p:spPr>
            <a:xfrm>
              <a:off x="4343808" y="2518307"/>
              <a:ext cx="1370" cy="91589"/>
            </a:xfrm>
            <a:custGeom>
              <a:avLst/>
              <a:gdLst/>
              <a:ahLst/>
              <a:cxnLst/>
              <a:rect l="0" t="0" r="0" b="0"/>
              <a:pathLst>
                <a:path w="1370" h="91589">
                  <a:moveTo>
                    <a:pt x="1370" y="0"/>
                  </a:moveTo>
                  <a:lnTo>
                    <a:pt x="0" y="9158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5" name="Candidate_receptor__3504">
              <a:extLst>
                <a:ext uri="{FF2B5EF4-FFF2-40B4-BE49-F238E27FC236}">
                  <a16:creationId xmlns:a16="http://schemas.microsoft.com/office/drawing/2014/main" id="{1359EC9C-FC23-7253-516C-09A31E4C483C}"/>
                </a:ext>
              </a:extLst>
            </p:cNvPr>
            <p:cNvSpPr>
              <a:spLocks noGrp="1"/>
            </p:cNvSpPr>
            <p:nvPr/>
          </p:nvSpPr>
          <p:spPr>
            <a:xfrm>
              <a:off x="3679094" y="3116210"/>
              <a:ext cx="57034" cy="42703"/>
            </a:xfrm>
            <a:custGeom>
              <a:avLst/>
              <a:gdLst/>
              <a:ahLst/>
              <a:cxnLst/>
              <a:rect l="0" t="0" r="0" b="0"/>
              <a:pathLst>
                <a:path w="57034" h="42703">
                  <a:moveTo>
                    <a:pt x="57034" y="0"/>
                  </a:moveTo>
                  <a:lnTo>
                    <a:pt x="0" y="42703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6" name="Candidate_receptor__3505">
              <a:extLst>
                <a:ext uri="{FF2B5EF4-FFF2-40B4-BE49-F238E27FC236}">
                  <a16:creationId xmlns:a16="http://schemas.microsoft.com/office/drawing/2014/main" id="{44443282-6443-3583-0E05-C481E4158681}"/>
                </a:ext>
              </a:extLst>
            </p:cNvPr>
            <p:cNvSpPr>
              <a:spLocks noGrp="1"/>
            </p:cNvSpPr>
            <p:nvPr/>
          </p:nvSpPr>
          <p:spPr>
            <a:xfrm>
              <a:off x="5869511" y="3091926"/>
              <a:ext cx="111532" cy="20854"/>
            </a:xfrm>
            <a:custGeom>
              <a:avLst/>
              <a:gdLst/>
              <a:ahLst/>
              <a:cxnLst/>
              <a:rect l="0" t="0" r="0" b="0"/>
              <a:pathLst>
                <a:path w="111532" h="20854">
                  <a:moveTo>
                    <a:pt x="111532" y="0"/>
                  </a:moveTo>
                  <a:lnTo>
                    <a:pt x="0" y="2085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7" name="Candidate_receptor__3506">
              <a:extLst>
                <a:ext uri="{FF2B5EF4-FFF2-40B4-BE49-F238E27FC236}">
                  <a16:creationId xmlns:a16="http://schemas.microsoft.com/office/drawing/2014/main" id="{5FD72F86-8922-90A2-60C1-BB111DA3EF06}"/>
                </a:ext>
              </a:extLst>
            </p:cNvPr>
            <p:cNvSpPr>
              <a:spLocks noGrp="1"/>
            </p:cNvSpPr>
            <p:nvPr/>
          </p:nvSpPr>
          <p:spPr>
            <a:xfrm>
              <a:off x="5609615" y="2975834"/>
              <a:ext cx="100711" cy="52414"/>
            </a:xfrm>
            <a:custGeom>
              <a:avLst/>
              <a:gdLst/>
              <a:ahLst/>
              <a:cxnLst/>
              <a:rect l="0" t="0" r="0" b="0"/>
              <a:pathLst>
                <a:path w="100711" h="52414">
                  <a:moveTo>
                    <a:pt x="100711" y="524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08" name="Candidate_receptor__3507">
              <a:extLst>
                <a:ext uri="{FF2B5EF4-FFF2-40B4-BE49-F238E27FC236}">
                  <a16:creationId xmlns:a16="http://schemas.microsoft.com/office/drawing/2014/main" id="{E60D32BB-AF38-D8A4-BE66-E9EFA4C74A54}"/>
                </a:ext>
              </a:extLst>
            </p:cNvPr>
            <p:cNvSpPr>
              <a:spLocks noGrp="1"/>
            </p:cNvSpPr>
            <p:nvPr/>
          </p:nvSpPr>
          <p:spPr>
            <a:xfrm>
              <a:off x="4812606" y="2133890"/>
              <a:ext cx="108130" cy="32958"/>
            </a:xfrm>
            <a:custGeom>
              <a:avLst/>
              <a:gdLst/>
              <a:ahLst/>
              <a:cxnLst/>
              <a:rect l="0" t="0" r="0" b="0"/>
              <a:pathLst>
                <a:path w="108130" h="32958">
                  <a:moveTo>
                    <a:pt x="108130" y="0"/>
                  </a:moveTo>
                  <a:lnTo>
                    <a:pt x="0" y="32958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09" name="Candidate_receptor__3508">
              <a:extLst>
                <a:ext uri="{FF2B5EF4-FFF2-40B4-BE49-F238E27FC236}">
                  <a16:creationId xmlns:a16="http://schemas.microsoft.com/office/drawing/2014/main" id="{F10E7129-9C8F-3ADB-39EE-47640E4FAA4A}"/>
                </a:ext>
              </a:extLst>
            </p:cNvPr>
            <p:cNvSpPr>
              <a:spLocks noGrp="1"/>
            </p:cNvSpPr>
            <p:nvPr/>
          </p:nvSpPr>
          <p:spPr>
            <a:xfrm>
              <a:off x="5785096" y="3344697"/>
              <a:ext cx="61976" cy="90281"/>
            </a:xfrm>
            <a:custGeom>
              <a:avLst/>
              <a:gdLst/>
              <a:ahLst/>
              <a:cxnLst/>
              <a:rect l="0" t="0" r="0" b="0"/>
              <a:pathLst>
                <a:path w="61976" h="90281">
                  <a:moveTo>
                    <a:pt x="61976" y="902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0" name="Candidate_receptor__3509">
              <a:extLst>
                <a:ext uri="{FF2B5EF4-FFF2-40B4-BE49-F238E27FC236}">
                  <a16:creationId xmlns:a16="http://schemas.microsoft.com/office/drawing/2014/main" id="{83D2C2B2-933E-D7C4-5BA5-5CDA8F864B75}"/>
                </a:ext>
              </a:extLst>
            </p:cNvPr>
            <p:cNvSpPr>
              <a:spLocks noGrp="1"/>
            </p:cNvSpPr>
            <p:nvPr/>
          </p:nvSpPr>
          <p:spPr>
            <a:xfrm>
              <a:off x="5426327" y="2063211"/>
              <a:ext cx="64951" cy="94143"/>
            </a:xfrm>
            <a:custGeom>
              <a:avLst/>
              <a:gdLst/>
              <a:ahLst/>
              <a:cxnLst/>
              <a:rect l="0" t="0" r="0" b="0"/>
              <a:pathLst>
                <a:path w="64951" h="94143">
                  <a:moveTo>
                    <a:pt x="64951" y="941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1" name="Candidate_receptor__3510">
              <a:extLst>
                <a:ext uri="{FF2B5EF4-FFF2-40B4-BE49-F238E27FC236}">
                  <a16:creationId xmlns:a16="http://schemas.microsoft.com/office/drawing/2014/main" id="{3E0364A7-57B4-B247-3259-09CCBC7EE758}"/>
                </a:ext>
              </a:extLst>
            </p:cNvPr>
            <p:cNvSpPr>
              <a:spLocks noGrp="1"/>
            </p:cNvSpPr>
            <p:nvPr/>
          </p:nvSpPr>
          <p:spPr>
            <a:xfrm>
              <a:off x="3857334" y="2709433"/>
              <a:ext cx="12269" cy="99667"/>
            </a:xfrm>
            <a:custGeom>
              <a:avLst/>
              <a:gdLst/>
              <a:ahLst/>
              <a:cxnLst/>
              <a:rect l="0" t="0" r="0" b="0"/>
              <a:pathLst>
                <a:path w="12269" h="99667">
                  <a:moveTo>
                    <a:pt x="12269" y="99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2" name="Candidate_receptor__3511">
              <a:extLst>
                <a:ext uri="{FF2B5EF4-FFF2-40B4-BE49-F238E27FC236}">
                  <a16:creationId xmlns:a16="http://schemas.microsoft.com/office/drawing/2014/main" id="{DDA67C22-66AC-2A4D-DD05-A95BA6D7FC3F}"/>
                </a:ext>
              </a:extLst>
            </p:cNvPr>
            <p:cNvSpPr>
              <a:spLocks noGrp="1"/>
            </p:cNvSpPr>
            <p:nvPr/>
          </p:nvSpPr>
          <p:spPr>
            <a:xfrm>
              <a:off x="4223840" y="2943139"/>
              <a:ext cx="24317" cy="103223"/>
            </a:xfrm>
            <a:custGeom>
              <a:avLst/>
              <a:gdLst/>
              <a:ahLst/>
              <a:cxnLst/>
              <a:rect l="0" t="0" r="0" b="0"/>
              <a:pathLst>
                <a:path w="24317" h="103223">
                  <a:moveTo>
                    <a:pt x="0" y="0"/>
                  </a:moveTo>
                  <a:lnTo>
                    <a:pt x="24317" y="10322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3" name="Candidate_receptor__3512">
              <a:extLst>
                <a:ext uri="{FF2B5EF4-FFF2-40B4-BE49-F238E27FC236}">
                  <a16:creationId xmlns:a16="http://schemas.microsoft.com/office/drawing/2014/main" id="{0AA3AFA4-AF47-F19B-6AD3-56DE28E7CE6D}"/>
                </a:ext>
              </a:extLst>
            </p:cNvPr>
            <p:cNvSpPr>
              <a:spLocks noGrp="1"/>
            </p:cNvSpPr>
            <p:nvPr/>
          </p:nvSpPr>
          <p:spPr>
            <a:xfrm>
              <a:off x="4260689" y="2474852"/>
              <a:ext cx="84489" cy="43455"/>
            </a:xfrm>
            <a:custGeom>
              <a:avLst/>
              <a:gdLst/>
              <a:ahLst/>
              <a:cxnLst/>
              <a:rect l="0" t="0" r="0" b="0"/>
              <a:pathLst>
                <a:path w="84489" h="43455">
                  <a:moveTo>
                    <a:pt x="0" y="0"/>
                  </a:moveTo>
                  <a:lnTo>
                    <a:pt x="84489" y="4345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4" name="Candidate_receptor__3513">
              <a:extLst>
                <a:ext uri="{FF2B5EF4-FFF2-40B4-BE49-F238E27FC236}">
                  <a16:creationId xmlns:a16="http://schemas.microsoft.com/office/drawing/2014/main" id="{C67D7EA4-B74E-7870-EB87-DC24E007287A}"/>
                </a:ext>
              </a:extLst>
            </p:cNvPr>
            <p:cNvSpPr>
              <a:spLocks noGrp="1"/>
            </p:cNvSpPr>
            <p:nvPr/>
          </p:nvSpPr>
          <p:spPr>
            <a:xfrm>
              <a:off x="5981043" y="3091926"/>
              <a:ext cx="16743" cy="113918"/>
            </a:xfrm>
            <a:custGeom>
              <a:avLst/>
              <a:gdLst/>
              <a:ahLst/>
              <a:cxnLst/>
              <a:rect l="0" t="0" r="0" b="0"/>
              <a:pathLst>
                <a:path w="16743" h="113918">
                  <a:moveTo>
                    <a:pt x="16743" y="1139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5" name="Candidate_receptor__3514">
              <a:extLst>
                <a:ext uri="{FF2B5EF4-FFF2-40B4-BE49-F238E27FC236}">
                  <a16:creationId xmlns:a16="http://schemas.microsoft.com/office/drawing/2014/main" id="{A8E38D80-72B1-F72B-CE8B-DC1E6B850EE2}"/>
                </a:ext>
              </a:extLst>
            </p:cNvPr>
            <p:cNvSpPr>
              <a:spLocks noGrp="1"/>
            </p:cNvSpPr>
            <p:nvPr/>
          </p:nvSpPr>
          <p:spPr>
            <a:xfrm>
              <a:off x="6152080" y="2217446"/>
              <a:ext cx="38927" cy="94515"/>
            </a:xfrm>
            <a:custGeom>
              <a:avLst/>
              <a:gdLst/>
              <a:ahLst/>
              <a:cxnLst/>
              <a:rect l="0" t="0" r="0" b="0"/>
              <a:pathLst>
                <a:path w="38927" h="94515">
                  <a:moveTo>
                    <a:pt x="0" y="94515"/>
                  </a:moveTo>
                  <a:lnTo>
                    <a:pt x="3892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6" name="Candidate_receptor__3515">
              <a:extLst>
                <a:ext uri="{FF2B5EF4-FFF2-40B4-BE49-F238E27FC236}">
                  <a16:creationId xmlns:a16="http://schemas.microsoft.com/office/drawing/2014/main" id="{D31FE8D3-45D3-5BD8-0062-B9E584697327}"/>
                </a:ext>
              </a:extLst>
            </p:cNvPr>
            <p:cNvSpPr>
              <a:spLocks noGrp="1"/>
            </p:cNvSpPr>
            <p:nvPr/>
          </p:nvSpPr>
          <p:spPr>
            <a:xfrm>
              <a:off x="5521944" y="2511376"/>
              <a:ext cx="13784" cy="4814"/>
            </a:xfrm>
            <a:custGeom>
              <a:avLst/>
              <a:gdLst/>
              <a:ahLst/>
              <a:cxnLst/>
              <a:rect l="0" t="0" r="0" b="0"/>
              <a:pathLst>
                <a:path w="13784" h="4814">
                  <a:moveTo>
                    <a:pt x="13784" y="48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3517" name="Candidate_receptor__3516">
              <a:extLst>
                <a:ext uri="{FF2B5EF4-FFF2-40B4-BE49-F238E27FC236}">
                  <a16:creationId xmlns:a16="http://schemas.microsoft.com/office/drawing/2014/main" id="{131DCE17-9B4C-DEF2-B3A4-C09E85940FCB}"/>
                </a:ext>
              </a:extLst>
            </p:cNvPr>
            <p:cNvSpPr>
              <a:spLocks noGrp="1"/>
            </p:cNvSpPr>
            <p:nvPr/>
          </p:nvSpPr>
          <p:spPr>
            <a:xfrm>
              <a:off x="4542445" y="3886140"/>
              <a:ext cx="7144" cy="44603"/>
            </a:xfrm>
            <a:custGeom>
              <a:avLst/>
              <a:gdLst/>
              <a:ahLst/>
              <a:cxnLst/>
              <a:rect l="0" t="0" r="0" b="0"/>
              <a:pathLst>
                <a:path w="7144" h="44603">
                  <a:moveTo>
                    <a:pt x="7144" y="446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8" name="Candidate_receptor__3517">
              <a:extLst>
                <a:ext uri="{FF2B5EF4-FFF2-40B4-BE49-F238E27FC236}">
                  <a16:creationId xmlns:a16="http://schemas.microsoft.com/office/drawing/2014/main" id="{356CD052-D728-187B-D89E-F5C707B3EFA6}"/>
                </a:ext>
              </a:extLst>
            </p:cNvPr>
            <p:cNvSpPr>
              <a:spLocks noGrp="1"/>
            </p:cNvSpPr>
            <p:nvPr/>
          </p:nvSpPr>
          <p:spPr>
            <a:xfrm>
              <a:off x="5475012" y="1914883"/>
              <a:ext cx="49960" cy="48817"/>
            </a:xfrm>
            <a:custGeom>
              <a:avLst/>
              <a:gdLst/>
              <a:ahLst/>
              <a:cxnLst/>
              <a:rect l="0" t="0" r="0" b="0"/>
              <a:pathLst>
                <a:path w="49960" h="48817">
                  <a:moveTo>
                    <a:pt x="0" y="48817"/>
                  </a:moveTo>
                  <a:lnTo>
                    <a:pt x="4996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3519" name="Candidate_receptor__3518">
              <a:extLst>
                <a:ext uri="{FF2B5EF4-FFF2-40B4-BE49-F238E27FC236}">
                  <a16:creationId xmlns:a16="http://schemas.microsoft.com/office/drawing/2014/main" id="{0F53EBDD-C122-1346-381C-A13E1A2C260A}"/>
                </a:ext>
              </a:extLst>
            </p:cNvPr>
            <p:cNvSpPr>
              <a:spLocks noGrp="1"/>
            </p:cNvSpPr>
            <p:nvPr/>
          </p:nvSpPr>
          <p:spPr>
            <a:xfrm>
              <a:off x="4245552" y="3493299"/>
              <a:ext cx="100473" cy="9630"/>
            </a:xfrm>
            <a:custGeom>
              <a:avLst/>
              <a:gdLst/>
              <a:ahLst/>
              <a:cxnLst/>
              <a:rect l="0" t="0" r="0" b="0"/>
              <a:pathLst>
                <a:path w="100473" h="9630">
                  <a:moveTo>
                    <a:pt x="0" y="9630"/>
                  </a:moveTo>
                  <a:lnTo>
                    <a:pt x="100473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0" name="Candidate_receptor__3519">
              <a:extLst>
                <a:ext uri="{FF2B5EF4-FFF2-40B4-BE49-F238E27FC236}">
                  <a16:creationId xmlns:a16="http://schemas.microsoft.com/office/drawing/2014/main" id="{AD3291AF-132B-1AE8-0BC7-C597B7B691C2}"/>
                </a:ext>
              </a:extLst>
            </p:cNvPr>
            <p:cNvSpPr>
              <a:spLocks noGrp="1"/>
            </p:cNvSpPr>
            <p:nvPr/>
          </p:nvSpPr>
          <p:spPr>
            <a:xfrm>
              <a:off x="5447121" y="2776611"/>
              <a:ext cx="33624" cy="90324"/>
            </a:xfrm>
            <a:custGeom>
              <a:avLst/>
              <a:gdLst/>
              <a:ahLst/>
              <a:cxnLst/>
              <a:rect l="0" t="0" r="0" b="0"/>
              <a:pathLst>
                <a:path w="33624" h="90324">
                  <a:moveTo>
                    <a:pt x="33624" y="0"/>
                  </a:moveTo>
                  <a:lnTo>
                    <a:pt x="0" y="90324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1" name="Candidate_receptor__3520">
              <a:extLst>
                <a:ext uri="{FF2B5EF4-FFF2-40B4-BE49-F238E27FC236}">
                  <a16:creationId xmlns:a16="http://schemas.microsoft.com/office/drawing/2014/main" id="{147FD838-A839-5170-D8D1-6708872C6E73}"/>
                </a:ext>
              </a:extLst>
            </p:cNvPr>
            <p:cNvSpPr>
              <a:spLocks noGrp="1"/>
            </p:cNvSpPr>
            <p:nvPr/>
          </p:nvSpPr>
          <p:spPr>
            <a:xfrm>
              <a:off x="5178532" y="2955963"/>
              <a:ext cx="19890" cy="1414"/>
            </a:xfrm>
            <a:custGeom>
              <a:avLst/>
              <a:gdLst/>
              <a:ahLst/>
              <a:cxnLst/>
              <a:rect l="0" t="0" r="0" b="0"/>
              <a:pathLst>
                <a:path w="19890" h="1414">
                  <a:moveTo>
                    <a:pt x="0" y="1414"/>
                  </a:moveTo>
                  <a:lnTo>
                    <a:pt x="1989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2" name="Candidate_receptor__3521">
              <a:extLst>
                <a:ext uri="{FF2B5EF4-FFF2-40B4-BE49-F238E27FC236}">
                  <a16:creationId xmlns:a16="http://schemas.microsoft.com/office/drawing/2014/main" id="{8835872C-E9EB-D501-D1AD-04E02DE7D6C3}"/>
                </a:ext>
              </a:extLst>
            </p:cNvPr>
            <p:cNvSpPr>
              <a:spLocks noGrp="1"/>
            </p:cNvSpPr>
            <p:nvPr/>
          </p:nvSpPr>
          <p:spPr>
            <a:xfrm>
              <a:off x="4131877" y="3720718"/>
              <a:ext cx="59513" cy="52299"/>
            </a:xfrm>
            <a:custGeom>
              <a:avLst/>
              <a:gdLst/>
              <a:ahLst/>
              <a:cxnLst/>
              <a:rect l="0" t="0" r="0" b="0"/>
              <a:pathLst>
                <a:path w="59513" h="52299">
                  <a:moveTo>
                    <a:pt x="59513" y="522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3" name="Candidate_receptor__3522">
              <a:extLst>
                <a:ext uri="{FF2B5EF4-FFF2-40B4-BE49-F238E27FC236}">
                  <a16:creationId xmlns:a16="http://schemas.microsoft.com/office/drawing/2014/main" id="{75505674-B48D-1382-807C-A0CDF97C3E77}"/>
                </a:ext>
              </a:extLst>
            </p:cNvPr>
            <p:cNvSpPr>
              <a:spLocks noGrp="1"/>
            </p:cNvSpPr>
            <p:nvPr/>
          </p:nvSpPr>
          <p:spPr>
            <a:xfrm>
              <a:off x="5491278" y="2114297"/>
              <a:ext cx="101946" cy="43058"/>
            </a:xfrm>
            <a:custGeom>
              <a:avLst/>
              <a:gdLst/>
              <a:ahLst/>
              <a:cxnLst/>
              <a:rect l="0" t="0" r="0" b="0"/>
              <a:pathLst>
                <a:path w="101946" h="43058">
                  <a:moveTo>
                    <a:pt x="101946" y="0"/>
                  </a:moveTo>
                  <a:lnTo>
                    <a:pt x="0" y="43058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4" name="Candidate_receptor__3523">
              <a:extLst>
                <a:ext uri="{FF2B5EF4-FFF2-40B4-BE49-F238E27FC236}">
                  <a16:creationId xmlns:a16="http://schemas.microsoft.com/office/drawing/2014/main" id="{C4A04F2D-EAD4-2178-5D5A-68252272D16E}"/>
                </a:ext>
              </a:extLst>
            </p:cNvPr>
            <p:cNvSpPr>
              <a:spLocks noGrp="1"/>
            </p:cNvSpPr>
            <p:nvPr/>
          </p:nvSpPr>
          <p:spPr>
            <a:xfrm>
              <a:off x="4137114" y="2549157"/>
              <a:ext cx="68768" cy="26515"/>
            </a:xfrm>
            <a:custGeom>
              <a:avLst/>
              <a:gdLst/>
              <a:ahLst/>
              <a:cxnLst/>
              <a:rect l="0" t="0" r="0" b="0"/>
              <a:pathLst>
                <a:path w="68768" h="26515">
                  <a:moveTo>
                    <a:pt x="0" y="0"/>
                  </a:moveTo>
                  <a:lnTo>
                    <a:pt x="68768" y="2651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5" name="Candidate_receptor__3524">
              <a:extLst>
                <a:ext uri="{FF2B5EF4-FFF2-40B4-BE49-F238E27FC236}">
                  <a16:creationId xmlns:a16="http://schemas.microsoft.com/office/drawing/2014/main" id="{C6451E9D-CC7C-2425-09F7-374ACAC41CA3}"/>
                </a:ext>
              </a:extLst>
            </p:cNvPr>
            <p:cNvSpPr>
              <a:spLocks noGrp="1"/>
            </p:cNvSpPr>
            <p:nvPr/>
          </p:nvSpPr>
          <p:spPr>
            <a:xfrm>
              <a:off x="5454641" y="3079022"/>
              <a:ext cx="108056" cy="35151"/>
            </a:xfrm>
            <a:custGeom>
              <a:avLst/>
              <a:gdLst/>
              <a:ahLst/>
              <a:cxnLst/>
              <a:rect l="0" t="0" r="0" b="0"/>
              <a:pathLst>
                <a:path w="108056" h="35151">
                  <a:moveTo>
                    <a:pt x="108056" y="351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6" name="Candidate_receptor__3525">
              <a:extLst>
                <a:ext uri="{FF2B5EF4-FFF2-40B4-BE49-F238E27FC236}">
                  <a16:creationId xmlns:a16="http://schemas.microsoft.com/office/drawing/2014/main" id="{FABADBAF-5E6F-EEDA-3C80-E11B32F838DC}"/>
                </a:ext>
              </a:extLst>
            </p:cNvPr>
            <p:cNvSpPr>
              <a:spLocks noGrp="1"/>
            </p:cNvSpPr>
            <p:nvPr/>
          </p:nvSpPr>
          <p:spPr>
            <a:xfrm>
              <a:off x="4829664" y="3938144"/>
              <a:ext cx="96550" cy="31439"/>
            </a:xfrm>
            <a:custGeom>
              <a:avLst/>
              <a:gdLst/>
              <a:ahLst/>
              <a:cxnLst/>
              <a:rect l="0" t="0" r="0" b="0"/>
              <a:pathLst>
                <a:path w="96550" h="31439">
                  <a:moveTo>
                    <a:pt x="96550" y="0"/>
                  </a:moveTo>
                  <a:lnTo>
                    <a:pt x="0" y="3143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27" name="Candidate_receptor__3526">
              <a:extLst>
                <a:ext uri="{FF2B5EF4-FFF2-40B4-BE49-F238E27FC236}">
                  <a16:creationId xmlns:a16="http://schemas.microsoft.com/office/drawing/2014/main" id="{47BE17D7-2ED5-669E-FA91-7A4C1DF36819}"/>
                </a:ext>
              </a:extLst>
            </p:cNvPr>
            <p:cNvSpPr>
              <a:spLocks noGrp="1"/>
            </p:cNvSpPr>
            <p:nvPr/>
          </p:nvSpPr>
          <p:spPr>
            <a:xfrm>
              <a:off x="5237186" y="2321767"/>
              <a:ext cx="5186" cy="41831"/>
            </a:xfrm>
            <a:custGeom>
              <a:avLst/>
              <a:gdLst/>
              <a:ahLst/>
              <a:cxnLst/>
              <a:rect l="0" t="0" r="0" b="0"/>
              <a:pathLst>
                <a:path w="5186" h="41831">
                  <a:moveTo>
                    <a:pt x="5186" y="41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8" name="Candidate_receptor__3527">
              <a:extLst>
                <a:ext uri="{FF2B5EF4-FFF2-40B4-BE49-F238E27FC236}">
                  <a16:creationId xmlns:a16="http://schemas.microsoft.com/office/drawing/2014/main" id="{A38AC051-D648-D304-DE61-2CE86E1D1B87}"/>
                </a:ext>
              </a:extLst>
            </p:cNvPr>
            <p:cNvSpPr>
              <a:spLocks noGrp="1"/>
            </p:cNvSpPr>
            <p:nvPr/>
          </p:nvSpPr>
          <p:spPr>
            <a:xfrm>
              <a:off x="4113394" y="3090177"/>
              <a:ext cx="41332" cy="104372"/>
            </a:xfrm>
            <a:custGeom>
              <a:avLst/>
              <a:gdLst/>
              <a:ahLst/>
              <a:cxnLst/>
              <a:rect l="0" t="0" r="0" b="0"/>
              <a:pathLst>
                <a:path w="41332" h="104372">
                  <a:moveTo>
                    <a:pt x="0" y="0"/>
                  </a:moveTo>
                  <a:lnTo>
                    <a:pt x="41332" y="10437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29" name="Candidate_receptor__3528">
              <a:extLst>
                <a:ext uri="{FF2B5EF4-FFF2-40B4-BE49-F238E27FC236}">
                  <a16:creationId xmlns:a16="http://schemas.microsoft.com/office/drawing/2014/main" id="{07F930A6-15F9-0B65-0138-19FA36AAAD74}"/>
                </a:ext>
              </a:extLst>
            </p:cNvPr>
            <p:cNvSpPr>
              <a:spLocks noGrp="1"/>
            </p:cNvSpPr>
            <p:nvPr/>
          </p:nvSpPr>
          <p:spPr>
            <a:xfrm>
              <a:off x="5869511" y="3112780"/>
              <a:ext cx="5238" cy="84363"/>
            </a:xfrm>
            <a:custGeom>
              <a:avLst/>
              <a:gdLst/>
              <a:ahLst/>
              <a:cxnLst/>
              <a:rect l="0" t="0" r="0" b="0"/>
              <a:pathLst>
                <a:path w="5238" h="84363">
                  <a:moveTo>
                    <a:pt x="0" y="0"/>
                  </a:moveTo>
                  <a:lnTo>
                    <a:pt x="5238" y="84363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0" name="Candidate_receptor__3529">
              <a:extLst>
                <a:ext uri="{FF2B5EF4-FFF2-40B4-BE49-F238E27FC236}">
                  <a16:creationId xmlns:a16="http://schemas.microsoft.com/office/drawing/2014/main" id="{3D4ED53B-8B32-16AD-597B-F4D394E04B0E}"/>
                </a:ext>
              </a:extLst>
            </p:cNvPr>
            <p:cNvSpPr>
              <a:spLocks noGrp="1"/>
            </p:cNvSpPr>
            <p:nvPr/>
          </p:nvSpPr>
          <p:spPr>
            <a:xfrm>
              <a:off x="5593224" y="2114297"/>
              <a:ext cx="110499" cy="31312"/>
            </a:xfrm>
            <a:custGeom>
              <a:avLst/>
              <a:gdLst/>
              <a:ahLst/>
              <a:cxnLst/>
              <a:rect l="0" t="0" r="0" b="0"/>
              <a:pathLst>
                <a:path w="110499" h="31312">
                  <a:moveTo>
                    <a:pt x="110499" y="313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1" name="Candidate_receptor__3530">
              <a:extLst>
                <a:ext uri="{FF2B5EF4-FFF2-40B4-BE49-F238E27FC236}">
                  <a16:creationId xmlns:a16="http://schemas.microsoft.com/office/drawing/2014/main" id="{EF85469A-CA74-A273-0E71-37A5063F96FC}"/>
                </a:ext>
              </a:extLst>
            </p:cNvPr>
            <p:cNvSpPr>
              <a:spLocks noGrp="1"/>
            </p:cNvSpPr>
            <p:nvPr/>
          </p:nvSpPr>
          <p:spPr>
            <a:xfrm>
              <a:off x="3857334" y="2648130"/>
              <a:ext cx="97374" cy="61303"/>
            </a:xfrm>
            <a:custGeom>
              <a:avLst/>
              <a:gdLst/>
              <a:ahLst/>
              <a:cxnLst/>
              <a:rect l="0" t="0" r="0" b="0"/>
              <a:pathLst>
                <a:path w="97374" h="61303">
                  <a:moveTo>
                    <a:pt x="0" y="61303"/>
                  </a:moveTo>
                  <a:lnTo>
                    <a:pt x="97374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2" name="Candidate_receptor__3531">
              <a:extLst>
                <a:ext uri="{FF2B5EF4-FFF2-40B4-BE49-F238E27FC236}">
                  <a16:creationId xmlns:a16="http://schemas.microsoft.com/office/drawing/2014/main" id="{06DF021F-BBBA-697F-D767-65EEE1DD7A94}"/>
                </a:ext>
              </a:extLst>
            </p:cNvPr>
            <p:cNvSpPr>
              <a:spLocks noGrp="1"/>
            </p:cNvSpPr>
            <p:nvPr/>
          </p:nvSpPr>
          <p:spPr>
            <a:xfrm>
              <a:off x="4248156" y="3046362"/>
              <a:ext cx="12106" cy="39840"/>
            </a:xfrm>
            <a:custGeom>
              <a:avLst/>
              <a:gdLst/>
              <a:ahLst/>
              <a:cxnLst/>
              <a:rect l="0" t="0" r="0" b="0"/>
              <a:pathLst>
                <a:path w="12106" h="39840">
                  <a:moveTo>
                    <a:pt x="0" y="0"/>
                  </a:moveTo>
                  <a:lnTo>
                    <a:pt x="12106" y="3984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3" name="Candidate_receptor__3532">
              <a:extLst>
                <a:ext uri="{FF2B5EF4-FFF2-40B4-BE49-F238E27FC236}">
                  <a16:creationId xmlns:a16="http://schemas.microsoft.com/office/drawing/2014/main" id="{FBFF6E55-2E42-3AB1-CAC5-ED4ED7155E62}"/>
                </a:ext>
              </a:extLst>
            </p:cNvPr>
            <p:cNvSpPr>
              <a:spLocks noGrp="1"/>
            </p:cNvSpPr>
            <p:nvPr/>
          </p:nvSpPr>
          <p:spPr>
            <a:xfrm>
              <a:off x="3999106" y="2444180"/>
              <a:ext cx="112878" cy="12532"/>
            </a:xfrm>
            <a:custGeom>
              <a:avLst/>
              <a:gdLst/>
              <a:ahLst/>
              <a:cxnLst/>
              <a:rect l="0" t="0" r="0" b="0"/>
              <a:pathLst>
                <a:path w="112878" h="12532">
                  <a:moveTo>
                    <a:pt x="0" y="12532"/>
                  </a:moveTo>
                  <a:lnTo>
                    <a:pt x="11287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4" name="Candidate_receptor__3533">
              <a:extLst>
                <a:ext uri="{FF2B5EF4-FFF2-40B4-BE49-F238E27FC236}">
                  <a16:creationId xmlns:a16="http://schemas.microsoft.com/office/drawing/2014/main" id="{988CEBE4-DE5E-B190-7B0D-6F91DC196533}"/>
                </a:ext>
              </a:extLst>
            </p:cNvPr>
            <p:cNvSpPr>
              <a:spLocks noGrp="1"/>
            </p:cNvSpPr>
            <p:nvPr/>
          </p:nvSpPr>
          <p:spPr>
            <a:xfrm>
              <a:off x="5872966" y="2007964"/>
              <a:ext cx="93623" cy="60378"/>
            </a:xfrm>
            <a:custGeom>
              <a:avLst/>
              <a:gdLst/>
              <a:ahLst/>
              <a:cxnLst/>
              <a:rect l="0" t="0" r="0" b="0"/>
              <a:pathLst>
                <a:path w="93623" h="60378">
                  <a:moveTo>
                    <a:pt x="93623" y="0"/>
                  </a:moveTo>
                  <a:lnTo>
                    <a:pt x="0" y="6037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5" name="Candidate_receptor__3534">
              <a:extLst>
                <a:ext uri="{FF2B5EF4-FFF2-40B4-BE49-F238E27FC236}">
                  <a16:creationId xmlns:a16="http://schemas.microsoft.com/office/drawing/2014/main" id="{0493CD3A-D657-9288-30E2-378CF9152665}"/>
                </a:ext>
              </a:extLst>
            </p:cNvPr>
            <p:cNvSpPr>
              <a:spLocks noGrp="1"/>
            </p:cNvSpPr>
            <p:nvPr/>
          </p:nvSpPr>
          <p:spPr>
            <a:xfrm>
              <a:off x="5918916" y="1741222"/>
              <a:ext cx="46829" cy="49921"/>
            </a:xfrm>
            <a:custGeom>
              <a:avLst/>
              <a:gdLst/>
              <a:ahLst/>
              <a:cxnLst/>
              <a:rect l="0" t="0" r="0" b="0"/>
              <a:pathLst>
                <a:path w="46829" h="49921">
                  <a:moveTo>
                    <a:pt x="0" y="49921"/>
                  </a:moveTo>
                  <a:lnTo>
                    <a:pt x="46829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6" name="Candidate_receptor__3535">
              <a:extLst>
                <a:ext uri="{FF2B5EF4-FFF2-40B4-BE49-F238E27FC236}">
                  <a16:creationId xmlns:a16="http://schemas.microsoft.com/office/drawing/2014/main" id="{8F157BD0-F52D-2238-2323-1AF9B9D0CBED}"/>
                </a:ext>
              </a:extLst>
            </p:cNvPr>
            <p:cNvSpPr>
              <a:spLocks noGrp="1"/>
            </p:cNvSpPr>
            <p:nvPr/>
          </p:nvSpPr>
          <p:spPr>
            <a:xfrm>
              <a:off x="5764656" y="2051600"/>
              <a:ext cx="108310" cy="16743"/>
            </a:xfrm>
            <a:custGeom>
              <a:avLst/>
              <a:gdLst/>
              <a:ahLst/>
              <a:cxnLst/>
              <a:rect l="0" t="0" r="0" b="0"/>
              <a:pathLst>
                <a:path w="108310" h="16743">
                  <a:moveTo>
                    <a:pt x="108310" y="167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37" name="Candidate_receptor__3536">
              <a:extLst>
                <a:ext uri="{FF2B5EF4-FFF2-40B4-BE49-F238E27FC236}">
                  <a16:creationId xmlns:a16="http://schemas.microsoft.com/office/drawing/2014/main" id="{905350B9-C191-C4F7-BE0D-EA99A45BF155}"/>
                </a:ext>
              </a:extLst>
            </p:cNvPr>
            <p:cNvSpPr>
              <a:spLocks noGrp="1"/>
            </p:cNvSpPr>
            <p:nvPr/>
          </p:nvSpPr>
          <p:spPr>
            <a:xfrm>
              <a:off x="3601423" y="3000431"/>
              <a:ext cx="94175" cy="30108"/>
            </a:xfrm>
            <a:custGeom>
              <a:avLst/>
              <a:gdLst/>
              <a:ahLst/>
              <a:cxnLst/>
              <a:rect l="0" t="0" r="0" b="0"/>
              <a:pathLst>
                <a:path w="94175" h="30108">
                  <a:moveTo>
                    <a:pt x="0" y="30108"/>
                  </a:moveTo>
                  <a:lnTo>
                    <a:pt x="94175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8" name="Candidate_receptor__3537">
              <a:extLst>
                <a:ext uri="{FF2B5EF4-FFF2-40B4-BE49-F238E27FC236}">
                  <a16:creationId xmlns:a16="http://schemas.microsoft.com/office/drawing/2014/main" id="{A3694423-CCD9-674B-EE84-1504DC0671CE}"/>
                </a:ext>
              </a:extLst>
            </p:cNvPr>
            <p:cNvSpPr>
              <a:spLocks noGrp="1"/>
            </p:cNvSpPr>
            <p:nvPr/>
          </p:nvSpPr>
          <p:spPr>
            <a:xfrm>
              <a:off x="3811163" y="3187696"/>
              <a:ext cx="32760" cy="70145"/>
            </a:xfrm>
            <a:custGeom>
              <a:avLst/>
              <a:gdLst/>
              <a:ahLst/>
              <a:cxnLst/>
              <a:rect l="0" t="0" r="0" b="0"/>
              <a:pathLst>
                <a:path w="32760" h="70145">
                  <a:moveTo>
                    <a:pt x="32760" y="0"/>
                  </a:moveTo>
                  <a:lnTo>
                    <a:pt x="0" y="70145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39" name="Candidate_receptor__3538">
              <a:extLst>
                <a:ext uri="{FF2B5EF4-FFF2-40B4-BE49-F238E27FC236}">
                  <a16:creationId xmlns:a16="http://schemas.microsoft.com/office/drawing/2014/main" id="{32E25D8F-D93A-632E-8EAB-9C45671CA8B5}"/>
                </a:ext>
              </a:extLst>
            </p:cNvPr>
            <p:cNvSpPr>
              <a:spLocks noGrp="1"/>
            </p:cNvSpPr>
            <p:nvPr/>
          </p:nvSpPr>
          <p:spPr>
            <a:xfrm>
              <a:off x="5197053" y="2708630"/>
              <a:ext cx="57728" cy="98035"/>
            </a:xfrm>
            <a:custGeom>
              <a:avLst/>
              <a:gdLst/>
              <a:ahLst/>
              <a:cxnLst/>
              <a:rect l="0" t="0" r="0" b="0"/>
              <a:pathLst>
                <a:path w="57728" h="98035">
                  <a:moveTo>
                    <a:pt x="57728" y="0"/>
                  </a:moveTo>
                  <a:lnTo>
                    <a:pt x="0" y="98035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40" name="Candidate_receptor__3539">
              <a:extLst>
                <a:ext uri="{FF2B5EF4-FFF2-40B4-BE49-F238E27FC236}">
                  <a16:creationId xmlns:a16="http://schemas.microsoft.com/office/drawing/2014/main" id="{DA0CF76F-1DAE-4ED9-F06B-C2733A808D2A}"/>
                </a:ext>
              </a:extLst>
            </p:cNvPr>
            <p:cNvSpPr>
              <a:spLocks noGrp="1"/>
            </p:cNvSpPr>
            <p:nvPr/>
          </p:nvSpPr>
          <p:spPr>
            <a:xfrm>
              <a:off x="4345107" y="2813124"/>
              <a:ext cx="110231" cy="26435"/>
            </a:xfrm>
            <a:custGeom>
              <a:avLst/>
              <a:gdLst/>
              <a:ahLst/>
              <a:cxnLst/>
              <a:rect l="0" t="0" r="0" b="0"/>
              <a:pathLst>
                <a:path w="110231" h="26435">
                  <a:moveTo>
                    <a:pt x="110231" y="264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1" name="Candidate_receptor__3540">
              <a:extLst>
                <a:ext uri="{FF2B5EF4-FFF2-40B4-BE49-F238E27FC236}">
                  <a16:creationId xmlns:a16="http://schemas.microsoft.com/office/drawing/2014/main" id="{8BD56110-1D41-BDEA-ED10-FF075ACA2EA3}"/>
                </a:ext>
              </a:extLst>
            </p:cNvPr>
            <p:cNvSpPr>
              <a:spLocks noGrp="1"/>
            </p:cNvSpPr>
            <p:nvPr/>
          </p:nvSpPr>
          <p:spPr>
            <a:xfrm>
              <a:off x="4456780" y="2686980"/>
              <a:ext cx="112671" cy="19629"/>
            </a:xfrm>
            <a:custGeom>
              <a:avLst/>
              <a:gdLst/>
              <a:ahLst/>
              <a:cxnLst/>
              <a:rect l="0" t="0" r="0" b="0"/>
              <a:pathLst>
                <a:path w="112671" h="19629">
                  <a:moveTo>
                    <a:pt x="112671" y="196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2" name="Candidate_receptor__3541">
              <a:extLst>
                <a:ext uri="{FF2B5EF4-FFF2-40B4-BE49-F238E27FC236}">
                  <a16:creationId xmlns:a16="http://schemas.microsoft.com/office/drawing/2014/main" id="{497F1077-C138-6242-4B01-94DB9C532CAC}"/>
                </a:ext>
              </a:extLst>
            </p:cNvPr>
            <p:cNvSpPr>
              <a:spLocks noGrp="1"/>
            </p:cNvSpPr>
            <p:nvPr/>
          </p:nvSpPr>
          <p:spPr>
            <a:xfrm>
              <a:off x="5553003" y="3328588"/>
              <a:ext cx="56680" cy="98814"/>
            </a:xfrm>
            <a:custGeom>
              <a:avLst/>
              <a:gdLst/>
              <a:ahLst/>
              <a:cxnLst/>
              <a:rect l="0" t="0" r="0" b="0"/>
              <a:pathLst>
                <a:path w="56680" h="98814">
                  <a:moveTo>
                    <a:pt x="56680" y="0"/>
                  </a:moveTo>
                  <a:lnTo>
                    <a:pt x="0" y="9881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3" name="Candidate_receptor__3542">
              <a:extLst>
                <a:ext uri="{FF2B5EF4-FFF2-40B4-BE49-F238E27FC236}">
                  <a16:creationId xmlns:a16="http://schemas.microsoft.com/office/drawing/2014/main" id="{DF7F73E3-53BA-7A0E-7A17-B57391D35DB0}"/>
                </a:ext>
              </a:extLst>
            </p:cNvPr>
            <p:cNvSpPr>
              <a:spLocks noGrp="1"/>
            </p:cNvSpPr>
            <p:nvPr/>
          </p:nvSpPr>
          <p:spPr>
            <a:xfrm>
              <a:off x="5703723" y="2051600"/>
              <a:ext cx="60933" cy="94008"/>
            </a:xfrm>
            <a:custGeom>
              <a:avLst/>
              <a:gdLst/>
              <a:ahLst/>
              <a:cxnLst/>
              <a:rect l="0" t="0" r="0" b="0"/>
              <a:pathLst>
                <a:path w="60933" h="94008">
                  <a:moveTo>
                    <a:pt x="60933" y="0"/>
                  </a:moveTo>
                  <a:lnTo>
                    <a:pt x="0" y="9400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4" name="Candidate_receptor__3543">
              <a:extLst>
                <a:ext uri="{FF2B5EF4-FFF2-40B4-BE49-F238E27FC236}">
                  <a16:creationId xmlns:a16="http://schemas.microsoft.com/office/drawing/2014/main" id="{CB5D2AF9-6573-49DD-5F7B-41C077D41756}"/>
                </a:ext>
              </a:extLst>
            </p:cNvPr>
            <p:cNvSpPr>
              <a:spLocks noGrp="1"/>
            </p:cNvSpPr>
            <p:nvPr/>
          </p:nvSpPr>
          <p:spPr>
            <a:xfrm>
              <a:off x="5387590" y="2467718"/>
              <a:ext cx="11665" cy="97202"/>
            </a:xfrm>
            <a:custGeom>
              <a:avLst/>
              <a:gdLst/>
              <a:ahLst/>
              <a:cxnLst/>
              <a:rect l="0" t="0" r="0" b="0"/>
              <a:pathLst>
                <a:path w="11665" h="97202">
                  <a:moveTo>
                    <a:pt x="11665" y="972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5" name="Candidate_receptor__3544">
              <a:extLst>
                <a:ext uri="{FF2B5EF4-FFF2-40B4-BE49-F238E27FC236}">
                  <a16:creationId xmlns:a16="http://schemas.microsoft.com/office/drawing/2014/main" id="{CB2D4F03-D597-FA92-170F-4FDE8C69D541}"/>
                </a:ext>
              </a:extLst>
            </p:cNvPr>
            <p:cNvSpPr>
              <a:spLocks noGrp="1"/>
            </p:cNvSpPr>
            <p:nvPr/>
          </p:nvSpPr>
          <p:spPr>
            <a:xfrm>
              <a:off x="4930363" y="2978109"/>
              <a:ext cx="2046" cy="113118"/>
            </a:xfrm>
            <a:custGeom>
              <a:avLst/>
              <a:gdLst/>
              <a:ahLst/>
              <a:cxnLst/>
              <a:rect l="0" t="0" r="0" b="0"/>
              <a:pathLst>
                <a:path w="2046" h="113118">
                  <a:moveTo>
                    <a:pt x="2046" y="1131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3546" name="Candidate_receptor__3545">
              <a:extLst>
                <a:ext uri="{FF2B5EF4-FFF2-40B4-BE49-F238E27FC236}">
                  <a16:creationId xmlns:a16="http://schemas.microsoft.com/office/drawing/2014/main" id="{8C503F9B-9A4E-2024-3C43-190A9390BBBF}"/>
                </a:ext>
              </a:extLst>
            </p:cNvPr>
            <p:cNvSpPr>
              <a:spLocks noGrp="1"/>
            </p:cNvSpPr>
            <p:nvPr/>
          </p:nvSpPr>
          <p:spPr>
            <a:xfrm>
              <a:off x="5433143" y="3320854"/>
              <a:ext cx="27378" cy="20988"/>
            </a:xfrm>
            <a:custGeom>
              <a:avLst/>
              <a:gdLst/>
              <a:ahLst/>
              <a:cxnLst/>
              <a:rect l="0" t="0" r="0" b="0"/>
              <a:pathLst>
                <a:path w="27378" h="20988">
                  <a:moveTo>
                    <a:pt x="0" y="20988"/>
                  </a:moveTo>
                  <a:lnTo>
                    <a:pt x="27378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3547" name="Candidate_receptor__3546">
              <a:extLst>
                <a:ext uri="{FF2B5EF4-FFF2-40B4-BE49-F238E27FC236}">
                  <a16:creationId xmlns:a16="http://schemas.microsoft.com/office/drawing/2014/main" id="{F19BE973-C6B1-B245-D6F8-1593C3AE636B}"/>
                </a:ext>
              </a:extLst>
            </p:cNvPr>
            <p:cNvSpPr>
              <a:spLocks noGrp="1"/>
            </p:cNvSpPr>
            <p:nvPr/>
          </p:nvSpPr>
          <p:spPr>
            <a:xfrm>
              <a:off x="5387590" y="2422704"/>
              <a:ext cx="82292" cy="45014"/>
            </a:xfrm>
            <a:custGeom>
              <a:avLst/>
              <a:gdLst/>
              <a:ahLst/>
              <a:cxnLst/>
              <a:rect l="0" t="0" r="0" b="0"/>
              <a:pathLst>
                <a:path w="82292" h="45014">
                  <a:moveTo>
                    <a:pt x="0" y="45014"/>
                  </a:moveTo>
                  <a:lnTo>
                    <a:pt x="82292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48" name="Candidate_receptor__3547">
              <a:extLst>
                <a:ext uri="{FF2B5EF4-FFF2-40B4-BE49-F238E27FC236}">
                  <a16:creationId xmlns:a16="http://schemas.microsoft.com/office/drawing/2014/main" id="{BF04C374-E366-55F8-13E2-D08B4A747B1D}"/>
                </a:ext>
              </a:extLst>
            </p:cNvPr>
            <p:cNvSpPr>
              <a:spLocks noGrp="1"/>
            </p:cNvSpPr>
            <p:nvPr/>
          </p:nvSpPr>
          <p:spPr>
            <a:xfrm>
              <a:off x="4111985" y="2444180"/>
              <a:ext cx="25129" cy="104977"/>
            </a:xfrm>
            <a:custGeom>
              <a:avLst/>
              <a:gdLst/>
              <a:ahLst/>
              <a:cxnLst/>
              <a:rect l="0" t="0" r="0" b="0"/>
              <a:pathLst>
                <a:path w="25129" h="104977">
                  <a:moveTo>
                    <a:pt x="0" y="0"/>
                  </a:moveTo>
                  <a:lnTo>
                    <a:pt x="25129" y="104977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49" name="Candidate_receptor__3548">
              <a:extLst>
                <a:ext uri="{FF2B5EF4-FFF2-40B4-BE49-F238E27FC236}">
                  <a16:creationId xmlns:a16="http://schemas.microsoft.com/office/drawing/2014/main" id="{24E017C8-338D-1A56-C0E4-1D1108B89A9C}"/>
                </a:ext>
              </a:extLst>
            </p:cNvPr>
            <p:cNvSpPr>
              <a:spLocks noGrp="1"/>
            </p:cNvSpPr>
            <p:nvPr/>
          </p:nvSpPr>
          <p:spPr>
            <a:xfrm>
              <a:off x="4315298" y="2948369"/>
              <a:ext cx="69160" cy="24838"/>
            </a:xfrm>
            <a:custGeom>
              <a:avLst/>
              <a:gdLst/>
              <a:ahLst/>
              <a:cxnLst/>
              <a:rect l="0" t="0" r="0" b="0"/>
              <a:pathLst>
                <a:path w="69160" h="24838">
                  <a:moveTo>
                    <a:pt x="69160" y="248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0" name="Candidate_receptor__3549">
              <a:extLst>
                <a:ext uri="{FF2B5EF4-FFF2-40B4-BE49-F238E27FC236}">
                  <a16:creationId xmlns:a16="http://schemas.microsoft.com/office/drawing/2014/main" id="{2E8F4ECC-1EC0-31AD-F075-8F8644798823}"/>
                </a:ext>
              </a:extLst>
            </p:cNvPr>
            <p:cNvSpPr>
              <a:spLocks noGrp="1"/>
            </p:cNvSpPr>
            <p:nvPr/>
          </p:nvSpPr>
          <p:spPr>
            <a:xfrm>
              <a:off x="4245552" y="3502929"/>
              <a:ext cx="15165" cy="111786"/>
            </a:xfrm>
            <a:custGeom>
              <a:avLst/>
              <a:gdLst/>
              <a:ahLst/>
              <a:cxnLst/>
              <a:rect l="0" t="0" r="0" b="0"/>
              <a:pathLst>
                <a:path w="15165" h="111786">
                  <a:moveTo>
                    <a:pt x="15165" y="11178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1" name="Candidate_receptor__3550">
              <a:extLst>
                <a:ext uri="{FF2B5EF4-FFF2-40B4-BE49-F238E27FC236}">
                  <a16:creationId xmlns:a16="http://schemas.microsoft.com/office/drawing/2014/main" id="{0309370A-24A1-C011-43C5-BDD1F7B3D498}"/>
                </a:ext>
              </a:extLst>
            </p:cNvPr>
            <p:cNvSpPr>
              <a:spLocks noGrp="1"/>
            </p:cNvSpPr>
            <p:nvPr/>
          </p:nvSpPr>
          <p:spPr>
            <a:xfrm>
              <a:off x="5032007" y="2958045"/>
              <a:ext cx="44101" cy="88304"/>
            </a:xfrm>
            <a:custGeom>
              <a:avLst/>
              <a:gdLst/>
              <a:ahLst/>
              <a:cxnLst/>
              <a:rect l="0" t="0" r="0" b="0"/>
              <a:pathLst>
                <a:path w="44101" h="88304">
                  <a:moveTo>
                    <a:pt x="0" y="0"/>
                  </a:moveTo>
                  <a:lnTo>
                    <a:pt x="44101" y="88304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2" name="Candidate_receptor__3551">
              <a:extLst>
                <a:ext uri="{FF2B5EF4-FFF2-40B4-BE49-F238E27FC236}">
                  <a16:creationId xmlns:a16="http://schemas.microsoft.com/office/drawing/2014/main" id="{BB877206-6939-D7AE-F308-0D783C6CC306}"/>
                </a:ext>
              </a:extLst>
            </p:cNvPr>
            <p:cNvSpPr>
              <a:spLocks noGrp="1"/>
            </p:cNvSpPr>
            <p:nvPr/>
          </p:nvSpPr>
          <p:spPr>
            <a:xfrm>
              <a:off x="4930363" y="2958045"/>
              <a:ext cx="101644" cy="20065"/>
            </a:xfrm>
            <a:custGeom>
              <a:avLst/>
              <a:gdLst/>
              <a:ahLst/>
              <a:cxnLst/>
              <a:rect l="0" t="0" r="0" b="0"/>
              <a:pathLst>
                <a:path w="101644" h="20065">
                  <a:moveTo>
                    <a:pt x="0" y="20065"/>
                  </a:moveTo>
                  <a:lnTo>
                    <a:pt x="101644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3" name="Candidate_receptor__3552">
              <a:extLst>
                <a:ext uri="{FF2B5EF4-FFF2-40B4-BE49-F238E27FC236}">
                  <a16:creationId xmlns:a16="http://schemas.microsoft.com/office/drawing/2014/main" id="{FF0D2F8A-D6E3-3540-D055-FE53FFAC9FD2}"/>
                </a:ext>
              </a:extLst>
            </p:cNvPr>
            <p:cNvSpPr>
              <a:spLocks noGrp="1"/>
            </p:cNvSpPr>
            <p:nvPr/>
          </p:nvSpPr>
          <p:spPr>
            <a:xfrm>
              <a:off x="4223840" y="2943139"/>
              <a:ext cx="91458" cy="5229"/>
            </a:xfrm>
            <a:custGeom>
              <a:avLst/>
              <a:gdLst/>
              <a:ahLst/>
              <a:cxnLst/>
              <a:rect l="0" t="0" r="0" b="0"/>
              <a:pathLst>
                <a:path w="91458" h="5229">
                  <a:moveTo>
                    <a:pt x="91458" y="52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4" name="Candidate_receptor__3553">
              <a:extLst>
                <a:ext uri="{FF2B5EF4-FFF2-40B4-BE49-F238E27FC236}">
                  <a16:creationId xmlns:a16="http://schemas.microsoft.com/office/drawing/2014/main" id="{AE8B064C-280D-4480-3E3C-B091D5D1E7ED}"/>
                </a:ext>
              </a:extLst>
            </p:cNvPr>
            <p:cNvSpPr>
              <a:spLocks noGrp="1"/>
            </p:cNvSpPr>
            <p:nvPr/>
          </p:nvSpPr>
          <p:spPr>
            <a:xfrm>
              <a:off x="5335186" y="2866935"/>
              <a:ext cx="111935" cy="20497"/>
            </a:xfrm>
            <a:custGeom>
              <a:avLst/>
              <a:gdLst/>
              <a:ahLst/>
              <a:cxnLst/>
              <a:rect l="0" t="0" r="0" b="0"/>
              <a:pathLst>
                <a:path w="111935" h="20497">
                  <a:moveTo>
                    <a:pt x="111935" y="0"/>
                  </a:moveTo>
                  <a:lnTo>
                    <a:pt x="0" y="20497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5" name="Candidate_receptor__3554">
              <a:extLst>
                <a:ext uri="{FF2B5EF4-FFF2-40B4-BE49-F238E27FC236}">
                  <a16:creationId xmlns:a16="http://schemas.microsoft.com/office/drawing/2014/main" id="{93AE7669-9297-4B75-8D25-C614E2C64AEE}"/>
                </a:ext>
              </a:extLst>
            </p:cNvPr>
            <p:cNvSpPr>
              <a:spLocks noGrp="1"/>
            </p:cNvSpPr>
            <p:nvPr/>
          </p:nvSpPr>
          <p:spPr>
            <a:xfrm>
              <a:off x="4147552" y="2809496"/>
              <a:ext cx="31615" cy="14271"/>
            </a:xfrm>
            <a:custGeom>
              <a:avLst/>
              <a:gdLst/>
              <a:ahLst/>
              <a:cxnLst/>
              <a:rect l="0" t="0" r="0" b="0"/>
              <a:pathLst>
                <a:path w="31615" h="14271">
                  <a:moveTo>
                    <a:pt x="31615" y="0"/>
                  </a:moveTo>
                  <a:lnTo>
                    <a:pt x="0" y="14271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6" name="Candidate_receptor__3555">
              <a:extLst>
                <a:ext uri="{FF2B5EF4-FFF2-40B4-BE49-F238E27FC236}">
                  <a16:creationId xmlns:a16="http://schemas.microsoft.com/office/drawing/2014/main" id="{084AB390-29D0-6FE0-C4C1-420ED9EC8EBC}"/>
                </a:ext>
              </a:extLst>
            </p:cNvPr>
            <p:cNvSpPr>
              <a:spLocks noGrp="1"/>
            </p:cNvSpPr>
            <p:nvPr/>
          </p:nvSpPr>
          <p:spPr>
            <a:xfrm>
              <a:off x="4113394" y="3043798"/>
              <a:ext cx="42965" cy="46380"/>
            </a:xfrm>
            <a:custGeom>
              <a:avLst/>
              <a:gdLst/>
              <a:ahLst/>
              <a:cxnLst/>
              <a:rect l="0" t="0" r="0" b="0"/>
              <a:pathLst>
                <a:path w="42965" h="46380">
                  <a:moveTo>
                    <a:pt x="42965" y="0"/>
                  </a:moveTo>
                  <a:lnTo>
                    <a:pt x="0" y="4638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7" name="Candidate_receptor__3556">
              <a:extLst>
                <a:ext uri="{FF2B5EF4-FFF2-40B4-BE49-F238E27FC236}">
                  <a16:creationId xmlns:a16="http://schemas.microsoft.com/office/drawing/2014/main" id="{8BDACF4A-4C98-0D57-950E-E4CAB368627F}"/>
                </a:ext>
              </a:extLst>
            </p:cNvPr>
            <p:cNvSpPr>
              <a:spLocks noGrp="1"/>
            </p:cNvSpPr>
            <p:nvPr/>
          </p:nvSpPr>
          <p:spPr>
            <a:xfrm>
              <a:off x="3954708" y="2552808"/>
              <a:ext cx="13978" cy="95323"/>
            </a:xfrm>
            <a:custGeom>
              <a:avLst/>
              <a:gdLst/>
              <a:ahLst/>
              <a:cxnLst/>
              <a:rect l="0" t="0" r="0" b="0"/>
              <a:pathLst>
                <a:path w="13978" h="95323">
                  <a:moveTo>
                    <a:pt x="0" y="95323"/>
                  </a:moveTo>
                  <a:lnTo>
                    <a:pt x="13978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58" name="Candidate_receptor__3557">
              <a:extLst>
                <a:ext uri="{FF2B5EF4-FFF2-40B4-BE49-F238E27FC236}">
                  <a16:creationId xmlns:a16="http://schemas.microsoft.com/office/drawing/2014/main" id="{777DF83B-C96C-B1DD-20D5-8A5CFF4EC991}"/>
                </a:ext>
              </a:extLst>
            </p:cNvPr>
            <p:cNvSpPr>
              <a:spLocks noGrp="1"/>
            </p:cNvSpPr>
            <p:nvPr/>
          </p:nvSpPr>
          <p:spPr>
            <a:xfrm>
              <a:off x="4641373" y="3198545"/>
              <a:ext cx="63636" cy="61280"/>
            </a:xfrm>
            <a:custGeom>
              <a:avLst/>
              <a:gdLst/>
              <a:ahLst/>
              <a:cxnLst/>
              <a:rect l="0" t="0" r="0" b="0"/>
              <a:pathLst>
                <a:path w="63636" h="61280">
                  <a:moveTo>
                    <a:pt x="63636" y="6128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59" name="Candidate_receptor__3558">
              <a:extLst>
                <a:ext uri="{FF2B5EF4-FFF2-40B4-BE49-F238E27FC236}">
                  <a16:creationId xmlns:a16="http://schemas.microsoft.com/office/drawing/2014/main" id="{7F647E1E-8BF2-A4B7-CCD2-7F5E5131D890}"/>
                </a:ext>
              </a:extLst>
            </p:cNvPr>
            <p:cNvSpPr>
              <a:spLocks noGrp="1"/>
            </p:cNvSpPr>
            <p:nvPr/>
          </p:nvSpPr>
          <p:spPr>
            <a:xfrm>
              <a:off x="5609683" y="3328588"/>
              <a:ext cx="85855" cy="35755"/>
            </a:xfrm>
            <a:custGeom>
              <a:avLst/>
              <a:gdLst/>
              <a:ahLst/>
              <a:cxnLst/>
              <a:rect l="0" t="0" r="0" b="0"/>
              <a:pathLst>
                <a:path w="85855" h="35755">
                  <a:moveTo>
                    <a:pt x="85855" y="357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0" name="Candidate_receptor__3559">
              <a:extLst>
                <a:ext uri="{FF2B5EF4-FFF2-40B4-BE49-F238E27FC236}">
                  <a16:creationId xmlns:a16="http://schemas.microsoft.com/office/drawing/2014/main" id="{2539F8AE-7788-6E47-20F3-16D93CBE9FE4}"/>
                </a:ext>
              </a:extLst>
            </p:cNvPr>
            <p:cNvSpPr>
              <a:spLocks noGrp="1"/>
            </p:cNvSpPr>
            <p:nvPr/>
          </p:nvSpPr>
          <p:spPr>
            <a:xfrm>
              <a:off x="3968687" y="2456713"/>
              <a:ext cx="30420" cy="96095"/>
            </a:xfrm>
            <a:custGeom>
              <a:avLst/>
              <a:gdLst/>
              <a:ahLst/>
              <a:cxnLst/>
              <a:rect l="0" t="0" r="0" b="0"/>
              <a:pathLst>
                <a:path w="30420" h="96095">
                  <a:moveTo>
                    <a:pt x="0" y="96095"/>
                  </a:moveTo>
                  <a:lnTo>
                    <a:pt x="3042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1" name="Candidate_receptor__3560">
              <a:extLst>
                <a:ext uri="{FF2B5EF4-FFF2-40B4-BE49-F238E27FC236}">
                  <a16:creationId xmlns:a16="http://schemas.microsoft.com/office/drawing/2014/main" id="{BA497255-78CE-3421-C6A3-95E302483230}"/>
                </a:ext>
              </a:extLst>
            </p:cNvPr>
            <p:cNvSpPr>
              <a:spLocks noGrp="1"/>
            </p:cNvSpPr>
            <p:nvPr/>
          </p:nvSpPr>
          <p:spPr>
            <a:xfrm>
              <a:off x="4722450" y="3372221"/>
              <a:ext cx="13002" cy="45691"/>
            </a:xfrm>
            <a:custGeom>
              <a:avLst/>
              <a:gdLst/>
              <a:ahLst/>
              <a:cxnLst/>
              <a:rect l="0" t="0" r="0" b="0"/>
              <a:pathLst>
                <a:path w="13002" h="45691">
                  <a:moveTo>
                    <a:pt x="13002" y="456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2" name="Candidate_receptor__3561">
              <a:extLst>
                <a:ext uri="{FF2B5EF4-FFF2-40B4-BE49-F238E27FC236}">
                  <a16:creationId xmlns:a16="http://schemas.microsoft.com/office/drawing/2014/main" id="{0AD604D2-2774-BF0B-598F-9BC3519DFD79}"/>
                </a:ext>
              </a:extLst>
            </p:cNvPr>
            <p:cNvSpPr>
              <a:spLocks noGrp="1"/>
            </p:cNvSpPr>
            <p:nvPr/>
          </p:nvSpPr>
          <p:spPr>
            <a:xfrm>
              <a:off x="3695597" y="2902112"/>
              <a:ext cx="59400" cy="98319"/>
            </a:xfrm>
            <a:custGeom>
              <a:avLst/>
              <a:gdLst/>
              <a:ahLst/>
              <a:cxnLst/>
              <a:rect l="0" t="0" r="0" b="0"/>
              <a:pathLst>
                <a:path w="59400" h="98319">
                  <a:moveTo>
                    <a:pt x="0" y="98319"/>
                  </a:moveTo>
                  <a:lnTo>
                    <a:pt x="5940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3" name="Candidate_receptor__3562">
              <a:extLst>
                <a:ext uri="{FF2B5EF4-FFF2-40B4-BE49-F238E27FC236}">
                  <a16:creationId xmlns:a16="http://schemas.microsoft.com/office/drawing/2014/main" id="{7DC98CF7-7FDA-045B-C526-455BD34D10BE}"/>
                </a:ext>
              </a:extLst>
            </p:cNvPr>
            <p:cNvSpPr>
              <a:spLocks noGrp="1"/>
            </p:cNvSpPr>
            <p:nvPr/>
          </p:nvSpPr>
          <p:spPr>
            <a:xfrm>
              <a:off x="4986733" y="3259369"/>
              <a:ext cx="113902" cy="19324"/>
            </a:xfrm>
            <a:custGeom>
              <a:avLst/>
              <a:gdLst/>
              <a:ahLst/>
              <a:cxnLst/>
              <a:rect l="0" t="0" r="0" b="0"/>
              <a:pathLst>
                <a:path w="113902" h="19324">
                  <a:moveTo>
                    <a:pt x="0" y="19324"/>
                  </a:moveTo>
                  <a:lnTo>
                    <a:pt x="113902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4" name="Candidate_receptor__3563">
              <a:extLst>
                <a:ext uri="{FF2B5EF4-FFF2-40B4-BE49-F238E27FC236}">
                  <a16:creationId xmlns:a16="http://schemas.microsoft.com/office/drawing/2014/main" id="{344ABE69-AA34-2355-9679-E87FC1634ECE}"/>
                </a:ext>
              </a:extLst>
            </p:cNvPr>
            <p:cNvSpPr>
              <a:spLocks noGrp="1"/>
            </p:cNvSpPr>
            <p:nvPr/>
          </p:nvSpPr>
          <p:spPr>
            <a:xfrm>
              <a:off x="5469883" y="2422704"/>
              <a:ext cx="65845" cy="93486"/>
            </a:xfrm>
            <a:custGeom>
              <a:avLst/>
              <a:gdLst/>
              <a:ahLst/>
              <a:cxnLst/>
              <a:rect l="0" t="0" r="0" b="0"/>
              <a:pathLst>
                <a:path w="65845" h="93486">
                  <a:moveTo>
                    <a:pt x="0" y="0"/>
                  </a:moveTo>
                  <a:lnTo>
                    <a:pt x="65845" y="93486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5" name="Candidate_receptor__3564">
              <a:extLst>
                <a:ext uri="{FF2B5EF4-FFF2-40B4-BE49-F238E27FC236}">
                  <a16:creationId xmlns:a16="http://schemas.microsoft.com/office/drawing/2014/main" id="{FE658450-669E-E947-911B-688DFBBA338A}"/>
                </a:ext>
              </a:extLst>
            </p:cNvPr>
            <p:cNvSpPr>
              <a:spLocks noGrp="1"/>
            </p:cNvSpPr>
            <p:nvPr/>
          </p:nvSpPr>
          <p:spPr>
            <a:xfrm>
              <a:off x="5695537" y="3364343"/>
              <a:ext cx="6337" cy="102261"/>
            </a:xfrm>
            <a:custGeom>
              <a:avLst/>
              <a:gdLst/>
              <a:ahLst/>
              <a:cxnLst/>
              <a:rect l="0" t="0" r="0" b="0"/>
              <a:pathLst>
                <a:path w="6337" h="102261">
                  <a:moveTo>
                    <a:pt x="6337" y="1022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6" name="Candidate_receptor__3565">
              <a:extLst>
                <a:ext uri="{FF2B5EF4-FFF2-40B4-BE49-F238E27FC236}">
                  <a16:creationId xmlns:a16="http://schemas.microsoft.com/office/drawing/2014/main" id="{4CACE74D-F3AE-36CF-69C4-4902A33FC16B}"/>
                </a:ext>
              </a:extLst>
            </p:cNvPr>
            <p:cNvSpPr>
              <a:spLocks noGrp="1"/>
            </p:cNvSpPr>
            <p:nvPr/>
          </p:nvSpPr>
          <p:spPr>
            <a:xfrm>
              <a:off x="4260717" y="3614715"/>
              <a:ext cx="105705" cy="33649"/>
            </a:xfrm>
            <a:custGeom>
              <a:avLst/>
              <a:gdLst/>
              <a:ahLst/>
              <a:cxnLst/>
              <a:rect l="0" t="0" r="0" b="0"/>
              <a:pathLst>
                <a:path w="105705" h="33649">
                  <a:moveTo>
                    <a:pt x="105705" y="336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67" name="Candidate_receptor__3566">
              <a:extLst>
                <a:ext uri="{FF2B5EF4-FFF2-40B4-BE49-F238E27FC236}">
                  <a16:creationId xmlns:a16="http://schemas.microsoft.com/office/drawing/2014/main" id="{51C4F65E-730E-2432-9B7F-CA99F36A79B0}"/>
                </a:ext>
              </a:extLst>
            </p:cNvPr>
            <p:cNvSpPr>
              <a:spLocks noGrp="1"/>
            </p:cNvSpPr>
            <p:nvPr/>
          </p:nvSpPr>
          <p:spPr>
            <a:xfrm>
              <a:off x="4007357" y="3147994"/>
              <a:ext cx="3964" cy="98683"/>
            </a:xfrm>
            <a:custGeom>
              <a:avLst/>
              <a:gdLst/>
              <a:ahLst/>
              <a:cxnLst/>
              <a:rect l="0" t="0" r="0" b="0"/>
              <a:pathLst>
                <a:path w="3964" h="98683">
                  <a:moveTo>
                    <a:pt x="3964" y="0"/>
                  </a:moveTo>
                  <a:lnTo>
                    <a:pt x="0" y="98683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8" name="Candidate_receptor__3567">
              <a:extLst>
                <a:ext uri="{FF2B5EF4-FFF2-40B4-BE49-F238E27FC236}">
                  <a16:creationId xmlns:a16="http://schemas.microsoft.com/office/drawing/2014/main" id="{4D84C36D-4E1E-1F34-FCEE-E424A045453D}"/>
                </a:ext>
              </a:extLst>
            </p:cNvPr>
            <p:cNvSpPr>
              <a:spLocks noGrp="1"/>
            </p:cNvSpPr>
            <p:nvPr/>
          </p:nvSpPr>
          <p:spPr>
            <a:xfrm>
              <a:off x="4986733" y="3278693"/>
              <a:ext cx="13375" cy="112725"/>
            </a:xfrm>
            <a:custGeom>
              <a:avLst/>
              <a:gdLst/>
              <a:ahLst/>
              <a:cxnLst/>
              <a:rect l="0" t="0" r="0" b="0"/>
              <a:pathLst>
                <a:path w="13375" h="112725">
                  <a:moveTo>
                    <a:pt x="13375" y="1127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69" name="Candidate_receptor__3568">
              <a:extLst>
                <a:ext uri="{FF2B5EF4-FFF2-40B4-BE49-F238E27FC236}">
                  <a16:creationId xmlns:a16="http://schemas.microsoft.com/office/drawing/2014/main" id="{43BFCE2B-9ABB-E0EB-AEC8-C5B4AD76D343}"/>
                </a:ext>
              </a:extLst>
            </p:cNvPr>
            <p:cNvSpPr>
              <a:spLocks noGrp="1"/>
            </p:cNvSpPr>
            <p:nvPr/>
          </p:nvSpPr>
          <p:spPr>
            <a:xfrm>
              <a:off x="4569452" y="2628713"/>
              <a:ext cx="19148" cy="77897"/>
            </a:xfrm>
            <a:custGeom>
              <a:avLst/>
              <a:gdLst/>
              <a:ahLst/>
              <a:cxnLst/>
              <a:rect l="0" t="0" r="0" b="0"/>
              <a:pathLst>
                <a:path w="19148" h="77897">
                  <a:moveTo>
                    <a:pt x="19148" y="0"/>
                  </a:moveTo>
                  <a:lnTo>
                    <a:pt x="0" y="77897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0" name="Candidate_receptor__3569">
              <a:extLst>
                <a:ext uri="{FF2B5EF4-FFF2-40B4-BE49-F238E27FC236}">
                  <a16:creationId xmlns:a16="http://schemas.microsoft.com/office/drawing/2014/main" id="{E11D7B23-1615-CAFC-717A-E7163AD92F47}"/>
                </a:ext>
              </a:extLst>
            </p:cNvPr>
            <p:cNvSpPr>
              <a:spLocks noGrp="1"/>
            </p:cNvSpPr>
            <p:nvPr/>
          </p:nvSpPr>
          <p:spPr>
            <a:xfrm>
              <a:off x="3831854" y="2439125"/>
              <a:ext cx="24538" cy="66364"/>
            </a:xfrm>
            <a:custGeom>
              <a:avLst/>
              <a:gdLst/>
              <a:ahLst/>
              <a:cxnLst/>
              <a:rect l="0" t="0" r="0" b="0"/>
              <a:pathLst>
                <a:path w="24538" h="66364">
                  <a:moveTo>
                    <a:pt x="0" y="66364"/>
                  </a:moveTo>
                  <a:lnTo>
                    <a:pt x="24538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1" name="Candidate_receptor__3570">
              <a:extLst>
                <a:ext uri="{FF2B5EF4-FFF2-40B4-BE49-F238E27FC236}">
                  <a16:creationId xmlns:a16="http://schemas.microsoft.com/office/drawing/2014/main" id="{09FAFA46-9D08-348E-8424-75DCCA1C33A7}"/>
                </a:ext>
              </a:extLst>
            </p:cNvPr>
            <p:cNvSpPr>
              <a:spLocks noGrp="1"/>
            </p:cNvSpPr>
            <p:nvPr/>
          </p:nvSpPr>
          <p:spPr>
            <a:xfrm>
              <a:off x="5473816" y="1825882"/>
              <a:ext cx="51157" cy="89001"/>
            </a:xfrm>
            <a:custGeom>
              <a:avLst/>
              <a:gdLst/>
              <a:ahLst/>
              <a:cxnLst/>
              <a:rect l="0" t="0" r="0" b="0"/>
              <a:pathLst>
                <a:path w="51157" h="89001">
                  <a:moveTo>
                    <a:pt x="51157" y="890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2" name="Candidate_receptor__3571">
              <a:extLst>
                <a:ext uri="{FF2B5EF4-FFF2-40B4-BE49-F238E27FC236}">
                  <a16:creationId xmlns:a16="http://schemas.microsoft.com/office/drawing/2014/main" id="{93BED9EA-F384-568D-713A-A510F249436F}"/>
                </a:ext>
              </a:extLst>
            </p:cNvPr>
            <p:cNvSpPr>
              <a:spLocks noGrp="1"/>
            </p:cNvSpPr>
            <p:nvPr/>
          </p:nvSpPr>
          <p:spPr>
            <a:xfrm>
              <a:off x="3754998" y="2878322"/>
              <a:ext cx="109579" cy="23791"/>
            </a:xfrm>
            <a:custGeom>
              <a:avLst/>
              <a:gdLst/>
              <a:ahLst/>
              <a:cxnLst/>
              <a:rect l="0" t="0" r="0" b="0"/>
              <a:pathLst>
                <a:path w="109579" h="23791">
                  <a:moveTo>
                    <a:pt x="0" y="23791"/>
                  </a:moveTo>
                  <a:lnTo>
                    <a:pt x="109579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3" name="Candidate_receptor__3572">
              <a:extLst>
                <a:ext uri="{FF2B5EF4-FFF2-40B4-BE49-F238E27FC236}">
                  <a16:creationId xmlns:a16="http://schemas.microsoft.com/office/drawing/2014/main" id="{198C5F9B-B32F-1109-8ADF-51118D6E002C}"/>
                </a:ext>
              </a:extLst>
            </p:cNvPr>
            <p:cNvSpPr>
              <a:spLocks noGrp="1"/>
            </p:cNvSpPr>
            <p:nvPr/>
          </p:nvSpPr>
          <p:spPr>
            <a:xfrm>
              <a:off x="5254781" y="2653858"/>
              <a:ext cx="15251" cy="54772"/>
            </a:xfrm>
            <a:custGeom>
              <a:avLst/>
              <a:gdLst/>
              <a:ahLst/>
              <a:cxnLst/>
              <a:rect l="0" t="0" r="0" b="0"/>
              <a:pathLst>
                <a:path w="15251" h="54772">
                  <a:moveTo>
                    <a:pt x="15251" y="0"/>
                  </a:moveTo>
                  <a:lnTo>
                    <a:pt x="0" y="54772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4" name="Candidate_receptor__3573">
              <a:extLst>
                <a:ext uri="{FF2B5EF4-FFF2-40B4-BE49-F238E27FC236}">
                  <a16:creationId xmlns:a16="http://schemas.microsoft.com/office/drawing/2014/main" id="{A20EEF29-A92D-30D8-ECC5-0B3A49E52B61}"/>
                </a:ext>
              </a:extLst>
            </p:cNvPr>
            <p:cNvSpPr>
              <a:spLocks noGrp="1"/>
            </p:cNvSpPr>
            <p:nvPr/>
          </p:nvSpPr>
          <p:spPr>
            <a:xfrm>
              <a:off x="4821748" y="3878785"/>
              <a:ext cx="7916" cy="90798"/>
            </a:xfrm>
            <a:custGeom>
              <a:avLst/>
              <a:gdLst/>
              <a:ahLst/>
              <a:cxnLst/>
              <a:rect l="0" t="0" r="0" b="0"/>
              <a:pathLst>
                <a:path w="7916" h="90798">
                  <a:moveTo>
                    <a:pt x="7916" y="9079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5" name="Candidate_receptor__3574">
              <a:extLst>
                <a:ext uri="{FF2B5EF4-FFF2-40B4-BE49-F238E27FC236}">
                  <a16:creationId xmlns:a16="http://schemas.microsoft.com/office/drawing/2014/main" id="{FCABB2A5-41A9-76EC-6D29-889D85FFAB7C}"/>
                </a:ext>
              </a:extLst>
            </p:cNvPr>
            <p:cNvSpPr>
              <a:spLocks noGrp="1"/>
            </p:cNvSpPr>
            <p:nvPr/>
          </p:nvSpPr>
          <p:spPr>
            <a:xfrm>
              <a:off x="5806487" y="1791144"/>
              <a:ext cx="112429" cy="6015"/>
            </a:xfrm>
            <a:custGeom>
              <a:avLst/>
              <a:gdLst/>
              <a:ahLst/>
              <a:cxnLst/>
              <a:rect l="0" t="0" r="0" b="0"/>
              <a:pathLst>
                <a:path w="112429" h="6015">
                  <a:moveTo>
                    <a:pt x="0" y="6015"/>
                  </a:moveTo>
                  <a:lnTo>
                    <a:pt x="112429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76" name="Candidate_receptor__3575">
              <a:extLst>
                <a:ext uri="{FF2B5EF4-FFF2-40B4-BE49-F238E27FC236}">
                  <a16:creationId xmlns:a16="http://schemas.microsoft.com/office/drawing/2014/main" id="{03736D19-A80C-15A5-1B4C-27988D0992B4}"/>
                </a:ext>
              </a:extLst>
            </p:cNvPr>
            <p:cNvSpPr>
              <a:spLocks noGrp="1"/>
            </p:cNvSpPr>
            <p:nvPr/>
          </p:nvSpPr>
          <p:spPr>
            <a:xfrm>
              <a:off x="4114049" y="3182833"/>
              <a:ext cx="40678" cy="11716"/>
            </a:xfrm>
            <a:custGeom>
              <a:avLst/>
              <a:gdLst/>
              <a:ahLst/>
              <a:cxnLst/>
              <a:rect l="0" t="0" r="0" b="0"/>
              <a:pathLst>
                <a:path w="40678" h="11716">
                  <a:moveTo>
                    <a:pt x="40678" y="117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7" name="Candidate_receptor__3576">
              <a:extLst>
                <a:ext uri="{FF2B5EF4-FFF2-40B4-BE49-F238E27FC236}">
                  <a16:creationId xmlns:a16="http://schemas.microsoft.com/office/drawing/2014/main" id="{DBAC6343-D40C-D524-953C-E7E14F143AFB}"/>
                </a:ext>
              </a:extLst>
            </p:cNvPr>
            <p:cNvSpPr>
              <a:spLocks noGrp="1"/>
            </p:cNvSpPr>
            <p:nvPr/>
          </p:nvSpPr>
          <p:spPr>
            <a:xfrm>
              <a:off x="5156072" y="2321767"/>
              <a:ext cx="81114" cy="75640"/>
            </a:xfrm>
            <a:custGeom>
              <a:avLst/>
              <a:gdLst/>
              <a:ahLst/>
              <a:cxnLst/>
              <a:rect l="0" t="0" r="0" b="0"/>
              <a:pathLst>
                <a:path w="81114" h="75640">
                  <a:moveTo>
                    <a:pt x="81114" y="0"/>
                  </a:moveTo>
                  <a:lnTo>
                    <a:pt x="0" y="7564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8" name="Candidate_receptor__3577">
              <a:extLst>
                <a:ext uri="{FF2B5EF4-FFF2-40B4-BE49-F238E27FC236}">
                  <a16:creationId xmlns:a16="http://schemas.microsoft.com/office/drawing/2014/main" id="{8EFE76A9-9717-B239-34E9-AB0B2CB91A0E}"/>
                </a:ext>
              </a:extLst>
            </p:cNvPr>
            <p:cNvSpPr>
              <a:spLocks noGrp="1"/>
            </p:cNvSpPr>
            <p:nvPr/>
          </p:nvSpPr>
          <p:spPr>
            <a:xfrm>
              <a:off x="4156360" y="3043798"/>
              <a:ext cx="103903" cy="42405"/>
            </a:xfrm>
            <a:custGeom>
              <a:avLst/>
              <a:gdLst/>
              <a:ahLst/>
              <a:cxnLst/>
              <a:rect l="0" t="0" r="0" b="0"/>
              <a:pathLst>
                <a:path w="103903" h="42405">
                  <a:moveTo>
                    <a:pt x="103903" y="424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79" name="Candidate_receptor__3578">
              <a:extLst>
                <a:ext uri="{FF2B5EF4-FFF2-40B4-BE49-F238E27FC236}">
                  <a16:creationId xmlns:a16="http://schemas.microsoft.com/office/drawing/2014/main" id="{A2A6422B-0ED8-373E-9550-947100B3D805}"/>
                </a:ext>
              </a:extLst>
            </p:cNvPr>
            <p:cNvSpPr>
              <a:spLocks noGrp="1"/>
            </p:cNvSpPr>
            <p:nvPr/>
          </p:nvSpPr>
          <p:spPr>
            <a:xfrm>
              <a:off x="3679094" y="3145575"/>
              <a:ext cx="28540" cy="13338"/>
            </a:xfrm>
            <a:custGeom>
              <a:avLst/>
              <a:gdLst/>
              <a:ahLst/>
              <a:cxnLst/>
              <a:rect l="0" t="0" r="0" b="0"/>
              <a:pathLst>
                <a:path w="28540" h="13338">
                  <a:moveTo>
                    <a:pt x="0" y="13338"/>
                  </a:moveTo>
                  <a:lnTo>
                    <a:pt x="2854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0" name="Candidate_receptor__3579">
              <a:extLst>
                <a:ext uri="{FF2B5EF4-FFF2-40B4-BE49-F238E27FC236}">
                  <a16:creationId xmlns:a16="http://schemas.microsoft.com/office/drawing/2014/main" id="{103C441B-11A2-DF5C-1550-FB5FE33172B3}"/>
                </a:ext>
              </a:extLst>
            </p:cNvPr>
            <p:cNvSpPr>
              <a:spLocks noGrp="1"/>
            </p:cNvSpPr>
            <p:nvPr/>
          </p:nvSpPr>
          <p:spPr>
            <a:xfrm>
              <a:off x="4131877" y="3720718"/>
              <a:ext cx="33040" cy="74549"/>
            </a:xfrm>
            <a:custGeom>
              <a:avLst/>
              <a:gdLst/>
              <a:ahLst/>
              <a:cxnLst/>
              <a:rect l="0" t="0" r="0" b="0"/>
              <a:pathLst>
                <a:path w="33040" h="74549">
                  <a:moveTo>
                    <a:pt x="0" y="0"/>
                  </a:moveTo>
                  <a:lnTo>
                    <a:pt x="33040" y="74549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1" name="Candidate_receptor__3580">
              <a:extLst>
                <a:ext uri="{FF2B5EF4-FFF2-40B4-BE49-F238E27FC236}">
                  <a16:creationId xmlns:a16="http://schemas.microsoft.com/office/drawing/2014/main" id="{15D3B6E2-AC4D-AA72-0FF8-972A2B852CBC}"/>
                </a:ext>
              </a:extLst>
            </p:cNvPr>
            <p:cNvSpPr>
              <a:spLocks noGrp="1"/>
            </p:cNvSpPr>
            <p:nvPr/>
          </p:nvSpPr>
          <p:spPr>
            <a:xfrm>
              <a:off x="5156072" y="2397407"/>
              <a:ext cx="69914" cy="89384"/>
            </a:xfrm>
            <a:custGeom>
              <a:avLst/>
              <a:gdLst/>
              <a:ahLst/>
              <a:cxnLst/>
              <a:rect l="0" t="0" r="0" b="0"/>
              <a:pathLst>
                <a:path w="69914" h="89384">
                  <a:moveTo>
                    <a:pt x="0" y="0"/>
                  </a:moveTo>
                  <a:lnTo>
                    <a:pt x="69914" y="89384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2" name="Candidate_receptor__3581">
              <a:extLst>
                <a:ext uri="{FF2B5EF4-FFF2-40B4-BE49-F238E27FC236}">
                  <a16:creationId xmlns:a16="http://schemas.microsoft.com/office/drawing/2014/main" id="{A5EC2CC4-A79E-A44E-FEC7-B0A212848B55}"/>
                </a:ext>
              </a:extLst>
            </p:cNvPr>
            <p:cNvSpPr>
              <a:spLocks noGrp="1"/>
            </p:cNvSpPr>
            <p:nvPr/>
          </p:nvSpPr>
          <p:spPr>
            <a:xfrm>
              <a:off x="3983707" y="3246677"/>
              <a:ext cx="23649" cy="42561"/>
            </a:xfrm>
            <a:custGeom>
              <a:avLst/>
              <a:gdLst/>
              <a:ahLst/>
              <a:cxnLst/>
              <a:rect l="0" t="0" r="0" b="0"/>
              <a:pathLst>
                <a:path w="23649" h="42561">
                  <a:moveTo>
                    <a:pt x="23649" y="0"/>
                  </a:moveTo>
                  <a:lnTo>
                    <a:pt x="0" y="42561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3" name="Candidate_receptor__3582">
              <a:extLst>
                <a:ext uri="{FF2B5EF4-FFF2-40B4-BE49-F238E27FC236}">
                  <a16:creationId xmlns:a16="http://schemas.microsoft.com/office/drawing/2014/main" id="{5CAA654A-1D01-21E2-7A70-2C92740F5B3A}"/>
                </a:ext>
              </a:extLst>
            </p:cNvPr>
            <p:cNvSpPr>
              <a:spLocks noGrp="1"/>
            </p:cNvSpPr>
            <p:nvPr/>
          </p:nvSpPr>
          <p:spPr>
            <a:xfrm>
              <a:off x="5198421" y="2955963"/>
              <a:ext cx="49085" cy="85281"/>
            </a:xfrm>
            <a:custGeom>
              <a:avLst/>
              <a:gdLst/>
              <a:ahLst/>
              <a:cxnLst/>
              <a:rect l="0" t="0" r="0" b="0"/>
              <a:pathLst>
                <a:path w="49085" h="85281">
                  <a:moveTo>
                    <a:pt x="0" y="0"/>
                  </a:moveTo>
                  <a:lnTo>
                    <a:pt x="49085" y="85281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4" name="Candidate_receptor__3583">
              <a:extLst>
                <a:ext uri="{FF2B5EF4-FFF2-40B4-BE49-F238E27FC236}">
                  <a16:creationId xmlns:a16="http://schemas.microsoft.com/office/drawing/2014/main" id="{39F53613-91B2-BB47-5086-A56B81CFC906}"/>
                </a:ext>
              </a:extLst>
            </p:cNvPr>
            <p:cNvSpPr>
              <a:spLocks noGrp="1"/>
            </p:cNvSpPr>
            <p:nvPr/>
          </p:nvSpPr>
          <p:spPr>
            <a:xfrm>
              <a:off x="4533655" y="3857633"/>
              <a:ext cx="15935" cy="73110"/>
            </a:xfrm>
            <a:custGeom>
              <a:avLst/>
              <a:gdLst/>
              <a:ahLst/>
              <a:cxnLst/>
              <a:rect l="0" t="0" r="0" b="0"/>
              <a:pathLst>
                <a:path w="15935" h="73110">
                  <a:moveTo>
                    <a:pt x="0" y="0"/>
                  </a:moveTo>
                  <a:lnTo>
                    <a:pt x="15935" y="7311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5" name="Candidate_receptor__3584">
              <a:extLst>
                <a:ext uri="{FF2B5EF4-FFF2-40B4-BE49-F238E27FC236}">
                  <a16:creationId xmlns:a16="http://schemas.microsoft.com/office/drawing/2014/main" id="{05177717-F313-4C2E-048F-0E4B2A92EF9D}"/>
                </a:ext>
              </a:extLst>
            </p:cNvPr>
            <p:cNvSpPr>
              <a:spLocks noGrp="1"/>
            </p:cNvSpPr>
            <p:nvPr/>
          </p:nvSpPr>
          <p:spPr>
            <a:xfrm>
              <a:off x="5953116" y="1997552"/>
              <a:ext cx="13472" cy="10413"/>
            </a:xfrm>
            <a:custGeom>
              <a:avLst/>
              <a:gdLst/>
              <a:ahLst/>
              <a:cxnLst/>
              <a:rect l="0" t="0" r="0" b="0"/>
              <a:pathLst>
                <a:path w="13472" h="10413">
                  <a:moveTo>
                    <a:pt x="0" y="0"/>
                  </a:moveTo>
                  <a:lnTo>
                    <a:pt x="13472" y="10413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6" name="Candidate_receptor__3585">
              <a:extLst>
                <a:ext uri="{FF2B5EF4-FFF2-40B4-BE49-F238E27FC236}">
                  <a16:creationId xmlns:a16="http://schemas.microsoft.com/office/drawing/2014/main" id="{8553867B-A0B1-FFE5-D3BF-71943EDEC54D}"/>
                </a:ext>
              </a:extLst>
            </p:cNvPr>
            <p:cNvSpPr>
              <a:spLocks noGrp="1"/>
            </p:cNvSpPr>
            <p:nvPr/>
          </p:nvSpPr>
          <p:spPr>
            <a:xfrm>
              <a:off x="5553003" y="3414309"/>
              <a:ext cx="13975" cy="13094"/>
            </a:xfrm>
            <a:custGeom>
              <a:avLst/>
              <a:gdLst/>
              <a:ahLst/>
              <a:cxnLst/>
              <a:rect l="0" t="0" r="0" b="0"/>
              <a:pathLst>
                <a:path w="13975" h="13094">
                  <a:moveTo>
                    <a:pt x="0" y="13094"/>
                  </a:moveTo>
                  <a:lnTo>
                    <a:pt x="13975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7" name="Candidate_receptor__3586">
              <a:extLst>
                <a:ext uri="{FF2B5EF4-FFF2-40B4-BE49-F238E27FC236}">
                  <a16:creationId xmlns:a16="http://schemas.microsoft.com/office/drawing/2014/main" id="{3E64D38E-64EA-A66B-BCDF-03C3E740B27C}"/>
                </a:ext>
              </a:extLst>
            </p:cNvPr>
            <p:cNvSpPr>
              <a:spLocks noGrp="1"/>
            </p:cNvSpPr>
            <p:nvPr/>
          </p:nvSpPr>
          <p:spPr>
            <a:xfrm>
              <a:off x="5874749" y="3123909"/>
              <a:ext cx="45075" cy="73234"/>
            </a:xfrm>
            <a:custGeom>
              <a:avLst/>
              <a:gdLst/>
              <a:ahLst/>
              <a:cxnLst/>
              <a:rect l="0" t="0" r="0" b="0"/>
              <a:pathLst>
                <a:path w="45075" h="73234">
                  <a:moveTo>
                    <a:pt x="0" y="73234"/>
                  </a:moveTo>
                  <a:lnTo>
                    <a:pt x="45075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88" name="Candidate_receptor__3587">
              <a:extLst>
                <a:ext uri="{FF2B5EF4-FFF2-40B4-BE49-F238E27FC236}">
                  <a16:creationId xmlns:a16="http://schemas.microsoft.com/office/drawing/2014/main" id="{3B499624-6946-98DD-D0E3-604B2BC253DB}"/>
                </a:ext>
              </a:extLst>
            </p:cNvPr>
            <p:cNvSpPr>
              <a:spLocks noGrp="1"/>
            </p:cNvSpPr>
            <p:nvPr/>
          </p:nvSpPr>
          <p:spPr>
            <a:xfrm>
              <a:off x="4179167" y="2710329"/>
              <a:ext cx="55399" cy="99167"/>
            </a:xfrm>
            <a:custGeom>
              <a:avLst/>
              <a:gdLst/>
              <a:ahLst/>
              <a:cxnLst/>
              <a:rect l="0" t="0" r="0" b="0"/>
              <a:pathLst>
                <a:path w="55399" h="99167">
                  <a:moveTo>
                    <a:pt x="55399" y="0"/>
                  </a:moveTo>
                  <a:lnTo>
                    <a:pt x="0" y="99167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89" name="Candidate_receptor__3588">
              <a:extLst>
                <a:ext uri="{FF2B5EF4-FFF2-40B4-BE49-F238E27FC236}">
                  <a16:creationId xmlns:a16="http://schemas.microsoft.com/office/drawing/2014/main" id="{883A809C-D825-88CE-50BA-DF1DD5EB77C3}"/>
                </a:ext>
              </a:extLst>
            </p:cNvPr>
            <p:cNvSpPr>
              <a:spLocks noGrp="1"/>
            </p:cNvSpPr>
            <p:nvPr/>
          </p:nvSpPr>
          <p:spPr>
            <a:xfrm>
              <a:off x="4343735" y="3261517"/>
              <a:ext cx="40229" cy="75624"/>
            </a:xfrm>
            <a:custGeom>
              <a:avLst/>
              <a:gdLst/>
              <a:ahLst/>
              <a:cxnLst/>
              <a:rect l="0" t="0" r="0" b="0"/>
              <a:pathLst>
                <a:path w="40229" h="75624">
                  <a:moveTo>
                    <a:pt x="40229" y="756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0" name="Candidate_receptor__3589">
              <a:extLst>
                <a:ext uri="{FF2B5EF4-FFF2-40B4-BE49-F238E27FC236}">
                  <a16:creationId xmlns:a16="http://schemas.microsoft.com/office/drawing/2014/main" id="{F33310D6-938A-FF97-7105-D57CB5E91E3E}"/>
                </a:ext>
              </a:extLst>
            </p:cNvPr>
            <p:cNvSpPr>
              <a:spLocks noGrp="1"/>
            </p:cNvSpPr>
            <p:nvPr/>
          </p:nvSpPr>
          <p:spPr>
            <a:xfrm>
              <a:off x="5658648" y="1679951"/>
              <a:ext cx="35514" cy="86548"/>
            </a:xfrm>
            <a:custGeom>
              <a:avLst/>
              <a:gdLst/>
              <a:ahLst/>
              <a:cxnLst/>
              <a:rect l="0" t="0" r="0" b="0"/>
              <a:pathLst>
                <a:path w="35514" h="86548">
                  <a:moveTo>
                    <a:pt x="0" y="86548"/>
                  </a:moveTo>
                  <a:lnTo>
                    <a:pt x="35514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1" name="Candidate_receptor__3590">
              <a:extLst>
                <a:ext uri="{FF2B5EF4-FFF2-40B4-BE49-F238E27FC236}">
                  <a16:creationId xmlns:a16="http://schemas.microsoft.com/office/drawing/2014/main" id="{8D032635-941E-A6FC-B47D-EDE82379E56F}"/>
                </a:ext>
              </a:extLst>
            </p:cNvPr>
            <p:cNvSpPr>
              <a:spLocks noGrp="1"/>
            </p:cNvSpPr>
            <p:nvPr/>
          </p:nvSpPr>
          <p:spPr>
            <a:xfrm>
              <a:off x="4932409" y="3078935"/>
              <a:ext cx="34909" cy="12293"/>
            </a:xfrm>
            <a:custGeom>
              <a:avLst/>
              <a:gdLst/>
              <a:ahLst/>
              <a:cxnLst/>
              <a:rect l="0" t="0" r="0" b="0"/>
              <a:pathLst>
                <a:path w="34909" h="12293">
                  <a:moveTo>
                    <a:pt x="34909" y="0"/>
                  </a:moveTo>
                  <a:lnTo>
                    <a:pt x="0" y="12293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2" name="Candidate_receptor__3591">
              <a:extLst>
                <a:ext uri="{FF2B5EF4-FFF2-40B4-BE49-F238E27FC236}">
                  <a16:creationId xmlns:a16="http://schemas.microsoft.com/office/drawing/2014/main" id="{049254D5-6B71-0DBE-DACF-422C6C440BB5}"/>
                </a:ext>
              </a:extLst>
            </p:cNvPr>
            <p:cNvSpPr>
              <a:spLocks noGrp="1"/>
            </p:cNvSpPr>
            <p:nvPr/>
          </p:nvSpPr>
          <p:spPr>
            <a:xfrm>
              <a:off x="4277856" y="3210107"/>
              <a:ext cx="65880" cy="51409"/>
            </a:xfrm>
            <a:custGeom>
              <a:avLst/>
              <a:gdLst/>
              <a:ahLst/>
              <a:cxnLst/>
              <a:rect l="0" t="0" r="0" b="0"/>
              <a:pathLst>
                <a:path w="65880" h="51409">
                  <a:moveTo>
                    <a:pt x="65880" y="5140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3" name="Candidate_receptor__3592">
              <a:extLst>
                <a:ext uri="{FF2B5EF4-FFF2-40B4-BE49-F238E27FC236}">
                  <a16:creationId xmlns:a16="http://schemas.microsoft.com/office/drawing/2014/main" id="{B64E9B71-E2C7-908D-EE20-2AA8FFBF69B2}"/>
                </a:ext>
              </a:extLst>
            </p:cNvPr>
            <p:cNvSpPr>
              <a:spLocks noGrp="1"/>
            </p:cNvSpPr>
            <p:nvPr/>
          </p:nvSpPr>
          <p:spPr>
            <a:xfrm>
              <a:off x="6090531" y="2159746"/>
              <a:ext cx="110940" cy="20285"/>
            </a:xfrm>
            <a:custGeom>
              <a:avLst/>
              <a:gdLst/>
              <a:ahLst/>
              <a:cxnLst/>
              <a:rect l="0" t="0" r="0" b="0"/>
              <a:pathLst>
                <a:path w="110940" h="20285">
                  <a:moveTo>
                    <a:pt x="110940" y="202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4" name="Candidate_receptor__3593">
              <a:extLst>
                <a:ext uri="{FF2B5EF4-FFF2-40B4-BE49-F238E27FC236}">
                  <a16:creationId xmlns:a16="http://schemas.microsoft.com/office/drawing/2014/main" id="{E751888C-D866-8063-206B-0BC2D041B527}"/>
                </a:ext>
              </a:extLst>
            </p:cNvPr>
            <p:cNvSpPr>
              <a:spLocks noGrp="1"/>
            </p:cNvSpPr>
            <p:nvPr/>
          </p:nvSpPr>
          <p:spPr>
            <a:xfrm>
              <a:off x="4705008" y="3259825"/>
              <a:ext cx="17442" cy="112397"/>
            </a:xfrm>
            <a:custGeom>
              <a:avLst/>
              <a:gdLst/>
              <a:ahLst/>
              <a:cxnLst/>
              <a:rect l="0" t="0" r="0" b="0"/>
              <a:pathLst>
                <a:path w="17442" h="112397">
                  <a:moveTo>
                    <a:pt x="17442" y="1123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5" name="Candidate_receptor__3594">
              <a:extLst>
                <a:ext uri="{FF2B5EF4-FFF2-40B4-BE49-F238E27FC236}">
                  <a16:creationId xmlns:a16="http://schemas.microsoft.com/office/drawing/2014/main" id="{3096C732-BC08-10BD-01BC-B50E7D2CEF9E}"/>
                </a:ext>
              </a:extLst>
            </p:cNvPr>
            <p:cNvSpPr>
              <a:spLocks noGrp="1"/>
            </p:cNvSpPr>
            <p:nvPr/>
          </p:nvSpPr>
          <p:spPr>
            <a:xfrm>
              <a:off x="5473816" y="1720477"/>
              <a:ext cx="44033" cy="105405"/>
            </a:xfrm>
            <a:custGeom>
              <a:avLst/>
              <a:gdLst/>
              <a:ahLst/>
              <a:cxnLst/>
              <a:rect l="0" t="0" r="0" b="0"/>
              <a:pathLst>
                <a:path w="44033" h="105405">
                  <a:moveTo>
                    <a:pt x="0" y="105405"/>
                  </a:moveTo>
                  <a:lnTo>
                    <a:pt x="44033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596" name="Candidate_receptor__3595">
              <a:extLst>
                <a:ext uri="{FF2B5EF4-FFF2-40B4-BE49-F238E27FC236}">
                  <a16:creationId xmlns:a16="http://schemas.microsoft.com/office/drawing/2014/main" id="{4C2D5117-7AFE-66E4-9253-95878D6160A1}"/>
                </a:ext>
              </a:extLst>
            </p:cNvPr>
            <p:cNvSpPr>
              <a:spLocks noGrp="1"/>
            </p:cNvSpPr>
            <p:nvPr/>
          </p:nvSpPr>
          <p:spPr>
            <a:xfrm>
              <a:off x="5581589" y="2278494"/>
              <a:ext cx="70901" cy="78875"/>
            </a:xfrm>
            <a:custGeom>
              <a:avLst/>
              <a:gdLst/>
              <a:ahLst/>
              <a:cxnLst/>
              <a:rect l="0" t="0" r="0" b="0"/>
              <a:pathLst>
                <a:path w="70901" h="78875">
                  <a:moveTo>
                    <a:pt x="0" y="0"/>
                  </a:moveTo>
                  <a:lnTo>
                    <a:pt x="70901" y="78875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7" name="Candidate_receptor__3596">
              <a:extLst>
                <a:ext uri="{FF2B5EF4-FFF2-40B4-BE49-F238E27FC236}">
                  <a16:creationId xmlns:a16="http://schemas.microsoft.com/office/drawing/2014/main" id="{78F58A5C-3759-A55F-D324-D6632E2F0E22}"/>
                </a:ext>
              </a:extLst>
            </p:cNvPr>
            <p:cNvSpPr>
              <a:spLocks noGrp="1"/>
            </p:cNvSpPr>
            <p:nvPr/>
          </p:nvSpPr>
          <p:spPr>
            <a:xfrm>
              <a:off x="4234566" y="2676847"/>
              <a:ext cx="104217" cy="33482"/>
            </a:xfrm>
            <a:custGeom>
              <a:avLst/>
              <a:gdLst/>
              <a:ahLst/>
              <a:cxnLst/>
              <a:rect l="0" t="0" r="0" b="0"/>
              <a:pathLst>
                <a:path w="104217" h="33482">
                  <a:moveTo>
                    <a:pt x="104217" y="0"/>
                  </a:moveTo>
                  <a:lnTo>
                    <a:pt x="0" y="33482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8" name="Candidate_receptor__3597">
              <a:extLst>
                <a:ext uri="{FF2B5EF4-FFF2-40B4-BE49-F238E27FC236}">
                  <a16:creationId xmlns:a16="http://schemas.microsoft.com/office/drawing/2014/main" id="{4CCD58A9-CD7D-3919-C1BD-5D7CACEFC591}"/>
                </a:ext>
              </a:extLst>
            </p:cNvPr>
            <p:cNvSpPr>
              <a:spLocks noGrp="1"/>
            </p:cNvSpPr>
            <p:nvPr/>
          </p:nvSpPr>
          <p:spPr>
            <a:xfrm>
              <a:off x="5290065" y="2855415"/>
              <a:ext cx="45121" cy="32017"/>
            </a:xfrm>
            <a:custGeom>
              <a:avLst/>
              <a:gdLst/>
              <a:ahLst/>
              <a:cxnLst/>
              <a:rect l="0" t="0" r="0" b="0"/>
              <a:pathLst>
                <a:path w="45121" h="32017">
                  <a:moveTo>
                    <a:pt x="45121" y="3201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599" name="Candidate_receptor__3598">
              <a:extLst>
                <a:ext uri="{FF2B5EF4-FFF2-40B4-BE49-F238E27FC236}">
                  <a16:creationId xmlns:a16="http://schemas.microsoft.com/office/drawing/2014/main" id="{1EAF2941-B9D8-90F8-25D2-DEEA60311746}"/>
                </a:ext>
              </a:extLst>
            </p:cNvPr>
            <p:cNvSpPr>
              <a:spLocks noGrp="1"/>
            </p:cNvSpPr>
            <p:nvPr/>
          </p:nvSpPr>
          <p:spPr>
            <a:xfrm>
              <a:off x="5225985" y="2431313"/>
              <a:ext cx="83038" cy="55478"/>
            </a:xfrm>
            <a:custGeom>
              <a:avLst/>
              <a:gdLst/>
              <a:ahLst/>
              <a:cxnLst/>
              <a:rect l="0" t="0" r="0" b="0"/>
              <a:pathLst>
                <a:path w="83038" h="55478">
                  <a:moveTo>
                    <a:pt x="0" y="55478"/>
                  </a:moveTo>
                  <a:lnTo>
                    <a:pt x="83038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0" name="Candidate_receptor__3599">
              <a:extLst>
                <a:ext uri="{FF2B5EF4-FFF2-40B4-BE49-F238E27FC236}">
                  <a16:creationId xmlns:a16="http://schemas.microsoft.com/office/drawing/2014/main" id="{F745EF7F-F2C5-28F3-E472-1BB6610280A2}"/>
                </a:ext>
              </a:extLst>
            </p:cNvPr>
            <p:cNvSpPr>
              <a:spLocks noGrp="1"/>
            </p:cNvSpPr>
            <p:nvPr/>
          </p:nvSpPr>
          <p:spPr>
            <a:xfrm>
              <a:off x="4771122" y="2792359"/>
              <a:ext cx="12187" cy="107797"/>
            </a:xfrm>
            <a:custGeom>
              <a:avLst/>
              <a:gdLst/>
              <a:ahLst/>
              <a:cxnLst/>
              <a:rect l="0" t="0" r="0" b="0"/>
              <a:pathLst>
                <a:path w="12187" h="107797">
                  <a:moveTo>
                    <a:pt x="12187" y="1077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1" name="Candidate_receptor__3600">
              <a:extLst>
                <a:ext uri="{FF2B5EF4-FFF2-40B4-BE49-F238E27FC236}">
                  <a16:creationId xmlns:a16="http://schemas.microsoft.com/office/drawing/2014/main" id="{F23779C6-85E7-D8A8-ACA0-01F34606CA56}"/>
                </a:ext>
              </a:extLst>
            </p:cNvPr>
            <p:cNvSpPr>
              <a:spLocks noGrp="1"/>
            </p:cNvSpPr>
            <p:nvPr/>
          </p:nvSpPr>
          <p:spPr>
            <a:xfrm>
              <a:off x="5004329" y="2601506"/>
              <a:ext cx="41407" cy="107508"/>
            </a:xfrm>
            <a:custGeom>
              <a:avLst/>
              <a:gdLst/>
              <a:ahLst/>
              <a:cxnLst/>
              <a:rect l="0" t="0" r="0" b="0"/>
              <a:pathLst>
                <a:path w="41407" h="107508">
                  <a:moveTo>
                    <a:pt x="41407" y="107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2" name="Candidate_receptor__3601">
              <a:extLst>
                <a:ext uri="{FF2B5EF4-FFF2-40B4-BE49-F238E27FC236}">
                  <a16:creationId xmlns:a16="http://schemas.microsoft.com/office/drawing/2014/main" id="{102EE981-87E6-CEE8-F7A9-727AB0EF6693}"/>
                </a:ext>
              </a:extLst>
            </p:cNvPr>
            <p:cNvSpPr>
              <a:spLocks noGrp="1"/>
            </p:cNvSpPr>
            <p:nvPr/>
          </p:nvSpPr>
          <p:spPr>
            <a:xfrm>
              <a:off x="4699843" y="3709535"/>
              <a:ext cx="22279" cy="112572"/>
            </a:xfrm>
            <a:custGeom>
              <a:avLst/>
              <a:gdLst/>
              <a:ahLst/>
              <a:cxnLst/>
              <a:rect l="0" t="0" r="0" b="0"/>
              <a:pathLst>
                <a:path w="22279" h="112572">
                  <a:moveTo>
                    <a:pt x="22279" y="1125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3" name="Candidate_receptor__3602">
              <a:extLst>
                <a:ext uri="{FF2B5EF4-FFF2-40B4-BE49-F238E27FC236}">
                  <a16:creationId xmlns:a16="http://schemas.microsoft.com/office/drawing/2014/main" id="{1CA063C5-1E1A-443D-86C4-2E39719FD2C4}"/>
                </a:ext>
              </a:extLst>
            </p:cNvPr>
            <p:cNvSpPr>
              <a:spLocks noGrp="1"/>
            </p:cNvSpPr>
            <p:nvPr/>
          </p:nvSpPr>
          <p:spPr>
            <a:xfrm>
              <a:off x="5755325" y="3043341"/>
              <a:ext cx="86082" cy="76548"/>
            </a:xfrm>
            <a:custGeom>
              <a:avLst/>
              <a:gdLst/>
              <a:ahLst/>
              <a:cxnLst/>
              <a:rect l="0" t="0" r="0" b="0"/>
              <a:pathLst>
                <a:path w="86082" h="76548">
                  <a:moveTo>
                    <a:pt x="86082" y="0"/>
                  </a:moveTo>
                  <a:lnTo>
                    <a:pt x="0" y="76548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4" name="Candidate_receptor__3603">
              <a:extLst>
                <a:ext uri="{FF2B5EF4-FFF2-40B4-BE49-F238E27FC236}">
                  <a16:creationId xmlns:a16="http://schemas.microsoft.com/office/drawing/2014/main" id="{0F446053-4E9F-A2E2-DD00-B3CCE4412B9A}"/>
                </a:ext>
              </a:extLst>
            </p:cNvPr>
            <p:cNvSpPr>
              <a:spLocks noGrp="1"/>
            </p:cNvSpPr>
            <p:nvPr/>
          </p:nvSpPr>
          <p:spPr>
            <a:xfrm>
              <a:off x="3864576" y="2780031"/>
              <a:ext cx="34120" cy="98291"/>
            </a:xfrm>
            <a:custGeom>
              <a:avLst/>
              <a:gdLst/>
              <a:ahLst/>
              <a:cxnLst/>
              <a:rect l="0" t="0" r="0" b="0"/>
              <a:pathLst>
                <a:path w="34120" h="98291">
                  <a:moveTo>
                    <a:pt x="0" y="98291"/>
                  </a:moveTo>
                  <a:lnTo>
                    <a:pt x="34120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5" name="Candidate_receptor__3604">
              <a:extLst>
                <a:ext uri="{FF2B5EF4-FFF2-40B4-BE49-F238E27FC236}">
                  <a16:creationId xmlns:a16="http://schemas.microsoft.com/office/drawing/2014/main" id="{E1167B2C-C3A4-AE06-3663-A23C3A368E7F}"/>
                </a:ext>
              </a:extLst>
            </p:cNvPr>
            <p:cNvSpPr>
              <a:spLocks noGrp="1"/>
            </p:cNvSpPr>
            <p:nvPr/>
          </p:nvSpPr>
          <p:spPr>
            <a:xfrm>
              <a:off x="5634805" y="1766499"/>
              <a:ext cx="23843" cy="60972"/>
            </a:xfrm>
            <a:custGeom>
              <a:avLst/>
              <a:gdLst/>
              <a:ahLst/>
              <a:cxnLst/>
              <a:rect l="0" t="0" r="0" b="0"/>
              <a:pathLst>
                <a:path w="23843" h="60972">
                  <a:moveTo>
                    <a:pt x="0" y="60972"/>
                  </a:moveTo>
                  <a:lnTo>
                    <a:pt x="23843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6" name="Candidate_receptor__3605">
              <a:extLst>
                <a:ext uri="{FF2B5EF4-FFF2-40B4-BE49-F238E27FC236}">
                  <a16:creationId xmlns:a16="http://schemas.microsoft.com/office/drawing/2014/main" id="{E43512B7-BDA0-5CFB-D23C-6B5ED209DF75}"/>
                </a:ext>
              </a:extLst>
            </p:cNvPr>
            <p:cNvSpPr>
              <a:spLocks noGrp="1"/>
            </p:cNvSpPr>
            <p:nvPr/>
          </p:nvSpPr>
          <p:spPr>
            <a:xfrm>
              <a:off x="4722122" y="3822107"/>
              <a:ext cx="99625" cy="56678"/>
            </a:xfrm>
            <a:custGeom>
              <a:avLst/>
              <a:gdLst/>
              <a:ahLst/>
              <a:cxnLst/>
              <a:rect l="0" t="0" r="0" b="0"/>
              <a:pathLst>
                <a:path w="99625" h="56678">
                  <a:moveTo>
                    <a:pt x="99625" y="566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7" name="Candidate_receptor__3606">
              <a:extLst>
                <a:ext uri="{FF2B5EF4-FFF2-40B4-BE49-F238E27FC236}">
                  <a16:creationId xmlns:a16="http://schemas.microsoft.com/office/drawing/2014/main" id="{89CD6D77-3815-0592-FABE-A92C22E53A94}"/>
                </a:ext>
              </a:extLst>
            </p:cNvPr>
            <p:cNvSpPr>
              <a:spLocks noGrp="1"/>
            </p:cNvSpPr>
            <p:nvPr/>
          </p:nvSpPr>
          <p:spPr>
            <a:xfrm>
              <a:off x="6084862" y="2402133"/>
              <a:ext cx="45034" cy="90599"/>
            </a:xfrm>
            <a:custGeom>
              <a:avLst/>
              <a:gdLst/>
              <a:ahLst/>
              <a:cxnLst/>
              <a:rect l="0" t="0" r="0" b="0"/>
              <a:pathLst>
                <a:path w="45034" h="90599">
                  <a:moveTo>
                    <a:pt x="0" y="90599"/>
                  </a:moveTo>
                  <a:lnTo>
                    <a:pt x="45034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08" name="Candidate_receptor__3607">
              <a:extLst>
                <a:ext uri="{FF2B5EF4-FFF2-40B4-BE49-F238E27FC236}">
                  <a16:creationId xmlns:a16="http://schemas.microsoft.com/office/drawing/2014/main" id="{D425E72A-187B-E2A5-DCE5-F49812A15CA5}"/>
                </a:ext>
              </a:extLst>
            </p:cNvPr>
            <p:cNvSpPr>
              <a:spLocks noGrp="1"/>
            </p:cNvSpPr>
            <p:nvPr/>
          </p:nvSpPr>
          <p:spPr>
            <a:xfrm>
              <a:off x="5384367" y="2515010"/>
              <a:ext cx="14889" cy="49910"/>
            </a:xfrm>
            <a:custGeom>
              <a:avLst/>
              <a:gdLst/>
              <a:ahLst/>
              <a:cxnLst/>
              <a:rect l="0" t="0" r="0" b="0"/>
              <a:pathLst>
                <a:path w="14889" h="49910">
                  <a:moveTo>
                    <a:pt x="0" y="0"/>
                  </a:moveTo>
                  <a:lnTo>
                    <a:pt x="14889" y="4991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09" name="Candidate_receptor__3608">
              <a:extLst>
                <a:ext uri="{FF2B5EF4-FFF2-40B4-BE49-F238E27FC236}">
                  <a16:creationId xmlns:a16="http://schemas.microsoft.com/office/drawing/2014/main" id="{2F28374C-C525-32F5-5C71-12257DAF2652}"/>
                </a:ext>
              </a:extLst>
            </p:cNvPr>
            <p:cNvSpPr>
              <a:spLocks noGrp="1"/>
            </p:cNvSpPr>
            <p:nvPr/>
          </p:nvSpPr>
          <p:spPr>
            <a:xfrm>
              <a:off x="5100635" y="3223592"/>
              <a:ext cx="19679" cy="35777"/>
            </a:xfrm>
            <a:custGeom>
              <a:avLst/>
              <a:gdLst/>
              <a:ahLst/>
              <a:cxnLst/>
              <a:rect l="0" t="0" r="0" b="0"/>
              <a:pathLst>
                <a:path w="19679" h="35777">
                  <a:moveTo>
                    <a:pt x="0" y="35777"/>
                  </a:moveTo>
                  <a:lnTo>
                    <a:pt x="19679" y="0"/>
                  </a:lnTo>
                </a:path>
              </a:pathLst>
            </a:custGeom>
            <a:noFill/>
            <a:ln w="8096">
              <a:solidFill>
                <a:srgbClr val="E7EBEE"/>
              </a:solidFill>
            </a:ln>
          </p:spPr>
        </p:sp>
        <p:sp>
          <p:nvSpPr>
            <p:cNvPr id="3610" name="Candidate_receptor__3609">
              <a:extLst>
                <a:ext uri="{FF2B5EF4-FFF2-40B4-BE49-F238E27FC236}">
                  <a16:creationId xmlns:a16="http://schemas.microsoft.com/office/drawing/2014/main" id="{A53462C2-A29F-AE02-8284-1BC130AA6B8C}"/>
                </a:ext>
              </a:extLst>
            </p:cNvPr>
            <p:cNvSpPr>
              <a:spLocks noGrp="1"/>
            </p:cNvSpPr>
            <p:nvPr/>
          </p:nvSpPr>
          <p:spPr>
            <a:xfrm>
              <a:off x="5903770" y="2439315"/>
              <a:ext cx="31436" cy="110690"/>
            </a:xfrm>
            <a:custGeom>
              <a:avLst/>
              <a:gdLst/>
              <a:ahLst/>
              <a:cxnLst/>
              <a:rect l="0" t="0" r="0" b="0"/>
              <a:pathLst>
                <a:path w="31436" h="110690">
                  <a:moveTo>
                    <a:pt x="0" y="110690"/>
                  </a:moveTo>
                  <a:lnTo>
                    <a:pt x="31436" y="0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3611" name="Candidate_receptor__3610">
              <a:extLst>
                <a:ext uri="{FF2B5EF4-FFF2-40B4-BE49-F238E27FC236}">
                  <a16:creationId xmlns:a16="http://schemas.microsoft.com/office/drawing/2014/main" id="{E40D3B3D-92C1-6F96-04B2-3B08956C5F18}"/>
                </a:ext>
              </a:extLst>
            </p:cNvPr>
            <p:cNvSpPr>
              <a:spLocks noGrp="1"/>
            </p:cNvSpPr>
            <p:nvPr/>
          </p:nvSpPr>
          <p:spPr>
            <a:xfrm>
              <a:off x="5433143" y="3306257"/>
              <a:ext cx="94227" cy="35585"/>
            </a:xfrm>
            <a:custGeom>
              <a:avLst/>
              <a:gdLst/>
              <a:ahLst/>
              <a:cxnLst/>
              <a:rect l="0" t="0" r="0" b="0"/>
              <a:pathLst>
                <a:path w="94227" h="35585">
                  <a:moveTo>
                    <a:pt x="94227" y="0"/>
                  </a:moveTo>
                  <a:lnTo>
                    <a:pt x="0" y="3558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2" name="Candidate_receptor__3611">
              <a:extLst>
                <a:ext uri="{FF2B5EF4-FFF2-40B4-BE49-F238E27FC236}">
                  <a16:creationId xmlns:a16="http://schemas.microsoft.com/office/drawing/2014/main" id="{8E67ABAE-1FFA-A04A-2F1C-89C528C71F4E}"/>
                </a:ext>
              </a:extLst>
            </p:cNvPr>
            <p:cNvSpPr>
              <a:spLocks noGrp="1"/>
            </p:cNvSpPr>
            <p:nvPr/>
          </p:nvSpPr>
          <p:spPr>
            <a:xfrm>
              <a:off x="4900229" y="2752875"/>
              <a:ext cx="23219" cy="91381"/>
            </a:xfrm>
            <a:custGeom>
              <a:avLst/>
              <a:gdLst/>
              <a:ahLst/>
              <a:cxnLst/>
              <a:rect l="0" t="0" r="0" b="0"/>
              <a:pathLst>
                <a:path w="23219" h="91381">
                  <a:moveTo>
                    <a:pt x="23219" y="913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3" name="Candidate_receptor__3612">
              <a:extLst>
                <a:ext uri="{FF2B5EF4-FFF2-40B4-BE49-F238E27FC236}">
                  <a16:creationId xmlns:a16="http://schemas.microsoft.com/office/drawing/2014/main" id="{26D68DC5-A9F2-610A-2291-8D2A02C4160A}"/>
                </a:ext>
              </a:extLst>
            </p:cNvPr>
            <p:cNvSpPr>
              <a:spLocks noGrp="1"/>
            </p:cNvSpPr>
            <p:nvPr/>
          </p:nvSpPr>
          <p:spPr>
            <a:xfrm>
              <a:off x="3843923" y="3187696"/>
              <a:ext cx="59748" cy="21030"/>
            </a:xfrm>
            <a:custGeom>
              <a:avLst/>
              <a:gdLst/>
              <a:ahLst/>
              <a:cxnLst/>
              <a:rect l="0" t="0" r="0" b="0"/>
              <a:pathLst>
                <a:path w="59748" h="21030">
                  <a:moveTo>
                    <a:pt x="59748" y="210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14" name="Candidate_receptor__3613">
              <a:extLst>
                <a:ext uri="{FF2B5EF4-FFF2-40B4-BE49-F238E27FC236}">
                  <a16:creationId xmlns:a16="http://schemas.microsoft.com/office/drawing/2014/main" id="{2E10E017-D234-6B10-085B-1B8EAE7D4940}"/>
                </a:ext>
              </a:extLst>
            </p:cNvPr>
            <p:cNvSpPr>
              <a:spLocks noGrp="1"/>
            </p:cNvSpPr>
            <p:nvPr/>
          </p:nvSpPr>
          <p:spPr>
            <a:xfrm>
              <a:off x="4011321" y="3147994"/>
              <a:ext cx="102728" cy="34839"/>
            </a:xfrm>
            <a:custGeom>
              <a:avLst/>
              <a:gdLst/>
              <a:ahLst/>
              <a:cxnLst/>
              <a:rect l="0" t="0" r="0" b="0"/>
              <a:pathLst>
                <a:path w="102728" h="34839">
                  <a:moveTo>
                    <a:pt x="102728" y="34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5" name="Candidate_receptor__3614">
              <a:extLst>
                <a:ext uri="{FF2B5EF4-FFF2-40B4-BE49-F238E27FC236}">
                  <a16:creationId xmlns:a16="http://schemas.microsoft.com/office/drawing/2014/main" id="{B2F85917-3ACC-8743-40F0-8DB6D3DF5108}"/>
                </a:ext>
              </a:extLst>
            </p:cNvPr>
            <p:cNvSpPr>
              <a:spLocks noGrp="1"/>
            </p:cNvSpPr>
            <p:nvPr/>
          </p:nvSpPr>
          <p:spPr>
            <a:xfrm>
              <a:off x="5995755" y="2135748"/>
              <a:ext cx="94776" cy="23998"/>
            </a:xfrm>
            <a:custGeom>
              <a:avLst/>
              <a:gdLst/>
              <a:ahLst/>
              <a:cxnLst/>
              <a:rect l="0" t="0" r="0" b="0"/>
              <a:pathLst>
                <a:path w="94776" h="23998">
                  <a:moveTo>
                    <a:pt x="94776" y="239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6" name="Candidate_receptor__3615">
              <a:extLst>
                <a:ext uri="{FF2B5EF4-FFF2-40B4-BE49-F238E27FC236}">
                  <a16:creationId xmlns:a16="http://schemas.microsoft.com/office/drawing/2014/main" id="{1E08D05F-CF58-3949-DFA5-9D387E72060E}"/>
                </a:ext>
              </a:extLst>
            </p:cNvPr>
            <p:cNvSpPr>
              <a:spLocks noGrp="1"/>
            </p:cNvSpPr>
            <p:nvPr/>
          </p:nvSpPr>
          <p:spPr>
            <a:xfrm>
              <a:off x="4626683" y="2905982"/>
              <a:ext cx="18333" cy="112267"/>
            </a:xfrm>
            <a:custGeom>
              <a:avLst/>
              <a:gdLst/>
              <a:ahLst/>
              <a:cxnLst/>
              <a:rect l="0" t="0" r="0" b="0"/>
              <a:pathLst>
                <a:path w="18333" h="112267">
                  <a:moveTo>
                    <a:pt x="18333" y="1122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7" name="Candidate_receptor__3616">
              <a:extLst>
                <a:ext uri="{FF2B5EF4-FFF2-40B4-BE49-F238E27FC236}">
                  <a16:creationId xmlns:a16="http://schemas.microsoft.com/office/drawing/2014/main" id="{24FFB788-95FA-C3FA-FBB4-AE72A18B07B3}"/>
                </a:ext>
              </a:extLst>
            </p:cNvPr>
            <p:cNvSpPr>
              <a:spLocks noGrp="1"/>
            </p:cNvSpPr>
            <p:nvPr/>
          </p:nvSpPr>
          <p:spPr>
            <a:xfrm>
              <a:off x="5841407" y="3043341"/>
              <a:ext cx="78417" cy="80568"/>
            </a:xfrm>
            <a:custGeom>
              <a:avLst/>
              <a:gdLst/>
              <a:ahLst/>
              <a:cxnLst/>
              <a:rect l="0" t="0" r="0" b="0"/>
              <a:pathLst>
                <a:path w="78417" h="80568">
                  <a:moveTo>
                    <a:pt x="78417" y="805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18" name="Candidate_receptor__3617">
              <a:extLst>
                <a:ext uri="{FF2B5EF4-FFF2-40B4-BE49-F238E27FC236}">
                  <a16:creationId xmlns:a16="http://schemas.microsoft.com/office/drawing/2014/main" id="{F6072F60-944E-0C1E-407F-98B3AE8C340C}"/>
                </a:ext>
              </a:extLst>
            </p:cNvPr>
            <p:cNvSpPr>
              <a:spLocks noGrp="1"/>
            </p:cNvSpPr>
            <p:nvPr/>
          </p:nvSpPr>
          <p:spPr>
            <a:xfrm>
              <a:off x="5500244" y="2278494"/>
              <a:ext cx="81345" cy="13750"/>
            </a:xfrm>
            <a:custGeom>
              <a:avLst/>
              <a:gdLst/>
              <a:ahLst/>
              <a:cxnLst/>
              <a:rect l="0" t="0" r="0" b="0"/>
              <a:pathLst>
                <a:path w="81345" h="13750">
                  <a:moveTo>
                    <a:pt x="0" y="13750"/>
                  </a:moveTo>
                  <a:lnTo>
                    <a:pt x="81345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19" name="Candidate_receptor__3618">
              <a:extLst>
                <a:ext uri="{FF2B5EF4-FFF2-40B4-BE49-F238E27FC236}">
                  <a16:creationId xmlns:a16="http://schemas.microsoft.com/office/drawing/2014/main" id="{9FE4CE13-914C-DB10-5169-80700F07A0FC}"/>
                </a:ext>
              </a:extLst>
            </p:cNvPr>
            <p:cNvSpPr>
              <a:spLocks noGrp="1"/>
            </p:cNvSpPr>
            <p:nvPr/>
          </p:nvSpPr>
          <p:spPr>
            <a:xfrm>
              <a:off x="5000108" y="3365027"/>
              <a:ext cx="72499" cy="26391"/>
            </a:xfrm>
            <a:custGeom>
              <a:avLst/>
              <a:gdLst/>
              <a:ahLst/>
              <a:cxnLst/>
              <a:rect l="0" t="0" r="0" b="0"/>
              <a:pathLst>
                <a:path w="72499" h="26391">
                  <a:moveTo>
                    <a:pt x="72499" y="0"/>
                  </a:moveTo>
                  <a:lnTo>
                    <a:pt x="0" y="2639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0" name="Candidate_receptor__3619">
              <a:extLst>
                <a:ext uri="{FF2B5EF4-FFF2-40B4-BE49-F238E27FC236}">
                  <a16:creationId xmlns:a16="http://schemas.microsoft.com/office/drawing/2014/main" id="{D318B37B-0F66-C9F2-7AA1-DE9300EC4AE9}"/>
                </a:ext>
              </a:extLst>
            </p:cNvPr>
            <p:cNvSpPr>
              <a:spLocks noGrp="1"/>
            </p:cNvSpPr>
            <p:nvPr/>
          </p:nvSpPr>
          <p:spPr>
            <a:xfrm>
              <a:off x="4164917" y="3782708"/>
              <a:ext cx="113579" cy="12560"/>
            </a:xfrm>
            <a:custGeom>
              <a:avLst/>
              <a:gdLst/>
              <a:ahLst/>
              <a:cxnLst/>
              <a:rect l="0" t="0" r="0" b="0"/>
              <a:pathLst>
                <a:path w="113579" h="12560">
                  <a:moveTo>
                    <a:pt x="0" y="12560"/>
                  </a:moveTo>
                  <a:lnTo>
                    <a:pt x="113579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1" name="Candidate_receptor__3620">
              <a:extLst>
                <a:ext uri="{FF2B5EF4-FFF2-40B4-BE49-F238E27FC236}">
                  <a16:creationId xmlns:a16="http://schemas.microsoft.com/office/drawing/2014/main" id="{BF58DD4D-E42D-0952-CA7F-BC234AD4D83B}"/>
                </a:ext>
              </a:extLst>
            </p:cNvPr>
            <p:cNvSpPr>
              <a:spLocks noGrp="1"/>
            </p:cNvSpPr>
            <p:nvPr/>
          </p:nvSpPr>
          <p:spPr>
            <a:xfrm>
              <a:off x="4900155" y="2679779"/>
              <a:ext cx="95" cy="73096"/>
            </a:xfrm>
            <a:custGeom>
              <a:avLst/>
              <a:gdLst/>
              <a:ahLst/>
              <a:cxnLst/>
              <a:rect l="0" t="0" r="0" b="0"/>
              <a:pathLst>
                <a:path w="95" h="73096">
                  <a:moveTo>
                    <a:pt x="73" y="730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2" name="Candidate_receptor__3621">
              <a:extLst>
                <a:ext uri="{FF2B5EF4-FFF2-40B4-BE49-F238E27FC236}">
                  <a16:creationId xmlns:a16="http://schemas.microsoft.com/office/drawing/2014/main" id="{8F17790D-539E-538A-0088-1182FCB37073}"/>
                </a:ext>
              </a:extLst>
            </p:cNvPr>
            <p:cNvSpPr>
              <a:spLocks noGrp="1"/>
            </p:cNvSpPr>
            <p:nvPr/>
          </p:nvSpPr>
          <p:spPr>
            <a:xfrm>
              <a:off x="4342213" y="3648364"/>
              <a:ext cx="24208" cy="58576"/>
            </a:xfrm>
            <a:custGeom>
              <a:avLst/>
              <a:gdLst/>
              <a:ahLst/>
              <a:cxnLst/>
              <a:rect l="0" t="0" r="0" b="0"/>
              <a:pathLst>
                <a:path w="24208" h="58576">
                  <a:moveTo>
                    <a:pt x="0" y="58576"/>
                  </a:moveTo>
                  <a:lnTo>
                    <a:pt x="2420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3" name="Candidate_receptor__3622">
              <a:extLst>
                <a:ext uri="{FF2B5EF4-FFF2-40B4-BE49-F238E27FC236}">
                  <a16:creationId xmlns:a16="http://schemas.microsoft.com/office/drawing/2014/main" id="{B11B2EA2-99E1-4921-55D0-C555FEBCD73C}"/>
                </a:ext>
              </a:extLst>
            </p:cNvPr>
            <p:cNvSpPr>
              <a:spLocks noGrp="1"/>
            </p:cNvSpPr>
            <p:nvPr/>
          </p:nvSpPr>
          <p:spPr>
            <a:xfrm>
              <a:off x="4338783" y="2570655"/>
              <a:ext cx="39469" cy="106192"/>
            </a:xfrm>
            <a:custGeom>
              <a:avLst/>
              <a:gdLst/>
              <a:ahLst/>
              <a:cxnLst/>
              <a:rect l="0" t="0" r="0" b="0"/>
              <a:pathLst>
                <a:path w="39469" h="106192">
                  <a:moveTo>
                    <a:pt x="39469" y="0"/>
                  </a:moveTo>
                  <a:lnTo>
                    <a:pt x="0" y="10619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4" name="Candidate_receptor__3623">
              <a:extLst>
                <a:ext uri="{FF2B5EF4-FFF2-40B4-BE49-F238E27FC236}">
                  <a16:creationId xmlns:a16="http://schemas.microsoft.com/office/drawing/2014/main" id="{A743C1FE-BD06-7B35-1A16-BCE21E7D17BA}"/>
                </a:ext>
              </a:extLst>
            </p:cNvPr>
            <p:cNvSpPr>
              <a:spLocks noGrp="1"/>
            </p:cNvSpPr>
            <p:nvPr/>
          </p:nvSpPr>
          <p:spPr>
            <a:xfrm>
              <a:off x="6046638" y="2492732"/>
              <a:ext cx="38224" cy="45998"/>
            </a:xfrm>
            <a:custGeom>
              <a:avLst/>
              <a:gdLst/>
              <a:ahLst/>
              <a:cxnLst/>
              <a:rect l="0" t="0" r="0" b="0"/>
              <a:pathLst>
                <a:path w="38224" h="45998">
                  <a:moveTo>
                    <a:pt x="0" y="45998"/>
                  </a:moveTo>
                  <a:lnTo>
                    <a:pt x="3822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5" name="Candidate_receptor__3624">
              <a:extLst>
                <a:ext uri="{FF2B5EF4-FFF2-40B4-BE49-F238E27FC236}">
                  <a16:creationId xmlns:a16="http://schemas.microsoft.com/office/drawing/2014/main" id="{319C2F99-06B9-2C3E-19EA-013C434FBA62}"/>
                </a:ext>
              </a:extLst>
            </p:cNvPr>
            <p:cNvSpPr>
              <a:spLocks noGrp="1"/>
            </p:cNvSpPr>
            <p:nvPr/>
          </p:nvSpPr>
          <p:spPr>
            <a:xfrm>
              <a:off x="3898696" y="2736541"/>
              <a:ext cx="106173" cy="43490"/>
            </a:xfrm>
            <a:custGeom>
              <a:avLst/>
              <a:gdLst/>
              <a:ahLst/>
              <a:cxnLst/>
              <a:rect l="0" t="0" r="0" b="0"/>
              <a:pathLst>
                <a:path w="106173" h="43490">
                  <a:moveTo>
                    <a:pt x="0" y="43490"/>
                  </a:moveTo>
                  <a:lnTo>
                    <a:pt x="10617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6" name="Candidate_receptor__3625">
              <a:extLst>
                <a:ext uri="{FF2B5EF4-FFF2-40B4-BE49-F238E27FC236}">
                  <a16:creationId xmlns:a16="http://schemas.microsoft.com/office/drawing/2014/main" id="{167E5E90-6831-FD57-C73F-8ECEAEEC22D5}"/>
                </a:ext>
              </a:extLst>
            </p:cNvPr>
            <p:cNvSpPr>
              <a:spLocks noGrp="1"/>
            </p:cNvSpPr>
            <p:nvPr/>
          </p:nvSpPr>
          <p:spPr>
            <a:xfrm>
              <a:off x="5887114" y="2135748"/>
              <a:ext cx="108642" cy="28858"/>
            </a:xfrm>
            <a:custGeom>
              <a:avLst/>
              <a:gdLst/>
              <a:ahLst/>
              <a:cxnLst/>
              <a:rect l="0" t="0" r="0" b="0"/>
              <a:pathLst>
                <a:path w="108642" h="28858">
                  <a:moveTo>
                    <a:pt x="108642" y="0"/>
                  </a:moveTo>
                  <a:lnTo>
                    <a:pt x="0" y="2885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27" name="Candidate_receptor__3626">
              <a:extLst>
                <a:ext uri="{FF2B5EF4-FFF2-40B4-BE49-F238E27FC236}">
                  <a16:creationId xmlns:a16="http://schemas.microsoft.com/office/drawing/2014/main" id="{6EA314AC-46A5-93B1-A214-08DB399BD660}"/>
                </a:ext>
              </a:extLst>
            </p:cNvPr>
            <p:cNvSpPr>
              <a:spLocks noGrp="1"/>
            </p:cNvSpPr>
            <p:nvPr/>
          </p:nvSpPr>
          <p:spPr>
            <a:xfrm>
              <a:off x="6046203" y="2322508"/>
              <a:ext cx="83694" cy="79625"/>
            </a:xfrm>
            <a:custGeom>
              <a:avLst/>
              <a:gdLst/>
              <a:ahLst/>
              <a:cxnLst/>
              <a:rect l="0" t="0" r="0" b="0"/>
              <a:pathLst>
                <a:path w="83694" h="79625">
                  <a:moveTo>
                    <a:pt x="83694" y="796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8" name="Candidate_receptor__3627">
              <a:extLst>
                <a:ext uri="{FF2B5EF4-FFF2-40B4-BE49-F238E27FC236}">
                  <a16:creationId xmlns:a16="http://schemas.microsoft.com/office/drawing/2014/main" id="{E752D037-FCB2-1503-419E-8DCF8A90390D}"/>
                </a:ext>
              </a:extLst>
            </p:cNvPr>
            <p:cNvSpPr>
              <a:spLocks noGrp="1"/>
            </p:cNvSpPr>
            <p:nvPr/>
          </p:nvSpPr>
          <p:spPr>
            <a:xfrm>
              <a:off x="4496489" y="2628713"/>
              <a:ext cx="92111" cy="34249"/>
            </a:xfrm>
            <a:custGeom>
              <a:avLst/>
              <a:gdLst/>
              <a:ahLst/>
              <a:cxnLst/>
              <a:rect l="0" t="0" r="0" b="0"/>
              <a:pathLst>
                <a:path w="92111" h="34249">
                  <a:moveTo>
                    <a:pt x="0" y="34249"/>
                  </a:moveTo>
                  <a:lnTo>
                    <a:pt x="92111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29" name="Candidate_receptor__3628">
              <a:extLst>
                <a:ext uri="{FF2B5EF4-FFF2-40B4-BE49-F238E27FC236}">
                  <a16:creationId xmlns:a16="http://schemas.microsoft.com/office/drawing/2014/main" id="{71B774CD-41C1-7A02-5BCD-A55D113A1B5B}"/>
                </a:ext>
              </a:extLst>
            </p:cNvPr>
            <p:cNvSpPr>
              <a:spLocks noGrp="1"/>
            </p:cNvSpPr>
            <p:nvPr/>
          </p:nvSpPr>
          <p:spPr>
            <a:xfrm>
              <a:off x="4653660" y="3632660"/>
              <a:ext cx="46183" cy="76875"/>
            </a:xfrm>
            <a:custGeom>
              <a:avLst/>
              <a:gdLst/>
              <a:ahLst/>
              <a:cxnLst/>
              <a:rect l="0" t="0" r="0" b="0"/>
              <a:pathLst>
                <a:path w="46183" h="76875">
                  <a:moveTo>
                    <a:pt x="46183" y="768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0" name="Candidate_receptor__3629">
              <a:extLst>
                <a:ext uri="{FF2B5EF4-FFF2-40B4-BE49-F238E27FC236}">
                  <a16:creationId xmlns:a16="http://schemas.microsoft.com/office/drawing/2014/main" id="{ABA9AB06-9C0C-15C2-00D2-B69DD5FF9E72}"/>
                </a:ext>
              </a:extLst>
            </p:cNvPr>
            <p:cNvSpPr>
              <a:spLocks noGrp="1"/>
            </p:cNvSpPr>
            <p:nvPr/>
          </p:nvSpPr>
          <p:spPr>
            <a:xfrm>
              <a:off x="4767060" y="2900156"/>
              <a:ext cx="16249" cy="42561"/>
            </a:xfrm>
            <a:custGeom>
              <a:avLst/>
              <a:gdLst/>
              <a:ahLst/>
              <a:cxnLst/>
              <a:rect l="0" t="0" r="0" b="0"/>
              <a:pathLst>
                <a:path w="16249" h="42561">
                  <a:moveTo>
                    <a:pt x="0" y="42561"/>
                  </a:moveTo>
                  <a:lnTo>
                    <a:pt x="1624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1" name="Candidate_receptor__3630">
              <a:extLst>
                <a:ext uri="{FF2B5EF4-FFF2-40B4-BE49-F238E27FC236}">
                  <a16:creationId xmlns:a16="http://schemas.microsoft.com/office/drawing/2014/main" id="{E977DFD9-93E4-6F55-DFAB-0A1123A028B5}"/>
                </a:ext>
              </a:extLst>
            </p:cNvPr>
            <p:cNvSpPr>
              <a:spLocks noGrp="1"/>
            </p:cNvSpPr>
            <p:nvPr/>
          </p:nvSpPr>
          <p:spPr>
            <a:xfrm>
              <a:off x="5753766" y="1759034"/>
              <a:ext cx="52721" cy="38125"/>
            </a:xfrm>
            <a:custGeom>
              <a:avLst/>
              <a:gdLst/>
              <a:ahLst/>
              <a:cxnLst/>
              <a:rect l="0" t="0" r="0" b="0"/>
              <a:pathLst>
                <a:path w="52721" h="38125">
                  <a:moveTo>
                    <a:pt x="0" y="0"/>
                  </a:moveTo>
                  <a:lnTo>
                    <a:pt x="52721" y="38125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2" name="Candidate_receptor__3631">
              <a:extLst>
                <a:ext uri="{FF2B5EF4-FFF2-40B4-BE49-F238E27FC236}">
                  <a16:creationId xmlns:a16="http://schemas.microsoft.com/office/drawing/2014/main" id="{F4EE1689-1A2E-16B8-E32D-62F8D1554875}"/>
                </a:ext>
              </a:extLst>
            </p:cNvPr>
            <p:cNvSpPr>
              <a:spLocks noGrp="1"/>
            </p:cNvSpPr>
            <p:nvPr/>
          </p:nvSpPr>
          <p:spPr>
            <a:xfrm>
              <a:off x="5390085" y="2292244"/>
              <a:ext cx="110159" cy="6001"/>
            </a:xfrm>
            <a:custGeom>
              <a:avLst/>
              <a:gdLst/>
              <a:ahLst/>
              <a:cxnLst/>
              <a:rect l="0" t="0" r="0" b="0"/>
              <a:pathLst>
                <a:path w="110159" h="6001">
                  <a:moveTo>
                    <a:pt x="0" y="6001"/>
                  </a:moveTo>
                  <a:lnTo>
                    <a:pt x="110159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3" name="Candidate_receptor__3632">
              <a:extLst>
                <a:ext uri="{FF2B5EF4-FFF2-40B4-BE49-F238E27FC236}">
                  <a16:creationId xmlns:a16="http://schemas.microsoft.com/office/drawing/2014/main" id="{59FAD959-BF9A-CA79-BE44-DC7D328C61AE}"/>
                </a:ext>
              </a:extLst>
            </p:cNvPr>
            <p:cNvSpPr>
              <a:spLocks noGrp="1"/>
            </p:cNvSpPr>
            <p:nvPr/>
          </p:nvSpPr>
          <p:spPr>
            <a:xfrm>
              <a:off x="4278496" y="3706940"/>
              <a:ext cx="63718" cy="75768"/>
            </a:xfrm>
            <a:custGeom>
              <a:avLst/>
              <a:gdLst/>
              <a:ahLst/>
              <a:cxnLst/>
              <a:rect l="0" t="0" r="0" b="0"/>
              <a:pathLst>
                <a:path w="63718" h="75768">
                  <a:moveTo>
                    <a:pt x="0" y="75768"/>
                  </a:moveTo>
                  <a:lnTo>
                    <a:pt x="6371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4" name="Candidate_receptor__3633">
              <a:extLst>
                <a:ext uri="{FF2B5EF4-FFF2-40B4-BE49-F238E27FC236}">
                  <a16:creationId xmlns:a16="http://schemas.microsoft.com/office/drawing/2014/main" id="{333C5F16-4CCB-DEAB-1B01-7319995C3EB5}"/>
                </a:ext>
              </a:extLst>
            </p:cNvPr>
            <p:cNvSpPr>
              <a:spLocks noGrp="1"/>
            </p:cNvSpPr>
            <p:nvPr/>
          </p:nvSpPr>
          <p:spPr>
            <a:xfrm>
              <a:off x="4809053" y="2996948"/>
              <a:ext cx="78633" cy="71044"/>
            </a:xfrm>
            <a:custGeom>
              <a:avLst/>
              <a:gdLst/>
              <a:ahLst/>
              <a:cxnLst/>
              <a:rect l="0" t="0" r="0" b="0"/>
              <a:pathLst>
                <a:path w="78633" h="71044">
                  <a:moveTo>
                    <a:pt x="0" y="71044"/>
                  </a:moveTo>
                  <a:lnTo>
                    <a:pt x="7863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5" name="Candidate_receptor__3634">
              <a:extLst>
                <a:ext uri="{FF2B5EF4-FFF2-40B4-BE49-F238E27FC236}">
                  <a16:creationId xmlns:a16="http://schemas.microsoft.com/office/drawing/2014/main" id="{C1C4D4FA-F0FD-135B-55CF-BF13ABD90AC5}"/>
                </a:ext>
              </a:extLst>
            </p:cNvPr>
            <p:cNvSpPr>
              <a:spLocks noGrp="1"/>
            </p:cNvSpPr>
            <p:nvPr/>
          </p:nvSpPr>
          <p:spPr>
            <a:xfrm>
              <a:off x="5527370" y="3306257"/>
              <a:ext cx="39607" cy="108052"/>
            </a:xfrm>
            <a:custGeom>
              <a:avLst/>
              <a:gdLst/>
              <a:ahLst/>
              <a:cxnLst/>
              <a:rect l="0" t="0" r="0" b="0"/>
              <a:pathLst>
                <a:path w="39607" h="108052">
                  <a:moveTo>
                    <a:pt x="39607" y="1080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6" name="Candidate_receptor__3635">
              <a:extLst>
                <a:ext uri="{FF2B5EF4-FFF2-40B4-BE49-F238E27FC236}">
                  <a16:creationId xmlns:a16="http://schemas.microsoft.com/office/drawing/2014/main" id="{8E34906B-0181-7B5D-1D83-73020AAC719B}"/>
                </a:ext>
              </a:extLst>
            </p:cNvPr>
            <p:cNvSpPr>
              <a:spLocks noGrp="1"/>
            </p:cNvSpPr>
            <p:nvPr/>
          </p:nvSpPr>
          <p:spPr>
            <a:xfrm>
              <a:off x="5798205" y="2113263"/>
              <a:ext cx="88909" cy="51343"/>
            </a:xfrm>
            <a:custGeom>
              <a:avLst/>
              <a:gdLst/>
              <a:ahLst/>
              <a:cxnLst/>
              <a:rect l="0" t="0" r="0" b="0"/>
              <a:pathLst>
                <a:path w="88909" h="51343">
                  <a:moveTo>
                    <a:pt x="88909" y="513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7" name="Candidate_receptor__3636">
              <a:extLst>
                <a:ext uri="{FF2B5EF4-FFF2-40B4-BE49-F238E27FC236}">
                  <a16:creationId xmlns:a16="http://schemas.microsoft.com/office/drawing/2014/main" id="{81EDA7D1-D883-98C6-C693-73B091564DCB}"/>
                </a:ext>
              </a:extLst>
            </p:cNvPr>
            <p:cNvSpPr>
              <a:spLocks noGrp="1"/>
            </p:cNvSpPr>
            <p:nvPr/>
          </p:nvSpPr>
          <p:spPr>
            <a:xfrm>
              <a:off x="5229175" y="2558936"/>
              <a:ext cx="40857" cy="94922"/>
            </a:xfrm>
            <a:custGeom>
              <a:avLst/>
              <a:gdLst/>
              <a:ahLst/>
              <a:cxnLst/>
              <a:rect l="0" t="0" r="0" b="0"/>
              <a:pathLst>
                <a:path w="40857" h="94922">
                  <a:moveTo>
                    <a:pt x="0" y="0"/>
                  </a:moveTo>
                  <a:lnTo>
                    <a:pt x="40857" y="9492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38" name="Candidate_receptor__3637">
              <a:extLst>
                <a:ext uri="{FF2B5EF4-FFF2-40B4-BE49-F238E27FC236}">
                  <a16:creationId xmlns:a16="http://schemas.microsoft.com/office/drawing/2014/main" id="{4790044F-5956-02FB-3D53-3B208087B56B}"/>
                </a:ext>
              </a:extLst>
            </p:cNvPr>
            <p:cNvSpPr>
              <a:spLocks noGrp="1"/>
            </p:cNvSpPr>
            <p:nvPr/>
          </p:nvSpPr>
          <p:spPr>
            <a:xfrm>
              <a:off x="5309024" y="2431313"/>
              <a:ext cx="75343" cy="83697"/>
            </a:xfrm>
            <a:custGeom>
              <a:avLst/>
              <a:gdLst/>
              <a:ahLst/>
              <a:cxnLst/>
              <a:rect l="0" t="0" r="0" b="0"/>
              <a:pathLst>
                <a:path w="75343" h="83697">
                  <a:moveTo>
                    <a:pt x="0" y="0"/>
                  </a:moveTo>
                  <a:lnTo>
                    <a:pt x="75343" y="8369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39" name="Candidate_receptor__3638">
              <a:extLst>
                <a:ext uri="{FF2B5EF4-FFF2-40B4-BE49-F238E27FC236}">
                  <a16:creationId xmlns:a16="http://schemas.microsoft.com/office/drawing/2014/main" id="{5EAF5C37-CC28-4038-8B88-622372E08E49}"/>
                </a:ext>
              </a:extLst>
            </p:cNvPr>
            <p:cNvSpPr>
              <a:spLocks noGrp="1"/>
            </p:cNvSpPr>
            <p:nvPr/>
          </p:nvSpPr>
          <p:spPr>
            <a:xfrm>
              <a:off x="5762441" y="2442393"/>
              <a:ext cx="44738" cy="68288"/>
            </a:xfrm>
            <a:custGeom>
              <a:avLst/>
              <a:gdLst/>
              <a:ahLst/>
              <a:cxnLst/>
              <a:rect l="0" t="0" r="0" b="0"/>
              <a:pathLst>
                <a:path w="44738" h="68288">
                  <a:moveTo>
                    <a:pt x="0" y="68288"/>
                  </a:moveTo>
                  <a:lnTo>
                    <a:pt x="44738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0" name="Candidate_receptor__3639">
              <a:extLst>
                <a:ext uri="{FF2B5EF4-FFF2-40B4-BE49-F238E27FC236}">
                  <a16:creationId xmlns:a16="http://schemas.microsoft.com/office/drawing/2014/main" id="{D634C022-E6E8-C580-EB1E-009EC49C0638}"/>
                </a:ext>
              </a:extLst>
            </p:cNvPr>
            <p:cNvSpPr>
              <a:spLocks noGrp="1"/>
            </p:cNvSpPr>
            <p:nvPr/>
          </p:nvSpPr>
          <p:spPr>
            <a:xfrm>
              <a:off x="5159358" y="3041243"/>
              <a:ext cx="88149" cy="37739"/>
            </a:xfrm>
            <a:custGeom>
              <a:avLst/>
              <a:gdLst/>
              <a:ahLst/>
              <a:cxnLst/>
              <a:rect l="0" t="0" r="0" b="0"/>
              <a:pathLst>
                <a:path w="88149" h="37739">
                  <a:moveTo>
                    <a:pt x="88149" y="0"/>
                  </a:moveTo>
                  <a:lnTo>
                    <a:pt x="0" y="3773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1" name="Candidate_receptor__3640">
              <a:extLst>
                <a:ext uri="{FF2B5EF4-FFF2-40B4-BE49-F238E27FC236}">
                  <a16:creationId xmlns:a16="http://schemas.microsoft.com/office/drawing/2014/main" id="{C24781F7-7F68-8B01-EB51-2AF5EC5E8F3B}"/>
                </a:ext>
              </a:extLst>
            </p:cNvPr>
            <p:cNvSpPr>
              <a:spLocks noGrp="1"/>
            </p:cNvSpPr>
            <p:nvPr/>
          </p:nvSpPr>
          <p:spPr>
            <a:xfrm>
              <a:off x="5732317" y="2510681"/>
              <a:ext cx="30124" cy="72694"/>
            </a:xfrm>
            <a:custGeom>
              <a:avLst/>
              <a:gdLst/>
              <a:ahLst/>
              <a:cxnLst/>
              <a:rect l="0" t="0" r="0" b="0"/>
              <a:pathLst>
                <a:path w="30124" h="72694">
                  <a:moveTo>
                    <a:pt x="0" y="72694"/>
                  </a:moveTo>
                  <a:lnTo>
                    <a:pt x="3012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2" name="Candidate_receptor__3641">
              <a:extLst>
                <a:ext uri="{FF2B5EF4-FFF2-40B4-BE49-F238E27FC236}">
                  <a16:creationId xmlns:a16="http://schemas.microsoft.com/office/drawing/2014/main" id="{392BE486-5007-5476-517A-FB206021A0F9}"/>
                </a:ext>
              </a:extLst>
            </p:cNvPr>
            <p:cNvSpPr>
              <a:spLocks noGrp="1"/>
            </p:cNvSpPr>
            <p:nvPr/>
          </p:nvSpPr>
          <p:spPr>
            <a:xfrm>
              <a:off x="4263612" y="3458108"/>
              <a:ext cx="110718" cy="26639"/>
            </a:xfrm>
            <a:custGeom>
              <a:avLst/>
              <a:gdLst/>
              <a:ahLst/>
              <a:cxnLst/>
              <a:rect l="0" t="0" r="0" b="0"/>
              <a:pathLst>
                <a:path w="110718" h="26639">
                  <a:moveTo>
                    <a:pt x="110718" y="26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3" name="Candidate_receptor__3642">
              <a:extLst>
                <a:ext uri="{FF2B5EF4-FFF2-40B4-BE49-F238E27FC236}">
                  <a16:creationId xmlns:a16="http://schemas.microsoft.com/office/drawing/2014/main" id="{FCA4EAD5-EFCE-AA8B-32DC-717A47FD1D21}"/>
                </a:ext>
              </a:extLst>
            </p:cNvPr>
            <p:cNvSpPr>
              <a:spLocks noGrp="1"/>
            </p:cNvSpPr>
            <p:nvPr/>
          </p:nvSpPr>
          <p:spPr>
            <a:xfrm>
              <a:off x="3903671" y="3208726"/>
              <a:ext cx="80036" cy="80511"/>
            </a:xfrm>
            <a:custGeom>
              <a:avLst/>
              <a:gdLst/>
              <a:ahLst/>
              <a:cxnLst/>
              <a:rect l="0" t="0" r="0" b="0"/>
              <a:pathLst>
                <a:path w="80036" h="80511">
                  <a:moveTo>
                    <a:pt x="80036" y="805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4" name="Candidate_receptor__3643">
              <a:extLst>
                <a:ext uri="{FF2B5EF4-FFF2-40B4-BE49-F238E27FC236}">
                  <a16:creationId xmlns:a16="http://schemas.microsoft.com/office/drawing/2014/main" id="{744CED6F-0C6C-372C-16A9-A87F3AEAECB1}"/>
                </a:ext>
              </a:extLst>
            </p:cNvPr>
            <p:cNvSpPr>
              <a:spLocks noGrp="1"/>
            </p:cNvSpPr>
            <p:nvPr/>
          </p:nvSpPr>
          <p:spPr>
            <a:xfrm>
              <a:off x="5517849" y="1720477"/>
              <a:ext cx="57565" cy="19439"/>
            </a:xfrm>
            <a:custGeom>
              <a:avLst/>
              <a:gdLst/>
              <a:ahLst/>
              <a:cxnLst/>
              <a:rect l="0" t="0" r="0" b="0"/>
              <a:pathLst>
                <a:path w="57565" h="19439">
                  <a:moveTo>
                    <a:pt x="0" y="0"/>
                  </a:moveTo>
                  <a:lnTo>
                    <a:pt x="57565" y="1943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5" name="Candidate_receptor__3644">
              <a:extLst>
                <a:ext uri="{FF2B5EF4-FFF2-40B4-BE49-F238E27FC236}">
                  <a16:creationId xmlns:a16="http://schemas.microsoft.com/office/drawing/2014/main" id="{573F6C89-A1C3-AE12-B08E-2FC532B5BABE}"/>
                </a:ext>
              </a:extLst>
            </p:cNvPr>
            <p:cNvSpPr>
              <a:spLocks noGrp="1"/>
            </p:cNvSpPr>
            <p:nvPr/>
          </p:nvSpPr>
          <p:spPr>
            <a:xfrm>
              <a:off x="5174868" y="2008970"/>
              <a:ext cx="112899" cy="6808"/>
            </a:xfrm>
            <a:custGeom>
              <a:avLst/>
              <a:gdLst/>
              <a:ahLst/>
              <a:cxnLst/>
              <a:rect l="0" t="0" r="0" b="0"/>
              <a:pathLst>
                <a:path w="112899" h="6808">
                  <a:moveTo>
                    <a:pt x="112899" y="0"/>
                  </a:moveTo>
                  <a:lnTo>
                    <a:pt x="0" y="680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6" name="Candidate_receptor__3645">
              <a:extLst>
                <a:ext uri="{FF2B5EF4-FFF2-40B4-BE49-F238E27FC236}">
                  <a16:creationId xmlns:a16="http://schemas.microsoft.com/office/drawing/2014/main" id="{0D9C96E0-A707-37E2-7092-BF78BB6030E1}"/>
                </a:ext>
              </a:extLst>
            </p:cNvPr>
            <p:cNvSpPr>
              <a:spLocks noGrp="1"/>
            </p:cNvSpPr>
            <p:nvPr/>
          </p:nvSpPr>
          <p:spPr>
            <a:xfrm>
              <a:off x="5621336" y="2357369"/>
              <a:ext cx="31154" cy="94083"/>
            </a:xfrm>
            <a:custGeom>
              <a:avLst/>
              <a:gdLst/>
              <a:ahLst/>
              <a:cxnLst/>
              <a:rect l="0" t="0" r="0" b="0"/>
              <a:pathLst>
                <a:path w="31154" h="94083">
                  <a:moveTo>
                    <a:pt x="31154" y="0"/>
                  </a:moveTo>
                  <a:lnTo>
                    <a:pt x="0" y="940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7" name="Candidate_receptor__3646">
              <a:extLst>
                <a:ext uri="{FF2B5EF4-FFF2-40B4-BE49-F238E27FC236}">
                  <a16:creationId xmlns:a16="http://schemas.microsoft.com/office/drawing/2014/main" id="{8B59BA65-9547-8EBC-573E-D42C170B9DA1}"/>
                </a:ext>
              </a:extLst>
            </p:cNvPr>
            <p:cNvSpPr>
              <a:spLocks noGrp="1"/>
            </p:cNvSpPr>
            <p:nvPr/>
          </p:nvSpPr>
          <p:spPr>
            <a:xfrm>
              <a:off x="5163844" y="2129909"/>
              <a:ext cx="105291" cy="40897"/>
            </a:xfrm>
            <a:custGeom>
              <a:avLst/>
              <a:gdLst/>
              <a:ahLst/>
              <a:cxnLst/>
              <a:rect l="0" t="0" r="0" b="0"/>
              <a:pathLst>
                <a:path w="105291" h="40897">
                  <a:moveTo>
                    <a:pt x="0" y="0"/>
                  </a:moveTo>
                  <a:lnTo>
                    <a:pt x="105291" y="40897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48" name="Candidate_receptor__3647">
              <a:extLst>
                <a:ext uri="{FF2B5EF4-FFF2-40B4-BE49-F238E27FC236}">
                  <a16:creationId xmlns:a16="http://schemas.microsoft.com/office/drawing/2014/main" id="{6DD22DCD-396D-F8FB-23F5-E610241E1520}"/>
                </a:ext>
              </a:extLst>
            </p:cNvPr>
            <p:cNvSpPr>
              <a:spLocks noGrp="1"/>
            </p:cNvSpPr>
            <p:nvPr/>
          </p:nvSpPr>
          <p:spPr>
            <a:xfrm>
              <a:off x="4809053" y="3067992"/>
              <a:ext cx="35569" cy="85241"/>
            </a:xfrm>
            <a:custGeom>
              <a:avLst/>
              <a:gdLst/>
              <a:ahLst/>
              <a:cxnLst/>
              <a:rect l="0" t="0" r="0" b="0"/>
              <a:pathLst>
                <a:path w="35569" h="85241">
                  <a:moveTo>
                    <a:pt x="35569" y="852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49" name="Candidate_receptor__3648">
              <a:extLst>
                <a:ext uri="{FF2B5EF4-FFF2-40B4-BE49-F238E27FC236}">
                  <a16:creationId xmlns:a16="http://schemas.microsoft.com/office/drawing/2014/main" id="{48F567C7-82AB-8B1C-33F6-BF7120200144}"/>
                </a:ext>
              </a:extLst>
            </p:cNvPr>
            <p:cNvSpPr>
              <a:spLocks noGrp="1"/>
            </p:cNvSpPr>
            <p:nvPr/>
          </p:nvSpPr>
          <p:spPr>
            <a:xfrm>
              <a:off x="5935207" y="2439315"/>
              <a:ext cx="56452" cy="1356"/>
            </a:xfrm>
            <a:custGeom>
              <a:avLst/>
              <a:gdLst/>
              <a:ahLst/>
              <a:cxnLst/>
              <a:rect l="0" t="0" r="0" b="0"/>
              <a:pathLst>
                <a:path w="56452" h="1356">
                  <a:moveTo>
                    <a:pt x="0" y="0"/>
                  </a:moveTo>
                  <a:lnTo>
                    <a:pt x="56452" y="13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0" name="Candidate_receptor__3649">
              <a:extLst>
                <a:ext uri="{FF2B5EF4-FFF2-40B4-BE49-F238E27FC236}">
                  <a16:creationId xmlns:a16="http://schemas.microsoft.com/office/drawing/2014/main" id="{020B25A8-535E-306B-FA41-6F72F7DE4D8C}"/>
                </a:ext>
              </a:extLst>
            </p:cNvPr>
            <p:cNvSpPr>
              <a:spLocks noGrp="1"/>
            </p:cNvSpPr>
            <p:nvPr/>
          </p:nvSpPr>
          <p:spPr>
            <a:xfrm>
              <a:off x="4499169" y="2958322"/>
              <a:ext cx="11189" cy="91758"/>
            </a:xfrm>
            <a:custGeom>
              <a:avLst/>
              <a:gdLst/>
              <a:ahLst/>
              <a:cxnLst/>
              <a:rect l="0" t="0" r="0" b="0"/>
              <a:pathLst>
                <a:path w="11189" h="91758">
                  <a:moveTo>
                    <a:pt x="0" y="91758"/>
                  </a:moveTo>
                  <a:lnTo>
                    <a:pt x="1118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1" name="Candidate_receptor__3650">
              <a:extLst>
                <a:ext uri="{FF2B5EF4-FFF2-40B4-BE49-F238E27FC236}">
                  <a16:creationId xmlns:a16="http://schemas.microsoft.com/office/drawing/2014/main" id="{E3703310-4E12-0565-187A-DAA5E8554369}"/>
                </a:ext>
              </a:extLst>
            </p:cNvPr>
            <p:cNvSpPr>
              <a:spLocks noGrp="1"/>
            </p:cNvSpPr>
            <p:nvPr/>
          </p:nvSpPr>
          <p:spPr>
            <a:xfrm>
              <a:off x="4995780" y="2709014"/>
              <a:ext cx="49957" cy="20379"/>
            </a:xfrm>
            <a:custGeom>
              <a:avLst/>
              <a:gdLst/>
              <a:ahLst/>
              <a:cxnLst/>
              <a:rect l="0" t="0" r="0" b="0"/>
              <a:pathLst>
                <a:path w="49957" h="20379">
                  <a:moveTo>
                    <a:pt x="0" y="20379"/>
                  </a:moveTo>
                  <a:lnTo>
                    <a:pt x="49957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2" name="Candidate_receptor__3651">
              <a:extLst>
                <a:ext uri="{FF2B5EF4-FFF2-40B4-BE49-F238E27FC236}">
                  <a16:creationId xmlns:a16="http://schemas.microsoft.com/office/drawing/2014/main" id="{08488FDD-7266-9E36-CC76-C11767BF15DC}"/>
                </a:ext>
              </a:extLst>
            </p:cNvPr>
            <p:cNvSpPr>
              <a:spLocks noGrp="1"/>
            </p:cNvSpPr>
            <p:nvPr/>
          </p:nvSpPr>
          <p:spPr>
            <a:xfrm>
              <a:off x="5694162" y="1679951"/>
              <a:ext cx="59604" cy="79083"/>
            </a:xfrm>
            <a:custGeom>
              <a:avLst/>
              <a:gdLst/>
              <a:ahLst/>
              <a:cxnLst/>
              <a:rect l="0" t="0" r="0" b="0"/>
              <a:pathLst>
                <a:path w="59604" h="79083">
                  <a:moveTo>
                    <a:pt x="0" y="0"/>
                  </a:moveTo>
                  <a:lnTo>
                    <a:pt x="59604" y="790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3" name="Candidate_receptor__3652">
              <a:extLst>
                <a:ext uri="{FF2B5EF4-FFF2-40B4-BE49-F238E27FC236}">
                  <a16:creationId xmlns:a16="http://schemas.microsoft.com/office/drawing/2014/main" id="{4AEB5077-A9F4-2EB2-CF8D-C36D26936571}"/>
                </a:ext>
              </a:extLst>
            </p:cNvPr>
            <p:cNvSpPr>
              <a:spLocks noGrp="1"/>
            </p:cNvSpPr>
            <p:nvPr/>
          </p:nvSpPr>
          <p:spPr>
            <a:xfrm>
              <a:off x="4887687" y="2996948"/>
              <a:ext cx="79631" cy="81986"/>
            </a:xfrm>
            <a:custGeom>
              <a:avLst/>
              <a:gdLst/>
              <a:ahLst/>
              <a:cxnLst/>
              <a:rect l="0" t="0" r="0" b="0"/>
              <a:pathLst>
                <a:path w="79631" h="81986">
                  <a:moveTo>
                    <a:pt x="0" y="0"/>
                  </a:moveTo>
                  <a:lnTo>
                    <a:pt x="79631" y="8198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4" name="Candidate_receptor__3653">
              <a:extLst>
                <a:ext uri="{FF2B5EF4-FFF2-40B4-BE49-F238E27FC236}">
                  <a16:creationId xmlns:a16="http://schemas.microsoft.com/office/drawing/2014/main" id="{86142211-89A5-2D8E-9491-3FC1679CE5B6}"/>
                </a:ext>
              </a:extLst>
            </p:cNvPr>
            <p:cNvSpPr>
              <a:spLocks noGrp="1"/>
            </p:cNvSpPr>
            <p:nvPr/>
          </p:nvSpPr>
          <p:spPr>
            <a:xfrm>
              <a:off x="4004869" y="2636799"/>
              <a:ext cx="24438" cy="99742"/>
            </a:xfrm>
            <a:custGeom>
              <a:avLst/>
              <a:gdLst/>
              <a:ahLst/>
              <a:cxnLst/>
              <a:rect l="0" t="0" r="0" b="0"/>
              <a:pathLst>
                <a:path w="24438" h="99742">
                  <a:moveTo>
                    <a:pt x="0" y="99742"/>
                  </a:moveTo>
                  <a:lnTo>
                    <a:pt x="2443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55" name="Candidate_receptor__3654">
              <a:extLst>
                <a:ext uri="{FF2B5EF4-FFF2-40B4-BE49-F238E27FC236}">
                  <a16:creationId xmlns:a16="http://schemas.microsoft.com/office/drawing/2014/main" id="{B5A57334-4C51-CCC5-A125-7B7353BAA123}"/>
                </a:ext>
              </a:extLst>
            </p:cNvPr>
            <p:cNvSpPr>
              <a:spLocks noGrp="1"/>
            </p:cNvSpPr>
            <p:nvPr/>
          </p:nvSpPr>
          <p:spPr>
            <a:xfrm>
              <a:off x="4626683" y="2879737"/>
              <a:ext cx="45474" cy="26245"/>
            </a:xfrm>
            <a:custGeom>
              <a:avLst/>
              <a:gdLst/>
              <a:ahLst/>
              <a:cxnLst/>
              <a:rect l="0" t="0" r="0" b="0"/>
              <a:pathLst>
                <a:path w="45474" h="26245">
                  <a:moveTo>
                    <a:pt x="0" y="26245"/>
                  </a:moveTo>
                  <a:lnTo>
                    <a:pt x="4547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6" name="Candidate_receptor__3655">
              <a:extLst>
                <a:ext uri="{FF2B5EF4-FFF2-40B4-BE49-F238E27FC236}">
                  <a16:creationId xmlns:a16="http://schemas.microsoft.com/office/drawing/2014/main" id="{31FD91A6-9E52-F4F9-70B2-B8BF247DFF8A}"/>
                </a:ext>
              </a:extLst>
            </p:cNvPr>
            <p:cNvSpPr>
              <a:spLocks noGrp="1"/>
            </p:cNvSpPr>
            <p:nvPr/>
          </p:nvSpPr>
          <p:spPr>
            <a:xfrm>
              <a:off x="5755325" y="3119888"/>
              <a:ext cx="29072" cy="43103"/>
            </a:xfrm>
            <a:custGeom>
              <a:avLst/>
              <a:gdLst/>
              <a:ahLst/>
              <a:cxnLst/>
              <a:rect l="0" t="0" r="0" b="0"/>
              <a:pathLst>
                <a:path w="29072" h="43103">
                  <a:moveTo>
                    <a:pt x="0" y="0"/>
                  </a:moveTo>
                  <a:lnTo>
                    <a:pt x="29072" y="4310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7" name="Candidate_receptor__3656">
              <a:extLst>
                <a:ext uri="{FF2B5EF4-FFF2-40B4-BE49-F238E27FC236}">
                  <a16:creationId xmlns:a16="http://schemas.microsoft.com/office/drawing/2014/main" id="{C327FE59-B525-05DB-346F-20CCD31CA315}"/>
                </a:ext>
              </a:extLst>
            </p:cNvPr>
            <p:cNvSpPr>
              <a:spLocks noGrp="1"/>
            </p:cNvSpPr>
            <p:nvPr/>
          </p:nvSpPr>
          <p:spPr>
            <a:xfrm>
              <a:off x="3707633" y="3145575"/>
              <a:ext cx="26175" cy="104561"/>
            </a:xfrm>
            <a:custGeom>
              <a:avLst/>
              <a:gdLst/>
              <a:ahLst/>
              <a:cxnLst/>
              <a:rect l="0" t="0" r="0" b="0"/>
              <a:pathLst>
                <a:path w="26175" h="104561">
                  <a:moveTo>
                    <a:pt x="0" y="0"/>
                  </a:moveTo>
                  <a:lnTo>
                    <a:pt x="26175" y="104561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58" name="Candidate_receptor__3657">
              <a:extLst>
                <a:ext uri="{FF2B5EF4-FFF2-40B4-BE49-F238E27FC236}">
                  <a16:creationId xmlns:a16="http://schemas.microsoft.com/office/drawing/2014/main" id="{7A3C4AD4-FFBD-3AAA-7D18-B1A2DEB484F6}"/>
                </a:ext>
              </a:extLst>
            </p:cNvPr>
            <p:cNvSpPr>
              <a:spLocks noGrp="1"/>
            </p:cNvSpPr>
            <p:nvPr/>
          </p:nvSpPr>
          <p:spPr>
            <a:xfrm>
              <a:off x="4286007" y="3337140"/>
              <a:ext cx="97956" cy="17861"/>
            </a:xfrm>
            <a:custGeom>
              <a:avLst/>
              <a:gdLst/>
              <a:ahLst/>
              <a:cxnLst/>
              <a:rect l="0" t="0" r="0" b="0"/>
              <a:pathLst>
                <a:path w="97956" h="17861">
                  <a:moveTo>
                    <a:pt x="0" y="17861"/>
                  </a:moveTo>
                  <a:lnTo>
                    <a:pt x="9795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59" name="Candidate_receptor__3658">
              <a:extLst>
                <a:ext uri="{FF2B5EF4-FFF2-40B4-BE49-F238E27FC236}">
                  <a16:creationId xmlns:a16="http://schemas.microsoft.com/office/drawing/2014/main" id="{B0F0E15F-FAC7-F7C0-BB67-5BF061D10275}"/>
                </a:ext>
              </a:extLst>
            </p:cNvPr>
            <p:cNvSpPr>
              <a:spLocks noGrp="1"/>
            </p:cNvSpPr>
            <p:nvPr/>
          </p:nvSpPr>
          <p:spPr>
            <a:xfrm>
              <a:off x="5004329" y="2575512"/>
              <a:ext cx="30713" cy="25994"/>
            </a:xfrm>
            <a:custGeom>
              <a:avLst/>
              <a:gdLst/>
              <a:ahLst/>
              <a:cxnLst/>
              <a:rect l="0" t="0" r="0" b="0"/>
              <a:pathLst>
                <a:path w="30713" h="25994">
                  <a:moveTo>
                    <a:pt x="0" y="25994"/>
                  </a:moveTo>
                  <a:lnTo>
                    <a:pt x="3071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0" name="Candidate_receptor__3659">
              <a:extLst>
                <a:ext uri="{FF2B5EF4-FFF2-40B4-BE49-F238E27FC236}">
                  <a16:creationId xmlns:a16="http://schemas.microsoft.com/office/drawing/2014/main" id="{D8ABC0E3-7BF6-3DB4-924E-30C6ADD6FE99}"/>
                </a:ext>
              </a:extLst>
            </p:cNvPr>
            <p:cNvSpPr>
              <a:spLocks noGrp="1"/>
            </p:cNvSpPr>
            <p:nvPr/>
          </p:nvSpPr>
          <p:spPr>
            <a:xfrm>
              <a:off x="5305937" y="2264977"/>
              <a:ext cx="84148" cy="33268"/>
            </a:xfrm>
            <a:custGeom>
              <a:avLst/>
              <a:gdLst/>
              <a:ahLst/>
              <a:cxnLst/>
              <a:rect l="0" t="0" r="0" b="0"/>
              <a:pathLst>
                <a:path w="84148" h="33268">
                  <a:moveTo>
                    <a:pt x="0" y="0"/>
                  </a:moveTo>
                  <a:lnTo>
                    <a:pt x="84148" y="3326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1" name="Candidate_receptor__3660">
              <a:extLst>
                <a:ext uri="{FF2B5EF4-FFF2-40B4-BE49-F238E27FC236}">
                  <a16:creationId xmlns:a16="http://schemas.microsoft.com/office/drawing/2014/main" id="{2CA09CEE-185D-C83A-BE70-80F541156481}"/>
                </a:ext>
              </a:extLst>
            </p:cNvPr>
            <p:cNvSpPr>
              <a:spLocks noGrp="1"/>
            </p:cNvSpPr>
            <p:nvPr/>
          </p:nvSpPr>
          <p:spPr>
            <a:xfrm>
              <a:off x="4499169" y="3050080"/>
              <a:ext cx="20853" cy="78437"/>
            </a:xfrm>
            <a:custGeom>
              <a:avLst/>
              <a:gdLst/>
              <a:ahLst/>
              <a:cxnLst/>
              <a:rect l="0" t="0" r="0" b="0"/>
              <a:pathLst>
                <a:path w="20853" h="78437">
                  <a:moveTo>
                    <a:pt x="20853" y="784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2" name="Candidate_receptor__3661">
              <a:extLst>
                <a:ext uri="{FF2B5EF4-FFF2-40B4-BE49-F238E27FC236}">
                  <a16:creationId xmlns:a16="http://schemas.microsoft.com/office/drawing/2014/main" id="{E14960CB-6EF9-D008-400B-E61E237EA254}"/>
                </a:ext>
              </a:extLst>
            </p:cNvPr>
            <p:cNvSpPr>
              <a:spLocks noGrp="1"/>
            </p:cNvSpPr>
            <p:nvPr/>
          </p:nvSpPr>
          <p:spPr>
            <a:xfrm>
              <a:off x="5163844" y="2015778"/>
              <a:ext cx="11025" cy="114132"/>
            </a:xfrm>
            <a:custGeom>
              <a:avLst/>
              <a:gdLst/>
              <a:ahLst/>
              <a:cxnLst/>
              <a:rect l="0" t="0" r="0" b="0"/>
              <a:pathLst>
                <a:path w="11025" h="114132">
                  <a:moveTo>
                    <a:pt x="11025" y="0"/>
                  </a:moveTo>
                  <a:lnTo>
                    <a:pt x="0" y="114132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3" name="Candidate_receptor__3662">
              <a:extLst>
                <a:ext uri="{FF2B5EF4-FFF2-40B4-BE49-F238E27FC236}">
                  <a16:creationId xmlns:a16="http://schemas.microsoft.com/office/drawing/2014/main" id="{48575204-7430-4055-0515-A6204620E6CB}"/>
                </a:ext>
              </a:extLst>
            </p:cNvPr>
            <p:cNvSpPr>
              <a:spLocks noGrp="1"/>
            </p:cNvSpPr>
            <p:nvPr/>
          </p:nvSpPr>
          <p:spPr>
            <a:xfrm>
              <a:off x="4533655" y="3790896"/>
              <a:ext cx="67880" cy="66737"/>
            </a:xfrm>
            <a:custGeom>
              <a:avLst/>
              <a:gdLst/>
              <a:ahLst/>
              <a:cxnLst/>
              <a:rect l="0" t="0" r="0" b="0"/>
              <a:pathLst>
                <a:path w="67880" h="66737">
                  <a:moveTo>
                    <a:pt x="67880" y="0"/>
                  </a:moveTo>
                  <a:lnTo>
                    <a:pt x="0" y="66737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4" name="Candidate_receptor__3663">
              <a:extLst>
                <a:ext uri="{FF2B5EF4-FFF2-40B4-BE49-F238E27FC236}">
                  <a16:creationId xmlns:a16="http://schemas.microsoft.com/office/drawing/2014/main" id="{869638AF-3864-A888-B0B0-CD1CD3B025DB}"/>
                </a:ext>
              </a:extLst>
            </p:cNvPr>
            <p:cNvSpPr>
              <a:spLocks noGrp="1"/>
            </p:cNvSpPr>
            <p:nvPr/>
          </p:nvSpPr>
          <p:spPr>
            <a:xfrm>
              <a:off x="4263612" y="3355002"/>
              <a:ext cx="22396" cy="103107"/>
            </a:xfrm>
            <a:custGeom>
              <a:avLst/>
              <a:gdLst/>
              <a:ahLst/>
              <a:cxnLst/>
              <a:rect l="0" t="0" r="0" b="0"/>
              <a:pathLst>
                <a:path w="22396" h="103107">
                  <a:moveTo>
                    <a:pt x="0" y="103107"/>
                  </a:moveTo>
                  <a:lnTo>
                    <a:pt x="2239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5" name="Candidate_receptor__3664">
              <a:extLst>
                <a:ext uri="{FF2B5EF4-FFF2-40B4-BE49-F238E27FC236}">
                  <a16:creationId xmlns:a16="http://schemas.microsoft.com/office/drawing/2014/main" id="{72FFF606-4900-7B0A-FB7A-C4F92AC3E851}"/>
                </a:ext>
              </a:extLst>
            </p:cNvPr>
            <p:cNvSpPr>
              <a:spLocks noGrp="1"/>
            </p:cNvSpPr>
            <p:nvPr/>
          </p:nvSpPr>
          <p:spPr>
            <a:xfrm>
              <a:off x="3856392" y="2439125"/>
              <a:ext cx="25246" cy="26255"/>
            </a:xfrm>
            <a:custGeom>
              <a:avLst/>
              <a:gdLst/>
              <a:ahLst/>
              <a:cxnLst/>
              <a:rect l="0" t="0" r="0" b="0"/>
              <a:pathLst>
                <a:path w="25246" h="26255">
                  <a:moveTo>
                    <a:pt x="0" y="0"/>
                  </a:moveTo>
                  <a:lnTo>
                    <a:pt x="25246" y="26255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66" name="Candidate_receptor__3665">
              <a:extLst>
                <a:ext uri="{FF2B5EF4-FFF2-40B4-BE49-F238E27FC236}">
                  <a16:creationId xmlns:a16="http://schemas.microsoft.com/office/drawing/2014/main" id="{22B08D1E-B390-FE20-5AA8-510D58D369A3}"/>
                </a:ext>
              </a:extLst>
            </p:cNvPr>
            <p:cNvSpPr>
              <a:spLocks noGrp="1"/>
            </p:cNvSpPr>
            <p:nvPr/>
          </p:nvSpPr>
          <p:spPr>
            <a:xfrm>
              <a:off x="5872387" y="2531537"/>
              <a:ext cx="31383" cy="18467"/>
            </a:xfrm>
            <a:custGeom>
              <a:avLst/>
              <a:gdLst/>
              <a:ahLst/>
              <a:cxnLst/>
              <a:rect l="0" t="0" r="0" b="0"/>
              <a:pathLst>
                <a:path w="31383" h="18467">
                  <a:moveTo>
                    <a:pt x="0" y="0"/>
                  </a:moveTo>
                  <a:lnTo>
                    <a:pt x="31383" y="1846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7" name="Candidate_receptor__3666">
              <a:extLst>
                <a:ext uri="{FF2B5EF4-FFF2-40B4-BE49-F238E27FC236}">
                  <a16:creationId xmlns:a16="http://schemas.microsoft.com/office/drawing/2014/main" id="{B4131A21-85C8-93CB-67DB-7644AFEFE743}"/>
                </a:ext>
              </a:extLst>
            </p:cNvPr>
            <p:cNvSpPr>
              <a:spLocks noGrp="1"/>
            </p:cNvSpPr>
            <p:nvPr/>
          </p:nvSpPr>
          <p:spPr>
            <a:xfrm>
              <a:off x="4277856" y="3187363"/>
              <a:ext cx="89020" cy="22744"/>
            </a:xfrm>
            <a:custGeom>
              <a:avLst/>
              <a:gdLst/>
              <a:ahLst/>
              <a:cxnLst/>
              <a:rect l="0" t="0" r="0" b="0"/>
              <a:pathLst>
                <a:path w="89020" h="22744">
                  <a:moveTo>
                    <a:pt x="0" y="22744"/>
                  </a:moveTo>
                  <a:lnTo>
                    <a:pt x="8902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8" name="Candidate_receptor__3667">
              <a:extLst>
                <a:ext uri="{FF2B5EF4-FFF2-40B4-BE49-F238E27FC236}">
                  <a16:creationId xmlns:a16="http://schemas.microsoft.com/office/drawing/2014/main" id="{1792E9AA-B0A1-2D2D-F072-6CD444937C10}"/>
                </a:ext>
              </a:extLst>
            </p:cNvPr>
            <p:cNvSpPr>
              <a:spLocks noGrp="1"/>
            </p:cNvSpPr>
            <p:nvPr/>
          </p:nvSpPr>
          <p:spPr>
            <a:xfrm>
              <a:off x="4771122" y="2792359"/>
              <a:ext cx="65998" cy="22634"/>
            </a:xfrm>
            <a:custGeom>
              <a:avLst/>
              <a:gdLst/>
              <a:ahLst/>
              <a:cxnLst/>
              <a:rect l="0" t="0" r="0" b="0"/>
              <a:pathLst>
                <a:path w="65998" h="22634">
                  <a:moveTo>
                    <a:pt x="0" y="0"/>
                  </a:moveTo>
                  <a:lnTo>
                    <a:pt x="65998" y="2263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69" name="Candidate_receptor__3668">
              <a:extLst>
                <a:ext uri="{FF2B5EF4-FFF2-40B4-BE49-F238E27FC236}">
                  <a16:creationId xmlns:a16="http://schemas.microsoft.com/office/drawing/2014/main" id="{3039CE4B-95B1-4A41-4A7A-1AFECF6A3120}"/>
                </a:ext>
              </a:extLst>
            </p:cNvPr>
            <p:cNvSpPr>
              <a:spLocks noGrp="1"/>
            </p:cNvSpPr>
            <p:nvPr/>
          </p:nvSpPr>
          <p:spPr>
            <a:xfrm>
              <a:off x="5269135" y="2170806"/>
              <a:ext cx="36802" cy="94170"/>
            </a:xfrm>
            <a:custGeom>
              <a:avLst/>
              <a:gdLst/>
              <a:ahLst/>
              <a:cxnLst/>
              <a:rect l="0" t="0" r="0" b="0"/>
              <a:pathLst>
                <a:path w="36802" h="94170">
                  <a:moveTo>
                    <a:pt x="0" y="0"/>
                  </a:moveTo>
                  <a:lnTo>
                    <a:pt x="36802" y="9417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0" name="Candidate_receptor__3669">
              <a:extLst>
                <a:ext uri="{FF2B5EF4-FFF2-40B4-BE49-F238E27FC236}">
                  <a16:creationId xmlns:a16="http://schemas.microsoft.com/office/drawing/2014/main" id="{C6C36EF6-52A4-5087-DB21-CD9FB68BA618}"/>
                </a:ext>
              </a:extLst>
            </p:cNvPr>
            <p:cNvSpPr>
              <a:spLocks noGrp="1"/>
            </p:cNvSpPr>
            <p:nvPr/>
          </p:nvSpPr>
          <p:spPr>
            <a:xfrm>
              <a:off x="4496489" y="2662962"/>
              <a:ext cx="40678" cy="107624"/>
            </a:xfrm>
            <a:custGeom>
              <a:avLst/>
              <a:gdLst/>
              <a:ahLst/>
              <a:cxnLst/>
              <a:rect l="0" t="0" r="0" b="0"/>
              <a:pathLst>
                <a:path w="40678" h="107624">
                  <a:moveTo>
                    <a:pt x="40678" y="1076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1" name="Candidate_receptor__3670">
              <a:extLst>
                <a:ext uri="{FF2B5EF4-FFF2-40B4-BE49-F238E27FC236}">
                  <a16:creationId xmlns:a16="http://schemas.microsoft.com/office/drawing/2014/main" id="{F96186D9-73A2-5B23-EDE0-DA9527231E54}"/>
                </a:ext>
              </a:extLst>
            </p:cNvPr>
            <p:cNvSpPr>
              <a:spLocks noGrp="1"/>
            </p:cNvSpPr>
            <p:nvPr/>
          </p:nvSpPr>
          <p:spPr>
            <a:xfrm>
              <a:off x="5692506" y="2113263"/>
              <a:ext cx="105699" cy="45567"/>
            </a:xfrm>
            <a:custGeom>
              <a:avLst/>
              <a:gdLst/>
              <a:ahLst/>
              <a:cxnLst/>
              <a:rect l="0" t="0" r="0" b="0"/>
              <a:pathLst>
                <a:path w="105699" h="45567">
                  <a:moveTo>
                    <a:pt x="105699" y="0"/>
                  </a:moveTo>
                  <a:lnTo>
                    <a:pt x="0" y="4556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2" name="Candidate_receptor__3671">
              <a:extLst>
                <a:ext uri="{FF2B5EF4-FFF2-40B4-BE49-F238E27FC236}">
                  <a16:creationId xmlns:a16="http://schemas.microsoft.com/office/drawing/2014/main" id="{D65D185C-37A5-04A6-CBD8-5CE243861FC2}"/>
                </a:ext>
              </a:extLst>
            </p:cNvPr>
            <p:cNvSpPr>
              <a:spLocks noGrp="1"/>
            </p:cNvSpPr>
            <p:nvPr/>
          </p:nvSpPr>
          <p:spPr>
            <a:xfrm>
              <a:off x="5575414" y="1739916"/>
              <a:ext cx="59391" cy="87555"/>
            </a:xfrm>
            <a:custGeom>
              <a:avLst/>
              <a:gdLst/>
              <a:ahLst/>
              <a:cxnLst/>
              <a:rect l="0" t="0" r="0" b="0"/>
              <a:pathLst>
                <a:path w="59391" h="87555">
                  <a:moveTo>
                    <a:pt x="0" y="0"/>
                  </a:moveTo>
                  <a:lnTo>
                    <a:pt x="59391" y="8755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3" name="Candidate_receptor__3672">
              <a:extLst>
                <a:ext uri="{FF2B5EF4-FFF2-40B4-BE49-F238E27FC236}">
                  <a16:creationId xmlns:a16="http://schemas.microsoft.com/office/drawing/2014/main" id="{7581DA48-4F71-FD11-20F8-E1FDC4089ADC}"/>
                </a:ext>
              </a:extLst>
            </p:cNvPr>
            <p:cNvSpPr>
              <a:spLocks noGrp="1"/>
            </p:cNvSpPr>
            <p:nvPr/>
          </p:nvSpPr>
          <p:spPr>
            <a:xfrm>
              <a:off x="4029307" y="2560735"/>
              <a:ext cx="83670" cy="76064"/>
            </a:xfrm>
            <a:custGeom>
              <a:avLst/>
              <a:gdLst/>
              <a:ahLst/>
              <a:cxnLst/>
              <a:rect l="0" t="0" r="0" b="0"/>
              <a:pathLst>
                <a:path w="83670" h="76064">
                  <a:moveTo>
                    <a:pt x="0" y="76064"/>
                  </a:moveTo>
                  <a:lnTo>
                    <a:pt x="8367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4" name="Candidate_receptor__3673">
              <a:extLst>
                <a:ext uri="{FF2B5EF4-FFF2-40B4-BE49-F238E27FC236}">
                  <a16:creationId xmlns:a16="http://schemas.microsoft.com/office/drawing/2014/main" id="{FBC58F2E-ADEF-7197-D1A2-6E2BAFB1949D}"/>
                </a:ext>
              </a:extLst>
            </p:cNvPr>
            <p:cNvSpPr>
              <a:spLocks noGrp="1"/>
            </p:cNvSpPr>
            <p:nvPr/>
          </p:nvSpPr>
          <p:spPr>
            <a:xfrm>
              <a:off x="5953116" y="1938974"/>
              <a:ext cx="74606" cy="58578"/>
            </a:xfrm>
            <a:custGeom>
              <a:avLst/>
              <a:gdLst/>
              <a:ahLst/>
              <a:cxnLst/>
              <a:rect l="0" t="0" r="0" b="0"/>
              <a:pathLst>
                <a:path w="74606" h="58578">
                  <a:moveTo>
                    <a:pt x="74606" y="0"/>
                  </a:moveTo>
                  <a:lnTo>
                    <a:pt x="0" y="5857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5" name="Candidate_receptor__3674">
              <a:extLst>
                <a:ext uri="{FF2B5EF4-FFF2-40B4-BE49-F238E27FC236}">
                  <a16:creationId xmlns:a16="http://schemas.microsoft.com/office/drawing/2014/main" id="{A00DDF53-095F-3265-F575-0B1C4E5E4E40}"/>
                </a:ext>
              </a:extLst>
            </p:cNvPr>
            <p:cNvSpPr>
              <a:spLocks noGrp="1"/>
            </p:cNvSpPr>
            <p:nvPr/>
          </p:nvSpPr>
          <p:spPr>
            <a:xfrm>
              <a:off x="4837120" y="2814993"/>
              <a:ext cx="86327" cy="29264"/>
            </a:xfrm>
            <a:custGeom>
              <a:avLst/>
              <a:gdLst/>
              <a:ahLst/>
              <a:cxnLst/>
              <a:rect l="0" t="0" r="0" b="0"/>
              <a:pathLst>
                <a:path w="86327" h="29264">
                  <a:moveTo>
                    <a:pt x="0" y="0"/>
                  </a:moveTo>
                  <a:lnTo>
                    <a:pt x="86327" y="2926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6" name="Candidate_receptor__3675">
              <a:extLst>
                <a:ext uri="{FF2B5EF4-FFF2-40B4-BE49-F238E27FC236}">
                  <a16:creationId xmlns:a16="http://schemas.microsoft.com/office/drawing/2014/main" id="{C953AB8A-7F2F-99D4-D4A4-19075FBD6B8B}"/>
                </a:ext>
              </a:extLst>
            </p:cNvPr>
            <p:cNvSpPr>
              <a:spLocks noGrp="1"/>
            </p:cNvSpPr>
            <p:nvPr/>
          </p:nvSpPr>
          <p:spPr>
            <a:xfrm>
              <a:off x="4605674" y="3006437"/>
              <a:ext cx="39341" cy="11812"/>
            </a:xfrm>
            <a:custGeom>
              <a:avLst/>
              <a:gdLst/>
              <a:ahLst/>
              <a:cxnLst/>
              <a:rect l="0" t="0" r="0" b="0"/>
              <a:pathLst>
                <a:path w="39341" h="11812">
                  <a:moveTo>
                    <a:pt x="0" y="0"/>
                  </a:moveTo>
                  <a:lnTo>
                    <a:pt x="39341" y="1181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7" name="Candidate_receptor__3676">
              <a:extLst>
                <a:ext uri="{FF2B5EF4-FFF2-40B4-BE49-F238E27FC236}">
                  <a16:creationId xmlns:a16="http://schemas.microsoft.com/office/drawing/2014/main" id="{A606A6AF-3F8A-A552-C60E-E8BF663397D9}"/>
                </a:ext>
              </a:extLst>
            </p:cNvPr>
            <p:cNvSpPr>
              <a:spLocks noGrp="1"/>
            </p:cNvSpPr>
            <p:nvPr/>
          </p:nvSpPr>
          <p:spPr>
            <a:xfrm>
              <a:off x="5998619" y="2260197"/>
              <a:ext cx="47583" cy="62311"/>
            </a:xfrm>
            <a:custGeom>
              <a:avLst/>
              <a:gdLst/>
              <a:ahLst/>
              <a:cxnLst/>
              <a:rect l="0" t="0" r="0" b="0"/>
              <a:pathLst>
                <a:path w="47583" h="62311">
                  <a:moveTo>
                    <a:pt x="47583" y="623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78" name="Candidate_receptor__3677">
              <a:extLst>
                <a:ext uri="{FF2B5EF4-FFF2-40B4-BE49-F238E27FC236}">
                  <a16:creationId xmlns:a16="http://schemas.microsoft.com/office/drawing/2014/main" id="{AD41A697-27EE-E98C-9287-E26849FCFADF}"/>
                </a:ext>
              </a:extLst>
            </p:cNvPr>
            <p:cNvSpPr>
              <a:spLocks noGrp="1"/>
            </p:cNvSpPr>
            <p:nvPr/>
          </p:nvSpPr>
          <p:spPr>
            <a:xfrm>
              <a:off x="4553197" y="3632660"/>
              <a:ext cx="100463" cy="54413"/>
            </a:xfrm>
            <a:custGeom>
              <a:avLst/>
              <a:gdLst/>
              <a:ahLst/>
              <a:cxnLst/>
              <a:rect l="0" t="0" r="0" b="0"/>
              <a:pathLst>
                <a:path w="100463" h="54413">
                  <a:moveTo>
                    <a:pt x="100463" y="0"/>
                  </a:moveTo>
                  <a:lnTo>
                    <a:pt x="0" y="54413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79" name="Candidate_receptor__3678">
              <a:extLst>
                <a:ext uri="{FF2B5EF4-FFF2-40B4-BE49-F238E27FC236}">
                  <a16:creationId xmlns:a16="http://schemas.microsoft.com/office/drawing/2014/main" id="{00625116-653C-9175-32D2-D27A072A9667}"/>
                </a:ext>
              </a:extLst>
            </p:cNvPr>
            <p:cNvSpPr>
              <a:spLocks noGrp="1"/>
            </p:cNvSpPr>
            <p:nvPr/>
          </p:nvSpPr>
          <p:spPr>
            <a:xfrm>
              <a:off x="4990336" y="3296928"/>
              <a:ext cx="82271" cy="68099"/>
            </a:xfrm>
            <a:custGeom>
              <a:avLst/>
              <a:gdLst/>
              <a:ahLst/>
              <a:cxnLst/>
              <a:rect l="0" t="0" r="0" b="0"/>
              <a:pathLst>
                <a:path w="82271" h="68099">
                  <a:moveTo>
                    <a:pt x="0" y="0"/>
                  </a:moveTo>
                  <a:lnTo>
                    <a:pt x="82271" y="6809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80" name="Candidate_receptor__3679">
              <a:extLst>
                <a:ext uri="{FF2B5EF4-FFF2-40B4-BE49-F238E27FC236}">
                  <a16:creationId xmlns:a16="http://schemas.microsoft.com/office/drawing/2014/main" id="{3D9657C5-A669-571C-9A06-65CFDAF210D8}"/>
                </a:ext>
              </a:extLst>
            </p:cNvPr>
            <p:cNvSpPr>
              <a:spLocks noGrp="1"/>
            </p:cNvSpPr>
            <p:nvPr/>
          </p:nvSpPr>
          <p:spPr>
            <a:xfrm>
              <a:off x="5287768" y="2008970"/>
              <a:ext cx="69728" cy="805"/>
            </a:xfrm>
            <a:custGeom>
              <a:avLst/>
              <a:gdLst/>
              <a:ahLst/>
              <a:cxnLst/>
              <a:rect l="0" t="0" r="0" b="0"/>
              <a:pathLst>
                <a:path w="69728" h="805">
                  <a:moveTo>
                    <a:pt x="69728" y="8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3681" name="Candidate_receptor__3680">
              <a:extLst>
                <a:ext uri="{FF2B5EF4-FFF2-40B4-BE49-F238E27FC236}">
                  <a16:creationId xmlns:a16="http://schemas.microsoft.com/office/drawing/2014/main" id="{F79D2A15-B99D-E03D-7C85-F31AA82798AC}"/>
                </a:ext>
              </a:extLst>
            </p:cNvPr>
            <p:cNvSpPr>
              <a:spLocks noGrp="1"/>
            </p:cNvSpPr>
            <p:nvPr/>
          </p:nvSpPr>
          <p:spPr>
            <a:xfrm>
              <a:off x="4900155" y="2679779"/>
              <a:ext cx="95624" cy="49613"/>
            </a:xfrm>
            <a:custGeom>
              <a:avLst/>
              <a:gdLst/>
              <a:ahLst/>
              <a:cxnLst/>
              <a:rect l="0" t="0" r="0" b="0"/>
              <a:pathLst>
                <a:path w="95624" h="49613">
                  <a:moveTo>
                    <a:pt x="0" y="0"/>
                  </a:moveTo>
                  <a:lnTo>
                    <a:pt x="95624" y="4961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3682" name="Candidate_receptor__3681">
              <a:extLst>
                <a:ext uri="{FF2B5EF4-FFF2-40B4-BE49-F238E27FC236}">
                  <a16:creationId xmlns:a16="http://schemas.microsoft.com/office/drawing/2014/main" id="{54896A55-5D7F-C9AA-76A5-D3C7784DB11D}"/>
                </a:ext>
              </a:extLst>
            </p:cNvPr>
            <p:cNvSpPr>
              <a:spLocks noGrp="1"/>
            </p:cNvSpPr>
            <p:nvPr/>
          </p:nvSpPr>
          <p:spPr>
            <a:xfrm>
              <a:off x="5139806" y="2558936"/>
              <a:ext cx="89368" cy="62885"/>
            </a:xfrm>
            <a:custGeom>
              <a:avLst/>
              <a:gdLst/>
              <a:ahLst/>
              <a:cxnLst/>
              <a:rect l="0" t="0" r="0" b="0"/>
              <a:pathLst>
                <a:path w="89368" h="62885">
                  <a:moveTo>
                    <a:pt x="0" y="62885"/>
                  </a:moveTo>
                  <a:lnTo>
                    <a:pt x="89368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3" name="Candidate_receptor__3682">
              <a:extLst>
                <a:ext uri="{FF2B5EF4-FFF2-40B4-BE49-F238E27FC236}">
                  <a16:creationId xmlns:a16="http://schemas.microsoft.com/office/drawing/2014/main" id="{A2E43CD0-F6C7-2FE0-CAE0-D5E48035FDAA}"/>
                </a:ext>
              </a:extLst>
            </p:cNvPr>
            <p:cNvSpPr>
              <a:spLocks noGrp="1"/>
            </p:cNvSpPr>
            <p:nvPr/>
          </p:nvSpPr>
          <p:spPr>
            <a:xfrm>
              <a:off x="3724152" y="2520007"/>
              <a:ext cx="80704" cy="75679"/>
            </a:xfrm>
            <a:custGeom>
              <a:avLst/>
              <a:gdLst/>
              <a:ahLst/>
              <a:cxnLst/>
              <a:rect l="0" t="0" r="0" b="0"/>
              <a:pathLst>
                <a:path w="80704" h="75679">
                  <a:moveTo>
                    <a:pt x="0" y="0"/>
                  </a:moveTo>
                  <a:lnTo>
                    <a:pt x="80704" y="7567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4" name="Candidate_receptor__3683">
              <a:extLst>
                <a:ext uri="{FF2B5EF4-FFF2-40B4-BE49-F238E27FC236}">
                  <a16:creationId xmlns:a16="http://schemas.microsoft.com/office/drawing/2014/main" id="{E5C71A88-2E3A-065B-E980-FF3B29957DAD}"/>
                </a:ext>
              </a:extLst>
            </p:cNvPr>
            <p:cNvSpPr>
              <a:spLocks noGrp="1"/>
            </p:cNvSpPr>
            <p:nvPr/>
          </p:nvSpPr>
          <p:spPr>
            <a:xfrm>
              <a:off x="5269479" y="2855415"/>
              <a:ext cx="20585" cy="83720"/>
            </a:xfrm>
            <a:custGeom>
              <a:avLst/>
              <a:gdLst/>
              <a:ahLst/>
              <a:cxnLst/>
              <a:rect l="0" t="0" r="0" b="0"/>
              <a:pathLst>
                <a:path w="20585" h="83720">
                  <a:moveTo>
                    <a:pt x="20585" y="0"/>
                  </a:moveTo>
                  <a:lnTo>
                    <a:pt x="0" y="8372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5" name="Candidate_receptor__3684">
              <a:extLst>
                <a:ext uri="{FF2B5EF4-FFF2-40B4-BE49-F238E27FC236}">
                  <a16:creationId xmlns:a16="http://schemas.microsoft.com/office/drawing/2014/main" id="{E8E48E36-17F5-CEE7-C274-408C83CD18FA}"/>
                </a:ext>
              </a:extLst>
            </p:cNvPr>
            <p:cNvSpPr>
              <a:spLocks noGrp="1"/>
            </p:cNvSpPr>
            <p:nvPr/>
          </p:nvSpPr>
          <p:spPr>
            <a:xfrm>
              <a:off x="5991659" y="2440671"/>
              <a:ext cx="54979" cy="98059"/>
            </a:xfrm>
            <a:custGeom>
              <a:avLst/>
              <a:gdLst/>
              <a:ahLst/>
              <a:cxnLst/>
              <a:rect l="0" t="0" r="0" b="0"/>
              <a:pathLst>
                <a:path w="54979" h="98059">
                  <a:moveTo>
                    <a:pt x="0" y="0"/>
                  </a:moveTo>
                  <a:lnTo>
                    <a:pt x="54979" y="9805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6" name="Candidate_receptor__3685">
              <a:extLst>
                <a:ext uri="{FF2B5EF4-FFF2-40B4-BE49-F238E27FC236}">
                  <a16:creationId xmlns:a16="http://schemas.microsoft.com/office/drawing/2014/main" id="{1011DB5C-DD39-25C6-165A-351E298BFBFE}"/>
                </a:ext>
              </a:extLst>
            </p:cNvPr>
            <p:cNvSpPr>
              <a:spLocks noGrp="1"/>
            </p:cNvSpPr>
            <p:nvPr/>
          </p:nvSpPr>
          <p:spPr>
            <a:xfrm>
              <a:off x="4553197" y="3687073"/>
              <a:ext cx="48338" cy="103823"/>
            </a:xfrm>
            <a:custGeom>
              <a:avLst/>
              <a:gdLst/>
              <a:ahLst/>
              <a:cxnLst/>
              <a:rect l="0" t="0" r="0" b="0"/>
              <a:pathLst>
                <a:path w="48338" h="103823">
                  <a:moveTo>
                    <a:pt x="0" y="0"/>
                  </a:moveTo>
                  <a:lnTo>
                    <a:pt x="48338" y="103823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7" name="Candidate_receptor__3686">
              <a:extLst>
                <a:ext uri="{FF2B5EF4-FFF2-40B4-BE49-F238E27FC236}">
                  <a16:creationId xmlns:a16="http://schemas.microsoft.com/office/drawing/2014/main" id="{5D720612-13C0-BF8D-8B81-401BD27B0E73}"/>
                </a:ext>
              </a:extLst>
            </p:cNvPr>
            <p:cNvSpPr>
              <a:spLocks noGrp="1"/>
            </p:cNvSpPr>
            <p:nvPr/>
          </p:nvSpPr>
          <p:spPr>
            <a:xfrm>
              <a:off x="5120314" y="3223592"/>
              <a:ext cx="80097" cy="47672"/>
            </a:xfrm>
            <a:custGeom>
              <a:avLst/>
              <a:gdLst/>
              <a:ahLst/>
              <a:cxnLst/>
              <a:rect l="0" t="0" r="0" b="0"/>
              <a:pathLst>
                <a:path w="80097" h="47672">
                  <a:moveTo>
                    <a:pt x="0" y="0"/>
                  </a:moveTo>
                  <a:lnTo>
                    <a:pt x="80097" y="4767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88" name="Candidate_receptor__3687">
              <a:extLst>
                <a:ext uri="{FF2B5EF4-FFF2-40B4-BE49-F238E27FC236}">
                  <a16:creationId xmlns:a16="http://schemas.microsoft.com/office/drawing/2014/main" id="{AC8A6128-136F-2CDB-3664-34C721480AB5}"/>
                </a:ext>
              </a:extLst>
            </p:cNvPr>
            <p:cNvSpPr>
              <a:spLocks noGrp="1"/>
            </p:cNvSpPr>
            <p:nvPr/>
          </p:nvSpPr>
          <p:spPr>
            <a:xfrm>
              <a:off x="4378251" y="2570655"/>
              <a:ext cx="8765" cy="9006"/>
            </a:xfrm>
            <a:custGeom>
              <a:avLst/>
              <a:gdLst/>
              <a:ahLst/>
              <a:cxnLst/>
              <a:rect l="0" t="0" r="0" b="0"/>
              <a:pathLst>
                <a:path w="8765" h="9006">
                  <a:moveTo>
                    <a:pt x="8765" y="90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89" name="Candidate_receptor__3688">
              <a:extLst>
                <a:ext uri="{FF2B5EF4-FFF2-40B4-BE49-F238E27FC236}">
                  <a16:creationId xmlns:a16="http://schemas.microsoft.com/office/drawing/2014/main" id="{CAC23E32-D2A2-C126-3C72-BCE864290F60}"/>
                </a:ext>
              </a:extLst>
            </p:cNvPr>
            <p:cNvSpPr>
              <a:spLocks noGrp="1"/>
            </p:cNvSpPr>
            <p:nvPr/>
          </p:nvSpPr>
          <p:spPr>
            <a:xfrm>
              <a:off x="5615300" y="2082837"/>
              <a:ext cx="77205" cy="75993"/>
            </a:xfrm>
            <a:custGeom>
              <a:avLst/>
              <a:gdLst/>
              <a:ahLst/>
              <a:cxnLst/>
              <a:rect l="0" t="0" r="0" b="0"/>
              <a:pathLst>
                <a:path w="77205" h="75993">
                  <a:moveTo>
                    <a:pt x="77205" y="759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0" name="Candidate_receptor__3689">
              <a:extLst>
                <a:ext uri="{FF2B5EF4-FFF2-40B4-BE49-F238E27FC236}">
                  <a16:creationId xmlns:a16="http://schemas.microsoft.com/office/drawing/2014/main" id="{FD2E34B2-A21A-6126-7232-3C19D606A403}"/>
                </a:ext>
              </a:extLst>
            </p:cNvPr>
            <p:cNvSpPr>
              <a:spLocks noGrp="1"/>
            </p:cNvSpPr>
            <p:nvPr/>
          </p:nvSpPr>
          <p:spPr>
            <a:xfrm>
              <a:off x="3626737" y="2760720"/>
              <a:ext cx="99087" cy="58644"/>
            </a:xfrm>
            <a:custGeom>
              <a:avLst/>
              <a:gdLst/>
              <a:ahLst/>
              <a:cxnLst/>
              <a:rect l="0" t="0" r="0" b="0"/>
              <a:pathLst>
                <a:path w="99087" h="58644">
                  <a:moveTo>
                    <a:pt x="0" y="0"/>
                  </a:moveTo>
                  <a:lnTo>
                    <a:pt x="99087" y="5864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1" name="Candidate_receptor__3690">
              <a:extLst>
                <a:ext uri="{FF2B5EF4-FFF2-40B4-BE49-F238E27FC236}">
                  <a16:creationId xmlns:a16="http://schemas.microsoft.com/office/drawing/2014/main" id="{2072ABA9-F89B-0C33-7411-65AC428EFCCF}"/>
                </a:ext>
              </a:extLst>
            </p:cNvPr>
            <p:cNvSpPr>
              <a:spLocks noGrp="1"/>
            </p:cNvSpPr>
            <p:nvPr/>
          </p:nvSpPr>
          <p:spPr>
            <a:xfrm>
              <a:off x="4913548" y="3296928"/>
              <a:ext cx="76788" cy="85166"/>
            </a:xfrm>
            <a:custGeom>
              <a:avLst/>
              <a:gdLst/>
              <a:ahLst/>
              <a:cxnLst/>
              <a:rect l="0" t="0" r="0" b="0"/>
              <a:pathLst>
                <a:path w="76788" h="85166">
                  <a:moveTo>
                    <a:pt x="0" y="85166"/>
                  </a:moveTo>
                  <a:lnTo>
                    <a:pt x="76788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2" name="Candidate_receptor__3691">
              <a:extLst>
                <a:ext uri="{FF2B5EF4-FFF2-40B4-BE49-F238E27FC236}">
                  <a16:creationId xmlns:a16="http://schemas.microsoft.com/office/drawing/2014/main" id="{53356B0A-C62A-BA01-849F-2AF286E70293}"/>
                </a:ext>
              </a:extLst>
            </p:cNvPr>
            <p:cNvSpPr>
              <a:spLocks noGrp="1"/>
            </p:cNvSpPr>
            <p:nvPr/>
          </p:nvSpPr>
          <p:spPr>
            <a:xfrm>
              <a:off x="4672157" y="2879737"/>
              <a:ext cx="94903" cy="62980"/>
            </a:xfrm>
            <a:custGeom>
              <a:avLst/>
              <a:gdLst/>
              <a:ahLst/>
              <a:cxnLst/>
              <a:rect l="0" t="0" r="0" b="0"/>
              <a:pathLst>
                <a:path w="94903" h="62980">
                  <a:moveTo>
                    <a:pt x="0" y="0"/>
                  </a:moveTo>
                  <a:lnTo>
                    <a:pt x="94903" y="6298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3" name="Candidate_receptor__3692">
              <a:extLst>
                <a:ext uri="{FF2B5EF4-FFF2-40B4-BE49-F238E27FC236}">
                  <a16:creationId xmlns:a16="http://schemas.microsoft.com/office/drawing/2014/main" id="{E1178B9D-4F91-E967-0D7F-47975B824EF8}"/>
                </a:ext>
              </a:extLst>
            </p:cNvPr>
            <p:cNvSpPr>
              <a:spLocks noGrp="1"/>
            </p:cNvSpPr>
            <p:nvPr/>
          </p:nvSpPr>
          <p:spPr>
            <a:xfrm>
              <a:off x="4366876" y="3072618"/>
              <a:ext cx="1363" cy="114745"/>
            </a:xfrm>
            <a:custGeom>
              <a:avLst/>
              <a:gdLst/>
              <a:ahLst/>
              <a:cxnLst/>
              <a:rect l="0" t="0" r="0" b="0"/>
              <a:pathLst>
                <a:path w="1363" h="114745">
                  <a:moveTo>
                    <a:pt x="0" y="114745"/>
                  </a:moveTo>
                  <a:lnTo>
                    <a:pt x="136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4" name="Candidate_receptor__3693">
              <a:extLst>
                <a:ext uri="{FF2B5EF4-FFF2-40B4-BE49-F238E27FC236}">
                  <a16:creationId xmlns:a16="http://schemas.microsoft.com/office/drawing/2014/main" id="{D9AF5812-7E1E-ABBF-D349-904015304C3B}"/>
                </a:ext>
              </a:extLst>
            </p:cNvPr>
            <p:cNvSpPr>
              <a:spLocks noGrp="1"/>
            </p:cNvSpPr>
            <p:nvPr/>
          </p:nvSpPr>
          <p:spPr>
            <a:xfrm>
              <a:off x="5807179" y="2442393"/>
              <a:ext cx="65208" cy="89145"/>
            </a:xfrm>
            <a:custGeom>
              <a:avLst/>
              <a:gdLst/>
              <a:ahLst/>
              <a:cxnLst/>
              <a:rect l="0" t="0" r="0" b="0"/>
              <a:pathLst>
                <a:path w="65208" h="89145">
                  <a:moveTo>
                    <a:pt x="0" y="0"/>
                  </a:moveTo>
                  <a:lnTo>
                    <a:pt x="65208" y="8914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5" name="Candidate_receptor__3694">
              <a:extLst>
                <a:ext uri="{FF2B5EF4-FFF2-40B4-BE49-F238E27FC236}">
                  <a16:creationId xmlns:a16="http://schemas.microsoft.com/office/drawing/2014/main" id="{A5425FAE-931C-D376-BDEA-3EDDFB20F660}"/>
                </a:ext>
              </a:extLst>
            </p:cNvPr>
            <p:cNvSpPr>
              <a:spLocks noGrp="1"/>
            </p:cNvSpPr>
            <p:nvPr/>
          </p:nvSpPr>
          <p:spPr>
            <a:xfrm>
              <a:off x="5035042" y="2575512"/>
              <a:ext cx="104764" cy="46309"/>
            </a:xfrm>
            <a:custGeom>
              <a:avLst/>
              <a:gdLst/>
              <a:ahLst/>
              <a:cxnLst/>
              <a:rect l="0" t="0" r="0" b="0"/>
              <a:pathLst>
                <a:path w="104764" h="46309">
                  <a:moveTo>
                    <a:pt x="0" y="0"/>
                  </a:moveTo>
                  <a:lnTo>
                    <a:pt x="104764" y="4630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6" name="Candidate_receptor__3695">
              <a:extLst>
                <a:ext uri="{FF2B5EF4-FFF2-40B4-BE49-F238E27FC236}">
                  <a16:creationId xmlns:a16="http://schemas.microsoft.com/office/drawing/2014/main" id="{9C16ADD5-66C0-1ED2-7BE4-D4E074A3279F}"/>
                </a:ext>
              </a:extLst>
            </p:cNvPr>
            <p:cNvSpPr>
              <a:spLocks noGrp="1"/>
            </p:cNvSpPr>
            <p:nvPr/>
          </p:nvSpPr>
          <p:spPr>
            <a:xfrm>
              <a:off x="5357495" y="2009774"/>
              <a:ext cx="80426" cy="71791"/>
            </a:xfrm>
            <a:custGeom>
              <a:avLst/>
              <a:gdLst/>
              <a:ahLst/>
              <a:cxnLst/>
              <a:rect l="0" t="0" r="0" b="0"/>
              <a:pathLst>
                <a:path w="80426" h="71791">
                  <a:moveTo>
                    <a:pt x="80426" y="717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7" name="Candidate_receptor__3696">
              <a:extLst>
                <a:ext uri="{FF2B5EF4-FFF2-40B4-BE49-F238E27FC236}">
                  <a16:creationId xmlns:a16="http://schemas.microsoft.com/office/drawing/2014/main" id="{04B6CD6C-3738-FECD-5506-A48031B9A803}"/>
                </a:ext>
              </a:extLst>
            </p:cNvPr>
            <p:cNvSpPr>
              <a:spLocks noGrp="1"/>
            </p:cNvSpPr>
            <p:nvPr/>
          </p:nvSpPr>
          <p:spPr>
            <a:xfrm>
              <a:off x="4510359" y="2958322"/>
              <a:ext cx="95316" cy="48114"/>
            </a:xfrm>
            <a:custGeom>
              <a:avLst/>
              <a:gdLst/>
              <a:ahLst/>
              <a:cxnLst/>
              <a:rect l="0" t="0" r="0" b="0"/>
              <a:pathLst>
                <a:path w="95316" h="48114">
                  <a:moveTo>
                    <a:pt x="0" y="0"/>
                  </a:moveTo>
                  <a:lnTo>
                    <a:pt x="95316" y="4811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698" name="Candidate_receptor__3697">
              <a:extLst>
                <a:ext uri="{FF2B5EF4-FFF2-40B4-BE49-F238E27FC236}">
                  <a16:creationId xmlns:a16="http://schemas.microsoft.com/office/drawing/2014/main" id="{530CB6DE-9EE2-4B93-2790-10738E950C39}"/>
                </a:ext>
              </a:extLst>
            </p:cNvPr>
            <p:cNvSpPr>
              <a:spLocks noGrp="1"/>
            </p:cNvSpPr>
            <p:nvPr/>
          </p:nvSpPr>
          <p:spPr>
            <a:xfrm>
              <a:off x="3783033" y="2595686"/>
              <a:ext cx="21823" cy="80204"/>
            </a:xfrm>
            <a:custGeom>
              <a:avLst/>
              <a:gdLst/>
              <a:ahLst/>
              <a:cxnLst/>
              <a:rect l="0" t="0" r="0" b="0"/>
              <a:pathLst>
                <a:path w="21823" h="80204">
                  <a:moveTo>
                    <a:pt x="21823" y="0"/>
                  </a:moveTo>
                  <a:lnTo>
                    <a:pt x="0" y="8020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699" name="Candidate_receptor__3698">
              <a:extLst>
                <a:ext uri="{FF2B5EF4-FFF2-40B4-BE49-F238E27FC236}">
                  <a16:creationId xmlns:a16="http://schemas.microsoft.com/office/drawing/2014/main" id="{E5E66742-FBCF-23F1-D8A5-6AE5E1865739}"/>
                </a:ext>
              </a:extLst>
            </p:cNvPr>
            <p:cNvSpPr>
              <a:spLocks noGrp="1"/>
            </p:cNvSpPr>
            <p:nvPr/>
          </p:nvSpPr>
          <p:spPr>
            <a:xfrm>
              <a:off x="3725824" y="2819364"/>
              <a:ext cx="15619" cy="109018"/>
            </a:xfrm>
            <a:custGeom>
              <a:avLst/>
              <a:gdLst/>
              <a:ahLst/>
              <a:cxnLst/>
              <a:rect l="0" t="0" r="0" b="0"/>
              <a:pathLst>
                <a:path w="15619" h="109018">
                  <a:moveTo>
                    <a:pt x="0" y="0"/>
                  </a:moveTo>
                  <a:lnTo>
                    <a:pt x="15619" y="109018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0" name="Candidate_receptor__3699">
              <a:extLst>
                <a:ext uri="{FF2B5EF4-FFF2-40B4-BE49-F238E27FC236}">
                  <a16:creationId xmlns:a16="http://schemas.microsoft.com/office/drawing/2014/main" id="{B955BCE0-B4C4-66F7-0CDA-8517F2FB2FBE}"/>
                </a:ext>
              </a:extLst>
            </p:cNvPr>
            <p:cNvSpPr>
              <a:spLocks noGrp="1"/>
            </p:cNvSpPr>
            <p:nvPr/>
          </p:nvSpPr>
          <p:spPr>
            <a:xfrm>
              <a:off x="4537167" y="2728047"/>
              <a:ext cx="86494" cy="42538"/>
            </a:xfrm>
            <a:custGeom>
              <a:avLst/>
              <a:gdLst/>
              <a:ahLst/>
              <a:cxnLst/>
              <a:rect l="0" t="0" r="0" b="0"/>
              <a:pathLst>
                <a:path w="86494" h="42538">
                  <a:moveTo>
                    <a:pt x="86494" y="0"/>
                  </a:moveTo>
                  <a:lnTo>
                    <a:pt x="0" y="42538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1" name="Candidate_receptor__3700">
              <a:extLst>
                <a:ext uri="{FF2B5EF4-FFF2-40B4-BE49-F238E27FC236}">
                  <a16:creationId xmlns:a16="http://schemas.microsoft.com/office/drawing/2014/main" id="{699246DF-FE08-4C9E-96C5-63C6905B8CFD}"/>
                </a:ext>
              </a:extLst>
            </p:cNvPr>
            <p:cNvSpPr>
              <a:spLocks noGrp="1"/>
            </p:cNvSpPr>
            <p:nvPr/>
          </p:nvSpPr>
          <p:spPr>
            <a:xfrm>
              <a:off x="4112977" y="2560735"/>
              <a:ext cx="74991" cy="22109"/>
            </a:xfrm>
            <a:custGeom>
              <a:avLst/>
              <a:gdLst/>
              <a:ahLst/>
              <a:cxnLst/>
              <a:rect l="0" t="0" r="0" b="0"/>
              <a:pathLst>
                <a:path w="74991" h="22109">
                  <a:moveTo>
                    <a:pt x="0" y="0"/>
                  </a:moveTo>
                  <a:lnTo>
                    <a:pt x="74991" y="2210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2" name="Candidate_receptor__3701">
              <a:extLst>
                <a:ext uri="{FF2B5EF4-FFF2-40B4-BE49-F238E27FC236}">
                  <a16:creationId xmlns:a16="http://schemas.microsoft.com/office/drawing/2014/main" id="{82C5F184-B655-3FC5-9A61-0448DDBB2C98}"/>
                </a:ext>
              </a:extLst>
            </p:cNvPr>
            <p:cNvSpPr>
              <a:spLocks noGrp="1"/>
            </p:cNvSpPr>
            <p:nvPr/>
          </p:nvSpPr>
          <p:spPr>
            <a:xfrm>
              <a:off x="3733808" y="3250136"/>
              <a:ext cx="95402" cy="6089"/>
            </a:xfrm>
            <a:custGeom>
              <a:avLst/>
              <a:gdLst/>
              <a:ahLst/>
              <a:cxnLst/>
              <a:rect l="0" t="0" r="0" b="0"/>
              <a:pathLst>
                <a:path w="95402" h="6089">
                  <a:moveTo>
                    <a:pt x="0" y="0"/>
                  </a:moveTo>
                  <a:lnTo>
                    <a:pt x="95402" y="608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3" name="Candidate_receptor__3702">
              <a:extLst>
                <a:ext uri="{FF2B5EF4-FFF2-40B4-BE49-F238E27FC236}">
                  <a16:creationId xmlns:a16="http://schemas.microsoft.com/office/drawing/2014/main" id="{FB72BCFA-BA67-3994-5B97-12E627CC8122}"/>
                </a:ext>
              </a:extLst>
            </p:cNvPr>
            <p:cNvSpPr>
              <a:spLocks noGrp="1"/>
            </p:cNvSpPr>
            <p:nvPr/>
          </p:nvSpPr>
          <p:spPr>
            <a:xfrm>
              <a:off x="4367271" y="3469061"/>
              <a:ext cx="7059" cy="15686"/>
            </a:xfrm>
            <a:custGeom>
              <a:avLst/>
              <a:gdLst/>
              <a:ahLst/>
              <a:cxnLst/>
              <a:rect l="0" t="0" r="0" b="0"/>
              <a:pathLst>
                <a:path w="7059" h="15686">
                  <a:moveTo>
                    <a:pt x="0" y="0"/>
                  </a:moveTo>
                  <a:lnTo>
                    <a:pt x="7059" y="1568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4" name="Candidate_receptor__3703">
              <a:extLst>
                <a:ext uri="{FF2B5EF4-FFF2-40B4-BE49-F238E27FC236}">
                  <a16:creationId xmlns:a16="http://schemas.microsoft.com/office/drawing/2014/main" id="{6DE466F8-1A22-9309-1E13-D94E4B1B5F3C}"/>
                </a:ext>
              </a:extLst>
            </p:cNvPr>
            <p:cNvSpPr>
              <a:spLocks noGrp="1"/>
            </p:cNvSpPr>
            <p:nvPr/>
          </p:nvSpPr>
          <p:spPr>
            <a:xfrm>
              <a:off x="4913548" y="3382094"/>
              <a:ext cx="71525" cy="74673"/>
            </a:xfrm>
            <a:custGeom>
              <a:avLst/>
              <a:gdLst/>
              <a:ahLst/>
              <a:cxnLst/>
              <a:rect l="0" t="0" r="0" b="0"/>
              <a:pathLst>
                <a:path w="71525" h="74673">
                  <a:moveTo>
                    <a:pt x="71525" y="746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5" name="Candidate_receptor__3704">
              <a:extLst>
                <a:ext uri="{FF2B5EF4-FFF2-40B4-BE49-F238E27FC236}">
                  <a16:creationId xmlns:a16="http://schemas.microsoft.com/office/drawing/2014/main" id="{E148CD64-D752-8F18-77BC-333EDF5D17FE}"/>
                </a:ext>
              </a:extLst>
            </p:cNvPr>
            <p:cNvSpPr>
              <a:spLocks noGrp="1"/>
            </p:cNvSpPr>
            <p:nvPr/>
          </p:nvSpPr>
          <p:spPr>
            <a:xfrm>
              <a:off x="5621336" y="2451452"/>
              <a:ext cx="74665" cy="45976"/>
            </a:xfrm>
            <a:custGeom>
              <a:avLst/>
              <a:gdLst/>
              <a:ahLst/>
              <a:cxnLst/>
              <a:rect l="0" t="0" r="0" b="0"/>
              <a:pathLst>
                <a:path w="74665" h="45976">
                  <a:moveTo>
                    <a:pt x="0" y="0"/>
                  </a:moveTo>
                  <a:lnTo>
                    <a:pt x="74665" y="4597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6" name="Candidate_receptor__3705">
              <a:extLst>
                <a:ext uri="{FF2B5EF4-FFF2-40B4-BE49-F238E27FC236}">
                  <a16:creationId xmlns:a16="http://schemas.microsoft.com/office/drawing/2014/main" id="{9E94E77F-EEC2-B6B5-FEFC-8B50E4D61BA8}"/>
                </a:ext>
              </a:extLst>
            </p:cNvPr>
            <p:cNvSpPr>
              <a:spLocks noGrp="1"/>
            </p:cNvSpPr>
            <p:nvPr/>
          </p:nvSpPr>
          <p:spPr>
            <a:xfrm>
              <a:off x="3626737" y="2666603"/>
              <a:ext cx="41228" cy="94117"/>
            </a:xfrm>
            <a:custGeom>
              <a:avLst/>
              <a:gdLst/>
              <a:ahLst/>
              <a:cxnLst/>
              <a:rect l="0" t="0" r="0" b="0"/>
              <a:pathLst>
                <a:path w="41228" h="94117">
                  <a:moveTo>
                    <a:pt x="41228" y="0"/>
                  </a:moveTo>
                  <a:lnTo>
                    <a:pt x="0" y="94117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07" name="Candidate_receptor__3706">
              <a:extLst>
                <a:ext uri="{FF2B5EF4-FFF2-40B4-BE49-F238E27FC236}">
                  <a16:creationId xmlns:a16="http://schemas.microsoft.com/office/drawing/2014/main" id="{19157DAF-5B21-F2D5-9791-947DCF2B131E}"/>
                </a:ext>
              </a:extLst>
            </p:cNvPr>
            <p:cNvSpPr>
              <a:spLocks noGrp="1"/>
            </p:cNvSpPr>
            <p:nvPr/>
          </p:nvSpPr>
          <p:spPr>
            <a:xfrm>
              <a:off x="5696001" y="2497428"/>
              <a:ext cx="36316" cy="85947"/>
            </a:xfrm>
            <a:custGeom>
              <a:avLst/>
              <a:gdLst/>
              <a:ahLst/>
              <a:cxnLst/>
              <a:rect l="0" t="0" r="0" b="0"/>
              <a:pathLst>
                <a:path w="36316" h="85947">
                  <a:moveTo>
                    <a:pt x="0" y="0"/>
                  </a:moveTo>
                  <a:lnTo>
                    <a:pt x="36316" y="859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8" name="Candidate_receptor__3707">
              <a:extLst>
                <a:ext uri="{FF2B5EF4-FFF2-40B4-BE49-F238E27FC236}">
                  <a16:creationId xmlns:a16="http://schemas.microsoft.com/office/drawing/2014/main" id="{B9BDD46F-01F4-76B5-86C2-CBB8CDB80862}"/>
                </a:ext>
              </a:extLst>
            </p:cNvPr>
            <p:cNvSpPr>
              <a:spLocks noGrp="1"/>
            </p:cNvSpPr>
            <p:nvPr/>
          </p:nvSpPr>
          <p:spPr>
            <a:xfrm>
              <a:off x="5883732" y="2256924"/>
              <a:ext cx="114888" cy="3272"/>
            </a:xfrm>
            <a:custGeom>
              <a:avLst/>
              <a:gdLst/>
              <a:ahLst/>
              <a:cxnLst/>
              <a:rect l="0" t="0" r="0" b="0"/>
              <a:pathLst>
                <a:path w="114888" h="3272">
                  <a:moveTo>
                    <a:pt x="114888" y="32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09" name="Candidate_receptor__3708">
              <a:extLst>
                <a:ext uri="{FF2B5EF4-FFF2-40B4-BE49-F238E27FC236}">
                  <a16:creationId xmlns:a16="http://schemas.microsoft.com/office/drawing/2014/main" id="{1B341B7D-7DAF-EE65-FA31-3A970DC4DCEC}"/>
                </a:ext>
              </a:extLst>
            </p:cNvPr>
            <p:cNvSpPr>
              <a:spLocks noGrp="1"/>
            </p:cNvSpPr>
            <p:nvPr/>
          </p:nvSpPr>
          <p:spPr>
            <a:xfrm>
              <a:off x="3741443" y="2928382"/>
              <a:ext cx="115510" cy="2933"/>
            </a:xfrm>
            <a:custGeom>
              <a:avLst/>
              <a:gdLst/>
              <a:ahLst/>
              <a:cxnLst/>
              <a:rect l="0" t="0" r="0" b="0"/>
              <a:pathLst>
                <a:path w="115510" h="2933">
                  <a:moveTo>
                    <a:pt x="0" y="0"/>
                  </a:moveTo>
                  <a:lnTo>
                    <a:pt x="115510" y="2933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0" name="Candidate_receptor__3709">
              <a:extLst>
                <a:ext uri="{FF2B5EF4-FFF2-40B4-BE49-F238E27FC236}">
                  <a16:creationId xmlns:a16="http://schemas.microsoft.com/office/drawing/2014/main" id="{BEE2FF23-134E-3AF8-1932-082D30EED2C9}"/>
                </a:ext>
              </a:extLst>
            </p:cNvPr>
            <p:cNvSpPr>
              <a:spLocks noGrp="1"/>
            </p:cNvSpPr>
            <p:nvPr/>
          </p:nvSpPr>
          <p:spPr>
            <a:xfrm>
              <a:off x="3938356" y="2854842"/>
              <a:ext cx="102407" cy="11324"/>
            </a:xfrm>
            <a:custGeom>
              <a:avLst/>
              <a:gdLst/>
              <a:ahLst/>
              <a:cxnLst/>
              <a:rect l="0" t="0" r="0" b="0"/>
              <a:pathLst>
                <a:path w="102407" h="11324">
                  <a:moveTo>
                    <a:pt x="0" y="0"/>
                  </a:moveTo>
                  <a:lnTo>
                    <a:pt x="102407" y="1132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1" name="Candidate_receptor__3710">
              <a:extLst>
                <a:ext uri="{FF2B5EF4-FFF2-40B4-BE49-F238E27FC236}">
                  <a16:creationId xmlns:a16="http://schemas.microsoft.com/office/drawing/2014/main" id="{259B501C-8754-8805-DC87-01F361097382}"/>
                </a:ext>
              </a:extLst>
            </p:cNvPr>
            <p:cNvSpPr>
              <a:spLocks noGrp="1"/>
            </p:cNvSpPr>
            <p:nvPr/>
          </p:nvSpPr>
          <p:spPr>
            <a:xfrm>
              <a:off x="5437921" y="2081566"/>
              <a:ext cx="78975" cy="27951"/>
            </a:xfrm>
            <a:custGeom>
              <a:avLst/>
              <a:gdLst/>
              <a:ahLst/>
              <a:cxnLst/>
              <a:rect l="0" t="0" r="0" b="0"/>
              <a:pathLst>
                <a:path w="78975" h="27951">
                  <a:moveTo>
                    <a:pt x="78975" y="279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12" name="Candidate_receptor__3711">
              <a:extLst>
                <a:ext uri="{FF2B5EF4-FFF2-40B4-BE49-F238E27FC236}">
                  <a16:creationId xmlns:a16="http://schemas.microsoft.com/office/drawing/2014/main" id="{0559C3B1-D2F8-6DAD-22CB-775AC7560C08}"/>
                </a:ext>
              </a:extLst>
            </p:cNvPr>
            <p:cNvSpPr>
              <a:spLocks noGrp="1"/>
            </p:cNvSpPr>
            <p:nvPr/>
          </p:nvSpPr>
          <p:spPr>
            <a:xfrm>
              <a:off x="5159358" y="3078983"/>
              <a:ext cx="13076" cy="54672"/>
            </a:xfrm>
            <a:custGeom>
              <a:avLst/>
              <a:gdLst/>
              <a:ahLst/>
              <a:cxnLst/>
              <a:rect l="0" t="0" r="0" b="0"/>
              <a:pathLst>
                <a:path w="13076" h="54672">
                  <a:moveTo>
                    <a:pt x="0" y="0"/>
                  </a:moveTo>
                  <a:lnTo>
                    <a:pt x="13076" y="5467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3" name="Candidate_receptor__3712">
              <a:extLst>
                <a:ext uri="{FF2B5EF4-FFF2-40B4-BE49-F238E27FC236}">
                  <a16:creationId xmlns:a16="http://schemas.microsoft.com/office/drawing/2014/main" id="{D7F27408-5683-90E2-83CC-4C0715356F4A}"/>
                </a:ext>
              </a:extLst>
            </p:cNvPr>
            <p:cNvSpPr>
              <a:spLocks noGrp="1"/>
            </p:cNvSpPr>
            <p:nvPr/>
          </p:nvSpPr>
          <p:spPr>
            <a:xfrm>
              <a:off x="4040762" y="2800383"/>
              <a:ext cx="76602" cy="65783"/>
            </a:xfrm>
            <a:custGeom>
              <a:avLst/>
              <a:gdLst/>
              <a:ahLst/>
              <a:cxnLst/>
              <a:rect l="0" t="0" r="0" b="0"/>
              <a:pathLst>
                <a:path w="76602" h="65783">
                  <a:moveTo>
                    <a:pt x="0" y="65783"/>
                  </a:moveTo>
                  <a:lnTo>
                    <a:pt x="76602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3714" name="Candidate_receptor__3713">
              <a:extLst>
                <a:ext uri="{FF2B5EF4-FFF2-40B4-BE49-F238E27FC236}">
                  <a16:creationId xmlns:a16="http://schemas.microsoft.com/office/drawing/2014/main" id="{A4F03A55-25E8-FF00-36BA-3C349407F3C6}"/>
                </a:ext>
              </a:extLst>
            </p:cNvPr>
            <p:cNvSpPr>
              <a:spLocks noGrp="1"/>
            </p:cNvSpPr>
            <p:nvPr/>
          </p:nvSpPr>
          <p:spPr>
            <a:xfrm>
              <a:off x="5776880" y="3055128"/>
              <a:ext cx="7517" cy="107863"/>
            </a:xfrm>
            <a:custGeom>
              <a:avLst/>
              <a:gdLst/>
              <a:ahLst/>
              <a:cxnLst/>
              <a:rect l="0" t="0" r="0" b="0"/>
              <a:pathLst>
                <a:path w="7517" h="107863">
                  <a:moveTo>
                    <a:pt x="7517" y="107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5" name="Candidate_receptor__3714">
              <a:extLst>
                <a:ext uri="{FF2B5EF4-FFF2-40B4-BE49-F238E27FC236}">
                  <a16:creationId xmlns:a16="http://schemas.microsoft.com/office/drawing/2014/main" id="{57F7F7CB-CDE7-1DFB-7588-304D6EC62FCC}"/>
                </a:ext>
              </a:extLst>
            </p:cNvPr>
            <p:cNvSpPr>
              <a:spLocks noGrp="1"/>
            </p:cNvSpPr>
            <p:nvPr/>
          </p:nvSpPr>
          <p:spPr>
            <a:xfrm>
              <a:off x="5668513" y="3033963"/>
              <a:ext cx="108367" cy="21166"/>
            </a:xfrm>
            <a:custGeom>
              <a:avLst/>
              <a:gdLst/>
              <a:ahLst/>
              <a:cxnLst/>
              <a:rect l="0" t="0" r="0" b="0"/>
              <a:pathLst>
                <a:path w="108367" h="21166">
                  <a:moveTo>
                    <a:pt x="108367" y="211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6" name="Candidate_receptor__3715">
              <a:extLst>
                <a:ext uri="{FF2B5EF4-FFF2-40B4-BE49-F238E27FC236}">
                  <a16:creationId xmlns:a16="http://schemas.microsoft.com/office/drawing/2014/main" id="{06D3A9C2-046D-86CB-4129-2A6F893EE707}"/>
                </a:ext>
              </a:extLst>
            </p:cNvPr>
            <p:cNvSpPr>
              <a:spLocks noGrp="1"/>
            </p:cNvSpPr>
            <p:nvPr/>
          </p:nvSpPr>
          <p:spPr>
            <a:xfrm>
              <a:off x="4841582" y="3085075"/>
              <a:ext cx="3041" cy="68158"/>
            </a:xfrm>
            <a:custGeom>
              <a:avLst/>
              <a:gdLst/>
              <a:ahLst/>
              <a:cxnLst/>
              <a:rect l="0" t="0" r="0" b="0"/>
              <a:pathLst>
                <a:path w="3041" h="68158">
                  <a:moveTo>
                    <a:pt x="0" y="0"/>
                  </a:moveTo>
                  <a:lnTo>
                    <a:pt x="3041" y="68158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3717" name="Candidate_receptor__3716">
              <a:extLst>
                <a:ext uri="{FF2B5EF4-FFF2-40B4-BE49-F238E27FC236}">
                  <a16:creationId xmlns:a16="http://schemas.microsoft.com/office/drawing/2014/main" id="{F9CFB5B0-7F6F-58FE-D752-A88F5A54FD43}"/>
                </a:ext>
              </a:extLst>
            </p:cNvPr>
            <p:cNvSpPr>
              <a:spLocks noGrp="1"/>
            </p:cNvSpPr>
            <p:nvPr/>
          </p:nvSpPr>
          <p:spPr>
            <a:xfrm>
              <a:off x="3856953" y="2854842"/>
              <a:ext cx="81403" cy="76473"/>
            </a:xfrm>
            <a:custGeom>
              <a:avLst/>
              <a:gdLst/>
              <a:ahLst/>
              <a:cxnLst/>
              <a:rect l="0" t="0" r="0" b="0"/>
              <a:pathLst>
                <a:path w="81403" h="76473">
                  <a:moveTo>
                    <a:pt x="0" y="76473"/>
                  </a:moveTo>
                  <a:lnTo>
                    <a:pt x="81403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18" name="Candidate_receptor__3717">
              <a:extLst>
                <a:ext uri="{FF2B5EF4-FFF2-40B4-BE49-F238E27FC236}">
                  <a16:creationId xmlns:a16="http://schemas.microsoft.com/office/drawing/2014/main" id="{50BD8347-311C-D3F0-077A-3036B5FB5F91}"/>
                </a:ext>
              </a:extLst>
            </p:cNvPr>
            <p:cNvSpPr>
              <a:spLocks noGrp="1"/>
            </p:cNvSpPr>
            <p:nvPr/>
          </p:nvSpPr>
          <p:spPr>
            <a:xfrm>
              <a:off x="5157937" y="2939135"/>
              <a:ext cx="111543" cy="11279"/>
            </a:xfrm>
            <a:custGeom>
              <a:avLst/>
              <a:gdLst/>
              <a:ahLst/>
              <a:cxnLst/>
              <a:rect l="0" t="0" r="0" b="0"/>
              <a:pathLst>
                <a:path w="111543" h="11279">
                  <a:moveTo>
                    <a:pt x="111543" y="0"/>
                  </a:moveTo>
                  <a:lnTo>
                    <a:pt x="0" y="11279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19" name="Candidate_receptor__3718">
              <a:extLst>
                <a:ext uri="{FF2B5EF4-FFF2-40B4-BE49-F238E27FC236}">
                  <a16:creationId xmlns:a16="http://schemas.microsoft.com/office/drawing/2014/main" id="{CB95287A-AE9C-A010-E5B9-5224A99A15F8}"/>
                </a:ext>
              </a:extLst>
            </p:cNvPr>
            <p:cNvSpPr>
              <a:spLocks noGrp="1"/>
            </p:cNvSpPr>
            <p:nvPr/>
          </p:nvSpPr>
          <p:spPr>
            <a:xfrm>
              <a:off x="5516896" y="2082837"/>
              <a:ext cx="98404" cy="26679"/>
            </a:xfrm>
            <a:custGeom>
              <a:avLst/>
              <a:gdLst/>
              <a:ahLst/>
              <a:cxnLst/>
              <a:rect l="0" t="0" r="0" b="0"/>
              <a:pathLst>
                <a:path w="98404" h="26679">
                  <a:moveTo>
                    <a:pt x="98404" y="0"/>
                  </a:moveTo>
                  <a:lnTo>
                    <a:pt x="0" y="26679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0" name="Candidate_receptor__3719">
              <a:extLst>
                <a:ext uri="{FF2B5EF4-FFF2-40B4-BE49-F238E27FC236}">
                  <a16:creationId xmlns:a16="http://schemas.microsoft.com/office/drawing/2014/main" id="{F408B206-7490-DDCE-F0E4-2236ACE940D7}"/>
                </a:ext>
              </a:extLst>
            </p:cNvPr>
            <p:cNvSpPr>
              <a:spLocks noGrp="1"/>
            </p:cNvSpPr>
            <p:nvPr/>
          </p:nvSpPr>
          <p:spPr>
            <a:xfrm>
              <a:off x="4452898" y="3078210"/>
              <a:ext cx="67125" cy="50306"/>
            </a:xfrm>
            <a:custGeom>
              <a:avLst/>
              <a:gdLst/>
              <a:ahLst/>
              <a:cxnLst/>
              <a:rect l="0" t="0" r="0" b="0"/>
              <a:pathLst>
                <a:path w="67125" h="50306">
                  <a:moveTo>
                    <a:pt x="0" y="0"/>
                  </a:moveTo>
                  <a:lnTo>
                    <a:pt x="67125" y="50306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1" name="Candidate_receptor__3720">
              <a:extLst>
                <a:ext uri="{FF2B5EF4-FFF2-40B4-BE49-F238E27FC236}">
                  <a16:creationId xmlns:a16="http://schemas.microsoft.com/office/drawing/2014/main" id="{093A743F-5469-E0C2-A407-54044CCCE028}"/>
                </a:ext>
              </a:extLst>
            </p:cNvPr>
            <p:cNvSpPr>
              <a:spLocks noGrp="1"/>
            </p:cNvSpPr>
            <p:nvPr/>
          </p:nvSpPr>
          <p:spPr>
            <a:xfrm>
              <a:off x="4368239" y="3072618"/>
              <a:ext cx="84659" cy="5592"/>
            </a:xfrm>
            <a:custGeom>
              <a:avLst/>
              <a:gdLst/>
              <a:ahLst/>
              <a:cxnLst/>
              <a:rect l="0" t="0" r="0" b="0"/>
              <a:pathLst>
                <a:path w="84659" h="5592">
                  <a:moveTo>
                    <a:pt x="0" y="0"/>
                  </a:moveTo>
                  <a:lnTo>
                    <a:pt x="84659" y="5592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2" name="Candidate_receptor__3721">
              <a:extLst>
                <a:ext uri="{FF2B5EF4-FFF2-40B4-BE49-F238E27FC236}">
                  <a16:creationId xmlns:a16="http://schemas.microsoft.com/office/drawing/2014/main" id="{7D0B2484-EC70-48E8-A0CD-301D6C3ABB92}"/>
                </a:ext>
              </a:extLst>
            </p:cNvPr>
            <p:cNvSpPr>
              <a:spLocks noGrp="1"/>
            </p:cNvSpPr>
            <p:nvPr/>
          </p:nvSpPr>
          <p:spPr>
            <a:xfrm>
              <a:off x="4695780" y="3049233"/>
              <a:ext cx="40079" cy="107257"/>
            </a:xfrm>
            <a:custGeom>
              <a:avLst/>
              <a:gdLst/>
              <a:ahLst/>
              <a:cxnLst/>
              <a:rect l="0" t="0" r="0" b="0"/>
              <a:pathLst>
                <a:path w="40079" h="107257">
                  <a:moveTo>
                    <a:pt x="0" y="107257"/>
                  </a:moveTo>
                  <a:lnTo>
                    <a:pt x="40079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23" name="Candidate_receptor__3722">
              <a:extLst>
                <a:ext uri="{FF2B5EF4-FFF2-40B4-BE49-F238E27FC236}">
                  <a16:creationId xmlns:a16="http://schemas.microsoft.com/office/drawing/2014/main" id="{887058AA-5653-0F64-C2F0-615334630B2A}"/>
                </a:ext>
              </a:extLst>
            </p:cNvPr>
            <p:cNvSpPr>
              <a:spLocks noGrp="1"/>
            </p:cNvSpPr>
            <p:nvPr/>
          </p:nvSpPr>
          <p:spPr>
            <a:xfrm>
              <a:off x="5944832" y="1905520"/>
              <a:ext cx="82890" cy="33454"/>
            </a:xfrm>
            <a:custGeom>
              <a:avLst/>
              <a:gdLst/>
              <a:ahLst/>
              <a:cxnLst/>
              <a:rect l="0" t="0" r="0" b="0"/>
              <a:pathLst>
                <a:path w="82890" h="33454">
                  <a:moveTo>
                    <a:pt x="0" y="0"/>
                  </a:moveTo>
                  <a:lnTo>
                    <a:pt x="82890" y="33454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4" name="Candidate_receptor__3723">
              <a:extLst>
                <a:ext uri="{FF2B5EF4-FFF2-40B4-BE49-F238E27FC236}">
                  <a16:creationId xmlns:a16="http://schemas.microsoft.com/office/drawing/2014/main" id="{84E55AC5-28F6-9A83-F1D7-A8C820663F12}"/>
                </a:ext>
              </a:extLst>
            </p:cNvPr>
            <p:cNvSpPr>
              <a:spLocks noGrp="1"/>
            </p:cNvSpPr>
            <p:nvPr/>
          </p:nvSpPr>
          <p:spPr>
            <a:xfrm>
              <a:off x="3724152" y="2487888"/>
              <a:ext cx="69694" cy="32118"/>
            </a:xfrm>
            <a:custGeom>
              <a:avLst/>
              <a:gdLst/>
              <a:ahLst/>
              <a:cxnLst/>
              <a:rect l="0" t="0" r="0" b="0"/>
              <a:pathLst>
                <a:path w="69694" h="32118">
                  <a:moveTo>
                    <a:pt x="69694" y="0"/>
                  </a:moveTo>
                  <a:lnTo>
                    <a:pt x="0" y="3211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5" name="Candidate_receptor__3724">
              <a:extLst>
                <a:ext uri="{FF2B5EF4-FFF2-40B4-BE49-F238E27FC236}">
                  <a16:creationId xmlns:a16="http://schemas.microsoft.com/office/drawing/2014/main" id="{4358E1A4-9DE1-3261-2FE6-A224909DFB56}"/>
                </a:ext>
              </a:extLst>
            </p:cNvPr>
            <p:cNvSpPr>
              <a:spLocks noGrp="1"/>
            </p:cNvSpPr>
            <p:nvPr/>
          </p:nvSpPr>
          <p:spPr>
            <a:xfrm>
              <a:off x="3667965" y="2666603"/>
              <a:ext cx="115068" cy="9287"/>
            </a:xfrm>
            <a:custGeom>
              <a:avLst/>
              <a:gdLst/>
              <a:ahLst/>
              <a:cxnLst/>
              <a:rect l="0" t="0" r="0" b="0"/>
              <a:pathLst>
                <a:path w="115068" h="9287">
                  <a:moveTo>
                    <a:pt x="115068" y="92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6" name="Candidate_receptor__3725">
              <a:extLst>
                <a:ext uri="{FF2B5EF4-FFF2-40B4-BE49-F238E27FC236}">
                  <a16:creationId xmlns:a16="http://schemas.microsoft.com/office/drawing/2014/main" id="{C13C570A-64AB-0E9D-8F1A-7B90DE976793}"/>
                </a:ext>
              </a:extLst>
            </p:cNvPr>
            <p:cNvSpPr>
              <a:spLocks noGrp="1"/>
            </p:cNvSpPr>
            <p:nvPr/>
          </p:nvSpPr>
          <p:spPr>
            <a:xfrm>
              <a:off x="3829210" y="3256226"/>
              <a:ext cx="40004" cy="106348"/>
            </a:xfrm>
            <a:custGeom>
              <a:avLst/>
              <a:gdLst/>
              <a:ahLst/>
              <a:cxnLst/>
              <a:rect l="0" t="0" r="0" b="0"/>
              <a:pathLst>
                <a:path w="40004" h="106348">
                  <a:moveTo>
                    <a:pt x="0" y="0"/>
                  </a:moveTo>
                  <a:lnTo>
                    <a:pt x="40004" y="10634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7" name="Candidate_receptor__3726">
              <a:extLst>
                <a:ext uri="{FF2B5EF4-FFF2-40B4-BE49-F238E27FC236}">
                  <a16:creationId xmlns:a16="http://schemas.microsoft.com/office/drawing/2014/main" id="{7E2237DA-C50A-E1A3-029F-0567BA7EA611}"/>
                </a:ext>
              </a:extLst>
            </p:cNvPr>
            <p:cNvSpPr>
              <a:spLocks noGrp="1"/>
            </p:cNvSpPr>
            <p:nvPr/>
          </p:nvSpPr>
          <p:spPr>
            <a:xfrm>
              <a:off x="3793846" y="2465381"/>
              <a:ext cx="87792" cy="22508"/>
            </a:xfrm>
            <a:custGeom>
              <a:avLst/>
              <a:gdLst/>
              <a:ahLst/>
              <a:cxnLst/>
              <a:rect l="0" t="0" r="0" b="0"/>
              <a:pathLst>
                <a:path w="87792" h="22508">
                  <a:moveTo>
                    <a:pt x="87792" y="0"/>
                  </a:moveTo>
                  <a:lnTo>
                    <a:pt x="0" y="22508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8" name="Candidate_receptor__3727">
              <a:extLst>
                <a:ext uri="{FF2B5EF4-FFF2-40B4-BE49-F238E27FC236}">
                  <a16:creationId xmlns:a16="http://schemas.microsoft.com/office/drawing/2014/main" id="{B136F1AA-BB31-A6C0-0B74-01F0A18FEC8D}"/>
                </a:ext>
              </a:extLst>
            </p:cNvPr>
            <p:cNvSpPr>
              <a:spLocks noGrp="1"/>
            </p:cNvSpPr>
            <p:nvPr/>
          </p:nvSpPr>
          <p:spPr>
            <a:xfrm>
              <a:off x="5840151" y="1905520"/>
              <a:ext cx="104681" cy="16332"/>
            </a:xfrm>
            <a:custGeom>
              <a:avLst/>
              <a:gdLst/>
              <a:ahLst/>
              <a:cxnLst/>
              <a:rect l="0" t="0" r="0" b="0"/>
              <a:pathLst>
                <a:path w="104681" h="16332">
                  <a:moveTo>
                    <a:pt x="0" y="16332"/>
                  </a:moveTo>
                  <a:lnTo>
                    <a:pt x="104681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29" name="Candidate_receptor__3728">
              <a:extLst>
                <a:ext uri="{FF2B5EF4-FFF2-40B4-BE49-F238E27FC236}">
                  <a16:creationId xmlns:a16="http://schemas.microsoft.com/office/drawing/2014/main" id="{7505595C-0EA6-8A92-0448-23DBE0FAE236}"/>
                </a:ext>
              </a:extLst>
            </p:cNvPr>
            <p:cNvSpPr>
              <a:spLocks noGrp="1"/>
            </p:cNvSpPr>
            <p:nvPr/>
          </p:nvSpPr>
          <p:spPr>
            <a:xfrm>
              <a:off x="4117364" y="2795300"/>
              <a:ext cx="114076" cy="5083"/>
            </a:xfrm>
            <a:custGeom>
              <a:avLst/>
              <a:gdLst/>
              <a:ahLst/>
              <a:cxnLst/>
              <a:rect l="0" t="0" r="0" b="0"/>
              <a:pathLst>
                <a:path w="114076" h="5083">
                  <a:moveTo>
                    <a:pt x="0" y="5083"/>
                  </a:moveTo>
                  <a:lnTo>
                    <a:pt x="114076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0" name="Candidate_receptor__3729">
              <a:extLst>
                <a:ext uri="{FF2B5EF4-FFF2-40B4-BE49-F238E27FC236}">
                  <a16:creationId xmlns:a16="http://schemas.microsoft.com/office/drawing/2014/main" id="{EA99E47B-85C6-F3B2-635B-500E70B40E6D}"/>
                </a:ext>
              </a:extLst>
            </p:cNvPr>
            <p:cNvSpPr>
              <a:spLocks noGrp="1"/>
            </p:cNvSpPr>
            <p:nvPr/>
          </p:nvSpPr>
          <p:spPr>
            <a:xfrm>
              <a:off x="5834983" y="2175801"/>
              <a:ext cx="48749" cy="81124"/>
            </a:xfrm>
            <a:custGeom>
              <a:avLst/>
              <a:gdLst/>
              <a:ahLst/>
              <a:cxnLst/>
              <a:rect l="0" t="0" r="0" b="0"/>
              <a:pathLst>
                <a:path w="48749" h="81124">
                  <a:moveTo>
                    <a:pt x="48749" y="811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1" name="Candidate_receptor__3730">
              <a:extLst>
                <a:ext uri="{FF2B5EF4-FFF2-40B4-BE49-F238E27FC236}">
                  <a16:creationId xmlns:a16="http://schemas.microsoft.com/office/drawing/2014/main" id="{257CF604-454C-2C08-0B48-0C7795144B7C}"/>
                </a:ext>
              </a:extLst>
            </p:cNvPr>
            <p:cNvSpPr>
              <a:spLocks noGrp="1"/>
            </p:cNvSpPr>
            <p:nvPr/>
          </p:nvSpPr>
          <p:spPr>
            <a:xfrm>
              <a:off x="4735859" y="3049233"/>
              <a:ext cx="105723" cy="35841"/>
            </a:xfrm>
            <a:custGeom>
              <a:avLst/>
              <a:gdLst/>
              <a:ahLst/>
              <a:cxnLst/>
              <a:rect l="0" t="0" r="0" b="0"/>
              <a:pathLst>
                <a:path w="105723" h="35841">
                  <a:moveTo>
                    <a:pt x="0" y="0"/>
                  </a:moveTo>
                  <a:lnTo>
                    <a:pt x="105723" y="35841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2" name="Candidate_receptor__3731">
              <a:extLst>
                <a:ext uri="{FF2B5EF4-FFF2-40B4-BE49-F238E27FC236}">
                  <a16:creationId xmlns:a16="http://schemas.microsoft.com/office/drawing/2014/main" id="{B3D96E50-9359-E838-7862-DFDEE2C43754}"/>
                </a:ext>
              </a:extLst>
            </p:cNvPr>
            <p:cNvSpPr>
              <a:spLocks noGrp="1"/>
            </p:cNvSpPr>
            <p:nvPr/>
          </p:nvSpPr>
          <p:spPr>
            <a:xfrm>
              <a:off x="4387017" y="2498900"/>
              <a:ext cx="65836" cy="80761"/>
            </a:xfrm>
            <a:custGeom>
              <a:avLst/>
              <a:gdLst/>
              <a:ahLst/>
              <a:cxnLst/>
              <a:rect l="0" t="0" r="0" b="0"/>
              <a:pathLst>
                <a:path w="65836" h="80761">
                  <a:moveTo>
                    <a:pt x="65836" y="0"/>
                  </a:moveTo>
                  <a:lnTo>
                    <a:pt x="0" y="80761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3" name="Candidate_receptor__3732">
              <a:extLst>
                <a:ext uri="{FF2B5EF4-FFF2-40B4-BE49-F238E27FC236}">
                  <a16:creationId xmlns:a16="http://schemas.microsoft.com/office/drawing/2014/main" id="{E446270B-BA81-96C4-3492-CA6B17D64D2C}"/>
                </a:ext>
              </a:extLst>
            </p:cNvPr>
            <p:cNvSpPr>
              <a:spLocks noGrp="1"/>
            </p:cNvSpPr>
            <p:nvPr/>
          </p:nvSpPr>
          <p:spPr>
            <a:xfrm>
              <a:off x="5150656" y="3271263"/>
              <a:ext cx="49756" cy="27726"/>
            </a:xfrm>
            <a:custGeom>
              <a:avLst/>
              <a:gdLst/>
              <a:ahLst/>
              <a:cxnLst/>
              <a:rect l="0" t="0" r="0" b="0"/>
              <a:pathLst>
                <a:path w="49756" h="27726">
                  <a:moveTo>
                    <a:pt x="49756" y="0"/>
                  </a:moveTo>
                  <a:lnTo>
                    <a:pt x="0" y="27726"/>
                  </a:lnTo>
                </a:path>
              </a:pathLst>
            </a:custGeom>
            <a:noFill/>
            <a:ln w="20003">
              <a:solidFill>
                <a:srgbClr val="E8ECEF"/>
              </a:solidFill>
            </a:ln>
          </p:spPr>
        </p:sp>
        <p:sp>
          <p:nvSpPr>
            <p:cNvPr id="3734" name="Candidate_receptor__3733">
              <a:extLst>
                <a:ext uri="{FF2B5EF4-FFF2-40B4-BE49-F238E27FC236}">
                  <a16:creationId xmlns:a16="http://schemas.microsoft.com/office/drawing/2014/main" id="{FEDD4997-8054-D6CE-4A86-B62A98478263}"/>
                </a:ext>
              </a:extLst>
            </p:cNvPr>
            <p:cNvSpPr>
              <a:spLocks noGrp="1"/>
            </p:cNvSpPr>
            <p:nvPr/>
          </p:nvSpPr>
          <p:spPr>
            <a:xfrm>
              <a:off x="5784377" y="1921852"/>
              <a:ext cx="55774" cy="58216"/>
            </a:xfrm>
            <a:custGeom>
              <a:avLst/>
              <a:gdLst/>
              <a:ahLst/>
              <a:cxnLst/>
              <a:rect l="0" t="0" r="0" b="0"/>
              <a:pathLst>
                <a:path w="55774" h="58216">
                  <a:moveTo>
                    <a:pt x="0" y="58216"/>
                  </a:moveTo>
                  <a:lnTo>
                    <a:pt x="55774" y="0"/>
                  </a:lnTo>
                </a:path>
              </a:pathLst>
            </a:custGeom>
            <a:noFill/>
            <a:ln w="8096">
              <a:solidFill>
                <a:srgbClr val="E8ECEF"/>
              </a:solidFill>
            </a:ln>
          </p:spPr>
        </p:sp>
        <p:sp>
          <p:nvSpPr>
            <p:cNvPr id="3735" name="Candidate_receptor__3734">
              <a:extLst>
                <a:ext uri="{FF2B5EF4-FFF2-40B4-BE49-F238E27FC236}">
                  <a16:creationId xmlns:a16="http://schemas.microsoft.com/office/drawing/2014/main" id="{B8F08D70-C598-C295-D1C7-22BC9CE01A96}"/>
                </a:ext>
              </a:extLst>
            </p:cNvPr>
            <p:cNvSpPr>
              <a:spLocks noGrp="1"/>
            </p:cNvSpPr>
            <p:nvPr/>
          </p:nvSpPr>
          <p:spPr>
            <a:xfrm>
              <a:off x="5336528" y="2333597"/>
              <a:ext cx="62296" cy="86798"/>
            </a:xfrm>
            <a:custGeom>
              <a:avLst/>
              <a:gdLst/>
              <a:ahLst/>
              <a:cxnLst/>
              <a:rect l="0" t="0" r="0" b="0"/>
              <a:pathLst>
                <a:path w="62296" h="86798">
                  <a:moveTo>
                    <a:pt x="0" y="0"/>
                  </a:moveTo>
                  <a:lnTo>
                    <a:pt x="62296" y="8679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36" name="Candidate_receptor__3735">
              <a:extLst>
                <a:ext uri="{FF2B5EF4-FFF2-40B4-BE49-F238E27FC236}">
                  <a16:creationId xmlns:a16="http://schemas.microsoft.com/office/drawing/2014/main" id="{76CC9175-BB24-A4ED-BA08-3C88B495E273}"/>
                </a:ext>
              </a:extLst>
            </p:cNvPr>
            <p:cNvSpPr>
              <a:spLocks noGrp="1"/>
            </p:cNvSpPr>
            <p:nvPr/>
          </p:nvSpPr>
          <p:spPr>
            <a:xfrm>
              <a:off x="4557283" y="2680495"/>
              <a:ext cx="66378" cy="47553"/>
            </a:xfrm>
            <a:custGeom>
              <a:avLst/>
              <a:gdLst/>
              <a:ahLst/>
              <a:cxnLst/>
              <a:rect l="0" t="0" r="0" b="0"/>
              <a:pathLst>
                <a:path w="66378" h="47553">
                  <a:moveTo>
                    <a:pt x="0" y="0"/>
                  </a:moveTo>
                  <a:lnTo>
                    <a:pt x="66378" y="4755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37" name="Candidate_receptor__3736">
              <a:extLst>
                <a:ext uri="{FF2B5EF4-FFF2-40B4-BE49-F238E27FC236}">
                  <a16:creationId xmlns:a16="http://schemas.microsoft.com/office/drawing/2014/main" id="{23D19E4A-1F7F-F880-388E-AED63046F6F2}"/>
                </a:ext>
              </a:extLst>
            </p:cNvPr>
            <p:cNvSpPr>
              <a:spLocks noGrp="1"/>
            </p:cNvSpPr>
            <p:nvPr/>
          </p:nvSpPr>
          <p:spPr>
            <a:xfrm>
              <a:off x="4695780" y="3156490"/>
              <a:ext cx="51103" cy="34371"/>
            </a:xfrm>
            <a:custGeom>
              <a:avLst/>
              <a:gdLst/>
              <a:ahLst/>
              <a:cxnLst/>
              <a:rect l="0" t="0" r="0" b="0"/>
              <a:pathLst>
                <a:path w="51103" h="34371">
                  <a:moveTo>
                    <a:pt x="51103" y="343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38" name="Candidate_receptor__3737">
              <a:extLst>
                <a:ext uri="{FF2B5EF4-FFF2-40B4-BE49-F238E27FC236}">
                  <a16:creationId xmlns:a16="http://schemas.microsoft.com/office/drawing/2014/main" id="{85406411-A039-045F-08BE-6D7E3A6A7D33}"/>
                </a:ext>
              </a:extLst>
            </p:cNvPr>
            <p:cNvSpPr>
              <a:spLocks noGrp="1"/>
            </p:cNvSpPr>
            <p:nvPr/>
          </p:nvSpPr>
          <p:spPr>
            <a:xfrm>
              <a:off x="4985073" y="3379954"/>
              <a:ext cx="17832" cy="76813"/>
            </a:xfrm>
            <a:custGeom>
              <a:avLst/>
              <a:gdLst/>
              <a:ahLst/>
              <a:cxnLst/>
              <a:rect l="0" t="0" r="0" b="0"/>
              <a:pathLst>
                <a:path w="17832" h="76813">
                  <a:moveTo>
                    <a:pt x="17832" y="0"/>
                  </a:moveTo>
                  <a:lnTo>
                    <a:pt x="0" y="7681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39" name="Candidate_receptor__3738">
              <a:extLst>
                <a:ext uri="{FF2B5EF4-FFF2-40B4-BE49-F238E27FC236}">
                  <a16:creationId xmlns:a16="http://schemas.microsoft.com/office/drawing/2014/main" id="{F5065A8C-3484-ABDC-A124-3BC642183A20}"/>
                </a:ext>
              </a:extLst>
            </p:cNvPr>
            <p:cNvSpPr>
              <a:spLocks noGrp="1"/>
            </p:cNvSpPr>
            <p:nvPr/>
          </p:nvSpPr>
          <p:spPr>
            <a:xfrm>
              <a:off x="4187968" y="2498968"/>
              <a:ext cx="3496" cy="83876"/>
            </a:xfrm>
            <a:custGeom>
              <a:avLst/>
              <a:gdLst/>
              <a:ahLst/>
              <a:cxnLst/>
              <a:rect l="0" t="0" r="0" b="0"/>
              <a:pathLst>
                <a:path w="3496" h="83876">
                  <a:moveTo>
                    <a:pt x="0" y="83876"/>
                  </a:moveTo>
                  <a:lnTo>
                    <a:pt x="3496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0" name="Candidate_receptor__3739">
              <a:extLst>
                <a:ext uri="{FF2B5EF4-FFF2-40B4-BE49-F238E27FC236}">
                  <a16:creationId xmlns:a16="http://schemas.microsoft.com/office/drawing/2014/main" id="{9AA4C4DE-C60B-27FC-4F94-30A7A415BFFB}"/>
                </a:ext>
              </a:extLst>
            </p:cNvPr>
            <p:cNvSpPr>
              <a:spLocks noGrp="1"/>
            </p:cNvSpPr>
            <p:nvPr/>
          </p:nvSpPr>
          <p:spPr>
            <a:xfrm>
              <a:off x="4367271" y="3377183"/>
              <a:ext cx="51548" cy="91878"/>
            </a:xfrm>
            <a:custGeom>
              <a:avLst/>
              <a:gdLst/>
              <a:ahLst/>
              <a:cxnLst/>
              <a:rect l="0" t="0" r="0" b="0"/>
              <a:pathLst>
                <a:path w="51548" h="91878">
                  <a:moveTo>
                    <a:pt x="51548" y="0"/>
                  </a:moveTo>
                  <a:lnTo>
                    <a:pt x="0" y="9187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1" name="Candidate_receptor__3740">
              <a:extLst>
                <a:ext uri="{FF2B5EF4-FFF2-40B4-BE49-F238E27FC236}">
                  <a16:creationId xmlns:a16="http://schemas.microsoft.com/office/drawing/2014/main" id="{FFB3759B-A458-D5D8-3822-7FD3CED8077E}"/>
                </a:ext>
              </a:extLst>
            </p:cNvPr>
            <p:cNvSpPr>
              <a:spLocks noGrp="1"/>
            </p:cNvSpPr>
            <p:nvPr/>
          </p:nvSpPr>
          <p:spPr>
            <a:xfrm>
              <a:off x="5123463" y="2950414"/>
              <a:ext cx="34474" cy="63220"/>
            </a:xfrm>
            <a:custGeom>
              <a:avLst/>
              <a:gdLst/>
              <a:ahLst/>
              <a:cxnLst/>
              <a:rect l="0" t="0" r="0" b="0"/>
              <a:pathLst>
                <a:path w="34474" h="63220">
                  <a:moveTo>
                    <a:pt x="34474" y="0"/>
                  </a:moveTo>
                  <a:lnTo>
                    <a:pt x="0" y="6322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2" name="Candidate_receptor__3741">
              <a:extLst>
                <a:ext uri="{FF2B5EF4-FFF2-40B4-BE49-F238E27FC236}">
                  <a16:creationId xmlns:a16="http://schemas.microsoft.com/office/drawing/2014/main" id="{E49763BD-7098-8A6C-5E5E-5DD58EA9946D}"/>
                </a:ext>
              </a:extLst>
            </p:cNvPr>
            <p:cNvSpPr>
              <a:spLocks noGrp="1"/>
            </p:cNvSpPr>
            <p:nvPr/>
          </p:nvSpPr>
          <p:spPr>
            <a:xfrm>
              <a:off x="5723618" y="2175801"/>
              <a:ext cx="111364" cy="16077"/>
            </a:xfrm>
            <a:custGeom>
              <a:avLst/>
              <a:gdLst/>
              <a:ahLst/>
              <a:cxnLst/>
              <a:rect l="0" t="0" r="0" b="0"/>
              <a:pathLst>
                <a:path w="111364" h="16077">
                  <a:moveTo>
                    <a:pt x="111364" y="0"/>
                  </a:moveTo>
                  <a:lnTo>
                    <a:pt x="0" y="1607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3" name="Candidate_receptor__3742">
              <a:extLst>
                <a:ext uri="{FF2B5EF4-FFF2-40B4-BE49-F238E27FC236}">
                  <a16:creationId xmlns:a16="http://schemas.microsoft.com/office/drawing/2014/main" id="{166B0187-D33E-6420-2025-2EFBC5EBFE8F}"/>
                </a:ext>
              </a:extLst>
            </p:cNvPr>
            <p:cNvSpPr>
              <a:spLocks noGrp="1"/>
            </p:cNvSpPr>
            <p:nvPr/>
          </p:nvSpPr>
          <p:spPr>
            <a:xfrm>
              <a:off x="5085248" y="3133655"/>
              <a:ext cx="87186" cy="47115"/>
            </a:xfrm>
            <a:custGeom>
              <a:avLst/>
              <a:gdLst/>
              <a:ahLst/>
              <a:cxnLst/>
              <a:rect l="0" t="0" r="0" b="0"/>
              <a:pathLst>
                <a:path w="87186" h="47115">
                  <a:moveTo>
                    <a:pt x="87186" y="0"/>
                  </a:moveTo>
                  <a:lnTo>
                    <a:pt x="0" y="4711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4" name="Candidate_receptor__3743">
              <a:extLst>
                <a:ext uri="{FF2B5EF4-FFF2-40B4-BE49-F238E27FC236}">
                  <a16:creationId xmlns:a16="http://schemas.microsoft.com/office/drawing/2014/main" id="{6A7326DE-53F8-08D1-0420-6B88067C5886}"/>
                </a:ext>
              </a:extLst>
            </p:cNvPr>
            <p:cNvSpPr>
              <a:spLocks noGrp="1"/>
            </p:cNvSpPr>
            <p:nvPr/>
          </p:nvSpPr>
          <p:spPr>
            <a:xfrm>
              <a:off x="5393219" y="2420395"/>
              <a:ext cx="5604" cy="52903"/>
            </a:xfrm>
            <a:custGeom>
              <a:avLst/>
              <a:gdLst/>
              <a:ahLst/>
              <a:cxnLst/>
              <a:rect l="0" t="0" r="0" b="0"/>
              <a:pathLst>
                <a:path w="5604" h="52903">
                  <a:moveTo>
                    <a:pt x="5604" y="0"/>
                  </a:moveTo>
                  <a:lnTo>
                    <a:pt x="0" y="5290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5" name="Candidate_receptor__3744">
              <a:extLst>
                <a:ext uri="{FF2B5EF4-FFF2-40B4-BE49-F238E27FC236}">
                  <a16:creationId xmlns:a16="http://schemas.microsoft.com/office/drawing/2014/main" id="{63D07ADE-3E44-D9E3-F0C2-9285D52CAC64}"/>
                </a:ext>
              </a:extLst>
            </p:cNvPr>
            <p:cNvSpPr>
              <a:spLocks noGrp="1"/>
            </p:cNvSpPr>
            <p:nvPr/>
          </p:nvSpPr>
          <p:spPr>
            <a:xfrm>
              <a:off x="4231440" y="2748188"/>
              <a:ext cx="12395" cy="47112"/>
            </a:xfrm>
            <a:custGeom>
              <a:avLst/>
              <a:gdLst/>
              <a:ahLst/>
              <a:cxnLst/>
              <a:rect l="0" t="0" r="0" b="0"/>
              <a:pathLst>
                <a:path w="12395" h="47112">
                  <a:moveTo>
                    <a:pt x="0" y="47112"/>
                  </a:moveTo>
                  <a:lnTo>
                    <a:pt x="12395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6" name="Candidate_receptor__3745">
              <a:extLst>
                <a:ext uri="{FF2B5EF4-FFF2-40B4-BE49-F238E27FC236}">
                  <a16:creationId xmlns:a16="http://schemas.microsoft.com/office/drawing/2014/main" id="{9CA8860A-FD99-579A-D33C-8AE3B7BAEE4E}"/>
                </a:ext>
              </a:extLst>
            </p:cNvPr>
            <p:cNvSpPr>
              <a:spLocks noGrp="1"/>
            </p:cNvSpPr>
            <p:nvPr/>
          </p:nvSpPr>
          <p:spPr>
            <a:xfrm>
              <a:off x="4053316" y="2928826"/>
              <a:ext cx="105161" cy="43928"/>
            </a:xfrm>
            <a:custGeom>
              <a:avLst/>
              <a:gdLst/>
              <a:ahLst/>
              <a:cxnLst/>
              <a:rect l="0" t="0" r="0" b="0"/>
              <a:pathLst>
                <a:path w="105161" h="43928">
                  <a:moveTo>
                    <a:pt x="0" y="43928"/>
                  </a:moveTo>
                  <a:lnTo>
                    <a:pt x="105161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7" name="Candidate_receptor__3746">
              <a:extLst>
                <a:ext uri="{FF2B5EF4-FFF2-40B4-BE49-F238E27FC236}">
                  <a16:creationId xmlns:a16="http://schemas.microsoft.com/office/drawing/2014/main" id="{FB7C10DA-75AD-120E-D571-1ABEA60E4AD4}"/>
                </a:ext>
              </a:extLst>
            </p:cNvPr>
            <p:cNvSpPr>
              <a:spLocks noGrp="1"/>
            </p:cNvSpPr>
            <p:nvPr/>
          </p:nvSpPr>
          <p:spPr>
            <a:xfrm>
              <a:off x="5146757" y="2814031"/>
              <a:ext cx="114220" cy="10751"/>
            </a:xfrm>
            <a:custGeom>
              <a:avLst/>
              <a:gdLst/>
              <a:ahLst/>
              <a:cxnLst/>
              <a:rect l="0" t="0" r="0" b="0"/>
              <a:pathLst>
                <a:path w="114220" h="10751">
                  <a:moveTo>
                    <a:pt x="114220" y="0"/>
                  </a:moveTo>
                  <a:lnTo>
                    <a:pt x="0" y="1075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48" name="Candidate_receptor__3747">
              <a:extLst>
                <a:ext uri="{FF2B5EF4-FFF2-40B4-BE49-F238E27FC236}">
                  <a16:creationId xmlns:a16="http://schemas.microsoft.com/office/drawing/2014/main" id="{0C562664-C9FD-D2D8-5BC5-8589F11B3AE4}"/>
                </a:ext>
              </a:extLst>
            </p:cNvPr>
            <p:cNvSpPr>
              <a:spLocks noGrp="1"/>
            </p:cNvSpPr>
            <p:nvPr/>
          </p:nvSpPr>
          <p:spPr>
            <a:xfrm>
              <a:off x="3869214" y="3362574"/>
              <a:ext cx="11129" cy="4076"/>
            </a:xfrm>
            <a:custGeom>
              <a:avLst/>
              <a:gdLst/>
              <a:ahLst/>
              <a:cxnLst/>
              <a:rect l="0" t="0" r="0" b="0"/>
              <a:pathLst>
                <a:path w="11129" h="4076">
                  <a:moveTo>
                    <a:pt x="0" y="0"/>
                  </a:moveTo>
                  <a:lnTo>
                    <a:pt x="11129" y="4076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49" name="Candidate_receptor__3748">
              <a:extLst>
                <a:ext uri="{FF2B5EF4-FFF2-40B4-BE49-F238E27FC236}">
                  <a16:creationId xmlns:a16="http://schemas.microsoft.com/office/drawing/2014/main" id="{EA90B967-3C49-6B95-D080-292B4426DD1A}"/>
                </a:ext>
              </a:extLst>
            </p:cNvPr>
            <p:cNvSpPr>
              <a:spLocks noGrp="1"/>
            </p:cNvSpPr>
            <p:nvPr/>
          </p:nvSpPr>
          <p:spPr>
            <a:xfrm>
              <a:off x="5499003" y="2219372"/>
              <a:ext cx="19727" cy="112520"/>
            </a:xfrm>
            <a:custGeom>
              <a:avLst/>
              <a:gdLst/>
              <a:ahLst/>
              <a:cxnLst/>
              <a:rect l="0" t="0" r="0" b="0"/>
              <a:pathLst>
                <a:path w="19727" h="112520">
                  <a:moveTo>
                    <a:pt x="19727" y="0"/>
                  </a:moveTo>
                  <a:lnTo>
                    <a:pt x="0" y="11252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3750" name="Candidate_receptor__3749">
              <a:extLst>
                <a:ext uri="{FF2B5EF4-FFF2-40B4-BE49-F238E27FC236}">
                  <a16:creationId xmlns:a16="http://schemas.microsoft.com/office/drawing/2014/main" id="{B00BC4AD-406A-507D-91D4-DB9095F362D4}"/>
                </a:ext>
              </a:extLst>
            </p:cNvPr>
            <p:cNvSpPr>
              <a:spLocks noGrp="1"/>
            </p:cNvSpPr>
            <p:nvPr/>
          </p:nvSpPr>
          <p:spPr>
            <a:xfrm>
              <a:off x="4888391" y="3368597"/>
              <a:ext cx="114514" cy="11356"/>
            </a:xfrm>
            <a:custGeom>
              <a:avLst/>
              <a:gdLst/>
              <a:ahLst/>
              <a:cxnLst/>
              <a:rect l="0" t="0" r="0" b="0"/>
              <a:pathLst>
                <a:path w="114514" h="11356">
                  <a:moveTo>
                    <a:pt x="0" y="0"/>
                  </a:moveTo>
                  <a:lnTo>
                    <a:pt x="114514" y="11356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3751" name="Candidate_receptor__3750">
              <a:extLst>
                <a:ext uri="{FF2B5EF4-FFF2-40B4-BE49-F238E27FC236}">
                  <a16:creationId xmlns:a16="http://schemas.microsoft.com/office/drawing/2014/main" id="{18192E06-D1D8-35F3-346B-F84E7D8D3020}"/>
                </a:ext>
              </a:extLst>
            </p:cNvPr>
            <p:cNvSpPr>
              <a:spLocks noGrp="1"/>
            </p:cNvSpPr>
            <p:nvPr/>
          </p:nvSpPr>
          <p:spPr>
            <a:xfrm>
              <a:off x="3962631" y="2931517"/>
              <a:ext cx="90684" cy="41237"/>
            </a:xfrm>
            <a:custGeom>
              <a:avLst/>
              <a:gdLst/>
              <a:ahLst/>
              <a:cxnLst/>
              <a:rect l="0" t="0" r="0" b="0"/>
              <a:pathLst>
                <a:path w="90684" h="41237">
                  <a:moveTo>
                    <a:pt x="0" y="0"/>
                  </a:moveTo>
                  <a:lnTo>
                    <a:pt x="90684" y="4123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2" name="Candidate_receptor__3751">
              <a:extLst>
                <a:ext uri="{FF2B5EF4-FFF2-40B4-BE49-F238E27FC236}">
                  <a16:creationId xmlns:a16="http://schemas.microsoft.com/office/drawing/2014/main" id="{B58C5A00-39E1-31DF-5084-E614AAB22D00}"/>
                </a:ext>
              </a:extLst>
            </p:cNvPr>
            <p:cNvSpPr>
              <a:spLocks noGrp="1"/>
            </p:cNvSpPr>
            <p:nvPr/>
          </p:nvSpPr>
          <p:spPr>
            <a:xfrm>
              <a:off x="4376376" y="2464477"/>
              <a:ext cx="76477" cy="34423"/>
            </a:xfrm>
            <a:custGeom>
              <a:avLst/>
              <a:gdLst/>
              <a:ahLst/>
              <a:cxnLst/>
              <a:rect l="0" t="0" r="0" b="0"/>
              <a:pathLst>
                <a:path w="76477" h="34423">
                  <a:moveTo>
                    <a:pt x="0" y="0"/>
                  </a:moveTo>
                  <a:lnTo>
                    <a:pt x="76477" y="34423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53" name="Candidate_receptor__3752">
              <a:extLst>
                <a:ext uri="{FF2B5EF4-FFF2-40B4-BE49-F238E27FC236}">
                  <a16:creationId xmlns:a16="http://schemas.microsoft.com/office/drawing/2014/main" id="{FB3E6548-39A4-9474-0B8F-E23B4BB5A409}"/>
                </a:ext>
              </a:extLst>
            </p:cNvPr>
            <p:cNvSpPr>
              <a:spLocks noGrp="1"/>
            </p:cNvSpPr>
            <p:nvPr/>
          </p:nvSpPr>
          <p:spPr>
            <a:xfrm>
              <a:off x="4876627" y="3368597"/>
              <a:ext cx="11764" cy="114041"/>
            </a:xfrm>
            <a:custGeom>
              <a:avLst/>
              <a:gdLst/>
              <a:ahLst/>
              <a:cxnLst/>
              <a:rect l="0" t="0" r="0" b="0"/>
              <a:pathLst>
                <a:path w="11764" h="114041">
                  <a:moveTo>
                    <a:pt x="0" y="114041"/>
                  </a:moveTo>
                  <a:lnTo>
                    <a:pt x="1176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4" name="Candidate_receptor__3753">
              <a:extLst>
                <a:ext uri="{FF2B5EF4-FFF2-40B4-BE49-F238E27FC236}">
                  <a16:creationId xmlns:a16="http://schemas.microsoft.com/office/drawing/2014/main" id="{DE8CFF7E-0BC5-D084-D11A-3DFD7C663776}"/>
                </a:ext>
              </a:extLst>
            </p:cNvPr>
            <p:cNvSpPr>
              <a:spLocks noGrp="1"/>
            </p:cNvSpPr>
            <p:nvPr/>
          </p:nvSpPr>
          <p:spPr>
            <a:xfrm>
              <a:off x="5650508" y="2118339"/>
              <a:ext cx="73110" cy="73538"/>
            </a:xfrm>
            <a:custGeom>
              <a:avLst/>
              <a:gdLst/>
              <a:ahLst/>
              <a:cxnLst/>
              <a:rect l="0" t="0" r="0" b="0"/>
              <a:pathLst>
                <a:path w="73110" h="73538">
                  <a:moveTo>
                    <a:pt x="73110" y="735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5" name="Candidate_receptor__3754">
              <a:extLst>
                <a:ext uri="{FF2B5EF4-FFF2-40B4-BE49-F238E27FC236}">
                  <a16:creationId xmlns:a16="http://schemas.microsoft.com/office/drawing/2014/main" id="{82FAEA6A-4802-0698-D219-7493F305F1A9}"/>
                </a:ext>
              </a:extLst>
            </p:cNvPr>
            <p:cNvSpPr>
              <a:spLocks noGrp="1"/>
            </p:cNvSpPr>
            <p:nvPr/>
          </p:nvSpPr>
          <p:spPr>
            <a:xfrm>
              <a:off x="4746883" y="3190237"/>
              <a:ext cx="112780" cy="624"/>
            </a:xfrm>
            <a:custGeom>
              <a:avLst/>
              <a:gdLst/>
              <a:ahLst/>
              <a:cxnLst/>
              <a:rect l="0" t="0" r="0" b="0"/>
              <a:pathLst>
                <a:path w="112780" h="624">
                  <a:moveTo>
                    <a:pt x="112780" y="0"/>
                  </a:moveTo>
                  <a:lnTo>
                    <a:pt x="0" y="624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6" name="Candidate_receptor__3755">
              <a:extLst>
                <a:ext uri="{FF2B5EF4-FFF2-40B4-BE49-F238E27FC236}">
                  <a16:creationId xmlns:a16="http://schemas.microsoft.com/office/drawing/2014/main" id="{BABA2D5F-4F33-AE60-2A70-BEE112B8C2E7}"/>
                </a:ext>
              </a:extLst>
            </p:cNvPr>
            <p:cNvSpPr>
              <a:spLocks noGrp="1"/>
            </p:cNvSpPr>
            <p:nvPr/>
          </p:nvSpPr>
          <p:spPr>
            <a:xfrm>
              <a:off x="5012265" y="3013633"/>
              <a:ext cx="111199" cy="28286"/>
            </a:xfrm>
            <a:custGeom>
              <a:avLst/>
              <a:gdLst/>
              <a:ahLst/>
              <a:cxnLst/>
              <a:rect l="0" t="0" r="0" b="0"/>
              <a:pathLst>
                <a:path w="111199" h="28286">
                  <a:moveTo>
                    <a:pt x="111199" y="0"/>
                  </a:moveTo>
                  <a:lnTo>
                    <a:pt x="0" y="2828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7" name="Candidate_receptor__3756">
              <a:extLst>
                <a:ext uri="{FF2B5EF4-FFF2-40B4-BE49-F238E27FC236}">
                  <a16:creationId xmlns:a16="http://schemas.microsoft.com/office/drawing/2014/main" id="{BF33A84D-4C71-F4B7-D522-35743DEB5118}"/>
                </a:ext>
              </a:extLst>
            </p:cNvPr>
            <p:cNvSpPr>
              <a:spLocks noGrp="1"/>
            </p:cNvSpPr>
            <p:nvPr/>
          </p:nvSpPr>
          <p:spPr>
            <a:xfrm>
              <a:off x="3911689" y="3458441"/>
              <a:ext cx="99407" cy="19309"/>
            </a:xfrm>
            <a:custGeom>
              <a:avLst/>
              <a:gdLst/>
              <a:ahLst/>
              <a:cxnLst/>
              <a:rect l="0" t="0" r="0" b="0"/>
              <a:pathLst>
                <a:path w="99407" h="19309">
                  <a:moveTo>
                    <a:pt x="0" y="19309"/>
                  </a:moveTo>
                  <a:lnTo>
                    <a:pt x="99407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8" name="Candidate_receptor__3757">
              <a:extLst>
                <a:ext uri="{FF2B5EF4-FFF2-40B4-BE49-F238E27FC236}">
                  <a16:creationId xmlns:a16="http://schemas.microsoft.com/office/drawing/2014/main" id="{CAD46A1B-7455-1695-4880-DC421CC44AC8}"/>
                </a:ext>
              </a:extLst>
            </p:cNvPr>
            <p:cNvSpPr>
              <a:spLocks noGrp="1"/>
            </p:cNvSpPr>
            <p:nvPr/>
          </p:nvSpPr>
          <p:spPr>
            <a:xfrm>
              <a:off x="4011097" y="3458441"/>
              <a:ext cx="99775" cy="7781"/>
            </a:xfrm>
            <a:custGeom>
              <a:avLst/>
              <a:gdLst/>
              <a:ahLst/>
              <a:cxnLst/>
              <a:rect l="0" t="0" r="0" b="0"/>
              <a:pathLst>
                <a:path w="99775" h="7781">
                  <a:moveTo>
                    <a:pt x="0" y="0"/>
                  </a:moveTo>
                  <a:lnTo>
                    <a:pt x="99775" y="7781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59" name="Candidate_receptor__3758">
              <a:extLst>
                <a:ext uri="{FF2B5EF4-FFF2-40B4-BE49-F238E27FC236}">
                  <a16:creationId xmlns:a16="http://schemas.microsoft.com/office/drawing/2014/main" id="{45EA4738-A1D3-7254-24A9-2CD28D2DC79F}"/>
                </a:ext>
              </a:extLst>
            </p:cNvPr>
            <p:cNvSpPr>
              <a:spLocks noGrp="1"/>
            </p:cNvSpPr>
            <p:nvPr/>
          </p:nvSpPr>
          <p:spPr>
            <a:xfrm>
              <a:off x="5336528" y="2333597"/>
              <a:ext cx="71186" cy="4825"/>
            </a:xfrm>
            <a:custGeom>
              <a:avLst/>
              <a:gdLst/>
              <a:ahLst/>
              <a:cxnLst/>
              <a:rect l="0" t="0" r="0" b="0"/>
              <a:pathLst>
                <a:path w="71186" h="4825">
                  <a:moveTo>
                    <a:pt x="71186" y="48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0" name="Candidate_receptor__3759">
              <a:extLst>
                <a:ext uri="{FF2B5EF4-FFF2-40B4-BE49-F238E27FC236}">
                  <a16:creationId xmlns:a16="http://schemas.microsoft.com/office/drawing/2014/main" id="{908D5A8E-684D-9FB4-C5B4-73290F00ED29}"/>
                </a:ext>
              </a:extLst>
            </p:cNvPr>
            <p:cNvSpPr>
              <a:spLocks noGrp="1"/>
            </p:cNvSpPr>
            <p:nvPr/>
          </p:nvSpPr>
          <p:spPr>
            <a:xfrm>
              <a:off x="4330345" y="3343096"/>
              <a:ext cx="88474" cy="34087"/>
            </a:xfrm>
            <a:custGeom>
              <a:avLst/>
              <a:gdLst/>
              <a:ahLst/>
              <a:cxnLst/>
              <a:rect l="0" t="0" r="0" b="0"/>
              <a:pathLst>
                <a:path w="88474" h="34087">
                  <a:moveTo>
                    <a:pt x="0" y="0"/>
                  </a:moveTo>
                  <a:lnTo>
                    <a:pt x="88474" y="34087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1" name="Candidate_receptor__3760">
              <a:extLst>
                <a:ext uri="{FF2B5EF4-FFF2-40B4-BE49-F238E27FC236}">
                  <a16:creationId xmlns:a16="http://schemas.microsoft.com/office/drawing/2014/main" id="{208FBB26-0DDC-C9AD-262A-0DF337DB8BEB}"/>
                </a:ext>
              </a:extLst>
            </p:cNvPr>
            <p:cNvSpPr>
              <a:spLocks noGrp="1"/>
            </p:cNvSpPr>
            <p:nvPr/>
          </p:nvSpPr>
          <p:spPr>
            <a:xfrm>
              <a:off x="5260977" y="2814031"/>
              <a:ext cx="29685" cy="96670"/>
            </a:xfrm>
            <a:custGeom>
              <a:avLst/>
              <a:gdLst/>
              <a:ahLst/>
              <a:cxnLst/>
              <a:rect l="0" t="0" r="0" b="0"/>
              <a:pathLst>
                <a:path w="29685" h="96670">
                  <a:moveTo>
                    <a:pt x="29685" y="966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2" name="Candidate_receptor__3761">
              <a:extLst>
                <a:ext uri="{FF2B5EF4-FFF2-40B4-BE49-F238E27FC236}">
                  <a16:creationId xmlns:a16="http://schemas.microsoft.com/office/drawing/2014/main" id="{8BEF0DF6-9A4F-9E5D-8F90-75814C4F4A07}"/>
                </a:ext>
              </a:extLst>
            </p:cNvPr>
            <p:cNvSpPr>
              <a:spLocks noGrp="1"/>
            </p:cNvSpPr>
            <p:nvPr/>
          </p:nvSpPr>
          <p:spPr>
            <a:xfrm>
              <a:off x="4052900" y="3311549"/>
              <a:ext cx="97118" cy="53337"/>
            </a:xfrm>
            <a:custGeom>
              <a:avLst/>
              <a:gdLst/>
              <a:ahLst/>
              <a:cxnLst/>
              <a:rect l="0" t="0" r="0" b="0"/>
              <a:pathLst>
                <a:path w="97118" h="53337">
                  <a:moveTo>
                    <a:pt x="97118" y="533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3" name="Candidate_receptor__3762">
              <a:extLst>
                <a:ext uri="{FF2B5EF4-FFF2-40B4-BE49-F238E27FC236}">
                  <a16:creationId xmlns:a16="http://schemas.microsoft.com/office/drawing/2014/main" id="{19208871-DB73-17E2-9FAB-3E68847E1E39}"/>
                </a:ext>
              </a:extLst>
            </p:cNvPr>
            <p:cNvSpPr>
              <a:spLocks noGrp="1"/>
            </p:cNvSpPr>
            <p:nvPr/>
          </p:nvSpPr>
          <p:spPr>
            <a:xfrm>
              <a:off x="5084739" y="2824782"/>
              <a:ext cx="62018" cy="52165"/>
            </a:xfrm>
            <a:custGeom>
              <a:avLst/>
              <a:gdLst/>
              <a:ahLst/>
              <a:cxnLst/>
              <a:rect l="0" t="0" r="0" b="0"/>
              <a:pathLst>
                <a:path w="62018" h="52165">
                  <a:moveTo>
                    <a:pt x="62018" y="0"/>
                  </a:moveTo>
                  <a:lnTo>
                    <a:pt x="0" y="5216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4" name="Candidate_receptor__3763">
              <a:extLst>
                <a:ext uri="{FF2B5EF4-FFF2-40B4-BE49-F238E27FC236}">
                  <a16:creationId xmlns:a16="http://schemas.microsoft.com/office/drawing/2014/main" id="{731C8294-BA73-2A38-AC23-86E4E59FB895}"/>
                </a:ext>
              </a:extLst>
            </p:cNvPr>
            <p:cNvSpPr>
              <a:spLocks noGrp="1"/>
            </p:cNvSpPr>
            <p:nvPr/>
          </p:nvSpPr>
          <p:spPr>
            <a:xfrm>
              <a:off x="4110872" y="3364886"/>
              <a:ext cx="39147" cy="101336"/>
            </a:xfrm>
            <a:custGeom>
              <a:avLst/>
              <a:gdLst/>
              <a:ahLst/>
              <a:cxnLst/>
              <a:rect l="0" t="0" r="0" b="0"/>
              <a:pathLst>
                <a:path w="39147" h="101336">
                  <a:moveTo>
                    <a:pt x="0" y="101336"/>
                  </a:moveTo>
                  <a:lnTo>
                    <a:pt x="39147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65" name="Candidate_receptor__3764">
              <a:extLst>
                <a:ext uri="{FF2B5EF4-FFF2-40B4-BE49-F238E27FC236}">
                  <a16:creationId xmlns:a16="http://schemas.microsoft.com/office/drawing/2014/main" id="{23FDB34D-433C-337E-382B-D38B2CE6516F}"/>
                </a:ext>
              </a:extLst>
            </p:cNvPr>
            <p:cNvSpPr>
              <a:spLocks noGrp="1"/>
            </p:cNvSpPr>
            <p:nvPr/>
          </p:nvSpPr>
          <p:spPr>
            <a:xfrm>
              <a:off x="5407714" y="2331892"/>
              <a:ext cx="91289" cy="6530"/>
            </a:xfrm>
            <a:custGeom>
              <a:avLst/>
              <a:gdLst/>
              <a:ahLst/>
              <a:cxnLst/>
              <a:rect l="0" t="0" r="0" b="0"/>
              <a:pathLst>
                <a:path w="91289" h="6530">
                  <a:moveTo>
                    <a:pt x="91289" y="0"/>
                  </a:moveTo>
                  <a:lnTo>
                    <a:pt x="0" y="653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6" name="Candidate_receptor__3765">
              <a:extLst>
                <a:ext uri="{FF2B5EF4-FFF2-40B4-BE49-F238E27FC236}">
                  <a16:creationId xmlns:a16="http://schemas.microsoft.com/office/drawing/2014/main" id="{D35DB4A8-7900-D31F-676F-011C152D9AA9}"/>
                </a:ext>
              </a:extLst>
            </p:cNvPr>
            <p:cNvSpPr>
              <a:spLocks noGrp="1"/>
            </p:cNvSpPr>
            <p:nvPr/>
          </p:nvSpPr>
          <p:spPr>
            <a:xfrm>
              <a:off x="4191465" y="2498968"/>
              <a:ext cx="94951" cy="38206"/>
            </a:xfrm>
            <a:custGeom>
              <a:avLst/>
              <a:gdLst/>
              <a:ahLst/>
              <a:cxnLst/>
              <a:rect l="0" t="0" r="0" b="0"/>
              <a:pathLst>
                <a:path w="94951" h="38206">
                  <a:moveTo>
                    <a:pt x="0" y="0"/>
                  </a:moveTo>
                  <a:lnTo>
                    <a:pt x="94951" y="38206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7" name="Candidate_receptor__3766">
              <a:extLst>
                <a:ext uri="{FF2B5EF4-FFF2-40B4-BE49-F238E27FC236}">
                  <a16:creationId xmlns:a16="http://schemas.microsoft.com/office/drawing/2014/main" id="{72C8A311-E773-45E8-86E5-56224F0D35FF}"/>
                </a:ext>
              </a:extLst>
            </p:cNvPr>
            <p:cNvSpPr>
              <a:spLocks noGrp="1"/>
            </p:cNvSpPr>
            <p:nvPr/>
          </p:nvSpPr>
          <p:spPr>
            <a:xfrm>
              <a:off x="4158477" y="2915916"/>
              <a:ext cx="87717" cy="12910"/>
            </a:xfrm>
            <a:custGeom>
              <a:avLst/>
              <a:gdLst/>
              <a:ahLst/>
              <a:cxnLst/>
              <a:rect l="0" t="0" r="0" b="0"/>
              <a:pathLst>
                <a:path w="87717" h="12910">
                  <a:moveTo>
                    <a:pt x="0" y="12910"/>
                  </a:moveTo>
                  <a:lnTo>
                    <a:pt x="87717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8" name="Candidate_receptor__3767">
              <a:extLst>
                <a:ext uri="{FF2B5EF4-FFF2-40B4-BE49-F238E27FC236}">
                  <a16:creationId xmlns:a16="http://schemas.microsoft.com/office/drawing/2014/main" id="{D6F8E2CC-E9CD-327A-C3B4-337A5F82417A}"/>
                </a:ext>
              </a:extLst>
            </p:cNvPr>
            <p:cNvSpPr>
              <a:spLocks noGrp="1"/>
            </p:cNvSpPr>
            <p:nvPr/>
          </p:nvSpPr>
          <p:spPr>
            <a:xfrm>
              <a:off x="5847263" y="2339222"/>
              <a:ext cx="60554" cy="96745"/>
            </a:xfrm>
            <a:custGeom>
              <a:avLst/>
              <a:gdLst/>
              <a:ahLst/>
              <a:cxnLst/>
              <a:rect l="0" t="0" r="0" b="0"/>
              <a:pathLst>
                <a:path w="60554" h="96745">
                  <a:moveTo>
                    <a:pt x="60554" y="967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69" name="Candidate_receptor__3768">
              <a:extLst>
                <a:ext uri="{FF2B5EF4-FFF2-40B4-BE49-F238E27FC236}">
                  <a16:creationId xmlns:a16="http://schemas.microsoft.com/office/drawing/2014/main" id="{EFF9A010-C448-2616-3B6E-A33BB6E26AD9}"/>
                </a:ext>
              </a:extLst>
            </p:cNvPr>
            <p:cNvSpPr>
              <a:spLocks noGrp="1"/>
            </p:cNvSpPr>
            <p:nvPr/>
          </p:nvSpPr>
          <p:spPr>
            <a:xfrm>
              <a:off x="5827301" y="2435967"/>
              <a:ext cx="80516" cy="81834"/>
            </a:xfrm>
            <a:custGeom>
              <a:avLst/>
              <a:gdLst/>
              <a:ahLst/>
              <a:cxnLst/>
              <a:rect l="0" t="0" r="0" b="0"/>
              <a:pathLst>
                <a:path w="80516" h="81834">
                  <a:moveTo>
                    <a:pt x="0" y="81834"/>
                  </a:moveTo>
                  <a:lnTo>
                    <a:pt x="80516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0" name="Candidate_receptor__3769">
              <a:extLst>
                <a:ext uri="{FF2B5EF4-FFF2-40B4-BE49-F238E27FC236}">
                  <a16:creationId xmlns:a16="http://schemas.microsoft.com/office/drawing/2014/main" id="{BF2ECF19-B316-8887-26BF-54E3C1EE0D21}"/>
                </a:ext>
              </a:extLst>
            </p:cNvPr>
            <p:cNvSpPr>
              <a:spLocks noGrp="1"/>
            </p:cNvSpPr>
            <p:nvPr/>
          </p:nvSpPr>
          <p:spPr>
            <a:xfrm>
              <a:off x="5784377" y="1918071"/>
              <a:ext cx="29944" cy="61998"/>
            </a:xfrm>
            <a:custGeom>
              <a:avLst/>
              <a:gdLst/>
              <a:ahLst/>
              <a:cxnLst/>
              <a:rect l="0" t="0" r="0" b="0"/>
              <a:pathLst>
                <a:path w="29944" h="61998">
                  <a:moveTo>
                    <a:pt x="29944" y="0"/>
                  </a:moveTo>
                  <a:lnTo>
                    <a:pt x="0" y="61998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1" name="Candidate_receptor__3770">
              <a:extLst>
                <a:ext uri="{FF2B5EF4-FFF2-40B4-BE49-F238E27FC236}">
                  <a16:creationId xmlns:a16="http://schemas.microsoft.com/office/drawing/2014/main" id="{1F82FFCC-B7FB-B72C-C507-DB8693C29B7D}"/>
                </a:ext>
              </a:extLst>
            </p:cNvPr>
            <p:cNvSpPr>
              <a:spLocks noGrp="1"/>
            </p:cNvSpPr>
            <p:nvPr/>
          </p:nvSpPr>
          <p:spPr>
            <a:xfrm>
              <a:off x="3868413" y="2931517"/>
              <a:ext cx="94219" cy="66045"/>
            </a:xfrm>
            <a:custGeom>
              <a:avLst/>
              <a:gdLst/>
              <a:ahLst/>
              <a:cxnLst/>
              <a:rect l="0" t="0" r="0" b="0"/>
              <a:pathLst>
                <a:path w="94219" h="66045">
                  <a:moveTo>
                    <a:pt x="0" y="66045"/>
                  </a:moveTo>
                  <a:lnTo>
                    <a:pt x="9421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2" name="Candidate_receptor__3771">
              <a:extLst>
                <a:ext uri="{FF2B5EF4-FFF2-40B4-BE49-F238E27FC236}">
                  <a16:creationId xmlns:a16="http://schemas.microsoft.com/office/drawing/2014/main" id="{A0303D7A-AE61-5336-7E10-75EF8BFD8AD6}"/>
                </a:ext>
              </a:extLst>
            </p:cNvPr>
            <p:cNvSpPr>
              <a:spLocks noGrp="1"/>
            </p:cNvSpPr>
            <p:nvPr/>
          </p:nvSpPr>
          <p:spPr>
            <a:xfrm>
              <a:off x="3761199" y="2956305"/>
              <a:ext cx="107214" cy="41257"/>
            </a:xfrm>
            <a:custGeom>
              <a:avLst/>
              <a:gdLst/>
              <a:ahLst/>
              <a:cxnLst/>
              <a:rect l="0" t="0" r="0" b="0"/>
              <a:pathLst>
                <a:path w="107214" h="41257">
                  <a:moveTo>
                    <a:pt x="0" y="0"/>
                  </a:moveTo>
                  <a:lnTo>
                    <a:pt x="107214" y="4125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73" name="Candidate_receptor__3772">
              <a:extLst>
                <a:ext uri="{FF2B5EF4-FFF2-40B4-BE49-F238E27FC236}">
                  <a16:creationId xmlns:a16="http://schemas.microsoft.com/office/drawing/2014/main" id="{8459673A-A5AB-BEAF-4EF7-89310F586963}"/>
                </a:ext>
              </a:extLst>
            </p:cNvPr>
            <p:cNvSpPr>
              <a:spLocks noGrp="1"/>
            </p:cNvSpPr>
            <p:nvPr/>
          </p:nvSpPr>
          <p:spPr>
            <a:xfrm>
              <a:off x="5393219" y="2472446"/>
              <a:ext cx="113544" cy="852"/>
            </a:xfrm>
            <a:custGeom>
              <a:avLst/>
              <a:gdLst/>
              <a:ahLst/>
              <a:cxnLst/>
              <a:rect l="0" t="0" r="0" b="0"/>
              <a:pathLst>
                <a:path w="113544" h="852">
                  <a:moveTo>
                    <a:pt x="0" y="852"/>
                  </a:moveTo>
                  <a:lnTo>
                    <a:pt x="113544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4" name="Candidate_receptor__3773">
              <a:extLst>
                <a:ext uri="{FF2B5EF4-FFF2-40B4-BE49-F238E27FC236}">
                  <a16:creationId xmlns:a16="http://schemas.microsoft.com/office/drawing/2014/main" id="{98C2090D-E830-6BB0-96E8-4278CA51B565}"/>
                </a:ext>
              </a:extLst>
            </p:cNvPr>
            <p:cNvSpPr>
              <a:spLocks noGrp="1"/>
            </p:cNvSpPr>
            <p:nvPr/>
          </p:nvSpPr>
          <p:spPr>
            <a:xfrm>
              <a:off x="4279297" y="3240368"/>
              <a:ext cx="51048" cy="102729"/>
            </a:xfrm>
            <a:custGeom>
              <a:avLst/>
              <a:gdLst/>
              <a:ahLst/>
              <a:cxnLst/>
              <a:rect l="0" t="0" r="0" b="0"/>
              <a:pathLst>
                <a:path w="51048" h="102729">
                  <a:moveTo>
                    <a:pt x="0" y="0"/>
                  </a:moveTo>
                  <a:lnTo>
                    <a:pt x="51048" y="102729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5" name="Candidate_receptor__3774">
              <a:extLst>
                <a:ext uri="{FF2B5EF4-FFF2-40B4-BE49-F238E27FC236}">
                  <a16:creationId xmlns:a16="http://schemas.microsoft.com/office/drawing/2014/main" id="{77255611-3C14-789D-1346-E8F866FFAD6D}"/>
                </a:ext>
              </a:extLst>
            </p:cNvPr>
            <p:cNvSpPr>
              <a:spLocks noGrp="1"/>
            </p:cNvSpPr>
            <p:nvPr/>
          </p:nvSpPr>
          <p:spPr>
            <a:xfrm>
              <a:off x="3880343" y="3366650"/>
              <a:ext cx="31347" cy="111100"/>
            </a:xfrm>
            <a:custGeom>
              <a:avLst/>
              <a:gdLst/>
              <a:ahLst/>
              <a:cxnLst/>
              <a:rect l="0" t="0" r="0" b="0"/>
              <a:pathLst>
                <a:path w="31347" h="111100">
                  <a:moveTo>
                    <a:pt x="0" y="0"/>
                  </a:moveTo>
                  <a:lnTo>
                    <a:pt x="31347" y="11110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6" name="Candidate_receptor__3775">
              <a:extLst>
                <a:ext uri="{FF2B5EF4-FFF2-40B4-BE49-F238E27FC236}">
                  <a16:creationId xmlns:a16="http://schemas.microsoft.com/office/drawing/2014/main" id="{DF45A85C-544F-76C4-51EE-1226D628AC01}"/>
                </a:ext>
              </a:extLst>
            </p:cNvPr>
            <p:cNvSpPr>
              <a:spLocks noGrp="1"/>
            </p:cNvSpPr>
            <p:nvPr/>
          </p:nvSpPr>
          <p:spPr>
            <a:xfrm>
              <a:off x="4557283" y="2645615"/>
              <a:ext cx="36909" cy="34880"/>
            </a:xfrm>
            <a:custGeom>
              <a:avLst/>
              <a:gdLst/>
              <a:ahLst/>
              <a:cxnLst/>
              <a:rect l="0" t="0" r="0" b="0"/>
              <a:pathLst>
                <a:path w="36909" h="34880">
                  <a:moveTo>
                    <a:pt x="36909" y="0"/>
                  </a:moveTo>
                  <a:lnTo>
                    <a:pt x="0" y="3488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7" name="Candidate_receptor__3776">
              <a:extLst>
                <a:ext uri="{FF2B5EF4-FFF2-40B4-BE49-F238E27FC236}">
                  <a16:creationId xmlns:a16="http://schemas.microsoft.com/office/drawing/2014/main" id="{78EC20AB-7BD1-9FC8-637C-78929A2AED70}"/>
                </a:ext>
              </a:extLst>
            </p:cNvPr>
            <p:cNvSpPr>
              <a:spLocks noGrp="1"/>
            </p:cNvSpPr>
            <p:nvPr/>
          </p:nvSpPr>
          <p:spPr>
            <a:xfrm>
              <a:off x="5150656" y="3275117"/>
              <a:ext cx="52369" cy="23872"/>
            </a:xfrm>
            <a:custGeom>
              <a:avLst/>
              <a:gdLst/>
              <a:ahLst/>
              <a:cxnLst/>
              <a:rect l="0" t="0" r="0" b="0"/>
              <a:pathLst>
                <a:path w="52369" h="23872">
                  <a:moveTo>
                    <a:pt x="0" y="23872"/>
                  </a:moveTo>
                  <a:lnTo>
                    <a:pt x="52369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8" name="Candidate_receptor__3777">
              <a:extLst>
                <a:ext uri="{FF2B5EF4-FFF2-40B4-BE49-F238E27FC236}">
                  <a16:creationId xmlns:a16="http://schemas.microsoft.com/office/drawing/2014/main" id="{0F4A88C2-ECE1-7115-9421-C122BC774ED1}"/>
                </a:ext>
              </a:extLst>
            </p:cNvPr>
            <p:cNvSpPr>
              <a:spLocks noGrp="1"/>
            </p:cNvSpPr>
            <p:nvPr/>
          </p:nvSpPr>
          <p:spPr>
            <a:xfrm>
              <a:off x="4286416" y="2464477"/>
              <a:ext cx="89960" cy="72698"/>
            </a:xfrm>
            <a:custGeom>
              <a:avLst/>
              <a:gdLst/>
              <a:ahLst/>
              <a:cxnLst/>
              <a:rect l="0" t="0" r="0" b="0"/>
              <a:pathLst>
                <a:path w="89960" h="72698">
                  <a:moveTo>
                    <a:pt x="0" y="72698"/>
                  </a:moveTo>
                  <a:lnTo>
                    <a:pt x="8996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79" name="Candidate_receptor__3778">
              <a:extLst>
                <a:ext uri="{FF2B5EF4-FFF2-40B4-BE49-F238E27FC236}">
                  <a16:creationId xmlns:a16="http://schemas.microsoft.com/office/drawing/2014/main" id="{6D2F236C-78F2-6F87-4136-81E34CFC000C}"/>
                </a:ext>
              </a:extLst>
            </p:cNvPr>
            <p:cNvSpPr>
              <a:spLocks noGrp="1"/>
            </p:cNvSpPr>
            <p:nvPr/>
          </p:nvSpPr>
          <p:spPr>
            <a:xfrm>
              <a:off x="5104165" y="2690725"/>
              <a:ext cx="111144" cy="2245"/>
            </a:xfrm>
            <a:custGeom>
              <a:avLst/>
              <a:gdLst/>
              <a:ahLst/>
              <a:cxnLst/>
              <a:rect l="0" t="0" r="0" b="0"/>
              <a:pathLst>
                <a:path w="111144" h="2245">
                  <a:moveTo>
                    <a:pt x="111144" y="22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0" name="Candidate_receptor__3779">
              <a:extLst>
                <a:ext uri="{FF2B5EF4-FFF2-40B4-BE49-F238E27FC236}">
                  <a16:creationId xmlns:a16="http://schemas.microsoft.com/office/drawing/2014/main" id="{5E673AC9-AA85-D18A-777D-160E08170D49}"/>
                </a:ext>
              </a:extLst>
            </p:cNvPr>
            <p:cNvSpPr>
              <a:spLocks noGrp="1"/>
            </p:cNvSpPr>
            <p:nvPr/>
          </p:nvSpPr>
          <p:spPr>
            <a:xfrm>
              <a:off x="4974470" y="2876947"/>
              <a:ext cx="110269" cy="24826"/>
            </a:xfrm>
            <a:custGeom>
              <a:avLst/>
              <a:gdLst/>
              <a:ahLst/>
              <a:cxnLst/>
              <a:rect l="0" t="0" r="0" b="0"/>
              <a:pathLst>
                <a:path w="110269" h="24826">
                  <a:moveTo>
                    <a:pt x="110269" y="0"/>
                  </a:moveTo>
                  <a:lnTo>
                    <a:pt x="0" y="2482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1" name="Candidate_receptor__3780">
              <a:extLst>
                <a:ext uri="{FF2B5EF4-FFF2-40B4-BE49-F238E27FC236}">
                  <a16:creationId xmlns:a16="http://schemas.microsoft.com/office/drawing/2014/main" id="{CC4D24FE-F495-F186-6259-8907CB154C5D}"/>
                </a:ext>
              </a:extLst>
            </p:cNvPr>
            <p:cNvSpPr>
              <a:spLocks noGrp="1"/>
            </p:cNvSpPr>
            <p:nvPr/>
          </p:nvSpPr>
          <p:spPr>
            <a:xfrm>
              <a:off x="5215310" y="2590754"/>
              <a:ext cx="48413" cy="102216"/>
            </a:xfrm>
            <a:custGeom>
              <a:avLst/>
              <a:gdLst/>
              <a:ahLst/>
              <a:cxnLst/>
              <a:rect l="0" t="0" r="0" b="0"/>
              <a:pathLst>
                <a:path w="48413" h="102216">
                  <a:moveTo>
                    <a:pt x="48413" y="0"/>
                  </a:moveTo>
                  <a:lnTo>
                    <a:pt x="0" y="102216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2" name="Candidate_receptor__3781">
              <a:extLst>
                <a:ext uri="{FF2B5EF4-FFF2-40B4-BE49-F238E27FC236}">
                  <a16:creationId xmlns:a16="http://schemas.microsoft.com/office/drawing/2014/main" id="{410D52AA-1DFB-2948-589F-5D2EDC7797C4}"/>
                </a:ext>
              </a:extLst>
            </p:cNvPr>
            <p:cNvSpPr>
              <a:spLocks noGrp="1"/>
            </p:cNvSpPr>
            <p:nvPr/>
          </p:nvSpPr>
          <p:spPr>
            <a:xfrm>
              <a:off x="4876627" y="3482638"/>
              <a:ext cx="79670" cy="2273"/>
            </a:xfrm>
            <a:custGeom>
              <a:avLst/>
              <a:gdLst/>
              <a:ahLst/>
              <a:cxnLst/>
              <a:rect l="0" t="0" r="0" b="0"/>
              <a:pathLst>
                <a:path w="79670" h="2273">
                  <a:moveTo>
                    <a:pt x="79670" y="2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3" name="Candidate_receptor__3782">
              <a:extLst>
                <a:ext uri="{FF2B5EF4-FFF2-40B4-BE49-F238E27FC236}">
                  <a16:creationId xmlns:a16="http://schemas.microsoft.com/office/drawing/2014/main" id="{726A8E68-F110-F836-9E29-90ADC839C553}"/>
                </a:ext>
              </a:extLst>
            </p:cNvPr>
            <p:cNvSpPr>
              <a:spLocks noGrp="1"/>
            </p:cNvSpPr>
            <p:nvPr/>
          </p:nvSpPr>
          <p:spPr>
            <a:xfrm>
              <a:off x="5847263" y="2244733"/>
              <a:ext cx="13405" cy="94489"/>
            </a:xfrm>
            <a:custGeom>
              <a:avLst/>
              <a:gdLst/>
              <a:ahLst/>
              <a:cxnLst/>
              <a:rect l="0" t="0" r="0" b="0"/>
              <a:pathLst>
                <a:path w="13405" h="94489">
                  <a:moveTo>
                    <a:pt x="0" y="94489"/>
                  </a:moveTo>
                  <a:lnTo>
                    <a:pt x="13405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4" name="Candidate_receptor__3783">
              <a:extLst>
                <a:ext uri="{FF2B5EF4-FFF2-40B4-BE49-F238E27FC236}">
                  <a16:creationId xmlns:a16="http://schemas.microsoft.com/office/drawing/2014/main" id="{40E5F3A8-6080-73FC-D20F-E0AA4F7F44E6}"/>
                </a:ext>
              </a:extLst>
            </p:cNvPr>
            <p:cNvSpPr>
              <a:spLocks noGrp="1"/>
            </p:cNvSpPr>
            <p:nvPr/>
          </p:nvSpPr>
          <p:spPr>
            <a:xfrm>
              <a:off x="5504796" y="2213303"/>
              <a:ext cx="13935" cy="6069"/>
            </a:xfrm>
            <a:custGeom>
              <a:avLst/>
              <a:gdLst/>
              <a:ahLst/>
              <a:cxnLst/>
              <a:rect l="0" t="0" r="0" b="0"/>
              <a:pathLst>
                <a:path w="13935" h="6069">
                  <a:moveTo>
                    <a:pt x="0" y="0"/>
                  </a:moveTo>
                  <a:lnTo>
                    <a:pt x="13935" y="6069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5" name="Candidate_receptor__3784">
              <a:extLst>
                <a:ext uri="{FF2B5EF4-FFF2-40B4-BE49-F238E27FC236}">
                  <a16:creationId xmlns:a16="http://schemas.microsoft.com/office/drawing/2014/main" id="{553D2F64-166B-23FB-09B7-1E529BE32209}"/>
                </a:ext>
              </a:extLst>
            </p:cNvPr>
            <p:cNvSpPr>
              <a:spLocks noGrp="1"/>
            </p:cNvSpPr>
            <p:nvPr/>
          </p:nvSpPr>
          <p:spPr>
            <a:xfrm>
              <a:off x="5066174" y="3180769"/>
              <a:ext cx="19074" cy="21861"/>
            </a:xfrm>
            <a:custGeom>
              <a:avLst/>
              <a:gdLst/>
              <a:ahLst/>
              <a:cxnLst/>
              <a:rect l="0" t="0" r="0" b="0"/>
              <a:pathLst>
                <a:path w="19074" h="21861">
                  <a:moveTo>
                    <a:pt x="19074" y="0"/>
                  </a:moveTo>
                  <a:lnTo>
                    <a:pt x="0" y="21861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6" name="Candidate_receptor__3785">
              <a:extLst>
                <a:ext uri="{FF2B5EF4-FFF2-40B4-BE49-F238E27FC236}">
                  <a16:creationId xmlns:a16="http://schemas.microsoft.com/office/drawing/2014/main" id="{C435EB47-F60B-A487-2537-3340A530B646}"/>
                </a:ext>
              </a:extLst>
            </p:cNvPr>
            <p:cNvSpPr>
              <a:spLocks noGrp="1"/>
            </p:cNvSpPr>
            <p:nvPr/>
          </p:nvSpPr>
          <p:spPr>
            <a:xfrm>
              <a:off x="4242570" y="3070081"/>
              <a:ext cx="90065" cy="20820"/>
            </a:xfrm>
            <a:custGeom>
              <a:avLst/>
              <a:gdLst/>
              <a:ahLst/>
              <a:cxnLst/>
              <a:rect l="0" t="0" r="0" b="0"/>
              <a:pathLst>
                <a:path w="90065" h="20820">
                  <a:moveTo>
                    <a:pt x="0" y="0"/>
                  </a:moveTo>
                  <a:lnTo>
                    <a:pt x="90065" y="2082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7" name="Candidate_receptor__3786">
              <a:extLst>
                <a:ext uri="{FF2B5EF4-FFF2-40B4-BE49-F238E27FC236}">
                  <a16:creationId xmlns:a16="http://schemas.microsoft.com/office/drawing/2014/main" id="{31AC8D40-ABB5-362C-CF51-7035F508CF93}"/>
                </a:ext>
              </a:extLst>
            </p:cNvPr>
            <p:cNvSpPr>
              <a:spLocks noGrp="1"/>
            </p:cNvSpPr>
            <p:nvPr/>
          </p:nvSpPr>
          <p:spPr>
            <a:xfrm>
              <a:off x="3674078" y="2956305"/>
              <a:ext cx="87121" cy="51031"/>
            </a:xfrm>
            <a:custGeom>
              <a:avLst/>
              <a:gdLst/>
              <a:ahLst/>
              <a:cxnLst/>
              <a:rect l="0" t="0" r="0" b="0"/>
              <a:pathLst>
                <a:path w="87121" h="51031">
                  <a:moveTo>
                    <a:pt x="0" y="51031"/>
                  </a:moveTo>
                  <a:lnTo>
                    <a:pt x="87121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88" name="Candidate_receptor__3787">
              <a:extLst>
                <a:ext uri="{FF2B5EF4-FFF2-40B4-BE49-F238E27FC236}">
                  <a16:creationId xmlns:a16="http://schemas.microsoft.com/office/drawing/2014/main" id="{4C092BA3-36FD-32B9-E49F-311E92CCEADA}"/>
                </a:ext>
              </a:extLst>
            </p:cNvPr>
            <p:cNvSpPr>
              <a:spLocks noGrp="1"/>
            </p:cNvSpPr>
            <p:nvPr/>
          </p:nvSpPr>
          <p:spPr>
            <a:xfrm>
              <a:off x="5030397" y="2690725"/>
              <a:ext cx="73768" cy="60805"/>
            </a:xfrm>
            <a:custGeom>
              <a:avLst/>
              <a:gdLst/>
              <a:ahLst/>
              <a:cxnLst/>
              <a:rect l="0" t="0" r="0" b="0"/>
              <a:pathLst>
                <a:path w="73768" h="60805">
                  <a:moveTo>
                    <a:pt x="73768" y="0"/>
                  </a:moveTo>
                  <a:lnTo>
                    <a:pt x="0" y="6080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89" name="Candidate_receptor__3788">
              <a:extLst>
                <a:ext uri="{FF2B5EF4-FFF2-40B4-BE49-F238E27FC236}">
                  <a16:creationId xmlns:a16="http://schemas.microsoft.com/office/drawing/2014/main" id="{E353A145-7B16-6ADC-4A9B-9F8D1E048514}"/>
                </a:ext>
              </a:extLst>
            </p:cNvPr>
            <p:cNvSpPr>
              <a:spLocks noGrp="1"/>
            </p:cNvSpPr>
            <p:nvPr/>
          </p:nvSpPr>
          <p:spPr>
            <a:xfrm>
              <a:off x="5653149" y="1852959"/>
              <a:ext cx="66048" cy="93192"/>
            </a:xfrm>
            <a:custGeom>
              <a:avLst/>
              <a:gdLst/>
              <a:ahLst/>
              <a:cxnLst/>
              <a:rect l="0" t="0" r="0" b="0"/>
              <a:pathLst>
                <a:path w="66048" h="93192">
                  <a:moveTo>
                    <a:pt x="0" y="93192"/>
                  </a:moveTo>
                  <a:lnTo>
                    <a:pt x="66048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3790" name="Candidate_receptor__3789">
              <a:extLst>
                <a:ext uri="{FF2B5EF4-FFF2-40B4-BE49-F238E27FC236}">
                  <a16:creationId xmlns:a16="http://schemas.microsoft.com/office/drawing/2014/main" id="{B875B76E-808F-F48B-0928-B5B948A22477}"/>
                </a:ext>
              </a:extLst>
            </p:cNvPr>
            <p:cNvSpPr>
              <a:spLocks noGrp="1"/>
            </p:cNvSpPr>
            <p:nvPr/>
          </p:nvSpPr>
          <p:spPr>
            <a:xfrm>
              <a:off x="4978548" y="3041920"/>
              <a:ext cx="33716" cy="26000"/>
            </a:xfrm>
            <a:custGeom>
              <a:avLst/>
              <a:gdLst/>
              <a:ahLst/>
              <a:cxnLst/>
              <a:rect l="0" t="0" r="0" b="0"/>
              <a:pathLst>
                <a:path w="33716" h="26000">
                  <a:moveTo>
                    <a:pt x="33716" y="0"/>
                  </a:moveTo>
                  <a:lnTo>
                    <a:pt x="0" y="2600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3791" name="Candidate_receptor__3790">
              <a:extLst>
                <a:ext uri="{FF2B5EF4-FFF2-40B4-BE49-F238E27FC236}">
                  <a16:creationId xmlns:a16="http://schemas.microsoft.com/office/drawing/2014/main" id="{7405A721-3E82-464C-D608-B4C9A60E1D2E}"/>
                </a:ext>
              </a:extLst>
            </p:cNvPr>
            <p:cNvSpPr>
              <a:spLocks noGrp="1"/>
            </p:cNvSpPr>
            <p:nvPr/>
          </p:nvSpPr>
          <p:spPr>
            <a:xfrm>
              <a:off x="4170103" y="3051602"/>
              <a:ext cx="72466" cy="18480"/>
            </a:xfrm>
            <a:custGeom>
              <a:avLst/>
              <a:gdLst/>
              <a:ahLst/>
              <a:cxnLst/>
              <a:rect l="0" t="0" r="0" b="0"/>
              <a:pathLst>
                <a:path w="72466" h="18480">
                  <a:moveTo>
                    <a:pt x="0" y="0"/>
                  </a:moveTo>
                  <a:lnTo>
                    <a:pt x="72466" y="1848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2" name="Candidate_receptor__3791">
              <a:extLst>
                <a:ext uri="{FF2B5EF4-FFF2-40B4-BE49-F238E27FC236}">
                  <a16:creationId xmlns:a16="http://schemas.microsoft.com/office/drawing/2014/main" id="{B9EFA56D-B984-FE3E-9F07-0D66AC07A8C8}"/>
                </a:ext>
              </a:extLst>
            </p:cNvPr>
            <p:cNvSpPr>
              <a:spLocks noGrp="1"/>
            </p:cNvSpPr>
            <p:nvPr/>
          </p:nvSpPr>
          <p:spPr>
            <a:xfrm>
              <a:off x="4859663" y="3133865"/>
              <a:ext cx="25202" cy="56372"/>
            </a:xfrm>
            <a:custGeom>
              <a:avLst/>
              <a:gdLst/>
              <a:ahLst/>
              <a:cxnLst/>
              <a:rect l="0" t="0" r="0" b="0"/>
              <a:pathLst>
                <a:path w="25202" h="56372">
                  <a:moveTo>
                    <a:pt x="25202" y="0"/>
                  </a:moveTo>
                  <a:lnTo>
                    <a:pt x="0" y="56372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3" name="Candidate_receptor__3792">
              <a:extLst>
                <a:ext uri="{FF2B5EF4-FFF2-40B4-BE49-F238E27FC236}">
                  <a16:creationId xmlns:a16="http://schemas.microsoft.com/office/drawing/2014/main" id="{51EC742E-328E-5694-E6C4-66AE55363D77}"/>
                </a:ext>
              </a:extLst>
            </p:cNvPr>
            <p:cNvSpPr>
              <a:spLocks noGrp="1"/>
            </p:cNvSpPr>
            <p:nvPr/>
          </p:nvSpPr>
          <p:spPr>
            <a:xfrm>
              <a:off x="5290662" y="2910701"/>
              <a:ext cx="95028" cy="29202"/>
            </a:xfrm>
            <a:custGeom>
              <a:avLst/>
              <a:gdLst/>
              <a:ahLst/>
              <a:cxnLst/>
              <a:rect l="0" t="0" r="0" b="0"/>
              <a:pathLst>
                <a:path w="95028" h="29202">
                  <a:moveTo>
                    <a:pt x="95028" y="2920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4" name="Candidate_receptor__3793">
              <a:extLst>
                <a:ext uri="{FF2B5EF4-FFF2-40B4-BE49-F238E27FC236}">
                  <a16:creationId xmlns:a16="http://schemas.microsoft.com/office/drawing/2014/main" id="{F58CEA36-F624-5B1C-2E6A-254E05855C19}"/>
                </a:ext>
              </a:extLst>
            </p:cNvPr>
            <p:cNvSpPr>
              <a:spLocks noGrp="1"/>
            </p:cNvSpPr>
            <p:nvPr/>
          </p:nvSpPr>
          <p:spPr>
            <a:xfrm>
              <a:off x="5719197" y="1852959"/>
              <a:ext cx="95125" cy="65112"/>
            </a:xfrm>
            <a:custGeom>
              <a:avLst/>
              <a:gdLst/>
              <a:ahLst/>
              <a:cxnLst/>
              <a:rect l="0" t="0" r="0" b="0"/>
              <a:pathLst>
                <a:path w="95125" h="65112">
                  <a:moveTo>
                    <a:pt x="0" y="0"/>
                  </a:moveTo>
                  <a:lnTo>
                    <a:pt x="95125" y="65112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5" name="Candidate_receptor__3794">
              <a:extLst>
                <a:ext uri="{FF2B5EF4-FFF2-40B4-BE49-F238E27FC236}">
                  <a16:creationId xmlns:a16="http://schemas.microsoft.com/office/drawing/2014/main" id="{DFC88E2F-4014-8D96-1589-C74BDB4E5566}"/>
                </a:ext>
              </a:extLst>
            </p:cNvPr>
            <p:cNvSpPr>
              <a:spLocks noGrp="1"/>
            </p:cNvSpPr>
            <p:nvPr/>
          </p:nvSpPr>
          <p:spPr>
            <a:xfrm>
              <a:off x="4594192" y="2645615"/>
              <a:ext cx="108488" cy="5552"/>
            </a:xfrm>
            <a:custGeom>
              <a:avLst/>
              <a:gdLst/>
              <a:ahLst/>
              <a:cxnLst/>
              <a:rect l="0" t="0" r="0" b="0"/>
              <a:pathLst>
                <a:path w="108488" h="5552">
                  <a:moveTo>
                    <a:pt x="108488" y="55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6" name="Candidate_receptor__3795">
              <a:extLst>
                <a:ext uri="{FF2B5EF4-FFF2-40B4-BE49-F238E27FC236}">
                  <a16:creationId xmlns:a16="http://schemas.microsoft.com/office/drawing/2014/main" id="{83E3E801-7EB7-B5A2-62B0-88C9BA1702EA}"/>
                </a:ext>
              </a:extLst>
            </p:cNvPr>
            <p:cNvSpPr>
              <a:spLocks noGrp="1"/>
            </p:cNvSpPr>
            <p:nvPr/>
          </p:nvSpPr>
          <p:spPr>
            <a:xfrm>
              <a:off x="4923621" y="2751529"/>
              <a:ext cx="106776" cy="16035"/>
            </a:xfrm>
            <a:custGeom>
              <a:avLst/>
              <a:gdLst/>
              <a:ahLst/>
              <a:cxnLst/>
              <a:rect l="0" t="0" r="0" b="0"/>
              <a:pathLst>
                <a:path w="106776" h="16035">
                  <a:moveTo>
                    <a:pt x="106776" y="0"/>
                  </a:moveTo>
                  <a:lnTo>
                    <a:pt x="0" y="16035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797" name="Candidate_receptor__3796">
              <a:extLst>
                <a:ext uri="{FF2B5EF4-FFF2-40B4-BE49-F238E27FC236}">
                  <a16:creationId xmlns:a16="http://schemas.microsoft.com/office/drawing/2014/main" id="{AC877479-7C78-F3A3-BDAA-EDE423DDBF1E}"/>
                </a:ext>
              </a:extLst>
            </p:cNvPr>
            <p:cNvSpPr>
              <a:spLocks noGrp="1"/>
            </p:cNvSpPr>
            <p:nvPr/>
          </p:nvSpPr>
          <p:spPr>
            <a:xfrm>
              <a:off x="4174456" y="2748188"/>
              <a:ext cx="69380" cy="21120"/>
            </a:xfrm>
            <a:custGeom>
              <a:avLst/>
              <a:gdLst/>
              <a:ahLst/>
              <a:cxnLst/>
              <a:rect l="0" t="0" r="0" b="0"/>
              <a:pathLst>
                <a:path w="69380" h="21120">
                  <a:moveTo>
                    <a:pt x="69380" y="0"/>
                  </a:moveTo>
                  <a:lnTo>
                    <a:pt x="0" y="21120"/>
                  </a:lnTo>
                </a:path>
              </a:pathLst>
            </a:custGeom>
            <a:noFill/>
            <a:ln w="8096">
              <a:solidFill>
                <a:srgbClr val="E9EDF0"/>
              </a:solidFill>
            </a:ln>
          </p:spPr>
        </p:sp>
        <p:sp>
          <p:nvSpPr>
            <p:cNvPr id="3798" name="Candidate_receptor__3797">
              <a:extLst>
                <a:ext uri="{FF2B5EF4-FFF2-40B4-BE49-F238E27FC236}">
                  <a16:creationId xmlns:a16="http://schemas.microsoft.com/office/drawing/2014/main" id="{8B4C5E38-5E52-913B-A1B8-B01A94964EDB}"/>
                </a:ext>
              </a:extLst>
            </p:cNvPr>
            <p:cNvSpPr>
              <a:spLocks noGrp="1"/>
            </p:cNvSpPr>
            <p:nvPr/>
          </p:nvSpPr>
          <p:spPr>
            <a:xfrm>
              <a:off x="4910420" y="2901773"/>
              <a:ext cx="64050" cy="41669"/>
            </a:xfrm>
            <a:custGeom>
              <a:avLst/>
              <a:gdLst/>
              <a:ahLst/>
              <a:cxnLst/>
              <a:rect l="0" t="0" r="0" b="0"/>
              <a:pathLst>
                <a:path w="64050" h="41669">
                  <a:moveTo>
                    <a:pt x="64050" y="0"/>
                  </a:moveTo>
                  <a:lnTo>
                    <a:pt x="0" y="41669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799" name="Candidate_receptor__3798">
              <a:extLst>
                <a:ext uri="{FF2B5EF4-FFF2-40B4-BE49-F238E27FC236}">
                  <a16:creationId xmlns:a16="http://schemas.microsoft.com/office/drawing/2014/main" id="{895507C6-A5AB-83B6-0D99-CC75E588A45C}"/>
                </a:ext>
              </a:extLst>
            </p:cNvPr>
            <p:cNvSpPr>
              <a:spLocks noGrp="1"/>
            </p:cNvSpPr>
            <p:nvPr/>
          </p:nvSpPr>
          <p:spPr>
            <a:xfrm>
              <a:off x="5827301" y="2517801"/>
              <a:ext cx="2620" cy="8470"/>
            </a:xfrm>
            <a:custGeom>
              <a:avLst/>
              <a:gdLst/>
              <a:ahLst/>
              <a:cxnLst/>
              <a:rect l="0" t="0" r="0" b="0"/>
              <a:pathLst>
                <a:path w="2620" h="8470">
                  <a:moveTo>
                    <a:pt x="2620" y="84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F0"/>
              </a:solidFill>
            </a:ln>
          </p:spPr>
        </p:sp>
        <p:sp>
          <p:nvSpPr>
            <p:cNvPr id="3800" name="Candidate_receptor__3799">
              <a:extLst>
                <a:ext uri="{FF2B5EF4-FFF2-40B4-BE49-F238E27FC236}">
                  <a16:creationId xmlns:a16="http://schemas.microsoft.com/office/drawing/2014/main" id="{90EC1280-78C9-67B9-F61A-712C8A35A6B4}"/>
                </a:ext>
              </a:extLst>
            </p:cNvPr>
            <p:cNvSpPr>
              <a:spLocks noGrp="1"/>
            </p:cNvSpPr>
            <p:nvPr/>
          </p:nvSpPr>
          <p:spPr>
            <a:xfrm>
              <a:off x="4279297" y="3187580"/>
              <a:ext cx="3331" cy="52788"/>
            </a:xfrm>
            <a:custGeom>
              <a:avLst/>
              <a:gdLst/>
              <a:ahLst/>
              <a:cxnLst/>
              <a:rect l="0" t="0" r="0" b="0"/>
              <a:pathLst>
                <a:path w="3331" h="52788">
                  <a:moveTo>
                    <a:pt x="3331" y="0"/>
                  </a:moveTo>
                  <a:lnTo>
                    <a:pt x="0" y="5278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1" name="Candidate_receptor__3800">
              <a:extLst>
                <a:ext uri="{FF2B5EF4-FFF2-40B4-BE49-F238E27FC236}">
                  <a16:creationId xmlns:a16="http://schemas.microsoft.com/office/drawing/2014/main" id="{EC62C45E-195C-897B-DD71-181B930EF89A}"/>
                </a:ext>
              </a:extLst>
            </p:cNvPr>
            <p:cNvSpPr>
              <a:spLocks noGrp="1"/>
            </p:cNvSpPr>
            <p:nvPr/>
          </p:nvSpPr>
          <p:spPr>
            <a:xfrm>
              <a:off x="5599001" y="2118339"/>
              <a:ext cx="51507" cy="31466"/>
            </a:xfrm>
            <a:custGeom>
              <a:avLst/>
              <a:gdLst/>
              <a:ahLst/>
              <a:cxnLst/>
              <a:rect l="0" t="0" r="0" b="0"/>
              <a:pathLst>
                <a:path w="51507" h="31466">
                  <a:moveTo>
                    <a:pt x="51507" y="0"/>
                  </a:moveTo>
                  <a:lnTo>
                    <a:pt x="0" y="3146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2" name="Candidate_receptor__3801">
              <a:extLst>
                <a:ext uri="{FF2B5EF4-FFF2-40B4-BE49-F238E27FC236}">
                  <a16:creationId xmlns:a16="http://schemas.microsoft.com/office/drawing/2014/main" id="{10C20F09-EDEA-86AE-3E08-37A655BEF46E}"/>
                </a:ext>
              </a:extLst>
            </p:cNvPr>
            <p:cNvSpPr>
              <a:spLocks noGrp="1"/>
            </p:cNvSpPr>
            <p:nvPr/>
          </p:nvSpPr>
          <p:spPr>
            <a:xfrm>
              <a:off x="4050808" y="3311549"/>
              <a:ext cx="2092" cy="54186"/>
            </a:xfrm>
            <a:custGeom>
              <a:avLst/>
              <a:gdLst/>
              <a:ahLst/>
              <a:cxnLst/>
              <a:rect l="0" t="0" r="0" b="0"/>
              <a:pathLst>
                <a:path w="2092" h="54186">
                  <a:moveTo>
                    <a:pt x="2092" y="0"/>
                  </a:moveTo>
                  <a:lnTo>
                    <a:pt x="0" y="5418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3" name="Candidate_receptor__3802">
              <a:extLst>
                <a:ext uri="{FF2B5EF4-FFF2-40B4-BE49-F238E27FC236}">
                  <a16:creationId xmlns:a16="http://schemas.microsoft.com/office/drawing/2014/main" id="{07B2BF03-0873-38D5-63C0-6631F469CC4B}"/>
                </a:ext>
              </a:extLst>
            </p:cNvPr>
            <p:cNvSpPr>
              <a:spLocks noGrp="1"/>
            </p:cNvSpPr>
            <p:nvPr/>
          </p:nvSpPr>
          <p:spPr>
            <a:xfrm>
              <a:off x="5263723" y="2590754"/>
              <a:ext cx="63490" cy="1676"/>
            </a:xfrm>
            <a:custGeom>
              <a:avLst/>
              <a:gdLst/>
              <a:ahLst/>
              <a:cxnLst/>
              <a:rect l="0" t="0" r="0" b="0"/>
              <a:pathLst>
                <a:path w="63490" h="1676">
                  <a:moveTo>
                    <a:pt x="63490" y="16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4" name="Candidate_receptor__3803">
              <a:extLst>
                <a:ext uri="{FF2B5EF4-FFF2-40B4-BE49-F238E27FC236}">
                  <a16:creationId xmlns:a16="http://schemas.microsoft.com/office/drawing/2014/main" id="{2F40FBC6-AD22-AD7D-63E2-FD998F49BA44}"/>
                </a:ext>
              </a:extLst>
            </p:cNvPr>
            <p:cNvSpPr>
              <a:spLocks noGrp="1"/>
            </p:cNvSpPr>
            <p:nvPr/>
          </p:nvSpPr>
          <p:spPr>
            <a:xfrm>
              <a:off x="5671288" y="2423681"/>
              <a:ext cx="50451" cy="84099"/>
            </a:xfrm>
            <a:custGeom>
              <a:avLst/>
              <a:gdLst/>
              <a:ahLst/>
              <a:cxnLst/>
              <a:rect l="0" t="0" r="0" b="0"/>
              <a:pathLst>
                <a:path w="50451" h="84099">
                  <a:moveTo>
                    <a:pt x="0" y="84099"/>
                  </a:moveTo>
                  <a:lnTo>
                    <a:pt x="5045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5" name="Candidate_receptor__3804">
              <a:extLst>
                <a:ext uri="{FF2B5EF4-FFF2-40B4-BE49-F238E27FC236}">
                  <a16:creationId xmlns:a16="http://schemas.microsoft.com/office/drawing/2014/main" id="{A3EB68CC-A217-FEE5-6B80-73B0CC05931B}"/>
                </a:ext>
              </a:extLst>
            </p:cNvPr>
            <p:cNvSpPr>
              <a:spLocks noGrp="1"/>
            </p:cNvSpPr>
            <p:nvPr/>
          </p:nvSpPr>
          <p:spPr>
            <a:xfrm>
              <a:off x="5506763" y="2425460"/>
              <a:ext cx="27861" cy="46986"/>
            </a:xfrm>
            <a:custGeom>
              <a:avLst/>
              <a:gdLst/>
              <a:ahLst/>
              <a:cxnLst/>
              <a:rect l="0" t="0" r="0" b="0"/>
              <a:pathLst>
                <a:path w="27861" h="46986">
                  <a:moveTo>
                    <a:pt x="0" y="46986"/>
                  </a:moveTo>
                  <a:lnTo>
                    <a:pt x="2786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6" name="Candidate_receptor__3805">
              <a:extLst>
                <a:ext uri="{FF2B5EF4-FFF2-40B4-BE49-F238E27FC236}">
                  <a16:creationId xmlns:a16="http://schemas.microsoft.com/office/drawing/2014/main" id="{932A119D-94D4-C10F-B540-187528DB5EC5}"/>
                </a:ext>
              </a:extLst>
            </p:cNvPr>
            <p:cNvSpPr>
              <a:spLocks noGrp="1"/>
            </p:cNvSpPr>
            <p:nvPr/>
          </p:nvSpPr>
          <p:spPr>
            <a:xfrm>
              <a:off x="4702680" y="2651167"/>
              <a:ext cx="84308" cy="7006"/>
            </a:xfrm>
            <a:custGeom>
              <a:avLst/>
              <a:gdLst/>
              <a:ahLst/>
              <a:cxnLst/>
              <a:rect l="0" t="0" r="0" b="0"/>
              <a:pathLst>
                <a:path w="84308" h="7006">
                  <a:moveTo>
                    <a:pt x="84308" y="70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7" name="Candidate_receptor__3806">
              <a:extLst>
                <a:ext uri="{FF2B5EF4-FFF2-40B4-BE49-F238E27FC236}">
                  <a16:creationId xmlns:a16="http://schemas.microsoft.com/office/drawing/2014/main" id="{9FAE8833-5188-771F-51D7-8A51A33D87D8}"/>
                </a:ext>
              </a:extLst>
            </p:cNvPr>
            <p:cNvSpPr>
              <a:spLocks noGrp="1"/>
            </p:cNvSpPr>
            <p:nvPr/>
          </p:nvSpPr>
          <p:spPr>
            <a:xfrm>
              <a:off x="4849969" y="2767564"/>
              <a:ext cx="73653" cy="33325"/>
            </a:xfrm>
            <a:custGeom>
              <a:avLst/>
              <a:gdLst/>
              <a:ahLst/>
              <a:cxnLst/>
              <a:rect l="0" t="0" r="0" b="0"/>
              <a:pathLst>
                <a:path w="73653" h="33325">
                  <a:moveTo>
                    <a:pt x="73653" y="0"/>
                  </a:moveTo>
                  <a:lnTo>
                    <a:pt x="0" y="3332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08" name="Candidate_receptor__3807">
              <a:extLst>
                <a:ext uri="{FF2B5EF4-FFF2-40B4-BE49-F238E27FC236}">
                  <a16:creationId xmlns:a16="http://schemas.microsoft.com/office/drawing/2014/main" id="{BC59C1B9-049F-9E07-D81E-A8759D92265A}"/>
                </a:ext>
              </a:extLst>
            </p:cNvPr>
            <p:cNvSpPr>
              <a:spLocks noGrp="1"/>
            </p:cNvSpPr>
            <p:nvPr/>
          </p:nvSpPr>
          <p:spPr>
            <a:xfrm>
              <a:off x="3667044" y="2758794"/>
              <a:ext cx="98845" cy="56355"/>
            </a:xfrm>
            <a:custGeom>
              <a:avLst/>
              <a:gdLst/>
              <a:ahLst/>
              <a:cxnLst/>
              <a:rect l="0" t="0" r="0" b="0"/>
              <a:pathLst>
                <a:path w="98845" h="56355">
                  <a:moveTo>
                    <a:pt x="98845" y="0"/>
                  </a:moveTo>
                  <a:lnTo>
                    <a:pt x="0" y="5635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09" name="Candidate_receptor__3808">
              <a:extLst>
                <a:ext uri="{FF2B5EF4-FFF2-40B4-BE49-F238E27FC236}">
                  <a16:creationId xmlns:a16="http://schemas.microsoft.com/office/drawing/2014/main" id="{7D43FE21-F5CD-30B4-CB86-2590E925E57E}"/>
                </a:ext>
              </a:extLst>
            </p:cNvPr>
            <p:cNvSpPr>
              <a:spLocks noGrp="1"/>
            </p:cNvSpPr>
            <p:nvPr/>
          </p:nvSpPr>
          <p:spPr>
            <a:xfrm>
              <a:off x="5653149" y="1946151"/>
              <a:ext cx="45438" cy="59564"/>
            </a:xfrm>
            <a:custGeom>
              <a:avLst/>
              <a:gdLst/>
              <a:ahLst/>
              <a:cxnLst/>
              <a:rect l="0" t="0" r="0" b="0"/>
              <a:pathLst>
                <a:path w="45438" h="59564">
                  <a:moveTo>
                    <a:pt x="45438" y="595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0" name="Candidate_receptor__3809">
              <a:extLst>
                <a:ext uri="{FF2B5EF4-FFF2-40B4-BE49-F238E27FC236}">
                  <a16:creationId xmlns:a16="http://schemas.microsoft.com/office/drawing/2014/main" id="{6CCA4B86-7F58-A560-4C9E-6183871140AA}"/>
                </a:ext>
              </a:extLst>
            </p:cNvPr>
            <p:cNvSpPr>
              <a:spLocks noGrp="1"/>
            </p:cNvSpPr>
            <p:nvPr/>
          </p:nvSpPr>
          <p:spPr>
            <a:xfrm>
              <a:off x="5721739" y="2414959"/>
              <a:ext cx="78545" cy="8722"/>
            </a:xfrm>
            <a:custGeom>
              <a:avLst/>
              <a:gdLst/>
              <a:ahLst/>
              <a:cxnLst/>
              <a:rect l="0" t="0" r="0" b="0"/>
              <a:pathLst>
                <a:path w="78545" h="8722">
                  <a:moveTo>
                    <a:pt x="0" y="8722"/>
                  </a:moveTo>
                  <a:lnTo>
                    <a:pt x="7854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1" name="Candidate_receptor__3810">
              <a:extLst>
                <a:ext uri="{FF2B5EF4-FFF2-40B4-BE49-F238E27FC236}">
                  <a16:creationId xmlns:a16="http://schemas.microsoft.com/office/drawing/2014/main" id="{DDF9DDFF-9625-442E-2C8F-D3E199E96608}"/>
                </a:ext>
              </a:extLst>
            </p:cNvPr>
            <p:cNvSpPr>
              <a:spLocks noGrp="1"/>
            </p:cNvSpPr>
            <p:nvPr/>
          </p:nvSpPr>
          <p:spPr>
            <a:xfrm>
              <a:off x="3765270" y="2643462"/>
              <a:ext cx="619" cy="115331"/>
            </a:xfrm>
            <a:custGeom>
              <a:avLst/>
              <a:gdLst/>
              <a:ahLst/>
              <a:cxnLst/>
              <a:rect l="0" t="0" r="0" b="0"/>
              <a:pathLst>
                <a:path w="619" h="115331">
                  <a:moveTo>
                    <a:pt x="0" y="0"/>
                  </a:moveTo>
                  <a:lnTo>
                    <a:pt x="619" y="11533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2" name="Candidate_receptor__3811">
              <a:extLst>
                <a:ext uri="{FF2B5EF4-FFF2-40B4-BE49-F238E27FC236}">
                  <a16:creationId xmlns:a16="http://schemas.microsoft.com/office/drawing/2014/main" id="{1B324C98-A115-39FE-50EE-D858CE4C5A57}"/>
                </a:ext>
              </a:extLst>
            </p:cNvPr>
            <p:cNvSpPr>
              <a:spLocks noGrp="1"/>
            </p:cNvSpPr>
            <p:nvPr/>
          </p:nvSpPr>
          <p:spPr>
            <a:xfrm>
              <a:off x="5757753" y="2210374"/>
              <a:ext cx="102914" cy="34358"/>
            </a:xfrm>
            <a:custGeom>
              <a:avLst/>
              <a:gdLst/>
              <a:ahLst/>
              <a:cxnLst/>
              <a:rect l="0" t="0" r="0" b="0"/>
              <a:pathLst>
                <a:path w="102914" h="34358">
                  <a:moveTo>
                    <a:pt x="102914" y="3435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3" name="Candidate_receptor__3812">
              <a:extLst>
                <a:ext uri="{FF2B5EF4-FFF2-40B4-BE49-F238E27FC236}">
                  <a16:creationId xmlns:a16="http://schemas.microsoft.com/office/drawing/2014/main" id="{11257557-82E5-4820-BF02-77339165744E}"/>
                </a:ext>
              </a:extLst>
            </p:cNvPr>
            <p:cNvSpPr>
              <a:spLocks noGrp="1"/>
            </p:cNvSpPr>
            <p:nvPr/>
          </p:nvSpPr>
          <p:spPr>
            <a:xfrm>
              <a:off x="4060222" y="3051602"/>
              <a:ext cx="109881" cy="30605"/>
            </a:xfrm>
            <a:custGeom>
              <a:avLst/>
              <a:gdLst/>
              <a:ahLst/>
              <a:cxnLst/>
              <a:rect l="0" t="0" r="0" b="0"/>
              <a:pathLst>
                <a:path w="109881" h="30605">
                  <a:moveTo>
                    <a:pt x="0" y="30605"/>
                  </a:moveTo>
                  <a:lnTo>
                    <a:pt x="10988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4" name="Candidate_receptor__3813">
              <a:extLst>
                <a:ext uri="{FF2B5EF4-FFF2-40B4-BE49-F238E27FC236}">
                  <a16:creationId xmlns:a16="http://schemas.microsoft.com/office/drawing/2014/main" id="{1423C228-AD10-CFB0-E2E4-4E1DC1650242}"/>
                </a:ext>
              </a:extLst>
            </p:cNvPr>
            <p:cNvSpPr>
              <a:spLocks noGrp="1"/>
            </p:cNvSpPr>
            <p:nvPr/>
          </p:nvSpPr>
          <p:spPr>
            <a:xfrm>
              <a:off x="4812692" y="2943442"/>
              <a:ext cx="97728" cy="52122"/>
            </a:xfrm>
            <a:custGeom>
              <a:avLst/>
              <a:gdLst/>
              <a:ahLst/>
              <a:cxnLst/>
              <a:rect l="0" t="0" r="0" b="0"/>
              <a:pathLst>
                <a:path w="97728" h="52122">
                  <a:moveTo>
                    <a:pt x="97728" y="0"/>
                  </a:moveTo>
                  <a:lnTo>
                    <a:pt x="0" y="5212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5" name="Candidate_receptor__3814">
              <a:extLst>
                <a:ext uri="{FF2B5EF4-FFF2-40B4-BE49-F238E27FC236}">
                  <a16:creationId xmlns:a16="http://schemas.microsoft.com/office/drawing/2014/main" id="{852FD769-CCBC-4690-A6F6-3640A8DC7EAF}"/>
                </a:ext>
              </a:extLst>
            </p:cNvPr>
            <p:cNvSpPr>
              <a:spLocks noGrp="1"/>
            </p:cNvSpPr>
            <p:nvPr/>
          </p:nvSpPr>
          <p:spPr>
            <a:xfrm>
              <a:off x="4215099" y="2897229"/>
              <a:ext cx="31095" cy="18687"/>
            </a:xfrm>
            <a:custGeom>
              <a:avLst/>
              <a:gdLst/>
              <a:ahLst/>
              <a:cxnLst/>
              <a:rect l="0" t="0" r="0" b="0"/>
              <a:pathLst>
                <a:path w="31095" h="18687">
                  <a:moveTo>
                    <a:pt x="31095" y="186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6" name="Candidate_receptor__3815">
              <a:extLst>
                <a:ext uri="{FF2B5EF4-FFF2-40B4-BE49-F238E27FC236}">
                  <a16:creationId xmlns:a16="http://schemas.microsoft.com/office/drawing/2014/main" id="{88D386D4-30C8-CEE9-2ACA-C13EC42EBF85}"/>
                </a:ext>
              </a:extLst>
            </p:cNvPr>
            <p:cNvSpPr>
              <a:spLocks noGrp="1"/>
            </p:cNvSpPr>
            <p:nvPr/>
          </p:nvSpPr>
          <p:spPr>
            <a:xfrm>
              <a:off x="4282627" y="3090902"/>
              <a:ext cx="50007" cy="96678"/>
            </a:xfrm>
            <a:custGeom>
              <a:avLst/>
              <a:gdLst/>
              <a:ahLst/>
              <a:cxnLst/>
              <a:rect l="0" t="0" r="0" b="0"/>
              <a:pathLst>
                <a:path w="50007" h="96678">
                  <a:moveTo>
                    <a:pt x="50007" y="0"/>
                  </a:moveTo>
                  <a:lnTo>
                    <a:pt x="0" y="9667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7" name="Candidate_receptor__3816">
              <a:extLst>
                <a:ext uri="{FF2B5EF4-FFF2-40B4-BE49-F238E27FC236}">
                  <a16:creationId xmlns:a16="http://schemas.microsoft.com/office/drawing/2014/main" id="{8270380B-9C7D-6155-D44E-E7714378499D}"/>
                </a:ext>
              </a:extLst>
            </p:cNvPr>
            <p:cNvSpPr>
              <a:spLocks noGrp="1"/>
            </p:cNvSpPr>
            <p:nvPr/>
          </p:nvSpPr>
          <p:spPr>
            <a:xfrm>
              <a:off x="4786987" y="2625403"/>
              <a:ext cx="101862" cy="32770"/>
            </a:xfrm>
            <a:custGeom>
              <a:avLst/>
              <a:gdLst/>
              <a:ahLst/>
              <a:cxnLst/>
              <a:rect l="0" t="0" r="0" b="0"/>
              <a:pathLst>
                <a:path w="101862" h="32770">
                  <a:moveTo>
                    <a:pt x="101862" y="0"/>
                  </a:moveTo>
                  <a:lnTo>
                    <a:pt x="0" y="3277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18" name="Candidate_receptor__3817">
              <a:extLst>
                <a:ext uri="{FF2B5EF4-FFF2-40B4-BE49-F238E27FC236}">
                  <a16:creationId xmlns:a16="http://schemas.microsoft.com/office/drawing/2014/main" id="{B219DAC3-3E56-87AA-7A9F-64E98DCD9A7A}"/>
                </a:ext>
              </a:extLst>
            </p:cNvPr>
            <p:cNvSpPr>
              <a:spLocks noGrp="1"/>
            </p:cNvSpPr>
            <p:nvPr/>
          </p:nvSpPr>
          <p:spPr>
            <a:xfrm>
              <a:off x="4081922" y="2701555"/>
              <a:ext cx="92534" cy="67752"/>
            </a:xfrm>
            <a:custGeom>
              <a:avLst/>
              <a:gdLst/>
              <a:ahLst/>
              <a:cxnLst/>
              <a:rect l="0" t="0" r="0" b="0"/>
              <a:pathLst>
                <a:path w="92534" h="67752">
                  <a:moveTo>
                    <a:pt x="92534" y="677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19" name="Candidate_receptor__3818">
              <a:extLst>
                <a:ext uri="{FF2B5EF4-FFF2-40B4-BE49-F238E27FC236}">
                  <a16:creationId xmlns:a16="http://schemas.microsoft.com/office/drawing/2014/main" id="{EB5E2B1C-BF20-89E5-DC55-5903CBD9C481}"/>
                </a:ext>
              </a:extLst>
            </p:cNvPr>
            <p:cNvSpPr>
              <a:spLocks noGrp="1"/>
            </p:cNvSpPr>
            <p:nvPr/>
          </p:nvSpPr>
          <p:spPr>
            <a:xfrm>
              <a:off x="4757244" y="2800890"/>
              <a:ext cx="92725" cy="52422"/>
            </a:xfrm>
            <a:custGeom>
              <a:avLst/>
              <a:gdLst/>
              <a:ahLst/>
              <a:cxnLst/>
              <a:rect l="0" t="0" r="0" b="0"/>
              <a:pathLst>
                <a:path w="92725" h="52422">
                  <a:moveTo>
                    <a:pt x="92725" y="0"/>
                  </a:moveTo>
                  <a:lnTo>
                    <a:pt x="0" y="5242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0" name="Candidate_receptor__3819">
              <a:extLst>
                <a:ext uri="{FF2B5EF4-FFF2-40B4-BE49-F238E27FC236}">
                  <a16:creationId xmlns:a16="http://schemas.microsoft.com/office/drawing/2014/main" id="{0B0354C9-6F17-DA80-FBB2-E825193AA146}"/>
                </a:ext>
              </a:extLst>
            </p:cNvPr>
            <p:cNvSpPr>
              <a:spLocks noGrp="1"/>
            </p:cNvSpPr>
            <p:nvPr/>
          </p:nvSpPr>
          <p:spPr>
            <a:xfrm>
              <a:off x="4884864" y="3067920"/>
              <a:ext cx="93684" cy="65946"/>
            </a:xfrm>
            <a:custGeom>
              <a:avLst/>
              <a:gdLst/>
              <a:ahLst/>
              <a:cxnLst/>
              <a:rect l="0" t="0" r="0" b="0"/>
              <a:pathLst>
                <a:path w="93684" h="65946">
                  <a:moveTo>
                    <a:pt x="93684" y="0"/>
                  </a:moveTo>
                  <a:lnTo>
                    <a:pt x="0" y="6594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1" name="Candidate_receptor__3820">
              <a:extLst>
                <a:ext uri="{FF2B5EF4-FFF2-40B4-BE49-F238E27FC236}">
                  <a16:creationId xmlns:a16="http://schemas.microsoft.com/office/drawing/2014/main" id="{C5D085A5-D1E5-CB84-0EB6-6E12D469ADA9}"/>
                </a:ext>
              </a:extLst>
            </p:cNvPr>
            <p:cNvSpPr>
              <a:spLocks noGrp="1"/>
            </p:cNvSpPr>
            <p:nvPr/>
          </p:nvSpPr>
          <p:spPr>
            <a:xfrm>
              <a:off x="4776120" y="2491080"/>
              <a:ext cx="109143" cy="10312"/>
            </a:xfrm>
            <a:custGeom>
              <a:avLst/>
              <a:gdLst/>
              <a:ahLst/>
              <a:cxnLst/>
              <a:rect l="0" t="0" r="0" b="0"/>
              <a:pathLst>
                <a:path w="109143" h="10312">
                  <a:moveTo>
                    <a:pt x="0" y="0"/>
                  </a:moveTo>
                  <a:lnTo>
                    <a:pt x="109143" y="1031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2" name="Candidate_receptor__3821">
              <a:extLst>
                <a:ext uri="{FF2B5EF4-FFF2-40B4-BE49-F238E27FC236}">
                  <a16:creationId xmlns:a16="http://schemas.microsoft.com/office/drawing/2014/main" id="{18F75EF2-7DE5-FC25-1AE9-418FE38F3336}"/>
                </a:ext>
              </a:extLst>
            </p:cNvPr>
            <p:cNvSpPr>
              <a:spLocks noGrp="1"/>
            </p:cNvSpPr>
            <p:nvPr/>
          </p:nvSpPr>
          <p:spPr>
            <a:xfrm>
              <a:off x="5203024" y="3275117"/>
              <a:ext cx="10470" cy="98414"/>
            </a:xfrm>
            <a:custGeom>
              <a:avLst/>
              <a:gdLst/>
              <a:ahLst/>
              <a:cxnLst/>
              <a:rect l="0" t="0" r="0" b="0"/>
              <a:pathLst>
                <a:path w="10470" h="98414">
                  <a:moveTo>
                    <a:pt x="0" y="0"/>
                  </a:moveTo>
                  <a:lnTo>
                    <a:pt x="10470" y="98414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3" name="Candidate_receptor__3822">
              <a:extLst>
                <a:ext uri="{FF2B5EF4-FFF2-40B4-BE49-F238E27FC236}">
                  <a16:creationId xmlns:a16="http://schemas.microsoft.com/office/drawing/2014/main" id="{71790DC3-03AA-18A5-4253-0C66A6DE1E02}"/>
                </a:ext>
              </a:extLst>
            </p:cNvPr>
            <p:cNvSpPr>
              <a:spLocks noGrp="1"/>
            </p:cNvSpPr>
            <p:nvPr/>
          </p:nvSpPr>
          <p:spPr>
            <a:xfrm>
              <a:off x="3650986" y="2913867"/>
              <a:ext cx="23091" cy="93469"/>
            </a:xfrm>
            <a:custGeom>
              <a:avLst/>
              <a:gdLst/>
              <a:ahLst/>
              <a:cxnLst/>
              <a:rect l="0" t="0" r="0" b="0"/>
              <a:pathLst>
                <a:path w="23091" h="93469">
                  <a:moveTo>
                    <a:pt x="0" y="0"/>
                  </a:moveTo>
                  <a:lnTo>
                    <a:pt x="23091" y="93469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4" name="Candidate_receptor__3823">
              <a:extLst>
                <a:ext uri="{FF2B5EF4-FFF2-40B4-BE49-F238E27FC236}">
                  <a16:creationId xmlns:a16="http://schemas.microsoft.com/office/drawing/2014/main" id="{742C0C51-B43F-203E-03CB-83E974B7D982}"/>
                </a:ext>
              </a:extLst>
            </p:cNvPr>
            <p:cNvSpPr>
              <a:spLocks noGrp="1"/>
            </p:cNvSpPr>
            <p:nvPr/>
          </p:nvSpPr>
          <p:spPr>
            <a:xfrm>
              <a:off x="5504796" y="2149805"/>
              <a:ext cx="94204" cy="63498"/>
            </a:xfrm>
            <a:custGeom>
              <a:avLst/>
              <a:gdLst/>
              <a:ahLst/>
              <a:cxnLst/>
              <a:rect l="0" t="0" r="0" b="0"/>
              <a:pathLst>
                <a:path w="94204" h="63498">
                  <a:moveTo>
                    <a:pt x="94204" y="0"/>
                  </a:moveTo>
                  <a:lnTo>
                    <a:pt x="0" y="63498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5" name="Candidate_receptor__3824">
              <a:extLst>
                <a:ext uri="{FF2B5EF4-FFF2-40B4-BE49-F238E27FC236}">
                  <a16:creationId xmlns:a16="http://schemas.microsoft.com/office/drawing/2014/main" id="{0968D7EC-9C45-3148-713F-28D9EECF10E1}"/>
                </a:ext>
              </a:extLst>
            </p:cNvPr>
            <p:cNvSpPr>
              <a:spLocks noGrp="1"/>
            </p:cNvSpPr>
            <p:nvPr/>
          </p:nvSpPr>
          <p:spPr>
            <a:xfrm>
              <a:off x="3981647" y="3015698"/>
              <a:ext cx="78575" cy="66509"/>
            </a:xfrm>
            <a:custGeom>
              <a:avLst/>
              <a:gdLst/>
              <a:ahLst/>
              <a:cxnLst/>
              <a:rect l="0" t="0" r="0" b="0"/>
              <a:pathLst>
                <a:path w="78575" h="66509">
                  <a:moveTo>
                    <a:pt x="0" y="0"/>
                  </a:moveTo>
                  <a:lnTo>
                    <a:pt x="78575" y="6650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6" name="Candidate_receptor__3825">
              <a:extLst>
                <a:ext uri="{FF2B5EF4-FFF2-40B4-BE49-F238E27FC236}">
                  <a16:creationId xmlns:a16="http://schemas.microsoft.com/office/drawing/2014/main" id="{179FACE7-A1C2-CA0D-6604-FE334AE72972}"/>
                </a:ext>
              </a:extLst>
            </p:cNvPr>
            <p:cNvSpPr>
              <a:spLocks noGrp="1"/>
            </p:cNvSpPr>
            <p:nvPr/>
          </p:nvSpPr>
          <p:spPr>
            <a:xfrm>
              <a:off x="3650986" y="2815149"/>
              <a:ext cx="16058" cy="98718"/>
            </a:xfrm>
            <a:custGeom>
              <a:avLst/>
              <a:gdLst/>
              <a:ahLst/>
              <a:cxnLst/>
              <a:rect l="0" t="0" r="0" b="0"/>
              <a:pathLst>
                <a:path w="16058" h="98718">
                  <a:moveTo>
                    <a:pt x="16058" y="0"/>
                  </a:moveTo>
                  <a:lnTo>
                    <a:pt x="0" y="98718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27" name="Candidate_receptor__3826">
              <a:extLst>
                <a:ext uri="{FF2B5EF4-FFF2-40B4-BE49-F238E27FC236}">
                  <a16:creationId xmlns:a16="http://schemas.microsoft.com/office/drawing/2014/main" id="{7EEA068C-BC13-17B5-9D7F-A2AA6574C927}"/>
                </a:ext>
              </a:extLst>
            </p:cNvPr>
            <p:cNvSpPr>
              <a:spLocks noGrp="1"/>
            </p:cNvSpPr>
            <p:nvPr/>
          </p:nvSpPr>
          <p:spPr>
            <a:xfrm>
              <a:off x="3912263" y="2539547"/>
              <a:ext cx="5985" cy="95437"/>
            </a:xfrm>
            <a:custGeom>
              <a:avLst/>
              <a:gdLst/>
              <a:ahLst/>
              <a:cxnLst/>
              <a:rect l="0" t="0" r="0" b="0"/>
              <a:pathLst>
                <a:path w="5985" h="95437">
                  <a:moveTo>
                    <a:pt x="0" y="0"/>
                  </a:moveTo>
                  <a:lnTo>
                    <a:pt x="5985" y="95437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8" name="Candidate_receptor__3827">
              <a:extLst>
                <a:ext uri="{FF2B5EF4-FFF2-40B4-BE49-F238E27FC236}">
                  <a16:creationId xmlns:a16="http://schemas.microsoft.com/office/drawing/2014/main" id="{90F33D48-2907-80EB-90F0-ED2FB43DE14D}"/>
                </a:ext>
              </a:extLst>
            </p:cNvPr>
            <p:cNvSpPr>
              <a:spLocks noGrp="1"/>
            </p:cNvSpPr>
            <p:nvPr/>
          </p:nvSpPr>
          <p:spPr>
            <a:xfrm>
              <a:off x="4888850" y="2625403"/>
              <a:ext cx="96122" cy="5292"/>
            </a:xfrm>
            <a:custGeom>
              <a:avLst/>
              <a:gdLst/>
              <a:ahLst/>
              <a:cxnLst/>
              <a:rect l="0" t="0" r="0" b="0"/>
              <a:pathLst>
                <a:path w="96122" h="5292">
                  <a:moveTo>
                    <a:pt x="96122" y="52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29" name="Candidate_receptor__3828">
              <a:extLst>
                <a:ext uri="{FF2B5EF4-FFF2-40B4-BE49-F238E27FC236}">
                  <a16:creationId xmlns:a16="http://schemas.microsoft.com/office/drawing/2014/main" id="{48D661E2-C70D-1B0B-1BC0-E32D60699B88}"/>
                </a:ext>
              </a:extLst>
            </p:cNvPr>
            <p:cNvSpPr>
              <a:spLocks noGrp="1"/>
            </p:cNvSpPr>
            <p:nvPr/>
          </p:nvSpPr>
          <p:spPr>
            <a:xfrm>
              <a:off x="4896531" y="3412667"/>
              <a:ext cx="59767" cy="72244"/>
            </a:xfrm>
            <a:custGeom>
              <a:avLst/>
              <a:gdLst/>
              <a:ahLst/>
              <a:cxnLst/>
              <a:rect l="0" t="0" r="0" b="0"/>
              <a:pathLst>
                <a:path w="59767" h="72244">
                  <a:moveTo>
                    <a:pt x="0" y="0"/>
                  </a:moveTo>
                  <a:lnTo>
                    <a:pt x="59767" y="7224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0" name="Candidate_receptor__3829">
              <a:extLst>
                <a:ext uri="{FF2B5EF4-FFF2-40B4-BE49-F238E27FC236}">
                  <a16:creationId xmlns:a16="http://schemas.microsoft.com/office/drawing/2014/main" id="{6B49DAC9-47D9-DFC8-AF41-F7881350D581}"/>
                </a:ext>
              </a:extLst>
            </p:cNvPr>
            <p:cNvSpPr>
              <a:spLocks noGrp="1"/>
            </p:cNvSpPr>
            <p:nvPr/>
          </p:nvSpPr>
          <p:spPr>
            <a:xfrm>
              <a:off x="5757753" y="2096410"/>
              <a:ext cx="11256" cy="113964"/>
            </a:xfrm>
            <a:custGeom>
              <a:avLst/>
              <a:gdLst/>
              <a:ahLst/>
              <a:cxnLst/>
              <a:rect l="0" t="0" r="0" b="0"/>
              <a:pathLst>
                <a:path w="11256" h="113964">
                  <a:moveTo>
                    <a:pt x="0" y="113964"/>
                  </a:moveTo>
                  <a:lnTo>
                    <a:pt x="1125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1" name="Candidate_receptor__3830">
              <a:extLst>
                <a:ext uri="{FF2B5EF4-FFF2-40B4-BE49-F238E27FC236}">
                  <a16:creationId xmlns:a16="http://schemas.microsoft.com/office/drawing/2014/main" id="{58F1F9DC-AD9C-E4BD-2BE2-7E24221E524F}"/>
                </a:ext>
              </a:extLst>
            </p:cNvPr>
            <p:cNvSpPr>
              <a:spLocks noGrp="1"/>
            </p:cNvSpPr>
            <p:nvPr/>
          </p:nvSpPr>
          <p:spPr>
            <a:xfrm>
              <a:off x="4978445" y="3202630"/>
              <a:ext cx="87729" cy="63231"/>
            </a:xfrm>
            <a:custGeom>
              <a:avLst/>
              <a:gdLst/>
              <a:ahLst/>
              <a:cxnLst/>
              <a:rect l="0" t="0" r="0" b="0"/>
              <a:pathLst>
                <a:path w="87729" h="63231">
                  <a:moveTo>
                    <a:pt x="87729" y="0"/>
                  </a:moveTo>
                  <a:lnTo>
                    <a:pt x="0" y="6323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2" name="Candidate_receptor__3831">
              <a:extLst>
                <a:ext uri="{FF2B5EF4-FFF2-40B4-BE49-F238E27FC236}">
                  <a16:creationId xmlns:a16="http://schemas.microsoft.com/office/drawing/2014/main" id="{067E8CD5-374B-B485-09BB-454A822758E5}"/>
                </a:ext>
              </a:extLst>
            </p:cNvPr>
            <p:cNvSpPr>
              <a:spLocks noGrp="1"/>
            </p:cNvSpPr>
            <p:nvPr/>
          </p:nvSpPr>
          <p:spPr>
            <a:xfrm>
              <a:off x="4672727" y="2491080"/>
              <a:ext cx="103393" cy="48993"/>
            </a:xfrm>
            <a:custGeom>
              <a:avLst/>
              <a:gdLst/>
              <a:ahLst/>
              <a:cxnLst/>
              <a:rect l="0" t="0" r="0" b="0"/>
              <a:pathLst>
                <a:path w="103393" h="48993">
                  <a:moveTo>
                    <a:pt x="0" y="48993"/>
                  </a:moveTo>
                  <a:lnTo>
                    <a:pt x="103393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3" name="Candidate_receptor__3832">
              <a:extLst>
                <a:ext uri="{FF2B5EF4-FFF2-40B4-BE49-F238E27FC236}">
                  <a16:creationId xmlns:a16="http://schemas.microsoft.com/office/drawing/2014/main" id="{AC1F1BC9-47ED-3C94-0072-6713DD2B2AA4}"/>
                </a:ext>
              </a:extLst>
            </p:cNvPr>
            <p:cNvSpPr>
              <a:spLocks noGrp="1"/>
            </p:cNvSpPr>
            <p:nvPr/>
          </p:nvSpPr>
          <p:spPr>
            <a:xfrm>
              <a:off x="4984972" y="2572272"/>
              <a:ext cx="87909" cy="58423"/>
            </a:xfrm>
            <a:custGeom>
              <a:avLst/>
              <a:gdLst/>
              <a:ahLst/>
              <a:cxnLst/>
              <a:rect l="0" t="0" r="0" b="0"/>
              <a:pathLst>
                <a:path w="87909" h="58423">
                  <a:moveTo>
                    <a:pt x="87909" y="0"/>
                  </a:moveTo>
                  <a:lnTo>
                    <a:pt x="0" y="5842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4" name="Candidate_receptor__3833">
              <a:extLst>
                <a:ext uri="{FF2B5EF4-FFF2-40B4-BE49-F238E27FC236}">
                  <a16:creationId xmlns:a16="http://schemas.microsoft.com/office/drawing/2014/main" id="{4A7944B2-1554-B503-DB6F-C26C9160D106}"/>
                </a:ext>
              </a:extLst>
            </p:cNvPr>
            <p:cNvSpPr>
              <a:spLocks noGrp="1"/>
            </p:cNvSpPr>
            <p:nvPr/>
          </p:nvSpPr>
          <p:spPr>
            <a:xfrm>
              <a:off x="3895452" y="2634984"/>
              <a:ext cx="22796" cy="66344"/>
            </a:xfrm>
            <a:custGeom>
              <a:avLst/>
              <a:gdLst/>
              <a:ahLst/>
              <a:cxnLst/>
              <a:rect l="0" t="0" r="0" b="0"/>
              <a:pathLst>
                <a:path w="22796" h="66344">
                  <a:moveTo>
                    <a:pt x="22796" y="0"/>
                  </a:moveTo>
                  <a:lnTo>
                    <a:pt x="0" y="6634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5" name="Candidate_receptor__3834">
              <a:extLst>
                <a:ext uri="{FF2B5EF4-FFF2-40B4-BE49-F238E27FC236}">
                  <a16:creationId xmlns:a16="http://schemas.microsoft.com/office/drawing/2014/main" id="{0A460C8F-25F3-76DD-94D5-3241B2E1C518}"/>
                </a:ext>
              </a:extLst>
            </p:cNvPr>
            <p:cNvSpPr>
              <a:spLocks noGrp="1"/>
            </p:cNvSpPr>
            <p:nvPr/>
          </p:nvSpPr>
          <p:spPr>
            <a:xfrm>
              <a:off x="4788154" y="2995564"/>
              <a:ext cx="24538" cy="58081"/>
            </a:xfrm>
            <a:custGeom>
              <a:avLst/>
              <a:gdLst/>
              <a:ahLst/>
              <a:cxnLst/>
              <a:rect l="0" t="0" r="0" b="0"/>
              <a:pathLst>
                <a:path w="24538" h="58081">
                  <a:moveTo>
                    <a:pt x="24538" y="0"/>
                  </a:moveTo>
                  <a:lnTo>
                    <a:pt x="0" y="5808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6" name="Candidate_receptor__3835">
              <a:extLst>
                <a:ext uri="{FF2B5EF4-FFF2-40B4-BE49-F238E27FC236}">
                  <a16:creationId xmlns:a16="http://schemas.microsoft.com/office/drawing/2014/main" id="{427FDF30-7AB6-5509-ABA8-02345B738783}"/>
                </a:ext>
              </a:extLst>
            </p:cNvPr>
            <p:cNvSpPr>
              <a:spLocks noGrp="1"/>
            </p:cNvSpPr>
            <p:nvPr/>
          </p:nvSpPr>
          <p:spPr>
            <a:xfrm>
              <a:off x="5698587" y="2005715"/>
              <a:ext cx="70422" cy="90695"/>
            </a:xfrm>
            <a:custGeom>
              <a:avLst/>
              <a:gdLst/>
              <a:ahLst/>
              <a:cxnLst/>
              <a:rect l="0" t="0" r="0" b="0"/>
              <a:pathLst>
                <a:path w="70422" h="90695">
                  <a:moveTo>
                    <a:pt x="70422" y="906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37" name="Candidate_receptor__3836">
              <a:extLst>
                <a:ext uri="{FF2B5EF4-FFF2-40B4-BE49-F238E27FC236}">
                  <a16:creationId xmlns:a16="http://schemas.microsoft.com/office/drawing/2014/main" id="{DF96FC5D-A216-ABD3-685B-248869181D14}"/>
                </a:ext>
              </a:extLst>
            </p:cNvPr>
            <p:cNvSpPr>
              <a:spLocks noGrp="1"/>
            </p:cNvSpPr>
            <p:nvPr/>
          </p:nvSpPr>
          <p:spPr>
            <a:xfrm>
              <a:off x="5800284" y="2414959"/>
              <a:ext cx="29637" cy="111311"/>
            </a:xfrm>
            <a:custGeom>
              <a:avLst/>
              <a:gdLst/>
              <a:ahLst/>
              <a:cxnLst/>
              <a:rect l="0" t="0" r="0" b="0"/>
              <a:pathLst>
                <a:path w="29637" h="111311">
                  <a:moveTo>
                    <a:pt x="0" y="0"/>
                  </a:moveTo>
                  <a:lnTo>
                    <a:pt x="29637" y="11131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8" name="Candidate_receptor__3837">
              <a:extLst>
                <a:ext uri="{FF2B5EF4-FFF2-40B4-BE49-F238E27FC236}">
                  <a16:creationId xmlns:a16="http://schemas.microsoft.com/office/drawing/2014/main" id="{9D2D6553-7D8B-524E-68F2-7A65DC10D1F4}"/>
                </a:ext>
              </a:extLst>
            </p:cNvPr>
            <p:cNvSpPr>
              <a:spLocks noGrp="1"/>
            </p:cNvSpPr>
            <p:nvPr/>
          </p:nvSpPr>
          <p:spPr>
            <a:xfrm>
              <a:off x="5072881" y="2572272"/>
              <a:ext cx="93421" cy="27474"/>
            </a:xfrm>
            <a:custGeom>
              <a:avLst/>
              <a:gdLst/>
              <a:ahLst/>
              <a:cxnLst/>
              <a:rect l="0" t="0" r="0" b="0"/>
              <a:pathLst>
                <a:path w="93421" h="27474">
                  <a:moveTo>
                    <a:pt x="93421" y="274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39" name="Candidate_receptor__3838">
              <a:extLst>
                <a:ext uri="{FF2B5EF4-FFF2-40B4-BE49-F238E27FC236}">
                  <a16:creationId xmlns:a16="http://schemas.microsoft.com/office/drawing/2014/main" id="{BFC5EADC-9A25-8759-D1F4-3B2FD7296015}"/>
                </a:ext>
              </a:extLst>
            </p:cNvPr>
            <p:cNvSpPr>
              <a:spLocks noGrp="1"/>
            </p:cNvSpPr>
            <p:nvPr/>
          </p:nvSpPr>
          <p:spPr>
            <a:xfrm>
              <a:off x="4151881" y="3230206"/>
              <a:ext cx="8983" cy="111269"/>
            </a:xfrm>
            <a:custGeom>
              <a:avLst/>
              <a:gdLst/>
              <a:ahLst/>
              <a:cxnLst/>
              <a:rect l="0" t="0" r="0" b="0"/>
              <a:pathLst>
                <a:path w="8983" h="111269">
                  <a:moveTo>
                    <a:pt x="8983" y="1112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0" name="Candidate_receptor__3839">
              <a:extLst>
                <a:ext uri="{FF2B5EF4-FFF2-40B4-BE49-F238E27FC236}">
                  <a16:creationId xmlns:a16="http://schemas.microsoft.com/office/drawing/2014/main" id="{407EC370-CF22-2DEF-5010-2BAD4A3391D4}"/>
                </a:ext>
              </a:extLst>
            </p:cNvPr>
            <p:cNvSpPr>
              <a:spLocks noGrp="1"/>
            </p:cNvSpPr>
            <p:nvPr/>
          </p:nvSpPr>
          <p:spPr>
            <a:xfrm>
              <a:off x="4045713" y="3196742"/>
              <a:ext cx="106168" cy="33464"/>
            </a:xfrm>
            <a:custGeom>
              <a:avLst/>
              <a:gdLst/>
              <a:ahLst/>
              <a:cxnLst/>
              <a:rect l="0" t="0" r="0" b="0"/>
              <a:pathLst>
                <a:path w="106168" h="33464">
                  <a:moveTo>
                    <a:pt x="106168" y="334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1" name="Candidate_receptor__3840">
              <a:extLst>
                <a:ext uri="{FF2B5EF4-FFF2-40B4-BE49-F238E27FC236}">
                  <a16:creationId xmlns:a16="http://schemas.microsoft.com/office/drawing/2014/main" id="{7268A109-F639-4629-2BB3-FFCBE750BF7D}"/>
                </a:ext>
              </a:extLst>
            </p:cNvPr>
            <p:cNvSpPr>
              <a:spLocks noGrp="1"/>
            </p:cNvSpPr>
            <p:nvPr/>
          </p:nvSpPr>
          <p:spPr>
            <a:xfrm>
              <a:off x="4065448" y="2608529"/>
              <a:ext cx="16474" cy="93027"/>
            </a:xfrm>
            <a:custGeom>
              <a:avLst/>
              <a:gdLst/>
              <a:ahLst/>
              <a:cxnLst/>
              <a:rect l="0" t="0" r="0" b="0"/>
              <a:pathLst>
                <a:path w="16474" h="93027">
                  <a:moveTo>
                    <a:pt x="16474" y="930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2" name="Candidate_receptor__3841">
              <a:extLst>
                <a:ext uri="{FF2B5EF4-FFF2-40B4-BE49-F238E27FC236}">
                  <a16:creationId xmlns:a16="http://schemas.microsoft.com/office/drawing/2014/main" id="{1DFCBE7E-D963-65A7-799B-416B4F4DA960}"/>
                </a:ext>
              </a:extLst>
            </p:cNvPr>
            <p:cNvSpPr>
              <a:spLocks noGrp="1"/>
            </p:cNvSpPr>
            <p:nvPr/>
          </p:nvSpPr>
          <p:spPr>
            <a:xfrm>
              <a:off x="4050808" y="3341474"/>
              <a:ext cx="110055" cy="24260"/>
            </a:xfrm>
            <a:custGeom>
              <a:avLst/>
              <a:gdLst/>
              <a:ahLst/>
              <a:cxnLst/>
              <a:rect l="0" t="0" r="0" b="0"/>
              <a:pathLst>
                <a:path w="110055" h="24260">
                  <a:moveTo>
                    <a:pt x="0" y="24260"/>
                  </a:moveTo>
                  <a:lnTo>
                    <a:pt x="11005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3" name="Candidate_receptor__3842">
              <a:extLst>
                <a:ext uri="{FF2B5EF4-FFF2-40B4-BE49-F238E27FC236}">
                  <a16:creationId xmlns:a16="http://schemas.microsoft.com/office/drawing/2014/main" id="{DA56575C-CD3D-F507-D5A6-C17091F177AD}"/>
                </a:ext>
              </a:extLst>
            </p:cNvPr>
            <p:cNvSpPr>
              <a:spLocks noGrp="1"/>
            </p:cNvSpPr>
            <p:nvPr/>
          </p:nvSpPr>
          <p:spPr>
            <a:xfrm>
              <a:off x="4885263" y="2475183"/>
              <a:ext cx="71415" cy="26208"/>
            </a:xfrm>
            <a:custGeom>
              <a:avLst/>
              <a:gdLst/>
              <a:ahLst/>
              <a:cxnLst/>
              <a:rect l="0" t="0" r="0" b="0"/>
              <a:pathLst>
                <a:path w="71415" h="26208">
                  <a:moveTo>
                    <a:pt x="0" y="26208"/>
                  </a:moveTo>
                  <a:lnTo>
                    <a:pt x="71415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4" name="Candidate_receptor__3843">
              <a:extLst>
                <a:ext uri="{FF2B5EF4-FFF2-40B4-BE49-F238E27FC236}">
                  <a16:creationId xmlns:a16="http://schemas.microsoft.com/office/drawing/2014/main" id="{C020EC59-0647-7B0F-A02E-64873B3A38D1}"/>
                </a:ext>
              </a:extLst>
            </p:cNvPr>
            <p:cNvSpPr>
              <a:spLocks noGrp="1"/>
            </p:cNvSpPr>
            <p:nvPr/>
          </p:nvSpPr>
          <p:spPr>
            <a:xfrm>
              <a:off x="4715254" y="2853312"/>
              <a:ext cx="41990" cy="22721"/>
            </a:xfrm>
            <a:custGeom>
              <a:avLst/>
              <a:gdLst/>
              <a:ahLst/>
              <a:cxnLst/>
              <a:rect l="0" t="0" r="0" b="0"/>
              <a:pathLst>
                <a:path w="41990" h="22721">
                  <a:moveTo>
                    <a:pt x="41990" y="0"/>
                  </a:moveTo>
                  <a:lnTo>
                    <a:pt x="0" y="2272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5" name="Candidate_receptor__3844">
              <a:extLst>
                <a:ext uri="{FF2B5EF4-FFF2-40B4-BE49-F238E27FC236}">
                  <a16:creationId xmlns:a16="http://schemas.microsoft.com/office/drawing/2014/main" id="{11640E5C-1CAF-747D-4322-15D1A8CEAA89}"/>
                </a:ext>
              </a:extLst>
            </p:cNvPr>
            <p:cNvSpPr>
              <a:spLocks noGrp="1"/>
            </p:cNvSpPr>
            <p:nvPr/>
          </p:nvSpPr>
          <p:spPr>
            <a:xfrm>
              <a:off x="5327213" y="2592430"/>
              <a:ext cx="43449" cy="103813"/>
            </a:xfrm>
            <a:custGeom>
              <a:avLst/>
              <a:gdLst/>
              <a:ahLst/>
              <a:cxnLst/>
              <a:rect l="0" t="0" r="0" b="0"/>
              <a:pathLst>
                <a:path w="43449" h="103813">
                  <a:moveTo>
                    <a:pt x="43449" y="1038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6" name="Candidate_receptor__3845">
              <a:extLst>
                <a:ext uri="{FF2B5EF4-FFF2-40B4-BE49-F238E27FC236}">
                  <a16:creationId xmlns:a16="http://schemas.microsoft.com/office/drawing/2014/main" id="{2DFD9239-BB49-FB2A-D545-1A8777859EF3}"/>
                </a:ext>
              </a:extLst>
            </p:cNvPr>
            <p:cNvSpPr>
              <a:spLocks noGrp="1"/>
            </p:cNvSpPr>
            <p:nvPr/>
          </p:nvSpPr>
          <p:spPr>
            <a:xfrm>
              <a:off x="5346095" y="2906146"/>
              <a:ext cx="39595" cy="33757"/>
            </a:xfrm>
            <a:custGeom>
              <a:avLst/>
              <a:gdLst/>
              <a:ahLst/>
              <a:cxnLst/>
              <a:rect l="0" t="0" r="0" b="0"/>
              <a:pathLst>
                <a:path w="39595" h="33757">
                  <a:moveTo>
                    <a:pt x="0" y="0"/>
                  </a:moveTo>
                  <a:lnTo>
                    <a:pt x="39595" y="3375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3847" name="Candidate_receptor__3846">
              <a:extLst>
                <a:ext uri="{FF2B5EF4-FFF2-40B4-BE49-F238E27FC236}">
                  <a16:creationId xmlns:a16="http://schemas.microsoft.com/office/drawing/2014/main" id="{87E52CC7-FE4F-A672-4317-B8B64DEE9879}"/>
                </a:ext>
              </a:extLst>
            </p:cNvPr>
            <p:cNvSpPr>
              <a:spLocks noGrp="1"/>
            </p:cNvSpPr>
            <p:nvPr/>
          </p:nvSpPr>
          <p:spPr>
            <a:xfrm>
              <a:off x="5534624" y="2357735"/>
              <a:ext cx="90557" cy="67725"/>
            </a:xfrm>
            <a:custGeom>
              <a:avLst/>
              <a:gdLst/>
              <a:ahLst/>
              <a:cxnLst/>
              <a:rect l="0" t="0" r="0" b="0"/>
              <a:pathLst>
                <a:path w="90557" h="67725">
                  <a:moveTo>
                    <a:pt x="0" y="67725"/>
                  </a:moveTo>
                  <a:lnTo>
                    <a:pt x="9055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8" name="Candidate_receptor__3847">
              <a:extLst>
                <a:ext uri="{FF2B5EF4-FFF2-40B4-BE49-F238E27FC236}">
                  <a16:creationId xmlns:a16="http://schemas.microsoft.com/office/drawing/2014/main" id="{62EAD1D6-623B-9A6D-7F57-237D97A76ED0}"/>
                </a:ext>
              </a:extLst>
            </p:cNvPr>
            <p:cNvSpPr>
              <a:spLocks noGrp="1"/>
            </p:cNvSpPr>
            <p:nvPr/>
          </p:nvSpPr>
          <p:spPr>
            <a:xfrm>
              <a:off x="3869176" y="3015698"/>
              <a:ext cx="112472" cy="17882"/>
            </a:xfrm>
            <a:custGeom>
              <a:avLst/>
              <a:gdLst/>
              <a:ahLst/>
              <a:cxnLst/>
              <a:rect l="0" t="0" r="0" b="0"/>
              <a:pathLst>
                <a:path w="112472" h="17882">
                  <a:moveTo>
                    <a:pt x="0" y="17882"/>
                  </a:moveTo>
                  <a:lnTo>
                    <a:pt x="112472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3849" name="Candidate_receptor__3848">
              <a:extLst>
                <a:ext uri="{FF2B5EF4-FFF2-40B4-BE49-F238E27FC236}">
                  <a16:creationId xmlns:a16="http://schemas.microsoft.com/office/drawing/2014/main" id="{D723F2F0-5532-9036-9715-6436CC435BE5}"/>
                </a:ext>
              </a:extLst>
            </p:cNvPr>
            <p:cNvSpPr>
              <a:spLocks noGrp="1"/>
            </p:cNvSpPr>
            <p:nvPr/>
          </p:nvSpPr>
          <p:spPr>
            <a:xfrm>
              <a:off x="3765270" y="2642611"/>
              <a:ext cx="35454" cy="852"/>
            </a:xfrm>
            <a:custGeom>
              <a:avLst/>
              <a:gdLst/>
              <a:ahLst/>
              <a:cxnLst/>
              <a:rect l="0" t="0" r="0" b="0"/>
              <a:pathLst>
                <a:path w="35454" h="852">
                  <a:moveTo>
                    <a:pt x="35454" y="0"/>
                  </a:moveTo>
                  <a:lnTo>
                    <a:pt x="0" y="85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0" name="Candidate_receptor__3849">
              <a:extLst>
                <a:ext uri="{FF2B5EF4-FFF2-40B4-BE49-F238E27FC236}">
                  <a16:creationId xmlns:a16="http://schemas.microsoft.com/office/drawing/2014/main" id="{47BE1EEF-BB17-6584-AA2F-84C980A70398}"/>
                </a:ext>
              </a:extLst>
            </p:cNvPr>
            <p:cNvSpPr>
              <a:spLocks noGrp="1"/>
            </p:cNvSpPr>
            <p:nvPr/>
          </p:nvSpPr>
          <p:spPr>
            <a:xfrm>
              <a:off x="5671288" y="2443567"/>
              <a:ext cx="11873" cy="64213"/>
            </a:xfrm>
            <a:custGeom>
              <a:avLst/>
              <a:gdLst/>
              <a:ahLst/>
              <a:cxnLst/>
              <a:rect l="0" t="0" r="0" b="0"/>
              <a:pathLst>
                <a:path w="11873" h="64213">
                  <a:moveTo>
                    <a:pt x="11873" y="0"/>
                  </a:moveTo>
                  <a:lnTo>
                    <a:pt x="0" y="64213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1" name="Candidate_receptor__3850">
              <a:extLst>
                <a:ext uri="{FF2B5EF4-FFF2-40B4-BE49-F238E27FC236}">
                  <a16:creationId xmlns:a16="http://schemas.microsoft.com/office/drawing/2014/main" id="{B60EDEA9-56CF-07D2-3784-CCCC7EFC6F75}"/>
                </a:ext>
              </a:extLst>
            </p:cNvPr>
            <p:cNvSpPr>
              <a:spLocks noGrp="1"/>
            </p:cNvSpPr>
            <p:nvPr/>
          </p:nvSpPr>
          <p:spPr>
            <a:xfrm>
              <a:off x="4672727" y="2540073"/>
              <a:ext cx="24382" cy="64830"/>
            </a:xfrm>
            <a:custGeom>
              <a:avLst/>
              <a:gdLst/>
              <a:ahLst/>
              <a:cxnLst/>
              <a:rect l="0" t="0" r="0" b="0"/>
              <a:pathLst>
                <a:path w="24382" h="64830">
                  <a:moveTo>
                    <a:pt x="24382" y="648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52" name="Candidate_receptor__3851">
              <a:extLst>
                <a:ext uri="{FF2B5EF4-FFF2-40B4-BE49-F238E27FC236}">
                  <a16:creationId xmlns:a16="http://schemas.microsoft.com/office/drawing/2014/main" id="{1E873744-17DC-2747-D96E-2197314FEE3C}"/>
                </a:ext>
              </a:extLst>
            </p:cNvPr>
            <p:cNvSpPr>
              <a:spLocks noGrp="1"/>
            </p:cNvSpPr>
            <p:nvPr/>
          </p:nvSpPr>
          <p:spPr>
            <a:xfrm>
              <a:off x="5166303" y="2517282"/>
              <a:ext cx="80471" cy="82464"/>
            </a:xfrm>
            <a:custGeom>
              <a:avLst/>
              <a:gdLst/>
              <a:ahLst/>
              <a:cxnLst/>
              <a:rect l="0" t="0" r="0" b="0"/>
              <a:pathLst>
                <a:path w="80471" h="82464">
                  <a:moveTo>
                    <a:pt x="80471" y="0"/>
                  </a:moveTo>
                  <a:lnTo>
                    <a:pt x="0" y="8246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3" name="Candidate_receptor__3852">
              <a:extLst>
                <a:ext uri="{FF2B5EF4-FFF2-40B4-BE49-F238E27FC236}">
                  <a16:creationId xmlns:a16="http://schemas.microsoft.com/office/drawing/2014/main" id="{F0A1F3D3-FDD1-8C76-84FD-595617308287}"/>
                </a:ext>
              </a:extLst>
            </p:cNvPr>
            <p:cNvSpPr>
              <a:spLocks noGrp="1"/>
            </p:cNvSpPr>
            <p:nvPr/>
          </p:nvSpPr>
          <p:spPr>
            <a:xfrm>
              <a:off x="5254793" y="2975189"/>
              <a:ext cx="66846" cy="94230"/>
            </a:xfrm>
            <a:custGeom>
              <a:avLst/>
              <a:gdLst/>
              <a:ahLst/>
              <a:cxnLst/>
              <a:rect l="0" t="0" r="0" b="0"/>
              <a:pathLst>
                <a:path w="66846" h="94230">
                  <a:moveTo>
                    <a:pt x="66846" y="942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4" name="Candidate_receptor__3853">
              <a:extLst>
                <a:ext uri="{FF2B5EF4-FFF2-40B4-BE49-F238E27FC236}">
                  <a16:creationId xmlns:a16="http://schemas.microsoft.com/office/drawing/2014/main" id="{B91A8558-8E74-0C52-7649-38149E0301C3}"/>
                </a:ext>
              </a:extLst>
            </p:cNvPr>
            <p:cNvSpPr>
              <a:spLocks noGrp="1"/>
            </p:cNvSpPr>
            <p:nvPr/>
          </p:nvSpPr>
          <p:spPr>
            <a:xfrm>
              <a:off x="5625181" y="2357735"/>
              <a:ext cx="57980" cy="85832"/>
            </a:xfrm>
            <a:custGeom>
              <a:avLst/>
              <a:gdLst/>
              <a:ahLst/>
              <a:cxnLst/>
              <a:rect l="0" t="0" r="0" b="0"/>
              <a:pathLst>
                <a:path w="57980" h="85832">
                  <a:moveTo>
                    <a:pt x="0" y="0"/>
                  </a:moveTo>
                  <a:lnTo>
                    <a:pt x="57980" y="8583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5" name="Candidate_receptor__3854">
              <a:extLst>
                <a:ext uri="{FF2B5EF4-FFF2-40B4-BE49-F238E27FC236}">
                  <a16:creationId xmlns:a16="http://schemas.microsoft.com/office/drawing/2014/main" id="{EA086F64-E85F-04DD-C540-A07F40B6612B}"/>
                </a:ext>
              </a:extLst>
            </p:cNvPr>
            <p:cNvSpPr>
              <a:spLocks noGrp="1"/>
            </p:cNvSpPr>
            <p:nvPr/>
          </p:nvSpPr>
          <p:spPr>
            <a:xfrm>
              <a:off x="4958578" y="3265861"/>
              <a:ext cx="19867" cy="79987"/>
            </a:xfrm>
            <a:custGeom>
              <a:avLst/>
              <a:gdLst/>
              <a:ahLst/>
              <a:cxnLst/>
              <a:rect l="0" t="0" r="0" b="0"/>
              <a:pathLst>
                <a:path w="19867" h="79987">
                  <a:moveTo>
                    <a:pt x="19867" y="0"/>
                  </a:moveTo>
                  <a:lnTo>
                    <a:pt x="0" y="79987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56" name="Candidate_receptor__3855">
              <a:extLst>
                <a:ext uri="{FF2B5EF4-FFF2-40B4-BE49-F238E27FC236}">
                  <a16:creationId xmlns:a16="http://schemas.microsoft.com/office/drawing/2014/main" id="{7E772B91-FE06-5BB4-3ED8-ACEEA5A4BA39}"/>
                </a:ext>
              </a:extLst>
            </p:cNvPr>
            <p:cNvSpPr>
              <a:spLocks noGrp="1"/>
            </p:cNvSpPr>
            <p:nvPr/>
          </p:nvSpPr>
          <p:spPr>
            <a:xfrm>
              <a:off x="4956678" y="2471532"/>
              <a:ext cx="114693" cy="3651"/>
            </a:xfrm>
            <a:custGeom>
              <a:avLst/>
              <a:gdLst/>
              <a:ahLst/>
              <a:cxnLst/>
              <a:rect l="0" t="0" r="0" b="0"/>
              <a:pathLst>
                <a:path w="114693" h="3651">
                  <a:moveTo>
                    <a:pt x="0" y="3651"/>
                  </a:moveTo>
                  <a:lnTo>
                    <a:pt x="114693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7" name="Candidate_receptor__3856">
              <a:extLst>
                <a:ext uri="{FF2B5EF4-FFF2-40B4-BE49-F238E27FC236}">
                  <a16:creationId xmlns:a16="http://schemas.microsoft.com/office/drawing/2014/main" id="{CA012037-7D7F-F5EA-7950-B6B5948D36D4}"/>
                </a:ext>
              </a:extLst>
            </p:cNvPr>
            <p:cNvSpPr>
              <a:spLocks noGrp="1"/>
            </p:cNvSpPr>
            <p:nvPr/>
          </p:nvSpPr>
          <p:spPr>
            <a:xfrm>
              <a:off x="3826444" y="2941272"/>
              <a:ext cx="42732" cy="92307"/>
            </a:xfrm>
            <a:custGeom>
              <a:avLst/>
              <a:gdLst/>
              <a:ahLst/>
              <a:cxnLst/>
              <a:rect l="0" t="0" r="0" b="0"/>
              <a:pathLst>
                <a:path w="42732" h="92307">
                  <a:moveTo>
                    <a:pt x="0" y="0"/>
                  </a:moveTo>
                  <a:lnTo>
                    <a:pt x="42732" y="92307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8" name="Candidate_receptor__3857">
              <a:extLst>
                <a:ext uri="{FF2B5EF4-FFF2-40B4-BE49-F238E27FC236}">
                  <a16:creationId xmlns:a16="http://schemas.microsoft.com/office/drawing/2014/main" id="{429AF078-47EC-83F8-2566-7F3CC3FC588D}"/>
                </a:ext>
              </a:extLst>
            </p:cNvPr>
            <p:cNvSpPr>
              <a:spLocks noGrp="1"/>
            </p:cNvSpPr>
            <p:nvPr/>
          </p:nvSpPr>
          <p:spPr>
            <a:xfrm>
              <a:off x="5254793" y="2906146"/>
              <a:ext cx="91302" cy="69043"/>
            </a:xfrm>
            <a:custGeom>
              <a:avLst/>
              <a:gdLst/>
              <a:ahLst/>
              <a:cxnLst/>
              <a:rect l="0" t="0" r="0" b="0"/>
              <a:pathLst>
                <a:path w="91302" h="69043">
                  <a:moveTo>
                    <a:pt x="0" y="69043"/>
                  </a:moveTo>
                  <a:lnTo>
                    <a:pt x="9130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59" name="Candidate_receptor__3858">
              <a:extLst>
                <a:ext uri="{FF2B5EF4-FFF2-40B4-BE49-F238E27FC236}">
                  <a16:creationId xmlns:a16="http://schemas.microsoft.com/office/drawing/2014/main" id="{AE1B5EA2-9C87-E5DB-C819-19CCDF5CE1EE}"/>
                </a:ext>
              </a:extLst>
            </p:cNvPr>
            <p:cNvSpPr>
              <a:spLocks noGrp="1"/>
            </p:cNvSpPr>
            <p:nvPr/>
          </p:nvSpPr>
          <p:spPr>
            <a:xfrm>
              <a:off x="4896531" y="3345849"/>
              <a:ext cx="62046" cy="66819"/>
            </a:xfrm>
            <a:custGeom>
              <a:avLst/>
              <a:gdLst/>
              <a:ahLst/>
              <a:cxnLst/>
              <a:rect l="0" t="0" r="0" b="0"/>
              <a:pathLst>
                <a:path w="62046" h="66819">
                  <a:moveTo>
                    <a:pt x="62046" y="0"/>
                  </a:moveTo>
                  <a:lnTo>
                    <a:pt x="0" y="66819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0" name="Candidate_receptor__3859">
              <a:extLst>
                <a:ext uri="{FF2B5EF4-FFF2-40B4-BE49-F238E27FC236}">
                  <a16:creationId xmlns:a16="http://schemas.microsoft.com/office/drawing/2014/main" id="{65207E9D-50DF-F55C-9898-78FCF0AED679}"/>
                </a:ext>
              </a:extLst>
            </p:cNvPr>
            <p:cNvSpPr>
              <a:spLocks noGrp="1"/>
            </p:cNvSpPr>
            <p:nvPr/>
          </p:nvSpPr>
          <p:spPr>
            <a:xfrm>
              <a:off x="5311720" y="2696243"/>
              <a:ext cx="58942" cy="68116"/>
            </a:xfrm>
            <a:custGeom>
              <a:avLst/>
              <a:gdLst/>
              <a:ahLst/>
              <a:cxnLst/>
              <a:rect l="0" t="0" r="0" b="0"/>
              <a:pathLst>
                <a:path w="58942" h="68116">
                  <a:moveTo>
                    <a:pt x="0" y="68116"/>
                  </a:moveTo>
                  <a:lnTo>
                    <a:pt x="58942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1" name="Candidate_receptor__3860">
              <a:extLst>
                <a:ext uri="{FF2B5EF4-FFF2-40B4-BE49-F238E27FC236}">
                  <a16:creationId xmlns:a16="http://schemas.microsoft.com/office/drawing/2014/main" id="{9E7DE420-5208-DF91-221B-1B10F7443FEA}"/>
                </a:ext>
              </a:extLst>
            </p:cNvPr>
            <p:cNvSpPr>
              <a:spLocks noGrp="1"/>
            </p:cNvSpPr>
            <p:nvPr/>
          </p:nvSpPr>
          <p:spPr>
            <a:xfrm>
              <a:off x="3800724" y="2642611"/>
              <a:ext cx="94727" cy="58717"/>
            </a:xfrm>
            <a:custGeom>
              <a:avLst/>
              <a:gdLst/>
              <a:ahLst/>
              <a:cxnLst/>
              <a:rect l="0" t="0" r="0" b="0"/>
              <a:pathLst>
                <a:path w="94727" h="58717">
                  <a:moveTo>
                    <a:pt x="94727" y="587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2" name="Candidate_receptor__3861">
              <a:extLst>
                <a:ext uri="{FF2B5EF4-FFF2-40B4-BE49-F238E27FC236}">
                  <a16:creationId xmlns:a16="http://schemas.microsoft.com/office/drawing/2014/main" id="{971FDCA9-58DF-E4FE-CD0B-AC591EAD5D30}"/>
                </a:ext>
              </a:extLst>
            </p:cNvPr>
            <p:cNvSpPr>
              <a:spLocks noGrp="1"/>
            </p:cNvSpPr>
            <p:nvPr/>
          </p:nvSpPr>
          <p:spPr>
            <a:xfrm>
              <a:off x="3912263" y="2539547"/>
              <a:ext cx="60568" cy="48898"/>
            </a:xfrm>
            <a:custGeom>
              <a:avLst/>
              <a:gdLst/>
              <a:ahLst/>
              <a:cxnLst/>
              <a:rect l="0" t="0" r="0" b="0"/>
              <a:pathLst>
                <a:path w="60568" h="48898">
                  <a:moveTo>
                    <a:pt x="60568" y="488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3" name="Candidate_receptor__3862">
              <a:extLst>
                <a:ext uri="{FF2B5EF4-FFF2-40B4-BE49-F238E27FC236}">
                  <a16:creationId xmlns:a16="http://schemas.microsoft.com/office/drawing/2014/main" id="{3A6F33BE-108A-F0B2-FEF8-9607C43F5047}"/>
                </a:ext>
              </a:extLst>
            </p:cNvPr>
            <p:cNvSpPr>
              <a:spLocks noGrp="1"/>
            </p:cNvSpPr>
            <p:nvPr/>
          </p:nvSpPr>
          <p:spPr>
            <a:xfrm>
              <a:off x="4215099" y="2897229"/>
              <a:ext cx="94545" cy="10275"/>
            </a:xfrm>
            <a:custGeom>
              <a:avLst/>
              <a:gdLst/>
              <a:ahLst/>
              <a:cxnLst/>
              <a:rect l="0" t="0" r="0" b="0"/>
              <a:pathLst>
                <a:path w="94545" h="10275">
                  <a:moveTo>
                    <a:pt x="0" y="0"/>
                  </a:moveTo>
                  <a:lnTo>
                    <a:pt x="94545" y="10275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4" name="Candidate_receptor__3863">
              <a:extLst>
                <a:ext uri="{FF2B5EF4-FFF2-40B4-BE49-F238E27FC236}">
                  <a16:creationId xmlns:a16="http://schemas.microsoft.com/office/drawing/2014/main" id="{89F734FD-10A8-49A2-651D-C3903311FEB8}"/>
                </a:ext>
              </a:extLst>
            </p:cNvPr>
            <p:cNvSpPr>
              <a:spLocks noGrp="1"/>
            </p:cNvSpPr>
            <p:nvPr/>
          </p:nvSpPr>
          <p:spPr>
            <a:xfrm>
              <a:off x="4045713" y="3124086"/>
              <a:ext cx="23844" cy="72656"/>
            </a:xfrm>
            <a:custGeom>
              <a:avLst/>
              <a:gdLst/>
              <a:ahLst/>
              <a:cxnLst/>
              <a:rect l="0" t="0" r="0" b="0"/>
              <a:pathLst>
                <a:path w="23844" h="72656">
                  <a:moveTo>
                    <a:pt x="0" y="72656"/>
                  </a:moveTo>
                  <a:lnTo>
                    <a:pt x="23844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5" name="Candidate_receptor__3864">
              <a:extLst>
                <a:ext uri="{FF2B5EF4-FFF2-40B4-BE49-F238E27FC236}">
                  <a16:creationId xmlns:a16="http://schemas.microsoft.com/office/drawing/2014/main" id="{0A149428-12A8-B93B-8A63-36F1C0B5C435}"/>
                </a:ext>
              </a:extLst>
            </p:cNvPr>
            <p:cNvSpPr>
              <a:spLocks noGrp="1"/>
            </p:cNvSpPr>
            <p:nvPr/>
          </p:nvSpPr>
          <p:spPr>
            <a:xfrm>
              <a:off x="5213494" y="3353509"/>
              <a:ext cx="16447" cy="20022"/>
            </a:xfrm>
            <a:custGeom>
              <a:avLst/>
              <a:gdLst/>
              <a:ahLst/>
              <a:cxnLst/>
              <a:rect l="0" t="0" r="0" b="0"/>
              <a:pathLst>
                <a:path w="16447" h="20022">
                  <a:moveTo>
                    <a:pt x="0" y="20022"/>
                  </a:moveTo>
                  <a:lnTo>
                    <a:pt x="16447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6" name="Candidate_receptor__3865">
              <a:extLst>
                <a:ext uri="{FF2B5EF4-FFF2-40B4-BE49-F238E27FC236}">
                  <a16:creationId xmlns:a16="http://schemas.microsoft.com/office/drawing/2014/main" id="{E83B12B9-9DC1-78F4-47DD-9601C7FB1D7E}"/>
                </a:ext>
              </a:extLst>
            </p:cNvPr>
            <p:cNvSpPr>
              <a:spLocks noGrp="1"/>
            </p:cNvSpPr>
            <p:nvPr/>
          </p:nvSpPr>
          <p:spPr>
            <a:xfrm>
              <a:off x="3972831" y="2588445"/>
              <a:ext cx="92617" cy="20083"/>
            </a:xfrm>
            <a:custGeom>
              <a:avLst/>
              <a:gdLst/>
              <a:ahLst/>
              <a:cxnLst/>
              <a:rect l="0" t="0" r="0" b="0"/>
              <a:pathLst>
                <a:path w="92617" h="20083">
                  <a:moveTo>
                    <a:pt x="92617" y="200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3867" name="Candidate_receptor__3866">
              <a:extLst>
                <a:ext uri="{FF2B5EF4-FFF2-40B4-BE49-F238E27FC236}">
                  <a16:creationId xmlns:a16="http://schemas.microsoft.com/office/drawing/2014/main" id="{EDE7D9DF-AF1B-BDF3-E779-AE7FFFB01698}"/>
                </a:ext>
              </a:extLst>
            </p:cNvPr>
            <p:cNvSpPr>
              <a:spLocks noGrp="1"/>
            </p:cNvSpPr>
            <p:nvPr/>
          </p:nvSpPr>
          <p:spPr>
            <a:xfrm>
              <a:off x="4694383" y="2765535"/>
              <a:ext cx="20870" cy="110497"/>
            </a:xfrm>
            <a:custGeom>
              <a:avLst/>
              <a:gdLst/>
              <a:ahLst/>
              <a:cxnLst/>
              <a:rect l="0" t="0" r="0" b="0"/>
              <a:pathLst>
                <a:path w="20870" h="110497">
                  <a:moveTo>
                    <a:pt x="20870" y="1104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3868" name="Candidate_receptor__3867">
              <a:extLst>
                <a:ext uri="{FF2B5EF4-FFF2-40B4-BE49-F238E27FC236}">
                  <a16:creationId xmlns:a16="http://schemas.microsoft.com/office/drawing/2014/main" id="{2F3AF6CA-62CE-0294-1600-5BAF3EE4A4D5}"/>
                </a:ext>
              </a:extLst>
            </p:cNvPr>
            <p:cNvSpPr>
              <a:spLocks noGrp="1"/>
            </p:cNvSpPr>
            <p:nvPr/>
          </p:nvSpPr>
          <p:spPr>
            <a:xfrm>
              <a:off x="4580774" y="2765535"/>
              <a:ext cx="113609" cy="16362"/>
            </a:xfrm>
            <a:custGeom>
              <a:avLst/>
              <a:gdLst/>
              <a:ahLst/>
              <a:cxnLst/>
              <a:rect l="0" t="0" r="0" b="0"/>
              <a:pathLst>
                <a:path w="113609" h="16362">
                  <a:moveTo>
                    <a:pt x="113609" y="0"/>
                  </a:moveTo>
                  <a:lnTo>
                    <a:pt x="0" y="16362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3869" name="Candidate_receptor__3868">
              <a:extLst>
                <a:ext uri="{FF2B5EF4-FFF2-40B4-BE49-F238E27FC236}">
                  <a16:creationId xmlns:a16="http://schemas.microsoft.com/office/drawing/2014/main" id="{77F752B7-BD1B-1D20-0AD1-55E560EC08CE}"/>
                </a:ext>
              </a:extLst>
            </p:cNvPr>
            <p:cNvSpPr>
              <a:spLocks noGrp="1"/>
            </p:cNvSpPr>
            <p:nvPr/>
          </p:nvSpPr>
          <p:spPr>
            <a:xfrm>
              <a:off x="5321639" y="3045564"/>
              <a:ext cx="64958" cy="23855"/>
            </a:xfrm>
            <a:custGeom>
              <a:avLst/>
              <a:gdLst/>
              <a:ahLst/>
              <a:cxnLst/>
              <a:rect l="0" t="0" r="0" b="0"/>
              <a:pathLst>
                <a:path w="64958" h="23855">
                  <a:moveTo>
                    <a:pt x="64958" y="0"/>
                  </a:moveTo>
                  <a:lnTo>
                    <a:pt x="0" y="2385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3870" name="Candidate_receptor__3869">
              <a:extLst>
                <a:ext uri="{FF2B5EF4-FFF2-40B4-BE49-F238E27FC236}">
                  <a16:creationId xmlns:a16="http://schemas.microsoft.com/office/drawing/2014/main" id="{84402E60-6A42-D6CE-988C-5BAE7687E677}"/>
                </a:ext>
              </a:extLst>
            </p:cNvPr>
            <p:cNvSpPr>
              <a:spLocks noGrp="1"/>
            </p:cNvSpPr>
            <p:nvPr/>
          </p:nvSpPr>
          <p:spPr>
            <a:xfrm>
              <a:off x="5242687" y="2516756"/>
              <a:ext cx="4086" cy="526"/>
            </a:xfrm>
            <a:custGeom>
              <a:avLst/>
              <a:gdLst/>
              <a:ahLst/>
              <a:cxnLst/>
              <a:rect l="0" t="0" r="0" b="0"/>
              <a:pathLst>
                <a:path w="4086" h="526">
                  <a:moveTo>
                    <a:pt x="0" y="0"/>
                  </a:moveTo>
                  <a:lnTo>
                    <a:pt x="4086" y="52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1" name="Candidate_receptor__3870">
              <a:extLst>
                <a:ext uri="{FF2B5EF4-FFF2-40B4-BE49-F238E27FC236}">
                  <a16:creationId xmlns:a16="http://schemas.microsoft.com/office/drawing/2014/main" id="{9A52FBFA-43B7-B3C8-2016-F1986D7CF27B}"/>
                </a:ext>
              </a:extLst>
            </p:cNvPr>
            <p:cNvSpPr>
              <a:spLocks noGrp="1"/>
            </p:cNvSpPr>
            <p:nvPr/>
          </p:nvSpPr>
          <p:spPr>
            <a:xfrm>
              <a:off x="5071371" y="2471532"/>
              <a:ext cx="56221" cy="30996"/>
            </a:xfrm>
            <a:custGeom>
              <a:avLst/>
              <a:gdLst/>
              <a:ahLst/>
              <a:cxnLst/>
              <a:rect l="0" t="0" r="0" b="0"/>
              <a:pathLst>
                <a:path w="56221" h="30996">
                  <a:moveTo>
                    <a:pt x="0" y="0"/>
                  </a:moveTo>
                  <a:lnTo>
                    <a:pt x="56221" y="3099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2" name="Candidate_receptor__3871">
              <a:extLst>
                <a:ext uri="{FF2B5EF4-FFF2-40B4-BE49-F238E27FC236}">
                  <a16:creationId xmlns:a16="http://schemas.microsoft.com/office/drawing/2014/main" id="{4BA6F959-74CC-E722-03CA-DBB23C8DD7E3}"/>
                </a:ext>
              </a:extLst>
            </p:cNvPr>
            <p:cNvSpPr>
              <a:spLocks noGrp="1"/>
            </p:cNvSpPr>
            <p:nvPr/>
          </p:nvSpPr>
          <p:spPr>
            <a:xfrm>
              <a:off x="4697109" y="2577302"/>
              <a:ext cx="82815" cy="27601"/>
            </a:xfrm>
            <a:custGeom>
              <a:avLst/>
              <a:gdLst/>
              <a:ahLst/>
              <a:cxnLst/>
              <a:rect l="0" t="0" r="0" b="0"/>
              <a:pathLst>
                <a:path w="82815" h="27601">
                  <a:moveTo>
                    <a:pt x="82815" y="0"/>
                  </a:moveTo>
                  <a:lnTo>
                    <a:pt x="0" y="27601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3" name="Candidate_receptor__3872">
              <a:extLst>
                <a:ext uri="{FF2B5EF4-FFF2-40B4-BE49-F238E27FC236}">
                  <a16:creationId xmlns:a16="http://schemas.microsoft.com/office/drawing/2014/main" id="{88D02B44-D1D9-B4E5-0E76-EB57549831DD}"/>
                </a:ext>
              </a:extLst>
            </p:cNvPr>
            <p:cNvSpPr>
              <a:spLocks noGrp="1"/>
            </p:cNvSpPr>
            <p:nvPr/>
          </p:nvSpPr>
          <p:spPr>
            <a:xfrm>
              <a:off x="3959615" y="3105492"/>
              <a:ext cx="109941" cy="18594"/>
            </a:xfrm>
            <a:custGeom>
              <a:avLst/>
              <a:gdLst/>
              <a:ahLst/>
              <a:cxnLst/>
              <a:rect l="0" t="0" r="0" b="0"/>
              <a:pathLst>
                <a:path w="109941" h="18594">
                  <a:moveTo>
                    <a:pt x="109941" y="185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4" name="Candidate_receptor__3873">
              <a:extLst>
                <a:ext uri="{FF2B5EF4-FFF2-40B4-BE49-F238E27FC236}">
                  <a16:creationId xmlns:a16="http://schemas.microsoft.com/office/drawing/2014/main" id="{5492DCDE-4F0A-507F-666E-C821327CB384}"/>
                </a:ext>
              </a:extLst>
            </p:cNvPr>
            <p:cNvSpPr>
              <a:spLocks noGrp="1"/>
            </p:cNvSpPr>
            <p:nvPr/>
          </p:nvSpPr>
          <p:spPr>
            <a:xfrm>
              <a:off x="3855971" y="3105492"/>
              <a:ext cx="103644" cy="41975"/>
            </a:xfrm>
            <a:custGeom>
              <a:avLst/>
              <a:gdLst/>
              <a:ahLst/>
              <a:cxnLst/>
              <a:rect l="0" t="0" r="0" b="0"/>
              <a:pathLst>
                <a:path w="103644" h="41975">
                  <a:moveTo>
                    <a:pt x="103644" y="0"/>
                  </a:moveTo>
                  <a:lnTo>
                    <a:pt x="0" y="41975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5" name="Candidate_receptor__3874">
              <a:extLst>
                <a:ext uri="{FF2B5EF4-FFF2-40B4-BE49-F238E27FC236}">
                  <a16:creationId xmlns:a16="http://schemas.microsoft.com/office/drawing/2014/main" id="{9A1A5756-21CA-1D12-5FF1-DD61D19C0204}"/>
                </a:ext>
              </a:extLst>
            </p:cNvPr>
            <p:cNvSpPr>
              <a:spLocks noGrp="1"/>
            </p:cNvSpPr>
            <p:nvPr/>
          </p:nvSpPr>
          <p:spPr>
            <a:xfrm>
              <a:off x="4580774" y="2781897"/>
              <a:ext cx="1939" cy="68517"/>
            </a:xfrm>
            <a:custGeom>
              <a:avLst/>
              <a:gdLst/>
              <a:ahLst/>
              <a:cxnLst/>
              <a:rect l="0" t="0" r="0" b="0"/>
              <a:pathLst>
                <a:path w="1939" h="68517">
                  <a:moveTo>
                    <a:pt x="0" y="0"/>
                  </a:moveTo>
                  <a:lnTo>
                    <a:pt x="1939" y="6851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6" name="Candidate_receptor__3875">
              <a:extLst>
                <a:ext uri="{FF2B5EF4-FFF2-40B4-BE49-F238E27FC236}">
                  <a16:creationId xmlns:a16="http://schemas.microsoft.com/office/drawing/2014/main" id="{F4FC3529-A5FA-B1BF-D8C8-61A041843BC9}"/>
                </a:ext>
              </a:extLst>
            </p:cNvPr>
            <p:cNvSpPr>
              <a:spLocks noGrp="1"/>
            </p:cNvSpPr>
            <p:nvPr/>
          </p:nvSpPr>
          <p:spPr>
            <a:xfrm>
              <a:off x="3785081" y="3063472"/>
              <a:ext cx="70891" cy="83995"/>
            </a:xfrm>
            <a:custGeom>
              <a:avLst/>
              <a:gdLst/>
              <a:ahLst/>
              <a:cxnLst/>
              <a:rect l="0" t="0" r="0" b="0"/>
              <a:pathLst>
                <a:path w="70891" h="83995">
                  <a:moveTo>
                    <a:pt x="70891" y="839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7" name="Candidate_receptor__3876">
              <a:extLst>
                <a:ext uri="{FF2B5EF4-FFF2-40B4-BE49-F238E27FC236}">
                  <a16:creationId xmlns:a16="http://schemas.microsoft.com/office/drawing/2014/main" id="{0527DABF-B5C5-82E0-3F02-70D962D623DE}"/>
                </a:ext>
              </a:extLst>
            </p:cNvPr>
            <p:cNvSpPr>
              <a:spLocks noGrp="1"/>
            </p:cNvSpPr>
            <p:nvPr/>
          </p:nvSpPr>
          <p:spPr>
            <a:xfrm>
              <a:off x="3785853" y="2941272"/>
              <a:ext cx="40590" cy="176"/>
            </a:xfrm>
            <a:custGeom>
              <a:avLst/>
              <a:gdLst/>
              <a:ahLst/>
              <a:cxnLst/>
              <a:rect l="0" t="0" r="0" b="0"/>
              <a:pathLst>
                <a:path w="40590" h="176">
                  <a:moveTo>
                    <a:pt x="0" y="176"/>
                  </a:moveTo>
                  <a:lnTo>
                    <a:pt x="4059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78" name="Candidate_receptor__3877">
              <a:extLst>
                <a:ext uri="{FF2B5EF4-FFF2-40B4-BE49-F238E27FC236}">
                  <a16:creationId xmlns:a16="http://schemas.microsoft.com/office/drawing/2014/main" id="{316A9AC9-76AD-D3DC-D48D-C7FE6EB0451C}"/>
                </a:ext>
              </a:extLst>
            </p:cNvPr>
            <p:cNvSpPr>
              <a:spLocks noGrp="1"/>
            </p:cNvSpPr>
            <p:nvPr/>
          </p:nvSpPr>
          <p:spPr>
            <a:xfrm>
              <a:off x="5311720" y="2764359"/>
              <a:ext cx="59719" cy="25261"/>
            </a:xfrm>
            <a:custGeom>
              <a:avLst/>
              <a:gdLst/>
              <a:ahLst/>
              <a:cxnLst/>
              <a:rect l="0" t="0" r="0" b="0"/>
              <a:pathLst>
                <a:path w="59719" h="25261">
                  <a:moveTo>
                    <a:pt x="59719" y="252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79" name="Candidate_receptor__3878">
              <a:extLst>
                <a:ext uri="{FF2B5EF4-FFF2-40B4-BE49-F238E27FC236}">
                  <a16:creationId xmlns:a16="http://schemas.microsoft.com/office/drawing/2014/main" id="{0F0D8617-CDA5-F073-E67C-C079BCC3400F}"/>
                </a:ext>
              </a:extLst>
            </p:cNvPr>
            <p:cNvSpPr>
              <a:spLocks noGrp="1"/>
            </p:cNvSpPr>
            <p:nvPr/>
          </p:nvSpPr>
          <p:spPr>
            <a:xfrm>
              <a:off x="4251139" y="2907504"/>
              <a:ext cx="58505" cy="12820"/>
            </a:xfrm>
            <a:custGeom>
              <a:avLst/>
              <a:gdLst/>
              <a:ahLst/>
              <a:cxnLst/>
              <a:rect l="0" t="0" r="0" b="0"/>
              <a:pathLst>
                <a:path w="58505" h="12820">
                  <a:moveTo>
                    <a:pt x="58505" y="0"/>
                  </a:moveTo>
                  <a:lnTo>
                    <a:pt x="0" y="1282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0" name="Candidate_receptor__3879">
              <a:extLst>
                <a:ext uri="{FF2B5EF4-FFF2-40B4-BE49-F238E27FC236}">
                  <a16:creationId xmlns:a16="http://schemas.microsoft.com/office/drawing/2014/main" id="{DE8D90B8-6BBE-559E-43AE-91AA48858181}"/>
                </a:ext>
              </a:extLst>
            </p:cNvPr>
            <p:cNvSpPr>
              <a:spLocks noGrp="1"/>
            </p:cNvSpPr>
            <p:nvPr/>
          </p:nvSpPr>
          <p:spPr>
            <a:xfrm>
              <a:off x="5229941" y="3353509"/>
              <a:ext cx="69115" cy="72446"/>
            </a:xfrm>
            <a:custGeom>
              <a:avLst/>
              <a:gdLst/>
              <a:ahLst/>
              <a:cxnLst/>
              <a:rect l="0" t="0" r="0" b="0"/>
              <a:pathLst>
                <a:path w="69115" h="72446">
                  <a:moveTo>
                    <a:pt x="0" y="0"/>
                  </a:moveTo>
                  <a:lnTo>
                    <a:pt x="69115" y="7244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1" name="Candidate_receptor__3880">
              <a:extLst>
                <a:ext uri="{FF2B5EF4-FFF2-40B4-BE49-F238E27FC236}">
                  <a16:creationId xmlns:a16="http://schemas.microsoft.com/office/drawing/2014/main" id="{352971E4-81E0-1497-DC61-E0BD72600050}"/>
                </a:ext>
              </a:extLst>
            </p:cNvPr>
            <p:cNvSpPr>
              <a:spLocks noGrp="1"/>
            </p:cNvSpPr>
            <p:nvPr/>
          </p:nvSpPr>
          <p:spPr>
            <a:xfrm>
              <a:off x="5127592" y="2502528"/>
              <a:ext cx="115096" cy="14227"/>
            </a:xfrm>
            <a:custGeom>
              <a:avLst/>
              <a:gdLst/>
              <a:ahLst/>
              <a:cxnLst/>
              <a:rect l="0" t="0" r="0" b="0"/>
              <a:pathLst>
                <a:path w="115096" h="14227">
                  <a:moveTo>
                    <a:pt x="0" y="0"/>
                  </a:moveTo>
                  <a:lnTo>
                    <a:pt x="115096" y="1422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2" name="Candidate_receptor__3881">
              <a:extLst>
                <a:ext uri="{FF2B5EF4-FFF2-40B4-BE49-F238E27FC236}">
                  <a16:creationId xmlns:a16="http://schemas.microsoft.com/office/drawing/2014/main" id="{26D7F110-0F4D-DBE4-F00C-F1CE0BDA0E3B}"/>
                </a:ext>
              </a:extLst>
            </p:cNvPr>
            <p:cNvSpPr>
              <a:spLocks noGrp="1"/>
            </p:cNvSpPr>
            <p:nvPr/>
          </p:nvSpPr>
          <p:spPr>
            <a:xfrm>
              <a:off x="4779925" y="2577302"/>
              <a:ext cx="78466" cy="83654"/>
            </a:xfrm>
            <a:custGeom>
              <a:avLst/>
              <a:gdLst/>
              <a:ahLst/>
              <a:cxnLst/>
              <a:rect l="0" t="0" r="0" b="0"/>
              <a:pathLst>
                <a:path w="78466" h="83654">
                  <a:moveTo>
                    <a:pt x="78466" y="8365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3" name="Candidate_receptor__3882">
              <a:extLst>
                <a:ext uri="{FF2B5EF4-FFF2-40B4-BE49-F238E27FC236}">
                  <a16:creationId xmlns:a16="http://schemas.microsoft.com/office/drawing/2014/main" id="{767AB6EB-0881-B2B8-FAAD-6BA3B1C8F522}"/>
                </a:ext>
              </a:extLst>
            </p:cNvPr>
            <p:cNvSpPr>
              <a:spLocks noGrp="1"/>
            </p:cNvSpPr>
            <p:nvPr/>
          </p:nvSpPr>
          <p:spPr>
            <a:xfrm>
              <a:off x="5293202" y="3017199"/>
              <a:ext cx="93396" cy="28365"/>
            </a:xfrm>
            <a:custGeom>
              <a:avLst/>
              <a:gdLst/>
              <a:ahLst/>
              <a:cxnLst/>
              <a:rect l="0" t="0" r="0" b="0"/>
              <a:pathLst>
                <a:path w="93396" h="28365">
                  <a:moveTo>
                    <a:pt x="0" y="0"/>
                  </a:moveTo>
                  <a:lnTo>
                    <a:pt x="93396" y="2836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4" name="Candidate_receptor__3883">
              <a:extLst>
                <a:ext uri="{FF2B5EF4-FFF2-40B4-BE49-F238E27FC236}">
                  <a16:creationId xmlns:a16="http://schemas.microsoft.com/office/drawing/2014/main" id="{411B820D-73F5-504A-7DCE-555ABA09BE3F}"/>
                </a:ext>
              </a:extLst>
            </p:cNvPr>
            <p:cNvSpPr>
              <a:spLocks noGrp="1"/>
            </p:cNvSpPr>
            <p:nvPr/>
          </p:nvSpPr>
          <p:spPr>
            <a:xfrm>
              <a:off x="4766523" y="2807290"/>
              <a:ext cx="85441" cy="76609"/>
            </a:xfrm>
            <a:custGeom>
              <a:avLst/>
              <a:gdLst/>
              <a:ahLst/>
              <a:cxnLst/>
              <a:rect l="0" t="0" r="0" b="0"/>
              <a:pathLst>
                <a:path w="85441" h="76609">
                  <a:moveTo>
                    <a:pt x="0" y="0"/>
                  </a:moveTo>
                  <a:lnTo>
                    <a:pt x="85441" y="76609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5" name="Candidate_receptor__3884">
              <a:extLst>
                <a:ext uri="{FF2B5EF4-FFF2-40B4-BE49-F238E27FC236}">
                  <a16:creationId xmlns:a16="http://schemas.microsoft.com/office/drawing/2014/main" id="{03A4864C-CCCE-3BB2-BEDD-F962F4ABC4A6}"/>
                </a:ext>
              </a:extLst>
            </p:cNvPr>
            <p:cNvSpPr>
              <a:spLocks noGrp="1"/>
            </p:cNvSpPr>
            <p:nvPr/>
          </p:nvSpPr>
          <p:spPr>
            <a:xfrm>
              <a:off x="5242346" y="3017199"/>
              <a:ext cx="50855" cy="98301"/>
            </a:xfrm>
            <a:custGeom>
              <a:avLst/>
              <a:gdLst/>
              <a:ahLst/>
              <a:cxnLst/>
              <a:rect l="0" t="0" r="0" b="0"/>
              <a:pathLst>
                <a:path w="50855" h="98301">
                  <a:moveTo>
                    <a:pt x="0" y="98301"/>
                  </a:moveTo>
                  <a:lnTo>
                    <a:pt x="50855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6" name="Candidate_receptor__3885">
              <a:extLst>
                <a:ext uri="{FF2B5EF4-FFF2-40B4-BE49-F238E27FC236}">
                  <a16:creationId xmlns:a16="http://schemas.microsoft.com/office/drawing/2014/main" id="{0E220364-42E9-102D-7171-D5024BB1F5D5}"/>
                </a:ext>
              </a:extLst>
            </p:cNvPr>
            <p:cNvSpPr>
              <a:spLocks noGrp="1"/>
            </p:cNvSpPr>
            <p:nvPr/>
          </p:nvSpPr>
          <p:spPr>
            <a:xfrm>
              <a:off x="5242346" y="3115500"/>
              <a:ext cx="92873" cy="57910"/>
            </a:xfrm>
            <a:custGeom>
              <a:avLst/>
              <a:gdLst/>
              <a:ahLst/>
              <a:cxnLst/>
              <a:rect l="0" t="0" r="0" b="0"/>
              <a:pathLst>
                <a:path w="92873" h="57910">
                  <a:moveTo>
                    <a:pt x="92873" y="5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87" name="Candidate_receptor__3886">
              <a:extLst>
                <a:ext uri="{FF2B5EF4-FFF2-40B4-BE49-F238E27FC236}">
                  <a16:creationId xmlns:a16="http://schemas.microsoft.com/office/drawing/2014/main" id="{CF1E67FC-2699-5784-C365-57E50462E6C4}"/>
                </a:ext>
              </a:extLst>
            </p:cNvPr>
            <p:cNvSpPr>
              <a:spLocks noGrp="1"/>
            </p:cNvSpPr>
            <p:nvPr/>
          </p:nvSpPr>
          <p:spPr>
            <a:xfrm>
              <a:off x="4851964" y="2806645"/>
              <a:ext cx="82152" cy="77254"/>
            </a:xfrm>
            <a:custGeom>
              <a:avLst/>
              <a:gdLst/>
              <a:ahLst/>
              <a:cxnLst/>
              <a:rect l="0" t="0" r="0" b="0"/>
              <a:pathLst>
                <a:path w="82152" h="77254">
                  <a:moveTo>
                    <a:pt x="0" y="77254"/>
                  </a:moveTo>
                  <a:lnTo>
                    <a:pt x="82152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8" name="Candidate_receptor__3887">
              <a:extLst>
                <a:ext uri="{FF2B5EF4-FFF2-40B4-BE49-F238E27FC236}">
                  <a16:creationId xmlns:a16="http://schemas.microsoft.com/office/drawing/2014/main" id="{A8A8DB83-A808-0A77-7A37-07C3ACB65A6E}"/>
                </a:ext>
              </a:extLst>
            </p:cNvPr>
            <p:cNvSpPr>
              <a:spLocks noGrp="1"/>
            </p:cNvSpPr>
            <p:nvPr/>
          </p:nvSpPr>
          <p:spPr>
            <a:xfrm>
              <a:off x="4858391" y="2648599"/>
              <a:ext cx="92042" cy="12357"/>
            </a:xfrm>
            <a:custGeom>
              <a:avLst/>
              <a:gdLst/>
              <a:ahLst/>
              <a:cxnLst/>
              <a:rect l="0" t="0" r="0" b="0"/>
              <a:pathLst>
                <a:path w="92042" h="12357">
                  <a:moveTo>
                    <a:pt x="92042" y="0"/>
                  </a:moveTo>
                  <a:lnTo>
                    <a:pt x="0" y="1235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89" name="Candidate_receptor__3888">
              <a:extLst>
                <a:ext uri="{FF2B5EF4-FFF2-40B4-BE49-F238E27FC236}">
                  <a16:creationId xmlns:a16="http://schemas.microsoft.com/office/drawing/2014/main" id="{F001C88C-847E-2DFD-58CA-A7AE2374E64D}"/>
                </a:ext>
              </a:extLst>
            </p:cNvPr>
            <p:cNvSpPr>
              <a:spLocks noGrp="1"/>
            </p:cNvSpPr>
            <p:nvPr/>
          </p:nvSpPr>
          <p:spPr>
            <a:xfrm>
              <a:off x="3785081" y="3030315"/>
              <a:ext cx="42371" cy="33157"/>
            </a:xfrm>
            <a:custGeom>
              <a:avLst/>
              <a:gdLst/>
              <a:ahLst/>
              <a:cxnLst/>
              <a:rect l="0" t="0" r="0" b="0"/>
              <a:pathLst>
                <a:path w="42371" h="33157">
                  <a:moveTo>
                    <a:pt x="0" y="33157"/>
                  </a:moveTo>
                  <a:lnTo>
                    <a:pt x="42371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0" name="Candidate_receptor__3889">
              <a:extLst>
                <a:ext uri="{FF2B5EF4-FFF2-40B4-BE49-F238E27FC236}">
                  <a16:creationId xmlns:a16="http://schemas.microsoft.com/office/drawing/2014/main" id="{E726D240-2F02-3873-712E-6D01C2F44F44}"/>
                </a:ext>
              </a:extLst>
            </p:cNvPr>
            <p:cNvSpPr>
              <a:spLocks noGrp="1"/>
            </p:cNvSpPr>
            <p:nvPr/>
          </p:nvSpPr>
          <p:spPr>
            <a:xfrm>
              <a:off x="3772935" y="2826459"/>
              <a:ext cx="12918" cy="114989"/>
            </a:xfrm>
            <a:custGeom>
              <a:avLst/>
              <a:gdLst/>
              <a:ahLst/>
              <a:cxnLst/>
              <a:rect l="0" t="0" r="0" b="0"/>
              <a:pathLst>
                <a:path w="12918" h="114989">
                  <a:moveTo>
                    <a:pt x="0" y="0"/>
                  </a:moveTo>
                  <a:lnTo>
                    <a:pt x="12918" y="114989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3891" name="Candidate_receptor__3890">
              <a:extLst>
                <a:ext uri="{FF2B5EF4-FFF2-40B4-BE49-F238E27FC236}">
                  <a16:creationId xmlns:a16="http://schemas.microsoft.com/office/drawing/2014/main" id="{09FC99D1-68FB-90BD-34C8-AB90CF1F88E4}"/>
                </a:ext>
              </a:extLst>
            </p:cNvPr>
            <p:cNvSpPr>
              <a:spLocks noGrp="1"/>
            </p:cNvSpPr>
            <p:nvPr/>
          </p:nvSpPr>
          <p:spPr>
            <a:xfrm>
              <a:off x="4670839" y="2807290"/>
              <a:ext cx="95684" cy="227"/>
            </a:xfrm>
            <a:custGeom>
              <a:avLst/>
              <a:gdLst/>
              <a:ahLst/>
              <a:cxnLst/>
              <a:rect l="0" t="0" r="0" b="0"/>
              <a:pathLst>
                <a:path w="95684" h="227">
                  <a:moveTo>
                    <a:pt x="0" y="227"/>
                  </a:moveTo>
                  <a:lnTo>
                    <a:pt x="95684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2" name="Candidate_receptor__3891">
              <a:extLst>
                <a:ext uri="{FF2B5EF4-FFF2-40B4-BE49-F238E27FC236}">
                  <a16:creationId xmlns:a16="http://schemas.microsoft.com/office/drawing/2014/main" id="{DE446832-5AC9-133F-FDCA-DD14639321AC}"/>
                </a:ext>
              </a:extLst>
            </p:cNvPr>
            <p:cNvSpPr>
              <a:spLocks noGrp="1"/>
            </p:cNvSpPr>
            <p:nvPr/>
          </p:nvSpPr>
          <p:spPr>
            <a:xfrm>
              <a:off x="4582714" y="2807517"/>
              <a:ext cx="88126" cy="42897"/>
            </a:xfrm>
            <a:custGeom>
              <a:avLst/>
              <a:gdLst/>
              <a:ahLst/>
              <a:cxnLst/>
              <a:rect l="0" t="0" r="0" b="0"/>
              <a:pathLst>
                <a:path w="88126" h="42897">
                  <a:moveTo>
                    <a:pt x="0" y="42897"/>
                  </a:moveTo>
                  <a:lnTo>
                    <a:pt x="88126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3893" name="Candidate_receptor__3892">
              <a:extLst>
                <a:ext uri="{FF2B5EF4-FFF2-40B4-BE49-F238E27FC236}">
                  <a16:creationId xmlns:a16="http://schemas.microsoft.com/office/drawing/2014/main" id="{A04A8F6D-0264-DDF2-28BB-F2CB0F9CE8FE}"/>
                </a:ext>
              </a:extLst>
            </p:cNvPr>
            <p:cNvSpPr>
              <a:spLocks noGrp="1"/>
            </p:cNvSpPr>
            <p:nvPr/>
          </p:nvSpPr>
          <p:spPr>
            <a:xfrm>
              <a:off x="5213296" y="2749924"/>
              <a:ext cx="27988" cy="109499"/>
            </a:xfrm>
            <a:custGeom>
              <a:avLst/>
              <a:gdLst/>
              <a:ahLst/>
              <a:cxnLst/>
              <a:rect l="0" t="0" r="0" b="0"/>
              <a:pathLst>
                <a:path w="27988" h="109499">
                  <a:moveTo>
                    <a:pt x="27988" y="1094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4" name="Candidate_receptor__3893">
              <a:extLst>
                <a:ext uri="{FF2B5EF4-FFF2-40B4-BE49-F238E27FC236}">
                  <a16:creationId xmlns:a16="http://schemas.microsoft.com/office/drawing/2014/main" id="{AC79D4A8-A0C5-EE8D-E743-00EE7560C98A}"/>
                </a:ext>
              </a:extLst>
            </p:cNvPr>
            <p:cNvSpPr>
              <a:spLocks noGrp="1"/>
            </p:cNvSpPr>
            <p:nvPr/>
          </p:nvSpPr>
          <p:spPr>
            <a:xfrm>
              <a:off x="5213743" y="3425954"/>
              <a:ext cx="85313" cy="32411"/>
            </a:xfrm>
            <a:custGeom>
              <a:avLst/>
              <a:gdLst/>
              <a:ahLst/>
              <a:cxnLst/>
              <a:rect l="0" t="0" r="0" b="0"/>
              <a:pathLst>
                <a:path w="85313" h="32411">
                  <a:moveTo>
                    <a:pt x="85313" y="0"/>
                  </a:moveTo>
                  <a:lnTo>
                    <a:pt x="0" y="32411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895" name="Candidate_receptor__3894">
              <a:extLst>
                <a:ext uri="{FF2B5EF4-FFF2-40B4-BE49-F238E27FC236}">
                  <a16:creationId xmlns:a16="http://schemas.microsoft.com/office/drawing/2014/main" id="{4940087E-1F34-5C1E-4175-5C83FA86BBC5}"/>
                </a:ext>
              </a:extLst>
            </p:cNvPr>
            <p:cNvSpPr>
              <a:spLocks noGrp="1"/>
            </p:cNvSpPr>
            <p:nvPr/>
          </p:nvSpPr>
          <p:spPr>
            <a:xfrm>
              <a:off x="4065048" y="2749896"/>
              <a:ext cx="17972" cy="110065"/>
            </a:xfrm>
            <a:custGeom>
              <a:avLst/>
              <a:gdLst/>
              <a:ahLst/>
              <a:cxnLst/>
              <a:rect l="0" t="0" r="0" b="0"/>
              <a:pathLst>
                <a:path w="17972" h="110065">
                  <a:moveTo>
                    <a:pt x="17972" y="0"/>
                  </a:moveTo>
                  <a:lnTo>
                    <a:pt x="0" y="110065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6" name="Candidate_receptor__3895">
              <a:extLst>
                <a:ext uri="{FF2B5EF4-FFF2-40B4-BE49-F238E27FC236}">
                  <a16:creationId xmlns:a16="http://schemas.microsoft.com/office/drawing/2014/main" id="{CBD1B048-7A71-DF00-BE31-617488288419}"/>
                </a:ext>
              </a:extLst>
            </p:cNvPr>
            <p:cNvSpPr>
              <a:spLocks noGrp="1"/>
            </p:cNvSpPr>
            <p:nvPr/>
          </p:nvSpPr>
          <p:spPr>
            <a:xfrm>
              <a:off x="5311075" y="2712069"/>
              <a:ext cx="60365" cy="77550"/>
            </a:xfrm>
            <a:custGeom>
              <a:avLst/>
              <a:gdLst/>
              <a:ahLst/>
              <a:cxnLst/>
              <a:rect l="0" t="0" r="0" b="0"/>
              <a:pathLst>
                <a:path w="60365" h="77550">
                  <a:moveTo>
                    <a:pt x="0" y="0"/>
                  </a:moveTo>
                  <a:lnTo>
                    <a:pt x="60365" y="7755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7" name="Candidate_receptor__3896">
              <a:extLst>
                <a:ext uri="{FF2B5EF4-FFF2-40B4-BE49-F238E27FC236}">
                  <a16:creationId xmlns:a16="http://schemas.microsoft.com/office/drawing/2014/main" id="{B52D660E-84EB-E431-8AC1-55E0532F8FF3}"/>
                </a:ext>
              </a:extLst>
            </p:cNvPr>
            <p:cNvSpPr>
              <a:spLocks noGrp="1"/>
            </p:cNvSpPr>
            <p:nvPr/>
          </p:nvSpPr>
          <p:spPr>
            <a:xfrm>
              <a:off x="4235888" y="2773386"/>
              <a:ext cx="114037" cy="18574"/>
            </a:xfrm>
            <a:custGeom>
              <a:avLst/>
              <a:gdLst/>
              <a:ahLst/>
              <a:cxnLst/>
              <a:rect l="0" t="0" r="0" b="0"/>
              <a:pathLst>
                <a:path w="114037" h="18574">
                  <a:moveTo>
                    <a:pt x="114037" y="185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898" name="Candidate_receptor__3897">
              <a:extLst>
                <a:ext uri="{FF2B5EF4-FFF2-40B4-BE49-F238E27FC236}">
                  <a16:creationId xmlns:a16="http://schemas.microsoft.com/office/drawing/2014/main" id="{A6AC2612-28D8-A0E6-C56E-5CFC5C3F8E29}"/>
                </a:ext>
              </a:extLst>
            </p:cNvPr>
            <p:cNvSpPr>
              <a:spLocks noGrp="1"/>
            </p:cNvSpPr>
            <p:nvPr/>
          </p:nvSpPr>
          <p:spPr>
            <a:xfrm>
              <a:off x="4967999" y="2900059"/>
              <a:ext cx="78127" cy="84649"/>
            </a:xfrm>
            <a:custGeom>
              <a:avLst/>
              <a:gdLst/>
              <a:ahLst/>
              <a:cxnLst/>
              <a:rect l="0" t="0" r="0" b="0"/>
              <a:pathLst>
                <a:path w="78127" h="84649">
                  <a:moveTo>
                    <a:pt x="0" y="84649"/>
                  </a:moveTo>
                  <a:lnTo>
                    <a:pt x="78127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899" name="Candidate_receptor__3898">
              <a:extLst>
                <a:ext uri="{FF2B5EF4-FFF2-40B4-BE49-F238E27FC236}">
                  <a16:creationId xmlns:a16="http://schemas.microsoft.com/office/drawing/2014/main" id="{3EDAF094-81BC-F9C1-2F0D-C840CBDE1012}"/>
                </a:ext>
              </a:extLst>
            </p:cNvPr>
            <p:cNvSpPr>
              <a:spLocks noGrp="1"/>
            </p:cNvSpPr>
            <p:nvPr/>
          </p:nvSpPr>
          <p:spPr>
            <a:xfrm>
              <a:off x="4036787" y="3209820"/>
              <a:ext cx="113708" cy="20019"/>
            </a:xfrm>
            <a:custGeom>
              <a:avLst/>
              <a:gdLst/>
              <a:ahLst/>
              <a:cxnLst/>
              <a:rect l="0" t="0" r="0" b="0"/>
              <a:pathLst>
                <a:path w="113708" h="20019">
                  <a:moveTo>
                    <a:pt x="0" y="20019"/>
                  </a:moveTo>
                  <a:lnTo>
                    <a:pt x="113708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0" name="Candidate_receptor__3899">
              <a:extLst>
                <a:ext uri="{FF2B5EF4-FFF2-40B4-BE49-F238E27FC236}">
                  <a16:creationId xmlns:a16="http://schemas.microsoft.com/office/drawing/2014/main" id="{C072FF99-BA6F-EF2B-331A-9D56BDC1CF7D}"/>
                </a:ext>
              </a:extLst>
            </p:cNvPr>
            <p:cNvSpPr>
              <a:spLocks noGrp="1"/>
            </p:cNvSpPr>
            <p:nvPr/>
          </p:nvSpPr>
          <p:spPr>
            <a:xfrm>
              <a:off x="3924946" y="2757517"/>
              <a:ext cx="15554" cy="90750"/>
            </a:xfrm>
            <a:custGeom>
              <a:avLst/>
              <a:gdLst/>
              <a:ahLst/>
              <a:cxnLst/>
              <a:rect l="0" t="0" r="0" b="0"/>
              <a:pathLst>
                <a:path w="15554" h="90750">
                  <a:moveTo>
                    <a:pt x="15554" y="0"/>
                  </a:moveTo>
                  <a:lnTo>
                    <a:pt x="0" y="9075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1" name="Candidate_receptor__3900">
              <a:extLst>
                <a:ext uri="{FF2B5EF4-FFF2-40B4-BE49-F238E27FC236}">
                  <a16:creationId xmlns:a16="http://schemas.microsoft.com/office/drawing/2014/main" id="{30DE94C5-D830-FD36-EA9A-EF575914B6B0}"/>
                </a:ext>
              </a:extLst>
            </p:cNvPr>
            <p:cNvSpPr>
              <a:spLocks noGrp="1"/>
            </p:cNvSpPr>
            <p:nvPr/>
          </p:nvSpPr>
          <p:spPr>
            <a:xfrm>
              <a:off x="5213296" y="2712069"/>
              <a:ext cx="97780" cy="37855"/>
            </a:xfrm>
            <a:custGeom>
              <a:avLst/>
              <a:gdLst/>
              <a:ahLst/>
              <a:cxnLst/>
              <a:rect l="0" t="0" r="0" b="0"/>
              <a:pathLst>
                <a:path w="97780" h="37855">
                  <a:moveTo>
                    <a:pt x="0" y="37855"/>
                  </a:moveTo>
                  <a:lnTo>
                    <a:pt x="97780" y="0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2" name="Candidate_receptor__3901">
              <a:extLst>
                <a:ext uri="{FF2B5EF4-FFF2-40B4-BE49-F238E27FC236}">
                  <a16:creationId xmlns:a16="http://schemas.microsoft.com/office/drawing/2014/main" id="{D90FC8AD-5E7B-E0A4-7968-5D2C4759CC2B}"/>
                </a:ext>
              </a:extLst>
            </p:cNvPr>
            <p:cNvSpPr>
              <a:spLocks noGrp="1"/>
            </p:cNvSpPr>
            <p:nvPr/>
          </p:nvSpPr>
          <p:spPr>
            <a:xfrm>
              <a:off x="4251139" y="2900837"/>
              <a:ext cx="91777" cy="19487"/>
            </a:xfrm>
            <a:custGeom>
              <a:avLst/>
              <a:gdLst/>
              <a:ahLst/>
              <a:cxnLst/>
              <a:rect l="0" t="0" r="0" b="0"/>
              <a:pathLst>
                <a:path w="91777" h="19487">
                  <a:moveTo>
                    <a:pt x="0" y="19487"/>
                  </a:moveTo>
                  <a:lnTo>
                    <a:pt x="91777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3" name="Candidate_receptor__3902">
              <a:extLst>
                <a:ext uri="{FF2B5EF4-FFF2-40B4-BE49-F238E27FC236}">
                  <a16:creationId xmlns:a16="http://schemas.microsoft.com/office/drawing/2014/main" id="{24A7D5E3-672D-5E33-6C97-751214F8E766}"/>
                </a:ext>
              </a:extLst>
            </p:cNvPr>
            <p:cNvSpPr>
              <a:spLocks noGrp="1"/>
            </p:cNvSpPr>
            <p:nvPr/>
          </p:nvSpPr>
          <p:spPr>
            <a:xfrm>
              <a:off x="3898350" y="2848267"/>
              <a:ext cx="26596" cy="61549"/>
            </a:xfrm>
            <a:custGeom>
              <a:avLst/>
              <a:gdLst/>
              <a:ahLst/>
              <a:cxnLst/>
              <a:rect l="0" t="0" r="0" b="0"/>
              <a:pathLst>
                <a:path w="26596" h="61549">
                  <a:moveTo>
                    <a:pt x="26596" y="0"/>
                  </a:moveTo>
                  <a:lnTo>
                    <a:pt x="0" y="61549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4" name="Candidate_receptor__3903">
              <a:extLst>
                <a:ext uri="{FF2B5EF4-FFF2-40B4-BE49-F238E27FC236}">
                  <a16:creationId xmlns:a16="http://schemas.microsoft.com/office/drawing/2014/main" id="{79A4672F-7B41-FBF2-0C8C-C7BEDF7BC52B}"/>
                </a:ext>
              </a:extLst>
            </p:cNvPr>
            <p:cNvSpPr>
              <a:spLocks noGrp="1"/>
            </p:cNvSpPr>
            <p:nvPr/>
          </p:nvSpPr>
          <p:spPr>
            <a:xfrm>
              <a:off x="4934116" y="2743914"/>
              <a:ext cx="2228" cy="62731"/>
            </a:xfrm>
            <a:custGeom>
              <a:avLst/>
              <a:gdLst/>
              <a:ahLst/>
              <a:cxnLst/>
              <a:rect l="0" t="0" r="0" b="0"/>
              <a:pathLst>
                <a:path w="2228" h="62731">
                  <a:moveTo>
                    <a:pt x="0" y="62731"/>
                  </a:moveTo>
                  <a:lnTo>
                    <a:pt x="2228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5" name="Candidate_receptor__3904">
              <a:extLst>
                <a:ext uri="{FF2B5EF4-FFF2-40B4-BE49-F238E27FC236}">
                  <a16:creationId xmlns:a16="http://schemas.microsoft.com/office/drawing/2014/main" id="{B6169773-0008-AFC7-71F6-F8A4E702897C}"/>
                </a:ext>
              </a:extLst>
            </p:cNvPr>
            <p:cNvSpPr>
              <a:spLocks noGrp="1"/>
            </p:cNvSpPr>
            <p:nvPr/>
          </p:nvSpPr>
          <p:spPr>
            <a:xfrm>
              <a:off x="4342916" y="2791960"/>
              <a:ext cx="7008" cy="108877"/>
            </a:xfrm>
            <a:custGeom>
              <a:avLst/>
              <a:gdLst/>
              <a:ahLst/>
              <a:cxnLst/>
              <a:rect l="0" t="0" r="0" b="0"/>
              <a:pathLst>
                <a:path w="7008" h="108877">
                  <a:moveTo>
                    <a:pt x="0" y="108877"/>
                  </a:moveTo>
                  <a:lnTo>
                    <a:pt x="7008" y="0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6" name="Candidate_receptor__3905">
              <a:extLst>
                <a:ext uri="{FF2B5EF4-FFF2-40B4-BE49-F238E27FC236}">
                  <a16:creationId xmlns:a16="http://schemas.microsoft.com/office/drawing/2014/main" id="{3A171C36-8EF8-DEFE-27B4-4EE6E16A1969}"/>
                </a:ext>
              </a:extLst>
            </p:cNvPr>
            <p:cNvSpPr>
              <a:spLocks noGrp="1"/>
            </p:cNvSpPr>
            <p:nvPr/>
          </p:nvSpPr>
          <p:spPr>
            <a:xfrm>
              <a:off x="4003300" y="3128755"/>
              <a:ext cx="33487" cy="101084"/>
            </a:xfrm>
            <a:custGeom>
              <a:avLst/>
              <a:gdLst/>
              <a:ahLst/>
              <a:cxnLst/>
              <a:rect l="0" t="0" r="0" b="0"/>
              <a:pathLst>
                <a:path w="33487" h="101084">
                  <a:moveTo>
                    <a:pt x="0" y="0"/>
                  </a:moveTo>
                  <a:lnTo>
                    <a:pt x="33487" y="101084"/>
                  </a:lnTo>
                </a:path>
              </a:pathLst>
            </a:custGeom>
            <a:noFill/>
            <a:ln w="8096">
              <a:solidFill>
                <a:srgbClr val="EBEFF1"/>
              </a:solidFill>
            </a:ln>
          </p:spPr>
        </p:sp>
        <p:sp>
          <p:nvSpPr>
            <p:cNvPr id="3907" name="Candidate_receptor__3906">
              <a:extLst>
                <a:ext uri="{FF2B5EF4-FFF2-40B4-BE49-F238E27FC236}">
                  <a16:creationId xmlns:a16="http://schemas.microsoft.com/office/drawing/2014/main" id="{0A3EEDD0-E208-0222-C881-1FF24BF4B7DE}"/>
                </a:ext>
              </a:extLst>
            </p:cNvPr>
            <p:cNvSpPr>
              <a:spLocks noGrp="1"/>
            </p:cNvSpPr>
            <p:nvPr/>
          </p:nvSpPr>
          <p:spPr>
            <a:xfrm>
              <a:off x="5326016" y="3115452"/>
              <a:ext cx="9203" cy="57959"/>
            </a:xfrm>
            <a:custGeom>
              <a:avLst/>
              <a:gdLst/>
              <a:ahLst/>
              <a:cxnLst/>
              <a:rect l="0" t="0" r="0" b="0"/>
              <a:pathLst>
                <a:path w="9203" h="57959">
                  <a:moveTo>
                    <a:pt x="0" y="0"/>
                  </a:moveTo>
                  <a:lnTo>
                    <a:pt x="9203" y="57959"/>
                  </a:lnTo>
                </a:path>
              </a:pathLst>
            </a:custGeom>
            <a:noFill/>
            <a:ln w="20003">
              <a:solidFill>
                <a:srgbClr val="EBEFF1"/>
              </a:solidFill>
            </a:ln>
          </p:spPr>
        </p:sp>
        <p:sp>
          <p:nvSpPr>
            <p:cNvPr id="3908" name="Candidate_receptor__3907">
              <a:extLst>
                <a:ext uri="{FF2B5EF4-FFF2-40B4-BE49-F238E27FC236}">
                  <a16:creationId xmlns:a16="http://schemas.microsoft.com/office/drawing/2014/main" id="{97D9288B-356A-379F-38AE-322F82ED9505}"/>
                </a:ext>
              </a:extLst>
            </p:cNvPr>
            <p:cNvSpPr>
              <a:spLocks noGrp="1"/>
            </p:cNvSpPr>
            <p:nvPr/>
          </p:nvSpPr>
          <p:spPr>
            <a:xfrm>
              <a:off x="4890515" y="2948027"/>
              <a:ext cx="77484" cy="36681"/>
            </a:xfrm>
            <a:custGeom>
              <a:avLst/>
              <a:gdLst/>
              <a:ahLst/>
              <a:cxnLst/>
              <a:rect l="0" t="0" r="0" b="0"/>
              <a:pathLst>
                <a:path w="77484" h="36681">
                  <a:moveTo>
                    <a:pt x="0" y="0"/>
                  </a:moveTo>
                  <a:lnTo>
                    <a:pt x="77484" y="3668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09" name="Candidate_receptor__3908">
              <a:extLst>
                <a:ext uri="{FF2B5EF4-FFF2-40B4-BE49-F238E27FC236}">
                  <a16:creationId xmlns:a16="http://schemas.microsoft.com/office/drawing/2014/main" id="{DB32A390-A7DA-4F7E-51D8-9867E59FFBDF}"/>
                </a:ext>
              </a:extLst>
            </p:cNvPr>
            <p:cNvSpPr>
              <a:spLocks noGrp="1"/>
            </p:cNvSpPr>
            <p:nvPr/>
          </p:nvSpPr>
          <p:spPr>
            <a:xfrm>
              <a:off x="3772935" y="2826459"/>
              <a:ext cx="47125" cy="3075"/>
            </a:xfrm>
            <a:custGeom>
              <a:avLst/>
              <a:gdLst/>
              <a:ahLst/>
              <a:cxnLst/>
              <a:rect l="0" t="0" r="0" b="0"/>
              <a:pathLst>
                <a:path w="47125" h="3075">
                  <a:moveTo>
                    <a:pt x="47125" y="30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0" name="Candidate_receptor__3909">
              <a:extLst>
                <a:ext uri="{FF2B5EF4-FFF2-40B4-BE49-F238E27FC236}">
                  <a16:creationId xmlns:a16="http://schemas.microsoft.com/office/drawing/2014/main" id="{8259C729-C6B4-E92D-C4AE-5C0676887723}"/>
                </a:ext>
              </a:extLst>
            </p:cNvPr>
            <p:cNvSpPr>
              <a:spLocks noGrp="1"/>
            </p:cNvSpPr>
            <p:nvPr/>
          </p:nvSpPr>
          <p:spPr>
            <a:xfrm>
              <a:off x="4936344" y="2648599"/>
              <a:ext cx="14089" cy="95315"/>
            </a:xfrm>
            <a:custGeom>
              <a:avLst/>
              <a:gdLst/>
              <a:ahLst/>
              <a:cxnLst/>
              <a:rect l="0" t="0" r="0" b="0"/>
              <a:pathLst>
                <a:path w="14089" h="95315">
                  <a:moveTo>
                    <a:pt x="0" y="95315"/>
                  </a:moveTo>
                  <a:lnTo>
                    <a:pt x="1408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1" name="Candidate_receptor__3910">
              <a:extLst>
                <a:ext uri="{FF2B5EF4-FFF2-40B4-BE49-F238E27FC236}">
                  <a16:creationId xmlns:a16="http://schemas.microsoft.com/office/drawing/2014/main" id="{632B3C89-EADD-F6C1-7E71-2265F2755CE9}"/>
                </a:ext>
              </a:extLst>
            </p:cNvPr>
            <p:cNvSpPr>
              <a:spLocks noGrp="1"/>
            </p:cNvSpPr>
            <p:nvPr/>
          </p:nvSpPr>
          <p:spPr>
            <a:xfrm>
              <a:off x="4083020" y="2720549"/>
              <a:ext cx="29901" cy="29347"/>
            </a:xfrm>
            <a:custGeom>
              <a:avLst/>
              <a:gdLst/>
              <a:ahLst/>
              <a:cxnLst/>
              <a:rect l="0" t="0" r="0" b="0"/>
              <a:pathLst>
                <a:path w="29901" h="29347">
                  <a:moveTo>
                    <a:pt x="29901" y="0"/>
                  </a:moveTo>
                  <a:lnTo>
                    <a:pt x="0" y="2934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2" name="Candidate_receptor__3911">
              <a:extLst>
                <a:ext uri="{FF2B5EF4-FFF2-40B4-BE49-F238E27FC236}">
                  <a16:creationId xmlns:a16="http://schemas.microsoft.com/office/drawing/2014/main" id="{7912CDD9-22DF-3CEA-6F1E-BB34E36E94F8}"/>
                </a:ext>
              </a:extLst>
            </p:cNvPr>
            <p:cNvSpPr>
              <a:spLocks noGrp="1"/>
            </p:cNvSpPr>
            <p:nvPr/>
          </p:nvSpPr>
          <p:spPr>
            <a:xfrm>
              <a:off x="3827452" y="3030315"/>
              <a:ext cx="62622" cy="89503"/>
            </a:xfrm>
            <a:custGeom>
              <a:avLst/>
              <a:gdLst/>
              <a:ahLst/>
              <a:cxnLst/>
              <a:rect l="0" t="0" r="0" b="0"/>
              <a:pathLst>
                <a:path w="62622" h="89503">
                  <a:moveTo>
                    <a:pt x="0" y="0"/>
                  </a:moveTo>
                  <a:lnTo>
                    <a:pt x="62622" y="8950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3" name="Candidate_receptor__3912">
              <a:extLst>
                <a:ext uri="{FF2B5EF4-FFF2-40B4-BE49-F238E27FC236}">
                  <a16:creationId xmlns:a16="http://schemas.microsoft.com/office/drawing/2014/main" id="{740D8389-E53B-ED11-CCEE-0CB9B2803775}"/>
                </a:ext>
              </a:extLst>
            </p:cNvPr>
            <p:cNvSpPr>
              <a:spLocks noGrp="1"/>
            </p:cNvSpPr>
            <p:nvPr/>
          </p:nvSpPr>
          <p:spPr>
            <a:xfrm>
              <a:off x="4150495" y="3209820"/>
              <a:ext cx="55273" cy="51543"/>
            </a:xfrm>
            <a:custGeom>
              <a:avLst/>
              <a:gdLst/>
              <a:ahLst/>
              <a:cxnLst/>
              <a:rect l="0" t="0" r="0" b="0"/>
              <a:pathLst>
                <a:path w="55273" h="51543">
                  <a:moveTo>
                    <a:pt x="0" y="0"/>
                  </a:moveTo>
                  <a:lnTo>
                    <a:pt x="55273" y="5154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4" name="Candidate_receptor__3913">
              <a:extLst>
                <a:ext uri="{FF2B5EF4-FFF2-40B4-BE49-F238E27FC236}">
                  <a16:creationId xmlns:a16="http://schemas.microsoft.com/office/drawing/2014/main" id="{A9E59CCA-A1DF-EA84-6EB9-F0222011F28A}"/>
                </a:ext>
              </a:extLst>
            </p:cNvPr>
            <p:cNvSpPr>
              <a:spLocks noGrp="1"/>
            </p:cNvSpPr>
            <p:nvPr/>
          </p:nvSpPr>
          <p:spPr>
            <a:xfrm>
              <a:off x="4187640" y="2773386"/>
              <a:ext cx="48247" cy="34803"/>
            </a:xfrm>
            <a:custGeom>
              <a:avLst/>
              <a:gdLst/>
              <a:ahLst/>
              <a:cxnLst/>
              <a:rect l="0" t="0" r="0" b="0"/>
              <a:pathLst>
                <a:path w="48247" h="34803">
                  <a:moveTo>
                    <a:pt x="48247" y="0"/>
                  </a:moveTo>
                  <a:lnTo>
                    <a:pt x="0" y="3480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5" name="Candidate_receptor__3914">
              <a:extLst>
                <a:ext uri="{FF2B5EF4-FFF2-40B4-BE49-F238E27FC236}">
                  <a16:creationId xmlns:a16="http://schemas.microsoft.com/office/drawing/2014/main" id="{6F4F992F-8EAA-4466-19D4-E0C1BB8A42DF}"/>
                </a:ext>
              </a:extLst>
            </p:cNvPr>
            <p:cNvSpPr>
              <a:spLocks noGrp="1"/>
            </p:cNvSpPr>
            <p:nvPr/>
          </p:nvSpPr>
          <p:spPr>
            <a:xfrm>
              <a:off x="3890074" y="3119818"/>
              <a:ext cx="113226" cy="8937"/>
            </a:xfrm>
            <a:custGeom>
              <a:avLst/>
              <a:gdLst/>
              <a:ahLst/>
              <a:cxnLst/>
              <a:rect l="0" t="0" r="0" b="0"/>
              <a:pathLst>
                <a:path w="113226" h="8937">
                  <a:moveTo>
                    <a:pt x="0" y="0"/>
                  </a:moveTo>
                  <a:lnTo>
                    <a:pt x="113226" y="8937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16" name="Candidate_receptor__3915">
              <a:extLst>
                <a:ext uri="{FF2B5EF4-FFF2-40B4-BE49-F238E27FC236}">
                  <a16:creationId xmlns:a16="http://schemas.microsoft.com/office/drawing/2014/main" id="{02B08466-4661-A05A-2E71-CEEB4D2C2880}"/>
                </a:ext>
              </a:extLst>
            </p:cNvPr>
            <p:cNvSpPr>
              <a:spLocks noGrp="1"/>
            </p:cNvSpPr>
            <p:nvPr/>
          </p:nvSpPr>
          <p:spPr>
            <a:xfrm>
              <a:off x="5046126" y="2870053"/>
              <a:ext cx="57987" cy="30006"/>
            </a:xfrm>
            <a:custGeom>
              <a:avLst/>
              <a:gdLst/>
              <a:ahLst/>
              <a:cxnLst/>
              <a:rect l="0" t="0" r="0" b="0"/>
              <a:pathLst>
                <a:path w="57987" h="30006">
                  <a:moveTo>
                    <a:pt x="0" y="30006"/>
                  </a:moveTo>
                  <a:lnTo>
                    <a:pt x="5798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7" name="Candidate_receptor__3916">
              <a:extLst>
                <a:ext uri="{FF2B5EF4-FFF2-40B4-BE49-F238E27FC236}">
                  <a16:creationId xmlns:a16="http://schemas.microsoft.com/office/drawing/2014/main" id="{C9E10BE9-1049-BBFA-9574-91F3DF4911E3}"/>
                </a:ext>
              </a:extLst>
            </p:cNvPr>
            <p:cNvSpPr>
              <a:spLocks noGrp="1"/>
            </p:cNvSpPr>
            <p:nvPr/>
          </p:nvSpPr>
          <p:spPr>
            <a:xfrm>
              <a:off x="4006758" y="2823790"/>
              <a:ext cx="58290" cy="36172"/>
            </a:xfrm>
            <a:custGeom>
              <a:avLst/>
              <a:gdLst/>
              <a:ahLst/>
              <a:cxnLst/>
              <a:rect l="0" t="0" r="0" b="0"/>
              <a:pathLst>
                <a:path w="58290" h="36172">
                  <a:moveTo>
                    <a:pt x="58290" y="361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8" name="Candidate_receptor__3917">
              <a:extLst>
                <a:ext uri="{FF2B5EF4-FFF2-40B4-BE49-F238E27FC236}">
                  <a16:creationId xmlns:a16="http://schemas.microsoft.com/office/drawing/2014/main" id="{373CFF62-0AE6-3058-531C-5C31FBD43207}"/>
                </a:ext>
              </a:extLst>
            </p:cNvPr>
            <p:cNvSpPr>
              <a:spLocks noGrp="1"/>
            </p:cNvSpPr>
            <p:nvPr/>
          </p:nvSpPr>
          <p:spPr>
            <a:xfrm>
              <a:off x="5241284" y="2832063"/>
              <a:ext cx="27461" cy="27359"/>
            </a:xfrm>
            <a:custGeom>
              <a:avLst/>
              <a:gdLst/>
              <a:ahLst/>
              <a:cxnLst/>
              <a:rect l="0" t="0" r="0" b="0"/>
              <a:pathLst>
                <a:path w="27461" h="27359">
                  <a:moveTo>
                    <a:pt x="27461" y="0"/>
                  </a:moveTo>
                  <a:lnTo>
                    <a:pt x="0" y="2735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19" name="Candidate_receptor__3918">
              <a:extLst>
                <a:ext uri="{FF2B5EF4-FFF2-40B4-BE49-F238E27FC236}">
                  <a16:creationId xmlns:a16="http://schemas.microsoft.com/office/drawing/2014/main" id="{A8224E3A-6CCA-B227-26C8-0FCFBA170058}"/>
                </a:ext>
              </a:extLst>
            </p:cNvPr>
            <p:cNvSpPr>
              <a:spLocks noGrp="1"/>
            </p:cNvSpPr>
            <p:nvPr/>
          </p:nvSpPr>
          <p:spPr>
            <a:xfrm>
              <a:off x="4793320" y="2948027"/>
              <a:ext cx="97195" cy="58321"/>
            </a:xfrm>
            <a:custGeom>
              <a:avLst/>
              <a:gdLst/>
              <a:ahLst/>
              <a:cxnLst/>
              <a:rect l="0" t="0" r="0" b="0"/>
              <a:pathLst>
                <a:path w="97195" h="58321">
                  <a:moveTo>
                    <a:pt x="0" y="58321"/>
                  </a:moveTo>
                  <a:lnTo>
                    <a:pt x="97195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3920" name="Candidate_receptor__3919">
              <a:extLst>
                <a:ext uri="{FF2B5EF4-FFF2-40B4-BE49-F238E27FC236}">
                  <a16:creationId xmlns:a16="http://schemas.microsoft.com/office/drawing/2014/main" id="{5ED25C79-AFB5-1330-CBAB-AD31B2E70993}"/>
                </a:ext>
              </a:extLst>
            </p:cNvPr>
            <p:cNvSpPr>
              <a:spLocks noGrp="1"/>
            </p:cNvSpPr>
            <p:nvPr/>
          </p:nvSpPr>
          <p:spPr>
            <a:xfrm>
              <a:off x="3940501" y="2757517"/>
              <a:ext cx="66258" cy="66273"/>
            </a:xfrm>
            <a:custGeom>
              <a:avLst/>
              <a:gdLst/>
              <a:ahLst/>
              <a:cxnLst/>
              <a:rect l="0" t="0" r="0" b="0"/>
              <a:pathLst>
                <a:path w="66258" h="66273">
                  <a:moveTo>
                    <a:pt x="66258" y="662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1" name="Candidate_receptor__3920">
              <a:extLst>
                <a:ext uri="{FF2B5EF4-FFF2-40B4-BE49-F238E27FC236}">
                  <a16:creationId xmlns:a16="http://schemas.microsoft.com/office/drawing/2014/main" id="{4D68AFAB-1FB6-9007-3F21-B430F674014E}"/>
                </a:ext>
              </a:extLst>
            </p:cNvPr>
            <p:cNvSpPr>
              <a:spLocks noGrp="1"/>
            </p:cNvSpPr>
            <p:nvPr/>
          </p:nvSpPr>
          <p:spPr>
            <a:xfrm>
              <a:off x="5214640" y="3143920"/>
              <a:ext cx="16972" cy="111129"/>
            </a:xfrm>
            <a:custGeom>
              <a:avLst/>
              <a:gdLst/>
              <a:ahLst/>
              <a:cxnLst/>
              <a:rect l="0" t="0" r="0" b="0"/>
              <a:pathLst>
                <a:path w="16972" h="111129">
                  <a:moveTo>
                    <a:pt x="16972" y="1111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2" name="Candidate_receptor__3921">
              <a:extLst>
                <a:ext uri="{FF2B5EF4-FFF2-40B4-BE49-F238E27FC236}">
                  <a16:creationId xmlns:a16="http://schemas.microsoft.com/office/drawing/2014/main" id="{495C85BF-EA48-9F03-E438-B143A04A05A4}"/>
                </a:ext>
              </a:extLst>
            </p:cNvPr>
            <p:cNvSpPr>
              <a:spLocks noGrp="1"/>
            </p:cNvSpPr>
            <p:nvPr/>
          </p:nvSpPr>
          <p:spPr>
            <a:xfrm>
              <a:off x="3820060" y="2829534"/>
              <a:ext cx="78290" cy="80282"/>
            </a:xfrm>
            <a:custGeom>
              <a:avLst/>
              <a:gdLst/>
              <a:ahLst/>
              <a:cxnLst/>
              <a:rect l="0" t="0" r="0" b="0"/>
              <a:pathLst>
                <a:path w="78290" h="80282">
                  <a:moveTo>
                    <a:pt x="78290" y="802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3" name="Candidate_receptor__3922">
              <a:extLst>
                <a:ext uri="{FF2B5EF4-FFF2-40B4-BE49-F238E27FC236}">
                  <a16:creationId xmlns:a16="http://schemas.microsoft.com/office/drawing/2014/main" id="{C7E51108-8ED4-35B5-D99A-64CAFA2E6EC9}"/>
                </a:ext>
              </a:extLst>
            </p:cNvPr>
            <p:cNvSpPr>
              <a:spLocks noGrp="1"/>
            </p:cNvSpPr>
            <p:nvPr/>
          </p:nvSpPr>
          <p:spPr>
            <a:xfrm>
              <a:off x="5214640" y="3115452"/>
              <a:ext cx="111377" cy="28468"/>
            </a:xfrm>
            <a:custGeom>
              <a:avLst/>
              <a:gdLst/>
              <a:ahLst/>
              <a:cxnLst/>
              <a:rect l="0" t="0" r="0" b="0"/>
              <a:pathLst>
                <a:path w="111377" h="28468">
                  <a:moveTo>
                    <a:pt x="0" y="28468"/>
                  </a:moveTo>
                  <a:lnTo>
                    <a:pt x="11137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3924" name="Candidate_receptor__3923">
              <a:extLst>
                <a:ext uri="{FF2B5EF4-FFF2-40B4-BE49-F238E27FC236}">
                  <a16:creationId xmlns:a16="http://schemas.microsoft.com/office/drawing/2014/main" id="{6DE680D1-AD57-F866-5E2B-BE2E180F09C3}"/>
                </a:ext>
              </a:extLst>
            </p:cNvPr>
            <p:cNvSpPr>
              <a:spLocks noGrp="1"/>
            </p:cNvSpPr>
            <p:nvPr/>
          </p:nvSpPr>
          <p:spPr>
            <a:xfrm>
              <a:off x="4112922" y="2720549"/>
              <a:ext cx="74718" cy="87639"/>
            </a:xfrm>
            <a:custGeom>
              <a:avLst/>
              <a:gdLst/>
              <a:ahLst/>
              <a:cxnLst/>
              <a:rect l="0" t="0" r="0" b="0"/>
              <a:pathLst>
                <a:path w="74718" h="87639">
                  <a:moveTo>
                    <a:pt x="74718" y="87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5" name="Candidate_receptor__3924">
              <a:extLst>
                <a:ext uri="{FF2B5EF4-FFF2-40B4-BE49-F238E27FC236}">
                  <a16:creationId xmlns:a16="http://schemas.microsoft.com/office/drawing/2014/main" id="{25B1E5D2-7132-EF92-6A22-76842613B54B}"/>
                </a:ext>
              </a:extLst>
            </p:cNvPr>
            <p:cNvSpPr>
              <a:spLocks noGrp="1"/>
            </p:cNvSpPr>
            <p:nvPr/>
          </p:nvSpPr>
          <p:spPr>
            <a:xfrm>
              <a:off x="4205768" y="3185506"/>
              <a:ext cx="85260" cy="75857"/>
            </a:xfrm>
            <a:custGeom>
              <a:avLst/>
              <a:gdLst/>
              <a:ahLst/>
              <a:cxnLst/>
              <a:rect l="0" t="0" r="0" b="0"/>
              <a:pathLst>
                <a:path w="85260" h="75857">
                  <a:moveTo>
                    <a:pt x="0" y="75857"/>
                  </a:moveTo>
                  <a:lnTo>
                    <a:pt x="8526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6" name="Candidate_receptor__3925">
              <a:extLst>
                <a:ext uri="{FF2B5EF4-FFF2-40B4-BE49-F238E27FC236}">
                  <a16:creationId xmlns:a16="http://schemas.microsoft.com/office/drawing/2014/main" id="{9181B380-0220-8FFF-515F-C8C0BE9C724C}"/>
                </a:ext>
              </a:extLst>
            </p:cNvPr>
            <p:cNvSpPr>
              <a:spLocks noGrp="1"/>
            </p:cNvSpPr>
            <p:nvPr/>
          </p:nvSpPr>
          <p:spPr>
            <a:xfrm>
              <a:off x="5231611" y="3255049"/>
              <a:ext cx="88380" cy="9148"/>
            </a:xfrm>
            <a:custGeom>
              <a:avLst/>
              <a:gdLst/>
              <a:ahLst/>
              <a:cxnLst/>
              <a:rect l="0" t="0" r="0" b="0"/>
              <a:pathLst>
                <a:path w="88380" h="9148">
                  <a:moveTo>
                    <a:pt x="88380" y="914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7" name="Candidate_receptor__3926">
              <a:extLst>
                <a:ext uri="{FF2B5EF4-FFF2-40B4-BE49-F238E27FC236}">
                  <a16:creationId xmlns:a16="http://schemas.microsoft.com/office/drawing/2014/main" id="{119F7E1D-C5D1-D76E-3E6F-28EEC28B7D05}"/>
                </a:ext>
              </a:extLst>
            </p:cNvPr>
            <p:cNvSpPr>
              <a:spLocks noGrp="1"/>
            </p:cNvSpPr>
            <p:nvPr/>
          </p:nvSpPr>
          <p:spPr>
            <a:xfrm>
              <a:off x="4216115" y="3098123"/>
              <a:ext cx="74913" cy="87383"/>
            </a:xfrm>
            <a:custGeom>
              <a:avLst/>
              <a:gdLst/>
              <a:ahLst/>
              <a:cxnLst/>
              <a:rect l="0" t="0" r="0" b="0"/>
              <a:pathLst>
                <a:path w="74913" h="87383">
                  <a:moveTo>
                    <a:pt x="74913" y="87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8" name="Candidate_receptor__3927">
              <a:extLst>
                <a:ext uri="{FF2B5EF4-FFF2-40B4-BE49-F238E27FC236}">
                  <a16:creationId xmlns:a16="http://schemas.microsoft.com/office/drawing/2014/main" id="{4A3D6F4B-28CB-0D44-0FEF-C6498328D548}"/>
                </a:ext>
              </a:extLst>
            </p:cNvPr>
            <p:cNvSpPr>
              <a:spLocks noGrp="1"/>
            </p:cNvSpPr>
            <p:nvPr/>
          </p:nvSpPr>
          <p:spPr>
            <a:xfrm>
              <a:off x="5104112" y="2777524"/>
              <a:ext cx="63554" cy="92529"/>
            </a:xfrm>
            <a:custGeom>
              <a:avLst/>
              <a:gdLst/>
              <a:ahLst/>
              <a:cxnLst/>
              <a:rect l="0" t="0" r="0" b="0"/>
              <a:pathLst>
                <a:path w="63554" h="92529">
                  <a:moveTo>
                    <a:pt x="0" y="92529"/>
                  </a:moveTo>
                  <a:lnTo>
                    <a:pt x="63554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29" name="Candidate_receptor__3928">
              <a:extLst>
                <a:ext uri="{FF2B5EF4-FFF2-40B4-BE49-F238E27FC236}">
                  <a16:creationId xmlns:a16="http://schemas.microsoft.com/office/drawing/2014/main" id="{47A2C07F-1B39-7CD0-B68E-D5BE48C77C2E}"/>
                </a:ext>
              </a:extLst>
            </p:cNvPr>
            <p:cNvSpPr>
              <a:spLocks noGrp="1"/>
            </p:cNvSpPr>
            <p:nvPr/>
          </p:nvSpPr>
          <p:spPr>
            <a:xfrm>
              <a:off x="5167666" y="2777524"/>
              <a:ext cx="101078" cy="54539"/>
            </a:xfrm>
            <a:custGeom>
              <a:avLst/>
              <a:gdLst/>
              <a:ahLst/>
              <a:cxnLst/>
              <a:rect l="0" t="0" r="0" b="0"/>
              <a:pathLst>
                <a:path w="101078" h="54539">
                  <a:moveTo>
                    <a:pt x="0" y="0"/>
                  </a:moveTo>
                  <a:lnTo>
                    <a:pt x="101078" y="54539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30" name="Candidate_receptor__3929">
              <a:extLst>
                <a:ext uri="{FF2B5EF4-FFF2-40B4-BE49-F238E27FC236}">
                  <a16:creationId xmlns:a16="http://schemas.microsoft.com/office/drawing/2014/main" id="{A50F4F49-CC82-27DE-C4BE-7D7DFF943D68}"/>
                </a:ext>
              </a:extLst>
            </p:cNvPr>
            <p:cNvSpPr>
              <a:spLocks noGrp="1"/>
            </p:cNvSpPr>
            <p:nvPr/>
          </p:nvSpPr>
          <p:spPr>
            <a:xfrm>
              <a:off x="4153606" y="3098123"/>
              <a:ext cx="62509" cy="48674"/>
            </a:xfrm>
            <a:custGeom>
              <a:avLst/>
              <a:gdLst/>
              <a:ahLst/>
              <a:cxnLst/>
              <a:rect l="0" t="0" r="0" b="0"/>
              <a:pathLst>
                <a:path w="62509" h="48674">
                  <a:moveTo>
                    <a:pt x="62509" y="0"/>
                  </a:moveTo>
                  <a:lnTo>
                    <a:pt x="0" y="48674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3931" name="Candidate_receptor__3930">
              <a:extLst>
                <a:ext uri="{FF2B5EF4-FFF2-40B4-BE49-F238E27FC236}">
                  <a16:creationId xmlns:a16="http://schemas.microsoft.com/office/drawing/2014/main" id="{395AD8A1-DF21-D68A-087B-376704FC17F8}"/>
                </a:ext>
              </a:extLst>
            </p:cNvPr>
            <p:cNvSpPr>
              <a:spLocks noGrp="1"/>
            </p:cNvSpPr>
            <p:nvPr/>
          </p:nvSpPr>
          <p:spPr>
            <a:xfrm>
              <a:off x="5266933" y="3205219"/>
              <a:ext cx="53058" cy="58978"/>
            </a:xfrm>
            <a:custGeom>
              <a:avLst/>
              <a:gdLst/>
              <a:ahLst/>
              <a:cxnLst/>
              <a:rect l="0" t="0" r="0" b="0"/>
              <a:pathLst>
                <a:path w="53058" h="58978">
                  <a:moveTo>
                    <a:pt x="0" y="0"/>
                  </a:moveTo>
                  <a:lnTo>
                    <a:pt x="53058" y="5897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2" name="Candidate_receptor__3931">
              <a:extLst>
                <a:ext uri="{FF2B5EF4-FFF2-40B4-BE49-F238E27FC236}">
                  <a16:creationId xmlns:a16="http://schemas.microsoft.com/office/drawing/2014/main" id="{9D29D297-0905-B3A1-809E-B91CF3421AFD}"/>
                </a:ext>
              </a:extLst>
            </p:cNvPr>
            <p:cNvSpPr>
              <a:spLocks noGrp="1"/>
            </p:cNvSpPr>
            <p:nvPr/>
          </p:nvSpPr>
          <p:spPr>
            <a:xfrm>
              <a:off x="4153606" y="3146798"/>
              <a:ext cx="98419" cy="16470"/>
            </a:xfrm>
            <a:custGeom>
              <a:avLst/>
              <a:gdLst/>
              <a:ahLst/>
              <a:cxnLst/>
              <a:rect l="0" t="0" r="0" b="0"/>
              <a:pathLst>
                <a:path w="98419" h="16470">
                  <a:moveTo>
                    <a:pt x="0" y="0"/>
                  </a:moveTo>
                  <a:lnTo>
                    <a:pt x="98419" y="1647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3" name="Candidate_receptor__3932">
              <a:extLst>
                <a:ext uri="{FF2B5EF4-FFF2-40B4-BE49-F238E27FC236}">
                  <a16:creationId xmlns:a16="http://schemas.microsoft.com/office/drawing/2014/main" id="{7FBA6E25-029B-9D49-BBBE-B0115DB5DDC5}"/>
                </a:ext>
              </a:extLst>
            </p:cNvPr>
            <p:cNvSpPr>
              <a:spLocks noGrp="1"/>
            </p:cNvSpPr>
            <p:nvPr/>
          </p:nvSpPr>
          <p:spPr>
            <a:xfrm>
              <a:off x="5175879" y="3205219"/>
              <a:ext cx="91055" cy="69640"/>
            </a:xfrm>
            <a:custGeom>
              <a:avLst/>
              <a:gdLst/>
              <a:ahLst/>
              <a:cxnLst/>
              <a:rect l="0" t="0" r="0" b="0"/>
              <a:pathLst>
                <a:path w="91055" h="69640">
                  <a:moveTo>
                    <a:pt x="0" y="69640"/>
                  </a:moveTo>
                  <a:lnTo>
                    <a:pt x="9105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4" name="Candidate_receptor__3933">
              <a:extLst>
                <a:ext uri="{FF2B5EF4-FFF2-40B4-BE49-F238E27FC236}">
                  <a16:creationId xmlns:a16="http://schemas.microsoft.com/office/drawing/2014/main" id="{756DEAAC-36A5-5CE6-49D7-8AB8FDC77B35}"/>
                </a:ext>
              </a:extLst>
            </p:cNvPr>
            <p:cNvSpPr>
              <a:spLocks noGrp="1"/>
            </p:cNvSpPr>
            <p:nvPr/>
          </p:nvSpPr>
          <p:spPr>
            <a:xfrm>
              <a:off x="5175879" y="3274859"/>
              <a:ext cx="69726" cy="91188"/>
            </a:xfrm>
            <a:custGeom>
              <a:avLst/>
              <a:gdLst/>
              <a:ahLst/>
              <a:cxnLst/>
              <a:rect l="0" t="0" r="0" b="0"/>
              <a:pathLst>
                <a:path w="69726" h="91188">
                  <a:moveTo>
                    <a:pt x="69726" y="911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5" name="Candidate_receptor__3934">
              <a:extLst>
                <a:ext uri="{FF2B5EF4-FFF2-40B4-BE49-F238E27FC236}">
                  <a16:creationId xmlns:a16="http://schemas.microsoft.com/office/drawing/2014/main" id="{4A918D6C-0088-7DAD-9AB4-117B07A09441}"/>
                </a:ext>
              </a:extLst>
            </p:cNvPr>
            <p:cNvSpPr>
              <a:spLocks noGrp="1"/>
            </p:cNvSpPr>
            <p:nvPr/>
          </p:nvSpPr>
          <p:spPr>
            <a:xfrm>
              <a:off x="4252025" y="3051927"/>
              <a:ext cx="29894" cy="111341"/>
            </a:xfrm>
            <a:custGeom>
              <a:avLst/>
              <a:gdLst/>
              <a:ahLst/>
              <a:cxnLst/>
              <a:rect l="0" t="0" r="0" b="0"/>
              <a:pathLst>
                <a:path w="29894" h="111341">
                  <a:moveTo>
                    <a:pt x="0" y="111341"/>
                  </a:moveTo>
                  <a:lnTo>
                    <a:pt x="2989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3936" name="Candidate_receptor__3935">
              <a:extLst>
                <a:ext uri="{FF2B5EF4-FFF2-40B4-BE49-F238E27FC236}">
                  <a16:creationId xmlns:a16="http://schemas.microsoft.com/office/drawing/2014/main" id="{0335921E-6BC3-4DC1-CD11-2AA1367FC8EB}"/>
                </a:ext>
              </a:extLst>
            </p:cNvPr>
            <p:cNvSpPr>
              <a:spLocks noGrp="1"/>
            </p:cNvSpPr>
            <p:nvPr/>
          </p:nvSpPr>
          <p:spPr>
            <a:xfrm>
              <a:off x="4182436" y="3017153"/>
              <a:ext cx="99483" cy="34774"/>
            </a:xfrm>
            <a:custGeom>
              <a:avLst/>
              <a:gdLst/>
              <a:ahLst/>
              <a:cxnLst/>
              <a:rect l="0" t="0" r="0" b="0"/>
              <a:pathLst>
                <a:path w="99483" h="34774">
                  <a:moveTo>
                    <a:pt x="99483" y="347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3"/>
              </a:solidFill>
            </a:ln>
          </p:spPr>
        </p:sp>
        <p:sp>
          <p:nvSpPr>
            <p:cNvPr id="3937" name="Candidate_receptor__3936">
              <a:extLst>
                <a:ext uri="{FF2B5EF4-FFF2-40B4-BE49-F238E27FC236}">
                  <a16:creationId xmlns:a16="http://schemas.microsoft.com/office/drawing/2014/main" id="{334D58BE-1F2D-C734-8B60-AE98AB82FB76}"/>
                </a:ext>
              </a:extLst>
            </p:cNvPr>
            <p:cNvSpPr>
              <a:spLocks noGrp="1"/>
            </p:cNvSpPr>
            <p:nvPr/>
          </p:nvSpPr>
          <p:spPr>
            <a:xfrm>
              <a:off x="5245605" y="3355075"/>
              <a:ext cx="29656" cy="10973"/>
            </a:xfrm>
            <a:custGeom>
              <a:avLst/>
              <a:gdLst/>
              <a:ahLst/>
              <a:cxnLst/>
              <a:rect l="0" t="0" r="0" b="0"/>
              <a:pathLst>
                <a:path w="29656" h="10973">
                  <a:moveTo>
                    <a:pt x="29656" y="0"/>
                  </a:moveTo>
                  <a:lnTo>
                    <a:pt x="0" y="10973"/>
                  </a:lnTo>
                </a:path>
              </a:pathLst>
            </a:custGeom>
            <a:noFill/>
            <a:ln w="20003">
              <a:solidFill>
                <a:srgbClr val="EDF0F3"/>
              </a:solidFill>
            </a:ln>
          </p:spPr>
        </p:sp>
        <p:sp>
          <p:nvSpPr>
            <p:cNvPr id="3938" name="Candidate_receptor__3937">
              <a:extLst>
                <a:ext uri="{FF2B5EF4-FFF2-40B4-BE49-F238E27FC236}">
                  <a16:creationId xmlns:a16="http://schemas.microsoft.com/office/drawing/2014/main" id="{CB64CBEF-DACB-A4A4-D716-C9073443FB1A}"/>
                </a:ext>
              </a:extLst>
            </p:cNvPr>
            <p:cNvSpPr>
              <a:spLocks noGrp="1"/>
            </p:cNvSpPr>
            <p:nvPr/>
          </p:nvSpPr>
          <p:spPr>
            <a:xfrm>
              <a:off x="5110865" y="3312613"/>
              <a:ext cx="66151" cy="79192"/>
            </a:xfrm>
            <a:custGeom>
              <a:avLst/>
              <a:gdLst/>
              <a:ahLst/>
              <a:cxnLst/>
              <a:rect l="0" t="0" r="0" b="0"/>
              <a:pathLst>
                <a:path w="66151" h="79192">
                  <a:moveTo>
                    <a:pt x="0" y="79192"/>
                  </a:moveTo>
                  <a:lnTo>
                    <a:pt x="66151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3939" name="Candidate_receptor__3938">
              <a:extLst>
                <a:ext uri="{FF2B5EF4-FFF2-40B4-BE49-F238E27FC236}">
                  <a16:creationId xmlns:a16="http://schemas.microsoft.com/office/drawing/2014/main" id="{2EFDD760-F0A9-B49F-C6A5-5A50763C8362}"/>
                </a:ext>
              </a:extLst>
            </p:cNvPr>
            <p:cNvSpPr>
              <a:spLocks noGrp="1"/>
            </p:cNvSpPr>
            <p:nvPr/>
          </p:nvSpPr>
          <p:spPr>
            <a:xfrm>
              <a:off x="5177016" y="3312613"/>
              <a:ext cx="98245" cy="42462"/>
            </a:xfrm>
            <a:custGeom>
              <a:avLst/>
              <a:gdLst/>
              <a:ahLst/>
              <a:cxnLst/>
              <a:rect l="0" t="0" r="0" b="0"/>
              <a:pathLst>
                <a:path w="98245" h="42462">
                  <a:moveTo>
                    <a:pt x="0" y="0"/>
                  </a:moveTo>
                  <a:lnTo>
                    <a:pt x="98245" y="42462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</p:grpSp>
      <p:grpSp>
        <p:nvGrpSpPr>
          <p:cNvPr id="6217" name="Candidate_B1">
            <a:extLst>
              <a:ext uri="{FF2B5EF4-FFF2-40B4-BE49-F238E27FC236}">
                <a16:creationId xmlns:a16="http://schemas.microsoft.com/office/drawing/2014/main" id="{0F50C80B-05F6-04D0-8A45-A661C9A4862B}"/>
              </a:ext>
            </a:extLst>
          </p:cNvPr>
          <p:cNvGrpSpPr/>
          <p:nvPr/>
        </p:nvGrpSpPr>
        <p:grpSpPr>
          <a:xfrm>
            <a:off x="2205494" y="3855509"/>
            <a:ext cx="259292" cy="391583"/>
            <a:chOff x="4100513" y="2257425"/>
            <a:chExt cx="466725" cy="704850"/>
          </a:xfrm>
        </p:grpSpPr>
        <p:sp>
          <p:nvSpPr>
            <p:cNvPr id="3940" name="Candidate_B1__3939">
              <a:extLst>
                <a:ext uri="{FF2B5EF4-FFF2-40B4-BE49-F238E27FC236}">
                  <a16:creationId xmlns:a16="http://schemas.microsoft.com/office/drawing/2014/main" id="{F463507E-0AC4-29D0-4985-40339B80FE14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74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129832" y="704404"/>
                  </a:moveTo>
                  <a:lnTo>
                    <a:pt x="81983" y="692757"/>
                  </a:lnTo>
                  <a:lnTo>
                    <a:pt x="129832" y="693382"/>
                  </a:lnTo>
                  <a:close/>
                  <a:moveTo>
                    <a:pt x="129832" y="704404"/>
                  </a:moveTo>
                  <a:lnTo>
                    <a:pt x="129832" y="693382"/>
                  </a:lnTo>
                  <a:lnTo>
                    <a:pt x="177681" y="704850"/>
                  </a:lnTo>
                  <a:close/>
                  <a:moveTo>
                    <a:pt x="177681" y="704850"/>
                  </a:moveTo>
                  <a:lnTo>
                    <a:pt x="177681" y="694035"/>
                  </a:lnTo>
                  <a:lnTo>
                    <a:pt x="225530" y="694518"/>
                  </a:lnTo>
                  <a:close/>
                  <a:moveTo>
                    <a:pt x="276610" y="656342"/>
                  </a:moveTo>
                  <a:lnTo>
                    <a:pt x="293701" y="656342"/>
                  </a:lnTo>
                  <a:lnTo>
                    <a:pt x="273379" y="671513"/>
                  </a:lnTo>
                  <a:close/>
                  <a:moveTo>
                    <a:pt x="315843" y="620457"/>
                  </a:moveTo>
                  <a:lnTo>
                    <a:pt x="321227" y="628671"/>
                  </a:lnTo>
                  <a:lnTo>
                    <a:pt x="293701" y="656342"/>
                  </a:lnTo>
                  <a:close/>
                  <a:moveTo>
                    <a:pt x="3309" y="620457"/>
                  </a:moveTo>
                  <a:lnTo>
                    <a:pt x="18540" y="620457"/>
                  </a:lnTo>
                  <a:lnTo>
                    <a:pt x="24946" y="656342"/>
                  </a:lnTo>
                  <a:close/>
                  <a:moveTo>
                    <a:pt x="13874" y="584573"/>
                  </a:moveTo>
                  <a:lnTo>
                    <a:pt x="3309" y="620457"/>
                  </a:lnTo>
                  <a:lnTo>
                    <a:pt x="0" y="584573"/>
                  </a:lnTo>
                  <a:close/>
                  <a:moveTo>
                    <a:pt x="23823" y="548689"/>
                  </a:moveTo>
                  <a:lnTo>
                    <a:pt x="0" y="584573"/>
                  </a:lnTo>
                  <a:lnTo>
                    <a:pt x="10555" y="548689"/>
                  </a:lnTo>
                  <a:close/>
                  <a:moveTo>
                    <a:pt x="355764" y="584573"/>
                  </a:moveTo>
                  <a:lnTo>
                    <a:pt x="328549" y="620457"/>
                  </a:lnTo>
                  <a:lnTo>
                    <a:pt x="347311" y="584573"/>
                  </a:lnTo>
                  <a:close/>
                  <a:moveTo>
                    <a:pt x="355764" y="584573"/>
                  </a:moveTo>
                  <a:lnTo>
                    <a:pt x="347311" y="584573"/>
                  </a:lnTo>
                  <a:lnTo>
                    <a:pt x="369076" y="566498"/>
                  </a:lnTo>
                  <a:close/>
                  <a:moveTo>
                    <a:pt x="10555" y="548689"/>
                  </a:moveTo>
                  <a:lnTo>
                    <a:pt x="32179" y="512805"/>
                  </a:lnTo>
                  <a:lnTo>
                    <a:pt x="23823" y="548689"/>
                  </a:lnTo>
                  <a:close/>
                  <a:moveTo>
                    <a:pt x="377739" y="548689"/>
                  </a:moveTo>
                  <a:lnTo>
                    <a:pt x="382585" y="548689"/>
                  </a:lnTo>
                  <a:lnTo>
                    <a:pt x="369076" y="566498"/>
                  </a:lnTo>
                  <a:close/>
                  <a:moveTo>
                    <a:pt x="407065" y="512805"/>
                  </a:moveTo>
                  <a:lnTo>
                    <a:pt x="382585" y="548689"/>
                  </a:lnTo>
                  <a:lnTo>
                    <a:pt x="405273" y="512805"/>
                  </a:lnTo>
                  <a:close/>
                  <a:moveTo>
                    <a:pt x="43163" y="512805"/>
                  </a:moveTo>
                  <a:lnTo>
                    <a:pt x="34135" y="509993"/>
                  </a:lnTo>
                  <a:lnTo>
                    <a:pt x="54572" y="476921"/>
                  </a:lnTo>
                  <a:close/>
                  <a:moveTo>
                    <a:pt x="407065" y="512805"/>
                  </a:moveTo>
                  <a:lnTo>
                    <a:pt x="405273" y="512805"/>
                  </a:lnTo>
                  <a:lnTo>
                    <a:pt x="416925" y="492776"/>
                  </a:lnTo>
                  <a:close/>
                  <a:moveTo>
                    <a:pt x="77429" y="441036"/>
                  </a:moveTo>
                  <a:lnTo>
                    <a:pt x="54572" y="476921"/>
                  </a:lnTo>
                  <a:lnTo>
                    <a:pt x="71053" y="441036"/>
                  </a:lnTo>
                  <a:close/>
                  <a:moveTo>
                    <a:pt x="424545" y="476921"/>
                  </a:moveTo>
                  <a:lnTo>
                    <a:pt x="425067" y="476921"/>
                  </a:lnTo>
                  <a:lnTo>
                    <a:pt x="416925" y="492776"/>
                  </a:lnTo>
                  <a:close/>
                  <a:moveTo>
                    <a:pt x="433095" y="441036"/>
                  </a:moveTo>
                  <a:lnTo>
                    <a:pt x="425067" y="476921"/>
                  </a:lnTo>
                  <a:lnTo>
                    <a:pt x="432783" y="441036"/>
                  </a:lnTo>
                  <a:close/>
                  <a:moveTo>
                    <a:pt x="71053" y="441036"/>
                  </a:moveTo>
                  <a:lnTo>
                    <a:pt x="77677" y="405152"/>
                  </a:lnTo>
                  <a:lnTo>
                    <a:pt x="77429" y="441036"/>
                  </a:lnTo>
                  <a:close/>
                  <a:moveTo>
                    <a:pt x="430903" y="405152"/>
                  </a:moveTo>
                  <a:lnTo>
                    <a:pt x="433095" y="441036"/>
                  </a:lnTo>
                  <a:lnTo>
                    <a:pt x="429788" y="405152"/>
                  </a:lnTo>
                  <a:close/>
                  <a:moveTo>
                    <a:pt x="421806" y="369268"/>
                  </a:moveTo>
                  <a:lnTo>
                    <a:pt x="430903" y="405152"/>
                  </a:lnTo>
                  <a:lnTo>
                    <a:pt x="418538" y="369268"/>
                  </a:lnTo>
                  <a:close/>
                  <a:moveTo>
                    <a:pt x="416925" y="364720"/>
                  </a:moveTo>
                  <a:lnTo>
                    <a:pt x="416925" y="351482"/>
                  </a:lnTo>
                  <a:lnTo>
                    <a:pt x="421806" y="369268"/>
                  </a:lnTo>
                  <a:close/>
                  <a:moveTo>
                    <a:pt x="416925" y="351482"/>
                  </a:moveTo>
                  <a:lnTo>
                    <a:pt x="416925" y="364720"/>
                  </a:lnTo>
                  <a:lnTo>
                    <a:pt x="412675" y="333384"/>
                  </a:lnTo>
                  <a:close/>
                  <a:moveTo>
                    <a:pt x="65716" y="333384"/>
                  </a:moveTo>
                  <a:lnTo>
                    <a:pt x="77004" y="333384"/>
                  </a:lnTo>
                  <a:lnTo>
                    <a:pt x="74239" y="369268"/>
                  </a:lnTo>
                  <a:close/>
                  <a:moveTo>
                    <a:pt x="71970" y="297499"/>
                  </a:moveTo>
                  <a:lnTo>
                    <a:pt x="65716" y="333384"/>
                  </a:lnTo>
                  <a:lnTo>
                    <a:pt x="59345" y="297499"/>
                  </a:lnTo>
                  <a:close/>
                  <a:moveTo>
                    <a:pt x="409196" y="297499"/>
                  </a:moveTo>
                  <a:lnTo>
                    <a:pt x="412675" y="333384"/>
                  </a:lnTo>
                  <a:lnTo>
                    <a:pt x="400824" y="297499"/>
                  </a:lnTo>
                  <a:close/>
                  <a:moveTo>
                    <a:pt x="73541" y="261615"/>
                  </a:moveTo>
                  <a:lnTo>
                    <a:pt x="59345" y="297499"/>
                  </a:lnTo>
                  <a:lnTo>
                    <a:pt x="60057" y="261615"/>
                  </a:lnTo>
                  <a:close/>
                  <a:moveTo>
                    <a:pt x="412689" y="261615"/>
                  </a:moveTo>
                  <a:lnTo>
                    <a:pt x="409196" y="297499"/>
                  </a:lnTo>
                  <a:lnTo>
                    <a:pt x="402930" y="261615"/>
                  </a:lnTo>
                  <a:close/>
                  <a:moveTo>
                    <a:pt x="60057" y="261615"/>
                  </a:moveTo>
                  <a:lnTo>
                    <a:pt x="69701" y="225731"/>
                  </a:lnTo>
                  <a:lnTo>
                    <a:pt x="73541" y="261615"/>
                  </a:lnTo>
                  <a:close/>
                  <a:moveTo>
                    <a:pt x="414041" y="225731"/>
                  </a:moveTo>
                  <a:lnTo>
                    <a:pt x="416925" y="247369"/>
                  </a:lnTo>
                  <a:lnTo>
                    <a:pt x="412689" y="261615"/>
                  </a:lnTo>
                  <a:close/>
                  <a:moveTo>
                    <a:pt x="83723" y="225731"/>
                  </a:moveTo>
                  <a:lnTo>
                    <a:pt x="81983" y="200163"/>
                  </a:lnTo>
                  <a:lnTo>
                    <a:pt x="86762" y="189847"/>
                  </a:lnTo>
                  <a:close/>
                  <a:moveTo>
                    <a:pt x="116357" y="153963"/>
                  </a:moveTo>
                  <a:lnTo>
                    <a:pt x="86762" y="189847"/>
                  </a:lnTo>
                  <a:lnTo>
                    <a:pt x="105028" y="153963"/>
                  </a:lnTo>
                  <a:close/>
                  <a:moveTo>
                    <a:pt x="442757" y="189847"/>
                  </a:moveTo>
                  <a:lnTo>
                    <a:pt x="424800" y="225731"/>
                  </a:lnTo>
                  <a:lnTo>
                    <a:pt x="433345" y="189847"/>
                  </a:lnTo>
                  <a:close/>
                  <a:moveTo>
                    <a:pt x="458848" y="153963"/>
                  </a:moveTo>
                  <a:lnTo>
                    <a:pt x="442757" y="189847"/>
                  </a:lnTo>
                  <a:lnTo>
                    <a:pt x="450850" y="153963"/>
                  </a:lnTo>
                  <a:close/>
                  <a:moveTo>
                    <a:pt x="105028" y="153963"/>
                  </a:moveTo>
                  <a:lnTo>
                    <a:pt x="123642" y="118079"/>
                  </a:lnTo>
                  <a:lnTo>
                    <a:pt x="116357" y="153963"/>
                  </a:lnTo>
                  <a:close/>
                  <a:moveTo>
                    <a:pt x="459070" y="118079"/>
                  </a:moveTo>
                  <a:lnTo>
                    <a:pt x="464774" y="126234"/>
                  </a:lnTo>
                  <a:lnTo>
                    <a:pt x="458848" y="153963"/>
                  </a:lnTo>
                  <a:close/>
                  <a:moveTo>
                    <a:pt x="133551" y="118079"/>
                  </a:moveTo>
                  <a:lnTo>
                    <a:pt x="129832" y="107319"/>
                  </a:lnTo>
                  <a:lnTo>
                    <a:pt x="144348" y="82194"/>
                  </a:lnTo>
                  <a:close/>
                  <a:moveTo>
                    <a:pt x="144348" y="82194"/>
                  </a:moveTo>
                  <a:lnTo>
                    <a:pt x="175793" y="46310"/>
                  </a:lnTo>
                  <a:lnTo>
                    <a:pt x="153160" y="82194"/>
                  </a:lnTo>
                  <a:close/>
                  <a:moveTo>
                    <a:pt x="436976" y="46310"/>
                  </a:moveTo>
                  <a:lnTo>
                    <a:pt x="461104" y="82194"/>
                  </a:lnTo>
                  <a:lnTo>
                    <a:pt x="427658" y="46310"/>
                  </a:lnTo>
                  <a:close/>
                  <a:moveTo>
                    <a:pt x="225530" y="16032"/>
                  </a:moveTo>
                  <a:lnTo>
                    <a:pt x="225530" y="22216"/>
                  </a:lnTo>
                  <a:lnTo>
                    <a:pt x="177681" y="44751"/>
                  </a:lnTo>
                  <a:close/>
                  <a:moveTo>
                    <a:pt x="225530" y="16032"/>
                  </a:moveTo>
                  <a:lnTo>
                    <a:pt x="244186" y="10426"/>
                  </a:lnTo>
                  <a:lnTo>
                    <a:pt x="264429" y="10426"/>
                  </a:lnTo>
                  <a:close/>
                  <a:moveTo>
                    <a:pt x="369076" y="14233"/>
                  </a:moveTo>
                  <a:lnTo>
                    <a:pt x="374412" y="10426"/>
                  </a:lnTo>
                  <a:lnTo>
                    <a:pt x="416925" y="30615"/>
                  </a:lnTo>
                  <a:close/>
                  <a:moveTo>
                    <a:pt x="416925" y="37902"/>
                  </a:moveTo>
                  <a:lnTo>
                    <a:pt x="416925" y="30615"/>
                  </a:lnTo>
                  <a:lnTo>
                    <a:pt x="436976" y="46310"/>
                  </a:lnTo>
                  <a:close/>
                  <a:moveTo>
                    <a:pt x="273379" y="2397"/>
                  </a:moveTo>
                  <a:lnTo>
                    <a:pt x="264429" y="10426"/>
                  </a:lnTo>
                  <a:lnTo>
                    <a:pt x="244186" y="10426"/>
                  </a:lnTo>
                  <a:close/>
                  <a:moveTo>
                    <a:pt x="321227" y="0"/>
                  </a:moveTo>
                  <a:lnTo>
                    <a:pt x="273379" y="7957"/>
                  </a:lnTo>
                  <a:lnTo>
                    <a:pt x="273379" y="2397"/>
                  </a:lnTo>
                  <a:close/>
                  <a:moveTo>
                    <a:pt x="321227" y="0"/>
                  </a:moveTo>
                  <a:lnTo>
                    <a:pt x="369076" y="8357"/>
                  </a:lnTo>
                  <a:lnTo>
                    <a:pt x="321227" y="5408"/>
                  </a:lnTo>
                  <a:close/>
                  <a:moveTo>
                    <a:pt x="77677" y="405152"/>
                  </a:moveTo>
                  <a:lnTo>
                    <a:pt x="74239" y="369268"/>
                  </a:lnTo>
                  <a:lnTo>
                    <a:pt x="81983" y="369268"/>
                  </a:lnTo>
                  <a:close/>
                  <a:moveTo>
                    <a:pt x="81983" y="200163"/>
                  </a:moveTo>
                  <a:lnTo>
                    <a:pt x="81983" y="225731"/>
                  </a:lnTo>
                  <a:lnTo>
                    <a:pt x="69701" y="225731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3941" name="Candidate_B1__3940">
              <a:extLst>
                <a:ext uri="{FF2B5EF4-FFF2-40B4-BE49-F238E27FC236}">
                  <a16:creationId xmlns:a16="http://schemas.microsoft.com/office/drawing/2014/main" id="{546234DF-5706-8B85-D77A-9BB6E628BAE9}"/>
                </a:ext>
              </a:extLst>
            </p:cNvPr>
            <p:cNvSpPr>
              <a:spLocks noGrp="1"/>
            </p:cNvSpPr>
            <p:nvPr/>
          </p:nvSpPr>
          <p:spPr>
            <a:xfrm>
              <a:off x="4125459" y="2265782"/>
              <a:ext cx="441779" cy="686161"/>
            </a:xfrm>
            <a:custGeom>
              <a:avLst/>
              <a:gdLst/>
              <a:ahLst/>
              <a:cxnLst/>
              <a:rect l="0" t="0" r="0" b="0"/>
              <a:pathLst>
                <a:path w="441779" h="686161">
                  <a:moveTo>
                    <a:pt x="9188" y="647984"/>
                  </a:moveTo>
                  <a:lnTo>
                    <a:pt x="55866" y="683868"/>
                  </a:lnTo>
                  <a:lnTo>
                    <a:pt x="9188" y="656150"/>
                  </a:lnTo>
                  <a:close/>
                  <a:moveTo>
                    <a:pt x="9188" y="647984"/>
                  </a:moveTo>
                  <a:lnTo>
                    <a:pt x="57037" y="683868"/>
                  </a:lnTo>
                  <a:lnTo>
                    <a:pt x="55866" y="683868"/>
                  </a:lnTo>
                  <a:close/>
                  <a:moveTo>
                    <a:pt x="205993" y="683868"/>
                  </a:moveTo>
                  <a:lnTo>
                    <a:pt x="200583" y="683868"/>
                  </a:lnTo>
                  <a:lnTo>
                    <a:pt x="248432" y="663156"/>
                  </a:lnTo>
                  <a:close/>
                  <a:moveTo>
                    <a:pt x="439827" y="97478"/>
                  </a:moveTo>
                  <a:lnTo>
                    <a:pt x="439827" y="109721"/>
                  </a:lnTo>
                  <a:lnTo>
                    <a:pt x="436158" y="73837"/>
                  </a:lnTo>
                  <a:close/>
                  <a:moveTo>
                    <a:pt x="55866" y="683868"/>
                  </a:moveTo>
                  <a:lnTo>
                    <a:pt x="57037" y="683868"/>
                  </a:lnTo>
                  <a:lnTo>
                    <a:pt x="57037" y="684400"/>
                  </a:lnTo>
                  <a:close/>
                  <a:moveTo>
                    <a:pt x="205993" y="683868"/>
                  </a:moveTo>
                  <a:lnTo>
                    <a:pt x="200583" y="686161"/>
                  </a:lnTo>
                  <a:lnTo>
                    <a:pt x="200583" y="683868"/>
                  </a:lnTo>
                  <a:close/>
                  <a:moveTo>
                    <a:pt x="0" y="647984"/>
                  </a:moveTo>
                  <a:lnTo>
                    <a:pt x="9188" y="647984"/>
                  </a:lnTo>
                  <a:lnTo>
                    <a:pt x="9188" y="656150"/>
                  </a:lnTo>
                  <a:close/>
                  <a:moveTo>
                    <a:pt x="303603" y="612100"/>
                  </a:moveTo>
                  <a:lnTo>
                    <a:pt x="296281" y="620314"/>
                  </a:lnTo>
                  <a:lnTo>
                    <a:pt x="296281" y="612100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7232" y="504447"/>
                  </a:lnTo>
                  <a:close/>
                  <a:moveTo>
                    <a:pt x="399853" y="217374"/>
                  </a:moveTo>
                  <a:lnTo>
                    <a:pt x="391978" y="239011"/>
                  </a:lnTo>
                  <a:lnTo>
                    <a:pt x="391978" y="217374"/>
                  </a:lnTo>
                  <a:close/>
                  <a:moveTo>
                    <a:pt x="104886" y="98962"/>
                  </a:moveTo>
                  <a:lnTo>
                    <a:pt x="104886" y="109721"/>
                  </a:lnTo>
                  <a:lnTo>
                    <a:pt x="98696" y="109721"/>
                  </a:lnTo>
                  <a:close/>
                  <a:moveTo>
                    <a:pt x="441779" y="109721"/>
                  </a:moveTo>
                  <a:lnTo>
                    <a:pt x="439827" y="117877"/>
                  </a:lnTo>
                  <a:lnTo>
                    <a:pt x="439827" y="109721"/>
                  </a:lnTo>
                  <a:close/>
                  <a:moveTo>
                    <a:pt x="439827" y="97478"/>
                  </a:moveTo>
                  <a:lnTo>
                    <a:pt x="441779" y="109721"/>
                  </a:lnTo>
                  <a:lnTo>
                    <a:pt x="439827" y="109721"/>
                  </a:lnTo>
                  <a:close/>
                  <a:moveTo>
                    <a:pt x="152735" y="36393"/>
                  </a:moveTo>
                  <a:lnTo>
                    <a:pt x="152735" y="37953"/>
                  </a:lnTo>
                  <a:lnTo>
                    <a:pt x="150847" y="37953"/>
                  </a:lnTo>
                  <a:close/>
                  <a:moveTo>
                    <a:pt x="344130" y="0"/>
                  </a:moveTo>
                  <a:lnTo>
                    <a:pt x="349465" y="2069"/>
                  </a:lnTo>
                  <a:lnTo>
                    <a:pt x="344130" y="2069"/>
                  </a:lnTo>
                  <a:close/>
                  <a:moveTo>
                    <a:pt x="9188" y="501636"/>
                  </a:moveTo>
                  <a:lnTo>
                    <a:pt x="7232" y="504447"/>
                  </a:lnTo>
                  <a:lnTo>
                    <a:pt x="9188" y="504447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29626" y="468563"/>
                  </a:lnTo>
                  <a:close/>
                  <a:moveTo>
                    <a:pt x="391978" y="360911"/>
                  </a:moveTo>
                  <a:lnTo>
                    <a:pt x="405956" y="396795"/>
                  </a:lnTo>
                  <a:lnTo>
                    <a:pt x="396859" y="360911"/>
                  </a:lnTo>
                  <a:close/>
                  <a:moveTo>
                    <a:pt x="391978" y="360911"/>
                  </a:moveTo>
                  <a:lnTo>
                    <a:pt x="396859" y="360911"/>
                  </a:lnTo>
                  <a:lnTo>
                    <a:pt x="391978" y="343124"/>
                  </a:lnTo>
                  <a:close/>
                  <a:moveTo>
                    <a:pt x="439827" y="117877"/>
                  </a:moveTo>
                  <a:lnTo>
                    <a:pt x="439827" y="109721"/>
                  </a:lnTo>
                  <a:lnTo>
                    <a:pt x="433901" y="145605"/>
                  </a:lnTo>
                  <a:close/>
                  <a:moveTo>
                    <a:pt x="439827" y="109721"/>
                  </a:moveTo>
                  <a:lnTo>
                    <a:pt x="439827" y="117877"/>
                  </a:lnTo>
                  <a:lnTo>
                    <a:pt x="441779" y="109721"/>
                  </a:lnTo>
                  <a:close/>
                  <a:moveTo>
                    <a:pt x="439827" y="109721"/>
                  </a:moveTo>
                  <a:lnTo>
                    <a:pt x="441779" y="109721"/>
                  </a:lnTo>
                  <a:lnTo>
                    <a:pt x="439827" y="97478"/>
                  </a:lnTo>
                  <a:close/>
                  <a:moveTo>
                    <a:pt x="152735" y="36393"/>
                  </a:moveTo>
                  <a:lnTo>
                    <a:pt x="150847" y="37953"/>
                  </a:lnTo>
                  <a:lnTo>
                    <a:pt x="152735" y="37953"/>
                  </a:lnTo>
                  <a:close/>
                  <a:moveTo>
                    <a:pt x="349465" y="2069"/>
                  </a:moveTo>
                  <a:lnTo>
                    <a:pt x="344130" y="2069"/>
                  </a:lnTo>
                  <a:lnTo>
                    <a:pt x="391978" y="22257"/>
                  </a:lnTo>
                  <a:close/>
                  <a:moveTo>
                    <a:pt x="344130" y="2069"/>
                  </a:moveTo>
                  <a:lnTo>
                    <a:pt x="349465" y="2069"/>
                  </a:lnTo>
                  <a:lnTo>
                    <a:pt x="344130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3942" name="Candidate_B1__3941">
              <a:extLst>
                <a:ext uri="{FF2B5EF4-FFF2-40B4-BE49-F238E27FC236}">
                  <a16:creationId xmlns:a16="http://schemas.microsoft.com/office/drawing/2014/main" id="{5F37003D-4150-B8AF-E158-E325C928D890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74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81111" y="692226"/>
                  </a:moveTo>
                  <a:lnTo>
                    <a:pt x="80813" y="692226"/>
                  </a:lnTo>
                  <a:lnTo>
                    <a:pt x="81983" y="692757"/>
                  </a:lnTo>
                  <a:close/>
                  <a:moveTo>
                    <a:pt x="80813" y="692226"/>
                  </a:moveTo>
                  <a:lnTo>
                    <a:pt x="81111" y="692226"/>
                  </a:lnTo>
                  <a:lnTo>
                    <a:pt x="34135" y="664507"/>
                  </a:lnTo>
                  <a:close/>
                  <a:moveTo>
                    <a:pt x="81983" y="692757"/>
                  </a:moveTo>
                  <a:lnTo>
                    <a:pt x="129832" y="704404"/>
                  </a:lnTo>
                  <a:lnTo>
                    <a:pt x="129832" y="704255"/>
                  </a:lnTo>
                  <a:close/>
                  <a:moveTo>
                    <a:pt x="129832" y="704404"/>
                  </a:moveTo>
                  <a:lnTo>
                    <a:pt x="177681" y="704850"/>
                  </a:lnTo>
                  <a:lnTo>
                    <a:pt x="177681" y="704643"/>
                  </a:lnTo>
                  <a:close/>
                  <a:moveTo>
                    <a:pt x="177681" y="704850"/>
                  </a:moveTo>
                  <a:lnTo>
                    <a:pt x="225530" y="694518"/>
                  </a:lnTo>
                  <a:lnTo>
                    <a:pt x="225530" y="694155"/>
                  </a:lnTo>
                  <a:close/>
                  <a:moveTo>
                    <a:pt x="230939" y="692226"/>
                  </a:moveTo>
                  <a:lnTo>
                    <a:pt x="225530" y="694155"/>
                  </a:lnTo>
                  <a:lnTo>
                    <a:pt x="225530" y="694518"/>
                  </a:lnTo>
                  <a:close/>
                  <a:moveTo>
                    <a:pt x="230939" y="692226"/>
                  </a:moveTo>
                  <a:lnTo>
                    <a:pt x="273379" y="671513"/>
                  </a:lnTo>
                  <a:lnTo>
                    <a:pt x="273379" y="670495"/>
                  </a:lnTo>
                  <a:close/>
                  <a:moveTo>
                    <a:pt x="25230" y="656342"/>
                  </a:moveTo>
                  <a:lnTo>
                    <a:pt x="24946" y="656342"/>
                  </a:lnTo>
                  <a:lnTo>
                    <a:pt x="34135" y="664507"/>
                  </a:lnTo>
                  <a:close/>
                  <a:moveTo>
                    <a:pt x="3309" y="620457"/>
                  </a:moveTo>
                  <a:lnTo>
                    <a:pt x="24946" y="656342"/>
                  </a:lnTo>
                  <a:lnTo>
                    <a:pt x="25230" y="656342"/>
                  </a:lnTo>
                  <a:close/>
                  <a:moveTo>
                    <a:pt x="293701" y="656342"/>
                  </a:moveTo>
                  <a:lnTo>
                    <a:pt x="273379" y="670495"/>
                  </a:lnTo>
                  <a:lnTo>
                    <a:pt x="273379" y="671513"/>
                  </a:lnTo>
                  <a:close/>
                  <a:moveTo>
                    <a:pt x="293701" y="656342"/>
                  </a:moveTo>
                  <a:lnTo>
                    <a:pt x="321227" y="628671"/>
                  </a:lnTo>
                  <a:lnTo>
                    <a:pt x="321227" y="624629"/>
                  </a:lnTo>
                  <a:close/>
                  <a:moveTo>
                    <a:pt x="0" y="584573"/>
                  </a:moveTo>
                  <a:lnTo>
                    <a:pt x="3309" y="620457"/>
                  </a:lnTo>
                  <a:lnTo>
                    <a:pt x="3743" y="620457"/>
                  </a:lnTo>
                  <a:close/>
                  <a:moveTo>
                    <a:pt x="328549" y="620457"/>
                  </a:moveTo>
                  <a:lnTo>
                    <a:pt x="321227" y="624629"/>
                  </a:lnTo>
                  <a:lnTo>
                    <a:pt x="321227" y="628671"/>
                  </a:lnTo>
                  <a:close/>
                  <a:moveTo>
                    <a:pt x="324727" y="620457"/>
                  </a:moveTo>
                  <a:lnTo>
                    <a:pt x="328549" y="620457"/>
                  </a:lnTo>
                  <a:lnTo>
                    <a:pt x="355764" y="584573"/>
                  </a:lnTo>
                  <a:close/>
                  <a:moveTo>
                    <a:pt x="10555" y="548689"/>
                  </a:moveTo>
                  <a:lnTo>
                    <a:pt x="0" y="584573"/>
                  </a:lnTo>
                  <a:lnTo>
                    <a:pt x="819" y="584573"/>
                  </a:lnTo>
                  <a:close/>
                  <a:moveTo>
                    <a:pt x="355764" y="584573"/>
                  </a:moveTo>
                  <a:lnTo>
                    <a:pt x="369076" y="566498"/>
                  </a:lnTo>
                  <a:lnTo>
                    <a:pt x="369076" y="552501"/>
                  </a:lnTo>
                  <a:close/>
                  <a:moveTo>
                    <a:pt x="32179" y="512805"/>
                  </a:moveTo>
                  <a:lnTo>
                    <a:pt x="34135" y="515715"/>
                  </a:lnTo>
                  <a:lnTo>
                    <a:pt x="34135" y="512805"/>
                  </a:lnTo>
                  <a:close/>
                  <a:moveTo>
                    <a:pt x="10555" y="548689"/>
                  </a:moveTo>
                  <a:lnTo>
                    <a:pt x="12380" y="548689"/>
                  </a:lnTo>
                  <a:lnTo>
                    <a:pt x="32179" y="512805"/>
                  </a:lnTo>
                  <a:close/>
                  <a:moveTo>
                    <a:pt x="382585" y="548689"/>
                  </a:moveTo>
                  <a:lnTo>
                    <a:pt x="369076" y="552501"/>
                  </a:lnTo>
                  <a:lnTo>
                    <a:pt x="369076" y="566498"/>
                  </a:lnTo>
                  <a:close/>
                  <a:moveTo>
                    <a:pt x="371611" y="548689"/>
                  </a:moveTo>
                  <a:lnTo>
                    <a:pt x="382585" y="548689"/>
                  </a:lnTo>
                  <a:lnTo>
                    <a:pt x="407065" y="512805"/>
                  </a:lnTo>
                  <a:close/>
                  <a:moveTo>
                    <a:pt x="54572" y="476921"/>
                  </a:moveTo>
                  <a:lnTo>
                    <a:pt x="34135" y="512805"/>
                  </a:lnTo>
                  <a:lnTo>
                    <a:pt x="36062" y="512805"/>
                  </a:lnTo>
                  <a:close/>
                  <a:moveTo>
                    <a:pt x="416925" y="492776"/>
                  </a:moveTo>
                  <a:lnTo>
                    <a:pt x="416925" y="476921"/>
                  </a:lnTo>
                  <a:lnTo>
                    <a:pt x="407065" y="512805"/>
                  </a:lnTo>
                  <a:close/>
                  <a:moveTo>
                    <a:pt x="407065" y="512805"/>
                  </a:moveTo>
                  <a:lnTo>
                    <a:pt x="416925" y="476921"/>
                  </a:lnTo>
                  <a:lnTo>
                    <a:pt x="410583" y="476921"/>
                  </a:lnTo>
                  <a:close/>
                  <a:moveTo>
                    <a:pt x="71053" y="441036"/>
                  </a:moveTo>
                  <a:lnTo>
                    <a:pt x="54572" y="476921"/>
                  </a:lnTo>
                  <a:lnTo>
                    <a:pt x="61416" y="476921"/>
                  </a:lnTo>
                  <a:close/>
                  <a:moveTo>
                    <a:pt x="416925" y="476921"/>
                  </a:moveTo>
                  <a:lnTo>
                    <a:pt x="416925" y="492776"/>
                  </a:lnTo>
                  <a:lnTo>
                    <a:pt x="425067" y="476921"/>
                  </a:lnTo>
                  <a:close/>
                  <a:moveTo>
                    <a:pt x="425067" y="476921"/>
                  </a:moveTo>
                  <a:lnTo>
                    <a:pt x="416925" y="446747"/>
                  </a:lnTo>
                  <a:lnTo>
                    <a:pt x="416925" y="476921"/>
                  </a:lnTo>
                  <a:close/>
                  <a:moveTo>
                    <a:pt x="433095" y="441036"/>
                  </a:moveTo>
                  <a:lnTo>
                    <a:pt x="418226" y="441036"/>
                  </a:lnTo>
                  <a:lnTo>
                    <a:pt x="425067" y="476921"/>
                  </a:lnTo>
                  <a:close/>
                  <a:moveTo>
                    <a:pt x="77677" y="405152"/>
                  </a:moveTo>
                  <a:lnTo>
                    <a:pt x="81983" y="431635"/>
                  </a:lnTo>
                  <a:lnTo>
                    <a:pt x="81983" y="405152"/>
                  </a:lnTo>
                  <a:close/>
                  <a:moveTo>
                    <a:pt x="71053" y="441036"/>
                  </a:moveTo>
                  <a:lnTo>
                    <a:pt x="80284" y="441036"/>
                  </a:lnTo>
                  <a:lnTo>
                    <a:pt x="77677" y="405152"/>
                  </a:lnTo>
                  <a:close/>
                  <a:moveTo>
                    <a:pt x="433095" y="441036"/>
                  </a:moveTo>
                  <a:lnTo>
                    <a:pt x="430903" y="405152"/>
                  </a:lnTo>
                  <a:lnTo>
                    <a:pt x="418226" y="441036"/>
                  </a:lnTo>
                  <a:close/>
                  <a:moveTo>
                    <a:pt x="77677" y="405152"/>
                  </a:moveTo>
                  <a:lnTo>
                    <a:pt x="81983" y="405152"/>
                  </a:lnTo>
                  <a:lnTo>
                    <a:pt x="80659" y="369268"/>
                  </a:lnTo>
                  <a:close/>
                  <a:moveTo>
                    <a:pt x="74239" y="369268"/>
                  </a:moveTo>
                  <a:lnTo>
                    <a:pt x="77677" y="405152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405152"/>
                  </a:lnTo>
                  <a:lnTo>
                    <a:pt x="430903" y="405152"/>
                  </a:lnTo>
                  <a:close/>
                  <a:moveTo>
                    <a:pt x="65716" y="333384"/>
                  </a:moveTo>
                  <a:lnTo>
                    <a:pt x="74239" y="369268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351482"/>
                  </a:lnTo>
                  <a:lnTo>
                    <a:pt x="410521" y="369268"/>
                  </a:lnTo>
                  <a:close/>
                  <a:moveTo>
                    <a:pt x="410521" y="369268"/>
                  </a:moveTo>
                  <a:lnTo>
                    <a:pt x="416925" y="351482"/>
                  </a:lnTo>
                  <a:lnTo>
                    <a:pt x="412675" y="333384"/>
                  </a:lnTo>
                  <a:close/>
                  <a:moveTo>
                    <a:pt x="59345" y="297499"/>
                  </a:moveTo>
                  <a:lnTo>
                    <a:pt x="65716" y="333384"/>
                  </a:lnTo>
                  <a:lnTo>
                    <a:pt x="69396" y="333384"/>
                  </a:lnTo>
                  <a:close/>
                  <a:moveTo>
                    <a:pt x="404922" y="333384"/>
                  </a:moveTo>
                  <a:lnTo>
                    <a:pt x="412675" y="333384"/>
                  </a:lnTo>
                  <a:lnTo>
                    <a:pt x="409196" y="297499"/>
                  </a:lnTo>
                  <a:close/>
                  <a:moveTo>
                    <a:pt x="60057" y="261615"/>
                  </a:moveTo>
                  <a:lnTo>
                    <a:pt x="59345" y="297499"/>
                  </a:lnTo>
                  <a:lnTo>
                    <a:pt x="61378" y="297499"/>
                  </a:lnTo>
                  <a:close/>
                  <a:moveTo>
                    <a:pt x="403949" y="297499"/>
                  </a:moveTo>
                  <a:lnTo>
                    <a:pt x="409196" y="297499"/>
                  </a:lnTo>
                  <a:lnTo>
                    <a:pt x="412689" y="261615"/>
                  </a:lnTo>
                  <a:close/>
                  <a:moveTo>
                    <a:pt x="69701" y="225731"/>
                  </a:moveTo>
                  <a:lnTo>
                    <a:pt x="60057" y="261615"/>
                  </a:lnTo>
                  <a:lnTo>
                    <a:pt x="61488" y="261615"/>
                  </a:lnTo>
                  <a:close/>
                  <a:moveTo>
                    <a:pt x="412689" y="261615"/>
                  </a:moveTo>
                  <a:lnTo>
                    <a:pt x="416925" y="247369"/>
                  </a:lnTo>
                  <a:lnTo>
                    <a:pt x="416925" y="233344"/>
                  </a:lnTo>
                  <a:close/>
                  <a:moveTo>
                    <a:pt x="81983" y="204397"/>
                  </a:moveTo>
                  <a:lnTo>
                    <a:pt x="81983" y="200163"/>
                  </a:lnTo>
                  <a:lnTo>
                    <a:pt x="69701" y="225731"/>
                  </a:lnTo>
                  <a:close/>
                  <a:moveTo>
                    <a:pt x="81983" y="200163"/>
                  </a:moveTo>
                  <a:lnTo>
                    <a:pt x="81983" y="204397"/>
                  </a:lnTo>
                  <a:lnTo>
                    <a:pt x="86762" y="189847"/>
                  </a:lnTo>
                  <a:close/>
                  <a:moveTo>
                    <a:pt x="424800" y="225731"/>
                  </a:moveTo>
                  <a:lnTo>
                    <a:pt x="416925" y="233344"/>
                  </a:lnTo>
                  <a:lnTo>
                    <a:pt x="416925" y="247369"/>
                  </a:lnTo>
                  <a:close/>
                  <a:moveTo>
                    <a:pt x="419691" y="225731"/>
                  </a:moveTo>
                  <a:lnTo>
                    <a:pt x="424800" y="225731"/>
                  </a:lnTo>
                  <a:lnTo>
                    <a:pt x="442757" y="189847"/>
                  </a:lnTo>
                  <a:close/>
                  <a:moveTo>
                    <a:pt x="105028" y="153963"/>
                  </a:moveTo>
                  <a:lnTo>
                    <a:pt x="86762" y="189847"/>
                  </a:lnTo>
                  <a:lnTo>
                    <a:pt x="89066" y="189847"/>
                  </a:lnTo>
                  <a:close/>
                  <a:moveTo>
                    <a:pt x="437026" y="189847"/>
                  </a:moveTo>
                  <a:lnTo>
                    <a:pt x="442757" y="189847"/>
                  </a:lnTo>
                  <a:lnTo>
                    <a:pt x="458848" y="153963"/>
                  </a:lnTo>
                  <a:close/>
                  <a:moveTo>
                    <a:pt x="123642" y="118079"/>
                  </a:moveTo>
                  <a:lnTo>
                    <a:pt x="105028" y="153963"/>
                  </a:lnTo>
                  <a:lnTo>
                    <a:pt x="108855" y="153963"/>
                  </a:lnTo>
                  <a:close/>
                  <a:moveTo>
                    <a:pt x="458848" y="153963"/>
                  </a:moveTo>
                  <a:lnTo>
                    <a:pt x="464774" y="118079"/>
                  </a:lnTo>
                  <a:lnTo>
                    <a:pt x="459851" y="118079"/>
                  </a:lnTo>
                  <a:close/>
                  <a:moveTo>
                    <a:pt x="129832" y="117132"/>
                  </a:moveTo>
                  <a:lnTo>
                    <a:pt x="129832" y="107319"/>
                  </a:lnTo>
                  <a:lnTo>
                    <a:pt x="123642" y="118079"/>
                  </a:lnTo>
                  <a:close/>
                  <a:moveTo>
                    <a:pt x="129832" y="107319"/>
                  </a:moveTo>
                  <a:lnTo>
                    <a:pt x="129832" y="117132"/>
                  </a:lnTo>
                  <a:lnTo>
                    <a:pt x="144348" y="82194"/>
                  </a:lnTo>
                  <a:close/>
                  <a:moveTo>
                    <a:pt x="464774" y="118079"/>
                  </a:moveTo>
                  <a:lnTo>
                    <a:pt x="464774" y="105835"/>
                  </a:lnTo>
                  <a:lnTo>
                    <a:pt x="459851" y="118079"/>
                  </a:lnTo>
                  <a:close/>
                  <a:moveTo>
                    <a:pt x="459851" y="118079"/>
                  </a:moveTo>
                  <a:lnTo>
                    <a:pt x="464774" y="105835"/>
                  </a:lnTo>
                  <a:lnTo>
                    <a:pt x="461104" y="82194"/>
                  </a:lnTo>
                  <a:close/>
                  <a:moveTo>
                    <a:pt x="175793" y="46310"/>
                  </a:moveTo>
                  <a:lnTo>
                    <a:pt x="177681" y="52589"/>
                  </a:lnTo>
                  <a:lnTo>
                    <a:pt x="177681" y="46310"/>
                  </a:lnTo>
                  <a:close/>
                  <a:moveTo>
                    <a:pt x="144348" y="82194"/>
                  </a:moveTo>
                  <a:lnTo>
                    <a:pt x="151032" y="82194"/>
                  </a:lnTo>
                  <a:lnTo>
                    <a:pt x="175793" y="46310"/>
                  </a:lnTo>
                  <a:close/>
                  <a:moveTo>
                    <a:pt x="453680" y="82194"/>
                  </a:moveTo>
                  <a:lnTo>
                    <a:pt x="461104" y="82194"/>
                  </a:lnTo>
                  <a:lnTo>
                    <a:pt x="436976" y="46310"/>
                  </a:lnTo>
                  <a:close/>
                  <a:moveTo>
                    <a:pt x="177681" y="44751"/>
                  </a:moveTo>
                  <a:lnTo>
                    <a:pt x="177681" y="46310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177681" y="44751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225530" y="21863"/>
                  </a:lnTo>
                  <a:lnTo>
                    <a:pt x="244186" y="10426"/>
                  </a:lnTo>
                  <a:close/>
                  <a:moveTo>
                    <a:pt x="416925" y="30615"/>
                  </a:moveTo>
                  <a:lnTo>
                    <a:pt x="427904" y="46310"/>
                  </a:lnTo>
                  <a:lnTo>
                    <a:pt x="436976" y="46310"/>
                  </a:lnTo>
                  <a:close/>
                  <a:moveTo>
                    <a:pt x="416925" y="30615"/>
                  </a:moveTo>
                  <a:lnTo>
                    <a:pt x="369076" y="10426"/>
                  </a:lnTo>
                  <a:lnTo>
                    <a:pt x="369076" y="14121"/>
                  </a:lnTo>
                  <a:close/>
                  <a:moveTo>
                    <a:pt x="273379" y="7803"/>
                  </a:moveTo>
                  <a:lnTo>
                    <a:pt x="273379" y="2397"/>
                  </a:lnTo>
                  <a:lnTo>
                    <a:pt x="244186" y="10426"/>
                  </a:lnTo>
                  <a:close/>
                  <a:moveTo>
                    <a:pt x="321227" y="5298"/>
                  </a:moveTo>
                  <a:lnTo>
                    <a:pt x="321227" y="0"/>
                  </a:lnTo>
                  <a:lnTo>
                    <a:pt x="273379" y="2397"/>
                  </a:lnTo>
                  <a:close/>
                  <a:moveTo>
                    <a:pt x="369076" y="8357"/>
                  </a:moveTo>
                  <a:lnTo>
                    <a:pt x="349932" y="10426"/>
                  </a:lnTo>
                  <a:lnTo>
                    <a:pt x="369076" y="10426"/>
                  </a:lnTo>
                  <a:close/>
                  <a:moveTo>
                    <a:pt x="321227" y="0"/>
                  </a:moveTo>
                  <a:lnTo>
                    <a:pt x="321227" y="5298"/>
                  </a:lnTo>
                  <a:lnTo>
                    <a:pt x="369076" y="8357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3943" name="Candidate_B1__3942">
              <a:extLst>
                <a:ext uri="{FF2B5EF4-FFF2-40B4-BE49-F238E27FC236}">
                  <a16:creationId xmlns:a16="http://schemas.microsoft.com/office/drawing/2014/main" id="{EC9F2694-05C5-4B58-F1EE-086A76DBF844}"/>
                </a:ext>
              </a:extLst>
            </p:cNvPr>
            <p:cNvSpPr>
              <a:spLocks noGrp="1"/>
            </p:cNvSpPr>
            <p:nvPr/>
          </p:nvSpPr>
          <p:spPr>
            <a:xfrm>
              <a:off x="4100513" y="2259822"/>
              <a:ext cx="461104" cy="702453"/>
            </a:xfrm>
            <a:custGeom>
              <a:avLst/>
              <a:gdLst/>
              <a:ahLst/>
              <a:cxnLst/>
              <a:rect l="0" t="0" r="0" b="0"/>
              <a:pathLst>
                <a:path w="461104" h="702453">
                  <a:moveTo>
                    <a:pt x="81111" y="689829"/>
                  </a:moveTo>
                  <a:lnTo>
                    <a:pt x="81983" y="690360"/>
                  </a:lnTo>
                  <a:lnTo>
                    <a:pt x="81983" y="690225"/>
                  </a:lnTo>
                  <a:close/>
                  <a:moveTo>
                    <a:pt x="81111" y="689829"/>
                  </a:moveTo>
                  <a:lnTo>
                    <a:pt x="34135" y="661872"/>
                  </a:lnTo>
                  <a:lnTo>
                    <a:pt x="34135" y="662110"/>
                  </a:lnTo>
                  <a:close/>
                  <a:moveTo>
                    <a:pt x="81983" y="690225"/>
                  </a:moveTo>
                  <a:lnTo>
                    <a:pt x="81983" y="690360"/>
                  </a:lnTo>
                  <a:lnTo>
                    <a:pt x="129832" y="701858"/>
                  </a:lnTo>
                  <a:close/>
                  <a:moveTo>
                    <a:pt x="129832" y="701858"/>
                  </a:moveTo>
                  <a:lnTo>
                    <a:pt x="129832" y="702007"/>
                  </a:lnTo>
                  <a:lnTo>
                    <a:pt x="177681" y="702246"/>
                  </a:lnTo>
                  <a:close/>
                  <a:moveTo>
                    <a:pt x="177681" y="702246"/>
                  </a:moveTo>
                  <a:lnTo>
                    <a:pt x="177681" y="702453"/>
                  </a:lnTo>
                  <a:lnTo>
                    <a:pt x="225530" y="691758"/>
                  </a:lnTo>
                  <a:close/>
                  <a:moveTo>
                    <a:pt x="230939" y="689829"/>
                  </a:moveTo>
                  <a:lnTo>
                    <a:pt x="230042" y="689829"/>
                  </a:lnTo>
                  <a:lnTo>
                    <a:pt x="225530" y="691758"/>
                  </a:lnTo>
                  <a:close/>
                  <a:moveTo>
                    <a:pt x="230042" y="689829"/>
                  </a:moveTo>
                  <a:lnTo>
                    <a:pt x="230939" y="689829"/>
                  </a:lnTo>
                  <a:lnTo>
                    <a:pt x="273379" y="668098"/>
                  </a:lnTo>
                  <a:close/>
                  <a:moveTo>
                    <a:pt x="25230" y="653944"/>
                  </a:moveTo>
                  <a:lnTo>
                    <a:pt x="34135" y="662110"/>
                  </a:lnTo>
                  <a:lnTo>
                    <a:pt x="34135" y="661872"/>
                  </a:lnTo>
                  <a:close/>
                  <a:moveTo>
                    <a:pt x="3309" y="618060"/>
                  </a:moveTo>
                  <a:lnTo>
                    <a:pt x="25230" y="653944"/>
                  </a:lnTo>
                  <a:lnTo>
                    <a:pt x="3743" y="618060"/>
                  </a:lnTo>
                  <a:close/>
                  <a:moveTo>
                    <a:pt x="293701" y="653944"/>
                  </a:moveTo>
                  <a:lnTo>
                    <a:pt x="291897" y="653944"/>
                  </a:lnTo>
                  <a:lnTo>
                    <a:pt x="273379" y="668098"/>
                  </a:lnTo>
                  <a:close/>
                  <a:moveTo>
                    <a:pt x="291897" y="653944"/>
                  </a:moveTo>
                  <a:lnTo>
                    <a:pt x="293701" y="653944"/>
                  </a:lnTo>
                  <a:lnTo>
                    <a:pt x="321227" y="622232"/>
                  </a:lnTo>
                  <a:close/>
                  <a:moveTo>
                    <a:pt x="0" y="582176"/>
                  </a:moveTo>
                  <a:lnTo>
                    <a:pt x="3743" y="618060"/>
                  </a:lnTo>
                  <a:lnTo>
                    <a:pt x="819" y="582176"/>
                  </a:lnTo>
                  <a:close/>
                  <a:moveTo>
                    <a:pt x="328549" y="618060"/>
                  </a:moveTo>
                  <a:lnTo>
                    <a:pt x="324727" y="618060"/>
                  </a:lnTo>
                  <a:lnTo>
                    <a:pt x="321227" y="622232"/>
                  </a:lnTo>
                  <a:close/>
                  <a:moveTo>
                    <a:pt x="349184" y="582176"/>
                  </a:moveTo>
                  <a:lnTo>
                    <a:pt x="324727" y="618060"/>
                  </a:lnTo>
                  <a:lnTo>
                    <a:pt x="355764" y="582176"/>
                  </a:lnTo>
                  <a:close/>
                  <a:moveTo>
                    <a:pt x="10555" y="546292"/>
                  </a:moveTo>
                  <a:lnTo>
                    <a:pt x="819" y="582176"/>
                  </a:lnTo>
                  <a:lnTo>
                    <a:pt x="12380" y="546292"/>
                  </a:lnTo>
                  <a:close/>
                  <a:moveTo>
                    <a:pt x="349184" y="582176"/>
                  </a:moveTo>
                  <a:lnTo>
                    <a:pt x="355764" y="582176"/>
                  </a:lnTo>
                  <a:lnTo>
                    <a:pt x="369076" y="550104"/>
                  </a:lnTo>
                  <a:close/>
                  <a:moveTo>
                    <a:pt x="12380" y="546292"/>
                  </a:moveTo>
                  <a:lnTo>
                    <a:pt x="34135" y="513318"/>
                  </a:lnTo>
                  <a:lnTo>
                    <a:pt x="32179" y="510408"/>
                  </a:lnTo>
                  <a:close/>
                  <a:moveTo>
                    <a:pt x="382585" y="546292"/>
                  </a:moveTo>
                  <a:lnTo>
                    <a:pt x="371611" y="546292"/>
                  </a:lnTo>
                  <a:lnTo>
                    <a:pt x="369076" y="550104"/>
                  </a:lnTo>
                  <a:close/>
                  <a:moveTo>
                    <a:pt x="394205" y="510408"/>
                  </a:moveTo>
                  <a:lnTo>
                    <a:pt x="371611" y="546292"/>
                  </a:lnTo>
                  <a:lnTo>
                    <a:pt x="407065" y="510408"/>
                  </a:lnTo>
                  <a:close/>
                  <a:moveTo>
                    <a:pt x="54572" y="474523"/>
                  </a:moveTo>
                  <a:lnTo>
                    <a:pt x="36062" y="510408"/>
                  </a:lnTo>
                  <a:lnTo>
                    <a:pt x="61416" y="474523"/>
                  </a:lnTo>
                  <a:close/>
                  <a:moveTo>
                    <a:pt x="34135" y="510408"/>
                  </a:moveTo>
                  <a:lnTo>
                    <a:pt x="34135" y="513318"/>
                  </a:lnTo>
                  <a:lnTo>
                    <a:pt x="36062" y="510408"/>
                  </a:lnTo>
                  <a:close/>
                  <a:moveTo>
                    <a:pt x="407065" y="510408"/>
                  </a:moveTo>
                  <a:lnTo>
                    <a:pt x="410583" y="474523"/>
                  </a:lnTo>
                  <a:lnTo>
                    <a:pt x="394205" y="510408"/>
                  </a:lnTo>
                  <a:close/>
                  <a:moveTo>
                    <a:pt x="71053" y="438639"/>
                  </a:moveTo>
                  <a:lnTo>
                    <a:pt x="61416" y="474523"/>
                  </a:lnTo>
                  <a:lnTo>
                    <a:pt x="80284" y="438639"/>
                  </a:lnTo>
                  <a:close/>
                  <a:moveTo>
                    <a:pt x="418226" y="438639"/>
                  </a:moveTo>
                  <a:lnTo>
                    <a:pt x="416925" y="444350"/>
                  </a:lnTo>
                  <a:lnTo>
                    <a:pt x="425067" y="474523"/>
                  </a:lnTo>
                  <a:close/>
                  <a:moveTo>
                    <a:pt x="410583" y="474523"/>
                  </a:moveTo>
                  <a:lnTo>
                    <a:pt x="416925" y="474523"/>
                  </a:lnTo>
                  <a:lnTo>
                    <a:pt x="416925" y="444350"/>
                  </a:lnTo>
                  <a:close/>
                  <a:moveTo>
                    <a:pt x="80284" y="438639"/>
                  </a:moveTo>
                  <a:lnTo>
                    <a:pt x="81983" y="429238"/>
                  </a:lnTo>
                  <a:lnTo>
                    <a:pt x="77677" y="402755"/>
                  </a:lnTo>
                  <a:close/>
                  <a:moveTo>
                    <a:pt x="418226" y="438639"/>
                  </a:moveTo>
                  <a:lnTo>
                    <a:pt x="416925" y="402755"/>
                  </a:lnTo>
                  <a:lnTo>
                    <a:pt x="416925" y="405792"/>
                  </a:lnTo>
                  <a:close/>
                  <a:moveTo>
                    <a:pt x="430903" y="402755"/>
                  </a:moveTo>
                  <a:lnTo>
                    <a:pt x="416925" y="402755"/>
                  </a:lnTo>
                  <a:lnTo>
                    <a:pt x="418226" y="438639"/>
                  </a:lnTo>
                  <a:close/>
                  <a:moveTo>
                    <a:pt x="80659" y="366871"/>
                  </a:moveTo>
                  <a:lnTo>
                    <a:pt x="8198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597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1983" y="429238"/>
                  </a:lnTo>
                  <a:lnTo>
                    <a:pt x="85973" y="402755"/>
                  </a:lnTo>
                  <a:close/>
                  <a:moveTo>
                    <a:pt x="416925" y="402755"/>
                  </a:moveTo>
                  <a:lnTo>
                    <a:pt x="416925" y="366871"/>
                  </a:lnTo>
                  <a:lnTo>
                    <a:pt x="416820" y="402755"/>
                  </a:lnTo>
                  <a:close/>
                  <a:moveTo>
                    <a:pt x="416925" y="366871"/>
                  </a:moveTo>
                  <a:lnTo>
                    <a:pt x="410521" y="366871"/>
                  </a:lnTo>
                  <a:lnTo>
                    <a:pt x="416820" y="402755"/>
                  </a:lnTo>
                  <a:close/>
                  <a:moveTo>
                    <a:pt x="416925" y="405792"/>
                  </a:moveTo>
                  <a:lnTo>
                    <a:pt x="416925" y="402755"/>
                  </a:lnTo>
                  <a:lnTo>
                    <a:pt x="416820" y="402755"/>
                  </a:lnTo>
                  <a:close/>
                  <a:moveTo>
                    <a:pt x="65716" y="330987"/>
                  </a:moveTo>
                  <a:lnTo>
                    <a:pt x="80659" y="366871"/>
                  </a:lnTo>
                  <a:lnTo>
                    <a:pt x="69396" y="330987"/>
                  </a:lnTo>
                  <a:close/>
                  <a:moveTo>
                    <a:pt x="410521" y="366871"/>
                  </a:moveTo>
                  <a:lnTo>
                    <a:pt x="412675" y="330987"/>
                  </a:lnTo>
                  <a:lnTo>
                    <a:pt x="404922" y="330987"/>
                  </a:lnTo>
                  <a:close/>
                  <a:moveTo>
                    <a:pt x="59345" y="295102"/>
                  </a:moveTo>
                  <a:lnTo>
                    <a:pt x="69396" y="330987"/>
                  </a:lnTo>
                  <a:lnTo>
                    <a:pt x="61378" y="295102"/>
                  </a:lnTo>
                  <a:close/>
                  <a:moveTo>
                    <a:pt x="403949" y="295102"/>
                  </a:moveTo>
                  <a:lnTo>
                    <a:pt x="404922" y="330987"/>
                  </a:lnTo>
                  <a:lnTo>
                    <a:pt x="409196" y="295102"/>
                  </a:lnTo>
                  <a:close/>
                  <a:moveTo>
                    <a:pt x="60057" y="259218"/>
                  </a:moveTo>
                  <a:lnTo>
                    <a:pt x="61378" y="295102"/>
                  </a:lnTo>
                  <a:lnTo>
                    <a:pt x="61488" y="259218"/>
                  </a:lnTo>
                  <a:close/>
                  <a:moveTo>
                    <a:pt x="408593" y="259218"/>
                  </a:moveTo>
                  <a:lnTo>
                    <a:pt x="403949" y="295102"/>
                  </a:lnTo>
                  <a:lnTo>
                    <a:pt x="412689" y="259218"/>
                  </a:lnTo>
                  <a:close/>
                  <a:moveTo>
                    <a:pt x="69701" y="223334"/>
                  </a:moveTo>
                  <a:lnTo>
                    <a:pt x="61488" y="259218"/>
                  </a:lnTo>
                  <a:lnTo>
                    <a:pt x="71332" y="223334"/>
                  </a:lnTo>
                  <a:close/>
                  <a:moveTo>
                    <a:pt x="408593" y="259218"/>
                  </a:moveTo>
                  <a:lnTo>
                    <a:pt x="412689" y="259218"/>
                  </a:lnTo>
                  <a:lnTo>
                    <a:pt x="416925" y="230947"/>
                  </a:lnTo>
                  <a:close/>
                  <a:moveTo>
                    <a:pt x="81983" y="202000"/>
                  </a:moveTo>
                  <a:lnTo>
                    <a:pt x="69701" y="223334"/>
                  </a:lnTo>
                  <a:lnTo>
                    <a:pt x="71332" y="223334"/>
                  </a:lnTo>
                  <a:close/>
                  <a:moveTo>
                    <a:pt x="81983" y="202000"/>
                  </a:moveTo>
                  <a:lnTo>
                    <a:pt x="89066" y="187450"/>
                  </a:lnTo>
                  <a:lnTo>
                    <a:pt x="86762" y="187450"/>
                  </a:lnTo>
                  <a:close/>
                  <a:moveTo>
                    <a:pt x="424800" y="223334"/>
                  </a:moveTo>
                  <a:lnTo>
                    <a:pt x="419691" y="223334"/>
                  </a:lnTo>
                  <a:lnTo>
                    <a:pt x="416925" y="230947"/>
                  </a:lnTo>
                  <a:close/>
                  <a:moveTo>
                    <a:pt x="437026" y="187450"/>
                  </a:moveTo>
                  <a:lnTo>
                    <a:pt x="419691" y="223334"/>
                  </a:lnTo>
                  <a:lnTo>
                    <a:pt x="442757" y="187450"/>
                  </a:lnTo>
                  <a:close/>
                  <a:moveTo>
                    <a:pt x="105028" y="151566"/>
                  </a:moveTo>
                  <a:lnTo>
                    <a:pt x="89066" y="187450"/>
                  </a:lnTo>
                  <a:lnTo>
                    <a:pt x="108855" y="151566"/>
                  </a:lnTo>
                  <a:close/>
                  <a:moveTo>
                    <a:pt x="452592" y="151566"/>
                  </a:moveTo>
                  <a:lnTo>
                    <a:pt x="437026" y="187450"/>
                  </a:lnTo>
                  <a:lnTo>
                    <a:pt x="458848" y="151566"/>
                  </a:lnTo>
                  <a:close/>
                  <a:moveTo>
                    <a:pt x="123642" y="115681"/>
                  </a:moveTo>
                  <a:lnTo>
                    <a:pt x="108855" y="151566"/>
                  </a:lnTo>
                  <a:lnTo>
                    <a:pt x="129265" y="115681"/>
                  </a:lnTo>
                  <a:close/>
                  <a:moveTo>
                    <a:pt x="458848" y="151566"/>
                  </a:moveTo>
                  <a:lnTo>
                    <a:pt x="459851" y="115681"/>
                  </a:lnTo>
                  <a:lnTo>
                    <a:pt x="452592" y="151566"/>
                  </a:lnTo>
                  <a:close/>
                  <a:moveTo>
                    <a:pt x="129832" y="114735"/>
                  </a:moveTo>
                  <a:lnTo>
                    <a:pt x="123642" y="115681"/>
                  </a:lnTo>
                  <a:lnTo>
                    <a:pt x="129265" y="115681"/>
                  </a:lnTo>
                  <a:close/>
                  <a:moveTo>
                    <a:pt x="129832" y="114735"/>
                  </a:moveTo>
                  <a:lnTo>
                    <a:pt x="151032" y="79797"/>
                  </a:lnTo>
                  <a:lnTo>
                    <a:pt x="144348" y="79797"/>
                  </a:lnTo>
                  <a:close/>
                  <a:moveTo>
                    <a:pt x="459851" y="115681"/>
                  </a:moveTo>
                  <a:lnTo>
                    <a:pt x="461104" y="79797"/>
                  </a:lnTo>
                  <a:lnTo>
                    <a:pt x="453680" y="79797"/>
                  </a:lnTo>
                  <a:close/>
                  <a:moveTo>
                    <a:pt x="151032" y="79797"/>
                  </a:moveTo>
                  <a:lnTo>
                    <a:pt x="177681" y="50192"/>
                  </a:lnTo>
                  <a:lnTo>
                    <a:pt x="175793" y="43913"/>
                  </a:lnTo>
                  <a:close/>
                  <a:moveTo>
                    <a:pt x="427904" y="43913"/>
                  </a:moveTo>
                  <a:lnTo>
                    <a:pt x="453680" y="79797"/>
                  </a:lnTo>
                  <a:lnTo>
                    <a:pt x="436976" y="43913"/>
                  </a:lnTo>
                  <a:close/>
                  <a:moveTo>
                    <a:pt x="225530" y="19466"/>
                  </a:moveTo>
                  <a:lnTo>
                    <a:pt x="177681" y="43913"/>
                  </a:lnTo>
                  <a:lnTo>
                    <a:pt x="185054" y="43913"/>
                  </a:lnTo>
                  <a:close/>
                  <a:moveTo>
                    <a:pt x="177681" y="43913"/>
                  </a:moveTo>
                  <a:lnTo>
                    <a:pt x="177681" y="50192"/>
                  </a:lnTo>
                  <a:lnTo>
                    <a:pt x="185054" y="43913"/>
                  </a:lnTo>
                  <a:close/>
                  <a:moveTo>
                    <a:pt x="225530" y="19466"/>
                  </a:moveTo>
                  <a:lnTo>
                    <a:pt x="263821" y="8029"/>
                  </a:lnTo>
                  <a:lnTo>
                    <a:pt x="244186" y="8029"/>
                  </a:lnTo>
                  <a:close/>
                  <a:moveTo>
                    <a:pt x="416925" y="28218"/>
                  </a:moveTo>
                  <a:lnTo>
                    <a:pt x="416925" y="35323"/>
                  </a:lnTo>
                  <a:lnTo>
                    <a:pt x="427904" y="43913"/>
                  </a:lnTo>
                  <a:close/>
                  <a:moveTo>
                    <a:pt x="416925" y="28218"/>
                  </a:moveTo>
                  <a:lnTo>
                    <a:pt x="369076" y="11724"/>
                  </a:lnTo>
                  <a:lnTo>
                    <a:pt x="416925" y="35323"/>
                  </a:lnTo>
                  <a:close/>
                  <a:moveTo>
                    <a:pt x="273379" y="5405"/>
                  </a:moveTo>
                  <a:lnTo>
                    <a:pt x="244186" y="8029"/>
                  </a:lnTo>
                  <a:lnTo>
                    <a:pt x="263821" y="8029"/>
                  </a:lnTo>
                  <a:close/>
                  <a:moveTo>
                    <a:pt x="321227" y="2901"/>
                  </a:moveTo>
                  <a:lnTo>
                    <a:pt x="273379" y="0"/>
                  </a:lnTo>
                  <a:lnTo>
                    <a:pt x="273379" y="5405"/>
                  </a:lnTo>
                  <a:close/>
                  <a:moveTo>
                    <a:pt x="321227" y="2901"/>
                  </a:moveTo>
                  <a:lnTo>
                    <a:pt x="349932" y="8029"/>
                  </a:lnTo>
                  <a:lnTo>
                    <a:pt x="369076" y="5960"/>
                  </a:lnTo>
                  <a:close/>
                  <a:moveTo>
                    <a:pt x="369076" y="11724"/>
                  </a:moveTo>
                  <a:lnTo>
                    <a:pt x="369076" y="8029"/>
                  </a:lnTo>
                  <a:lnTo>
                    <a:pt x="349932" y="8029"/>
                  </a:lnTo>
                  <a:close/>
                  <a:moveTo>
                    <a:pt x="81111" y="689829"/>
                  </a:moveTo>
                  <a:lnTo>
                    <a:pt x="81983" y="690225"/>
                  </a:lnTo>
                  <a:lnTo>
                    <a:pt x="81983" y="689829"/>
                  </a:lnTo>
                  <a:close/>
                  <a:moveTo>
                    <a:pt x="369076" y="550104"/>
                  </a:moveTo>
                  <a:lnTo>
                    <a:pt x="369076" y="546292"/>
                  </a:lnTo>
                  <a:lnTo>
                    <a:pt x="349184" y="582176"/>
                  </a:lnTo>
                  <a:close/>
                  <a:moveTo>
                    <a:pt x="369076" y="546292"/>
                  </a:moveTo>
                  <a:lnTo>
                    <a:pt x="369076" y="550104"/>
                  </a:lnTo>
                  <a:lnTo>
                    <a:pt x="371611" y="546292"/>
                  </a:lnTo>
                  <a:close/>
                  <a:moveTo>
                    <a:pt x="416925" y="444350"/>
                  </a:moveTo>
                  <a:lnTo>
                    <a:pt x="416925" y="438639"/>
                  </a:lnTo>
                  <a:lnTo>
                    <a:pt x="410583" y="474523"/>
                  </a:lnTo>
                  <a:close/>
                  <a:moveTo>
                    <a:pt x="81983" y="429238"/>
                  </a:moveTo>
                  <a:lnTo>
                    <a:pt x="80284" y="438639"/>
                  </a:lnTo>
                  <a:lnTo>
                    <a:pt x="81983" y="438639"/>
                  </a:lnTo>
                  <a:close/>
                  <a:moveTo>
                    <a:pt x="81983" y="429238"/>
                  </a:moveTo>
                  <a:lnTo>
                    <a:pt x="81983" y="438639"/>
                  </a:lnTo>
                  <a:lnTo>
                    <a:pt x="85973" y="402755"/>
                  </a:lnTo>
                  <a:close/>
                  <a:moveTo>
                    <a:pt x="416925" y="438639"/>
                  </a:moveTo>
                  <a:lnTo>
                    <a:pt x="416925" y="444350"/>
                  </a:lnTo>
                  <a:lnTo>
                    <a:pt x="418226" y="438639"/>
                  </a:lnTo>
                  <a:close/>
                  <a:moveTo>
                    <a:pt x="416925" y="438639"/>
                  </a:moveTo>
                  <a:lnTo>
                    <a:pt x="418226" y="438639"/>
                  </a:lnTo>
                  <a:lnTo>
                    <a:pt x="416925" y="405792"/>
                  </a:lnTo>
                  <a:close/>
                  <a:moveTo>
                    <a:pt x="80659" y="366871"/>
                  </a:moveTo>
                  <a:lnTo>
                    <a:pt x="81983" y="375237"/>
                  </a:lnTo>
                  <a:lnTo>
                    <a:pt x="81983" y="366871"/>
                  </a:lnTo>
                  <a:close/>
                  <a:moveTo>
                    <a:pt x="69396" y="330987"/>
                  </a:moveTo>
                  <a:lnTo>
                    <a:pt x="80659" y="366871"/>
                  </a:lnTo>
                  <a:lnTo>
                    <a:pt x="81983" y="366871"/>
                  </a:lnTo>
                  <a:close/>
                  <a:moveTo>
                    <a:pt x="416925" y="230947"/>
                  </a:moveTo>
                  <a:lnTo>
                    <a:pt x="416925" y="223334"/>
                  </a:lnTo>
                  <a:lnTo>
                    <a:pt x="408593" y="259218"/>
                  </a:lnTo>
                  <a:close/>
                  <a:moveTo>
                    <a:pt x="416925" y="223334"/>
                  </a:moveTo>
                  <a:lnTo>
                    <a:pt x="416925" y="230947"/>
                  </a:lnTo>
                  <a:lnTo>
                    <a:pt x="419691" y="223334"/>
                  </a:lnTo>
                  <a:close/>
                  <a:moveTo>
                    <a:pt x="129832" y="114735"/>
                  </a:moveTo>
                  <a:lnTo>
                    <a:pt x="129265" y="115681"/>
                  </a:lnTo>
                  <a:lnTo>
                    <a:pt x="129832" y="115681"/>
                  </a:lnTo>
                  <a:close/>
                  <a:moveTo>
                    <a:pt x="129832" y="114735"/>
                  </a:moveTo>
                  <a:lnTo>
                    <a:pt x="129832" y="115681"/>
                  </a:lnTo>
                  <a:lnTo>
                    <a:pt x="151032" y="79797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3944" name="Candidate_B1__3943">
              <a:extLst>
                <a:ext uri="{FF2B5EF4-FFF2-40B4-BE49-F238E27FC236}">
                  <a16:creationId xmlns:a16="http://schemas.microsoft.com/office/drawing/2014/main" id="{9123E2B9-3173-4D5C-402F-0ADBEBEBD38F}"/>
                </a:ext>
              </a:extLst>
            </p:cNvPr>
            <p:cNvSpPr>
              <a:spLocks noGrp="1"/>
            </p:cNvSpPr>
            <p:nvPr/>
          </p:nvSpPr>
          <p:spPr>
            <a:xfrm>
              <a:off x="4101332" y="2262723"/>
              <a:ext cx="459032" cy="699346"/>
            </a:xfrm>
            <a:custGeom>
              <a:avLst/>
              <a:gdLst/>
              <a:ahLst/>
              <a:cxnLst/>
              <a:rect l="0" t="0" r="0" b="0"/>
              <a:pathLst>
                <a:path w="459032" h="699346">
                  <a:moveTo>
                    <a:pt x="33315" y="658971"/>
                  </a:moveTo>
                  <a:lnTo>
                    <a:pt x="80291" y="686928"/>
                  </a:lnTo>
                  <a:lnTo>
                    <a:pt x="44602" y="651044"/>
                  </a:lnTo>
                  <a:close/>
                  <a:moveTo>
                    <a:pt x="81164" y="674101"/>
                  </a:moveTo>
                  <a:lnTo>
                    <a:pt x="80291" y="686928"/>
                  </a:lnTo>
                  <a:lnTo>
                    <a:pt x="81164" y="686928"/>
                  </a:lnTo>
                  <a:close/>
                  <a:moveTo>
                    <a:pt x="81164" y="687324"/>
                  </a:moveTo>
                  <a:lnTo>
                    <a:pt x="126609" y="686928"/>
                  </a:lnTo>
                  <a:lnTo>
                    <a:pt x="81164" y="686928"/>
                  </a:lnTo>
                  <a:close/>
                  <a:moveTo>
                    <a:pt x="129013" y="698957"/>
                  </a:moveTo>
                  <a:lnTo>
                    <a:pt x="129013" y="687513"/>
                  </a:lnTo>
                  <a:lnTo>
                    <a:pt x="81164" y="687324"/>
                  </a:lnTo>
                  <a:close/>
                  <a:moveTo>
                    <a:pt x="129013" y="698957"/>
                  </a:moveTo>
                  <a:lnTo>
                    <a:pt x="176862" y="699346"/>
                  </a:lnTo>
                  <a:lnTo>
                    <a:pt x="176862" y="687943"/>
                  </a:lnTo>
                  <a:close/>
                  <a:moveTo>
                    <a:pt x="224710" y="688858"/>
                  </a:moveTo>
                  <a:lnTo>
                    <a:pt x="224710" y="686928"/>
                  </a:lnTo>
                  <a:lnTo>
                    <a:pt x="176862" y="687943"/>
                  </a:lnTo>
                  <a:close/>
                  <a:moveTo>
                    <a:pt x="176862" y="699346"/>
                  </a:moveTo>
                  <a:lnTo>
                    <a:pt x="224710" y="688858"/>
                  </a:lnTo>
                  <a:lnTo>
                    <a:pt x="176862" y="687943"/>
                  </a:lnTo>
                  <a:close/>
                  <a:moveTo>
                    <a:pt x="224710" y="686928"/>
                  </a:moveTo>
                  <a:lnTo>
                    <a:pt x="224710" y="688858"/>
                  </a:lnTo>
                  <a:lnTo>
                    <a:pt x="229222" y="686928"/>
                  </a:lnTo>
                  <a:close/>
                  <a:moveTo>
                    <a:pt x="224710" y="686928"/>
                  </a:moveTo>
                  <a:lnTo>
                    <a:pt x="272559" y="665197"/>
                  </a:lnTo>
                  <a:lnTo>
                    <a:pt x="224710" y="676276"/>
                  </a:lnTo>
                  <a:close/>
                  <a:moveTo>
                    <a:pt x="229222" y="686928"/>
                  </a:moveTo>
                  <a:lnTo>
                    <a:pt x="272559" y="665197"/>
                  </a:lnTo>
                  <a:lnTo>
                    <a:pt x="224710" y="686928"/>
                  </a:lnTo>
                  <a:close/>
                  <a:moveTo>
                    <a:pt x="24410" y="651044"/>
                  </a:moveTo>
                  <a:lnTo>
                    <a:pt x="33315" y="658971"/>
                  </a:lnTo>
                  <a:lnTo>
                    <a:pt x="33315" y="651044"/>
                  </a:lnTo>
                  <a:close/>
                  <a:moveTo>
                    <a:pt x="2924" y="615160"/>
                  </a:moveTo>
                  <a:lnTo>
                    <a:pt x="24410" y="651044"/>
                  </a:lnTo>
                  <a:lnTo>
                    <a:pt x="19354" y="615160"/>
                  </a:lnTo>
                  <a:close/>
                  <a:moveTo>
                    <a:pt x="272559" y="651044"/>
                  </a:moveTo>
                  <a:lnTo>
                    <a:pt x="272559" y="665197"/>
                  </a:lnTo>
                  <a:lnTo>
                    <a:pt x="291078" y="651044"/>
                  </a:lnTo>
                  <a:close/>
                  <a:moveTo>
                    <a:pt x="272559" y="648972"/>
                  </a:moveTo>
                  <a:lnTo>
                    <a:pt x="320408" y="619331"/>
                  </a:lnTo>
                  <a:lnTo>
                    <a:pt x="320408" y="615160"/>
                  </a:lnTo>
                  <a:close/>
                  <a:moveTo>
                    <a:pt x="291078" y="651044"/>
                  </a:moveTo>
                  <a:lnTo>
                    <a:pt x="320408" y="619331"/>
                  </a:lnTo>
                  <a:lnTo>
                    <a:pt x="272559" y="651044"/>
                  </a:lnTo>
                  <a:close/>
                  <a:moveTo>
                    <a:pt x="0" y="579275"/>
                  </a:moveTo>
                  <a:lnTo>
                    <a:pt x="2924" y="615160"/>
                  </a:lnTo>
                  <a:lnTo>
                    <a:pt x="19354" y="615160"/>
                  </a:lnTo>
                  <a:close/>
                  <a:moveTo>
                    <a:pt x="320408" y="615160"/>
                  </a:moveTo>
                  <a:lnTo>
                    <a:pt x="320408" y="619331"/>
                  </a:lnTo>
                  <a:lnTo>
                    <a:pt x="323907" y="615160"/>
                  </a:lnTo>
                  <a:close/>
                  <a:moveTo>
                    <a:pt x="323907" y="615160"/>
                  </a:moveTo>
                  <a:lnTo>
                    <a:pt x="320408" y="588061"/>
                  </a:lnTo>
                  <a:lnTo>
                    <a:pt x="320408" y="615160"/>
                  </a:lnTo>
                  <a:close/>
                  <a:moveTo>
                    <a:pt x="348364" y="579275"/>
                  </a:moveTo>
                  <a:lnTo>
                    <a:pt x="325696" y="579275"/>
                  </a:lnTo>
                  <a:lnTo>
                    <a:pt x="323907" y="615160"/>
                  </a:lnTo>
                  <a:close/>
                  <a:moveTo>
                    <a:pt x="11560" y="543391"/>
                  </a:moveTo>
                  <a:lnTo>
                    <a:pt x="0" y="579275"/>
                  </a:lnTo>
                  <a:lnTo>
                    <a:pt x="16139" y="579275"/>
                  </a:lnTo>
                  <a:close/>
                  <a:moveTo>
                    <a:pt x="348364" y="579275"/>
                  </a:moveTo>
                  <a:lnTo>
                    <a:pt x="368257" y="543391"/>
                  </a:lnTo>
                  <a:lnTo>
                    <a:pt x="343929" y="543391"/>
                  </a:lnTo>
                  <a:close/>
                  <a:moveTo>
                    <a:pt x="33315" y="538307"/>
                  </a:moveTo>
                  <a:lnTo>
                    <a:pt x="33315" y="510417"/>
                  </a:lnTo>
                  <a:lnTo>
                    <a:pt x="11560" y="543391"/>
                  </a:lnTo>
                  <a:close/>
                  <a:moveTo>
                    <a:pt x="33315" y="510417"/>
                  </a:moveTo>
                  <a:lnTo>
                    <a:pt x="33315" y="538307"/>
                  </a:lnTo>
                  <a:lnTo>
                    <a:pt x="35243" y="507507"/>
                  </a:lnTo>
                  <a:close/>
                  <a:moveTo>
                    <a:pt x="368257" y="507507"/>
                  </a:moveTo>
                  <a:lnTo>
                    <a:pt x="370791" y="543391"/>
                  </a:lnTo>
                  <a:lnTo>
                    <a:pt x="393385" y="507507"/>
                  </a:lnTo>
                  <a:close/>
                  <a:moveTo>
                    <a:pt x="368257" y="507507"/>
                  </a:moveTo>
                  <a:lnTo>
                    <a:pt x="368257" y="543391"/>
                  </a:lnTo>
                  <a:lnTo>
                    <a:pt x="370791" y="543391"/>
                  </a:lnTo>
                  <a:close/>
                  <a:moveTo>
                    <a:pt x="35243" y="507507"/>
                  </a:moveTo>
                  <a:lnTo>
                    <a:pt x="56258" y="507507"/>
                  </a:lnTo>
                  <a:lnTo>
                    <a:pt x="60597" y="471623"/>
                  </a:lnTo>
                  <a:close/>
                  <a:moveTo>
                    <a:pt x="409764" y="471623"/>
                  </a:moveTo>
                  <a:lnTo>
                    <a:pt x="377608" y="471623"/>
                  </a:lnTo>
                  <a:lnTo>
                    <a:pt x="393385" y="507507"/>
                  </a:lnTo>
                  <a:close/>
                  <a:moveTo>
                    <a:pt x="79465" y="435739"/>
                  </a:moveTo>
                  <a:lnTo>
                    <a:pt x="81164" y="471623"/>
                  </a:lnTo>
                  <a:lnTo>
                    <a:pt x="81164" y="435739"/>
                  </a:lnTo>
                  <a:close/>
                  <a:moveTo>
                    <a:pt x="79465" y="435739"/>
                  </a:moveTo>
                  <a:lnTo>
                    <a:pt x="60597" y="471623"/>
                  </a:lnTo>
                  <a:lnTo>
                    <a:pt x="81164" y="471623"/>
                  </a:lnTo>
                  <a:close/>
                  <a:moveTo>
                    <a:pt x="409764" y="471623"/>
                  </a:moveTo>
                  <a:lnTo>
                    <a:pt x="416106" y="435739"/>
                  </a:lnTo>
                  <a:lnTo>
                    <a:pt x="385499" y="435739"/>
                  </a:lnTo>
                  <a:close/>
                  <a:moveTo>
                    <a:pt x="85154" y="399854"/>
                  </a:moveTo>
                  <a:lnTo>
                    <a:pt x="81164" y="435739"/>
                  </a:lnTo>
                  <a:lnTo>
                    <a:pt x="106209" y="435739"/>
                  </a:lnTo>
                  <a:close/>
                  <a:moveTo>
                    <a:pt x="416106" y="435739"/>
                  </a:moveTo>
                  <a:lnTo>
                    <a:pt x="416106" y="402891"/>
                  </a:lnTo>
                  <a:lnTo>
                    <a:pt x="385499" y="435739"/>
                  </a:lnTo>
                  <a:close/>
                  <a:moveTo>
                    <a:pt x="385499" y="435739"/>
                  </a:moveTo>
                  <a:lnTo>
                    <a:pt x="416106" y="402891"/>
                  </a:lnTo>
                  <a:lnTo>
                    <a:pt x="416001" y="399854"/>
                  </a:lnTo>
                  <a:close/>
                  <a:moveTo>
                    <a:pt x="81164" y="363970"/>
                  </a:moveTo>
                  <a:lnTo>
                    <a:pt x="81164" y="372336"/>
                  </a:lnTo>
                  <a:lnTo>
                    <a:pt x="102235" y="363970"/>
                  </a:lnTo>
                  <a:close/>
                  <a:moveTo>
                    <a:pt x="102235" y="363970"/>
                  </a:moveTo>
                  <a:lnTo>
                    <a:pt x="81164" y="372336"/>
                  </a:lnTo>
                  <a:lnTo>
                    <a:pt x="85154" y="399854"/>
                  </a:lnTo>
                  <a:close/>
                  <a:moveTo>
                    <a:pt x="385600" y="399854"/>
                  </a:moveTo>
                  <a:lnTo>
                    <a:pt x="416001" y="399854"/>
                  </a:lnTo>
                  <a:lnTo>
                    <a:pt x="409702" y="363970"/>
                  </a:lnTo>
                  <a:close/>
                  <a:moveTo>
                    <a:pt x="68577" y="328086"/>
                  </a:moveTo>
                  <a:lnTo>
                    <a:pt x="81164" y="363970"/>
                  </a:lnTo>
                  <a:lnTo>
                    <a:pt x="81164" y="328086"/>
                  </a:lnTo>
                  <a:close/>
                  <a:moveTo>
                    <a:pt x="382088" y="363970"/>
                  </a:moveTo>
                  <a:lnTo>
                    <a:pt x="409702" y="363970"/>
                  </a:lnTo>
                  <a:lnTo>
                    <a:pt x="404103" y="328086"/>
                  </a:lnTo>
                  <a:close/>
                  <a:moveTo>
                    <a:pt x="60559" y="292202"/>
                  </a:moveTo>
                  <a:lnTo>
                    <a:pt x="68577" y="328086"/>
                  </a:lnTo>
                  <a:lnTo>
                    <a:pt x="78485" y="292202"/>
                  </a:lnTo>
                  <a:close/>
                  <a:moveTo>
                    <a:pt x="380294" y="328086"/>
                  </a:moveTo>
                  <a:lnTo>
                    <a:pt x="404103" y="328086"/>
                  </a:lnTo>
                  <a:lnTo>
                    <a:pt x="403129" y="292202"/>
                  </a:lnTo>
                  <a:close/>
                  <a:moveTo>
                    <a:pt x="60668" y="256318"/>
                  </a:moveTo>
                  <a:lnTo>
                    <a:pt x="60559" y="292202"/>
                  </a:lnTo>
                  <a:lnTo>
                    <a:pt x="78485" y="292202"/>
                  </a:lnTo>
                  <a:close/>
                  <a:moveTo>
                    <a:pt x="382518" y="292202"/>
                  </a:moveTo>
                  <a:lnTo>
                    <a:pt x="403129" y="292202"/>
                  </a:lnTo>
                  <a:lnTo>
                    <a:pt x="407774" y="256318"/>
                  </a:lnTo>
                  <a:close/>
                  <a:moveTo>
                    <a:pt x="60668" y="256318"/>
                  </a:moveTo>
                  <a:lnTo>
                    <a:pt x="77897" y="256318"/>
                  </a:lnTo>
                  <a:lnTo>
                    <a:pt x="70512" y="220433"/>
                  </a:lnTo>
                  <a:close/>
                  <a:moveTo>
                    <a:pt x="407774" y="256318"/>
                  </a:moveTo>
                  <a:lnTo>
                    <a:pt x="416106" y="220433"/>
                  </a:lnTo>
                  <a:lnTo>
                    <a:pt x="398686" y="220433"/>
                  </a:lnTo>
                  <a:close/>
                  <a:moveTo>
                    <a:pt x="81164" y="199100"/>
                  </a:moveTo>
                  <a:lnTo>
                    <a:pt x="70512" y="220433"/>
                  </a:lnTo>
                  <a:lnTo>
                    <a:pt x="81164" y="220433"/>
                  </a:lnTo>
                  <a:close/>
                  <a:moveTo>
                    <a:pt x="81164" y="199100"/>
                  </a:moveTo>
                  <a:lnTo>
                    <a:pt x="81164" y="220433"/>
                  </a:lnTo>
                  <a:lnTo>
                    <a:pt x="88247" y="184549"/>
                  </a:lnTo>
                  <a:close/>
                  <a:moveTo>
                    <a:pt x="416106" y="184549"/>
                  </a:moveTo>
                  <a:lnTo>
                    <a:pt x="418872" y="220433"/>
                  </a:lnTo>
                  <a:lnTo>
                    <a:pt x="436206" y="184549"/>
                  </a:lnTo>
                  <a:close/>
                  <a:moveTo>
                    <a:pt x="416106" y="184549"/>
                  </a:moveTo>
                  <a:lnTo>
                    <a:pt x="416106" y="220433"/>
                  </a:lnTo>
                  <a:lnTo>
                    <a:pt x="418872" y="220433"/>
                  </a:lnTo>
                  <a:close/>
                  <a:moveTo>
                    <a:pt x="108035" y="148665"/>
                  </a:moveTo>
                  <a:lnTo>
                    <a:pt x="88247" y="184549"/>
                  </a:lnTo>
                  <a:lnTo>
                    <a:pt x="106647" y="184549"/>
                  </a:lnTo>
                  <a:close/>
                  <a:moveTo>
                    <a:pt x="451773" y="148665"/>
                  </a:moveTo>
                  <a:lnTo>
                    <a:pt x="429027" y="148665"/>
                  </a:lnTo>
                  <a:lnTo>
                    <a:pt x="436206" y="184549"/>
                  </a:lnTo>
                  <a:close/>
                  <a:moveTo>
                    <a:pt x="128445" y="112781"/>
                  </a:moveTo>
                  <a:lnTo>
                    <a:pt x="129013" y="148642"/>
                  </a:lnTo>
                  <a:lnTo>
                    <a:pt x="129013" y="112781"/>
                  </a:lnTo>
                  <a:close/>
                  <a:moveTo>
                    <a:pt x="108035" y="148665"/>
                  </a:moveTo>
                  <a:lnTo>
                    <a:pt x="128999" y="148665"/>
                  </a:lnTo>
                  <a:lnTo>
                    <a:pt x="128445" y="112781"/>
                  </a:lnTo>
                  <a:close/>
                  <a:moveTo>
                    <a:pt x="429027" y="148665"/>
                  </a:moveTo>
                  <a:lnTo>
                    <a:pt x="451773" y="148665"/>
                  </a:lnTo>
                  <a:lnTo>
                    <a:pt x="459032" y="112781"/>
                  </a:lnTo>
                  <a:close/>
                  <a:moveTo>
                    <a:pt x="150213" y="76896"/>
                  </a:moveTo>
                  <a:lnTo>
                    <a:pt x="129013" y="112781"/>
                  </a:lnTo>
                  <a:lnTo>
                    <a:pt x="150607" y="112781"/>
                  </a:lnTo>
                  <a:close/>
                  <a:moveTo>
                    <a:pt x="435799" y="112781"/>
                  </a:moveTo>
                  <a:lnTo>
                    <a:pt x="459032" y="112781"/>
                  </a:lnTo>
                  <a:lnTo>
                    <a:pt x="452860" y="76896"/>
                  </a:lnTo>
                  <a:close/>
                  <a:moveTo>
                    <a:pt x="176862" y="75035"/>
                  </a:moveTo>
                  <a:lnTo>
                    <a:pt x="176862" y="47291"/>
                  </a:lnTo>
                  <a:lnTo>
                    <a:pt x="150213" y="76896"/>
                  </a:lnTo>
                  <a:close/>
                  <a:moveTo>
                    <a:pt x="176862" y="47291"/>
                  </a:moveTo>
                  <a:lnTo>
                    <a:pt x="176862" y="75035"/>
                  </a:lnTo>
                  <a:lnTo>
                    <a:pt x="184235" y="41012"/>
                  </a:lnTo>
                  <a:close/>
                  <a:moveTo>
                    <a:pt x="427085" y="41012"/>
                  </a:moveTo>
                  <a:lnTo>
                    <a:pt x="416106" y="41012"/>
                  </a:lnTo>
                  <a:lnTo>
                    <a:pt x="427428" y="76896"/>
                  </a:lnTo>
                  <a:close/>
                  <a:moveTo>
                    <a:pt x="452860" y="76896"/>
                  </a:moveTo>
                  <a:lnTo>
                    <a:pt x="427085" y="41012"/>
                  </a:lnTo>
                  <a:lnTo>
                    <a:pt x="427428" y="76896"/>
                  </a:lnTo>
                  <a:close/>
                  <a:moveTo>
                    <a:pt x="224710" y="36498"/>
                  </a:moveTo>
                  <a:lnTo>
                    <a:pt x="224710" y="16565"/>
                  </a:lnTo>
                  <a:lnTo>
                    <a:pt x="184235" y="41012"/>
                  </a:lnTo>
                  <a:close/>
                  <a:moveTo>
                    <a:pt x="272559" y="5128"/>
                  </a:moveTo>
                  <a:lnTo>
                    <a:pt x="263001" y="5128"/>
                  </a:lnTo>
                  <a:lnTo>
                    <a:pt x="272559" y="20264"/>
                  </a:lnTo>
                  <a:close/>
                  <a:moveTo>
                    <a:pt x="272559" y="20264"/>
                  </a:moveTo>
                  <a:lnTo>
                    <a:pt x="263001" y="5128"/>
                  </a:lnTo>
                  <a:lnTo>
                    <a:pt x="224710" y="16565"/>
                  </a:lnTo>
                  <a:close/>
                  <a:moveTo>
                    <a:pt x="349113" y="5128"/>
                  </a:moveTo>
                  <a:lnTo>
                    <a:pt x="320408" y="5128"/>
                  </a:lnTo>
                  <a:lnTo>
                    <a:pt x="368257" y="8823"/>
                  </a:lnTo>
                  <a:close/>
                  <a:moveTo>
                    <a:pt x="368257" y="8823"/>
                  </a:moveTo>
                  <a:lnTo>
                    <a:pt x="320408" y="5128"/>
                  </a:lnTo>
                  <a:lnTo>
                    <a:pt x="320408" y="17637"/>
                  </a:lnTo>
                  <a:close/>
                  <a:moveTo>
                    <a:pt x="416106" y="32423"/>
                  </a:moveTo>
                  <a:lnTo>
                    <a:pt x="392431" y="41012"/>
                  </a:lnTo>
                  <a:lnTo>
                    <a:pt x="416106" y="41012"/>
                  </a:lnTo>
                  <a:close/>
                  <a:moveTo>
                    <a:pt x="368257" y="8823"/>
                  </a:moveTo>
                  <a:lnTo>
                    <a:pt x="368257" y="28244"/>
                  </a:lnTo>
                  <a:lnTo>
                    <a:pt x="416106" y="32423"/>
                  </a:lnTo>
                  <a:close/>
                  <a:moveTo>
                    <a:pt x="416106" y="41012"/>
                  </a:moveTo>
                  <a:lnTo>
                    <a:pt x="427085" y="41012"/>
                  </a:lnTo>
                  <a:lnTo>
                    <a:pt x="416106" y="32423"/>
                  </a:lnTo>
                  <a:close/>
                  <a:moveTo>
                    <a:pt x="272559" y="2505"/>
                  </a:moveTo>
                  <a:lnTo>
                    <a:pt x="263001" y="5128"/>
                  </a:lnTo>
                  <a:lnTo>
                    <a:pt x="272559" y="5128"/>
                  </a:lnTo>
                  <a:close/>
                  <a:moveTo>
                    <a:pt x="272559" y="5128"/>
                  </a:moveTo>
                  <a:lnTo>
                    <a:pt x="320408" y="0"/>
                  </a:lnTo>
                  <a:lnTo>
                    <a:pt x="272559" y="2505"/>
                  </a:lnTo>
                  <a:close/>
                  <a:moveTo>
                    <a:pt x="272559" y="5128"/>
                  </a:moveTo>
                  <a:lnTo>
                    <a:pt x="320408" y="5128"/>
                  </a:lnTo>
                  <a:lnTo>
                    <a:pt x="320408" y="0"/>
                  </a:lnTo>
                  <a:close/>
                  <a:moveTo>
                    <a:pt x="320408" y="5128"/>
                  </a:moveTo>
                  <a:lnTo>
                    <a:pt x="349113" y="5128"/>
                  </a:lnTo>
                  <a:lnTo>
                    <a:pt x="320408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3945" name="Candidate_B1__3944">
              <a:extLst>
                <a:ext uri="{FF2B5EF4-FFF2-40B4-BE49-F238E27FC236}">
                  <a16:creationId xmlns:a16="http://schemas.microsoft.com/office/drawing/2014/main" id="{CDE0D696-7903-3380-EA67-250BA14F0351}"/>
                </a:ext>
              </a:extLst>
            </p:cNvPr>
            <p:cNvSpPr>
              <a:spLocks noGrp="1"/>
            </p:cNvSpPr>
            <p:nvPr/>
          </p:nvSpPr>
          <p:spPr>
            <a:xfrm>
              <a:off x="4101332" y="2267851"/>
              <a:ext cx="459032" cy="693829"/>
            </a:xfrm>
            <a:custGeom>
              <a:avLst/>
              <a:gdLst/>
              <a:ahLst/>
              <a:cxnLst/>
              <a:rect l="0" t="0" r="0" b="0"/>
              <a:pathLst>
                <a:path w="459032" h="693829">
                  <a:moveTo>
                    <a:pt x="33315" y="645916"/>
                  </a:moveTo>
                  <a:lnTo>
                    <a:pt x="33315" y="653843"/>
                  </a:lnTo>
                  <a:lnTo>
                    <a:pt x="44602" y="645916"/>
                  </a:lnTo>
                  <a:close/>
                  <a:moveTo>
                    <a:pt x="44602" y="645916"/>
                  </a:moveTo>
                  <a:lnTo>
                    <a:pt x="80291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6609" y="681800"/>
                  </a:lnTo>
                  <a:lnTo>
                    <a:pt x="81164" y="682196"/>
                  </a:lnTo>
                  <a:close/>
                  <a:moveTo>
                    <a:pt x="81164" y="681800"/>
                  </a:moveTo>
                  <a:lnTo>
                    <a:pt x="126609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9013" y="693829"/>
                  </a:lnTo>
                  <a:lnTo>
                    <a:pt x="176862" y="682815"/>
                  </a:lnTo>
                  <a:close/>
                  <a:moveTo>
                    <a:pt x="176862" y="682815"/>
                  </a:moveTo>
                  <a:lnTo>
                    <a:pt x="224710" y="681800"/>
                  </a:lnTo>
                  <a:lnTo>
                    <a:pt x="181357" y="681800"/>
                  </a:lnTo>
                  <a:close/>
                  <a:moveTo>
                    <a:pt x="224710" y="671148"/>
                  </a:moveTo>
                  <a:lnTo>
                    <a:pt x="272559" y="660069"/>
                  </a:lnTo>
                  <a:lnTo>
                    <a:pt x="272559" y="645916"/>
                  </a:lnTo>
                  <a:close/>
                  <a:moveTo>
                    <a:pt x="181357" y="681800"/>
                  </a:moveTo>
                  <a:lnTo>
                    <a:pt x="224710" y="681800"/>
                  </a:lnTo>
                  <a:lnTo>
                    <a:pt x="224710" y="671148"/>
                  </a:lnTo>
                  <a:close/>
                  <a:moveTo>
                    <a:pt x="19354" y="610032"/>
                  </a:moveTo>
                  <a:lnTo>
                    <a:pt x="33315" y="645916"/>
                  </a:lnTo>
                  <a:lnTo>
                    <a:pt x="33315" y="632139"/>
                  </a:lnTo>
                  <a:close/>
                  <a:moveTo>
                    <a:pt x="24410" y="645916"/>
                  </a:moveTo>
                  <a:lnTo>
                    <a:pt x="33315" y="645916"/>
                  </a:lnTo>
                  <a:lnTo>
                    <a:pt x="19354" y="610032"/>
                  </a:lnTo>
                  <a:close/>
                  <a:moveTo>
                    <a:pt x="33315" y="645916"/>
                  </a:moveTo>
                  <a:lnTo>
                    <a:pt x="44602" y="645916"/>
                  </a:lnTo>
                  <a:lnTo>
                    <a:pt x="33315" y="632139"/>
                  </a:lnTo>
                  <a:close/>
                  <a:moveTo>
                    <a:pt x="272559" y="643844"/>
                  </a:moveTo>
                  <a:lnTo>
                    <a:pt x="320408" y="610032"/>
                  </a:lnTo>
                  <a:lnTo>
                    <a:pt x="303927" y="610032"/>
                  </a:lnTo>
                  <a:close/>
                  <a:moveTo>
                    <a:pt x="272559" y="645916"/>
                  </a:moveTo>
                  <a:lnTo>
                    <a:pt x="320408" y="614203"/>
                  </a:lnTo>
                  <a:lnTo>
                    <a:pt x="272559" y="643844"/>
                  </a:lnTo>
                  <a:close/>
                  <a:moveTo>
                    <a:pt x="0" y="574147"/>
                  </a:moveTo>
                  <a:lnTo>
                    <a:pt x="19354" y="610032"/>
                  </a:lnTo>
                  <a:lnTo>
                    <a:pt x="16139" y="574147"/>
                  </a:lnTo>
                  <a:close/>
                  <a:moveTo>
                    <a:pt x="325696" y="574147"/>
                  </a:moveTo>
                  <a:lnTo>
                    <a:pt x="320408" y="582932"/>
                  </a:lnTo>
                  <a:lnTo>
                    <a:pt x="323907" y="610032"/>
                  </a:lnTo>
                  <a:close/>
                  <a:moveTo>
                    <a:pt x="303927" y="610032"/>
                  </a:moveTo>
                  <a:lnTo>
                    <a:pt x="320408" y="610032"/>
                  </a:lnTo>
                  <a:lnTo>
                    <a:pt x="320408" y="582932"/>
                  </a:lnTo>
                  <a:close/>
                  <a:moveTo>
                    <a:pt x="11560" y="538263"/>
                  </a:moveTo>
                  <a:lnTo>
                    <a:pt x="16139" y="574147"/>
                  </a:lnTo>
                  <a:lnTo>
                    <a:pt x="29691" y="538263"/>
                  </a:lnTo>
                  <a:close/>
                  <a:moveTo>
                    <a:pt x="348364" y="574147"/>
                  </a:moveTo>
                  <a:lnTo>
                    <a:pt x="343929" y="538263"/>
                  </a:lnTo>
                  <a:lnTo>
                    <a:pt x="325696" y="574147"/>
                  </a:lnTo>
                  <a:close/>
                  <a:moveTo>
                    <a:pt x="33315" y="533179"/>
                  </a:moveTo>
                  <a:lnTo>
                    <a:pt x="11560" y="538263"/>
                  </a:lnTo>
                  <a:lnTo>
                    <a:pt x="29691" y="538263"/>
                  </a:lnTo>
                  <a:close/>
                  <a:moveTo>
                    <a:pt x="33315" y="533179"/>
                  </a:moveTo>
                  <a:lnTo>
                    <a:pt x="56258" y="502379"/>
                  </a:lnTo>
                  <a:lnTo>
                    <a:pt x="35243" y="502379"/>
                  </a:lnTo>
                  <a:close/>
                  <a:moveTo>
                    <a:pt x="368257" y="538263"/>
                  </a:moveTo>
                  <a:lnTo>
                    <a:pt x="368257" y="502379"/>
                  </a:lnTo>
                  <a:lnTo>
                    <a:pt x="343929" y="538263"/>
                  </a:lnTo>
                  <a:close/>
                  <a:moveTo>
                    <a:pt x="60597" y="466495"/>
                  </a:moveTo>
                  <a:lnTo>
                    <a:pt x="81164" y="472566"/>
                  </a:lnTo>
                  <a:lnTo>
                    <a:pt x="81164" y="466495"/>
                  </a:lnTo>
                  <a:close/>
                  <a:moveTo>
                    <a:pt x="56258" y="502379"/>
                  </a:moveTo>
                  <a:lnTo>
                    <a:pt x="81164" y="472566"/>
                  </a:lnTo>
                  <a:lnTo>
                    <a:pt x="60597" y="466495"/>
                  </a:lnTo>
                  <a:close/>
                  <a:moveTo>
                    <a:pt x="393385" y="502379"/>
                  </a:moveTo>
                  <a:lnTo>
                    <a:pt x="368257" y="488155"/>
                  </a:lnTo>
                  <a:lnTo>
                    <a:pt x="368257" y="502379"/>
                  </a:lnTo>
                  <a:close/>
                  <a:moveTo>
                    <a:pt x="377608" y="466495"/>
                  </a:moveTo>
                  <a:lnTo>
                    <a:pt x="368257" y="488155"/>
                  </a:lnTo>
                  <a:lnTo>
                    <a:pt x="393385" y="502379"/>
                  </a:lnTo>
                  <a:close/>
                  <a:moveTo>
                    <a:pt x="106209" y="430610"/>
                  </a:moveTo>
                  <a:lnTo>
                    <a:pt x="81164" y="430610"/>
                  </a:lnTo>
                  <a:lnTo>
                    <a:pt x="81164" y="466495"/>
                  </a:lnTo>
                  <a:close/>
                  <a:moveTo>
                    <a:pt x="409764" y="466495"/>
                  </a:moveTo>
                  <a:lnTo>
                    <a:pt x="385499" y="430610"/>
                  </a:lnTo>
                  <a:lnTo>
                    <a:pt x="377608" y="466495"/>
                  </a:lnTo>
                  <a:close/>
                  <a:moveTo>
                    <a:pt x="85154" y="394726"/>
                  </a:moveTo>
                  <a:lnTo>
                    <a:pt x="106209" y="430610"/>
                  </a:lnTo>
                  <a:lnTo>
                    <a:pt x="110676" y="394726"/>
                  </a:lnTo>
                  <a:close/>
                  <a:moveTo>
                    <a:pt x="385499" y="430610"/>
                  </a:moveTo>
                  <a:lnTo>
                    <a:pt x="416001" y="394726"/>
                  </a:lnTo>
                  <a:lnTo>
                    <a:pt x="385600" y="394726"/>
                  </a:lnTo>
                  <a:close/>
                  <a:moveTo>
                    <a:pt x="102235" y="358842"/>
                  </a:moveTo>
                  <a:lnTo>
                    <a:pt x="85154" y="394726"/>
                  </a:lnTo>
                  <a:lnTo>
                    <a:pt x="110676" y="394726"/>
                  </a:lnTo>
                  <a:close/>
                  <a:moveTo>
                    <a:pt x="382088" y="358842"/>
                  </a:moveTo>
                  <a:lnTo>
                    <a:pt x="385600" y="394726"/>
                  </a:lnTo>
                  <a:lnTo>
                    <a:pt x="409702" y="358842"/>
                  </a:lnTo>
                  <a:close/>
                  <a:moveTo>
                    <a:pt x="102235" y="358842"/>
                  </a:moveTo>
                  <a:lnTo>
                    <a:pt x="88534" y="322958"/>
                  </a:lnTo>
                  <a:lnTo>
                    <a:pt x="81164" y="358842"/>
                  </a:lnTo>
                  <a:close/>
                  <a:moveTo>
                    <a:pt x="88534" y="322958"/>
                  </a:moveTo>
                  <a:lnTo>
                    <a:pt x="81164" y="322958"/>
                  </a:lnTo>
                  <a:lnTo>
                    <a:pt x="81164" y="358842"/>
                  </a:lnTo>
                  <a:close/>
                  <a:moveTo>
                    <a:pt x="380294" y="322958"/>
                  </a:moveTo>
                  <a:lnTo>
                    <a:pt x="382088" y="358842"/>
                  </a:lnTo>
                  <a:lnTo>
                    <a:pt x="404103" y="322958"/>
                  </a:lnTo>
                  <a:close/>
                  <a:moveTo>
                    <a:pt x="78485" y="287074"/>
                  </a:moveTo>
                  <a:lnTo>
                    <a:pt x="81164" y="322958"/>
                  </a:lnTo>
                  <a:lnTo>
                    <a:pt x="81164" y="296483"/>
                  </a:lnTo>
                  <a:close/>
                  <a:moveTo>
                    <a:pt x="68577" y="322958"/>
                  </a:moveTo>
                  <a:lnTo>
                    <a:pt x="81164" y="322958"/>
                  </a:lnTo>
                  <a:lnTo>
                    <a:pt x="78485" y="287074"/>
                  </a:lnTo>
                  <a:close/>
                  <a:moveTo>
                    <a:pt x="81164" y="322958"/>
                  </a:moveTo>
                  <a:lnTo>
                    <a:pt x="88534" y="322958"/>
                  </a:lnTo>
                  <a:lnTo>
                    <a:pt x="81164" y="296483"/>
                  </a:lnTo>
                  <a:close/>
                  <a:moveTo>
                    <a:pt x="382518" y="287074"/>
                  </a:moveTo>
                  <a:lnTo>
                    <a:pt x="380294" y="322958"/>
                  </a:lnTo>
                  <a:lnTo>
                    <a:pt x="403129" y="287074"/>
                  </a:lnTo>
                  <a:close/>
                  <a:moveTo>
                    <a:pt x="60668" y="251189"/>
                  </a:moveTo>
                  <a:lnTo>
                    <a:pt x="78485" y="287074"/>
                  </a:lnTo>
                  <a:lnTo>
                    <a:pt x="77897" y="251189"/>
                  </a:lnTo>
                  <a:close/>
                  <a:moveTo>
                    <a:pt x="388534" y="251189"/>
                  </a:moveTo>
                  <a:lnTo>
                    <a:pt x="382518" y="287074"/>
                  </a:lnTo>
                  <a:lnTo>
                    <a:pt x="407774" y="251189"/>
                  </a:lnTo>
                  <a:close/>
                  <a:moveTo>
                    <a:pt x="70512" y="215305"/>
                  </a:moveTo>
                  <a:lnTo>
                    <a:pt x="81164" y="240047"/>
                  </a:lnTo>
                  <a:lnTo>
                    <a:pt x="81164" y="215305"/>
                  </a:lnTo>
                  <a:close/>
                  <a:moveTo>
                    <a:pt x="77897" y="251189"/>
                  </a:moveTo>
                  <a:lnTo>
                    <a:pt x="81164" y="240047"/>
                  </a:lnTo>
                  <a:lnTo>
                    <a:pt x="70512" y="215305"/>
                  </a:lnTo>
                  <a:close/>
                  <a:moveTo>
                    <a:pt x="407774" y="251189"/>
                  </a:moveTo>
                  <a:lnTo>
                    <a:pt x="398686" y="215305"/>
                  </a:lnTo>
                  <a:lnTo>
                    <a:pt x="388534" y="251189"/>
                  </a:lnTo>
                  <a:close/>
                  <a:moveTo>
                    <a:pt x="88247" y="179421"/>
                  </a:moveTo>
                  <a:lnTo>
                    <a:pt x="81164" y="215305"/>
                  </a:lnTo>
                  <a:lnTo>
                    <a:pt x="88176" y="215305"/>
                  </a:lnTo>
                  <a:close/>
                  <a:moveTo>
                    <a:pt x="88247" y="179421"/>
                  </a:moveTo>
                  <a:lnTo>
                    <a:pt x="88176" y="215305"/>
                  </a:lnTo>
                  <a:lnTo>
                    <a:pt x="106647" y="179421"/>
                  </a:lnTo>
                  <a:close/>
                  <a:moveTo>
                    <a:pt x="81164" y="215305"/>
                  </a:moveTo>
                  <a:lnTo>
                    <a:pt x="81164" y="240047"/>
                  </a:lnTo>
                  <a:lnTo>
                    <a:pt x="88176" y="215305"/>
                  </a:lnTo>
                  <a:close/>
                  <a:moveTo>
                    <a:pt x="416106" y="215305"/>
                  </a:moveTo>
                  <a:lnTo>
                    <a:pt x="416106" y="179421"/>
                  </a:lnTo>
                  <a:lnTo>
                    <a:pt x="398686" y="215305"/>
                  </a:lnTo>
                  <a:close/>
                  <a:moveTo>
                    <a:pt x="108035" y="143537"/>
                  </a:moveTo>
                  <a:lnTo>
                    <a:pt x="106647" y="179421"/>
                  </a:lnTo>
                  <a:lnTo>
                    <a:pt x="128999" y="143537"/>
                  </a:lnTo>
                  <a:close/>
                  <a:moveTo>
                    <a:pt x="436206" y="179421"/>
                  </a:moveTo>
                  <a:lnTo>
                    <a:pt x="416106" y="173106"/>
                  </a:lnTo>
                  <a:lnTo>
                    <a:pt x="416106" y="179421"/>
                  </a:lnTo>
                  <a:close/>
                  <a:moveTo>
                    <a:pt x="429027" y="143537"/>
                  </a:moveTo>
                  <a:lnTo>
                    <a:pt x="416106" y="173106"/>
                  </a:lnTo>
                  <a:lnTo>
                    <a:pt x="436206" y="179421"/>
                  </a:lnTo>
                  <a:close/>
                  <a:moveTo>
                    <a:pt x="128999" y="143537"/>
                  </a:moveTo>
                  <a:lnTo>
                    <a:pt x="129013" y="143514"/>
                  </a:lnTo>
                  <a:lnTo>
                    <a:pt x="128445" y="107653"/>
                  </a:lnTo>
                  <a:close/>
                  <a:moveTo>
                    <a:pt x="435799" y="107653"/>
                  </a:moveTo>
                  <a:lnTo>
                    <a:pt x="429027" y="143537"/>
                  </a:lnTo>
                  <a:lnTo>
                    <a:pt x="459032" y="107653"/>
                  </a:lnTo>
                  <a:close/>
                  <a:moveTo>
                    <a:pt x="150213" y="71768"/>
                  </a:moveTo>
                  <a:lnTo>
                    <a:pt x="150607" y="107653"/>
                  </a:lnTo>
                  <a:lnTo>
                    <a:pt x="175172" y="71768"/>
                  </a:lnTo>
                  <a:close/>
                  <a:moveTo>
                    <a:pt x="129013" y="107653"/>
                  </a:moveTo>
                  <a:lnTo>
                    <a:pt x="129013" y="143514"/>
                  </a:lnTo>
                  <a:lnTo>
                    <a:pt x="150607" y="107653"/>
                  </a:lnTo>
                  <a:close/>
                  <a:moveTo>
                    <a:pt x="427428" y="71768"/>
                  </a:moveTo>
                  <a:lnTo>
                    <a:pt x="435799" y="107653"/>
                  </a:lnTo>
                  <a:lnTo>
                    <a:pt x="452860" y="71768"/>
                  </a:lnTo>
                  <a:close/>
                  <a:moveTo>
                    <a:pt x="176862" y="69907"/>
                  </a:moveTo>
                  <a:lnTo>
                    <a:pt x="150213" y="71768"/>
                  </a:lnTo>
                  <a:lnTo>
                    <a:pt x="175172" y="71768"/>
                  </a:lnTo>
                  <a:close/>
                  <a:moveTo>
                    <a:pt x="176862" y="69907"/>
                  </a:moveTo>
                  <a:lnTo>
                    <a:pt x="217216" y="35884"/>
                  </a:lnTo>
                  <a:lnTo>
                    <a:pt x="184235" y="35884"/>
                  </a:lnTo>
                  <a:close/>
                  <a:moveTo>
                    <a:pt x="427428" y="71768"/>
                  </a:moveTo>
                  <a:lnTo>
                    <a:pt x="416106" y="35884"/>
                  </a:lnTo>
                  <a:lnTo>
                    <a:pt x="416106" y="57119"/>
                  </a:lnTo>
                  <a:close/>
                  <a:moveTo>
                    <a:pt x="224710" y="31370"/>
                  </a:moveTo>
                  <a:lnTo>
                    <a:pt x="184235" y="35884"/>
                  </a:lnTo>
                  <a:lnTo>
                    <a:pt x="217216" y="35884"/>
                  </a:lnTo>
                  <a:close/>
                  <a:moveTo>
                    <a:pt x="272559" y="15136"/>
                  </a:moveTo>
                  <a:lnTo>
                    <a:pt x="224710" y="11437"/>
                  </a:lnTo>
                  <a:lnTo>
                    <a:pt x="224710" y="31370"/>
                  </a:lnTo>
                  <a:close/>
                  <a:moveTo>
                    <a:pt x="368257" y="3695"/>
                  </a:moveTo>
                  <a:lnTo>
                    <a:pt x="320408" y="12509"/>
                  </a:lnTo>
                  <a:lnTo>
                    <a:pt x="368257" y="23116"/>
                  </a:lnTo>
                  <a:close/>
                  <a:moveTo>
                    <a:pt x="368257" y="23116"/>
                  </a:moveTo>
                  <a:lnTo>
                    <a:pt x="392431" y="35884"/>
                  </a:lnTo>
                  <a:lnTo>
                    <a:pt x="416106" y="27294"/>
                  </a:lnTo>
                  <a:close/>
                  <a:moveTo>
                    <a:pt x="416106" y="57119"/>
                  </a:moveTo>
                  <a:lnTo>
                    <a:pt x="416106" y="35884"/>
                  </a:lnTo>
                  <a:lnTo>
                    <a:pt x="392431" y="35884"/>
                  </a:lnTo>
                  <a:close/>
                  <a:moveTo>
                    <a:pt x="320408" y="0"/>
                  </a:moveTo>
                  <a:lnTo>
                    <a:pt x="272559" y="0"/>
                  </a:lnTo>
                  <a:lnTo>
                    <a:pt x="320408" y="12509"/>
                  </a:lnTo>
                  <a:close/>
                  <a:moveTo>
                    <a:pt x="272559" y="0"/>
                  </a:moveTo>
                  <a:lnTo>
                    <a:pt x="272559" y="15136"/>
                  </a:lnTo>
                  <a:lnTo>
                    <a:pt x="320408" y="12509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3946" name="Candidate_B1__3945">
              <a:extLst>
                <a:ext uri="{FF2B5EF4-FFF2-40B4-BE49-F238E27FC236}">
                  <a16:creationId xmlns:a16="http://schemas.microsoft.com/office/drawing/2014/main" id="{4EF28D67-9DAA-128D-3068-A76683B79E31}"/>
                </a:ext>
              </a:extLst>
            </p:cNvPr>
            <p:cNvSpPr>
              <a:spLocks noGrp="1"/>
            </p:cNvSpPr>
            <p:nvPr/>
          </p:nvSpPr>
          <p:spPr>
            <a:xfrm>
              <a:off x="4117471" y="2280360"/>
              <a:ext cx="419659" cy="670306"/>
            </a:xfrm>
            <a:custGeom>
              <a:avLst/>
              <a:gdLst/>
              <a:ahLst/>
              <a:cxnLst/>
              <a:rect l="0" t="0" r="0" b="0"/>
              <a:pathLst>
                <a:path w="419659" h="670306">
                  <a:moveTo>
                    <a:pt x="208571" y="658639"/>
                  </a:moveTo>
                  <a:lnTo>
                    <a:pt x="256420" y="633407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3407"/>
                  </a:lnTo>
                  <a:lnTo>
                    <a:pt x="256420" y="631335"/>
                  </a:lnTo>
                  <a:close/>
                  <a:moveTo>
                    <a:pt x="352118" y="489870"/>
                  </a:moveTo>
                  <a:lnTo>
                    <a:pt x="345795" y="489870"/>
                  </a:lnTo>
                  <a:lnTo>
                    <a:pt x="327789" y="525754"/>
                  </a:lnTo>
                  <a:close/>
                  <a:moveTo>
                    <a:pt x="345795" y="489870"/>
                  </a:moveTo>
                  <a:lnTo>
                    <a:pt x="352118" y="489870"/>
                  </a:lnTo>
                  <a:lnTo>
                    <a:pt x="352118" y="475646"/>
                  </a:lnTo>
                  <a:close/>
                  <a:moveTo>
                    <a:pt x="70267" y="453986"/>
                  </a:moveTo>
                  <a:lnTo>
                    <a:pt x="90070" y="418102"/>
                  </a:lnTo>
                  <a:lnTo>
                    <a:pt x="65025" y="453986"/>
                  </a:lnTo>
                  <a:close/>
                  <a:moveTo>
                    <a:pt x="65025" y="453986"/>
                  </a:moveTo>
                  <a:lnTo>
                    <a:pt x="65025" y="460057"/>
                  </a:lnTo>
                  <a:lnTo>
                    <a:pt x="70267" y="453986"/>
                  </a:lnTo>
                  <a:close/>
                  <a:moveTo>
                    <a:pt x="399966" y="166912"/>
                  </a:moveTo>
                  <a:lnTo>
                    <a:pt x="397328" y="166912"/>
                  </a:lnTo>
                  <a:lnTo>
                    <a:pt x="382547" y="202796"/>
                  </a:lnTo>
                  <a:close/>
                  <a:moveTo>
                    <a:pt x="397328" y="166912"/>
                  </a:moveTo>
                  <a:lnTo>
                    <a:pt x="399966" y="166912"/>
                  </a:lnTo>
                  <a:lnTo>
                    <a:pt x="399966" y="160597"/>
                  </a:lnTo>
                  <a:close/>
                  <a:moveTo>
                    <a:pt x="110470" y="669291"/>
                  </a:moveTo>
                  <a:lnTo>
                    <a:pt x="112874" y="669876"/>
                  </a:lnTo>
                  <a:lnTo>
                    <a:pt x="112874" y="669291"/>
                  </a:lnTo>
                  <a:close/>
                  <a:moveTo>
                    <a:pt x="65025" y="656464"/>
                  </a:moveTo>
                  <a:lnTo>
                    <a:pt x="110470" y="669291"/>
                  </a:lnTo>
                  <a:lnTo>
                    <a:pt x="87484" y="633407"/>
                  </a:lnTo>
                  <a:close/>
                  <a:moveTo>
                    <a:pt x="112874" y="642072"/>
                  </a:moveTo>
                  <a:lnTo>
                    <a:pt x="110470" y="669291"/>
                  </a:lnTo>
                  <a:lnTo>
                    <a:pt x="112874" y="669291"/>
                  </a:lnTo>
                  <a:close/>
                  <a:moveTo>
                    <a:pt x="160723" y="669291"/>
                  </a:moveTo>
                  <a:lnTo>
                    <a:pt x="112874" y="669876"/>
                  </a:lnTo>
                  <a:lnTo>
                    <a:pt x="160723" y="670306"/>
                  </a:lnTo>
                  <a:close/>
                  <a:moveTo>
                    <a:pt x="160723" y="669291"/>
                  </a:moveTo>
                  <a:lnTo>
                    <a:pt x="112874" y="669291"/>
                  </a:lnTo>
                  <a:lnTo>
                    <a:pt x="112874" y="669876"/>
                  </a:lnTo>
                  <a:close/>
                  <a:moveTo>
                    <a:pt x="112874" y="669291"/>
                  </a:moveTo>
                  <a:lnTo>
                    <a:pt x="160723" y="669291"/>
                  </a:lnTo>
                  <a:lnTo>
                    <a:pt x="112874" y="642072"/>
                  </a:lnTo>
                  <a:close/>
                  <a:moveTo>
                    <a:pt x="160723" y="669291"/>
                  </a:moveTo>
                  <a:lnTo>
                    <a:pt x="160723" y="670306"/>
                  </a:lnTo>
                  <a:lnTo>
                    <a:pt x="165218" y="669291"/>
                  </a:lnTo>
                  <a:close/>
                  <a:moveTo>
                    <a:pt x="160723" y="669291"/>
                  </a:moveTo>
                  <a:lnTo>
                    <a:pt x="208571" y="658639"/>
                  </a:lnTo>
                  <a:lnTo>
                    <a:pt x="160723" y="642971"/>
                  </a:lnTo>
                  <a:close/>
                  <a:moveTo>
                    <a:pt x="165218" y="669291"/>
                  </a:moveTo>
                  <a:lnTo>
                    <a:pt x="208571" y="658639"/>
                  </a:lnTo>
                  <a:lnTo>
                    <a:pt x="160723" y="669291"/>
                  </a:lnTo>
                  <a:close/>
                  <a:moveTo>
                    <a:pt x="28463" y="633407"/>
                  </a:moveTo>
                  <a:lnTo>
                    <a:pt x="65025" y="656464"/>
                  </a:lnTo>
                  <a:lnTo>
                    <a:pt x="65025" y="633407"/>
                  </a:lnTo>
                  <a:close/>
                  <a:moveTo>
                    <a:pt x="17176" y="619630"/>
                  </a:moveTo>
                  <a:lnTo>
                    <a:pt x="28463" y="633407"/>
                  </a:lnTo>
                  <a:lnTo>
                    <a:pt x="44528" y="597523"/>
                  </a:lnTo>
                  <a:close/>
                  <a:moveTo>
                    <a:pt x="208571" y="633407"/>
                  </a:moveTo>
                  <a:lnTo>
                    <a:pt x="208571" y="658639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1335"/>
                  </a:lnTo>
                  <a:lnTo>
                    <a:pt x="208571" y="633407"/>
                  </a:lnTo>
                  <a:close/>
                  <a:moveTo>
                    <a:pt x="3215" y="597523"/>
                  </a:moveTo>
                  <a:lnTo>
                    <a:pt x="17176" y="619630"/>
                  </a:lnTo>
                  <a:lnTo>
                    <a:pt x="17176" y="597523"/>
                  </a:lnTo>
                  <a:close/>
                  <a:moveTo>
                    <a:pt x="0" y="561638"/>
                  </a:moveTo>
                  <a:lnTo>
                    <a:pt x="17176" y="597523"/>
                  </a:lnTo>
                  <a:lnTo>
                    <a:pt x="17176" y="561638"/>
                  </a:lnTo>
                  <a:close/>
                  <a:moveTo>
                    <a:pt x="0" y="561638"/>
                  </a:moveTo>
                  <a:lnTo>
                    <a:pt x="3215" y="597523"/>
                  </a:lnTo>
                  <a:lnTo>
                    <a:pt x="17176" y="597523"/>
                  </a:lnTo>
                  <a:close/>
                  <a:moveTo>
                    <a:pt x="256420" y="597523"/>
                  </a:moveTo>
                  <a:lnTo>
                    <a:pt x="256420" y="631335"/>
                  </a:lnTo>
                  <a:lnTo>
                    <a:pt x="287787" y="597523"/>
                  </a:lnTo>
                  <a:close/>
                  <a:moveTo>
                    <a:pt x="287787" y="597523"/>
                  </a:moveTo>
                  <a:lnTo>
                    <a:pt x="304269" y="570424"/>
                  </a:lnTo>
                  <a:lnTo>
                    <a:pt x="256420" y="597523"/>
                  </a:lnTo>
                  <a:close/>
                  <a:moveTo>
                    <a:pt x="13552" y="525754"/>
                  </a:moveTo>
                  <a:lnTo>
                    <a:pt x="17176" y="561638"/>
                  </a:lnTo>
                  <a:lnTo>
                    <a:pt x="17176" y="525754"/>
                  </a:lnTo>
                  <a:close/>
                  <a:moveTo>
                    <a:pt x="13552" y="525754"/>
                  </a:moveTo>
                  <a:lnTo>
                    <a:pt x="0" y="561638"/>
                  </a:lnTo>
                  <a:lnTo>
                    <a:pt x="17176" y="561638"/>
                  </a:lnTo>
                  <a:close/>
                  <a:moveTo>
                    <a:pt x="304269" y="561638"/>
                  </a:moveTo>
                  <a:lnTo>
                    <a:pt x="304269" y="570424"/>
                  </a:lnTo>
                  <a:lnTo>
                    <a:pt x="309556" y="561638"/>
                  </a:lnTo>
                  <a:close/>
                  <a:moveTo>
                    <a:pt x="304269" y="525754"/>
                  </a:moveTo>
                  <a:lnTo>
                    <a:pt x="309556" y="561638"/>
                  </a:lnTo>
                  <a:lnTo>
                    <a:pt x="327789" y="525754"/>
                  </a:lnTo>
                  <a:close/>
                  <a:moveTo>
                    <a:pt x="304269" y="525754"/>
                  </a:moveTo>
                  <a:lnTo>
                    <a:pt x="304269" y="561638"/>
                  </a:lnTo>
                  <a:lnTo>
                    <a:pt x="309556" y="561638"/>
                  </a:lnTo>
                  <a:close/>
                  <a:moveTo>
                    <a:pt x="17176" y="520670"/>
                  </a:moveTo>
                  <a:lnTo>
                    <a:pt x="13552" y="525754"/>
                  </a:lnTo>
                  <a:lnTo>
                    <a:pt x="17176" y="525754"/>
                  </a:lnTo>
                  <a:close/>
                  <a:moveTo>
                    <a:pt x="40119" y="489870"/>
                  </a:moveTo>
                  <a:lnTo>
                    <a:pt x="17176" y="520670"/>
                  </a:lnTo>
                  <a:lnTo>
                    <a:pt x="65025" y="515575"/>
                  </a:lnTo>
                  <a:close/>
                  <a:moveTo>
                    <a:pt x="304269" y="489870"/>
                  </a:moveTo>
                  <a:lnTo>
                    <a:pt x="327789" y="525754"/>
                  </a:lnTo>
                  <a:lnTo>
                    <a:pt x="345795" y="489870"/>
                  </a:lnTo>
                  <a:close/>
                  <a:moveTo>
                    <a:pt x="65025" y="460057"/>
                  </a:moveTo>
                  <a:lnTo>
                    <a:pt x="40119" y="489870"/>
                  </a:lnTo>
                  <a:lnTo>
                    <a:pt x="65025" y="489870"/>
                  </a:lnTo>
                  <a:close/>
                  <a:moveTo>
                    <a:pt x="70267" y="453986"/>
                  </a:moveTo>
                  <a:lnTo>
                    <a:pt x="65025" y="460057"/>
                  </a:lnTo>
                  <a:lnTo>
                    <a:pt x="112874" y="470550"/>
                  </a:lnTo>
                  <a:close/>
                  <a:moveTo>
                    <a:pt x="352118" y="453986"/>
                  </a:moveTo>
                  <a:lnTo>
                    <a:pt x="345795" y="489870"/>
                  </a:lnTo>
                  <a:lnTo>
                    <a:pt x="352118" y="475646"/>
                  </a:lnTo>
                  <a:close/>
                  <a:moveTo>
                    <a:pt x="304269" y="489870"/>
                  </a:moveTo>
                  <a:lnTo>
                    <a:pt x="345795" y="489870"/>
                  </a:lnTo>
                  <a:lnTo>
                    <a:pt x="352118" y="453986"/>
                  </a:lnTo>
                  <a:close/>
                  <a:moveTo>
                    <a:pt x="90070" y="418102"/>
                  </a:moveTo>
                  <a:lnTo>
                    <a:pt x="70267" y="453986"/>
                  </a:lnTo>
                  <a:lnTo>
                    <a:pt x="112874" y="453986"/>
                  </a:lnTo>
                  <a:close/>
                  <a:moveTo>
                    <a:pt x="352118" y="453986"/>
                  </a:moveTo>
                  <a:lnTo>
                    <a:pt x="352118" y="475646"/>
                  </a:lnTo>
                  <a:lnTo>
                    <a:pt x="361469" y="453986"/>
                  </a:lnTo>
                  <a:close/>
                  <a:moveTo>
                    <a:pt x="352118" y="418102"/>
                  </a:moveTo>
                  <a:lnTo>
                    <a:pt x="361469" y="453986"/>
                  </a:lnTo>
                  <a:lnTo>
                    <a:pt x="369359" y="418102"/>
                  </a:lnTo>
                  <a:close/>
                  <a:moveTo>
                    <a:pt x="352118" y="418102"/>
                  </a:moveTo>
                  <a:lnTo>
                    <a:pt x="352118" y="453986"/>
                  </a:lnTo>
                  <a:lnTo>
                    <a:pt x="361469" y="453986"/>
                  </a:lnTo>
                  <a:close/>
                  <a:moveTo>
                    <a:pt x="94537" y="382217"/>
                  </a:moveTo>
                  <a:lnTo>
                    <a:pt x="112874" y="418102"/>
                  </a:lnTo>
                  <a:lnTo>
                    <a:pt x="112874" y="382217"/>
                  </a:lnTo>
                  <a:close/>
                  <a:moveTo>
                    <a:pt x="94537" y="382217"/>
                  </a:moveTo>
                  <a:lnTo>
                    <a:pt x="90070" y="418102"/>
                  </a:lnTo>
                  <a:lnTo>
                    <a:pt x="112874" y="418102"/>
                  </a:lnTo>
                  <a:close/>
                  <a:moveTo>
                    <a:pt x="352118" y="382217"/>
                  </a:moveTo>
                  <a:lnTo>
                    <a:pt x="369359" y="418102"/>
                  </a:lnTo>
                  <a:lnTo>
                    <a:pt x="369461" y="382217"/>
                  </a:lnTo>
                  <a:close/>
                  <a:moveTo>
                    <a:pt x="352118" y="382217"/>
                  </a:moveTo>
                  <a:lnTo>
                    <a:pt x="352118" y="418102"/>
                  </a:lnTo>
                  <a:lnTo>
                    <a:pt x="369359" y="418102"/>
                  </a:lnTo>
                  <a:close/>
                  <a:moveTo>
                    <a:pt x="86096" y="346333"/>
                  </a:moveTo>
                  <a:lnTo>
                    <a:pt x="112874" y="382217"/>
                  </a:lnTo>
                  <a:lnTo>
                    <a:pt x="112874" y="346333"/>
                  </a:lnTo>
                  <a:close/>
                  <a:moveTo>
                    <a:pt x="86096" y="346333"/>
                  </a:moveTo>
                  <a:lnTo>
                    <a:pt x="94537" y="382217"/>
                  </a:lnTo>
                  <a:lnTo>
                    <a:pt x="112874" y="382217"/>
                  </a:lnTo>
                  <a:close/>
                  <a:moveTo>
                    <a:pt x="352118" y="346333"/>
                  </a:moveTo>
                  <a:lnTo>
                    <a:pt x="369461" y="382217"/>
                  </a:lnTo>
                  <a:lnTo>
                    <a:pt x="365949" y="346333"/>
                  </a:lnTo>
                  <a:close/>
                  <a:moveTo>
                    <a:pt x="352118" y="346333"/>
                  </a:moveTo>
                  <a:lnTo>
                    <a:pt x="352118" y="382217"/>
                  </a:lnTo>
                  <a:lnTo>
                    <a:pt x="369461" y="382217"/>
                  </a:lnTo>
                  <a:close/>
                  <a:moveTo>
                    <a:pt x="72395" y="310449"/>
                  </a:moveTo>
                  <a:lnTo>
                    <a:pt x="86096" y="346333"/>
                  </a:lnTo>
                  <a:lnTo>
                    <a:pt x="112874" y="346333"/>
                  </a:lnTo>
                  <a:close/>
                  <a:moveTo>
                    <a:pt x="352118" y="310449"/>
                  </a:moveTo>
                  <a:lnTo>
                    <a:pt x="365949" y="346333"/>
                  </a:lnTo>
                  <a:lnTo>
                    <a:pt x="364155" y="310449"/>
                  </a:lnTo>
                  <a:close/>
                  <a:moveTo>
                    <a:pt x="352118" y="310449"/>
                  </a:moveTo>
                  <a:lnTo>
                    <a:pt x="352118" y="346333"/>
                  </a:lnTo>
                  <a:lnTo>
                    <a:pt x="365949" y="346333"/>
                  </a:lnTo>
                  <a:close/>
                  <a:moveTo>
                    <a:pt x="65025" y="283974"/>
                  </a:moveTo>
                  <a:lnTo>
                    <a:pt x="72395" y="310449"/>
                  </a:lnTo>
                  <a:lnTo>
                    <a:pt x="102013" y="274565"/>
                  </a:lnTo>
                  <a:close/>
                  <a:moveTo>
                    <a:pt x="352118" y="274565"/>
                  </a:moveTo>
                  <a:lnTo>
                    <a:pt x="364155" y="310449"/>
                  </a:lnTo>
                  <a:lnTo>
                    <a:pt x="366379" y="274565"/>
                  </a:lnTo>
                  <a:close/>
                  <a:moveTo>
                    <a:pt x="352118" y="274565"/>
                  </a:moveTo>
                  <a:lnTo>
                    <a:pt x="352118" y="310449"/>
                  </a:lnTo>
                  <a:lnTo>
                    <a:pt x="364155" y="310449"/>
                  </a:lnTo>
                  <a:close/>
                  <a:moveTo>
                    <a:pt x="62345" y="274565"/>
                  </a:moveTo>
                  <a:lnTo>
                    <a:pt x="65025" y="283974"/>
                  </a:lnTo>
                  <a:lnTo>
                    <a:pt x="65025" y="274565"/>
                  </a:lnTo>
                  <a:close/>
                  <a:moveTo>
                    <a:pt x="61758" y="238681"/>
                  </a:moveTo>
                  <a:lnTo>
                    <a:pt x="65025" y="274565"/>
                  </a:lnTo>
                  <a:lnTo>
                    <a:pt x="65025" y="238681"/>
                  </a:lnTo>
                  <a:close/>
                  <a:moveTo>
                    <a:pt x="61758" y="238681"/>
                  </a:moveTo>
                  <a:lnTo>
                    <a:pt x="62345" y="274565"/>
                  </a:lnTo>
                  <a:lnTo>
                    <a:pt x="65025" y="274565"/>
                  </a:lnTo>
                  <a:close/>
                  <a:moveTo>
                    <a:pt x="352118" y="238681"/>
                  </a:moveTo>
                  <a:lnTo>
                    <a:pt x="366379" y="274565"/>
                  </a:lnTo>
                  <a:lnTo>
                    <a:pt x="372395" y="238681"/>
                  </a:lnTo>
                  <a:close/>
                  <a:moveTo>
                    <a:pt x="352118" y="238681"/>
                  </a:moveTo>
                  <a:lnTo>
                    <a:pt x="352118" y="274565"/>
                  </a:lnTo>
                  <a:lnTo>
                    <a:pt x="366379" y="274565"/>
                  </a:lnTo>
                  <a:close/>
                  <a:moveTo>
                    <a:pt x="65025" y="227538"/>
                  </a:moveTo>
                  <a:lnTo>
                    <a:pt x="61758" y="238681"/>
                  </a:lnTo>
                  <a:lnTo>
                    <a:pt x="65025" y="238681"/>
                  </a:lnTo>
                  <a:close/>
                  <a:moveTo>
                    <a:pt x="65025" y="227538"/>
                  </a:moveTo>
                  <a:lnTo>
                    <a:pt x="65025" y="238681"/>
                  </a:lnTo>
                  <a:lnTo>
                    <a:pt x="72036" y="202796"/>
                  </a:lnTo>
                  <a:close/>
                  <a:moveTo>
                    <a:pt x="352118" y="202796"/>
                  </a:moveTo>
                  <a:lnTo>
                    <a:pt x="372395" y="238681"/>
                  </a:lnTo>
                  <a:lnTo>
                    <a:pt x="382547" y="202796"/>
                  </a:lnTo>
                  <a:close/>
                  <a:moveTo>
                    <a:pt x="72036" y="202796"/>
                  </a:moveTo>
                  <a:lnTo>
                    <a:pt x="111683" y="202796"/>
                  </a:lnTo>
                  <a:lnTo>
                    <a:pt x="90508" y="166912"/>
                  </a:lnTo>
                  <a:close/>
                  <a:moveTo>
                    <a:pt x="352118" y="166912"/>
                  </a:moveTo>
                  <a:lnTo>
                    <a:pt x="382547" y="202796"/>
                  </a:lnTo>
                  <a:lnTo>
                    <a:pt x="397328" y="166912"/>
                  </a:lnTo>
                  <a:close/>
                  <a:moveTo>
                    <a:pt x="112860" y="131028"/>
                  </a:moveTo>
                  <a:lnTo>
                    <a:pt x="112874" y="166912"/>
                  </a:lnTo>
                  <a:lnTo>
                    <a:pt x="112874" y="131028"/>
                  </a:lnTo>
                  <a:close/>
                  <a:moveTo>
                    <a:pt x="112860" y="131028"/>
                  </a:moveTo>
                  <a:lnTo>
                    <a:pt x="90508" y="166912"/>
                  </a:lnTo>
                  <a:lnTo>
                    <a:pt x="112874" y="166912"/>
                  </a:lnTo>
                  <a:close/>
                  <a:moveTo>
                    <a:pt x="397328" y="166912"/>
                  </a:moveTo>
                  <a:lnTo>
                    <a:pt x="399966" y="160597"/>
                  </a:lnTo>
                  <a:lnTo>
                    <a:pt x="352118" y="166912"/>
                  </a:lnTo>
                  <a:close/>
                  <a:moveTo>
                    <a:pt x="112874" y="131005"/>
                  </a:moveTo>
                  <a:lnTo>
                    <a:pt x="112860" y="131028"/>
                  </a:lnTo>
                  <a:lnTo>
                    <a:pt x="112874" y="131028"/>
                  </a:lnTo>
                  <a:close/>
                  <a:moveTo>
                    <a:pt x="134468" y="95144"/>
                  </a:moveTo>
                  <a:lnTo>
                    <a:pt x="112874" y="131005"/>
                  </a:lnTo>
                  <a:lnTo>
                    <a:pt x="160723" y="129598"/>
                  </a:lnTo>
                  <a:close/>
                  <a:moveTo>
                    <a:pt x="159827" y="131028"/>
                  </a:moveTo>
                  <a:lnTo>
                    <a:pt x="112874" y="131005"/>
                  </a:lnTo>
                  <a:lnTo>
                    <a:pt x="112874" y="131028"/>
                  </a:lnTo>
                  <a:close/>
                  <a:moveTo>
                    <a:pt x="399966" y="131028"/>
                  </a:moveTo>
                  <a:lnTo>
                    <a:pt x="399966" y="160597"/>
                  </a:lnTo>
                  <a:lnTo>
                    <a:pt x="412888" y="131028"/>
                  </a:lnTo>
                  <a:close/>
                  <a:moveTo>
                    <a:pt x="399966" y="95144"/>
                  </a:moveTo>
                  <a:lnTo>
                    <a:pt x="412888" y="131028"/>
                  </a:lnTo>
                  <a:lnTo>
                    <a:pt x="419659" y="95144"/>
                  </a:lnTo>
                  <a:close/>
                  <a:moveTo>
                    <a:pt x="399966" y="95144"/>
                  </a:moveTo>
                  <a:lnTo>
                    <a:pt x="399966" y="131028"/>
                  </a:lnTo>
                  <a:lnTo>
                    <a:pt x="412888" y="131028"/>
                  </a:lnTo>
                  <a:close/>
                  <a:moveTo>
                    <a:pt x="159032" y="59259"/>
                  </a:moveTo>
                  <a:lnTo>
                    <a:pt x="160723" y="95144"/>
                  </a:lnTo>
                  <a:lnTo>
                    <a:pt x="160723" y="59259"/>
                  </a:lnTo>
                  <a:close/>
                  <a:moveTo>
                    <a:pt x="159032" y="59259"/>
                  </a:moveTo>
                  <a:lnTo>
                    <a:pt x="134468" y="95144"/>
                  </a:lnTo>
                  <a:lnTo>
                    <a:pt x="160723" y="95144"/>
                  </a:lnTo>
                  <a:close/>
                  <a:moveTo>
                    <a:pt x="399966" y="59259"/>
                  </a:moveTo>
                  <a:lnTo>
                    <a:pt x="419659" y="95144"/>
                  </a:lnTo>
                  <a:lnTo>
                    <a:pt x="411289" y="59259"/>
                  </a:lnTo>
                  <a:close/>
                  <a:moveTo>
                    <a:pt x="399966" y="59259"/>
                  </a:moveTo>
                  <a:lnTo>
                    <a:pt x="399966" y="95144"/>
                  </a:lnTo>
                  <a:lnTo>
                    <a:pt x="419659" y="95144"/>
                  </a:lnTo>
                  <a:close/>
                  <a:moveTo>
                    <a:pt x="160723" y="57398"/>
                  </a:moveTo>
                  <a:lnTo>
                    <a:pt x="159032" y="59259"/>
                  </a:lnTo>
                  <a:lnTo>
                    <a:pt x="160723" y="59259"/>
                  </a:lnTo>
                  <a:close/>
                  <a:moveTo>
                    <a:pt x="160723" y="59259"/>
                  </a:moveTo>
                  <a:lnTo>
                    <a:pt x="201077" y="23375"/>
                  </a:lnTo>
                  <a:lnTo>
                    <a:pt x="160723" y="57398"/>
                  </a:lnTo>
                  <a:close/>
                  <a:moveTo>
                    <a:pt x="208571" y="23375"/>
                  </a:moveTo>
                  <a:lnTo>
                    <a:pt x="201077" y="23375"/>
                  </a:lnTo>
                  <a:lnTo>
                    <a:pt x="160723" y="59259"/>
                  </a:lnTo>
                  <a:close/>
                  <a:moveTo>
                    <a:pt x="208571" y="59259"/>
                  </a:moveTo>
                  <a:lnTo>
                    <a:pt x="208571" y="23375"/>
                  </a:lnTo>
                  <a:lnTo>
                    <a:pt x="160723" y="59259"/>
                  </a:lnTo>
                  <a:close/>
                  <a:moveTo>
                    <a:pt x="352118" y="23375"/>
                  </a:moveTo>
                  <a:lnTo>
                    <a:pt x="399966" y="44610"/>
                  </a:lnTo>
                  <a:lnTo>
                    <a:pt x="376291" y="23375"/>
                  </a:lnTo>
                  <a:close/>
                  <a:moveTo>
                    <a:pt x="399966" y="59259"/>
                  </a:moveTo>
                  <a:lnTo>
                    <a:pt x="399966" y="44610"/>
                  </a:lnTo>
                  <a:lnTo>
                    <a:pt x="352118" y="23375"/>
                  </a:lnTo>
                  <a:close/>
                  <a:moveTo>
                    <a:pt x="399966" y="59259"/>
                  </a:moveTo>
                  <a:lnTo>
                    <a:pt x="411289" y="59259"/>
                  </a:lnTo>
                  <a:lnTo>
                    <a:pt x="399966" y="44610"/>
                  </a:lnTo>
                  <a:close/>
                  <a:moveTo>
                    <a:pt x="208571" y="18861"/>
                  </a:moveTo>
                  <a:lnTo>
                    <a:pt x="201077" y="23375"/>
                  </a:lnTo>
                  <a:lnTo>
                    <a:pt x="208571" y="23375"/>
                  </a:lnTo>
                  <a:close/>
                  <a:moveTo>
                    <a:pt x="208571" y="23375"/>
                  </a:moveTo>
                  <a:lnTo>
                    <a:pt x="256420" y="2627"/>
                  </a:lnTo>
                  <a:lnTo>
                    <a:pt x="208571" y="18861"/>
                  </a:lnTo>
                  <a:close/>
                  <a:moveTo>
                    <a:pt x="208571" y="23375"/>
                  </a:moveTo>
                  <a:lnTo>
                    <a:pt x="256420" y="23375"/>
                  </a:lnTo>
                  <a:lnTo>
                    <a:pt x="256420" y="2627"/>
                  </a:lnTo>
                  <a:close/>
                  <a:moveTo>
                    <a:pt x="256420" y="23375"/>
                  </a:moveTo>
                  <a:lnTo>
                    <a:pt x="304269" y="0"/>
                  </a:lnTo>
                  <a:lnTo>
                    <a:pt x="256420" y="2627"/>
                  </a:lnTo>
                  <a:close/>
                  <a:moveTo>
                    <a:pt x="304269" y="23375"/>
                  </a:moveTo>
                  <a:lnTo>
                    <a:pt x="352118" y="10607"/>
                  </a:lnTo>
                  <a:lnTo>
                    <a:pt x="304269" y="0"/>
                  </a:lnTo>
                  <a:close/>
                  <a:moveTo>
                    <a:pt x="304269" y="23375"/>
                  </a:moveTo>
                  <a:lnTo>
                    <a:pt x="352118" y="23375"/>
                  </a:lnTo>
                  <a:lnTo>
                    <a:pt x="352118" y="10607"/>
                  </a:lnTo>
                  <a:close/>
                  <a:moveTo>
                    <a:pt x="352118" y="23375"/>
                  </a:moveTo>
                  <a:lnTo>
                    <a:pt x="376291" y="23375"/>
                  </a:lnTo>
                  <a:lnTo>
                    <a:pt x="352118" y="10607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3947" name="Candidate_B1__3946">
              <a:extLst>
                <a:ext uri="{FF2B5EF4-FFF2-40B4-BE49-F238E27FC236}">
                  <a16:creationId xmlns:a16="http://schemas.microsoft.com/office/drawing/2014/main" id="{DC4D048F-3FCF-3730-1C4C-9454AC82DDAE}"/>
                </a:ext>
              </a:extLst>
            </p:cNvPr>
            <p:cNvSpPr>
              <a:spLocks noGrp="1"/>
            </p:cNvSpPr>
            <p:nvPr/>
          </p:nvSpPr>
          <p:spPr>
            <a:xfrm>
              <a:off x="4134647" y="2280360"/>
              <a:ext cx="382790" cy="669291"/>
            </a:xfrm>
            <a:custGeom>
              <a:avLst/>
              <a:gdLst/>
              <a:ahLst/>
              <a:cxnLst/>
              <a:rect l="0" t="0" r="0" b="0"/>
              <a:pathLst>
                <a:path w="382790" h="669291">
                  <a:moveTo>
                    <a:pt x="47849" y="633407"/>
                  </a:moveTo>
                  <a:lnTo>
                    <a:pt x="47849" y="656464"/>
                  </a:lnTo>
                  <a:lnTo>
                    <a:pt x="70308" y="633407"/>
                  </a:lnTo>
                  <a:close/>
                  <a:moveTo>
                    <a:pt x="70308" y="633407"/>
                  </a:moveTo>
                  <a:lnTo>
                    <a:pt x="93293" y="669291"/>
                  </a:lnTo>
                  <a:lnTo>
                    <a:pt x="95698" y="642072"/>
                  </a:lnTo>
                  <a:close/>
                  <a:moveTo>
                    <a:pt x="143546" y="669291"/>
                  </a:moveTo>
                  <a:lnTo>
                    <a:pt x="143546" y="642971"/>
                  </a:lnTo>
                  <a:lnTo>
                    <a:pt x="95698" y="642072"/>
                  </a:lnTo>
                  <a:close/>
                  <a:moveTo>
                    <a:pt x="143546" y="642971"/>
                  </a:moveTo>
                  <a:lnTo>
                    <a:pt x="191395" y="658639"/>
                  </a:lnTo>
                  <a:lnTo>
                    <a:pt x="191395" y="633407"/>
                  </a:lnTo>
                  <a:close/>
                  <a:moveTo>
                    <a:pt x="0" y="597523"/>
                  </a:moveTo>
                  <a:lnTo>
                    <a:pt x="0" y="619630"/>
                  </a:lnTo>
                  <a:lnTo>
                    <a:pt x="27351" y="597523"/>
                  </a:lnTo>
                  <a:close/>
                  <a:moveTo>
                    <a:pt x="27351" y="597523"/>
                  </a:moveTo>
                  <a:lnTo>
                    <a:pt x="11286" y="633407"/>
                  </a:lnTo>
                  <a:lnTo>
                    <a:pt x="47849" y="620408"/>
                  </a:lnTo>
                  <a:close/>
                  <a:moveTo>
                    <a:pt x="47849" y="620408"/>
                  </a:moveTo>
                  <a:lnTo>
                    <a:pt x="11286" y="633407"/>
                  </a:lnTo>
                  <a:lnTo>
                    <a:pt x="47849" y="633407"/>
                  </a:lnTo>
                  <a:close/>
                  <a:moveTo>
                    <a:pt x="191395" y="626824"/>
                  </a:moveTo>
                  <a:lnTo>
                    <a:pt x="239244" y="631335"/>
                  </a:lnTo>
                  <a:lnTo>
                    <a:pt x="239244" y="597523"/>
                  </a:lnTo>
                  <a:close/>
                  <a:moveTo>
                    <a:pt x="191395" y="633407"/>
                  </a:moveTo>
                  <a:lnTo>
                    <a:pt x="239244" y="631335"/>
                  </a:lnTo>
                  <a:lnTo>
                    <a:pt x="191395" y="626824"/>
                  </a:lnTo>
                  <a:close/>
                  <a:moveTo>
                    <a:pt x="22265" y="561638"/>
                  </a:moveTo>
                  <a:lnTo>
                    <a:pt x="0" y="561638"/>
                  </a:lnTo>
                  <a:lnTo>
                    <a:pt x="0" y="597523"/>
                  </a:lnTo>
                  <a:close/>
                  <a:moveTo>
                    <a:pt x="239244" y="576927"/>
                  </a:moveTo>
                  <a:lnTo>
                    <a:pt x="287093" y="561638"/>
                  </a:lnTo>
                  <a:lnTo>
                    <a:pt x="247325" y="561638"/>
                  </a:lnTo>
                  <a:close/>
                  <a:moveTo>
                    <a:pt x="239244" y="576927"/>
                  </a:moveTo>
                  <a:lnTo>
                    <a:pt x="287093" y="570424"/>
                  </a:lnTo>
                  <a:lnTo>
                    <a:pt x="287093" y="561638"/>
                  </a:lnTo>
                  <a:close/>
                  <a:moveTo>
                    <a:pt x="239244" y="597523"/>
                  </a:moveTo>
                  <a:lnTo>
                    <a:pt x="287093" y="570424"/>
                  </a:lnTo>
                  <a:lnTo>
                    <a:pt x="239244" y="576927"/>
                  </a:lnTo>
                  <a:close/>
                  <a:moveTo>
                    <a:pt x="38989" y="525754"/>
                  </a:moveTo>
                  <a:lnTo>
                    <a:pt x="0" y="525754"/>
                  </a:lnTo>
                  <a:lnTo>
                    <a:pt x="0" y="561638"/>
                  </a:lnTo>
                  <a:close/>
                  <a:moveTo>
                    <a:pt x="287093" y="561638"/>
                  </a:moveTo>
                  <a:lnTo>
                    <a:pt x="287093" y="525754"/>
                  </a:lnTo>
                  <a:lnTo>
                    <a:pt x="247325" y="561638"/>
                  </a:lnTo>
                  <a:close/>
                  <a:moveTo>
                    <a:pt x="47849" y="489870"/>
                  </a:moveTo>
                  <a:lnTo>
                    <a:pt x="22943" y="489870"/>
                  </a:lnTo>
                  <a:lnTo>
                    <a:pt x="47849" y="515575"/>
                  </a:lnTo>
                  <a:close/>
                  <a:moveTo>
                    <a:pt x="47849" y="515575"/>
                  </a:moveTo>
                  <a:lnTo>
                    <a:pt x="0" y="520670"/>
                  </a:lnTo>
                  <a:lnTo>
                    <a:pt x="38989" y="525754"/>
                  </a:lnTo>
                  <a:close/>
                  <a:moveTo>
                    <a:pt x="38989" y="525754"/>
                  </a:moveTo>
                  <a:lnTo>
                    <a:pt x="0" y="520670"/>
                  </a:lnTo>
                  <a:lnTo>
                    <a:pt x="0" y="525754"/>
                  </a:lnTo>
                  <a:close/>
                  <a:moveTo>
                    <a:pt x="287093" y="489870"/>
                  </a:moveTo>
                  <a:lnTo>
                    <a:pt x="287093" y="525754"/>
                  </a:lnTo>
                  <a:lnTo>
                    <a:pt x="310613" y="525754"/>
                  </a:lnTo>
                  <a:close/>
                  <a:moveTo>
                    <a:pt x="287093" y="525754"/>
                  </a:moveTo>
                  <a:lnTo>
                    <a:pt x="287093" y="489870"/>
                  </a:lnTo>
                  <a:lnTo>
                    <a:pt x="257488" y="525754"/>
                  </a:lnTo>
                  <a:close/>
                  <a:moveTo>
                    <a:pt x="95698" y="453986"/>
                  </a:moveTo>
                  <a:lnTo>
                    <a:pt x="53091" y="453986"/>
                  </a:lnTo>
                  <a:lnTo>
                    <a:pt x="95698" y="470550"/>
                  </a:lnTo>
                  <a:close/>
                  <a:moveTo>
                    <a:pt x="95698" y="470550"/>
                  </a:moveTo>
                  <a:lnTo>
                    <a:pt x="47849" y="460057"/>
                  </a:lnTo>
                  <a:lnTo>
                    <a:pt x="75733" y="489870"/>
                  </a:lnTo>
                  <a:close/>
                  <a:moveTo>
                    <a:pt x="75733" y="489870"/>
                  </a:moveTo>
                  <a:lnTo>
                    <a:pt x="47849" y="460057"/>
                  </a:lnTo>
                  <a:lnTo>
                    <a:pt x="47849" y="489870"/>
                  </a:lnTo>
                  <a:close/>
                  <a:moveTo>
                    <a:pt x="287093" y="453986"/>
                  </a:moveTo>
                  <a:lnTo>
                    <a:pt x="287093" y="489870"/>
                  </a:lnTo>
                  <a:lnTo>
                    <a:pt x="334941" y="453986"/>
                  </a:lnTo>
                  <a:close/>
                  <a:moveTo>
                    <a:pt x="72893" y="418102"/>
                  </a:moveTo>
                  <a:lnTo>
                    <a:pt x="95698" y="453986"/>
                  </a:lnTo>
                  <a:lnTo>
                    <a:pt x="95698" y="418102"/>
                  </a:lnTo>
                  <a:close/>
                  <a:moveTo>
                    <a:pt x="138727" y="418102"/>
                  </a:moveTo>
                  <a:lnTo>
                    <a:pt x="95698" y="418102"/>
                  </a:lnTo>
                  <a:lnTo>
                    <a:pt x="95698" y="453986"/>
                  </a:lnTo>
                  <a:close/>
                  <a:moveTo>
                    <a:pt x="287093" y="453986"/>
                  </a:moveTo>
                  <a:lnTo>
                    <a:pt x="334941" y="453986"/>
                  </a:lnTo>
                  <a:lnTo>
                    <a:pt x="334941" y="418102"/>
                  </a:lnTo>
                  <a:close/>
                  <a:moveTo>
                    <a:pt x="287093" y="453986"/>
                  </a:moveTo>
                  <a:lnTo>
                    <a:pt x="334941" y="418102"/>
                  </a:lnTo>
                  <a:lnTo>
                    <a:pt x="287093" y="418102"/>
                  </a:lnTo>
                  <a:close/>
                  <a:moveTo>
                    <a:pt x="139378" y="382217"/>
                  </a:moveTo>
                  <a:lnTo>
                    <a:pt x="95698" y="382217"/>
                  </a:lnTo>
                  <a:lnTo>
                    <a:pt x="95698" y="418102"/>
                  </a:lnTo>
                  <a:close/>
                  <a:moveTo>
                    <a:pt x="287093" y="418102"/>
                  </a:moveTo>
                  <a:lnTo>
                    <a:pt x="334941" y="418102"/>
                  </a:lnTo>
                  <a:lnTo>
                    <a:pt x="334941" y="382217"/>
                  </a:lnTo>
                  <a:close/>
                  <a:moveTo>
                    <a:pt x="287093" y="418102"/>
                  </a:moveTo>
                  <a:lnTo>
                    <a:pt x="334941" y="382217"/>
                  </a:lnTo>
                  <a:lnTo>
                    <a:pt x="287093" y="382217"/>
                  </a:lnTo>
                  <a:close/>
                  <a:moveTo>
                    <a:pt x="123550" y="346333"/>
                  </a:moveTo>
                  <a:lnTo>
                    <a:pt x="95698" y="346333"/>
                  </a:lnTo>
                  <a:lnTo>
                    <a:pt x="95698" y="382217"/>
                  </a:lnTo>
                  <a:close/>
                  <a:moveTo>
                    <a:pt x="290219" y="346333"/>
                  </a:moveTo>
                  <a:lnTo>
                    <a:pt x="287093" y="374306"/>
                  </a:lnTo>
                  <a:lnTo>
                    <a:pt x="334941" y="346333"/>
                  </a:lnTo>
                  <a:close/>
                  <a:moveTo>
                    <a:pt x="334941" y="346333"/>
                  </a:moveTo>
                  <a:lnTo>
                    <a:pt x="287093" y="374306"/>
                  </a:lnTo>
                  <a:lnTo>
                    <a:pt x="287093" y="382217"/>
                  </a:lnTo>
                  <a:close/>
                  <a:moveTo>
                    <a:pt x="334941" y="346333"/>
                  </a:moveTo>
                  <a:lnTo>
                    <a:pt x="287093" y="382217"/>
                  </a:lnTo>
                  <a:lnTo>
                    <a:pt x="334941" y="382217"/>
                  </a:lnTo>
                  <a:close/>
                  <a:moveTo>
                    <a:pt x="55219" y="310449"/>
                  </a:moveTo>
                  <a:lnTo>
                    <a:pt x="95698" y="346333"/>
                  </a:lnTo>
                  <a:lnTo>
                    <a:pt x="95698" y="310449"/>
                  </a:lnTo>
                  <a:close/>
                  <a:moveTo>
                    <a:pt x="334941" y="346333"/>
                  </a:moveTo>
                  <a:lnTo>
                    <a:pt x="334941" y="310449"/>
                  </a:lnTo>
                  <a:lnTo>
                    <a:pt x="290219" y="346333"/>
                  </a:lnTo>
                  <a:close/>
                  <a:moveTo>
                    <a:pt x="334941" y="310449"/>
                  </a:moveTo>
                  <a:lnTo>
                    <a:pt x="297237" y="310449"/>
                  </a:lnTo>
                  <a:lnTo>
                    <a:pt x="290219" y="346333"/>
                  </a:lnTo>
                  <a:close/>
                  <a:moveTo>
                    <a:pt x="47849" y="274565"/>
                  </a:moveTo>
                  <a:lnTo>
                    <a:pt x="47849" y="283974"/>
                  </a:lnTo>
                  <a:lnTo>
                    <a:pt x="84836" y="274565"/>
                  </a:lnTo>
                  <a:close/>
                  <a:moveTo>
                    <a:pt x="84836" y="274565"/>
                  </a:moveTo>
                  <a:lnTo>
                    <a:pt x="55219" y="310449"/>
                  </a:lnTo>
                  <a:lnTo>
                    <a:pt x="95698" y="302267"/>
                  </a:lnTo>
                  <a:close/>
                  <a:moveTo>
                    <a:pt x="95698" y="302267"/>
                  </a:moveTo>
                  <a:lnTo>
                    <a:pt x="55219" y="310449"/>
                  </a:lnTo>
                  <a:lnTo>
                    <a:pt x="95698" y="310449"/>
                  </a:lnTo>
                  <a:close/>
                  <a:moveTo>
                    <a:pt x="334941" y="310449"/>
                  </a:moveTo>
                  <a:lnTo>
                    <a:pt x="334941" y="274565"/>
                  </a:lnTo>
                  <a:lnTo>
                    <a:pt x="297237" y="310449"/>
                  </a:lnTo>
                  <a:close/>
                  <a:moveTo>
                    <a:pt x="334941" y="274565"/>
                  </a:moveTo>
                  <a:lnTo>
                    <a:pt x="305264" y="274565"/>
                  </a:lnTo>
                  <a:lnTo>
                    <a:pt x="297237" y="310449"/>
                  </a:lnTo>
                  <a:close/>
                  <a:moveTo>
                    <a:pt x="84836" y="274565"/>
                  </a:moveTo>
                  <a:lnTo>
                    <a:pt x="82984" y="238681"/>
                  </a:lnTo>
                  <a:lnTo>
                    <a:pt x="47849" y="274565"/>
                  </a:lnTo>
                  <a:close/>
                  <a:moveTo>
                    <a:pt x="82984" y="238681"/>
                  </a:moveTo>
                  <a:lnTo>
                    <a:pt x="47849" y="238681"/>
                  </a:lnTo>
                  <a:lnTo>
                    <a:pt x="47849" y="274565"/>
                  </a:lnTo>
                  <a:close/>
                  <a:moveTo>
                    <a:pt x="334941" y="274565"/>
                  </a:moveTo>
                  <a:lnTo>
                    <a:pt x="334941" y="238681"/>
                  </a:lnTo>
                  <a:lnTo>
                    <a:pt x="305264" y="274565"/>
                  </a:lnTo>
                  <a:close/>
                  <a:moveTo>
                    <a:pt x="54860" y="202796"/>
                  </a:moveTo>
                  <a:lnTo>
                    <a:pt x="47849" y="238681"/>
                  </a:lnTo>
                  <a:lnTo>
                    <a:pt x="82984" y="238681"/>
                  </a:lnTo>
                  <a:close/>
                  <a:moveTo>
                    <a:pt x="54860" y="202796"/>
                  </a:moveTo>
                  <a:lnTo>
                    <a:pt x="82984" y="238681"/>
                  </a:lnTo>
                  <a:lnTo>
                    <a:pt x="94507" y="202796"/>
                  </a:lnTo>
                  <a:close/>
                  <a:moveTo>
                    <a:pt x="334941" y="202796"/>
                  </a:moveTo>
                  <a:lnTo>
                    <a:pt x="334941" y="238681"/>
                  </a:lnTo>
                  <a:lnTo>
                    <a:pt x="355219" y="238681"/>
                  </a:lnTo>
                  <a:close/>
                  <a:moveTo>
                    <a:pt x="334941" y="238681"/>
                  </a:moveTo>
                  <a:lnTo>
                    <a:pt x="334941" y="202796"/>
                  </a:lnTo>
                  <a:lnTo>
                    <a:pt x="312677" y="238681"/>
                  </a:lnTo>
                  <a:close/>
                  <a:moveTo>
                    <a:pt x="73331" y="166912"/>
                  </a:moveTo>
                  <a:lnTo>
                    <a:pt x="95698" y="200680"/>
                  </a:lnTo>
                  <a:lnTo>
                    <a:pt x="95698" y="166912"/>
                  </a:lnTo>
                  <a:close/>
                  <a:moveTo>
                    <a:pt x="94507" y="202796"/>
                  </a:moveTo>
                  <a:lnTo>
                    <a:pt x="95698" y="200680"/>
                  </a:lnTo>
                  <a:lnTo>
                    <a:pt x="73331" y="166912"/>
                  </a:lnTo>
                  <a:close/>
                  <a:moveTo>
                    <a:pt x="334941" y="166912"/>
                  </a:moveTo>
                  <a:lnTo>
                    <a:pt x="334941" y="202796"/>
                  </a:lnTo>
                  <a:lnTo>
                    <a:pt x="365371" y="202796"/>
                  </a:lnTo>
                  <a:close/>
                  <a:moveTo>
                    <a:pt x="142651" y="131028"/>
                  </a:moveTo>
                  <a:lnTo>
                    <a:pt x="95698" y="131028"/>
                  </a:lnTo>
                  <a:lnTo>
                    <a:pt x="95698" y="166912"/>
                  </a:lnTo>
                  <a:close/>
                  <a:moveTo>
                    <a:pt x="334941" y="161843"/>
                  </a:moveTo>
                  <a:lnTo>
                    <a:pt x="382790" y="131028"/>
                  </a:lnTo>
                  <a:lnTo>
                    <a:pt x="345683" y="131028"/>
                  </a:lnTo>
                  <a:close/>
                  <a:moveTo>
                    <a:pt x="334941" y="161843"/>
                  </a:moveTo>
                  <a:lnTo>
                    <a:pt x="382790" y="160597"/>
                  </a:lnTo>
                  <a:lnTo>
                    <a:pt x="382790" y="131028"/>
                  </a:lnTo>
                  <a:close/>
                  <a:moveTo>
                    <a:pt x="334941" y="166912"/>
                  </a:moveTo>
                  <a:lnTo>
                    <a:pt x="382790" y="160597"/>
                  </a:lnTo>
                  <a:lnTo>
                    <a:pt x="334941" y="161843"/>
                  </a:lnTo>
                  <a:close/>
                  <a:moveTo>
                    <a:pt x="143546" y="95144"/>
                  </a:moveTo>
                  <a:lnTo>
                    <a:pt x="117292" y="95144"/>
                  </a:lnTo>
                  <a:lnTo>
                    <a:pt x="143546" y="129598"/>
                  </a:lnTo>
                  <a:close/>
                  <a:moveTo>
                    <a:pt x="143546" y="129598"/>
                  </a:moveTo>
                  <a:lnTo>
                    <a:pt x="95698" y="131005"/>
                  </a:lnTo>
                  <a:lnTo>
                    <a:pt x="142651" y="131028"/>
                  </a:lnTo>
                  <a:close/>
                  <a:moveTo>
                    <a:pt x="382790" y="131028"/>
                  </a:moveTo>
                  <a:lnTo>
                    <a:pt x="382790" y="95144"/>
                  </a:lnTo>
                  <a:lnTo>
                    <a:pt x="345683" y="131028"/>
                  </a:lnTo>
                  <a:close/>
                  <a:moveTo>
                    <a:pt x="143546" y="95144"/>
                  </a:moveTo>
                  <a:lnTo>
                    <a:pt x="191395" y="59259"/>
                  </a:lnTo>
                  <a:lnTo>
                    <a:pt x="143546" y="59259"/>
                  </a:lnTo>
                  <a:close/>
                  <a:moveTo>
                    <a:pt x="334941" y="59259"/>
                  </a:moveTo>
                  <a:lnTo>
                    <a:pt x="382790" y="95144"/>
                  </a:lnTo>
                  <a:lnTo>
                    <a:pt x="382790" y="59259"/>
                  </a:lnTo>
                  <a:close/>
                  <a:moveTo>
                    <a:pt x="191395" y="59259"/>
                  </a:moveTo>
                  <a:lnTo>
                    <a:pt x="239244" y="23375"/>
                  </a:lnTo>
                  <a:lnTo>
                    <a:pt x="191395" y="23375"/>
                  </a:lnTo>
                  <a:close/>
                  <a:moveTo>
                    <a:pt x="334941" y="59259"/>
                  </a:moveTo>
                  <a:lnTo>
                    <a:pt x="382790" y="59259"/>
                  </a:lnTo>
                  <a:lnTo>
                    <a:pt x="334941" y="23375"/>
                  </a:lnTo>
                  <a:close/>
                  <a:moveTo>
                    <a:pt x="287093" y="23375"/>
                  </a:moveTo>
                  <a:lnTo>
                    <a:pt x="334941" y="59259"/>
                  </a:lnTo>
                  <a:lnTo>
                    <a:pt x="334941" y="23375"/>
                  </a:lnTo>
                  <a:close/>
                  <a:moveTo>
                    <a:pt x="239244" y="23375"/>
                  </a:moveTo>
                  <a:lnTo>
                    <a:pt x="287093" y="23375"/>
                  </a:lnTo>
                  <a:lnTo>
                    <a:pt x="287093" y="0"/>
                  </a:lnTo>
                  <a:close/>
                  <a:moveTo>
                    <a:pt x="287093" y="23375"/>
                  </a:moveTo>
                  <a:lnTo>
                    <a:pt x="239244" y="23375"/>
                  </a:lnTo>
                  <a:lnTo>
                    <a:pt x="287093" y="4065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3948" name="Candidate_B1__3947">
              <a:extLst>
                <a:ext uri="{FF2B5EF4-FFF2-40B4-BE49-F238E27FC236}">
                  <a16:creationId xmlns:a16="http://schemas.microsoft.com/office/drawing/2014/main" id="{CF39E8BF-AF0B-7C63-6AE8-3524307A110A}"/>
                </a:ext>
              </a:extLst>
            </p:cNvPr>
            <p:cNvSpPr>
              <a:spLocks noGrp="1"/>
            </p:cNvSpPr>
            <p:nvPr/>
          </p:nvSpPr>
          <p:spPr>
            <a:xfrm>
              <a:off x="4134647" y="2303735"/>
              <a:ext cx="382790" cy="619596"/>
            </a:xfrm>
            <a:custGeom>
              <a:avLst/>
              <a:gdLst/>
              <a:ahLst/>
              <a:cxnLst/>
              <a:rect l="0" t="0" r="0" b="0"/>
              <a:pathLst>
                <a:path w="382790" h="619596">
                  <a:moveTo>
                    <a:pt x="143546" y="619596"/>
                  </a:moveTo>
                  <a:lnTo>
                    <a:pt x="191395" y="610031"/>
                  </a:lnTo>
                  <a:lnTo>
                    <a:pt x="175859" y="610031"/>
                  </a:lnTo>
                  <a:close/>
                  <a:moveTo>
                    <a:pt x="47849" y="610031"/>
                  </a:moveTo>
                  <a:lnTo>
                    <a:pt x="70308" y="610031"/>
                  </a:lnTo>
                  <a:lnTo>
                    <a:pt x="47849" y="597033"/>
                  </a:lnTo>
                  <a:close/>
                  <a:moveTo>
                    <a:pt x="191395" y="603448"/>
                  </a:moveTo>
                  <a:lnTo>
                    <a:pt x="239244" y="574147"/>
                  </a:lnTo>
                  <a:lnTo>
                    <a:pt x="226171" y="574147"/>
                  </a:lnTo>
                  <a:close/>
                  <a:moveTo>
                    <a:pt x="175859" y="610031"/>
                  </a:moveTo>
                  <a:lnTo>
                    <a:pt x="191395" y="610031"/>
                  </a:lnTo>
                  <a:lnTo>
                    <a:pt x="191395" y="603448"/>
                  </a:lnTo>
                  <a:close/>
                  <a:moveTo>
                    <a:pt x="27351" y="574147"/>
                  </a:moveTo>
                  <a:lnTo>
                    <a:pt x="22265" y="538263"/>
                  </a:lnTo>
                  <a:lnTo>
                    <a:pt x="0" y="574147"/>
                  </a:lnTo>
                  <a:close/>
                  <a:moveTo>
                    <a:pt x="226171" y="574147"/>
                  </a:moveTo>
                  <a:lnTo>
                    <a:pt x="239244" y="574147"/>
                  </a:lnTo>
                  <a:lnTo>
                    <a:pt x="239244" y="553552"/>
                  </a:lnTo>
                  <a:close/>
                  <a:moveTo>
                    <a:pt x="22265" y="538263"/>
                  </a:moveTo>
                  <a:lnTo>
                    <a:pt x="38989" y="502379"/>
                  </a:lnTo>
                  <a:lnTo>
                    <a:pt x="0" y="538263"/>
                  </a:lnTo>
                  <a:close/>
                  <a:moveTo>
                    <a:pt x="287093" y="502379"/>
                  </a:moveTo>
                  <a:lnTo>
                    <a:pt x="257488" y="502379"/>
                  </a:lnTo>
                  <a:lnTo>
                    <a:pt x="247325" y="538263"/>
                  </a:lnTo>
                  <a:close/>
                  <a:moveTo>
                    <a:pt x="287093" y="466495"/>
                  </a:moveTo>
                  <a:lnTo>
                    <a:pt x="265025" y="466495"/>
                  </a:lnTo>
                  <a:lnTo>
                    <a:pt x="257488" y="502379"/>
                  </a:lnTo>
                  <a:close/>
                  <a:moveTo>
                    <a:pt x="47849" y="466495"/>
                  </a:moveTo>
                  <a:lnTo>
                    <a:pt x="47849" y="492200"/>
                  </a:lnTo>
                  <a:lnTo>
                    <a:pt x="75733" y="466495"/>
                  </a:lnTo>
                  <a:close/>
                  <a:moveTo>
                    <a:pt x="287093" y="466495"/>
                  </a:moveTo>
                  <a:lnTo>
                    <a:pt x="287093" y="430610"/>
                  </a:lnTo>
                  <a:lnTo>
                    <a:pt x="265025" y="466495"/>
                  </a:lnTo>
                  <a:close/>
                  <a:moveTo>
                    <a:pt x="287093" y="430610"/>
                  </a:moveTo>
                  <a:lnTo>
                    <a:pt x="273149" y="430610"/>
                  </a:lnTo>
                  <a:lnTo>
                    <a:pt x="265025" y="466495"/>
                  </a:lnTo>
                  <a:close/>
                  <a:moveTo>
                    <a:pt x="116791" y="430610"/>
                  </a:moveTo>
                  <a:lnTo>
                    <a:pt x="138727" y="394726"/>
                  </a:lnTo>
                  <a:lnTo>
                    <a:pt x="95698" y="430610"/>
                  </a:lnTo>
                  <a:close/>
                  <a:moveTo>
                    <a:pt x="95698" y="430610"/>
                  </a:moveTo>
                  <a:lnTo>
                    <a:pt x="95698" y="447175"/>
                  </a:lnTo>
                  <a:lnTo>
                    <a:pt x="116791" y="430610"/>
                  </a:lnTo>
                  <a:close/>
                  <a:moveTo>
                    <a:pt x="287093" y="430610"/>
                  </a:moveTo>
                  <a:lnTo>
                    <a:pt x="287093" y="394726"/>
                  </a:lnTo>
                  <a:lnTo>
                    <a:pt x="273149" y="430610"/>
                  </a:lnTo>
                  <a:close/>
                  <a:moveTo>
                    <a:pt x="287093" y="394726"/>
                  </a:moveTo>
                  <a:lnTo>
                    <a:pt x="280562" y="394726"/>
                  </a:lnTo>
                  <a:lnTo>
                    <a:pt x="273149" y="430610"/>
                  </a:lnTo>
                  <a:close/>
                  <a:moveTo>
                    <a:pt x="138727" y="394726"/>
                  </a:moveTo>
                  <a:lnTo>
                    <a:pt x="139378" y="358842"/>
                  </a:lnTo>
                  <a:lnTo>
                    <a:pt x="95698" y="394726"/>
                  </a:lnTo>
                  <a:close/>
                  <a:moveTo>
                    <a:pt x="287093" y="394726"/>
                  </a:moveTo>
                  <a:lnTo>
                    <a:pt x="287093" y="358842"/>
                  </a:lnTo>
                  <a:lnTo>
                    <a:pt x="280562" y="394726"/>
                  </a:lnTo>
                  <a:close/>
                  <a:moveTo>
                    <a:pt x="287093" y="358842"/>
                  </a:moveTo>
                  <a:lnTo>
                    <a:pt x="285522" y="358842"/>
                  </a:lnTo>
                  <a:lnTo>
                    <a:pt x="280562" y="394726"/>
                  </a:lnTo>
                  <a:close/>
                  <a:moveTo>
                    <a:pt x="139378" y="358842"/>
                  </a:moveTo>
                  <a:lnTo>
                    <a:pt x="123550" y="322958"/>
                  </a:lnTo>
                  <a:lnTo>
                    <a:pt x="95698" y="358842"/>
                  </a:lnTo>
                  <a:close/>
                  <a:moveTo>
                    <a:pt x="285522" y="358842"/>
                  </a:moveTo>
                  <a:lnTo>
                    <a:pt x="287093" y="358842"/>
                  </a:lnTo>
                  <a:lnTo>
                    <a:pt x="287093" y="350930"/>
                  </a:lnTo>
                  <a:close/>
                  <a:moveTo>
                    <a:pt x="123550" y="322958"/>
                  </a:moveTo>
                  <a:lnTo>
                    <a:pt x="99914" y="287074"/>
                  </a:lnTo>
                  <a:lnTo>
                    <a:pt x="95698" y="322958"/>
                  </a:lnTo>
                  <a:close/>
                  <a:moveTo>
                    <a:pt x="99914" y="287074"/>
                  </a:moveTo>
                  <a:lnTo>
                    <a:pt x="95698" y="287074"/>
                  </a:lnTo>
                  <a:lnTo>
                    <a:pt x="95698" y="322958"/>
                  </a:lnTo>
                  <a:close/>
                  <a:moveTo>
                    <a:pt x="95698" y="287074"/>
                  </a:moveTo>
                  <a:lnTo>
                    <a:pt x="99914" y="287074"/>
                  </a:lnTo>
                  <a:lnTo>
                    <a:pt x="95698" y="278891"/>
                  </a:lnTo>
                  <a:close/>
                  <a:moveTo>
                    <a:pt x="334941" y="215305"/>
                  </a:moveTo>
                  <a:lnTo>
                    <a:pt x="312677" y="215305"/>
                  </a:lnTo>
                  <a:lnTo>
                    <a:pt x="305264" y="251189"/>
                  </a:lnTo>
                  <a:close/>
                  <a:moveTo>
                    <a:pt x="334941" y="179421"/>
                  </a:moveTo>
                  <a:lnTo>
                    <a:pt x="320773" y="179421"/>
                  </a:lnTo>
                  <a:lnTo>
                    <a:pt x="312677" y="215305"/>
                  </a:lnTo>
                  <a:close/>
                  <a:moveTo>
                    <a:pt x="334941" y="179421"/>
                  </a:moveTo>
                  <a:lnTo>
                    <a:pt x="334941" y="143537"/>
                  </a:lnTo>
                  <a:lnTo>
                    <a:pt x="320773" y="179421"/>
                  </a:lnTo>
                  <a:close/>
                  <a:moveTo>
                    <a:pt x="334941" y="143537"/>
                  </a:moveTo>
                  <a:lnTo>
                    <a:pt x="333015" y="143537"/>
                  </a:lnTo>
                  <a:lnTo>
                    <a:pt x="320773" y="179421"/>
                  </a:lnTo>
                  <a:close/>
                  <a:moveTo>
                    <a:pt x="118145" y="143537"/>
                  </a:moveTo>
                  <a:lnTo>
                    <a:pt x="142651" y="107653"/>
                  </a:lnTo>
                  <a:lnTo>
                    <a:pt x="95698" y="143537"/>
                  </a:lnTo>
                  <a:close/>
                  <a:moveTo>
                    <a:pt x="95698" y="143537"/>
                  </a:moveTo>
                  <a:lnTo>
                    <a:pt x="95698" y="177305"/>
                  </a:lnTo>
                  <a:lnTo>
                    <a:pt x="118145" y="143537"/>
                  </a:lnTo>
                  <a:close/>
                  <a:moveTo>
                    <a:pt x="333015" y="143537"/>
                  </a:moveTo>
                  <a:lnTo>
                    <a:pt x="334941" y="143537"/>
                  </a:lnTo>
                  <a:lnTo>
                    <a:pt x="334941" y="138467"/>
                  </a:lnTo>
                  <a:close/>
                  <a:moveTo>
                    <a:pt x="382790" y="71768"/>
                  </a:moveTo>
                  <a:lnTo>
                    <a:pt x="349687" y="71768"/>
                  </a:lnTo>
                  <a:lnTo>
                    <a:pt x="345683" y="107653"/>
                  </a:lnTo>
                  <a:close/>
                  <a:moveTo>
                    <a:pt x="169676" y="71768"/>
                  </a:moveTo>
                  <a:lnTo>
                    <a:pt x="191395" y="46456"/>
                  </a:lnTo>
                  <a:lnTo>
                    <a:pt x="143546" y="71768"/>
                  </a:lnTo>
                  <a:close/>
                  <a:moveTo>
                    <a:pt x="143546" y="71768"/>
                  </a:moveTo>
                  <a:lnTo>
                    <a:pt x="191395" y="46456"/>
                  </a:lnTo>
                  <a:lnTo>
                    <a:pt x="191395" y="35884"/>
                  </a:lnTo>
                  <a:close/>
                  <a:moveTo>
                    <a:pt x="143546" y="71768"/>
                  </a:moveTo>
                  <a:lnTo>
                    <a:pt x="143546" y="106223"/>
                  </a:lnTo>
                  <a:lnTo>
                    <a:pt x="169676" y="71768"/>
                  </a:lnTo>
                  <a:close/>
                  <a:moveTo>
                    <a:pt x="334941" y="39186"/>
                  </a:moveTo>
                  <a:lnTo>
                    <a:pt x="349687" y="71768"/>
                  </a:lnTo>
                  <a:lnTo>
                    <a:pt x="334941" y="35884"/>
                  </a:lnTo>
                  <a:close/>
                  <a:moveTo>
                    <a:pt x="334941" y="35884"/>
                  </a:moveTo>
                  <a:lnTo>
                    <a:pt x="349687" y="71768"/>
                  </a:lnTo>
                  <a:lnTo>
                    <a:pt x="382790" y="71768"/>
                  </a:lnTo>
                  <a:close/>
                  <a:moveTo>
                    <a:pt x="206472" y="35884"/>
                  </a:moveTo>
                  <a:lnTo>
                    <a:pt x="239244" y="20149"/>
                  </a:lnTo>
                  <a:lnTo>
                    <a:pt x="191395" y="35884"/>
                  </a:lnTo>
                  <a:close/>
                  <a:moveTo>
                    <a:pt x="191395" y="35884"/>
                  </a:moveTo>
                  <a:lnTo>
                    <a:pt x="239244" y="20149"/>
                  </a:lnTo>
                  <a:lnTo>
                    <a:pt x="239244" y="0"/>
                  </a:lnTo>
                  <a:close/>
                  <a:moveTo>
                    <a:pt x="191395" y="35884"/>
                  </a:moveTo>
                  <a:lnTo>
                    <a:pt x="191395" y="46456"/>
                  </a:lnTo>
                  <a:lnTo>
                    <a:pt x="206472" y="35884"/>
                  </a:lnTo>
                  <a:close/>
                  <a:moveTo>
                    <a:pt x="287093" y="17282"/>
                  </a:moveTo>
                  <a:lnTo>
                    <a:pt x="331872" y="35884"/>
                  </a:lnTo>
                  <a:lnTo>
                    <a:pt x="287093" y="0"/>
                  </a:lnTo>
                  <a:close/>
                  <a:moveTo>
                    <a:pt x="287093" y="0"/>
                  </a:moveTo>
                  <a:lnTo>
                    <a:pt x="331872" y="35884"/>
                  </a:lnTo>
                  <a:lnTo>
                    <a:pt x="334941" y="35884"/>
                  </a:lnTo>
                  <a:close/>
                  <a:moveTo>
                    <a:pt x="334941" y="39186"/>
                  </a:moveTo>
                  <a:lnTo>
                    <a:pt x="334941" y="35884"/>
                  </a:lnTo>
                  <a:lnTo>
                    <a:pt x="331872" y="35884"/>
                  </a:lnTo>
                  <a:close/>
                  <a:moveTo>
                    <a:pt x="239244" y="0"/>
                  </a:moveTo>
                  <a:lnTo>
                    <a:pt x="239244" y="20149"/>
                  </a:lnTo>
                  <a:lnTo>
                    <a:pt x="287093" y="17282"/>
                  </a:lnTo>
                  <a:close/>
                  <a:moveTo>
                    <a:pt x="70308" y="610031"/>
                  </a:moveTo>
                  <a:lnTo>
                    <a:pt x="95698" y="618697"/>
                  </a:lnTo>
                  <a:lnTo>
                    <a:pt x="95698" y="610031"/>
                  </a:lnTo>
                  <a:close/>
                  <a:moveTo>
                    <a:pt x="95698" y="610031"/>
                  </a:moveTo>
                  <a:lnTo>
                    <a:pt x="47849" y="597033"/>
                  </a:lnTo>
                  <a:lnTo>
                    <a:pt x="70308" y="610031"/>
                  </a:lnTo>
                  <a:close/>
                  <a:moveTo>
                    <a:pt x="47849" y="574147"/>
                  </a:moveTo>
                  <a:lnTo>
                    <a:pt x="47849" y="597033"/>
                  </a:lnTo>
                  <a:lnTo>
                    <a:pt x="95698" y="610031"/>
                  </a:lnTo>
                  <a:close/>
                  <a:moveTo>
                    <a:pt x="143546" y="610031"/>
                  </a:moveTo>
                  <a:lnTo>
                    <a:pt x="95698" y="618697"/>
                  </a:lnTo>
                  <a:lnTo>
                    <a:pt x="143546" y="619596"/>
                  </a:lnTo>
                  <a:close/>
                  <a:moveTo>
                    <a:pt x="143546" y="610031"/>
                  </a:moveTo>
                  <a:lnTo>
                    <a:pt x="95698" y="610031"/>
                  </a:lnTo>
                  <a:lnTo>
                    <a:pt x="95698" y="618697"/>
                  </a:lnTo>
                  <a:close/>
                  <a:moveTo>
                    <a:pt x="143546" y="610031"/>
                  </a:moveTo>
                  <a:lnTo>
                    <a:pt x="143546" y="619596"/>
                  </a:lnTo>
                  <a:lnTo>
                    <a:pt x="175859" y="610031"/>
                  </a:lnTo>
                  <a:close/>
                  <a:moveTo>
                    <a:pt x="191395" y="574147"/>
                  </a:moveTo>
                  <a:lnTo>
                    <a:pt x="175859" y="610031"/>
                  </a:lnTo>
                  <a:lnTo>
                    <a:pt x="191395" y="603448"/>
                  </a:lnTo>
                  <a:close/>
                  <a:moveTo>
                    <a:pt x="143546" y="610031"/>
                  </a:moveTo>
                  <a:lnTo>
                    <a:pt x="175859" y="610031"/>
                  </a:lnTo>
                  <a:lnTo>
                    <a:pt x="191395" y="574147"/>
                  </a:lnTo>
                  <a:close/>
                  <a:moveTo>
                    <a:pt x="27351" y="574147"/>
                  </a:moveTo>
                  <a:lnTo>
                    <a:pt x="47849" y="597033"/>
                  </a:lnTo>
                  <a:lnTo>
                    <a:pt x="47849" y="574147"/>
                  </a:lnTo>
                  <a:close/>
                  <a:moveTo>
                    <a:pt x="22265" y="538263"/>
                  </a:moveTo>
                  <a:lnTo>
                    <a:pt x="27351" y="574147"/>
                  </a:lnTo>
                  <a:lnTo>
                    <a:pt x="47849" y="574147"/>
                  </a:lnTo>
                  <a:close/>
                  <a:moveTo>
                    <a:pt x="191395" y="574147"/>
                  </a:moveTo>
                  <a:lnTo>
                    <a:pt x="191395" y="603448"/>
                  </a:lnTo>
                  <a:lnTo>
                    <a:pt x="226171" y="574147"/>
                  </a:lnTo>
                  <a:close/>
                  <a:moveTo>
                    <a:pt x="239244" y="538263"/>
                  </a:moveTo>
                  <a:lnTo>
                    <a:pt x="226171" y="574147"/>
                  </a:lnTo>
                  <a:lnTo>
                    <a:pt x="239244" y="553552"/>
                  </a:lnTo>
                  <a:close/>
                  <a:moveTo>
                    <a:pt x="191395" y="574147"/>
                  </a:moveTo>
                  <a:lnTo>
                    <a:pt x="226171" y="574147"/>
                  </a:lnTo>
                  <a:lnTo>
                    <a:pt x="239244" y="538263"/>
                  </a:lnTo>
                  <a:close/>
                  <a:moveTo>
                    <a:pt x="38989" y="502379"/>
                  </a:moveTo>
                  <a:lnTo>
                    <a:pt x="47849" y="538263"/>
                  </a:lnTo>
                  <a:lnTo>
                    <a:pt x="47849" y="502379"/>
                  </a:lnTo>
                  <a:close/>
                  <a:moveTo>
                    <a:pt x="38989" y="502379"/>
                  </a:moveTo>
                  <a:lnTo>
                    <a:pt x="22265" y="538263"/>
                  </a:lnTo>
                  <a:lnTo>
                    <a:pt x="47849" y="538263"/>
                  </a:lnTo>
                  <a:close/>
                  <a:moveTo>
                    <a:pt x="239244" y="538263"/>
                  </a:moveTo>
                  <a:lnTo>
                    <a:pt x="239244" y="553552"/>
                  </a:lnTo>
                  <a:lnTo>
                    <a:pt x="247325" y="538263"/>
                  </a:lnTo>
                  <a:close/>
                  <a:moveTo>
                    <a:pt x="239244" y="502379"/>
                  </a:moveTo>
                  <a:lnTo>
                    <a:pt x="247325" y="538263"/>
                  </a:lnTo>
                  <a:lnTo>
                    <a:pt x="257488" y="502379"/>
                  </a:lnTo>
                  <a:close/>
                  <a:moveTo>
                    <a:pt x="239244" y="502379"/>
                  </a:moveTo>
                  <a:lnTo>
                    <a:pt x="239244" y="538263"/>
                  </a:lnTo>
                  <a:lnTo>
                    <a:pt x="247325" y="538263"/>
                  </a:lnTo>
                  <a:close/>
                  <a:moveTo>
                    <a:pt x="47849" y="492200"/>
                  </a:moveTo>
                  <a:lnTo>
                    <a:pt x="38989" y="502379"/>
                  </a:lnTo>
                  <a:lnTo>
                    <a:pt x="47849" y="502379"/>
                  </a:lnTo>
                  <a:close/>
                  <a:moveTo>
                    <a:pt x="47849" y="502379"/>
                  </a:moveTo>
                  <a:lnTo>
                    <a:pt x="75733" y="466495"/>
                  </a:lnTo>
                  <a:lnTo>
                    <a:pt x="47849" y="492200"/>
                  </a:lnTo>
                  <a:close/>
                  <a:moveTo>
                    <a:pt x="95698" y="466495"/>
                  </a:moveTo>
                  <a:lnTo>
                    <a:pt x="75733" y="466495"/>
                  </a:lnTo>
                  <a:lnTo>
                    <a:pt x="47849" y="502379"/>
                  </a:lnTo>
                  <a:close/>
                  <a:moveTo>
                    <a:pt x="239244" y="466495"/>
                  </a:moveTo>
                  <a:lnTo>
                    <a:pt x="257488" y="502379"/>
                  </a:lnTo>
                  <a:lnTo>
                    <a:pt x="265025" y="466495"/>
                  </a:lnTo>
                  <a:close/>
                  <a:moveTo>
                    <a:pt x="239244" y="466495"/>
                  </a:moveTo>
                  <a:lnTo>
                    <a:pt x="239244" y="502379"/>
                  </a:lnTo>
                  <a:lnTo>
                    <a:pt x="257488" y="502379"/>
                  </a:lnTo>
                  <a:close/>
                  <a:moveTo>
                    <a:pt x="95698" y="447175"/>
                  </a:moveTo>
                  <a:lnTo>
                    <a:pt x="75733" y="466495"/>
                  </a:lnTo>
                  <a:lnTo>
                    <a:pt x="95698" y="466495"/>
                  </a:lnTo>
                  <a:close/>
                  <a:moveTo>
                    <a:pt x="95698" y="466495"/>
                  </a:moveTo>
                  <a:lnTo>
                    <a:pt x="116791" y="430610"/>
                  </a:lnTo>
                  <a:lnTo>
                    <a:pt x="95698" y="447175"/>
                  </a:lnTo>
                  <a:close/>
                  <a:moveTo>
                    <a:pt x="143546" y="430610"/>
                  </a:moveTo>
                  <a:lnTo>
                    <a:pt x="116791" y="430610"/>
                  </a:lnTo>
                  <a:lnTo>
                    <a:pt x="95698" y="466495"/>
                  </a:lnTo>
                  <a:close/>
                  <a:moveTo>
                    <a:pt x="239244" y="430610"/>
                  </a:moveTo>
                  <a:lnTo>
                    <a:pt x="265025" y="466495"/>
                  </a:lnTo>
                  <a:lnTo>
                    <a:pt x="273149" y="430610"/>
                  </a:lnTo>
                  <a:close/>
                  <a:moveTo>
                    <a:pt x="239244" y="430610"/>
                  </a:moveTo>
                  <a:lnTo>
                    <a:pt x="239244" y="466495"/>
                  </a:lnTo>
                  <a:lnTo>
                    <a:pt x="265025" y="466495"/>
                  </a:lnTo>
                  <a:close/>
                  <a:moveTo>
                    <a:pt x="138727" y="394726"/>
                  </a:moveTo>
                  <a:lnTo>
                    <a:pt x="143546" y="430610"/>
                  </a:lnTo>
                  <a:lnTo>
                    <a:pt x="143546" y="394726"/>
                  </a:lnTo>
                  <a:close/>
                  <a:moveTo>
                    <a:pt x="138727" y="394726"/>
                  </a:moveTo>
                  <a:lnTo>
                    <a:pt x="116791" y="430610"/>
                  </a:lnTo>
                  <a:lnTo>
                    <a:pt x="143546" y="430610"/>
                  </a:lnTo>
                  <a:close/>
                  <a:moveTo>
                    <a:pt x="143546" y="430610"/>
                  </a:moveTo>
                  <a:lnTo>
                    <a:pt x="191395" y="394726"/>
                  </a:lnTo>
                  <a:lnTo>
                    <a:pt x="143546" y="394726"/>
                  </a:lnTo>
                  <a:close/>
                  <a:moveTo>
                    <a:pt x="239244" y="394726"/>
                  </a:moveTo>
                  <a:lnTo>
                    <a:pt x="273149" y="430610"/>
                  </a:lnTo>
                  <a:lnTo>
                    <a:pt x="280562" y="394726"/>
                  </a:lnTo>
                  <a:close/>
                  <a:moveTo>
                    <a:pt x="239244" y="394726"/>
                  </a:moveTo>
                  <a:lnTo>
                    <a:pt x="239244" y="430610"/>
                  </a:lnTo>
                  <a:lnTo>
                    <a:pt x="273149" y="430610"/>
                  </a:lnTo>
                  <a:close/>
                  <a:moveTo>
                    <a:pt x="139378" y="358842"/>
                  </a:moveTo>
                  <a:lnTo>
                    <a:pt x="143546" y="394726"/>
                  </a:lnTo>
                  <a:lnTo>
                    <a:pt x="143546" y="358842"/>
                  </a:lnTo>
                  <a:close/>
                  <a:moveTo>
                    <a:pt x="139378" y="358842"/>
                  </a:moveTo>
                  <a:lnTo>
                    <a:pt x="138727" y="394726"/>
                  </a:lnTo>
                  <a:lnTo>
                    <a:pt x="143546" y="394726"/>
                  </a:lnTo>
                  <a:close/>
                  <a:moveTo>
                    <a:pt x="143546" y="394726"/>
                  </a:moveTo>
                  <a:lnTo>
                    <a:pt x="191395" y="394726"/>
                  </a:lnTo>
                  <a:lnTo>
                    <a:pt x="191395" y="358842"/>
                  </a:lnTo>
                  <a:close/>
                  <a:moveTo>
                    <a:pt x="143546" y="394726"/>
                  </a:moveTo>
                  <a:lnTo>
                    <a:pt x="191395" y="358842"/>
                  </a:lnTo>
                  <a:lnTo>
                    <a:pt x="143546" y="358842"/>
                  </a:lnTo>
                  <a:close/>
                  <a:moveTo>
                    <a:pt x="239244" y="358842"/>
                  </a:moveTo>
                  <a:lnTo>
                    <a:pt x="280562" y="394726"/>
                  </a:lnTo>
                  <a:lnTo>
                    <a:pt x="285522" y="358842"/>
                  </a:lnTo>
                  <a:close/>
                  <a:moveTo>
                    <a:pt x="239244" y="358842"/>
                  </a:moveTo>
                  <a:lnTo>
                    <a:pt x="239244" y="394726"/>
                  </a:lnTo>
                  <a:lnTo>
                    <a:pt x="280562" y="394726"/>
                  </a:lnTo>
                  <a:close/>
                  <a:moveTo>
                    <a:pt x="123550" y="322958"/>
                  </a:moveTo>
                  <a:lnTo>
                    <a:pt x="143546" y="358842"/>
                  </a:lnTo>
                  <a:lnTo>
                    <a:pt x="143546" y="322958"/>
                  </a:lnTo>
                  <a:close/>
                  <a:moveTo>
                    <a:pt x="123550" y="322958"/>
                  </a:moveTo>
                  <a:lnTo>
                    <a:pt x="139378" y="358842"/>
                  </a:lnTo>
                  <a:lnTo>
                    <a:pt x="143546" y="358842"/>
                  </a:lnTo>
                  <a:close/>
                  <a:moveTo>
                    <a:pt x="287093" y="322958"/>
                  </a:moveTo>
                  <a:lnTo>
                    <a:pt x="285522" y="358842"/>
                  </a:lnTo>
                  <a:lnTo>
                    <a:pt x="287093" y="350930"/>
                  </a:lnTo>
                  <a:close/>
                  <a:moveTo>
                    <a:pt x="239244" y="358842"/>
                  </a:moveTo>
                  <a:lnTo>
                    <a:pt x="285522" y="358842"/>
                  </a:lnTo>
                  <a:lnTo>
                    <a:pt x="287093" y="322958"/>
                  </a:lnTo>
                  <a:close/>
                  <a:moveTo>
                    <a:pt x="99914" y="287074"/>
                  </a:moveTo>
                  <a:lnTo>
                    <a:pt x="123550" y="322958"/>
                  </a:lnTo>
                  <a:lnTo>
                    <a:pt x="143546" y="322958"/>
                  </a:lnTo>
                  <a:close/>
                  <a:moveTo>
                    <a:pt x="239244" y="322958"/>
                  </a:moveTo>
                  <a:lnTo>
                    <a:pt x="287093" y="322958"/>
                  </a:lnTo>
                  <a:lnTo>
                    <a:pt x="287093" y="287074"/>
                  </a:lnTo>
                  <a:close/>
                  <a:moveTo>
                    <a:pt x="287093" y="322958"/>
                  </a:moveTo>
                  <a:lnTo>
                    <a:pt x="287093" y="350930"/>
                  </a:lnTo>
                  <a:lnTo>
                    <a:pt x="290219" y="322958"/>
                  </a:lnTo>
                  <a:close/>
                  <a:moveTo>
                    <a:pt x="287093" y="287074"/>
                  </a:moveTo>
                  <a:lnTo>
                    <a:pt x="290219" y="322958"/>
                  </a:lnTo>
                  <a:lnTo>
                    <a:pt x="297237" y="287074"/>
                  </a:lnTo>
                  <a:close/>
                  <a:moveTo>
                    <a:pt x="287093" y="287074"/>
                  </a:moveTo>
                  <a:lnTo>
                    <a:pt x="287093" y="322958"/>
                  </a:lnTo>
                  <a:lnTo>
                    <a:pt x="290219" y="322958"/>
                  </a:lnTo>
                  <a:close/>
                  <a:moveTo>
                    <a:pt x="143546" y="287074"/>
                  </a:moveTo>
                  <a:lnTo>
                    <a:pt x="95698" y="278891"/>
                  </a:lnTo>
                  <a:lnTo>
                    <a:pt x="99914" y="287074"/>
                  </a:lnTo>
                  <a:close/>
                  <a:moveTo>
                    <a:pt x="95698" y="251189"/>
                  </a:moveTo>
                  <a:lnTo>
                    <a:pt x="95698" y="278891"/>
                  </a:lnTo>
                  <a:lnTo>
                    <a:pt x="143546" y="287074"/>
                  </a:lnTo>
                  <a:close/>
                  <a:moveTo>
                    <a:pt x="287093" y="251189"/>
                  </a:moveTo>
                  <a:lnTo>
                    <a:pt x="297237" y="287074"/>
                  </a:lnTo>
                  <a:lnTo>
                    <a:pt x="305264" y="251189"/>
                  </a:lnTo>
                  <a:close/>
                  <a:moveTo>
                    <a:pt x="287093" y="251189"/>
                  </a:moveTo>
                  <a:lnTo>
                    <a:pt x="287093" y="287074"/>
                  </a:lnTo>
                  <a:lnTo>
                    <a:pt x="297237" y="287074"/>
                  </a:lnTo>
                  <a:close/>
                  <a:moveTo>
                    <a:pt x="84836" y="251189"/>
                  </a:moveTo>
                  <a:lnTo>
                    <a:pt x="95698" y="278891"/>
                  </a:lnTo>
                  <a:lnTo>
                    <a:pt x="95698" y="251189"/>
                  </a:lnTo>
                  <a:close/>
                  <a:moveTo>
                    <a:pt x="82984" y="215305"/>
                  </a:moveTo>
                  <a:lnTo>
                    <a:pt x="95698" y="251189"/>
                  </a:lnTo>
                  <a:lnTo>
                    <a:pt x="95698" y="215305"/>
                  </a:lnTo>
                  <a:close/>
                  <a:moveTo>
                    <a:pt x="82984" y="215305"/>
                  </a:moveTo>
                  <a:lnTo>
                    <a:pt x="84836" y="251189"/>
                  </a:lnTo>
                  <a:lnTo>
                    <a:pt x="95698" y="251189"/>
                  </a:lnTo>
                  <a:close/>
                  <a:moveTo>
                    <a:pt x="287093" y="215305"/>
                  </a:moveTo>
                  <a:lnTo>
                    <a:pt x="305264" y="251189"/>
                  </a:lnTo>
                  <a:lnTo>
                    <a:pt x="312677" y="215305"/>
                  </a:lnTo>
                  <a:close/>
                  <a:moveTo>
                    <a:pt x="287093" y="215305"/>
                  </a:moveTo>
                  <a:lnTo>
                    <a:pt x="287093" y="251189"/>
                  </a:lnTo>
                  <a:lnTo>
                    <a:pt x="305264" y="251189"/>
                  </a:lnTo>
                  <a:close/>
                  <a:moveTo>
                    <a:pt x="94507" y="179421"/>
                  </a:moveTo>
                  <a:lnTo>
                    <a:pt x="95698" y="215305"/>
                  </a:lnTo>
                  <a:lnTo>
                    <a:pt x="95698" y="179421"/>
                  </a:lnTo>
                  <a:close/>
                  <a:moveTo>
                    <a:pt x="94507" y="179421"/>
                  </a:moveTo>
                  <a:lnTo>
                    <a:pt x="82984" y="215305"/>
                  </a:lnTo>
                  <a:lnTo>
                    <a:pt x="95698" y="215305"/>
                  </a:lnTo>
                  <a:close/>
                  <a:moveTo>
                    <a:pt x="287093" y="179421"/>
                  </a:moveTo>
                  <a:lnTo>
                    <a:pt x="312677" y="215305"/>
                  </a:lnTo>
                  <a:lnTo>
                    <a:pt x="320773" y="179421"/>
                  </a:lnTo>
                  <a:close/>
                  <a:moveTo>
                    <a:pt x="95698" y="177305"/>
                  </a:moveTo>
                  <a:lnTo>
                    <a:pt x="94507" y="179421"/>
                  </a:lnTo>
                  <a:lnTo>
                    <a:pt x="95698" y="179421"/>
                  </a:lnTo>
                  <a:close/>
                  <a:moveTo>
                    <a:pt x="95698" y="179421"/>
                  </a:moveTo>
                  <a:lnTo>
                    <a:pt x="118145" y="143537"/>
                  </a:lnTo>
                  <a:lnTo>
                    <a:pt x="95698" y="177305"/>
                  </a:lnTo>
                  <a:close/>
                  <a:moveTo>
                    <a:pt x="143546" y="143537"/>
                  </a:moveTo>
                  <a:lnTo>
                    <a:pt x="118145" y="143537"/>
                  </a:lnTo>
                  <a:lnTo>
                    <a:pt x="95698" y="179421"/>
                  </a:lnTo>
                  <a:close/>
                  <a:moveTo>
                    <a:pt x="287093" y="143537"/>
                  </a:moveTo>
                  <a:lnTo>
                    <a:pt x="320773" y="179421"/>
                  </a:lnTo>
                  <a:lnTo>
                    <a:pt x="333015" y="143537"/>
                  </a:lnTo>
                  <a:close/>
                  <a:moveTo>
                    <a:pt x="142651" y="107653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142651" y="107653"/>
                  </a:moveTo>
                  <a:lnTo>
                    <a:pt x="118145" y="143537"/>
                  </a:lnTo>
                  <a:lnTo>
                    <a:pt x="143546" y="143537"/>
                  </a:lnTo>
                  <a:close/>
                  <a:moveTo>
                    <a:pt x="334941" y="107653"/>
                  </a:moveTo>
                  <a:lnTo>
                    <a:pt x="333015" y="143537"/>
                  </a:lnTo>
                  <a:lnTo>
                    <a:pt x="334941" y="138467"/>
                  </a:lnTo>
                  <a:close/>
                  <a:moveTo>
                    <a:pt x="287093" y="143537"/>
                  </a:moveTo>
                  <a:lnTo>
                    <a:pt x="333015" y="143537"/>
                  </a:lnTo>
                  <a:lnTo>
                    <a:pt x="334941" y="107653"/>
                  </a:lnTo>
                  <a:close/>
                  <a:moveTo>
                    <a:pt x="143546" y="106223"/>
                  </a:moveTo>
                  <a:lnTo>
                    <a:pt x="142651" y="107653"/>
                  </a:lnTo>
                  <a:lnTo>
                    <a:pt x="143546" y="107653"/>
                  </a:lnTo>
                  <a:close/>
                  <a:moveTo>
                    <a:pt x="143546" y="107653"/>
                  </a:moveTo>
                  <a:lnTo>
                    <a:pt x="169676" y="71768"/>
                  </a:lnTo>
                  <a:lnTo>
                    <a:pt x="143546" y="106223"/>
                  </a:lnTo>
                  <a:close/>
                  <a:moveTo>
                    <a:pt x="191395" y="71768"/>
                  </a:moveTo>
                  <a:lnTo>
                    <a:pt x="169676" y="71768"/>
                  </a:lnTo>
                  <a:lnTo>
                    <a:pt x="143546" y="107653"/>
                  </a:lnTo>
                  <a:close/>
                  <a:moveTo>
                    <a:pt x="334941" y="107653"/>
                  </a:moveTo>
                  <a:lnTo>
                    <a:pt x="334941" y="138467"/>
                  </a:lnTo>
                  <a:lnTo>
                    <a:pt x="345683" y="107653"/>
                  </a:lnTo>
                  <a:close/>
                  <a:moveTo>
                    <a:pt x="334941" y="71768"/>
                  </a:moveTo>
                  <a:lnTo>
                    <a:pt x="345683" y="107653"/>
                  </a:lnTo>
                  <a:lnTo>
                    <a:pt x="349687" y="71768"/>
                  </a:lnTo>
                  <a:close/>
                  <a:moveTo>
                    <a:pt x="334941" y="71768"/>
                  </a:moveTo>
                  <a:lnTo>
                    <a:pt x="334941" y="107653"/>
                  </a:lnTo>
                  <a:lnTo>
                    <a:pt x="345683" y="107653"/>
                  </a:lnTo>
                  <a:close/>
                  <a:moveTo>
                    <a:pt x="191395" y="46456"/>
                  </a:moveTo>
                  <a:lnTo>
                    <a:pt x="169676" y="71768"/>
                  </a:lnTo>
                  <a:lnTo>
                    <a:pt x="191395" y="71768"/>
                  </a:lnTo>
                  <a:close/>
                  <a:moveTo>
                    <a:pt x="191395" y="71768"/>
                  </a:moveTo>
                  <a:lnTo>
                    <a:pt x="206472" y="35884"/>
                  </a:lnTo>
                  <a:lnTo>
                    <a:pt x="191395" y="46456"/>
                  </a:lnTo>
                  <a:close/>
                  <a:moveTo>
                    <a:pt x="239244" y="35884"/>
                  </a:moveTo>
                  <a:lnTo>
                    <a:pt x="206472" y="35884"/>
                  </a:lnTo>
                  <a:lnTo>
                    <a:pt x="191395" y="71768"/>
                  </a:lnTo>
                  <a:close/>
                  <a:moveTo>
                    <a:pt x="287093" y="35884"/>
                  </a:moveTo>
                  <a:lnTo>
                    <a:pt x="334941" y="39186"/>
                  </a:lnTo>
                  <a:lnTo>
                    <a:pt x="331872" y="35884"/>
                  </a:lnTo>
                  <a:close/>
                  <a:moveTo>
                    <a:pt x="334941" y="71768"/>
                  </a:moveTo>
                  <a:lnTo>
                    <a:pt x="334941" y="39186"/>
                  </a:lnTo>
                  <a:lnTo>
                    <a:pt x="287093" y="35884"/>
                  </a:lnTo>
                  <a:close/>
                  <a:moveTo>
                    <a:pt x="334941" y="71768"/>
                  </a:moveTo>
                  <a:lnTo>
                    <a:pt x="349687" y="71768"/>
                  </a:lnTo>
                  <a:lnTo>
                    <a:pt x="334941" y="39186"/>
                  </a:lnTo>
                  <a:close/>
                  <a:moveTo>
                    <a:pt x="239244" y="20149"/>
                  </a:moveTo>
                  <a:lnTo>
                    <a:pt x="206472" y="35884"/>
                  </a:lnTo>
                  <a:lnTo>
                    <a:pt x="239244" y="35884"/>
                  </a:lnTo>
                  <a:close/>
                  <a:moveTo>
                    <a:pt x="239244" y="35884"/>
                  </a:moveTo>
                  <a:lnTo>
                    <a:pt x="287093" y="17282"/>
                  </a:lnTo>
                  <a:lnTo>
                    <a:pt x="239244" y="20149"/>
                  </a:lnTo>
                  <a:close/>
                  <a:moveTo>
                    <a:pt x="239244" y="35884"/>
                  </a:moveTo>
                  <a:lnTo>
                    <a:pt x="287093" y="35884"/>
                  </a:lnTo>
                  <a:lnTo>
                    <a:pt x="287093" y="17282"/>
                  </a:lnTo>
                  <a:close/>
                  <a:moveTo>
                    <a:pt x="287093" y="35884"/>
                  </a:moveTo>
                  <a:lnTo>
                    <a:pt x="331872" y="35884"/>
                  </a:lnTo>
                  <a:lnTo>
                    <a:pt x="287093" y="17282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3949" name="Candidate_B1__3948">
              <a:extLst>
                <a:ext uri="{FF2B5EF4-FFF2-40B4-BE49-F238E27FC236}">
                  <a16:creationId xmlns:a16="http://schemas.microsoft.com/office/drawing/2014/main" id="{6BC413DE-C41B-2230-52AE-2944AED37322}"/>
                </a:ext>
              </a:extLst>
            </p:cNvPr>
            <p:cNvSpPr>
              <a:spLocks noGrp="1"/>
            </p:cNvSpPr>
            <p:nvPr/>
          </p:nvSpPr>
          <p:spPr>
            <a:xfrm>
              <a:off x="4156913" y="2339619"/>
              <a:ext cx="312676" cy="574147"/>
            </a:xfrm>
            <a:custGeom>
              <a:avLst/>
              <a:gdLst/>
              <a:ahLst/>
              <a:cxnLst/>
              <a:rect l="0" t="0" r="0" b="0"/>
              <a:pathLst>
                <a:path w="312676" h="574147">
                  <a:moveTo>
                    <a:pt x="73432" y="538263"/>
                  </a:moveTo>
                  <a:lnTo>
                    <a:pt x="25583" y="538263"/>
                  </a:lnTo>
                  <a:lnTo>
                    <a:pt x="73432" y="574147"/>
                  </a:lnTo>
                  <a:close/>
                  <a:moveTo>
                    <a:pt x="73432" y="574147"/>
                  </a:moveTo>
                  <a:lnTo>
                    <a:pt x="121281" y="574147"/>
                  </a:lnTo>
                  <a:lnTo>
                    <a:pt x="121281" y="538263"/>
                  </a:lnTo>
                  <a:close/>
                  <a:moveTo>
                    <a:pt x="73432" y="574147"/>
                  </a:moveTo>
                  <a:lnTo>
                    <a:pt x="121281" y="538263"/>
                  </a:lnTo>
                  <a:lnTo>
                    <a:pt x="73432" y="538263"/>
                  </a:lnTo>
                  <a:close/>
                  <a:moveTo>
                    <a:pt x="121281" y="538263"/>
                  </a:moveTo>
                  <a:lnTo>
                    <a:pt x="121281" y="574147"/>
                  </a:lnTo>
                  <a:lnTo>
                    <a:pt x="169130" y="538263"/>
                  </a:lnTo>
                  <a:close/>
                  <a:moveTo>
                    <a:pt x="0" y="502379"/>
                  </a:moveTo>
                  <a:lnTo>
                    <a:pt x="25583" y="538263"/>
                  </a:lnTo>
                  <a:lnTo>
                    <a:pt x="25583" y="502379"/>
                  </a:lnTo>
                  <a:close/>
                  <a:moveTo>
                    <a:pt x="25583" y="538263"/>
                  </a:moveTo>
                  <a:lnTo>
                    <a:pt x="73432" y="538263"/>
                  </a:lnTo>
                  <a:lnTo>
                    <a:pt x="73432" y="502379"/>
                  </a:lnTo>
                  <a:close/>
                  <a:moveTo>
                    <a:pt x="25583" y="538263"/>
                  </a:moveTo>
                  <a:lnTo>
                    <a:pt x="73432" y="502379"/>
                  </a:lnTo>
                  <a:lnTo>
                    <a:pt x="25583" y="502379"/>
                  </a:lnTo>
                  <a:close/>
                  <a:moveTo>
                    <a:pt x="121281" y="538263"/>
                  </a:moveTo>
                  <a:lnTo>
                    <a:pt x="169130" y="538263"/>
                  </a:lnTo>
                  <a:lnTo>
                    <a:pt x="169130" y="502379"/>
                  </a:lnTo>
                  <a:close/>
                  <a:moveTo>
                    <a:pt x="169130" y="502379"/>
                  </a:moveTo>
                  <a:lnTo>
                    <a:pt x="169130" y="538263"/>
                  </a:lnTo>
                  <a:lnTo>
                    <a:pt x="216978" y="502379"/>
                  </a:lnTo>
                  <a:close/>
                  <a:moveTo>
                    <a:pt x="25583" y="502379"/>
                  </a:moveTo>
                  <a:lnTo>
                    <a:pt x="73432" y="502379"/>
                  </a:lnTo>
                  <a:lnTo>
                    <a:pt x="73432" y="466495"/>
                  </a:lnTo>
                  <a:close/>
                  <a:moveTo>
                    <a:pt x="25583" y="502379"/>
                  </a:moveTo>
                  <a:lnTo>
                    <a:pt x="73432" y="466495"/>
                  </a:lnTo>
                  <a:lnTo>
                    <a:pt x="25583" y="466495"/>
                  </a:lnTo>
                  <a:close/>
                  <a:moveTo>
                    <a:pt x="169130" y="502379"/>
                  </a:moveTo>
                  <a:lnTo>
                    <a:pt x="216978" y="502379"/>
                  </a:lnTo>
                  <a:lnTo>
                    <a:pt x="216978" y="466495"/>
                  </a:lnTo>
                  <a:close/>
                  <a:moveTo>
                    <a:pt x="169130" y="502379"/>
                  </a:moveTo>
                  <a:lnTo>
                    <a:pt x="216978" y="466495"/>
                  </a:lnTo>
                  <a:lnTo>
                    <a:pt x="169130" y="466495"/>
                  </a:lnTo>
                  <a:close/>
                  <a:moveTo>
                    <a:pt x="73432" y="466495"/>
                  </a:moveTo>
                  <a:lnTo>
                    <a:pt x="73432" y="430610"/>
                  </a:lnTo>
                  <a:lnTo>
                    <a:pt x="25583" y="466495"/>
                  </a:lnTo>
                  <a:close/>
                  <a:moveTo>
                    <a:pt x="73432" y="466495"/>
                  </a:moveTo>
                  <a:lnTo>
                    <a:pt x="121281" y="466495"/>
                  </a:lnTo>
                  <a:lnTo>
                    <a:pt x="121281" y="430610"/>
                  </a:lnTo>
                  <a:close/>
                  <a:moveTo>
                    <a:pt x="73432" y="466495"/>
                  </a:moveTo>
                  <a:lnTo>
                    <a:pt x="121281" y="430610"/>
                  </a:lnTo>
                  <a:lnTo>
                    <a:pt x="73432" y="430610"/>
                  </a:lnTo>
                  <a:close/>
                  <a:moveTo>
                    <a:pt x="121281" y="466495"/>
                  </a:moveTo>
                  <a:lnTo>
                    <a:pt x="169130" y="466495"/>
                  </a:lnTo>
                  <a:lnTo>
                    <a:pt x="169130" y="430610"/>
                  </a:lnTo>
                  <a:close/>
                  <a:moveTo>
                    <a:pt x="121281" y="466495"/>
                  </a:moveTo>
                  <a:lnTo>
                    <a:pt x="169130" y="430610"/>
                  </a:lnTo>
                  <a:lnTo>
                    <a:pt x="121281" y="430610"/>
                  </a:lnTo>
                  <a:close/>
                  <a:moveTo>
                    <a:pt x="169130" y="466495"/>
                  </a:moveTo>
                  <a:lnTo>
                    <a:pt x="216978" y="466495"/>
                  </a:lnTo>
                  <a:lnTo>
                    <a:pt x="216978" y="430610"/>
                  </a:lnTo>
                  <a:close/>
                  <a:moveTo>
                    <a:pt x="169130" y="466495"/>
                  </a:moveTo>
                  <a:lnTo>
                    <a:pt x="216978" y="430610"/>
                  </a:lnTo>
                  <a:lnTo>
                    <a:pt x="169130" y="430610"/>
                  </a:lnTo>
                  <a:close/>
                  <a:moveTo>
                    <a:pt x="121281" y="430610"/>
                  </a:moveTo>
                  <a:lnTo>
                    <a:pt x="121281" y="394726"/>
                  </a:lnTo>
                  <a:lnTo>
                    <a:pt x="73432" y="430610"/>
                  </a:lnTo>
                  <a:close/>
                  <a:moveTo>
                    <a:pt x="121281" y="430610"/>
                  </a:moveTo>
                  <a:lnTo>
                    <a:pt x="169130" y="430610"/>
                  </a:lnTo>
                  <a:lnTo>
                    <a:pt x="169130" y="394726"/>
                  </a:lnTo>
                  <a:close/>
                  <a:moveTo>
                    <a:pt x="121281" y="430610"/>
                  </a:moveTo>
                  <a:lnTo>
                    <a:pt x="169130" y="394726"/>
                  </a:lnTo>
                  <a:lnTo>
                    <a:pt x="121281" y="394726"/>
                  </a:lnTo>
                  <a:close/>
                  <a:moveTo>
                    <a:pt x="169130" y="430610"/>
                  </a:moveTo>
                  <a:lnTo>
                    <a:pt x="216978" y="430610"/>
                  </a:lnTo>
                  <a:lnTo>
                    <a:pt x="216978" y="394726"/>
                  </a:lnTo>
                  <a:close/>
                  <a:moveTo>
                    <a:pt x="169130" y="430610"/>
                  </a:moveTo>
                  <a:lnTo>
                    <a:pt x="216978" y="394726"/>
                  </a:lnTo>
                  <a:lnTo>
                    <a:pt x="169130" y="394726"/>
                  </a:lnTo>
                  <a:close/>
                  <a:moveTo>
                    <a:pt x="121281" y="394726"/>
                  </a:moveTo>
                  <a:lnTo>
                    <a:pt x="169130" y="394726"/>
                  </a:lnTo>
                  <a:lnTo>
                    <a:pt x="169130" y="358842"/>
                  </a:lnTo>
                  <a:close/>
                  <a:moveTo>
                    <a:pt x="169130" y="394726"/>
                  </a:moveTo>
                  <a:lnTo>
                    <a:pt x="216978" y="394726"/>
                  </a:lnTo>
                  <a:lnTo>
                    <a:pt x="216978" y="358842"/>
                  </a:lnTo>
                  <a:close/>
                  <a:moveTo>
                    <a:pt x="169130" y="394726"/>
                  </a:moveTo>
                  <a:lnTo>
                    <a:pt x="216978" y="358842"/>
                  </a:lnTo>
                  <a:lnTo>
                    <a:pt x="169130" y="358842"/>
                  </a:lnTo>
                  <a:close/>
                  <a:moveTo>
                    <a:pt x="169130" y="358842"/>
                  </a:moveTo>
                  <a:lnTo>
                    <a:pt x="216978" y="358842"/>
                  </a:lnTo>
                  <a:lnTo>
                    <a:pt x="216978" y="322958"/>
                  </a:lnTo>
                  <a:close/>
                  <a:moveTo>
                    <a:pt x="169130" y="358842"/>
                  </a:moveTo>
                  <a:lnTo>
                    <a:pt x="216978" y="322958"/>
                  </a:lnTo>
                  <a:lnTo>
                    <a:pt x="169130" y="322958"/>
                  </a:lnTo>
                  <a:close/>
                  <a:moveTo>
                    <a:pt x="121281" y="322958"/>
                  </a:moveTo>
                  <a:lnTo>
                    <a:pt x="169130" y="322958"/>
                  </a:lnTo>
                  <a:lnTo>
                    <a:pt x="169130" y="287074"/>
                  </a:lnTo>
                  <a:close/>
                  <a:moveTo>
                    <a:pt x="121281" y="322958"/>
                  </a:moveTo>
                  <a:lnTo>
                    <a:pt x="169130" y="287074"/>
                  </a:lnTo>
                  <a:lnTo>
                    <a:pt x="121281" y="287074"/>
                  </a:lnTo>
                  <a:close/>
                  <a:moveTo>
                    <a:pt x="169130" y="322958"/>
                  </a:moveTo>
                  <a:lnTo>
                    <a:pt x="216978" y="322958"/>
                  </a:lnTo>
                  <a:lnTo>
                    <a:pt x="216978" y="287074"/>
                  </a:lnTo>
                  <a:close/>
                  <a:moveTo>
                    <a:pt x="169130" y="322958"/>
                  </a:moveTo>
                  <a:lnTo>
                    <a:pt x="216978" y="287074"/>
                  </a:lnTo>
                  <a:lnTo>
                    <a:pt x="169130" y="287074"/>
                  </a:lnTo>
                  <a:close/>
                  <a:moveTo>
                    <a:pt x="216978" y="287074"/>
                  </a:moveTo>
                  <a:lnTo>
                    <a:pt x="216978" y="322958"/>
                  </a:lnTo>
                  <a:lnTo>
                    <a:pt x="264827" y="287074"/>
                  </a:lnTo>
                  <a:close/>
                  <a:moveTo>
                    <a:pt x="77649" y="251189"/>
                  </a:moveTo>
                  <a:lnTo>
                    <a:pt x="121281" y="287074"/>
                  </a:lnTo>
                  <a:lnTo>
                    <a:pt x="121281" y="251189"/>
                  </a:lnTo>
                  <a:close/>
                  <a:moveTo>
                    <a:pt x="121281" y="287074"/>
                  </a:moveTo>
                  <a:lnTo>
                    <a:pt x="169130" y="287074"/>
                  </a:lnTo>
                  <a:lnTo>
                    <a:pt x="169130" y="251189"/>
                  </a:lnTo>
                  <a:close/>
                  <a:moveTo>
                    <a:pt x="121281" y="287074"/>
                  </a:moveTo>
                  <a:lnTo>
                    <a:pt x="169130" y="251189"/>
                  </a:lnTo>
                  <a:lnTo>
                    <a:pt x="121281" y="251189"/>
                  </a:lnTo>
                  <a:close/>
                  <a:moveTo>
                    <a:pt x="169130" y="287074"/>
                  </a:moveTo>
                  <a:lnTo>
                    <a:pt x="216978" y="287074"/>
                  </a:lnTo>
                  <a:lnTo>
                    <a:pt x="216978" y="251189"/>
                  </a:lnTo>
                  <a:close/>
                  <a:moveTo>
                    <a:pt x="169130" y="287074"/>
                  </a:moveTo>
                  <a:lnTo>
                    <a:pt x="216978" y="251189"/>
                  </a:lnTo>
                  <a:lnTo>
                    <a:pt x="169130" y="251189"/>
                  </a:lnTo>
                  <a:close/>
                  <a:moveTo>
                    <a:pt x="216978" y="287074"/>
                  </a:moveTo>
                  <a:lnTo>
                    <a:pt x="264827" y="251189"/>
                  </a:lnTo>
                  <a:lnTo>
                    <a:pt x="216978" y="251189"/>
                  </a:lnTo>
                  <a:close/>
                  <a:moveTo>
                    <a:pt x="121281" y="215305"/>
                  </a:moveTo>
                  <a:lnTo>
                    <a:pt x="73432" y="215305"/>
                  </a:lnTo>
                  <a:lnTo>
                    <a:pt x="121281" y="251189"/>
                  </a:lnTo>
                  <a:close/>
                  <a:moveTo>
                    <a:pt x="121281" y="251189"/>
                  </a:moveTo>
                  <a:lnTo>
                    <a:pt x="169130" y="251189"/>
                  </a:lnTo>
                  <a:lnTo>
                    <a:pt x="169130" y="215305"/>
                  </a:lnTo>
                  <a:close/>
                  <a:moveTo>
                    <a:pt x="169130" y="251189"/>
                  </a:moveTo>
                  <a:lnTo>
                    <a:pt x="216978" y="251189"/>
                  </a:lnTo>
                  <a:lnTo>
                    <a:pt x="216978" y="215305"/>
                  </a:lnTo>
                  <a:close/>
                  <a:moveTo>
                    <a:pt x="216978" y="251189"/>
                  </a:moveTo>
                  <a:lnTo>
                    <a:pt x="264827" y="251189"/>
                  </a:lnTo>
                  <a:lnTo>
                    <a:pt x="264827" y="215305"/>
                  </a:lnTo>
                  <a:close/>
                  <a:moveTo>
                    <a:pt x="216978" y="251189"/>
                  </a:moveTo>
                  <a:lnTo>
                    <a:pt x="264827" y="215305"/>
                  </a:lnTo>
                  <a:lnTo>
                    <a:pt x="216978" y="215305"/>
                  </a:lnTo>
                  <a:close/>
                  <a:moveTo>
                    <a:pt x="73432" y="215305"/>
                  </a:moveTo>
                  <a:lnTo>
                    <a:pt x="121281" y="215305"/>
                  </a:lnTo>
                  <a:lnTo>
                    <a:pt x="121281" y="179421"/>
                  </a:lnTo>
                  <a:close/>
                  <a:moveTo>
                    <a:pt x="73432" y="215305"/>
                  </a:moveTo>
                  <a:lnTo>
                    <a:pt x="121281" y="179421"/>
                  </a:lnTo>
                  <a:lnTo>
                    <a:pt x="73432" y="179421"/>
                  </a:lnTo>
                  <a:close/>
                  <a:moveTo>
                    <a:pt x="216978" y="215305"/>
                  </a:moveTo>
                  <a:lnTo>
                    <a:pt x="264827" y="215305"/>
                  </a:lnTo>
                  <a:lnTo>
                    <a:pt x="264827" y="179421"/>
                  </a:lnTo>
                  <a:close/>
                  <a:moveTo>
                    <a:pt x="216978" y="215305"/>
                  </a:moveTo>
                  <a:lnTo>
                    <a:pt x="264827" y="179421"/>
                  </a:lnTo>
                  <a:lnTo>
                    <a:pt x="216978" y="179421"/>
                  </a:lnTo>
                  <a:close/>
                  <a:moveTo>
                    <a:pt x="73432" y="179421"/>
                  </a:moveTo>
                  <a:lnTo>
                    <a:pt x="121281" y="179421"/>
                  </a:lnTo>
                  <a:lnTo>
                    <a:pt x="121281" y="143537"/>
                  </a:lnTo>
                  <a:close/>
                  <a:moveTo>
                    <a:pt x="73432" y="179421"/>
                  </a:moveTo>
                  <a:lnTo>
                    <a:pt x="121281" y="143537"/>
                  </a:lnTo>
                  <a:lnTo>
                    <a:pt x="73432" y="143537"/>
                  </a:lnTo>
                  <a:close/>
                  <a:moveTo>
                    <a:pt x="216978" y="179421"/>
                  </a:moveTo>
                  <a:lnTo>
                    <a:pt x="264827" y="179421"/>
                  </a:lnTo>
                  <a:lnTo>
                    <a:pt x="264827" y="143537"/>
                  </a:lnTo>
                  <a:close/>
                  <a:moveTo>
                    <a:pt x="264827" y="143537"/>
                  </a:moveTo>
                  <a:lnTo>
                    <a:pt x="264827" y="179421"/>
                  </a:lnTo>
                  <a:lnTo>
                    <a:pt x="290411" y="179421"/>
                  </a:lnTo>
                  <a:close/>
                  <a:moveTo>
                    <a:pt x="121281" y="143537"/>
                  </a:moveTo>
                  <a:lnTo>
                    <a:pt x="121281" y="107653"/>
                  </a:lnTo>
                  <a:lnTo>
                    <a:pt x="73432" y="143537"/>
                  </a:lnTo>
                  <a:close/>
                  <a:moveTo>
                    <a:pt x="121281" y="143537"/>
                  </a:moveTo>
                  <a:lnTo>
                    <a:pt x="169130" y="107653"/>
                  </a:lnTo>
                  <a:lnTo>
                    <a:pt x="121281" y="107653"/>
                  </a:lnTo>
                  <a:close/>
                  <a:moveTo>
                    <a:pt x="216978" y="143537"/>
                  </a:moveTo>
                  <a:lnTo>
                    <a:pt x="264827" y="143537"/>
                  </a:lnTo>
                  <a:lnTo>
                    <a:pt x="264827" y="107653"/>
                  </a:lnTo>
                  <a:close/>
                  <a:moveTo>
                    <a:pt x="264827" y="107653"/>
                  </a:moveTo>
                  <a:lnTo>
                    <a:pt x="264827" y="143537"/>
                  </a:lnTo>
                  <a:lnTo>
                    <a:pt x="298508" y="143537"/>
                  </a:lnTo>
                  <a:close/>
                  <a:moveTo>
                    <a:pt x="121281" y="107653"/>
                  </a:moveTo>
                  <a:lnTo>
                    <a:pt x="169130" y="107653"/>
                  </a:lnTo>
                  <a:lnTo>
                    <a:pt x="169130" y="71768"/>
                  </a:lnTo>
                  <a:close/>
                  <a:moveTo>
                    <a:pt x="121281" y="107653"/>
                  </a:moveTo>
                  <a:lnTo>
                    <a:pt x="169130" y="71768"/>
                  </a:lnTo>
                  <a:lnTo>
                    <a:pt x="121281" y="71768"/>
                  </a:lnTo>
                  <a:close/>
                  <a:moveTo>
                    <a:pt x="169130" y="107653"/>
                  </a:moveTo>
                  <a:lnTo>
                    <a:pt x="216978" y="71768"/>
                  </a:lnTo>
                  <a:lnTo>
                    <a:pt x="169130" y="71768"/>
                  </a:lnTo>
                  <a:close/>
                  <a:moveTo>
                    <a:pt x="216978" y="107653"/>
                  </a:moveTo>
                  <a:lnTo>
                    <a:pt x="264827" y="107653"/>
                  </a:lnTo>
                  <a:lnTo>
                    <a:pt x="264827" y="71768"/>
                  </a:lnTo>
                  <a:close/>
                  <a:moveTo>
                    <a:pt x="216978" y="107653"/>
                  </a:moveTo>
                  <a:lnTo>
                    <a:pt x="264827" y="71768"/>
                  </a:lnTo>
                  <a:lnTo>
                    <a:pt x="216978" y="71768"/>
                  </a:lnTo>
                  <a:close/>
                  <a:moveTo>
                    <a:pt x="264827" y="71768"/>
                  </a:moveTo>
                  <a:lnTo>
                    <a:pt x="264827" y="107653"/>
                  </a:lnTo>
                  <a:lnTo>
                    <a:pt x="312676" y="71768"/>
                  </a:lnTo>
                  <a:close/>
                  <a:moveTo>
                    <a:pt x="169130" y="71768"/>
                  </a:moveTo>
                  <a:lnTo>
                    <a:pt x="169130" y="35884"/>
                  </a:lnTo>
                  <a:lnTo>
                    <a:pt x="121281" y="71768"/>
                  </a:lnTo>
                  <a:close/>
                  <a:moveTo>
                    <a:pt x="169130" y="71768"/>
                  </a:moveTo>
                  <a:lnTo>
                    <a:pt x="216978" y="71768"/>
                  </a:lnTo>
                  <a:lnTo>
                    <a:pt x="216978" y="35884"/>
                  </a:lnTo>
                  <a:close/>
                  <a:moveTo>
                    <a:pt x="169130" y="71768"/>
                  </a:moveTo>
                  <a:lnTo>
                    <a:pt x="216978" y="35884"/>
                  </a:lnTo>
                  <a:lnTo>
                    <a:pt x="169130" y="35884"/>
                  </a:lnTo>
                  <a:close/>
                  <a:moveTo>
                    <a:pt x="216978" y="71768"/>
                  </a:moveTo>
                  <a:lnTo>
                    <a:pt x="264827" y="71768"/>
                  </a:lnTo>
                  <a:lnTo>
                    <a:pt x="264827" y="35884"/>
                  </a:lnTo>
                  <a:close/>
                  <a:moveTo>
                    <a:pt x="216978" y="71768"/>
                  </a:moveTo>
                  <a:lnTo>
                    <a:pt x="264827" y="35884"/>
                  </a:lnTo>
                  <a:lnTo>
                    <a:pt x="216978" y="35884"/>
                  </a:lnTo>
                  <a:close/>
                  <a:moveTo>
                    <a:pt x="264827" y="71768"/>
                  </a:moveTo>
                  <a:lnTo>
                    <a:pt x="312676" y="71768"/>
                  </a:lnTo>
                  <a:lnTo>
                    <a:pt x="312676" y="35884"/>
                  </a:lnTo>
                  <a:close/>
                  <a:moveTo>
                    <a:pt x="264827" y="71768"/>
                  </a:moveTo>
                  <a:lnTo>
                    <a:pt x="312676" y="35884"/>
                  </a:lnTo>
                  <a:lnTo>
                    <a:pt x="264827" y="35884"/>
                  </a:lnTo>
                  <a:close/>
                  <a:moveTo>
                    <a:pt x="216978" y="35884"/>
                  </a:moveTo>
                  <a:lnTo>
                    <a:pt x="216978" y="0"/>
                  </a:lnTo>
                  <a:lnTo>
                    <a:pt x="169130" y="35884"/>
                  </a:lnTo>
                  <a:close/>
                  <a:moveTo>
                    <a:pt x="216978" y="35884"/>
                  </a:moveTo>
                  <a:lnTo>
                    <a:pt x="264827" y="35884"/>
                  </a:lnTo>
                  <a:lnTo>
                    <a:pt x="264827" y="0"/>
                  </a:lnTo>
                  <a:close/>
                  <a:moveTo>
                    <a:pt x="216978" y="35884"/>
                  </a:moveTo>
                  <a:lnTo>
                    <a:pt x="264827" y="0"/>
                  </a:lnTo>
                  <a:lnTo>
                    <a:pt x="216978" y="0"/>
                  </a:lnTo>
                  <a:close/>
                  <a:moveTo>
                    <a:pt x="264827" y="35884"/>
                  </a:moveTo>
                  <a:lnTo>
                    <a:pt x="312676" y="35884"/>
                  </a:lnTo>
                  <a:lnTo>
                    <a:pt x="264827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3950" name="Candidate_B1__3949">
              <a:extLst>
                <a:ext uri="{FF2B5EF4-FFF2-40B4-BE49-F238E27FC236}">
                  <a16:creationId xmlns:a16="http://schemas.microsoft.com/office/drawing/2014/main" id="{A2606A3C-5BEF-EC42-B133-0F42E24719AC}"/>
                </a:ext>
              </a:extLst>
            </p:cNvPr>
            <p:cNvSpPr>
              <a:spLocks noGrp="1"/>
            </p:cNvSpPr>
            <p:nvPr/>
          </p:nvSpPr>
          <p:spPr>
            <a:xfrm>
              <a:off x="4230345" y="2411388"/>
              <a:ext cx="191395" cy="466495"/>
            </a:xfrm>
            <a:custGeom>
              <a:avLst/>
              <a:gdLst/>
              <a:ahLst/>
              <a:cxnLst/>
              <a:rect l="0" t="0" r="0" b="0"/>
              <a:pathLst>
                <a:path w="191395" h="466495">
                  <a:moveTo>
                    <a:pt x="0" y="466495"/>
                  </a:moveTo>
                  <a:lnTo>
                    <a:pt x="47849" y="466495"/>
                  </a:lnTo>
                  <a:lnTo>
                    <a:pt x="47849" y="430610"/>
                  </a:lnTo>
                  <a:close/>
                  <a:moveTo>
                    <a:pt x="0" y="466495"/>
                  </a:moveTo>
                  <a:lnTo>
                    <a:pt x="47849" y="430610"/>
                  </a:lnTo>
                  <a:lnTo>
                    <a:pt x="0" y="430610"/>
                  </a:lnTo>
                  <a:close/>
                  <a:moveTo>
                    <a:pt x="47849" y="466495"/>
                  </a:moveTo>
                  <a:lnTo>
                    <a:pt x="95698" y="430610"/>
                  </a:lnTo>
                  <a:lnTo>
                    <a:pt x="47849" y="430610"/>
                  </a:lnTo>
                  <a:close/>
                  <a:moveTo>
                    <a:pt x="0" y="430610"/>
                  </a:moveTo>
                  <a:lnTo>
                    <a:pt x="47849" y="430610"/>
                  </a:lnTo>
                  <a:lnTo>
                    <a:pt x="47849" y="394726"/>
                  </a:lnTo>
                  <a:close/>
                  <a:moveTo>
                    <a:pt x="0" y="430610"/>
                  </a:moveTo>
                  <a:lnTo>
                    <a:pt x="47849" y="394726"/>
                  </a:lnTo>
                  <a:lnTo>
                    <a:pt x="0" y="394726"/>
                  </a:lnTo>
                  <a:close/>
                  <a:moveTo>
                    <a:pt x="47849" y="430610"/>
                  </a:moveTo>
                  <a:lnTo>
                    <a:pt x="95698" y="430610"/>
                  </a:lnTo>
                  <a:lnTo>
                    <a:pt x="95698" y="394726"/>
                  </a:lnTo>
                  <a:close/>
                  <a:moveTo>
                    <a:pt x="47849" y="430610"/>
                  </a:moveTo>
                  <a:lnTo>
                    <a:pt x="95698" y="394726"/>
                  </a:lnTo>
                  <a:lnTo>
                    <a:pt x="47849" y="394726"/>
                  </a:lnTo>
                  <a:close/>
                  <a:moveTo>
                    <a:pt x="47849" y="179421"/>
                  </a:moveTo>
                  <a:lnTo>
                    <a:pt x="95698" y="143537"/>
                  </a:lnTo>
                  <a:lnTo>
                    <a:pt x="47849" y="143537"/>
                  </a:lnTo>
                  <a:close/>
                  <a:moveTo>
                    <a:pt x="95698" y="179421"/>
                  </a:moveTo>
                  <a:lnTo>
                    <a:pt x="143546" y="143537"/>
                  </a:lnTo>
                  <a:lnTo>
                    <a:pt x="95698" y="143537"/>
                  </a:lnTo>
                  <a:close/>
                  <a:moveTo>
                    <a:pt x="47849" y="143537"/>
                  </a:moveTo>
                  <a:lnTo>
                    <a:pt x="95698" y="143537"/>
                  </a:lnTo>
                  <a:lnTo>
                    <a:pt x="95698" y="107653"/>
                  </a:lnTo>
                  <a:close/>
                  <a:moveTo>
                    <a:pt x="47849" y="143537"/>
                  </a:moveTo>
                  <a:lnTo>
                    <a:pt x="95698" y="107653"/>
                  </a:lnTo>
                  <a:lnTo>
                    <a:pt x="47849" y="107653"/>
                  </a:lnTo>
                  <a:close/>
                  <a:moveTo>
                    <a:pt x="95698" y="143537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95698" y="143537"/>
                  </a:moveTo>
                  <a:lnTo>
                    <a:pt x="143546" y="107653"/>
                  </a:lnTo>
                  <a:lnTo>
                    <a:pt x="95698" y="107653"/>
                  </a:lnTo>
                  <a:close/>
                  <a:moveTo>
                    <a:pt x="47849" y="107653"/>
                  </a:moveTo>
                  <a:lnTo>
                    <a:pt x="95698" y="107653"/>
                  </a:lnTo>
                  <a:lnTo>
                    <a:pt x="95698" y="71768"/>
                  </a:lnTo>
                  <a:close/>
                  <a:moveTo>
                    <a:pt x="47849" y="107653"/>
                  </a:moveTo>
                  <a:lnTo>
                    <a:pt x="95698" y="71768"/>
                  </a:lnTo>
                  <a:lnTo>
                    <a:pt x="47849" y="71768"/>
                  </a:lnTo>
                  <a:close/>
                  <a:moveTo>
                    <a:pt x="95698" y="107653"/>
                  </a:moveTo>
                  <a:lnTo>
                    <a:pt x="143546" y="107653"/>
                  </a:lnTo>
                  <a:lnTo>
                    <a:pt x="143546" y="71768"/>
                  </a:lnTo>
                  <a:close/>
                  <a:moveTo>
                    <a:pt x="95698" y="107653"/>
                  </a:moveTo>
                  <a:lnTo>
                    <a:pt x="143546" y="71768"/>
                  </a:lnTo>
                  <a:lnTo>
                    <a:pt x="95698" y="71768"/>
                  </a:lnTo>
                  <a:close/>
                  <a:moveTo>
                    <a:pt x="143546" y="107653"/>
                  </a:moveTo>
                  <a:lnTo>
                    <a:pt x="191395" y="71768"/>
                  </a:lnTo>
                  <a:lnTo>
                    <a:pt x="143546" y="71768"/>
                  </a:lnTo>
                  <a:close/>
                  <a:moveTo>
                    <a:pt x="47849" y="71768"/>
                  </a:moveTo>
                  <a:lnTo>
                    <a:pt x="95698" y="71768"/>
                  </a:lnTo>
                  <a:lnTo>
                    <a:pt x="95698" y="35884"/>
                  </a:lnTo>
                  <a:close/>
                  <a:moveTo>
                    <a:pt x="95698" y="71768"/>
                  </a:moveTo>
                  <a:lnTo>
                    <a:pt x="143546" y="71768"/>
                  </a:lnTo>
                  <a:lnTo>
                    <a:pt x="143546" y="35884"/>
                  </a:lnTo>
                  <a:close/>
                  <a:moveTo>
                    <a:pt x="95698" y="71768"/>
                  </a:moveTo>
                  <a:lnTo>
                    <a:pt x="143546" y="35884"/>
                  </a:lnTo>
                  <a:lnTo>
                    <a:pt x="95698" y="35884"/>
                  </a:lnTo>
                  <a:close/>
                  <a:moveTo>
                    <a:pt x="143546" y="71768"/>
                  </a:moveTo>
                  <a:lnTo>
                    <a:pt x="191395" y="35884"/>
                  </a:lnTo>
                  <a:lnTo>
                    <a:pt x="143546" y="35884"/>
                  </a:lnTo>
                  <a:close/>
                  <a:moveTo>
                    <a:pt x="95698" y="35884"/>
                  </a:moveTo>
                  <a:lnTo>
                    <a:pt x="143546" y="35884"/>
                  </a:lnTo>
                  <a:lnTo>
                    <a:pt x="143546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3951" name="label__3950">
            <a:extLst>
              <a:ext uri="{FF2B5EF4-FFF2-40B4-BE49-F238E27FC236}">
                <a16:creationId xmlns:a16="http://schemas.microsoft.com/office/drawing/2014/main" id="{B0715E0C-794C-23E6-0AA1-A54D1C310F13}"/>
              </a:ext>
            </a:extLst>
          </p:cNvPr>
          <p:cNvSpPr>
            <a:spLocks noGrp="1"/>
          </p:cNvSpPr>
          <p:nvPr/>
        </p:nvSpPr>
        <p:spPr>
          <a:xfrm>
            <a:off x="2454732" y="3987800"/>
            <a:ext cx="185208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469872"/>
                </a:solidFill>
                <a:latin typeface="Arial"/>
                <a:ea typeface="Arial"/>
                <a:cs typeface="Arial"/>
              </a:defRPr>
            </a:pPr>
            <a:r>
              <a:rPr sz="667" b="1">
                <a:solidFill>
                  <a:srgbClr val="469872"/>
                </a:solidFill>
                <a:latin typeface="Arial"/>
                <a:ea typeface="Arial"/>
                <a:cs typeface="Arial"/>
              </a:rPr>
              <a:t>B1</a:t>
            </a:r>
          </a:p>
        </p:txBody>
      </p:sp>
      <p:grpSp>
        <p:nvGrpSpPr>
          <p:cNvPr id="6218" name="Candidate_B2">
            <a:extLst>
              <a:ext uri="{FF2B5EF4-FFF2-40B4-BE49-F238E27FC236}">
                <a16:creationId xmlns:a16="http://schemas.microsoft.com/office/drawing/2014/main" id="{D5075CE6-FABB-4FB9-3A4F-65803CF71000}"/>
              </a:ext>
            </a:extLst>
          </p:cNvPr>
          <p:cNvGrpSpPr/>
          <p:nvPr/>
        </p:nvGrpSpPr>
        <p:grpSpPr>
          <a:xfrm>
            <a:off x="3152702" y="4681009"/>
            <a:ext cx="259292" cy="391583"/>
            <a:chOff x="5805488" y="3743325"/>
            <a:chExt cx="466725" cy="704850"/>
          </a:xfrm>
        </p:grpSpPr>
        <p:sp>
          <p:nvSpPr>
            <p:cNvPr id="3952" name="Candidate_B2__3951">
              <a:extLst>
                <a:ext uri="{FF2B5EF4-FFF2-40B4-BE49-F238E27FC236}">
                  <a16:creationId xmlns:a16="http://schemas.microsoft.com/office/drawing/2014/main" id="{E5DF0363-2F12-42A2-4AC1-C32BC20623D8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33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129832" y="704404"/>
                  </a:moveTo>
                  <a:lnTo>
                    <a:pt x="81983" y="692757"/>
                  </a:lnTo>
                  <a:lnTo>
                    <a:pt x="129832" y="693382"/>
                  </a:lnTo>
                  <a:close/>
                  <a:moveTo>
                    <a:pt x="129832" y="704404"/>
                  </a:moveTo>
                  <a:lnTo>
                    <a:pt x="129832" y="693382"/>
                  </a:lnTo>
                  <a:lnTo>
                    <a:pt x="177681" y="704850"/>
                  </a:lnTo>
                  <a:close/>
                  <a:moveTo>
                    <a:pt x="177681" y="704850"/>
                  </a:moveTo>
                  <a:lnTo>
                    <a:pt x="177681" y="694035"/>
                  </a:lnTo>
                  <a:lnTo>
                    <a:pt x="225530" y="694518"/>
                  </a:lnTo>
                  <a:close/>
                  <a:moveTo>
                    <a:pt x="276610" y="656342"/>
                  </a:moveTo>
                  <a:lnTo>
                    <a:pt x="293701" y="656342"/>
                  </a:lnTo>
                  <a:lnTo>
                    <a:pt x="273379" y="671513"/>
                  </a:lnTo>
                  <a:close/>
                  <a:moveTo>
                    <a:pt x="315843" y="620457"/>
                  </a:moveTo>
                  <a:lnTo>
                    <a:pt x="321227" y="628671"/>
                  </a:lnTo>
                  <a:lnTo>
                    <a:pt x="293701" y="656342"/>
                  </a:lnTo>
                  <a:close/>
                  <a:moveTo>
                    <a:pt x="3309" y="620457"/>
                  </a:moveTo>
                  <a:lnTo>
                    <a:pt x="18540" y="620457"/>
                  </a:lnTo>
                  <a:lnTo>
                    <a:pt x="24946" y="656342"/>
                  </a:lnTo>
                  <a:close/>
                  <a:moveTo>
                    <a:pt x="13874" y="584573"/>
                  </a:moveTo>
                  <a:lnTo>
                    <a:pt x="3309" y="620457"/>
                  </a:lnTo>
                  <a:lnTo>
                    <a:pt x="0" y="584573"/>
                  </a:lnTo>
                  <a:close/>
                  <a:moveTo>
                    <a:pt x="23823" y="548689"/>
                  </a:moveTo>
                  <a:lnTo>
                    <a:pt x="0" y="584573"/>
                  </a:lnTo>
                  <a:lnTo>
                    <a:pt x="10555" y="548689"/>
                  </a:lnTo>
                  <a:close/>
                  <a:moveTo>
                    <a:pt x="355764" y="584573"/>
                  </a:moveTo>
                  <a:lnTo>
                    <a:pt x="328549" y="620457"/>
                  </a:lnTo>
                  <a:lnTo>
                    <a:pt x="347311" y="584573"/>
                  </a:lnTo>
                  <a:close/>
                  <a:moveTo>
                    <a:pt x="355764" y="584573"/>
                  </a:moveTo>
                  <a:lnTo>
                    <a:pt x="347311" y="584573"/>
                  </a:lnTo>
                  <a:lnTo>
                    <a:pt x="369076" y="566498"/>
                  </a:lnTo>
                  <a:close/>
                  <a:moveTo>
                    <a:pt x="10555" y="548689"/>
                  </a:moveTo>
                  <a:lnTo>
                    <a:pt x="32179" y="512805"/>
                  </a:lnTo>
                  <a:lnTo>
                    <a:pt x="23823" y="548689"/>
                  </a:lnTo>
                  <a:close/>
                  <a:moveTo>
                    <a:pt x="377739" y="548689"/>
                  </a:moveTo>
                  <a:lnTo>
                    <a:pt x="382585" y="548689"/>
                  </a:lnTo>
                  <a:lnTo>
                    <a:pt x="369076" y="566498"/>
                  </a:lnTo>
                  <a:close/>
                  <a:moveTo>
                    <a:pt x="407065" y="512805"/>
                  </a:moveTo>
                  <a:lnTo>
                    <a:pt x="382585" y="548689"/>
                  </a:lnTo>
                  <a:lnTo>
                    <a:pt x="405273" y="512805"/>
                  </a:lnTo>
                  <a:close/>
                  <a:moveTo>
                    <a:pt x="43163" y="512805"/>
                  </a:moveTo>
                  <a:lnTo>
                    <a:pt x="34135" y="509993"/>
                  </a:lnTo>
                  <a:lnTo>
                    <a:pt x="54572" y="476921"/>
                  </a:lnTo>
                  <a:close/>
                  <a:moveTo>
                    <a:pt x="407065" y="512805"/>
                  </a:moveTo>
                  <a:lnTo>
                    <a:pt x="405273" y="512805"/>
                  </a:lnTo>
                  <a:lnTo>
                    <a:pt x="416925" y="492776"/>
                  </a:lnTo>
                  <a:close/>
                  <a:moveTo>
                    <a:pt x="77429" y="441036"/>
                  </a:moveTo>
                  <a:lnTo>
                    <a:pt x="54572" y="476921"/>
                  </a:lnTo>
                  <a:lnTo>
                    <a:pt x="71053" y="441036"/>
                  </a:lnTo>
                  <a:close/>
                  <a:moveTo>
                    <a:pt x="424545" y="476921"/>
                  </a:moveTo>
                  <a:lnTo>
                    <a:pt x="425067" y="476921"/>
                  </a:lnTo>
                  <a:lnTo>
                    <a:pt x="416925" y="492776"/>
                  </a:lnTo>
                  <a:close/>
                  <a:moveTo>
                    <a:pt x="433095" y="441036"/>
                  </a:moveTo>
                  <a:lnTo>
                    <a:pt x="425067" y="476921"/>
                  </a:lnTo>
                  <a:lnTo>
                    <a:pt x="432783" y="441036"/>
                  </a:lnTo>
                  <a:close/>
                  <a:moveTo>
                    <a:pt x="71053" y="441036"/>
                  </a:moveTo>
                  <a:lnTo>
                    <a:pt x="77677" y="405152"/>
                  </a:lnTo>
                  <a:lnTo>
                    <a:pt x="77429" y="441036"/>
                  </a:lnTo>
                  <a:close/>
                  <a:moveTo>
                    <a:pt x="430903" y="405152"/>
                  </a:moveTo>
                  <a:lnTo>
                    <a:pt x="433095" y="441036"/>
                  </a:lnTo>
                  <a:lnTo>
                    <a:pt x="429788" y="405152"/>
                  </a:lnTo>
                  <a:close/>
                  <a:moveTo>
                    <a:pt x="421806" y="369268"/>
                  </a:moveTo>
                  <a:lnTo>
                    <a:pt x="430903" y="405152"/>
                  </a:lnTo>
                  <a:lnTo>
                    <a:pt x="418538" y="369268"/>
                  </a:lnTo>
                  <a:close/>
                  <a:moveTo>
                    <a:pt x="416925" y="364720"/>
                  </a:moveTo>
                  <a:lnTo>
                    <a:pt x="416925" y="351482"/>
                  </a:lnTo>
                  <a:lnTo>
                    <a:pt x="421806" y="369268"/>
                  </a:lnTo>
                  <a:close/>
                  <a:moveTo>
                    <a:pt x="416925" y="351482"/>
                  </a:moveTo>
                  <a:lnTo>
                    <a:pt x="416925" y="364720"/>
                  </a:lnTo>
                  <a:lnTo>
                    <a:pt x="412675" y="333384"/>
                  </a:lnTo>
                  <a:close/>
                  <a:moveTo>
                    <a:pt x="65716" y="333384"/>
                  </a:moveTo>
                  <a:lnTo>
                    <a:pt x="77004" y="333384"/>
                  </a:lnTo>
                  <a:lnTo>
                    <a:pt x="74239" y="369268"/>
                  </a:lnTo>
                  <a:close/>
                  <a:moveTo>
                    <a:pt x="71970" y="297499"/>
                  </a:moveTo>
                  <a:lnTo>
                    <a:pt x="65716" y="333384"/>
                  </a:lnTo>
                  <a:lnTo>
                    <a:pt x="59345" y="297499"/>
                  </a:lnTo>
                  <a:close/>
                  <a:moveTo>
                    <a:pt x="409196" y="297499"/>
                  </a:moveTo>
                  <a:lnTo>
                    <a:pt x="412675" y="333384"/>
                  </a:lnTo>
                  <a:lnTo>
                    <a:pt x="400824" y="297499"/>
                  </a:lnTo>
                  <a:close/>
                  <a:moveTo>
                    <a:pt x="73541" y="261615"/>
                  </a:moveTo>
                  <a:lnTo>
                    <a:pt x="59345" y="297499"/>
                  </a:lnTo>
                  <a:lnTo>
                    <a:pt x="60057" y="261615"/>
                  </a:lnTo>
                  <a:close/>
                  <a:moveTo>
                    <a:pt x="412689" y="261615"/>
                  </a:moveTo>
                  <a:lnTo>
                    <a:pt x="409196" y="297499"/>
                  </a:lnTo>
                  <a:lnTo>
                    <a:pt x="402930" y="261615"/>
                  </a:lnTo>
                  <a:close/>
                  <a:moveTo>
                    <a:pt x="60057" y="261615"/>
                  </a:moveTo>
                  <a:lnTo>
                    <a:pt x="69701" y="225731"/>
                  </a:lnTo>
                  <a:lnTo>
                    <a:pt x="73541" y="261615"/>
                  </a:lnTo>
                  <a:close/>
                  <a:moveTo>
                    <a:pt x="414041" y="225731"/>
                  </a:moveTo>
                  <a:lnTo>
                    <a:pt x="416925" y="247369"/>
                  </a:lnTo>
                  <a:lnTo>
                    <a:pt x="412689" y="261615"/>
                  </a:lnTo>
                  <a:close/>
                  <a:moveTo>
                    <a:pt x="83723" y="225731"/>
                  </a:moveTo>
                  <a:lnTo>
                    <a:pt x="81983" y="200163"/>
                  </a:lnTo>
                  <a:lnTo>
                    <a:pt x="86762" y="189847"/>
                  </a:lnTo>
                  <a:close/>
                  <a:moveTo>
                    <a:pt x="116357" y="153963"/>
                  </a:moveTo>
                  <a:lnTo>
                    <a:pt x="86762" y="189847"/>
                  </a:lnTo>
                  <a:lnTo>
                    <a:pt x="105028" y="153963"/>
                  </a:lnTo>
                  <a:close/>
                  <a:moveTo>
                    <a:pt x="442757" y="189847"/>
                  </a:moveTo>
                  <a:lnTo>
                    <a:pt x="424800" y="225731"/>
                  </a:lnTo>
                  <a:lnTo>
                    <a:pt x="433345" y="189847"/>
                  </a:lnTo>
                  <a:close/>
                  <a:moveTo>
                    <a:pt x="458848" y="153963"/>
                  </a:moveTo>
                  <a:lnTo>
                    <a:pt x="442757" y="189847"/>
                  </a:lnTo>
                  <a:lnTo>
                    <a:pt x="450850" y="153963"/>
                  </a:lnTo>
                  <a:close/>
                  <a:moveTo>
                    <a:pt x="105028" y="153963"/>
                  </a:moveTo>
                  <a:lnTo>
                    <a:pt x="123642" y="118079"/>
                  </a:lnTo>
                  <a:lnTo>
                    <a:pt x="116357" y="153963"/>
                  </a:lnTo>
                  <a:close/>
                  <a:moveTo>
                    <a:pt x="459070" y="118079"/>
                  </a:moveTo>
                  <a:lnTo>
                    <a:pt x="464774" y="126234"/>
                  </a:lnTo>
                  <a:lnTo>
                    <a:pt x="458848" y="153963"/>
                  </a:lnTo>
                  <a:close/>
                  <a:moveTo>
                    <a:pt x="133551" y="118079"/>
                  </a:moveTo>
                  <a:lnTo>
                    <a:pt x="129832" y="107319"/>
                  </a:lnTo>
                  <a:lnTo>
                    <a:pt x="144348" y="82194"/>
                  </a:lnTo>
                  <a:close/>
                  <a:moveTo>
                    <a:pt x="144348" y="82194"/>
                  </a:moveTo>
                  <a:lnTo>
                    <a:pt x="175793" y="46310"/>
                  </a:lnTo>
                  <a:lnTo>
                    <a:pt x="153160" y="82194"/>
                  </a:lnTo>
                  <a:close/>
                  <a:moveTo>
                    <a:pt x="436976" y="46310"/>
                  </a:moveTo>
                  <a:lnTo>
                    <a:pt x="461104" y="82194"/>
                  </a:lnTo>
                  <a:lnTo>
                    <a:pt x="427658" y="46310"/>
                  </a:lnTo>
                  <a:close/>
                  <a:moveTo>
                    <a:pt x="225530" y="16032"/>
                  </a:moveTo>
                  <a:lnTo>
                    <a:pt x="225530" y="22216"/>
                  </a:lnTo>
                  <a:lnTo>
                    <a:pt x="177681" y="44751"/>
                  </a:lnTo>
                  <a:close/>
                  <a:moveTo>
                    <a:pt x="225530" y="16032"/>
                  </a:moveTo>
                  <a:lnTo>
                    <a:pt x="244186" y="10426"/>
                  </a:lnTo>
                  <a:lnTo>
                    <a:pt x="264429" y="10426"/>
                  </a:lnTo>
                  <a:close/>
                  <a:moveTo>
                    <a:pt x="369076" y="14233"/>
                  </a:moveTo>
                  <a:lnTo>
                    <a:pt x="374412" y="10426"/>
                  </a:lnTo>
                  <a:lnTo>
                    <a:pt x="416925" y="30615"/>
                  </a:lnTo>
                  <a:close/>
                  <a:moveTo>
                    <a:pt x="416925" y="37902"/>
                  </a:moveTo>
                  <a:lnTo>
                    <a:pt x="416925" y="30615"/>
                  </a:lnTo>
                  <a:lnTo>
                    <a:pt x="436976" y="46310"/>
                  </a:lnTo>
                  <a:close/>
                  <a:moveTo>
                    <a:pt x="273379" y="2397"/>
                  </a:moveTo>
                  <a:lnTo>
                    <a:pt x="264429" y="10426"/>
                  </a:lnTo>
                  <a:lnTo>
                    <a:pt x="244186" y="10426"/>
                  </a:lnTo>
                  <a:close/>
                  <a:moveTo>
                    <a:pt x="321227" y="0"/>
                  </a:moveTo>
                  <a:lnTo>
                    <a:pt x="273379" y="7957"/>
                  </a:lnTo>
                  <a:lnTo>
                    <a:pt x="273379" y="2397"/>
                  </a:lnTo>
                  <a:close/>
                  <a:moveTo>
                    <a:pt x="321227" y="0"/>
                  </a:moveTo>
                  <a:lnTo>
                    <a:pt x="369076" y="8357"/>
                  </a:lnTo>
                  <a:lnTo>
                    <a:pt x="321227" y="5408"/>
                  </a:lnTo>
                  <a:close/>
                  <a:moveTo>
                    <a:pt x="77677" y="405152"/>
                  </a:moveTo>
                  <a:lnTo>
                    <a:pt x="74239" y="369268"/>
                  </a:lnTo>
                  <a:lnTo>
                    <a:pt x="81983" y="369268"/>
                  </a:lnTo>
                  <a:close/>
                  <a:moveTo>
                    <a:pt x="81983" y="200163"/>
                  </a:moveTo>
                  <a:lnTo>
                    <a:pt x="81983" y="225731"/>
                  </a:lnTo>
                  <a:lnTo>
                    <a:pt x="69701" y="225731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3953" name="Candidate_B2__3952">
              <a:extLst>
                <a:ext uri="{FF2B5EF4-FFF2-40B4-BE49-F238E27FC236}">
                  <a16:creationId xmlns:a16="http://schemas.microsoft.com/office/drawing/2014/main" id="{D5CF2A8E-D4AD-EF99-555E-4C008C2EE247}"/>
                </a:ext>
              </a:extLst>
            </p:cNvPr>
            <p:cNvSpPr>
              <a:spLocks noGrp="1"/>
            </p:cNvSpPr>
            <p:nvPr/>
          </p:nvSpPr>
          <p:spPr>
            <a:xfrm>
              <a:off x="5830434" y="3751682"/>
              <a:ext cx="441779" cy="686161"/>
            </a:xfrm>
            <a:custGeom>
              <a:avLst/>
              <a:gdLst/>
              <a:ahLst/>
              <a:cxnLst/>
              <a:rect l="0" t="0" r="0" b="0"/>
              <a:pathLst>
                <a:path w="441779" h="686161">
                  <a:moveTo>
                    <a:pt x="9188" y="647984"/>
                  </a:moveTo>
                  <a:lnTo>
                    <a:pt x="55866" y="683868"/>
                  </a:lnTo>
                  <a:lnTo>
                    <a:pt x="9188" y="656150"/>
                  </a:lnTo>
                  <a:close/>
                  <a:moveTo>
                    <a:pt x="9188" y="647984"/>
                  </a:moveTo>
                  <a:lnTo>
                    <a:pt x="57037" y="683868"/>
                  </a:lnTo>
                  <a:lnTo>
                    <a:pt x="55866" y="683868"/>
                  </a:lnTo>
                  <a:close/>
                  <a:moveTo>
                    <a:pt x="205993" y="683868"/>
                  </a:moveTo>
                  <a:lnTo>
                    <a:pt x="200583" y="683868"/>
                  </a:lnTo>
                  <a:lnTo>
                    <a:pt x="248432" y="663156"/>
                  </a:lnTo>
                  <a:close/>
                  <a:moveTo>
                    <a:pt x="439827" y="97478"/>
                  </a:moveTo>
                  <a:lnTo>
                    <a:pt x="439827" y="109721"/>
                  </a:lnTo>
                  <a:lnTo>
                    <a:pt x="436158" y="73837"/>
                  </a:lnTo>
                  <a:close/>
                  <a:moveTo>
                    <a:pt x="55866" y="683868"/>
                  </a:moveTo>
                  <a:lnTo>
                    <a:pt x="57037" y="683868"/>
                  </a:lnTo>
                  <a:lnTo>
                    <a:pt x="57037" y="684400"/>
                  </a:lnTo>
                  <a:close/>
                  <a:moveTo>
                    <a:pt x="205993" y="683868"/>
                  </a:moveTo>
                  <a:lnTo>
                    <a:pt x="200583" y="686161"/>
                  </a:lnTo>
                  <a:lnTo>
                    <a:pt x="200583" y="683868"/>
                  </a:lnTo>
                  <a:close/>
                  <a:moveTo>
                    <a:pt x="0" y="647984"/>
                  </a:moveTo>
                  <a:lnTo>
                    <a:pt x="9188" y="647984"/>
                  </a:lnTo>
                  <a:lnTo>
                    <a:pt x="9188" y="656150"/>
                  </a:lnTo>
                  <a:close/>
                  <a:moveTo>
                    <a:pt x="303603" y="612100"/>
                  </a:moveTo>
                  <a:lnTo>
                    <a:pt x="296281" y="620314"/>
                  </a:lnTo>
                  <a:lnTo>
                    <a:pt x="296281" y="612100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7232" y="504447"/>
                  </a:lnTo>
                  <a:close/>
                  <a:moveTo>
                    <a:pt x="399853" y="217374"/>
                  </a:moveTo>
                  <a:lnTo>
                    <a:pt x="391978" y="239011"/>
                  </a:lnTo>
                  <a:lnTo>
                    <a:pt x="391978" y="217374"/>
                  </a:lnTo>
                  <a:close/>
                  <a:moveTo>
                    <a:pt x="104886" y="98962"/>
                  </a:moveTo>
                  <a:lnTo>
                    <a:pt x="104886" y="109721"/>
                  </a:lnTo>
                  <a:lnTo>
                    <a:pt x="98696" y="109721"/>
                  </a:lnTo>
                  <a:close/>
                  <a:moveTo>
                    <a:pt x="441779" y="109721"/>
                  </a:moveTo>
                  <a:lnTo>
                    <a:pt x="439827" y="117877"/>
                  </a:lnTo>
                  <a:lnTo>
                    <a:pt x="439827" y="109721"/>
                  </a:lnTo>
                  <a:close/>
                  <a:moveTo>
                    <a:pt x="439827" y="97478"/>
                  </a:moveTo>
                  <a:lnTo>
                    <a:pt x="441779" y="109721"/>
                  </a:lnTo>
                  <a:lnTo>
                    <a:pt x="439827" y="109721"/>
                  </a:lnTo>
                  <a:close/>
                  <a:moveTo>
                    <a:pt x="152735" y="36393"/>
                  </a:moveTo>
                  <a:lnTo>
                    <a:pt x="152735" y="37953"/>
                  </a:lnTo>
                  <a:lnTo>
                    <a:pt x="150847" y="37953"/>
                  </a:lnTo>
                  <a:close/>
                  <a:moveTo>
                    <a:pt x="344130" y="0"/>
                  </a:moveTo>
                  <a:lnTo>
                    <a:pt x="349465" y="2069"/>
                  </a:lnTo>
                  <a:lnTo>
                    <a:pt x="344130" y="2069"/>
                  </a:lnTo>
                  <a:close/>
                  <a:moveTo>
                    <a:pt x="9188" y="501636"/>
                  </a:moveTo>
                  <a:lnTo>
                    <a:pt x="7232" y="504447"/>
                  </a:lnTo>
                  <a:lnTo>
                    <a:pt x="9188" y="504447"/>
                  </a:lnTo>
                  <a:close/>
                  <a:moveTo>
                    <a:pt x="9188" y="501636"/>
                  </a:moveTo>
                  <a:lnTo>
                    <a:pt x="9188" y="504447"/>
                  </a:lnTo>
                  <a:lnTo>
                    <a:pt x="29626" y="468563"/>
                  </a:lnTo>
                  <a:close/>
                  <a:moveTo>
                    <a:pt x="391978" y="360911"/>
                  </a:moveTo>
                  <a:lnTo>
                    <a:pt x="405956" y="396795"/>
                  </a:lnTo>
                  <a:lnTo>
                    <a:pt x="396859" y="360911"/>
                  </a:lnTo>
                  <a:close/>
                  <a:moveTo>
                    <a:pt x="391978" y="360911"/>
                  </a:moveTo>
                  <a:lnTo>
                    <a:pt x="396859" y="360911"/>
                  </a:lnTo>
                  <a:lnTo>
                    <a:pt x="391978" y="343124"/>
                  </a:lnTo>
                  <a:close/>
                  <a:moveTo>
                    <a:pt x="439827" y="117877"/>
                  </a:moveTo>
                  <a:lnTo>
                    <a:pt x="439827" y="109721"/>
                  </a:lnTo>
                  <a:lnTo>
                    <a:pt x="433901" y="145605"/>
                  </a:lnTo>
                  <a:close/>
                  <a:moveTo>
                    <a:pt x="439827" y="109721"/>
                  </a:moveTo>
                  <a:lnTo>
                    <a:pt x="439827" y="117877"/>
                  </a:lnTo>
                  <a:lnTo>
                    <a:pt x="441779" y="109721"/>
                  </a:lnTo>
                  <a:close/>
                  <a:moveTo>
                    <a:pt x="439827" y="109721"/>
                  </a:moveTo>
                  <a:lnTo>
                    <a:pt x="441779" y="109721"/>
                  </a:lnTo>
                  <a:lnTo>
                    <a:pt x="439827" y="97478"/>
                  </a:lnTo>
                  <a:close/>
                  <a:moveTo>
                    <a:pt x="152735" y="36393"/>
                  </a:moveTo>
                  <a:lnTo>
                    <a:pt x="150847" y="37953"/>
                  </a:lnTo>
                  <a:lnTo>
                    <a:pt x="152735" y="37953"/>
                  </a:lnTo>
                  <a:close/>
                  <a:moveTo>
                    <a:pt x="349465" y="2069"/>
                  </a:moveTo>
                  <a:lnTo>
                    <a:pt x="344130" y="2069"/>
                  </a:lnTo>
                  <a:lnTo>
                    <a:pt x="391978" y="22257"/>
                  </a:lnTo>
                  <a:close/>
                  <a:moveTo>
                    <a:pt x="344130" y="2069"/>
                  </a:moveTo>
                  <a:lnTo>
                    <a:pt x="349465" y="2069"/>
                  </a:lnTo>
                  <a:lnTo>
                    <a:pt x="344130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3954" name="Candidate_B2__3953">
              <a:extLst>
                <a:ext uri="{FF2B5EF4-FFF2-40B4-BE49-F238E27FC236}">
                  <a16:creationId xmlns:a16="http://schemas.microsoft.com/office/drawing/2014/main" id="{AA83AA49-6059-DEA0-40CA-C52E474F7C92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3325"/>
              <a:ext cx="464774" cy="704850"/>
            </a:xfrm>
            <a:custGeom>
              <a:avLst/>
              <a:gdLst/>
              <a:ahLst/>
              <a:cxnLst/>
              <a:rect l="0" t="0" r="0" b="0"/>
              <a:pathLst>
                <a:path w="464774" h="704850">
                  <a:moveTo>
                    <a:pt x="81111" y="692226"/>
                  </a:moveTo>
                  <a:lnTo>
                    <a:pt x="80813" y="692226"/>
                  </a:lnTo>
                  <a:lnTo>
                    <a:pt x="81983" y="692757"/>
                  </a:lnTo>
                  <a:close/>
                  <a:moveTo>
                    <a:pt x="80813" y="692226"/>
                  </a:moveTo>
                  <a:lnTo>
                    <a:pt x="81111" y="692226"/>
                  </a:lnTo>
                  <a:lnTo>
                    <a:pt x="34135" y="664507"/>
                  </a:lnTo>
                  <a:close/>
                  <a:moveTo>
                    <a:pt x="81983" y="692757"/>
                  </a:moveTo>
                  <a:lnTo>
                    <a:pt x="129832" y="704404"/>
                  </a:lnTo>
                  <a:lnTo>
                    <a:pt x="129832" y="704255"/>
                  </a:lnTo>
                  <a:close/>
                  <a:moveTo>
                    <a:pt x="129832" y="704404"/>
                  </a:moveTo>
                  <a:lnTo>
                    <a:pt x="177681" y="704850"/>
                  </a:lnTo>
                  <a:lnTo>
                    <a:pt x="177681" y="704643"/>
                  </a:lnTo>
                  <a:close/>
                  <a:moveTo>
                    <a:pt x="177681" y="704850"/>
                  </a:moveTo>
                  <a:lnTo>
                    <a:pt x="225530" y="694518"/>
                  </a:lnTo>
                  <a:lnTo>
                    <a:pt x="225530" y="694155"/>
                  </a:lnTo>
                  <a:close/>
                  <a:moveTo>
                    <a:pt x="230939" y="692226"/>
                  </a:moveTo>
                  <a:lnTo>
                    <a:pt x="225530" y="694155"/>
                  </a:lnTo>
                  <a:lnTo>
                    <a:pt x="225530" y="694518"/>
                  </a:lnTo>
                  <a:close/>
                  <a:moveTo>
                    <a:pt x="230939" y="692226"/>
                  </a:moveTo>
                  <a:lnTo>
                    <a:pt x="273379" y="671513"/>
                  </a:lnTo>
                  <a:lnTo>
                    <a:pt x="273379" y="670495"/>
                  </a:lnTo>
                  <a:close/>
                  <a:moveTo>
                    <a:pt x="25230" y="656342"/>
                  </a:moveTo>
                  <a:lnTo>
                    <a:pt x="24946" y="656342"/>
                  </a:lnTo>
                  <a:lnTo>
                    <a:pt x="34135" y="664507"/>
                  </a:lnTo>
                  <a:close/>
                  <a:moveTo>
                    <a:pt x="3309" y="620457"/>
                  </a:moveTo>
                  <a:lnTo>
                    <a:pt x="24946" y="656342"/>
                  </a:lnTo>
                  <a:lnTo>
                    <a:pt x="25230" y="656342"/>
                  </a:lnTo>
                  <a:close/>
                  <a:moveTo>
                    <a:pt x="293701" y="656342"/>
                  </a:moveTo>
                  <a:lnTo>
                    <a:pt x="273379" y="670495"/>
                  </a:lnTo>
                  <a:lnTo>
                    <a:pt x="273379" y="671513"/>
                  </a:lnTo>
                  <a:close/>
                  <a:moveTo>
                    <a:pt x="293701" y="656342"/>
                  </a:moveTo>
                  <a:lnTo>
                    <a:pt x="321227" y="628671"/>
                  </a:lnTo>
                  <a:lnTo>
                    <a:pt x="321227" y="624629"/>
                  </a:lnTo>
                  <a:close/>
                  <a:moveTo>
                    <a:pt x="0" y="584573"/>
                  </a:moveTo>
                  <a:lnTo>
                    <a:pt x="3309" y="620457"/>
                  </a:lnTo>
                  <a:lnTo>
                    <a:pt x="3743" y="620457"/>
                  </a:lnTo>
                  <a:close/>
                  <a:moveTo>
                    <a:pt x="328549" y="620457"/>
                  </a:moveTo>
                  <a:lnTo>
                    <a:pt x="321227" y="624629"/>
                  </a:lnTo>
                  <a:lnTo>
                    <a:pt x="321227" y="628671"/>
                  </a:lnTo>
                  <a:close/>
                  <a:moveTo>
                    <a:pt x="324727" y="620457"/>
                  </a:moveTo>
                  <a:lnTo>
                    <a:pt x="328549" y="620457"/>
                  </a:lnTo>
                  <a:lnTo>
                    <a:pt x="355764" y="584573"/>
                  </a:lnTo>
                  <a:close/>
                  <a:moveTo>
                    <a:pt x="10555" y="548689"/>
                  </a:moveTo>
                  <a:lnTo>
                    <a:pt x="0" y="584573"/>
                  </a:lnTo>
                  <a:lnTo>
                    <a:pt x="819" y="584573"/>
                  </a:lnTo>
                  <a:close/>
                  <a:moveTo>
                    <a:pt x="355764" y="584573"/>
                  </a:moveTo>
                  <a:lnTo>
                    <a:pt x="369076" y="566498"/>
                  </a:lnTo>
                  <a:lnTo>
                    <a:pt x="369076" y="552501"/>
                  </a:lnTo>
                  <a:close/>
                  <a:moveTo>
                    <a:pt x="32179" y="512805"/>
                  </a:moveTo>
                  <a:lnTo>
                    <a:pt x="34135" y="515715"/>
                  </a:lnTo>
                  <a:lnTo>
                    <a:pt x="34135" y="512805"/>
                  </a:lnTo>
                  <a:close/>
                  <a:moveTo>
                    <a:pt x="10555" y="548689"/>
                  </a:moveTo>
                  <a:lnTo>
                    <a:pt x="12380" y="548689"/>
                  </a:lnTo>
                  <a:lnTo>
                    <a:pt x="32179" y="512805"/>
                  </a:lnTo>
                  <a:close/>
                  <a:moveTo>
                    <a:pt x="382585" y="548689"/>
                  </a:moveTo>
                  <a:lnTo>
                    <a:pt x="369076" y="552501"/>
                  </a:lnTo>
                  <a:lnTo>
                    <a:pt x="369076" y="566498"/>
                  </a:lnTo>
                  <a:close/>
                  <a:moveTo>
                    <a:pt x="371611" y="548689"/>
                  </a:moveTo>
                  <a:lnTo>
                    <a:pt x="382585" y="548689"/>
                  </a:lnTo>
                  <a:lnTo>
                    <a:pt x="407065" y="512805"/>
                  </a:lnTo>
                  <a:close/>
                  <a:moveTo>
                    <a:pt x="54572" y="476921"/>
                  </a:moveTo>
                  <a:lnTo>
                    <a:pt x="34135" y="512805"/>
                  </a:lnTo>
                  <a:lnTo>
                    <a:pt x="36062" y="512805"/>
                  </a:lnTo>
                  <a:close/>
                  <a:moveTo>
                    <a:pt x="416925" y="492776"/>
                  </a:moveTo>
                  <a:lnTo>
                    <a:pt x="416925" y="476921"/>
                  </a:lnTo>
                  <a:lnTo>
                    <a:pt x="407065" y="512805"/>
                  </a:lnTo>
                  <a:close/>
                  <a:moveTo>
                    <a:pt x="407065" y="512805"/>
                  </a:moveTo>
                  <a:lnTo>
                    <a:pt x="416925" y="476921"/>
                  </a:lnTo>
                  <a:lnTo>
                    <a:pt x="410583" y="476921"/>
                  </a:lnTo>
                  <a:close/>
                  <a:moveTo>
                    <a:pt x="71053" y="441036"/>
                  </a:moveTo>
                  <a:lnTo>
                    <a:pt x="54572" y="476921"/>
                  </a:lnTo>
                  <a:lnTo>
                    <a:pt x="61416" y="476921"/>
                  </a:lnTo>
                  <a:close/>
                  <a:moveTo>
                    <a:pt x="416925" y="476921"/>
                  </a:moveTo>
                  <a:lnTo>
                    <a:pt x="416925" y="492776"/>
                  </a:lnTo>
                  <a:lnTo>
                    <a:pt x="425067" y="476921"/>
                  </a:lnTo>
                  <a:close/>
                  <a:moveTo>
                    <a:pt x="425067" y="476921"/>
                  </a:moveTo>
                  <a:lnTo>
                    <a:pt x="416925" y="446747"/>
                  </a:lnTo>
                  <a:lnTo>
                    <a:pt x="416925" y="476921"/>
                  </a:lnTo>
                  <a:close/>
                  <a:moveTo>
                    <a:pt x="433095" y="441036"/>
                  </a:moveTo>
                  <a:lnTo>
                    <a:pt x="418226" y="441036"/>
                  </a:lnTo>
                  <a:lnTo>
                    <a:pt x="425067" y="476921"/>
                  </a:lnTo>
                  <a:close/>
                  <a:moveTo>
                    <a:pt x="77677" y="405152"/>
                  </a:moveTo>
                  <a:lnTo>
                    <a:pt x="81983" y="431635"/>
                  </a:lnTo>
                  <a:lnTo>
                    <a:pt x="81983" y="405152"/>
                  </a:lnTo>
                  <a:close/>
                  <a:moveTo>
                    <a:pt x="71053" y="441036"/>
                  </a:moveTo>
                  <a:lnTo>
                    <a:pt x="80284" y="441036"/>
                  </a:lnTo>
                  <a:lnTo>
                    <a:pt x="77677" y="405152"/>
                  </a:lnTo>
                  <a:close/>
                  <a:moveTo>
                    <a:pt x="433095" y="441036"/>
                  </a:moveTo>
                  <a:lnTo>
                    <a:pt x="430903" y="405152"/>
                  </a:lnTo>
                  <a:lnTo>
                    <a:pt x="418226" y="441036"/>
                  </a:lnTo>
                  <a:close/>
                  <a:moveTo>
                    <a:pt x="77677" y="405152"/>
                  </a:moveTo>
                  <a:lnTo>
                    <a:pt x="81983" y="405152"/>
                  </a:lnTo>
                  <a:lnTo>
                    <a:pt x="80659" y="369268"/>
                  </a:lnTo>
                  <a:close/>
                  <a:moveTo>
                    <a:pt x="74239" y="369268"/>
                  </a:moveTo>
                  <a:lnTo>
                    <a:pt x="77677" y="405152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405152"/>
                  </a:lnTo>
                  <a:lnTo>
                    <a:pt x="430903" y="405152"/>
                  </a:lnTo>
                  <a:close/>
                  <a:moveTo>
                    <a:pt x="65716" y="333384"/>
                  </a:moveTo>
                  <a:lnTo>
                    <a:pt x="74239" y="369268"/>
                  </a:lnTo>
                  <a:lnTo>
                    <a:pt x="80659" y="369268"/>
                  </a:lnTo>
                  <a:close/>
                  <a:moveTo>
                    <a:pt x="416925" y="369268"/>
                  </a:moveTo>
                  <a:lnTo>
                    <a:pt x="416925" y="351482"/>
                  </a:lnTo>
                  <a:lnTo>
                    <a:pt x="410521" y="369268"/>
                  </a:lnTo>
                  <a:close/>
                  <a:moveTo>
                    <a:pt x="410521" y="369268"/>
                  </a:moveTo>
                  <a:lnTo>
                    <a:pt x="416925" y="351482"/>
                  </a:lnTo>
                  <a:lnTo>
                    <a:pt x="412675" y="333384"/>
                  </a:lnTo>
                  <a:close/>
                  <a:moveTo>
                    <a:pt x="59345" y="297499"/>
                  </a:moveTo>
                  <a:lnTo>
                    <a:pt x="65716" y="333384"/>
                  </a:lnTo>
                  <a:lnTo>
                    <a:pt x="69396" y="333384"/>
                  </a:lnTo>
                  <a:close/>
                  <a:moveTo>
                    <a:pt x="404922" y="333384"/>
                  </a:moveTo>
                  <a:lnTo>
                    <a:pt x="412675" y="333384"/>
                  </a:lnTo>
                  <a:lnTo>
                    <a:pt x="409196" y="297499"/>
                  </a:lnTo>
                  <a:close/>
                  <a:moveTo>
                    <a:pt x="60057" y="261615"/>
                  </a:moveTo>
                  <a:lnTo>
                    <a:pt x="59345" y="297499"/>
                  </a:lnTo>
                  <a:lnTo>
                    <a:pt x="61378" y="297499"/>
                  </a:lnTo>
                  <a:close/>
                  <a:moveTo>
                    <a:pt x="403949" y="297499"/>
                  </a:moveTo>
                  <a:lnTo>
                    <a:pt x="409196" y="297499"/>
                  </a:lnTo>
                  <a:lnTo>
                    <a:pt x="412689" y="261615"/>
                  </a:lnTo>
                  <a:close/>
                  <a:moveTo>
                    <a:pt x="69701" y="225731"/>
                  </a:moveTo>
                  <a:lnTo>
                    <a:pt x="60057" y="261615"/>
                  </a:lnTo>
                  <a:lnTo>
                    <a:pt x="61488" y="261615"/>
                  </a:lnTo>
                  <a:close/>
                  <a:moveTo>
                    <a:pt x="412689" y="261615"/>
                  </a:moveTo>
                  <a:lnTo>
                    <a:pt x="416925" y="247369"/>
                  </a:lnTo>
                  <a:lnTo>
                    <a:pt x="416925" y="233344"/>
                  </a:lnTo>
                  <a:close/>
                  <a:moveTo>
                    <a:pt x="81983" y="204397"/>
                  </a:moveTo>
                  <a:lnTo>
                    <a:pt x="81983" y="200163"/>
                  </a:lnTo>
                  <a:lnTo>
                    <a:pt x="69701" y="225731"/>
                  </a:lnTo>
                  <a:close/>
                  <a:moveTo>
                    <a:pt x="81983" y="200163"/>
                  </a:moveTo>
                  <a:lnTo>
                    <a:pt x="81983" y="204397"/>
                  </a:lnTo>
                  <a:lnTo>
                    <a:pt x="86762" y="189847"/>
                  </a:lnTo>
                  <a:close/>
                  <a:moveTo>
                    <a:pt x="424800" y="225731"/>
                  </a:moveTo>
                  <a:lnTo>
                    <a:pt x="416925" y="233344"/>
                  </a:lnTo>
                  <a:lnTo>
                    <a:pt x="416925" y="247369"/>
                  </a:lnTo>
                  <a:close/>
                  <a:moveTo>
                    <a:pt x="419691" y="225731"/>
                  </a:moveTo>
                  <a:lnTo>
                    <a:pt x="424800" y="225731"/>
                  </a:lnTo>
                  <a:lnTo>
                    <a:pt x="442757" y="189847"/>
                  </a:lnTo>
                  <a:close/>
                  <a:moveTo>
                    <a:pt x="105028" y="153963"/>
                  </a:moveTo>
                  <a:lnTo>
                    <a:pt x="86762" y="189847"/>
                  </a:lnTo>
                  <a:lnTo>
                    <a:pt x="89066" y="189847"/>
                  </a:lnTo>
                  <a:close/>
                  <a:moveTo>
                    <a:pt x="437026" y="189847"/>
                  </a:moveTo>
                  <a:lnTo>
                    <a:pt x="442757" y="189847"/>
                  </a:lnTo>
                  <a:lnTo>
                    <a:pt x="458848" y="153963"/>
                  </a:lnTo>
                  <a:close/>
                  <a:moveTo>
                    <a:pt x="123642" y="118079"/>
                  </a:moveTo>
                  <a:lnTo>
                    <a:pt x="105028" y="153963"/>
                  </a:lnTo>
                  <a:lnTo>
                    <a:pt x="108855" y="153963"/>
                  </a:lnTo>
                  <a:close/>
                  <a:moveTo>
                    <a:pt x="458848" y="153963"/>
                  </a:moveTo>
                  <a:lnTo>
                    <a:pt x="464774" y="118079"/>
                  </a:lnTo>
                  <a:lnTo>
                    <a:pt x="459851" y="118079"/>
                  </a:lnTo>
                  <a:close/>
                  <a:moveTo>
                    <a:pt x="129832" y="117132"/>
                  </a:moveTo>
                  <a:lnTo>
                    <a:pt x="129832" y="107319"/>
                  </a:lnTo>
                  <a:lnTo>
                    <a:pt x="123642" y="118079"/>
                  </a:lnTo>
                  <a:close/>
                  <a:moveTo>
                    <a:pt x="129832" y="107319"/>
                  </a:moveTo>
                  <a:lnTo>
                    <a:pt x="129832" y="117132"/>
                  </a:lnTo>
                  <a:lnTo>
                    <a:pt x="144348" y="82194"/>
                  </a:lnTo>
                  <a:close/>
                  <a:moveTo>
                    <a:pt x="464774" y="118079"/>
                  </a:moveTo>
                  <a:lnTo>
                    <a:pt x="464774" y="105835"/>
                  </a:lnTo>
                  <a:lnTo>
                    <a:pt x="459851" y="118079"/>
                  </a:lnTo>
                  <a:close/>
                  <a:moveTo>
                    <a:pt x="459851" y="118079"/>
                  </a:moveTo>
                  <a:lnTo>
                    <a:pt x="464774" y="105835"/>
                  </a:lnTo>
                  <a:lnTo>
                    <a:pt x="461104" y="82194"/>
                  </a:lnTo>
                  <a:close/>
                  <a:moveTo>
                    <a:pt x="175793" y="46310"/>
                  </a:moveTo>
                  <a:lnTo>
                    <a:pt x="177681" y="52589"/>
                  </a:lnTo>
                  <a:lnTo>
                    <a:pt x="177681" y="46310"/>
                  </a:lnTo>
                  <a:close/>
                  <a:moveTo>
                    <a:pt x="144348" y="82194"/>
                  </a:moveTo>
                  <a:lnTo>
                    <a:pt x="151032" y="82194"/>
                  </a:lnTo>
                  <a:lnTo>
                    <a:pt x="175793" y="46310"/>
                  </a:lnTo>
                  <a:close/>
                  <a:moveTo>
                    <a:pt x="453680" y="82194"/>
                  </a:moveTo>
                  <a:lnTo>
                    <a:pt x="461104" y="82194"/>
                  </a:lnTo>
                  <a:lnTo>
                    <a:pt x="436976" y="46310"/>
                  </a:lnTo>
                  <a:close/>
                  <a:moveTo>
                    <a:pt x="177681" y="44751"/>
                  </a:moveTo>
                  <a:lnTo>
                    <a:pt x="177681" y="46310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177681" y="44751"/>
                  </a:lnTo>
                  <a:lnTo>
                    <a:pt x="225530" y="21863"/>
                  </a:lnTo>
                  <a:close/>
                  <a:moveTo>
                    <a:pt x="225530" y="16032"/>
                  </a:moveTo>
                  <a:lnTo>
                    <a:pt x="225530" y="21863"/>
                  </a:lnTo>
                  <a:lnTo>
                    <a:pt x="244186" y="10426"/>
                  </a:lnTo>
                  <a:close/>
                  <a:moveTo>
                    <a:pt x="416925" y="30615"/>
                  </a:moveTo>
                  <a:lnTo>
                    <a:pt x="427904" y="46310"/>
                  </a:lnTo>
                  <a:lnTo>
                    <a:pt x="436976" y="46310"/>
                  </a:lnTo>
                  <a:close/>
                  <a:moveTo>
                    <a:pt x="416925" y="30615"/>
                  </a:moveTo>
                  <a:lnTo>
                    <a:pt x="369076" y="10426"/>
                  </a:lnTo>
                  <a:lnTo>
                    <a:pt x="369076" y="14121"/>
                  </a:lnTo>
                  <a:close/>
                  <a:moveTo>
                    <a:pt x="273379" y="7803"/>
                  </a:moveTo>
                  <a:lnTo>
                    <a:pt x="273379" y="2397"/>
                  </a:lnTo>
                  <a:lnTo>
                    <a:pt x="244186" y="10426"/>
                  </a:lnTo>
                  <a:close/>
                  <a:moveTo>
                    <a:pt x="321227" y="5298"/>
                  </a:moveTo>
                  <a:lnTo>
                    <a:pt x="321227" y="0"/>
                  </a:lnTo>
                  <a:lnTo>
                    <a:pt x="273379" y="2397"/>
                  </a:lnTo>
                  <a:close/>
                  <a:moveTo>
                    <a:pt x="369076" y="8357"/>
                  </a:moveTo>
                  <a:lnTo>
                    <a:pt x="349932" y="10426"/>
                  </a:lnTo>
                  <a:lnTo>
                    <a:pt x="369076" y="10426"/>
                  </a:lnTo>
                  <a:close/>
                  <a:moveTo>
                    <a:pt x="321227" y="0"/>
                  </a:moveTo>
                  <a:lnTo>
                    <a:pt x="321227" y="5298"/>
                  </a:lnTo>
                  <a:lnTo>
                    <a:pt x="369076" y="8357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3955" name="Candidate_B2__3954">
              <a:extLst>
                <a:ext uri="{FF2B5EF4-FFF2-40B4-BE49-F238E27FC236}">
                  <a16:creationId xmlns:a16="http://schemas.microsoft.com/office/drawing/2014/main" id="{816F2985-57A7-F7E6-3050-597ABB95B0D1}"/>
                </a:ext>
              </a:extLst>
            </p:cNvPr>
            <p:cNvSpPr>
              <a:spLocks noGrp="1"/>
            </p:cNvSpPr>
            <p:nvPr/>
          </p:nvSpPr>
          <p:spPr>
            <a:xfrm>
              <a:off x="5805488" y="3745722"/>
              <a:ext cx="461104" cy="702453"/>
            </a:xfrm>
            <a:custGeom>
              <a:avLst/>
              <a:gdLst/>
              <a:ahLst/>
              <a:cxnLst/>
              <a:rect l="0" t="0" r="0" b="0"/>
              <a:pathLst>
                <a:path w="461104" h="702453">
                  <a:moveTo>
                    <a:pt x="81111" y="689829"/>
                  </a:moveTo>
                  <a:lnTo>
                    <a:pt x="81983" y="690360"/>
                  </a:lnTo>
                  <a:lnTo>
                    <a:pt x="81983" y="690225"/>
                  </a:lnTo>
                  <a:close/>
                  <a:moveTo>
                    <a:pt x="81111" y="689829"/>
                  </a:moveTo>
                  <a:lnTo>
                    <a:pt x="34135" y="661872"/>
                  </a:lnTo>
                  <a:lnTo>
                    <a:pt x="34135" y="662110"/>
                  </a:lnTo>
                  <a:close/>
                  <a:moveTo>
                    <a:pt x="81983" y="690225"/>
                  </a:moveTo>
                  <a:lnTo>
                    <a:pt x="81983" y="690360"/>
                  </a:lnTo>
                  <a:lnTo>
                    <a:pt x="129832" y="701858"/>
                  </a:lnTo>
                  <a:close/>
                  <a:moveTo>
                    <a:pt x="129832" y="701858"/>
                  </a:moveTo>
                  <a:lnTo>
                    <a:pt x="129832" y="702007"/>
                  </a:lnTo>
                  <a:lnTo>
                    <a:pt x="177681" y="702246"/>
                  </a:lnTo>
                  <a:close/>
                  <a:moveTo>
                    <a:pt x="177681" y="702246"/>
                  </a:moveTo>
                  <a:lnTo>
                    <a:pt x="177681" y="702453"/>
                  </a:lnTo>
                  <a:lnTo>
                    <a:pt x="225530" y="691758"/>
                  </a:lnTo>
                  <a:close/>
                  <a:moveTo>
                    <a:pt x="230939" y="689829"/>
                  </a:moveTo>
                  <a:lnTo>
                    <a:pt x="230042" y="689829"/>
                  </a:lnTo>
                  <a:lnTo>
                    <a:pt x="225530" y="691758"/>
                  </a:lnTo>
                  <a:close/>
                  <a:moveTo>
                    <a:pt x="230042" y="689829"/>
                  </a:moveTo>
                  <a:lnTo>
                    <a:pt x="230939" y="689829"/>
                  </a:lnTo>
                  <a:lnTo>
                    <a:pt x="273379" y="668098"/>
                  </a:lnTo>
                  <a:close/>
                  <a:moveTo>
                    <a:pt x="25230" y="653944"/>
                  </a:moveTo>
                  <a:lnTo>
                    <a:pt x="34135" y="662110"/>
                  </a:lnTo>
                  <a:lnTo>
                    <a:pt x="34135" y="661872"/>
                  </a:lnTo>
                  <a:close/>
                  <a:moveTo>
                    <a:pt x="3309" y="618060"/>
                  </a:moveTo>
                  <a:lnTo>
                    <a:pt x="25230" y="653944"/>
                  </a:lnTo>
                  <a:lnTo>
                    <a:pt x="3743" y="618060"/>
                  </a:lnTo>
                  <a:close/>
                  <a:moveTo>
                    <a:pt x="293701" y="653944"/>
                  </a:moveTo>
                  <a:lnTo>
                    <a:pt x="291897" y="653944"/>
                  </a:lnTo>
                  <a:lnTo>
                    <a:pt x="273379" y="668098"/>
                  </a:lnTo>
                  <a:close/>
                  <a:moveTo>
                    <a:pt x="291897" y="653944"/>
                  </a:moveTo>
                  <a:lnTo>
                    <a:pt x="293701" y="653944"/>
                  </a:lnTo>
                  <a:lnTo>
                    <a:pt x="321227" y="622232"/>
                  </a:lnTo>
                  <a:close/>
                  <a:moveTo>
                    <a:pt x="0" y="582176"/>
                  </a:moveTo>
                  <a:lnTo>
                    <a:pt x="3743" y="618060"/>
                  </a:lnTo>
                  <a:lnTo>
                    <a:pt x="819" y="582176"/>
                  </a:lnTo>
                  <a:close/>
                  <a:moveTo>
                    <a:pt x="328549" y="618060"/>
                  </a:moveTo>
                  <a:lnTo>
                    <a:pt x="324727" y="618060"/>
                  </a:lnTo>
                  <a:lnTo>
                    <a:pt x="321227" y="622232"/>
                  </a:lnTo>
                  <a:close/>
                  <a:moveTo>
                    <a:pt x="349184" y="582176"/>
                  </a:moveTo>
                  <a:lnTo>
                    <a:pt x="324727" y="618060"/>
                  </a:lnTo>
                  <a:lnTo>
                    <a:pt x="355764" y="582176"/>
                  </a:lnTo>
                  <a:close/>
                  <a:moveTo>
                    <a:pt x="10555" y="546292"/>
                  </a:moveTo>
                  <a:lnTo>
                    <a:pt x="819" y="582176"/>
                  </a:lnTo>
                  <a:lnTo>
                    <a:pt x="12380" y="546292"/>
                  </a:lnTo>
                  <a:close/>
                  <a:moveTo>
                    <a:pt x="349184" y="582176"/>
                  </a:moveTo>
                  <a:lnTo>
                    <a:pt x="355764" y="582176"/>
                  </a:lnTo>
                  <a:lnTo>
                    <a:pt x="369076" y="550104"/>
                  </a:lnTo>
                  <a:close/>
                  <a:moveTo>
                    <a:pt x="12380" y="546292"/>
                  </a:moveTo>
                  <a:lnTo>
                    <a:pt x="34135" y="513318"/>
                  </a:lnTo>
                  <a:lnTo>
                    <a:pt x="32179" y="510408"/>
                  </a:lnTo>
                  <a:close/>
                  <a:moveTo>
                    <a:pt x="382585" y="546292"/>
                  </a:moveTo>
                  <a:lnTo>
                    <a:pt x="371611" y="546292"/>
                  </a:lnTo>
                  <a:lnTo>
                    <a:pt x="369076" y="550104"/>
                  </a:lnTo>
                  <a:close/>
                  <a:moveTo>
                    <a:pt x="394205" y="510408"/>
                  </a:moveTo>
                  <a:lnTo>
                    <a:pt x="371611" y="546292"/>
                  </a:lnTo>
                  <a:lnTo>
                    <a:pt x="407065" y="510408"/>
                  </a:lnTo>
                  <a:close/>
                  <a:moveTo>
                    <a:pt x="54572" y="474523"/>
                  </a:moveTo>
                  <a:lnTo>
                    <a:pt x="36062" y="510408"/>
                  </a:lnTo>
                  <a:lnTo>
                    <a:pt x="61416" y="474523"/>
                  </a:lnTo>
                  <a:close/>
                  <a:moveTo>
                    <a:pt x="34135" y="510408"/>
                  </a:moveTo>
                  <a:lnTo>
                    <a:pt x="34135" y="513318"/>
                  </a:lnTo>
                  <a:lnTo>
                    <a:pt x="36062" y="510408"/>
                  </a:lnTo>
                  <a:close/>
                  <a:moveTo>
                    <a:pt x="407065" y="510408"/>
                  </a:moveTo>
                  <a:lnTo>
                    <a:pt x="410583" y="474523"/>
                  </a:lnTo>
                  <a:lnTo>
                    <a:pt x="394205" y="510408"/>
                  </a:lnTo>
                  <a:close/>
                  <a:moveTo>
                    <a:pt x="71053" y="438639"/>
                  </a:moveTo>
                  <a:lnTo>
                    <a:pt x="61416" y="474523"/>
                  </a:lnTo>
                  <a:lnTo>
                    <a:pt x="80284" y="438639"/>
                  </a:lnTo>
                  <a:close/>
                  <a:moveTo>
                    <a:pt x="418226" y="438639"/>
                  </a:moveTo>
                  <a:lnTo>
                    <a:pt x="416925" y="444350"/>
                  </a:lnTo>
                  <a:lnTo>
                    <a:pt x="425067" y="474523"/>
                  </a:lnTo>
                  <a:close/>
                  <a:moveTo>
                    <a:pt x="410583" y="474523"/>
                  </a:moveTo>
                  <a:lnTo>
                    <a:pt x="416925" y="474523"/>
                  </a:lnTo>
                  <a:lnTo>
                    <a:pt x="416925" y="444350"/>
                  </a:lnTo>
                  <a:close/>
                  <a:moveTo>
                    <a:pt x="80284" y="438639"/>
                  </a:moveTo>
                  <a:lnTo>
                    <a:pt x="81983" y="429238"/>
                  </a:lnTo>
                  <a:lnTo>
                    <a:pt x="77677" y="402755"/>
                  </a:lnTo>
                  <a:close/>
                  <a:moveTo>
                    <a:pt x="418226" y="438639"/>
                  </a:moveTo>
                  <a:lnTo>
                    <a:pt x="416925" y="402755"/>
                  </a:lnTo>
                  <a:lnTo>
                    <a:pt x="416925" y="405792"/>
                  </a:lnTo>
                  <a:close/>
                  <a:moveTo>
                    <a:pt x="430903" y="402755"/>
                  </a:moveTo>
                  <a:lnTo>
                    <a:pt x="416925" y="402755"/>
                  </a:lnTo>
                  <a:lnTo>
                    <a:pt x="418226" y="438639"/>
                  </a:lnTo>
                  <a:close/>
                  <a:moveTo>
                    <a:pt x="80659" y="366871"/>
                  </a:moveTo>
                  <a:lnTo>
                    <a:pt x="8198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5973" y="402755"/>
                  </a:lnTo>
                  <a:lnTo>
                    <a:pt x="81983" y="375237"/>
                  </a:lnTo>
                  <a:close/>
                  <a:moveTo>
                    <a:pt x="81983" y="402755"/>
                  </a:moveTo>
                  <a:lnTo>
                    <a:pt x="81983" y="429238"/>
                  </a:lnTo>
                  <a:lnTo>
                    <a:pt x="85973" y="402755"/>
                  </a:lnTo>
                  <a:close/>
                  <a:moveTo>
                    <a:pt x="416925" y="402755"/>
                  </a:moveTo>
                  <a:lnTo>
                    <a:pt x="416925" y="366871"/>
                  </a:lnTo>
                  <a:lnTo>
                    <a:pt x="416820" y="402755"/>
                  </a:lnTo>
                  <a:close/>
                  <a:moveTo>
                    <a:pt x="416925" y="366871"/>
                  </a:moveTo>
                  <a:lnTo>
                    <a:pt x="410521" y="366871"/>
                  </a:lnTo>
                  <a:lnTo>
                    <a:pt x="416820" y="402755"/>
                  </a:lnTo>
                  <a:close/>
                  <a:moveTo>
                    <a:pt x="416925" y="405792"/>
                  </a:moveTo>
                  <a:lnTo>
                    <a:pt x="416925" y="402755"/>
                  </a:lnTo>
                  <a:lnTo>
                    <a:pt x="416820" y="402755"/>
                  </a:lnTo>
                  <a:close/>
                  <a:moveTo>
                    <a:pt x="65716" y="330987"/>
                  </a:moveTo>
                  <a:lnTo>
                    <a:pt x="80659" y="366871"/>
                  </a:lnTo>
                  <a:lnTo>
                    <a:pt x="69396" y="330987"/>
                  </a:lnTo>
                  <a:close/>
                  <a:moveTo>
                    <a:pt x="410521" y="366871"/>
                  </a:moveTo>
                  <a:lnTo>
                    <a:pt x="412675" y="330987"/>
                  </a:lnTo>
                  <a:lnTo>
                    <a:pt x="404922" y="330987"/>
                  </a:lnTo>
                  <a:close/>
                  <a:moveTo>
                    <a:pt x="59345" y="295102"/>
                  </a:moveTo>
                  <a:lnTo>
                    <a:pt x="69396" y="330987"/>
                  </a:lnTo>
                  <a:lnTo>
                    <a:pt x="61378" y="295102"/>
                  </a:lnTo>
                  <a:close/>
                  <a:moveTo>
                    <a:pt x="403949" y="295102"/>
                  </a:moveTo>
                  <a:lnTo>
                    <a:pt x="404922" y="330987"/>
                  </a:lnTo>
                  <a:lnTo>
                    <a:pt x="409196" y="295102"/>
                  </a:lnTo>
                  <a:close/>
                  <a:moveTo>
                    <a:pt x="60057" y="259218"/>
                  </a:moveTo>
                  <a:lnTo>
                    <a:pt x="61378" y="295102"/>
                  </a:lnTo>
                  <a:lnTo>
                    <a:pt x="61488" y="259218"/>
                  </a:lnTo>
                  <a:close/>
                  <a:moveTo>
                    <a:pt x="408593" y="259218"/>
                  </a:moveTo>
                  <a:lnTo>
                    <a:pt x="403949" y="295102"/>
                  </a:lnTo>
                  <a:lnTo>
                    <a:pt x="412689" y="259218"/>
                  </a:lnTo>
                  <a:close/>
                  <a:moveTo>
                    <a:pt x="69701" y="223334"/>
                  </a:moveTo>
                  <a:lnTo>
                    <a:pt x="61488" y="259218"/>
                  </a:lnTo>
                  <a:lnTo>
                    <a:pt x="71332" y="223334"/>
                  </a:lnTo>
                  <a:close/>
                  <a:moveTo>
                    <a:pt x="408593" y="259218"/>
                  </a:moveTo>
                  <a:lnTo>
                    <a:pt x="412689" y="259218"/>
                  </a:lnTo>
                  <a:lnTo>
                    <a:pt x="416925" y="230947"/>
                  </a:lnTo>
                  <a:close/>
                  <a:moveTo>
                    <a:pt x="81983" y="202000"/>
                  </a:moveTo>
                  <a:lnTo>
                    <a:pt x="69701" y="223334"/>
                  </a:lnTo>
                  <a:lnTo>
                    <a:pt x="71332" y="223334"/>
                  </a:lnTo>
                  <a:close/>
                  <a:moveTo>
                    <a:pt x="81983" y="202000"/>
                  </a:moveTo>
                  <a:lnTo>
                    <a:pt x="89066" y="187450"/>
                  </a:lnTo>
                  <a:lnTo>
                    <a:pt x="86762" y="187450"/>
                  </a:lnTo>
                  <a:close/>
                  <a:moveTo>
                    <a:pt x="424800" y="223334"/>
                  </a:moveTo>
                  <a:lnTo>
                    <a:pt x="419691" y="223334"/>
                  </a:lnTo>
                  <a:lnTo>
                    <a:pt x="416925" y="230947"/>
                  </a:lnTo>
                  <a:close/>
                  <a:moveTo>
                    <a:pt x="437026" y="187450"/>
                  </a:moveTo>
                  <a:lnTo>
                    <a:pt x="419691" y="223334"/>
                  </a:lnTo>
                  <a:lnTo>
                    <a:pt x="442757" y="187450"/>
                  </a:lnTo>
                  <a:close/>
                  <a:moveTo>
                    <a:pt x="105028" y="151566"/>
                  </a:moveTo>
                  <a:lnTo>
                    <a:pt x="89066" y="187450"/>
                  </a:lnTo>
                  <a:lnTo>
                    <a:pt x="108855" y="151566"/>
                  </a:lnTo>
                  <a:close/>
                  <a:moveTo>
                    <a:pt x="452592" y="151566"/>
                  </a:moveTo>
                  <a:lnTo>
                    <a:pt x="437026" y="187450"/>
                  </a:lnTo>
                  <a:lnTo>
                    <a:pt x="458848" y="151566"/>
                  </a:lnTo>
                  <a:close/>
                  <a:moveTo>
                    <a:pt x="123642" y="115681"/>
                  </a:moveTo>
                  <a:lnTo>
                    <a:pt x="108855" y="151566"/>
                  </a:lnTo>
                  <a:lnTo>
                    <a:pt x="129265" y="115681"/>
                  </a:lnTo>
                  <a:close/>
                  <a:moveTo>
                    <a:pt x="458848" y="151566"/>
                  </a:moveTo>
                  <a:lnTo>
                    <a:pt x="459851" y="115681"/>
                  </a:lnTo>
                  <a:lnTo>
                    <a:pt x="452592" y="151566"/>
                  </a:lnTo>
                  <a:close/>
                  <a:moveTo>
                    <a:pt x="129832" y="114735"/>
                  </a:moveTo>
                  <a:lnTo>
                    <a:pt x="123642" y="115681"/>
                  </a:lnTo>
                  <a:lnTo>
                    <a:pt x="129265" y="115681"/>
                  </a:lnTo>
                  <a:close/>
                  <a:moveTo>
                    <a:pt x="129832" y="114735"/>
                  </a:moveTo>
                  <a:lnTo>
                    <a:pt x="151032" y="79797"/>
                  </a:lnTo>
                  <a:lnTo>
                    <a:pt x="144348" y="79797"/>
                  </a:lnTo>
                  <a:close/>
                  <a:moveTo>
                    <a:pt x="459851" y="115681"/>
                  </a:moveTo>
                  <a:lnTo>
                    <a:pt x="461104" y="79797"/>
                  </a:lnTo>
                  <a:lnTo>
                    <a:pt x="453680" y="79797"/>
                  </a:lnTo>
                  <a:close/>
                  <a:moveTo>
                    <a:pt x="151032" y="79797"/>
                  </a:moveTo>
                  <a:lnTo>
                    <a:pt x="177681" y="50192"/>
                  </a:lnTo>
                  <a:lnTo>
                    <a:pt x="175793" y="43913"/>
                  </a:lnTo>
                  <a:close/>
                  <a:moveTo>
                    <a:pt x="427904" y="43913"/>
                  </a:moveTo>
                  <a:lnTo>
                    <a:pt x="453680" y="79797"/>
                  </a:lnTo>
                  <a:lnTo>
                    <a:pt x="436976" y="43913"/>
                  </a:lnTo>
                  <a:close/>
                  <a:moveTo>
                    <a:pt x="225530" y="19466"/>
                  </a:moveTo>
                  <a:lnTo>
                    <a:pt x="177681" y="43913"/>
                  </a:lnTo>
                  <a:lnTo>
                    <a:pt x="185054" y="43913"/>
                  </a:lnTo>
                  <a:close/>
                  <a:moveTo>
                    <a:pt x="177681" y="43913"/>
                  </a:moveTo>
                  <a:lnTo>
                    <a:pt x="177681" y="50192"/>
                  </a:lnTo>
                  <a:lnTo>
                    <a:pt x="185054" y="43913"/>
                  </a:lnTo>
                  <a:close/>
                  <a:moveTo>
                    <a:pt x="225530" y="19466"/>
                  </a:moveTo>
                  <a:lnTo>
                    <a:pt x="263821" y="8029"/>
                  </a:lnTo>
                  <a:lnTo>
                    <a:pt x="244186" y="8029"/>
                  </a:lnTo>
                  <a:close/>
                  <a:moveTo>
                    <a:pt x="416925" y="28218"/>
                  </a:moveTo>
                  <a:lnTo>
                    <a:pt x="416925" y="35323"/>
                  </a:lnTo>
                  <a:lnTo>
                    <a:pt x="427904" y="43913"/>
                  </a:lnTo>
                  <a:close/>
                  <a:moveTo>
                    <a:pt x="416925" y="28218"/>
                  </a:moveTo>
                  <a:lnTo>
                    <a:pt x="369076" y="11724"/>
                  </a:lnTo>
                  <a:lnTo>
                    <a:pt x="416925" y="35323"/>
                  </a:lnTo>
                  <a:close/>
                  <a:moveTo>
                    <a:pt x="273379" y="5405"/>
                  </a:moveTo>
                  <a:lnTo>
                    <a:pt x="244186" y="8029"/>
                  </a:lnTo>
                  <a:lnTo>
                    <a:pt x="263821" y="8029"/>
                  </a:lnTo>
                  <a:close/>
                  <a:moveTo>
                    <a:pt x="321227" y="2901"/>
                  </a:moveTo>
                  <a:lnTo>
                    <a:pt x="273379" y="0"/>
                  </a:lnTo>
                  <a:lnTo>
                    <a:pt x="273379" y="5405"/>
                  </a:lnTo>
                  <a:close/>
                  <a:moveTo>
                    <a:pt x="321227" y="2901"/>
                  </a:moveTo>
                  <a:lnTo>
                    <a:pt x="349932" y="8029"/>
                  </a:lnTo>
                  <a:lnTo>
                    <a:pt x="369076" y="5960"/>
                  </a:lnTo>
                  <a:close/>
                  <a:moveTo>
                    <a:pt x="369076" y="11724"/>
                  </a:moveTo>
                  <a:lnTo>
                    <a:pt x="369076" y="8029"/>
                  </a:lnTo>
                  <a:lnTo>
                    <a:pt x="349932" y="8029"/>
                  </a:lnTo>
                  <a:close/>
                  <a:moveTo>
                    <a:pt x="81111" y="689829"/>
                  </a:moveTo>
                  <a:lnTo>
                    <a:pt x="81983" y="690225"/>
                  </a:lnTo>
                  <a:lnTo>
                    <a:pt x="81983" y="689829"/>
                  </a:lnTo>
                  <a:close/>
                  <a:moveTo>
                    <a:pt x="369076" y="550104"/>
                  </a:moveTo>
                  <a:lnTo>
                    <a:pt x="369076" y="546292"/>
                  </a:lnTo>
                  <a:lnTo>
                    <a:pt x="349184" y="582176"/>
                  </a:lnTo>
                  <a:close/>
                  <a:moveTo>
                    <a:pt x="369076" y="546292"/>
                  </a:moveTo>
                  <a:lnTo>
                    <a:pt x="369076" y="550104"/>
                  </a:lnTo>
                  <a:lnTo>
                    <a:pt x="371611" y="546292"/>
                  </a:lnTo>
                  <a:close/>
                  <a:moveTo>
                    <a:pt x="416925" y="444350"/>
                  </a:moveTo>
                  <a:lnTo>
                    <a:pt x="416925" y="438639"/>
                  </a:lnTo>
                  <a:lnTo>
                    <a:pt x="410583" y="474523"/>
                  </a:lnTo>
                  <a:close/>
                  <a:moveTo>
                    <a:pt x="81983" y="429238"/>
                  </a:moveTo>
                  <a:lnTo>
                    <a:pt x="80284" y="438639"/>
                  </a:lnTo>
                  <a:lnTo>
                    <a:pt x="81983" y="438639"/>
                  </a:lnTo>
                  <a:close/>
                  <a:moveTo>
                    <a:pt x="81983" y="429238"/>
                  </a:moveTo>
                  <a:lnTo>
                    <a:pt x="81983" y="438639"/>
                  </a:lnTo>
                  <a:lnTo>
                    <a:pt x="85973" y="402755"/>
                  </a:lnTo>
                  <a:close/>
                  <a:moveTo>
                    <a:pt x="416925" y="438639"/>
                  </a:moveTo>
                  <a:lnTo>
                    <a:pt x="416925" y="444350"/>
                  </a:lnTo>
                  <a:lnTo>
                    <a:pt x="418226" y="438639"/>
                  </a:lnTo>
                  <a:close/>
                  <a:moveTo>
                    <a:pt x="416925" y="438639"/>
                  </a:moveTo>
                  <a:lnTo>
                    <a:pt x="418226" y="438639"/>
                  </a:lnTo>
                  <a:lnTo>
                    <a:pt x="416925" y="405792"/>
                  </a:lnTo>
                  <a:close/>
                  <a:moveTo>
                    <a:pt x="80659" y="366871"/>
                  </a:moveTo>
                  <a:lnTo>
                    <a:pt x="81983" y="375237"/>
                  </a:lnTo>
                  <a:lnTo>
                    <a:pt x="81983" y="366871"/>
                  </a:lnTo>
                  <a:close/>
                  <a:moveTo>
                    <a:pt x="69396" y="330987"/>
                  </a:moveTo>
                  <a:lnTo>
                    <a:pt x="80659" y="366871"/>
                  </a:lnTo>
                  <a:lnTo>
                    <a:pt x="81983" y="366871"/>
                  </a:lnTo>
                  <a:close/>
                  <a:moveTo>
                    <a:pt x="416925" y="230947"/>
                  </a:moveTo>
                  <a:lnTo>
                    <a:pt x="416925" y="223334"/>
                  </a:lnTo>
                  <a:lnTo>
                    <a:pt x="408593" y="259218"/>
                  </a:lnTo>
                  <a:close/>
                  <a:moveTo>
                    <a:pt x="416925" y="223334"/>
                  </a:moveTo>
                  <a:lnTo>
                    <a:pt x="416925" y="230947"/>
                  </a:lnTo>
                  <a:lnTo>
                    <a:pt x="419691" y="223334"/>
                  </a:lnTo>
                  <a:close/>
                  <a:moveTo>
                    <a:pt x="129832" y="114735"/>
                  </a:moveTo>
                  <a:lnTo>
                    <a:pt x="129265" y="115681"/>
                  </a:lnTo>
                  <a:lnTo>
                    <a:pt x="129832" y="115681"/>
                  </a:lnTo>
                  <a:close/>
                  <a:moveTo>
                    <a:pt x="129832" y="114735"/>
                  </a:moveTo>
                  <a:lnTo>
                    <a:pt x="129832" y="115681"/>
                  </a:lnTo>
                  <a:lnTo>
                    <a:pt x="151032" y="79797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3956" name="Candidate_B2__3955">
              <a:extLst>
                <a:ext uri="{FF2B5EF4-FFF2-40B4-BE49-F238E27FC236}">
                  <a16:creationId xmlns:a16="http://schemas.microsoft.com/office/drawing/2014/main" id="{C8CC2D29-8A88-879E-0893-BE05EE934145}"/>
                </a:ext>
              </a:extLst>
            </p:cNvPr>
            <p:cNvSpPr>
              <a:spLocks noGrp="1"/>
            </p:cNvSpPr>
            <p:nvPr/>
          </p:nvSpPr>
          <p:spPr>
            <a:xfrm>
              <a:off x="5806307" y="3748623"/>
              <a:ext cx="459032" cy="699346"/>
            </a:xfrm>
            <a:custGeom>
              <a:avLst/>
              <a:gdLst/>
              <a:ahLst/>
              <a:cxnLst/>
              <a:rect l="0" t="0" r="0" b="0"/>
              <a:pathLst>
                <a:path w="459032" h="699346">
                  <a:moveTo>
                    <a:pt x="33315" y="658971"/>
                  </a:moveTo>
                  <a:lnTo>
                    <a:pt x="80291" y="686928"/>
                  </a:lnTo>
                  <a:lnTo>
                    <a:pt x="44602" y="651044"/>
                  </a:lnTo>
                  <a:close/>
                  <a:moveTo>
                    <a:pt x="81164" y="674101"/>
                  </a:moveTo>
                  <a:lnTo>
                    <a:pt x="80291" y="686928"/>
                  </a:lnTo>
                  <a:lnTo>
                    <a:pt x="81164" y="686928"/>
                  </a:lnTo>
                  <a:close/>
                  <a:moveTo>
                    <a:pt x="81164" y="687324"/>
                  </a:moveTo>
                  <a:lnTo>
                    <a:pt x="126609" y="686928"/>
                  </a:lnTo>
                  <a:lnTo>
                    <a:pt x="81164" y="686928"/>
                  </a:lnTo>
                  <a:close/>
                  <a:moveTo>
                    <a:pt x="129013" y="698957"/>
                  </a:moveTo>
                  <a:lnTo>
                    <a:pt x="129013" y="687513"/>
                  </a:lnTo>
                  <a:lnTo>
                    <a:pt x="81164" y="687324"/>
                  </a:lnTo>
                  <a:close/>
                  <a:moveTo>
                    <a:pt x="129013" y="698957"/>
                  </a:moveTo>
                  <a:lnTo>
                    <a:pt x="176862" y="699346"/>
                  </a:lnTo>
                  <a:lnTo>
                    <a:pt x="176862" y="687943"/>
                  </a:lnTo>
                  <a:close/>
                  <a:moveTo>
                    <a:pt x="224710" y="688858"/>
                  </a:moveTo>
                  <a:lnTo>
                    <a:pt x="224710" y="686928"/>
                  </a:lnTo>
                  <a:lnTo>
                    <a:pt x="176862" y="687943"/>
                  </a:lnTo>
                  <a:close/>
                  <a:moveTo>
                    <a:pt x="176862" y="699346"/>
                  </a:moveTo>
                  <a:lnTo>
                    <a:pt x="224710" y="688858"/>
                  </a:lnTo>
                  <a:lnTo>
                    <a:pt x="176862" y="687943"/>
                  </a:lnTo>
                  <a:close/>
                  <a:moveTo>
                    <a:pt x="224710" y="686928"/>
                  </a:moveTo>
                  <a:lnTo>
                    <a:pt x="224710" y="688858"/>
                  </a:lnTo>
                  <a:lnTo>
                    <a:pt x="229222" y="686928"/>
                  </a:lnTo>
                  <a:close/>
                  <a:moveTo>
                    <a:pt x="224710" y="686928"/>
                  </a:moveTo>
                  <a:lnTo>
                    <a:pt x="272559" y="665197"/>
                  </a:lnTo>
                  <a:lnTo>
                    <a:pt x="224710" y="676276"/>
                  </a:lnTo>
                  <a:close/>
                  <a:moveTo>
                    <a:pt x="229222" y="686928"/>
                  </a:moveTo>
                  <a:lnTo>
                    <a:pt x="272559" y="665197"/>
                  </a:lnTo>
                  <a:lnTo>
                    <a:pt x="224710" y="686928"/>
                  </a:lnTo>
                  <a:close/>
                  <a:moveTo>
                    <a:pt x="24410" y="651044"/>
                  </a:moveTo>
                  <a:lnTo>
                    <a:pt x="33315" y="658971"/>
                  </a:lnTo>
                  <a:lnTo>
                    <a:pt x="33315" y="651044"/>
                  </a:lnTo>
                  <a:close/>
                  <a:moveTo>
                    <a:pt x="2924" y="615160"/>
                  </a:moveTo>
                  <a:lnTo>
                    <a:pt x="24410" y="651044"/>
                  </a:lnTo>
                  <a:lnTo>
                    <a:pt x="19354" y="615160"/>
                  </a:lnTo>
                  <a:close/>
                  <a:moveTo>
                    <a:pt x="272559" y="651044"/>
                  </a:moveTo>
                  <a:lnTo>
                    <a:pt x="272559" y="665197"/>
                  </a:lnTo>
                  <a:lnTo>
                    <a:pt x="291078" y="651044"/>
                  </a:lnTo>
                  <a:close/>
                  <a:moveTo>
                    <a:pt x="272559" y="648972"/>
                  </a:moveTo>
                  <a:lnTo>
                    <a:pt x="320408" y="619331"/>
                  </a:lnTo>
                  <a:lnTo>
                    <a:pt x="320408" y="615160"/>
                  </a:lnTo>
                  <a:close/>
                  <a:moveTo>
                    <a:pt x="291078" y="651044"/>
                  </a:moveTo>
                  <a:lnTo>
                    <a:pt x="320408" y="619331"/>
                  </a:lnTo>
                  <a:lnTo>
                    <a:pt x="272559" y="651044"/>
                  </a:lnTo>
                  <a:close/>
                  <a:moveTo>
                    <a:pt x="0" y="579275"/>
                  </a:moveTo>
                  <a:lnTo>
                    <a:pt x="2924" y="615160"/>
                  </a:lnTo>
                  <a:lnTo>
                    <a:pt x="19354" y="615160"/>
                  </a:lnTo>
                  <a:close/>
                  <a:moveTo>
                    <a:pt x="320408" y="615160"/>
                  </a:moveTo>
                  <a:lnTo>
                    <a:pt x="320408" y="619331"/>
                  </a:lnTo>
                  <a:lnTo>
                    <a:pt x="323907" y="615160"/>
                  </a:lnTo>
                  <a:close/>
                  <a:moveTo>
                    <a:pt x="323907" y="615160"/>
                  </a:moveTo>
                  <a:lnTo>
                    <a:pt x="320408" y="588061"/>
                  </a:lnTo>
                  <a:lnTo>
                    <a:pt x="320408" y="615160"/>
                  </a:lnTo>
                  <a:close/>
                  <a:moveTo>
                    <a:pt x="348364" y="579275"/>
                  </a:moveTo>
                  <a:lnTo>
                    <a:pt x="325696" y="579275"/>
                  </a:lnTo>
                  <a:lnTo>
                    <a:pt x="323907" y="615160"/>
                  </a:lnTo>
                  <a:close/>
                  <a:moveTo>
                    <a:pt x="11560" y="543391"/>
                  </a:moveTo>
                  <a:lnTo>
                    <a:pt x="0" y="579275"/>
                  </a:lnTo>
                  <a:lnTo>
                    <a:pt x="16139" y="579275"/>
                  </a:lnTo>
                  <a:close/>
                  <a:moveTo>
                    <a:pt x="348364" y="579275"/>
                  </a:moveTo>
                  <a:lnTo>
                    <a:pt x="368257" y="543391"/>
                  </a:lnTo>
                  <a:lnTo>
                    <a:pt x="343929" y="543391"/>
                  </a:lnTo>
                  <a:close/>
                  <a:moveTo>
                    <a:pt x="33315" y="538307"/>
                  </a:moveTo>
                  <a:lnTo>
                    <a:pt x="33315" y="510417"/>
                  </a:lnTo>
                  <a:lnTo>
                    <a:pt x="11560" y="543391"/>
                  </a:lnTo>
                  <a:close/>
                  <a:moveTo>
                    <a:pt x="33315" y="510417"/>
                  </a:moveTo>
                  <a:lnTo>
                    <a:pt x="33315" y="538307"/>
                  </a:lnTo>
                  <a:lnTo>
                    <a:pt x="35243" y="507507"/>
                  </a:lnTo>
                  <a:close/>
                  <a:moveTo>
                    <a:pt x="368257" y="507507"/>
                  </a:moveTo>
                  <a:lnTo>
                    <a:pt x="370791" y="543391"/>
                  </a:lnTo>
                  <a:lnTo>
                    <a:pt x="393385" y="507507"/>
                  </a:lnTo>
                  <a:close/>
                  <a:moveTo>
                    <a:pt x="368257" y="507507"/>
                  </a:moveTo>
                  <a:lnTo>
                    <a:pt x="368257" y="543391"/>
                  </a:lnTo>
                  <a:lnTo>
                    <a:pt x="370791" y="543391"/>
                  </a:lnTo>
                  <a:close/>
                  <a:moveTo>
                    <a:pt x="35243" y="507507"/>
                  </a:moveTo>
                  <a:lnTo>
                    <a:pt x="56258" y="507507"/>
                  </a:lnTo>
                  <a:lnTo>
                    <a:pt x="60597" y="471623"/>
                  </a:lnTo>
                  <a:close/>
                  <a:moveTo>
                    <a:pt x="409764" y="471623"/>
                  </a:moveTo>
                  <a:lnTo>
                    <a:pt x="377608" y="471623"/>
                  </a:lnTo>
                  <a:lnTo>
                    <a:pt x="393385" y="507507"/>
                  </a:lnTo>
                  <a:close/>
                  <a:moveTo>
                    <a:pt x="79465" y="435739"/>
                  </a:moveTo>
                  <a:lnTo>
                    <a:pt x="81164" y="471623"/>
                  </a:lnTo>
                  <a:lnTo>
                    <a:pt x="81164" y="435739"/>
                  </a:lnTo>
                  <a:close/>
                  <a:moveTo>
                    <a:pt x="79465" y="435739"/>
                  </a:moveTo>
                  <a:lnTo>
                    <a:pt x="60597" y="471623"/>
                  </a:lnTo>
                  <a:lnTo>
                    <a:pt x="81164" y="471623"/>
                  </a:lnTo>
                  <a:close/>
                  <a:moveTo>
                    <a:pt x="409764" y="471623"/>
                  </a:moveTo>
                  <a:lnTo>
                    <a:pt x="416106" y="435739"/>
                  </a:lnTo>
                  <a:lnTo>
                    <a:pt x="385499" y="435739"/>
                  </a:lnTo>
                  <a:close/>
                  <a:moveTo>
                    <a:pt x="85154" y="399854"/>
                  </a:moveTo>
                  <a:lnTo>
                    <a:pt x="81164" y="435739"/>
                  </a:lnTo>
                  <a:lnTo>
                    <a:pt x="106209" y="435739"/>
                  </a:lnTo>
                  <a:close/>
                  <a:moveTo>
                    <a:pt x="416106" y="435739"/>
                  </a:moveTo>
                  <a:lnTo>
                    <a:pt x="416106" y="402891"/>
                  </a:lnTo>
                  <a:lnTo>
                    <a:pt x="385499" y="435739"/>
                  </a:lnTo>
                  <a:close/>
                  <a:moveTo>
                    <a:pt x="385499" y="435739"/>
                  </a:moveTo>
                  <a:lnTo>
                    <a:pt x="416106" y="402891"/>
                  </a:lnTo>
                  <a:lnTo>
                    <a:pt x="416001" y="399854"/>
                  </a:lnTo>
                  <a:close/>
                  <a:moveTo>
                    <a:pt x="81164" y="363970"/>
                  </a:moveTo>
                  <a:lnTo>
                    <a:pt x="81164" y="372336"/>
                  </a:lnTo>
                  <a:lnTo>
                    <a:pt x="102235" y="363970"/>
                  </a:lnTo>
                  <a:close/>
                  <a:moveTo>
                    <a:pt x="102235" y="363970"/>
                  </a:moveTo>
                  <a:lnTo>
                    <a:pt x="81164" y="372336"/>
                  </a:lnTo>
                  <a:lnTo>
                    <a:pt x="85154" y="399854"/>
                  </a:lnTo>
                  <a:close/>
                  <a:moveTo>
                    <a:pt x="385600" y="399854"/>
                  </a:moveTo>
                  <a:lnTo>
                    <a:pt x="416001" y="399854"/>
                  </a:lnTo>
                  <a:lnTo>
                    <a:pt x="409702" y="363970"/>
                  </a:lnTo>
                  <a:close/>
                  <a:moveTo>
                    <a:pt x="68577" y="328086"/>
                  </a:moveTo>
                  <a:lnTo>
                    <a:pt x="81164" y="363970"/>
                  </a:lnTo>
                  <a:lnTo>
                    <a:pt x="81164" y="328086"/>
                  </a:lnTo>
                  <a:close/>
                  <a:moveTo>
                    <a:pt x="382088" y="363970"/>
                  </a:moveTo>
                  <a:lnTo>
                    <a:pt x="409702" y="363970"/>
                  </a:lnTo>
                  <a:lnTo>
                    <a:pt x="404103" y="328086"/>
                  </a:lnTo>
                  <a:close/>
                  <a:moveTo>
                    <a:pt x="60559" y="292202"/>
                  </a:moveTo>
                  <a:lnTo>
                    <a:pt x="68577" y="328086"/>
                  </a:lnTo>
                  <a:lnTo>
                    <a:pt x="78485" y="292202"/>
                  </a:lnTo>
                  <a:close/>
                  <a:moveTo>
                    <a:pt x="380294" y="328086"/>
                  </a:moveTo>
                  <a:lnTo>
                    <a:pt x="404103" y="328086"/>
                  </a:lnTo>
                  <a:lnTo>
                    <a:pt x="403129" y="292202"/>
                  </a:lnTo>
                  <a:close/>
                  <a:moveTo>
                    <a:pt x="60668" y="256318"/>
                  </a:moveTo>
                  <a:lnTo>
                    <a:pt x="60559" y="292202"/>
                  </a:lnTo>
                  <a:lnTo>
                    <a:pt x="78485" y="292202"/>
                  </a:lnTo>
                  <a:close/>
                  <a:moveTo>
                    <a:pt x="382518" y="292202"/>
                  </a:moveTo>
                  <a:lnTo>
                    <a:pt x="403129" y="292202"/>
                  </a:lnTo>
                  <a:lnTo>
                    <a:pt x="407774" y="256318"/>
                  </a:lnTo>
                  <a:close/>
                  <a:moveTo>
                    <a:pt x="60668" y="256318"/>
                  </a:moveTo>
                  <a:lnTo>
                    <a:pt x="77897" y="256318"/>
                  </a:lnTo>
                  <a:lnTo>
                    <a:pt x="70512" y="220433"/>
                  </a:lnTo>
                  <a:close/>
                  <a:moveTo>
                    <a:pt x="407774" y="256318"/>
                  </a:moveTo>
                  <a:lnTo>
                    <a:pt x="416106" y="220433"/>
                  </a:lnTo>
                  <a:lnTo>
                    <a:pt x="398686" y="220433"/>
                  </a:lnTo>
                  <a:close/>
                  <a:moveTo>
                    <a:pt x="81164" y="199100"/>
                  </a:moveTo>
                  <a:lnTo>
                    <a:pt x="70512" y="220433"/>
                  </a:lnTo>
                  <a:lnTo>
                    <a:pt x="81164" y="220433"/>
                  </a:lnTo>
                  <a:close/>
                  <a:moveTo>
                    <a:pt x="81164" y="199100"/>
                  </a:moveTo>
                  <a:lnTo>
                    <a:pt x="81164" y="220433"/>
                  </a:lnTo>
                  <a:lnTo>
                    <a:pt x="88247" y="184549"/>
                  </a:lnTo>
                  <a:close/>
                  <a:moveTo>
                    <a:pt x="416106" y="184549"/>
                  </a:moveTo>
                  <a:lnTo>
                    <a:pt x="418872" y="220433"/>
                  </a:lnTo>
                  <a:lnTo>
                    <a:pt x="436206" y="184549"/>
                  </a:lnTo>
                  <a:close/>
                  <a:moveTo>
                    <a:pt x="416106" y="184549"/>
                  </a:moveTo>
                  <a:lnTo>
                    <a:pt x="416106" y="220433"/>
                  </a:lnTo>
                  <a:lnTo>
                    <a:pt x="418872" y="220433"/>
                  </a:lnTo>
                  <a:close/>
                  <a:moveTo>
                    <a:pt x="108035" y="148665"/>
                  </a:moveTo>
                  <a:lnTo>
                    <a:pt x="88247" y="184549"/>
                  </a:lnTo>
                  <a:lnTo>
                    <a:pt x="106647" y="184549"/>
                  </a:lnTo>
                  <a:close/>
                  <a:moveTo>
                    <a:pt x="451773" y="148665"/>
                  </a:moveTo>
                  <a:lnTo>
                    <a:pt x="429027" y="148665"/>
                  </a:lnTo>
                  <a:lnTo>
                    <a:pt x="436206" y="184549"/>
                  </a:lnTo>
                  <a:close/>
                  <a:moveTo>
                    <a:pt x="128445" y="112781"/>
                  </a:moveTo>
                  <a:lnTo>
                    <a:pt x="129013" y="148642"/>
                  </a:lnTo>
                  <a:lnTo>
                    <a:pt x="129013" y="112781"/>
                  </a:lnTo>
                  <a:close/>
                  <a:moveTo>
                    <a:pt x="108035" y="148665"/>
                  </a:moveTo>
                  <a:lnTo>
                    <a:pt x="128999" y="148665"/>
                  </a:lnTo>
                  <a:lnTo>
                    <a:pt x="128445" y="112781"/>
                  </a:lnTo>
                  <a:close/>
                  <a:moveTo>
                    <a:pt x="429027" y="148665"/>
                  </a:moveTo>
                  <a:lnTo>
                    <a:pt x="451773" y="148665"/>
                  </a:lnTo>
                  <a:lnTo>
                    <a:pt x="459032" y="112781"/>
                  </a:lnTo>
                  <a:close/>
                  <a:moveTo>
                    <a:pt x="150213" y="76896"/>
                  </a:moveTo>
                  <a:lnTo>
                    <a:pt x="129013" y="112781"/>
                  </a:lnTo>
                  <a:lnTo>
                    <a:pt x="150607" y="112781"/>
                  </a:lnTo>
                  <a:close/>
                  <a:moveTo>
                    <a:pt x="435799" y="112781"/>
                  </a:moveTo>
                  <a:lnTo>
                    <a:pt x="459032" y="112781"/>
                  </a:lnTo>
                  <a:lnTo>
                    <a:pt x="452860" y="76896"/>
                  </a:lnTo>
                  <a:close/>
                  <a:moveTo>
                    <a:pt x="176862" y="75035"/>
                  </a:moveTo>
                  <a:lnTo>
                    <a:pt x="176862" y="47291"/>
                  </a:lnTo>
                  <a:lnTo>
                    <a:pt x="150213" y="76896"/>
                  </a:lnTo>
                  <a:close/>
                  <a:moveTo>
                    <a:pt x="176862" y="47291"/>
                  </a:moveTo>
                  <a:lnTo>
                    <a:pt x="176862" y="75035"/>
                  </a:lnTo>
                  <a:lnTo>
                    <a:pt x="184235" y="41012"/>
                  </a:lnTo>
                  <a:close/>
                  <a:moveTo>
                    <a:pt x="427085" y="41012"/>
                  </a:moveTo>
                  <a:lnTo>
                    <a:pt x="416106" y="41012"/>
                  </a:lnTo>
                  <a:lnTo>
                    <a:pt x="427428" y="76896"/>
                  </a:lnTo>
                  <a:close/>
                  <a:moveTo>
                    <a:pt x="452860" y="76896"/>
                  </a:moveTo>
                  <a:lnTo>
                    <a:pt x="427085" y="41012"/>
                  </a:lnTo>
                  <a:lnTo>
                    <a:pt x="427428" y="76896"/>
                  </a:lnTo>
                  <a:close/>
                  <a:moveTo>
                    <a:pt x="224710" y="36498"/>
                  </a:moveTo>
                  <a:lnTo>
                    <a:pt x="224710" y="16565"/>
                  </a:lnTo>
                  <a:lnTo>
                    <a:pt x="184235" y="41012"/>
                  </a:lnTo>
                  <a:close/>
                  <a:moveTo>
                    <a:pt x="272559" y="5128"/>
                  </a:moveTo>
                  <a:lnTo>
                    <a:pt x="263001" y="5128"/>
                  </a:lnTo>
                  <a:lnTo>
                    <a:pt x="272559" y="20264"/>
                  </a:lnTo>
                  <a:close/>
                  <a:moveTo>
                    <a:pt x="272559" y="20264"/>
                  </a:moveTo>
                  <a:lnTo>
                    <a:pt x="263001" y="5128"/>
                  </a:lnTo>
                  <a:lnTo>
                    <a:pt x="224710" y="16565"/>
                  </a:lnTo>
                  <a:close/>
                  <a:moveTo>
                    <a:pt x="349113" y="5128"/>
                  </a:moveTo>
                  <a:lnTo>
                    <a:pt x="320408" y="5128"/>
                  </a:lnTo>
                  <a:lnTo>
                    <a:pt x="368257" y="8823"/>
                  </a:lnTo>
                  <a:close/>
                  <a:moveTo>
                    <a:pt x="368257" y="8823"/>
                  </a:moveTo>
                  <a:lnTo>
                    <a:pt x="320408" y="5128"/>
                  </a:lnTo>
                  <a:lnTo>
                    <a:pt x="320408" y="17637"/>
                  </a:lnTo>
                  <a:close/>
                  <a:moveTo>
                    <a:pt x="416106" y="32423"/>
                  </a:moveTo>
                  <a:lnTo>
                    <a:pt x="392431" y="41012"/>
                  </a:lnTo>
                  <a:lnTo>
                    <a:pt x="416106" y="41012"/>
                  </a:lnTo>
                  <a:close/>
                  <a:moveTo>
                    <a:pt x="368257" y="8823"/>
                  </a:moveTo>
                  <a:lnTo>
                    <a:pt x="368257" y="28244"/>
                  </a:lnTo>
                  <a:lnTo>
                    <a:pt x="416106" y="32423"/>
                  </a:lnTo>
                  <a:close/>
                  <a:moveTo>
                    <a:pt x="416106" y="41012"/>
                  </a:moveTo>
                  <a:lnTo>
                    <a:pt x="427085" y="41012"/>
                  </a:lnTo>
                  <a:lnTo>
                    <a:pt x="416106" y="32423"/>
                  </a:lnTo>
                  <a:close/>
                  <a:moveTo>
                    <a:pt x="272559" y="2505"/>
                  </a:moveTo>
                  <a:lnTo>
                    <a:pt x="263001" y="5128"/>
                  </a:lnTo>
                  <a:lnTo>
                    <a:pt x="272559" y="5128"/>
                  </a:lnTo>
                  <a:close/>
                  <a:moveTo>
                    <a:pt x="272559" y="5128"/>
                  </a:moveTo>
                  <a:lnTo>
                    <a:pt x="320408" y="0"/>
                  </a:lnTo>
                  <a:lnTo>
                    <a:pt x="272559" y="2505"/>
                  </a:lnTo>
                  <a:close/>
                  <a:moveTo>
                    <a:pt x="272559" y="5128"/>
                  </a:moveTo>
                  <a:lnTo>
                    <a:pt x="320408" y="5128"/>
                  </a:lnTo>
                  <a:lnTo>
                    <a:pt x="320408" y="0"/>
                  </a:lnTo>
                  <a:close/>
                  <a:moveTo>
                    <a:pt x="320408" y="5128"/>
                  </a:moveTo>
                  <a:lnTo>
                    <a:pt x="349113" y="5128"/>
                  </a:lnTo>
                  <a:lnTo>
                    <a:pt x="320408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3957" name="Candidate_B2__3956">
              <a:extLst>
                <a:ext uri="{FF2B5EF4-FFF2-40B4-BE49-F238E27FC236}">
                  <a16:creationId xmlns:a16="http://schemas.microsoft.com/office/drawing/2014/main" id="{D05A43BF-81C5-239C-62F1-33D0EDC5CDFB}"/>
                </a:ext>
              </a:extLst>
            </p:cNvPr>
            <p:cNvSpPr>
              <a:spLocks noGrp="1"/>
            </p:cNvSpPr>
            <p:nvPr/>
          </p:nvSpPr>
          <p:spPr>
            <a:xfrm>
              <a:off x="5806307" y="3753751"/>
              <a:ext cx="459032" cy="693829"/>
            </a:xfrm>
            <a:custGeom>
              <a:avLst/>
              <a:gdLst/>
              <a:ahLst/>
              <a:cxnLst/>
              <a:rect l="0" t="0" r="0" b="0"/>
              <a:pathLst>
                <a:path w="459032" h="693829">
                  <a:moveTo>
                    <a:pt x="33315" y="645916"/>
                  </a:moveTo>
                  <a:lnTo>
                    <a:pt x="33315" y="653843"/>
                  </a:lnTo>
                  <a:lnTo>
                    <a:pt x="44602" y="645916"/>
                  </a:lnTo>
                  <a:close/>
                  <a:moveTo>
                    <a:pt x="44602" y="645916"/>
                  </a:moveTo>
                  <a:lnTo>
                    <a:pt x="80291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6609" y="681800"/>
                  </a:lnTo>
                  <a:lnTo>
                    <a:pt x="81164" y="682196"/>
                  </a:lnTo>
                  <a:close/>
                  <a:moveTo>
                    <a:pt x="81164" y="681800"/>
                  </a:moveTo>
                  <a:lnTo>
                    <a:pt x="126609" y="681800"/>
                  </a:lnTo>
                  <a:lnTo>
                    <a:pt x="81164" y="668973"/>
                  </a:lnTo>
                  <a:close/>
                  <a:moveTo>
                    <a:pt x="129013" y="682385"/>
                  </a:moveTo>
                  <a:lnTo>
                    <a:pt x="129013" y="693829"/>
                  </a:lnTo>
                  <a:lnTo>
                    <a:pt x="176862" y="682815"/>
                  </a:lnTo>
                  <a:close/>
                  <a:moveTo>
                    <a:pt x="176862" y="682815"/>
                  </a:moveTo>
                  <a:lnTo>
                    <a:pt x="224710" y="681800"/>
                  </a:lnTo>
                  <a:lnTo>
                    <a:pt x="181357" y="681800"/>
                  </a:lnTo>
                  <a:close/>
                  <a:moveTo>
                    <a:pt x="224710" y="671148"/>
                  </a:moveTo>
                  <a:lnTo>
                    <a:pt x="272559" y="660069"/>
                  </a:lnTo>
                  <a:lnTo>
                    <a:pt x="272559" y="645916"/>
                  </a:lnTo>
                  <a:close/>
                  <a:moveTo>
                    <a:pt x="181357" y="681800"/>
                  </a:moveTo>
                  <a:lnTo>
                    <a:pt x="224710" y="681800"/>
                  </a:lnTo>
                  <a:lnTo>
                    <a:pt x="224710" y="671148"/>
                  </a:lnTo>
                  <a:close/>
                  <a:moveTo>
                    <a:pt x="19354" y="610032"/>
                  </a:moveTo>
                  <a:lnTo>
                    <a:pt x="33315" y="645916"/>
                  </a:lnTo>
                  <a:lnTo>
                    <a:pt x="33315" y="632139"/>
                  </a:lnTo>
                  <a:close/>
                  <a:moveTo>
                    <a:pt x="24410" y="645916"/>
                  </a:moveTo>
                  <a:lnTo>
                    <a:pt x="33315" y="645916"/>
                  </a:lnTo>
                  <a:lnTo>
                    <a:pt x="19354" y="610032"/>
                  </a:lnTo>
                  <a:close/>
                  <a:moveTo>
                    <a:pt x="33315" y="645916"/>
                  </a:moveTo>
                  <a:lnTo>
                    <a:pt x="44602" y="645916"/>
                  </a:lnTo>
                  <a:lnTo>
                    <a:pt x="33315" y="632139"/>
                  </a:lnTo>
                  <a:close/>
                  <a:moveTo>
                    <a:pt x="272559" y="643844"/>
                  </a:moveTo>
                  <a:lnTo>
                    <a:pt x="320408" y="610032"/>
                  </a:lnTo>
                  <a:lnTo>
                    <a:pt x="303927" y="610032"/>
                  </a:lnTo>
                  <a:close/>
                  <a:moveTo>
                    <a:pt x="272559" y="645916"/>
                  </a:moveTo>
                  <a:lnTo>
                    <a:pt x="320408" y="614203"/>
                  </a:lnTo>
                  <a:lnTo>
                    <a:pt x="272559" y="643844"/>
                  </a:lnTo>
                  <a:close/>
                  <a:moveTo>
                    <a:pt x="0" y="574147"/>
                  </a:moveTo>
                  <a:lnTo>
                    <a:pt x="19354" y="610032"/>
                  </a:lnTo>
                  <a:lnTo>
                    <a:pt x="16139" y="574147"/>
                  </a:lnTo>
                  <a:close/>
                  <a:moveTo>
                    <a:pt x="325696" y="574147"/>
                  </a:moveTo>
                  <a:lnTo>
                    <a:pt x="320408" y="582932"/>
                  </a:lnTo>
                  <a:lnTo>
                    <a:pt x="323907" y="610032"/>
                  </a:lnTo>
                  <a:close/>
                  <a:moveTo>
                    <a:pt x="303927" y="610032"/>
                  </a:moveTo>
                  <a:lnTo>
                    <a:pt x="320408" y="610032"/>
                  </a:lnTo>
                  <a:lnTo>
                    <a:pt x="320408" y="582932"/>
                  </a:lnTo>
                  <a:close/>
                  <a:moveTo>
                    <a:pt x="11560" y="538263"/>
                  </a:moveTo>
                  <a:lnTo>
                    <a:pt x="16139" y="574147"/>
                  </a:lnTo>
                  <a:lnTo>
                    <a:pt x="29691" y="538263"/>
                  </a:lnTo>
                  <a:close/>
                  <a:moveTo>
                    <a:pt x="348364" y="574147"/>
                  </a:moveTo>
                  <a:lnTo>
                    <a:pt x="343929" y="538263"/>
                  </a:lnTo>
                  <a:lnTo>
                    <a:pt x="325696" y="574147"/>
                  </a:lnTo>
                  <a:close/>
                  <a:moveTo>
                    <a:pt x="33315" y="533179"/>
                  </a:moveTo>
                  <a:lnTo>
                    <a:pt x="11560" y="538263"/>
                  </a:lnTo>
                  <a:lnTo>
                    <a:pt x="29691" y="538263"/>
                  </a:lnTo>
                  <a:close/>
                  <a:moveTo>
                    <a:pt x="33315" y="533179"/>
                  </a:moveTo>
                  <a:lnTo>
                    <a:pt x="56258" y="502379"/>
                  </a:lnTo>
                  <a:lnTo>
                    <a:pt x="35243" y="502379"/>
                  </a:lnTo>
                  <a:close/>
                  <a:moveTo>
                    <a:pt x="368257" y="538263"/>
                  </a:moveTo>
                  <a:lnTo>
                    <a:pt x="368257" y="502379"/>
                  </a:lnTo>
                  <a:lnTo>
                    <a:pt x="343929" y="538263"/>
                  </a:lnTo>
                  <a:close/>
                  <a:moveTo>
                    <a:pt x="60597" y="466495"/>
                  </a:moveTo>
                  <a:lnTo>
                    <a:pt x="81164" y="472566"/>
                  </a:lnTo>
                  <a:lnTo>
                    <a:pt x="81164" y="466495"/>
                  </a:lnTo>
                  <a:close/>
                  <a:moveTo>
                    <a:pt x="56258" y="502379"/>
                  </a:moveTo>
                  <a:lnTo>
                    <a:pt x="81164" y="472566"/>
                  </a:lnTo>
                  <a:lnTo>
                    <a:pt x="60597" y="466495"/>
                  </a:lnTo>
                  <a:close/>
                  <a:moveTo>
                    <a:pt x="393385" y="502379"/>
                  </a:moveTo>
                  <a:lnTo>
                    <a:pt x="368257" y="488155"/>
                  </a:lnTo>
                  <a:lnTo>
                    <a:pt x="368257" y="502379"/>
                  </a:lnTo>
                  <a:close/>
                  <a:moveTo>
                    <a:pt x="377608" y="466495"/>
                  </a:moveTo>
                  <a:lnTo>
                    <a:pt x="368257" y="488155"/>
                  </a:lnTo>
                  <a:lnTo>
                    <a:pt x="393385" y="502379"/>
                  </a:lnTo>
                  <a:close/>
                  <a:moveTo>
                    <a:pt x="106209" y="430610"/>
                  </a:moveTo>
                  <a:lnTo>
                    <a:pt x="81164" y="430610"/>
                  </a:lnTo>
                  <a:lnTo>
                    <a:pt x="81164" y="466495"/>
                  </a:lnTo>
                  <a:close/>
                  <a:moveTo>
                    <a:pt x="409764" y="466495"/>
                  </a:moveTo>
                  <a:lnTo>
                    <a:pt x="385499" y="430610"/>
                  </a:lnTo>
                  <a:lnTo>
                    <a:pt x="377608" y="466495"/>
                  </a:lnTo>
                  <a:close/>
                  <a:moveTo>
                    <a:pt x="85154" y="394726"/>
                  </a:moveTo>
                  <a:lnTo>
                    <a:pt x="106209" y="430610"/>
                  </a:lnTo>
                  <a:lnTo>
                    <a:pt x="110676" y="394726"/>
                  </a:lnTo>
                  <a:close/>
                  <a:moveTo>
                    <a:pt x="385499" y="430610"/>
                  </a:moveTo>
                  <a:lnTo>
                    <a:pt x="416001" y="394726"/>
                  </a:lnTo>
                  <a:lnTo>
                    <a:pt x="385600" y="394726"/>
                  </a:lnTo>
                  <a:close/>
                  <a:moveTo>
                    <a:pt x="102235" y="358842"/>
                  </a:moveTo>
                  <a:lnTo>
                    <a:pt x="85154" y="394726"/>
                  </a:lnTo>
                  <a:lnTo>
                    <a:pt x="110676" y="394726"/>
                  </a:lnTo>
                  <a:close/>
                  <a:moveTo>
                    <a:pt x="382088" y="358842"/>
                  </a:moveTo>
                  <a:lnTo>
                    <a:pt x="385600" y="394726"/>
                  </a:lnTo>
                  <a:lnTo>
                    <a:pt x="409702" y="358842"/>
                  </a:lnTo>
                  <a:close/>
                  <a:moveTo>
                    <a:pt x="102235" y="358842"/>
                  </a:moveTo>
                  <a:lnTo>
                    <a:pt x="88534" y="322958"/>
                  </a:lnTo>
                  <a:lnTo>
                    <a:pt x="81164" y="358842"/>
                  </a:lnTo>
                  <a:close/>
                  <a:moveTo>
                    <a:pt x="88534" y="322958"/>
                  </a:moveTo>
                  <a:lnTo>
                    <a:pt x="81164" y="322958"/>
                  </a:lnTo>
                  <a:lnTo>
                    <a:pt x="81164" y="358842"/>
                  </a:lnTo>
                  <a:close/>
                  <a:moveTo>
                    <a:pt x="380294" y="322958"/>
                  </a:moveTo>
                  <a:lnTo>
                    <a:pt x="382088" y="358842"/>
                  </a:lnTo>
                  <a:lnTo>
                    <a:pt x="404103" y="322958"/>
                  </a:lnTo>
                  <a:close/>
                  <a:moveTo>
                    <a:pt x="78485" y="287074"/>
                  </a:moveTo>
                  <a:lnTo>
                    <a:pt x="81164" y="322958"/>
                  </a:lnTo>
                  <a:lnTo>
                    <a:pt x="81164" y="296483"/>
                  </a:lnTo>
                  <a:close/>
                  <a:moveTo>
                    <a:pt x="68577" y="322958"/>
                  </a:moveTo>
                  <a:lnTo>
                    <a:pt x="81164" y="322958"/>
                  </a:lnTo>
                  <a:lnTo>
                    <a:pt x="78485" y="287074"/>
                  </a:lnTo>
                  <a:close/>
                  <a:moveTo>
                    <a:pt x="81164" y="322958"/>
                  </a:moveTo>
                  <a:lnTo>
                    <a:pt x="88534" y="322958"/>
                  </a:lnTo>
                  <a:lnTo>
                    <a:pt x="81164" y="296483"/>
                  </a:lnTo>
                  <a:close/>
                  <a:moveTo>
                    <a:pt x="382518" y="287074"/>
                  </a:moveTo>
                  <a:lnTo>
                    <a:pt x="380294" y="322958"/>
                  </a:lnTo>
                  <a:lnTo>
                    <a:pt x="403129" y="287074"/>
                  </a:lnTo>
                  <a:close/>
                  <a:moveTo>
                    <a:pt x="60668" y="251189"/>
                  </a:moveTo>
                  <a:lnTo>
                    <a:pt x="78485" y="287074"/>
                  </a:lnTo>
                  <a:lnTo>
                    <a:pt x="77897" y="251189"/>
                  </a:lnTo>
                  <a:close/>
                  <a:moveTo>
                    <a:pt x="388534" y="251189"/>
                  </a:moveTo>
                  <a:lnTo>
                    <a:pt x="382518" y="287074"/>
                  </a:lnTo>
                  <a:lnTo>
                    <a:pt x="407774" y="251189"/>
                  </a:lnTo>
                  <a:close/>
                  <a:moveTo>
                    <a:pt x="70512" y="215305"/>
                  </a:moveTo>
                  <a:lnTo>
                    <a:pt x="81164" y="240047"/>
                  </a:lnTo>
                  <a:lnTo>
                    <a:pt x="81164" y="215305"/>
                  </a:lnTo>
                  <a:close/>
                  <a:moveTo>
                    <a:pt x="77897" y="251189"/>
                  </a:moveTo>
                  <a:lnTo>
                    <a:pt x="81164" y="240047"/>
                  </a:lnTo>
                  <a:lnTo>
                    <a:pt x="70512" y="215305"/>
                  </a:lnTo>
                  <a:close/>
                  <a:moveTo>
                    <a:pt x="407774" y="251189"/>
                  </a:moveTo>
                  <a:lnTo>
                    <a:pt x="398686" y="215305"/>
                  </a:lnTo>
                  <a:lnTo>
                    <a:pt x="388534" y="251189"/>
                  </a:lnTo>
                  <a:close/>
                  <a:moveTo>
                    <a:pt x="88247" y="179421"/>
                  </a:moveTo>
                  <a:lnTo>
                    <a:pt x="81164" y="215305"/>
                  </a:lnTo>
                  <a:lnTo>
                    <a:pt x="88176" y="215305"/>
                  </a:lnTo>
                  <a:close/>
                  <a:moveTo>
                    <a:pt x="88247" y="179421"/>
                  </a:moveTo>
                  <a:lnTo>
                    <a:pt x="88176" y="215305"/>
                  </a:lnTo>
                  <a:lnTo>
                    <a:pt x="106647" y="179421"/>
                  </a:lnTo>
                  <a:close/>
                  <a:moveTo>
                    <a:pt x="81164" y="215305"/>
                  </a:moveTo>
                  <a:lnTo>
                    <a:pt x="81164" y="240047"/>
                  </a:lnTo>
                  <a:lnTo>
                    <a:pt x="88176" y="215305"/>
                  </a:lnTo>
                  <a:close/>
                  <a:moveTo>
                    <a:pt x="416106" y="215305"/>
                  </a:moveTo>
                  <a:lnTo>
                    <a:pt x="416106" y="179421"/>
                  </a:lnTo>
                  <a:lnTo>
                    <a:pt x="398686" y="215305"/>
                  </a:lnTo>
                  <a:close/>
                  <a:moveTo>
                    <a:pt x="108035" y="143537"/>
                  </a:moveTo>
                  <a:lnTo>
                    <a:pt x="106647" y="179421"/>
                  </a:lnTo>
                  <a:lnTo>
                    <a:pt x="128999" y="143537"/>
                  </a:lnTo>
                  <a:close/>
                  <a:moveTo>
                    <a:pt x="436206" y="179421"/>
                  </a:moveTo>
                  <a:lnTo>
                    <a:pt x="416106" y="173106"/>
                  </a:lnTo>
                  <a:lnTo>
                    <a:pt x="416106" y="179421"/>
                  </a:lnTo>
                  <a:close/>
                  <a:moveTo>
                    <a:pt x="429027" y="143537"/>
                  </a:moveTo>
                  <a:lnTo>
                    <a:pt x="416106" y="173106"/>
                  </a:lnTo>
                  <a:lnTo>
                    <a:pt x="436206" y="179421"/>
                  </a:lnTo>
                  <a:close/>
                  <a:moveTo>
                    <a:pt x="128999" y="143537"/>
                  </a:moveTo>
                  <a:lnTo>
                    <a:pt x="129013" y="143514"/>
                  </a:lnTo>
                  <a:lnTo>
                    <a:pt x="128445" y="107653"/>
                  </a:lnTo>
                  <a:close/>
                  <a:moveTo>
                    <a:pt x="435799" y="107653"/>
                  </a:moveTo>
                  <a:lnTo>
                    <a:pt x="429027" y="143537"/>
                  </a:lnTo>
                  <a:lnTo>
                    <a:pt x="459032" y="107653"/>
                  </a:lnTo>
                  <a:close/>
                  <a:moveTo>
                    <a:pt x="150213" y="71768"/>
                  </a:moveTo>
                  <a:lnTo>
                    <a:pt x="150607" y="107653"/>
                  </a:lnTo>
                  <a:lnTo>
                    <a:pt x="175172" y="71768"/>
                  </a:lnTo>
                  <a:close/>
                  <a:moveTo>
                    <a:pt x="129013" y="107653"/>
                  </a:moveTo>
                  <a:lnTo>
                    <a:pt x="129013" y="143514"/>
                  </a:lnTo>
                  <a:lnTo>
                    <a:pt x="150607" y="107653"/>
                  </a:lnTo>
                  <a:close/>
                  <a:moveTo>
                    <a:pt x="427428" y="71768"/>
                  </a:moveTo>
                  <a:lnTo>
                    <a:pt x="435799" y="107653"/>
                  </a:lnTo>
                  <a:lnTo>
                    <a:pt x="452860" y="71768"/>
                  </a:lnTo>
                  <a:close/>
                  <a:moveTo>
                    <a:pt x="176862" y="69907"/>
                  </a:moveTo>
                  <a:lnTo>
                    <a:pt x="150213" y="71768"/>
                  </a:lnTo>
                  <a:lnTo>
                    <a:pt x="175172" y="71768"/>
                  </a:lnTo>
                  <a:close/>
                  <a:moveTo>
                    <a:pt x="176862" y="69907"/>
                  </a:moveTo>
                  <a:lnTo>
                    <a:pt x="217216" y="35884"/>
                  </a:lnTo>
                  <a:lnTo>
                    <a:pt x="184235" y="35884"/>
                  </a:lnTo>
                  <a:close/>
                  <a:moveTo>
                    <a:pt x="427428" y="71768"/>
                  </a:moveTo>
                  <a:lnTo>
                    <a:pt x="416106" y="35884"/>
                  </a:lnTo>
                  <a:lnTo>
                    <a:pt x="416106" y="57119"/>
                  </a:lnTo>
                  <a:close/>
                  <a:moveTo>
                    <a:pt x="224710" y="31370"/>
                  </a:moveTo>
                  <a:lnTo>
                    <a:pt x="184235" y="35884"/>
                  </a:lnTo>
                  <a:lnTo>
                    <a:pt x="217216" y="35884"/>
                  </a:lnTo>
                  <a:close/>
                  <a:moveTo>
                    <a:pt x="272559" y="15136"/>
                  </a:moveTo>
                  <a:lnTo>
                    <a:pt x="224710" y="11437"/>
                  </a:lnTo>
                  <a:lnTo>
                    <a:pt x="224710" y="31370"/>
                  </a:lnTo>
                  <a:close/>
                  <a:moveTo>
                    <a:pt x="368257" y="3695"/>
                  </a:moveTo>
                  <a:lnTo>
                    <a:pt x="320408" y="12509"/>
                  </a:lnTo>
                  <a:lnTo>
                    <a:pt x="368257" y="23116"/>
                  </a:lnTo>
                  <a:close/>
                  <a:moveTo>
                    <a:pt x="368257" y="23116"/>
                  </a:moveTo>
                  <a:lnTo>
                    <a:pt x="392431" y="35884"/>
                  </a:lnTo>
                  <a:lnTo>
                    <a:pt x="416106" y="27294"/>
                  </a:lnTo>
                  <a:close/>
                  <a:moveTo>
                    <a:pt x="416106" y="57119"/>
                  </a:moveTo>
                  <a:lnTo>
                    <a:pt x="416106" y="35884"/>
                  </a:lnTo>
                  <a:lnTo>
                    <a:pt x="392431" y="35884"/>
                  </a:lnTo>
                  <a:close/>
                  <a:moveTo>
                    <a:pt x="320408" y="0"/>
                  </a:moveTo>
                  <a:lnTo>
                    <a:pt x="272559" y="0"/>
                  </a:lnTo>
                  <a:lnTo>
                    <a:pt x="320408" y="12509"/>
                  </a:lnTo>
                  <a:close/>
                  <a:moveTo>
                    <a:pt x="272559" y="0"/>
                  </a:moveTo>
                  <a:lnTo>
                    <a:pt x="272559" y="15136"/>
                  </a:lnTo>
                  <a:lnTo>
                    <a:pt x="320408" y="12509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3958" name="Candidate_B2__3957">
              <a:extLst>
                <a:ext uri="{FF2B5EF4-FFF2-40B4-BE49-F238E27FC236}">
                  <a16:creationId xmlns:a16="http://schemas.microsoft.com/office/drawing/2014/main" id="{B2729F28-6DD0-B569-5D36-C4E60D6679A0}"/>
                </a:ext>
              </a:extLst>
            </p:cNvPr>
            <p:cNvSpPr>
              <a:spLocks noGrp="1"/>
            </p:cNvSpPr>
            <p:nvPr/>
          </p:nvSpPr>
          <p:spPr>
            <a:xfrm>
              <a:off x="5822446" y="3766260"/>
              <a:ext cx="419659" cy="670306"/>
            </a:xfrm>
            <a:custGeom>
              <a:avLst/>
              <a:gdLst/>
              <a:ahLst/>
              <a:cxnLst/>
              <a:rect l="0" t="0" r="0" b="0"/>
              <a:pathLst>
                <a:path w="419659" h="670306">
                  <a:moveTo>
                    <a:pt x="208571" y="658639"/>
                  </a:moveTo>
                  <a:lnTo>
                    <a:pt x="256420" y="633407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3407"/>
                  </a:lnTo>
                  <a:lnTo>
                    <a:pt x="256420" y="631335"/>
                  </a:lnTo>
                  <a:close/>
                  <a:moveTo>
                    <a:pt x="352118" y="489870"/>
                  </a:moveTo>
                  <a:lnTo>
                    <a:pt x="345795" y="489870"/>
                  </a:lnTo>
                  <a:lnTo>
                    <a:pt x="327789" y="525754"/>
                  </a:lnTo>
                  <a:close/>
                  <a:moveTo>
                    <a:pt x="345795" y="489870"/>
                  </a:moveTo>
                  <a:lnTo>
                    <a:pt x="352118" y="489870"/>
                  </a:lnTo>
                  <a:lnTo>
                    <a:pt x="352118" y="475646"/>
                  </a:lnTo>
                  <a:close/>
                  <a:moveTo>
                    <a:pt x="70267" y="453986"/>
                  </a:moveTo>
                  <a:lnTo>
                    <a:pt x="90070" y="418102"/>
                  </a:lnTo>
                  <a:lnTo>
                    <a:pt x="65025" y="453986"/>
                  </a:lnTo>
                  <a:close/>
                  <a:moveTo>
                    <a:pt x="65025" y="453986"/>
                  </a:moveTo>
                  <a:lnTo>
                    <a:pt x="65025" y="460057"/>
                  </a:lnTo>
                  <a:lnTo>
                    <a:pt x="70267" y="453986"/>
                  </a:lnTo>
                  <a:close/>
                  <a:moveTo>
                    <a:pt x="399966" y="166912"/>
                  </a:moveTo>
                  <a:lnTo>
                    <a:pt x="397328" y="166912"/>
                  </a:lnTo>
                  <a:lnTo>
                    <a:pt x="382547" y="202796"/>
                  </a:lnTo>
                  <a:close/>
                  <a:moveTo>
                    <a:pt x="397328" y="166912"/>
                  </a:moveTo>
                  <a:lnTo>
                    <a:pt x="399966" y="166912"/>
                  </a:lnTo>
                  <a:lnTo>
                    <a:pt x="399966" y="160597"/>
                  </a:lnTo>
                  <a:close/>
                  <a:moveTo>
                    <a:pt x="110470" y="669291"/>
                  </a:moveTo>
                  <a:lnTo>
                    <a:pt x="112874" y="669876"/>
                  </a:lnTo>
                  <a:lnTo>
                    <a:pt x="112874" y="669291"/>
                  </a:lnTo>
                  <a:close/>
                  <a:moveTo>
                    <a:pt x="65025" y="656464"/>
                  </a:moveTo>
                  <a:lnTo>
                    <a:pt x="110470" y="669291"/>
                  </a:lnTo>
                  <a:lnTo>
                    <a:pt x="87484" y="633407"/>
                  </a:lnTo>
                  <a:close/>
                  <a:moveTo>
                    <a:pt x="112874" y="642072"/>
                  </a:moveTo>
                  <a:lnTo>
                    <a:pt x="110470" y="669291"/>
                  </a:lnTo>
                  <a:lnTo>
                    <a:pt x="112874" y="669291"/>
                  </a:lnTo>
                  <a:close/>
                  <a:moveTo>
                    <a:pt x="160723" y="669291"/>
                  </a:moveTo>
                  <a:lnTo>
                    <a:pt x="112874" y="669876"/>
                  </a:lnTo>
                  <a:lnTo>
                    <a:pt x="160723" y="670306"/>
                  </a:lnTo>
                  <a:close/>
                  <a:moveTo>
                    <a:pt x="160723" y="669291"/>
                  </a:moveTo>
                  <a:lnTo>
                    <a:pt x="112874" y="669291"/>
                  </a:lnTo>
                  <a:lnTo>
                    <a:pt x="112874" y="669876"/>
                  </a:lnTo>
                  <a:close/>
                  <a:moveTo>
                    <a:pt x="112874" y="669291"/>
                  </a:moveTo>
                  <a:lnTo>
                    <a:pt x="160723" y="669291"/>
                  </a:lnTo>
                  <a:lnTo>
                    <a:pt x="112874" y="642072"/>
                  </a:lnTo>
                  <a:close/>
                  <a:moveTo>
                    <a:pt x="160723" y="669291"/>
                  </a:moveTo>
                  <a:lnTo>
                    <a:pt x="160723" y="670306"/>
                  </a:lnTo>
                  <a:lnTo>
                    <a:pt x="165218" y="669291"/>
                  </a:lnTo>
                  <a:close/>
                  <a:moveTo>
                    <a:pt x="160723" y="669291"/>
                  </a:moveTo>
                  <a:lnTo>
                    <a:pt x="208571" y="658639"/>
                  </a:lnTo>
                  <a:lnTo>
                    <a:pt x="160723" y="642971"/>
                  </a:lnTo>
                  <a:close/>
                  <a:moveTo>
                    <a:pt x="165218" y="669291"/>
                  </a:moveTo>
                  <a:lnTo>
                    <a:pt x="208571" y="658639"/>
                  </a:lnTo>
                  <a:lnTo>
                    <a:pt x="160723" y="669291"/>
                  </a:lnTo>
                  <a:close/>
                  <a:moveTo>
                    <a:pt x="28463" y="633407"/>
                  </a:moveTo>
                  <a:lnTo>
                    <a:pt x="65025" y="656464"/>
                  </a:lnTo>
                  <a:lnTo>
                    <a:pt x="65025" y="633407"/>
                  </a:lnTo>
                  <a:close/>
                  <a:moveTo>
                    <a:pt x="17176" y="619630"/>
                  </a:moveTo>
                  <a:lnTo>
                    <a:pt x="28463" y="633407"/>
                  </a:lnTo>
                  <a:lnTo>
                    <a:pt x="44528" y="597523"/>
                  </a:lnTo>
                  <a:close/>
                  <a:moveTo>
                    <a:pt x="208571" y="633407"/>
                  </a:moveTo>
                  <a:lnTo>
                    <a:pt x="208571" y="658639"/>
                  </a:lnTo>
                  <a:lnTo>
                    <a:pt x="253837" y="633407"/>
                  </a:lnTo>
                  <a:close/>
                  <a:moveTo>
                    <a:pt x="253837" y="633407"/>
                  </a:moveTo>
                  <a:lnTo>
                    <a:pt x="256420" y="631335"/>
                  </a:lnTo>
                  <a:lnTo>
                    <a:pt x="208571" y="633407"/>
                  </a:lnTo>
                  <a:close/>
                  <a:moveTo>
                    <a:pt x="3215" y="597523"/>
                  </a:moveTo>
                  <a:lnTo>
                    <a:pt x="17176" y="619630"/>
                  </a:lnTo>
                  <a:lnTo>
                    <a:pt x="17176" y="597523"/>
                  </a:lnTo>
                  <a:close/>
                  <a:moveTo>
                    <a:pt x="0" y="561638"/>
                  </a:moveTo>
                  <a:lnTo>
                    <a:pt x="17176" y="597523"/>
                  </a:lnTo>
                  <a:lnTo>
                    <a:pt x="17176" y="561638"/>
                  </a:lnTo>
                  <a:close/>
                  <a:moveTo>
                    <a:pt x="0" y="561638"/>
                  </a:moveTo>
                  <a:lnTo>
                    <a:pt x="3215" y="597523"/>
                  </a:lnTo>
                  <a:lnTo>
                    <a:pt x="17176" y="597523"/>
                  </a:lnTo>
                  <a:close/>
                  <a:moveTo>
                    <a:pt x="256420" y="597523"/>
                  </a:moveTo>
                  <a:lnTo>
                    <a:pt x="256420" y="631335"/>
                  </a:lnTo>
                  <a:lnTo>
                    <a:pt x="287787" y="597523"/>
                  </a:lnTo>
                  <a:close/>
                  <a:moveTo>
                    <a:pt x="287787" y="597523"/>
                  </a:moveTo>
                  <a:lnTo>
                    <a:pt x="304269" y="570424"/>
                  </a:lnTo>
                  <a:lnTo>
                    <a:pt x="256420" y="597523"/>
                  </a:lnTo>
                  <a:close/>
                  <a:moveTo>
                    <a:pt x="13552" y="525754"/>
                  </a:moveTo>
                  <a:lnTo>
                    <a:pt x="17176" y="561638"/>
                  </a:lnTo>
                  <a:lnTo>
                    <a:pt x="17176" y="525754"/>
                  </a:lnTo>
                  <a:close/>
                  <a:moveTo>
                    <a:pt x="13552" y="525754"/>
                  </a:moveTo>
                  <a:lnTo>
                    <a:pt x="0" y="561638"/>
                  </a:lnTo>
                  <a:lnTo>
                    <a:pt x="17176" y="561638"/>
                  </a:lnTo>
                  <a:close/>
                  <a:moveTo>
                    <a:pt x="304269" y="561638"/>
                  </a:moveTo>
                  <a:lnTo>
                    <a:pt x="304269" y="570424"/>
                  </a:lnTo>
                  <a:lnTo>
                    <a:pt x="309556" y="561638"/>
                  </a:lnTo>
                  <a:close/>
                  <a:moveTo>
                    <a:pt x="304269" y="525754"/>
                  </a:moveTo>
                  <a:lnTo>
                    <a:pt x="309556" y="561638"/>
                  </a:lnTo>
                  <a:lnTo>
                    <a:pt x="327789" y="525754"/>
                  </a:lnTo>
                  <a:close/>
                  <a:moveTo>
                    <a:pt x="304269" y="525754"/>
                  </a:moveTo>
                  <a:lnTo>
                    <a:pt x="304269" y="561638"/>
                  </a:lnTo>
                  <a:lnTo>
                    <a:pt x="309556" y="561638"/>
                  </a:lnTo>
                  <a:close/>
                  <a:moveTo>
                    <a:pt x="17176" y="520670"/>
                  </a:moveTo>
                  <a:lnTo>
                    <a:pt x="13552" y="525754"/>
                  </a:lnTo>
                  <a:lnTo>
                    <a:pt x="17176" y="525754"/>
                  </a:lnTo>
                  <a:close/>
                  <a:moveTo>
                    <a:pt x="40119" y="489870"/>
                  </a:moveTo>
                  <a:lnTo>
                    <a:pt x="17176" y="520670"/>
                  </a:lnTo>
                  <a:lnTo>
                    <a:pt x="65025" y="515575"/>
                  </a:lnTo>
                  <a:close/>
                  <a:moveTo>
                    <a:pt x="304269" y="489870"/>
                  </a:moveTo>
                  <a:lnTo>
                    <a:pt x="327789" y="525754"/>
                  </a:lnTo>
                  <a:lnTo>
                    <a:pt x="345795" y="489870"/>
                  </a:lnTo>
                  <a:close/>
                  <a:moveTo>
                    <a:pt x="65025" y="460057"/>
                  </a:moveTo>
                  <a:lnTo>
                    <a:pt x="40119" y="489870"/>
                  </a:lnTo>
                  <a:lnTo>
                    <a:pt x="65025" y="489870"/>
                  </a:lnTo>
                  <a:close/>
                  <a:moveTo>
                    <a:pt x="70267" y="453986"/>
                  </a:moveTo>
                  <a:lnTo>
                    <a:pt x="65025" y="460057"/>
                  </a:lnTo>
                  <a:lnTo>
                    <a:pt x="112874" y="470550"/>
                  </a:lnTo>
                  <a:close/>
                  <a:moveTo>
                    <a:pt x="352118" y="453986"/>
                  </a:moveTo>
                  <a:lnTo>
                    <a:pt x="345795" y="489870"/>
                  </a:lnTo>
                  <a:lnTo>
                    <a:pt x="352118" y="475646"/>
                  </a:lnTo>
                  <a:close/>
                  <a:moveTo>
                    <a:pt x="304269" y="489870"/>
                  </a:moveTo>
                  <a:lnTo>
                    <a:pt x="345795" y="489870"/>
                  </a:lnTo>
                  <a:lnTo>
                    <a:pt x="352118" y="453986"/>
                  </a:lnTo>
                  <a:close/>
                  <a:moveTo>
                    <a:pt x="90070" y="418102"/>
                  </a:moveTo>
                  <a:lnTo>
                    <a:pt x="70267" y="453986"/>
                  </a:lnTo>
                  <a:lnTo>
                    <a:pt x="112874" y="453986"/>
                  </a:lnTo>
                  <a:close/>
                  <a:moveTo>
                    <a:pt x="352118" y="453986"/>
                  </a:moveTo>
                  <a:lnTo>
                    <a:pt x="352118" y="475646"/>
                  </a:lnTo>
                  <a:lnTo>
                    <a:pt x="361469" y="453986"/>
                  </a:lnTo>
                  <a:close/>
                  <a:moveTo>
                    <a:pt x="352118" y="418102"/>
                  </a:moveTo>
                  <a:lnTo>
                    <a:pt x="361469" y="453986"/>
                  </a:lnTo>
                  <a:lnTo>
                    <a:pt x="369359" y="418102"/>
                  </a:lnTo>
                  <a:close/>
                  <a:moveTo>
                    <a:pt x="352118" y="418102"/>
                  </a:moveTo>
                  <a:lnTo>
                    <a:pt x="352118" y="453986"/>
                  </a:lnTo>
                  <a:lnTo>
                    <a:pt x="361469" y="453986"/>
                  </a:lnTo>
                  <a:close/>
                  <a:moveTo>
                    <a:pt x="94537" y="382217"/>
                  </a:moveTo>
                  <a:lnTo>
                    <a:pt x="112874" y="418102"/>
                  </a:lnTo>
                  <a:lnTo>
                    <a:pt x="112874" y="382217"/>
                  </a:lnTo>
                  <a:close/>
                  <a:moveTo>
                    <a:pt x="94537" y="382217"/>
                  </a:moveTo>
                  <a:lnTo>
                    <a:pt x="90070" y="418102"/>
                  </a:lnTo>
                  <a:lnTo>
                    <a:pt x="112874" y="418102"/>
                  </a:lnTo>
                  <a:close/>
                  <a:moveTo>
                    <a:pt x="352118" y="382217"/>
                  </a:moveTo>
                  <a:lnTo>
                    <a:pt x="369359" y="418102"/>
                  </a:lnTo>
                  <a:lnTo>
                    <a:pt x="369461" y="382217"/>
                  </a:lnTo>
                  <a:close/>
                  <a:moveTo>
                    <a:pt x="352118" y="382217"/>
                  </a:moveTo>
                  <a:lnTo>
                    <a:pt x="352118" y="418102"/>
                  </a:lnTo>
                  <a:lnTo>
                    <a:pt x="369359" y="418102"/>
                  </a:lnTo>
                  <a:close/>
                  <a:moveTo>
                    <a:pt x="86096" y="346333"/>
                  </a:moveTo>
                  <a:lnTo>
                    <a:pt x="112874" y="382217"/>
                  </a:lnTo>
                  <a:lnTo>
                    <a:pt x="112874" y="346333"/>
                  </a:lnTo>
                  <a:close/>
                  <a:moveTo>
                    <a:pt x="86096" y="346333"/>
                  </a:moveTo>
                  <a:lnTo>
                    <a:pt x="94537" y="382217"/>
                  </a:lnTo>
                  <a:lnTo>
                    <a:pt x="112874" y="382217"/>
                  </a:lnTo>
                  <a:close/>
                  <a:moveTo>
                    <a:pt x="352118" y="346333"/>
                  </a:moveTo>
                  <a:lnTo>
                    <a:pt x="369461" y="382217"/>
                  </a:lnTo>
                  <a:lnTo>
                    <a:pt x="365949" y="346333"/>
                  </a:lnTo>
                  <a:close/>
                  <a:moveTo>
                    <a:pt x="352118" y="346333"/>
                  </a:moveTo>
                  <a:lnTo>
                    <a:pt x="352118" y="382217"/>
                  </a:lnTo>
                  <a:lnTo>
                    <a:pt x="369461" y="382217"/>
                  </a:lnTo>
                  <a:close/>
                  <a:moveTo>
                    <a:pt x="72395" y="310449"/>
                  </a:moveTo>
                  <a:lnTo>
                    <a:pt x="86096" y="346333"/>
                  </a:lnTo>
                  <a:lnTo>
                    <a:pt x="112874" y="346333"/>
                  </a:lnTo>
                  <a:close/>
                  <a:moveTo>
                    <a:pt x="352118" y="310449"/>
                  </a:moveTo>
                  <a:lnTo>
                    <a:pt x="365949" y="346333"/>
                  </a:lnTo>
                  <a:lnTo>
                    <a:pt x="364155" y="310449"/>
                  </a:lnTo>
                  <a:close/>
                  <a:moveTo>
                    <a:pt x="352118" y="310449"/>
                  </a:moveTo>
                  <a:lnTo>
                    <a:pt x="352118" y="346333"/>
                  </a:lnTo>
                  <a:lnTo>
                    <a:pt x="365949" y="346333"/>
                  </a:lnTo>
                  <a:close/>
                  <a:moveTo>
                    <a:pt x="65025" y="283974"/>
                  </a:moveTo>
                  <a:lnTo>
                    <a:pt x="72395" y="310449"/>
                  </a:lnTo>
                  <a:lnTo>
                    <a:pt x="102013" y="274565"/>
                  </a:lnTo>
                  <a:close/>
                  <a:moveTo>
                    <a:pt x="352118" y="274565"/>
                  </a:moveTo>
                  <a:lnTo>
                    <a:pt x="364155" y="310449"/>
                  </a:lnTo>
                  <a:lnTo>
                    <a:pt x="366379" y="274565"/>
                  </a:lnTo>
                  <a:close/>
                  <a:moveTo>
                    <a:pt x="352118" y="274565"/>
                  </a:moveTo>
                  <a:lnTo>
                    <a:pt x="352118" y="310449"/>
                  </a:lnTo>
                  <a:lnTo>
                    <a:pt x="364155" y="310449"/>
                  </a:lnTo>
                  <a:close/>
                  <a:moveTo>
                    <a:pt x="62345" y="274565"/>
                  </a:moveTo>
                  <a:lnTo>
                    <a:pt x="65025" y="283974"/>
                  </a:lnTo>
                  <a:lnTo>
                    <a:pt x="65025" y="274565"/>
                  </a:lnTo>
                  <a:close/>
                  <a:moveTo>
                    <a:pt x="61758" y="238681"/>
                  </a:moveTo>
                  <a:lnTo>
                    <a:pt x="65025" y="274565"/>
                  </a:lnTo>
                  <a:lnTo>
                    <a:pt x="65025" y="238681"/>
                  </a:lnTo>
                  <a:close/>
                  <a:moveTo>
                    <a:pt x="61758" y="238681"/>
                  </a:moveTo>
                  <a:lnTo>
                    <a:pt x="62345" y="274565"/>
                  </a:lnTo>
                  <a:lnTo>
                    <a:pt x="65025" y="274565"/>
                  </a:lnTo>
                  <a:close/>
                  <a:moveTo>
                    <a:pt x="352118" y="238681"/>
                  </a:moveTo>
                  <a:lnTo>
                    <a:pt x="366379" y="274565"/>
                  </a:lnTo>
                  <a:lnTo>
                    <a:pt x="372395" y="238681"/>
                  </a:lnTo>
                  <a:close/>
                  <a:moveTo>
                    <a:pt x="352118" y="238681"/>
                  </a:moveTo>
                  <a:lnTo>
                    <a:pt x="352118" y="274565"/>
                  </a:lnTo>
                  <a:lnTo>
                    <a:pt x="366379" y="274565"/>
                  </a:lnTo>
                  <a:close/>
                  <a:moveTo>
                    <a:pt x="65025" y="227538"/>
                  </a:moveTo>
                  <a:lnTo>
                    <a:pt x="61758" y="238681"/>
                  </a:lnTo>
                  <a:lnTo>
                    <a:pt x="65025" y="238681"/>
                  </a:lnTo>
                  <a:close/>
                  <a:moveTo>
                    <a:pt x="65025" y="227538"/>
                  </a:moveTo>
                  <a:lnTo>
                    <a:pt x="65025" y="238681"/>
                  </a:lnTo>
                  <a:lnTo>
                    <a:pt x="72036" y="202796"/>
                  </a:lnTo>
                  <a:close/>
                  <a:moveTo>
                    <a:pt x="352118" y="202796"/>
                  </a:moveTo>
                  <a:lnTo>
                    <a:pt x="372395" y="238681"/>
                  </a:lnTo>
                  <a:lnTo>
                    <a:pt x="382547" y="202796"/>
                  </a:lnTo>
                  <a:close/>
                  <a:moveTo>
                    <a:pt x="72036" y="202796"/>
                  </a:moveTo>
                  <a:lnTo>
                    <a:pt x="111683" y="202796"/>
                  </a:lnTo>
                  <a:lnTo>
                    <a:pt x="90508" y="166912"/>
                  </a:lnTo>
                  <a:close/>
                  <a:moveTo>
                    <a:pt x="352118" y="166912"/>
                  </a:moveTo>
                  <a:lnTo>
                    <a:pt x="382547" y="202796"/>
                  </a:lnTo>
                  <a:lnTo>
                    <a:pt x="397328" y="166912"/>
                  </a:lnTo>
                  <a:close/>
                  <a:moveTo>
                    <a:pt x="112860" y="131028"/>
                  </a:moveTo>
                  <a:lnTo>
                    <a:pt x="112874" y="166912"/>
                  </a:lnTo>
                  <a:lnTo>
                    <a:pt x="112874" y="131028"/>
                  </a:lnTo>
                  <a:close/>
                  <a:moveTo>
                    <a:pt x="112860" y="131028"/>
                  </a:moveTo>
                  <a:lnTo>
                    <a:pt x="90508" y="166912"/>
                  </a:lnTo>
                  <a:lnTo>
                    <a:pt x="112874" y="166912"/>
                  </a:lnTo>
                  <a:close/>
                  <a:moveTo>
                    <a:pt x="397328" y="166912"/>
                  </a:moveTo>
                  <a:lnTo>
                    <a:pt x="399966" y="160597"/>
                  </a:lnTo>
                  <a:lnTo>
                    <a:pt x="352118" y="166912"/>
                  </a:lnTo>
                  <a:close/>
                  <a:moveTo>
                    <a:pt x="112874" y="131005"/>
                  </a:moveTo>
                  <a:lnTo>
                    <a:pt x="112860" y="131028"/>
                  </a:lnTo>
                  <a:lnTo>
                    <a:pt x="112874" y="131028"/>
                  </a:lnTo>
                  <a:close/>
                  <a:moveTo>
                    <a:pt x="134468" y="95144"/>
                  </a:moveTo>
                  <a:lnTo>
                    <a:pt x="112874" y="131005"/>
                  </a:lnTo>
                  <a:lnTo>
                    <a:pt x="160723" y="129598"/>
                  </a:lnTo>
                  <a:close/>
                  <a:moveTo>
                    <a:pt x="159827" y="131028"/>
                  </a:moveTo>
                  <a:lnTo>
                    <a:pt x="112874" y="131005"/>
                  </a:lnTo>
                  <a:lnTo>
                    <a:pt x="112874" y="131028"/>
                  </a:lnTo>
                  <a:close/>
                  <a:moveTo>
                    <a:pt x="399966" y="131028"/>
                  </a:moveTo>
                  <a:lnTo>
                    <a:pt x="399966" y="160597"/>
                  </a:lnTo>
                  <a:lnTo>
                    <a:pt x="412888" y="131028"/>
                  </a:lnTo>
                  <a:close/>
                  <a:moveTo>
                    <a:pt x="399966" y="95144"/>
                  </a:moveTo>
                  <a:lnTo>
                    <a:pt x="412888" y="131028"/>
                  </a:lnTo>
                  <a:lnTo>
                    <a:pt x="419659" y="95144"/>
                  </a:lnTo>
                  <a:close/>
                  <a:moveTo>
                    <a:pt x="399966" y="95144"/>
                  </a:moveTo>
                  <a:lnTo>
                    <a:pt x="399966" y="131028"/>
                  </a:lnTo>
                  <a:lnTo>
                    <a:pt x="412888" y="131028"/>
                  </a:lnTo>
                  <a:close/>
                  <a:moveTo>
                    <a:pt x="159032" y="59259"/>
                  </a:moveTo>
                  <a:lnTo>
                    <a:pt x="160723" y="95144"/>
                  </a:lnTo>
                  <a:lnTo>
                    <a:pt x="160723" y="59259"/>
                  </a:lnTo>
                  <a:close/>
                  <a:moveTo>
                    <a:pt x="159032" y="59259"/>
                  </a:moveTo>
                  <a:lnTo>
                    <a:pt x="134468" y="95144"/>
                  </a:lnTo>
                  <a:lnTo>
                    <a:pt x="160723" y="95144"/>
                  </a:lnTo>
                  <a:close/>
                  <a:moveTo>
                    <a:pt x="399966" y="59259"/>
                  </a:moveTo>
                  <a:lnTo>
                    <a:pt x="419659" y="95144"/>
                  </a:lnTo>
                  <a:lnTo>
                    <a:pt x="411289" y="59259"/>
                  </a:lnTo>
                  <a:close/>
                  <a:moveTo>
                    <a:pt x="399966" y="59259"/>
                  </a:moveTo>
                  <a:lnTo>
                    <a:pt x="399966" y="95144"/>
                  </a:lnTo>
                  <a:lnTo>
                    <a:pt x="419659" y="95144"/>
                  </a:lnTo>
                  <a:close/>
                  <a:moveTo>
                    <a:pt x="160723" y="57398"/>
                  </a:moveTo>
                  <a:lnTo>
                    <a:pt x="159032" y="59259"/>
                  </a:lnTo>
                  <a:lnTo>
                    <a:pt x="160723" y="59259"/>
                  </a:lnTo>
                  <a:close/>
                  <a:moveTo>
                    <a:pt x="160723" y="59259"/>
                  </a:moveTo>
                  <a:lnTo>
                    <a:pt x="201077" y="23375"/>
                  </a:lnTo>
                  <a:lnTo>
                    <a:pt x="160723" y="57398"/>
                  </a:lnTo>
                  <a:close/>
                  <a:moveTo>
                    <a:pt x="208571" y="23375"/>
                  </a:moveTo>
                  <a:lnTo>
                    <a:pt x="201077" y="23375"/>
                  </a:lnTo>
                  <a:lnTo>
                    <a:pt x="160723" y="59259"/>
                  </a:lnTo>
                  <a:close/>
                  <a:moveTo>
                    <a:pt x="208571" y="59259"/>
                  </a:moveTo>
                  <a:lnTo>
                    <a:pt x="208571" y="23375"/>
                  </a:lnTo>
                  <a:lnTo>
                    <a:pt x="160723" y="59259"/>
                  </a:lnTo>
                  <a:close/>
                  <a:moveTo>
                    <a:pt x="352118" y="23375"/>
                  </a:moveTo>
                  <a:lnTo>
                    <a:pt x="399966" y="44610"/>
                  </a:lnTo>
                  <a:lnTo>
                    <a:pt x="376291" y="23375"/>
                  </a:lnTo>
                  <a:close/>
                  <a:moveTo>
                    <a:pt x="399966" y="59259"/>
                  </a:moveTo>
                  <a:lnTo>
                    <a:pt x="399966" y="44610"/>
                  </a:lnTo>
                  <a:lnTo>
                    <a:pt x="352118" y="23375"/>
                  </a:lnTo>
                  <a:close/>
                  <a:moveTo>
                    <a:pt x="399966" y="59259"/>
                  </a:moveTo>
                  <a:lnTo>
                    <a:pt x="411289" y="59259"/>
                  </a:lnTo>
                  <a:lnTo>
                    <a:pt x="399966" y="44610"/>
                  </a:lnTo>
                  <a:close/>
                  <a:moveTo>
                    <a:pt x="208571" y="18861"/>
                  </a:moveTo>
                  <a:lnTo>
                    <a:pt x="201077" y="23375"/>
                  </a:lnTo>
                  <a:lnTo>
                    <a:pt x="208571" y="23375"/>
                  </a:lnTo>
                  <a:close/>
                  <a:moveTo>
                    <a:pt x="208571" y="23375"/>
                  </a:moveTo>
                  <a:lnTo>
                    <a:pt x="256420" y="2627"/>
                  </a:lnTo>
                  <a:lnTo>
                    <a:pt x="208571" y="18861"/>
                  </a:lnTo>
                  <a:close/>
                  <a:moveTo>
                    <a:pt x="208571" y="23375"/>
                  </a:moveTo>
                  <a:lnTo>
                    <a:pt x="256420" y="23375"/>
                  </a:lnTo>
                  <a:lnTo>
                    <a:pt x="256420" y="2627"/>
                  </a:lnTo>
                  <a:close/>
                  <a:moveTo>
                    <a:pt x="256420" y="23375"/>
                  </a:moveTo>
                  <a:lnTo>
                    <a:pt x="304269" y="0"/>
                  </a:lnTo>
                  <a:lnTo>
                    <a:pt x="256420" y="2627"/>
                  </a:lnTo>
                  <a:close/>
                  <a:moveTo>
                    <a:pt x="304269" y="23375"/>
                  </a:moveTo>
                  <a:lnTo>
                    <a:pt x="352118" y="10607"/>
                  </a:lnTo>
                  <a:lnTo>
                    <a:pt x="304269" y="0"/>
                  </a:lnTo>
                  <a:close/>
                  <a:moveTo>
                    <a:pt x="304269" y="23375"/>
                  </a:moveTo>
                  <a:lnTo>
                    <a:pt x="352118" y="23375"/>
                  </a:lnTo>
                  <a:lnTo>
                    <a:pt x="352118" y="10607"/>
                  </a:lnTo>
                  <a:close/>
                  <a:moveTo>
                    <a:pt x="352118" y="23375"/>
                  </a:moveTo>
                  <a:lnTo>
                    <a:pt x="376291" y="23375"/>
                  </a:lnTo>
                  <a:lnTo>
                    <a:pt x="352118" y="10607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3959" name="Candidate_B2__3958">
              <a:extLst>
                <a:ext uri="{FF2B5EF4-FFF2-40B4-BE49-F238E27FC236}">
                  <a16:creationId xmlns:a16="http://schemas.microsoft.com/office/drawing/2014/main" id="{75BEFDFF-738A-76ED-F318-9DB0FA3F423A}"/>
                </a:ext>
              </a:extLst>
            </p:cNvPr>
            <p:cNvSpPr>
              <a:spLocks noGrp="1"/>
            </p:cNvSpPr>
            <p:nvPr/>
          </p:nvSpPr>
          <p:spPr>
            <a:xfrm>
              <a:off x="5839622" y="3766260"/>
              <a:ext cx="382790" cy="669291"/>
            </a:xfrm>
            <a:custGeom>
              <a:avLst/>
              <a:gdLst/>
              <a:ahLst/>
              <a:cxnLst/>
              <a:rect l="0" t="0" r="0" b="0"/>
              <a:pathLst>
                <a:path w="382790" h="669291">
                  <a:moveTo>
                    <a:pt x="47849" y="633407"/>
                  </a:moveTo>
                  <a:lnTo>
                    <a:pt x="47849" y="656464"/>
                  </a:lnTo>
                  <a:lnTo>
                    <a:pt x="70308" y="633407"/>
                  </a:lnTo>
                  <a:close/>
                  <a:moveTo>
                    <a:pt x="70308" y="633407"/>
                  </a:moveTo>
                  <a:lnTo>
                    <a:pt x="93293" y="669291"/>
                  </a:lnTo>
                  <a:lnTo>
                    <a:pt x="95698" y="642072"/>
                  </a:lnTo>
                  <a:close/>
                  <a:moveTo>
                    <a:pt x="143546" y="669291"/>
                  </a:moveTo>
                  <a:lnTo>
                    <a:pt x="143546" y="642971"/>
                  </a:lnTo>
                  <a:lnTo>
                    <a:pt x="95698" y="642072"/>
                  </a:lnTo>
                  <a:close/>
                  <a:moveTo>
                    <a:pt x="143546" y="642971"/>
                  </a:moveTo>
                  <a:lnTo>
                    <a:pt x="191395" y="658639"/>
                  </a:lnTo>
                  <a:lnTo>
                    <a:pt x="191395" y="633407"/>
                  </a:lnTo>
                  <a:close/>
                  <a:moveTo>
                    <a:pt x="0" y="597523"/>
                  </a:moveTo>
                  <a:lnTo>
                    <a:pt x="0" y="619630"/>
                  </a:lnTo>
                  <a:lnTo>
                    <a:pt x="27351" y="597523"/>
                  </a:lnTo>
                  <a:close/>
                  <a:moveTo>
                    <a:pt x="27351" y="597523"/>
                  </a:moveTo>
                  <a:lnTo>
                    <a:pt x="11286" y="633407"/>
                  </a:lnTo>
                  <a:lnTo>
                    <a:pt x="47849" y="620408"/>
                  </a:lnTo>
                  <a:close/>
                  <a:moveTo>
                    <a:pt x="47849" y="620408"/>
                  </a:moveTo>
                  <a:lnTo>
                    <a:pt x="11286" y="633407"/>
                  </a:lnTo>
                  <a:lnTo>
                    <a:pt x="47849" y="633407"/>
                  </a:lnTo>
                  <a:close/>
                  <a:moveTo>
                    <a:pt x="191395" y="626824"/>
                  </a:moveTo>
                  <a:lnTo>
                    <a:pt x="239244" y="631335"/>
                  </a:lnTo>
                  <a:lnTo>
                    <a:pt x="239244" y="597523"/>
                  </a:lnTo>
                  <a:close/>
                  <a:moveTo>
                    <a:pt x="191395" y="633407"/>
                  </a:moveTo>
                  <a:lnTo>
                    <a:pt x="239244" y="631335"/>
                  </a:lnTo>
                  <a:lnTo>
                    <a:pt x="191395" y="626824"/>
                  </a:lnTo>
                  <a:close/>
                  <a:moveTo>
                    <a:pt x="22265" y="561638"/>
                  </a:moveTo>
                  <a:lnTo>
                    <a:pt x="0" y="561638"/>
                  </a:lnTo>
                  <a:lnTo>
                    <a:pt x="0" y="597523"/>
                  </a:lnTo>
                  <a:close/>
                  <a:moveTo>
                    <a:pt x="239244" y="576927"/>
                  </a:moveTo>
                  <a:lnTo>
                    <a:pt x="287093" y="561638"/>
                  </a:lnTo>
                  <a:lnTo>
                    <a:pt x="247325" y="561638"/>
                  </a:lnTo>
                  <a:close/>
                  <a:moveTo>
                    <a:pt x="239244" y="576927"/>
                  </a:moveTo>
                  <a:lnTo>
                    <a:pt x="287093" y="570424"/>
                  </a:lnTo>
                  <a:lnTo>
                    <a:pt x="287093" y="561638"/>
                  </a:lnTo>
                  <a:close/>
                  <a:moveTo>
                    <a:pt x="239244" y="597523"/>
                  </a:moveTo>
                  <a:lnTo>
                    <a:pt x="287093" y="570424"/>
                  </a:lnTo>
                  <a:lnTo>
                    <a:pt x="239244" y="576927"/>
                  </a:lnTo>
                  <a:close/>
                  <a:moveTo>
                    <a:pt x="38989" y="525754"/>
                  </a:moveTo>
                  <a:lnTo>
                    <a:pt x="0" y="525754"/>
                  </a:lnTo>
                  <a:lnTo>
                    <a:pt x="0" y="561638"/>
                  </a:lnTo>
                  <a:close/>
                  <a:moveTo>
                    <a:pt x="287093" y="561638"/>
                  </a:moveTo>
                  <a:lnTo>
                    <a:pt x="287093" y="525754"/>
                  </a:lnTo>
                  <a:lnTo>
                    <a:pt x="247325" y="561638"/>
                  </a:lnTo>
                  <a:close/>
                  <a:moveTo>
                    <a:pt x="47849" y="489870"/>
                  </a:moveTo>
                  <a:lnTo>
                    <a:pt x="22943" y="489870"/>
                  </a:lnTo>
                  <a:lnTo>
                    <a:pt x="47849" y="515575"/>
                  </a:lnTo>
                  <a:close/>
                  <a:moveTo>
                    <a:pt x="47849" y="515575"/>
                  </a:moveTo>
                  <a:lnTo>
                    <a:pt x="0" y="520670"/>
                  </a:lnTo>
                  <a:lnTo>
                    <a:pt x="38989" y="525754"/>
                  </a:lnTo>
                  <a:close/>
                  <a:moveTo>
                    <a:pt x="38989" y="525754"/>
                  </a:moveTo>
                  <a:lnTo>
                    <a:pt x="0" y="520670"/>
                  </a:lnTo>
                  <a:lnTo>
                    <a:pt x="0" y="525754"/>
                  </a:lnTo>
                  <a:close/>
                  <a:moveTo>
                    <a:pt x="287093" y="489870"/>
                  </a:moveTo>
                  <a:lnTo>
                    <a:pt x="287093" y="525754"/>
                  </a:lnTo>
                  <a:lnTo>
                    <a:pt x="310613" y="525754"/>
                  </a:lnTo>
                  <a:close/>
                  <a:moveTo>
                    <a:pt x="287093" y="525754"/>
                  </a:moveTo>
                  <a:lnTo>
                    <a:pt x="287093" y="489870"/>
                  </a:lnTo>
                  <a:lnTo>
                    <a:pt x="257488" y="525754"/>
                  </a:lnTo>
                  <a:close/>
                  <a:moveTo>
                    <a:pt x="95698" y="453986"/>
                  </a:moveTo>
                  <a:lnTo>
                    <a:pt x="53091" y="453986"/>
                  </a:lnTo>
                  <a:lnTo>
                    <a:pt x="95698" y="470550"/>
                  </a:lnTo>
                  <a:close/>
                  <a:moveTo>
                    <a:pt x="95698" y="470550"/>
                  </a:moveTo>
                  <a:lnTo>
                    <a:pt x="47849" y="460057"/>
                  </a:lnTo>
                  <a:lnTo>
                    <a:pt x="75733" y="489870"/>
                  </a:lnTo>
                  <a:close/>
                  <a:moveTo>
                    <a:pt x="75733" y="489870"/>
                  </a:moveTo>
                  <a:lnTo>
                    <a:pt x="47849" y="460057"/>
                  </a:lnTo>
                  <a:lnTo>
                    <a:pt x="47849" y="489870"/>
                  </a:lnTo>
                  <a:close/>
                  <a:moveTo>
                    <a:pt x="287093" y="453986"/>
                  </a:moveTo>
                  <a:lnTo>
                    <a:pt x="287093" y="489870"/>
                  </a:lnTo>
                  <a:lnTo>
                    <a:pt x="334941" y="453986"/>
                  </a:lnTo>
                  <a:close/>
                  <a:moveTo>
                    <a:pt x="72893" y="418102"/>
                  </a:moveTo>
                  <a:lnTo>
                    <a:pt x="95698" y="453986"/>
                  </a:lnTo>
                  <a:lnTo>
                    <a:pt x="95698" y="418102"/>
                  </a:lnTo>
                  <a:close/>
                  <a:moveTo>
                    <a:pt x="138727" y="418102"/>
                  </a:moveTo>
                  <a:lnTo>
                    <a:pt x="95698" y="418102"/>
                  </a:lnTo>
                  <a:lnTo>
                    <a:pt x="95698" y="453986"/>
                  </a:lnTo>
                  <a:close/>
                  <a:moveTo>
                    <a:pt x="287093" y="453986"/>
                  </a:moveTo>
                  <a:lnTo>
                    <a:pt x="334941" y="453986"/>
                  </a:lnTo>
                  <a:lnTo>
                    <a:pt x="334941" y="418102"/>
                  </a:lnTo>
                  <a:close/>
                  <a:moveTo>
                    <a:pt x="287093" y="453986"/>
                  </a:moveTo>
                  <a:lnTo>
                    <a:pt x="334941" y="418102"/>
                  </a:lnTo>
                  <a:lnTo>
                    <a:pt x="287093" y="418102"/>
                  </a:lnTo>
                  <a:close/>
                  <a:moveTo>
                    <a:pt x="139378" y="382217"/>
                  </a:moveTo>
                  <a:lnTo>
                    <a:pt x="95698" y="382217"/>
                  </a:lnTo>
                  <a:lnTo>
                    <a:pt x="95698" y="418102"/>
                  </a:lnTo>
                  <a:close/>
                  <a:moveTo>
                    <a:pt x="287093" y="418102"/>
                  </a:moveTo>
                  <a:lnTo>
                    <a:pt x="334941" y="418102"/>
                  </a:lnTo>
                  <a:lnTo>
                    <a:pt x="334941" y="382217"/>
                  </a:lnTo>
                  <a:close/>
                  <a:moveTo>
                    <a:pt x="287093" y="418102"/>
                  </a:moveTo>
                  <a:lnTo>
                    <a:pt x="334941" y="382217"/>
                  </a:lnTo>
                  <a:lnTo>
                    <a:pt x="287093" y="382217"/>
                  </a:lnTo>
                  <a:close/>
                  <a:moveTo>
                    <a:pt x="123550" y="346333"/>
                  </a:moveTo>
                  <a:lnTo>
                    <a:pt x="95698" y="346333"/>
                  </a:lnTo>
                  <a:lnTo>
                    <a:pt x="95698" y="382217"/>
                  </a:lnTo>
                  <a:close/>
                  <a:moveTo>
                    <a:pt x="290219" y="346333"/>
                  </a:moveTo>
                  <a:lnTo>
                    <a:pt x="287093" y="374306"/>
                  </a:lnTo>
                  <a:lnTo>
                    <a:pt x="334941" y="346333"/>
                  </a:lnTo>
                  <a:close/>
                  <a:moveTo>
                    <a:pt x="334941" y="346333"/>
                  </a:moveTo>
                  <a:lnTo>
                    <a:pt x="287093" y="374306"/>
                  </a:lnTo>
                  <a:lnTo>
                    <a:pt x="287093" y="382217"/>
                  </a:lnTo>
                  <a:close/>
                  <a:moveTo>
                    <a:pt x="334941" y="346333"/>
                  </a:moveTo>
                  <a:lnTo>
                    <a:pt x="287093" y="382217"/>
                  </a:lnTo>
                  <a:lnTo>
                    <a:pt x="334941" y="382217"/>
                  </a:lnTo>
                  <a:close/>
                  <a:moveTo>
                    <a:pt x="55219" y="310449"/>
                  </a:moveTo>
                  <a:lnTo>
                    <a:pt x="95698" y="346333"/>
                  </a:lnTo>
                  <a:lnTo>
                    <a:pt x="95698" y="310449"/>
                  </a:lnTo>
                  <a:close/>
                  <a:moveTo>
                    <a:pt x="334941" y="346333"/>
                  </a:moveTo>
                  <a:lnTo>
                    <a:pt x="334941" y="310449"/>
                  </a:lnTo>
                  <a:lnTo>
                    <a:pt x="290219" y="346333"/>
                  </a:lnTo>
                  <a:close/>
                  <a:moveTo>
                    <a:pt x="334941" y="310449"/>
                  </a:moveTo>
                  <a:lnTo>
                    <a:pt x="297237" y="310449"/>
                  </a:lnTo>
                  <a:lnTo>
                    <a:pt x="290219" y="346333"/>
                  </a:lnTo>
                  <a:close/>
                  <a:moveTo>
                    <a:pt x="47849" y="274565"/>
                  </a:moveTo>
                  <a:lnTo>
                    <a:pt x="47849" y="283974"/>
                  </a:lnTo>
                  <a:lnTo>
                    <a:pt x="84836" y="274565"/>
                  </a:lnTo>
                  <a:close/>
                  <a:moveTo>
                    <a:pt x="84836" y="274565"/>
                  </a:moveTo>
                  <a:lnTo>
                    <a:pt x="55219" y="310449"/>
                  </a:lnTo>
                  <a:lnTo>
                    <a:pt x="95698" y="302267"/>
                  </a:lnTo>
                  <a:close/>
                  <a:moveTo>
                    <a:pt x="95698" y="302267"/>
                  </a:moveTo>
                  <a:lnTo>
                    <a:pt x="55219" y="310449"/>
                  </a:lnTo>
                  <a:lnTo>
                    <a:pt x="95698" y="310449"/>
                  </a:lnTo>
                  <a:close/>
                  <a:moveTo>
                    <a:pt x="334941" y="310449"/>
                  </a:moveTo>
                  <a:lnTo>
                    <a:pt x="334941" y="274565"/>
                  </a:lnTo>
                  <a:lnTo>
                    <a:pt x="297237" y="310449"/>
                  </a:lnTo>
                  <a:close/>
                  <a:moveTo>
                    <a:pt x="334941" y="274565"/>
                  </a:moveTo>
                  <a:lnTo>
                    <a:pt x="305264" y="274565"/>
                  </a:lnTo>
                  <a:lnTo>
                    <a:pt x="297237" y="310449"/>
                  </a:lnTo>
                  <a:close/>
                  <a:moveTo>
                    <a:pt x="84836" y="274565"/>
                  </a:moveTo>
                  <a:lnTo>
                    <a:pt x="82984" y="238681"/>
                  </a:lnTo>
                  <a:lnTo>
                    <a:pt x="47849" y="274565"/>
                  </a:lnTo>
                  <a:close/>
                  <a:moveTo>
                    <a:pt x="82984" y="238681"/>
                  </a:moveTo>
                  <a:lnTo>
                    <a:pt x="47849" y="238681"/>
                  </a:lnTo>
                  <a:lnTo>
                    <a:pt x="47849" y="274565"/>
                  </a:lnTo>
                  <a:close/>
                  <a:moveTo>
                    <a:pt x="334941" y="274565"/>
                  </a:moveTo>
                  <a:lnTo>
                    <a:pt x="334941" y="238681"/>
                  </a:lnTo>
                  <a:lnTo>
                    <a:pt x="305264" y="274565"/>
                  </a:lnTo>
                  <a:close/>
                  <a:moveTo>
                    <a:pt x="54860" y="202796"/>
                  </a:moveTo>
                  <a:lnTo>
                    <a:pt x="47849" y="238681"/>
                  </a:lnTo>
                  <a:lnTo>
                    <a:pt x="82984" y="238681"/>
                  </a:lnTo>
                  <a:close/>
                  <a:moveTo>
                    <a:pt x="54860" y="202796"/>
                  </a:moveTo>
                  <a:lnTo>
                    <a:pt x="82984" y="238681"/>
                  </a:lnTo>
                  <a:lnTo>
                    <a:pt x="94507" y="202796"/>
                  </a:lnTo>
                  <a:close/>
                  <a:moveTo>
                    <a:pt x="334941" y="202796"/>
                  </a:moveTo>
                  <a:lnTo>
                    <a:pt x="334941" y="238681"/>
                  </a:lnTo>
                  <a:lnTo>
                    <a:pt x="355219" y="238681"/>
                  </a:lnTo>
                  <a:close/>
                  <a:moveTo>
                    <a:pt x="334941" y="238681"/>
                  </a:moveTo>
                  <a:lnTo>
                    <a:pt x="334941" y="202796"/>
                  </a:lnTo>
                  <a:lnTo>
                    <a:pt x="312677" y="238681"/>
                  </a:lnTo>
                  <a:close/>
                  <a:moveTo>
                    <a:pt x="73331" y="166912"/>
                  </a:moveTo>
                  <a:lnTo>
                    <a:pt x="95698" y="200680"/>
                  </a:lnTo>
                  <a:lnTo>
                    <a:pt x="95698" y="166912"/>
                  </a:lnTo>
                  <a:close/>
                  <a:moveTo>
                    <a:pt x="94507" y="202796"/>
                  </a:moveTo>
                  <a:lnTo>
                    <a:pt x="95698" y="200680"/>
                  </a:lnTo>
                  <a:lnTo>
                    <a:pt x="73331" y="166912"/>
                  </a:lnTo>
                  <a:close/>
                  <a:moveTo>
                    <a:pt x="334941" y="166912"/>
                  </a:moveTo>
                  <a:lnTo>
                    <a:pt x="334941" y="202796"/>
                  </a:lnTo>
                  <a:lnTo>
                    <a:pt x="365371" y="202796"/>
                  </a:lnTo>
                  <a:close/>
                  <a:moveTo>
                    <a:pt x="142651" y="131028"/>
                  </a:moveTo>
                  <a:lnTo>
                    <a:pt x="95698" y="131028"/>
                  </a:lnTo>
                  <a:lnTo>
                    <a:pt x="95698" y="166912"/>
                  </a:lnTo>
                  <a:close/>
                  <a:moveTo>
                    <a:pt x="334941" y="161843"/>
                  </a:moveTo>
                  <a:lnTo>
                    <a:pt x="382790" y="131028"/>
                  </a:lnTo>
                  <a:lnTo>
                    <a:pt x="345683" y="131028"/>
                  </a:lnTo>
                  <a:close/>
                  <a:moveTo>
                    <a:pt x="334941" y="161843"/>
                  </a:moveTo>
                  <a:lnTo>
                    <a:pt x="382790" y="160597"/>
                  </a:lnTo>
                  <a:lnTo>
                    <a:pt x="382790" y="131028"/>
                  </a:lnTo>
                  <a:close/>
                  <a:moveTo>
                    <a:pt x="334941" y="166912"/>
                  </a:moveTo>
                  <a:lnTo>
                    <a:pt x="382790" y="160597"/>
                  </a:lnTo>
                  <a:lnTo>
                    <a:pt x="334941" y="161843"/>
                  </a:lnTo>
                  <a:close/>
                  <a:moveTo>
                    <a:pt x="143546" y="95144"/>
                  </a:moveTo>
                  <a:lnTo>
                    <a:pt x="117292" y="95144"/>
                  </a:lnTo>
                  <a:lnTo>
                    <a:pt x="143546" y="129598"/>
                  </a:lnTo>
                  <a:close/>
                  <a:moveTo>
                    <a:pt x="143546" y="129598"/>
                  </a:moveTo>
                  <a:lnTo>
                    <a:pt x="95698" y="131005"/>
                  </a:lnTo>
                  <a:lnTo>
                    <a:pt x="142651" y="131028"/>
                  </a:lnTo>
                  <a:close/>
                  <a:moveTo>
                    <a:pt x="382790" y="131028"/>
                  </a:moveTo>
                  <a:lnTo>
                    <a:pt x="382790" y="95144"/>
                  </a:lnTo>
                  <a:lnTo>
                    <a:pt x="345683" y="131028"/>
                  </a:lnTo>
                  <a:close/>
                  <a:moveTo>
                    <a:pt x="143546" y="95144"/>
                  </a:moveTo>
                  <a:lnTo>
                    <a:pt x="191395" y="59259"/>
                  </a:lnTo>
                  <a:lnTo>
                    <a:pt x="143546" y="59259"/>
                  </a:lnTo>
                  <a:close/>
                  <a:moveTo>
                    <a:pt x="334941" y="59259"/>
                  </a:moveTo>
                  <a:lnTo>
                    <a:pt x="382790" y="95144"/>
                  </a:lnTo>
                  <a:lnTo>
                    <a:pt x="382790" y="59259"/>
                  </a:lnTo>
                  <a:close/>
                  <a:moveTo>
                    <a:pt x="191395" y="59259"/>
                  </a:moveTo>
                  <a:lnTo>
                    <a:pt x="239244" y="23375"/>
                  </a:lnTo>
                  <a:lnTo>
                    <a:pt x="191395" y="23375"/>
                  </a:lnTo>
                  <a:close/>
                  <a:moveTo>
                    <a:pt x="334941" y="59259"/>
                  </a:moveTo>
                  <a:lnTo>
                    <a:pt x="382790" y="59259"/>
                  </a:lnTo>
                  <a:lnTo>
                    <a:pt x="334941" y="23375"/>
                  </a:lnTo>
                  <a:close/>
                  <a:moveTo>
                    <a:pt x="287093" y="23375"/>
                  </a:moveTo>
                  <a:lnTo>
                    <a:pt x="334941" y="59259"/>
                  </a:lnTo>
                  <a:lnTo>
                    <a:pt x="334941" y="23375"/>
                  </a:lnTo>
                  <a:close/>
                  <a:moveTo>
                    <a:pt x="239244" y="23375"/>
                  </a:moveTo>
                  <a:lnTo>
                    <a:pt x="287093" y="23375"/>
                  </a:lnTo>
                  <a:lnTo>
                    <a:pt x="287093" y="0"/>
                  </a:lnTo>
                  <a:close/>
                  <a:moveTo>
                    <a:pt x="287093" y="23375"/>
                  </a:moveTo>
                  <a:lnTo>
                    <a:pt x="239244" y="23375"/>
                  </a:lnTo>
                  <a:lnTo>
                    <a:pt x="287093" y="4065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3960" name="Candidate_B2__3959">
              <a:extLst>
                <a:ext uri="{FF2B5EF4-FFF2-40B4-BE49-F238E27FC236}">
                  <a16:creationId xmlns:a16="http://schemas.microsoft.com/office/drawing/2014/main" id="{2E03043B-516F-D3E5-B2AD-A5D8B215FCDE}"/>
                </a:ext>
              </a:extLst>
            </p:cNvPr>
            <p:cNvSpPr>
              <a:spLocks noGrp="1"/>
            </p:cNvSpPr>
            <p:nvPr/>
          </p:nvSpPr>
          <p:spPr>
            <a:xfrm>
              <a:off x="5839622" y="3789635"/>
              <a:ext cx="382790" cy="619596"/>
            </a:xfrm>
            <a:custGeom>
              <a:avLst/>
              <a:gdLst/>
              <a:ahLst/>
              <a:cxnLst/>
              <a:rect l="0" t="0" r="0" b="0"/>
              <a:pathLst>
                <a:path w="382790" h="619596">
                  <a:moveTo>
                    <a:pt x="143546" y="619596"/>
                  </a:moveTo>
                  <a:lnTo>
                    <a:pt x="191395" y="610031"/>
                  </a:lnTo>
                  <a:lnTo>
                    <a:pt x="175859" y="610031"/>
                  </a:lnTo>
                  <a:close/>
                  <a:moveTo>
                    <a:pt x="47849" y="610031"/>
                  </a:moveTo>
                  <a:lnTo>
                    <a:pt x="70308" y="610031"/>
                  </a:lnTo>
                  <a:lnTo>
                    <a:pt x="47849" y="597033"/>
                  </a:lnTo>
                  <a:close/>
                  <a:moveTo>
                    <a:pt x="191395" y="603448"/>
                  </a:moveTo>
                  <a:lnTo>
                    <a:pt x="239244" y="574147"/>
                  </a:lnTo>
                  <a:lnTo>
                    <a:pt x="226171" y="574147"/>
                  </a:lnTo>
                  <a:close/>
                  <a:moveTo>
                    <a:pt x="175859" y="610031"/>
                  </a:moveTo>
                  <a:lnTo>
                    <a:pt x="191395" y="610031"/>
                  </a:lnTo>
                  <a:lnTo>
                    <a:pt x="191395" y="603448"/>
                  </a:lnTo>
                  <a:close/>
                  <a:moveTo>
                    <a:pt x="27351" y="574147"/>
                  </a:moveTo>
                  <a:lnTo>
                    <a:pt x="22265" y="538263"/>
                  </a:lnTo>
                  <a:lnTo>
                    <a:pt x="0" y="574147"/>
                  </a:lnTo>
                  <a:close/>
                  <a:moveTo>
                    <a:pt x="226171" y="574147"/>
                  </a:moveTo>
                  <a:lnTo>
                    <a:pt x="239244" y="574147"/>
                  </a:lnTo>
                  <a:lnTo>
                    <a:pt x="239244" y="553552"/>
                  </a:lnTo>
                  <a:close/>
                  <a:moveTo>
                    <a:pt x="22265" y="538263"/>
                  </a:moveTo>
                  <a:lnTo>
                    <a:pt x="38989" y="502379"/>
                  </a:lnTo>
                  <a:lnTo>
                    <a:pt x="0" y="538263"/>
                  </a:lnTo>
                  <a:close/>
                  <a:moveTo>
                    <a:pt x="287093" y="502379"/>
                  </a:moveTo>
                  <a:lnTo>
                    <a:pt x="257488" y="502379"/>
                  </a:lnTo>
                  <a:lnTo>
                    <a:pt x="247325" y="538263"/>
                  </a:lnTo>
                  <a:close/>
                  <a:moveTo>
                    <a:pt x="287093" y="466495"/>
                  </a:moveTo>
                  <a:lnTo>
                    <a:pt x="265025" y="466495"/>
                  </a:lnTo>
                  <a:lnTo>
                    <a:pt x="257488" y="502379"/>
                  </a:lnTo>
                  <a:close/>
                  <a:moveTo>
                    <a:pt x="47849" y="466495"/>
                  </a:moveTo>
                  <a:lnTo>
                    <a:pt x="47849" y="492200"/>
                  </a:lnTo>
                  <a:lnTo>
                    <a:pt x="75733" y="466495"/>
                  </a:lnTo>
                  <a:close/>
                  <a:moveTo>
                    <a:pt x="287093" y="466495"/>
                  </a:moveTo>
                  <a:lnTo>
                    <a:pt x="287093" y="430610"/>
                  </a:lnTo>
                  <a:lnTo>
                    <a:pt x="265025" y="466495"/>
                  </a:lnTo>
                  <a:close/>
                  <a:moveTo>
                    <a:pt x="287093" y="430610"/>
                  </a:moveTo>
                  <a:lnTo>
                    <a:pt x="273149" y="430610"/>
                  </a:lnTo>
                  <a:lnTo>
                    <a:pt x="265025" y="466495"/>
                  </a:lnTo>
                  <a:close/>
                  <a:moveTo>
                    <a:pt x="116791" y="430610"/>
                  </a:moveTo>
                  <a:lnTo>
                    <a:pt x="138727" y="394726"/>
                  </a:lnTo>
                  <a:lnTo>
                    <a:pt x="95698" y="430610"/>
                  </a:lnTo>
                  <a:close/>
                  <a:moveTo>
                    <a:pt x="95698" y="430610"/>
                  </a:moveTo>
                  <a:lnTo>
                    <a:pt x="95698" y="447175"/>
                  </a:lnTo>
                  <a:lnTo>
                    <a:pt x="116791" y="430610"/>
                  </a:lnTo>
                  <a:close/>
                  <a:moveTo>
                    <a:pt x="287093" y="430610"/>
                  </a:moveTo>
                  <a:lnTo>
                    <a:pt x="287093" y="394726"/>
                  </a:lnTo>
                  <a:lnTo>
                    <a:pt x="273149" y="430610"/>
                  </a:lnTo>
                  <a:close/>
                  <a:moveTo>
                    <a:pt x="287093" y="394726"/>
                  </a:moveTo>
                  <a:lnTo>
                    <a:pt x="280562" y="394726"/>
                  </a:lnTo>
                  <a:lnTo>
                    <a:pt x="273149" y="430610"/>
                  </a:lnTo>
                  <a:close/>
                  <a:moveTo>
                    <a:pt x="138727" y="394726"/>
                  </a:moveTo>
                  <a:lnTo>
                    <a:pt x="139378" y="358842"/>
                  </a:lnTo>
                  <a:lnTo>
                    <a:pt x="95698" y="394726"/>
                  </a:lnTo>
                  <a:close/>
                  <a:moveTo>
                    <a:pt x="287093" y="394726"/>
                  </a:moveTo>
                  <a:lnTo>
                    <a:pt x="287093" y="358842"/>
                  </a:lnTo>
                  <a:lnTo>
                    <a:pt x="280562" y="394726"/>
                  </a:lnTo>
                  <a:close/>
                  <a:moveTo>
                    <a:pt x="287093" y="358842"/>
                  </a:moveTo>
                  <a:lnTo>
                    <a:pt x="285522" y="358842"/>
                  </a:lnTo>
                  <a:lnTo>
                    <a:pt x="280562" y="394726"/>
                  </a:lnTo>
                  <a:close/>
                  <a:moveTo>
                    <a:pt x="139378" y="358842"/>
                  </a:moveTo>
                  <a:lnTo>
                    <a:pt x="123550" y="322958"/>
                  </a:lnTo>
                  <a:lnTo>
                    <a:pt x="95698" y="358842"/>
                  </a:lnTo>
                  <a:close/>
                  <a:moveTo>
                    <a:pt x="285522" y="358842"/>
                  </a:moveTo>
                  <a:lnTo>
                    <a:pt x="287093" y="358842"/>
                  </a:lnTo>
                  <a:lnTo>
                    <a:pt x="287093" y="350930"/>
                  </a:lnTo>
                  <a:close/>
                  <a:moveTo>
                    <a:pt x="123550" y="322958"/>
                  </a:moveTo>
                  <a:lnTo>
                    <a:pt x="99914" y="287074"/>
                  </a:lnTo>
                  <a:lnTo>
                    <a:pt x="95698" y="322958"/>
                  </a:lnTo>
                  <a:close/>
                  <a:moveTo>
                    <a:pt x="99914" y="287074"/>
                  </a:moveTo>
                  <a:lnTo>
                    <a:pt x="95698" y="287074"/>
                  </a:lnTo>
                  <a:lnTo>
                    <a:pt x="95698" y="322958"/>
                  </a:lnTo>
                  <a:close/>
                  <a:moveTo>
                    <a:pt x="95698" y="287074"/>
                  </a:moveTo>
                  <a:lnTo>
                    <a:pt x="99914" y="287074"/>
                  </a:lnTo>
                  <a:lnTo>
                    <a:pt x="95698" y="278891"/>
                  </a:lnTo>
                  <a:close/>
                  <a:moveTo>
                    <a:pt x="334941" y="215305"/>
                  </a:moveTo>
                  <a:lnTo>
                    <a:pt x="312677" y="215305"/>
                  </a:lnTo>
                  <a:lnTo>
                    <a:pt x="305264" y="251189"/>
                  </a:lnTo>
                  <a:close/>
                  <a:moveTo>
                    <a:pt x="334941" y="179421"/>
                  </a:moveTo>
                  <a:lnTo>
                    <a:pt x="320773" y="179421"/>
                  </a:lnTo>
                  <a:lnTo>
                    <a:pt x="312677" y="215305"/>
                  </a:lnTo>
                  <a:close/>
                  <a:moveTo>
                    <a:pt x="334941" y="179421"/>
                  </a:moveTo>
                  <a:lnTo>
                    <a:pt x="334941" y="143537"/>
                  </a:lnTo>
                  <a:lnTo>
                    <a:pt x="320773" y="179421"/>
                  </a:lnTo>
                  <a:close/>
                  <a:moveTo>
                    <a:pt x="334941" y="143537"/>
                  </a:moveTo>
                  <a:lnTo>
                    <a:pt x="333015" y="143537"/>
                  </a:lnTo>
                  <a:lnTo>
                    <a:pt x="320773" y="179421"/>
                  </a:lnTo>
                  <a:close/>
                  <a:moveTo>
                    <a:pt x="118145" y="143537"/>
                  </a:moveTo>
                  <a:lnTo>
                    <a:pt x="142651" y="107653"/>
                  </a:lnTo>
                  <a:lnTo>
                    <a:pt x="95698" y="143537"/>
                  </a:lnTo>
                  <a:close/>
                  <a:moveTo>
                    <a:pt x="95698" y="143537"/>
                  </a:moveTo>
                  <a:lnTo>
                    <a:pt x="95698" y="177305"/>
                  </a:lnTo>
                  <a:lnTo>
                    <a:pt x="118145" y="143537"/>
                  </a:lnTo>
                  <a:close/>
                  <a:moveTo>
                    <a:pt x="333015" y="143537"/>
                  </a:moveTo>
                  <a:lnTo>
                    <a:pt x="334941" y="143537"/>
                  </a:lnTo>
                  <a:lnTo>
                    <a:pt x="334941" y="138467"/>
                  </a:lnTo>
                  <a:close/>
                  <a:moveTo>
                    <a:pt x="382790" y="71768"/>
                  </a:moveTo>
                  <a:lnTo>
                    <a:pt x="349687" y="71768"/>
                  </a:lnTo>
                  <a:lnTo>
                    <a:pt x="345683" y="107653"/>
                  </a:lnTo>
                  <a:close/>
                  <a:moveTo>
                    <a:pt x="169676" y="71768"/>
                  </a:moveTo>
                  <a:lnTo>
                    <a:pt x="191395" y="46456"/>
                  </a:lnTo>
                  <a:lnTo>
                    <a:pt x="143546" y="71768"/>
                  </a:lnTo>
                  <a:close/>
                  <a:moveTo>
                    <a:pt x="143546" y="71768"/>
                  </a:moveTo>
                  <a:lnTo>
                    <a:pt x="191395" y="46456"/>
                  </a:lnTo>
                  <a:lnTo>
                    <a:pt x="191395" y="35884"/>
                  </a:lnTo>
                  <a:close/>
                  <a:moveTo>
                    <a:pt x="143546" y="71768"/>
                  </a:moveTo>
                  <a:lnTo>
                    <a:pt x="143546" y="106223"/>
                  </a:lnTo>
                  <a:lnTo>
                    <a:pt x="169676" y="71768"/>
                  </a:lnTo>
                  <a:close/>
                  <a:moveTo>
                    <a:pt x="334941" y="39186"/>
                  </a:moveTo>
                  <a:lnTo>
                    <a:pt x="349687" y="71768"/>
                  </a:lnTo>
                  <a:lnTo>
                    <a:pt x="334941" y="35884"/>
                  </a:lnTo>
                  <a:close/>
                  <a:moveTo>
                    <a:pt x="334941" y="35884"/>
                  </a:moveTo>
                  <a:lnTo>
                    <a:pt x="349687" y="71768"/>
                  </a:lnTo>
                  <a:lnTo>
                    <a:pt x="382790" y="71768"/>
                  </a:lnTo>
                  <a:close/>
                  <a:moveTo>
                    <a:pt x="206472" y="35884"/>
                  </a:moveTo>
                  <a:lnTo>
                    <a:pt x="239244" y="20149"/>
                  </a:lnTo>
                  <a:lnTo>
                    <a:pt x="191395" y="35884"/>
                  </a:lnTo>
                  <a:close/>
                  <a:moveTo>
                    <a:pt x="191395" y="35884"/>
                  </a:moveTo>
                  <a:lnTo>
                    <a:pt x="239244" y="20149"/>
                  </a:lnTo>
                  <a:lnTo>
                    <a:pt x="239244" y="0"/>
                  </a:lnTo>
                  <a:close/>
                  <a:moveTo>
                    <a:pt x="191395" y="35884"/>
                  </a:moveTo>
                  <a:lnTo>
                    <a:pt x="191395" y="46456"/>
                  </a:lnTo>
                  <a:lnTo>
                    <a:pt x="206472" y="35884"/>
                  </a:lnTo>
                  <a:close/>
                  <a:moveTo>
                    <a:pt x="287093" y="17282"/>
                  </a:moveTo>
                  <a:lnTo>
                    <a:pt x="331872" y="35884"/>
                  </a:lnTo>
                  <a:lnTo>
                    <a:pt x="287093" y="0"/>
                  </a:lnTo>
                  <a:close/>
                  <a:moveTo>
                    <a:pt x="287093" y="0"/>
                  </a:moveTo>
                  <a:lnTo>
                    <a:pt x="331872" y="35884"/>
                  </a:lnTo>
                  <a:lnTo>
                    <a:pt x="334941" y="35884"/>
                  </a:lnTo>
                  <a:close/>
                  <a:moveTo>
                    <a:pt x="334941" y="39186"/>
                  </a:moveTo>
                  <a:lnTo>
                    <a:pt x="334941" y="35884"/>
                  </a:lnTo>
                  <a:lnTo>
                    <a:pt x="331872" y="35884"/>
                  </a:lnTo>
                  <a:close/>
                  <a:moveTo>
                    <a:pt x="239244" y="0"/>
                  </a:moveTo>
                  <a:lnTo>
                    <a:pt x="239244" y="20149"/>
                  </a:lnTo>
                  <a:lnTo>
                    <a:pt x="287093" y="17282"/>
                  </a:lnTo>
                  <a:close/>
                  <a:moveTo>
                    <a:pt x="70308" y="610031"/>
                  </a:moveTo>
                  <a:lnTo>
                    <a:pt x="95698" y="618697"/>
                  </a:lnTo>
                  <a:lnTo>
                    <a:pt x="95698" y="610031"/>
                  </a:lnTo>
                  <a:close/>
                  <a:moveTo>
                    <a:pt x="95698" y="610031"/>
                  </a:moveTo>
                  <a:lnTo>
                    <a:pt x="47849" y="597033"/>
                  </a:lnTo>
                  <a:lnTo>
                    <a:pt x="70308" y="610031"/>
                  </a:lnTo>
                  <a:close/>
                  <a:moveTo>
                    <a:pt x="47849" y="574147"/>
                  </a:moveTo>
                  <a:lnTo>
                    <a:pt x="47849" y="597033"/>
                  </a:lnTo>
                  <a:lnTo>
                    <a:pt x="95698" y="610031"/>
                  </a:lnTo>
                  <a:close/>
                  <a:moveTo>
                    <a:pt x="143546" y="610031"/>
                  </a:moveTo>
                  <a:lnTo>
                    <a:pt x="95698" y="618697"/>
                  </a:lnTo>
                  <a:lnTo>
                    <a:pt x="143546" y="619596"/>
                  </a:lnTo>
                  <a:close/>
                  <a:moveTo>
                    <a:pt x="143546" y="610031"/>
                  </a:moveTo>
                  <a:lnTo>
                    <a:pt x="95698" y="610031"/>
                  </a:lnTo>
                  <a:lnTo>
                    <a:pt x="95698" y="618697"/>
                  </a:lnTo>
                  <a:close/>
                  <a:moveTo>
                    <a:pt x="143546" y="610031"/>
                  </a:moveTo>
                  <a:lnTo>
                    <a:pt x="143546" y="619596"/>
                  </a:lnTo>
                  <a:lnTo>
                    <a:pt x="175859" y="610031"/>
                  </a:lnTo>
                  <a:close/>
                  <a:moveTo>
                    <a:pt x="191395" y="574147"/>
                  </a:moveTo>
                  <a:lnTo>
                    <a:pt x="175859" y="610031"/>
                  </a:lnTo>
                  <a:lnTo>
                    <a:pt x="191395" y="603448"/>
                  </a:lnTo>
                  <a:close/>
                  <a:moveTo>
                    <a:pt x="143546" y="610031"/>
                  </a:moveTo>
                  <a:lnTo>
                    <a:pt x="175859" y="610031"/>
                  </a:lnTo>
                  <a:lnTo>
                    <a:pt x="191395" y="574147"/>
                  </a:lnTo>
                  <a:close/>
                  <a:moveTo>
                    <a:pt x="27351" y="574147"/>
                  </a:moveTo>
                  <a:lnTo>
                    <a:pt x="47849" y="597033"/>
                  </a:lnTo>
                  <a:lnTo>
                    <a:pt x="47849" y="574147"/>
                  </a:lnTo>
                  <a:close/>
                  <a:moveTo>
                    <a:pt x="22265" y="538263"/>
                  </a:moveTo>
                  <a:lnTo>
                    <a:pt x="27351" y="574147"/>
                  </a:lnTo>
                  <a:lnTo>
                    <a:pt x="47849" y="574147"/>
                  </a:lnTo>
                  <a:close/>
                  <a:moveTo>
                    <a:pt x="191395" y="574147"/>
                  </a:moveTo>
                  <a:lnTo>
                    <a:pt x="191395" y="603448"/>
                  </a:lnTo>
                  <a:lnTo>
                    <a:pt x="226171" y="574147"/>
                  </a:lnTo>
                  <a:close/>
                  <a:moveTo>
                    <a:pt x="239244" y="538263"/>
                  </a:moveTo>
                  <a:lnTo>
                    <a:pt x="226171" y="574147"/>
                  </a:lnTo>
                  <a:lnTo>
                    <a:pt x="239244" y="553552"/>
                  </a:lnTo>
                  <a:close/>
                  <a:moveTo>
                    <a:pt x="191395" y="574147"/>
                  </a:moveTo>
                  <a:lnTo>
                    <a:pt x="226171" y="574147"/>
                  </a:lnTo>
                  <a:lnTo>
                    <a:pt x="239244" y="538263"/>
                  </a:lnTo>
                  <a:close/>
                  <a:moveTo>
                    <a:pt x="38989" y="502379"/>
                  </a:moveTo>
                  <a:lnTo>
                    <a:pt x="47849" y="538263"/>
                  </a:lnTo>
                  <a:lnTo>
                    <a:pt x="47849" y="502379"/>
                  </a:lnTo>
                  <a:close/>
                  <a:moveTo>
                    <a:pt x="38989" y="502379"/>
                  </a:moveTo>
                  <a:lnTo>
                    <a:pt x="22265" y="538263"/>
                  </a:lnTo>
                  <a:lnTo>
                    <a:pt x="47849" y="538263"/>
                  </a:lnTo>
                  <a:close/>
                  <a:moveTo>
                    <a:pt x="239244" y="538263"/>
                  </a:moveTo>
                  <a:lnTo>
                    <a:pt x="239244" y="553552"/>
                  </a:lnTo>
                  <a:lnTo>
                    <a:pt x="247325" y="538263"/>
                  </a:lnTo>
                  <a:close/>
                  <a:moveTo>
                    <a:pt x="239244" y="502379"/>
                  </a:moveTo>
                  <a:lnTo>
                    <a:pt x="247325" y="538263"/>
                  </a:lnTo>
                  <a:lnTo>
                    <a:pt x="257488" y="502379"/>
                  </a:lnTo>
                  <a:close/>
                  <a:moveTo>
                    <a:pt x="239244" y="502379"/>
                  </a:moveTo>
                  <a:lnTo>
                    <a:pt x="239244" y="538263"/>
                  </a:lnTo>
                  <a:lnTo>
                    <a:pt x="247325" y="538263"/>
                  </a:lnTo>
                  <a:close/>
                  <a:moveTo>
                    <a:pt x="47849" y="492200"/>
                  </a:moveTo>
                  <a:lnTo>
                    <a:pt x="38989" y="502379"/>
                  </a:lnTo>
                  <a:lnTo>
                    <a:pt x="47849" y="502379"/>
                  </a:lnTo>
                  <a:close/>
                  <a:moveTo>
                    <a:pt x="47849" y="502379"/>
                  </a:moveTo>
                  <a:lnTo>
                    <a:pt x="75733" y="466495"/>
                  </a:lnTo>
                  <a:lnTo>
                    <a:pt x="47849" y="492200"/>
                  </a:lnTo>
                  <a:close/>
                  <a:moveTo>
                    <a:pt x="95698" y="466495"/>
                  </a:moveTo>
                  <a:lnTo>
                    <a:pt x="75733" y="466495"/>
                  </a:lnTo>
                  <a:lnTo>
                    <a:pt x="47849" y="502379"/>
                  </a:lnTo>
                  <a:close/>
                  <a:moveTo>
                    <a:pt x="239244" y="466495"/>
                  </a:moveTo>
                  <a:lnTo>
                    <a:pt x="257488" y="502379"/>
                  </a:lnTo>
                  <a:lnTo>
                    <a:pt x="265025" y="466495"/>
                  </a:lnTo>
                  <a:close/>
                  <a:moveTo>
                    <a:pt x="239244" y="466495"/>
                  </a:moveTo>
                  <a:lnTo>
                    <a:pt x="239244" y="502379"/>
                  </a:lnTo>
                  <a:lnTo>
                    <a:pt x="257488" y="502379"/>
                  </a:lnTo>
                  <a:close/>
                  <a:moveTo>
                    <a:pt x="95698" y="447175"/>
                  </a:moveTo>
                  <a:lnTo>
                    <a:pt x="75733" y="466495"/>
                  </a:lnTo>
                  <a:lnTo>
                    <a:pt x="95698" y="466495"/>
                  </a:lnTo>
                  <a:close/>
                  <a:moveTo>
                    <a:pt x="95698" y="466495"/>
                  </a:moveTo>
                  <a:lnTo>
                    <a:pt x="116791" y="430610"/>
                  </a:lnTo>
                  <a:lnTo>
                    <a:pt x="95698" y="447175"/>
                  </a:lnTo>
                  <a:close/>
                  <a:moveTo>
                    <a:pt x="143546" y="430610"/>
                  </a:moveTo>
                  <a:lnTo>
                    <a:pt x="116791" y="430610"/>
                  </a:lnTo>
                  <a:lnTo>
                    <a:pt x="95698" y="466495"/>
                  </a:lnTo>
                  <a:close/>
                  <a:moveTo>
                    <a:pt x="239244" y="430610"/>
                  </a:moveTo>
                  <a:lnTo>
                    <a:pt x="265025" y="466495"/>
                  </a:lnTo>
                  <a:lnTo>
                    <a:pt x="273149" y="430610"/>
                  </a:lnTo>
                  <a:close/>
                  <a:moveTo>
                    <a:pt x="239244" y="430610"/>
                  </a:moveTo>
                  <a:lnTo>
                    <a:pt x="239244" y="466495"/>
                  </a:lnTo>
                  <a:lnTo>
                    <a:pt x="265025" y="466495"/>
                  </a:lnTo>
                  <a:close/>
                  <a:moveTo>
                    <a:pt x="138727" y="394726"/>
                  </a:moveTo>
                  <a:lnTo>
                    <a:pt x="143546" y="430610"/>
                  </a:lnTo>
                  <a:lnTo>
                    <a:pt x="143546" y="394726"/>
                  </a:lnTo>
                  <a:close/>
                  <a:moveTo>
                    <a:pt x="138727" y="394726"/>
                  </a:moveTo>
                  <a:lnTo>
                    <a:pt x="116791" y="430610"/>
                  </a:lnTo>
                  <a:lnTo>
                    <a:pt x="143546" y="430610"/>
                  </a:lnTo>
                  <a:close/>
                  <a:moveTo>
                    <a:pt x="143546" y="430610"/>
                  </a:moveTo>
                  <a:lnTo>
                    <a:pt x="191395" y="394726"/>
                  </a:lnTo>
                  <a:lnTo>
                    <a:pt x="143546" y="394726"/>
                  </a:lnTo>
                  <a:close/>
                  <a:moveTo>
                    <a:pt x="239244" y="394726"/>
                  </a:moveTo>
                  <a:lnTo>
                    <a:pt x="273149" y="430610"/>
                  </a:lnTo>
                  <a:lnTo>
                    <a:pt x="280562" y="394726"/>
                  </a:lnTo>
                  <a:close/>
                  <a:moveTo>
                    <a:pt x="239244" y="394726"/>
                  </a:moveTo>
                  <a:lnTo>
                    <a:pt x="239244" y="430610"/>
                  </a:lnTo>
                  <a:lnTo>
                    <a:pt x="273149" y="430610"/>
                  </a:lnTo>
                  <a:close/>
                  <a:moveTo>
                    <a:pt x="139378" y="358842"/>
                  </a:moveTo>
                  <a:lnTo>
                    <a:pt x="143546" y="394726"/>
                  </a:lnTo>
                  <a:lnTo>
                    <a:pt x="143546" y="358842"/>
                  </a:lnTo>
                  <a:close/>
                  <a:moveTo>
                    <a:pt x="139378" y="358842"/>
                  </a:moveTo>
                  <a:lnTo>
                    <a:pt x="138727" y="394726"/>
                  </a:lnTo>
                  <a:lnTo>
                    <a:pt x="143546" y="394726"/>
                  </a:lnTo>
                  <a:close/>
                  <a:moveTo>
                    <a:pt x="143546" y="394726"/>
                  </a:moveTo>
                  <a:lnTo>
                    <a:pt x="191395" y="394726"/>
                  </a:lnTo>
                  <a:lnTo>
                    <a:pt x="191395" y="358842"/>
                  </a:lnTo>
                  <a:close/>
                  <a:moveTo>
                    <a:pt x="143546" y="394726"/>
                  </a:moveTo>
                  <a:lnTo>
                    <a:pt x="191395" y="358842"/>
                  </a:lnTo>
                  <a:lnTo>
                    <a:pt x="143546" y="358842"/>
                  </a:lnTo>
                  <a:close/>
                  <a:moveTo>
                    <a:pt x="239244" y="358842"/>
                  </a:moveTo>
                  <a:lnTo>
                    <a:pt x="280562" y="394726"/>
                  </a:lnTo>
                  <a:lnTo>
                    <a:pt x="285522" y="358842"/>
                  </a:lnTo>
                  <a:close/>
                  <a:moveTo>
                    <a:pt x="239244" y="358842"/>
                  </a:moveTo>
                  <a:lnTo>
                    <a:pt x="239244" y="394726"/>
                  </a:lnTo>
                  <a:lnTo>
                    <a:pt x="280562" y="394726"/>
                  </a:lnTo>
                  <a:close/>
                  <a:moveTo>
                    <a:pt x="123550" y="322958"/>
                  </a:moveTo>
                  <a:lnTo>
                    <a:pt x="143546" y="358842"/>
                  </a:lnTo>
                  <a:lnTo>
                    <a:pt x="143546" y="322958"/>
                  </a:lnTo>
                  <a:close/>
                  <a:moveTo>
                    <a:pt x="123550" y="322958"/>
                  </a:moveTo>
                  <a:lnTo>
                    <a:pt x="139378" y="358842"/>
                  </a:lnTo>
                  <a:lnTo>
                    <a:pt x="143546" y="358842"/>
                  </a:lnTo>
                  <a:close/>
                  <a:moveTo>
                    <a:pt x="287093" y="322958"/>
                  </a:moveTo>
                  <a:lnTo>
                    <a:pt x="285522" y="358842"/>
                  </a:lnTo>
                  <a:lnTo>
                    <a:pt x="287093" y="350930"/>
                  </a:lnTo>
                  <a:close/>
                  <a:moveTo>
                    <a:pt x="239244" y="358842"/>
                  </a:moveTo>
                  <a:lnTo>
                    <a:pt x="285522" y="358842"/>
                  </a:lnTo>
                  <a:lnTo>
                    <a:pt x="287093" y="322958"/>
                  </a:lnTo>
                  <a:close/>
                  <a:moveTo>
                    <a:pt x="99914" y="287074"/>
                  </a:moveTo>
                  <a:lnTo>
                    <a:pt x="123550" y="322958"/>
                  </a:lnTo>
                  <a:lnTo>
                    <a:pt x="143546" y="322958"/>
                  </a:lnTo>
                  <a:close/>
                  <a:moveTo>
                    <a:pt x="239244" y="322958"/>
                  </a:moveTo>
                  <a:lnTo>
                    <a:pt x="287093" y="322958"/>
                  </a:lnTo>
                  <a:lnTo>
                    <a:pt x="287093" y="287074"/>
                  </a:lnTo>
                  <a:close/>
                  <a:moveTo>
                    <a:pt x="287093" y="322958"/>
                  </a:moveTo>
                  <a:lnTo>
                    <a:pt x="287093" y="350930"/>
                  </a:lnTo>
                  <a:lnTo>
                    <a:pt x="290219" y="322958"/>
                  </a:lnTo>
                  <a:close/>
                  <a:moveTo>
                    <a:pt x="287093" y="287074"/>
                  </a:moveTo>
                  <a:lnTo>
                    <a:pt x="290219" y="322958"/>
                  </a:lnTo>
                  <a:lnTo>
                    <a:pt x="297237" y="287074"/>
                  </a:lnTo>
                  <a:close/>
                  <a:moveTo>
                    <a:pt x="287093" y="287074"/>
                  </a:moveTo>
                  <a:lnTo>
                    <a:pt x="287093" y="322958"/>
                  </a:lnTo>
                  <a:lnTo>
                    <a:pt x="290219" y="322958"/>
                  </a:lnTo>
                  <a:close/>
                  <a:moveTo>
                    <a:pt x="143546" y="287074"/>
                  </a:moveTo>
                  <a:lnTo>
                    <a:pt x="95698" y="278891"/>
                  </a:lnTo>
                  <a:lnTo>
                    <a:pt x="99914" y="287074"/>
                  </a:lnTo>
                  <a:close/>
                  <a:moveTo>
                    <a:pt x="95698" y="251189"/>
                  </a:moveTo>
                  <a:lnTo>
                    <a:pt x="95698" y="278891"/>
                  </a:lnTo>
                  <a:lnTo>
                    <a:pt x="143546" y="287074"/>
                  </a:lnTo>
                  <a:close/>
                  <a:moveTo>
                    <a:pt x="287093" y="251189"/>
                  </a:moveTo>
                  <a:lnTo>
                    <a:pt x="297237" y="287074"/>
                  </a:lnTo>
                  <a:lnTo>
                    <a:pt x="305264" y="251189"/>
                  </a:lnTo>
                  <a:close/>
                  <a:moveTo>
                    <a:pt x="287093" y="251189"/>
                  </a:moveTo>
                  <a:lnTo>
                    <a:pt x="287093" y="287074"/>
                  </a:lnTo>
                  <a:lnTo>
                    <a:pt x="297237" y="287074"/>
                  </a:lnTo>
                  <a:close/>
                  <a:moveTo>
                    <a:pt x="84836" y="251189"/>
                  </a:moveTo>
                  <a:lnTo>
                    <a:pt x="95698" y="278891"/>
                  </a:lnTo>
                  <a:lnTo>
                    <a:pt x="95698" y="251189"/>
                  </a:lnTo>
                  <a:close/>
                  <a:moveTo>
                    <a:pt x="82984" y="215305"/>
                  </a:moveTo>
                  <a:lnTo>
                    <a:pt x="95698" y="251189"/>
                  </a:lnTo>
                  <a:lnTo>
                    <a:pt x="95698" y="215305"/>
                  </a:lnTo>
                  <a:close/>
                  <a:moveTo>
                    <a:pt x="82984" y="215305"/>
                  </a:moveTo>
                  <a:lnTo>
                    <a:pt x="84836" y="251189"/>
                  </a:lnTo>
                  <a:lnTo>
                    <a:pt x="95698" y="251189"/>
                  </a:lnTo>
                  <a:close/>
                  <a:moveTo>
                    <a:pt x="287093" y="215305"/>
                  </a:moveTo>
                  <a:lnTo>
                    <a:pt x="305264" y="251189"/>
                  </a:lnTo>
                  <a:lnTo>
                    <a:pt x="312677" y="215305"/>
                  </a:lnTo>
                  <a:close/>
                  <a:moveTo>
                    <a:pt x="287093" y="215305"/>
                  </a:moveTo>
                  <a:lnTo>
                    <a:pt x="287093" y="251189"/>
                  </a:lnTo>
                  <a:lnTo>
                    <a:pt x="305264" y="251189"/>
                  </a:lnTo>
                  <a:close/>
                  <a:moveTo>
                    <a:pt x="94507" y="179421"/>
                  </a:moveTo>
                  <a:lnTo>
                    <a:pt x="95698" y="215305"/>
                  </a:lnTo>
                  <a:lnTo>
                    <a:pt x="95698" y="179421"/>
                  </a:lnTo>
                  <a:close/>
                  <a:moveTo>
                    <a:pt x="94507" y="179421"/>
                  </a:moveTo>
                  <a:lnTo>
                    <a:pt x="82984" y="215305"/>
                  </a:lnTo>
                  <a:lnTo>
                    <a:pt x="95698" y="215305"/>
                  </a:lnTo>
                  <a:close/>
                  <a:moveTo>
                    <a:pt x="287093" y="179421"/>
                  </a:moveTo>
                  <a:lnTo>
                    <a:pt x="312677" y="215305"/>
                  </a:lnTo>
                  <a:lnTo>
                    <a:pt x="320773" y="179421"/>
                  </a:lnTo>
                  <a:close/>
                  <a:moveTo>
                    <a:pt x="95698" y="177305"/>
                  </a:moveTo>
                  <a:lnTo>
                    <a:pt x="94507" y="179421"/>
                  </a:lnTo>
                  <a:lnTo>
                    <a:pt x="95698" y="179421"/>
                  </a:lnTo>
                  <a:close/>
                  <a:moveTo>
                    <a:pt x="95698" y="179421"/>
                  </a:moveTo>
                  <a:lnTo>
                    <a:pt x="118145" y="143537"/>
                  </a:lnTo>
                  <a:lnTo>
                    <a:pt x="95698" y="177305"/>
                  </a:lnTo>
                  <a:close/>
                  <a:moveTo>
                    <a:pt x="143546" y="143537"/>
                  </a:moveTo>
                  <a:lnTo>
                    <a:pt x="118145" y="143537"/>
                  </a:lnTo>
                  <a:lnTo>
                    <a:pt x="95698" y="179421"/>
                  </a:lnTo>
                  <a:close/>
                  <a:moveTo>
                    <a:pt x="287093" y="143537"/>
                  </a:moveTo>
                  <a:lnTo>
                    <a:pt x="320773" y="179421"/>
                  </a:lnTo>
                  <a:lnTo>
                    <a:pt x="333015" y="143537"/>
                  </a:lnTo>
                  <a:close/>
                  <a:moveTo>
                    <a:pt x="142651" y="107653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142651" y="107653"/>
                  </a:moveTo>
                  <a:lnTo>
                    <a:pt x="118145" y="143537"/>
                  </a:lnTo>
                  <a:lnTo>
                    <a:pt x="143546" y="143537"/>
                  </a:lnTo>
                  <a:close/>
                  <a:moveTo>
                    <a:pt x="334941" y="107653"/>
                  </a:moveTo>
                  <a:lnTo>
                    <a:pt x="333015" y="143537"/>
                  </a:lnTo>
                  <a:lnTo>
                    <a:pt x="334941" y="138467"/>
                  </a:lnTo>
                  <a:close/>
                  <a:moveTo>
                    <a:pt x="287093" y="143537"/>
                  </a:moveTo>
                  <a:lnTo>
                    <a:pt x="333015" y="143537"/>
                  </a:lnTo>
                  <a:lnTo>
                    <a:pt x="334941" y="107653"/>
                  </a:lnTo>
                  <a:close/>
                  <a:moveTo>
                    <a:pt x="143546" y="106223"/>
                  </a:moveTo>
                  <a:lnTo>
                    <a:pt x="142651" y="107653"/>
                  </a:lnTo>
                  <a:lnTo>
                    <a:pt x="143546" y="107653"/>
                  </a:lnTo>
                  <a:close/>
                  <a:moveTo>
                    <a:pt x="143546" y="107653"/>
                  </a:moveTo>
                  <a:lnTo>
                    <a:pt x="169676" y="71768"/>
                  </a:lnTo>
                  <a:lnTo>
                    <a:pt x="143546" y="106223"/>
                  </a:lnTo>
                  <a:close/>
                  <a:moveTo>
                    <a:pt x="191395" y="71768"/>
                  </a:moveTo>
                  <a:lnTo>
                    <a:pt x="169676" y="71768"/>
                  </a:lnTo>
                  <a:lnTo>
                    <a:pt x="143546" y="107653"/>
                  </a:lnTo>
                  <a:close/>
                  <a:moveTo>
                    <a:pt x="334941" y="107653"/>
                  </a:moveTo>
                  <a:lnTo>
                    <a:pt x="334941" y="138467"/>
                  </a:lnTo>
                  <a:lnTo>
                    <a:pt x="345683" y="107653"/>
                  </a:lnTo>
                  <a:close/>
                  <a:moveTo>
                    <a:pt x="334941" y="71768"/>
                  </a:moveTo>
                  <a:lnTo>
                    <a:pt x="345683" y="107653"/>
                  </a:lnTo>
                  <a:lnTo>
                    <a:pt x="349687" y="71768"/>
                  </a:lnTo>
                  <a:close/>
                  <a:moveTo>
                    <a:pt x="334941" y="71768"/>
                  </a:moveTo>
                  <a:lnTo>
                    <a:pt x="334941" y="107653"/>
                  </a:lnTo>
                  <a:lnTo>
                    <a:pt x="345683" y="107653"/>
                  </a:lnTo>
                  <a:close/>
                  <a:moveTo>
                    <a:pt x="191395" y="46456"/>
                  </a:moveTo>
                  <a:lnTo>
                    <a:pt x="169676" y="71768"/>
                  </a:lnTo>
                  <a:lnTo>
                    <a:pt x="191395" y="71768"/>
                  </a:lnTo>
                  <a:close/>
                  <a:moveTo>
                    <a:pt x="191395" y="71768"/>
                  </a:moveTo>
                  <a:lnTo>
                    <a:pt x="206472" y="35884"/>
                  </a:lnTo>
                  <a:lnTo>
                    <a:pt x="191395" y="46456"/>
                  </a:lnTo>
                  <a:close/>
                  <a:moveTo>
                    <a:pt x="239244" y="35884"/>
                  </a:moveTo>
                  <a:lnTo>
                    <a:pt x="206472" y="35884"/>
                  </a:lnTo>
                  <a:lnTo>
                    <a:pt x="191395" y="71768"/>
                  </a:lnTo>
                  <a:close/>
                  <a:moveTo>
                    <a:pt x="287093" y="35884"/>
                  </a:moveTo>
                  <a:lnTo>
                    <a:pt x="334941" y="39186"/>
                  </a:lnTo>
                  <a:lnTo>
                    <a:pt x="331872" y="35884"/>
                  </a:lnTo>
                  <a:close/>
                  <a:moveTo>
                    <a:pt x="334941" y="71768"/>
                  </a:moveTo>
                  <a:lnTo>
                    <a:pt x="334941" y="39186"/>
                  </a:lnTo>
                  <a:lnTo>
                    <a:pt x="287093" y="35884"/>
                  </a:lnTo>
                  <a:close/>
                  <a:moveTo>
                    <a:pt x="334941" y="71768"/>
                  </a:moveTo>
                  <a:lnTo>
                    <a:pt x="349687" y="71768"/>
                  </a:lnTo>
                  <a:lnTo>
                    <a:pt x="334941" y="39186"/>
                  </a:lnTo>
                  <a:close/>
                  <a:moveTo>
                    <a:pt x="239244" y="20149"/>
                  </a:moveTo>
                  <a:lnTo>
                    <a:pt x="206472" y="35884"/>
                  </a:lnTo>
                  <a:lnTo>
                    <a:pt x="239244" y="35884"/>
                  </a:lnTo>
                  <a:close/>
                  <a:moveTo>
                    <a:pt x="239244" y="35884"/>
                  </a:moveTo>
                  <a:lnTo>
                    <a:pt x="287093" y="17282"/>
                  </a:lnTo>
                  <a:lnTo>
                    <a:pt x="239244" y="20149"/>
                  </a:lnTo>
                  <a:close/>
                  <a:moveTo>
                    <a:pt x="239244" y="35884"/>
                  </a:moveTo>
                  <a:lnTo>
                    <a:pt x="287093" y="35884"/>
                  </a:lnTo>
                  <a:lnTo>
                    <a:pt x="287093" y="17282"/>
                  </a:lnTo>
                  <a:close/>
                  <a:moveTo>
                    <a:pt x="287093" y="35884"/>
                  </a:moveTo>
                  <a:lnTo>
                    <a:pt x="331872" y="35884"/>
                  </a:lnTo>
                  <a:lnTo>
                    <a:pt x="287093" y="17282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3961" name="Candidate_B2__3960">
              <a:extLst>
                <a:ext uri="{FF2B5EF4-FFF2-40B4-BE49-F238E27FC236}">
                  <a16:creationId xmlns:a16="http://schemas.microsoft.com/office/drawing/2014/main" id="{CB5AAD35-2881-43E3-2BA7-6A970C01DFC0}"/>
                </a:ext>
              </a:extLst>
            </p:cNvPr>
            <p:cNvSpPr>
              <a:spLocks noGrp="1"/>
            </p:cNvSpPr>
            <p:nvPr/>
          </p:nvSpPr>
          <p:spPr>
            <a:xfrm>
              <a:off x="5861888" y="3825519"/>
              <a:ext cx="312676" cy="574147"/>
            </a:xfrm>
            <a:custGeom>
              <a:avLst/>
              <a:gdLst/>
              <a:ahLst/>
              <a:cxnLst/>
              <a:rect l="0" t="0" r="0" b="0"/>
              <a:pathLst>
                <a:path w="312676" h="574147">
                  <a:moveTo>
                    <a:pt x="73432" y="538263"/>
                  </a:moveTo>
                  <a:lnTo>
                    <a:pt x="25583" y="538263"/>
                  </a:lnTo>
                  <a:lnTo>
                    <a:pt x="73432" y="574147"/>
                  </a:lnTo>
                  <a:close/>
                  <a:moveTo>
                    <a:pt x="73432" y="574147"/>
                  </a:moveTo>
                  <a:lnTo>
                    <a:pt x="121281" y="574147"/>
                  </a:lnTo>
                  <a:lnTo>
                    <a:pt x="121281" y="538263"/>
                  </a:lnTo>
                  <a:close/>
                  <a:moveTo>
                    <a:pt x="73432" y="574147"/>
                  </a:moveTo>
                  <a:lnTo>
                    <a:pt x="121281" y="538263"/>
                  </a:lnTo>
                  <a:lnTo>
                    <a:pt x="73432" y="538263"/>
                  </a:lnTo>
                  <a:close/>
                  <a:moveTo>
                    <a:pt x="121281" y="538263"/>
                  </a:moveTo>
                  <a:lnTo>
                    <a:pt x="121281" y="574147"/>
                  </a:lnTo>
                  <a:lnTo>
                    <a:pt x="169130" y="538263"/>
                  </a:lnTo>
                  <a:close/>
                  <a:moveTo>
                    <a:pt x="0" y="502379"/>
                  </a:moveTo>
                  <a:lnTo>
                    <a:pt x="25583" y="538263"/>
                  </a:lnTo>
                  <a:lnTo>
                    <a:pt x="25583" y="502379"/>
                  </a:lnTo>
                  <a:close/>
                  <a:moveTo>
                    <a:pt x="25583" y="538263"/>
                  </a:moveTo>
                  <a:lnTo>
                    <a:pt x="73432" y="538263"/>
                  </a:lnTo>
                  <a:lnTo>
                    <a:pt x="73432" y="502379"/>
                  </a:lnTo>
                  <a:close/>
                  <a:moveTo>
                    <a:pt x="25583" y="538263"/>
                  </a:moveTo>
                  <a:lnTo>
                    <a:pt x="73432" y="502379"/>
                  </a:lnTo>
                  <a:lnTo>
                    <a:pt x="25583" y="502379"/>
                  </a:lnTo>
                  <a:close/>
                  <a:moveTo>
                    <a:pt x="121281" y="538263"/>
                  </a:moveTo>
                  <a:lnTo>
                    <a:pt x="169130" y="538263"/>
                  </a:lnTo>
                  <a:lnTo>
                    <a:pt x="169130" y="502379"/>
                  </a:lnTo>
                  <a:close/>
                  <a:moveTo>
                    <a:pt x="169130" y="502379"/>
                  </a:moveTo>
                  <a:lnTo>
                    <a:pt x="169130" y="538263"/>
                  </a:lnTo>
                  <a:lnTo>
                    <a:pt x="216978" y="502379"/>
                  </a:lnTo>
                  <a:close/>
                  <a:moveTo>
                    <a:pt x="25583" y="502379"/>
                  </a:moveTo>
                  <a:lnTo>
                    <a:pt x="73432" y="502379"/>
                  </a:lnTo>
                  <a:lnTo>
                    <a:pt x="73432" y="466495"/>
                  </a:lnTo>
                  <a:close/>
                  <a:moveTo>
                    <a:pt x="25583" y="502379"/>
                  </a:moveTo>
                  <a:lnTo>
                    <a:pt x="73432" y="466495"/>
                  </a:lnTo>
                  <a:lnTo>
                    <a:pt x="25583" y="466495"/>
                  </a:lnTo>
                  <a:close/>
                  <a:moveTo>
                    <a:pt x="169130" y="502379"/>
                  </a:moveTo>
                  <a:lnTo>
                    <a:pt x="216978" y="502379"/>
                  </a:lnTo>
                  <a:lnTo>
                    <a:pt x="216978" y="466495"/>
                  </a:lnTo>
                  <a:close/>
                  <a:moveTo>
                    <a:pt x="169130" y="502379"/>
                  </a:moveTo>
                  <a:lnTo>
                    <a:pt x="216978" y="466495"/>
                  </a:lnTo>
                  <a:lnTo>
                    <a:pt x="169130" y="466495"/>
                  </a:lnTo>
                  <a:close/>
                  <a:moveTo>
                    <a:pt x="73432" y="466495"/>
                  </a:moveTo>
                  <a:lnTo>
                    <a:pt x="73432" y="430610"/>
                  </a:lnTo>
                  <a:lnTo>
                    <a:pt x="25583" y="466495"/>
                  </a:lnTo>
                  <a:close/>
                  <a:moveTo>
                    <a:pt x="73432" y="466495"/>
                  </a:moveTo>
                  <a:lnTo>
                    <a:pt x="121281" y="466495"/>
                  </a:lnTo>
                  <a:lnTo>
                    <a:pt x="121281" y="430610"/>
                  </a:lnTo>
                  <a:close/>
                  <a:moveTo>
                    <a:pt x="73432" y="466495"/>
                  </a:moveTo>
                  <a:lnTo>
                    <a:pt x="121281" y="430610"/>
                  </a:lnTo>
                  <a:lnTo>
                    <a:pt x="73432" y="430610"/>
                  </a:lnTo>
                  <a:close/>
                  <a:moveTo>
                    <a:pt x="121281" y="466495"/>
                  </a:moveTo>
                  <a:lnTo>
                    <a:pt x="169130" y="466495"/>
                  </a:lnTo>
                  <a:lnTo>
                    <a:pt x="169130" y="430610"/>
                  </a:lnTo>
                  <a:close/>
                  <a:moveTo>
                    <a:pt x="121281" y="466495"/>
                  </a:moveTo>
                  <a:lnTo>
                    <a:pt x="169130" y="430610"/>
                  </a:lnTo>
                  <a:lnTo>
                    <a:pt x="121281" y="430610"/>
                  </a:lnTo>
                  <a:close/>
                  <a:moveTo>
                    <a:pt x="169130" y="466495"/>
                  </a:moveTo>
                  <a:lnTo>
                    <a:pt x="216978" y="466495"/>
                  </a:lnTo>
                  <a:lnTo>
                    <a:pt x="216978" y="430610"/>
                  </a:lnTo>
                  <a:close/>
                  <a:moveTo>
                    <a:pt x="169130" y="466495"/>
                  </a:moveTo>
                  <a:lnTo>
                    <a:pt x="216978" y="430610"/>
                  </a:lnTo>
                  <a:lnTo>
                    <a:pt x="169130" y="430610"/>
                  </a:lnTo>
                  <a:close/>
                  <a:moveTo>
                    <a:pt x="121281" y="430610"/>
                  </a:moveTo>
                  <a:lnTo>
                    <a:pt x="121281" y="394726"/>
                  </a:lnTo>
                  <a:lnTo>
                    <a:pt x="73432" y="430610"/>
                  </a:lnTo>
                  <a:close/>
                  <a:moveTo>
                    <a:pt x="121281" y="430610"/>
                  </a:moveTo>
                  <a:lnTo>
                    <a:pt x="169130" y="430610"/>
                  </a:lnTo>
                  <a:lnTo>
                    <a:pt x="169130" y="394726"/>
                  </a:lnTo>
                  <a:close/>
                  <a:moveTo>
                    <a:pt x="121281" y="430610"/>
                  </a:moveTo>
                  <a:lnTo>
                    <a:pt x="169130" y="394726"/>
                  </a:lnTo>
                  <a:lnTo>
                    <a:pt x="121281" y="394726"/>
                  </a:lnTo>
                  <a:close/>
                  <a:moveTo>
                    <a:pt x="169130" y="430610"/>
                  </a:moveTo>
                  <a:lnTo>
                    <a:pt x="216978" y="430610"/>
                  </a:lnTo>
                  <a:lnTo>
                    <a:pt x="216978" y="394726"/>
                  </a:lnTo>
                  <a:close/>
                  <a:moveTo>
                    <a:pt x="169130" y="430610"/>
                  </a:moveTo>
                  <a:lnTo>
                    <a:pt x="216978" y="394726"/>
                  </a:lnTo>
                  <a:lnTo>
                    <a:pt x="169130" y="394726"/>
                  </a:lnTo>
                  <a:close/>
                  <a:moveTo>
                    <a:pt x="121281" y="394726"/>
                  </a:moveTo>
                  <a:lnTo>
                    <a:pt x="169130" y="394726"/>
                  </a:lnTo>
                  <a:lnTo>
                    <a:pt x="169130" y="358842"/>
                  </a:lnTo>
                  <a:close/>
                  <a:moveTo>
                    <a:pt x="169130" y="394726"/>
                  </a:moveTo>
                  <a:lnTo>
                    <a:pt x="216978" y="394726"/>
                  </a:lnTo>
                  <a:lnTo>
                    <a:pt x="216978" y="358842"/>
                  </a:lnTo>
                  <a:close/>
                  <a:moveTo>
                    <a:pt x="169130" y="394726"/>
                  </a:moveTo>
                  <a:lnTo>
                    <a:pt x="216978" y="358842"/>
                  </a:lnTo>
                  <a:lnTo>
                    <a:pt x="169130" y="358842"/>
                  </a:lnTo>
                  <a:close/>
                  <a:moveTo>
                    <a:pt x="169130" y="358842"/>
                  </a:moveTo>
                  <a:lnTo>
                    <a:pt x="216978" y="358842"/>
                  </a:lnTo>
                  <a:lnTo>
                    <a:pt x="216978" y="322958"/>
                  </a:lnTo>
                  <a:close/>
                  <a:moveTo>
                    <a:pt x="169130" y="358842"/>
                  </a:moveTo>
                  <a:lnTo>
                    <a:pt x="216978" y="322958"/>
                  </a:lnTo>
                  <a:lnTo>
                    <a:pt x="169130" y="322958"/>
                  </a:lnTo>
                  <a:close/>
                  <a:moveTo>
                    <a:pt x="121281" y="322958"/>
                  </a:moveTo>
                  <a:lnTo>
                    <a:pt x="169130" y="322958"/>
                  </a:lnTo>
                  <a:lnTo>
                    <a:pt x="169130" y="287074"/>
                  </a:lnTo>
                  <a:close/>
                  <a:moveTo>
                    <a:pt x="121281" y="322958"/>
                  </a:moveTo>
                  <a:lnTo>
                    <a:pt x="169130" y="287074"/>
                  </a:lnTo>
                  <a:lnTo>
                    <a:pt x="121281" y="287074"/>
                  </a:lnTo>
                  <a:close/>
                  <a:moveTo>
                    <a:pt x="169130" y="322958"/>
                  </a:moveTo>
                  <a:lnTo>
                    <a:pt x="216978" y="322958"/>
                  </a:lnTo>
                  <a:lnTo>
                    <a:pt x="216978" y="287074"/>
                  </a:lnTo>
                  <a:close/>
                  <a:moveTo>
                    <a:pt x="169130" y="322958"/>
                  </a:moveTo>
                  <a:lnTo>
                    <a:pt x="216978" y="287074"/>
                  </a:lnTo>
                  <a:lnTo>
                    <a:pt x="169130" y="287074"/>
                  </a:lnTo>
                  <a:close/>
                  <a:moveTo>
                    <a:pt x="216978" y="287074"/>
                  </a:moveTo>
                  <a:lnTo>
                    <a:pt x="216978" y="322958"/>
                  </a:lnTo>
                  <a:lnTo>
                    <a:pt x="264827" y="287074"/>
                  </a:lnTo>
                  <a:close/>
                  <a:moveTo>
                    <a:pt x="77649" y="251189"/>
                  </a:moveTo>
                  <a:lnTo>
                    <a:pt x="121281" y="287074"/>
                  </a:lnTo>
                  <a:lnTo>
                    <a:pt x="121281" y="251189"/>
                  </a:lnTo>
                  <a:close/>
                  <a:moveTo>
                    <a:pt x="121281" y="287074"/>
                  </a:moveTo>
                  <a:lnTo>
                    <a:pt x="169130" y="287074"/>
                  </a:lnTo>
                  <a:lnTo>
                    <a:pt x="169130" y="251189"/>
                  </a:lnTo>
                  <a:close/>
                  <a:moveTo>
                    <a:pt x="121281" y="287074"/>
                  </a:moveTo>
                  <a:lnTo>
                    <a:pt x="169130" y="251189"/>
                  </a:lnTo>
                  <a:lnTo>
                    <a:pt x="121281" y="251189"/>
                  </a:lnTo>
                  <a:close/>
                  <a:moveTo>
                    <a:pt x="169130" y="287074"/>
                  </a:moveTo>
                  <a:lnTo>
                    <a:pt x="216978" y="287074"/>
                  </a:lnTo>
                  <a:lnTo>
                    <a:pt x="216978" y="251189"/>
                  </a:lnTo>
                  <a:close/>
                  <a:moveTo>
                    <a:pt x="169130" y="287074"/>
                  </a:moveTo>
                  <a:lnTo>
                    <a:pt x="216978" y="251189"/>
                  </a:lnTo>
                  <a:lnTo>
                    <a:pt x="169130" y="251189"/>
                  </a:lnTo>
                  <a:close/>
                  <a:moveTo>
                    <a:pt x="216978" y="287074"/>
                  </a:moveTo>
                  <a:lnTo>
                    <a:pt x="264827" y="251189"/>
                  </a:lnTo>
                  <a:lnTo>
                    <a:pt x="216978" y="251189"/>
                  </a:lnTo>
                  <a:close/>
                  <a:moveTo>
                    <a:pt x="121281" y="215305"/>
                  </a:moveTo>
                  <a:lnTo>
                    <a:pt x="73432" y="215305"/>
                  </a:lnTo>
                  <a:lnTo>
                    <a:pt x="121281" y="251189"/>
                  </a:lnTo>
                  <a:close/>
                  <a:moveTo>
                    <a:pt x="121281" y="251189"/>
                  </a:moveTo>
                  <a:lnTo>
                    <a:pt x="169130" y="251189"/>
                  </a:lnTo>
                  <a:lnTo>
                    <a:pt x="169130" y="215305"/>
                  </a:lnTo>
                  <a:close/>
                  <a:moveTo>
                    <a:pt x="169130" y="251189"/>
                  </a:moveTo>
                  <a:lnTo>
                    <a:pt x="216978" y="251189"/>
                  </a:lnTo>
                  <a:lnTo>
                    <a:pt x="216978" y="215305"/>
                  </a:lnTo>
                  <a:close/>
                  <a:moveTo>
                    <a:pt x="216978" y="251189"/>
                  </a:moveTo>
                  <a:lnTo>
                    <a:pt x="264827" y="251189"/>
                  </a:lnTo>
                  <a:lnTo>
                    <a:pt x="264827" y="215305"/>
                  </a:lnTo>
                  <a:close/>
                  <a:moveTo>
                    <a:pt x="216978" y="251189"/>
                  </a:moveTo>
                  <a:lnTo>
                    <a:pt x="264827" y="215305"/>
                  </a:lnTo>
                  <a:lnTo>
                    <a:pt x="216978" y="215305"/>
                  </a:lnTo>
                  <a:close/>
                  <a:moveTo>
                    <a:pt x="73432" y="215305"/>
                  </a:moveTo>
                  <a:lnTo>
                    <a:pt x="121281" y="215305"/>
                  </a:lnTo>
                  <a:lnTo>
                    <a:pt x="121281" y="179421"/>
                  </a:lnTo>
                  <a:close/>
                  <a:moveTo>
                    <a:pt x="73432" y="215305"/>
                  </a:moveTo>
                  <a:lnTo>
                    <a:pt x="121281" y="179421"/>
                  </a:lnTo>
                  <a:lnTo>
                    <a:pt x="73432" y="179421"/>
                  </a:lnTo>
                  <a:close/>
                  <a:moveTo>
                    <a:pt x="216978" y="215305"/>
                  </a:moveTo>
                  <a:lnTo>
                    <a:pt x="264827" y="215305"/>
                  </a:lnTo>
                  <a:lnTo>
                    <a:pt x="264827" y="179421"/>
                  </a:lnTo>
                  <a:close/>
                  <a:moveTo>
                    <a:pt x="216978" y="215305"/>
                  </a:moveTo>
                  <a:lnTo>
                    <a:pt x="264827" y="179421"/>
                  </a:lnTo>
                  <a:lnTo>
                    <a:pt x="216978" y="179421"/>
                  </a:lnTo>
                  <a:close/>
                  <a:moveTo>
                    <a:pt x="73432" y="179421"/>
                  </a:moveTo>
                  <a:lnTo>
                    <a:pt x="121281" y="179421"/>
                  </a:lnTo>
                  <a:lnTo>
                    <a:pt x="121281" y="143537"/>
                  </a:lnTo>
                  <a:close/>
                  <a:moveTo>
                    <a:pt x="73432" y="179421"/>
                  </a:moveTo>
                  <a:lnTo>
                    <a:pt x="121281" y="143537"/>
                  </a:lnTo>
                  <a:lnTo>
                    <a:pt x="73432" y="143537"/>
                  </a:lnTo>
                  <a:close/>
                  <a:moveTo>
                    <a:pt x="216978" y="179421"/>
                  </a:moveTo>
                  <a:lnTo>
                    <a:pt x="264827" y="179421"/>
                  </a:lnTo>
                  <a:lnTo>
                    <a:pt x="264827" y="143537"/>
                  </a:lnTo>
                  <a:close/>
                  <a:moveTo>
                    <a:pt x="264827" y="143537"/>
                  </a:moveTo>
                  <a:lnTo>
                    <a:pt x="264827" y="179421"/>
                  </a:lnTo>
                  <a:lnTo>
                    <a:pt x="290411" y="179421"/>
                  </a:lnTo>
                  <a:close/>
                  <a:moveTo>
                    <a:pt x="121281" y="143537"/>
                  </a:moveTo>
                  <a:lnTo>
                    <a:pt x="121281" y="107653"/>
                  </a:lnTo>
                  <a:lnTo>
                    <a:pt x="73432" y="143537"/>
                  </a:lnTo>
                  <a:close/>
                  <a:moveTo>
                    <a:pt x="121281" y="143537"/>
                  </a:moveTo>
                  <a:lnTo>
                    <a:pt x="169130" y="107653"/>
                  </a:lnTo>
                  <a:lnTo>
                    <a:pt x="121281" y="107653"/>
                  </a:lnTo>
                  <a:close/>
                  <a:moveTo>
                    <a:pt x="216978" y="143537"/>
                  </a:moveTo>
                  <a:lnTo>
                    <a:pt x="264827" y="143537"/>
                  </a:lnTo>
                  <a:lnTo>
                    <a:pt x="264827" y="107653"/>
                  </a:lnTo>
                  <a:close/>
                  <a:moveTo>
                    <a:pt x="264827" y="107653"/>
                  </a:moveTo>
                  <a:lnTo>
                    <a:pt x="264827" y="143537"/>
                  </a:lnTo>
                  <a:lnTo>
                    <a:pt x="298508" y="143537"/>
                  </a:lnTo>
                  <a:close/>
                  <a:moveTo>
                    <a:pt x="121281" y="107653"/>
                  </a:moveTo>
                  <a:lnTo>
                    <a:pt x="169130" y="107653"/>
                  </a:lnTo>
                  <a:lnTo>
                    <a:pt x="169130" y="71768"/>
                  </a:lnTo>
                  <a:close/>
                  <a:moveTo>
                    <a:pt x="121281" y="107653"/>
                  </a:moveTo>
                  <a:lnTo>
                    <a:pt x="169130" y="71768"/>
                  </a:lnTo>
                  <a:lnTo>
                    <a:pt x="121281" y="71768"/>
                  </a:lnTo>
                  <a:close/>
                  <a:moveTo>
                    <a:pt x="169130" y="107653"/>
                  </a:moveTo>
                  <a:lnTo>
                    <a:pt x="216978" y="71768"/>
                  </a:lnTo>
                  <a:lnTo>
                    <a:pt x="169130" y="71768"/>
                  </a:lnTo>
                  <a:close/>
                  <a:moveTo>
                    <a:pt x="216978" y="107653"/>
                  </a:moveTo>
                  <a:lnTo>
                    <a:pt x="264827" y="107653"/>
                  </a:lnTo>
                  <a:lnTo>
                    <a:pt x="264827" y="71768"/>
                  </a:lnTo>
                  <a:close/>
                  <a:moveTo>
                    <a:pt x="216978" y="107653"/>
                  </a:moveTo>
                  <a:lnTo>
                    <a:pt x="264827" y="71768"/>
                  </a:lnTo>
                  <a:lnTo>
                    <a:pt x="216978" y="71768"/>
                  </a:lnTo>
                  <a:close/>
                  <a:moveTo>
                    <a:pt x="264827" y="71768"/>
                  </a:moveTo>
                  <a:lnTo>
                    <a:pt x="264827" y="107653"/>
                  </a:lnTo>
                  <a:lnTo>
                    <a:pt x="312676" y="71768"/>
                  </a:lnTo>
                  <a:close/>
                  <a:moveTo>
                    <a:pt x="169130" y="71768"/>
                  </a:moveTo>
                  <a:lnTo>
                    <a:pt x="169130" y="35884"/>
                  </a:lnTo>
                  <a:lnTo>
                    <a:pt x="121281" y="71768"/>
                  </a:lnTo>
                  <a:close/>
                  <a:moveTo>
                    <a:pt x="169130" y="71768"/>
                  </a:moveTo>
                  <a:lnTo>
                    <a:pt x="216978" y="71768"/>
                  </a:lnTo>
                  <a:lnTo>
                    <a:pt x="216978" y="35884"/>
                  </a:lnTo>
                  <a:close/>
                  <a:moveTo>
                    <a:pt x="169130" y="71768"/>
                  </a:moveTo>
                  <a:lnTo>
                    <a:pt x="216978" y="35884"/>
                  </a:lnTo>
                  <a:lnTo>
                    <a:pt x="169130" y="35884"/>
                  </a:lnTo>
                  <a:close/>
                  <a:moveTo>
                    <a:pt x="216978" y="71768"/>
                  </a:moveTo>
                  <a:lnTo>
                    <a:pt x="264827" y="71768"/>
                  </a:lnTo>
                  <a:lnTo>
                    <a:pt x="264827" y="35884"/>
                  </a:lnTo>
                  <a:close/>
                  <a:moveTo>
                    <a:pt x="216978" y="71768"/>
                  </a:moveTo>
                  <a:lnTo>
                    <a:pt x="264827" y="35884"/>
                  </a:lnTo>
                  <a:lnTo>
                    <a:pt x="216978" y="35884"/>
                  </a:lnTo>
                  <a:close/>
                  <a:moveTo>
                    <a:pt x="264827" y="71768"/>
                  </a:moveTo>
                  <a:lnTo>
                    <a:pt x="312676" y="71768"/>
                  </a:lnTo>
                  <a:lnTo>
                    <a:pt x="312676" y="35884"/>
                  </a:lnTo>
                  <a:close/>
                  <a:moveTo>
                    <a:pt x="264827" y="71768"/>
                  </a:moveTo>
                  <a:lnTo>
                    <a:pt x="312676" y="35884"/>
                  </a:lnTo>
                  <a:lnTo>
                    <a:pt x="264827" y="35884"/>
                  </a:lnTo>
                  <a:close/>
                  <a:moveTo>
                    <a:pt x="216978" y="35884"/>
                  </a:moveTo>
                  <a:lnTo>
                    <a:pt x="216978" y="0"/>
                  </a:lnTo>
                  <a:lnTo>
                    <a:pt x="169130" y="35884"/>
                  </a:lnTo>
                  <a:close/>
                  <a:moveTo>
                    <a:pt x="216978" y="35884"/>
                  </a:moveTo>
                  <a:lnTo>
                    <a:pt x="264827" y="35884"/>
                  </a:lnTo>
                  <a:lnTo>
                    <a:pt x="264827" y="0"/>
                  </a:lnTo>
                  <a:close/>
                  <a:moveTo>
                    <a:pt x="216978" y="35884"/>
                  </a:moveTo>
                  <a:lnTo>
                    <a:pt x="264827" y="0"/>
                  </a:lnTo>
                  <a:lnTo>
                    <a:pt x="216978" y="0"/>
                  </a:lnTo>
                  <a:close/>
                  <a:moveTo>
                    <a:pt x="264827" y="35884"/>
                  </a:moveTo>
                  <a:lnTo>
                    <a:pt x="312676" y="35884"/>
                  </a:lnTo>
                  <a:lnTo>
                    <a:pt x="264827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3962" name="Candidate_B2__3961">
              <a:extLst>
                <a:ext uri="{FF2B5EF4-FFF2-40B4-BE49-F238E27FC236}">
                  <a16:creationId xmlns:a16="http://schemas.microsoft.com/office/drawing/2014/main" id="{9B2670EA-44A4-C888-569A-561C0997D6E9}"/>
                </a:ext>
              </a:extLst>
            </p:cNvPr>
            <p:cNvSpPr>
              <a:spLocks noGrp="1"/>
            </p:cNvSpPr>
            <p:nvPr/>
          </p:nvSpPr>
          <p:spPr>
            <a:xfrm>
              <a:off x="5935320" y="3897288"/>
              <a:ext cx="191395" cy="466495"/>
            </a:xfrm>
            <a:custGeom>
              <a:avLst/>
              <a:gdLst/>
              <a:ahLst/>
              <a:cxnLst/>
              <a:rect l="0" t="0" r="0" b="0"/>
              <a:pathLst>
                <a:path w="191395" h="466495">
                  <a:moveTo>
                    <a:pt x="0" y="466495"/>
                  </a:moveTo>
                  <a:lnTo>
                    <a:pt x="47849" y="466495"/>
                  </a:lnTo>
                  <a:lnTo>
                    <a:pt x="47849" y="430610"/>
                  </a:lnTo>
                  <a:close/>
                  <a:moveTo>
                    <a:pt x="0" y="466495"/>
                  </a:moveTo>
                  <a:lnTo>
                    <a:pt x="47849" y="430610"/>
                  </a:lnTo>
                  <a:lnTo>
                    <a:pt x="0" y="430610"/>
                  </a:lnTo>
                  <a:close/>
                  <a:moveTo>
                    <a:pt x="47849" y="466495"/>
                  </a:moveTo>
                  <a:lnTo>
                    <a:pt x="95698" y="430610"/>
                  </a:lnTo>
                  <a:lnTo>
                    <a:pt x="47849" y="430610"/>
                  </a:lnTo>
                  <a:close/>
                  <a:moveTo>
                    <a:pt x="0" y="430610"/>
                  </a:moveTo>
                  <a:lnTo>
                    <a:pt x="47849" y="430610"/>
                  </a:lnTo>
                  <a:lnTo>
                    <a:pt x="47849" y="394726"/>
                  </a:lnTo>
                  <a:close/>
                  <a:moveTo>
                    <a:pt x="0" y="430610"/>
                  </a:moveTo>
                  <a:lnTo>
                    <a:pt x="47849" y="394726"/>
                  </a:lnTo>
                  <a:lnTo>
                    <a:pt x="0" y="394726"/>
                  </a:lnTo>
                  <a:close/>
                  <a:moveTo>
                    <a:pt x="47849" y="430610"/>
                  </a:moveTo>
                  <a:lnTo>
                    <a:pt x="95698" y="430610"/>
                  </a:lnTo>
                  <a:lnTo>
                    <a:pt x="95698" y="394726"/>
                  </a:lnTo>
                  <a:close/>
                  <a:moveTo>
                    <a:pt x="47849" y="430610"/>
                  </a:moveTo>
                  <a:lnTo>
                    <a:pt x="95698" y="394726"/>
                  </a:lnTo>
                  <a:lnTo>
                    <a:pt x="47849" y="394726"/>
                  </a:lnTo>
                  <a:close/>
                  <a:moveTo>
                    <a:pt x="47849" y="179421"/>
                  </a:moveTo>
                  <a:lnTo>
                    <a:pt x="95698" y="143537"/>
                  </a:lnTo>
                  <a:lnTo>
                    <a:pt x="47849" y="143537"/>
                  </a:lnTo>
                  <a:close/>
                  <a:moveTo>
                    <a:pt x="95698" y="179421"/>
                  </a:moveTo>
                  <a:lnTo>
                    <a:pt x="143546" y="143537"/>
                  </a:lnTo>
                  <a:lnTo>
                    <a:pt x="95698" y="143537"/>
                  </a:lnTo>
                  <a:close/>
                  <a:moveTo>
                    <a:pt x="47849" y="143537"/>
                  </a:moveTo>
                  <a:lnTo>
                    <a:pt x="95698" y="143537"/>
                  </a:lnTo>
                  <a:lnTo>
                    <a:pt x="95698" y="107653"/>
                  </a:lnTo>
                  <a:close/>
                  <a:moveTo>
                    <a:pt x="47849" y="143537"/>
                  </a:moveTo>
                  <a:lnTo>
                    <a:pt x="95698" y="107653"/>
                  </a:lnTo>
                  <a:lnTo>
                    <a:pt x="47849" y="107653"/>
                  </a:lnTo>
                  <a:close/>
                  <a:moveTo>
                    <a:pt x="95698" y="143537"/>
                  </a:moveTo>
                  <a:lnTo>
                    <a:pt x="143546" y="143537"/>
                  </a:lnTo>
                  <a:lnTo>
                    <a:pt x="143546" y="107653"/>
                  </a:lnTo>
                  <a:close/>
                  <a:moveTo>
                    <a:pt x="95698" y="143537"/>
                  </a:moveTo>
                  <a:lnTo>
                    <a:pt x="143546" y="107653"/>
                  </a:lnTo>
                  <a:lnTo>
                    <a:pt x="95698" y="107653"/>
                  </a:lnTo>
                  <a:close/>
                  <a:moveTo>
                    <a:pt x="47849" y="107653"/>
                  </a:moveTo>
                  <a:lnTo>
                    <a:pt x="95698" y="107653"/>
                  </a:lnTo>
                  <a:lnTo>
                    <a:pt x="95698" y="71768"/>
                  </a:lnTo>
                  <a:close/>
                  <a:moveTo>
                    <a:pt x="47849" y="107653"/>
                  </a:moveTo>
                  <a:lnTo>
                    <a:pt x="95698" y="71768"/>
                  </a:lnTo>
                  <a:lnTo>
                    <a:pt x="47849" y="71768"/>
                  </a:lnTo>
                  <a:close/>
                  <a:moveTo>
                    <a:pt x="95698" y="107653"/>
                  </a:moveTo>
                  <a:lnTo>
                    <a:pt x="143546" y="107653"/>
                  </a:lnTo>
                  <a:lnTo>
                    <a:pt x="143546" y="71768"/>
                  </a:lnTo>
                  <a:close/>
                  <a:moveTo>
                    <a:pt x="95698" y="107653"/>
                  </a:moveTo>
                  <a:lnTo>
                    <a:pt x="143546" y="71768"/>
                  </a:lnTo>
                  <a:lnTo>
                    <a:pt x="95698" y="71768"/>
                  </a:lnTo>
                  <a:close/>
                  <a:moveTo>
                    <a:pt x="143546" y="107653"/>
                  </a:moveTo>
                  <a:lnTo>
                    <a:pt x="191395" y="71768"/>
                  </a:lnTo>
                  <a:lnTo>
                    <a:pt x="143546" y="71768"/>
                  </a:lnTo>
                  <a:close/>
                  <a:moveTo>
                    <a:pt x="47849" y="71768"/>
                  </a:moveTo>
                  <a:lnTo>
                    <a:pt x="95698" y="71768"/>
                  </a:lnTo>
                  <a:lnTo>
                    <a:pt x="95698" y="35884"/>
                  </a:lnTo>
                  <a:close/>
                  <a:moveTo>
                    <a:pt x="95698" y="71768"/>
                  </a:moveTo>
                  <a:lnTo>
                    <a:pt x="143546" y="71768"/>
                  </a:lnTo>
                  <a:lnTo>
                    <a:pt x="143546" y="35884"/>
                  </a:lnTo>
                  <a:close/>
                  <a:moveTo>
                    <a:pt x="95698" y="71768"/>
                  </a:moveTo>
                  <a:lnTo>
                    <a:pt x="143546" y="35884"/>
                  </a:lnTo>
                  <a:lnTo>
                    <a:pt x="95698" y="35884"/>
                  </a:lnTo>
                  <a:close/>
                  <a:moveTo>
                    <a:pt x="143546" y="71768"/>
                  </a:moveTo>
                  <a:lnTo>
                    <a:pt x="191395" y="35884"/>
                  </a:lnTo>
                  <a:lnTo>
                    <a:pt x="143546" y="35884"/>
                  </a:lnTo>
                  <a:close/>
                  <a:moveTo>
                    <a:pt x="95698" y="35884"/>
                  </a:moveTo>
                  <a:lnTo>
                    <a:pt x="143546" y="35884"/>
                  </a:lnTo>
                  <a:lnTo>
                    <a:pt x="143546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3963" name="label__3962">
            <a:extLst>
              <a:ext uri="{FF2B5EF4-FFF2-40B4-BE49-F238E27FC236}">
                <a16:creationId xmlns:a16="http://schemas.microsoft.com/office/drawing/2014/main" id="{4F303453-3011-C830-0247-F60BC9BA633C}"/>
              </a:ext>
            </a:extLst>
          </p:cNvPr>
          <p:cNvSpPr>
            <a:spLocks noGrp="1"/>
          </p:cNvSpPr>
          <p:nvPr/>
        </p:nvSpPr>
        <p:spPr>
          <a:xfrm>
            <a:off x="3401940" y="4813300"/>
            <a:ext cx="185208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469872"/>
                </a:solidFill>
                <a:latin typeface="Arial"/>
                <a:ea typeface="Arial"/>
                <a:cs typeface="Arial"/>
              </a:defRPr>
            </a:pPr>
            <a:r>
              <a:rPr sz="667" b="1">
                <a:solidFill>
                  <a:srgbClr val="469872"/>
                </a:solidFill>
                <a:latin typeface="Arial"/>
                <a:ea typeface="Arial"/>
                <a:cs typeface="Arial"/>
              </a:rPr>
              <a:t>B2</a:t>
            </a:r>
          </a:p>
        </p:txBody>
      </p:sp>
      <p:grpSp>
        <p:nvGrpSpPr>
          <p:cNvPr id="6219" name="Candidate_B3">
            <a:extLst>
              <a:ext uri="{FF2B5EF4-FFF2-40B4-BE49-F238E27FC236}">
                <a16:creationId xmlns:a16="http://schemas.microsoft.com/office/drawing/2014/main" id="{727A6850-60A1-5D7A-2AC9-51639003327E}"/>
              </a:ext>
            </a:extLst>
          </p:cNvPr>
          <p:cNvGrpSpPr/>
          <p:nvPr/>
        </p:nvGrpSpPr>
        <p:grpSpPr>
          <a:xfrm>
            <a:off x="2528286" y="4863572"/>
            <a:ext cx="259292" cy="312208"/>
            <a:chOff x="4681538" y="4071938"/>
            <a:chExt cx="466725" cy="561975"/>
          </a:xfrm>
        </p:grpSpPr>
        <p:sp>
          <p:nvSpPr>
            <p:cNvPr id="3964" name="Candidate_B3__3963">
              <a:extLst>
                <a:ext uri="{FF2B5EF4-FFF2-40B4-BE49-F238E27FC236}">
                  <a16:creationId xmlns:a16="http://schemas.microsoft.com/office/drawing/2014/main" id="{C69417A3-D450-4548-AD29-58C3FAC4E279}"/>
                </a:ext>
              </a:extLst>
            </p:cNvPr>
            <p:cNvSpPr>
              <a:spLocks noGrp="1"/>
            </p:cNvSpPr>
            <p:nvPr/>
          </p:nvSpPr>
          <p:spPr>
            <a:xfrm>
              <a:off x="4681538" y="4071938"/>
              <a:ext cx="466725" cy="561975"/>
            </a:xfrm>
            <a:custGeom>
              <a:avLst/>
              <a:gdLst/>
              <a:ahLst/>
              <a:cxnLst/>
              <a:rect l="0" t="0" r="0" b="0"/>
              <a:pathLst>
                <a:path w="466725" h="561975">
                  <a:moveTo>
                    <a:pt x="68960" y="541669"/>
                  </a:moveTo>
                  <a:lnTo>
                    <a:pt x="75330" y="545163"/>
                  </a:lnTo>
                  <a:lnTo>
                    <a:pt x="75330" y="541669"/>
                  </a:lnTo>
                  <a:close/>
                  <a:moveTo>
                    <a:pt x="68960" y="541669"/>
                  </a:moveTo>
                  <a:lnTo>
                    <a:pt x="75330" y="541669"/>
                  </a:lnTo>
                  <a:lnTo>
                    <a:pt x="36563" y="519563"/>
                  </a:lnTo>
                  <a:close/>
                  <a:moveTo>
                    <a:pt x="114096" y="557755"/>
                  </a:moveTo>
                  <a:lnTo>
                    <a:pt x="114096" y="553368"/>
                  </a:lnTo>
                  <a:lnTo>
                    <a:pt x="75330" y="545163"/>
                  </a:lnTo>
                  <a:close/>
                  <a:moveTo>
                    <a:pt x="114096" y="557755"/>
                  </a:moveTo>
                  <a:lnTo>
                    <a:pt x="152862" y="561975"/>
                  </a:lnTo>
                  <a:lnTo>
                    <a:pt x="152862" y="558245"/>
                  </a:lnTo>
                  <a:close/>
                  <a:moveTo>
                    <a:pt x="152862" y="561975"/>
                  </a:moveTo>
                  <a:lnTo>
                    <a:pt x="191629" y="560586"/>
                  </a:lnTo>
                  <a:lnTo>
                    <a:pt x="191629" y="557370"/>
                  </a:lnTo>
                  <a:close/>
                  <a:moveTo>
                    <a:pt x="191629" y="560586"/>
                  </a:moveTo>
                  <a:lnTo>
                    <a:pt x="230395" y="555126"/>
                  </a:lnTo>
                  <a:lnTo>
                    <a:pt x="230395" y="552422"/>
                  </a:lnTo>
                  <a:close/>
                  <a:moveTo>
                    <a:pt x="230395" y="555126"/>
                  </a:moveTo>
                  <a:lnTo>
                    <a:pt x="269162" y="546279"/>
                  </a:lnTo>
                  <a:lnTo>
                    <a:pt x="269162" y="544116"/>
                  </a:lnTo>
                  <a:close/>
                  <a:moveTo>
                    <a:pt x="284238" y="541669"/>
                  </a:moveTo>
                  <a:lnTo>
                    <a:pt x="269162" y="544116"/>
                  </a:lnTo>
                  <a:lnTo>
                    <a:pt x="269162" y="546279"/>
                  </a:lnTo>
                  <a:close/>
                  <a:moveTo>
                    <a:pt x="284238" y="541669"/>
                  </a:moveTo>
                  <a:lnTo>
                    <a:pt x="307928" y="535070"/>
                  </a:lnTo>
                  <a:lnTo>
                    <a:pt x="307928" y="533751"/>
                  </a:lnTo>
                  <a:close/>
                  <a:moveTo>
                    <a:pt x="28853" y="504707"/>
                  </a:moveTo>
                  <a:lnTo>
                    <a:pt x="22036" y="504707"/>
                  </a:lnTo>
                  <a:lnTo>
                    <a:pt x="36563" y="519563"/>
                  </a:lnTo>
                  <a:close/>
                  <a:moveTo>
                    <a:pt x="3170" y="467745"/>
                  </a:moveTo>
                  <a:lnTo>
                    <a:pt x="22036" y="504707"/>
                  </a:lnTo>
                  <a:lnTo>
                    <a:pt x="28853" y="504707"/>
                  </a:lnTo>
                  <a:close/>
                  <a:moveTo>
                    <a:pt x="307928" y="535070"/>
                  </a:moveTo>
                  <a:lnTo>
                    <a:pt x="346694" y="519983"/>
                  </a:lnTo>
                  <a:lnTo>
                    <a:pt x="346694" y="519004"/>
                  </a:lnTo>
                  <a:close/>
                  <a:moveTo>
                    <a:pt x="373116" y="504707"/>
                  </a:moveTo>
                  <a:lnTo>
                    <a:pt x="346694" y="519004"/>
                  </a:lnTo>
                  <a:lnTo>
                    <a:pt x="346694" y="519983"/>
                  </a:lnTo>
                  <a:close/>
                  <a:moveTo>
                    <a:pt x="373116" y="504707"/>
                  </a:moveTo>
                  <a:lnTo>
                    <a:pt x="385461" y="496232"/>
                  </a:lnTo>
                  <a:lnTo>
                    <a:pt x="385461" y="495425"/>
                  </a:lnTo>
                  <a:close/>
                  <a:moveTo>
                    <a:pt x="0" y="430783"/>
                  </a:moveTo>
                  <a:lnTo>
                    <a:pt x="3170" y="467745"/>
                  </a:lnTo>
                  <a:lnTo>
                    <a:pt x="8802" y="467745"/>
                  </a:lnTo>
                  <a:close/>
                  <a:moveTo>
                    <a:pt x="415693" y="467745"/>
                  </a:moveTo>
                  <a:lnTo>
                    <a:pt x="385461" y="495425"/>
                  </a:lnTo>
                  <a:lnTo>
                    <a:pt x="385461" y="496232"/>
                  </a:lnTo>
                  <a:close/>
                  <a:moveTo>
                    <a:pt x="415693" y="467745"/>
                  </a:moveTo>
                  <a:lnTo>
                    <a:pt x="424227" y="455165"/>
                  </a:lnTo>
                  <a:lnTo>
                    <a:pt x="424227" y="453666"/>
                  </a:lnTo>
                  <a:close/>
                  <a:moveTo>
                    <a:pt x="10201" y="393821"/>
                  </a:moveTo>
                  <a:lnTo>
                    <a:pt x="0" y="430783"/>
                  </a:lnTo>
                  <a:lnTo>
                    <a:pt x="5333" y="430783"/>
                  </a:lnTo>
                  <a:close/>
                  <a:moveTo>
                    <a:pt x="439031" y="430783"/>
                  </a:moveTo>
                  <a:lnTo>
                    <a:pt x="424227" y="453666"/>
                  </a:lnTo>
                  <a:lnTo>
                    <a:pt x="424227" y="455165"/>
                  </a:lnTo>
                  <a:close/>
                  <a:moveTo>
                    <a:pt x="437852" y="430783"/>
                  </a:moveTo>
                  <a:lnTo>
                    <a:pt x="439031" y="430783"/>
                  </a:lnTo>
                  <a:lnTo>
                    <a:pt x="451368" y="393821"/>
                  </a:lnTo>
                  <a:close/>
                  <a:moveTo>
                    <a:pt x="36563" y="364710"/>
                  </a:moveTo>
                  <a:lnTo>
                    <a:pt x="36563" y="356995"/>
                  </a:lnTo>
                  <a:lnTo>
                    <a:pt x="10201" y="393821"/>
                  </a:lnTo>
                  <a:close/>
                  <a:moveTo>
                    <a:pt x="36563" y="356995"/>
                  </a:moveTo>
                  <a:lnTo>
                    <a:pt x="36563" y="364710"/>
                  </a:lnTo>
                  <a:lnTo>
                    <a:pt x="36677" y="356860"/>
                  </a:lnTo>
                  <a:close/>
                  <a:moveTo>
                    <a:pt x="449388" y="393821"/>
                  </a:moveTo>
                  <a:lnTo>
                    <a:pt x="451368" y="393821"/>
                  </a:lnTo>
                  <a:lnTo>
                    <a:pt x="458112" y="356860"/>
                  </a:lnTo>
                  <a:close/>
                  <a:moveTo>
                    <a:pt x="75330" y="327662"/>
                  </a:moveTo>
                  <a:lnTo>
                    <a:pt x="75330" y="322550"/>
                  </a:lnTo>
                  <a:lnTo>
                    <a:pt x="36677" y="356860"/>
                  </a:lnTo>
                  <a:close/>
                  <a:moveTo>
                    <a:pt x="75330" y="322550"/>
                  </a:moveTo>
                  <a:lnTo>
                    <a:pt x="75330" y="327662"/>
                  </a:lnTo>
                  <a:lnTo>
                    <a:pt x="78937" y="319898"/>
                  </a:lnTo>
                  <a:close/>
                  <a:moveTo>
                    <a:pt x="454712" y="356860"/>
                  </a:moveTo>
                  <a:lnTo>
                    <a:pt x="458112" y="356860"/>
                  </a:lnTo>
                  <a:lnTo>
                    <a:pt x="462806" y="319898"/>
                  </a:lnTo>
                  <a:close/>
                  <a:moveTo>
                    <a:pt x="114096" y="292120"/>
                  </a:moveTo>
                  <a:lnTo>
                    <a:pt x="114096" y="286589"/>
                  </a:lnTo>
                  <a:lnTo>
                    <a:pt x="78937" y="319898"/>
                  </a:lnTo>
                  <a:close/>
                  <a:moveTo>
                    <a:pt x="114096" y="286589"/>
                  </a:moveTo>
                  <a:lnTo>
                    <a:pt x="114096" y="292120"/>
                  </a:lnTo>
                  <a:lnTo>
                    <a:pt x="117752" y="282936"/>
                  </a:lnTo>
                  <a:close/>
                  <a:moveTo>
                    <a:pt x="462994" y="317872"/>
                  </a:moveTo>
                  <a:lnTo>
                    <a:pt x="462994" y="282936"/>
                  </a:lnTo>
                  <a:lnTo>
                    <a:pt x="462806" y="319898"/>
                  </a:lnTo>
                  <a:close/>
                  <a:moveTo>
                    <a:pt x="126785" y="245974"/>
                  </a:moveTo>
                  <a:lnTo>
                    <a:pt x="117752" y="282936"/>
                  </a:lnTo>
                  <a:lnTo>
                    <a:pt x="123224" y="282936"/>
                  </a:lnTo>
                  <a:close/>
                  <a:moveTo>
                    <a:pt x="462994" y="282936"/>
                  </a:moveTo>
                  <a:lnTo>
                    <a:pt x="462994" y="317872"/>
                  </a:lnTo>
                  <a:lnTo>
                    <a:pt x="466725" y="282936"/>
                  </a:lnTo>
                  <a:close/>
                  <a:moveTo>
                    <a:pt x="462994" y="245974"/>
                  </a:moveTo>
                  <a:lnTo>
                    <a:pt x="466725" y="282936"/>
                  </a:lnTo>
                  <a:lnTo>
                    <a:pt x="466629" y="245974"/>
                  </a:lnTo>
                  <a:close/>
                  <a:moveTo>
                    <a:pt x="462994" y="245974"/>
                  </a:moveTo>
                  <a:lnTo>
                    <a:pt x="462994" y="282936"/>
                  </a:lnTo>
                  <a:lnTo>
                    <a:pt x="466725" y="282936"/>
                  </a:lnTo>
                  <a:close/>
                  <a:moveTo>
                    <a:pt x="126785" y="245974"/>
                  </a:moveTo>
                  <a:lnTo>
                    <a:pt x="130561" y="245974"/>
                  </a:lnTo>
                  <a:lnTo>
                    <a:pt x="114096" y="220071"/>
                  </a:lnTo>
                  <a:close/>
                  <a:moveTo>
                    <a:pt x="462994" y="245974"/>
                  </a:moveTo>
                  <a:lnTo>
                    <a:pt x="466629" y="245974"/>
                  </a:lnTo>
                  <a:lnTo>
                    <a:pt x="462994" y="228493"/>
                  </a:lnTo>
                  <a:close/>
                  <a:moveTo>
                    <a:pt x="462994" y="245974"/>
                  </a:moveTo>
                  <a:lnTo>
                    <a:pt x="462994" y="228493"/>
                  </a:lnTo>
                  <a:lnTo>
                    <a:pt x="457256" y="245974"/>
                  </a:lnTo>
                  <a:close/>
                  <a:moveTo>
                    <a:pt x="457256" y="245974"/>
                  </a:moveTo>
                  <a:lnTo>
                    <a:pt x="462994" y="228493"/>
                  </a:lnTo>
                  <a:lnTo>
                    <a:pt x="459323" y="209012"/>
                  </a:lnTo>
                  <a:close/>
                  <a:moveTo>
                    <a:pt x="108529" y="209012"/>
                  </a:moveTo>
                  <a:lnTo>
                    <a:pt x="108483" y="209012"/>
                  </a:lnTo>
                  <a:lnTo>
                    <a:pt x="114096" y="220071"/>
                  </a:lnTo>
                  <a:close/>
                  <a:moveTo>
                    <a:pt x="78969" y="172050"/>
                  </a:moveTo>
                  <a:lnTo>
                    <a:pt x="108483" y="209012"/>
                  </a:lnTo>
                  <a:lnTo>
                    <a:pt x="108529" y="209012"/>
                  </a:lnTo>
                  <a:close/>
                  <a:moveTo>
                    <a:pt x="448796" y="209012"/>
                  </a:moveTo>
                  <a:lnTo>
                    <a:pt x="459323" y="209012"/>
                  </a:lnTo>
                  <a:lnTo>
                    <a:pt x="441435" y="172050"/>
                  </a:lnTo>
                  <a:close/>
                  <a:moveTo>
                    <a:pt x="78969" y="172050"/>
                  </a:moveTo>
                  <a:lnTo>
                    <a:pt x="76541" y="172050"/>
                  </a:lnTo>
                  <a:lnTo>
                    <a:pt x="75330" y="166296"/>
                  </a:lnTo>
                  <a:close/>
                  <a:moveTo>
                    <a:pt x="424227" y="152100"/>
                  </a:moveTo>
                  <a:lnTo>
                    <a:pt x="428470" y="172050"/>
                  </a:lnTo>
                  <a:lnTo>
                    <a:pt x="441435" y="172050"/>
                  </a:lnTo>
                  <a:close/>
                  <a:moveTo>
                    <a:pt x="424227" y="152100"/>
                  </a:moveTo>
                  <a:lnTo>
                    <a:pt x="405686" y="135089"/>
                  </a:lnTo>
                  <a:lnTo>
                    <a:pt x="390926" y="135089"/>
                  </a:lnTo>
                  <a:close/>
                  <a:moveTo>
                    <a:pt x="55137" y="135089"/>
                  </a:moveTo>
                  <a:lnTo>
                    <a:pt x="58030" y="135089"/>
                  </a:lnTo>
                  <a:lnTo>
                    <a:pt x="75330" y="166296"/>
                  </a:lnTo>
                  <a:close/>
                  <a:moveTo>
                    <a:pt x="51924" y="98127"/>
                  </a:moveTo>
                  <a:lnTo>
                    <a:pt x="58030" y="135089"/>
                  </a:lnTo>
                  <a:lnTo>
                    <a:pt x="55137" y="135089"/>
                  </a:lnTo>
                  <a:close/>
                  <a:moveTo>
                    <a:pt x="385461" y="119762"/>
                  </a:moveTo>
                  <a:lnTo>
                    <a:pt x="390926" y="135089"/>
                  </a:lnTo>
                  <a:lnTo>
                    <a:pt x="405686" y="135089"/>
                  </a:lnTo>
                  <a:close/>
                  <a:moveTo>
                    <a:pt x="350128" y="98127"/>
                  </a:moveTo>
                  <a:lnTo>
                    <a:pt x="346694" y="98127"/>
                  </a:lnTo>
                  <a:lnTo>
                    <a:pt x="385461" y="119762"/>
                  </a:lnTo>
                  <a:close/>
                  <a:moveTo>
                    <a:pt x="385461" y="119762"/>
                  </a:moveTo>
                  <a:lnTo>
                    <a:pt x="346694" y="98127"/>
                  </a:lnTo>
                  <a:lnTo>
                    <a:pt x="346694" y="103266"/>
                  </a:lnTo>
                  <a:close/>
                  <a:moveTo>
                    <a:pt x="61453" y="61165"/>
                  </a:moveTo>
                  <a:lnTo>
                    <a:pt x="51924" y="98127"/>
                  </a:lnTo>
                  <a:lnTo>
                    <a:pt x="48886" y="98127"/>
                  </a:lnTo>
                  <a:close/>
                  <a:moveTo>
                    <a:pt x="307928" y="69293"/>
                  </a:moveTo>
                  <a:lnTo>
                    <a:pt x="297051" y="61165"/>
                  </a:lnTo>
                  <a:lnTo>
                    <a:pt x="295081" y="61165"/>
                  </a:lnTo>
                  <a:close/>
                  <a:moveTo>
                    <a:pt x="346694" y="95826"/>
                  </a:moveTo>
                  <a:lnTo>
                    <a:pt x="339644" y="98127"/>
                  </a:lnTo>
                  <a:lnTo>
                    <a:pt x="346694" y="98127"/>
                  </a:lnTo>
                  <a:close/>
                  <a:moveTo>
                    <a:pt x="307928" y="69293"/>
                  </a:moveTo>
                  <a:lnTo>
                    <a:pt x="307928" y="72593"/>
                  </a:lnTo>
                  <a:lnTo>
                    <a:pt x="346694" y="95826"/>
                  </a:lnTo>
                  <a:close/>
                  <a:moveTo>
                    <a:pt x="346694" y="98127"/>
                  </a:moveTo>
                  <a:lnTo>
                    <a:pt x="350128" y="98127"/>
                  </a:lnTo>
                  <a:lnTo>
                    <a:pt x="346694" y="95826"/>
                  </a:lnTo>
                  <a:close/>
                  <a:moveTo>
                    <a:pt x="75330" y="37779"/>
                  </a:moveTo>
                  <a:lnTo>
                    <a:pt x="75330" y="42493"/>
                  </a:lnTo>
                  <a:lnTo>
                    <a:pt x="61453" y="61165"/>
                  </a:lnTo>
                  <a:close/>
                  <a:moveTo>
                    <a:pt x="75330" y="42493"/>
                  </a:moveTo>
                  <a:lnTo>
                    <a:pt x="75330" y="37779"/>
                  </a:lnTo>
                  <a:lnTo>
                    <a:pt x="95306" y="24203"/>
                  </a:lnTo>
                  <a:close/>
                  <a:moveTo>
                    <a:pt x="269162" y="40091"/>
                  </a:moveTo>
                  <a:lnTo>
                    <a:pt x="295081" y="61165"/>
                  </a:lnTo>
                  <a:lnTo>
                    <a:pt x="297051" y="61165"/>
                  </a:lnTo>
                  <a:close/>
                  <a:moveTo>
                    <a:pt x="269162" y="40091"/>
                  </a:moveTo>
                  <a:lnTo>
                    <a:pt x="243505" y="24203"/>
                  </a:lnTo>
                  <a:lnTo>
                    <a:pt x="246565" y="24203"/>
                  </a:lnTo>
                  <a:close/>
                  <a:moveTo>
                    <a:pt x="114096" y="9702"/>
                  </a:moveTo>
                  <a:lnTo>
                    <a:pt x="114096" y="12800"/>
                  </a:lnTo>
                  <a:lnTo>
                    <a:pt x="95306" y="24203"/>
                  </a:lnTo>
                  <a:close/>
                  <a:moveTo>
                    <a:pt x="152862" y="0"/>
                  </a:moveTo>
                  <a:lnTo>
                    <a:pt x="152862" y="2642"/>
                  </a:lnTo>
                  <a:lnTo>
                    <a:pt x="114096" y="12800"/>
                  </a:lnTo>
                  <a:close/>
                  <a:moveTo>
                    <a:pt x="191629" y="1774"/>
                  </a:moveTo>
                  <a:lnTo>
                    <a:pt x="191629" y="4203"/>
                  </a:lnTo>
                  <a:lnTo>
                    <a:pt x="152862" y="2642"/>
                  </a:lnTo>
                  <a:close/>
                  <a:moveTo>
                    <a:pt x="230395" y="14580"/>
                  </a:moveTo>
                  <a:lnTo>
                    <a:pt x="230395" y="16732"/>
                  </a:lnTo>
                  <a:lnTo>
                    <a:pt x="191629" y="4203"/>
                  </a:lnTo>
                  <a:close/>
                  <a:moveTo>
                    <a:pt x="230395" y="16732"/>
                  </a:moveTo>
                  <a:lnTo>
                    <a:pt x="246565" y="24203"/>
                  </a:lnTo>
                  <a:lnTo>
                    <a:pt x="243505" y="24203"/>
                  </a:lnTo>
                  <a:close/>
                </a:path>
              </a:pathLst>
            </a:custGeom>
            <a:solidFill>
              <a:srgbClr val="DEB13A"/>
            </a:solidFill>
            <a:ln w="4001">
              <a:solidFill>
                <a:srgbClr val="F0DBA5"/>
              </a:solidFill>
            </a:ln>
          </p:spPr>
        </p:sp>
        <p:sp>
          <p:nvSpPr>
            <p:cNvPr id="3965" name="Candidate_B3__3964">
              <a:extLst>
                <a:ext uri="{FF2B5EF4-FFF2-40B4-BE49-F238E27FC236}">
                  <a16:creationId xmlns:a16="http://schemas.microsoft.com/office/drawing/2014/main" id="{076FB037-132F-7F16-6D81-70D99780199D}"/>
                </a:ext>
              </a:extLst>
            </p:cNvPr>
            <p:cNvSpPr>
              <a:spLocks noGrp="1"/>
            </p:cNvSpPr>
            <p:nvPr/>
          </p:nvSpPr>
          <p:spPr>
            <a:xfrm>
              <a:off x="4681538" y="4071938"/>
              <a:ext cx="462994" cy="561975"/>
            </a:xfrm>
            <a:custGeom>
              <a:avLst/>
              <a:gdLst/>
              <a:ahLst/>
              <a:cxnLst/>
              <a:rect l="0" t="0" r="0" b="0"/>
              <a:pathLst>
                <a:path w="462994" h="561975">
                  <a:moveTo>
                    <a:pt x="36563" y="519563"/>
                  </a:moveTo>
                  <a:lnTo>
                    <a:pt x="75330" y="541669"/>
                  </a:lnTo>
                  <a:lnTo>
                    <a:pt x="75330" y="539832"/>
                  </a:lnTo>
                  <a:close/>
                  <a:moveTo>
                    <a:pt x="36563" y="519563"/>
                  </a:moveTo>
                  <a:lnTo>
                    <a:pt x="75330" y="539832"/>
                  </a:lnTo>
                  <a:lnTo>
                    <a:pt x="36563" y="512608"/>
                  </a:lnTo>
                  <a:close/>
                  <a:moveTo>
                    <a:pt x="75330" y="545163"/>
                  </a:moveTo>
                  <a:lnTo>
                    <a:pt x="80108" y="541669"/>
                  </a:lnTo>
                  <a:lnTo>
                    <a:pt x="75330" y="541669"/>
                  </a:lnTo>
                  <a:close/>
                  <a:moveTo>
                    <a:pt x="114096" y="553368"/>
                  </a:moveTo>
                  <a:lnTo>
                    <a:pt x="80108" y="541669"/>
                  </a:lnTo>
                  <a:lnTo>
                    <a:pt x="75330" y="545163"/>
                  </a:lnTo>
                  <a:close/>
                  <a:moveTo>
                    <a:pt x="75330" y="541669"/>
                  </a:moveTo>
                  <a:lnTo>
                    <a:pt x="80108" y="541669"/>
                  </a:lnTo>
                  <a:lnTo>
                    <a:pt x="75330" y="539832"/>
                  </a:lnTo>
                  <a:close/>
                  <a:moveTo>
                    <a:pt x="114096" y="553368"/>
                  </a:moveTo>
                  <a:lnTo>
                    <a:pt x="114096" y="557755"/>
                  </a:lnTo>
                  <a:lnTo>
                    <a:pt x="152862" y="558245"/>
                  </a:lnTo>
                  <a:close/>
                  <a:moveTo>
                    <a:pt x="152862" y="558245"/>
                  </a:moveTo>
                  <a:lnTo>
                    <a:pt x="152862" y="561975"/>
                  </a:lnTo>
                  <a:lnTo>
                    <a:pt x="191629" y="557370"/>
                  </a:lnTo>
                  <a:close/>
                  <a:moveTo>
                    <a:pt x="191629" y="557370"/>
                  </a:moveTo>
                  <a:lnTo>
                    <a:pt x="191629" y="560586"/>
                  </a:lnTo>
                  <a:lnTo>
                    <a:pt x="230395" y="552422"/>
                  </a:lnTo>
                  <a:close/>
                  <a:moveTo>
                    <a:pt x="230395" y="552422"/>
                  </a:moveTo>
                  <a:lnTo>
                    <a:pt x="230395" y="555126"/>
                  </a:lnTo>
                  <a:lnTo>
                    <a:pt x="269162" y="544116"/>
                  </a:lnTo>
                  <a:close/>
                  <a:moveTo>
                    <a:pt x="284238" y="541669"/>
                  </a:moveTo>
                  <a:lnTo>
                    <a:pt x="277621" y="541669"/>
                  </a:lnTo>
                  <a:lnTo>
                    <a:pt x="269162" y="544116"/>
                  </a:lnTo>
                  <a:close/>
                  <a:moveTo>
                    <a:pt x="277621" y="541669"/>
                  </a:moveTo>
                  <a:lnTo>
                    <a:pt x="284238" y="541669"/>
                  </a:lnTo>
                  <a:lnTo>
                    <a:pt x="307928" y="533751"/>
                  </a:lnTo>
                  <a:close/>
                  <a:moveTo>
                    <a:pt x="28853" y="504707"/>
                  </a:moveTo>
                  <a:lnTo>
                    <a:pt x="36563" y="519563"/>
                  </a:lnTo>
                  <a:lnTo>
                    <a:pt x="36563" y="512608"/>
                  </a:lnTo>
                  <a:close/>
                  <a:moveTo>
                    <a:pt x="3170" y="467745"/>
                  </a:moveTo>
                  <a:lnTo>
                    <a:pt x="28853" y="504707"/>
                  </a:lnTo>
                  <a:lnTo>
                    <a:pt x="8802" y="467745"/>
                  </a:lnTo>
                  <a:close/>
                  <a:moveTo>
                    <a:pt x="307928" y="533751"/>
                  </a:moveTo>
                  <a:lnTo>
                    <a:pt x="307928" y="535070"/>
                  </a:lnTo>
                  <a:lnTo>
                    <a:pt x="346694" y="519004"/>
                  </a:lnTo>
                  <a:close/>
                  <a:moveTo>
                    <a:pt x="373116" y="504707"/>
                  </a:moveTo>
                  <a:lnTo>
                    <a:pt x="371779" y="504707"/>
                  </a:lnTo>
                  <a:lnTo>
                    <a:pt x="346694" y="519004"/>
                  </a:lnTo>
                  <a:close/>
                  <a:moveTo>
                    <a:pt x="371779" y="504707"/>
                  </a:moveTo>
                  <a:lnTo>
                    <a:pt x="373116" y="504707"/>
                  </a:lnTo>
                  <a:lnTo>
                    <a:pt x="385461" y="495425"/>
                  </a:lnTo>
                  <a:close/>
                  <a:moveTo>
                    <a:pt x="0" y="430783"/>
                  </a:moveTo>
                  <a:lnTo>
                    <a:pt x="8802" y="467745"/>
                  </a:lnTo>
                  <a:lnTo>
                    <a:pt x="5333" y="430783"/>
                  </a:lnTo>
                  <a:close/>
                  <a:moveTo>
                    <a:pt x="415693" y="467745"/>
                  </a:moveTo>
                  <a:lnTo>
                    <a:pt x="414858" y="467745"/>
                  </a:lnTo>
                  <a:lnTo>
                    <a:pt x="385461" y="495425"/>
                  </a:lnTo>
                  <a:close/>
                  <a:moveTo>
                    <a:pt x="414858" y="467745"/>
                  </a:moveTo>
                  <a:lnTo>
                    <a:pt x="415693" y="467745"/>
                  </a:lnTo>
                  <a:lnTo>
                    <a:pt x="424227" y="453666"/>
                  </a:lnTo>
                  <a:close/>
                  <a:moveTo>
                    <a:pt x="10201" y="393821"/>
                  </a:moveTo>
                  <a:lnTo>
                    <a:pt x="5333" y="430783"/>
                  </a:lnTo>
                  <a:lnTo>
                    <a:pt x="15924" y="393821"/>
                  </a:lnTo>
                  <a:close/>
                  <a:moveTo>
                    <a:pt x="439031" y="430783"/>
                  </a:moveTo>
                  <a:lnTo>
                    <a:pt x="437852" y="430783"/>
                  </a:lnTo>
                  <a:lnTo>
                    <a:pt x="424227" y="453666"/>
                  </a:lnTo>
                  <a:close/>
                  <a:moveTo>
                    <a:pt x="449388" y="393821"/>
                  </a:moveTo>
                  <a:lnTo>
                    <a:pt x="437852" y="430783"/>
                  </a:lnTo>
                  <a:lnTo>
                    <a:pt x="451368" y="393821"/>
                  </a:lnTo>
                  <a:close/>
                  <a:moveTo>
                    <a:pt x="36563" y="364710"/>
                  </a:moveTo>
                  <a:lnTo>
                    <a:pt x="10201" y="393821"/>
                  </a:lnTo>
                  <a:lnTo>
                    <a:pt x="15924" y="393821"/>
                  </a:lnTo>
                  <a:close/>
                  <a:moveTo>
                    <a:pt x="36563" y="364710"/>
                  </a:moveTo>
                  <a:lnTo>
                    <a:pt x="43028" y="356860"/>
                  </a:lnTo>
                  <a:lnTo>
                    <a:pt x="36677" y="356860"/>
                  </a:lnTo>
                  <a:close/>
                  <a:moveTo>
                    <a:pt x="454712" y="356860"/>
                  </a:moveTo>
                  <a:lnTo>
                    <a:pt x="449388" y="393821"/>
                  </a:lnTo>
                  <a:lnTo>
                    <a:pt x="458112" y="356860"/>
                  </a:lnTo>
                  <a:close/>
                  <a:moveTo>
                    <a:pt x="75330" y="327662"/>
                  </a:moveTo>
                  <a:lnTo>
                    <a:pt x="36677" y="356860"/>
                  </a:lnTo>
                  <a:lnTo>
                    <a:pt x="43028" y="356860"/>
                  </a:lnTo>
                  <a:close/>
                  <a:moveTo>
                    <a:pt x="75330" y="327662"/>
                  </a:moveTo>
                  <a:lnTo>
                    <a:pt x="85653" y="319898"/>
                  </a:lnTo>
                  <a:lnTo>
                    <a:pt x="78937" y="319898"/>
                  </a:lnTo>
                  <a:close/>
                  <a:moveTo>
                    <a:pt x="457521" y="319898"/>
                  </a:moveTo>
                  <a:lnTo>
                    <a:pt x="454712" y="356860"/>
                  </a:lnTo>
                  <a:lnTo>
                    <a:pt x="462806" y="319898"/>
                  </a:lnTo>
                  <a:close/>
                  <a:moveTo>
                    <a:pt x="114096" y="292120"/>
                  </a:moveTo>
                  <a:lnTo>
                    <a:pt x="78937" y="319898"/>
                  </a:lnTo>
                  <a:lnTo>
                    <a:pt x="85653" y="319898"/>
                  </a:lnTo>
                  <a:close/>
                  <a:moveTo>
                    <a:pt x="114096" y="292120"/>
                  </a:moveTo>
                  <a:lnTo>
                    <a:pt x="123224" y="282936"/>
                  </a:lnTo>
                  <a:lnTo>
                    <a:pt x="117752" y="282936"/>
                  </a:lnTo>
                  <a:close/>
                  <a:moveTo>
                    <a:pt x="462806" y="319898"/>
                  </a:moveTo>
                  <a:lnTo>
                    <a:pt x="462994" y="282936"/>
                  </a:lnTo>
                  <a:lnTo>
                    <a:pt x="458956" y="282936"/>
                  </a:lnTo>
                  <a:close/>
                  <a:moveTo>
                    <a:pt x="462806" y="319898"/>
                  </a:moveTo>
                  <a:lnTo>
                    <a:pt x="458956" y="282936"/>
                  </a:lnTo>
                  <a:lnTo>
                    <a:pt x="457521" y="319898"/>
                  </a:lnTo>
                  <a:close/>
                  <a:moveTo>
                    <a:pt x="126785" y="245974"/>
                  </a:moveTo>
                  <a:lnTo>
                    <a:pt x="123224" y="282936"/>
                  </a:lnTo>
                  <a:lnTo>
                    <a:pt x="130561" y="245974"/>
                  </a:lnTo>
                  <a:close/>
                  <a:moveTo>
                    <a:pt x="462994" y="282936"/>
                  </a:moveTo>
                  <a:lnTo>
                    <a:pt x="462994" y="245974"/>
                  </a:lnTo>
                  <a:lnTo>
                    <a:pt x="458956" y="282936"/>
                  </a:lnTo>
                  <a:close/>
                  <a:moveTo>
                    <a:pt x="462994" y="245974"/>
                  </a:moveTo>
                  <a:lnTo>
                    <a:pt x="457256" y="245974"/>
                  </a:lnTo>
                  <a:lnTo>
                    <a:pt x="458956" y="282936"/>
                  </a:lnTo>
                  <a:close/>
                  <a:moveTo>
                    <a:pt x="130561" y="245974"/>
                  </a:moveTo>
                  <a:lnTo>
                    <a:pt x="114096" y="218444"/>
                  </a:lnTo>
                  <a:lnTo>
                    <a:pt x="114096" y="220071"/>
                  </a:lnTo>
                  <a:close/>
                  <a:moveTo>
                    <a:pt x="457256" y="245974"/>
                  </a:moveTo>
                  <a:lnTo>
                    <a:pt x="459323" y="209012"/>
                  </a:lnTo>
                  <a:lnTo>
                    <a:pt x="448796" y="209012"/>
                  </a:lnTo>
                  <a:close/>
                  <a:moveTo>
                    <a:pt x="108529" y="209012"/>
                  </a:moveTo>
                  <a:lnTo>
                    <a:pt x="114096" y="220071"/>
                  </a:lnTo>
                  <a:lnTo>
                    <a:pt x="114096" y="218444"/>
                  </a:lnTo>
                  <a:close/>
                  <a:moveTo>
                    <a:pt x="78969" y="172050"/>
                  </a:moveTo>
                  <a:lnTo>
                    <a:pt x="108529" y="209012"/>
                  </a:lnTo>
                  <a:lnTo>
                    <a:pt x="76541" y="172050"/>
                  </a:lnTo>
                  <a:close/>
                  <a:moveTo>
                    <a:pt x="428470" y="172050"/>
                  </a:moveTo>
                  <a:lnTo>
                    <a:pt x="448796" y="209012"/>
                  </a:lnTo>
                  <a:lnTo>
                    <a:pt x="441435" y="172050"/>
                  </a:lnTo>
                  <a:close/>
                  <a:moveTo>
                    <a:pt x="76541" y="172050"/>
                  </a:moveTo>
                  <a:lnTo>
                    <a:pt x="75330" y="170257"/>
                  </a:lnTo>
                  <a:lnTo>
                    <a:pt x="75330" y="166296"/>
                  </a:lnTo>
                  <a:close/>
                  <a:moveTo>
                    <a:pt x="424227" y="152100"/>
                  </a:moveTo>
                  <a:lnTo>
                    <a:pt x="424227" y="167074"/>
                  </a:lnTo>
                  <a:lnTo>
                    <a:pt x="428470" y="172050"/>
                  </a:lnTo>
                  <a:close/>
                  <a:moveTo>
                    <a:pt x="424227" y="167074"/>
                  </a:moveTo>
                  <a:lnTo>
                    <a:pt x="424227" y="152100"/>
                  </a:lnTo>
                  <a:lnTo>
                    <a:pt x="390926" y="135089"/>
                  </a:lnTo>
                  <a:close/>
                  <a:moveTo>
                    <a:pt x="55137" y="135089"/>
                  </a:moveTo>
                  <a:lnTo>
                    <a:pt x="75330" y="166296"/>
                  </a:lnTo>
                  <a:lnTo>
                    <a:pt x="75330" y="170257"/>
                  </a:lnTo>
                  <a:close/>
                  <a:moveTo>
                    <a:pt x="51924" y="98127"/>
                  </a:moveTo>
                  <a:lnTo>
                    <a:pt x="55137" y="135089"/>
                  </a:lnTo>
                  <a:lnTo>
                    <a:pt x="48886" y="98127"/>
                  </a:lnTo>
                  <a:close/>
                  <a:moveTo>
                    <a:pt x="385461" y="119762"/>
                  </a:moveTo>
                  <a:lnTo>
                    <a:pt x="385461" y="130711"/>
                  </a:lnTo>
                  <a:lnTo>
                    <a:pt x="390926" y="135089"/>
                  </a:lnTo>
                  <a:close/>
                  <a:moveTo>
                    <a:pt x="385461" y="119762"/>
                  </a:moveTo>
                  <a:lnTo>
                    <a:pt x="346694" y="103266"/>
                  </a:lnTo>
                  <a:lnTo>
                    <a:pt x="385461" y="130711"/>
                  </a:lnTo>
                  <a:close/>
                  <a:moveTo>
                    <a:pt x="61453" y="61165"/>
                  </a:moveTo>
                  <a:lnTo>
                    <a:pt x="48886" y="98127"/>
                  </a:lnTo>
                  <a:lnTo>
                    <a:pt x="57968" y="61165"/>
                  </a:lnTo>
                  <a:close/>
                  <a:moveTo>
                    <a:pt x="307928" y="72593"/>
                  </a:moveTo>
                  <a:lnTo>
                    <a:pt x="307928" y="69293"/>
                  </a:lnTo>
                  <a:lnTo>
                    <a:pt x="295081" y="61165"/>
                  </a:lnTo>
                  <a:close/>
                  <a:moveTo>
                    <a:pt x="307928" y="72593"/>
                  </a:moveTo>
                  <a:lnTo>
                    <a:pt x="339644" y="98127"/>
                  </a:lnTo>
                  <a:lnTo>
                    <a:pt x="346694" y="95826"/>
                  </a:lnTo>
                  <a:close/>
                  <a:moveTo>
                    <a:pt x="346694" y="103266"/>
                  </a:moveTo>
                  <a:lnTo>
                    <a:pt x="346694" y="98127"/>
                  </a:lnTo>
                  <a:lnTo>
                    <a:pt x="339644" y="98127"/>
                  </a:lnTo>
                  <a:close/>
                  <a:moveTo>
                    <a:pt x="75330" y="37779"/>
                  </a:moveTo>
                  <a:lnTo>
                    <a:pt x="61453" y="61165"/>
                  </a:lnTo>
                  <a:lnTo>
                    <a:pt x="57968" y="61165"/>
                  </a:lnTo>
                  <a:close/>
                  <a:moveTo>
                    <a:pt x="75330" y="37779"/>
                  </a:moveTo>
                  <a:lnTo>
                    <a:pt x="90163" y="24203"/>
                  </a:lnTo>
                  <a:lnTo>
                    <a:pt x="95306" y="24203"/>
                  </a:lnTo>
                  <a:close/>
                  <a:moveTo>
                    <a:pt x="269162" y="40091"/>
                  </a:moveTo>
                  <a:lnTo>
                    <a:pt x="269162" y="39540"/>
                  </a:lnTo>
                  <a:lnTo>
                    <a:pt x="295081" y="61165"/>
                  </a:lnTo>
                  <a:close/>
                  <a:moveTo>
                    <a:pt x="269162" y="39540"/>
                  </a:moveTo>
                  <a:lnTo>
                    <a:pt x="269162" y="40091"/>
                  </a:lnTo>
                  <a:lnTo>
                    <a:pt x="246565" y="24203"/>
                  </a:lnTo>
                  <a:close/>
                  <a:moveTo>
                    <a:pt x="114096" y="9702"/>
                  </a:moveTo>
                  <a:lnTo>
                    <a:pt x="95306" y="24203"/>
                  </a:lnTo>
                  <a:lnTo>
                    <a:pt x="90163" y="24203"/>
                  </a:lnTo>
                  <a:close/>
                  <a:moveTo>
                    <a:pt x="152862" y="0"/>
                  </a:moveTo>
                  <a:lnTo>
                    <a:pt x="114096" y="12800"/>
                  </a:lnTo>
                  <a:lnTo>
                    <a:pt x="114096" y="9702"/>
                  </a:lnTo>
                  <a:close/>
                  <a:moveTo>
                    <a:pt x="191629" y="1774"/>
                  </a:moveTo>
                  <a:lnTo>
                    <a:pt x="152862" y="2642"/>
                  </a:lnTo>
                  <a:lnTo>
                    <a:pt x="152862" y="0"/>
                  </a:lnTo>
                  <a:close/>
                  <a:moveTo>
                    <a:pt x="230395" y="14580"/>
                  </a:moveTo>
                  <a:lnTo>
                    <a:pt x="191629" y="4203"/>
                  </a:lnTo>
                  <a:lnTo>
                    <a:pt x="191629" y="1774"/>
                  </a:lnTo>
                  <a:close/>
                  <a:moveTo>
                    <a:pt x="230395" y="16732"/>
                  </a:moveTo>
                  <a:lnTo>
                    <a:pt x="230395" y="14580"/>
                  </a:lnTo>
                  <a:lnTo>
                    <a:pt x="246565" y="24203"/>
                  </a:lnTo>
                  <a:close/>
                </a:path>
              </a:pathLst>
            </a:custGeom>
            <a:solidFill>
              <a:srgbClr val="DFB33F"/>
            </a:solidFill>
            <a:ln w="4001">
              <a:solidFill>
                <a:srgbClr val="F0DBA5"/>
              </a:solidFill>
            </a:ln>
          </p:spPr>
        </p:sp>
        <p:sp>
          <p:nvSpPr>
            <p:cNvPr id="3966" name="Candidate_B3__3965">
              <a:extLst>
                <a:ext uri="{FF2B5EF4-FFF2-40B4-BE49-F238E27FC236}">
                  <a16:creationId xmlns:a16="http://schemas.microsoft.com/office/drawing/2014/main" id="{76648CC3-EE8D-CF27-4DFD-2E5952B931D5}"/>
                </a:ext>
              </a:extLst>
            </p:cNvPr>
            <p:cNvSpPr>
              <a:spLocks noGrp="1"/>
            </p:cNvSpPr>
            <p:nvPr/>
          </p:nvSpPr>
          <p:spPr>
            <a:xfrm>
              <a:off x="4686870" y="4071938"/>
              <a:ext cx="453623" cy="558245"/>
            </a:xfrm>
            <a:custGeom>
              <a:avLst/>
              <a:gdLst/>
              <a:ahLst/>
              <a:cxnLst/>
              <a:rect l="0" t="0" r="0" b="0"/>
              <a:pathLst>
                <a:path w="453623" h="558245">
                  <a:moveTo>
                    <a:pt x="74775" y="541669"/>
                  </a:moveTo>
                  <a:lnTo>
                    <a:pt x="108763" y="553368"/>
                  </a:lnTo>
                  <a:lnTo>
                    <a:pt x="108763" y="541669"/>
                  </a:lnTo>
                  <a:close/>
                  <a:moveTo>
                    <a:pt x="74775" y="541669"/>
                  </a:moveTo>
                  <a:lnTo>
                    <a:pt x="108763" y="541669"/>
                  </a:lnTo>
                  <a:lnTo>
                    <a:pt x="69997" y="539832"/>
                  </a:lnTo>
                  <a:close/>
                  <a:moveTo>
                    <a:pt x="147530" y="558245"/>
                  </a:moveTo>
                  <a:lnTo>
                    <a:pt x="147530" y="543916"/>
                  </a:lnTo>
                  <a:lnTo>
                    <a:pt x="108763" y="553368"/>
                  </a:lnTo>
                  <a:close/>
                  <a:moveTo>
                    <a:pt x="147530" y="558245"/>
                  </a:moveTo>
                  <a:lnTo>
                    <a:pt x="186296" y="557370"/>
                  </a:lnTo>
                  <a:lnTo>
                    <a:pt x="186296" y="543918"/>
                  </a:lnTo>
                  <a:close/>
                  <a:moveTo>
                    <a:pt x="186296" y="557370"/>
                  </a:moveTo>
                  <a:lnTo>
                    <a:pt x="225062" y="552422"/>
                  </a:lnTo>
                  <a:lnTo>
                    <a:pt x="186296" y="543918"/>
                  </a:lnTo>
                  <a:close/>
                  <a:moveTo>
                    <a:pt x="263829" y="541669"/>
                  </a:moveTo>
                  <a:lnTo>
                    <a:pt x="225062" y="552422"/>
                  </a:lnTo>
                  <a:lnTo>
                    <a:pt x="263829" y="544116"/>
                  </a:lnTo>
                  <a:close/>
                  <a:moveTo>
                    <a:pt x="263829" y="541669"/>
                  </a:moveTo>
                  <a:lnTo>
                    <a:pt x="225062" y="541669"/>
                  </a:lnTo>
                  <a:lnTo>
                    <a:pt x="225062" y="552422"/>
                  </a:lnTo>
                  <a:close/>
                  <a:moveTo>
                    <a:pt x="263829" y="541669"/>
                  </a:moveTo>
                  <a:lnTo>
                    <a:pt x="263829" y="544116"/>
                  </a:lnTo>
                  <a:lnTo>
                    <a:pt x="272288" y="541669"/>
                  </a:lnTo>
                  <a:close/>
                  <a:moveTo>
                    <a:pt x="263829" y="532925"/>
                  </a:moveTo>
                  <a:lnTo>
                    <a:pt x="272288" y="541669"/>
                  </a:lnTo>
                  <a:lnTo>
                    <a:pt x="302595" y="533751"/>
                  </a:lnTo>
                  <a:close/>
                  <a:moveTo>
                    <a:pt x="23521" y="504707"/>
                  </a:moveTo>
                  <a:lnTo>
                    <a:pt x="31230" y="512608"/>
                  </a:lnTo>
                  <a:lnTo>
                    <a:pt x="31230" y="504707"/>
                  </a:lnTo>
                  <a:close/>
                  <a:moveTo>
                    <a:pt x="3469" y="467745"/>
                  </a:moveTo>
                  <a:lnTo>
                    <a:pt x="23521" y="504707"/>
                  </a:lnTo>
                  <a:lnTo>
                    <a:pt x="22963" y="467745"/>
                  </a:lnTo>
                  <a:close/>
                  <a:moveTo>
                    <a:pt x="69997" y="539832"/>
                  </a:moveTo>
                  <a:lnTo>
                    <a:pt x="69997" y="521522"/>
                  </a:lnTo>
                  <a:lnTo>
                    <a:pt x="31230" y="512608"/>
                  </a:lnTo>
                  <a:close/>
                  <a:moveTo>
                    <a:pt x="302595" y="533751"/>
                  </a:moveTo>
                  <a:lnTo>
                    <a:pt x="341362" y="519004"/>
                  </a:lnTo>
                  <a:lnTo>
                    <a:pt x="341362" y="507045"/>
                  </a:lnTo>
                  <a:close/>
                  <a:moveTo>
                    <a:pt x="366446" y="504707"/>
                  </a:moveTo>
                  <a:lnTo>
                    <a:pt x="341362" y="507045"/>
                  </a:lnTo>
                  <a:lnTo>
                    <a:pt x="341362" y="519004"/>
                  </a:lnTo>
                  <a:close/>
                  <a:moveTo>
                    <a:pt x="366446" y="504707"/>
                  </a:moveTo>
                  <a:lnTo>
                    <a:pt x="380128" y="495425"/>
                  </a:lnTo>
                  <a:lnTo>
                    <a:pt x="380128" y="481571"/>
                  </a:lnTo>
                  <a:close/>
                  <a:moveTo>
                    <a:pt x="0" y="430783"/>
                  </a:moveTo>
                  <a:lnTo>
                    <a:pt x="3469" y="467745"/>
                  </a:lnTo>
                  <a:lnTo>
                    <a:pt x="22963" y="467745"/>
                  </a:lnTo>
                  <a:close/>
                  <a:moveTo>
                    <a:pt x="409525" y="467745"/>
                  </a:moveTo>
                  <a:lnTo>
                    <a:pt x="380128" y="481571"/>
                  </a:lnTo>
                  <a:lnTo>
                    <a:pt x="380128" y="495425"/>
                  </a:lnTo>
                  <a:close/>
                  <a:moveTo>
                    <a:pt x="409525" y="467745"/>
                  </a:moveTo>
                  <a:lnTo>
                    <a:pt x="418894" y="453666"/>
                  </a:lnTo>
                  <a:lnTo>
                    <a:pt x="418894" y="430859"/>
                  </a:lnTo>
                  <a:close/>
                  <a:moveTo>
                    <a:pt x="10591" y="393821"/>
                  </a:moveTo>
                  <a:lnTo>
                    <a:pt x="0" y="430783"/>
                  </a:lnTo>
                  <a:lnTo>
                    <a:pt x="18478" y="430783"/>
                  </a:lnTo>
                  <a:close/>
                  <a:moveTo>
                    <a:pt x="432520" y="430783"/>
                  </a:moveTo>
                  <a:lnTo>
                    <a:pt x="418894" y="430859"/>
                  </a:lnTo>
                  <a:lnTo>
                    <a:pt x="418894" y="453666"/>
                  </a:lnTo>
                  <a:close/>
                  <a:moveTo>
                    <a:pt x="418939" y="430783"/>
                  </a:moveTo>
                  <a:lnTo>
                    <a:pt x="432520" y="430783"/>
                  </a:lnTo>
                  <a:lnTo>
                    <a:pt x="444055" y="393821"/>
                  </a:lnTo>
                  <a:close/>
                  <a:moveTo>
                    <a:pt x="31230" y="393005"/>
                  </a:moveTo>
                  <a:lnTo>
                    <a:pt x="31230" y="364710"/>
                  </a:lnTo>
                  <a:lnTo>
                    <a:pt x="10591" y="393821"/>
                  </a:lnTo>
                  <a:close/>
                  <a:moveTo>
                    <a:pt x="31230" y="364710"/>
                  </a:moveTo>
                  <a:lnTo>
                    <a:pt x="31230" y="393005"/>
                  </a:lnTo>
                  <a:lnTo>
                    <a:pt x="37695" y="356860"/>
                  </a:lnTo>
                  <a:close/>
                  <a:moveTo>
                    <a:pt x="430784" y="393821"/>
                  </a:moveTo>
                  <a:lnTo>
                    <a:pt x="444055" y="393821"/>
                  </a:lnTo>
                  <a:lnTo>
                    <a:pt x="449379" y="356860"/>
                  </a:lnTo>
                  <a:close/>
                  <a:moveTo>
                    <a:pt x="69997" y="347971"/>
                  </a:moveTo>
                  <a:lnTo>
                    <a:pt x="69997" y="327662"/>
                  </a:lnTo>
                  <a:lnTo>
                    <a:pt x="37695" y="356860"/>
                  </a:lnTo>
                  <a:close/>
                  <a:moveTo>
                    <a:pt x="69997" y="327662"/>
                  </a:moveTo>
                  <a:lnTo>
                    <a:pt x="69997" y="347971"/>
                  </a:lnTo>
                  <a:lnTo>
                    <a:pt x="80320" y="319898"/>
                  </a:lnTo>
                  <a:close/>
                  <a:moveTo>
                    <a:pt x="434785" y="356860"/>
                  </a:moveTo>
                  <a:lnTo>
                    <a:pt x="449379" y="356860"/>
                  </a:lnTo>
                  <a:lnTo>
                    <a:pt x="452188" y="319898"/>
                  </a:lnTo>
                  <a:close/>
                  <a:moveTo>
                    <a:pt x="108763" y="317540"/>
                  </a:moveTo>
                  <a:lnTo>
                    <a:pt x="108763" y="292120"/>
                  </a:lnTo>
                  <a:lnTo>
                    <a:pt x="80320" y="319898"/>
                  </a:lnTo>
                  <a:close/>
                  <a:moveTo>
                    <a:pt x="108763" y="292120"/>
                  </a:moveTo>
                  <a:lnTo>
                    <a:pt x="108763" y="317540"/>
                  </a:lnTo>
                  <a:lnTo>
                    <a:pt x="117891" y="282936"/>
                  </a:lnTo>
                  <a:close/>
                  <a:moveTo>
                    <a:pt x="435133" y="319898"/>
                  </a:moveTo>
                  <a:lnTo>
                    <a:pt x="452188" y="319898"/>
                  </a:lnTo>
                  <a:lnTo>
                    <a:pt x="453623" y="282936"/>
                  </a:lnTo>
                  <a:close/>
                  <a:moveTo>
                    <a:pt x="117891" y="282936"/>
                  </a:moveTo>
                  <a:lnTo>
                    <a:pt x="143169" y="282936"/>
                  </a:lnTo>
                  <a:lnTo>
                    <a:pt x="125228" y="245974"/>
                  </a:lnTo>
                  <a:close/>
                  <a:moveTo>
                    <a:pt x="433696" y="282936"/>
                  </a:moveTo>
                  <a:lnTo>
                    <a:pt x="453623" y="282936"/>
                  </a:lnTo>
                  <a:lnTo>
                    <a:pt x="451923" y="245974"/>
                  </a:lnTo>
                  <a:close/>
                  <a:moveTo>
                    <a:pt x="108763" y="218444"/>
                  </a:moveTo>
                  <a:lnTo>
                    <a:pt x="125228" y="245974"/>
                  </a:lnTo>
                  <a:lnTo>
                    <a:pt x="123826" y="209012"/>
                  </a:lnTo>
                  <a:close/>
                  <a:moveTo>
                    <a:pt x="451923" y="245974"/>
                  </a:moveTo>
                  <a:lnTo>
                    <a:pt x="443463" y="209012"/>
                  </a:lnTo>
                  <a:lnTo>
                    <a:pt x="429020" y="245974"/>
                  </a:lnTo>
                  <a:close/>
                  <a:moveTo>
                    <a:pt x="103196" y="209012"/>
                  </a:moveTo>
                  <a:lnTo>
                    <a:pt x="108763" y="218444"/>
                  </a:lnTo>
                  <a:lnTo>
                    <a:pt x="108763" y="209012"/>
                  </a:lnTo>
                  <a:close/>
                  <a:moveTo>
                    <a:pt x="71208" y="172050"/>
                  </a:moveTo>
                  <a:lnTo>
                    <a:pt x="103196" y="209012"/>
                  </a:lnTo>
                  <a:lnTo>
                    <a:pt x="85672" y="172050"/>
                  </a:lnTo>
                  <a:close/>
                  <a:moveTo>
                    <a:pt x="418894" y="172050"/>
                  </a:moveTo>
                  <a:lnTo>
                    <a:pt x="443463" y="209012"/>
                  </a:lnTo>
                  <a:lnTo>
                    <a:pt x="423137" y="172050"/>
                  </a:lnTo>
                  <a:close/>
                  <a:moveTo>
                    <a:pt x="418894" y="172050"/>
                  </a:moveTo>
                  <a:lnTo>
                    <a:pt x="418894" y="209012"/>
                  </a:lnTo>
                  <a:lnTo>
                    <a:pt x="443463" y="209012"/>
                  </a:lnTo>
                  <a:close/>
                  <a:moveTo>
                    <a:pt x="71208" y="172050"/>
                  </a:moveTo>
                  <a:lnTo>
                    <a:pt x="85672" y="172050"/>
                  </a:lnTo>
                  <a:lnTo>
                    <a:pt x="69997" y="170257"/>
                  </a:lnTo>
                  <a:close/>
                  <a:moveTo>
                    <a:pt x="418894" y="172050"/>
                  </a:moveTo>
                  <a:lnTo>
                    <a:pt x="423137" y="172050"/>
                  </a:lnTo>
                  <a:lnTo>
                    <a:pt x="418894" y="167074"/>
                  </a:lnTo>
                  <a:close/>
                  <a:moveTo>
                    <a:pt x="380128" y="135089"/>
                  </a:moveTo>
                  <a:lnTo>
                    <a:pt x="418894" y="172050"/>
                  </a:lnTo>
                  <a:lnTo>
                    <a:pt x="385593" y="135089"/>
                  </a:lnTo>
                  <a:close/>
                  <a:moveTo>
                    <a:pt x="385593" y="135089"/>
                  </a:moveTo>
                  <a:lnTo>
                    <a:pt x="418894" y="172050"/>
                  </a:lnTo>
                  <a:lnTo>
                    <a:pt x="418894" y="167074"/>
                  </a:lnTo>
                  <a:close/>
                  <a:moveTo>
                    <a:pt x="61163" y="135089"/>
                  </a:moveTo>
                  <a:lnTo>
                    <a:pt x="49804" y="135089"/>
                  </a:lnTo>
                  <a:lnTo>
                    <a:pt x="69997" y="170257"/>
                  </a:lnTo>
                  <a:close/>
                  <a:moveTo>
                    <a:pt x="43554" y="98127"/>
                  </a:moveTo>
                  <a:lnTo>
                    <a:pt x="49804" y="135089"/>
                  </a:lnTo>
                  <a:lnTo>
                    <a:pt x="61163" y="135089"/>
                  </a:lnTo>
                  <a:close/>
                  <a:moveTo>
                    <a:pt x="341362" y="103266"/>
                  </a:moveTo>
                  <a:lnTo>
                    <a:pt x="334311" y="98127"/>
                  </a:lnTo>
                  <a:lnTo>
                    <a:pt x="306658" y="98127"/>
                  </a:lnTo>
                  <a:close/>
                  <a:moveTo>
                    <a:pt x="341362" y="103266"/>
                  </a:moveTo>
                  <a:lnTo>
                    <a:pt x="341362" y="128683"/>
                  </a:lnTo>
                  <a:lnTo>
                    <a:pt x="380128" y="130711"/>
                  </a:lnTo>
                  <a:close/>
                  <a:moveTo>
                    <a:pt x="380128" y="135089"/>
                  </a:moveTo>
                  <a:lnTo>
                    <a:pt x="385593" y="135089"/>
                  </a:lnTo>
                  <a:lnTo>
                    <a:pt x="380128" y="130711"/>
                  </a:lnTo>
                  <a:close/>
                  <a:moveTo>
                    <a:pt x="52635" y="61165"/>
                  </a:moveTo>
                  <a:lnTo>
                    <a:pt x="43554" y="98127"/>
                  </a:lnTo>
                  <a:lnTo>
                    <a:pt x="54085" y="98127"/>
                  </a:lnTo>
                  <a:close/>
                  <a:moveTo>
                    <a:pt x="302595" y="72593"/>
                  </a:moveTo>
                  <a:lnTo>
                    <a:pt x="306658" y="98127"/>
                  </a:lnTo>
                  <a:lnTo>
                    <a:pt x="334311" y="98127"/>
                  </a:lnTo>
                  <a:close/>
                  <a:moveTo>
                    <a:pt x="302595" y="72593"/>
                  </a:moveTo>
                  <a:lnTo>
                    <a:pt x="289748" y="61165"/>
                  </a:lnTo>
                  <a:lnTo>
                    <a:pt x="270932" y="61165"/>
                  </a:lnTo>
                  <a:close/>
                  <a:moveTo>
                    <a:pt x="69997" y="53356"/>
                  </a:moveTo>
                  <a:lnTo>
                    <a:pt x="69997" y="37779"/>
                  </a:lnTo>
                  <a:lnTo>
                    <a:pt x="52635" y="61165"/>
                  </a:lnTo>
                  <a:close/>
                  <a:moveTo>
                    <a:pt x="69997" y="37779"/>
                  </a:moveTo>
                  <a:lnTo>
                    <a:pt x="69997" y="53356"/>
                  </a:lnTo>
                  <a:lnTo>
                    <a:pt x="84830" y="24203"/>
                  </a:lnTo>
                  <a:close/>
                  <a:moveTo>
                    <a:pt x="263829" y="39540"/>
                  </a:moveTo>
                  <a:lnTo>
                    <a:pt x="270932" y="61165"/>
                  </a:lnTo>
                  <a:lnTo>
                    <a:pt x="289748" y="61165"/>
                  </a:lnTo>
                  <a:close/>
                  <a:moveTo>
                    <a:pt x="241233" y="24203"/>
                  </a:moveTo>
                  <a:lnTo>
                    <a:pt x="225062" y="24203"/>
                  </a:lnTo>
                  <a:lnTo>
                    <a:pt x="263829" y="39540"/>
                  </a:lnTo>
                  <a:close/>
                  <a:moveTo>
                    <a:pt x="108763" y="20027"/>
                  </a:moveTo>
                  <a:lnTo>
                    <a:pt x="108763" y="9702"/>
                  </a:lnTo>
                  <a:lnTo>
                    <a:pt x="84830" y="24203"/>
                  </a:lnTo>
                  <a:close/>
                  <a:moveTo>
                    <a:pt x="147530" y="9224"/>
                  </a:moveTo>
                  <a:lnTo>
                    <a:pt x="147530" y="0"/>
                  </a:lnTo>
                  <a:lnTo>
                    <a:pt x="108763" y="9702"/>
                  </a:lnTo>
                  <a:close/>
                  <a:moveTo>
                    <a:pt x="186296" y="11263"/>
                  </a:moveTo>
                  <a:lnTo>
                    <a:pt x="186296" y="1774"/>
                  </a:lnTo>
                  <a:lnTo>
                    <a:pt x="147530" y="0"/>
                  </a:lnTo>
                  <a:close/>
                  <a:moveTo>
                    <a:pt x="186296" y="1774"/>
                  </a:moveTo>
                  <a:lnTo>
                    <a:pt x="186296" y="11263"/>
                  </a:lnTo>
                  <a:lnTo>
                    <a:pt x="225062" y="14580"/>
                  </a:lnTo>
                  <a:close/>
                  <a:moveTo>
                    <a:pt x="225062" y="24203"/>
                  </a:moveTo>
                  <a:lnTo>
                    <a:pt x="241233" y="24203"/>
                  </a:lnTo>
                  <a:lnTo>
                    <a:pt x="225062" y="14580"/>
                  </a:lnTo>
                  <a:close/>
                </a:path>
              </a:pathLst>
            </a:custGeom>
            <a:solidFill>
              <a:srgbClr val="DFB545"/>
            </a:solidFill>
            <a:ln w="4001">
              <a:solidFill>
                <a:srgbClr val="F0DBA5"/>
              </a:solidFill>
            </a:ln>
          </p:spPr>
        </p:sp>
        <p:sp>
          <p:nvSpPr>
            <p:cNvPr id="3967" name="Candidate_B3__3966">
              <a:extLst>
                <a:ext uri="{FF2B5EF4-FFF2-40B4-BE49-F238E27FC236}">
                  <a16:creationId xmlns:a16="http://schemas.microsoft.com/office/drawing/2014/main" id="{EDD8391F-221D-2808-B2D4-FF1CC485DE54}"/>
                </a:ext>
              </a:extLst>
            </p:cNvPr>
            <p:cNvSpPr>
              <a:spLocks noGrp="1"/>
            </p:cNvSpPr>
            <p:nvPr/>
          </p:nvSpPr>
          <p:spPr>
            <a:xfrm>
              <a:off x="4686870" y="4071938"/>
              <a:ext cx="453623" cy="558245"/>
            </a:xfrm>
            <a:custGeom>
              <a:avLst/>
              <a:gdLst/>
              <a:ahLst/>
              <a:cxnLst/>
              <a:rect l="0" t="0" r="0" b="0"/>
              <a:pathLst>
                <a:path w="453623" h="558245">
                  <a:moveTo>
                    <a:pt x="69997" y="539832"/>
                  </a:moveTo>
                  <a:lnTo>
                    <a:pt x="108763" y="541669"/>
                  </a:lnTo>
                  <a:lnTo>
                    <a:pt x="108763" y="537612"/>
                  </a:lnTo>
                  <a:close/>
                  <a:moveTo>
                    <a:pt x="69997" y="539832"/>
                  </a:moveTo>
                  <a:lnTo>
                    <a:pt x="108763" y="537612"/>
                  </a:lnTo>
                  <a:lnTo>
                    <a:pt x="69997" y="521522"/>
                  </a:lnTo>
                  <a:close/>
                  <a:moveTo>
                    <a:pt x="108763" y="553368"/>
                  </a:moveTo>
                  <a:lnTo>
                    <a:pt x="133584" y="541669"/>
                  </a:lnTo>
                  <a:lnTo>
                    <a:pt x="108763" y="541669"/>
                  </a:lnTo>
                  <a:close/>
                  <a:moveTo>
                    <a:pt x="147530" y="543916"/>
                  </a:moveTo>
                  <a:lnTo>
                    <a:pt x="133584" y="541669"/>
                  </a:lnTo>
                  <a:lnTo>
                    <a:pt x="108763" y="553368"/>
                  </a:lnTo>
                  <a:close/>
                  <a:moveTo>
                    <a:pt x="147530" y="543916"/>
                  </a:moveTo>
                  <a:lnTo>
                    <a:pt x="147530" y="558245"/>
                  </a:lnTo>
                  <a:lnTo>
                    <a:pt x="186296" y="543918"/>
                  </a:lnTo>
                  <a:close/>
                  <a:moveTo>
                    <a:pt x="225062" y="552422"/>
                  </a:moveTo>
                  <a:lnTo>
                    <a:pt x="225062" y="541669"/>
                  </a:lnTo>
                  <a:lnTo>
                    <a:pt x="186296" y="543918"/>
                  </a:lnTo>
                  <a:close/>
                  <a:moveTo>
                    <a:pt x="225062" y="541669"/>
                  </a:moveTo>
                  <a:lnTo>
                    <a:pt x="263829" y="541669"/>
                  </a:lnTo>
                  <a:lnTo>
                    <a:pt x="225062" y="539709"/>
                  </a:lnTo>
                  <a:close/>
                  <a:moveTo>
                    <a:pt x="263829" y="541669"/>
                  </a:moveTo>
                  <a:lnTo>
                    <a:pt x="263829" y="532925"/>
                  </a:lnTo>
                  <a:lnTo>
                    <a:pt x="225062" y="539709"/>
                  </a:lnTo>
                  <a:close/>
                  <a:moveTo>
                    <a:pt x="263829" y="541669"/>
                  </a:moveTo>
                  <a:lnTo>
                    <a:pt x="272288" y="541669"/>
                  </a:lnTo>
                  <a:lnTo>
                    <a:pt x="263829" y="532925"/>
                  </a:lnTo>
                  <a:close/>
                  <a:moveTo>
                    <a:pt x="263829" y="532925"/>
                  </a:moveTo>
                  <a:lnTo>
                    <a:pt x="302595" y="533751"/>
                  </a:lnTo>
                  <a:lnTo>
                    <a:pt x="302595" y="522834"/>
                  </a:lnTo>
                  <a:close/>
                  <a:moveTo>
                    <a:pt x="22963" y="467745"/>
                  </a:moveTo>
                  <a:lnTo>
                    <a:pt x="31230" y="504707"/>
                  </a:lnTo>
                  <a:lnTo>
                    <a:pt x="31230" y="482024"/>
                  </a:lnTo>
                  <a:close/>
                  <a:moveTo>
                    <a:pt x="23521" y="504707"/>
                  </a:moveTo>
                  <a:lnTo>
                    <a:pt x="31230" y="504707"/>
                  </a:lnTo>
                  <a:lnTo>
                    <a:pt x="22963" y="467745"/>
                  </a:lnTo>
                  <a:close/>
                  <a:moveTo>
                    <a:pt x="31230" y="512608"/>
                  </a:moveTo>
                  <a:lnTo>
                    <a:pt x="47761" y="504707"/>
                  </a:lnTo>
                  <a:lnTo>
                    <a:pt x="31230" y="504707"/>
                  </a:lnTo>
                  <a:close/>
                  <a:moveTo>
                    <a:pt x="69997" y="521522"/>
                  </a:moveTo>
                  <a:lnTo>
                    <a:pt x="47761" y="504707"/>
                  </a:lnTo>
                  <a:lnTo>
                    <a:pt x="31230" y="512608"/>
                  </a:lnTo>
                  <a:close/>
                  <a:moveTo>
                    <a:pt x="31230" y="504707"/>
                  </a:moveTo>
                  <a:lnTo>
                    <a:pt x="47761" y="504707"/>
                  </a:lnTo>
                  <a:lnTo>
                    <a:pt x="31230" y="482024"/>
                  </a:lnTo>
                  <a:close/>
                  <a:moveTo>
                    <a:pt x="302595" y="522834"/>
                  </a:moveTo>
                  <a:lnTo>
                    <a:pt x="302595" y="533751"/>
                  </a:lnTo>
                  <a:lnTo>
                    <a:pt x="341362" y="507045"/>
                  </a:lnTo>
                  <a:close/>
                  <a:moveTo>
                    <a:pt x="366446" y="504707"/>
                  </a:moveTo>
                  <a:lnTo>
                    <a:pt x="345532" y="504707"/>
                  </a:lnTo>
                  <a:lnTo>
                    <a:pt x="341362" y="507045"/>
                  </a:lnTo>
                  <a:close/>
                  <a:moveTo>
                    <a:pt x="345532" y="504707"/>
                  </a:moveTo>
                  <a:lnTo>
                    <a:pt x="366446" y="504707"/>
                  </a:lnTo>
                  <a:lnTo>
                    <a:pt x="380128" y="481571"/>
                  </a:lnTo>
                  <a:close/>
                  <a:moveTo>
                    <a:pt x="0" y="430783"/>
                  </a:moveTo>
                  <a:lnTo>
                    <a:pt x="22963" y="467745"/>
                  </a:lnTo>
                  <a:lnTo>
                    <a:pt x="18478" y="430783"/>
                  </a:lnTo>
                  <a:close/>
                  <a:moveTo>
                    <a:pt x="409525" y="467745"/>
                  </a:moveTo>
                  <a:lnTo>
                    <a:pt x="394832" y="467745"/>
                  </a:lnTo>
                  <a:lnTo>
                    <a:pt x="380128" y="481571"/>
                  </a:lnTo>
                  <a:close/>
                  <a:moveTo>
                    <a:pt x="394832" y="467745"/>
                  </a:moveTo>
                  <a:lnTo>
                    <a:pt x="409525" y="467745"/>
                  </a:lnTo>
                  <a:lnTo>
                    <a:pt x="418894" y="430859"/>
                  </a:lnTo>
                  <a:close/>
                  <a:moveTo>
                    <a:pt x="10591" y="393821"/>
                  </a:moveTo>
                  <a:lnTo>
                    <a:pt x="18478" y="430783"/>
                  </a:lnTo>
                  <a:lnTo>
                    <a:pt x="30658" y="393821"/>
                  </a:lnTo>
                  <a:close/>
                  <a:moveTo>
                    <a:pt x="432520" y="430783"/>
                  </a:moveTo>
                  <a:lnTo>
                    <a:pt x="418939" y="430783"/>
                  </a:lnTo>
                  <a:lnTo>
                    <a:pt x="418894" y="430859"/>
                  </a:lnTo>
                  <a:close/>
                  <a:moveTo>
                    <a:pt x="430784" y="393821"/>
                  </a:moveTo>
                  <a:lnTo>
                    <a:pt x="418939" y="430783"/>
                  </a:lnTo>
                  <a:lnTo>
                    <a:pt x="444055" y="393821"/>
                  </a:lnTo>
                  <a:close/>
                  <a:moveTo>
                    <a:pt x="31230" y="393005"/>
                  </a:moveTo>
                  <a:lnTo>
                    <a:pt x="10591" y="393821"/>
                  </a:lnTo>
                  <a:lnTo>
                    <a:pt x="30658" y="393821"/>
                  </a:lnTo>
                  <a:close/>
                  <a:moveTo>
                    <a:pt x="31230" y="393005"/>
                  </a:moveTo>
                  <a:lnTo>
                    <a:pt x="60351" y="356860"/>
                  </a:lnTo>
                  <a:lnTo>
                    <a:pt x="37695" y="356860"/>
                  </a:lnTo>
                  <a:close/>
                  <a:moveTo>
                    <a:pt x="434785" y="356860"/>
                  </a:moveTo>
                  <a:lnTo>
                    <a:pt x="430784" y="393821"/>
                  </a:lnTo>
                  <a:lnTo>
                    <a:pt x="449379" y="356860"/>
                  </a:lnTo>
                  <a:close/>
                  <a:moveTo>
                    <a:pt x="69997" y="347971"/>
                  </a:moveTo>
                  <a:lnTo>
                    <a:pt x="37695" y="356860"/>
                  </a:lnTo>
                  <a:lnTo>
                    <a:pt x="60351" y="356860"/>
                  </a:lnTo>
                  <a:close/>
                  <a:moveTo>
                    <a:pt x="69997" y="347971"/>
                  </a:moveTo>
                  <a:lnTo>
                    <a:pt x="106410" y="319898"/>
                  </a:lnTo>
                  <a:lnTo>
                    <a:pt x="80320" y="319898"/>
                  </a:lnTo>
                  <a:close/>
                  <a:moveTo>
                    <a:pt x="435133" y="319898"/>
                  </a:moveTo>
                  <a:lnTo>
                    <a:pt x="434785" y="356860"/>
                  </a:lnTo>
                  <a:lnTo>
                    <a:pt x="452188" y="319898"/>
                  </a:lnTo>
                  <a:close/>
                  <a:moveTo>
                    <a:pt x="108763" y="317540"/>
                  </a:moveTo>
                  <a:lnTo>
                    <a:pt x="80320" y="319898"/>
                  </a:lnTo>
                  <a:lnTo>
                    <a:pt x="106410" y="319898"/>
                  </a:lnTo>
                  <a:close/>
                  <a:moveTo>
                    <a:pt x="108763" y="317540"/>
                  </a:moveTo>
                  <a:lnTo>
                    <a:pt x="143169" y="282936"/>
                  </a:lnTo>
                  <a:lnTo>
                    <a:pt x="117891" y="282936"/>
                  </a:lnTo>
                  <a:close/>
                  <a:moveTo>
                    <a:pt x="433696" y="282936"/>
                  </a:moveTo>
                  <a:lnTo>
                    <a:pt x="435133" y="319898"/>
                  </a:lnTo>
                  <a:lnTo>
                    <a:pt x="453623" y="282936"/>
                  </a:lnTo>
                  <a:close/>
                  <a:moveTo>
                    <a:pt x="125228" y="245974"/>
                  </a:moveTo>
                  <a:lnTo>
                    <a:pt x="147530" y="258134"/>
                  </a:lnTo>
                  <a:lnTo>
                    <a:pt x="147530" y="245974"/>
                  </a:lnTo>
                  <a:close/>
                  <a:moveTo>
                    <a:pt x="143169" y="282936"/>
                  </a:moveTo>
                  <a:lnTo>
                    <a:pt x="147530" y="258134"/>
                  </a:lnTo>
                  <a:lnTo>
                    <a:pt x="125228" y="245974"/>
                  </a:lnTo>
                  <a:close/>
                  <a:moveTo>
                    <a:pt x="429020" y="245974"/>
                  </a:moveTo>
                  <a:lnTo>
                    <a:pt x="433696" y="282936"/>
                  </a:lnTo>
                  <a:lnTo>
                    <a:pt x="451923" y="245974"/>
                  </a:lnTo>
                  <a:close/>
                  <a:moveTo>
                    <a:pt x="108763" y="209012"/>
                  </a:moveTo>
                  <a:lnTo>
                    <a:pt x="108763" y="218444"/>
                  </a:lnTo>
                  <a:lnTo>
                    <a:pt x="123826" y="209012"/>
                  </a:lnTo>
                  <a:close/>
                  <a:moveTo>
                    <a:pt x="123826" y="209012"/>
                  </a:moveTo>
                  <a:lnTo>
                    <a:pt x="125228" y="245974"/>
                  </a:lnTo>
                  <a:lnTo>
                    <a:pt x="147530" y="242911"/>
                  </a:lnTo>
                  <a:close/>
                  <a:moveTo>
                    <a:pt x="147530" y="242911"/>
                  </a:moveTo>
                  <a:lnTo>
                    <a:pt x="125228" y="245974"/>
                  </a:lnTo>
                  <a:lnTo>
                    <a:pt x="147530" y="245974"/>
                  </a:lnTo>
                  <a:close/>
                  <a:moveTo>
                    <a:pt x="443463" y="209012"/>
                  </a:moveTo>
                  <a:lnTo>
                    <a:pt x="418894" y="209012"/>
                  </a:lnTo>
                  <a:lnTo>
                    <a:pt x="429020" y="245974"/>
                  </a:lnTo>
                  <a:close/>
                  <a:moveTo>
                    <a:pt x="85672" y="172050"/>
                  </a:moveTo>
                  <a:lnTo>
                    <a:pt x="108763" y="209012"/>
                  </a:lnTo>
                  <a:lnTo>
                    <a:pt x="108763" y="196432"/>
                  </a:lnTo>
                  <a:close/>
                  <a:moveTo>
                    <a:pt x="103196" y="209012"/>
                  </a:moveTo>
                  <a:lnTo>
                    <a:pt x="108763" y="209012"/>
                  </a:lnTo>
                  <a:lnTo>
                    <a:pt x="85672" y="172050"/>
                  </a:lnTo>
                  <a:close/>
                  <a:moveTo>
                    <a:pt x="108763" y="209012"/>
                  </a:moveTo>
                  <a:lnTo>
                    <a:pt x="123826" y="209012"/>
                  </a:lnTo>
                  <a:lnTo>
                    <a:pt x="108763" y="196432"/>
                  </a:lnTo>
                  <a:close/>
                  <a:moveTo>
                    <a:pt x="418894" y="209012"/>
                  </a:moveTo>
                  <a:lnTo>
                    <a:pt x="418894" y="172050"/>
                  </a:lnTo>
                  <a:lnTo>
                    <a:pt x="416738" y="209012"/>
                  </a:lnTo>
                  <a:close/>
                  <a:moveTo>
                    <a:pt x="418894" y="172050"/>
                  </a:moveTo>
                  <a:lnTo>
                    <a:pt x="391328" y="172050"/>
                  </a:lnTo>
                  <a:lnTo>
                    <a:pt x="416738" y="209012"/>
                  </a:lnTo>
                  <a:close/>
                  <a:moveTo>
                    <a:pt x="85672" y="172050"/>
                  </a:moveTo>
                  <a:lnTo>
                    <a:pt x="69997" y="150060"/>
                  </a:lnTo>
                  <a:lnTo>
                    <a:pt x="69997" y="170257"/>
                  </a:lnTo>
                  <a:close/>
                  <a:moveTo>
                    <a:pt x="380128" y="160882"/>
                  </a:moveTo>
                  <a:lnTo>
                    <a:pt x="391328" y="172050"/>
                  </a:lnTo>
                  <a:lnTo>
                    <a:pt x="380128" y="135089"/>
                  </a:lnTo>
                  <a:close/>
                  <a:moveTo>
                    <a:pt x="391328" y="172050"/>
                  </a:moveTo>
                  <a:lnTo>
                    <a:pt x="418894" y="172050"/>
                  </a:lnTo>
                  <a:lnTo>
                    <a:pt x="380128" y="135089"/>
                  </a:lnTo>
                  <a:close/>
                  <a:moveTo>
                    <a:pt x="61163" y="135089"/>
                  </a:moveTo>
                  <a:lnTo>
                    <a:pt x="69997" y="170257"/>
                  </a:lnTo>
                  <a:lnTo>
                    <a:pt x="69997" y="150060"/>
                  </a:lnTo>
                  <a:close/>
                  <a:moveTo>
                    <a:pt x="43554" y="98127"/>
                  </a:moveTo>
                  <a:lnTo>
                    <a:pt x="61163" y="135089"/>
                  </a:lnTo>
                  <a:lnTo>
                    <a:pt x="54085" y="98127"/>
                  </a:lnTo>
                  <a:close/>
                  <a:moveTo>
                    <a:pt x="341362" y="128683"/>
                  </a:moveTo>
                  <a:lnTo>
                    <a:pt x="341362" y="103266"/>
                  </a:lnTo>
                  <a:lnTo>
                    <a:pt x="306658" y="98127"/>
                  </a:lnTo>
                  <a:close/>
                  <a:moveTo>
                    <a:pt x="380128" y="130711"/>
                  </a:moveTo>
                  <a:lnTo>
                    <a:pt x="349293" y="135089"/>
                  </a:lnTo>
                  <a:lnTo>
                    <a:pt x="380128" y="135089"/>
                  </a:lnTo>
                  <a:close/>
                  <a:moveTo>
                    <a:pt x="341362" y="128683"/>
                  </a:moveTo>
                  <a:lnTo>
                    <a:pt x="349293" y="135089"/>
                  </a:lnTo>
                  <a:lnTo>
                    <a:pt x="380128" y="130711"/>
                  </a:lnTo>
                  <a:close/>
                  <a:moveTo>
                    <a:pt x="380128" y="160882"/>
                  </a:moveTo>
                  <a:lnTo>
                    <a:pt x="380128" y="135089"/>
                  </a:lnTo>
                  <a:lnTo>
                    <a:pt x="349293" y="135089"/>
                  </a:lnTo>
                  <a:close/>
                  <a:moveTo>
                    <a:pt x="52635" y="61165"/>
                  </a:moveTo>
                  <a:lnTo>
                    <a:pt x="54085" y="98127"/>
                  </a:lnTo>
                  <a:lnTo>
                    <a:pt x="64205" y="61165"/>
                  </a:lnTo>
                  <a:close/>
                  <a:moveTo>
                    <a:pt x="302595" y="72593"/>
                  </a:moveTo>
                  <a:lnTo>
                    <a:pt x="302595" y="94323"/>
                  </a:lnTo>
                  <a:lnTo>
                    <a:pt x="306658" y="98127"/>
                  </a:lnTo>
                  <a:close/>
                  <a:moveTo>
                    <a:pt x="302595" y="94323"/>
                  </a:moveTo>
                  <a:lnTo>
                    <a:pt x="302595" y="72593"/>
                  </a:lnTo>
                  <a:lnTo>
                    <a:pt x="270932" y="61165"/>
                  </a:lnTo>
                  <a:close/>
                  <a:moveTo>
                    <a:pt x="69997" y="53356"/>
                  </a:moveTo>
                  <a:lnTo>
                    <a:pt x="52635" y="61165"/>
                  </a:lnTo>
                  <a:lnTo>
                    <a:pt x="64205" y="61165"/>
                  </a:lnTo>
                  <a:close/>
                  <a:moveTo>
                    <a:pt x="69997" y="53356"/>
                  </a:moveTo>
                  <a:lnTo>
                    <a:pt x="101862" y="24203"/>
                  </a:lnTo>
                  <a:lnTo>
                    <a:pt x="84830" y="24203"/>
                  </a:lnTo>
                  <a:close/>
                  <a:moveTo>
                    <a:pt x="263829" y="39540"/>
                  </a:moveTo>
                  <a:lnTo>
                    <a:pt x="263829" y="54706"/>
                  </a:lnTo>
                  <a:lnTo>
                    <a:pt x="270932" y="61165"/>
                  </a:lnTo>
                  <a:close/>
                  <a:moveTo>
                    <a:pt x="263829" y="39540"/>
                  </a:moveTo>
                  <a:lnTo>
                    <a:pt x="225062" y="24203"/>
                  </a:lnTo>
                  <a:lnTo>
                    <a:pt x="225062" y="25929"/>
                  </a:lnTo>
                  <a:close/>
                  <a:moveTo>
                    <a:pt x="263829" y="39540"/>
                  </a:moveTo>
                  <a:lnTo>
                    <a:pt x="225062" y="25929"/>
                  </a:lnTo>
                  <a:lnTo>
                    <a:pt x="263829" y="54706"/>
                  </a:lnTo>
                  <a:close/>
                  <a:moveTo>
                    <a:pt x="108763" y="20027"/>
                  </a:moveTo>
                  <a:lnTo>
                    <a:pt x="84830" y="24203"/>
                  </a:lnTo>
                  <a:lnTo>
                    <a:pt x="101862" y="24203"/>
                  </a:lnTo>
                  <a:close/>
                  <a:moveTo>
                    <a:pt x="147530" y="9224"/>
                  </a:moveTo>
                  <a:lnTo>
                    <a:pt x="108763" y="9702"/>
                  </a:lnTo>
                  <a:lnTo>
                    <a:pt x="108763" y="20027"/>
                  </a:lnTo>
                  <a:close/>
                  <a:moveTo>
                    <a:pt x="186296" y="11263"/>
                  </a:moveTo>
                  <a:lnTo>
                    <a:pt x="147530" y="0"/>
                  </a:lnTo>
                  <a:lnTo>
                    <a:pt x="147530" y="9224"/>
                  </a:lnTo>
                  <a:close/>
                  <a:moveTo>
                    <a:pt x="225062" y="14580"/>
                  </a:moveTo>
                  <a:lnTo>
                    <a:pt x="221109" y="24203"/>
                  </a:lnTo>
                  <a:lnTo>
                    <a:pt x="225062" y="24203"/>
                  </a:lnTo>
                  <a:close/>
                  <a:moveTo>
                    <a:pt x="186296" y="11263"/>
                  </a:moveTo>
                  <a:lnTo>
                    <a:pt x="221109" y="24203"/>
                  </a:lnTo>
                  <a:lnTo>
                    <a:pt x="225062" y="14580"/>
                  </a:lnTo>
                  <a:close/>
                </a:path>
              </a:pathLst>
            </a:custGeom>
            <a:solidFill>
              <a:srgbClr val="E0B74A"/>
            </a:solidFill>
            <a:ln w="4001">
              <a:solidFill>
                <a:srgbClr val="F0DBA5"/>
              </a:solidFill>
            </a:ln>
          </p:spPr>
        </p:sp>
        <p:sp>
          <p:nvSpPr>
            <p:cNvPr id="3968" name="Candidate_B3__3967">
              <a:extLst>
                <a:ext uri="{FF2B5EF4-FFF2-40B4-BE49-F238E27FC236}">
                  <a16:creationId xmlns:a16="http://schemas.microsoft.com/office/drawing/2014/main" id="{D0281C73-CCF6-E921-1963-A81447350AA8}"/>
                </a:ext>
              </a:extLst>
            </p:cNvPr>
            <p:cNvSpPr>
              <a:spLocks noGrp="1"/>
            </p:cNvSpPr>
            <p:nvPr/>
          </p:nvSpPr>
          <p:spPr>
            <a:xfrm>
              <a:off x="4705349" y="4081162"/>
              <a:ext cx="416655" cy="534694"/>
            </a:xfrm>
            <a:custGeom>
              <a:avLst/>
              <a:gdLst/>
              <a:ahLst/>
              <a:cxnLst/>
              <a:rect l="0" t="0" r="0" b="0"/>
              <a:pathLst>
                <a:path w="416655" h="534694">
                  <a:moveTo>
                    <a:pt x="90285" y="532444"/>
                  </a:moveTo>
                  <a:lnTo>
                    <a:pt x="115106" y="532444"/>
                  </a:lnTo>
                  <a:lnTo>
                    <a:pt x="90285" y="528388"/>
                  </a:lnTo>
                  <a:close/>
                  <a:moveTo>
                    <a:pt x="167818" y="534694"/>
                  </a:moveTo>
                  <a:lnTo>
                    <a:pt x="206584" y="532444"/>
                  </a:lnTo>
                  <a:lnTo>
                    <a:pt x="187278" y="532444"/>
                  </a:lnTo>
                  <a:close/>
                  <a:moveTo>
                    <a:pt x="187278" y="532444"/>
                  </a:moveTo>
                  <a:lnTo>
                    <a:pt x="206584" y="532444"/>
                  </a:lnTo>
                  <a:lnTo>
                    <a:pt x="206584" y="530484"/>
                  </a:lnTo>
                  <a:close/>
                  <a:moveTo>
                    <a:pt x="129051" y="236750"/>
                  </a:moveTo>
                  <a:lnTo>
                    <a:pt x="131104" y="236750"/>
                  </a:lnTo>
                  <a:lnTo>
                    <a:pt x="129051" y="233687"/>
                  </a:lnTo>
                  <a:close/>
                  <a:moveTo>
                    <a:pt x="129051" y="236750"/>
                  </a:moveTo>
                  <a:lnTo>
                    <a:pt x="129051" y="248909"/>
                  </a:lnTo>
                  <a:lnTo>
                    <a:pt x="131104" y="236750"/>
                  </a:lnTo>
                  <a:close/>
                  <a:moveTo>
                    <a:pt x="410541" y="236750"/>
                  </a:moveTo>
                  <a:lnTo>
                    <a:pt x="400416" y="199788"/>
                  </a:lnTo>
                  <a:lnTo>
                    <a:pt x="400416" y="205645"/>
                  </a:lnTo>
                  <a:close/>
                  <a:moveTo>
                    <a:pt x="400416" y="205645"/>
                  </a:moveTo>
                  <a:lnTo>
                    <a:pt x="400416" y="199788"/>
                  </a:lnTo>
                  <a:lnTo>
                    <a:pt x="398260" y="199788"/>
                  </a:lnTo>
                  <a:close/>
                  <a:moveTo>
                    <a:pt x="206584" y="16705"/>
                  </a:moveTo>
                  <a:lnTo>
                    <a:pt x="206584" y="14978"/>
                  </a:lnTo>
                  <a:lnTo>
                    <a:pt x="202631" y="14978"/>
                  </a:lnTo>
                  <a:close/>
                  <a:moveTo>
                    <a:pt x="115106" y="532444"/>
                  </a:moveTo>
                  <a:lnTo>
                    <a:pt x="129051" y="534691"/>
                  </a:lnTo>
                  <a:lnTo>
                    <a:pt x="129051" y="532444"/>
                  </a:lnTo>
                  <a:close/>
                  <a:moveTo>
                    <a:pt x="115106" y="532444"/>
                  </a:moveTo>
                  <a:lnTo>
                    <a:pt x="129051" y="532444"/>
                  </a:lnTo>
                  <a:lnTo>
                    <a:pt x="90285" y="528388"/>
                  </a:lnTo>
                  <a:close/>
                  <a:moveTo>
                    <a:pt x="167818" y="532444"/>
                  </a:moveTo>
                  <a:lnTo>
                    <a:pt x="129051" y="534691"/>
                  </a:lnTo>
                  <a:lnTo>
                    <a:pt x="167818" y="534694"/>
                  </a:lnTo>
                  <a:close/>
                  <a:moveTo>
                    <a:pt x="167818" y="532444"/>
                  </a:moveTo>
                  <a:lnTo>
                    <a:pt x="129051" y="532444"/>
                  </a:lnTo>
                  <a:lnTo>
                    <a:pt x="129051" y="534691"/>
                  </a:lnTo>
                  <a:close/>
                  <a:moveTo>
                    <a:pt x="167818" y="532444"/>
                  </a:moveTo>
                  <a:lnTo>
                    <a:pt x="167818" y="534694"/>
                  </a:lnTo>
                  <a:lnTo>
                    <a:pt x="187278" y="532444"/>
                  </a:lnTo>
                  <a:close/>
                  <a:moveTo>
                    <a:pt x="29283" y="495482"/>
                  </a:moveTo>
                  <a:lnTo>
                    <a:pt x="51518" y="512298"/>
                  </a:lnTo>
                  <a:lnTo>
                    <a:pt x="51518" y="495482"/>
                  </a:lnTo>
                  <a:close/>
                  <a:moveTo>
                    <a:pt x="322883" y="495482"/>
                  </a:moveTo>
                  <a:lnTo>
                    <a:pt x="284117" y="513610"/>
                  </a:lnTo>
                  <a:lnTo>
                    <a:pt x="322883" y="497820"/>
                  </a:lnTo>
                  <a:close/>
                  <a:moveTo>
                    <a:pt x="322883" y="495482"/>
                  </a:moveTo>
                  <a:lnTo>
                    <a:pt x="322883" y="497820"/>
                  </a:lnTo>
                  <a:lnTo>
                    <a:pt x="327054" y="495482"/>
                  </a:lnTo>
                  <a:close/>
                  <a:moveTo>
                    <a:pt x="327054" y="495482"/>
                  </a:moveTo>
                  <a:lnTo>
                    <a:pt x="361650" y="472347"/>
                  </a:lnTo>
                  <a:lnTo>
                    <a:pt x="322883" y="495482"/>
                  </a:lnTo>
                  <a:close/>
                  <a:moveTo>
                    <a:pt x="4485" y="458521"/>
                  </a:moveTo>
                  <a:lnTo>
                    <a:pt x="12752" y="472799"/>
                  </a:lnTo>
                  <a:lnTo>
                    <a:pt x="12752" y="458521"/>
                  </a:lnTo>
                  <a:close/>
                  <a:moveTo>
                    <a:pt x="0" y="421559"/>
                  </a:moveTo>
                  <a:lnTo>
                    <a:pt x="12752" y="458521"/>
                  </a:lnTo>
                  <a:lnTo>
                    <a:pt x="12752" y="421559"/>
                  </a:lnTo>
                  <a:close/>
                  <a:moveTo>
                    <a:pt x="0" y="421559"/>
                  </a:moveTo>
                  <a:lnTo>
                    <a:pt x="4485" y="458521"/>
                  </a:lnTo>
                  <a:lnTo>
                    <a:pt x="12752" y="458521"/>
                  </a:lnTo>
                  <a:close/>
                  <a:moveTo>
                    <a:pt x="361650" y="458521"/>
                  </a:moveTo>
                  <a:lnTo>
                    <a:pt x="361650" y="472347"/>
                  </a:lnTo>
                  <a:lnTo>
                    <a:pt x="376354" y="458521"/>
                  </a:lnTo>
                  <a:close/>
                  <a:moveTo>
                    <a:pt x="376354" y="458521"/>
                  </a:moveTo>
                  <a:lnTo>
                    <a:pt x="400416" y="421634"/>
                  </a:lnTo>
                  <a:lnTo>
                    <a:pt x="361650" y="458521"/>
                  </a:lnTo>
                  <a:close/>
                  <a:moveTo>
                    <a:pt x="12179" y="384597"/>
                  </a:moveTo>
                  <a:lnTo>
                    <a:pt x="12752" y="421559"/>
                  </a:lnTo>
                  <a:lnTo>
                    <a:pt x="12752" y="384597"/>
                  </a:lnTo>
                  <a:close/>
                  <a:moveTo>
                    <a:pt x="12179" y="384597"/>
                  </a:moveTo>
                  <a:lnTo>
                    <a:pt x="0" y="421559"/>
                  </a:lnTo>
                  <a:lnTo>
                    <a:pt x="12752" y="421559"/>
                  </a:lnTo>
                  <a:close/>
                  <a:moveTo>
                    <a:pt x="400416" y="421559"/>
                  </a:moveTo>
                  <a:lnTo>
                    <a:pt x="400416" y="421634"/>
                  </a:lnTo>
                  <a:lnTo>
                    <a:pt x="400460" y="421559"/>
                  </a:lnTo>
                  <a:close/>
                  <a:moveTo>
                    <a:pt x="400416" y="384597"/>
                  </a:moveTo>
                  <a:lnTo>
                    <a:pt x="400460" y="421559"/>
                  </a:lnTo>
                  <a:lnTo>
                    <a:pt x="412306" y="384597"/>
                  </a:lnTo>
                  <a:close/>
                  <a:moveTo>
                    <a:pt x="400416" y="384597"/>
                  </a:moveTo>
                  <a:lnTo>
                    <a:pt x="400416" y="421559"/>
                  </a:lnTo>
                  <a:lnTo>
                    <a:pt x="400460" y="421559"/>
                  </a:lnTo>
                  <a:close/>
                  <a:moveTo>
                    <a:pt x="12752" y="383780"/>
                  </a:moveTo>
                  <a:lnTo>
                    <a:pt x="12179" y="384597"/>
                  </a:lnTo>
                  <a:lnTo>
                    <a:pt x="12752" y="384597"/>
                  </a:lnTo>
                  <a:close/>
                  <a:moveTo>
                    <a:pt x="12752" y="384597"/>
                  </a:moveTo>
                  <a:lnTo>
                    <a:pt x="41873" y="347635"/>
                  </a:lnTo>
                  <a:lnTo>
                    <a:pt x="12752" y="383780"/>
                  </a:lnTo>
                  <a:close/>
                  <a:moveTo>
                    <a:pt x="51518" y="347635"/>
                  </a:moveTo>
                  <a:lnTo>
                    <a:pt x="41873" y="347635"/>
                  </a:lnTo>
                  <a:lnTo>
                    <a:pt x="12752" y="384597"/>
                  </a:lnTo>
                  <a:close/>
                  <a:moveTo>
                    <a:pt x="400416" y="347635"/>
                  </a:moveTo>
                  <a:lnTo>
                    <a:pt x="412306" y="384597"/>
                  </a:lnTo>
                  <a:lnTo>
                    <a:pt x="416307" y="347635"/>
                  </a:lnTo>
                  <a:close/>
                  <a:moveTo>
                    <a:pt x="51518" y="338747"/>
                  </a:moveTo>
                  <a:lnTo>
                    <a:pt x="41873" y="347635"/>
                  </a:lnTo>
                  <a:lnTo>
                    <a:pt x="51518" y="347635"/>
                  </a:lnTo>
                  <a:close/>
                  <a:moveTo>
                    <a:pt x="400416" y="310673"/>
                  </a:moveTo>
                  <a:lnTo>
                    <a:pt x="416307" y="347635"/>
                  </a:lnTo>
                  <a:lnTo>
                    <a:pt x="416655" y="310673"/>
                  </a:lnTo>
                  <a:close/>
                  <a:moveTo>
                    <a:pt x="90285" y="308316"/>
                  </a:moveTo>
                  <a:lnTo>
                    <a:pt x="87932" y="310673"/>
                  </a:lnTo>
                  <a:lnTo>
                    <a:pt x="90285" y="310673"/>
                  </a:lnTo>
                  <a:close/>
                  <a:moveTo>
                    <a:pt x="90285" y="310673"/>
                  </a:moveTo>
                  <a:lnTo>
                    <a:pt x="124691" y="273711"/>
                  </a:lnTo>
                  <a:lnTo>
                    <a:pt x="90285" y="308316"/>
                  </a:lnTo>
                  <a:close/>
                  <a:moveTo>
                    <a:pt x="129051" y="273711"/>
                  </a:moveTo>
                  <a:lnTo>
                    <a:pt x="124691" y="273711"/>
                  </a:lnTo>
                  <a:lnTo>
                    <a:pt x="90285" y="310673"/>
                  </a:lnTo>
                  <a:close/>
                  <a:moveTo>
                    <a:pt x="400416" y="273711"/>
                  </a:moveTo>
                  <a:lnTo>
                    <a:pt x="416655" y="310673"/>
                  </a:lnTo>
                  <a:lnTo>
                    <a:pt x="415218" y="273711"/>
                  </a:lnTo>
                  <a:close/>
                  <a:moveTo>
                    <a:pt x="129051" y="248909"/>
                  </a:moveTo>
                  <a:lnTo>
                    <a:pt x="124691" y="273711"/>
                  </a:lnTo>
                  <a:lnTo>
                    <a:pt x="129051" y="273711"/>
                  </a:lnTo>
                  <a:close/>
                  <a:moveTo>
                    <a:pt x="129051" y="273711"/>
                  </a:moveTo>
                  <a:lnTo>
                    <a:pt x="131104" y="236750"/>
                  </a:lnTo>
                  <a:lnTo>
                    <a:pt x="129051" y="248909"/>
                  </a:lnTo>
                  <a:close/>
                  <a:moveTo>
                    <a:pt x="167818" y="236750"/>
                  </a:moveTo>
                  <a:lnTo>
                    <a:pt x="131104" y="236750"/>
                  </a:lnTo>
                  <a:lnTo>
                    <a:pt x="129051" y="273711"/>
                  </a:lnTo>
                  <a:close/>
                  <a:moveTo>
                    <a:pt x="400416" y="236750"/>
                  </a:moveTo>
                  <a:lnTo>
                    <a:pt x="415218" y="273711"/>
                  </a:lnTo>
                  <a:lnTo>
                    <a:pt x="410541" y="236750"/>
                  </a:lnTo>
                  <a:close/>
                  <a:moveTo>
                    <a:pt x="400416" y="236750"/>
                  </a:moveTo>
                  <a:lnTo>
                    <a:pt x="400416" y="273711"/>
                  </a:lnTo>
                  <a:lnTo>
                    <a:pt x="415218" y="273711"/>
                  </a:lnTo>
                  <a:close/>
                  <a:moveTo>
                    <a:pt x="167818" y="236750"/>
                  </a:moveTo>
                  <a:lnTo>
                    <a:pt x="129051" y="233687"/>
                  </a:lnTo>
                  <a:lnTo>
                    <a:pt x="131104" y="236750"/>
                  </a:lnTo>
                  <a:close/>
                  <a:moveTo>
                    <a:pt x="400416" y="236750"/>
                  </a:moveTo>
                  <a:lnTo>
                    <a:pt x="410541" y="236750"/>
                  </a:lnTo>
                  <a:lnTo>
                    <a:pt x="400416" y="205645"/>
                  </a:lnTo>
                  <a:close/>
                  <a:moveTo>
                    <a:pt x="398260" y="199788"/>
                  </a:moveTo>
                  <a:lnTo>
                    <a:pt x="400416" y="236750"/>
                  </a:lnTo>
                  <a:lnTo>
                    <a:pt x="400416" y="205645"/>
                  </a:lnTo>
                  <a:close/>
                  <a:moveTo>
                    <a:pt x="105348" y="199788"/>
                  </a:moveTo>
                  <a:lnTo>
                    <a:pt x="129051" y="233687"/>
                  </a:lnTo>
                  <a:lnTo>
                    <a:pt x="129051" y="199788"/>
                  </a:lnTo>
                  <a:close/>
                  <a:moveTo>
                    <a:pt x="361650" y="162826"/>
                  </a:moveTo>
                  <a:lnTo>
                    <a:pt x="398260" y="199788"/>
                  </a:lnTo>
                  <a:lnTo>
                    <a:pt x="372850" y="162826"/>
                  </a:lnTo>
                  <a:close/>
                  <a:moveTo>
                    <a:pt x="67194" y="162826"/>
                  </a:moveTo>
                  <a:lnTo>
                    <a:pt x="90285" y="187207"/>
                  </a:lnTo>
                  <a:lnTo>
                    <a:pt x="90285" y="162826"/>
                  </a:lnTo>
                  <a:close/>
                  <a:moveTo>
                    <a:pt x="322883" y="125864"/>
                  </a:moveTo>
                  <a:lnTo>
                    <a:pt x="361650" y="151657"/>
                  </a:lnTo>
                  <a:lnTo>
                    <a:pt x="330814" y="125864"/>
                  </a:lnTo>
                  <a:close/>
                  <a:moveTo>
                    <a:pt x="361650" y="162826"/>
                  </a:moveTo>
                  <a:lnTo>
                    <a:pt x="361650" y="151657"/>
                  </a:lnTo>
                  <a:lnTo>
                    <a:pt x="322883" y="125864"/>
                  </a:lnTo>
                  <a:close/>
                  <a:moveTo>
                    <a:pt x="361650" y="162826"/>
                  </a:moveTo>
                  <a:lnTo>
                    <a:pt x="372850" y="162826"/>
                  </a:lnTo>
                  <a:lnTo>
                    <a:pt x="361650" y="151657"/>
                  </a:lnTo>
                  <a:close/>
                  <a:moveTo>
                    <a:pt x="42685" y="125864"/>
                  </a:moveTo>
                  <a:lnTo>
                    <a:pt x="51518" y="140835"/>
                  </a:lnTo>
                  <a:lnTo>
                    <a:pt x="51518" y="125864"/>
                  </a:lnTo>
                  <a:close/>
                  <a:moveTo>
                    <a:pt x="35607" y="88902"/>
                  </a:moveTo>
                  <a:lnTo>
                    <a:pt x="42685" y="125864"/>
                  </a:lnTo>
                  <a:lnTo>
                    <a:pt x="51518" y="125864"/>
                  </a:lnTo>
                  <a:close/>
                  <a:moveTo>
                    <a:pt x="284117" y="88902"/>
                  </a:moveTo>
                  <a:lnTo>
                    <a:pt x="322883" y="119459"/>
                  </a:lnTo>
                  <a:lnTo>
                    <a:pt x="288179" y="88902"/>
                  </a:lnTo>
                  <a:close/>
                  <a:moveTo>
                    <a:pt x="322883" y="125864"/>
                  </a:moveTo>
                  <a:lnTo>
                    <a:pt x="322883" y="119459"/>
                  </a:lnTo>
                  <a:lnTo>
                    <a:pt x="284117" y="88902"/>
                  </a:lnTo>
                  <a:close/>
                  <a:moveTo>
                    <a:pt x="322883" y="125864"/>
                  </a:moveTo>
                  <a:lnTo>
                    <a:pt x="330814" y="125864"/>
                  </a:lnTo>
                  <a:lnTo>
                    <a:pt x="322883" y="119459"/>
                  </a:lnTo>
                  <a:close/>
                  <a:moveTo>
                    <a:pt x="45726" y="51940"/>
                  </a:moveTo>
                  <a:lnTo>
                    <a:pt x="51518" y="88902"/>
                  </a:lnTo>
                  <a:lnTo>
                    <a:pt x="51518" y="51940"/>
                  </a:lnTo>
                  <a:close/>
                  <a:moveTo>
                    <a:pt x="45726" y="51940"/>
                  </a:moveTo>
                  <a:lnTo>
                    <a:pt x="35607" y="88902"/>
                  </a:lnTo>
                  <a:lnTo>
                    <a:pt x="51518" y="88902"/>
                  </a:lnTo>
                  <a:close/>
                  <a:moveTo>
                    <a:pt x="245350" y="51940"/>
                  </a:moveTo>
                  <a:lnTo>
                    <a:pt x="284117" y="85099"/>
                  </a:lnTo>
                  <a:lnTo>
                    <a:pt x="252453" y="51940"/>
                  </a:lnTo>
                  <a:close/>
                  <a:moveTo>
                    <a:pt x="284117" y="88902"/>
                  </a:moveTo>
                  <a:lnTo>
                    <a:pt x="284117" y="85099"/>
                  </a:lnTo>
                  <a:lnTo>
                    <a:pt x="245350" y="51940"/>
                  </a:lnTo>
                  <a:close/>
                  <a:moveTo>
                    <a:pt x="284117" y="88902"/>
                  </a:moveTo>
                  <a:lnTo>
                    <a:pt x="288179" y="88902"/>
                  </a:lnTo>
                  <a:lnTo>
                    <a:pt x="284117" y="85099"/>
                  </a:lnTo>
                  <a:close/>
                  <a:moveTo>
                    <a:pt x="51518" y="44131"/>
                  </a:moveTo>
                  <a:lnTo>
                    <a:pt x="45726" y="51940"/>
                  </a:lnTo>
                  <a:lnTo>
                    <a:pt x="51518" y="51940"/>
                  </a:lnTo>
                  <a:close/>
                  <a:moveTo>
                    <a:pt x="202631" y="14978"/>
                  </a:moveTo>
                  <a:lnTo>
                    <a:pt x="167818" y="14978"/>
                  </a:lnTo>
                  <a:lnTo>
                    <a:pt x="206584" y="16705"/>
                  </a:lnTo>
                  <a:close/>
                  <a:moveTo>
                    <a:pt x="245350" y="51940"/>
                  </a:moveTo>
                  <a:lnTo>
                    <a:pt x="252453" y="51940"/>
                  </a:lnTo>
                  <a:lnTo>
                    <a:pt x="245350" y="45481"/>
                  </a:lnTo>
                  <a:close/>
                  <a:moveTo>
                    <a:pt x="90285" y="10803"/>
                  </a:moveTo>
                  <a:lnTo>
                    <a:pt x="83383" y="14978"/>
                  </a:lnTo>
                  <a:lnTo>
                    <a:pt x="90285" y="14978"/>
                  </a:lnTo>
                  <a:close/>
                  <a:moveTo>
                    <a:pt x="90285" y="14978"/>
                  </a:moveTo>
                  <a:lnTo>
                    <a:pt x="129051" y="0"/>
                  </a:lnTo>
                  <a:lnTo>
                    <a:pt x="90285" y="10803"/>
                  </a:lnTo>
                  <a:close/>
                  <a:moveTo>
                    <a:pt x="90285" y="14978"/>
                  </a:moveTo>
                  <a:lnTo>
                    <a:pt x="129051" y="14978"/>
                  </a:lnTo>
                  <a:lnTo>
                    <a:pt x="129051" y="0"/>
                  </a:lnTo>
                  <a:close/>
                  <a:moveTo>
                    <a:pt x="129051" y="14978"/>
                  </a:moveTo>
                  <a:lnTo>
                    <a:pt x="167818" y="2038"/>
                  </a:lnTo>
                  <a:lnTo>
                    <a:pt x="129051" y="0"/>
                  </a:lnTo>
                  <a:close/>
                  <a:moveTo>
                    <a:pt x="167818" y="14978"/>
                  </a:moveTo>
                  <a:lnTo>
                    <a:pt x="202631" y="14978"/>
                  </a:lnTo>
                  <a:lnTo>
                    <a:pt x="167818" y="2038"/>
                  </a:lnTo>
                  <a:close/>
                </a:path>
              </a:pathLst>
            </a:custGeom>
            <a:solidFill>
              <a:srgbClr val="E1B94F"/>
            </a:solidFill>
            <a:ln w="4001">
              <a:solidFill>
                <a:srgbClr val="F0DBA5"/>
              </a:solidFill>
            </a:ln>
          </p:spPr>
        </p:sp>
        <p:sp>
          <p:nvSpPr>
            <p:cNvPr id="3969" name="Candidate_B3__3968">
              <a:extLst>
                <a:ext uri="{FF2B5EF4-FFF2-40B4-BE49-F238E27FC236}">
                  <a16:creationId xmlns:a16="http://schemas.microsoft.com/office/drawing/2014/main" id="{B30F7DC1-8205-4264-0BDB-0D727C70ABC8}"/>
                </a:ext>
              </a:extLst>
            </p:cNvPr>
            <p:cNvSpPr>
              <a:spLocks noGrp="1"/>
            </p:cNvSpPr>
            <p:nvPr/>
          </p:nvSpPr>
          <p:spPr>
            <a:xfrm>
              <a:off x="4718101" y="4083200"/>
              <a:ext cx="403903" cy="530406"/>
            </a:xfrm>
            <a:custGeom>
              <a:avLst/>
              <a:gdLst/>
              <a:ahLst/>
              <a:cxnLst/>
              <a:rect l="0" t="0" r="0" b="0"/>
              <a:pathLst>
                <a:path w="403903" h="530406">
                  <a:moveTo>
                    <a:pt x="77533" y="526349"/>
                  </a:moveTo>
                  <a:lnTo>
                    <a:pt x="116299" y="530406"/>
                  </a:lnTo>
                  <a:lnTo>
                    <a:pt x="116299" y="504450"/>
                  </a:lnTo>
                  <a:close/>
                  <a:moveTo>
                    <a:pt x="77533" y="526349"/>
                  </a:moveTo>
                  <a:lnTo>
                    <a:pt x="116299" y="504450"/>
                  </a:lnTo>
                  <a:lnTo>
                    <a:pt x="77533" y="494286"/>
                  </a:lnTo>
                  <a:close/>
                  <a:moveTo>
                    <a:pt x="116299" y="530406"/>
                  </a:moveTo>
                  <a:lnTo>
                    <a:pt x="155066" y="530406"/>
                  </a:lnTo>
                  <a:lnTo>
                    <a:pt x="116299" y="504450"/>
                  </a:lnTo>
                  <a:close/>
                  <a:moveTo>
                    <a:pt x="155066" y="530406"/>
                  </a:moveTo>
                  <a:lnTo>
                    <a:pt x="155066" y="506786"/>
                  </a:lnTo>
                  <a:lnTo>
                    <a:pt x="116299" y="504450"/>
                  </a:lnTo>
                  <a:close/>
                  <a:moveTo>
                    <a:pt x="155066" y="530406"/>
                  </a:moveTo>
                  <a:lnTo>
                    <a:pt x="174526" y="530406"/>
                  </a:lnTo>
                  <a:lnTo>
                    <a:pt x="155066" y="506786"/>
                  </a:lnTo>
                  <a:close/>
                  <a:moveTo>
                    <a:pt x="155066" y="506786"/>
                  </a:moveTo>
                  <a:lnTo>
                    <a:pt x="174526" y="530406"/>
                  </a:lnTo>
                  <a:lnTo>
                    <a:pt x="193832" y="528446"/>
                  </a:lnTo>
                  <a:close/>
                  <a:moveTo>
                    <a:pt x="155066" y="506786"/>
                  </a:moveTo>
                  <a:lnTo>
                    <a:pt x="193832" y="528446"/>
                  </a:lnTo>
                  <a:lnTo>
                    <a:pt x="193832" y="504223"/>
                  </a:lnTo>
                  <a:close/>
                  <a:moveTo>
                    <a:pt x="0" y="456482"/>
                  </a:moveTo>
                  <a:lnTo>
                    <a:pt x="0" y="470761"/>
                  </a:lnTo>
                  <a:lnTo>
                    <a:pt x="33346" y="456482"/>
                  </a:lnTo>
                  <a:close/>
                  <a:moveTo>
                    <a:pt x="0" y="470761"/>
                  </a:moveTo>
                  <a:lnTo>
                    <a:pt x="16531" y="493444"/>
                  </a:lnTo>
                  <a:lnTo>
                    <a:pt x="33346" y="456482"/>
                  </a:lnTo>
                  <a:close/>
                  <a:moveTo>
                    <a:pt x="33346" y="456482"/>
                  </a:moveTo>
                  <a:lnTo>
                    <a:pt x="16531" y="493444"/>
                  </a:lnTo>
                  <a:lnTo>
                    <a:pt x="38766" y="463383"/>
                  </a:lnTo>
                  <a:close/>
                  <a:moveTo>
                    <a:pt x="38766" y="463383"/>
                  </a:moveTo>
                  <a:lnTo>
                    <a:pt x="16531" y="493444"/>
                  </a:lnTo>
                  <a:lnTo>
                    <a:pt x="38766" y="493444"/>
                  </a:lnTo>
                  <a:close/>
                  <a:moveTo>
                    <a:pt x="38766" y="510259"/>
                  </a:moveTo>
                  <a:lnTo>
                    <a:pt x="75849" y="493444"/>
                  </a:lnTo>
                  <a:lnTo>
                    <a:pt x="38766" y="493444"/>
                  </a:lnTo>
                  <a:close/>
                  <a:moveTo>
                    <a:pt x="77533" y="494286"/>
                  </a:moveTo>
                  <a:lnTo>
                    <a:pt x="75849" y="493444"/>
                  </a:lnTo>
                  <a:lnTo>
                    <a:pt x="38766" y="510259"/>
                  </a:lnTo>
                  <a:close/>
                  <a:moveTo>
                    <a:pt x="77533" y="526349"/>
                  </a:moveTo>
                  <a:lnTo>
                    <a:pt x="77533" y="494286"/>
                  </a:lnTo>
                  <a:lnTo>
                    <a:pt x="38766" y="510259"/>
                  </a:lnTo>
                  <a:close/>
                  <a:moveTo>
                    <a:pt x="193832" y="528446"/>
                  </a:moveTo>
                  <a:lnTo>
                    <a:pt x="232598" y="521662"/>
                  </a:lnTo>
                  <a:lnTo>
                    <a:pt x="232598" y="497892"/>
                  </a:lnTo>
                  <a:close/>
                  <a:moveTo>
                    <a:pt x="193832" y="504223"/>
                  </a:moveTo>
                  <a:lnTo>
                    <a:pt x="193832" y="528446"/>
                  </a:lnTo>
                  <a:lnTo>
                    <a:pt x="232598" y="497892"/>
                  </a:lnTo>
                  <a:close/>
                  <a:moveTo>
                    <a:pt x="271365" y="511571"/>
                  </a:moveTo>
                  <a:lnTo>
                    <a:pt x="271365" y="493444"/>
                  </a:lnTo>
                  <a:lnTo>
                    <a:pt x="232598" y="497892"/>
                  </a:lnTo>
                  <a:close/>
                  <a:moveTo>
                    <a:pt x="232598" y="521662"/>
                  </a:moveTo>
                  <a:lnTo>
                    <a:pt x="271365" y="511571"/>
                  </a:lnTo>
                  <a:lnTo>
                    <a:pt x="232598" y="497892"/>
                  </a:lnTo>
                  <a:close/>
                  <a:moveTo>
                    <a:pt x="310131" y="493444"/>
                  </a:moveTo>
                  <a:lnTo>
                    <a:pt x="271365" y="493444"/>
                  </a:lnTo>
                  <a:lnTo>
                    <a:pt x="271365" y="511571"/>
                  </a:lnTo>
                  <a:close/>
                  <a:moveTo>
                    <a:pt x="271365" y="493444"/>
                  </a:moveTo>
                  <a:lnTo>
                    <a:pt x="310131" y="493444"/>
                  </a:lnTo>
                  <a:lnTo>
                    <a:pt x="271365" y="486930"/>
                  </a:lnTo>
                  <a:close/>
                  <a:moveTo>
                    <a:pt x="310131" y="493444"/>
                  </a:moveTo>
                  <a:lnTo>
                    <a:pt x="310131" y="468889"/>
                  </a:lnTo>
                  <a:lnTo>
                    <a:pt x="271365" y="486930"/>
                  </a:lnTo>
                  <a:close/>
                  <a:moveTo>
                    <a:pt x="310131" y="468889"/>
                  </a:moveTo>
                  <a:lnTo>
                    <a:pt x="348898" y="470308"/>
                  </a:lnTo>
                  <a:lnTo>
                    <a:pt x="348898" y="456482"/>
                  </a:lnTo>
                  <a:close/>
                  <a:moveTo>
                    <a:pt x="310131" y="493444"/>
                  </a:moveTo>
                  <a:lnTo>
                    <a:pt x="348898" y="470308"/>
                  </a:lnTo>
                  <a:lnTo>
                    <a:pt x="310131" y="468889"/>
                  </a:lnTo>
                  <a:close/>
                  <a:moveTo>
                    <a:pt x="26005" y="419520"/>
                  </a:moveTo>
                  <a:lnTo>
                    <a:pt x="0" y="419520"/>
                  </a:lnTo>
                  <a:lnTo>
                    <a:pt x="0" y="456482"/>
                  </a:lnTo>
                  <a:close/>
                  <a:moveTo>
                    <a:pt x="348898" y="433225"/>
                  </a:moveTo>
                  <a:lnTo>
                    <a:pt x="387664" y="419520"/>
                  </a:lnTo>
                  <a:lnTo>
                    <a:pt x="358603" y="419520"/>
                  </a:lnTo>
                  <a:close/>
                  <a:moveTo>
                    <a:pt x="348898" y="433225"/>
                  </a:moveTo>
                  <a:lnTo>
                    <a:pt x="387664" y="419596"/>
                  </a:lnTo>
                  <a:lnTo>
                    <a:pt x="387664" y="419520"/>
                  </a:lnTo>
                  <a:close/>
                  <a:moveTo>
                    <a:pt x="348898" y="456482"/>
                  </a:moveTo>
                  <a:lnTo>
                    <a:pt x="387664" y="419596"/>
                  </a:lnTo>
                  <a:lnTo>
                    <a:pt x="348898" y="433225"/>
                  </a:lnTo>
                  <a:close/>
                  <a:moveTo>
                    <a:pt x="0" y="419520"/>
                  </a:moveTo>
                  <a:lnTo>
                    <a:pt x="38766" y="382559"/>
                  </a:lnTo>
                  <a:lnTo>
                    <a:pt x="0" y="382559"/>
                  </a:lnTo>
                  <a:close/>
                  <a:moveTo>
                    <a:pt x="387664" y="419520"/>
                  </a:moveTo>
                  <a:lnTo>
                    <a:pt x="387664" y="382559"/>
                  </a:lnTo>
                  <a:lnTo>
                    <a:pt x="358603" y="419520"/>
                  </a:lnTo>
                  <a:close/>
                  <a:moveTo>
                    <a:pt x="38766" y="382559"/>
                  </a:moveTo>
                  <a:lnTo>
                    <a:pt x="38766" y="345597"/>
                  </a:lnTo>
                  <a:lnTo>
                    <a:pt x="0" y="382559"/>
                  </a:lnTo>
                  <a:close/>
                  <a:moveTo>
                    <a:pt x="387664" y="345597"/>
                  </a:moveTo>
                  <a:lnTo>
                    <a:pt x="387664" y="382559"/>
                  </a:lnTo>
                  <a:lnTo>
                    <a:pt x="399554" y="382559"/>
                  </a:lnTo>
                  <a:close/>
                  <a:moveTo>
                    <a:pt x="387664" y="382559"/>
                  </a:moveTo>
                  <a:lnTo>
                    <a:pt x="387664" y="345597"/>
                  </a:lnTo>
                  <a:lnTo>
                    <a:pt x="370802" y="382559"/>
                  </a:lnTo>
                  <a:close/>
                  <a:moveTo>
                    <a:pt x="77533" y="308635"/>
                  </a:moveTo>
                  <a:lnTo>
                    <a:pt x="75180" y="308635"/>
                  </a:lnTo>
                  <a:lnTo>
                    <a:pt x="77533" y="345332"/>
                  </a:lnTo>
                  <a:close/>
                  <a:moveTo>
                    <a:pt x="75180" y="308635"/>
                  </a:moveTo>
                  <a:lnTo>
                    <a:pt x="38766" y="336709"/>
                  </a:lnTo>
                  <a:lnTo>
                    <a:pt x="77533" y="345332"/>
                  </a:lnTo>
                  <a:close/>
                  <a:moveTo>
                    <a:pt x="77533" y="345332"/>
                  </a:moveTo>
                  <a:lnTo>
                    <a:pt x="38766" y="336709"/>
                  </a:lnTo>
                  <a:lnTo>
                    <a:pt x="77208" y="345597"/>
                  </a:lnTo>
                  <a:close/>
                  <a:moveTo>
                    <a:pt x="77208" y="345597"/>
                  </a:moveTo>
                  <a:lnTo>
                    <a:pt x="38766" y="336709"/>
                  </a:lnTo>
                  <a:lnTo>
                    <a:pt x="38766" y="345597"/>
                  </a:lnTo>
                  <a:close/>
                  <a:moveTo>
                    <a:pt x="387664" y="308635"/>
                  </a:moveTo>
                  <a:lnTo>
                    <a:pt x="387664" y="345597"/>
                  </a:lnTo>
                  <a:lnTo>
                    <a:pt x="403555" y="345597"/>
                  </a:lnTo>
                  <a:close/>
                  <a:moveTo>
                    <a:pt x="387664" y="345597"/>
                  </a:moveTo>
                  <a:lnTo>
                    <a:pt x="387664" y="308635"/>
                  </a:lnTo>
                  <a:lnTo>
                    <a:pt x="372577" y="345597"/>
                  </a:lnTo>
                  <a:close/>
                  <a:moveTo>
                    <a:pt x="116299" y="308635"/>
                  </a:moveTo>
                  <a:lnTo>
                    <a:pt x="116299" y="271673"/>
                  </a:lnTo>
                  <a:lnTo>
                    <a:pt x="77533" y="308635"/>
                  </a:lnTo>
                  <a:close/>
                  <a:moveTo>
                    <a:pt x="116299" y="308635"/>
                  </a:moveTo>
                  <a:lnTo>
                    <a:pt x="77533" y="308635"/>
                  </a:lnTo>
                  <a:lnTo>
                    <a:pt x="116299" y="317104"/>
                  </a:lnTo>
                  <a:close/>
                  <a:moveTo>
                    <a:pt x="77533" y="308635"/>
                  </a:moveTo>
                  <a:lnTo>
                    <a:pt x="77533" y="345332"/>
                  </a:lnTo>
                  <a:lnTo>
                    <a:pt x="116299" y="317104"/>
                  </a:lnTo>
                  <a:close/>
                  <a:moveTo>
                    <a:pt x="116299" y="308635"/>
                  </a:moveTo>
                  <a:lnTo>
                    <a:pt x="155066" y="271673"/>
                  </a:lnTo>
                  <a:lnTo>
                    <a:pt x="116299" y="271673"/>
                  </a:lnTo>
                  <a:close/>
                  <a:moveTo>
                    <a:pt x="387664" y="271673"/>
                  </a:moveTo>
                  <a:lnTo>
                    <a:pt x="387664" y="308635"/>
                  </a:lnTo>
                  <a:lnTo>
                    <a:pt x="403903" y="308635"/>
                  </a:lnTo>
                  <a:close/>
                  <a:moveTo>
                    <a:pt x="387664" y="308635"/>
                  </a:moveTo>
                  <a:lnTo>
                    <a:pt x="387664" y="271673"/>
                  </a:lnTo>
                  <a:lnTo>
                    <a:pt x="368254" y="308635"/>
                  </a:lnTo>
                  <a:close/>
                  <a:moveTo>
                    <a:pt x="155066" y="271673"/>
                  </a:moveTo>
                  <a:lnTo>
                    <a:pt x="155066" y="234711"/>
                  </a:lnTo>
                  <a:lnTo>
                    <a:pt x="116299" y="271673"/>
                  </a:lnTo>
                  <a:close/>
                  <a:moveTo>
                    <a:pt x="387664" y="271673"/>
                  </a:moveTo>
                  <a:lnTo>
                    <a:pt x="387664" y="234711"/>
                  </a:lnTo>
                  <a:lnTo>
                    <a:pt x="360544" y="271673"/>
                  </a:lnTo>
                  <a:close/>
                  <a:moveTo>
                    <a:pt x="116299" y="197749"/>
                  </a:moveTo>
                  <a:lnTo>
                    <a:pt x="116299" y="231648"/>
                  </a:lnTo>
                  <a:lnTo>
                    <a:pt x="155066" y="234711"/>
                  </a:lnTo>
                  <a:close/>
                  <a:moveTo>
                    <a:pt x="155066" y="197749"/>
                  </a:moveTo>
                  <a:lnTo>
                    <a:pt x="116299" y="197749"/>
                  </a:lnTo>
                  <a:lnTo>
                    <a:pt x="155066" y="234711"/>
                  </a:lnTo>
                  <a:close/>
                  <a:moveTo>
                    <a:pt x="348962" y="234711"/>
                  </a:moveTo>
                  <a:lnTo>
                    <a:pt x="387664" y="234711"/>
                  </a:lnTo>
                  <a:lnTo>
                    <a:pt x="348898" y="197749"/>
                  </a:lnTo>
                  <a:close/>
                  <a:moveTo>
                    <a:pt x="348898" y="197749"/>
                  </a:moveTo>
                  <a:lnTo>
                    <a:pt x="387664" y="234711"/>
                  </a:lnTo>
                  <a:lnTo>
                    <a:pt x="385508" y="197749"/>
                  </a:lnTo>
                  <a:close/>
                  <a:moveTo>
                    <a:pt x="77533" y="160787"/>
                  </a:moveTo>
                  <a:lnTo>
                    <a:pt x="77533" y="185169"/>
                  </a:lnTo>
                  <a:lnTo>
                    <a:pt x="98842" y="160787"/>
                  </a:lnTo>
                  <a:close/>
                  <a:moveTo>
                    <a:pt x="77533" y="185169"/>
                  </a:moveTo>
                  <a:lnTo>
                    <a:pt x="92596" y="197749"/>
                  </a:lnTo>
                  <a:lnTo>
                    <a:pt x="98842" y="160787"/>
                  </a:lnTo>
                  <a:close/>
                  <a:moveTo>
                    <a:pt x="98842" y="160787"/>
                  </a:moveTo>
                  <a:lnTo>
                    <a:pt x="92596" y="197749"/>
                  </a:lnTo>
                  <a:lnTo>
                    <a:pt x="116299" y="174030"/>
                  </a:lnTo>
                  <a:close/>
                  <a:moveTo>
                    <a:pt x="116299" y="174030"/>
                  </a:moveTo>
                  <a:lnTo>
                    <a:pt x="92596" y="197749"/>
                  </a:lnTo>
                  <a:lnTo>
                    <a:pt x="116299" y="197749"/>
                  </a:lnTo>
                  <a:close/>
                  <a:moveTo>
                    <a:pt x="348898" y="160787"/>
                  </a:moveTo>
                  <a:lnTo>
                    <a:pt x="348898" y="197749"/>
                  </a:lnTo>
                  <a:lnTo>
                    <a:pt x="385508" y="197749"/>
                  </a:lnTo>
                  <a:close/>
                  <a:moveTo>
                    <a:pt x="310131" y="160787"/>
                  </a:moveTo>
                  <a:lnTo>
                    <a:pt x="348898" y="197749"/>
                  </a:lnTo>
                  <a:lnTo>
                    <a:pt x="348898" y="160787"/>
                  </a:lnTo>
                  <a:close/>
                  <a:moveTo>
                    <a:pt x="38766" y="123826"/>
                  </a:moveTo>
                  <a:lnTo>
                    <a:pt x="38766" y="138797"/>
                  </a:lnTo>
                  <a:lnTo>
                    <a:pt x="62663" y="123826"/>
                  </a:lnTo>
                  <a:close/>
                  <a:moveTo>
                    <a:pt x="38766" y="138797"/>
                  </a:moveTo>
                  <a:lnTo>
                    <a:pt x="54442" y="160787"/>
                  </a:lnTo>
                  <a:lnTo>
                    <a:pt x="62663" y="123826"/>
                  </a:lnTo>
                  <a:close/>
                  <a:moveTo>
                    <a:pt x="62663" y="123826"/>
                  </a:moveTo>
                  <a:lnTo>
                    <a:pt x="54442" y="160787"/>
                  </a:lnTo>
                  <a:lnTo>
                    <a:pt x="77533" y="142771"/>
                  </a:lnTo>
                  <a:close/>
                  <a:moveTo>
                    <a:pt x="77533" y="142771"/>
                  </a:moveTo>
                  <a:lnTo>
                    <a:pt x="54442" y="160787"/>
                  </a:lnTo>
                  <a:lnTo>
                    <a:pt x="77533" y="160787"/>
                  </a:lnTo>
                  <a:close/>
                  <a:moveTo>
                    <a:pt x="310131" y="160787"/>
                  </a:moveTo>
                  <a:lnTo>
                    <a:pt x="348898" y="160787"/>
                  </a:lnTo>
                  <a:lnTo>
                    <a:pt x="310131" y="123826"/>
                  </a:lnTo>
                  <a:close/>
                  <a:moveTo>
                    <a:pt x="271365" y="123826"/>
                  </a:moveTo>
                  <a:lnTo>
                    <a:pt x="310131" y="160787"/>
                  </a:lnTo>
                  <a:lnTo>
                    <a:pt x="310131" y="123826"/>
                  </a:lnTo>
                  <a:close/>
                  <a:moveTo>
                    <a:pt x="22855" y="86864"/>
                  </a:moveTo>
                  <a:lnTo>
                    <a:pt x="38766" y="123826"/>
                  </a:lnTo>
                  <a:lnTo>
                    <a:pt x="38766" y="86864"/>
                  </a:lnTo>
                  <a:close/>
                  <a:moveTo>
                    <a:pt x="53412" y="86864"/>
                  </a:moveTo>
                  <a:lnTo>
                    <a:pt x="38766" y="86864"/>
                  </a:lnTo>
                  <a:lnTo>
                    <a:pt x="38766" y="123826"/>
                  </a:lnTo>
                  <a:close/>
                  <a:moveTo>
                    <a:pt x="271365" y="123826"/>
                  </a:moveTo>
                  <a:lnTo>
                    <a:pt x="310131" y="123826"/>
                  </a:lnTo>
                  <a:lnTo>
                    <a:pt x="271365" y="86864"/>
                  </a:lnTo>
                  <a:close/>
                  <a:moveTo>
                    <a:pt x="232598" y="86864"/>
                  </a:moveTo>
                  <a:lnTo>
                    <a:pt x="271365" y="123826"/>
                  </a:lnTo>
                  <a:lnTo>
                    <a:pt x="271365" y="86864"/>
                  </a:lnTo>
                  <a:close/>
                  <a:moveTo>
                    <a:pt x="68325" y="49902"/>
                  </a:moveTo>
                  <a:lnTo>
                    <a:pt x="38766" y="49902"/>
                  </a:lnTo>
                  <a:lnTo>
                    <a:pt x="38766" y="86864"/>
                  </a:lnTo>
                  <a:close/>
                  <a:moveTo>
                    <a:pt x="232598" y="86864"/>
                  </a:moveTo>
                  <a:lnTo>
                    <a:pt x="271365" y="86864"/>
                  </a:lnTo>
                  <a:lnTo>
                    <a:pt x="232598" y="49902"/>
                  </a:lnTo>
                  <a:close/>
                  <a:moveTo>
                    <a:pt x="232598" y="86864"/>
                  </a:moveTo>
                  <a:lnTo>
                    <a:pt x="232598" y="49902"/>
                  </a:lnTo>
                  <a:lnTo>
                    <a:pt x="228763" y="86864"/>
                  </a:lnTo>
                  <a:close/>
                  <a:moveTo>
                    <a:pt x="232598" y="49902"/>
                  </a:moveTo>
                  <a:lnTo>
                    <a:pt x="197802" y="49902"/>
                  </a:lnTo>
                  <a:lnTo>
                    <a:pt x="228763" y="86864"/>
                  </a:lnTo>
                  <a:close/>
                  <a:moveTo>
                    <a:pt x="77533" y="12940"/>
                  </a:moveTo>
                  <a:lnTo>
                    <a:pt x="70632" y="12940"/>
                  </a:lnTo>
                  <a:lnTo>
                    <a:pt x="77533" y="41398"/>
                  </a:lnTo>
                  <a:close/>
                  <a:moveTo>
                    <a:pt x="70632" y="12940"/>
                  </a:moveTo>
                  <a:lnTo>
                    <a:pt x="38766" y="42093"/>
                  </a:lnTo>
                  <a:lnTo>
                    <a:pt x="77533" y="41398"/>
                  </a:lnTo>
                  <a:close/>
                  <a:moveTo>
                    <a:pt x="77533" y="41398"/>
                  </a:moveTo>
                  <a:lnTo>
                    <a:pt x="38766" y="42093"/>
                  </a:lnTo>
                  <a:lnTo>
                    <a:pt x="68325" y="49902"/>
                  </a:lnTo>
                  <a:close/>
                  <a:moveTo>
                    <a:pt x="68325" y="49902"/>
                  </a:moveTo>
                  <a:lnTo>
                    <a:pt x="38766" y="42093"/>
                  </a:lnTo>
                  <a:lnTo>
                    <a:pt x="38766" y="49902"/>
                  </a:lnTo>
                  <a:close/>
                  <a:moveTo>
                    <a:pt x="193832" y="14666"/>
                  </a:moveTo>
                  <a:lnTo>
                    <a:pt x="155066" y="12940"/>
                  </a:lnTo>
                  <a:lnTo>
                    <a:pt x="155066" y="27496"/>
                  </a:lnTo>
                  <a:close/>
                  <a:moveTo>
                    <a:pt x="193832" y="14666"/>
                  </a:moveTo>
                  <a:lnTo>
                    <a:pt x="155066" y="27496"/>
                  </a:lnTo>
                  <a:lnTo>
                    <a:pt x="193832" y="46672"/>
                  </a:lnTo>
                  <a:close/>
                  <a:moveTo>
                    <a:pt x="232598" y="43443"/>
                  </a:moveTo>
                  <a:lnTo>
                    <a:pt x="197802" y="49902"/>
                  </a:lnTo>
                  <a:lnTo>
                    <a:pt x="232598" y="49902"/>
                  </a:lnTo>
                  <a:close/>
                  <a:moveTo>
                    <a:pt x="193832" y="46672"/>
                  </a:moveTo>
                  <a:lnTo>
                    <a:pt x="197802" y="49902"/>
                  </a:lnTo>
                  <a:lnTo>
                    <a:pt x="232598" y="43443"/>
                  </a:lnTo>
                  <a:close/>
                  <a:moveTo>
                    <a:pt x="193832" y="14666"/>
                  </a:moveTo>
                  <a:lnTo>
                    <a:pt x="193832" y="46672"/>
                  </a:lnTo>
                  <a:lnTo>
                    <a:pt x="232598" y="43443"/>
                  </a:lnTo>
                  <a:close/>
                  <a:moveTo>
                    <a:pt x="116299" y="12940"/>
                  </a:moveTo>
                  <a:lnTo>
                    <a:pt x="77533" y="12940"/>
                  </a:lnTo>
                  <a:lnTo>
                    <a:pt x="116299" y="25013"/>
                  </a:lnTo>
                  <a:close/>
                  <a:moveTo>
                    <a:pt x="77533" y="12940"/>
                  </a:moveTo>
                  <a:lnTo>
                    <a:pt x="77533" y="41398"/>
                  </a:lnTo>
                  <a:lnTo>
                    <a:pt x="116299" y="25013"/>
                  </a:lnTo>
                  <a:close/>
                  <a:moveTo>
                    <a:pt x="116299" y="12940"/>
                  </a:moveTo>
                  <a:lnTo>
                    <a:pt x="155066" y="12940"/>
                  </a:lnTo>
                  <a:lnTo>
                    <a:pt x="155066" y="0"/>
                  </a:lnTo>
                  <a:close/>
                  <a:moveTo>
                    <a:pt x="155066" y="12940"/>
                  </a:moveTo>
                  <a:lnTo>
                    <a:pt x="116299" y="12940"/>
                  </a:lnTo>
                  <a:lnTo>
                    <a:pt x="155066" y="27496"/>
                  </a:lnTo>
                  <a:close/>
                </a:path>
              </a:pathLst>
            </a:custGeom>
            <a:solidFill>
              <a:srgbClr val="E2BB55"/>
            </a:solidFill>
            <a:ln w="4001">
              <a:solidFill>
                <a:srgbClr val="F0DBA5"/>
              </a:solidFill>
            </a:ln>
          </p:spPr>
        </p:sp>
        <p:sp>
          <p:nvSpPr>
            <p:cNvPr id="3970" name="Candidate_B3__3969">
              <a:extLst>
                <a:ext uri="{FF2B5EF4-FFF2-40B4-BE49-F238E27FC236}">
                  <a16:creationId xmlns:a16="http://schemas.microsoft.com/office/drawing/2014/main" id="{C2369543-B297-1D43-2803-513CE798853B}"/>
                </a:ext>
              </a:extLst>
            </p:cNvPr>
            <p:cNvSpPr>
              <a:spLocks noGrp="1"/>
            </p:cNvSpPr>
            <p:nvPr/>
          </p:nvSpPr>
          <p:spPr>
            <a:xfrm>
              <a:off x="4718101" y="4096140"/>
              <a:ext cx="387664" cy="493846"/>
            </a:xfrm>
            <a:custGeom>
              <a:avLst/>
              <a:gdLst/>
              <a:ahLst/>
              <a:cxnLst/>
              <a:rect l="0" t="0" r="0" b="0"/>
              <a:pathLst>
                <a:path w="387664" h="493846">
                  <a:moveTo>
                    <a:pt x="38766" y="480504"/>
                  </a:moveTo>
                  <a:lnTo>
                    <a:pt x="75849" y="480504"/>
                  </a:lnTo>
                  <a:lnTo>
                    <a:pt x="38766" y="450443"/>
                  </a:lnTo>
                  <a:close/>
                  <a:moveTo>
                    <a:pt x="232598" y="484952"/>
                  </a:moveTo>
                  <a:lnTo>
                    <a:pt x="271365" y="480504"/>
                  </a:lnTo>
                  <a:lnTo>
                    <a:pt x="249044" y="480504"/>
                  </a:lnTo>
                  <a:close/>
                  <a:moveTo>
                    <a:pt x="249044" y="480504"/>
                  </a:moveTo>
                  <a:lnTo>
                    <a:pt x="271365" y="480504"/>
                  </a:lnTo>
                  <a:lnTo>
                    <a:pt x="271365" y="473990"/>
                  </a:lnTo>
                  <a:close/>
                  <a:moveTo>
                    <a:pt x="310131" y="455949"/>
                  </a:moveTo>
                  <a:lnTo>
                    <a:pt x="348898" y="443542"/>
                  </a:lnTo>
                  <a:lnTo>
                    <a:pt x="327571" y="443542"/>
                  </a:lnTo>
                  <a:close/>
                  <a:moveTo>
                    <a:pt x="33346" y="443542"/>
                  </a:moveTo>
                  <a:lnTo>
                    <a:pt x="26005" y="406580"/>
                  </a:lnTo>
                  <a:lnTo>
                    <a:pt x="0" y="443542"/>
                  </a:lnTo>
                  <a:close/>
                  <a:moveTo>
                    <a:pt x="327571" y="443542"/>
                  </a:moveTo>
                  <a:lnTo>
                    <a:pt x="348898" y="443542"/>
                  </a:lnTo>
                  <a:lnTo>
                    <a:pt x="348898" y="420285"/>
                  </a:lnTo>
                  <a:close/>
                  <a:moveTo>
                    <a:pt x="26005" y="406580"/>
                  </a:moveTo>
                  <a:lnTo>
                    <a:pt x="38766" y="372850"/>
                  </a:lnTo>
                  <a:lnTo>
                    <a:pt x="0" y="406580"/>
                  </a:lnTo>
                  <a:close/>
                  <a:moveTo>
                    <a:pt x="0" y="406580"/>
                  </a:moveTo>
                  <a:lnTo>
                    <a:pt x="38766" y="372850"/>
                  </a:lnTo>
                  <a:lnTo>
                    <a:pt x="38766" y="369618"/>
                  </a:lnTo>
                  <a:close/>
                  <a:moveTo>
                    <a:pt x="387664" y="369618"/>
                  </a:moveTo>
                  <a:lnTo>
                    <a:pt x="370802" y="369618"/>
                  </a:lnTo>
                  <a:lnTo>
                    <a:pt x="358603" y="406580"/>
                  </a:lnTo>
                  <a:close/>
                  <a:moveTo>
                    <a:pt x="40176" y="369618"/>
                  </a:moveTo>
                  <a:lnTo>
                    <a:pt x="77208" y="332657"/>
                  </a:lnTo>
                  <a:lnTo>
                    <a:pt x="38766" y="369618"/>
                  </a:lnTo>
                  <a:close/>
                  <a:moveTo>
                    <a:pt x="77208" y="332657"/>
                  </a:moveTo>
                  <a:lnTo>
                    <a:pt x="38766" y="332657"/>
                  </a:lnTo>
                  <a:lnTo>
                    <a:pt x="38766" y="369618"/>
                  </a:lnTo>
                  <a:close/>
                  <a:moveTo>
                    <a:pt x="38766" y="369618"/>
                  </a:moveTo>
                  <a:lnTo>
                    <a:pt x="38766" y="372850"/>
                  </a:lnTo>
                  <a:lnTo>
                    <a:pt x="40176" y="369618"/>
                  </a:lnTo>
                  <a:close/>
                  <a:moveTo>
                    <a:pt x="387664" y="332657"/>
                  </a:moveTo>
                  <a:lnTo>
                    <a:pt x="372577" y="332657"/>
                  </a:lnTo>
                  <a:lnTo>
                    <a:pt x="370802" y="369618"/>
                  </a:lnTo>
                  <a:close/>
                  <a:moveTo>
                    <a:pt x="387664" y="295695"/>
                  </a:moveTo>
                  <a:lnTo>
                    <a:pt x="368254" y="295695"/>
                  </a:lnTo>
                  <a:lnTo>
                    <a:pt x="372577" y="332657"/>
                  </a:lnTo>
                  <a:close/>
                  <a:moveTo>
                    <a:pt x="128328" y="295695"/>
                  </a:moveTo>
                  <a:lnTo>
                    <a:pt x="155066" y="268812"/>
                  </a:lnTo>
                  <a:lnTo>
                    <a:pt x="116299" y="295695"/>
                  </a:lnTo>
                  <a:close/>
                  <a:moveTo>
                    <a:pt x="116299" y="295695"/>
                  </a:moveTo>
                  <a:lnTo>
                    <a:pt x="155066" y="268812"/>
                  </a:lnTo>
                  <a:lnTo>
                    <a:pt x="155066" y="258733"/>
                  </a:lnTo>
                  <a:close/>
                  <a:moveTo>
                    <a:pt x="116299" y="295695"/>
                  </a:moveTo>
                  <a:lnTo>
                    <a:pt x="116299" y="304164"/>
                  </a:lnTo>
                  <a:lnTo>
                    <a:pt x="128328" y="295695"/>
                  </a:lnTo>
                  <a:close/>
                  <a:moveTo>
                    <a:pt x="387664" y="258733"/>
                  </a:moveTo>
                  <a:lnTo>
                    <a:pt x="360544" y="258733"/>
                  </a:lnTo>
                  <a:lnTo>
                    <a:pt x="368254" y="295695"/>
                  </a:lnTo>
                  <a:close/>
                  <a:moveTo>
                    <a:pt x="165294" y="258733"/>
                  </a:moveTo>
                  <a:lnTo>
                    <a:pt x="177828" y="221771"/>
                  </a:lnTo>
                  <a:lnTo>
                    <a:pt x="155066" y="258733"/>
                  </a:lnTo>
                  <a:close/>
                  <a:moveTo>
                    <a:pt x="177828" y="221771"/>
                  </a:moveTo>
                  <a:lnTo>
                    <a:pt x="155066" y="221771"/>
                  </a:lnTo>
                  <a:lnTo>
                    <a:pt x="155066" y="258733"/>
                  </a:lnTo>
                  <a:close/>
                  <a:moveTo>
                    <a:pt x="155066" y="258733"/>
                  </a:moveTo>
                  <a:lnTo>
                    <a:pt x="155066" y="268812"/>
                  </a:lnTo>
                  <a:lnTo>
                    <a:pt x="165294" y="258733"/>
                  </a:lnTo>
                  <a:close/>
                  <a:moveTo>
                    <a:pt x="387664" y="221771"/>
                  </a:moveTo>
                  <a:lnTo>
                    <a:pt x="348962" y="221771"/>
                  </a:lnTo>
                  <a:lnTo>
                    <a:pt x="360544" y="258733"/>
                  </a:lnTo>
                  <a:close/>
                  <a:moveTo>
                    <a:pt x="177828" y="221771"/>
                  </a:moveTo>
                  <a:lnTo>
                    <a:pt x="155866" y="184809"/>
                  </a:lnTo>
                  <a:lnTo>
                    <a:pt x="155066" y="221771"/>
                  </a:lnTo>
                  <a:close/>
                  <a:moveTo>
                    <a:pt x="155866" y="184809"/>
                  </a:moveTo>
                  <a:lnTo>
                    <a:pt x="155066" y="184809"/>
                  </a:lnTo>
                  <a:lnTo>
                    <a:pt x="155066" y="221771"/>
                  </a:lnTo>
                  <a:close/>
                  <a:moveTo>
                    <a:pt x="348898" y="221638"/>
                  </a:moveTo>
                  <a:lnTo>
                    <a:pt x="348962" y="221771"/>
                  </a:lnTo>
                  <a:lnTo>
                    <a:pt x="348898" y="184809"/>
                  </a:lnTo>
                  <a:close/>
                  <a:moveTo>
                    <a:pt x="116299" y="184809"/>
                  </a:moveTo>
                  <a:lnTo>
                    <a:pt x="155066" y="184809"/>
                  </a:lnTo>
                  <a:lnTo>
                    <a:pt x="116299" y="161090"/>
                  </a:lnTo>
                  <a:close/>
                  <a:moveTo>
                    <a:pt x="155066" y="184809"/>
                  </a:moveTo>
                  <a:lnTo>
                    <a:pt x="155066" y="184364"/>
                  </a:lnTo>
                  <a:lnTo>
                    <a:pt x="116299" y="161090"/>
                  </a:lnTo>
                  <a:close/>
                  <a:moveTo>
                    <a:pt x="155066" y="184809"/>
                  </a:moveTo>
                  <a:lnTo>
                    <a:pt x="155866" y="184809"/>
                  </a:lnTo>
                  <a:lnTo>
                    <a:pt x="155066" y="184364"/>
                  </a:lnTo>
                  <a:close/>
                  <a:moveTo>
                    <a:pt x="310131" y="170524"/>
                  </a:moveTo>
                  <a:lnTo>
                    <a:pt x="323418" y="184809"/>
                  </a:lnTo>
                  <a:lnTo>
                    <a:pt x="310131" y="147847"/>
                  </a:lnTo>
                  <a:close/>
                  <a:moveTo>
                    <a:pt x="310131" y="147847"/>
                  </a:moveTo>
                  <a:lnTo>
                    <a:pt x="323418" y="184809"/>
                  </a:lnTo>
                  <a:lnTo>
                    <a:pt x="348898" y="184809"/>
                  </a:lnTo>
                  <a:close/>
                  <a:moveTo>
                    <a:pt x="348898" y="221638"/>
                  </a:moveTo>
                  <a:lnTo>
                    <a:pt x="348898" y="184809"/>
                  </a:lnTo>
                  <a:lnTo>
                    <a:pt x="323418" y="184809"/>
                  </a:lnTo>
                  <a:close/>
                  <a:moveTo>
                    <a:pt x="77533" y="147847"/>
                  </a:moveTo>
                  <a:lnTo>
                    <a:pt x="98842" y="147847"/>
                  </a:lnTo>
                  <a:lnTo>
                    <a:pt x="77533" y="129831"/>
                  </a:lnTo>
                  <a:close/>
                  <a:moveTo>
                    <a:pt x="271365" y="136101"/>
                  </a:moveTo>
                  <a:lnTo>
                    <a:pt x="283489" y="147847"/>
                  </a:lnTo>
                  <a:lnTo>
                    <a:pt x="271365" y="110886"/>
                  </a:lnTo>
                  <a:close/>
                  <a:moveTo>
                    <a:pt x="271365" y="110886"/>
                  </a:moveTo>
                  <a:lnTo>
                    <a:pt x="283489" y="147847"/>
                  </a:lnTo>
                  <a:lnTo>
                    <a:pt x="310131" y="147847"/>
                  </a:lnTo>
                  <a:close/>
                  <a:moveTo>
                    <a:pt x="310131" y="170524"/>
                  </a:moveTo>
                  <a:lnTo>
                    <a:pt x="310131" y="147847"/>
                  </a:lnTo>
                  <a:lnTo>
                    <a:pt x="283489" y="147847"/>
                  </a:lnTo>
                  <a:close/>
                  <a:moveTo>
                    <a:pt x="62663" y="110886"/>
                  </a:moveTo>
                  <a:lnTo>
                    <a:pt x="53412" y="73924"/>
                  </a:lnTo>
                  <a:lnTo>
                    <a:pt x="38766" y="110886"/>
                  </a:lnTo>
                  <a:close/>
                  <a:moveTo>
                    <a:pt x="232598" y="81169"/>
                  </a:moveTo>
                  <a:lnTo>
                    <a:pt x="251672" y="110886"/>
                  </a:lnTo>
                  <a:lnTo>
                    <a:pt x="232598" y="73924"/>
                  </a:lnTo>
                  <a:close/>
                  <a:moveTo>
                    <a:pt x="232598" y="73924"/>
                  </a:moveTo>
                  <a:lnTo>
                    <a:pt x="251672" y="110886"/>
                  </a:lnTo>
                  <a:lnTo>
                    <a:pt x="271365" y="110886"/>
                  </a:lnTo>
                  <a:close/>
                  <a:moveTo>
                    <a:pt x="271365" y="136101"/>
                  </a:moveTo>
                  <a:lnTo>
                    <a:pt x="271365" y="110886"/>
                  </a:lnTo>
                  <a:lnTo>
                    <a:pt x="251672" y="110886"/>
                  </a:lnTo>
                  <a:close/>
                  <a:moveTo>
                    <a:pt x="53412" y="73924"/>
                  </a:moveTo>
                  <a:lnTo>
                    <a:pt x="68325" y="36962"/>
                  </a:lnTo>
                  <a:lnTo>
                    <a:pt x="38766" y="73924"/>
                  </a:lnTo>
                  <a:close/>
                  <a:moveTo>
                    <a:pt x="232598" y="81169"/>
                  </a:moveTo>
                  <a:lnTo>
                    <a:pt x="232598" y="73924"/>
                  </a:lnTo>
                  <a:lnTo>
                    <a:pt x="228763" y="73924"/>
                  </a:lnTo>
                  <a:close/>
                  <a:moveTo>
                    <a:pt x="116299" y="0"/>
                  </a:moveTo>
                  <a:lnTo>
                    <a:pt x="116299" y="12073"/>
                  </a:lnTo>
                  <a:lnTo>
                    <a:pt x="155066" y="14556"/>
                  </a:lnTo>
                  <a:close/>
                  <a:moveTo>
                    <a:pt x="75849" y="480504"/>
                  </a:moveTo>
                  <a:lnTo>
                    <a:pt x="77533" y="481346"/>
                  </a:lnTo>
                  <a:lnTo>
                    <a:pt x="77533" y="480504"/>
                  </a:lnTo>
                  <a:close/>
                  <a:moveTo>
                    <a:pt x="77533" y="480504"/>
                  </a:moveTo>
                  <a:lnTo>
                    <a:pt x="38766" y="450443"/>
                  </a:lnTo>
                  <a:lnTo>
                    <a:pt x="75849" y="480504"/>
                  </a:lnTo>
                  <a:close/>
                  <a:moveTo>
                    <a:pt x="38766" y="443542"/>
                  </a:moveTo>
                  <a:lnTo>
                    <a:pt x="38766" y="450443"/>
                  </a:lnTo>
                  <a:lnTo>
                    <a:pt x="77533" y="480504"/>
                  </a:lnTo>
                  <a:close/>
                  <a:moveTo>
                    <a:pt x="116299" y="480504"/>
                  </a:moveTo>
                  <a:lnTo>
                    <a:pt x="77533" y="481346"/>
                  </a:lnTo>
                  <a:lnTo>
                    <a:pt x="116299" y="491510"/>
                  </a:lnTo>
                  <a:close/>
                  <a:moveTo>
                    <a:pt x="116299" y="480504"/>
                  </a:moveTo>
                  <a:lnTo>
                    <a:pt x="77533" y="480504"/>
                  </a:lnTo>
                  <a:lnTo>
                    <a:pt x="77533" y="481346"/>
                  </a:lnTo>
                  <a:close/>
                  <a:moveTo>
                    <a:pt x="155066" y="480504"/>
                  </a:moveTo>
                  <a:lnTo>
                    <a:pt x="116299" y="491510"/>
                  </a:lnTo>
                  <a:lnTo>
                    <a:pt x="155066" y="493846"/>
                  </a:lnTo>
                  <a:close/>
                  <a:moveTo>
                    <a:pt x="193832" y="480504"/>
                  </a:moveTo>
                  <a:lnTo>
                    <a:pt x="155066" y="493846"/>
                  </a:lnTo>
                  <a:lnTo>
                    <a:pt x="193832" y="491283"/>
                  </a:lnTo>
                  <a:close/>
                  <a:moveTo>
                    <a:pt x="232598" y="480504"/>
                  </a:moveTo>
                  <a:lnTo>
                    <a:pt x="193832" y="491283"/>
                  </a:lnTo>
                  <a:lnTo>
                    <a:pt x="232598" y="484952"/>
                  </a:lnTo>
                  <a:close/>
                  <a:moveTo>
                    <a:pt x="232598" y="480504"/>
                  </a:moveTo>
                  <a:lnTo>
                    <a:pt x="193832" y="480504"/>
                  </a:lnTo>
                  <a:lnTo>
                    <a:pt x="193832" y="491283"/>
                  </a:lnTo>
                  <a:close/>
                  <a:moveTo>
                    <a:pt x="232598" y="480504"/>
                  </a:moveTo>
                  <a:lnTo>
                    <a:pt x="232598" y="484952"/>
                  </a:lnTo>
                  <a:lnTo>
                    <a:pt x="249044" y="480504"/>
                  </a:lnTo>
                  <a:close/>
                  <a:moveTo>
                    <a:pt x="33346" y="443542"/>
                  </a:moveTo>
                  <a:lnTo>
                    <a:pt x="38766" y="450443"/>
                  </a:lnTo>
                  <a:lnTo>
                    <a:pt x="38766" y="443542"/>
                  </a:lnTo>
                  <a:close/>
                  <a:moveTo>
                    <a:pt x="26005" y="406580"/>
                  </a:moveTo>
                  <a:lnTo>
                    <a:pt x="38766" y="443542"/>
                  </a:lnTo>
                  <a:lnTo>
                    <a:pt x="38766" y="406580"/>
                  </a:lnTo>
                  <a:close/>
                  <a:moveTo>
                    <a:pt x="26005" y="406580"/>
                  </a:moveTo>
                  <a:lnTo>
                    <a:pt x="33346" y="443542"/>
                  </a:lnTo>
                  <a:lnTo>
                    <a:pt x="38766" y="443542"/>
                  </a:lnTo>
                  <a:close/>
                  <a:moveTo>
                    <a:pt x="310131" y="443542"/>
                  </a:moveTo>
                  <a:lnTo>
                    <a:pt x="271365" y="473990"/>
                  </a:lnTo>
                  <a:lnTo>
                    <a:pt x="310131" y="455949"/>
                  </a:lnTo>
                  <a:close/>
                  <a:moveTo>
                    <a:pt x="310131" y="443542"/>
                  </a:moveTo>
                  <a:lnTo>
                    <a:pt x="310131" y="455949"/>
                  </a:lnTo>
                  <a:lnTo>
                    <a:pt x="327571" y="443542"/>
                  </a:lnTo>
                  <a:close/>
                  <a:moveTo>
                    <a:pt x="348898" y="406580"/>
                  </a:moveTo>
                  <a:lnTo>
                    <a:pt x="327571" y="443542"/>
                  </a:lnTo>
                  <a:lnTo>
                    <a:pt x="348898" y="420285"/>
                  </a:lnTo>
                  <a:close/>
                  <a:moveTo>
                    <a:pt x="310131" y="443542"/>
                  </a:moveTo>
                  <a:lnTo>
                    <a:pt x="327571" y="443542"/>
                  </a:lnTo>
                  <a:lnTo>
                    <a:pt x="348898" y="406580"/>
                  </a:lnTo>
                  <a:close/>
                  <a:moveTo>
                    <a:pt x="38766" y="372850"/>
                  </a:moveTo>
                  <a:lnTo>
                    <a:pt x="26005" y="406580"/>
                  </a:lnTo>
                  <a:lnTo>
                    <a:pt x="38766" y="406580"/>
                  </a:lnTo>
                  <a:close/>
                  <a:moveTo>
                    <a:pt x="38766" y="406580"/>
                  </a:moveTo>
                  <a:lnTo>
                    <a:pt x="40176" y="369618"/>
                  </a:lnTo>
                  <a:lnTo>
                    <a:pt x="38766" y="372850"/>
                  </a:lnTo>
                  <a:close/>
                  <a:moveTo>
                    <a:pt x="348898" y="406580"/>
                  </a:moveTo>
                  <a:lnTo>
                    <a:pt x="348898" y="420285"/>
                  </a:lnTo>
                  <a:lnTo>
                    <a:pt x="358603" y="406580"/>
                  </a:lnTo>
                  <a:close/>
                  <a:moveTo>
                    <a:pt x="348898" y="369618"/>
                  </a:moveTo>
                  <a:lnTo>
                    <a:pt x="358603" y="406580"/>
                  </a:lnTo>
                  <a:lnTo>
                    <a:pt x="370802" y="369618"/>
                  </a:lnTo>
                  <a:close/>
                  <a:moveTo>
                    <a:pt x="77208" y="332657"/>
                  </a:moveTo>
                  <a:lnTo>
                    <a:pt x="77533" y="369618"/>
                  </a:lnTo>
                  <a:lnTo>
                    <a:pt x="77533" y="332657"/>
                  </a:lnTo>
                  <a:close/>
                  <a:moveTo>
                    <a:pt x="77208" y="332657"/>
                  </a:moveTo>
                  <a:lnTo>
                    <a:pt x="40176" y="369618"/>
                  </a:lnTo>
                  <a:lnTo>
                    <a:pt x="77533" y="369618"/>
                  </a:lnTo>
                  <a:close/>
                  <a:moveTo>
                    <a:pt x="348898" y="332657"/>
                  </a:moveTo>
                  <a:lnTo>
                    <a:pt x="370802" y="369618"/>
                  </a:lnTo>
                  <a:lnTo>
                    <a:pt x="372577" y="332657"/>
                  </a:lnTo>
                  <a:close/>
                  <a:moveTo>
                    <a:pt x="77533" y="332392"/>
                  </a:moveTo>
                  <a:lnTo>
                    <a:pt x="77208" y="332657"/>
                  </a:lnTo>
                  <a:lnTo>
                    <a:pt x="77533" y="332657"/>
                  </a:lnTo>
                  <a:close/>
                  <a:moveTo>
                    <a:pt x="77533" y="332657"/>
                  </a:moveTo>
                  <a:lnTo>
                    <a:pt x="116299" y="304164"/>
                  </a:lnTo>
                  <a:lnTo>
                    <a:pt x="77533" y="332392"/>
                  </a:lnTo>
                  <a:close/>
                  <a:moveTo>
                    <a:pt x="77533" y="332657"/>
                  </a:moveTo>
                  <a:lnTo>
                    <a:pt x="116299" y="332657"/>
                  </a:lnTo>
                  <a:lnTo>
                    <a:pt x="116299" y="304164"/>
                  </a:lnTo>
                  <a:close/>
                  <a:moveTo>
                    <a:pt x="116299" y="332657"/>
                  </a:moveTo>
                  <a:lnTo>
                    <a:pt x="128328" y="295695"/>
                  </a:lnTo>
                  <a:lnTo>
                    <a:pt x="116299" y="304164"/>
                  </a:lnTo>
                  <a:close/>
                  <a:moveTo>
                    <a:pt x="348898" y="295695"/>
                  </a:moveTo>
                  <a:lnTo>
                    <a:pt x="372577" y="332657"/>
                  </a:lnTo>
                  <a:lnTo>
                    <a:pt x="368254" y="295695"/>
                  </a:lnTo>
                  <a:close/>
                  <a:moveTo>
                    <a:pt x="155066" y="268812"/>
                  </a:moveTo>
                  <a:lnTo>
                    <a:pt x="128328" y="295695"/>
                  </a:lnTo>
                  <a:lnTo>
                    <a:pt x="155066" y="295695"/>
                  </a:lnTo>
                  <a:close/>
                  <a:moveTo>
                    <a:pt x="155066" y="295695"/>
                  </a:moveTo>
                  <a:lnTo>
                    <a:pt x="165294" y="258733"/>
                  </a:lnTo>
                  <a:lnTo>
                    <a:pt x="155066" y="268812"/>
                  </a:lnTo>
                  <a:close/>
                  <a:moveTo>
                    <a:pt x="348898" y="258733"/>
                  </a:moveTo>
                  <a:lnTo>
                    <a:pt x="368254" y="295695"/>
                  </a:lnTo>
                  <a:lnTo>
                    <a:pt x="360544" y="258733"/>
                  </a:lnTo>
                  <a:close/>
                  <a:moveTo>
                    <a:pt x="348898" y="258733"/>
                  </a:moveTo>
                  <a:lnTo>
                    <a:pt x="348898" y="295695"/>
                  </a:lnTo>
                  <a:lnTo>
                    <a:pt x="368254" y="295695"/>
                  </a:lnTo>
                  <a:close/>
                  <a:moveTo>
                    <a:pt x="177828" y="221771"/>
                  </a:moveTo>
                  <a:lnTo>
                    <a:pt x="193832" y="258733"/>
                  </a:lnTo>
                  <a:lnTo>
                    <a:pt x="193832" y="221771"/>
                  </a:lnTo>
                  <a:close/>
                  <a:moveTo>
                    <a:pt x="177828" y="221771"/>
                  </a:moveTo>
                  <a:lnTo>
                    <a:pt x="165294" y="258733"/>
                  </a:lnTo>
                  <a:lnTo>
                    <a:pt x="193832" y="258733"/>
                  </a:lnTo>
                  <a:close/>
                  <a:moveTo>
                    <a:pt x="348898" y="221771"/>
                  </a:moveTo>
                  <a:lnTo>
                    <a:pt x="360544" y="258733"/>
                  </a:lnTo>
                  <a:lnTo>
                    <a:pt x="348962" y="221771"/>
                  </a:lnTo>
                  <a:close/>
                  <a:moveTo>
                    <a:pt x="348898" y="221771"/>
                  </a:moveTo>
                  <a:lnTo>
                    <a:pt x="348898" y="258733"/>
                  </a:lnTo>
                  <a:lnTo>
                    <a:pt x="360544" y="258733"/>
                  </a:lnTo>
                  <a:close/>
                  <a:moveTo>
                    <a:pt x="155866" y="184809"/>
                  </a:moveTo>
                  <a:lnTo>
                    <a:pt x="193832" y="221771"/>
                  </a:lnTo>
                  <a:lnTo>
                    <a:pt x="193832" y="184809"/>
                  </a:lnTo>
                  <a:close/>
                  <a:moveTo>
                    <a:pt x="155866" y="184809"/>
                  </a:moveTo>
                  <a:lnTo>
                    <a:pt x="177828" y="221771"/>
                  </a:lnTo>
                  <a:lnTo>
                    <a:pt x="193832" y="221771"/>
                  </a:lnTo>
                  <a:close/>
                  <a:moveTo>
                    <a:pt x="310131" y="184809"/>
                  </a:moveTo>
                  <a:lnTo>
                    <a:pt x="348898" y="221638"/>
                  </a:lnTo>
                  <a:lnTo>
                    <a:pt x="323418" y="184809"/>
                  </a:lnTo>
                  <a:close/>
                  <a:moveTo>
                    <a:pt x="348898" y="221771"/>
                  </a:moveTo>
                  <a:lnTo>
                    <a:pt x="348898" y="221638"/>
                  </a:lnTo>
                  <a:lnTo>
                    <a:pt x="310131" y="184809"/>
                  </a:lnTo>
                  <a:close/>
                  <a:moveTo>
                    <a:pt x="310131" y="221771"/>
                  </a:moveTo>
                  <a:lnTo>
                    <a:pt x="348898" y="221771"/>
                  </a:lnTo>
                  <a:lnTo>
                    <a:pt x="310131" y="184809"/>
                  </a:lnTo>
                  <a:close/>
                  <a:moveTo>
                    <a:pt x="348898" y="221771"/>
                  </a:moveTo>
                  <a:lnTo>
                    <a:pt x="348962" y="221771"/>
                  </a:lnTo>
                  <a:lnTo>
                    <a:pt x="348898" y="221638"/>
                  </a:lnTo>
                  <a:close/>
                  <a:moveTo>
                    <a:pt x="193832" y="184809"/>
                  </a:moveTo>
                  <a:lnTo>
                    <a:pt x="155066" y="184364"/>
                  </a:lnTo>
                  <a:lnTo>
                    <a:pt x="155866" y="184809"/>
                  </a:lnTo>
                  <a:close/>
                  <a:moveTo>
                    <a:pt x="271365" y="147847"/>
                  </a:moveTo>
                  <a:lnTo>
                    <a:pt x="310131" y="170524"/>
                  </a:lnTo>
                  <a:lnTo>
                    <a:pt x="283489" y="147847"/>
                  </a:lnTo>
                  <a:close/>
                  <a:moveTo>
                    <a:pt x="310131" y="184809"/>
                  </a:moveTo>
                  <a:lnTo>
                    <a:pt x="310131" y="170524"/>
                  </a:lnTo>
                  <a:lnTo>
                    <a:pt x="271365" y="147847"/>
                  </a:lnTo>
                  <a:close/>
                  <a:moveTo>
                    <a:pt x="271365" y="184809"/>
                  </a:moveTo>
                  <a:lnTo>
                    <a:pt x="310131" y="184809"/>
                  </a:lnTo>
                  <a:lnTo>
                    <a:pt x="271365" y="147847"/>
                  </a:lnTo>
                  <a:close/>
                  <a:moveTo>
                    <a:pt x="310131" y="184809"/>
                  </a:moveTo>
                  <a:lnTo>
                    <a:pt x="323418" y="184809"/>
                  </a:lnTo>
                  <a:lnTo>
                    <a:pt x="310131" y="170524"/>
                  </a:lnTo>
                  <a:close/>
                  <a:moveTo>
                    <a:pt x="98842" y="147847"/>
                  </a:moveTo>
                  <a:lnTo>
                    <a:pt x="116299" y="161090"/>
                  </a:lnTo>
                  <a:lnTo>
                    <a:pt x="116299" y="147847"/>
                  </a:lnTo>
                  <a:close/>
                  <a:moveTo>
                    <a:pt x="116299" y="147847"/>
                  </a:moveTo>
                  <a:lnTo>
                    <a:pt x="77533" y="129831"/>
                  </a:lnTo>
                  <a:lnTo>
                    <a:pt x="98842" y="147847"/>
                  </a:lnTo>
                  <a:close/>
                  <a:moveTo>
                    <a:pt x="77533" y="110886"/>
                  </a:moveTo>
                  <a:lnTo>
                    <a:pt x="77533" y="129831"/>
                  </a:lnTo>
                  <a:lnTo>
                    <a:pt x="116299" y="147847"/>
                  </a:lnTo>
                  <a:close/>
                  <a:moveTo>
                    <a:pt x="155066" y="147847"/>
                  </a:moveTo>
                  <a:lnTo>
                    <a:pt x="116299" y="161090"/>
                  </a:lnTo>
                  <a:lnTo>
                    <a:pt x="155066" y="184364"/>
                  </a:lnTo>
                  <a:close/>
                  <a:moveTo>
                    <a:pt x="232598" y="110886"/>
                  </a:moveTo>
                  <a:lnTo>
                    <a:pt x="271365" y="136101"/>
                  </a:lnTo>
                  <a:lnTo>
                    <a:pt x="251672" y="110886"/>
                  </a:lnTo>
                  <a:close/>
                  <a:moveTo>
                    <a:pt x="271365" y="147847"/>
                  </a:moveTo>
                  <a:lnTo>
                    <a:pt x="271365" y="136101"/>
                  </a:lnTo>
                  <a:lnTo>
                    <a:pt x="232598" y="110886"/>
                  </a:lnTo>
                  <a:close/>
                  <a:moveTo>
                    <a:pt x="271365" y="147847"/>
                  </a:moveTo>
                  <a:lnTo>
                    <a:pt x="283489" y="147847"/>
                  </a:lnTo>
                  <a:lnTo>
                    <a:pt x="271365" y="136101"/>
                  </a:lnTo>
                  <a:close/>
                  <a:moveTo>
                    <a:pt x="62663" y="110886"/>
                  </a:moveTo>
                  <a:lnTo>
                    <a:pt x="77533" y="129831"/>
                  </a:lnTo>
                  <a:lnTo>
                    <a:pt x="77533" y="110886"/>
                  </a:lnTo>
                  <a:close/>
                  <a:moveTo>
                    <a:pt x="53412" y="73924"/>
                  </a:moveTo>
                  <a:lnTo>
                    <a:pt x="62663" y="110886"/>
                  </a:lnTo>
                  <a:lnTo>
                    <a:pt x="77533" y="110886"/>
                  </a:lnTo>
                  <a:close/>
                  <a:moveTo>
                    <a:pt x="193832" y="73924"/>
                  </a:moveTo>
                  <a:lnTo>
                    <a:pt x="232598" y="81169"/>
                  </a:lnTo>
                  <a:lnTo>
                    <a:pt x="228763" y="73924"/>
                  </a:lnTo>
                  <a:close/>
                  <a:moveTo>
                    <a:pt x="232598" y="110886"/>
                  </a:moveTo>
                  <a:lnTo>
                    <a:pt x="251672" y="110886"/>
                  </a:lnTo>
                  <a:lnTo>
                    <a:pt x="232598" y="81169"/>
                  </a:lnTo>
                  <a:close/>
                  <a:moveTo>
                    <a:pt x="68325" y="36962"/>
                  </a:moveTo>
                  <a:lnTo>
                    <a:pt x="53412" y="73924"/>
                  </a:lnTo>
                  <a:lnTo>
                    <a:pt x="77533" y="73924"/>
                  </a:lnTo>
                  <a:close/>
                  <a:moveTo>
                    <a:pt x="193832" y="36962"/>
                  </a:moveTo>
                  <a:lnTo>
                    <a:pt x="228763" y="73924"/>
                  </a:lnTo>
                  <a:lnTo>
                    <a:pt x="197802" y="36962"/>
                  </a:lnTo>
                  <a:close/>
                  <a:moveTo>
                    <a:pt x="193832" y="36962"/>
                  </a:moveTo>
                  <a:lnTo>
                    <a:pt x="193832" y="73924"/>
                  </a:lnTo>
                  <a:lnTo>
                    <a:pt x="228763" y="73924"/>
                  </a:lnTo>
                  <a:close/>
                  <a:moveTo>
                    <a:pt x="77533" y="28458"/>
                  </a:moveTo>
                  <a:lnTo>
                    <a:pt x="68325" y="36962"/>
                  </a:lnTo>
                  <a:lnTo>
                    <a:pt x="77533" y="36962"/>
                  </a:lnTo>
                  <a:close/>
                  <a:moveTo>
                    <a:pt x="77533" y="36962"/>
                  </a:moveTo>
                  <a:lnTo>
                    <a:pt x="116299" y="12073"/>
                  </a:lnTo>
                  <a:lnTo>
                    <a:pt x="77533" y="28458"/>
                  </a:lnTo>
                  <a:close/>
                  <a:moveTo>
                    <a:pt x="116299" y="36962"/>
                  </a:moveTo>
                  <a:lnTo>
                    <a:pt x="155066" y="14556"/>
                  </a:lnTo>
                  <a:lnTo>
                    <a:pt x="116299" y="12073"/>
                  </a:lnTo>
                  <a:close/>
                  <a:moveTo>
                    <a:pt x="155066" y="36962"/>
                  </a:moveTo>
                  <a:lnTo>
                    <a:pt x="193832" y="33732"/>
                  </a:lnTo>
                  <a:lnTo>
                    <a:pt x="155066" y="14556"/>
                  </a:lnTo>
                  <a:close/>
                  <a:moveTo>
                    <a:pt x="155066" y="36962"/>
                  </a:moveTo>
                  <a:lnTo>
                    <a:pt x="193832" y="36962"/>
                  </a:lnTo>
                  <a:lnTo>
                    <a:pt x="193832" y="33732"/>
                  </a:lnTo>
                  <a:close/>
                  <a:moveTo>
                    <a:pt x="193832" y="36962"/>
                  </a:moveTo>
                  <a:lnTo>
                    <a:pt x="197802" y="36962"/>
                  </a:lnTo>
                  <a:lnTo>
                    <a:pt x="193832" y="33732"/>
                  </a:lnTo>
                  <a:close/>
                </a:path>
              </a:pathLst>
            </a:custGeom>
            <a:solidFill>
              <a:srgbClr val="E3BD5A"/>
            </a:solidFill>
            <a:ln w="4001">
              <a:solidFill>
                <a:srgbClr val="F0DBA5"/>
              </a:solidFill>
            </a:ln>
          </p:spPr>
        </p:sp>
        <p:sp>
          <p:nvSpPr>
            <p:cNvPr id="3971" name="Candidate_B3__3970">
              <a:extLst>
                <a:ext uri="{FF2B5EF4-FFF2-40B4-BE49-F238E27FC236}">
                  <a16:creationId xmlns:a16="http://schemas.microsoft.com/office/drawing/2014/main" id="{21C882B4-CDC4-BA5E-D217-4EEED31E3A90}"/>
                </a:ext>
              </a:extLst>
            </p:cNvPr>
            <p:cNvSpPr>
              <a:spLocks noGrp="1"/>
            </p:cNvSpPr>
            <p:nvPr/>
          </p:nvSpPr>
          <p:spPr>
            <a:xfrm>
              <a:off x="4756867" y="4108214"/>
              <a:ext cx="333810" cy="481772"/>
            </a:xfrm>
            <a:custGeom>
              <a:avLst/>
              <a:gdLst/>
              <a:ahLst/>
              <a:cxnLst/>
              <a:rect l="0" t="0" r="0" b="0"/>
              <a:pathLst>
                <a:path w="333810" h="481772">
                  <a:moveTo>
                    <a:pt x="38766" y="431469"/>
                  </a:moveTo>
                  <a:lnTo>
                    <a:pt x="0" y="431469"/>
                  </a:lnTo>
                  <a:lnTo>
                    <a:pt x="38766" y="468431"/>
                  </a:lnTo>
                  <a:close/>
                  <a:moveTo>
                    <a:pt x="38766" y="468431"/>
                  </a:moveTo>
                  <a:lnTo>
                    <a:pt x="77533" y="468431"/>
                  </a:lnTo>
                  <a:lnTo>
                    <a:pt x="77533" y="431469"/>
                  </a:lnTo>
                  <a:close/>
                  <a:moveTo>
                    <a:pt x="38766" y="468431"/>
                  </a:moveTo>
                  <a:lnTo>
                    <a:pt x="77533" y="431469"/>
                  </a:lnTo>
                  <a:lnTo>
                    <a:pt x="38766" y="431469"/>
                  </a:lnTo>
                  <a:close/>
                  <a:moveTo>
                    <a:pt x="116299" y="468431"/>
                  </a:moveTo>
                  <a:lnTo>
                    <a:pt x="77533" y="468431"/>
                  </a:lnTo>
                  <a:lnTo>
                    <a:pt x="77533" y="479437"/>
                  </a:lnTo>
                  <a:close/>
                  <a:moveTo>
                    <a:pt x="77533" y="468431"/>
                  </a:moveTo>
                  <a:lnTo>
                    <a:pt x="116299" y="468431"/>
                  </a:lnTo>
                  <a:lnTo>
                    <a:pt x="116299" y="431469"/>
                  </a:lnTo>
                  <a:close/>
                  <a:moveTo>
                    <a:pt x="155066" y="468431"/>
                  </a:moveTo>
                  <a:lnTo>
                    <a:pt x="116299" y="468431"/>
                  </a:lnTo>
                  <a:lnTo>
                    <a:pt x="116299" y="481772"/>
                  </a:lnTo>
                  <a:close/>
                  <a:moveTo>
                    <a:pt x="116299" y="468431"/>
                  </a:moveTo>
                  <a:lnTo>
                    <a:pt x="155066" y="468431"/>
                  </a:lnTo>
                  <a:lnTo>
                    <a:pt x="155066" y="431469"/>
                  </a:lnTo>
                  <a:close/>
                  <a:moveTo>
                    <a:pt x="155066" y="468431"/>
                  </a:moveTo>
                  <a:lnTo>
                    <a:pt x="193832" y="468431"/>
                  </a:lnTo>
                  <a:lnTo>
                    <a:pt x="193832" y="431469"/>
                  </a:lnTo>
                  <a:close/>
                  <a:moveTo>
                    <a:pt x="232599" y="431469"/>
                  </a:moveTo>
                  <a:lnTo>
                    <a:pt x="210278" y="468431"/>
                  </a:lnTo>
                  <a:lnTo>
                    <a:pt x="232599" y="461916"/>
                  </a:lnTo>
                  <a:close/>
                  <a:moveTo>
                    <a:pt x="193832" y="468431"/>
                  </a:moveTo>
                  <a:lnTo>
                    <a:pt x="210278" y="468431"/>
                  </a:lnTo>
                  <a:lnTo>
                    <a:pt x="232599" y="431469"/>
                  </a:lnTo>
                  <a:close/>
                  <a:moveTo>
                    <a:pt x="193832" y="431469"/>
                  </a:moveTo>
                  <a:lnTo>
                    <a:pt x="193832" y="468431"/>
                  </a:lnTo>
                  <a:lnTo>
                    <a:pt x="232599" y="431469"/>
                  </a:lnTo>
                  <a:close/>
                  <a:moveTo>
                    <a:pt x="0" y="431469"/>
                  </a:moveTo>
                  <a:lnTo>
                    <a:pt x="38766" y="431469"/>
                  </a:lnTo>
                  <a:lnTo>
                    <a:pt x="38766" y="394507"/>
                  </a:lnTo>
                  <a:close/>
                  <a:moveTo>
                    <a:pt x="0" y="431469"/>
                  </a:moveTo>
                  <a:lnTo>
                    <a:pt x="38766" y="394507"/>
                  </a:lnTo>
                  <a:lnTo>
                    <a:pt x="0" y="394507"/>
                  </a:lnTo>
                  <a:close/>
                  <a:moveTo>
                    <a:pt x="271365" y="431469"/>
                  </a:moveTo>
                  <a:lnTo>
                    <a:pt x="232599" y="431469"/>
                  </a:lnTo>
                  <a:lnTo>
                    <a:pt x="232599" y="461916"/>
                  </a:lnTo>
                  <a:close/>
                  <a:moveTo>
                    <a:pt x="271365" y="394507"/>
                  </a:moveTo>
                  <a:lnTo>
                    <a:pt x="232599" y="431469"/>
                  </a:lnTo>
                  <a:lnTo>
                    <a:pt x="271365" y="431469"/>
                  </a:lnTo>
                  <a:close/>
                  <a:moveTo>
                    <a:pt x="271365" y="394507"/>
                  </a:moveTo>
                  <a:lnTo>
                    <a:pt x="271365" y="431469"/>
                  </a:lnTo>
                  <a:lnTo>
                    <a:pt x="310131" y="394507"/>
                  </a:lnTo>
                  <a:close/>
                  <a:moveTo>
                    <a:pt x="38766" y="357545"/>
                  </a:moveTo>
                  <a:lnTo>
                    <a:pt x="1410" y="357545"/>
                  </a:lnTo>
                  <a:lnTo>
                    <a:pt x="0" y="394507"/>
                  </a:lnTo>
                  <a:close/>
                  <a:moveTo>
                    <a:pt x="38766" y="394507"/>
                  </a:moveTo>
                  <a:lnTo>
                    <a:pt x="38766" y="357545"/>
                  </a:lnTo>
                  <a:lnTo>
                    <a:pt x="0" y="394507"/>
                  </a:lnTo>
                  <a:close/>
                  <a:moveTo>
                    <a:pt x="271365" y="394507"/>
                  </a:moveTo>
                  <a:lnTo>
                    <a:pt x="310131" y="394507"/>
                  </a:lnTo>
                  <a:lnTo>
                    <a:pt x="310131" y="357545"/>
                  </a:lnTo>
                  <a:close/>
                  <a:moveTo>
                    <a:pt x="310131" y="357545"/>
                  </a:moveTo>
                  <a:lnTo>
                    <a:pt x="310131" y="394507"/>
                  </a:lnTo>
                  <a:lnTo>
                    <a:pt x="319837" y="394507"/>
                  </a:lnTo>
                  <a:close/>
                  <a:moveTo>
                    <a:pt x="38766" y="357545"/>
                  </a:moveTo>
                  <a:lnTo>
                    <a:pt x="77533" y="357545"/>
                  </a:lnTo>
                  <a:lnTo>
                    <a:pt x="77533" y="320583"/>
                  </a:lnTo>
                  <a:close/>
                  <a:moveTo>
                    <a:pt x="38766" y="357545"/>
                  </a:moveTo>
                  <a:lnTo>
                    <a:pt x="77533" y="320583"/>
                  </a:lnTo>
                  <a:lnTo>
                    <a:pt x="38766" y="320583"/>
                  </a:lnTo>
                  <a:close/>
                  <a:moveTo>
                    <a:pt x="271365" y="357545"/>
                  </a:moveTo>
                  <a:lnTo>
                    <a:pt x="310131" y="357545"/>
                  </a:lnTo>
                  <a:lnTo>
                    <a:pt x="310131" y="320583"/>
                  </a:lnTo>
                  <a:close/>
                  <a:moveTo>
                    <a:pt x="310131" y="320583"/>
                  </a:moveTo>
                  <a:lnTo>
                    <a:pt x="310131" y="357545"/>
                  </a:lnTo>
                  <a:lnTo>
                    <a:pt x="332035" y="357545"/>
                  </a:lnTo>
                  <a:close/>
                  <a:moveTo>
                    <a:pt x="116299" y="283622"/>
                  </a:moveTo>
                  <a:lnTo>
                    <a:pt x="89561" y="283622"/>
                  </a:lnTo>
                  <a:lnTo>
                    <a:pt x="77533" y="320583"/>
                  </a:lnTo>
                  <a:close/>
                  <a:moveTo>
                    <a:pt x="116299" y="320583"/>
                  </a:moveTo>
                  <a:lnTo>
                    <a:pt x="116299" y="283622"/>
                  </a:lnTo>
                  <a:lnTo>
                    <a:pt x="77533" y="320583"/>
                  </a:lnTo>
                  <a:close/>
                  <a:moveTo>
                    <a:pt x="116299" y="320583"/>
                  </a:moveTo>
                  <a:lnTo>
                    <a:pt x="155066" y="283622"/>
                  </a:lnTo>
                  <a:lnTo>
                    <a:pt x="116299" y="283622"/>
                  </a:lnTo>
                  <a:close/>
                  <a:moveTo>
                    <a:pt x="271365" y="320583"/>
                  </a:moveTo>
                  <a:lnTo>
                    <a:pt x="310131" y="320583"/>
                  </a:lnTo>
                  <a:lnTo>
                    <a:pt x="310131" y="283622"/>
                  </a:lnTo>
                  <a:close/>
                  <a:moveTo>
                    <a:pt x="310131" y="283622"/>
                  </a:moveTo>
                  <a:lnTo>
                    <a:pt x="310131" y="320583"/>
                  </a:lnTo>
                  <a:lnTo>
                    <a:pt x="333810" y="320583"/>
                  </a:lnTo>
                  <a:close/>
                  <a:moveTo>
                    <a:pt x="155066" y="246660"/>
                  </a:moveTo>
                  <a:lnTo>
                    <a:pt x="126528" y="246660"/>
                  </a:lnTo>
                  <a:lnTo>
                    <a:pt x="116299" y="283622"/>
                  </a:lnTo>
                  <a:close/>
                  <a:moveTo>
                    <a:pt x="155066" y="283622"/>
                  </a:moveTo>
                  <a:lnTo>
                    <a:pt x="155066" y="246660"/>
                  </a:lnTo>
                  <a:lnTo>
                    <a:pt x="116299" y="283622"/>
                  </a:lnTo>
                  <a:close/>
                  <a:moveTo>
                    <a:pt x="155066" y="283622"/>
                  </a:moveTo>
                  <a:lnTo>
                    <a:pt x="193832" y="246660"/>
                  </a:lnTo>
                  <a:lnTo>
                    <a:pt x="155066" y="246660"/>
                  </a:lnTo>
                  <a:close/>
                  <a:moveTo>
                    <a:pt x="271365" y="283622"/>
                  </a:moveTo>
                  <a:lnTo>
                    <a:pt x="310131" y="283622"/>
                  </a:lnTo>
                  <a:lnTo>
                    <a:pt x="310131" y="246660"/>
                  </a:lnTo>
                  <a:close/>
                  <a:moveTo>
                    <a:pt x="271365" y="283622"/>
                  </a:moveTo>
                  <a:lnTo>
                    <a:pt x="310131" y="246660"/>
                  </a:lnTo>
                  <a:lnTo>
                    <a:pt x="271365" y="246660"/>
                  </a:lnTo>
                  <a:close/>
                  <a:moveTo>
                    <a:pt x="155066" y="246660"/>
                  </a:moveTo>
                  <a:lnTo>
                    <a:pt x="193832" y="246660"/>
                  </a:lnTo>
                  <a:lnTo>
                    <a:pt x="193832" y="209698"/>
                  </a:lnTo>
                  <a:close/>
                  <a:moveTo>
                    <a:pt x="155066" y="246660"/>
                  </a:moveTo>
                  <a:lnTo>
                    <a:pt x="193832" y="209698"/>
                  </a:lnTo>
                  <a:lnTo>
                    <a:pt x="155066" y="209698"/>
                  </a:lnTo>
                  <a:close/>
                  <a:moveTo>
                    <a:pt x="193832" y="246660"/>
                  </a:moveTo>
                  <a:lnTo>
                    <a:pt x="232599" y="246660"/>
                  </a:lnTo>
                  <a:lnTo>
                    <a:pt x="232599" y="209698"/>
                  </a:lnTo>
                  <a:close/>
                  <a:moveTo>
                    <a:pt x="193832" y="246660"/>
                  </a:moveTo>
                  <a:lnTo>
                    <a:pt x="232599" y="209698"/>
                  </a:lnTo>
                  <a:lnTo>
                    <a:pt x="193832" y="209698"/>
                  </a:lnTo>
                  <a:close/>
                  <a:moveTo>
                    <a:pt x="232599" y="246660"/>
                  </a:moveTo>
                  <a:lnTo>
                    <a:pt x="271365" y="246660"/>
                  </a:lnTo>
                  <a:lnTo>
                    <a:pt x="271365" y="209698"/>
                  </a:lnTo>
                  <a:close/>
                  <a:moveTo>
                    <a:pt x="232599" y="246660"/>
                  </a:moveTo>
                  <a:lnTo>
                    <a:pt x="271365" y="209698"/>
                  </a:lnTo>
                  <a:lnTo>
                    <a:pt x="232599" y="209698"/>
                  </a:lnTo>
                  <a:close/>
                  <a:moveTo>
                    <a:pt x="271365" y="246660"/>
                  </a:moveTo>
                  <a:lnTo>
                    <a:pt x="310131" y="246660"/>
                  </a:lnTo>
                  <a:lnTo>
                    <a:pt x="310131" y="209698"/>
                  </a:lnTo>
                  <a:close/>
                  <a:moveTo>
                    <a:pt x="271365" y="246660"/>
                  </a:moveTo>
                  <a:lnTo>
                    <a:pt x="310131" y="209698"/>
                  </a:lnTo>
                  <a:lnTo>
                    <a:pt x="271365" y="209698"/>
                  </a:lnTo>
                  <a:close/>
                  <a:moveTo>
                    <a:pt x="155066" y="209698"/>
                  </a:moveTo>
                  <a:lnTo>
                    <a:pt x="193832" y="209698"/>
                  </a:lnTo>
                  <a:lnTo>
                    <a:pt x="193832" y="172736"/>
                  </a:lnTo>
                  <a:close/>
                  <a:moveTo>
                    <a:pt x="155066" y="209698"/>
                  </a:moveTo>
                  <a:lnTo>
                    <a:pt x="193832" y="172736"/>
                  </a:lnTo>
                  <a:lnTo>
                    <a:pt x="155066" y="172736"/>
                  </a:lnTo>
                  <a:close/>
                  <a:moveTo>
                    <a:pt x="193832" y="209698"/>
                  </a:moveTo>
                  <a:lnTo>
                    <a:pt x="232599" y="209698"/>
                  </a:lnTo>
                  <a:lnTo>
                    <a:pt x="232599" y="172736"/>
                  </a:lnTo>
                  <a:close/>
                  <a:moveTo>
                    <a:pt x="193832" y="209698"/>
                  </a:moveTo>
                  <a:lnTo>
                    <a:pt x="232599" y="172736"/>
                  </a:lnTo>
                  <a:lnTo>
                    <a:pt x="193832" y="172736"/>
                  </a:lnTo>
                  <a:close/>
                  <a:moveTo>
                    <a:pt x="232599" y="209698"/>
                  </a:moveTo>
                  <a:lnTo>
                    <a:pt x="271365" y="209698"/>
                  </a:lnTo>
                  <a:lnTo>
                    <a:pt x="271365" y="172736"/>
                  </a:lnTo>
                  <a:close/>
                  <a:moveTo>
                    <a:pt x="232599" y="209698"/>
                  </a:moveTo>
                  <a:lnTo>
                    <a:pt x="271365" y="172736"/>
                  </a:lnTo>
                  <a:lnTo>
                    <a:pt x="232599" y="172736"/>
                  </a:lnTo>
                  <a:close/>
                  <a:moveTo>
                    <a:pt x="116299" y="135774"/>
                  </a:moveTo>
                  <a:lnTo>
                    <a:pt x="116299" y="172291"/>
                  </a:lnTo>
                  <a:lnTo>
                    <a:pt x="155066" y="172736"/>
                  </a:lnTo>
                  <a:close/>
                  <a:moveTo>
                    <a:pt x="155066" y="135774"/>
                  </a:moveTo>
                  <a:lnTo>
                    <a:pt x="116299" y="135774"/>
                  </a:lnTo>
                  <a:lnTo>
                    <a:pt x="155066" y="172736"/>
                  </a:lnTo>
                  <a:close/>
                  <a:moveTo>
                    <a:pt x="155066" y="172736"/>
                  </a:moveTo>
                  <a:lnTo>
                    <a:pt x="193832" y="172736"/>
                  </a:lnTo>
                  <a:lnTo>
                    <a:pt x="193832" y="135774"/>
                  </a:lnTo>
                  <a:close/>
                  <a:moveTo>
                    <a:pt x="155066" y="172736"/>
                  </a:moveTo>
                  <a:lnTo>
                    <a:pt x="193832" y="135774"/>
                  </a:lnTo>
                  <a:lnTo>
                    <a:pt x="155066" y="135774"/>
                  </a:lnTo>
                  <a:close/>
                  <a:moveTo>
                    <a:pt x="193832" y="172736"/>
                  </a:moveTo>
                  <a:lnTo>
                    <a:pt x="232599" y="172736"/>
                  </a:lnTo>
                  <a:lnTo>
                    <a:pt x="232599" y="135774"/>
                  </a:lnTo>
                  <a:close/>
                  <a:moveTo>
                    <a:pt x="193832" y="172736"/>
                  </a:moveTo>
                  <a:lnTo>
                    <a:pt x="232599" y="135774"/>
                  </a:lnTo>
                  <a:lnTo>
                    <a:pt x="193832" y="135774"/>
                  </a:lnTo>
                  <a:close/>
                  <a:moveTo>
                    <a:pt x="77533" y="98812"/>
                  </a:moveTo>
                  <a:lnTo>
                    <a:pt x="38766" y="98812"/>
                  </a:lnTo>
                  <a:lnTo>
                    <a:pt x="77533" y="135774"/>
                  </a:lnTo>
                  <a:close/>
                  <a:moveTo>
                    <a:pt x="116299" y="135774"/>
                  </a:moveTo>
                  <a:lnTo>
                    <a:pt x="77533" y="135774"/>
                  </a:lnTo>
                  <a:lnTo>
                    <a:pt x="77533" y="149017"/>
                  </a:lnTo>
                  <a:close/>
                  <a:moveTo>
                    <a:pt x="77533" y="135774"/>
                  </a:moveTo>
                  <a:lnTo>
                    <a:pt x="116299" y="135774"/>
                  </a:lnTo>
                  <a:lnTo>
                    <a:pt x="116299" y="98812"/>
                  </a:lnTo>
                  <a:close/>
                  <a:moveTo>
                    <a:pt x="77533" y="135774"/>
                  </a:moveTo>
                  <a:lnTo>
                    <a:pt x="116299" y="98812"/>
                  </a:lnTo>
                  <a:lnTo>
                    <a:pt x="77533" y="98812"/>
                  </a:lnTo>
                  <a:close/>
                  <a:moveTo>
                    <a:pt x="116299" y="135774"/>
                  </a:moveTo>
                  <a:lnTo>
                    <a:pt x="155066" y="135774"/>
                  </a:lnTo>
                  <a:lnTo>
                    <a:pt x="155066" y="98812"/>
                  </a:lnTo>
                  <a:close/>
                  <a:moveTo>
                    <a:pt x="116299" y="135774"/>
                  </a:moveTo>
                  <a:lnTo>
                    <a:pt x="155066" y="98812"/>
                  </a:lnTo>
                  <a:lnTo>
                    <a:pt x="116299" y="98812"/>
                  </a:lnTo>
                  <a:close/>
                  <a:moveTo>
                    <a:pt x="155066" y="135774"/>
                  </a:moveTo>
                  <a:lnTo>
                    <a:pt x="193832" y="135774"/>
                  </a:lnTo>
                  <a:lnTo>
                    <a:pt x="193832" y="98812"/>
                  </a:lnTo>
                  <a:close/>
                  <a:moveTo>
                    <a:pt x="155066" y="135774"/>
                  </a:moveTo>
                  <a:lnTo>
                    <a:pt x="193832" y="98812"/>
                  </a:lnTo>
                  <a:lnTo>
                    <a:pt x="155066" y="98812"/>
                  </a:lnTo>
                  <a:close/>
                  <a:moveTo>
                    <a:pt x="193832" y="135774"/>
                  </a:moveTo>
                  <a:lnTo>
                    <a:pt x="232599" y="135774"/>
                  </a:lnTo>
                  <a:lnTo>
                    <a:pt x="193832" y="98812"/>
                  </a:lnTo>
                  <a:close/>
                  <a:moveTo>
                    <a:pt x="14645" y="61850"/>
                  </a:moveTo>
                  <a:lnTo>
                    <a:pt x="38766" y="98812"/>
                  </a:lnTo>
                  <a:lnTo>
                    <a:pt x="38766" y="61850"/>
                  </a:lnTo>
                  <a:close/>
                  <a:moveTo>
                    <a:pt x="38766" y="98812"/>
                  </a:moveTo>
                  <a:lnTo>
                    <a:pt x="77533" y="98812"/>
                  </a:lnTo>
                  <a:lnTo>
                    <a:pt x="77533" y="61850"/>
                  </a:lnTo>
                  <a:close/>
                  <a:moveTo>
                    <a:pt x="38766" y="98812"/>
                  </a:moveTo>
                  <a:lnTo>
                    <a:pt x="77533" y="61850"/>
                  </a:lnTo>
                  <a:lnTo>
                    <a:pt x="38766" y="61850"/>
                  </a:lnTo>
                  <a:close/>
                  <a:moveTo>
                    <a:pt x="116299" y="98812"/>
                  </a:moveTo>
                  <a:lnTo>
                    <a:pt x="155066" y="98812"/>
                  </a:lnTo>
                  <a:lnTo>
                    <a:pt x="155066" y="61850"/>
                  </a:lnTo>
                  <a:close/>
                  <a:moveTo>
                    <a:pt x="116299" y="98812"/>
                  </a:moveTo>
                  <a:lnTo>
                    <a:pt x="155066" y="61850"/>
                  </a:lnTo>
                  <a:lnTo>
                    <a:pt x="116299" y="61850"/>
                  </a:lnTo>
                  <a:close/>
                  <a:moveTo>
                    <a:pt x="193832" y="98812"/>
                  </a:moveTo>
                  <a:lnTo>
                    <a:pt x="193832" y="69096"/>
                  </a:lnTo>
                  <a:lnTo>
                    <a:pt x="155066" y="61850"/>
                  </a:lnTo>
                  <a:close/>
                  <a:moveTo>
                    <a:pt x="155066" y="98812"/>
                  </a:moveTo>
                  <a:lnTo>
                    <a:pt x="193832" y="98812"/>
                  </a:lnTo>
                  <a:lnTo>
                    <a:pt x="155066" y="61850"/>
                  </a:lnTo>
                  <a:close/>
                  <a:moveTo>
                    <a:pt x="29559" y="24889"/>
                  </a:moveTo>
                  <a:lnTo>
                    <a:pt x="38766" y="61850"/>
                  </a:lnTo>
                  <a:lnTo>
                    <a:pt x="38766" y="24889"/>
                  </a:lnTo>
                  <a:close/>
                  <a:moveTo>
                    <a:pt x="38766" y="61850"/>
                  </a:moveTo>
                  <a:lnTo>
                    <a:pt x="77533" y="61850"/>
                  </a:lnTo>
                  <a:lnTo>
                    <a:pt x="77533" y="24889"/>
                  </a:lnTo>
                  <a:close/>
                  <a:moveTo>
                    <a:pt x="38766" y="61850"/>
                  </a:moveTo>
                  <a:lnTo>
                    <a:pt x="77533" y="24889"/>
                  </a:lnTo>
                  <a:lnTo>
                    <a:pt x="38766" y="24889"/>
                  </a:lnTo>
                  <a:close/>
                  <a:moveTo>
                    <a:pt x="77533" y="61850"/>
                  </a:moveTo>
                  <a:lnTo>
                    <a:pt x="116299" y="61850"/>
                  </a:lnTo>
                  <a:lnTo>
                    <a:pt x="116299" y="24889"/>
                  </a:lnTo>
                  <a:close/>
                  <a:moveTo>
                    <a:pt x="77533" y="61850"/>
                  </a:moveTo>
                  <a:lnTo>
                    <a:pt x="116299" y="24889"/>
                  </a:lnTo>
                  <a:lnTo>
                    <a:pt x="77533" y="24889"/>
                  </a:lnTo>
                  <a:close/>
                  <a:moveTo>
                    <a:pt x="116299" y="61850"/>
                  </a:moveTo>
                  <a:lnTo>
                    <a:pt x="155066" y="61850"/>
                  </a:lnTo>
                  <a:lnTo>
                    <a:pt x="155066" y="24889"/>
                  </a:lnTo>
                  <a:close/>
                  <a:moveTo>
                    <a:pt x="116299" y="61850"/>
                  </a:moveTo>
                  <a:lnTo>
                    <a:pt x="155066" y="24889"/>
                  </a:lnTo>
                  <a:lnTo>
                    <a:pt x="116299" y="24889"/>
                  </a:lnTo>
                  <a:close/>
                  <a:moveTo>
                    <a:pt x="38766" y="24889"/>
                  </a:moveTo>
                  <a:lnTo>
                    <a:pt x="77533" y="24889"/>
                  </a:lnTo>
                  <a:lnTo>
                    <a:pt x="77533" y="0"/>
                  </a:lnTo>
                  <a:close/>
                  <a:moveTo>
                    <a:pt x="77533" y="24889"/>
                  </a:moveTo>
                  <a:lnTo>
                    <a:pt x="116299" y="24889"/>
                  </a:lnTo>
                  <a:lnTo>
                    <a:pt x="116299" y="2483"/>
                  </a:lnTo>
                  <a:close/>
                </a:path>
              </a:pathLst>
            </a:custGeom>
            <a:solidFill>
              <a:srgbClr val="E4C060"/>
            </a:solidFill>
            <a:ln w="4001">
              <a:solidFill>
                <a:srgbClr val="F0DBA5"/>
              </a:solidFill>
            </a:ln>
          </p:spPr>
        </p:sp>
        <p:sp>
          <p:nvSpPr>
            <p:cNvPr id="3972" name="Candidate_B3__3971">
              <a:extLst>
                <a:ext uri="{FF2B5EF4-FFF2-40B4-BE49-F238E27FC236}">
                  <a16:creationId xmlns:a16="http://schemas.microsoft.com/office/drawing/2014/main" id="{C87435BE-F1BF-A9A2-35BE-5487AB2F4E0C}"/>
                </a:ext>
              </a:extLst>
            </p:cNvPr>
            <p:cNvSpPr>
              <a:spLocks noGrp="1"/>
            </p:cNvSpPr>
            <p:nvPr/>
          </p:nvSpPr>
          <p:spPr>
            <a:xfrm>
              <a:off x="4795633" y="4170064"/>
              <a:ext cx="271365" cy="406580"/>
            </a:xfrm>
            <a:custGeom>
              <a:avLst/>
              <a:gdLst/>
              <a:ahLst/>
              <a:cxnLst/>
              <a:rect l="0" t="0" r="0" b="0"/>
              <a:pathLst>
                <a:path w="271365" h="406580">
                  <a:moveTo>
                    <a:pt x="38766" y="406580"/>
                  </a:moveTo>
                  <a:lnTo>
                    <a:pt x="77533" y="369618"/>
                  </a:lnTo>
                  <a:lnTo>
                    <a:pt x="38766" y="369618"/>
                  </a:lnTo>
                  <a:close/>
                  <a:moveTo>
                    <a:pt x="77533" y="406580"/>
                  </a:moveTo>
                  <a:lnTo>
                    <a:pt x="116299" y="369618"/>
                  </a:lnTo>
                  <a:lnTo>
                    <a:pt x="77533" y="369618"/>
                  </a:lnTo>
                  <a:close/>
                  <a:moveTo>
                    <a:pt x="116299" y="406580"/>
                  </a:moveTo>
                  <a:lnTo>
                    <a:pt x="155066" y="369618"/>
                  </a:lnTo>
                  <a:lnTo>
                    <a:pt x="116299" y="369618"/>
                  </a:lnTo>
                  <a:close/>
                  <a:moveTo>
                    <a:pt x="0" y="369618"/>
                  </a:moveTo>
                  <a:lnTo>
                    <a:pt x="38766" y="369618"/>
                  </a:lnTo>
                  <a:lnTo>
                    <a:pt x="38766" y="332657"/>
                  </a:lnTo>
                  <a:close/>
                  <a:moveTo>
                    <a:pt x="0" y="369618"/>
                  </a:moveTo>
                  <a:lnTo>
                    <a:pt x="38766" y="332657"/>
                  </a:lnTo>
                  <a:lnTo>
                    <a:pt x="0" y="332657"/>
                  </a:lnTo>
                  <a:close/>
                  <a:moveTo>
                    <a:pt x="77533" y="357257"/>
                  </a:moveTo>
                  <a:lnTo>
                    <a:pt x="43492" y="332657"/>
                  </a:lnTo>
                  <a:lnTo>
                    <a:pt x="77533" y="369618"/>
                  </a:lnTo>
                  <a:close/>
                  <a:moveTo>
                    <a:pt x="77533" y="369618"/>
                  </a:moveTo>
                  <a:lnTo>
                    <a:pt x="43492" y="332657"/>
                  </a:lnTo>
                  <a:lnTo>
                    <a:pt x="38766" y="332657"/>
                  </a:lnTo>
                  <a:close/>
                  <a:moveTo>
                    <a:pt x="77533" y="369618"/>
                  </a:moveTo>
                  <a:lnTo>
                    <a:pt x="38766" y="332657"/>
                  </a:lnTo>
                  <a:lnTo>
                    <a:pt x="38766" y="369618"/>
                  </a:lnTo>
                  <a:close/>
                  <a:moveTo>
                    <a:pt x="77533" y="369618"/>
                  </a:moveTo>
                  <a:lnTo>
                    <a:pt x="116299" y="369618"/>
                  </a:lnTo>
                  <a:lnTo>
                    <a:pt x="77533" y="357257"/>
                  </a:lnTo>
                  <a:close/>
                  <a:moveTo>
                    <a:pt x="116299" y="369618"/>
                  </a:moveTo>
                  <a:lnTo>
                    <a:pt x="116299" y="363551"/>
                  </a:lnTo>
                  <a:lnTo>
                    <a:pt x="77533" y="357257"/>
                  </a:lnTo>
                  <a:close/>
                  <a:moveTo>
                    <a:pt x="116299" y="369618"/>
                  </a:moveTo>
                  <a:lnTo>
                    <a:pt x="155066" y="369618"/>
                  </a:lnTo>
                  <a:lnTo>
                    <a:pt x="116299" y="363551"/>
                  </a:lnTo>
                  <a:close/>
                  <a:moveTo>
                    <a:pt x="155066" y="369618"/>
                  </a:moveTo>
                  <a:lnTo>
                    <a:pt x="155066" y="358596"/>
                  </a:lnTo>
                  <a:lnTo>
                    <a:pt x="116299" y="363551"/>
                  </a:lnTo>
                  <a:close/>
                  <a:moveTo>
                    <a:pt x="155066" y="369618"/>
                  </a:moveTo>
                  <a:lnTo>
                    <a:pt x="193832" y="369618"/>
                  </a:lnTo>
                  <a:lnTo>
                    <a:pt x="155066" y="358596"/>
                  </a:lnTo>
                  <a:close/>
                  <a:moveTo>
                    <a:pt x="193832" y="369618"/>
                  </a:moveTo>
                  <a:lnTo>
                    <a:pt x="193832" y="343913"/>
                  </a:lnTo>
                  <a:lnTo>
                    <a:pt x="155066" y="358596"/>
                  </a:lnTo>
                  <a:close/>
                  <a:moveTo>
                    <a:pt x="209641" y="332657"/>
                  </a:moveTo>
                  <a:lnTo>
                    <a:pt x="193832" y="343913"/>
                  </a:lnTo>
                  <a:lnTo>
                    <a:pt x="232598" y="332657"/>
                  </a:lnTo>
                  <a:close/>
                  <a:moveTo>
                    <a:pt x="232598" y="332657"/>
                  </a:moveTo>
                  <a:lnTo>
                    <a:pt x="193832" y="343913"/>
                  </a:lnTo>
                  <a:lnTo>
                    <a:pt x="193832" y="369618"/>
                  </a:lnTo>
                  <a:close/>
                  <a:moveTo>
                    <a:pt x="0" y="332657"/>
                  </a:moveTo>
                  <a:lnTo>
                    <a:pt x="38766" y="332657"/>
                  </a:lnTo>
                  <a:lnTo>
                    <a:pt x="38766" y="295695"/>
                  </a:lnTo>
                  <a:close/>
                  <a:moveTo>
                    <a:pt x="0" y="332657"/>
                  </a:moveTo>
                  <a:lnTo>
                    <a:pt x="38766" y="295695"/>
                  </a:lnTo>
                  <a:lnTo>
                    <a:pt x="0" y="295695"/>
                  </a:lnTo>
                  <a:close/>
                  <a:moveTo>
                    <a:pt x="43492" y="332657"/>
                  </a:moveTo>
                  <a:lnTo>
                    <a:pt x="59748" y="295695"/>
                  </a:lnTo>
                  <a:lnTo>
                    <a:pt x="38766" y="332657"/>
                  </a:lnTo>
                  <a:close/>
                  <a:moveTo>
                    <a:pt x="59748" y="295695"/>
                  </a:moveTo>
                  <a:lnTo>
                    <a:pt x="38766" y="295695"/>
                  </a:lnTo>
                  <a:lnTo>
                    <a:pt x="38766" y="332657"/>
                  </a:lnTo>
                  <a:close/>
                  <a:moveTo>
                    <a:pt x="232598" y="332657"/>
                  </a:moveTo>
                  <a:lnTo>
                    <a:pt x="271365" y="295695"/>
                  </a:lnTo>
                  <a:lnTo>
                    <a:pt x="232598" y="295695"/>
                  </a:lnTo>
                  <a:close/>
                  <a:moveTo>
                    <a:pt x="232598" y="332657"/>
                  </a:moveTo>
                  <a:lnTo>
                    <a:pt x="232598" y="295695"/>
                  </a:lnTo>
                  <a:lnTo>
                    <a:pt x="209641" y="332657"/>
                  </a:lnTo>
                  <a:close/>
                  <a:moveTo>
                    <a:pt x="232598" y="295695"/>
                  </a:moveTo>
                  <a:lnTo>
                    <a:pt x="230826" y="295695"/>
                  </a:lnTo>
                  <a:lnTo>
                    <a:pt x="209641" y="332657"/>
                  </a:lnTo>
                  <a:close/>
                  <a:moveTo>
                    <a:pt x="59748" y="295695"/>
                  </a:moveTo>
                  <a:lnTo>
                    <a:pt x="77533" y="281627"/>
                  </a:lnTo>
                  <a:lnTo>
                    <a:pt x="38766" y="295695"/>
                  </a:lnTo>
                  <a:close/>
                  <a:moveTo>
                    <a:pt x="38766" y="295695"/>
                  </a:moveTo>
                  <a:lnTo>
                    <a:pt x="77533" y="281627"/>
                  </a:lnTo>
                  <a:lnTo>
                    <a:pt x="77533" y="258733"/>
                  </a:lnTo>
                  <a:close/>
                  <a:moveTo>
                    <a:pt x="38766" y="295695"/>
                  </a:moveTo>
                  <a:lnTo>
                    <a:pt x="77533" y="258733"/>
                  </a:lnTo>
                  <a:lnTo>
                    <a:pt x="38766" y="258733"/>
                  </a:lnTo>
                  <a:close/>
                  <a:moveTo>
                    <a:pt x="232598" y="295695"/>
                  </a:moveTo>
                  <a:lnTo>
                    <a:pt x="271365" y="258733"/>
                  </a:lnTo>
                  <a:lnTo>
                    <a:pt x="232598" y="258733"/>
                  </a:lnTo>
                  <a:close/>
                  <a:moveTo>
                    <a:pt x="232598" y="295695"/>
                  </a:moveTo>
                  <a:lnTo>
                    <a:pt x="232598" y="258733"/>
                  </a:lnTo>
                  <a:lnTo>
                    <a:pt x="230826" y="295695"/>
                  </a:lnTo>
                  <a:close/>
                  <a:moveTo>
                    <a:pt x="232598" y="258733"/>
                  </a:moveTo>
                  <a:lnTo>
                    <a:pt x="221854" y="258733"/>
                  </a:lnTo>
                  <a:lnTo>
                    <a:pt x="230826" y="295695"/>
                  </a:lnTo>
                  <a:close/>
                  <a:moveTo>
                    <a:pt x="108315" y="258733"/>
                  </a:moveTo>
                  <a:lnTo>
                    <a:pt x="116299" y="253676"/>
                  </a:lnTo>
                  <a:lnTo>
                    <a:pt x="77533" y="258733"/>
                  </a:lnTo>
                  <a:close/>
                  <a:moveTo>
                    <a:pt x="77533" y="258733"/>
                  </a:moveTo>
                  <a:lnTo>
                    <a:pt x="116299" y="253676"/>
                  </a:lnTo>
                  <a:lnTo>
                    <a:pt x="116299" y="221771"/>
                  </a:lnTo>
                  <a:close/>
                  <a:moveTo>
                    <a:pt x="77533" y="258733"/>
                  </a:moveTo>
                  <a:lnTo>
                    <a:pt x="77533" y="281627"/>
                  </a:lnTo>
                  <a:lnTo>
                    <a:pt x="108315" y="258733"/>
                  </a:lnTo>
                  <a:close/>
                  <a:moveTo>
                    <a:pt x="232598" y="258733"/>
                  </a:moveTo>
                  <a:lnTo>
                    <a:pt x="271365" y="221771"/>
                  </a:lnTo>
                  <a:lnTo>
                    <a:pt x="232598" y="221771"/>
                  </a:lnTo>
                  <a:close/>
                  <a:moveTo>
                    <a:pt x="193832" y="233980"/>
                  </a:moveTo>
                  <a:lnTo>
                    <a:pt x="221854" y="258733"/>
                  </a:lnTo>
                  <a:lnTo>
                    <a:pt x="193832" y="221771"/>
                  </a:lnTo>
                  <a:close/>
                  <a:moveTo>
                    <a:pt x="193832" y="221771"/>
                  </a:moveTo>
                  <a:lnTo>
                    <a:pt x="221854" y="258733"/>
                  </a:lnTo>
                  <a:lnTo>
                    <a:pt x="232598" y="258733"/>
                  </a:lnTo>
                  <a:close/>
                  <a:moveTo>
                    <a:pt x="193832" y="221771"/>
                  </a:moveTo>
                  <a:lnTo>
                    <a:pt x="232598" y="258733"/>
                  </a:lnTo>
                  <a:lnTo>
                    <a:pt x="232598" y="221771"/>
                  </a:lnTo>
                  <a:close/>
                  <a:moveTo>
                    <a:pt x="116299" y="221771"/>
                  </a:moveTo>
                  <a:lnTo>
                    <a:pt x="155066" y="221771"/>
                  </a:lnTo>
                  <a:lnTo>
                    <a:pt x="155066" y="184809"/>
                  </a:lnTo>
                  <a:close/>
                  <a:moveTo>
                    <a:pt x="155066" y="221771"/>
                  </a:moveTo>
                  <a:lnTo>
                    <a:pt x="116299" y="221771"/>
                  </a:lnTo>
                  <a:lnTo>
                    <a:pt x="155066" y="236080"/>
                  </a:lnTo>
                  <a:close/>
                  <a:moveTo>
                    <a:pt x="116299" y="221771"/>
                  </a:moveTo>
                  <a:lnTo>
                    <a:pt x="116299" y="253676"/>
                  </a:lnTo>
                  <a:lnTo>
                    <a:pt x="155066" y="236080"/>
                  </a:lnTo>
                  <a:close/>
                  <a:moveTo>
                    <a:pt x="155066" y="221771"/>
                  </a:moveTo>
                  <a:lnTo>
                    <a:pt x="193832" y="221771"/>
                  </a:lnTo>
                  <a:lnTo>
                    <a:pt x="193832" y="184809"/>
                  </a:lnTo>
                  <a:close/>
                  <a:moveTo>
                    <a:pt x="155066" y="221771"/>
                  </a:moveTo>
                  <a:lnTo>
                    <a:pt x="193832" y="184809"/>
                  </a:lnTo>
                  <a:lnTo>
                    <a:pt x="155066" y="184809"/>
                  </a:lnTo>
                  <a:close/>
                  <a:moveTo>
                    <a:pt x="193832" y="221771"/>
                  </a:moveTo>
                  <a:lnTo>
                    <a:pt x="155066" y="221771"/>
                  </a:lnTo>
                  <a:lnTo>
                    <a:pt x="193832" y="233980"/>
                  </a:lnTo>
                  <a:close/>
                  <a:moveTo>
                    <a:pt x="155066" y="221771"/>
                  </a:moveTo>
                  <a:lnTo>
                    <a:pt x="155066" y="236080"/>
                  </a:lnTo>
                  <a:lnTo>
                    <a:pt x="193832" y="233980"/>
                  </a:lnTo>
                  <a:close/>
                  <a:moveTo>
                    <a:pt x="193832" y="221771"/>
                  </a:moveTo>
                  <a:lnTo>
                    <a:pt x="232598" y="221771"/>
                  </a:lnTo>
                  <a:lnTo>
                    <a:pt x="232598" y="184809"/>
                  </a:lnTo>
                  <a:close/>
                  <a:moveTo>
                    <a:pt x="193832" y="221771"/>
                  </a:moveTo>
                  <a:lnTo>
                    <a:pt x="232598" y="184809"/>
                  </a:lnTo>
                  <a:lnTo>
                    <a:pt x="193832" y="184809"/>
                  </a:lnTo>
                  <a:close/>
                  <a:moveTo>
                    <a:pt x="38766" y="36962"/>
                  </a:moveTo>
                  <a:lnTo>
                    <a:pt x="77533" y="36962"/>
                  </a:lnTo>
                  <a:lnTo>
                    <a:pt x="77533" y="0"/>
                  </a:lnTo>
                  <a:close/>
                  <a:moveTo>
                    <a:pt x="38766" y="36962"/>
                  </a:moveTo>
                  <a:lnTo>
                    <a:pt x="77533" y="0"/>
                  </a:lnTo>
                  <a:lnTo>
                    <a:pt x="38766" y="0"/>
                  </a:lnTo>
                  <a:close/>
                  <a:moveTo>
                    <a:pt x="43492" y="332657"/>
                  </a:moveTo>
                  <a:lnTo>
                    <a:pt x="77533" y="357257"/>
                  </a:lnTo>
                  <a:lnTo>
                    <a:pt x="77533" y="332657"/>
                  </a:lnTo>
                  <a:close/>
                  <a:moveTo>
                    <a:pt x="59748" y="295695"/>
                  </a:moveTo>
                  <a:lnTo>
                    <a:pt x="77533" y="332657"/>
                  </a:lnTo>
                  <a:lnTo>
                    <a:pt x="77533" y="295695"/>
                  </a:lnTo>
                  <a:close/>
                  <a:moveTo>
                    <a:pt x="59748" y="295695"/>
                  </a:moveTo>
                  <a:lnTo>
                    <a:pt x="43492" y="332657"/>
                  </a:lnTo>
                  <a:lnTo>
                    <a:pt x="77533" y="332657"/>
                  </a:lnTo>
                  <a:close/>
                  <a:moveTo>
                    <a:pt x="116299" y="332657"/>
                  </a:moveTo>
                  <a:lnTo>
                    <a:pt x="77533" y="357257"/>
                  </a:lnTo>
                  <a:lnTo>
                    <a:pt x="116299" y="363551"/>
                  </a:lnTo>
                  <a:close/>
                  <a:moveTo>
                    <a:pt x="155066" y="332657"/>
                  </a:moveTo>
                  <a:lnTo>
                    <a:pt x="116299" y="363551"/>
                  </a:lnTo>
                  <a:lnTo>
                    <a:pt x="155066" y="358596"/>
                  </a:lnTo>
                  <a:close/>
                  <a:moveTo>
                    <a:pt x="193832" y="332657"/>
                  </a:moveTo>
                  <a:lnTo>
                    <a:pt x="155066" y="358596"/>
                  </a:lnTo>
                  <a:lnTo>
                    <a:pt x="193832" y="343913"/>
                  </a:lnTo>
                  <a:close/>
                  <a:moveTo>
                    <a:pt x="193832" y="332657"/>
                  </a:moveTo>
                  <a:lnTo>
                    <a:pt x="193832" y="343913"/>
                  </a:lnTo>
                  <a:lnTo>
                    <a:pt x="209641" y="332657"/>
                  </a:lnTo>
                  <a:close/>
                  <a:moveTo>
                    <a:pt x="193832" y="295695"/>
                  </a:moveTo>
                  <a:lnTo>
                    <a:pt x="209641" y="332657"/>
                  </a:lnTo>
                  <a:lnTo>
                    <a:pt x="230826" y="295695"/>
                  </a:lnTo>
                  <a:close/>
                  <a:moveTo>
                    <a:pt x="77533" y="281627"/>
                  </a:moveTo>
                  <a:lnTo>
                    <a:pt x="59748" y="295695"/>
                  </a:lnTo>
                  <a:lnTo>
                    <a:pt x="77533" y="295695"/>
                  </a:lnTo>
                  <a:close/>
                  <a:moveTo>
                    <a:pt x="77533" y="295695"/>
                  </a:moveTo>
                  <a:lnTo>
                    <a:pt x="108315" y="258733"/>
                  </a:lnTo>
                  <a:lnTo>
                    <a:pt x="77533" y="281627"/>
                  </a:lnTo>
                  <a:close/>
                  <a:moveTo>
                    <a:pt x="116299" y="258733"/>
                  </a:moveTo>
                  <a:lnTo>
                    <a:pt x="108315" y="258733"/>
                  </a:lnTo>
                  <a:lnTo>
                    <a:pt x="77533" y="295695"/>
                  </a:lnTo>
                  <a:close/>
                  <a:moveTo>
                    <a:pt x="193832" y="258733"/>
                  </a:moveTo>
                  <a:lnTo>
                    <a:pt x="230826" y="295695"/>
                  </a:lnTo>
                  <a:lnTo>
                    <a:pt x="221854" y="258733"/>
                  </a:lnTo>
                  <a:close/>
                  <a:moveTo>
                    <a:pt x="116299" y="253676"/>
                  </a:moveTo>
                  <a:lnTo>
                    <a:pt x="108315" y="258733"/>
                  </a:lnTo>
                  <a:lnTo>
                    <a:pt x="116299" y="258733"/>
                  </a:lnTo>
                  <a:close/>
                  <a:moveTo>
                    <a:pt x="116299" y="258733"/>
                  </a:moveTo>
                  <a:lnTo>
                    <a:pt x="155066" y="236080"/>
                  </a:lnTo>
                  <a:lnTo>
                    <a:pt x="116299" y="253676"/>
                  </a:lnTo>
                  <a:close/>
                  <a:moveTo>
                    <a:pt x="116299" y="258733"/>
                  </a:moveTo>
                  <a:lnTo>
                    <a:pt x="155066" y="258733"/>
                  </a:lnTo>
                  <a:lnTo>
                    <a:pt x="155066" y="236080"/>
                  </a:lnTo>
                  <a:close/>
                  <a:moveTo>
                    <a:pt x="155066" y="258733"/>
                  </a:moveTo>
                  <a:lnTo>
                    <a:pt x="193832" y="233980"/>
                  </a:lnTo>
                  <a:lnTo>
                    <a:pt x="155066" y="236080"/>
                  </a:lnTo>
                  <a:close/>
                  <a:moveTo>
                    <a:pt x="193832" y="258733"/>
                  </a:moveTo>
                  <a:lnTo>
                    <a:pt x="221854" y="258733"/>
                  </a:lnTo>
                  <a:lnTo>
                    <a:pt x="193832" y="233980"/>
                  </a:lnTo>
                  <a:close/>
                </a:path>
              </a:pathLst>
            </a:custGeom>
            <a:solidFill>
              <a:srgbClr val="E5C265"/>
            </a:solidFill>
            <a:ln w="4001">
              <a:solidFill>
                <a:srgbClr val="F0DBA5"/>
              </a:solidFill>
            </a:ln>
          </p:spPr>
        </p:sp>
        <p:sp>
          <p:nvSpPr>
            <p:cNvPr id="3973" name="Candidate_B3__3972">
              <a:extLst>
                <a:ext uri="{FF2B5EF4-FFF2-40B4-BE49-F238E27FC236}">
                  <a16:creationId xmlns:a16="http://schemas.microsoft.com/office/drawing/2014/main" id="{06269185-FD4D-255F-5B3E-957FE82CD27E}"/>
                </a:ext>
              </a:extLst>
            </p:cNvPr>
            <p:cNvSpPr>
              <a:spLocks noGrp="1"/>
            </p:cNvSpPr>
            <p:nvPr/>
          </p:nvSpPr>
          <p:spPr>
            <a:xfrm>
              <a:off x="4873166" y="4404045"/>
              <a:ext cx="153293" cy="129570"/>
            </a:xfrm>
            <a:custGeom>
              <a:avLst/>
              <a:gdLst/>
              <a:ahLst/>
              <a:cxnLst/>
              <a:rect l="0" t="0" r="0" b="0"/>
              <a:pathLst>
                <a:path w="153293" h="129570">
                  <a:moveTo>
                    <a:pt x="38766" y="98676"/>
                  </a:moveTo>
                  <a:lnTo>
                    <a:pt x="0" y="98676"/>
                  </a:lnTo>
                  <a:lnTo>
                    <a:pt x="0" y="123277"/>
                  </a:lnTo>
                  <a:close/>
                  <a:moveTo>
                    <a:pt x="0" y="98676"/>
                  </a:moveTo>
                  <a:lnTo>
                    <a:pt x="38766" y="98676"/>
                  </a:lnTo>
                  <a:lnTo>
                    <a:pt x="38766" y="61714"/>
                  </a:lnTo>
                  <a:close/>
                  <a:moveTo>
                    <a:pt x="0" y="98676"/>
                  </a:moveTo>
                  <a:lnTo>
                    <a:pt x="38766" y="61714"/>
                  </a:lnTo>
                  <a:lnTo>
                    <a:pt x="0" y="61714"/>
                  </a:lnTo>
                  <a:close/>
                  <a:moveTo>
                    <a:pt x="77533" y="98676"/>
                  </a:moveTo>
                  <a:lnTo>
                    <a:pt x="38766" y="98676"/>
                  </a:lnTo>
                  <a:lnTo>
                    <a:pt x="38766" y="129570"/>
                  </a:lnTo>
                  <a:close/>
                  <a:moveTo>
                    <a:pt x="38766" y="98676"/>
                  </a:moveTo>
                  <a:lnTo>
                    <a:pt x="77533" y="98676"/>
                  </a:lnTo>
                  <a:lnTo>
                    <a:pt x="77533" y="61714"/>
                  </a:lnTo>
                  <a:close/>
                  <a:moveTo>
                    <a:pt x="38766" y="98676"/>
                  </a:moveTo>
                  <a:lnTo>
                    <a:pt x="77533" y="61714"/>
                  </a:lnTo>
                  <a:lnTo>
                    <a:pt x="38766" y="61714"/>
                  </a:lnTo>
                  <a:close/>
                  <a:moveTo>
                    <a:pt x="116299" y="98676"/>
                  </a:moveTo>
                  <a:lnTo>
                    <a:pt x="77533" y="98676"/>
                  </a:lnTo>
                  <a:lnTo>
                    <a:pt x="77533" y="124615"/>
                  </a:lnTo>
                  <a:close/>
                  <a:moveTo>
                    <a:pt x="77533" y="98676"/>
                  </a:moveTo>
                  <a:lnTo>
                    <a:pt x="116299" y="98676"/>
                  </a:lnTo>
                  <a:lnTo>
                    <a:pt x="116299" y="61714"/>
                  </a:lnTo>
                  <a:close/>
                  <a:moveTo>
                    <a:pt x="77533" y="98676"/>
                  </a:moveTo>
                  <a:lnTo>
                    <a:pt x="116299" y="61714"/>
                  </a:lnTo>
                  <a:lnTo>
                    <a:pt x="77533" y="61714"/>
                  </a:lnTo>
                  <a:close/>
                  <a:moveTo>
                    <a:pt x="116299" y="61714"/>
                  </a:moveTo>
                  <a:lnTo>
                    <a:pt x="116299" y="98676"/>
                  </a:lnTo>
                  <a:lnTo>
                    <a:pt x="132108" y="98676"/>
                  </a:lnTo>
                  <a:close/>
                  <a:moveTo>
                    <a:pt x="38766" y="61714"/>
                  </a:moveTo>
                  <a:lnTo>
                    <a:pt x="38766" y="24753"/>
                  </a:lnTo>
                  <a:lnTo>
                    <a:pt x="0" y="61714"/>
                  </a:lnTo>
                  <a:close/>
                  <a:moveTo>
                    <a:pt x="38766" y="61714"/>
                  </a:moveTo>
                  <a:lnTo>
                    <a:pt x="77533" y="61714"/>
                  </a:lnTo>
                  <a:lnTo>
                    <a:pt x="77533" y="24753"/>
                  </a:lnTo>
                  <a:close/>
                  <a:moveTo>
                    <a:pt x="38766" y="61714"/>
                  </a:moveTo>
                  <a:lnTo>
                    <a:pt x="77533" y="24753"/>
                  </a:lnTo>
                  <a:lnTo>
                    <a:pt x="38766" y="24753"/>
                  </a:lnTo>
                  <a:close/>
                  <a:moveTo>
                    <a:pt x="77533" y="61714"/>
                  </a:moveTo>
                  <a:lnTo>
                    <a:pt x="116299" y="61714"/>
                  </a:lnTo>
                  <a:lnTo>
                    <a:pt x="116299" y="24753"/>
                  </a:lnTo>
                  <a:close/>
                  <a:moveTo>
                    <a:pt x="77533" y="61714"/>
                  </a:moveTo>
                  <a:lnTo>
                    <a:pt x="116299" y="24753"/>
                  </a:lnTo>
                  <a:lnTo>
                    <a:pt x="77533" y="24753"/>
                  </a:lnTo>
                  <a:close/>
                  <a:moveTo>
                    <a:pt x="116299" y="24753"/>
                  </a:moveTo>
                  <a:lnTo>
                    <a:pt x="116299" y="61714"/>
                  </a:lnTo>
                  <a:lnTo>
                    <a:pt x="153293" y="61714"/>
                  </a:lnTo>
                  <a:close/>
                  <a:moveTo>
                    <a:pt x="77533" y="24753"/>
                  </a:moveTo>
                  <a:lnTo>
                    <a:pt x="116299" y="24753"/>
                  </a:lnTo>
                  <a:lnTo>
                    <a:pt x="116299" y="0"/>
                  </a:lnTo>
                  <a:close/>
                </a:path>
              </a:pathLst>
            </a:custGeom>
            <a:solidFill>
              <a:srgbClr val="E6C46A"/>
            </a:solidFill>
            <a:ln w="4001">
              <a:solidFill>
                <a:srgbClr val="F0DBA5"/>
              </a:solidFill>
            </a:ln>
          </p:spPr>
        </p:sp>
      </p:grpSp>
      <p:sp>
        <p:nvSpPr>
          <p:cNvPr id="3974" name="label__3973">
            <a:extLst>
              <a:ext uri="{FF2B5EF4-FFF2-40B4-BE49-F238E27FC236}">
                <a16:creationId xmlns:a16="http://schemas.microsoft.com/office/drawing/2014/main" id="{D5CA061C-FE45-394C-605C-8A65A58F0A30}"/>
              </a:ext>
            </a:extLst>
          </p:cNvPr>
          <p:cNvSpPr>
            <a:spLocks noGrp="1"/>
          </p:cNvSpPr>
          <p:nvPr/>
        </p:nvSpPr>
        <p:spPr>
          <a:xfrm>
            <a:off x="2777523" y="4956175"/>
            <a:ext cx="185208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AF9039"/>
                </a:solidFill>
                <a:latin typeface="Arial"/>
                <a:ea typeface="Arial"/>
                <a:cs typeface="Arial"/>
              </a:defRPr>
            </a:pPr>
            <a:r>
              <a:rPr sz="667" b="1">
                <a:solidFill>
                  <a:srgbClr val="AF9039"/>
                </a:solidFill>
                <a:latin typeface="Arial"/>
                <a:ea typeface="Arial"/>
                <a:cs typeface="Arial"/>
              </a:rPr>
              <a:t>B3</a:t>
            </a:r>
          </a:p>
        </p:txBody>
      </p:sp>
      <p:grpSp>
        <p:nvGrpSpPr>
          <p:cNvPr id="6220" name="Candidate_B4">
            <a:extLst>
              <a:ext uri="{FF2B5EF4-FFF2-40B4-BE49-F238E27FC236}">
                <a16:creationId xmlns:a16="http://schemas.microsoft.com/office/drawing/2014/main" id="{5880AF5E-5CBF-A46A-2D99-ECB7871DD4B8}"/>
              </a:ext>
            </a:extLst>
          </p:cNvPr>
          <p:cNvGrpSpPr/>
          <p:nvPr/>
        </p:nvGrpSpPr>
        <p:grpSpPr>
          <a:xfrm>
            <a:off x="2996598" y="3647893"/>
            <a:ext cx="232833" cy="363719"/>
            <a:chOff x="5524500" y="1883718"/>
            <a:chExt cx="419100" cy="654694"/>
          </a:xfrm>
        </p:grpSpPr>
        <p:sp>
          <p:nvSpPr>
            <p:cNvPr id="3975" name="Candidate_B4__3974">
              <a:extLst>
                <a:ext uri="{FF2B5EF4-FFF2-40B4-BE49-F238E27FC236}">
                  <a16:creationId xmlns:a16="http://schemas.microsoft.com/office/drawing/2014/main" id="{90685A5D-2C44-50ED-C60D-A7BDE7630806}"/>
                </a:ext>
              </a:extLst>
            </p:cNvPr>
            <p:cNvSpPr>
              <a:spLocks noGrp="1"/>
            </p:cNvSpPr>
            <p:nvPr/>
          </p:nvSpPr>
          <p:spPr>
            <a:xfrm>
              <a:off x="5603688" y="1883718"/>
              <a:ext cx="337319" cy="653632"/>
            </a:xfrm>
            <a:custGeom>
              <a:avLst/>
              <a:gdLst/>
              <a:ahLst/>
              <a:cxnLst/>
              <a:rect l="0" t="0" r="0" b="0"/>
              <a:pathLst>
                <a:path w="337319" h="653632">
                  <a:moveTo>
                    <a:pt x="38391" y="652932"/>
                  </a:moveTo>
                  <a:lnTo>
                    <a:pt x="41040" y="653632"/>
                  </a:lnTo>
                  <a:lnTo>
                    <a:pt x="41040" y="652932"/>
                  </a:lnTo>
                  <a:close/>
                  <a:moveTo>
                    <a:pt x="38391" y="652932"/>
                  </a:moveTo>
                  <a:lnTo>
                    <a:pt x="41040" y="652932"/>
                  </a:lnTo>
                  <a:lnTo>
                    <a:pt x="0" y="642348"/>
                  </a:lnTo>
                  <a:close/>
                  <a:moveTo>
                    <a:pt x="246243" y="552121"/>
                  </a:moveTo>
                  <a:lnTo>
                    <a:pt x="246243" y="551820"/>
                  </a:lnTo>
                  <a:lnTo>
                    <a:pt x="215876" y="585524"/>
                  </a:lnTo>
                  <a:close/>
                  <a:moveTo>
                    <a:pt x="246243" y="551820"/>
                  </a:moveTo>
                  <a:lnTo>
                    <a:pt x="246243" y="552121"/>
                  </a:lnTo>
                  <a:lnTo>
                    <a:pt x="246541" y="551820"/>
                  </a:lnTo>
                  <a:close/>
                  <a:moveTo>
                    <a:pt x="328323" y="450708"/>
                  </a:moveTo>
                  <a:lnTo>
                    <a:pt x="327742" y="450708"/>
                  </a:lnTo>
                  <a:lnTo>
                    <a:pt x="328323" y="448589"/>
                  </a:lnTo>
                  <a:close/>
                  <a:moveTo>
                    <a:pt x="337319" y="417004"/>
                  </a:moveTo>
                  <a:lnTo>
                    <a:pt x="328323" y="450708"/>
                  </a:lnTo>
                  <a:lnTo>
                    <a:pt x="328323" y="448589"/>
                  </a:lnTo>
                  <a:close/>
                  <a:moveTo>
                    <a:pt x="205202" y="79963"/>
                  </a:moveTo>
                  <a:lnTo>
                    <a:pt x="214964" y="113667"/>
                  </a:lnTo>
                  <a:lnTo>
                    <a:pt x="209539" y="79963"/>
                  </a:lnTo>
                  <a:close/>
                  <a:moveTo>
                    <a:pt x="205202" y="79963"/>
                  </a:moveTo>
                  <a:lnTo>
                    <a:pt x="209539" y="79963"/>
                  </a:lnTo>
                  <a:lnTo>
                    <a:pt x="205202" y="71138"/>
                  </a:lnTo>
                  <a:close/>
                  <a:moveTo>
                    <a:pt x="41040" y="8808"/>
                  </a:moveTo>
                  <a:lnTo>
                    <a:pt x="33408" y="12555"/>
                  </a:lnTo>
                  <a:lnTo>
                    <a:pt x="41040" y="12555"/>
                  </a:lnTo>
                  <a:close/>
                  <a:moveTo>
                    <a:pt x="41040" y="12555"/>
                  </a:moveTo>
                  <a:lnTo>
                    <a:pt x="82081" y="0"/>
                  </a:lnTo>
                  <a:lnTo>
                    <a:pt x="41040" y="8808"/>
                  </a:lnTo>
                  <a:close/>
                </a:path>
              </a:pathLst>
            </a:custGeom>
            <a:solidFill>
              <a:srgbClr val="E3697B"/>
            </a:solidFill>
            <a:ln w="4001">
              <a:solidFill>
                <a:srgbClr val="F2BCC4"/>
              </a:solidFill>
            </a:ln>
          </p:spPr>
        </p:sp>
        <p:sp>
          <p:nvSpPr>
            <p:cNvPr id="3976" name="Candidate_B4__3975">
              <a:extLst>
                <a:ext uri="{FF2B5EF4-FFF2-40B4-BE49-F238E27FC236}">
                  <a16:creationId xmlns:a16="http://schemas.microsoft.com/office/drawing/2014/main" id="{852055B6-0F0C-6EE3-C57F-263050772110}"/>
                </a:ext>
              </a:extLst>
            </p:cNvPr>
            <p:cNvSpPr>
              <a:spLocks noGrp="1"/>
            </p:cNvSpPr>
            <p:nvPr/>
          </p:nvSpPr>
          <p:spPr>
            <a:xfrm>
              <a:off x="5524500" y="1883718"/>
              <a:ext cx="419100" cy="654694"/>
            </a:xfrm>
            <a:custGeom>
              <a:avLst/>
              <a:gdLst/>
              <a:ahLst/>
              <a:cxnLst/>
              <a:rect l="0" t="0" r="0" b="0"/>
              <a:pathLst>
                <a:path w="419100" h="654694">
                  <a:moveTo>
                    <a:pt x="79188" y="642348"/>
                  </a:moveTo>
                  <a:lnTo>
                    <a:pt x="120229" y="652932"/>
                  </a:lnTo>
                  <a:lnTo>
                    <a:pt x="120229" y="648857"/>
                  </a:lnTo>
                  <a:close/>
                  <a:moveTo>
                    <a:pt x="161269" y="652932"/>
                  </a:moveTo>
                  <a:lnTo>
                    <a:pt x="120229" y="653632"/>
                  </a:lnTo>
                  <a:lnTo>
                    <a:pt x="161269" y="654694"/>
                  </a:lnTo>
                  <a:close/>
                  <a:moveTo>
                    <a:pt x="161269" y="652932"/>
                  </a:moveTo>
                  <a:lnTo>
                    <a:pt x="120229" y="652932"/>
                  </a:lnTo>
                  <a:lnTo>
                    <a:pt x="120229" y="653632"/>
                  </a:lnTo>
                  <a:close/>
                  <a:moveTo>
                    <a:pt x="120229" y="652932"/>
                  </a:moveTo>
                  <a:lnTo>
                    <a:pt x="161269" y="652932"/>
                  </a:lnTo>
                  <a:lnTo>
                    <a:pt x="120229" y="648857"/>
                  </a:lnTo>
                  <a:close/>
                  <a:moveTo>
                    <a:pt x="161269" y="652932"/>
                  </a:moveTo>
                  <a:lnTo>
                    <a:pt x="161269" y="654694"/>
                  </a:lnTo>
                  <a:lnTo>
                    <a:pt x="169595" y="652932"/>
                  </a:lnTo>
                  <a:close/>
                  <a:moveTo>
                    <a:pt x="161269" y="652932"/>
                  </a:moveTo>
                  <a:lnTo>
                    <a:pt x="169595" y="652932"/>
                  </a:lnTo>
                  <a:lnTo>
                    <a:pt x="161269" y="650033"/>
                  </a:lnTo>
                  <a:close/>
                  <a:moveTo>
                    <a:pt x="161269" y="650033"/>
                  </a:moveTo>
                  <a:lnTo>
                    <a:pt x="169595" y="652932"/>
                  </a:lnTo>
                  <a:lnTo>
                    <a:pt x="202309" y="646361"/>
                  </a:lnTo>
                  <a:close/>
                  <a:moveTo>
                    <a:pt x="51464" y="619228"/>
                  </a:moveTo>
                  <a:lnTo>
                    <a:pt x="42740" y="619228"/>
                  </a:lnTo>
                  <a:lnTo>
                    <a:pt x="79188" y="642348"/>
                  </a:lnTo>
                  <a:close/>
                  <a:moveTo>
                    <a:pt x="42740" y="619228"/>
                  </a:moveTo>
                  <a:lnTo>
                    <a:pt x="51464" y="619228"/>
                  </a:lnTo>
                  <a:lnTo>
                    <a:pt x="38148" y="614324"/>
                  </a:lnTo>
                  <a:close/>
                  <a:moveTo>
                    <a:pt x="202309" y="646361"/>
                  </a:moveTo>
                  <a:lnTo>
                    <a:pt x="243350" y="627588"/>
                  </a:lnTo>
                  <a:lnTo>
                    <a:pt x="243350" y="622600"/>
                  </a:lnTo>
                  <a:close/>
                  <a:moveTo>
                    <a:pt x="255741" y="619228"/>
                  </a:moveTo>
                  <a:lnTo>
                    <a:pt x="243350" y="622600"/>
                  </a:lnTo>
                  <a:lnTo>
                    <a:pt x="243350" y="627588"/>
                  </a:lnTo>
                  <a:close/>
                  <a:moveTo>
                    <a:pt x="255741" y="619228"/>
                  </a:moveTo>
                  <a:lnTo>
                    <a:pt x="284390" y="595395"/>
                  </a:lnTo>
                  <a:lnTo>
                    <a:pt x="284390" y="590876"/>
                  </a:lnTo>
                  <a:close/>
                  <a:moveTo>
                    <a:pt x="24138" y="585524"/>
                  </a:moveTo>
                  <a:lnTo>
                    <a:pt x="17651" y="585524"/>
                  </a:lnTo>
                  <a:lnTo>
                    <a:pt x="38148" y="614324"/>
                  </a:lnTo>
                  <a:close/>
                  <a:moveTo>
                    <a:pt x="10772" y="551820"/>
                  </a:moveTo>
                  <a:lnTo>
                    <a:pt x="17651" y="585524"/>
                  </a:lnTo>
                  <a:lnTo>
                    <a:pt x="24138" y="585524"/>
                  </a:lnTo>
                  <a:close/>
                  <a:moveTo>
                    <a:pt x="295064" y="585524"/>
                  </a:moveTo>
                  <a:lnTo>
                    <a:pt x="284390" y="590876"/>
                  </a:lnTo>
                  <a:lnTo>
                    <a:pt x="284390" y="595395"/>
                  </a:lnTo>
                  <a:close/>
                  <a:moveTo>
                    <a:pt x="295064" y="585524"/>
                  </a:moveTo>
                  <a:lnTo>
                    <a:pt x="325431" y="551820"/>
                  </a:lnTo>
                  <a:lnTo>
                    <a:pt x="323786" y="551820"/>
                  </a:lnTo>
                  <a:close/>
                  <a:moveTo>
                    <a:pt x="16524" y="518116"/>
                  </a:moveTo>
                  <a:lnTo>
                    <a:pt x="10772" y="551820"/>
                  </a:lnTo>
                  <a:lnTo>
                    <a:pt x="16431" y="551820"/>
                  </a:lnTo>
                  <a:close/>
                  <a:moveTo>
                    <a:pt x="325729" y="551820"/>
                  </a:moveTo>
                  <a:lnTo>
                    <a:pt x="325431" y="550074"/>
                  </a:lnTo>
                  <a:lnTo>
                    <a:pt x="325431" y="551820"/>
                  </a:lnTo>
                  <a:close/>
                  <a:moveTo>
                    <a:pt x="357411" y="518116"/>
                  </a:moveTo>
                  <a:lnTo>
                    <a:pt x="357723" y="518116"/>
                  </a:lnTo>
                  <a:lnTo>
                    <a:pt x="325729" y="551820"/>
                  </a:lnTo>
                  <a:close/>
                  <a:moveTo>
                    <a:pt x="32710" y="484412"/>
                  </a:moveTo>
                  <a:lnTo>
                    <a:pt x="16524" y="518116"/>
                  </a:lnTo>
                  <a:lnTo>
                    <a:pt x="21829" y="518116"/>
                  </a:lnTo>
                  <a:close/>
                  <a:moveTo>
                    <a:pt x="357411" y="518116"/>
                  </a:moveTo>
                  <a:lnTo>
                    <a:pt x="366471" y="507540"/>
                  </a:lnTo>
                  <a:lnTo>
                    <a:pt x="366471" y="508613"/>
                  </a:lnTo>
                  <a:close/>
                  <a:moveTo>
                    <a:pt x="38148" y="483507"/>
                  </a:moveTo>
                  <a:lnTo>
                    <a:pt x="38148" y="475298"/>
                  </a:lnTo>
                  <a:lnTo>
                    <a:pt x="32710" y="484412"/>
                  </a:lnTo>
                  <a:close/>
                  <a:moveTo>
                    <a:pt x="38148" y="475298"/>
                  </a:moveTo>
                  <a:lnTo>
                    <a:pt x="38148" y="483507"/>
                  </a:lnTo>
                  <a:lnTo>
                    <a:pt x="52840" y="450708"/>
                  </a:lnTo>
                  <a:close/>
                  <a:moveTo>
                    <a:pt x="386769" y="484412"/>
                  </a:moveTo>
                  <a:lnTo>
                    <a:pt x="366471" y="508613"/>
                  </a:lnTo>
                  <a:lnTo>
                    <a:pt x="366471" y="507540"/>
                  </a:lnTo>
                  <a:close/>
                  <a:moveTo>
                    <a:pt x="407512" y="450708"/>
                  </a:moveTo>
                  <a:lnTo>
                    <a:pt x="407512" y="453848"/>
                  </a:lnTo>
                  <a:lnTo>
                    <a:pt x="406930" y="450708"/>
                  </a:lnTo>
                  <a:close/>
                  <a:moveTo>
                    <a:pt x="406930" y="450708"/>
                  </a:moveTo>
                  <a:lnTo>
                    <a:pt x="388620" y="484412"/>
                  </a:lnTo>
                  <a:lnTo>
                    <a:pt x="386769" y="484412"/>
                  </a:lnTo>
                  <a:close/>
                  <a:moveTo>
                    <a:pt x="67415" y="417004"/>
                  </a:moveTo>
                  <a:lnTo>
                    <a:pt x="52840" y="450708"/>
                  </a:lnTo>
                  <a:lnTo>
                    <a:pt x="56136" y="450708"/>
                  </a:lnTo>
                  <a:close/>
                  <a:moveTo>
                    <a:pt x="68599" y="383300"/>
                  </a:moveTo>
                  <a:lnTo>
                    <a:pt x="67415" y="417004"/>
                  </a:lnTo>
                  <a:lnTo>
                    <a:pt x="69583" y="417004"/>
                  </a:lnTo>
                  <a:close/>
                  <a:moveTo>
                    <a:pt x="409445" y="450708"/>
                  </a:moveTo>
                  <a:lnTo>
                    <a:pt x="407512" y="450708"/>
                  </a:lnTo>
                  <a:lnTo>
                    <a:pt x="416507" y="417004"/>
                  </a:lnTo>
                  <a:close/>
                  <a:moveTo>
                    <a:pt x="419100" y="417004"/>
                  </a:moveTo>
                  <a:lnTo>
                    <a:pt x="416507" y="417004"/>
                  </a:lnTo>
                  <a:lnTo>
                    <a:pt x="413693" y="383300"/>
                  </a:lnTo>
                  <a:close/>
                  <a:moveTo>
                    <a:pt x="54665" y="349596"/>
                  </a:moveTo>
                  <a:lnTo>
                    <a:pt x="68599" y="383300"/>
                  </a:lnTo>
                  <a:lnTo>
                    <a:pt x="70761" y="383300"/>
                  </a:lnTo>
                  <a:close/>
                  <a:moveTo>
                    <a:pt x="407512" y="369106"/>
                  </a:moveTo>
                  <a:lnTo>
                    <a:pt x="416307" y="383300"/>
                  </a:lnTo>
                  <a:lnTo>
                    <a:pt x="413693" y="383300"/>
                  </a:lnTo>
                  <a:close/>
                  <a:moveTo>
                    <a:pt x="407512" y="369106"/>
                  </a:moveTo>
                  <a:lnTo>
                    <a:pt x="399019" y="349596"/>
                  </a:lnTo>
                  <a:lnTo>
                    <a:pt x="401314" y="349596"/>
                  </a:lnTo>
                  <a:close/>
                  <a:moveTo>
                    <a:pt x="54665" y="349596"/>
                  </a:moveTo>
                  <a:lnTo>
                    <a:pt x="58084" y="349596"/>
                  </a:lnTo>
                  <a:lnTo>
                    <a:pt x="38148" y="325162"/>
                  </a:lnTo>
                  <a:close/>
                  <a:moveTo>
                    <a:pt x="401314" y="349596"/>
                  </a:moveTo>
                  <a:lnTo>
                    <a:pt x="399019" y="349596"/>
                  </a:lnTo>
                  <a:lnTo>
                    <a:pt x="373990" y="315892"/>
                  </a:lnTo>
                  <a:close/>
                  <a:moveTo>
                    <a:pt x="37028" y="315892"/>
                  </a:moveTo>
                  <a:lnTo>
                    <a:pt x="31904" y="315892"/>
                  </a:lnTo>
                  <a:lnTo>
                    <a:pt x="38148" y="325162"/>
                  </a:lnTo>
                  <a:close/>
                  <a:moveTo>
                    <a:pt x="11700" y="282188"/>
                  </a:moveTo>
                  <a:lnTo>
                    <a:pt x="31904" y="315892"/>
                  </a:lnTo>
                  <a:lnTo>
                    <a:pt x="37028" y="315892"/>
                  </a:lnTo>
                  <a:close/>
                  <a:moveTo>
                    <a:pt x="366471" y="307471"/>
                  </a:moveTo>
                  <a:lnTo>
                    <a:pt x="375550" y="315892"/>
                  </a:lnTo>
                  <a:lnTo>
                    <a:pt x="373990" y="315892"/>
                  </a:lnTo>
                  <a:close/>
                  <a:moveTo>
                    <a:pt x="366471" y="307471"/>
                  </a:moveTo>
                  <a:lnTo>
                    <a:pt x="344806" y="282188"/>
                  </a:lnTo>
                  <a:lnTo>
                    <a:pt x="344197" y="282188"/>
                  </a:lnTo>
                  <a:close/>
                  <a:moveTo>
                    <a:pt x="1004" y="248484"/>
                  </a:moveTo>
                  <a:lnTo>
                    <a:pt x="11700" y="282188"/>
                  </a:lnTo>
                  <a:lnTo>
                    <a:pt x="17208" y="282188"/>
                  </a:lnTo>
                  <a:close/>
                  <a:moveTo>
                    <a:pt x="325431" y="256627"/>
                  </a:moveTo>
                  <a:lnTo>
                    <a:pt x="344197" y="282188"/>
                  </a:lnTo>
                  <a:lnTo>
                    <a:pt x="344806" y="282188"/>
                  </a:lnTo>
                  <a:close/>
                  <a:moveTo>
                    <a:pt x="325431" y="256627"/>
                  </a:moveTo>
                  <a:lnTo>
                    <a:pt x="320195" y="248484"/>
                  </a:lnTo>
                  <a:lnTo>
                    <a:pt x="317066" y="248484"/>
                  </a:lnTo>
                  <a:close/>
                  <a:moveTo>
                    <a:pt x="0" y="214780"/>
                  </a:moveTo>
                  <a:lnTo>
                    <a:pt x="1004" y="248484"/>
                  </a:lnTo>
                  <a:lnTo>
                    <a:pt x="6750" y="248484"/>
                  </a:lnTo>
                  <a:close/>
                  <a:moveTo>
                    <a:pt x="317066" y="248484"/>
                  </a:moveTo>
                  <a:lnTo>
                    <a:pt x="320195" y="248484"/>
                  </a:lnTo>
                  <a:lnTo>
                    <a:pt x="304807" y="214780"/>
                  </a:lnTo>
                  <a:close/>
                  <a:moveTo>
                    <a:pt x="6671" y="181076"/>
                  </a:moveTo>
                  <a:lnTo>
                    <a:pt x="0" y="214780"/>
                  </a:lnTo>
                  <a:lnTo>
                    <a:pt x="6373" y="214780"/>
                  </a:lnTo>
                  <a:close/>
                  <a:moveTo>
                    <a:pt x="298741" y="214780"/>
                  </a:moveTo>
                  <a:lnTo>
                    <a:pt x="304807" y="214780"/>
                  </a:lnTo>
                  <a:lnTo>
                    <a:pt x="296387" y="181076"/>
                  </a:lnTo>
                  <a:close/>
                  <a:moveTo>
                    <a:pt x="17168" y="147371"/>
                  </a:moveTo>
                  <a:lnTo>
                    <a:pt x="6671" y="181076"/>
                  </a:lnTo>
                  <a:lnTo>
                    <a:pt x="14591" y="181076"/>
                  </a:lnTo>
                  <a:close/>
                  <a:moveTo>
                    <a:pt x="296387" y="181076"/>
                  </a:moveTo>
                  <a:lnTo>
                    <a:pt x="294332" y="147371"/>
                  </a:lnTo>
                  <a:lnTo>
                    <a:pt x="286814" y="181076"/>
                  </a:lnTo>
                  <a:close/>
                  <a:moveTo>
                    <a:pt x="28781" y="113667"/>
                  </a:moveTo>
                  <a:lnTo>
                    <a:pt x="38148" y="124784"/>
                  </a:lnTo>
                  <a:lnTo>
                    <a:pt x="38148" y="113667"/>
                  </a:lnTo>
                  <a:close/>
                  <a:moveTo>
                    <a:pt x="17168" y="147371"/>
                  </a:moveTo>
                  <a:lnTo>
                    <a:pt x="27914" y="147371"/>
                  </a:lnTo>
                  <a:lnTo>
                    <a:pt x="28781" y="113667"/>
                  </a:lnTo>
                  <a:close/>
                  <a:moveTo>
                    <a:pt x="284390" y="113667"/>
                  </a:moveTo>
                  <a:lnTo>
                    <a:pt x="294332" y="147371"/>
                  </a:lnTo>
                  <a:lnTo>
                    <a:pt x="294152" y="113667"/>
                  </a:lnTo>
                  <a:close/>
                  <a:moveTo>
                    <a:pt x="284390" y="113667"/>
                  </a:moveTo>
                  <a:lnTo>
                    <a:pt x="284390" y="147371"/>
                  </a:lnTo>
                  <a:lnTo>
                    <a:pt x="294332" y="147371"/>
                  </a:lnTo>
                  <a:close/>
                  <a:moveTo>
                    <a:pt x="38148" y="92477"/>
                  </a:moveTo>
                  <a:lnTo>
                    <a:pt x="28781" y="113667"/>
                  </a:lnTo>
                  <a:lnTo>
                    <a:pt x="38148" y="113667"/>
                  </a:lnTo>
                  <a:close/>
                  <a:moveTo>
                    <a:pt x="38148" y="92477"/>
                  </a:moveTo>
                  <a:lnTo>
                    <a:pt x="38148" y="113667"/>
                  </a:lnTo>
                  <a:lnTo>
                    <a:pt x="42969" y="79963"/>
                  </a:lnTo>
                  <a:close/>
                  <a:moveTo>
                    <a:pt x="42969" y="79963"/>
                  </a:moveTo>
                  <a:lnTo>
                    <a:pt x="38148" y="113667"/>
                  </a:lnTo>
                  <a:lnTo>
                    <a:pt x="42696" y="113667"/>
                  </a:lnTo>
                  <a:close/>
                  <a:moveTo>
                    <a:pt x="284390" y="79963"/>
                  </a:moveTo>
                  <a:lnTo>
                    <a:pt x="284390" y="113667"/>
                  </a:lnTo>
                  <a:lnTo>
                    <a:pt x="294152" y="113667"/>
                  </a:lnTo>
                  <a:close/>
                  <a:moveTo>
                    <a:pt x="64731" y="46259"/>
                  </a:moveTo>
                  <a:lnTo>
                    <a:pt x="79188" y="54159"/>
                  </a:lnTo>
                  <a:lnTo>
                    <a:pt x="79188" y="46259"/>
                  </a:lnTo>
                  <a:close/>
                  <a:moveTo>
                    <a:pt x="42969" y="79963"/>
                  </a:moveTo>
                  <a:lnTo>
                    <a:pt x="59044" y="79963"/>
                  </a:lnTo>
                  <a:lnTo>
                    <a:pt x="64731" y="46259"/>
                  </a:lnTo>
                  <a:close/>
                  <a:moveTo>
                    <a:pt x="284390" y="79963"/>
                  </a:moveTo>
                  <a:lnTo>
                    <a:pt x="284390" y="71138"/>
                  </a:lnTo>
                  <a:lnTo>
                    <a:pt x="271195" y="79963"/>
                  </a:lnTo>
                  <a:close/>
                  <a:moveTo>
                    <a:pt x="271195" y="79963"/>
                  </a:moveTo>
                  <a:lnTo>
                    <a:pt x="284390" y="71138"/>
                  </a:lnTo>
                  <a:lnTo>
                    <a:pt x="271636" y="46259"/>
                  </a:lnTo>
                  <a:close/>
                  <a:moveTo>
                    <a:pt x="79188" y="32829"/>
                  </a:moveTo>
                  <a:lnTo>
                    <a:pt x="64731" y="46259"/>
                  </a:lnTo>
                  <a:lnTo>
                    <a:pt x="79188" y="46259"/>
                  </a:lnTo>
                  <a:close/>
                  <a:moveTo>
                    <a:pt x="120229" y="12555"/>
                  </a:moveTo>
                  <a:lnTo>
                    <a:pt x="112596" y="12555"/>
                  </a:lnTo>
                  <a:lnTo>
                    <a:pt x="120229" y="25299"/>
                  </a:lnTo>
                  <a:close/>
                  <a:moveTo>
                    <a:pt x="112596" y="12555"/>
                  </a:moveTo>
                  <a:lnTo>
                    <a:pt x="79188" y="32829"/>
                  </a:lnTo>
                  <a:lnTo>
                    <a:pt x="120229" y="25299"/>
                  </a:lnTo>
                  <a:close/>
                  <a:moveTo>
                    <a:pt x="87252" y="46259"/>
                  </a:moveTo>
                  <a:lnTo>
                    <a:pt x="79188" y="32829"/>
                  </a:lnTo>
                  <a:lnTo>
                    <a:pt x="79188" y="46259"/>
                  </a:lnTo>
                  <a:close/>
                  <a:moveTo>
                    <a:pt x="243350" y="20997"/>
                  </a:moveTo>
                  <a:lnTo>
                    <a:pt x="249570" y="46259"/>
                  </a:lnTo>
                  <a:lnTo>
                    <a:pt x="271636" y="46259"/>
                  </a:lnTo>
                  <a:close/>
                  <a:moveTo>
                    <a:pt x="225715" y="12555"/>
                  </a:moveTo>
                  <a:lnTo>
                    <a:pt x="202309" y="12555"/>
                  </a:lnTo>
                  <a:lnTo>
                    <a:pt x="243350" y="20997"/>
                  </a:lnTo>
                  <a:close/>
                  <a:moveTo>
                    <a:pt x="243350" y="20997"/>
                  </a:moveTo>
                  <a:lnTo>
                    <a:pt x="202309" y="12555"/>
                  </a:lnTo>
                  <a:lnTo>
                    <a:pt x="202309" y="19718"/>
                  </a:lnTo>
                  <a:close/>
                  <a:moveTo>
                    <a:pt x="120229" y="12555"/>
                  </a:moveTo>
                  <a:lnTo>
                    <a:pt x="161269" y="12555"/>
                  </a:lnTo>
                  <a:lnTo>
                    <a:pt x="161269" y="0"/>
                  </a:lnTo>
                  <a:close/>
                  <a:moveTo>
                    <a:pt x="161269" y="12555"/>
                  </a:moveTo>
                  <a:lnTo>
                    <a:pt x="202309" y="3412"/>
                  </a:lnTo>
                  <a:lnTo>
                    <a:pt x="161269" y="0"/>
                  </a:lnTo>
                  <a:close/>
                  <a:moveTo>
                    <a:pt x="161269" y="12555"/>
                  </a:moveTo>
                  <a:lnTo>
                    <a:pt x="202309" y="12555"/>
                  </a:lnTo>
                  <a:lnTo>
                    <a:pt x="202309" y="3412"/>
                  </a:lnTo>
                  <a:close/>
                  <a:moveTo>
                    <a:pt x="202309" y="12555"/>
                  </a:moveTo>
                  <a:lnTo>
                    <a:pt x="225715" y="12555"/>
                  </a:lnTo>
                  <a:lnTo>
                    <a:pt x="202309" y="3412"/>
                  </a:lnTo>
                  <a:close/>
                </a:path>
              </a:pathLst>
            </a:custGeom>
            <a:solidFill>
              <a:srgbClr val="E46D7F"/>
            </a:solidFill>
            <a:ln w="4001">
              <a:solidFill>
                <a:srgbClr val="F2BCC4"/>
              </a:solidFill>
            </a:ln>
          </p:spPr>
        </p:sp>
        <p:sp>
          <p:nvSpPr>
            <p:cNvPr id="3977" name="Candidate_B4__3976">
              <a:extLst>
                <a:ext uri="{FF2B5EF4-FFF2-40B4-BE49-F238E27FC236}">
                  <a16:creationId xmlns:a16="http://schemas.microsoft.com/office/drawing/2014/main" id="{49C2BA66-BC61-DA66-E6ED-8811D8410528}"/>
                </a:ext>
              </a:extLst>
            </p:cNvPr>
            <p:cNvSpPr>
              <a:spLocks noGrp="1"/>
            </p:cNvSpPr>
            <p:nvPr/>
          </p:nvSpPr>
          <p:spPr>
            <a:xfrm>
              <a:off x="5524500" y="1896274"/>
              <a:ext cx="419100" cy="640377"/>
            </a:xfrm>
            <a:custGeom>
              <a:avLst/>
              <a:gdLst/>
              <a:ahLst/>
              <a:cxnLst/>
              <a:rect l="0" t="0" r="0" b="0"/>
              <a:pathLst>
                <a:path w="419100" h="640377">
                  <a:moveTo>
                    <a:pt x="79188" y="629793"/>
                  </a:moveTo>
                  <a:lnTo>
                    <a:pt x="120229" y="636302"/>
                  </a:lnTo>
                  <a:lnTo>
                    <a:pt x="79188" y="624253"/>
                  </a:lnTo>
                  <a:close/>
                  <a:moveTo>
                    <a:pt x="161269" y="640377"/>
                  </a:moveTo>
                  <a:lnTo>
                    <a:pt x="161269" y="637478"/>
                  </a:lnTo>
                  <a:lnTo>
                    <a:pt x="120229" y="636302"/>
                  </a:lnTo>
                  <a:close/>
                  <a:moveTo>
                    <a:pt x="161269" y="637478"/>
                  </a:moveTo>
                  <a:lnTo>
                    <a:pt x="202309" y="633806"/>
                  </a:lnTo>
                  <a:lnTo>
                    <a:pt x="202309" y="629228"/>
                  </a:lnTo>
                  <a:close/>
                  <a:moveTo>
                    <a:pt x="51464" y="606673"/>
                  </a:moveTo>
                  <a:lnTo>
                    <a:pt x="79188" y="629793"/>
                  </a:lnTo>
                  <a:lnTo>
                    <a:pt x="79188" y="624253"/>
                  </a:lnTo>
                  <a:close/>
                  <a:moveTo>
                    <a:pt x="51464" y="606673"/>
                  </a:moveTo>
                  <a:lnTo>
                    <a:pt x="38148" y="592539"/>
                  </a:lnTo>
                  <a:lnTo>
                    <a:pt x="38148" y="601769"/>
                  </a:lnTo>
                  <a:close/>
                  <a:moveTo>
                    <a:pt x="202309" y="629228"/>
                  </a:moveTo>
                  <a:lnTo>
                    <a:pt x="202309" y="633806"/>
                  </a:lnTo>
                  <a:lnTo>
                    <a:pt x="243350" y="610044"/>
                  </a:lnTo>
                  <a:close/>
                  <a:moveTo>
                    <a:pt x="255741" y="606673"/>
                  </a:moveTo>
                  <a:lnTo>
                    <a:pt x="248469" y="606673"/>
                  </a:lnTo>
                  <a:lnTo>
                    <a:pt x="243350" y="610044"/>
                  </a:lnTo>
                  <a:close/>
                  <a:moveTo>
                    <a:pt x="248469" y="606673"/>
                  </a:moveTo>
                  <a:lnTo>
                    <a:pt x="255741" y="606673"/>
                  </a:lnTo>
                  <a:lnTo>
                    <a:pt x="284390" y="578321"/>
                  </a:lnTo>
                  <a:close/>
                  <a:moveTo>
                    <a:pt x="24138" y="572969"/>
                  </a:moveTo>
                  <a:lnTo>
                    <a:pt x="38148" y="601769"/>
                  </a:lnTo>
                  <a:lnTo>
                    <a:pt x="38148" y="592539"/>
                  </a:lnTo>
                  <a:close/>
                  <a:moveTo>
                    <a:pt x="10772" y="539265"/>
                  </a:moveTo>
                  <a:lnTo>
                    <a:pt x="24138" y="572969"/>
                  </a:lnTo>
                  <a:lnTo>
                    <a:pt x="16431" y="539265"/>
                  </a:lnTo>
                  <a:close/>
                  <a:moveTo>
                    <a:pt x="295064" y="572969"/>
                  </a:moveTo>
                  <a:lnTo>
                    <a:pt x="290442" y="572969"/>
                  </a:lnTo>
                  <a:lnTo>
                    <a:pt x="284390" y="578321"/>
                  </a:lnTo>
                  <a:close/>
                  <a:moveTo>
                    <a:pt x="295064" y="572969"/>
                  </a:moveTo>
                  <a:lnTo>
                    <a:pt x="323786" y="539265"/>
                  </a:lnTo>
                  <a:lnTo>
                    <a:pt x="290442" y="572969"/>
                  </a:lnTo>
                  <a:close/>
                  <a:moveTo>
                    <a:pt x="16524" y="505561"/>
                  </a:moveTo>
                  <a:lnTo>
                    <a:pt x="16431" y="539265"/>
                  </a:lnTo>
                  <a:lnTo>
                    <a:pt x="21829" y="505561"/>
                  </a:lnTo>
                  <a:close/>
                  <a:moveTo>
                    <a:pt x="357723" y="505561"/>
                  </a:moveTo>
                  <a:lnTo>
                    <a:pt x="325431" y="537519"/>
                  </a:lnTo>
                  <a:lnTo>
                    <a:pt x="325729" y="539265"/>
                  </a:lnTo>
                  <a:close/>
                  <a:moveTo>
                    <a:pt x="323786" y="539265"/>
                  </a:moveTo>
                  <a:lnTo>
                    <a:pt x="325431" y="539265"/>
                  </a:lnTo>
                  <a:lnTo>
                    <a:pt x="325431" y="537519"/>
                  </a:lnTo>
                  <a:close/>
                  <a:moveTo>
                    <a:pt x="32710" y="471857"/>
                  </a:moveTo>
                  <a:lnTo>
                    <a:pt x="21829" y="505561"/>
                  </a:lnTo>
                  <a:lnTo>
                    <a:pt x="37640" y="471857"/>
                  </a:lnTo>
                  <a:close/>
                  <a:moveTo>
                    <a:pt x="357723" y="505561"/>
                  </a:moveTo>
                  <a:lnTo>
                    <a:pt x="357411" y="505561"/>
                  </a:lnTo>
                  <a:lnTo>
                    <a:pt x="366471" y="496058"/>
                  </a:lnTo>
                  <a:close/>
                  <a:moveTo>
                    <a:pt x="38148" y="470951"/>
                  </a:moveTo>
                  <a:lnTo>
                    <a:pt x="32710" y="471857"/>
                  </a:lnTo>
                  <a:lnTo>
                    <a:pt x="37640" y="471857"/>
                  </a:lnTo>
                  <a:close/>
                  <a:moveTo>
                    <a:pt x="38148" y="470951"/>
                  </a:moveTo>
                  <a:lnTo>
                    <a:pt x="56136" y="438153"/>
                  </a:lnTo>
                  <a:lnTo>
                    <a:pt x="52840" y="438153"/>
                  </a:lnTo>
                  <a:close/>
                  <a:moveTo>
                    <a:pt x="386769" y="471857"/>
                  </a:moveTo>
                  <a:lnTo>
                    <a:pt x="388620" y="471857"/>
                  </a:lnTo>
                  <a:lnTo>
                    <a:pt x="366471" y="496058"/>
                  </a:lnTo>
                  <a:close/>
                  <a:moveTo>
                    <a:pt x="406930" y="438153"/>
                  </a:moveTo>
                  <a:lnTo>
                    <a:pt x="407512" y="441293"/>
                  </a:lnTo>
                  <a:lnTo>
                    <a:pt x="388620" y="471857"/>
                  </a:lnTo>
                  <a:close/>
                  <a:moveTo>
                    <a:pt x="67415" y="404449"/>
                  </a:moveTo>
                  <a:lnTo>
                    <a:pt x="56136" y="438153"/>
                  </a:lnTo>
                  <a:lnTo>
                    <a:pt x="69583" y="404449"/>
                  </a:lnTo>
                  <a:close/>
                  <a:moveTo>
                    <a:pt x="68599" y="370745"/>
                  </a:moveTo>
                  <a:lnTo>
                    <a:pt x="69583" y="404449"/>
                  </a:lnTo>
                  <a:lnTo>
                    <a:pt x="70761" y="370745"/>
                  </a:lnTo>
                  <a:close/>
                  <a:moveTo>
                    <a:pt x="419100" y="404449"/>
                  </a:moveTo>
                  <a:lnTo>
                    <a:pt x="409445" y="438153"/>
                  </a:lnTo>
                  <a:lnTo>
                    <a:pt x="416507" y="404449"/>
                  </a:lnTo>
                  <a:close/>
                  <a:moveTo>
                    <a:pt x="416307" y="370745"/>
                  </a:moveTo>
                  <a:lnTo>
                    <a:pt x="419100" y="404449"/>
                  </a:lnTo>
                  <a:lnTo>
                    <a:pt x="413693" y="370745"/>
                  </a:lnTo>
                  <a:close/>
                  <a:moveTo>
                    <a:pt x="54665" y="337041"/>
                  </a:moveTo>
                  <a:lnTo>
                    <a:pt x="70761" y="370745"/>
                  </a:lnTo>
                  <a:lnTo>
                    <a:pt x="58084" y="337041"/>
                  </a:lnTo>
                  <a:close/>
                  <a:moveTo>
                    <a:pt x="407512" y="356550"/>
                  </a:moveTo>
                  <a:lnTo>
                    <a:pt x="407512" y="350897"/>
                  </a:lnTo>
                  <a:lnTo>
                    <a:pt x="416307" y="370745"/>
                  </a:lnTo>
                  <a:close/>
                  <a:moveTo>
                    <a:pt x="407512" y="350897"/>
                  </a:moveTo>
                  <a:lnTo>
                    <a:pt x="407512" y="356550"/>
                  </a:lnTo>
                  <a:lnTo>
                    <a:pt x="401314" y="337041"/>
                  </a:lnTo>
                  <a:close/>
                  <a:moveTo>
                    <a:pt x="58084" y="337041"/>
                  </a:moveTo>
                  <a:lnTo>
                    <a:pt x="38148" y="305095"/>
                  </a:lnTo>
                  <a:lnTo>
                    <a:pt x="38148" y="312607"/>
                  </a:lnTo>
                  <a:close/>
                  <a:moveTo>
                    <a:pt x="375550" y="303337"/>
                  </a:moveTo>
                  <a:lnTo>
                    <a:pt x="401314" y="337041"/>
                  </a:lnTo>
                  <a:lnTo>
                    <a:pt x="373990" y="303337"/>
                  </a:lnTo>
                  <a:close/>
                  <a:moveTo>
                    <a:pt x="37028" y="303337"/>
                  </a:moveTo>
                  <a:lnTo>
                    <a:pt x="38148" y="312607"/>
                  </a:lnTo>
                  <a:lnTo>
                    <a:pt x="38148" y="305095"/>
                  </a:lnTo>
                  <a:close/>
                  <a:moveTo>
                    <a:pt x="11700" y="269632"/>
                  </a:moveTo>
                  <a:lnTo>
                    <a:pt x="37028" y="303337"/>
                  </a:lnTo>
                  <a:lnTo>
                    <a:pt x="17208" y="269632"/>
                  </a:lnTo>
                  <a:close/>
                  <a:moveTo>
                    <a:pt x="366471" y="294915"/>
                  </a:moveTo>
                  <a:lnTo>
                    <a:pt x="366471" y="293654"/>
                  </a:lnTo>
                  <a:lnTo>
                    <a:pt x="375550" y="303337"/>
                  </a:lnTo>
                  <a:close/>
                  <a:moveTo>
                    <a:pt x="366471" y="293654"/>
                  </a:moveTo>
                  <a:lnTo>
                    <a:pt x="366471" y="294915"/>
                  </a:lnTo>
                  <a:lnTo>
                    <a:pt x="344197" y="269632"/>
                  </a:lnTo>
                  <a:close/>
                  <a:moveTo>
                    <a:pt x="1004" y="235928"/>
                  </a:moveTo>
                  <a:lnTo>
                    <a:pt x="17208" y="269632"/>
                  </a:lnTo>
                  <a:lnTo>
                    <a:pt x="6750" y="235928"/>
                  </a:lnTo>
                  <a:close/>
                  <a:moveTo>
                    <a:pt x="325431" y="244072"/>
                  </a:moveTo>
                  <a:lnTo>
                    <a:pt x="325431" y="247306"/>
                  </a:lnTo>
                  <a:lnTo>
                    <a:pt x="344197" y="269632"/>
                  </a:lnTo>
                  <a:close/>
                  <a:moveTo>
                    <a:pt x="325431" y="247306"/>
                  </a:moveTo>
                  <a:lnTo>
                    <a:pt x="325431" y="244072"/>
                  </a:lnTo>
                  <a:lnTo>
                    <a:pt x="317066" y="235928"/>
                  </a:lnTo>
                  <a:close/>
                  <a:moveTo>
                    <a:pt x="0" y="202224"/>
                  </a:moveTo>
                  <a:lnTo>
                    <a:pt x="6750" y="235928"/>
                  </a:lnTo>
                  <a:lnTo>
                    <a:pt x="6373" y="202224"/>
                  </a:lnTo>
                  <a:close/>
                  <a:moveTo>
                    <a:pt x="298741" y="202224"/>
                  </a:moveTo>
                  <a:lnTo>
                    <a:pt x="317066" y="235928"/>
                  </a:lnTo>
                  <a:lnTo>
                    <a:pt x="304807" y="202224"/>
                  </a:lnTo>
                  <a:close/>
                  <a:moveTo>
                    <a:pt x="6671" y="168520"/>
                  </a:moveTo>
                  <a:lnTo>
                    <a:pt x="6373" y="202224"/>
                  </a:lnTo>
                  <a:lnTo>
                    <a:pt x="14591" y="168520"/>
                  </a:lnTo>
                  <a:close/>
                  <a:moveTo>
                    <a:pt x="286814" y="168520"/>
                  </a:moveTo>
                  <a:lnTo>
                    <a:pt x="298741" y="202224"/>
                  </a:lnTo>
                  <a:lnTo>
                    <a:pt x="296387" y="168520"/>
                  </a:lnTo>
                  <a:close/>
                  <a:moveTo>
                    <a:pt x="17168" y="134816"/>
                  </a:moveTo>
                  <a:lnTo>
                    <a:pt x="14591" y="168520"/>
                  </a:lnTo>
                  <a:lnTo>
                    <a:pt x="27914" y="134816"/>
                  </a:lnTo>
                  <a:close/>
                  <a:moveTo>
                    <a:pt x="286814" y="168520"/>
                  </a:moveTo>
                  <a:lnTo>
                    <a:pt x="284390" y="134816"/>
                  </a:lnTo>
                  <a:lnTo>
                    <a:pt x="284390" y="154429"/>
                  </a:lnTo>
                  <a:close/>
                  <a:moveTo>
                    <a:pt x="294332" y="134816"/>
                  </a:moveTo>
                  <a:lnTo>
                    <a:pt x="284390" y="134816"/>
                  </a:lnTo>
                  <a:lnTo>
                    <a:pt x="286814" y="168520"/>
                  </a:lnTo>
                  <a:close/>
                  <a:moveTo>
                    <a:pt x="27914" y="134816"/>
                  </a:moveTo>
                  <a:lnTo>
                    <a:pt x="38148" y="112229"/>
                  </a:lnTo>
                  <a:lnTo>
                    <a:pt x="28781" y="101112"/>
                  </a:lnTo>
                  <a:close/>
                  <a:moveTo>
                    <a:pt x="284390" y="134816"/>
                  </a:moveTo>
                  <a:lnTo>
                    <a:pt x="284390" y="101112"/>
                  </a:lnTo>
                  <a:lnTo>
                    <a:pt x="281534" y="134816"/>
                  </a:lnTo>
                  <a:close/>
                  <a:moveTo>
                    <a:pt x="284390" y="101112"/>
                  </a:moveTo>
                  <a:lnTo>
                    <a:pt x="278752" y="101112"/>
                  </a:lnTo>
                  <a:lnTo>
                    <a:pt x="281534" y="134816"/>
                  </a:lnTo>
                  <a:close/>
                  <a:moveTo>
                    <a:pt x="284390" y="154429"/>
                  </a:moveTo>
                  <a:lnTo>
                    <a:pt x="284390" y="134816"/>
                  </a:lnTo>
                  <a:lnTo>
                    <a:pt x="281534" y="134816"/>
                  </a:lnTo>
                  <a:close/>
                  <a:moveTo>
                    <a:pt x="42969" y="67408"/>
                  </a:moveTo>
                  <a:lnTo>
                    <a:pt x="42696" y="101112"/>
                  </a:lnTo>
                  <a:lnTo>
                    <a:pt x="59044" y="67408"/>
                  </a:lnTo>
                  <a:close/>
                  <a:moveTo>
                    <a:pt x="38148" y="101112"/>
                  </a:moveTo>
                  <a:lnTo>
                    <a:pt x="38148" y="112229"/>
                  </a:lnTo>
                  <a:lnTo>
                    <a:pt x="42696" y="101112"/>
                  </a:lnTo>
                  <a:close/>
                  <a:moveTo>
                    <a:pt x="284390" y="101112"/>
                  </a:moveTo>
                  <a:lnTo>
                    <a:pt x="284390" y="67408"/>
                  </a:lnTo>
                  <a:lnTo>
                    <a:pt x="278752" y="101112"/>
                  </a:lnTo>
                  <a:close/>
                  <a:moveTo>
                    <a:pt x="284390" y="67408"/>
                  </a:moveTo>
                  <a:lnTo>
                    <a:pt x="271195" y="67408"/>
                  </a:lnTo>
                  <a:lnTo>
                    <a:pt x="278752" y="101112"/>
                  </a:lnTo>
                  <a:close/>
                  <a:moveTo>
                    <a:pt x="59044" y="67408"/>
                  </a:moveTo>
                  <a:lnTo>
                    <a:pt x="79188" y="41604"/>
                  </a:lnTo>
                  <a:lnTo>
                    <a:pt x="64731" y="33704"/>
                  </a:lnTo>
                  <a:close/>
                  <a:moveTo>
                    <a:pt x="271195" y="67408"/>
                  </a:moveTo>
                  <a:lnTo>
                    <a:pt x="271636" y="33704"/>
                  </a:lnTo>
                  <a:lnTo>
                    <a:pt x="249570" y="33704"/>
                  </a:lnTo>
                  <a:close/>
                  <a:moveTo>
                    <a:pt x="120229" y="12744"/>
                  </a:moveTo>
                  <a:lnTo>
                    <a:pt x="79188" y="20273"/>
                  </a:lnTo>
                  <a:lnTo>
                    <a:pt x="87252" y="33704"/>
                  </a:lnTo>
                  <a:close/>
                  <a:moveTo>
                    <a:pt x="79188" y="33704"/>
                  </a:moveTo>
                  <a:lnTo>
                    <a:pt x="79188" y="41604"/>
                  </a:lnTo>
                  <a:lnTo>
                    <a:pt x="87252" y="33704"/>
                  </a:lnTo>
                  <a:close/>
                  <a:moveTo>
                    <a:pt x="243350" y="8442"/>
                  </a:moveTo>
                  <a:lnTo>
                    <a:pt x="243350" y="28254"/>
                  </a:lnTo>
                  <a:lnTo>
                    <a:pt x="249570" y="33704"/>
                  </a:lnTo>
                  <a:close/>
                  <a:moveTo>
                    <a:pt x="243350" y="8442"/>
                  </a:moveTo>
                  <a:lnTo>
                    <a:pt x="202309" y="7162"/>
                  </a:lnTo>
                  <a:lnTo>
                    <a:pt x="243350" y="28254"/>
                  </a:lnTo>
                  <a:close/>
                  <a:moveTo>
                    <a:pt x="161269" y="0"/>
                  </a:moveTo>
                  <a:lnTo>
                    <a:pt x="120229" y="0"/>
                  </a:lnTo>
                  <a:lnTo>
                    <a:pt x="161269" y="2997"/>
                  </a:lnTo>
                  <a:close/>
                  <a:moveTo>
                    <a:pt x="120229" y="0"/>
                  </a:moveTo>
                  <a:lnTo>
                    <a:pt x="120229" y="12744"/>
                  </a:lnTo>
                  <a:lnTo>
                    <a:pt x="161269" y="2997"/>
                  </a:lnTo>
                  <a:close/>
                  <a:moveTo>
                    <a:pt x="202309" y="0"/>
                  </a:moveTo>
                  <a:lnTo>
                    <a:pt x="161269" y="0"/>
                  </a:lnTo>
                  <a:lnTo>
                    <a:pt x="202309" y="7162"/>
                  </a:lnTo>
                  <a:close/>
                  <a:moveTo>
                    <a:pt x="161269" y="0"/>
                  </a:moveTo>
                  <a:lnTo>
                    <a:pt x="161269" y="2997"/>
                  </a:lnTo>
                  <a:lnTo>
                    <a:pt x="202309" y="7162"/>
                  </a:lnTo>
                  <a:close/>
                  <a:moveTo>
                    <a:pt x="409445" y="438153"/>
                  </a:moveTo>
                  <a:lnTo>
                    <a:pt x="407512" y="441293"/>
                  </a:lnTo>
                  <a:lnTo>
                    <a:pt x="407512" y="438153"/>
                  </a:lnTo>
                  <a:close/>
                  <a:moveTo>
                    <a:pt x="38148" y="470951"/>
                  </a:moveTo>
                  <a:lnTo>
                    <a:pt x="37640" y="471857"/>
                  </a:lnTo>
                  <a:lnTo>
                    <a:pt x="38148" y="471857"/>
                  </a:lnTo>
                  <a:close/>
                  <a:moveTo>
                    <a:pt x="38148" y="470951"/>
                  </a:moveTo>
                  <a:lnTo>
                    <a:pt x="38148" y="471857"/>
                  </a:lnTo>
                  <a:lnTo>
                    <a:pt x="56136" y="438153"/>
                  </a:lnTo>
                  <a:close/>
                  <a:moveTo>
                    <a:pt x="37028" y="303337"/>
                  </a:moveTo>
                  <a:lnTo>
                    <a:pt x="38148" y="305095"/>
                  </a:lnTo>
                  <a:lnTo>
                    <a:pt x="38148" y="303337"/>
                  </a:lnTo>
                  <a:close/>
                </a:path>
              </a:pathLst>
            </a:custGeom>
            <a:solidFill>
              <a:srgbClr val="E47182"/>
            </a:solidFill>
            <a:ln w="4001">
              <a:solidFill>
                <a:srgbClr val="F2BCC4"/>
              </a:solidFill>
            </a:ln>
          </p:spPr>
        </p:sp>
        <p:sp>
          <p:nvSpPr>
            <p:cNvPr id="3978" name="Candidate_B4__3977">
              <a:extLst>
                <a:ext uri="{FF2B5EF4-FFF2-40B4-BE49-F238E27FC236}">
                  <a16:creationId xmlns:a16="http://schemas.microsoft.com/office/drawing/2014/main" id="{F78165FB-F713-F0BD-AA2D-96CA478289C4}"/>
                </a:ext>
              </a:extLst>
            </p:cNvPr>
            <p:cNvSpPr>
              <a:spLocks noGrp="1"/>
            </p:cNvSpPr>
            <p:nvPr/>
          </p:nvSpPr>
          <p:spPr>
            <a:xfrm>
              <a:off x="5530873" y="1899271"/>
              <a:ext cx="412727" cy="634481"/>
            </a:xfrm>
            <a:custGeom>
              <a:avLst/>
              <a:gdLst/>
              <a:ahLst/>
              <a:cxnLst/>
              <a:rect l="0" t="0" r="0" b="0"/>
              <a:pathLst>
                <a:path w="412727" h="634481">
                  <a:moveTo>
                    <a:pt x="45091" y="603676"/>
                  </a:moveTo>
                  <a:lnTo>
                    <a:pt x="72815" y="621256"/>
                  </a:lnTo>
                  <a:lnTo>
                    <a:pt x="72815" y="603676"/>
                  </a:lnTo>
                  <a:close/>
                  <a:moveTo>
                    <a:pt x="31775" y="589543"/>
                  </a:moveTo>
                  <a:lnTo>
                    <a:pt x="45091" y="603676"/>
                  </a:lnTo>
                  <a:lnTo>
                    <a:pt x="40835" y="569972"/>
                  </a:lnTo>
                  <a:close/>
                  <a:moveTo>
                    <a:pt x="113856" y="633305"/>
                  </a:moveTo>
                  <a:lnTo>
                    <a:pt x="113856" y="616992"/>
                  </a:lnTo>
                  <a:lnTo>
                    <a:pt x="72815" y="621256"/>
                  </a:lnTo>
                  <a:close/>
                  <a:moveTo>
                    <a:pt x="113856" y="633305"/>
                  </a:moveTo>
                  <a:lnTo>
                    <a:pt x="154896" y="634481"/>
                  </a:lnTo>
                  <a:lnTo>
                    <a:pt x="154896" y="619003"/>
                  </a:lnTo>
                  <a:close/>
                  <a:moveTo>
                    <a:pt x="154896" y="634481"/>
                  </a:moveTo>
                  <a:lnTo>
                    <a:pt x="195937" y="626232"/>
                  </a:lnTo>
                  <a:lnTo>
                    <a:pt x="195937" y="609977"/>
                  </a:lnTo>
                  <a:close/>
                  <a:moveTo>
                    <a:pt x="236977" y="607047"/>
                  </a:moveTo>
                  <a:lnTo>
                    <a:pt x="236977" y="603676"/>
                  </a:lnTo>
                  <a:lnTo>
                    <a:pt x="195937" y="609977"/>
                  </a:lnTo>
                  <a:close/>
                  <a:moveTo>
                    <a:pt x="195937" y="626232"/>
                  </a:moveTo>
                  <a:lnTo>
                    <a:pt x="236977" y="607047"/>
                  </a:lnTo>
                  <a:lnTo>
                    <a:pt x="195937" y="609977"/>
                  </a:lnTo>
                  <a:close/>
                  <a:moveTo>
                    <a:pt x="236977" y="603676"/>
                  </a:moveTo>
                  <a:lnTo>
                    <a:pt x="236977" y="607047"/>
                  </a:lnTo>
                  <a:lnTo>
                    <a:pt x="242096" y="603676"/>
                  </a:lnTo>
                  <a:close/>
                  <a:moveTo>
                    <a:pt x="236977" y="588941"/>
                  </a:moveTo>
                  <a:lnTo>
                    <a:pt x="278018" y="575324"/>
                  </a:lnTo>
                  <a:lnTo>
                    <a:pt x="278018" y="569972"/>
                  </a:lnTo>
                  <a:close/>
                  <a:moveTo>
                    <a:pt x="236977" y="603676"/>
                  </a:moveTo>
                  <a:lnTo>
                    <a:pt x="278018" y="575324"/>
                  </a:lnTo>
                  <a:lnTo>
                    <a:pt x="236977" y="588941"/>
                  </a:lnTo>
                  <a:close/>
                  <a:moveTo>
                    <a:pt x="242096" y="603676"/>
                  </a:moveTo>
                  <a:lnTo>
                    <a:pt x="278018" y="575324"/>
                  </a:lnTo>
                  <a:lnTo>
                    <a:pt x="236977" y="603676"/>
                  </a:lnTo>
                  <a:close/>
                  <a:moveTo>
                    <a:pt x="17765" y="569972"/>
                  </a:moveTo>
                  <a:lnTo>
                    <a:pt x="31775" y="589543"/>
                  </a:lnTo>
                  <a:lnTo>
                    <a:pt x="31775" y="569972"/>
                  </a:lnTo>
                  <a:close/>
                  <a:moveTo>
                    <a:pt x="10058" y="536268"/>
                  </a:moveTo>
                  <a:lnTo>
                    <a:pt x="17765" y="569972"/>
                  </a:lnTo>
                  <a:lnTo>
                    <a:pt x="30366" y="536268"/>
                  </a:lnTo>
                  <a:close/>
                  <a:moveTo>
                    <a:pt x="278018" y="569972"/>
                  </a:moveTo>
                  <a:lnTo>
                    <a:pt x="278018" y="575324"/>
                  </a:lnTo>
                  <a:lnTo>
                    <a:pt x="284069" y="569972"/>
                  </a:lnTo>
                  <a:close/>
                  <a:moveTo>
                    <a:pt x="284069" y="569972"/>
                  </a:moveTo>
                  <a:lnTo>
                    <a:pt x="278018" y="556379"/>
                  </a:lnTo>
                  <a:lnTo>
                    <a:pt x="278018" y="569972"/>
                  </a:lnTo>
                  <a:close/>
                  <a:moveTo>
                    <a:pt x="317413" y="536268"/>
                  </a:moveTo>
                  <a:lnTo>
                    <a:pt x="300344" y="536268"/>
                  </a:lnTo>
                  <a:lnTo>
                    <a:pt x="284069" y="569972"/>
                  </a:lnTo>
                  <a:close/>
                  <a:moveTo>
                    <a:pt x="10058" y="536268"/>
                  </a:moveTo>
                  <a:lnTo>
                    <a:pt x="30366" y="536268"/>
                  </a:lnTo>
                  <a:lnTo>
                    <a:pt x="15456" y="502564"/>
                  </a:lnTo>
                  <a:close/>
                  <a:moveTo>
                    <a:pt x="317413" y="536268"/>
                  </a:moveTo>
                  <a:lnTo>
                    <a:pt x="319058" y="534522"/>
                  </a:lnTo>
                  <a:lnTo>
                    <a:pt x="319058" y="518867"/>
                  </a:lnTo>
                  <a:close/>
                  <a:moveTo>
                    <a:pt x="31267" y="468860"/>
                  </a:moveTo>
                  <a:lnTo>
                    <a:pt x="31775" y="502564"/>
                  </a:lnTo>
                  <a:lnTo>
                    <a:pt x="31775" y="468860"/>
                  </a:lnTo>
                  <a:close/>
                  <a:moveTo>
                    <a:pt x="31267" y="468860"/>
                  </a:moveTo>
                  <a:lnTo>
                    <a:pt x="15456" y="502564"/>
                  </a:lnTo>
                  <a:lnTo>
                    <a:pt x="31775" y="502564"/>
                  </a:lnTo>
                  <a:close/>
                  <a:moveTo>
                    <a:pt x="351350" y="502564"/>
                  </a:moveTo>
                  <a:lnTo>
                    <a:pt x="319058" y="518867"/>
                  </a:lnTo>
                  <a:lnTo>
                    <a:pt x="319058" y="534522"/>
                  </a:lnTo>
                  <a:close/>
                  <a:moveTo>
                    <a:pt x="351350" y="502564"/>
                  </a:moveTo>
                  <a:lnTo>
                    <a:pt x="360098" y="493061"/>
                  </a:lnTo>
                  <a:lnTo>
                    <a:pt x="360098" y="479820"/>
                  </a:lnTo>
                  <a:close/>
                  <a:moveTo>
                    <a:pt x="49764" y="435156"/>
                  </a:moveTo>
                  <a:lnTo>
                    <a:pt x="31775" y="468860"/>
                  </a:lnTo>
                  <a:lnTo>
                    <a:pt x="49399" y="468860"/>
                  </a:lnTo>
                  <a:close/>
                  <a:moveTo>
                    <a:pt x="382247" y="468860"/>
                  </a:moveTo>
                  <a:lnTo>
                    <a:pt x="360098" y="479820"/>
                  </a:lnTo>
                  <a:lnTo>
                    <a:pt x="360098" y="493061"/>
                  </a:lnTo>
                  <a:close/>
                  <a:moveTo>
                    <a:pt x="401139" y="438296"/>
                  </a:moveTo>
                  <a:lnTo>
                    <a:pt x="401139" y="435156"/>
                  </a:lnTo>
                  <a:lnTo>
                    <a:pt x="382247" y="468860"/>
                  </a:lnTo>
                  <a:close/>
                  <a:moveTo>
                    <a:pt x="382247" y="468860"/>
                  </a:moveTo>
                  <a:lnTo>
                    <a:pt x="401139" y="435156"/>
                  </a:lnTo>
                  <a:lnTo>
                    <a:pt x="393356" y="435156"/>
                  </a:lnTo>
                  <a:close/>
                  <a:moveTo>
                    <a:pt x="49764" y="435156"/>
                  </a:moveTo>
                  <a:lnTo>
                    <a:pt x="66705" y="435156"/>
                  </a:lnTo>
                  <a:lnTo>
                    <a:pt x="63211" y="401452"/>
                  </a:lnTo>
                  <a:close/>
                  <a:moveTo>
                    <a:pt x="401139" y="435156"/>
                  </a:moveTo>
                  <a:lnTo>
                    <a:pt x="401139" y="438296"/>
                  </a:lnTo>
                  <a:lnTo>
                    <a:pt x="403072" y="435156"/>
                  </a:lnTo>
                  <a:close/>
                  <a:moveTo>
                    <a:pt x="403072" y="435156"/>
                  </a:moveTo>
                  <a:lnTo>
                    <a:pt x="401139" y="408557"/>
                  </a:lnTo>
                  <a:lnTo>
                    <a:pt x="401139" y="435156"/>
                  </a:lnTo>
                  <a:close/>
                  <a:moveTo>
                    <a:pt x="412727" y="401452"/>
                  </a:moveTo>
                  <a:lnTo>
                    <a:pt x="403250" y="401452"/>
                  </a:lnTo>
                  <a:lnTo>
                    <a:pt x="403072" y="435156"/>
                  </a:lnTo>
                  <a:close/>
                  <a:moveTo>
                    <a:pt x="64388" y="367748"/>
                  </a:moveTo>
                  <a:lnTo>
                    <a:pt x="72815" y="401452"/>
                  </a:lnTo>
                  <a:lnTo>
                    <a:pt x="72815" y="367748"/>
                  </a:lnTo>
                  <a:close/>
                  <a:moveTo>
                    <a:pt x="64388" y="367748"/>
                  </a:moveTo>
                  <a:lnTo>
                    <a:pt x="63211" y="401452"/>
                  </a:lnTo>
                  <a:lnTo>
                    <a:pt x="72815" y="401452"/>
                  </a:lnTo>
                  <a:close/>
                  <a:moveTo>
                    <a:pt x="412727" y="401452"/>
                  </a:moveTo>
                  <a:lnTo>
                    <a:pt x="409934" y="367748"/>
                  </a:lnTo>
                  <a:lnTo>
                    <a:pt x="403250" y="401452"/>
                  </a:lnTo>
                  <a:close/>
                  <a:moveTo>
                    <a:pt x="51712" y="334044"/>
                  </a:moveTo>
                  <a:lnTo>
                    <a:pt x="64388" y="367748"/>
                  </a:lnTo>
                  <a:lnTo>
                    <a:pt x="69260" y="334044"/>
                  </a:lnTo>
                  <a:close/>
                  <a:moveTo>
                    <a:pt x="401139" y="367748"/>
                  </a:moveTo>
                  <a:lnTo>
                    <a:pt x="409934" y="367748"/>
                  </a:lnTo>
                  <a:lnTo>
                    <a:pt x="401139" y="347900"/>
                  </a:lnTo>
                  <a:close/>
                  <a:moveTo>
                    <a:pt x="400275" y="367748"/>
                  </a:moveTo>
                  <a:lnTo>
                    <a:pt x="401139" y="347900"/>
                  </a:lnTo>
                  <a:lnTo>
                    <a:pt x="394941" y="334044"/>
                  </a:lnTo>
                  <a:close/>
                  <a:moveTo>
                    <a:pt x="31775" y="300340"/>
                  </a:moveTo>
                  <a:lnTo>
                    <a:pt x="31775" y="302098"/>
                  </a:lnTo>
                  <a:lnTo>
                    <a:pt x="49858" y="300340"/>
                  </a:lnTo>
                  <a:close/>
                  <a:moveTo>
                    <a:pt x="49858" y="300340"/>
                  </a:moveTo>
                  <a:lnTo>
                    <a:pt x="31775" y="302098"/>
                  </a:lnTo>
                  <a:lnTo>
                    <a:pt x="51712" y="334044"/>
                  </a:lnTo>
                  <a:close/>
                  <a:moveTo>
                    <a:pt x="394941" y="334044"/>
                  </a:moveTo>
                  <a:lnTo>
                    <a:pt x="369177" y="300340"/>
                  </a:lnTo>
                  <a:lnTo>
                    <a:pt x="384660" y="334044"/>
                  </a:lnTo>
                  <a:close/>
                  <a:moveTo>
                    <a:pt x="30656" y="300340"/>
                  </a:moveTo>
                  <a:lnTo>
                    <a:pt x="31775" y="300340"/>
                  </a:lnTo>
                  <a:lnTo>
                    <a:pt x="30656" y="266636"/>
                  </a:lnTo>
                  <a:close/>
                  <a:moveTo>
                    <a:pt x="10835" y="266636"/>
                  </a:moveTo>
                  <a:lnTo>
                    <a:pt x="30656" y="300340"/>
                  </a:lnTo>
                  <a:lnTo>
                    <a:pt x="30656" y="266636"/>
                  </a:lnTo>
                  <a:close/>
                  <a:moveTo>
                    <a:pt x="360098" y="300340"/>
                  </a:moveTo>
                  <a:lnTo>
                    <a:pt x="369177" y="300340"/>
                  </a:lnTo>
                  <a:lnTo>
                    <a:pt x="360098" y="290657"/>
                  </a:lnTo>
                  <a:close/>
                  <a:moveTo>
                    <a:pt x="356319" y="300340"/>
                  </a:moveTo>
                  <a:lnTo>
                    <a:pt x="360098" y="290657"/>
                  </a:lnTo>
                  <a:lnTo>
                    <a:pt x="337824" y="266636"/>
                  </a:lnTo>
                  <a:close/>
                  <a:moveTo>
                    <a:pt x="377" y="232932"/>
                  </a:moveTo>
                  <a:lnTo>
                    <a:pt x="10835" y="266636"/>
                  </a:lnTo>
                  <a:lnTo>
                    <a:pt x="30656" y="266636"/>
                  </a:lnTo>
                  <a:close/>
                  <a:moveTo>
                    <a:pt x="319058" y="244310"/>
                  </a:moveTo>
                  <a:lnTo>
                    <a:pt x="321921" y="266636"/>
                  </a:lnTo>
                  <a:lnTo>
                    <a:pt x="337824" y="266636"/>
                  </a:lnTo>
                  <a:close/>
                  <a:moveTo>
                    <a:pt x="319058" y="244310"/>
                  </a:moveTo>
                  <a:lnTo>
                    <a:pt x="310693" y="232932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377" y="232932"/>
                  </a:lnTo>
                  <a:lnTo>
                    <a:pt x="19934" y="232932"/>
                  </a:lnTo>
                  <a:close/>
                  <a:moveTo>
                    <a:pt x="310693" y="232932"/>
                  </a:moveTo>
                  <a:lnTo>
                    <a:pt x="292368" y="199228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20615" y="199228"/>
                  </a:lnTo>
                  <a:lnTo>
                    <a:pt x="8218" y="165523"/>
                  </a:lnTo>
                  <a:close/>
                  <a:moveTo>
                    <a:pt x="278018" y="165523"/>
                  </a:moveTo>
                  <a:lnTo>
                    <a:pt x="292368" y="199228"/>
                  </a:lnTo>
                  <a:lnTo>
                    <a:pt x="280441" y="165523"/>
                  </a:lnTo>
                  <a:close/>
                  <a:moveTo>
                    <a:pt x="278018" y="165523"/>
                  </a:moveTo>
                  <a:lnTo>
                    <a:pt x="278018" y="199228"/>
                  </a:lnTo>
                  <a:lnTo>
                    <a:pt x="292368" y="199228"/>
                  </a:lnTo>
                  <a:close/>
                  <a:moveTo>
                    <a:pt x="21541" y="131819"/>
                  </a:moveTo>
                  <a:lnTo>
                    <a:pt x="31775" y="165523"/>
                  </a:lnTo>
                  <a:lnTo>
                    <a:pt x="31775" y="131819"/>
                  </a:lnTo>
                  <a:close/>
                  <a:moveTo>
                    <a:pt x="21541" y="131819"/>
                  </a:moveTo>
                  <a:lnTo>
                    <a:pt x="8218" y="165523"/>
                  </a:lnTo>
                  <a:lnTo>
                    <a:pt x="31775" y="165523"/>
                  </a:lnTo>
                  <a:close/>
                  <a:moveTo>
                    <a:pt x="278018" y="165523"/>
                  </a:moveTo>
                  <a:lnTo>
                    <a:pt x="280441" y="165523"/>
                  </a:lnTo>
                  <a:lnTo>
                    <a:pt x="278018" y="151432"/>
                  </a:lnTo>
                  <a:close/>
                  <a:moveTo>
                    <a:pt x="278018" y="165523"/>
                  </a:moveTo>
                  <a:lnTo>
                    <a:pt x="278018" y="151432"/>
                  </a:lnTo>
                  <a:lnTo>
                    <a:pt x="255952" y="165523"/>
                  </a:lnTo>
                  <a:close/>
                  <a:moveTo>
                    <a:pt x="255952" y="165523"/>
                  </a:moveTo>
                  <a:lnTo>
                    <a:pt x="278018" y="151432"/>
                  </a:lnTo>
                  <a:lnTo>
                    <a:pt x="275161" y="131819"/>
                  </a:lnTo>
                  <a:close/>
                  <a:moveTo>
                    <a:pt x="31775" y="109232"/>
                  </a:moveTo>
                  <a:lnTo>
                    <a:pt x="21541" y="131819"/>
                  </a:lnTo>
                  <a:lnTo>
                    <a:pt x="31775" y="131819"/>
                  </a:lnTo>
                  <a:close/>
                  <a:moveTo>
                    <a:pt x="31775" y="109232"/>
                  </a:moveTo>
                  <a:lnTo>
                    <a:pt x="31775" y="131819"/>
                  </a:lnTo>
                  <a:lnTo>
                    <a:pt x="36323" y="98115"/>
                  </a:lnTo>
                  <a:close/>
                  <a:moveTo>
                    <a:pt x="36323" y="98115"/>
                  </a:moveTo>
                  <a:lnTo>
                    <a:pt x="31775" y="131819"/>
                  </a:lnTo>
                  <a:lnTo>
                    <a:pt x="50142" y="131819"/>
                  </a:lnTo>
                  <a:close/>
                  <a:moveTo>
                    <a:pt x="245695" y="131819"/>
                  </a:moveTo>
                  <a:lnTo>
                    <a:pt x="275161" y="131819"/>
                  </a:lnTo>
                  <a:lnTo>
                    <a:pt x="272380" y="98115"/>
                  </a:lnTo>
                  <a:close/>
                  <a:moveTo>
                    <a:pt x="36323" y="98115"/>
                  </a:moveTo>
                  <a:lnTo>
                    <a:pt x="69794" y="98115"/>
                  </a:lnTo>
                  <a:lnTo>
                    <a:pt x="52671" y="64411"/>
                  </a:lnTo>
                  <a:close/>
                  <a:moveTo>
                    <a:pt x="272380" y="98115"/>
                  </a:moveTo>
                  <a:lnTo>
                    <a:pt x="264822" y="64411"/>
                  </a:lnTo>
                  <a:lnTo>
                    <a:pt x="237492" y="98115"/>
                  </a:lnTo>
                  <a:close/>
                  <a:moveTo>
                    <a:pt x="72815" y="38607"/>
                  </a:moveTo>
                  <a:lnTo>
                    <a:pt x="52671" y="64411"/>
                  </a:lnTo>
                  <a:lnTo>
                    <a:pt x="72815" y="64411"/>
                  </a:lnTo>
                  <a:close/>
                  <a:moveTo>
                    <a:pt x="80879" y="30707"/>
                  </a:moveTo>
                  <a:lnTo>
                    <a:pt x="72815" y="38607"/>
                  </a:lnTo>
                  <a:lnTo>
                    <a:pt x="113856" y="50194"/>
                  </a:lnTo>
                  <a:close/>
                  <a:moveTo>
                    <a:pt x="236977" y="30707"/>
                  </a:moveTo>
                  <a:lnTo>
                    <a:pt x="264822" y="64411"/>
                  </a:lnTo>
                  <a:lnTo>
                    <a:pt x="243197" y="30707"/>
                  </a:lnTo>
                  <a:close/>
                  <a:moveTo>
                    <a:pt x="236977" y="30707"/>
                  </a:moveTo>
                  <a:lnTo>
                    <a:pt x="236977" y="64411"/>
                  </a:lnTo>
                  <a:lnTo>
                    <a:pt x="264822" y="64411"/>
                  </a:lnTo>
                  <a:close/>
                  <a:moveTo>
                    <a:pt x="113856" y="9747"/>
                  </a:moveTo>
                  <a:lnTo>
                    <a:pt x="80879" y="30707"/>
                  </a:lnTo>
                  <a:lnTo>
                    <a:pt x="113856" y="30707"/>
                  </a:lnTo>
                  <a:close/>
                  <a:moveTo>
                    <a:pt x="113856" y="30707"/>
                  </a:moveTo>
                  <a:lnTo>
                    <a:pt x="154896" y="0"/>
                  </a:lnTo>
                  <a:lnTo>
                    <a:pt x="113856" y="9747"/>
                  </a:lnTo>
                  <a:close/>
                  <a:moveTo>
                    <a:pt x="154896" y="30707"/>
                  </a:moveTo>
                  <a:lnTo>
                    <a:pt x="195937" y="4166"/>
                  </a:lnTo>
                  <a:lnTo>
                    <a:pt x="154896" y="0"/>
                  </a:lnTo>
                  <a:close/>
                  <a:moveTo>
                    <a:pt x="195937" y="30707"/>
                  </a:moveTo>
                  <a:lnTo>
                    <a:pt x="236977" y="25257"/>
                  </a:lnTo>
                  <a:lnTo>
                    <a:pt x="195937" y="4166"/>
                  </a:lnTo>
                  <a:close/>
                  <a:moveTo>
                    <a:pt x="195937" y="30707"/>
                  </a:moveTo>
                  <a:lnTo>
                    <a:pt x="236977" y="30707"/>
                  </a:lnTo>
                  <a:lnTo>
                    <a:pt x="236977" y="25257"/>
                  </a:lnTo>
                  <a:close/>
                  <a:moveTo>
                    <a:pt x="236977" y="30707"/>
                  </a:moveTo>
                  <a:lnTo>
                    <a:pt x="243197" y="30707"/>
                  </a:lnTo>
                  <a:lnTo>
                    <a:pt x="236977" y="25257"/>
                  </a:lnTo>
                  <a:close/>
                </a:path>
              </a:pathLst>
            </a:custGeom>
            <a:solidFill>
              <a:srgbClr val="E57586"/>
            </a:solidFill>
            <a:ln w="4001">
              <a:solidFill>
                <a:srgbClr val="F2BCC4"/>
              </a:solidFill>
            </a:ln>
          </p:spPr>
        </p:sp>
        <p:sp>
          <p:nvSpPr>
            <p:cNvPr id="3979" name="Candidate_B4__3978">
              <a:extLst>
                <a:ext uri="{FF2B5EF4-FFF2-40B4-BE49-F238E27FC236}">
                  <a16:creationId xmlns:a16="http://schemas.microsoft.com/office/drawing/2014/main" id="{1C61A013-F23B-AA8E-76DE-06508896AA08}"/>
                </a:ext>
              </a:extLst>
            </p:cNvPr>
            <p:cNvSpPr>
              <a:spLocks noGrp="1"/>
            </p:cNvSpPr>
            <p:nvPr/>
          </p:nvSpPr>
          <p:spPr>
            <a:xfrm>
              <a:off x="5530873" y="1899271"/>
              <a:ext cx="409934" cy="634481"/>
            </a:xfrm>
            <a:custGeom>
              <a:avLst/>
              <a:gdLst/>
              <a:ahLst/>
              <a:cxnLst/>
              <a:rect l="0" t="0" r="0" b="0"/>
              <a:pathLst>
                <a:path w="409934" h="634481">
                  <a:moveTo>
                    <a:pt x="31775" y="569972"/>
                  </a:moveTo>
                  <a:lnTo>
                    <a:pt x="31775" y="589543"/>
                  </a:lnTo>
                  <a:lnTo>
                    <a:pt x="40835" y="569972"/>
                  </a:lnTo>
                  <a:close/>
                  <a:moveTo>
                    <a:pt x="40835" y="569972"/>
                  </a:moveTo>
                  <a:lnTo>
                    <a:pt x="45091" y="603676"/>
                  </a:lnTo>
                  <a:lnTo>
                    <a:pt x="72815" y="601614"/>
                  </a:lnTo>
                  <a:close/>
                  <a:moveTo>
                    <a:pt x="72815" y="601614"/>
                  </a:moveTo>
                  <a:lnTo>
                    <a:pt x="45091" y="603676"/>
                  </a:lnTo>
                  <a:lnTo>
                    <a:pt x="72815" y="603676"/>
                  </a:lnTo>
                  <a:close/>
                  <a:moveTo>
                    <a:pt x="72815" y="621256"/>
                  </a:moveTo>
                  <a:lnTo>
                    <a:pt x="76831" y="603676"/>
                  </a:lnTo>
                  <a:lnTo>
                    <a:pt x="72815" y="603676"/>
                  </a:lnTo>
                  <a:close/>
                  <a:moveTo>
                    <a:pt x="113856" y="616992"/>
                  </a:moveTo>
                  <a:lnTo>
                    <a:pt x="76831" y="603676"/>
                  </a:lnTo>
                  <a:lnTo>
                    <a:pt x="72815" y="621256"/>
                  </a:lnTo>
                  <a:close/>
                  <a:moveTo>
                    <a:pt x="113856" y="616992"/>
                  </a:moveTo>
                  <a:lnTo>
                    <a:pt x="113856" y="633305"/>
                  </a:lnTo>
                  <a:lnTo>
                    <a:pt x="154896" y="619003"/>
                  </a:lnTo>
                  <a:close/>
                  <a:moveTo>
                    <a:pt x="154896" y="619003"/>
                  </a:moveTo>
                  <a:lnTo>
                    <a:pt x="154896" y="634481"/>
                  </a:lnTo>
                  <a:lnTo>
                    <a:pt x="195937" y="609977"/>
                  </a:lnTo>
                  <a:close/>
                  <a:moveTo>
                    <a:pt x="195937" y="609977"/>
                  </a:moveTo>
                  <a:lnTo>
                    <a:pt x="236977" y="603676"/>
                  </a:lnTo>
                  <a:lnTo>
                    <a:pt x="209506" y="603676"/>
                  </a:lnTo>
                  <a:close/>
                  <a:moveTo>
                    <a:pt x="236977" y="588941"/>
                  </a:moveTo>
                  <a:lnTo>
                    <a:pt x="278018" y="569972"/>
                  </a:lnTo>
                  <a:lnTo>
                    <a:pt x="262423" y="569972"/>
                  </a:lnTo>
                  <a:close/>
                  <a:moveTo>
                    <a:pt x="209506" y="603676"/>
                  </a:moveTo>
                  <a:lnTo>
                    <a:pt x="236977" y="603676"/>
                  </a:lnTo>
                  <a:lnTo>
                    <a:pt x="236977" y="588941"/>
                  </a:lnTo>
                  <a:close/>
                  <a:moveTo>
                    <a:pt x="30366" y="536268"/>
                  </a:moveTo>
                  <a:lnTo>
                    <a:pt x="31775" y="569972"/>
                  </a:lnTo>
                  <a:lnTo>
                    <a:pt x="31775" y="541294"/>
                  </a:lnTo>
                  <a:close/>
                  <a:moveTo>
                    <a:pt x="17765" y="569972"/>
                  </a:moveTo>
                  <a:lnTo>
                    <a:pt x="31775" y="569972"/>
                  </a:lnTo>
                  <a:lnTo>
                    <a:pt x="30366" y="536268"/>
                  </a:lnTo>
                  <a:close/>
                  <a:moveTo>
                    <a:pt x="31775" y="569972"/>
                  </a:moveTo>
                  <a:lnTo>
                    <a:pt x="40835" y="569972"/>
                  </a:lnTo>
                  <a:lnTo>
                    <a:pt x="31775" y="541294"/>
                  </a:lnTo>
                  <a:close/>
                  <a:moveTo>
                    <a:pt x="300344" y="536268"/>
                  </a:moveTo>
                  <a:lnTo>
                    <a:pt x="278018" y="556379"/>
                  </a:lnTo>
                  <a:lnTo>
                    <a:pt x="284069" y="569972"/>
                  </a:lnTo>
                  <a:close/>
                  <a:moveTo>
                    <a:pt x="262423" y="569972"/>
                  </a:moveTo>
                  <a:lnTo>
                    <a:pt x="278018" y="569972"/>
                  </a:lnTo>
                  <a:lnTo>
                    <a:pt x="278018" y="556379"/>
                  </a:lnTo>
                  <a:close/>
                  <a:moveTo>
                    <a:pt x="15456" y="502564"/>
                  </a:moveTo>
                  <a:lnTo>
                    <a:pt x="31775" y="526513"/>
                  </a:lnTo>
                  <a:lnTo>
                    <a:pt x="31775" y="502564"/>
                  </a:lnTo>
                  <a:close/>
                  <a:moveTo>
                    <a:pt x="30366" y="536268"/>
                  </a:moveTo>
                  <a:lnTo>
                    <a:pt x="31775" y="526513"/>
                  </a:lnTo>
                  <a:lnTo>
                    <a:pt x="15456" y="502564"/>
                  </a:lnTo>
                  <a:close/>
                  <a:moveTo>
                    <a:pt x="300344" y="536268"/>
                  </a:moveTo>
                  <a:lnTo>
                    <a:pt x="317413" y="536268"/>
                  </a:lnTo>
                  <a:lnTo>
                    <a:pt x="319058" y="518867"/>
                  </a:lnTo>
                  <a:close/>
                  <a:moveTo>
                    <a:pt x="49399" y="468860"/>
                  </a:moveTo>
                  <a:lnTo>
                    <a:pt x="31775" y="468860"/>
                  </a:lnTo>
                  <a:lnTo>
                    <a:pt x="31775" y="502564"/>
                  </a:lnTo>
                  <a:close/>
                  <a:moveTo>
                    <a:pt x="351350" y="502564"/>
                  </a:moveTo>
                  <a:lnTo>
                    <a:pt x="337125" y="502564"/>
                  </a:lnTo>
                  <a:lnTo>
                    <a:pt x="319058" y="518867"/>
                  </a:lnTo>
                  <a:close/>
                  <a:moveTo>
                    <a:pt x="337125" y="502564"/>
                  </a:moveTo>
                  <a:lnTo>
                    <a:pt x="351350" y="502564"/>
                  </a:lnTo>
                  <a:lnTo>
                    <a:pt x="360098" y="479820"/>
                  </a:lnTo>
                  <a:close/>
                  <a:moveTo>
                    <a:pt x="49764" y="435156"/>
                  </a:moveTo>
                  <a:lnTo>
                    <a:pt x="49399" y="468860"/>
                  </a:lnTo>
                  <a:lnTo>
                    <a:pt x="66705" y="435156"/>
                  </a:lnTo>
                  <a:close/>
                  <a:moveTo>
                    <a:pt x="382247" y="468860"/>
                  </a:moveTo>
                  <a:lnTo>
                    <a:pt x="370667" y="468860"/>
                  </a:lnTo>
                  <a:lnTo>
                    <a:pt x="360098" y="479820"/>
                  </a:lnTo>
                  <a:close/>
                  <a:moveTo>
                    <a:pt x="382247" y="468860"/>
                  </a:moveTo>
                  <a:lnTo>
                    <a:pt x="393356" y="435156"/>
                  </a:lnTo>
                  <a:lnTo>
                    <a:pt x="370667" y="468860"/>
                  </a:lnTo>
                  <a:close/>
                  <a:moveTo>
                    <a:pt x="63211" y="401452"/>
                  </a:moveTo>
                  <a:lnTo>
                    <a:pt x="72815" y="418123"/>
                  </a:lnTo>
                  <a:lnTo>
                    <a:pt x="72815" y="401452"/>
                  </a:lnTo>
                  <a:close/>
                  <a:moveTo>
                    <a:pt x="66705" y="435156"/>
                  </a:moveTo>
                  <a:lnTo>
                    <a:pt x="72815" y="418123"/>
                  </a:lnTo>
                  <a:lnTo>
                    <a:pt x="63211" y="401452"/>
                  </a:lnTo>
                  <a:close/>
                  <a:moveTo>
                    <a:pt x="403250" y="401452"/>
                  </a:moveTo>
                  <a:lnTo>
                    <a:pt x="401139" y="408557"/>
                  </a:lnTo>
                  <a:lnTo>
                    <a:pt x="403072" y="435156"/>
                  </a:lnTo>
                  <a:close/>
                  <a:moveTo>
                    <a:pt x="393356" y="435156"/>
                  </a:moveTo>
                  <a:lnTo>
                    <a:pt x="401139" y="435156"/>
                  </a:lnTo>
                  <a:lnTo>
                    <a:pt x="401139" y="408557"/>
                  </a:lnTo>
                  <a:close/>
                  <a:moveTo>
                    <a:pt x="78610" y="401452"/>
                  </a:moveTo>
                  <a:lnTo>
                    <a:pt x="79869" y="367748"/>
                  </a:lnTo>
                  <a:lnTo>
                    <a:pt x="72815" y="401452"/>
                  </a:lnTo>
                  <a:close/>
                  <a:moveTo>
                    <a:pt x="79869" y="367748"/>
                  </a:moveTo>
                  <a:lnTo>
                    <a:pt x="72815" y="367748"/>
                  </a:lnTo>
                  <a:lnTo>
                    <a:pt x="72815" y="401452"/>
                  </a:lnTo>
                  <a:close/>
                  <a:moveTo>
                    <a:pt x="72815" y="401452"/>
                  </a:moveTo>
                  <a:lnTo>
                    <a:pt x="72815" y="418123"/>
                  </a:lnTo>
                  <a:lnTo>
                    <a:pt x="78610" y="401452"/>
                  </a:lnTo>
                  <a:close/>
                  <a:moveTo>
                    <a:pt x="409934" y="367748"/>
                  </a:moveTo>
                  <a:lnTo>
                    <a:pt x="401139" y="367748"/>
                  </a:lnTo>
                  <a:lnTo>
                    <a:pt x="403250" y="401452"/>
                  </a:lnTo>
                  <a:close/>
                  <a:moveTo>
                    <a:pt x="69260" y="334044"/>
                  </a:moveTo>
                  <a:lnTo>
                    <a:pt x="72815" y="367748"/>
                  </a:lnTo>
                  <a:lnTo>
                    <a:pt x="72815" y="344716"/>
                  </a:lnTo>
                  <a:close/>
                  <a:moveTo>
                    <a:pt x="64388" y="367748"/>
                  </a:moveTo>
                  <a:lnTo>
                    <a:pt x="72815" y="367748"/>
                  </a:lnTo>
                  <a:lnTo>
                    <a:pt x="69260" y="334044"/>
                  </a:lnTo>
                  <a:close/>
                  <a:moveTo>
                    <a:pt x="72815" y="367748"/>
                  </a:moveTo>
                  <a:lnTo>
                    <a:pt x="79869" y="367748"/>
                  </a:lnTo>
                  <a:lnTo>
                    <a:pt x="72815" y="344716"/>
                  </a:lnTo>
                  <a:close/>
                  <a:moveTo>
                    <a:pt x="401139" y="367748"/>
                  </a:moveTo>
                  <a:lnTo>
                    <a:pt x="401139" y="347900"/>
                  </a:lnTo>
                  <a:lnTo>
                    <a:pt x="400275" y="367748"/>
                  </a:lnTo>
                  <a:close/>
                  <a:moveTo>
                    <a:pt x="400275" y="367748"/>
                  </a:moveTo>
                  <a:lnTo>
                    <a:pt x="394941" y="334044"/>
                  </a:lnTo>
                  <a:lnTo>
                    <a:pt x="384660" y="334044"/>
                  </a:lnTo>
                  <a:close/>
                  <a:moveTo>
                    <a:pt x="49858" y="300340"/>
                  </a:moveTo>
                  <a:lnTo>
                    <a:pt x="51712" y="334044"/>
                  </a:lnTo>
                  <a:lnTo>
                    <a:pt x="69260" y="334044"/>
                  </a:lnTo>
                  <a:close/>
                  <a:moveTo>
                    <a:pt x="384660" y="334044"/>
                  </a:moveTo>
                  <a:lnTo>
                    <a:pt x="360098" y="300340"/>
                  </a:lnTo>
                  <a:lnTo>
                    <a:pt x="360098" y="304408"/>
                  </a:lnTo>
                  <a:close/>
                  <a:moveTo>
                    <a:pt x="369177" y="300340"/>
                  </a:moveTo>
                  <a:lnTo>
                    <a:pt x="360098" y="300340"/>
                  </a:lnTo>
                  <a:lnTo>
                    <a:pt x="384660" y="334044"/>
                  </a:lnTo>
                  <a:close/>
                  <a:moveTo>
                    <a:pt x="30656" y="266636"/>
                  </a:moveTo>
                  <a:lnTo>
                    <a:pt x="31775" y="300340"/>
                  </a:lnTo>
                  <a:lnTo>
                    <a:pt x="31775" y="268660"/>
                  </a:lnTo>
                  <a:close/>
                  <a:moveTo>
                    <a:pt x="31775" y="300340"/>
                  </a:moveTo>
                  <a:lnTo>
                    <a:pt x="49858" y="300340"/>
                  </a:lnTo>
                  <a:lnTo>
                    <a:pt x="31775" y="268660"/>
                  </a:lnTo>
                  <a:close/>
                  <a:moveTo>
                    <a:pt x="360098" y="300340"/>
                  </a:moveTo>
                  <a:lnTo>
                    <a:pt x="360098" y="290657"/>
                  </a:lnTo>
                  <a:lnTo>
                    <a:pt x="356319" y="300340"/>
                  </a:lnTo>
                  <a:close/>
                  <a:moveTo>
                    <a:pt x="356319" y="300340"/>
                  </a:moveTo>
                  <a:lnTo>
                    <a:pt x="337824" y="266636"/>
                  </a:lnTo>
                  <a:lnTo>
                    <a:pt x="321921" y="266636"/>
                  </a:lnTo>
                  <a:close/>
                  <a:moveTo>
                    <a:pt x="360098" y="304408"/>
                  </a:moveTo>
                  <a:lnTo>
                    <a:pt x="360098" y="300340"/>
                  </a:lnTo>
                  <a:lnTo>
                    <a:pt x="356319" y="300340"/>
                  </a:lnTo>
                  <a:close/>
                  <a:moveTo>
                    <a:pt x="377" y="232932"/>
                  </a:moveTo>
                  <a:lnTo>
                    <a:pt x="30656" y="266636"/>
                  </a:lnTo>
                  <a:lnTo>
                    <a:pt x="19934" y="232932"/>
                  </a:lnTo>
                  <a:close/>
                  <a:moveTo>
                    <a:pt x="319058" y="244310"/>
                  </a:moveTo>
                  <a:lnTo>
                    <a:pt x="319058" y="263597"/>
                  </a:lnTo>
                  <a:lnTo>
                    <a:pt x="321921" y="266636"/>
                  </a:lnTo>
                  <a:close/>
                  <a:moveTo>
                    <a:pt x="319058" y="263597"/>
                  </a:moveTo>
                  <a:lnTo>
                    <a:pt x="319058" y="244310"/>
                  </a:lnTo>
                  <a:lnTo>
                    <a:pt x="292794" y="232932"/>
                  </a:lnTo>
                  <a:close/>
                  <a:moveTo>
                    <a:pt x="0" y="199228"/>
                  </a:moveTo>
                  <a:lnTo>
                    <a:pt x="19934" y="232932"/>
                  </a:lnTo>
                  <a:lnTo>
                    <a:pt x="20615" y="199228"/>
                  </a:lnTo>
                  <a:close/>
                  <a:moveTo>
                    <a:pt x="292794" y="232932"/>
                  </a:moveTo>
                  <a:lnTo>
                    <a:pt x="278018" y="199228"/>
                  </a:lnTo>
                  <a:lnTo>
                    <a:pt x="278018" y="210532"/>
                  </a:lnTo>
                  <a:close/>
                  <a:moveTo>
                    <a:pt x="292368" y="199228"/>
                  </a:moveTo>
                  <a:lnTo>
                    <a:pt x="278018" y="199228"/>
                  </a:lnTo>
                  <a:lnTo>
                    <a:pt x="292794" y="232932"/>
                  </a:lnTo>
                  <a:close/>
                  <a:moveTo>
                    <a:pt x="8218" y="165523"/>
                  </a:moveTo>
                  <a:lnTo>
                    <a:pt x="31775" y="165943"/>
                  </a:lnTo>
                  <a:lnTo>
                    <a:pt x="31775" y="165523"/>
                  </a:lnTo>
                  <a:close/>
                  <a:moveTo>
                    <a:pt x="20615" y="199228"/>
                  </a:moveTo>
                  <a:lnTo>
                    <a:pt x="31775" y="165943"/>
                  </a:lnTo>
                  <a:lnTo>
                    <a:pt x="8218" y="165523"/>
                  </a:lnTo>
                  <a:close/>
                  <a:moveTo>
                    <a:pt x="278018" y="199228"/>
                  </a:moveTo>
                  <a:lnTo>
                    <a:pt x="278018" y="165523"/>
                  </a:lnTo>
                  <a:lnTo>
                    <a:pt x="271200" y="199228"/>
                  </a:lnTo>
                  <a:close/>
                  <a:moveTo>
                    <a:pt x="278018" y="165523"/>
                  </a:moveTo>
                  <a:lnTo>
                    <a:pt x="255952" y="165523"/>
                  </a:lnTo>
                  <a:lnTo>
                    <a:pt x="271200" y="199228"/>
                  </a:lnTo>
                  <a:close/>
                  <a:moveTo>
                    <a:pt x="278018" y="210532"/>
                  </a:moveTo>
                  <a:lnTo>
                    <a:pt x="278018" y="199228"/>
                  </a:lnTo>
                  <a:lnTo>
                    <a:pt x="271200" y="199228"/>
                  </a:lnTo>
                  <a:close/>
                  <a:moveTo>
                    <a:pt x="50142" y="131819"/>
                  </a:moveTo>
                  <a:lnTo>
                    <a:pt x="31775" y="131819"/>
                  </a:lnTo>
                  <a:lnTo>
                    <a:pt x="31775" y="165523"/>
                  </a:lnTo>
                  <a:close/>
                  <a:moveTo>
                    <a:pt x="255952" y="165523"/>
                  </a:moveTo>
                  <a:lnTo>
                    <a:pt x="275161" y="131819"/>
                  </a:lnTo>
                  <a:lnTo>
                    <a:pt x="245695" y="131819"/>
                  </a:lnTo>
                  <a:close/>
                  <a:moveTo>
                    <a:pt x="36323" y="98115"/>
                  </a:moveTo>
                  <a:lnTo>
                    <a:pt x="50142" y="131819"/>
                  </a:lnTo>
                  <a:lnTo>
                    <a:pt x="69794" y="98115"/>
                  </a:lnTo>
                  <a:close/>
                  <a:moveTo>
                    <a:pt x="237492" y="98115"/>
                  </a:moveTo>
                  <a:lnTo>
                    <a:pt x="245695" y="131819"/>
                  </a:lnTo>
                  <a:lnTo>
                    <a:pt x="272380" y="98115"/>
                  </a:lnTo>
                  <a:close/>
                  <a:moveTo>
                    <a:pt x="52671" y="64411"/>
                  </a:moveTo>
                  <a:lnTo>
                    <a:pt x="72815" y="93613"/>
                  </a:lnTo>
                  <a:lnTo>
                    <a:pt x="72815" y="64411"/>
                  </a:lnTo>
                  <a:close/>
                  <a:moveTo>
                    <a:pt x="69794" y="98115"/>
                  </a:moveTo>
                  <a:lnTo>
                    <a:pt x="72815" y="93613"/>
                  </a:lnTo>
                  <a:lnTo>
                    <a:pt x="52671" y="64411"/>
                  </a:lnTo>
                  <a:close/>
                  <a:moveTo>
                    <a:pt x="237492" y="98115"/>
                  </a:moveTo>
                  <a:lnTo>
                    <a:pt x="236977" y="64411"/>
                  </a:lnTo>
                  <a:lnTo>
                    <a:pt x="236977" y="96813"/>
                  </a:lnTo>
                  <a:close/>
                  <a:moveTo>
                    <a:pt x="264822" y="64411"/>
                  </a:moveTo>
                  <a:lnTo>
                    <a:pt x="236977" y="64411"/>
                  </a:lnTo>
                  <a:lnTo>
                    <a:pt x="237492" y="98115"/>
                  </a:lnTo>
                  <a:close/>
                  <a:moveTo>
                    <a:pt x="113856" y="30707"/>
                  </a:moveTo>
                  <a:lnTo>
                    <a:pt x="80879" y="30707"/>
                  </a:lnTo>
                  <a:lnTo>
                    <a:pt x="113856" y="50194"/>
                  </a:lnTo>
                  <a:close/>
                  <a:moveTo>
                    <a:pt x="113856" y="50194"/>
                  </a:moveTo>
                  <a:lnTo>
                    <a:pt x="72815" y="38607"/>
                  </a:lnTo>
                  <a:lnTo>
                    <a:pt x="96846" y="64411"/>
                  </a:lnTo>
                  <a:close/>
                  <a:moveTo>
                    <a:pt x="96846" y="64411"/>
                  </a:moveTo>
                  <a:lnTo>
                    <a:pt x="72815" y="38607"/>
                  </a:lnTo>
                  <a:lnTo>
                    <a:pt x="72815" y="64411"/>
                  </a:lnTo>
                  <a:close/>
                  <a:moveTo>
                    <a:pt x="72815" y="64411"/>
                  </a:moveTo>
                  <a:lnTo>
                    <a:pt x="72815" y="93613"/>
                  </a:lnTo>
                  <a:lnTo>
                    <a:pt x="96846" y="64411"/>
                  </a:lnTo>
                  <a:close/>
                  <a:moveTo>
                    <a:pt x="195937" y="44402"/>
                  </a:moveTo>
                  <a:lnTo>
                    <a:pt x="219570" y="64411"/>
                  </a:lnTo>
                  <a:lnTo>
                    <a:pt x="195937" y="30707"/>
                  </a:lnTo>
                  <a:close/>
                  <a:moveTo>
                    <a:pt x="195937" y="30707"/>
                  </a:moveTo>
                  <a:lnTo>
                    <a:pt x="219570" y="64411"/>
                  </a:lnTo>
                  <a:lnTo>
                    <a:pt x="236977" y="64411"/>
                  </a:lnTo>
                  <a:close/>
                  <a:moveTo>
                    <a:pt x="195937" y="30707"/>
                  </a:moveTo>
                  <a:lnTo>
                    <a:pt x="236977" y="64411"/>
                  </a:lnTo>
                  <a:lnTo>
                    <a:pt x="236977" y="30707"/>
                  </a:lnTo>
                  <a:close/>
                  <a:moveTo>
                    <a:pt x="236977" y="96813"/>
                  </a:moveTo>
                  <a:lnTo>
                    <a:pt x="236977" y="64411"/>
                  </a:lnTo>
                  <a:lnTo>
                    <a:pt x="219570" y="64411"/>
                  </a:lnTo>
                  <a:close/>
                  <a:moveTo>
                    <a:pt x="113856" y="30707"/>
                  </a:moveTo>
                  <a:lnTo>
                    <a:pt x="154896" y="30707"/>
                  </a:lnTo>
                  <a:lnTo>
                    <a:pt x="154896" y="0"/>
                  </a:lnTo>
                  <a:close/>
                  <a:moveTo>
                    <a:pt x="154896" y="30707"/>
                  </a:moveTo>
                  <a:lnTo>
                    <a:pt x="113856" y="30707"/>
                  </a:lnTo>
                  <a:lnTo>
                    <a:pt x="154896" y="35792"/>
                  </a:lnTo>
                  <a:close/>
                  <a:moveTo>
                    <a:pt x="113856" y="30707"/>
                  </a:moveTo>
                  <a:lnTo>
                    <a:pt x="113856" y="50194"/>
                  </a:lnTo>
                  <a:lnTo>
                    <a:pt x="154896" y="35792"/>
                  </a:lnTo>
                  <a:close/>
                  <a:moveTo>
                    <a:pt x="154896" y="30707"/>
                  </a:moveTo>
                  <a:lnTo>
                    <a:pt x="195937" y="30707"/>
                  </a:lnTo>
                  <a:lnTo>
                    <a:pt x="195937" y="4166"/>
                  </a:lnTo>
                  <a:close/>
                  <a:moveTo>
                    <a:pt x="195937" y="30707"/>
                  </a:moveTo>
                  <a:lnTo>
                    <a:pt x="154896" y="30707"/>
                  </a:lnTo>
                  <a:lnTo>
                    <a:pt x="195937" y="44402"/>
                  </a:lnTo>
                  <a:close/>
                </a:path>
              </a:pathLst>
            </a:custGeom>
            <a:solidFill>
              <a:srgbClr val="E67989"/>
            </a:solidFill>
            <a:ln w="4001">
              <a:solidFill>
                <a:srgbClr val="F2BCC4"/>
              </a:solidFill>
            </a:ln>
          </p:spPr>
        </p:sp>
        <p:sp>
          <p:nvSpPr>
            <p:cNvPr id="3980" name="Candidate_B4__3979">
              <a:extLst>
                <a:ext uri="{FF2B5EF4-FFF2-40B4-BE49-F238E27FC236}">
                  <a16:creationId xmlns:a16="http://schemas.microsoft.com/office/drawing/2014/main" id="{ED5B393A-0104-DCF3-083C-95F824A8B6BE}"/>
                </a:ext>
              </a:extLst>
            </p:cNvPr>
            <p:cNvSpPr>
              <a:spLocks noGrp="1"/>
            </p:cNvSpPr>
            <p:nvPr/>
          </p:nvSpPr>
          <p:spPr>
            <a:xfrm>
              <a:off x="5550807" y="1929978"/>
              <a:ext cx="383316" cy="588296"/>
            </a:xfrm>
            <a:custGeom>
              <a:avLst/>
              <a:gdLst/>
              <a:ahLst/>
              <a:cxnLst/>
              <a:rect l="0" t="0" r="0" b="0"/>
              <a:pathLst>
                <a:path w="383316" h="588296">
                  <a:moveTo>
                    <a:pt x="52881" y="572969"/>
                  </a:moveTo>
                  <a:lnTo>
                    <a:pt x="56896" y="572969"/>
                  </a:lnTo>
                  <a:lnTo>
                    <a:pt x="52881" y="570907"/>
                  </a:lnTo>
                  <a:close/>
                  <a:moveTo>
                    <a:pt x="15171" y="471857"/>
                  </a:moveTo>
                  <a:lnTo>
                    <a:pt x="29464" y="438153"/>
                  </a:lnTo>
                  <a:lnTo>
                    <a:pt x="11841" y="471857"/>
                  </a:lnTo>
                  <a:close/>
                  <a:moveTo>
                    <a:pt x="11841" y="471857"/>
                  </a:moveTo>
                  <a:lnTo>
                    <a:pt x="11841" y="495806"/>
                  </a:lnTo>
                  <a:lnTo>
                    <a:pt x="15171" y="471857"/>
                  </a:lnTo>
                  <a:close/>
                  <a:moveTo>
                    <a:pt x="383316" y="370745"/>
                  </a:moveTo>
                  <a:lnTo>
                    <a:pt x="381205" y="337041"/>
                  </a:lnTo>
                  <a:lnTo>
                    <a:pt x="381205" y="347121"/>
                  </a:lnTo>
                  <a:close/>
                  <a:moveTo>
                    <a:pt x="381205" y="347121"/>
                  </a:moveTo>
                  <a:lnTo>
                    <a:pt x="381205" y="337041"/>
                  </a:lnTo>
                  <a:lnTo>
                    <a:pt x="380341" y="337041"/>
                  </a:lnTo>
                  <a:close/>
                  <a:moveTo>
                    <a:pt x="11993" y="134816"/>
                  </a:moveTo>
                  <a:lnTo>
                    <a:pt x="30207" y="101112"/>
                  </a:lnTo>
                  <a:lnTo>
                    <a:pt x="11841" y="134816"/>
                  </a:lnTo>
                  <a:close/>
                  <a:moveTo>
                    <a:pt x="11841" y="134816"/>
                  </a:moveTo>
                  <a:lnTo>
                    <a:pt x="11841" y="135236"/>
                  </a:lnTo>
                  <a:lnTo>
                    <a:pt x="11993" y="134816"/>
                  </a:lnTo>
                  <a:close/>
                  <a:moveTo>
                    <a:pt x="134962" y="0"/>
                  </a:moveTo>
                  <a:lnTo>
                    <a:pt x="134962" y="5085"/>
                  </a:lnTo>
                  <a:lnTo>
                    <a:pt x="176002" y="13695"/>
                  </a:lnTo>
                  <a:close/>
                  <a:moveTo>
                    <a:pt x="56896" y="572969"/>
                  </a:moveTo>
                  <a:lnTo>
                    <a:pt x="93922" y="586285"/>
                  </a:lnTo>
                  <a:lnTo>
                    <a:pt x="93922" y="572969"/>
                  </a:lnTo>
                  <a:close/>
                  <a:moveTo>
                    <a:pt x="52881" y="570907"/>
                  </a:moveTo>
                  <a:lnTo>
                    <a:pt x="56896" y="572969"/>
                  </a:lnTo>
                  <a:lnTo>
                    <a:pt x="78257" y="539265"/>
                  </a:lnTo>
                  <a:close/>
                  <a:moveTo>
                    <a:pt x="134962" y="572969"/>
                  </a:moveTo>
                  <a:lnTo>
                    <a:pt x="93922" y="586285"/>
                  </a:lnTo>
                  <a:lnTo>
                    <a:pt x="134962" y="588296"/>
                  </a:lnTo>
                  <a:close/>
                  <a:moveTo>
                    <a:pt x="134962" y="572969"/>
                  </a:moveTo>
                  <a:lnTo>
                    <a:pt x="93922" y="572969"/>
                  </a:lnTo>
                  <a:lnTo>
                    <a:pt x="93922" y="586285"/>
                  </a:lnTo>
                  <a:close/>
                  <a:moveTo>
                    <a:pt x="176002" y="572969"/>
                  </a:moveTo>
                  <a:lnTo>
                    <a:pt x="134962" y="588296"/>
                  </a:lnTo>
                  <a:lnTo>
                    <a:pt x="176002" y="579270"/>
                  </a:lnTo>
                  <a:close/>
                  <a:moveTo>
                    <a:pt x="176002" y="572969"/>
                  </a:moveTo>
                  <a:lnTo>
                    <a:pt x="134962" y="572969"/>
                  </a:lnTo>
                  <a:lnTo>
                    <a:pt x="134962" y="588296"/>
                  </a:lnTo>
                  <a:close/>
                  <a:moveTo>
                    <a:pt x="176002" y="572969"/>
                  </a:moveTo>
                  <a:lnTo>
                    <a:pt x="176002" y="579270"/>
                  </a:lnTo>
                  <a:lnTo>
                    <a:pt x="189571" y="572969"/>
                  </a:lnTo>
                  <a:close/>
                  <a:moveTo>
                    <a:pt x="189571" y="572969"/>
                  </a:moveTo>
                  <a:lnTo>
                    <a:pt x="217043" y="558234"/>
                  </a:lnTo>
                  <a:lnTo>
                    <a:pt x="176002" y="572969"/>
                  </a:lnTo>
                  <a:close/>
                  <a:moveTo>
                    <a:pt x="20901" y="539265"/>
                  </a:moveTo>
                  <a:lnTo>
                    <a:pt x="52881" y="570907"/>
                  </a:lnTo>
                  <a:lnTo>
                    <a:pt x="52881" y="539265"/>
                  </a:lnTo>
                  <a:close/>
                  <a:moveTo>
                    <a:pt x="52881" y="539265"/>
                  </a:moveTo>
                  <a:lnTo>
                    <a:pt x="11841" y="510587"/>
                  </a:lnTo>
                  <a:lnTo>
                    <a:pt x="20901" y="539265"/>
                  </a:lnTo>
                  <a:close/>
                  <a:moveTo>
                    <a:pt x="11841" y="505561"/>
                  </a:moveTo>
                  <a:lnTo>
                    <a:pt x="11841" y="510587"/>
                  </a:lnTo>
                  <a:lnTo>
                    <a:pt x="52881" y="539265"/>
                  </a:lnTo>
                  <a:close/>
                  <a:moveTo>
                    <a:pt x="217043" y="539265"/>
                  </a:moveTo>
                  <a:lnTo>
                    <a:pt x="217043" y="558234"/>
                  </a:lnTo>
                  <a:lnTo>
                    <a:pt x="242488" y="539265"/>
                  </a:lnTo>
                  <a:close/>
                  <a:moveTo>
                    <a:pt x="242488" y="539265"/>
                  </a:moveTo>
                  <a:lnTo>
                    <a:pt x="258083" y="525672"/>
                  </a:lnTo>
                  <a:lnTo>
                    <a:pt x="217043" y="539265"/>
                  </a:lnTo>
                  <a:close/>
                  <a:moveTo>
                    <a:pt x="10432" y="505561"/>
                  </a:moveTo>
                  <a:lnTo>
                    <a:pt x="11841" y="510587"/>
                  </a:lnTo>
                  <a:lnTo>
                    <a:pt x="11841" y="505561"/>
                  </a:lnTo>
                  <a:close/>
                  <a:moveTo>
                    <a:pt x="11841" y="495806"/>
                  </a:moveTo>
                  <a:lnTo>
                    <a:pt x="10432" y="505561"/>
                  </a:lnTo>
                  <a:lnTo>
                    <a:pt x="11841" y="505561"/>
                  </a:lnTo>
                  <a:close/>
                  <a:moveTo>
                    <a:pt x="11841" y="505561"/>
                  </a:moveTo>
                  <a:lnTo>
                    <a:pt x="15171" y="471857"/>
                  </a:lnTo>
                  <a:lnTo>
                    <a:pt x="11841" y="495806"/>
                  </a:lnTo>
                  <a:close/>
                  <a:moveTo>
                    <a:pt x="52881" y="471857"/>
                  </a:moveTo>
                  <a:lnTo>
                    <a:pt x="15171" y="471857"/>
                  </a:lnTo>
                  <a:lnTo>
                    <a:pt x="11841" y="505561"/>
                  </a:lnTo>
                  <a:close/>
                  <a:moveTo>
                    <a:pt x="258083" y="505561"/>
                  </a:moveTo>
                  <a:lnTo>
                    <a:pt x="258083" y="525672"/>
                  </a:lnTo>
                  <a:lnTo>
                    <a:pt x="280410" y="505561"/>
                  </a:lnTo>
                  <a:close/>
                  <a:moveTo>
                    <a:pt x="280410" y="505561"/>
                  </a:moveTo>
                  <a:lnTo>
                    <a:pt x="299124" y="488159"/>
                  </a:lnTo>
                  <a:lnTo>
                    <a:pt x="258083" y="505561"/>
                  </a:lnTo>
                  <a:close/>
                  <a:moveTo>
                    <a:pt x="29464" y="438153"/>
                  </a:moveTo>
                  <a:lnTo>
                    <a:pt x="15171" y="471857"/>
                  </a:lnTo>
                  <a:lnTo>
                    <a:pt x="52881" y="471857"/>
                  </a:lnTo>
                  <a:close/>
                  <a:moveTo>
                    <a:pt x="299124" y="471857"/>
                  </a:moveTo>
                  <a:lnTo>
                    <a:pt x="299124" y="488159"/>
                  </a:lnTo>
                  <a:lnTo>
                    <a:pt x="317191" y="471857"/>
                  </a:lnTo>
                  <a:close/>
                  <a:moveTo>
                    <a:pt x="317191" y="471857"/>
                  </a:moveTo>
                  <a:lnTo>
                    <a:pt x="340164" y="449113"/>
                  </a:lnTo>
                  <a:lnTo>
                    <a:pt x="299124" y="471857"/>
                  </a:lnTo>
                  <a:close/>
                  <a:moveTo>
                    <a:pt x="46770" y="404449"/>
                  </a:moveTo>
                  <a:lnTo>
                    <a:pt x="52881" y="438153"/>
                  </a:lnTo>
                  <a:lnTo>
                    <a:pt x="52881" y="404449"/>
                  </a:lnTo>
                  <a:close/>
                  <a:moveTo>
                    <a:pt x="46770" y="404449"/>
                  </a:moveTo>
                  <a:lnTo>
                    <a:pt x="29464" y="438153"/>
                  </a:lnTo>
                  <a:lnTo>
                    <a:pt x="52881" y="438153"/>
                  </a:lnTo>
                  <a:close/>
                  <a:moveTo>
                    <a:pt x="340164" y="438153"/>
                  </a:moveTo>
                  <a:lnTo>
                    <a:pt x="340164" y="449113"/>
                  </a:lnTo>
                  <a:lnTo>
                    <a:pt x="350733" y="438153"/>
                  </a:lnTo>
                  <a:close/>
                  <a:moveTo>
                    <a:pt x="373421" y="404449"/>
                  </a:moveTo>
                  <a:lnTo>
                    <a:pt x="348368" y="404449"/>
                  </a:lnTo>
                  <a:lnTo>
                    <a:pt x="350733" y="438153"/>
                  </a:lnTo>
                  <a:close/>
                  <a:moveTo>
                    <a:pt x="52881" y="387416"/>
                  </a:moveTo>
                  <a:lnTo>
                    <a:pt x="46770" y="404449"/>
                  </a:lnTo>
                  <a:lnTo>
                    <a:pt x="52881" y="404449"/>
                  </a:lnTo>
                  <a:close/>
                  <a:moveTo>
                    <a:pt x="52881" y="387416"/>
                  </a:moveTo>
                  <a:lnTo>
                    <a:pt x="52881" y="404449"/>
                  </a:lnTo>
                  <a:lnTo>
                    <a:pt x="58676" y="370745"/>
                  </a:lnTo>
                  <a:close/>
                  <a:moveTo>
                    <a:pt x="58676" y="370745"/>
                  </a:moveTo>
                  <a:lnTo>
                    <a:pt x="52881" y="404449"/>
                  </a:lnTo>
                  <a:lnTo>
                    <a:pt x="80823" y="404449"/>
                  </a:lnTo>
                  <a:close/>
                  <a:moveTo>
                    <a:pt x="381205" y="377850"/>
                  </a:moveTo>
                  <a:lnTo>
                    <a:pt x="381205" y="370745"/>
                  </a:lnTo>
                  <a:lnTo>
                    <a:pt x="373421" y="404449"/>
                  </a:lnTo>
                  <a:close/>
                  <a:moveTo>
                    <a:pt x="373421" y="404449"/>
                  </a:moveTo>
                  <a:lnTo>
                    <a:pt x="381205" y="370745"/>
                  </a:lnTo>
                  <a:lnTo>
                    <a:pt x="359824" y="370745"/>
                  </a:lnTo>
                  <a:close/>
                  <a:moveTo>
                    <a:pt x="59934" y="337041"/>
                  </a:moveTo>
                  <a:lnTo>
                    <a:pt x="58676" y="370745"/>
                  </a:lnTo>
                  <a:lnTo>
                    <a:pt x="89290" y="370745"/>
                  </a:lnTo>
                  <a:close/>
                  <a:moveTo>
                    <a:pt x="381205" y="370745"/>
                  </a:moveTo>
                  <a:lnTo>
                    <a:pt x="381205" y="377850"/>
                  </a:lnTo>
                  <a:lnTo>
                    <a:pt x="383316" y="370745"/>
                  </a:lnTo>
                  <a:close/>
                  <a:moveTo>
                    <a:pt x="381205" y="370745"/>
                  </a:moveTo>
                  <a:lnTo>
                    <a:pt x="383316" y="370745"/>
                  </a:lnTo>
                  <a:lnTo>
                    <a:pt x="381205" y="347121"/>
                  </a:lnTo>
                  <a:close/>
                  <a:moveTo>
                    <a:pt x="381205" y="370745"/>
                  </a:moveTo>
                  <a:lnTo>
                    <a:pt x="381205" y="347121"/>
                  </a:lnTo>
                  <a:lnTo>
                    <a:pt x="359824" y="370745"/>
                  </a:lnTo>
                  <a:close/>
                  <a:moveTo>
                    <a:pt x="359824" y="370745"/>
                  </a:moveTo>
                  <a:lnTo>
                    <a:pt x="381205" y="347121"/>
                  </a:lnTo>
                  <a:lnTo>
                    <a:pt x="380341" y="337041"/>
                  </a:lnTo>
                  <a:close/>
                  <a:moveTo>
                    <a:pt x="52881" y="303337"/>
                  </a:moveTo>
                  <a:lnTo>
                    <a:pt x="52881" y="314009"/>
                  </a:lnTo>
                  <a:lnTo>
                    <a:pt x="84911" y="303337"/>
                  </a:lnTo>
                  <a:close/>
                  <a:moveTo>
                    <a:pt x="84911" y="303337"/>
                  </a:moveTo>
                  <a:lnTo>
                    <a:pt x="52881" y="314009"/>
                  </a:lnTo>
                  <a:lnTo>
                    <a:pt x="59934" y="337041"/>
                  </a:lnTo>
                  <a:close/>
                  <a:moveTo>
                    <a:pt x="380341" y="337041"/>
                  </a:moveTo>
                  <a:lnTo>
                    <a:pt x="364726" y="303337"/>
                  </a:lnTo>
                  <a:lnTo>
                    <a:pt x="356457" y="337041"/>
                  </a:lnTo>
                  <a:close/>
                  <a:moveTo>
                    <a:pt x="49326" y="303337"/>
                  </a:moveTo>
                  <a:lnTo>
                    <a:pt x="52881" y="314009"/>
                  </a:lnTo>
                  <a:lnTo>
                    <a:pt x="52881" y="303337"/>
                  </a:lnTo>
                  <a:close/>
                  <a:moveTo>
                    <a:pt x="29924" y="269632"/>
                  </a:moveTo>
                  <a:lnTo>
                    <a:pt x="52881" y="303337"/>
                  </a:lnTo>
                  <a:lnTo>
                    <a:pt x="52881" y="269632"/>
                  </a:lnTo>
                  <a:close/>
                  <a:moveTo>
                    <a:pt x="29924" y="269632"/>
                  </a:moveTo>
                  <a:lnTo>
                    <a:pt x="49326" y="303337"/>
                  </a:lnTo>
                  <a:lnTo>
                    <a:pt x="52881" y="303337"/>
                  </a:lnTo>
                  <a:close/>
                  <a:moveTo>
                    <a:pt x="340164" y="303337"/>
                  </a:moveTo>
                  <a:lnTo>
                    <a:pt x="364726" y="303337"/>
                  </a:lnTo>
                  <a:lnTo>
                    <a:pt x="340164" y="273701"/>
                  </a:lnTo>
                  <a:close/>
                  <a:moveTo>
                    <a:pt x="337873" y="303337"/>
                  </a:moveTo>
                  <a:lnTo>
                    <a:pt x="340164" y="273701"/>
                  </a:lnTo>
                  <a:lnTo>
                    <a:pt x="336385" y="269632"/>
                  </a:lnTo>
                  <a:close/>
                  <a:moveTo>
                    <a:pt x="11841" y="235928"/>
                  </a:moveTo>
                  <a:lnTo>
                    <a:pt x="11841" y="237953"/>
                  </a:lnTo>
                  <a:lnTo>
                    <a:pt x="51788" y="235928"/>
                  </a:lnTo>
                  <a:close/>
                  <a:moveTo>
                    <a:pt x="11841" y="237953"/>
                  </a:moveTo>
                  <a:lnTo>
                    <a:pt x="29924" y="269632"/>
                  </a:lnTo>
                  <a:lnTo>
                    <a:pt x="51788" y="235928"/>
                  </a:lnTo>
                  <a:close/>
                  <a:moveTo>
                    <a:pt x="301987" y="235928"/>
                  </a:moveTo>
                  <a:lnTo>
                    <a:pt x="299124" y="235928"/>
                  </a:lnTo>
                  <a:lnTo>
                    <a:pt x="303954" y="269632"/>
                  </a:lnTo>
                  <a:close/>
                  <a:moveTo>
                    <a:pt x="336385" y="269632"/>
                  </a:moveTo>
                  <a:lnTo>
                    <a:pt x="301987" y="235928"/>
                  </a:lnTo>
                  <a:lnTo>
                    <a:pt x="303954" y="269632"/>
                  </a:lnTo>
                  <a:close/>
                  <a:moveTo>
                    <a:pt x="10721" y="235928"/>
                  </a:moveTo>
                  <a:lnTo>
                    <a:pt x="11841" y="237953"/>
                  </a:lnTo>
                  <a:lnTo>
                    <a:pt x="11841" y="235928"/>
                  </a:lnTo>
                  <a:close/>
                  <a:moveTo>
                    <a:pt x="0" y="202224"/>
                  </a:moveTo>
                  <a:lnTo>
                    <a:pt x="11841" y="235928"/>
                  </a:lnTo>
                  <a:lnTo>
                    <a:pt x="11841" y="202224"/>
                  </a:lnTo>
                  <a:close/>
                  <a:moveTo>
                    <a:pt x="0" y="202224"/>
                  </a:moveTo>
                  <a:lnTo>
                    <a:pt x="10721" y="235928"/>
                  </a:lnTo>
                  <a:lnTo>
                    <a:pt x="11841" y="235928"/>
                  </a:lnTo>
                  <a:close/>
                  <a:moveTo>
                    <a:pt x="299124" y="235928"/>
                  </a:moveTo>
                  <a:lnTo>
                    <a:pt x="301987" y="235928"/>
                  </a:lnTo>
                  <a:lnTo>
                    <a:pt x="299124" y="232890"/>
                  </a:lnTo>
                  <a:close/>
                  <a:moveTo>
                    <a:pt x="258083" y="202224"/>
                  </a:moveTo>
                  <a:lnTo>
                    <a:pt x="299124" y="235928"/>
                  </a:lnTo>
                  <a:lnTo>
                    <a:pt x="272860" y="202224"/>
                  </a:lnTo>
                  <a:close/>
                  <a:moveTo>
                    <a:pt x="272860" y="202224"/>
                  </a:moveTo>
                  <a:lnTo>
                    <a:pt x="299124" y="235928"/>
                  </a:lnTo>
                  <a:lnTo>
                    <a:pt x="299124" y="232890"/>
                  </a:lnTo>
                  <a:close/>
                  <a:moveTo>
                    <a:pt x="681" y="168520"/>
                  </a:moveTo>
                  <a:lnTo>
                    <a:pt x="11841" y="202224"/>
                  </a:lnTo>
                  <a:lnTo>
                    <a:pt x="11841" y="168520"/>
                  </a:lnTo>
                  <a:close/>
                  <a:moveTo>
                    <a:pt x="681" y="168520"/>
                  </a:moveTo>
                  <a:lnTo>
                    <a:pt x="0" y="202224"/>
                  </a:lnTo>
                  <a:lnTo>
                    <a:pt x="11841" y="202224"/>
                  </a:lnTo>
                  <a:close/>
                  <a:moveTo>
                    <a:pt x="258083" y="202224"/>
                  </a:moveTo>
                  <a:lnTo>
                    <a:pt x="272860" y="202224"/>
                  </a:lnTo>
                  <a:lnTo>
                    <a:pt x="258083" y="179824"/>
                  </a:lnTo>
                  <a:close/>
                  <a:moveTo>
                    <a:pt x="251266" y="168520"/>
                  </a:moveTo>
                  <a:lnTo>
                    <a:pt x="258083" y="202224"/>
                  </a:lnTo>
                  <a:lnTo>
                    <a:pt x="258083" y="179824"/>
                  </a:lnTo>
                  <a:close/>
                  <a:moveTo>
                    <a:pt x="11841" y="135236"/>
                  </a:moveTo>
                  <a:lnTo>
                    <a:pt x="681" y="168520"/>
                  </a:lnTo>
                  <a:lnTo>
                    <a:pt x="11841" y="168520"/>
                  </a:lnTo>
                  <a:close/>
                  <a:moveTo>
                    <a:pt x="11993" y="134816"/>
                  </a:moveTo>
                  <a:lnTo>
                    <a:pt x="11841" y="135236"/>
                  </a:lnTo>
                  <a:lnTo>
                    <a:pt x="52881" y="155989"/>
                  </a:lnTo>
                  <a:close/>
                  <a:moveTo>
                    <a:pt x="217043" y="134816"/>
                  </a:moveTo>
                  <a:lnTo>
                    <a:pt x="251266" y="168520"/>
                  </a:lnTo>
                  <a:lnTo>
                    <a:pt x="236018" y="134816"/>
                  </a:lnTo>
                  <a:close/>
                  <a:moveTo>
                    <a:pt x="30207" y="101112"/>
                  </a:moveTo>
                  <a:lnTo>
                    <a:pt x="11993" y="134816"/>
                  </a:lnTo>
                  <a:lnTo>
                    <a:pt x="52881" y="134816"/>
                  </a:lnTo>
                  <a:close/>
                  <a:moveTo>
                    <a:pt x="217043" y="101112"/>
                  </a:moveTo>
                  <a:lnTo>
                    <a:pt x="236018" y="134816"/>
                  </a:lnTo>
                  <a:lnTo>
                    <a:pt x="225761" y="101112"/>
                  </a:lnTo>
                  <a:close/>
                  <a:moveTo>
                    <a:pt x="217043" y="101112"/>
                  </a:moveTo>
                  <a:lnTo>
                    <a:pt x="217043" y="134816"/>
                  </a:lnTo>
                  <a:lnTo>
                    <a:pt x="236018" y="134816"/>
                  </a:lnTo>
                  <a:close/>
                  <a:moveTo>
                    <a:pt x="49860" y="67408"/>
                  </a:moveTo>
                  <a:lnTo>
                    <a:pt x="52881" y="101112"/>
                  </a:lnTo>
                  <a:lnTo>
                    <a:pt x="52881" y="67408"/>
                  </a:lnTo>
                  <a:close/>
                  <a:moveTo>
                    <a:pt x="49860" y="67408"/>
                  </a:moveTo>
                  <a:lnTo>
                    <a:pt x="30207" y="101112"/>
                  </a:lnTo>
                  <a:lnTo>
                    <a:pt x="52881" y="101112"/>
                  </a:lnTo>
                  <a:close/>
                  <a:moveTo>
                    <a:pt x="52881" y="101112"/>
                  </a:moveTo>
                  <a:lnTo>
                    <a:pt x="93922" y="67408"/>
                  </a:lnTo>
                  <a:lnTo>
                    <a:pt x="52881" y="67408"/>
                  </a:lnTo>
                  <a:close/>
                  <a:moveTo>
                    <a:pt x="176002" y="101112"/>
                  </a:moveTo>
                  <a:lnTo>
                    <a:pt x="217043" y="101112"/>
                  </a:lnTo>
                  <a:lnTo>
                    <a:pt x="217043" y="67408"/>
                  </a:lnTo>
                  <a:close/>
                  <a:moveTo>
                    <a:pt x="217043" y="67408"/>
                  </a:moveTo>
                  <a:lnTo>
                    <a:pt x="225761" y="101112"/>
                  </a:lnTo>
                  <a:lnTo>
                    <a:pt x="217557" y="67408"/>
                  </a:lnTo>
                  <a:close/>
                  <a:moveTo>
                    <a:pt x="217043" y="67408"/>
                  </a:moveTo>
                  <a:lnTo>
                    <a:pt x="217043" y="101112"/>
                  </a:lnTo>
                  <a:lnTo>
                    <a:pt x="225761" y="101112"/>
                  </a:lnTo>
                  <a:close/>
                  <a:moveTo>
                    <a:pt x="52881" y="62905"/>
                  </a:moveTo>
                  <a:lnTo>
                    <a:pt x="49860" y="67408"/>
                  </a:lnTo>
                  <a:lnTo>
                    <a:pt x="52881" y="67408"/>
                  </a:lnTo>
                  <a:close/>
                  <a:moveTo>
                    <a:pt x="52881" y="67408"/>
                  </a:moveTo>
                  <a:lnTo>
                    <a:pt x="76912" y="33704"/>
                  </a:lnTo>
                  <a:lnTo>
                    <a:pt x="52881" y="62905"/>
                  </a:lnTo>
                  <a:close/>
                  <a:moveTo>
                    <a:pt x="93922" y="33704"/>
                  </a:moveTo>
                  <a:lnTo>
                    <a:pt x="76912" y="33704"/>
                  </a:lnTo>
                  <a:lnTo>
                    <a:pt x="52881" y="67408"/>
                  </a:lnTo>
                  <a:close/>
                  <a:moveTo>
                    <a:pt x="93922" y="67408"/>
                  </a:moveTo>
                  <a:lnTo>
                    <a:pt x="93922" y="33704"/>
                  </a:lnTo>
                  <a:lnTo>
                    <a:pt x="52881" y="67408"/>
                  </a:lnTo>
                  <a:close/>
                  <a:moveTo>
                    <a:pt x="176002" y="33704"/>
                  </a:moveTo>
                  <a:lnTo>
                    <a:pt x="217043" y="66106"/>
                  </a:lnTo>
                  <a:lnTo>
                    <a:pt x="199636" y="33704"/>
                  </a:lnTo>
                  <a:close/>
                  <a:moveTo>
                    <a:pt x="217043" y="67408"/>
                  </a:moveTo>
                  <a:lnTo>
                    <a:pt x="217043" y="66106"/>
                  </a:lnTo>
                  <a:lnTo>
                    <a:pt x="176002" y="33704"/>
                  </a:lnTo>
                  <a:close/>
                  <a:moveTo>
                    <a:pt x="176002" y="67408"/>
                  </a:moveTo>
                  <a:lnTo>
                    <a:pt x="217043" y="67408"/>
                  </a:lnTo>
                  <a:lnTo>
                    <a:pt x="176002" y="33704"/>
                  </a:lnTo>
                  <a:close/>
                  <a:moveTo>
                    <a:pt x="217043" y="67408"/>
                  </a:moveTo>
                  <a:lnTo>
                    <a:pt x="217557" y="67408"/>
                  </a:lnTo>
                  <a:lnTo>
                    <a:pt x="217043" y="66106"/>
                  </a:lnTo>
                  <a:close/>
                  <a:moveTo>
                    <a:pt x="93922" y="19486"/>
                  </a:moveTo>
                  <a:lnTo>
                    <a:pt x="76912" y="33704"/>
                  </a:lnTo>
                  <a:lnTo>
                    <a:pt x="93922" y="33704"/>
                  </a:lnTo>
                  <a:close/>
                  <a:moveTo>
                    <a:pt x="93922" y="33704"/>
                  </a:moveTo>
                  <a:lnTo>
                    <a:pt x="134962" y="5085"/>
                  </a:lnTo>
                  <a:lnTo>
                    <a:pt x="93922" y="19486"/>
                  </a:lnTo>
                  <a:close/>
                  <a:moveTo>
                    <a:pt x="93922" y="33704"/>
                  </a:moveTo>
                  <a:lnTo>
                    <a:pt x="134962" y="33704"/>
                  </a:lnTo>
                  <a:lnTo>
                    <a:pt x="134962" y="5085"/>
                  </a:lnTo>
                  <a:close/>
                  <a:moveTo>
                    <a:pt x="134962" y="33704"/>
                  </a:moveTo>
                  <a:lnTo>
                    <a:pt x="176002" y="13695"/>
                  </a:lnTo>
                  <a:lnTo>
                    <a:pt x="134962" y="5085"/>
                  </a:lnTo>
                  <a:close/>
                  <a:moveTo>
                    <a:pt x="134962" y="33704"/>
                  </a:moveTo>
                  <a:lnTo>
                    <a:pt x="176002" y="33704"/>
                  </a:lnTo>
                  <a:lnTo>
                    <a:pt x="176002" y="13695"/>
                  </a:lnTo>
                  <a:close/>
                  <a:moveTo>
                    <a:pt x="176002" y="33704"/>
                  </a:moveTo>
                  <a:lnTo>
                    <a:pt x="199636" y="33704"/>
                  </a:lnTo>
                  <a:lnTo>
                    <a:pt x="176002" y="13695"/>
                  </a:lnTo>
                  <a:close/>
                </a:path>
              </a:pathLst>
            </a:custGeom>
            <a:solidFill>
              <a:srgbClr val="E77D8D"/>
            </a:solidFill>
            <a:ln w="4001">
              <a:solidFill>
                <a:srgbClr val="F2BCC4"/>
              </a:solidFill>
            </a:ln>
          </p:spPr>
        </p:sp>
        <p:sp>
          <p:nvSpPr>
            <p:cNvPr id="3981" name="Candidate_B4__3980">
              <a:extLst>
                <a:ext uri="{FF2B5EF4-FFF2-40B4-BE49-F238E27FC236}">
                  <a16:creationId xmlns:a16="http://schemas.microsoft.com/office/drawing/2014/main" id="{DA4F2992-588F-1D0F-587F-4941506256AC}"/>
                </a:ext>
              </a:extLst>
            </p:cNvPr>
            <p:cNvSpPr>
              <a:spLocks noGrp="1"/>
            </p:cNvSpPr>
            <p:nvPr/>
          </p:nvSpPr>
          <p:spPr>
            <a:xfrm>
              <a:off x="5562648" y="1963682"/>
              <a:ext cx="368500" cy="539265"/>
            </a:xfrm>
            <a:custGeom>
              <a:avLst/>
              <a:gdLst/>
              <a:ahLst/>
              <a:cxnLst/>
              <a:rect l="0" t="0" r="0" b="0"/>
              <a:pathLst>
                <a:path w="368500" h="539265">
                  <a:moveTo>
                    <a:pt x="41040" y="505561"/>
                  </a:moveTo>
                  <a:lnTo>
                    <a:pt x="41040" y="537203"/>
                  </a:lnTo>
                  <a:lnTo>
                    <a:pt x="66416" y="505561"/>
                  </a:lnTo>
                  <a:close/>
                  <a:moveTo>
                    <a:pt x="66416" y="505561"/>
                  </a:moveTo>
                  <a:lnTo>
                    <a:pt x="45056" y="539265"/>
                  </a:lnTo>
                  <a:lnTo>
                    <a:pt x="82081" y="514472"/>
                  </a:lnTo>
                  <a:close/>
                  <a:moveTo>
                    <a:pt x="82081" y="514472"/>
                  </a:moveTo>
                  <a:lnTo>
                    <a:pt x="45056" y="539265"/>
                  </a:lnTo>
                  <a:lnTo>
                    <a:pt x="82081" y="539265"/>
                  </a:lnTo>
                  <a:close/>
                  <a:moveTo>
                    <a:pt x="82081" y="539265"/>
                  </a:moveTo>
                  <a:lnTo>
                    <a:pt x="123121" y="539265"/>
                  </a:lnTo>
                  <a:lnTo>
                    <a:pt x="82081" y="514472"/>
                  </a:lnTo>
                  <a:close/>
                  <a:moveTo>
                    <a:pt x="123121" y="539265"/>
                  </a:moveTo>
                  <a:lnTo>
                    <a:pt x="123121" y="520078"/>
                  </a:lnTo>
                  <a:lnTo>
                    <a:pt x="82081" y="514472"/>
                  </a:lnTo>
                  <a:close/>
                  <a:moveTo>
                    <a:pt x="123121" y="539265"/>
                  </a:moveTo>
                  <a:lnTo>
                    <a:pt x="164162" y="539265"/>
                  </a:lnTo>
                  <a:lnTo>
                    <a:pt x="123121" y="520078"/>
                  </a:lnTo>
                  <a:close/>
                  <a:moveTo>
                    <a:pt x="164162" y="539265"/>
                  </a:moveTo>
                  <a:lnTo>
                    <a:pt x="164162" y="510661"/>
                  </a:lnTo>
                  <a:lnTo>
                    <a:pt x="123121" y="520078"/>
                  </a:lnTo>
                  <a:close/>
                  <a:moveTo>
                    <a:pt x="164162" y="510661"/>
                  </a:moveTo>
                  <a:lnTo>
                    <a:pt x="205202" y="524530"/>
                  </a:lnTo>
                  <a:lnTo>
                    <a:pt x="205202" y="505561"/>
                  </a:lnTo>
                  <a:close/>
                  <a:moveTo>
                    <a:pt x="164162" y="539265"/>
                  </a:moveTo>
                  <a:lnTo>
                    <a:pt x="205202" y="524530"/>
                  </a:lnTo>
                  <a:lnTo>
                    <a:pt x="164162" y="510661"/>
                  </a:lnTo>
                  <a:close/>
                  <a:moveTo>
                    <a:pt x="41040" y="471857"/>
                  </a:moveTo>
                  <a:lnTo>
                    <a:pt x="0" y="471857"/>
                  </a:lnTo>
                  <a:lnTo>
                    <a:pt x="41040" y="505561"/>
                  </a:lnTo>
                  <a:close/>
                  <a:moveTo>
                    <a:pt x="205202" y="486987"/>
                  </a:moveTo>
                  <a:lnTo>
                    <a:pt x="246243" y="491968"/>
                  </a:lnTo>
                  <a:lnTo>
                    <a:pt x="246243" y="471857"/>
                  </a:lnTo>
                  <a:close/>
                  <a:moveTo>
                    <a:pt x="205202" y="505561"/>
                  </a:moveTo>
                  <a:lnTo>
                    <a:pt x="246243" y="491968"/>
                  </a:lnTo>
                  <a:lnTo>
                    <a:pt x="205202" y="486987"/>
                  </a:lnTo>
                  <a:close/>
                  <a:moveTo>
                    <a:pt x="41040" y="471857"/>
                  </a:moveTo>
                  <a:lnTo>
                    <a:pt x="41040" y="438153"/>
                  </a:lnTo>
                  <a:lnTo>
                    <a:pt x="0" y="471857"/>
                  </a:lnTo>
                  <a:close/>
                  <a:moveTo>
                    <a:pt x="246243" y="456082"/>
                  </a:moveTo>
                  <a:lnTo>
                    <a:pt x="287283" y="438153"/>
                  </a:lnTo>
                  <a:lnTo>
                    <a:pt x="268921" y="438153"/>
                  </a:lnTo>
                  <a:close/>
                  <a:moveTo>
                    <a:pt x="246243" y="456082"/>
                  </a:moveTo>
                  <a:lnTo>
                    <a:pt x="287283" y="454455"/>
                  </a:lnTo>
                  <a:lnTo>
                    <a:pt x="287283" y="438153"/>
                  </a:lnTo>
                  <a:close/>
                  <a:moveTo>
                    <a:pt x="246243" y="471857"/>
                  </a:moveTo>
                  <a:lnTo>
                    <a:pt x="287283" y="454455"/>
                  </a:lnTo>
                  <a:lnTo>
                    <a:pt x="246243" y="456082"/>
                  </a:lnTo>
                  <a:close/>
                  <a:moveTo>
                    <a:pt x="17624" y="404449"/>
                  </a:moveTo>
                  <a:lnTo>
                    <a:pt x="41040" y="438153"/>
                  </a:lnTo>
                  <a:lnTo>
                    <a:pt x="41040" y="404449"/>
                  </a:lnTo>
                  <a:close/>
                  <a:moveTo>
                    <a:pt x="287283" y="423608"/>
                  </a:moveTo>
                  <a:lnTo>
                    <a:pt x="328323" y="404449"/>
                  </a:lnTo>
                  <a:lnTo>
                    <a:pt x="308981" y="404449"/>
                  </a:lnTo>
                  <a:close/>
                  <a:moveTo>
                    <a:pt x="287283" y="423608"/>
                  </a:moveTo>
                  <a:lnTo>
                    <a:pt x="328323" y="415409"/>
                  </a:lnTo>
                  <a:lnTo>
                    <a:pt x="328323" y="404449"/>
                  </a:lnTo>
                  <a:close/>
                  <a:moveTo>
                    <a:pt x="287283" y="438153"/>
                  </a:moveTo>
                  <a:lnTo>
                    <a:pt x="328323" y="415409"/>
                  </a:lnTo>
                  <a:lnTo>
                    <a:pt x="287283" y="423608"/>
                  </a:lnTo>
                  <a:close/>
                  <a:moveTo>
                    <a:pt x="268921" y="438153"/>
                  </a:moveTo>
                  <a:lnTo>
                    <a:pt x="287283" y="438153"/>
                  </a:lnTo>
                  <a:lnTo>
                    <a:pt x="287283" y="423608"/>
                  </a:lnTo>
                  <a:close/>
                  <a:moveTo>
                    <a:pt x="68983" y="370745"/>
                  </a:moveTo>
                  <a:lnTo>
                    <a:pt x="41040" y="370745"/>
                  </a:lnTo>
                  <a:lnTo>
                    <a:pt x="41040" y="404449"/>
                  </a:lnTo>
                  <a:close/>
                  <a:moveTo>
                    <a:pt x="338892" y="404449"/>
                  </a:moveTo>
                  <a:lnTo>
                    <a:pt x="328323" y="381800"/>
                  </a:lnTo>
                  <a:lnTo>
                    <a:pt x="328323" y="404449"/>
                  </a:lnTo>
                  <a:close/>
                  <a:moveTo>
                    <a:pt x="336527" y="370745"/>
                  </a:moveTo>
                  <a:lnTo>
                    <a:pt x="328323" y="381800"/>
                  </a:lnTo>
                  <a:lnTo>
                    <a:pt x="338892" y="404449"/>
                  </a:lnTo>
                  <a:close/>
                  <a:moveTo>
                    <a:pt x="308981" y="404449"/>
                  </a:moveTo>
                  <a:lnTo>
                    <a:pt x="328323" y="404449"/>
                  </a:lnTo>
                  <a:lnTo>
                    <a:pt x="328323" y="381800"/>
                  </a:lnTo>
                  <a:close/>
                  <a:moveTo>
                    <a:pt x="46835" y="337041"/>
                  </a:moveTo>
                  <a:lnTo>
                    <a:pt x="68983" y="370745"/>
                  </a:lnTo>
                  <a:lnTo>
                    <a:pt x="77449" y="337041"/>
                  </a:lnTo>
                  <a:close/>
                  <a:moveTo>
                    <a:pt x="361581" y="370745"/>
                  </a:moveTo>
                  <a:lnTo>
                    <a:pt x="347983" y="337041"/>
                  </a:lnTo>
                  <a:lnTo>
                    <a:pt x="336527" y="370745"/>
                  </a:lnTo>
                  <a:close/>
                  <a:moveTo>
                    <a:pt x="48094" y="303337"/>
                  </a:moveTo>
                  <a:lnTo>
                    <a:pt x="77449" y="337041"/>
                  </a:lnTo>
                  <a:lnTo>
                    <a:pt x="79176" y="303337"/>
                  </a:lnTo>
                  <a:close/>
                  <a:moveTo>
                    <a:pt x="347983" y="337041"/>
                  </a:moveTo>
                  <a:lnTo>
                    <a:pt x="368500" y="303337"/>
                  </a:lnTo>
                  <a:lnTo>
                    <a:pt x="344616" y="303337"/>
                  </a:lnTo>
                  <a:close/>
                  <a:moveTo>
                    <a:pt x="73071" y="269633"/>
                  </a:moveTo>
                  <a:lnTo>
                    <a:pt x="48094" y="303337"/>
                  </a:lnTo>
                  <a:lnTo>
                    <a:pt x="79176" y="303337"/>
                  </a:lnTo>
                  <a:close/>
                  <a:moveTo>
                    <a:pt x="352885" y="269633"/>
                  </a:moveTo>
                  <a:lnTo>
                    <a:pt x="328323" y="269633"/>
                  </a:lnTo>
                  <a:lnTo>
                    <a:pt x="344616" y="303337"/>
                  </a:lnTo>
                  <a:close/>
                  <a:moveTo>
                    <a:pt x="73071" y="269633"/>
                  </a:moveTo>
                  <a:lnTo>
                    <a:pt x="58688" y="235928"/>
                  </a:lnTo>
                  <a:lnTo>
                    <a:pt x="41040" y="269633"/>
                  </a:lnTo>
                  <a:close/>
                  <a:moveTo>
                    <a:pt x="58688" y="235928"/>
                  </a:moveTo>
                  <a:lnTo>
                    <a:pt x="41040" y="235928"/>
                  </a:lnTo>
                  <a:lnTo>
                    <a:pt x="41040" y="269633"/>
                  </a:lnTo>
                  <a:close/>
                  <a:moveTo>
                    <a:pt x="328323" y="269633"/>
                  </a:moveTo>
                  <a:lnTo>
                    <a:pt x="328323" y="239997"/>
                  </a:lnTo>
                  <a:lnTo>
                    <a:pt x="326032" y="269633"/>
                  </a:lnTo>
                  <a:close/>
                  <a:moveTo>
                    <a:pt x="326032" y="269633"/>
                  </a:moveTo>
                  <a:lnTo>
                    <a:pt x="324544" y="235928"/>
                  </a:lnTo>
                  <a:lnTo>
                    <a:pt x="292113" y="235928"/>
                  </a:lnTo>
                  <a:close/>
                  <a:moveTo>
                    <a:pt x="39947" y="202224"/>
                  </a:moveTo>
                  <a:lnTo>
                    <a:pt x="18083" y="235928"/>
                  </a:lnTo>
                  <a:lnTo>
                    <a:pt x="41040" y="204369"/>
                  </a:lnTo>
                  <a:close/>
                  <a:moveTo>
                    <a:pt x="41040" y="204369"/>
                  </a:moveTo>
                  <a:lnTo>
                    <a:pt x="18083" y="235928"/>
                  </a:lnTo>
                  <a:lnTo>
                    <a:pt x="41040" y="235928"/>
                  </a:lnTo>
                  <a:close/>
                  <a:moveTo>
                    <a:pt x="292113" y="235928"/>
                  </a:moveTo>
                  <a:lnTo>
                    <a:pt x="287283" y="202224"/>
                  </a:lnTo>
                  <a:lnTo>
                    <a:pt x="287283" y="231646"/>
                  </a:lnTo>
                  <a:close/>
                  <a:moveTo>
                    <a:pt x="39947" y="202224"/>
                  </a:moveTo>
                  <a:lnTo>
                    <a:pt x="30540" y="168520"/>
                  </a:lnTo>
                  <a:lnTo>
                    <a:pt x="0" y="202224"/>
                  </a:lnTo>
                  <a:close/>
                  <a:moveTo>
                    <a:pt x="30540" y="168520"/>
                  </a:moveTo>
                  <a:lnTo>
                    <a:pt x="0" y="168520"/>
                  </a:lnTo>
                  <a:lnTo>
                    <a:pt x="0" y="202224"/>
                  </a:lnTo>
                  <a:close/>
                  <a:moveTo>
                    <a:pt x="246243" y="196794"/>
                  </a:moveTo>
                  <a:lnTo>
                    <a:pt x="251667" y="202224"/>
                  </a:lnTo>
                  <a:lnTo>
                    <a:pt x="246243" y="168520"/>
                  </a:lnTo>
                  <a:close/>
                  <a:moveTo>
                    <a:pt x="251667" y="202224"/>
                  </a:moveTo>
                  <a:lnTo>
                    <a:pt x="287283" y="202224"/>
                  </a:lnTo>
                  <a:lnTo>
                    <a:pt x="246243" y="168520"/>
                  </a:lnTo>
                  <a:close/>
                  <a:moveTo>
                    <a:pt x="287283" y="231646"/>
                  </a:moveTo>
                  <a:lnTo>
                    <a:pt x="287283" y="202224"/>
                  </a:lnTo>
                  <a:lnTo>
                    <a:pt x="251667" y="202224"/>
                  </a:lnTo>
                  <a:close/>
                  <a:moveTo>
                    <a:pt x="30540" y="168520"/>
                  </a:moveTo>
                  <a:lnTo>
                    <a:pt x="34528" y="134816"/>
                  </a:lnTo>
                  <a:lnTo>
                    <a:pt x="0" y="168520"/>
                  </a:lnTo>
                  <a:close/>
                  <a:moveTo>
                    <a:pt x="34528" y="134816"/>
                  </a:moveTo>
                  <a:lnTo>
                    <a:pt x="0" y="134816"/>
                  </a:lnTo>
                  <a:lnTo>
                    <a:pt x="0" y="168520"/>
                  </a:lnTo>
                  <a:close/>
                  <a:moveTo>
                    <a:pt x="218863" y="168520"/>
                  </a:moveTo>
                  <a:lnTo>
                    <a:pt x="246243" y="168520"/>
                  </a:lnTo>
                  <a:lnTo>
                    <a:pt x="205202" y="134816"/>
                  </a:lnTo>
                  <a:close/>
                  <a:moveTo>
                    <a:pt x="205202" y="134816"/>
                  </a:moveTo>
                  <a:lnTo>
                    <a:pt x="246243" y="168520"/>
                  </a:lnTo>
                  <a:lnTo>
                    <a:pt x="239425" y="134816"/>
                  </a:lnTo>
                  <a:close/>
                  <a:moveTo>
                    <a:pt x="246243" y="196794"/>
                  </a:moveTo>
                  <a:lnTo>
                    <a:pt x="246243" y="168520"/>
                  </a:lnTo>
                  <a:lnTo>
                    <a:pt x="218863" y="168520"/>
                  </a:lnTo>
                  <a:close/>
                  <a:moveTo>
                    <a:pt x="41040" y="101112"/>
                  </a:moveTo>
                  <a:lnTo>
                    <a:pt x="153" y="101112"/>
                  </a:lnTo>
                  <a:lnTo>
                    <a:pt x="41040" y="122285"/>
                  </a:lnTo>
                  <a:close/>
                  <a:moveTo>
                    <a:pt x="41040" y="122285"/>
                  </a:moveTo>
                  <a:lnTo>
                    <a:pt x="0" y="101532"/>
                  </a:lnTo>
                  <a:lnTo>
                    <a:pt x="34528" y="134816"/>
                  </a:lnTo>
                  <a:close/>
                  <a:moveTo>
                    <a:pt x="34528" y="134816"/>
                  </a:moveTo>
                  <a:lnTo>
                    <a:pt x="0" y="101532"/>
                  </a:lnTo>
                  <a:lnTo>
                    <a:pt x="0" y="134816"/>
                  </a:lnTo>
                  <a:close/>
                  <a:moveTo>
                    <a:pt x="205202" y="101112"/>
                  </a:moveTo>
                  <a:lnTo>
                    <a:pt x="205202" y="134816"/>
                  </a:lnTo>
                  <a:lnTo>
                    <a:pt x="239425" y="134816"/>
                  </a:lnTo>
                  <a:close/>
                  <a:moveTo>
                    <a:pt x="205202" y="134816"/>
                  </a:moveTo>
                  <a:lnTo>
                    <a:pt x="205202" y="101112"/>
                  </a:lnTo>
                  <a:lnTo>
                    <a:pt x="192621" y="134816"/>
                  </a:lnTo>
                  <a:close/>
                  <a:moveTo>
                    <a:pt x="205202" y="101112"/>
                  </a:moveTo>
                  <a:lnTo>
                    <a:pt x="167022" y="101112"/>
                  </a:lnTo>
                  <a:lnTo>
                    <a:pt x="192621" y="134816"/>
                  </a:lnTo>
                  <a:close/>
                  <a:moveTo>
                    <a:pt x="18367" y="67408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164162" y="67408"/>
                  </a:moveTo>
                  <a:lnTo>
                    <a:pt x="167022" y="101112"/>
                  </a:lnTo>
                  <a:lnTo>
                    <a:pt x="205202" y="101112"/>
                  </a:lnTo>
                  <a:close/>
                  <a:moveTo>
                    <a:pt x="164162" y="67408"/>
                  </a:moveTo>
                  <a:lnTo>
                    <a:pt x="205202" y="101112"/>
                  </a:lnTo>
                  <a:lnTo>
                    <a:pt x="205202" y="67408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123121" y="67408"/>
                  </a:moveTo>
                  <a:lnTo>
                    <a:pt x="164162" y="67408"/>
                  </a:lnTo>
                  <a:lnTo>
                    <a:pt x="164162" y="33704"/>
                  </a:lnTo>
                  <a:close/>
                  <a:moveTo>
                    <a:pt x="123121" y="67408"/>
                  </a:moveTo>
                  <a:lnTo>
                    <a:pt x="164162" y="33704"/>
                  </a:lnTo>
                  <a:lnTo>
                    <a:pt x="123121" y="33704"/>
                  </a:lnTo>
                  <a:close/>
                  <a:moveTo>
                    <a:pt x="164162" y="67408"/>
                  </a:moveTo>
                  <a:lnTo>
                    <a:pt x="205202" y="33704"/>
                  </a:lnTo>
                  <a:lnTo>
                    <a:pt x="164162" y="33704"/>
                  </a:lnTo>
                  <a:close/>
                  <a:moveTo>
                    <a:pt x="82081" y="33704"/>
                  </a:moveTo>
                  <a:lnTo>
                    <a:pt x="123121" y="33704"/>
                  </a:lnTo>
                  <a:lnTo>
                    <a:pt x="123121" y="0"/>
                  </a:lnTo>
                  <a:close/>
                  <a:moveTo>
                    <a:pt x="82081" y="33704"/>
                  </a:moveTo>
                  <a:lnTo>
                    <a:pt x="123121" y="0"/>
                  </a:lnTo>
                  <a:lnTo>
                    <a:pt x="82081" y="0"/>
                  </a:lnTo>
                  <a:close/>
                  <a:moveTo>
                    <a:pt x="123121" y="33704"/>
                  </a:moveTo>
                  <a:lnTo>
                    <a:pt x="164162" y="33704"/>
                  </a:lnTo>
                  <a:lnTo>
                    <a:pt x="164162" y="0"/>
                  </a:lnTo>
                  <a:close/>
                  <a:moveTo>
                    <a:pt x="123121" y="33704"/>
                  </a:moveTo>
                  <a:lnTo>
                    <a:pt x="164162" y="0"/>
                  </a:lnTo>
                  <a:lnTo>
                    <a:pt x="123121" y="0"/>
                  </a:lnTo>
                  <a:close/>
                </a:path>
              </a:pathLst>
            </a:custGeom>
            <a:solidFill>
              <a:srgbClr val="E78190"/>
            </a:solidFill>
            <a:ln w="4001">
              <a:solidFill>
                <a:srgbClr val="F2BCC4"/>
              </a:solidFill>
            </a:ln>
          </p:spPr>
        </p:sp>
        <p:sp>
          <p:nvSpPr>
            <p:cNvPr id="3982" name="Candidate_B4__3981">
              <a:extLst>
                <a:ext uri="{FF2B5EF4-FFF2-40B4-BE49-F238E27FC236}">
                  <a16:creationId xmlns:a16="http://schemas.microsoft.com/office/drawing/2014/main" id="{EB3DE6D8-9707-8BC5-65C3-1D25FCD4B4A8}"/>
                </a:ext>
              </a:extLst>
            </p:cNvPr>
            <p:cNvSpPr>
              <a:spLocks noGrp="1"/>
            </p:cNvSpPr>
            <p:nvPr/>
          </p:nvSpPr>
          <p:spPr>
            <a:xfrm>
              <a:off x="5593187" y="1997386"/>
              <a:ext cx="317444" cy="486374"/>
            </a:xfrm>
            <a:custGeom>
              <a:avLst/>
              <a:gdLst/>
              <a:ahLst/>
              <a:cxnLst/>
              <a:rect l="0" t="0" r="0" b="0"/>
              <a:pathLst>
                <a:path w="317444" h="486374">
                  <a:moveTo>
                    <a:pt x="133622" y="476957"/>
                  </a:moveTo>
                  <a:lnTo>
                    <a:pt x="174663" y="471857"/>
                  </a:lnTo>
                  <a:lnTo>
                    <a:pt x="143591" y="471857"/>
                  </a:lnTo>
                  <a:close/>
                  <a:moveTo>
                    <a:pt x="35877" y="471857"/>
                  </a:moveTo>
                  <a:lnTo>
                    <a:pt x="10991" y="438153"/>
                  </a:lnTo>
                  <a:lnTo>
                    <a:pt x="10501" y="471857"/>
                  </a:lnTo>
                  <a:close/>
                  <a:moveTo>
                    <a:pt x="10991" y="438153"/>
                  </a:moveTo>
                  <a:lnTo>
                    <a:pt x="10501" y="438153"/>
                  </a:lnTo>
                  <a:lnTo>
                    <a:pt x="10501" y="471857"/>
                  </a:lnTo>
                  <a:close/>
                  <a:moveTo>
                    <a:pt x="174663" y="453283"/>
                  </a:moveTo>
                  <a:lnTo>
                    <a:pt x="215703" y="438153"/>
                  </a:lnTo>
                  <a:lnTo>
                    <a:pt x="194901" y="438153"/>
                  </a:lnTo>
                  <a:close/>
                  <a:moveTo>
                    <a:pt x="143591" y="471857"/>
                  </a:moveTo>
                  <a:lnTo>
                    <a:pt x="174663" y="471857"/>
                  </a:lnTo>
                  <a:lnTo>
                    <a:pt x="174663" y="453283"/>
                  </a:lnTo>
                  <a:close/>
                  <a:moveTo>
                    <a:pt x="10991" y="438153"/>
                  </a:moveTo>
                  <a:lnTo>
                    <a:pt x="12509" y="404449"/>
                  </a:lnTo>
                  <a:lnTo>
                    <a:pt x="10501" y="438153"/>
                  </a:lnTo>
                  <a:close/>
                  <a:moveTo>
                    <a:pt x="12509" y="404449"/>
                  </a:moveTo>
                  <a:lnTo>
                    <a:pt x="10501" y="404449"/>
                  </a:lnTo>
                  <a:lnTo>
                    <a:pt x="10501" y="438153"/>
                  </a:lnTo>
                  <a:close/>
                  <a:moveTo>
                    <a:pt x="194901" y="438153"/>
                  </a:moveTo>
                  <a:lnTo>
                    <a:pt x="215703" y="438153"/>
                  </a:lnTo>
                  <a:lnTo>
                    <a:pt x="215703" y="422378"/>
                  </a:lnTo>
                  <a:close/>
                  <a:moveTo>
                    <a:pt x="12509" y="404449"/>
                  </a:moveTo>
                  <a:lnTo>
                    <a:pt x="25154" y="370745"/>
                  </a:lnTo>
                  <a:lnTo>
                    <a:pt x="10501" y="404449"/>
                  </a:lnTo>
                  <a:close/>
                  <a:moveTo>
                    <a:pt x="25154" y="370745"/>
                  </a:moveTo>
                  <a:lnTo>
                    <a:pt x="10501" y="370745"/>
                  </a:lnTo>
                  <a:lnTo>
                    <a:pt x="10501" y="404449"/>
                  </a:lnTo>
                  <a:close/>
                  <a:moveTo>
                    <a:pt x="25154" y="370745"/>
                  </a:moveTo>
                  <a:lnTo>
                    <a:pt x="38443" y="337041"/>
                  </a:lnTo>
                  <a:lnTo>
                    <a:pt x="10501" y="370745"/>
                  </a:lnTo>
                  <a:close/>
                  <a:moveTo>
                    <a:pt x="314077" y="269632"/>
                  </a:moveTo>
                  <a:lnTo>
                    <a:pt x="297784" y="235928"/>
                  </a:lnTo>
                  <a:lnTo>
                    <a:pt x="297784" y="239481"/>
                  </a:lnTo>
                  <a:close/>
                  <a:moveTo>
                    <a:pt x="297784" y="239481"/>
                  </a:moveTo>
                  <a:lnTo>
                    <a:pt x="297784" y="235928"/>
                  </a:lnTo>
                  <a:lnTo>
                    <a:pt x="295492" y="235928"/>
                  </a:lnTo>
                  <a:close/>
                  <a:moveTo>
                    <a:pt x="10501" y="202224"/>
                  </a:moveTo>
                  <a:lnTo>
                    <a:pt x="28148" y="202224"/>
                  </a:lnTo>
                  <a:lnTo>
                    <a:pt x="10501" y="170664"/>
                  </a:lnTo>
                  <a:close/>
                  <a:moveTo>
                    <a:pt x="174663" y="116358"/>
                  </a:moveTo>
                  <a:lnTo>
                    <a:pt x="188324" y="134816"/>
                  </a:lnTo>
                  <a:lnTo>
                    <a:pt x="174663" y="101112"/>
                  </a:lnTo>
                  <a:close/>
                  <a:moveTo>
                    <a:pt x="174663" y="116358"/>
                  </a:moveTo>
                  <a:lnTo>
                    <a:pt x="174663" y="101112"/>
                  </a:lnTo>
                  <a:lnTo>
                    <a:pt x="162081" y="101112"/>
                  </a:lnTo>
                  <a:close/>
                  <a:moveTo>
                    <a:pt x="27846" y="67408"/>
                  </a:moveTo>
                  <a:lnTo>
                    <a:pt x="51541" y="46214"/>
                  </a:lnTo>
                  <a:lnTo>
                    <a:pt x="10501" y="67408"/>
                  </a:lnTo>
                  <a:close/>
                  <a:moveTo>
                    <a:pt x="10501" y="67408"/>
                  </a:moveTo>
                  <a:lnTo>
                    <a:pt x="51541" y="46214"/>
                  </a:lnTo>
                  <a:lnTo>
                    <a:pt x="51541" y="33704"/>
                  </a:lnTo>
                  <a:close/>
                  <a:moveTo>
                    <a:pt x="10501" y="67408"/>
                  </a:moveTo>
                  <a:lnTo>
                    <a:pt x="10501" y="88581"/>
                  </a:lnTo>
                  <a:lnTo>
                    <a:pt x="27846" y="67408"/>
                  </a:lnTo>
                  <a:close/>
                  <a:moveTo>
                    <a:pt x="133622" y="63382"/>
                  </a:moveTo>
                  <a:lnTo>
                    <a:pt x="136482" y="67408"/>
                  </a:lnTo>
                  <a:lnTo>
                    <a:pt x="133622" y="33704"/>
                  </a:lnTo>
                  <a:close/>
                  <a:moveTo>
                    <a:pt x="51541" y="33704"/>
                  </a:moveTo>
                  <a:lnTo>
                    <a:pt x="92582" y="33704"/>
                  </a:lnTo>
                  <a:lnTo>
                    <a:pt x="92582" y="0"/>
                  </a:lnTo>
                  <a:close/>
                  <a:moveTo>
                    <a:pt x="92582" y="33704"/>
                  </a:moveTo>
                  <a:lnTo>
                    <a:pt x="51541" y="33704"/>
                  </a:lnTo>
                  <a:lnTo>
                    <a:pt x="92582" y="36810"/>
                  </a:lnTo>
                  <a:close/>
                  <a:moveTo>
                    <a:pt x="51541" y="33704"/>
                  </a:moveTo>
                  <a:lnTo>
                    <a:pt x="51541" y="46214"/>
                  </a:lnTo>
                  <a:lnTo>
                    <a:pt x="92582" y="36810"/>
                  </a:lnTo>
                  <a:close/>
                  <a:moveTo>
                    <a:pt x="133622" y="33704"/>
                  </a:moveTo>
                  <a:lnTo>
                    <a:pt x="92582" y="33704"/>
                  </a:lnTo>
                  <a:lnTo>
                    <a:pt x="133622" y="63382"/>
                  </a:lnTo>
                  <a:close/>
                  <a:moveTo>
                    <a:pt x="92582" y="33704"/>
                  </a:moveTo>
                  <a:lnTo>
                    <a:pt x="92582" y="36810"/>
                  </a:lnTo>
                  <a:lnTo>
                    <a:pt x="133622" y="63382"/>
                  </a:lnTo>
                  <a:close/>
                  <a:moveTo>
                    <a:pt x="35877" y="471857"/>
                  </a:moveTo>
                  <a:lnTo>
                    <a:pt x="51541" y="480768"/>
                  </a:lnTo>
                  <a:lnTo>
                    <a:pt x="51541" y="471857"/>
                  </a:lnTo>
                  <a:close/>
                  <a:moveTo>
                    <a:pt x="10991" y="438153"/>
                  </a:moveTo>
                  <a:lnTo>
                    <a:pt x="51541" y="471857"/>
                  </a:lnTo>
                  <a:lnTo>
                    <a:pt x="51541" y="438153"/>
                  </a:lnTo>
                  <a:close/>
                  <a:moveTo>
                    <a:pt x="10991" y="438153"/>
                  </a:moveTo>
                  <a:lnTo>
                    <a:pt x="35877" y="471857"/>
                  </a:lnTo>
                  <a:lnTo>
                    <a:pt x="51541" y="471857"/>
                  </a:lnTo>
                  <a:close/>
                  <a:moveTo>
                    <a:pt x="92582" y="471857"/>
                  </a:moveTo>
                  <a:lnTo>
                    <a:pt x="51541" y="480768"/>
                  </a:lnTo>
                  <a:lnTo>
                    <a:pt x="92582" y="486374"/>
                  </a:lnTo>
                  <a:close/>
                  <a:moveTo>
                    <a:pt x="92582" y="471857"/>
                  </a:moveTo>
                  <a:lnTo>
                    <a:pt x="51541" y="471857"/>
                  </a:lnTo>
                  <a:lnTo>
                    <a:pt x="51541" y="480768"/>
                  </a:lnTo>
                  <a:close/>
                  <a:moveTo>
                    <a:pt x="133622" y="471857"/>
                  </a:moveTo>
                  <a:lnTo>
                    <a:pt x="92582" y="486374"/>
                  </a:lnTo>
                  <a:lnTo>
                    <a:pt x="133622" y="476957"/>
                  </a:lnTo>
                  <a:close/>
                  <a:moveTo>
                    <a:pt x="133622" y="471857"/>
                  </a:moveTo>
                  <a:lnTo>
                    <a:pt x="92582" y="471857"/>
                  </a:lnTo>
                  <a:lnTo>
                    <a:pt x="92582" y="486374"/>
                  </a:lnTo>
                  <a:close/>
                  <a:moveTo>
                    <a:pt x="133622" y="471857"/>
                  </a:moveTo>
                  <a:lnTo>
                    <a:pt x="133622" y="476957"/>
                  </a:lnTo>
                  <a:lnTo>
                    <a:pt x="143591" y="471857"/>
                  </a:lnTo>
                  <a:close/>
                  <a:moveTo>
                    <a:pt x="174663" y="438153"/>
                  </a:moveTo>
                  <a:lnTo>
                    <a:pt x="143591" y="471857"/>
                  </a:lnTo>
                  <a:lnTo>
                    <a:pt x="174663" y="453283"/>
                  </a:lnTo>
                  <a:close/>
                  <a:moveTo>
                    <a:pt x="133622" y="471857"/>
                  </a:moveTo>
                  <a:lnTo>
                    <a:pt x="143591" y="471857"/>
                  </a:lnTo>
                  <a:lnTo>
                    <a:pt x="174663" y="438153"/>
                  </a:lnTo>
                  <a:close/>
                  <a:moveTo>
                    <a:pt x="12509" y="404449"/>
                  </a:moveTo>
                  <a:lnTo>
                    <a:pt x="10991" y="438153"/>
                  </a:lnTo>
                  <a:lnTo>
                    <a:pt x="51541" y="438153"/>
                  </a:lnTo>
                  <a:close/>
                  <a:moveTo>
                    <a:pt x="174663" y="438153"/>
                  </a:moveTo>
                  <a:lnTo>
                    <a:pt x="174663" y="453283"/>
                  </a:lnTo>
                  <a:lnTo>
                    <a:pt x="194901" y="438153"/>
                  </a:lnTo>
                  <a:close/>
                  <a:moveTo>
                    <a:pt x="215703" y="404449"/>
                  </a:moveTo>
                  <a:lnTo>
                    <a:pt x="194901" y="438153"/>
                  </a:lnTo>
                  <a:lnTo>
                    <a:pt x="215703" y="422378"/>
                  </a:lnTo>
                  <a:close/>
                  <a:moveTo>
                    <a:pt x="174663" y="438153"/>
                  </a:moveTo>
                  <a:lnTo>
                    <a:pt x="194901" y="438153"/>
                  </a:lnTo>
                  <a:lnTo>
                    <a:pt x="215703" y="404449"/>
                  </a:lnTo>
                  <a:close/>
                  <a:moveTo>
                    <a:pt x="25154" y="370745"/>
                  </a:moveTo>
                  <a:lnTo>
                    <a:pt x="12509" y="404449"/>
                  </a:lnTo>
                  <a:lnTo>
                    <a:pt x="51541" y="404449"/>
                  </a:lnTo>
                  <a:close/>
                  <a:moveTo>
                    <a:pt x="215703" y="404449"/>
                  </a:moveTo>
                  <a:lnTo>
                    <a:pt x="215703" y="422378"/>
                  </a:lnTo>
                  <a:lnTo>
                    <a:pt x="238382" y="404449"/>
                  </a:lnTo>
                  <a:close/>
                  <a:moveTo>
                    <a:pt x="256743" y="370745"/>
                  </a:moveTo>
                  <a:lnTo>
                    <a:pt x="238382" y="404449"/>
                  </a:lnTo>
                  <a:lnTo>
                    <a:pt x="256743" y="389904"/>
                  </a:lnTo>
                  <a:close/>
                  <a:moveTo>
                    <a:pt x="215703" y="404449"/>
                  </a:moveTo>
                  <a:lnTo>
                    <a:pt x="238382" y="404449"/>
                  </a:lnTo>
                  <a:lnTo>
                    <a:pt x="256743" y="370745"/>
                  </a:lnTo>
                  <a:close/>
                  <a:moveTo>
                    <a:pt x="38443" y="337041"/>
                  </a:moveTo>
                  <a:lnTo>
                    <a:pt x="51541" y="370745"/>
                  </a:lnTo>
                  <a:lnTo>
                    <a:pt x="51541" y="337041"/>
                  </a:lnTo>
                  <a:close/>
                  <a:moveTo>
                    <a:pt x="38443" y="337041"/>
                  </a:moveTo>
                  <a:lnTo>
                    <a:pt x="25154" y="370745"/>
                  </a:lnTo>
                  <a:lnTo>
                    <a:pt x="51541" y="370745"/>
                  </a:lnTo>
                  <a:close/>
                  <a:moveTo>
                    <a:pt x="256743" y="370745"/>
                  </a:moveTo>
                  <a:lnTo>
                    <a:pt x="256743" y="389904"/>
                  </a:lnTo>
                  <a:lnTo>
                    <a:pt x="278441" y="370745"/>
                  </a:lnTo>
                  <a:close/>
                  <a:moveTo>
                    <a:pt x="297784" y="337041"/>
                  </a:moveTo>
                  <a:lnTo>
                    <a:pt x="278441" y="370745"/>
                  </a:lnTo>
                  <a:lnTo>
                    <a:pt x="297784" y="348096"/>
                  </a:lnTo>
                  <a:close/>
                  <a:moveTo>
                    <a:pt x="256743" y="370745"/>
                  </a:moveTo>
                  <a:lnTo>
                    <a:pt x="278441" y="370745"/>
                  </a:lnTo>
                  <a:lnTo>
                    <a:pt x="297784" y="337041"/>
                  </a:lnTo>
                  <a:close/>
                  <a:moveTo>
                    <a:pt x="46910" y="303337"/>
                  </a:moveTo>
                  <a:lnTo>
                    <a:pt x="51541" y="337041"/>
                  </a:lnTo>
                  <a:lnTo>
                    <a:pt x="51541" y="303337"/>
                  </a:lnTo>
                  <a:close/>
                  <a:moveTo>
                    <a:pt x="46910" y="303337"/>
                  </a:moveTo>
                  <a:lnTo>
                    <a:pt x="38443" y="337041"/>
                  </a:lnTo>
                  <a:lnTo>
                    <a:pt x="51541" y="337041"/>
                  </a:lnTo>
                  <a:close/>
                  <a:moveTo>
                    <a:pt x="297784" y="337041"/>
                  </a:moveTo>
                  <a:lnTo>
                    <a:pt x="297784" y="348096"/>
                  </a:lnTo>
                  <a:lnTo>
                    <a:pt x="305988" y="337041"/>
                  </a:lnTo>
                  <a:close/>
                  <a:moveTo>
                    <a:pt x="297784" y="303337"/>
                  </a:moveTo>
                  <a:lnTo>
                    <a:pt x="305988" y="337041"/>
                  </a:lnTo>
                  <a:lnTo>
                    <a:pt x="317444" y="303337"/>
                  </a:lnTo>
                  <a:close/>
                  <a:moveTo>
                    <a:pt x="297784" y="303337"/>
                  </a:moveTo>
                  <a:lnTo>
                    <a:pt x="297784" y="337041"/>
                  </a:lnTo>
                  <a:lnTo>
                    <a:pt x="305988" y="337041"/>
                  </a:lnTo>
                  <a:close/>
                  <a:moveTo>
                    <a:pt x="48637" y="269632"/>
                  </a:moveTo>
                  <a:lnTo>
                    <a:pt x="51541" y="303337"/>
                  </a:lnTo>
                  <a:lnTo>
                    <a:pt x="51541" y="269632"/>
                  </a:lnTo>
                  <a:close/>
                  <a:moveTo>
                    <a:pt x="48637" y="269632"/>
                  </a:moveTo>
                  <a:lnTo>
                    <a:pt x="46910" y="303337"/>
                  </a:lnTo>
                  <a:lnTo>
                    <a:pt x="51541" y="303337"/>
                  </a:lnTo>
                  <a:close/>
                  <a:moveTo>
                    <a:pt x="297784" y="269632"/>
                  </a:moveTo>
                  <a:lnTo>
                    <a:pt x="317444" y="303337"/>
                  </a:lnTo>
                  <a:lnTo>
                    <a:pt x="314077" y="269632"/>
                  </a:lnTo>
                  <a:close/>
                  <a:moveTo>
                    <a:pt x="297784" y="269632"/>
                  </a:moveTo>
                  <a:lnTo>
                    <a:pt x="297784" y="303337"/>
                  </a:lnTo>
                  <a:lnTo>
                    <a:pt x="317444" y="303337"/>
                  </a:lnTo>
                  <a:close/>
                  <a:moveTo>
                    <a:pt x="42531" y="235928"/>
                  </a:moveTo>
                  <a:lnTo>
                    <a:pt x="51541" y="269632"/>
                  </a:lnTo>
                  <a:lnTo>
                    <a:pt x="51541" y="235928"/>
                  </a:lnTo>
                  <a:close/>
                  <a:moveTo>
                    <a:pt x="42531" y="235928"/>
                  </a:moveTo>
                  <a:lnTo>
                    <a:pt x="48637" y="269632"/>
                  </a:lnTo>
                  <a:lnTo>
                    <a:pt x="51541" y="269632"/>
                  </a:lnTo>
                  <a:close/>
                  <a:moveTo>
                    <a:pt x="297784" y="269632"/>
                  </a:moveTo>
                  <a:lnTo>
                    <a:pt x="314077" y="269632"/>
                  </a:lnTo>
                  <a:lnTo>
                    <a:pt x="297784" y="239481"/>
                  </a:lnTo>
                  <a:close/>
                  <a:moveTo>
                    <a:pt x="295492" y="235928"/>
                  </a:moveTo>
                  <a:lnTo>
                    <a:pt x="297784" y="269632"/>
                  </a:lnTo>
                  <a:lnTo>
                    <a:pt x="297784" y="239481"/>
                  </a:lnTo>
                  <a:close/>
                  <a:moveTo>
                    <a:pt x="28148" y="202224"/>
                  </a:moveTo>
                  <a:lnTo>
                    <a:pt x="51541" y="235928"/>
                  </a:lnTo>
                  <a:lnTo>
                    <a:pt x="51541" y="202224"/>
                  </a:lnTo>
                  <a:close/>
                  <a:moveTo>
                    <a:pt x="28148" y="202224"/>
                  </a:moveTo>
                  <a:lnTo>
                    <a:pt x="42531" y="235928"/>
                  </a:lnTo>
                  <a:lnTo>
                    <a:pt x="51541" y="235928"/>
                  </a:lnTo>
                  <a:close/>
                  <a:moveTo>
                    <a:pt x="256743" y="202224"/>
                  </a:moveTo>
                  <a:lnTo>
                    <a:pt x="295492" y="235928"/>
                  </a:lnTo>
                  <a:lnTo>
                    <a:pt x="261574" y="202224"/>
                  </a:lnTo>
                  <a:close/>
                  <a:moveTo>
                    <a:pt x="256743" y="202224"/>
                  </a:moveTo>
                  <a:lnTo>
                    <a:pt x="256743" y="235928"/>
                  </a:lnTo>
                  <a:lnTo>
                    <a:pt x="295492" y="235928"/>
                  </a:lnTo>
                  <a:close/>
                  <a:moveTo>
                    <a:pt x="51541" y="202224"/>
                  </a:moveTo>
                  <a:lnTo>
                    <a:pt x="10501" y="170664"/>
                  </a:lnTo>
                  <a:lnTo>
                    <a:pt x="28148" y="202224"/>
                  </a:lnTo>
                  <a:close/>
                  <a:moveTo>
                    <a:pt x="10501" y="168520"/>
                  </a:moveTo>
                  <a:lnTo>
                    <a:pt x="10501" y="170664"/>
                  </a:lnTo>
                  <a:lnTo>
                    <a:pt x="51541" y="202224"/>
                  </a:lnTo>
                  <a:close/>
                  <a:moveTo>
                    <a:pt x="51541" y="168520"/>
                  </a:moveTo>
                  <a:lnTo>
                    <a:pt x="10501" y="168520"/>
                  </a:lnTo>
                  <a:lnTo>
                    <a:pt x="51541" y="202224"/>
                  </a:lnTo>
                  <a:close/>
                  <a:moveTo>
                    <a:pt x="215703" y="168520"/>
                  </a:moveTo>
                  <a:lnTo>
                    <a:pt x="256743" y="197942"/>
                  </a:lnTo>
                  <a:lnTo>
                    <a:pt x="221128" y="168520"/>
                  </a:lnTo>
                  <a:close/>
                  <a:moveTo>
                    <a:pt x="256743" y="202224"/>
                  </a:moveTo>
                  <a:lnTo>
                    <a:pt x="256743" y="197942"/>
                  </a:lnTo>
                  <a:lnTo>
                    <a:pt x="215703" y="168520"/>
                  </a:lnTo>
                  <a:close/>
                  <a:moveTo>
                    <a:pt x="215703" y="202224"/>
                  </a:moveTo>
                  <a:lnTo>
                    <a:pt x="256743" y="202224"/>
                  </a:lnTo>
                  <a:lnTo>
                    <a:pt x="215703" y="168520"/>
                  </a:lnTo>
                  <a:close/>
                  <a:moveTo>
                    <a:pt x="256743" y="202224"/>
                  </a:moveTo>
                  <a:lnTo>
                    <a:pt x="261574" y="202224"/>
                  </a:lnTo>
                  <a:lnTo>
                    <a:pt x="256743" y="197942"/>
                  </a:lnTo>
                  <a:close/>
                  <a:moveTo>
                    <a:pt x="9408" y="168520"/>
                  </a:moveTo>
                  <a:lnTo>
                    <a:pt x="10501" y="170664"/>
                  </a:lnTo>
                  <a:lnTo>
                    <a:pt x="10501" y="168520"/>
                  </a:lnTo>
                  <a:close/>
                  <a:moveTo>
                    <a:pt x="0" y="134816"/>
                  </a:moveTo>
                  <a:lnTo>
                    <a:pt x="10501" y="168520"/>
                  </a:lnTo>
                  <a:lnTo>
                    <a:pt x="10501" y="134816"/>
                  </a:lnTo>
                  <a:close/>
                  <a:moveTo>
                    <a:pt x="0" y="134816"/>
                  </a:moveTo>
                  <a:lnTo>
                    <a:pt x="9408" y="168520"/>
                  </a:lnTo>
                  <a:lnTo>
                    <a:pt x="10501" y="168520"/>
                  </a:lnTo>
                  <a:close/>
                  <a:moveTo>
                    <a:pt x="10501" y="168520"/>
                  </a:moveTo>
                  <a:lnTo>
                    <a:pt x="51541" y="134816"/>
                  </a:lnTo>
                  <a:lnTo>
                    <a:pt x="10501" y="134816"/>
                  </a:lnTo>
                  <a:close/>
                  <a:moveTo>
                    <a:pt x="174663" y="134816"/>
                  </a:moveTo>
                  <a:lnTo>
                    <a:pt x="215703" y="163090"/>
                  </a:lnTo>
                  <a:lnTo>
                    <a:pt x="188324" y="134816"/>
                  </a:lnTo>
                  <a:close/>
                  <a:moveTo>
                    <a:pt x="215703" y="168520"/>
                  </a:moveTo>
                  <a:lnTo>
                    <a:pt x="215703" y="163090"/>
                  </a:lnTo>
                  <a:lnTo>
                    <a:pt x="174663" y="134816"/>
                  </a:lnTo>
                  <a:close/>
                  <a:moveTo>
                    <a:pt x="174663" y="168520"/>
                  </a:moveTo>
                  <a:lnTo>
                    <a:pt x="215703" y="168520"/>
                  </a:lnTo>
                  <a:lnTo>
                    <a:pt x="174663" y="134816"/>
                  </a:lnTo>
                  <a:close/>
                  <a:moveTo>
                    <a:pt x="215703" y="168520"/>
                  </a:moveTo>
                  <a:lnTo>
                    <a:pt x="221128" y="168520"/>
                  </a:lnTo>
                  <a:lnTo>
                    <a:pt x="215703" y="163090"/>
                  </a:lnTo>
                  <a:close/>
                  <a:moveTo>
                    <a:pt x="3988" y="101112"/>
                  </a:moveTo>
                  <a:lnTo>
                    <a:pt x="10501" y="134816"/>
                  </a:lnTo>
                  <a:lnTo>
                    <a:pt x="10501" y="101112"/>
                  </a:lnTo>
                  <a:close/>
                  <a:moveTo>
                    <a:pt x="3988" y="101112"/>
                  </a:moveTo>
                  <a:lnTo>
                    <a:pt x="0" y="134816"/>
                  </a:lnTo>
                  <a:lnTo>
                    <a:pt x="10501" y="134816"/>
                  </a:lnTo>
                  <a:close/>
                  <a:moveTo>
                    <a:pt x="10501" y="134816"/>
                  </a:moveTo>
                  <a:lnTo>
                    <a:pt x="51541" y="101112"/>
                  </a:lnTo>
                  <a:lnTo>
                    <a:pt x="10501" y="101112"/>
                  </a:lnTo>
                  <a:close/>
                  <a:moveTo>
                    <a:pt x="133622" y="101112"/>
                  </a:moveTo>
                  <a:lnTo>
                    <a:pt x="174663" y="116358"/>
                  </a:lnTo>
                  <a:lnTo>
                    <a:pt x="162081" y="101112"/>
                  </a:lnTo>
                  <a:close/>
                  <a:moveTo>
                    <a:pt x="174663" y="134816"/>
                  </a:moveTo>
                  <a:lnTo>
                    <a:pt x="174663" y="116358"/>
                  </a:lnTo>
                  <a:lnTo>
                    <a:pt x="133622" y="101112"/>
                  </a:lnTo>
                  <a:close/>
                  <a:moveTo>
                    <a:pt x="174663" y="134816"/>
                  </a:moveTo>
                  <a:lnTo>
                    <a:pt x="188324" y="134816"/>
                  </a:lnTo>
                  <a:lnTo>
                    <a:pt x="174663" y="116358"/>
                  </a:lnTo>
                  <a:close/>
                  <a:moveTo>
                    <a:pt x="10501" y="88581"/>
                  </a:moveTo>
                  <a:lnTo>
                    <a:pt x="3988" y="101112"/>
                  </a:lnTo>
                  <a:lnTo>
                    <a:pt x="10501" y="101112"/>
                  </a:lnTo>
                  <a:close/>
                  <a:moveTo>
                    <a:pt x="10501" y="101112"/>
                  </a:moveTo>
                  <a:lnTo>
                    <a:pt x="27846" y="67408"/>
                  </a:lnTo>
                  <a:lnTo>
                    <a:pt x="10501" y="88581"/>
                  </a:lnTo>
                  <a:close/>
                  <a:moveTo>
                    <a:pt x="51541" y="67408"/>
                  </a:moveTo>
                  <a:lnTo>
                    <a:pt x="27846" y="67408"/>
                  </a:lnTo>
                  <a:lnTo>
                    <a:pt x="10501" y="101112"/>
                  </a:lnTo>
                  <a:close/>
                  <a:moveTo>
                    <a:pt x="51541" y="101112"/>
                  </a:moveTo>
                  <a:lnTo>
                    <a:pt x="51541" y="67408"/>
                  </a:lnTo>
                  <a:lnTo>
                    <a:pt x="10501" y="101112"/>
                  </a:lnTo>
                  <a:close/>
                  <a:moveTo>
                    <a:pt x="92582" y="101112"/>
                  </a:moveTo>
                  <a:lnTo>
                    <a:pt x="133622" y="101112"/>
                  </a:lnTo>
                  <a:lnTo>
                    <a:pt x="133622" y="67408"/>
                  </a:lnTo>
                  <a:close/>
                  <a:moveTo>
                    <a:pt x="92582" y="101112"/>
                  </a:moveTo>
                  <a:lnTo>
                    <a:pt x="133622" y="67408"/>
                  </a:lnTo>
                  <a:lnTo>
                    <a:pt x="92582" y="67408"/>
                  </a:lnTo>
                  <a:close/>
                  <a:moveTo>
                    <a:pt x="133622" y="67408"/>
                  </a:moveTo>
                  <a:lnTo>
                    <a:pt x="162081" y="101112"/>
                  </a:lnTo>
                  <a:lnTo>
                    <a:pt x="136482" y="67408"/>
                  </a:lnTo>
                  <a:close/>
                  <a:moveTo>
                    <a:pt x="133622" y="67408"/>
                  </a:moveTo>
                  <a:lnTo>
                    <a:pt x="133622" y="101112"/>
                  </a:lnTo>
                  <a:lnTo>
                    <a:pt x="162081" y="101112"/>
                  </a:lnTo>
                  <a:close/>
                  <a:moveTo>
                    <a:pt x="51541" y="46214"/>
                  </a:moveTo>
                  <a:lnTo>
                    <a:pt x="27846" y="67408"/>
                  </a:lnTo>
                  <a:lnTo>
                    <a:pt x="51541" y="67408"/>
                  </a:lnTo>
                  <a:close/>
                  <a:moveTo>
                    <a:pt x="51541" y="67408"/>
                  </a:moveTo>
                  <a:lnTo>
                    <a:pt x="92582" y="36810"/>
                  </a:lnTo>
                  <a:lnTo>
                    <a:pt x="51541" y="46214"/>
                  </a:lnTo>
                  <a:close/>
                  <a:moveTo>
                    <a:pt x="51541" y="67408"/>
                  </a:moveTo>
                  <a:lnTo>
                    <a:pt x="92582" y="67408"/>
                  </a:lnTo>
                  <a:lnTo>
                    <a:pt x="92582" y="36810"/>
                  </a:lnTo>
                  <a:close/>
                  <a:moveTo>
                    <a:pt x="92582" y="67408"/>
                  </a:moveTo>
                  <a:lnTo>
                    <a:pt x="133622" y="63382"/>
                  </a:lnTo>
                  <a:lnTo>
                    <a:pt x="92582" y="36810"/>
                  </a:lnTo>
                  <a:close/>
                  <a:moveTo>
                    <a:pt x="92582" y="67408"/>
                  </a:moveTo>
                  <a:lnTo>
                    <a:pt x="133622" y="67408"/>
                  </a:lnTo>
                  <a:lnTo>
                    <a:pt x="133622" y="63382"/>
                  </a:lnTo>
                  <a:close/>
                  <a:moveTo>
                    <a:pt x="133622" y="67408"/>
                  </a:moveTo>
                  <a:lnTo>
                    <a:pt x="136482" y="67408"/>
                  </a:lnTo>
                  <a:lnTo>
                    <a:pt x="133622" y="63382"/>
                  </a:lnTo>
                  <a:close/>
                </a:path>
              </a:pathLst>
            </a:custGeom>
            <a:solidFill>
              <a:srgbClr val="E88594"/>
            </a:solidFill>
            <a:ln w="4001">
              <a:solidFill>
                <a:srgbClr val="F2BCC4"/>
              </a:solidFill>
            </a:ln>
          </p:spPr>
        </p:sp>
        <p:sp>
          <p:nvSpPr>
            <p:cNvPr id="3983" name="Candidate_B4__3982">
              <a:extLst>
                <a:ext uri="{FF2B5EF4-FFF2-40B4-BE49-F238E27FC236}">
                  <a16:creationId xmlns:a16="http://schemas.microsoft.com/office/drawing/2014/main" id="{A1B028EB-7838-AF1F-9F39-3E3C1516981A}"/>
                </a:ext>
              </a:extLst>
            </p:cNvPr>
            <p:cNvSpPr>
              <a:spLocks noGrp="1"/>
            </p:cNvSpPr>
            <p:nvPr/>
          </p:nvSpPr>
          <p:spPr>
            <a:xfrm>
              <a:off x="5603688" y="2064794"/>
              <a:ext cx="287283" cy="404449"/>
            </a:xfrm>
            <a:custGeom>
              <a:avLst/>
              <a:gdLst/>
              <a:ahLst/>
              <a:cxnLst/>
              <a:rect l="0" t="0" r="0" b="0"/>
              <a:pathLst>
                <a:path w="287283" h="404449">
                  <a:moveTo>
                    <a:pt x="41040" y="404449"/>
                  </a:moveTo>
                  <a:lnTo>
                    <a:pt x="82081" y="404449"/>
                  </a:lnTo>
                  <a:lnTo>
                    <a:pt x="82081" y="370745"/>
                  </a:lnTo>
                  <a:close/>
                  <a:moveTo>
                    <a:pt x="41040" y="404449"/>
                  </a:moveTo>
                  <a:lnTo>
                    <a:pt x="82081" y="370745"/>
                  </a:lnTo>
                  <a:lnTo>
                    <a:pt x="41040" y="370745"/>
                  </a:lnTo>
                  <a:close/>
                  <a:moveTo>
                    <a:pt x="82081" y="404449"/>
                  </a:moveTo>
                  <a:lnTo>
                    <a:pt x="123121" y="404449"/>
                  </a:lnTo>
                  <a:lnTo>
                    <a:pt x="123121" y="370745"/>
                  </a:lnTo>
                  <a:close/>
                  <a:moveTo>
                    <a:pt x="82081" y="404449"/>
                  </a:moveTo>
                  <a:lnTo>
                    <a:pt x="123121" y="370745"/>
                  </a:lnTo>
                  <a:lnTo>
                    <a:pt x="82081" y="370745"/>
                  </a:lnTo>
                  <a:close/>
                  <a:moveTo>
                    <a:pt x="123121" y="370745"/>
                  </a:moveTo>
                  <a:lnTo>
                    <a:pt x="123121" y="404449"/>
                  </a:lnTo>
                  <a:lnTo>
                    <a:pt x="164162" y="370745"/>
                  </a:lnTo>
                  <a:close/>
                  <a:moveTo>
                    <a:pt x="2008" y="337041"/>
                  </a:moveTo>
                  <a:lnTo>
                    <a:pt x="41040" y="370745"/>
                  </a:lnTo>
                  <a:lnTo>
                    <a:pt x="41040" y="337041"/>
                  </a:lnTo>
                  <a:close/>
                  <a:moveTo>
                    <a:pt x="41040" y="370745"/>
                  </a:moveTo>
                  <a:lnTo>
                    <a:pt x="82081" y="370745"/>
                  </a:lnTo>
                  <a:lnTo>
                    <a:pt x="82081" y="337041"/>
                  </a:lnTo>
                  <a:close/>
                  <a:moveTo>
                    <a:pt x="41040" y="370745"/>
                  </a:moveTo>
                  <a:lnTo>
                    <a:pt x="82081" y="337041"/>
                  </a:lnTo>
                  <a:lnTo>
                    <a:pt x="41040" y="337041"/>
                  </a:lnTo>
                  <a:close/>
                  <a:moveTo>
                    <a:pt x="82081" y="370745"/>
                  </a:moveTo>
                  <a:lnTo>
                    <a:pt x="123121" y="370745"/>
                  </a:lnTo>
                  <a:lnTo>
                    <a:pt x="123121" y="337041"/>
                  </a:lnTo>
                  <a:close/>
                  <a:moveTo>
                    <a:pt x="123121" y="370745"/>
                  </a:moveTo>
                  <a:lnTo>
                    <a:pt x="164162" y="370745"/>
                  </a:lnTo>
                  <a:lnTo>
                    <a:pt x="164162" y="337041"/>
                  </a:lnTo>
                  <a:close/>
                  <a:moveTo>
                    <a:pt x="123121" y="370745"/>
                  </a:moveTo>
                  <a:lnTo>
                    <a:pt x="164162" y="337041"/>
                  </a:lnTo>
                  <a:lnTo>
                    <a:pt x="123121" y="337041"/>
                  </a:lnTo>
                  <a:close/>
                  <a:moveTo>
                    <a:pt x="164162" y="337041"/>
                  </a:moveTo>
                  <a:lnTo>
                    <a:pt x="164162" y="370745"/>
                  </a:lnTo>
                  <a:lnTo>
                    <a:pt x="205202" y="337041"/>
                  </a:lnTo>
                  <a:close/>
                  <a:moveTo>
                    <a:pt x="14654" y="303337"/>
                  </a:moveTo>
                  <a:lnTo>
                    <a:pt x="41040" y="337041"/>
                  </a:lnTo>
                  <a:lnTo>
                    <a:pt x="41040" y="303337"/>
                  </a:lnTo>
                  <a:close/>
                  <a:moveTo>
                    <a:pt x="41040" y="337041"/>
                  </a:moveTo>
                  <a:lnTo>
                    <a:pt x="82081" y="337041"/>
                  </a:lnTo>
                  <a:lnTo>
                    <a:pt x="82081" y="303337"/>
                  </a:lnTo>
                  <a:close/>
                  <a:moveTo>
                    <a:pt x="41040" y="337041"/>
                  </a:moveTo>
                  <a:lnTo>
                    <a:pt x="82081" y="303337"/>
                  </a:lnTo>
                  <a:lnTo>
                    <a:pt x="41040" y="303337"/>
                  </a:lnTo>
                  <a:close/>
                  <a:moveTo>
                    <a:pt x="205202" y="303337"/>
                  </a:moveTo>
                  <a:lnTo>
                    <a:pt x="164162" y="337041"/>
                  </a:lnTo>
                  <a:lnTo>
                    <a:pt x="205202" y="337041"/>
                  </a:lnTo>
                  <a:close/>
                  <a:moveTo>
                    <a:pt x="205202" y="303337"/>
                  </a:moveTo>
                  <a:lnTo>
                    <a:pt x="205202" y="337041"/>
                  </a:lnTo>
                  <a:lnTo>
                    <a:pt x="246243" y="303337"/>
                  </a:lnTo>
                  <a:close/>
                  <a:moveTo>
                    <a:pt x="41040" y="303337"/>
                  </a:moveTo>
                  <a:lnTo>
                    <a:pt x="82081" y="303337"/>
                  </a:lnTo>
                  <a:lnTo>
                    <a:pt x="82081" y="269632"/>
                  </a:lnTo>
                  <a:close/>
                  <a:moveTo>
                    <a:pt x="41040" y="303337"/>
                  </a:moveTo>
                  <a:lnTo>
                    <a:pt x="82081" y="269632"/>
                  </a:lnTo>
                  <a:lnTo>
                    <a:pt x="41040" y="269632"/>
                  </a:lnTo>
                  <a:close/>
                  <a:moveTo>
                    <a:pt x="246243" y="269632"/>
                  </a:moveTo>
                  <a:lnTo>
                    <a:pt x="205202" y="303337"/>
                  </a:lnTo>
                  <a:lnTo>
                    <a:pt x="246243" y="303337"/>
                  </a:lnTo>
                  <a:close/>
                  <a:moveTo>
                    <a:pt x="246243" y="269632"/>
                  </a:moveTo>
                  <a:lnTo>
                    <a:pt x="246243" y="303337"/>
                  </a:lnTo>
                  <a:lnTo>
                    <a:pt x="287283" y="269632"/>
                  </a:lnTo>
                  <a:close/>
                  <a:moveTo>
                    <a:pt x="41040" y="269632"/>
                  </a:moveTo>
                  <a:lnTo>
                    <a:pt x="82081" y="269632"/>
                  </a:lnTo>
                  <a:lnTo>
                    <a:pt x="82081" y="235928"/>
                  </a:lnTo>
                  <a:close/>
                  <a:moveTo>
                    <a:pt x="41040" y="269632"/>
                  </a:moveTo>
                  <a:lnTo>
                    <a:pt x="82081" y="235928"/>
                  </a:lnTo>
                  <a:lnTo>
                    <a:pt x="41040" y="235928"/>
                  </a:lnTo>
                  <a:close/>
                  <a:moveTo>
                    <a:pt x="287283" y="235928"/>
                  </a:moveTo>
                  <a:lnTo>
                    <a:pt x="246243" y="269632"/>
                  </a:lnTo>
                  <a:lnTo>
                    <a:pt x="287283" y="269632"/>
                  </a:lnTo>
                  <a:close/>
                  <a:moveTo>
                    <a:pt x="41040" y="235928"/>
                  </a:moveTo>
                  <a:lnTo>
                    <a:pt x="82081" y="235928"/>
                  </a:lnTo>
                  <a:lnTo>
                    <a:pt x="82081" y="202224"/>
                  </a:lnTo>
                  <a:close/>
                  <a:moveTo>
                    <a:pt x="41040" y="235928"/>
                  </a:moveTo>
                  <a:lnTo>
                    <a:pt x="82081" y="202224"/>
                  </a:lnTo>
                  <a:lnTo>
                    <a:pt x="41040" y="202224"/>
                  </a:lnTo>
                  <a:close/>
                  <a:moveTo>
                    <a:pt x="287283" y="235928"/>
                  </a:moveTo>
                  <a:lnTo>
                    <a:pt x="287283" y="202224"/>
                  </a:lnTo>
                  <a:lnTo>
                    <a:pt x="256025" y="235928"/>
                  </a:lnTo>
                  <a:close/>
                  <a:moveTo>
                    <a:pt x="41040" y="202224"/>
                  </a:moveTo>
                  <a:lnTo>
                    <a:pt x="82081" y="202224"/>
                  </a:lnTo>
                  <a:lnTo>
                    <a:pt x="82081" y="168520"/>
                  </a:lnTo>
                  <a:close/>
                  <a:moveTo>
                    <a:pt x="41040" y="202224"/>
                  </a:moveTo>
                  <a:lnTo>
                    <a:pt x="82081" y="168520"/>
                  </a:lnTo>
                  <a:lnTo>
                    <a:pt x="41040" y="168520"/>
                  </a:lnTo>
                  <a:close/>
                  <a:moveTo>
                    <a:pt x="251132" y="202224"/>
                  </a:moveTo>
                  <a:lnTo>
                    <a:pt x="287283" y="202224"/>
                  </a:lnTo>
                  <a:lnTo>
                    <a:pt x="246243" y="168520"/>
                  </a:lnTo>
                  <a:close/>
                  <a:moveTo>
                    <a:pt x="246243" y="168520"/>
                  </a:moveTo>
                  <a:lnTo>
                    <a:pt x="287283" y="202224"/>
                  </a:lnTo>
                  <a:lnTo>
                    <a:pt x="284992" y="168520"/>
                  </a:lnTo>
                  <a:close/>
                  <a:moveTo>
                    <a:pt x="41040" y="168520"/>
                  </a:moveTo>
                  <a:lnTo>
                    <a:pt x="82081" y="168520"/>
                  </a:lnTo>
                  <a:lnTo>
                    <a:pt x="82081" y="134816"/>
                  </a:lnTo>
                  <a:close/>
                  <a:moveTo>
                    <a:pt x="41040" y="168520"/>
                  </a:moveTo>
                  <a:lnTo>
                    <a:pt x="82081" y="134816"/>
                  </a:lnTo>
                  <a:lnTo>
                    <a:pt x="41040" y="134816"/>
                  </a:lnTo>
                  <a:close/>
                  <a:moveTo>
                    <a:pt x="205202" y="134816"/>
                  </a:moveTo>
                  <a:lnTo>
                    <a:pt x="246243" y="168520"/>
                  </a:lnTo>
                  <a:lnTo>
                    <a:pt x="246243" y="134816"/>
                  </a:lnTo>
                  <a:close/>
                  <a:moveTo>
                    <a:pt x="41040" y="134816"/>
                  </a:moveTo>
                  <a:lnTo>
                    <a:pt x="82081" y="134816"/>
                  </a:lnTo>
                  <a:lnTo>
                    <a:pt x="82081" y="101112"/>
                  </a:lnTo>
                  <a:close/>
                  <a:moveTo>
                    <a:pt x="41040" y="134816"/>
                  </a:moveTo>
                  <a:lnTo>
                    <a:pt x="82081" y="101112"/>
                  </a:lnTo>
                  <a:lnTo>
                    <a:pt x="41040" y="101112"/>
                  </a:lnTo>
                  <a:close/>
                  <a:moveTo>
                    <a:pt x="82081" y="134816"/>
                  </a:moveTo>
                  <a:lnTo>
                    <a:pt x="123121" y="101112"/>
                  </a:lnTo>
                  <a:lnTo>
                    <a:pt x="82081" y="101112"/>
                  </a:lnTo>
                  <a:close/>
                  <a:moveTo>
                    <a:pt x="123121" y="134816"/>
                  </a:moveTo>
                  <a:lnTo>
                    <a:pt x="164162" y="101112"/>
                  </a:lnTo>
                  <a:lnTo>
                    <a:pt x="123121" y="101112"/>
                  </a:lnTo>
                  <a:close/>
                  <a:moveTo>
                    <a:pt x="164162" y="134816"/>
                  </a:moveTo>
                  <a:lnTo>
                    <a:pt x="205202" y="134816"/>
                  </a:lnTo>
                  <a:lnTo>
                    <a:pt x="205202" y="101112"/>
                  </a:lnTo>
                  <a:close/>
                  <a:moveTo>
                    <a:pt x="164162" y="134816"/>
                  </a:moveTo>
                  <a:lnTo>
                    <a:pt x="205202" y="101112"/>
                  </a:lnTo>
                  <a:lnTo>
                    <a:pt x="164162" y="101112"/>
                  </a:lnTo>
                  <a:close/>
                  <a:moveTo>
                    <a:pt x="0" y="101112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41040" y="101112"/>
                  </a:moveTo>
                  <a:lnTo>
                    <a:pt x="82081" y="101112"/>
                  </a:lnTo>
                  <a:lnTo>
                    <a:pt x="82081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82081" y="101112"/>
                  </a:moveTo>
                  <a:lnTo>
                    <a:pt x="123121" y="101112"/>
                  </a:lnTo>
                  <a:lnTo>
                    <a:pt x="123121" y="67408"/>
                  </a:lnTo>
                  <a:close/>
                  <a:moveTo>
                    <a:pt x="82081" y="101112"/>
                  </a:moveTo>
                  <a:lnTo>
                    <a:pt x="123121" y="67408"/>
                  </a:lnTo>
                  <a:lnTo>
                    <a:pt x="82081" y="67408"/>
                  </a:lnTo>
                  <a:close/>
                  <a:moveTo>
                    <a:pt x="123121" y="101112"/>
                  </a:moveTo>
                  <a:lnTo>
                    <a:pt x="164162" y="101112"/>
                  </a:lnTo>
                  <a:lnTo>
                    <a:pt x="164162" y="67408"/>
                  </a:lnTo>
                  <a:close/>
                  <a:moveTo>
                    <a:pt x="123121" y="101112"/>
                  </a:moveTo>
                  <a:lnTo>
                    <a:pt x="164162" y="67408"/>
                  </a:lnTo>
                  <a:lnTo>
                    <a:pt x="123121" y="67408"/>
                  </a:lnTo>
                  <a:close/>
                  <a:moveTo>
                    <a:pt x="0" y="67408"/>
                  </a:moveTo>
                  <a:lnTo>
                    <a:pt x="41040" y="67408"/>
                  </a:lnTo>
                  <a:lnTo>
                    <a:pt x="41040" y="33704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41040" y="67408"/>
                  </a:moveTo>
                  <a:lnTo>
                    <a:pt x="82081" y="33704"/>
                  </a:lnTo>
                  <a:lnTo>
                    <a:pt x="41040" y="33704"/>
                  </a:lnTo>
                  <a:close/>
                  <a:moveTo>
                    <a:pt x="82081" y="67408"/>
                  </a:moveTo>
                  <a:lnTo>
                    <a:pt x="123121" y="67408"/>
                  </a:lnTo>
                  <a:lnTo>
                    <a:pt x="123121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123121" y="67408"/>
                  </a:moveTo>
                  <a:lnTo>
                    <a:pt x="164162" y="67408"/>
                  </a:lnTo>
                  <a:lnTo>
                    <a:pt x="123121" y="33704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41040" y="33704"/>
                  </a:moveTo>
                  <a:lnTo>
                    <a:pt x="82081" y="0"/>
                  </a:lnTo>
                  <a:lnTo>
                    <a:pt x="41040" y="0"/>
                  </a:lnTo>
                  <a:close/>
                </a:path>
              </a:pathLst>
            </a:custGeom>
            <a:solidFill>
              <a:srgbClr val="E98997"/>
            </a:solidFill>
            <a:ln w="4001">
              <a:solidFill>
                <a:srgbClr val="F2BCC4"/>
              </a:solidFill>
            </a:ln>
          </p:spPr>
        </p:sp>
        <p:sp>
          <p:nvSpPr>
            <p:cNvPr id="3984" name="Candidate_B4__3983">
              <a:extLst>
                <a:ext uri="{FF2B5EF4-FFF2-40B4-BE49-F238E27FC236}">
                  <a16:creationId xmlns:a16="http://schemas.microsoft.com/office/drawing/2014/main" id="{D70D8998-DF75-951D-F50C-D3DD4E5676DD}"/>
                </a:ext>
              </a:extLst>
            </p:cNvPr>
            <p:cNvSpPr>
              <a:spLocks noGrp="1"/>
            </p:cNvSpPr>
            <p:nvPr/>
          </p:nvSpPr>
          <p:spPr>
            <a:xfrm>
              <a:off x="5685769" y="2165906"/>
              <a:ext cx="205202" cy="269632"/>
            </a:xfrm>
            <a:custGeom>
              <a:avLst/>
              <a:gdLst/>
              <a:ahLst/>
              <a:cxnLst/>
              <a:rect l="0" t="0" r="0" b="0"/>
              <a:pathLst>
                <a:path w="205202" h="269632">
                  <a:moveTo>
                    <a:pt x="0" y="269632"/>
                  </a:moveTo>
                  <a:lnTo>
                    <a:pt x="41040" y="235928"/>
                  </a:lnTo>
                  <a:lnTo>
                    <a:pt x="0" y="235928"/>
                  </a:lnTo>
                  <a:close/>
                  <a:moveTo>
                    <a:pt x="41040" y="214670"/>
                  </a:moveTo>
                  <a:lnTo>
                    <a:pt x="26226" y="202224"/>
                  </a:lnTo>
                  <a:lnTo>
                    <a:pt x="41040" y="235928"/>
                  </a:lnTo>
                  <a:close/>
                  <a:moveTo>
                    <a:pt x="41040" y="235928"/>
                  </a:moveTo>
                  <a:lnTo>
                    <a:pt x="26226" y="202224"/>
                  </a:lnTo>
                  <a:lnTo>
                    <a:pt x="0" y="202224"/>
                  </a:lnTo>
                  <a:close/>
                  <a:moveTo>
                    <a:pt x="41040" y="235928"/>
                  </a:moveTo>
                  <a:lnTo>
                    <a:pt x="0" y="202224"/>
                  </a:lnTo>
                  <a:lnTo>
                    <a:pt x="0" y="235928"/>
                  </a:lnTo>
                  <a:close/>
                  <a:moveTo>
                    <a:pt x="41040" y="235928"/>
                  </a:moveTo>
                  <a:lnTo>
                    <a:pt x="82081" y="235928"/>
                  </a:lnTo>
                  <a:lnTo>
                    <a:pt x="41040" y="214670"/>
                  </a:lnTo>
                  <a:close/>
                  <a:moveTo>
                    <a:pt x="82081" y="235928"/>
                  </a:moveTo>
                  <a:lnTo>
                    <a:pt x="82081" y="211153"/>
                  </a:lnTo>
                  <a:lnTo>
                    <a:pt x="41040" y="214670"/>
                  </a:lnTo>
                  <a:close/>
                  <a:moveTo>
                    <a:pt x="102421" y="202224"/>
                  </a:moveTo>
                  <a:lnTo>
                    <a:pt x="82081" y="211153"/>
                  </a:lnTo>
                  <a:lnTo>
                    <a:pt x="123121" y="202224"/>
                  </a:lnTo>
                  <a:close/>
                  <a:moveTo>
                    <a:pt x="123121" y="202224"/>
                  </a:moveTo>
                  <a:lnTo>
                    <a:pt x="82081" y="211153"/>
                  </a:lnTo>
                  <a:lnTo>
                    <a:pt x="82081" y="235928"/>
                  </a:lnTo>
                  <a:close/>
                  <a:moveTo>
                    <a:pt x="26226" y="202224"/>
                  </a:moveTo>
                  <a:lnTo>
                    <a:pt x="15386" y="168520"/>
                  </a:lnTo>
                  <a:lnTo>
                    <a:pt x="0" y="202224"/>
                  </a:lnTo>
                  <a:close/>
                  <a:moveTo>
                    <a:pt x="15386" y="168520"/>
                  </a:moveTo>
                  <a:lnTo>
                    <a:pt x="0" y="168520"/>
                  </a:lnTo>
                  <a:lnTo>
                    <a:pt x="0" y="202224"/>
                  </a:lnTo>
                  <a:close/>
                  <a:moveTo>
                    <a:pt x="155305" y="168520"/>
                  </a:moveTo>
                  <a:lnTo>
                    <a:pt x="123121" y="193041"/>
                  </a:lnTo>
                  <a:lnTo>
                    <a:pt x="164162" y="168520"/>
                  </a:lnTo>
                  <a:close/>
                  <a:moveTo>
                    <a:pt x="164162" y="168520"/>
                  </a:moveTo>
                  <a:lnTo>
                    <a:pt x="123121" y="193041"/>
                  </a:lnTo>
                  <a:lnTo>
                    <a:pt x="123121" y="202224"/>
                  </a:lnTo>
                  <a:close/>
                  <a:moveTo>
                    <a:pt x="102421" y="202224"/>
                  </a:moveTo>
                  <a:lnTo>
                    <a:pt x="123121" y="202224"/>
                  </a:lnTo>
                  <a:lnTo>
                    <a:pt x="123121" y="193041"/>
                  </a:lnTo>
                  <a:close/>
                  <a:moveTo>
                    <a:pt x="15386" y="168520"/>
                  </a:moveTo>
                  <a:lnTo>
                    <a:pt x="14615" y="134816"/>
                  </a:lnTo>
                  <a:lnTo>
                    <a:pt x="0" y="168520"/>
                  </a:lnTo>
                  <a:close/>
                  <a:moveTo>
                    <a:pt x="14615" y="134816"/>
                  </a:moveTo>
                  <a:lnTo>
                    <a:pt x="0" y="134816"/>
                  </a:lnTo>
                  <a:lnTo>
                    <a:pt x="0" y="168520"/>
                  </a:lnTo>
                  <a:close/>
                  <a:moveTo>
                    <a:pt x="173944" y="134816"/>
                  </a:moveTo>
                  <a:lnTo>
                    <a:pt x="164162" y="155909"/>
                  </a:lnTo>
                  <a:lnTo>
                    <a:pt x="205202" y="134816"/>
                  </a:lnTo>
                  <a:close/>
                  <a:moveTo>
                    <a:pt x="205202" y="134816"/>
                  </a:moveTo>
                  <a:lnTo>
                    <a:pt x="164162" y="155909"/>
                  </a:lnTo>
                  <a:lnTo>
                    <a:pt x="164162" y="168520"/>
                  </a:lnTo>
                  <a:close/>
                  <a:moveTo>
                    <a:pt x="155305" y="168520"/>
                  </a:moveTo>
                  <a:lnTo>
                    <a:pt x="164162" y="168520"/>
                  </a:lnTo>
                  <a:lnTo>
                    <a:pt x="164162" y="155909"/>
                  </a:lnTo>
                  <a:close/>
                  <a:moveTo>
                    <a:pt x="14615" y="134816"/>
                  </a:moveTo>
                  <a:lnTo>
                    <a:pt x="18527" y="101112"/>
                  </a:lnTo>
                  <a:lnTo>
                    <a:pt x="0" y="134816"/>
                  </a:lnTo>
                  <a:close/>
                  <a:moveTo>
                    <a:pt x="18527" y="101112"/>
                  </a:moveTo>
                  <a:lnTo>
                    <a:pt x="0" y="101112"/>
                  </a:lnTo>
                  <a:lnTo>
                    <a:pt x="0" y="134816"/>
                  </a:lnTo>
                  <a:close/>
                  <a:moveTo>
                    <a:pt x="205202" y="101112"/>
                  </a:moveTo>
                  <a:lnTo>
                    <a:pt x="169051" y="101112"/>
                  </a:lnTo>
                  <a:lnTo>
                    <a:pt x="173944" y="134816"/>
                  </a:lnTo>
                  <a:close/>
                  <a:moveTo>
                    <a:pt x="18527" y="101112"/>
                  </a:moveTo>
                  <a:lnTo>
                    <a:pt x="28508" y="67408"/>
                  </a:lnTo>
                  <a:lnTo>
                    <a:pt x="0" y="101112"/>
                  </a:lnTo>
                  <a:close/>
                  <a:moveTo>
                    <a:pt x="28508" y="67408"/>
                  </a:moveTo>
                  <a:lnTo>
                    <a:pt x="0" y="67408"/>
                  </a:lnTo>
                  <a:lnTo>
                    <a:pt x="0" y="101112"/>
                  </a:lnTo>
                  <a:close/>
                  <a:moveTo>
                    <a:pt x="164162" y="94236"/>
                  </a:moveTo>
                  <a:lnTo>
                    <a:pt x="169051" y="101112"/>
                  </a:lnTo>
                  <a:lnTo>
                    <a:pt x="164162" y="67408"/>
                  </a:lnTo>
                  <a:close/>
                  <a:moveTo>
                    <a:pt x="28508" y="67408"/>
                  </a:moveTo>
                  <a:lnTo>
                    <a:pt x="41040" y="47628"/>
                  </a:lnTo>
                  <a:lnTo>
                    <a:pt x="0" y="67408"/>
                  </a:lnTo>
                  <a:close/>
                  <a:moveTo>
                    <a:pt x="0" y="67408"/>
                  </a:moveTo>
                  <a:lnTo>
                    <a:pt x="41040" y="47628"/>
                  </a:lnTo>
                  <a:lnTo>
                    <a:pt x="41040" y="33704"/>
                  </a:lnTo>
                  <a:close/>
                  <a:moveTo>
                    <a:pt x="0" y="67408"/>
                  </a:moveTo>
                  <a:lnTo>
                    <a:pt x="41040" y="33704"/>
                  </a:lnTo>
                  <a:lnTo>
                    <a:pt x="0" y="33704"/>
                  </a:lnTo>
                  <a:close/>
                  <a:moveTo>
                    <a:pt x="123121" y="59240"/>
                  </a:moveTo>
                  <a:lnTo>
                    <a:pt x="135169" y="67408"/>
                  </a:lnTo>
                  <a:lnTo>
                    <a:pt x="123121" y="33704"/>
                  </a:lnTo>
                  <a:close/>
                  <a:moveTo>
                    <a:pt x="123121" y="33704"/>
                  </a:moveTo>
                  <a:lnTo>
                    <a:pt x="135169" y="67408"/>
                  </a:lnTo>
                  <a:lnTo>
                    <a:pt x="164162" y="67408"/>
                  </a:lnTo>
                  <a:close/>
                  <a:moveTo>
                    <a:pt x="164162" y="94236"/>
                  </a:moveTo>
                  <a:lnTo>
                    <a:pt x="164162" y="67408"/>
                  </a:lnTo>
                  <a:lnTo>
                    <a:pt x="135169" y="67408"/>
                  </a:lnTo>
                  <a:close/>
                  <a:moveTo>
                    <a:pt x="0" y="33704"/>
                  </a:moveTo>
                  <a:lnTo>
                    <a:pt x="41040" y="33704"/>
                  </a:lnTo>
                  <a:lnTo>
                    <a:pt x="41040" y="0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82081" y="33704"/>
                  </a:moveTo>
                  <a:lnTo>
                    <a:pt x="41040" y="33704"/>
                  </a:lnTo>
                  <a:lnTo>
                    <a:pt x="82081" y="43812"/>
                  </a:lnTo>
                  <a:close/>
                  <a:moveTo>
                    <a:pt x="41040" y="33704"/>
                  </a:moveTo>
                  <a:lnTo>
                    <a:pt x="41040" y="47628"/>
                  </a:lnTo>
                  <a:lnTo>
                    <a:pt x="82081" y="43812"/>
                  </a:lnTo>
                  <a:close/>
                  <a:moveTo>
                    <a:pt x="123121" y="33704"/>
                  </a:moveTo>
                  <a:lnTo>
                    <a:pt x="82081" y="33704"/>
                  </a:lnTo>
                  <a:lnTo>
                    <a:pt x="123121" y="59240"/>
                  </a:lnTo>
                  <a:close/>
                  <a:moveTo>
                    <a:pt x="82081" y="33704"/>
                  </a:moveTo>
                  <a:lnTo>
                    <a:pt x="82081" y="43812"/>
                  </a:lnTo>
                  <a:lnTo>
                    <a:pt x="123121" y="59240"/>
                  </a:lnTo>
                  <a:close/>
                  <a:moveTo>
                    <a:pt x="26226" y="202224"/>
                  </a:moveTo>
                  <a:lnTo>
                    <a:pt x="41040" y="214670"/>
                  </a:lnTo>
                  <a:lnTo>
                    <a:pt x="41040" y="202224"/>
                  </a:lnTo>
                  <a:close/>
                  <a:moveTo>
                    <a:pt x="15386" y="168520"/>
                  </a:moveTo>
                  <a:lnTo>
                    <a:pt x="41040" y="202224"/>
                  </a:lnTo>
                  <a:lnTo>
                    <a:pt x="41040" y="168520"/>
                  </a:lnTo>
                  <a:close/>
                  <a:moveTo>
                    <a:pt x="15386" y="168520"/>
                  </a:moveTo>
                  <a:lnTo>
                    <a:pt x="26226" y="202224"/>
                  </a:lnTo>
                  <a:lnTo>
                    <a:pt x="41040" y="202224"/>
                  </a:lnTo>
                  <a:close/>
                  <a:moveTo>
                    <a:pt x="82081" y="202224"/>
                  </a:moveTo>
                  <a:lnTo>
                    <a:pt x="41040" y="214670"/>
                  </a:lnTo>
                  <a:lnTo>
                    <a:pt x="82081" y="211153"/>
                  </a:lnTo>
                  <a:close/>
                  <a:moveTo>
                    <a:pt x="82081" y="202224"/>
                  </a:moveTo>
                  <a:lnTo>
                    <a:pt x="41040" y="202224"/>
                  </a:lnTo>
                  <a:lnTo>
                    <a:pt x="41040" y="214670"/>
                  </a:lnTo>
                  <a:close/>
                  <a:moveTo>
                    <a:pt x="41040" y="202224"/>
                  </a:moveTo>
                  <a:lnTo>
                    <a:pt x="82081" y="202224"/>
                  </a:lnTo>
                  <a:lnTo>
                    <a:pt x="82081" y="168520"/>
                  </a:lnTo>
                  <a:close/>
                  <a:moveTo>
                    <a:pt x="41040" y="202224"/>
                  </a:moveTo>
                  <a:lnTo>
                    <a:pt x="82081" y="168520"/>
                  </a:lnTo>
                  <a:lnTo>
                    <a:pt x="41040" y="168520"/>
                  </a:lnTo>
                  <a:close/>
                  <a:moveTo>
                    <a:pt x="82081" y="202224"/>
                  </a:moveTo>
                  <a:lnTo>
                    <a:pt x="82081" y="211153"/>
                  </a:lnTo>
                  <a:lnTo>
                    <a:pt x="102421" y="202224"/>
                  </a:lnTo>
                  <a:close/>
                  <a:moveTo>
                    <a:pt x="123121" y="168520"/>
                  </a:moveTo>
                  <a:lnTo>
                    <a:pt x="102421" y="202224"/>
                  </a:lnTo>
                  <a:lnTo>
                    <a:pt x="123121" y="193041"/>
                  </a:lnTo>
                  <a:close/>
                  <a:moveTo>
                    <a:pt x="82081" y="202224"/>
                  </a:moveTo>
                  <a:lnTo>
                    <a:pt x="102421" y="202224"/>
                  </a:lnTo>
                  <a:lnTo>
                    <a:pt x="123121" y="168520"/>
                  </a:lnTo>
                  <a:close/>
                  <a:moveTo>
                    <a:pt x="14615" y="134816"/>
                  </a:moveTo>
                  <a:lnTo>
                    <a:pt x="41040" y="168520"/>
                  </a:lnTo>
                  <a:lnTo>
                    <a:pt x="41040" y="134816"/>
                  </a:lnTo>
                  <a:close/>
                  <a:moveTo>
                    <a:pt x="14615" y="134816"/>
                  </a:moveTo>
                  <a:lnTo>
                    <a:pt x="15386" y="168520"/>
                  </a:lnTo>
                  <a:lnTo>
                    <a:pt x="41040" y="168520"/>
                  </a:lnTo>
                  <a:close/>
                  <a:moveTo>
                    <a:pt x="123121" y="168520"/>
                  </a:moveTo>
                  <a:lnTo>
                    <a:pt x="123121" y="193041"/>
                  </a:lnTo>
                  <a:lnTo>
                    <a:pt x="155305" y="168520"/>
                  </a:lnTo>
                  <a:close/>
                  <a:moveTo>
                    <a:pt x="164162" y="134816"/>
                  </a:moveTo>
                  <a:lnTo>
                    <a:pt x="155305" y="168520"/>
                  </a:lnTo>
                  <a:lnTo>
                    <a:pt x="164162" y="155909"/>
                  </a:lnTo>
                  <a:close/>
                  <a:moveTo>
                    <a:pt x="123121" y="168520"/>
                  </a:moveTo>
                  <a:lnTo>
                    <a:pt x="155305" y="168520"/>
                  </a:lnTo>
                  <a:lnTo>
                    <a:pt x="164162" y="134816"/>
                  </a:lnTo>
                  <a:close/>
                  <a:moveTo>
                    <a:pt x="18527" y="101112"/>
                  </a:moveTo>
                  <a:lnTo>
                    <a:pt x="41040" y="134816"/>
                  </a:lnTo>
                  <a:lnTo>
                    <a:pt x="41040" y="101112"/>
                  </a:lnTo>
                  <a:close/>
                  <a:moveTo>
                    <a:pt x="18527" y="101112"/>
                  </a:moveTo>
                  <a:lnTo>
                    <a:pt x="14615" y="134816"/>
                  </a:lnTo>
                  <a:lnTo>
                    <a:pt x="41040" y="134816"/>
                  </a:lnTo>
                  <a:close/>
                  <a:moveTo>
                    <a:pt x="123121" y="134816"/>
                  </a:moveTo>
                  <a:lnTo>
                    <a:pt x="164162" y="134816"/>
                  </a:lnTo>
                  <a:lnTo>
                    <a:pt x="164162" y="101112"/>
                  </a:lnTo>
                  <a:close/>
                  <a:moveTo>
                    <a:pt x="164162" y="134816"/>
                  </a:moveTo>
                  <a:lnTo>
                    <a:pt x="164162" y="155909"/>
                  </a:lnTo>
                  <a:lnTo>
                    <a:pt x="173944" y="134816"/>
                  </a:lnTo>
                  <a:close/>
                  <a:moveTo>
                    <a:pt x="164162" y="101112"/>
                  </a:moveTo>
                  <a:lnTo>
                    <a:pt x="173944" y="134816"/>
                  </a:lnTo>
                  <a:lnTo>
                    <a:pt x="169051" y="101112"/>
                  </a:lnTo>
                  <a:close/>
                  <a:moveTo>
                    <a:pt x="164162" y="101112"/>
                  </a:moveTo>
                  <a:lnTo>
                    <a:pt x="164162" y="134816"/>
                  </a:lnTo>
                  <a:lnTo>
                    <a:pt x="173944" y="134816"/>
                  </a:lnTo>
                  <a:close/>
                  <a:moveTo>
                    <a:pt x="28508" y="67408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28508" y="67408"/>
                  </a:moveTo>
                  <a:lnTo>
                    <a:pt x="18527" y="101112"/>
                  </a:lnTo>
                  <a:lnTo>
                    <a:pt x="41040" y="101112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123121" y="67408"/>
                  </a:moveTo>
                  <a:lnTo>
                    <a:pt x="164162" y="94236"/>
                  </a:lnTo>
                  <a:lnTo>
                    <a:pt x="135169" y="67408"/>
                  </a:lnTo>
                  <a:close/>
                  <a:moveTo>
                    <a:pt x="164162" y="101112"/>
                  </a:moveTo>
                  <a:lnTo>
                    <a:pt x="164162" y="94236"/>
                  </a:lnTo>
                  <a:lnTo>
                    <a:pt x="123121" y="67408"/>
                  </a:lnTo>
                  <a:close/>
                  <a:moveTo>
                    <a:pt x="123121" y="101112"/>
                  </a:moveTo>
                  <a:lnTo>
                    <a:pt x="164162" y="101112"/>
                  </a:lnTo>
                  <a:lnTo>
                    <a:pt x="123121" y="67408"/>
                  </a:lnTo>
                  <a:close/>
                  <a:moveTo>
                    <a:pt x="164162" y="101112"/>
                  </a:moveTo>
                  <a:lnTo>
                    <a:pt x="169051" y="101112"/>
                  </a:lnTo>
                  <a:lnTo>
                    <a:pt x="164162" y="94236"/>
                  </a:lnTo>
                  <a:close/>
                  <a:moveTo>
                    <a:pt x="41040" y="47628"/>
                  </a:moveTo>
                  <a:lnTo>
                    <a:pt x="28508" y="67408"/>
                  </a:lnTo>
                  <a:lnTo>
                    <a:pt x="41040" y="67408"/>
                  </a:lnTo>
                  <a:close/>
                  <a:moveTo>
                    <a:pt x="41040" y="67408"/>
                  </a:moveTo>
                  <a:lnTo>
                    <a:pt x="82081" y="43812"/>
                  </a:lnTo>
                  <a:lnTo>
                    <a:pt x="41040" y="47628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43812"/>
                  </a:lnTo>
                  <a:close/>
                  <a:moveTo>
                    <a:pt x="82081" y="67408"/>
                  </a:moveTo>
                  <a:lnTo>
                    <a:pt x="123121" y="59240"/>
                  </a:lnTo>
                  <a:lnTo>
                    <a:pt x="82081" y="43812"/>
                  </a:lnTo>
                  <a:close/>
                  <a:moveTo>
                    <a:pt x="82081" y="67408"/>
                  </a:moveTo>
                  <a:lnTo>
                    <a:pt x="123121" y="67408"/>
                  </a:lnTo>
                  <a:lnTo>
                    <a:pt x="123121" y="59240"/>
                  </a:lnTo>
                  <a:close/>
                  <a:moveTo>
                    <a:pt x="123121" y="67408"/>
                  </a:moveTo>
                  <a:lnTo>
                    <a:pt x="135169" y="67408"/>
                  </a:lnTo>
                  <a:lnTo>
                    <a:pt x="123121" y="59240"/>
                  </a:lnTo>
                  <a:close/>
                </a:path>
              </a:pathLst>
            </a:custGeom>
            <a:solidFill>
              <a:srgbClr val="EA8D9B"/>
            </a:solidFill>
            <a:ln w="4001">
              <a:solidFill>
                <a:srgbClr val="F2BCC4"/>
              </a:solidFill>
            </a:ln>
          </p:spPr>
        </p:sp>
        <p:sp>
          <p:nvSpPr>
            <p:cNvPr id="3985" name="Candidate_B4__3984">
              <a:extLst>
                <a:ext uri="{FF2B5EF4-FFF2-40B4-BE49-F238E27FC236}">
                  <a16:creationId xmlns:a16="http://schemas.microsoft.com/office/drawing/2014/main" id="{0B048BE4-2D51-392D-E1FD-4A04159A8104}"/>
                </a:ext>
              </a:extLst>
            </p:cNvPr>
            <p:cNvSpPr>
              <a:spLocks noGrp="1"/>
            </p:cNvSpPr>
            <p:nvPr/>
          </p:nvSpPr>
          <p:spPr>
            <a:xfrm>
              <a:off x="5726809" y="2233314"/>
              <a:ext cx="123121" cy="134816"/>
            </a:xfrm>
            <a:custGeom>
              <a:avLst/>
              <a:gdLst/>
              <a:ahLst/>
              <a:cxnLst/>
              <a:rect l="0" t="0" r="0" b="0"/>
              <a:pathLst>
                <a:path w="123121" h="134816">
                  <a:moveTo>
                    <a:pt x="41040" y="101112"/>
                  </a:moveTo>
                  <a:lnTo>
                    <a:pt x="41040" y="134816"/>
                  </a:lnTo>
                  <a:lnTo>
                    <a:pt x="82081" y="101112"/>
                  </a:lnTo>
                  <a:close/>
                  <a:moveTo>
                    <a:pt x="0" y="101112"/>
                  </a:moveTo>
                  <a:lnTo>
                    <a:pt x="41040" y="101112"/>
                  </a:lnTo>
                  <a:lnTo>
                    <a:pt x="41040" y="67408"/>
                  </a:lnTo>
                  <a:close/>
                  <a:moveTo>
                    <a:pt x="0" y="101112"/>
                  </a:moveTo>
                  <a:lnTo>
                    <a:pt x="41040" y="67408"/>
                  </a:lnTo>
                  <a:lnTo>
                    <a:pt x="0" y="67408"/>
                  </a:lnTo>
                  <a:close/>
                  <a:moveTo>
                    <a:pt x="41040" y="101112"/>
                  </a:moveTo>
                  <a:lnTo>
                    <a:pt x="82081" y="101112"/>
                  </a:lnTo>
                  <a:lnTo>
                    <a:pt x="82081" y="67408"/>
                  </a:lnTo>
                  <a:close/>
                  <a:moveTo>
                    <a:pt x="41040" y="101112"/>
                  </a:moveTo>
                  <a:lnTo>
                    <a:pt x="82081" y="67408"/>
                  </a:lnTo>
                  <a:lnTo>
                    <a:pt x="41040" y="67408"/>
                  </a:lnTo>
                  <a:close/>
                  <a:moveTo>
                    <a:pt x="82081" y="67408"/>
                  </a:moveTo>
                  <a:lnTo>
                    <a:pt x="82081" y="101112"/>
                  </a:lnTo>
                  <a:lnTo>
                    <a:pt x="123121" y="67408"/>
                  </a:lnTo>
                  <a:close/>
                  <a:moveTo>
                    <a:pt x="0" y="67408"/>
                  </a:moveTo>
                  <a:lnTo>
                    <a:pt x="41040" y="67408"/>
                  </a:lnTo>
                  <a:lnTo>
                    <a:pt x="41040" y="33704"/>
                  </a:lnTo>
                  <a:close/>
                  <a:moveTo>
                    <a:pt x="0" y="67408"/>
                  </a:moveTo>
                  <a:lnTo>
                    <a:pt x="41040" y="33704"/>
                  </a:lnTo>
                  <a:lnTo>
                    <a:pt x="0" y="33704"/>
                  </a:lnTo>
                  <a:close/>
                  <a:moveTo>
                    <a:pt x="41040" y="67408"/>
                  </a:moveTo>
                  <a:lnTo>
                    <a:pt x="82081" y="67408"/>
                  </a:lnTo>
                  <a:lnTo>
                    <a:pt x="82081" y="33704"/>
                  </a:lnTo>
                  <a:close/>
                  <a:moveTo>
                    <a:pt x="41040" y="67408"/>
                  </a:moveTo>
                  <a:lnTo>
                    <a:pt x="82081" y="33704"/>
                  </a:lnTo>
                  <a:lnTo>
                    <a:pt x="41040" y="33704"/>
                  </a:lnTo>
                  <a:close/>
                  <a:moveTo>
                    <a:pt x="82081" y="67408"/>
                  </a:moveTo>
                  <a:lnTo>
                    <a:pt x="123121" y="33704"/>
                  </a:lnTo>
                  <a:lnTo>
                    <a:pt x="82081" y="33704"/>
                  </a:lnTo>
                  <a:close/>
                  <a:moveTo>
                    <a:pt x="0" y="33704"/>
                  </a:moveTo>
                  <a:lnTo>
                    <a:pt x="41040" y="33704"/>
                  </a:lnTo>
                  <a:lnTo>
                    <a:pt x="41040" y="0"/>
                  </a:lnTo>
                  <a:close/>
                  <a:moveTo>
                    <a:pt x="41040" y="33704"/>
                  </a:moveTo>
                  <a:lnTo>
                    <a:pt x="82081" y="33704"/>
                  </a:lnTo>
                  <a:lnTo>
                    <a:pt x="82081" y="0"/>
                  </a:lnTo>
                  <a:close/>
                  <a:moveTo>
                    <a:pt x="41040" y="33704"/>
                  </a:moveTo>
                  <a:lnTo>
                    <a:pt x="82081" y="0"/>
                  </a:lnTo>
                  <a:lnTo>
                    <a:pt x="41040" y="0"/>
                  </a:lnTo>
                  <a:close/>
                </a:path>
              </a:pathLst>
            </a:custGeom>
            <a:solidFill>
              <a:srgbClr val="EA919E"/>
            </a:solidFill>
            <a:ln w="4001">
              <a:solidFill>
                <a:srgbClr val="F2BCC4"/>
              </a:solidFill>
            </a:ln>
          </p:spPr>
        </p:sp>
      </p:grpSp>
      <p:sp>
        <p:nvSpPr>
          <p:cNvPr id="3986" name="label__3985">
            <a:extLst>
              <a:ext uri="{FF2B5EF4-FFF2-40B4-BE49-F238E27FC236}">
                <a16:creationId xmlns:a16="http://schemas.microsoft.com/office/drawing/2014/main" id="{05ABD9EF-DA07-DE77-1288-672AE11CCF97}"/>
              </a:ext>
            </a:extLst>
          </p:cNvPr>
          <p:cNvSpPr>
            <a:spLocks noGrp="1"/>
          </p:cNvSpPr>
          <p:nvPr/>
        </p:nvSpPr>
        <p:spPr>
          <a:xfrm>
            <a:off x="3222023" y="3765550"/>
            <a:ext cx="185208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1">
                <a:solidFill>
                  <a:srgbClr val="B45D6E"/>
                </a:solidFill>
                <a:latin typeface="Arial"/>
                <a:ea typeface="Arial"/>
                <a:cs typeface="Arial"/>
              </a:defRPr>
            </a:pPr>
            <a:r>
              <a:rPr sz="667" b="1">
                <a:solidFill>
                  <a:srgbClr val="B45D6E"/>
                </a:solidFill>
                <a:latin typeface="Arial"/>
                <a:ea typeface="Arial"/>
                <a:cs typeface="Arial"/>
              </a:rPr>
              <a:t>B4</a:t>
            </a:r>
          </a:p>
        </p:txBody>
      </p:sp>
      <p:grpSp>
        <p:nvGrpSpPr>
          <p:cNvPr id="6221" name="Candidate_B5">
            <a:extLst>
              <a:ext uri="{FF2B5EF4-FFF2-40B4-BE49-F238E27FC236}">
                <a16:creationId xmlns:a16="http://schemas.microsoft.com/office/drawing/2014/main" id="{1CC85B10-0BF2-E126-1A5D-DED971738FBC}"/>
              </a:ext>
            </a:extLst>
          </p:cNvPr>
          <p:cNvGrpSpPr/>
          <p:nvPr/>
        </p:nvGrpSpPr>
        <p:grpSpPr>
          <a:xfrm>
            <a:off x="2144640" y="4556655"/>
            <a:ext cx="232833" cy="269875"/>
            <a:chOff x="3990975" y="3519488"/>
            <a:chExt cx="419100" cy="485775"/>
          </a:xfrm>
        </p:grpSpPr>
        <p:sp>
          <p:nvSpPr>
            <p:cNvPr id="3987" name="Candidate_B5__3986">
              <a:extLst>
                <a:ext uri="{FF2B5EF4-FFF2-40B4-BE49-F238E27FC236}">
                  <a16:creationId xmlns:a16="http://schemas.microsoft.com/office/drawing/2014/main" id="{295166E0-7559-0CA7-EC25-D325C120673A}"/>
                </a:ext>
              </a:extLst>
            </p:cNvPr>
            <p:cNvSpPr>
              <a:spLocks noGrp="1"/>
            </p:cNvSpPr>
            <p:nvPr/>
          </p:nvSpPr>
          <p:spPr>
            <a:xfrm>
              <a:off x="3990975" y="3519488"/>
              <a:ext cx="419100" cy="485775"/>
            </a:xfrm>
            <a:custGeom>
              <a:avLst/>
              <a:gdLst/>
              <a:ahLst/>
              <a:cxnLst/>
              <a:rect l="0" t="0" r="0" b="0"/>
              <a:pathLst>
                <a:path w="419100" h="485775">
                  <a:moveTo>
                    <a:pt x="61923" y="468222"/>
                  </a:moveTo>
                  <a:lnTo>
                    <a:pt x="67643" y="471243"/>
                  </a:lnTo>
                  <a:lnTo>
                    <a:pt x="67643" y="468222"/>
                  </a:lnTo>
                  <a:close/>
                  <a:moveTo>
                    <a:pt x="61923" y="468222"/>
                  </a:moveTo>
                  <a:lnTo>
                    <a:pt x="67643" y="468222"/>
                  </a:lnTo>
                  <a:lnTo>
                    <a:pt x="32832" y="449114"/>
                  </a:lnTo>
                  <a:close/>
                  <a:moveTo>
                    <a:pt x="102453" y="482127"/>
                  </a:moveTo>
                  <a:lnTo>
                    <a:pt x="102453" y="478335"/>
                  </a:lnTo>
                  <a:lnTo>
                    <a:pt x="67643" y="471243"/>
                  </a:lnTo>
                  <a:close/>
                  <a:moveTo>
                    <a:pt x="102453" y="482127"/>
                  </a:moveTo>
                  <a:lnTo>
                    <a:pt x="137264" y="485775"/>
                  </a:lnTo>
                  <a:lnTo>
                    <a:pt x="137264" y="482550"/>
                  </a:lnTo>
                  <a:close/>
                  <a:moveTo>
                    <a:pt x="137264" y="485775"/>
                  </a:moveTo>
                  <a:lnTo>
                    <a:pt x="172075" y="484575"/>
                  </a:lnTo>
                  <a:lnTo>
                    <a:pt x="172075" y="481795"/>
                  </a:lnTo>
                  <a:close/>
                  <a:moveTo>
                    <a:pt x="172075" y="484575"/>
                  </a:moveTo>
                  <a:lnTo>
                    <a:pt x="206885" y="479855"/>
                  </a:lnTo>
                  <a:lnTo>
                    <a:pt x="206885" y="477517"/>
                  </a:lnTo>
                  <a:close/>
                  <a:moveTo>
                    <a:pt x="206885" y="479855"/>
                  </a:moveTo>
                  <a:lnTo>
                    <a:pt x="241696" y="472207"/>
                  </a:lnTo>
                  <a:lnTo>
                    <a:pt x="241696" y="470337"/>
                  </a:lnTo>
                  <a:close/>
                  <a:moveTo>
                    <a:pt x="255234" y="468222"/>
                  </a:moveTo>
                  <a:lnTo>
                    <a:pt x="241696" y="470337"/>
                  </a:lnTo>
                  <a:lnTo>
                    <a:pt x="241696" y="472207"/>
                  </a:lnTo>
                  <a:close/>
                  <a:moveTo>
                    <a:pt x="255234" y="468222"/>
                  </a:moveTo>
                  <a:lnTo>
                    <a:pt x="276507" y="462518"/>
                  </a:lnTo>
                  <a:lnTo>
                    <a:pt x="276507" y="461378"/>
                  </a:lnTo>
                  <a:close/>
                  <a:moveTo>
                    <a:pt x="25909" y="436272"/>
                  </a:moveTo>
                  <a:lnTo>
                    <a:pt x="19788" y="436272"/>
                  </a:lnTo>
                  <a:lnTo>
                    <a:pt x="32832" y="449114"/>
                  </a:lnTo>
                  <a:close/>
                  <a:moveTo>
                    <a:pt x="2846" y="404322"/>
                  </a:moveTo>
                  <a:lnTo>
                    <a:pt x="19788" y="436272"/>
                  </a:lnTo>
                  <a:lnTo>
                    <a:pt x="25909" y="436272"/>
                  </a:lnTo>
                  <a:close/>
                  <a:moveTo>
                    <a:pt x="276507" y="462518"/>
                  </a:moveTo>
                  <a:lnTo>
                    <a:pt x="311317" y="449477"/>
                  </a:lnTo>
                  <a:lnTo>
                    <a:pt x="311317" y="448631"/>
                  </a:lnTo>
                  <a:close/>
                  <a:moveTo>
                    <a:pt x="335043" y="436272"/>
                  </a:moveTo>
                  <a:lnTo>
                    <a:pt x="311317" y="448631"/>
                  </a:lnTo>
                  <a:lnTo>
                    <a:pt x="311317" y="449477"/>
                  </a:lnTo>
                  <a:close/>
                  <a:moveTo>
                    <a:pt x="335043" y="436272"/>
                  </a:moveTo>
                  <a:lnTo>
                    <a:pt x="346128" y="428946"/>
                  </a:lnTo>
                  <a:lnTo>
                    <a:pt x="346128" y="428249"/>
                  </a:lnTo>
                  <a:close/>
                  <a:moveTo>
                    <a:pt x="0" y="372372"/>
                  </a:moveTo>
                  <a:lnTo>
                    <a:pt x="2846" y="404322"/>
                  </a:lnTo>
                  <a:lnTo>
                    <a:pt x="7904" y="404322"/>
                  </a:lnTo>
                  <a:close/>
                  <a:moveTo>
                    <a:pt x="373275" y="404322"/>
                  </a:moveTo>
                  <a:lnTo>
                    <a:pt x="346128" y="428249"/>
                  </a:lnTo>
                  <a:lnTo>
                    <a:pt x="346128" y="428946"/>
                  </a:lnTo>
                  <a:close/>
                  <a:moveTo>
                    <a:pt x="373275" y="404322"/>
                  </a:moveTo>
                  <a:lnTo>
                    <a:pt x="380939" y="393448"/>
                  </a:lnTo>
                  <a:lnTo>
                    <a:pt x="380939" y="392152"/>
                  </a:lnTo>
                  <a:close/>
                  <a:moveTo>
                    <a:pt x="9160" y="340422"/>
                  </a:moveTo>
                  <a:lnTo>
                    <a:pt x="0" y="372372"/>
                  </a:lnTo>
                  <a:lnTo>
                    <a:pt x="4789" y="372372"/>
                  </a:lnTo>
                  <a:close/>
                  <a:moveTo>
                    <a:pt x="394232" y="372372"/>
                  </a:moveTo>
                  <a:lnTo>
                    <a:pt x="380939" y="392152"/>
                  </a:lnTo>
                  <a:lnTo>
                    <a:pt x="380939" y="393448"/>
                  </a:lnTo>
                  <a:close/>
                  <a:moveTo>
                    <a:pt x="393174" y="372372"/>
                  </a:moveTo>
                  <a:lnTo>
                    <a:pt x="394232" y="372372"/>
                  </a:lnTo>
                  <a:lnTo>
                    <a:pt x="405310" y="340422"/>
                  </a:lnTo>
                  <a:close/>
                  <a:moveTo>
                    <a:pt x="32832" y="315258"/>
                  </a:moveTo>
                  <a:lnTo>
                    <a:pt x="32832" y="308589"/>
                  </a:lnTo>
                  <a:lnTo>
                    <a:pt x="9160" y="340422"/>
                  </a:lnTo>
                  <a:close/>
                  <a:moveTo>
                    <a:pt x="32832" y="308589"/>
                  </a:moveTo>
                  <a:lnTo>
                    <a:pt x="32832" y="315258"/>
                  </a:lnTo>
                  <a:lnTo>
                    <a:pt x="32934" y="308472"/>
                  </a:lnTo>
                  <a:close/>
                  <a:moveTo>
                    <a:pt x="403532" y="340422"/>
                  </a:moveTo>
                  <a:lnTo>
                    <a:pt x="405310" y="340422"/>
                  </a:lnTo>
                  <a:lnTo>
                    <a:pt x="411366" y="308472"/>
                  </a:lnTo>
                  <a:close/>
                  <a:moveTo>
                    <a:pt x="67643" y="283233"/>
                  </a:moveTo>
                  <a:lnTo>
                    <a:pt x="67643" y="278815"/>
                  </a:lnTo>
                  <a:lnTo>
                    <a:pt x="32934" y="308472"/>
                  </a:lnTo>
                  <a:close/>
                  <a:moveTo>
                    <a:pt x="67643" y="278815"/>
                  </a:moveTo>
                  <a:lnTo>
                    <a:pt x="67643" y="283233"/>
                  </a:lnTo>
                  <a:lnTo>
                    <a:pt x="70882" y="276522"/>
                  </a:lnTo>
                  <a:close/>
                  <a:moveTo>
                    <a:pt x="408313" y="308472"/>
                  </a:moveTo>
                  <a:lnTo>
                    <a:pt x="411366" y="308472"/>
                  </a:lnTo>
                  <a:lnTo>
                    <a:pt x="415581" y="276522"/>
                  </a:lnTo>
                  <a:close/>
                  <a:moveTo>
                    <a:pt x="102453" y="252510"/>
                  </a:moveTo>
                  <a:lnTo>
                    <a:pt x="102453" y="247729"/>
                  </a:lnTo>
                  <a:lnTo>
                    <a:pt x="70882" y="276522"/>
                  </a:lnTo>
                  <a:close/>
                  <a:moveTo>
                    <a:pt x="102453" y="247729"/>
                  </a:moveTo>
                  <a:lnTo>
                    <a:pt x="102453" y="252510"/>
                  </a:lnTo>
                  <a:lnTo>
                    <a:pt x="105736" y="244572"/>
                  </a:lnTo>
                  <a:close/>
                  <a:moveTo>
                    <a:pt x="415749" y="274770"/>
                  </a:moveTo>
                  <a:lnTo>
                    <a:pt x="415749" y="244572"/>
                  </a:lnTo>
                  <a:lnTo>
                    <a:pt x="415581" y="276522"/>
                  </a:lnTo>
                  <a:close/>
                  <a:moveTo>
                    <a:pt x="113848" y="212622"/>
                  </a:moveTo>
                  <a:lnTo>
                    <a:pt x="105736" y="244572"/>
                  </a:lnTo>
                  <a:lnTo>
                    <a:pt x="110650" y="244572"/>
                  </a:lnTo>
                  <a:close/>
                  <a:moveTo>
                    <a:pt x="415749" y="244572"/>
                  </a:moveTo>
                  <a:lnTo>
                    <a:pt x="415749" y="274770"/>
                  </a:lnTo>
                  <a:lnTo>
                    <a:pt x="419100" y="244572"/>
                  </a:lnTo>
                  <a:close/>
                  <a:moveTo>
                    <a:pt x="415749" y="212622"/>
                  </a:moveTo>
                  <a:lnTo>
                    <a:pt x="419100" y="244572"/>
                  </a:lnTo>
                  <a:lnTo>
                    <a:pt x="419014" y="212622"/>
                  </a:lnTo>
                  <a:close/>
                  <a:moveTo>
                    <a:pt x="415749" y="212622"/>
                  </a:moveTo>
                  <a:lnTo>
                    <a:pt x="415749" y="244572"/>
                  </a:lnTo>
                  <a:lnTo>
                    <a:pt x="419100" y="244572"/>
                  </a:lnTo>
                  <a:close/>
                  <a:moveTo>
                    <a:pt x="113848" y="212622"/>
                  </a:moveTo>
                  <a:lnTo>
                    <a:pt x="117238" y="212622"/>
                  </a:lnTo>
                  <a:lnTo>
                    <a:pt x="102453" y="190231"/>
                  </a:lnTo>
                  <a:close/>
                  <a:moveTo>
                    <a:pt x="415749" y="212622"/>
                  </a:moveTo>
                  <a:lnTo>
                    <a:pt x="419014" y="212622"/>
                  </a:lnTo>
                  <a:lnTo>
                    <a:pt x="415749" y="197511"/>
                  </a:lnTo>
                  <a:close/>
                  <a:moveTo>
                    <a:pt x="415749" y="212622"/>
                  </a:moveTo>
                  <a:lnTo>
                    <a:pt x="415749" y="197511"/>
                  </a:lnTo>
                  <a:lnTo>
                    <a:pt x="410597" y="212622"/>
                  </a:lnTo>
                  <a:close/>
                  <a:moveTo>
                    <a:pt x="410597" y="212622"/>
                  </a:moveTo>
                  <a:lnTo>
                    <a:pt x="415749" y="197511"/>
                  </a:lnTo>
                  <a:lnTo>
                    <a:pt x="412454" y="180672"/>
                  </a:lnTo>
                  <a:close/>
                  <a:moveTo>
                    <a:pt x="97455" y="180672"/>
                  </a:moveTo>
                  <a:lnTo>
                    <a:pt x="97414" y="180672"/>
                  </a:lnTo>
                  <a:lnTo>
                    <a:pt x="102453" y="190231"/>
                  </a:lnTo>
                  <a:close/>
                  <a:moveTo>
                    <a:pt x="70911" y="148722"/>
                  </a:moveTo>
                  <a:lnTo>
                    <a:pt x="97414" y="180672"/>
                  </a:lnTo>
                  <a:lnTo>
                    <a:pt x="97455" y="180672"/>
                  </a:lnTo>
                  <a:close/>
                  <a:moveTo>
                    <a:pt x="403000" y="180672"/>
                  </a:moveTo>
                  <a:lnTo>
                    <a:pt x="412454" y="180672"/>
                  </a:lnTo>
                  <a:lnTo>
                    <a:pt x="396391" y="148722"/>
                  </a:lnTo>
                  <a:close/>
                  <a:moveTo>
                    <a:pt x="70911" y="148722"/>
                  </a:moveTo>
                  <a:lnTo>
                    <a:pt x="68731" y="148722"/>
                  </a:lnTo>
                  <a:lnTo>
                    <a:pt x="67643" y="143747"/>
                  </a:lnTo>
                  <a:close/>
                  <a:moveTo>
                    <a:pt x="380939" y="131476"/>
                  </a:moveTo>
                  <a:lnTo>
                    <a:pt x="384748" y="148722"/>
                  </a:lnTo>
                  <a:lnTo>
                    <a:pt x="396391" y="148722"/>
                  </a:lnTo>
                  <a:close/>
                  <a:moveTo>
                    <a:pt x="380939" y="131476"/>
                  </a:moveTo>
                  <a:lnTo>
                    <a:pt x="364289" y="116771"/>
                  </a:lnTo>
                  <a:lnTo>
                    <a:pt x="351036" y="116771"/>
                  </a:lnTo>
                  <a:close/>
                  <a:moveTo>
                    <a:pt x="49511" y="116771"/>
                  </a:moveTo>
                  <a:lnTo>
                    <a:pt x="52109" y="116771"/>
                  </a:lnTo>
                  <a:lnTo>
                    <a:pt x="67643" y="143747"/>
                  </a:lnTo>
                  <a:close/>
                  <a:moveTo>
                    <a:pt x="46626" y="84821"/>
                  </a:moveTo>
                  <a:lnTo>
                    <a:pt x="52109" y="116771"/>
                  </a:lnTo>
                  <a:lnTo>
                    <a:pt x="49511" y="116771"/>
                  </a:lnTo>
                  <a:close/>
                  <a:moveTo>
                    <a:pt x="346128" y="103523"/>
                  </a:moveTo>
                  <a:lnTo>
                    <a:pt x="351036" y="116771"/>
                  </a:lnTo>
                  <a:lnTo>
                    <a:pt x="364289" y="116771"/>
                  </a:lnTo>
                  <a:close/>
                  <a:moveTo>
                    <a:pt x="314401" y="84821"/>
                  </a:moveTo>
                  <a:lnTo>
                    <a:pt x="311317" y="84821"/>
                  </a:lnTo>
                  <a:lnTo>
                    <a:pt x="346128" y="103523"/>
                  </a:lnTo>
                  <a:close/>
                  <a:moveTo>
                    <a:pt x="346128" y="103523"/>
                  </a:moveTo>
                  <a:lnTo>
                    <a:pt x="311317" y="84821"/>
                  </a:lnTo>
                  <a:lnTo>
                    <a:pt x="311317" y="89264"/>
                  </a:lnTo>
                  <a:close/>
                  <a:moveTo>
                    <a:pt x="55182" y="52871"/>
                  </a:moveTo>
                  <a:lnTo>
                    <a:pt x="46626" y="84821"/>
                  </a:lnTo>
                  <a:lnTo>
                    <a:pt x="43898" y="84821"/>
                  </a:lnTo>
                  <a:close/>
                  <a:moveTo>
                    <a:pt x="276507" y="59897"/>
                  </a:moveTo>
                  <a:lnTo>
                    <a:pt x="266739" y="52871"/>
                  </a:lnTo>
                  <a:lnTo>
                    <a:pt x="264971" y="52871"/>
                  </a:lnTo>
                  <a:close/>
                  <a:moveTo>
                    <a:pt x="311317" y="82833"/>
                  </a:moveTo>
                  <a:lnTo>
                    <a:pt x="304987" y="84821"/>
                  </a:lnTo>
                  <a:lnTo>
                    <a:pt x="311317" y="84821"/>
                  </a:lnTo>
                  <a:close/>
                  <a:moveTo>
                    <a:pt x="276507" y="59897"/>
                  </a:moveTo>
                  <a:lnTo>
                    <a:pt x="276507" y="62750"/>
                  </a:lnTo>
                  <a:lnTo>
                    <a:pt x="311317" y="82833"/>
                  </a:lnTo>
                  <a:close/>
                  <a:moveTo>
                    <a:pt x="311317" y="84821"/>
                  </a:moveTo>
                  <a:lnTo>
                    <a:pt x="314401" y="84821"/>
                  </a:lnTo>
                  <a:lnTo>
                    <a:pt x="311317" y="82833"/>
                  </a:lnTo>
                  <a:close/>
                  <a:moveTo>
                    <a:pt x="67643" y="32656"/>
                  </a:moveTo>
                  <a:lnTo>
                    <a:pt x="67643" y="36731"/>
                  </a:lnTo>
                  <a:lnTo>
                    <a:pt x="55182" y="52871"/>
                  </a:lnTo>
                  <a:close/>
                  <a:moveTo>
                    <a:pt x="67643" y="36731"/>
                  </a:moveTo>
                  <a:lnTo>
                    <a:pt x="67643" y="32656"/>
                  </a:lnTo>
                  <a:lnTo>
                    <a:pt x="85581" y="20921"/>
                  </a:lnTo>
                  <a:close/>
                  <a:moveTo>
                    <a:pt x="241696" y="34655"/>
                  </a:moveTo>
                  <a:lnTo>
                    <a:pt x="264971" y="52871"/>
                  </a:lnTo>
                  <a:lnTo>
                    <a:pt x="266739" y="52871"/>
                  </a:lnTo>
                  <a:close/>
                  <a:moveTo>
                    <a:pt x="241696" y="34655"/>
                  </a:moveTo>
                  <a:lnTo>
                    <a:pt x="218658" y="20921"/>
                  </a:lnTo>
                  <a:lnTo>
                    <a:pt x="221406" y="20921"/>
                  </a:lnTo>
                  <a:close/>
                  <a:moveTo>
                    <a:pt x="102453" y="8387"/>
                  </a:moveTo>
                  <a:lnTo>
                    <a:pt x="102453" y="11064"/>
                  </a:lnTo>
                  <a:lnTo>
                    <a:pt x="85581" y="20921"/>
                  </a:lnTo>
                  <a:close/>
                  <a:moveTo>
                    <a:pt x="137264" y="0"/>
                  </a:moveTo>
                  <a:lnTo>
                    <a:pt x="137264" y="2284"/>
                  </a:lnTo>
                  <a:lnTo>
                    <a:pt x="102453" y="11064"/>
                  </a:lnTo>
                  <a:close/>
                  <a:moveTo>
                    <a:pt x="172075" y="1533"/>
                  </a:moveTo>
                  <a:lnTo>
                    <a:pt x="172075" y="3633"/>
                  </a:lnTo>
                  <a:lnTo>
                    <a:pt x="137264" y="2284"/>
                  </a:lnTo>
                  <a:close/>
                  <a:moveTo>
                    <a:pt x="206885" y="12603"/>
                  </a:moveTo>
                  <a:lnTo>
                    <a:pt x="206885" y="14463"/>
                  </a:lnTo>
                  <a:lnTo>
                    <a:pt x="172075" y="3633"/>
                  </a:lnTo>
                  <a:close/>
                  <a:moveTo>
                    <a:pt x="206885" y="14463"/>
                  </a:moveTo>
                  <a:lnTo>
                    <a:pt x="221406" y="20921"/>
                  </a:lnTo>
                  <a:lnTo>
                    <a:pt x="218658" y="20921"/>
                  </a:lnTo>
                  <a:close/>
                </a:path>
              </a:pathLst>
            </a:custGeom>
            <a:solidFill>
              <a:srgbClr val="5F6873"/>
            </a:solidFill>
            <a:ln w="4001">
              <a:solidFill>
                <a:srgbClr val="B6BABF"/>
              </a:solidFill>
            </a:ln>
          </p:spPr>
        </p:sp>
        <p:sp>
          <p:nvSpPr>
            <p:cNvPr id="3988" name="Candidate_B5__3987">
              <a:extLst>
                <a:ext uri="{FF2B5EF4-FFF2-40B4-BE49-F238E27FC236}">
                  <a16:creationId xmlns:a16="http://schemas.microsoft.com/office/drawing/2014/main" id="{AFB757D3-D7F3-A9CB-D384-3DE9CBED1391}"/>
                </a:ext>
              </a:extLst>
            </p:cNvPr>
            <p:cNvSpPr>
              <a:spLocks noGrp="1"/>
            </p:cNvSpPr>
            <p:nvPr/>
          </p:nvSpPr>
          <p:spPr>
            <a:xfrm>
              <a:off x="3990975" y="3519488"/>
              <a:ext cx="415749" cy="485775"/>
            </a:xfrm>
            <a:custGeom>
              <a:avLst/>
              <a:gdLst/>
              <a:ahLst/>
              <a:cxnLst/>
              <a:rect l="0" t="0" r="0" b="0"/>
              <a:pathLst>
                <a:path w="415749" h="485775">
                  <a:moveTo>
                    <a:pt x="32832" y="449114"/>
                  </a:moveTo>
                  <a:lnTo>
                    <a:pt x="67643" y="468222"/>
                  </a:lnTo>
                  <a:lnTo>
                    <a:pt x="67643" y="466634"/>
                  </a:lnTo>
                  <a:close/>
                  <a:moveTo>
                    <a:pt x="32832" y="449114"/>
                  </a:moveTo>
                  <a:lnTo>
                    <a:pt x="67643" y="466634"/>
                  </a:lnTo>
                  <a:lnTo>
                    <a:pt x="32832" y="443102"/>
                  </a:lnTo>
                  <a:close/>
                  <a:moveTo>
                    <a:pt x="67643" y="471243"/>
                  </a:moveTo>
                  <a:lnTo>
                    <a:pt x="71934" y="468222"/>
                  </a:lnTo>
                  <a:lnTo>
                    <a:pt x="67643" y="468222"/>
                  </a:lnTo>
                  <a:close/>
                  <a:moveTo>
                    <a:pt x="102453" y="478335"/>
                  </a:moveTo>
                  <a:lnTo>
                    <a:pt x="71934" y="468222"/>
                  </a:lnTo>
                  <a:lnTo>
                    <a:pt x="67643" y="471243"/>
                  </a:lnTo>
                  <a:close/>
                  <a:moveTo>
                    <a:pt x="67643" y="468222"/>
                  </a:moveTo>
                  <a:lnTo>
                    <a:pt x="71934" y="468222"/>
                  </a:lnTo>
                  <a:lnTo>
                    <a:pt x="67643" y="466634"/>
                  </a:lnTo>
                  <a:close/>
                  <a:moveTo>
                    <a:pt x="102453" y="478335"/>
                  </a:moveTo>
                  <a:lnTo>
                    <a:pt x="102453" y="482127"/>
                  </a:lnTo>
                  <a:lnTo>
                    <a:pt x="137264" y="482550"/>
                  </a:lnTo>
                  <a:close/>
                  <a:moveTo>
                    <a:pt x="137264" y="482550"/>
                  </a:moveTo>
                  <a:lnTo>
                    <a:pt x="137264" y="485775"/>
                  </a:lnTo>
                  <a:lnTo>
                    <a:pt x="172075" y="481795"/>
                  </a:lnTo>
                  <a:close/>
                  <a:moveTo>
                    <a:pt x="172075" y="481795"/>
                  </a:moveTo>
                  <a:lnTo>
                    <a:pt x="172075" y="484575"/>
                  </a:lnTo>
                  <a:lnTo>
                    <a:pt x="206885" y="477517"/>
                  </a:lnTo>
                  <a:close/>
                  <a:moveTo>
                    <a:pt x="206885" y="477517"/>
                  </a:moveTo>
                  <a:lnTo>
                    <a:pt x="206885" y="479855"/>
                  </a:lnTo>
                  <a:lnTo>
                    <a:pt x="241696" y="470337"/>
                  </a:lnTo>
                  <a:close/>
                  <a:moveTo>
                    <a:pt x="255234" y="468222"/>
                  </a:moveTo>
                  <a:lnTo>
                    <a:pt x="249292" y="468222"/>
                  </a:lnTo>
                  <a:lnTo>
                    <a:pt x="241696" y="470337"/>
                  </a:lnTo>
                  <a:close/>
                  <a:moveTo>
                    <a:pt x="249292" y="468222"/>
                  </a:moveTo>
                  <a:lnTo>
                    <a:pt x="255234" y="468222"/>
                  </a:lnTo>
                  <a:lnTo>
                    <a:pt x="276507" y="461378"/>
                  </a:lnTo>
                  <a:close/>
                  <a:moveTo>
                    <a:pt x="25909" y="436272"/>
                  </a:moveTo>
                  <a:lnTo>
                    <a:pt x="32832" y="449114"/>
                  </a:lnTo>
                  <a:lnTo>
                    <a:pt x="32832" y="443102"/>
                  </a:lnTo>
                  <a:close/>
                  <a:moveTo>
                    <a:pt x="2846" y="404322"/>
                  </a:moveTo>
                  <a:lnTo>
                    <a:pt x="25909" y="436272"/>
                  </a:lnTo>
                  <a:lnTo>
                    <a:pt x="7904" y="404322"/>
                  </a:lnTo>
                  <a:close/>
                  <a:moveTo>
                    <a:pt x="276507" y="461378"/>
                  </a:moveTo>
                  <a:lnTo>
                    <a:pt x="276507" y="462518"/>
                  </a:lnTo>
                  <a:lnTo>
                    <a:pt x="311317" y="448631"/>
                  </a:lnTo>
                  <a:close/>
                  <a:moveTo>
                    <a:pt x="335043" y="436272"/>
                  </a:moveTo>
                  <a:lnTo>
                    <a:pt x="333842" y="436272"/>
                  </a:lnTo>
                  <a:lnTo>
                    <a:pt x="311317" y="448631"/>
                  </a:lnTo>
                  <a:close/>
                  <a:moveTo>
                    <a:pt x="333842" y="436272"/>
                  </a:moveTo>
                  <a:lnTo>
                    <a:pt x="335043" y="436272"/>
                  </a:lnTo>
                  <a:lnTo>
                    <a:pt x="346128" y="428249"/>
                  </a:lnTo>
                  <a:close/>
                  <a:moveTo>
                    <a:pt x="0" y="372372"/>
                  </a:moveTo>
                  <a:lnTo>
                    <a:pt x="7904" y="404322"/>
                  </a:lnTo>
                  <a:lnTo>
                    <a:pt x="4789" y="372372"/>
                  </a:lnTo>
                  <a:close/>
                  <a:moveTo>
                    <a:pt x="373275" y="404322"/>
                  </a:moveTo>
                  <a:lnTo>
                    <a:pt x="372525" y="404322"/>
                  </a:lnTo>
                  <a:lnTo>
                    <a:pt x="346128" y="428249"/>
                  </a:lnTo>
                  <a:close/>
                  <a:moveTo>
                    <a:pt x="372525" y="404322"/>
                  </a:moveTo>
                  <a:lnTo>
                    <a:pt x="373275" y="404322"/>
                  </a:lnTo>
                  <a:lnTo>
                    <a:pt x="380939" y="392152"/>
                  </a:lnTo>
                  <a:close/>
                  <a:moveTo>
                    <a:pt x="9160" y="340422"/>
                  </a:moveTo>
                  <a:lnTo>
                    <a:pt x="4789" y="372372"/>
                  </a:lnTo>
                  <a:lnTo>
                    <a:pt x="14299" y="340422"/>
                  </a:lnTo>
                  <a:close/>
                  <a:moveTo>
                    <a:pt x="394232" y="372372"/>
                  </a:moveTo>
                  <a:lnTo>
                    <a:pt x="393174" y="372372"/>
                  </a:lnTo>
                  <a:lnTo>
                    <a:pt x="380939" y="392152"/>
                  </a:lnTo>
                  <a:close/>
                  <a:moveTo>
                    <a:pt x="403532" y="340422"/>
                  </a:moveTo>
                  <a:lnTo>
                    <a:pt x="393174" y="372372"/>
                  </a:lnTo>
                  <a:lnTo>
                    <a:pt x="405310" y="340422"/>
                  </a:lnTo>
                  <a:close/>
                  <a:moveTo>
                    <a:pt x="32832" y="315258"/>
                  </a:moveTo>
                  <a:lnTo>
                    <a:pt x="9160" y="340422"/>
                  </a:lnTo>
                  <a:lnTo>
                    <a:pt x="14299" y="340422"/>
                  </a:lnTo>
                  <a:close/>
                  <a:moveTo>
                    <a:pt x="32832" y="315258"/>
                  </a:moveTo>
                  <a:lnTo>
                    <a:pt x="38637" y="308472"/>
                  </a:lnTo>
                  <a:lnTo>
                    <a:pt x="32934" y="308472"/>
                  </a:lnTo>
                  <a:close/>
                  <a:moveTo>
                    <a:pt x="408313" y="308472"/>
                  </a:moveTo>
                  <a:lnTo>
                    <a:pt x="403532" y="340422"/>
                  </a:lnTo>
                  <a:lnTo>
                    <a:pt x="411366" y="308472"/>
                  </a:lnTo>
                  <a:close/>
                  <a:moveTo>
                    <a:pt x="67643" y="283233"/>
                  </a:moveTo>
                  <a:lnTo>
                    <a:pt x="32934" y="308472"/>
                  </a:lnTo>
                  <a:lnTo>
                    <a:pt x="38637" y="308472"/>
                  </a:lnTo>
                  <a:close/>
                  <a:moveTo>
                    <a:pt x="67643" y="283233"/>
                  </a:moveTo>
                  <a:lnTo>
                    <a:pt x="76913" y="276522"/>
                  </a:lnTo>
                  <a:lnTo>
                    <a:pt x="70882" y="276522"/>
                  </a:lnTo>
                  <a:close/>
                  <a:moveTo>
                    <a:pt x="410835" y="276522"/>
                  </a:moveTo>
                  <a:lnTo>
                    <a:pt x="408313" y="308472"/>
                  </a:lnTo>
                  <a:lnTo>
                    <a:pt x="415581" y="276522"/>
                  </a:lnTo>
                  <a:close/>
                  <a:moveTo>
                    <a:pt x="102453" y="252510"/>
                  </a:moveTo>
                  <a:lnTo>
                    <a:pt x="70882" y="276522"/>
                  </a:lnTo>
                  <a:lnTo>
                    <a:pt x="76913" y="276522"/>
                  </a:lnTo>
                  <a:close/>
                  <a:moveTo>
                    <a:pt x="102453" y="252510"/>
                  </a:moveTo>
                  <a:lnTo>
                    <a:pt x="110650" y="244572"/>
                  </a:lnTo>
                  <a:lnTo>
                    <a:pt x="105736" y="244572"/>
                  </a:lnTo>
                  <a:close/>
                  <a:moveTo>
                    <a:pt x="415581" y="276522"/>
                  </a:moveTo>
                  <a:lnTo>
                    <a:pt x="415749" y="244572"/>
                  </a:lnTo>
                  <a:lnTo>
                    <a:pt x="412124" y="244572"/>
                  </a:lnTo>
                  <a:close/>
                  <a:moveTo>
                    <a:pt x="415581" y="276522"/>
                  </a:moveTo>
                  <a:lnTo>
                    <a:pt x="412124" y="244572"/>
                  </a:lnTo>
                  <a:lnTo>
                    <a:pt x="410835" y="276522"/>
                  </a:lnTo>
                  <a:close/>
                  <a:moveTo>
                    <a:pt x="113848" y="212622"/>
                  </a:moveTo>
                  <a:lnTo>
                    <a:pt x="110650" y="244572"/>
                  </a:lnTo>
                  <a:lnTo>
                    <a:pt x="117238" y="212622"/>
                  </a:lnTo>
                  <a:close/>
                  <a:moveTo>
                    <a:pt x="415749" y="244572"/>
                  </a:moveTo>
                  <a:lnTo>
                    <a:pt x="415749" y="212622"/>
                  </a:lnTo>
                  <a:lnTo>
                    <a:pt x="412124" y="244572"/>
                  </a:lnTo>
                  <a:close/>
                  <a:moveTo>
                    <a:pt x="415749" y="212622"/>
                  </a:moveTo>
                  <a:lnTo>
                    <a:pt x="410597" y="212622"/>
                  </a:lnTo>
                  <a:lnTo>
                    <a:pt x="412124" y="244572"/>
                  </a:lnTo>
                  <a:close/>
                  <a:moveTo>
                    <a:pt x="117238" y="212622"/>
                  </a:moveTo>
                  <a:lnTo>
                    <a:pt x="102453" y="188825"/>
                  </a:lnTo>
                  <a:lnTo>
                    <a:pt x="102453" y="190231"/>
                  </a:lnTo>
                  <a:close/>
                  <a:moveTo>
                    <a:pt x="410597" y="212622"/>
                  </a:moveTo>
                  <a:lnTo>
                    <a:pt x="412454" y="180672"/>
                  </a:lnTo>
                  <a:lnTo>
                    <a:pt x="403000" y="180672"/>
                  </a:lnTo>
                  <a:close/>
                  <a:moveTo>
                    <a:pt x="97455" y="180672"/>
                  </a:moveTo>
                  <a:lnTo>
                    <a:pt x="102453" y="190231"/>
                  </a:lnTo>
                  <a:lnTo>
                    <a:pt x="102453" y="188825"/>
                  </a:lnTo>
                  <a:close/>
                  <a:moveTo>
                    <a:pt x="70911" y="148722"/>
                  </a:moveTo>
                  <a:lnTo>
                    <a:pt x="97455" y="180672"/>
                  </a:lnTo>
                  <a:lnTo>
                    <a:pt x="68731" y="148722"/>
                  </a:lnTo>
                  <a:close/>
                  <a:moveTo>
                    <a:pt x="384748" y="148722"/>
                  </a:moveTo>
                  <a:lnTo>
                    <a:pt x="403000" y="180672"/>
                  </a:lnTo>
                  <a:lnTo>
                    <a:pt x="396391" y="148722"/>
                  </a:lnTo>
                  <a:close/>
                  <a:moveTo>
                    <a:pt x="68731" y="148722"/>
                  </a:moveTo>
                  <a:lnTo>
                    <a:pt x="67643" y="147171"/>
                  </a:lnTo>
                  <a:lnTo>
                    <a:pt x="67643" y="143747"/>
                  </a:lnTo>
                  <a:close/>
                  <a:moveTo>
                    <a:pt x="380939" y="131476"/>
                  </a:moveTo>
                  <a:lnTo>
                    <a:pt x="380939" y="144420"/>
                  </a:lnTo>
                  <a:lnTo>
                    <a:pt x="384748" y="148722"/>
                  </a:lnTo>
                  <a:close/>
                  <a:moveTo>
                    <a:pt x="380939" y="144420"/>
                  </a:moveTo>
                  <a:lnTo>
                    <a:pt x="380939" y="131476"/>
                  </a:lnTo>
                  <a:lnTo>
                    <a:pt x="351036" y="116771"/>
                  </a:lnTo>
                  <a:close/>
                  <a:moveTo>
                    <a:pt x="49511" y="116771"/>
                  </a:moveTo>
                  <a:lnTo>
                    <a:pt x="67643" y="143747"/>
                  </a:lnTo>
                  <a:lnTo>
                    <a:pt x="67643" y="147171"/>
                  </a:lnTo>
                  <a:close/>
                  <a:moveTo>
                    <a:pt x="46626" y="84821"/>
                  </a:moveTo>
                  <a:lnTo>
                    <a:pt x="49511" y="116771"/>
                  </a:lnTo>
                  <a:lnTo>
                    <a:pt x="43898" y="84821"/>
                  </a:lnTo>
                  <a:close/>
                  <a:moveTo>
                    <a:pt x="346128" y="103523"/>
                  </a:moveTo>
                  <a:lnTo>
                    <a:pt x="346128" y="112987"/>
                  </a:lnTo>
                  <a:lnTo>
                    <a:pt x="351036" y="116771"/>
                  </a:lnTo>
                  <a:close/>
                  <a:moveTo>
                    <a:pt x="346128" y="103523"/>
                  </a:moveTo>
                  <a:lnTo>
                    <a:pt x="311317" y="89264"/>
                  </a:lnTo>
                  <a:lnTo>
                    <a:pt x="346128" y="112987"/>
                  </a:lnTo>
                  <a:close/>
                  <a:moveTo>
                    <a:pt x="55182" y="52871"/>
                  </a:moveTo>
                  <a:lnTo>
                    <a:pt x="43898" y="84821"/>
                  </a:lnTo>
                  <a:lnTo>
                    <a:pt x="52053" y="52871"/>
                  </a:lnTo>
                  <a:close/>
                  <a:moveTo>
                    <a:pt x="276507" y="62750"/>
                  </a:moveTo>
                  <a:lnTo>
                    <a:pt x="276507" y="59897"/>
                  </a:lnTo>
                  <a:lnTo>
                    <a:pt x="264971" y="52871"/>
                  </a:lnTo>
                  <a:close/>
                  <a:moveTo>
                    <a:pt x="276507" y="62750"/>
                  </a:moveTo>
                  <a:lnTo>
                    <a:pt x="304987" y="84821"/>
                  </a:lnTo>
                  <a:lnTo>
                    <a:pt x="311317" y="82833"/>
                  </a:lnTo>
                  <a:close/>
                  <a:moveTo>
                    <a:pt x="311317" y="89264"/>
                  </a:moveTo>
                  <a:lnTo>
                    <a:pt x="311317" y="84821"/>
                  </a:lnTo>
                  <a:lnTo>
                    <a:pt x="304987" y="84821"/>
                  </a:lnTo>
                  <a:close/>
                  <a:moveTo>
                    <a:pt x="67643" y="32656"/>
                  </a:moveTo>
                  <a:lnTo>
                    <a:pt x="55182" y="52871"/>
                  </a:lnTo>
                  <a:lnTo>
                    <a:pt x="52053" y="52871"/>
                  </a:lnTo>
                  <a:close/>
                  <a:moveTo>
                    <a:pt x="67643" y="32656"/>
                  </a:moveTo>
                  <a:lnTo>
                    <a:pt x="80963" y="20921"/>
                  </a:lnTo>
                  <a:lnTo>
                    <a:pt x="85581" y="20921"/>
                  </a:lnTo>
                  <a:close/>
                  <a:moveTo>
                    <a:pt x="241696" y="34655"/>
                  </a:moveTo>
                  <a:lnTo>
                    <a:pt x="241696" y="34178"/>
                  </a:lnTo>
                  <a:lnTo>
                    <a:pt x="264971" y="52871"/>
                  </a:lnTo>
                  <a:close/>
                  <a:moveTo>
                    <a:pt x="241696" y="34178"/>
                  </a:moveTo>
                  <a:lnTo>
                    <a:pt x="241696" y="34655"/>
                  </a:lnTo>
                  <a:lnTo>
                    <a:pt x="221406" y="20921"/>
                  </a:lnTo>
                  <a:close/>
                  <a:moveTo>
                    <a:pt x="102453" y="8387"/>
                  </a:moveTo>
                  <a:lnTo>
                    <a:pt x="85581" y="20921"/>
                  </a:lnTo>
                  <a:lnTo>
                    <a:pt x="80963" y="20921"/>
                  </a:lnTo>
                  <a:close/>
                  <a:moveTo>
                    <a:pt x="137264" y="0"/>
                  </a:moveTo>
                  <a:lnTo>
                    <a:pt x="102453" y="11064"/>
                  </a:lnTo>
                  <a:lnTo>
                    <a:pt x="102453" y="8387"/>
                  </a:lnTo>
                  <a:close/>
                  <a:moveTo>
                    <a:pt x="172075" y="1533"/>
                  </a:moveTo>
                  <a:lnTo>
                    <a:pt x="137264" y="2284"/>
                  </a:lnTo>
                  <a:lnTo>
                    <a:pt x="137264" y="0"/>
                  </a:lnTo>
                  <a:close/>
                  <a:moveTo>
                    <a:pt x="206885" y="12603"/>
                  </a:moveTo>
                  <a:lnTo>
                    <a:pt x="172075" y="3633"/>
                  </a:lnTo>
                  <a:lnTo>
                    <a:pt x="172075" y="1533"/>
                  </a:lnTo>
                  <a:close/>
                  <a:moveTo>
                    <a:pt x="206885" y="14463"/>
                  </a:moveTo>
                  <a:lnTo>
                    <a:pt x="206885" y="12603"/>
                  </a:lnTo>
                  <a:lnTo>
                    <a:pt x="221406" y="20921"/>
                  </a:lnTo>
                  <a:close/>
                </a:path>
              </a:pathLst>
            </a:custGeom>
            <a:solidFill>
              <a:srgbClr val="646C77"/>
            </a:solidFill>
            <a:ln w="4001">
              <a:solidFill>
                <a:srgbClr val="B6BABF"/>
              </a:solidFill>
            </a:ln>
          </p:spPr>
        </p:sp>
        <p:sp>
          <p:nvSpPr>
            <p:cNvPr id="3989" name="Candidate_B5__3988">
              <a:extLst>
                <a:ext uri="{FF2B5EF4-FFF2-40B4-BE49-F238E27FC236}">
                  <a16:creationId xmlns:a16="http://schemas.microsoft.com/office/drawing/2014/main" id="{B06750D2-8DBB-0012-C4B7-0121A906807B}"/>
                </a:ext>
              </a:extLst>
            </p:cNvPr>
            <p:cNvSpPr>
              <a:spLocks noGrp="1"/>
            </p:cNvSpPr>
            <p:nvPr/>
          </p:nvSpPr>
          <p:spPr>
            <a:xfrm>
              <a:off x="3995764" y="3519488"/>
              <a:ext cx="407335" cy="482550"/>
            </a:xfrm>
            <a:custGeom>
              <a:avLst/>
              <a:gdLst/>
              <a:ahLst/>
              <a:cxnLst/>
              <a:rect l="0" t="0" r="0" b="0"/>
              <a:pathLst>
                <a:path w="407335" h="482550">
                  <a:moveTo>
                    <a:pt x="67145" y="468222"/>
                  </a:moveTo>
                  <a:lnTo>
                    <a:pt x="97665" y="478335"/>
                  </a:lnTo>
                  <a:lnTo>
                    <a:pt x="97665" y="468222"/>
                  </a:lnTo>
                  <a:close/>
                  <a:moveTo>
                    <a:pt x="67145" y="468222"/>
                  </a:moveTo>
                  <a:lnTo>
                    <a:pt x="97665" y="468222"/>
                  </a:lnTo>
                  <a:lnTo>
                    <a:pt x="62854" y="466634"/>
                  </a:lnTo>
                  <a:close/>
                  <a:moveTo>
                    <a:pt x="132476" y="482550"/>
                  </a:moveTo>
                  <a:lnTo>
                    <a:pt x="132476" y="470164"/>
                  </a:lnTo>
                  <a:lnTo>
                    <a:pt x="97665" y="478335"/>
                  </a:lnTo>
                  <a:close/>
                  <a:moveTo>
                    <a:pt x="132476" y="482550"/>
                  </a:moveTo>
                  <a:lnTo>
                    <a:pt x="167286" y="481795"/>
                  </a:lnTo>
                  <a:lnTo>
                    <a:pt x="167286" y="470167"/>
                  </a:lnTo>
                  <a:close/>
                  <a:moveTo>
                    <a:pt x="167286" y="481795"/>
                  </a:moveTo>
                  <a:lnTo>
                    <a:pt x="202097" y="477517"/>
                  </a:lnTo>
                  <a:lnTo>
                    <a:pt x="167286" y="470167"/>
                  </a:lnTo>
                  <a:close/>
                  <a:moveTo>
                    <a:pt x="236907" y="468222"/>
                  </a:moveTo>
                  <a:lnTo>
                    <a:pt x="202097" y="477517"/>
                  </a:lnTo>
                  <a:lnTo>
                    <a:pt x="236907" y="470337"/>
                  </a:lnTo>
                  <a:close/>
                  <a:moveTo>
                    <a:pt x="236907" y="468222"/>
                  </a:moveTo>
                  <a:lnTo>
                    <a:pt x="202097" y="468222"/>
                  </a:lnTo>
                  <a:lnTo>
                    <a:pt x="202097" y="477517"/>
                  </a:lnTo>
                  <a:close/>
                  <a:moveTo>
                    <a:pt x="236907" y="468222"/>
                  </a:moveTo>
                  <a:lnTo>
                    <a:pt x="236907" y="470337"/>
                  </a:lnTo>
                  <a:lnTo>
                    <a:pt x="244503" y="468222"/>
                  </a:lnTo>
                  <a:close/>
                  <a:moveTo>
                    <a:pt x="236907" y="460664"/>
                  </a:moveTo>
                  <a:lnTo>
                    <a:pt x="244503" y="468222"/>
                  </a:lnTo>
                  <a:lnTo>
                    <a:pt x="271718" y="461378"/>
                  </a:lnTo>
                  <a:close/>
                  <a:moveTo>
                    <a:pt x="21121" y="436272"/>
                  </a:moveTo>
                  <a:lnTo>
                    <a:pt x="28044" y="443102"/>
                  </a:lnTo>
                  <a:lnTo>
                    <a:pt x="28044" y="436272"/>
                  </a:lnTo>
                  <a:close/>
                  <a:moveTo>
                    <a:pt x="3115" y="404322"/>
                  </a:moveTo>
                  <a:lnTo>
                    <a:pt x="21121" y="436272"/>
                  </a:lnTo>
                  <a:lnTo>
                    <a:pt x="20620" y="404322"/>
                  </a:lnTo>
                  <a:close/>
                  <a:moveTo>
                    <a:pt x="62854" y="466634"/>
                  </a:moveTo>
                  <a:lnTo>
                    <a:pt x="62854" y="450807"/>
                  </a:lnTo>
                  <a:lnTo>
                    <a:pt x="28044" y="443102"/>
                  </a:lnTo>
                  <a:close/>
                  <a:moveTo>
                    <a:pt x="271718" y="461378"/>
                  </a:moveTo>
                  <a:lnTo>
                    <a:pt x="306529" y="448631"/>
                  </a:lnTo>
                  <a:lnTo>
                    <a:pt x="306529" y="438293"/>
                  </a:lnTo>
                  <a:close/>
                  <a:moveTo>
                    <a:pt x="329054" y="436272"/>
                  </a:moveTo>
                  <a:lnTo>
                    <a:pt x="306529" y="438293"/>
                  </a:lnTo>
                  <a:lnTo>
                    <a:pt x="306529" y="448631"/>
                  </a:lnTo>
                  <a:close/>
                  <a:moveTo>
                    <a:pt x="329054" y="436272"/>
                  </a:moveTo>
                  <a:lnTo>
                    <a:pt x="341339" y="428249"/>
                  </a:lnTo>
                  <a:lnTo>
                    <a:pt x="341339" y="416273"/>
                  </a:lnTo>
                  <a:close/>
                  <a:moveTo>
                    <a:pt x="0" y="372372"/>
                  </a:moveTo>
                  <a:lnTo>
                    <a:pt x="3115" y="404322"/>
                  </a:lnTo>
                  <a:lnTo>
                    <a:pt x="20620" y="404322"/>
                  </a:lnTo>
                  <a:close/>
                  <a:moveTo>
                    <a:pt x="367737" y="404322"/>
                  </a:moveTo>
                  <a:lnTo>
                    <a:pt x="341339" y="416273"/>
                  </a:lnTo>
                  <a:lnTo>
                    <a:pt x="341339" y="428249"/>
                  </a:lnTo>
                  <a:close/>
                  <a:moveTo>
                    <a:pt x="367737" y="404322"/>
                  </a:moveTo>
                  <a:lnTo>
                    <a:pt x="376150" y="392152"/>
                  </a:lnTo>
                  <a:lnTo>
                    <a:pt x="376150" y="372437"/>
                  </a:lnTo>
                  <a:close/>
                  <a:moveTo>
                    <a:pt x="9510" y="340422"/>
                  </a:moveTo>
                  <a:lnTo>
                    <a:pt x="0" y="372372"/>
                  </a:lnTo>
                  <a:lnTo>
                    <a:pt x="16593" y="372372"/>
                  </a:lnTo>
                  <a:close/>
                  <a:moveTo>
                    <a:pt x="388385" y="372372"/>
                  </a:moveTo>
                  <a:lnTo>
                    <a:pt x="376150" y="372437"/>
                  </a:lnTo>
                  <a:lnTo>
                    <a:pt x="376150" y="392152"/>
                  </a:lnTo>
                  <a:close/>
                  <a:moveTo>
                    <a:pt x="376190" y="372372"/>
                  </a:moveTo>
                  <a:lnTo>
                    <a:pt x="388385" y="372372"/>
                  </a:lnTo>
                  <a:lnTo>
                    <a:pt x="398743" y="340422"/>
                  </a:lnTo>
                  <a:close/>
                  <a:moveTo>
                    <a:pt x="28044" y="339716"/>
                  </a:moveTo>
                  <a:lnTo>
                    <a:pt x="28044" y="315258"/>
                  </a:lnTo>
                  <a:lnTo>
                    <a:pt x="9510" y="340422"/>
                  </a:lnTo>
                  <a:close/>
                  <a:moveTo>
                    <a:pt x="28044" y="315258"/>
                  </a:moveTo>
                  <a:lnTo>
                    <a:pt x="28044" y="339716"/>
                  </a:lnTo>
                  <a:lnTo>
                    <a:pt x="33849" y="308472"/>
                  </a:lnTo>
                  <a:close/>
                  <a:moveTo>
                    <a:pt x="386826" y="340422"/>
                  </a:moveTo>
                  <a:lnTo>
                    <a:pt x="398743" y="340422"/>
                  </a:lnTo>
                  <a:lnTo>
                    <a:pt x="403524" y="308472"/>
                  </a:lnTo>
                  <a:close/>
                  <a:moveTo>
                    <a:pt x="62854" y="300789"/>
                  </a:moveTo>
                  <a:lnTo>
                    <a:pt x="62854" y="283233"/>
                  </a:lnTo>
                  <a:lnTo>
                    <a:pt x="33849" y="308472"/>
                  </a:lnTo>
                  <a:close/>
                  <a:moveTo>
                    <a:pt x="62854" y="283233"/>
                  </a:moveTo>
                  <a:lnTo>
                    <a:pt x="62854" y="300789"/>
                  </a:lnTo>
                  <a:lnTo>
                    <a:pt x="72124" y="276522"/>
                  </a:lnTo>
                  <a:close/>
                  <a:moveTo>
                    <a:pt x="390419" y="308472"/>
                  </a:moveTo>
                  <a:lnTo>
                    <a:pt x="403524" y="308472"/>
                  </a:lnTo>
                  <a:lnTo>
                    <a:pt x="406047" y="276522"/>
                  </a:lnTo>
                  <a:close/>
                  <a:moveTo>
                    <a:pt x="97665" y="274484"/>
                  </a:moveTo>
                  <a:lnTo>
                    <a:pt x="97665" y="252510"/>
                  </a:lnTo>
                  <a:lnTo>
                    <a:pt x="72124" y="276522"/>
                  </a:lnTo>
                  <a:close/>
                  <a:moveTo>
                    <a:pt x="97665" y="252510"/>
                  </a:moveTo>
                  <a:lnTo>
                    <a:pt x="97665" y="274484"/>
                  </a:lnTo>
                  <a:lnTo>
                    <a:pt x="105861" y="244572"/>
                  </a:lnTo>
                  <a:close/>
                  <a:moveTo>
                    <a:pt x="390732" y="276522"/>
                  </a:moveTo>
                  <a:lnTo>
                    <a:pt x="406047" y="276522"/>
                  </a:lnTo>
                  <a:lnTo>
                    <a:pt x="407335" y="244572"/>
                  </a:lnTo>
                  <a:close/>
                  <a:moveTo>
                    <a:pt x="105861" y="244572"/>
                  </a:moveTo>
                  <a:lnTo>
                    <a:pt x="128560" y="244572"/>
                  </a:lnTo>
                  <a:lnTo>
                    <a:pt x="112449" y="212622"/>
                  </a:lnTo>
                  <a:close/>
                  <a:moveTo>
                    <a:pt x="389441" y="244572"/>
                  </a:moveTo>
                  <a:lnTo>
                    <a:pt x="407335" y="244572"/>
                  </a:lnTo>
                  <a:lnTo>
                    <a:pt x="405809" y="212622"/>
                  </a:lnTo>
                  <a:close/>
                  <a:moveTo>
                    <a:pt x="97665" y="188825"/>
                  </a:moveTo>
                  <a:lnTo>
                    <a:pt x="112449" y="212622"/>
                  </a:lnTo>
                  <a:lnTo>
                    <a:pt x="111191" y="180672"/>
                  </a:lnTo>
                  <a:close/>
                  <a:moveTo>
                    <a:pt x="405809" y="212622"/>
                  </a:moveTo>
                  <a:lnTo>
                    <a:pt x="398212" y="180672"/>
                  </a:lnTo>
                  <a:lnTo>
                    <a:pt x="385242" y="212622"/>
                  </a:lnTo>
                  <a:close/>
                  <a:moveTo>
                    <a:pt x="92666" y="180672"/>
                  </a:moveTo>
                  <a:lnTo>
                    <a:pt x="97665" y="188825"/>
                  </a:lnTo>
                  <a:lnTo>
                    <a:pt x="97665" y="180672"/>
                  </a:lnTo>
                  <a:close/>
                  <a:moveTo>
                    <a:pt x="63942" y="148722"/>
                  </a:moveTo>
                  <a:lnTo>
                    <a:pt x="92666" y="180672"/>
                  </a:lnTo>
                  <a:lnTo>
                    <a:pt x="76930" y="148722"/>
                  </a:lnTo>
                  <a:close/>
                  <a:moveTo>
                    <a:pt x="376150" y="148722"/>
                  </a:moveTo>
                  <a:lnTo>
                    <a:pt x="398212" y="180672"/>
                  </a:lnTo>
                  <a:lnTo>
                    <a:pt x="379960" y="148722"/>
                  </a:lnTo>
                  <a:close/>
                  <a:moveTo>
                    <a:pt x="376150" y="148722"/>
                  </a:moveTo>
                  <a:lnTo>
                    <a:pt x="376150" y="180672"/>
                  </a:lnTo>
                  <a:lnTo>
                    <a:pt x="398212" y="180672"/>
                  </a:lnTo>
                  <a:close/>
                  <a:moveTo>
                    <a:pt x="63942" y="148722"/>
                  </a:moveTo>
                  <a:lnTo>
                    <a:pt x="76930" y="148722"/>
                  </a:lnTo>
                  <a:lnTo>
                    <a:pt x="62854" y="147171"/>
                  </a:lnTo>
                  <a:close/>
                  <a:moveTo>
                    <a:pt x="376150" y="148722"/>
                  </a:moveTo>
                  <a:lnTo>
                    <a:pt x="379960" y="148722"/>
                  </a:lnTo>
                  <a:lnTo>
                    <a:pt x="376150" y="144420"/>
                  </a:lnTo>
                  <a:close/>
                  <a:moveTo>
                    <a:pt x="341339" y="116771"/>
                  </a:moveTo>
                  <a:lnTo>
                    <a:pt x="376150" y="148722"/>
                  </a:lnTo>
                  <a:lnTo>
                    <a:pt x="346247" y="116771"/>
                  </a:lnTo>
                  <a:close/>
                  <a:moveTo>
                    <a:pt x="346247" y="116771"/>
                  </a:moveTo>
                  <a:lnTo>
                    <a:pt x="376150" y="148722"/>
                  </a:lnTo>
                  <a:lnTo>
                    <a:pt x="376150" y="144420"/>
                  </a:lnTo>
                  <a:close/>
                  <a:moveTo>
                    <a:pt x="54922" y="116771"/>
                  </a:moveTo>
                  <a:lnTo>
                    <a:pt x="44722" y="116771"/>
                  </a:lnTo>
                  <a:lnTo>
                    <a:pt x="62854" y="147171"/>
                  </a:lnTo>
                  <a:close/>
                  <a:moveTo>
                    <a:pt x="39109" y="84821"/>
                  </a:moveTo>
                  <a:lnTo>
                    <a:pt x="44722" y="116771"/>
                  </a:lnTo>
                  <a:lnTo>
                    <a:pt x="54922" y="116771"/>
                  </a:lnTo>
                  <a:close/>
                  <a:moveTo>
                    <a:pt x="306529" y="89264"/>
                  </a:moveTo>
                  <a:lnTo>
                    <a:pt x="300198" y="84821"/>
                  </a:lnTo>
                  <a:lnTo>
                    <a:pt x="275366" y="84821"/>
                  </a:lnTo>
                  <a:close/>
                  <a:moveTo>
                    <a:pt x="306529" y="89264"/>
                  </a:moveTo>
                  <a:lnTo>
                    <a:pt x="306529" y="111235"/>
                  </a:lnTo>
                  <a:lnTo>
                    <a:pt x="341339" y="112987"/>
                  </a:lnTo>
                  <a:close/>
                  <a:moveTo>
                    <a:pt x="341339" y="116771"/>
                  </a:moveTo>
                  <a:lnTo>
                    <a:pt x="346247" y="116771"/>
                  </a:lnTo>
                  <a:lnTo>
                    <a:pt x="341339" y="112987"/>
                  </a:lnTo>
                  <a:close/>
                  <a:moveTo>
                    <a:pt x="47264" y="52871"/>
                  </a:moveTo>
                  <a:lnTo>
                    <a:pt x="39109" y="84821"/>
                  </a:lnTo>
                  <a:lnTo>
                    <a:pt x="48566" y="84821"/>
                  </a:lnTo>
                  <a:close/>
                  <a:moveTo>
                    <a:pt x="271718" y="62750"/>
                  </a:moveTo>
                  <a:lnTo>
                    <a:pt x="275366" y="84821"/>
                  </a:lnTo>
                  <a:lnTo>
                    <a:pt x="300198" y="84821"/>
                  </a:lnTo>
                  <a:close/>
                  <a:moveTo>
                    <a:pt x="271718" y="62750"/>
                  </a:moveTo>
                  <a:lnTo>
                    <a:pt x="260182" y="52871"/>
                  </a:lnTo>
                  <a:lnTo>
                    <a:pt x="243286" y="52871"/>
                  </a:lnTo>
                  <a:close/>
                  <a:moveTo>
                    <a:pt x="62854" y="46121"/>
                  </a:moveTo>
                  <a:lnTo>
                    <a:pt x="62854" y="32656"/>
                  </a:lnTo>
                  <a:lnTo>
                    <a:pt x="47264" y="52871"/>
                  </a:lnTo>
                  <a:close/>
                  <a:moveTo>
                    <a:pt x="62854" y="32656"/>
                  </a:moveTo>
                  <a:lnTo>
                    <a:pt x="62854" y="46121"/>
                  </a:lnTo>
                  <a:lnTo>
                    <a:pt x="76174" y="20921"/>
                  </a:lnTo>
                  <a:close/>
                  <a:moveTo>
                    <a:pt x="236907" y="34178"/>
                  </a:moveTo>
                  <a:lnTo>
                    <a:pt x="243286" y="52871"/>
                  </a:lnTo>
                  <a:lnTo>
                    <a:pt x="260182" y="52871"/>
                  </a:lnTo>
                  <a:close/>
                  <a:moveTo>
                    <a:pt x="216617" y="20921"/>
                  </a:moveTo>
                  <a:lnTo>
                    <a:pt x="202097" y="20921"/>
                  </a:lnTo>
                  <a:lnTo>
                    <a:pt x="236907" y="34178"/>
                  </a:lnTo>
                  <a:close/>
                  <a:moveTo>
                    <a:pt x="97665" y="17312"/>
                  </a:moveTo>
                  <a:lnTo>
                    <a:pt x="97665" y="8387"/>
                  </a:lnTo>
                  <a:lnTo>
                    <a:pt x="76174" y="20921"/>
                  </a:lnTo>
                  <a:close/>
                  <a:moveTo>
                    <a:pt x="132476" y="7974"/>
                  </a:moveTo>
                  <a:lnTo>
                    <a:pt x="132476" y="0"/>
                  </a:lnTo>
                  <a:lnTo>
                    <a:pt x="97665" y="8387"/>
                  </a:lnTo>
                  <a:close/>
                  <a:moveTo>
                    <a:pt x="167286" y="9736"/>
                  </a:moveTo>
                  <a:lnTo>
                    <a:pt x="167286" y="1533"/>
                  </a:lnTo>
                  <a:lnTo>
                    <a:pt x="132476" y="0"/>
                  </a:lnTo>
                  <a:close/>
                  <a:moveTo>
                    <a:pt x="167286" y="1533"/>
                  </a:moveTo>
                  <a:lnTo>
                    <a:pt x="167286" y="9736"/>
                  </a:lnTo>
                  <a:lnTo>
                    <a:pt x="202097" y="12603"/>
                  </a:lnTo>
                  <a:close/>
                  <a:moveTo>
                    <a:pt x="202097" y="20921"/>
                  </a:moveTo>
                  <a:lnTo>
                    <a:pt x="216617" y="20921"/>
                  </a:lnTo>
                  <a:lnTo>
                    <a:pt x="202097" y="12603"/>
                  </a:lnTo>
                  <a:close/>
                </a:path>
              </a:pathLst>
            </a:custGeom>
            <a:solidFill>
              <a:srgbClr val="68707A"/>
            </a:solidFill>
            <a:ln w="4001">
              <a:solidFill>
                <a:srgbClr val="B6BABF"/>
              </a:solidFill>
            </a:ln>
          </p:spPr>
        </p:sp>
        <p:sp>
          <p:nvSpPr>
            <p:cNvPr id="3990" name="Candidate_B5__3989">
              <a:extLst>
                <a:ext uri="{FF2B5EF4-FFF2-40B4-BE49-F238E27FC236}">
                  <a16:creationId xmlns:a16="http://schemas.microsoft.com/office/drawing/2014/main" id="{A98992E4-5A72-6D26-839E-923331922339}"/>
                </a:ext>
              </a:extLst>
            </p:cNvPr>
            <p:cNvSpPr>
              <a:spLocks noGrp="1"/>
            </p:cNvSpPr>
            <p:nvPr/>
          </p:nvSpPr>
          <p:spPr>
            <a:xfrm>
              <a:off x="3995764" y="3519488"/>
              <a:ext cx="407335" cy="482550"/>
            </a:xfrm>
            <a:custGeom>
              <a:avLst/>
              <a:gdLst/>
              <a:ahLst/>
              <a:cxnLst/>
              <a:rect l="0" t="0" r="0" b="0"/>
              <a:pathLst>
                <a:path w="407335" h="482550">
                  <a:moveTo>
                    <a:pt x="62854" y="466634"/>
                  </a:moveTo>
                  <a:lnTo>
                    <a:pt x="97665" y="468222"/>
                  </a:lnTo>
                  <a:lnTo>
                    <a:pt x="97665" y="464715"/>
                  </a:lnTo>
                  <a:close/>
                  <a:moveTo>
                    <a:pt x="62854" y="466634"/>
                  </a:moveTo>
                  <a:lnTo>
                    <a:pt x="97665" y="464715"/>
                  </a:lnTo>
                  <a:lnTo>
                    <a:pt x="62854" y="450807"/>
                  </a:lnTo>
                  <a:close/>
                  <a:moveTo>
                    <a:pt x="97665" y="478335"/>
                  </a:moveTo>
                  <a:lnTo>
                    <a:pt x="119953" y="468222"/>
                  </a:lnTo>
                  <a:lnTo>
                    <a:pt x="97665" y="468222"/>
                  </a:lnTo>
                  <a:close/>
                  <a:moveTo>
                    <a:pt x="132476" y="470164"/>
                  </a:moveTo>
                  <a:lnTo>
                    <a:pt x="119953" y="468222"/>
                  </a:lnTo>
                  <a:lnTo>
                    <a:pt x="97665" y="478335"/>
                  </a:lnTo>
                  <a:close/>
                  <a:moveTo>
                    <a:pt x="132476" y="470164"/>
                  </a:moveTo>
                  <a:lnTo>
                    <a:pt x="132476" y="482550"/>
                  </a:lnTo>
                  <a:lnTo>
                    <a:pt x="167286" y="470167"/>
                  </a:lnTo>
                  <a:close/>
                  <a:moveTo>
                    <a:pt x="202097" y="477517"/>
                  </a:moveTo>
                  <a:lnTo>
                    <a:pt x="202097" y="468222"/>
                  </a:lnTo>
                  <a:lnTo>
                    <a:pt x="167286" y="470167"/>
                  </a:lnTo>
                  <a:close/>
                  <a:moveTo>
                    <a:pt x="202097" y="468222"/>
                  </a:moveTo>
                  <a:lnTo>
                    <a:pt x="236907" y="468222"/>
                  </a:lnTo>
                  <a:lnTo>
                    <a:pt x="202097" y="466528"/>
                  </a:lnTo>
                  <a:close/>
                  <a:moveTo>
                    <a:pt x="236907" y="468222"/>
                  </a:moveTo>
                  <a:lnTo>
                    <a:pt x="236907" y="460664"/>
                  </a:lnTo>
                  <a:lnTo>
                    <a:pt x="202097" y="466528"/>
                  </a:lnTo>
                  <a:close/>
                  <a:moveTo>
                    <a:pt x="236907" y="468222"/>
                  </a:moveTo>
                  <a:lnTo>
                    <a:pt x="244503" y="468222"/>
                  </a:lnTo>
                  <a:lnTo>
                    <a:pt x="236907" y="460664"/>
                  </a:lnTo>
                  <a:close/>
                  <a:moveTo>
                    <a:pt x="236907" y="460664"/>
                  </a:moveTo>
                  <a:lnTo>
                    <a:pt x="271718" y="461378"/>
                  </a:lnTo>
                  <a:lnTo>
                    <a:pt x="271718" y="451942"/>
                  </a:lnTo>
                  <a:close/>
                  <a:moveTo>
                    <a:pt x="20620" y="404322"/>
                  </a:moveTo>
                  <a:lnTo>
                    <a:pt x="28044" y="436272"/>
                  </a:lnTo>
                  <a:lnTo>
                    <a:pt x="28044" y="416665"/>
                  </a:lnTo>
                  <a:close/>
                  <a:moveTo>
                    <a:pt x="21121" y="436272"/>
                  </a:moveTo>
                  <a:lnTo>
                    <a:pt x="28044" y="436272"/>
                  </a:lnTo>
                  <a:lnTo>
                    <a:pt x="20620" y="404322"/>
                  </a:lnTo>
                  <a:close/>
                  <a:moveTo>
                    <a:pt x="28044" y="443102"/>
                  </a:moveTo>
                  <a:lnTo>
                    <a:pt x="42888" y="436272"/>
                  </a:lnTo>
                  <a:lnTo>
                    <a:pt x="28044" y="436272"/>
                  </a:lnTo>
                  <a:close/>
                  <a:moveTo>
                    <a:pt x="62854" y="450807"/>
                  </a:moveTo>
                  <a:lnTo>
                    <a:pt x="42888" y="436272"/>
                  </a:lnTo>
                  <a:lnTo>
                    <a:pt x="28044" y="443102"/>
                  </a:lnTo>
                  <a:close/>
                  <a:moveTo>
                    <a:pt x="28044" y="436272"/>
                  </a:moveTo>
                  <a:lnTo>
                    <a:pt x="42888" y="436272"/>
                  </a:lnTo>
                  <a:lnTo>
                    <a:pt x="28044" y="416665"/>
                  </a:lnTo>
                  <a:close/>
                  <a:moveTo>
                    <a:pt x="271718" y="451942"/>
                  </a:moveTo>
                  <a:lnTo>
                    <a:pt x="271718" y="461378"/>
                  </a:lnTo>
                  <a:lnTo>
                    <a:pt x="306529" y="438293"/>
                  </a:lnTo>
                  <a:close/>
                  <a:moveTo>
                    <a:pt x="329054" y="436272"/>
                  </a:moveTo>
                  <a:lnTo>
                    <a:pt x="310274" y="436272"/>
                  </a:lnTo>
                  <a:lnTo>
                    <a:pt x="306529" y="438293"/>
                  </a:lnTo>
                  <a:close/>
                  <a:moveTo>
                    <a:pt x="310274" y="436272"/>
                  </a:moveTo>
                  <a:lnTo>
                    <a:pt x="329054" y="436272"/>
                  </a:lnTo>
                  <a:lnTo>
                    <a:pt x="341339" y="416273"/>
                  </a:lnTo>
                  <a:close/>
                  <a:moveTo>
                    <a:pt x="0" y="372372"/>
                  </a:moveTo>
                  <a:lnTo>
                    <a:pt x="20620" y="404322"/>
                  </a:lnTo>
                  <a:lnTo>
                    <a:pt x="16593" y="372372"/>
                  </a:lnTo>
                  <a:close/>
                  <a:moveTo>
                    <a:pt x="367737" y="404322"/>
                  </a:moveTo>
                  <a:lnTo>
                    <a:pt x="354543" y="404322"/>
                  </a:lnTo>
                  <a:lnTo>
                    <a:pt x="341339" y="416273"/>
                  </a:lnTo>
                  <a:close/>
                  <a:moveTo>
                    <a:pt x="354543" y="404322"/>
                  </a:moveTo>
                  <a:lnTo>
                    <a:pt x="367737" y="404322"/>
                  </a:lnTo>
                  <a:lnTo>
                    <a:pt x="376150" y="372437"/>
                  </a:lnTo>
                  <a:close/>
                  <a:moveTo>
                    <a:pt x="9510" y="340422"/>
                  </a:moveTo>
                  <a:lnTo>
                    <a:pt x="16593" y="372372"/>
                  </a:lnTo>
                  <a:lnTo>
                    <a:pt x="27529" y="340422"/>
                  </a:lnTo>
                  <a:close/>
                  <a:moveTo>
                    <a:pt x="388385" y="372372"/>
                  </a:moveTo>
                  <a:lnTo>
                    <a:pt x="376190" y="372372"/>
                  </a:lnTo>
                  <a:lnTo>
                    <a:pt x="376150" y="372437"/>
                  </a:lnTo>
                  <a:close/>
                  <a:moveTo>
                    <a:pt x="386826" y="340422"/>
                  </a:moveTo>
                  <a:lnTo>
                    <a:pt x="376190" y="372372"/>
                  </a:lnTo>
                  <a:lnTo>
                    <a:pt x="398743" y="340422"/>
                  </a:lnTo>
                  <a:close/>
                  <a:moveTo>
                    <a:pt x="28044" y="339716"/>
                  </a:moveTo>
                  <a:lnTo>
                    <a:pt x="9510" y="340422"/>
                  </a:lnTo>
                  <a:lnTo>
                    <a:pt x="27529" y="340422"/>
                  </a:lnTo>
                  <a:close/>
                  <a:moveTo>
                    <a:pt x="28044" y="339716"/>
                  </a:moveTo>
                  <a:lnTo>
                    <a:pt x="54193" y="308472"/>
                  </a:lnTo>
                  <a:lnTo>
                    <a:pt x="33849" y="308472"/>
                  </a:lnTo>
                  <a:close/>
                  <a:moveTo>
                    <a:pt x="390419" y="308472"/>
                  </a:moveTo>
                  <a:lnTo>
                    <a:pt x="386826" y="340422"/>
                  </a:lnTo>
                  <a:lnTo>
                    <a:pt x="403524" y="308472"/>
                  </a:lnTo>
                  <a:close/>
                  <a:moveTo>
                    <a:pt x="62854" y="300789"/>
                  </a:moveTo>
                  <a:lnTo>
                    <a:pt x="33849" y="308472"/>
                  </a:lnTo>
                  <a:lnTo>
                    <a:pt x="54193" y="308472"/>
                  </a:lnTo>
                  <a:close/>
                  <a:moveTo>
                    <a:pt x="62854" y="300789"/>
                  </a:moveTo>
                  <a:lnTo>
                    <a:pt x="95552" y="276522"/>
                  </a:lnTo>
                  <a:lnTo>
                    <a:pt x="72124" y="276522"/>
                  </a:lnTo>
                  <a:close/>
                  <a:moveTo>
                    <a:pt x="390732" y="276522"/>
                  </a:moveTo>
                  <a:lnTo>
                    <a:pt x="390419" y="308472"/>
                  </a:lnTo>
                  <a:lnTo>
                    <a:pt x="406047" y="276522"/>
                  </a:lnTo>
                  <a:close/>
                  <a:moveTo>
                    <a:pt x="97665" y="274484"/>
                  </a:moveTo>
                  <a:lnTo>
                    <a:pt x="72124" y="276522"/>
                  </a:lnTo>
                  <a:lnTo>
                    <a:pt x="95552" y="276522"/>
                  </a:lnTo>
                  <a:close/>
                  <a:moveTo>
                    <a:pt x="97665" y="274484"/>
                  </a:moveTo>
                  <a:lnTo>
                    <a:pt x="128560" y="244572"/>
                  </a:lnTo>
                  <a:lnTo>
                    <a:pt x="105861" y="244572"/>
                  </a:lnTo>
                  <a:close/>
                  <a:moveTo>
                    <a:pt x="389441" y="244572"/>
                  </a:moveTo>
                  <a:lnTo>
                    <a:pt x="390732" y="276522"/>
                  </a:lnTo>
                  <a:lnTo>
                    <a:pt x="407335" y="244572"/>
                  </a:lnTo>
                  <a:close/>
                  <a:moveTo>
                    <a:pt x="112449" y="212622"/>
                  </a:moveTo>
                  <a:lnTo>
                    <a:pt x="132476" y="223133"/>
                  </a:lnTo>
                  <a:lnTo>
                    <a:pt x="132476" y="212622"/>
                  </a:lnTo>
                  <a:close/>
                  <a:moveTo>
                    <a:pt x="128560" y="244572"/>
                  </a:moveTo>
                  <a:lnTo>
                    <a:pt x="132476" y="223133"/>
                  </a:lnTo>
                  <a:lnTo>
                    <a:pt x="112449" y="212622"/>
                  </a:lnTo>
                  <a:close/>
                  <a:moveTo>
                    <a:pt x="385242" y="212622"/>
                  </a:moveTo>
                  <a:lnTo>
                    <a:pt x="389441" y="244572"/>
                  </a:lnTo>
                  <a:lnTo>
                    <a:pt x="405809" y="212622"/>
                  </a:lnTo>
                  <a:close/>
                  <a:moveTo>
                    <a:pt x="97665" y="180672"/>
                  </a:moveTo>
                  <a:lnTo>
                    <a:pt x="97665" y="188825"/>
                  </a:lnTo>
                  <a:lnTo>
                    <a:pt x="111191" y="180672"/>
                  </a:lnTo>
                  <a:close/>
                  <a:moveTo>
                    <a:pt x="111191" y="180672"/>
                  </a:moveTo>
                  <a:lnTo>
                    <a:pt x="112449" y="212622"/>
                  </a:lnTo>
                  <a:lnTo>
                    <a:pt x="132476" y="209974"/>
                  </a:lnTo>
                  <a:close/>
                  <a:moveTo>
                    <a:pt x="132476" y="209974"/>
                  </a:moveTo>
                  <a:lnTo>
                    <a:pt x="112449" y="212622"/>
                  </a:lnTo>
                  <a:lnTo>
                    <a:pt x="132476" y="212622"/>
                  </a:lnTo>
                  <a:close/>
                  <a:moveTo>
                    <a:pt x="398212" y="180672"/>
                  </a:moveTo>
                  <a:lnTo>
                    <a:pt x="376150" y="180672"/>
                  </a:lnTo>
                  <a:lnTo>
                    <a:pt x="385242" y="212622"/>
                  </a:lnTo>
                  <a:close/>
                  <a:moveTo>
                    <a:pt x="76930" y="148722"/>
                  </a:moveTo>
                  <a:lnTo>
                    <a:pt x="97665" y="180672"/>
                  </a:lnTo>
                  <a:lnTo>
                    <a:pt x="97665" y="169797"/>
                  </a:lnTo>
                  <a:close/>
                  <a:moveTo>
                    <a:pt x="92666" y="180672"/>
                  </a:moveTo>
                  <a:lnTo>
                    <a:pt x="97665" y="180672"/>
                  </a:lnTo>
                  <a:lnTo>
                    <a:pt x="76930" y="148722"/>
                  </a:lnTo>
                  <a:close/>
                  <a:moveTo>
                    <a:pt x="97665" y="180672"/>
                  </a:moveTo>
                  <a:lnTo>
                    <a:pt x="111191" y="180672"/>
                  </a:lnTo>
                  <a:lnTo>
                    <a:pt x="97665" y="169797"/>
                  </a:lnTo>
                  <a:close/>
                  <a:moveTo>
                    <a:pt x="376150" y="180672"/>
                  </a:moveTo>
                  <a:lnTo>
                    <a:pt x="376150" y="148722"/>
                  </a:lnTo>
                  <a:lnTo>
                    <a:pt x="374214" y="180672"/>
                  </a:lnTo>
                  <a:close/>
                  <a:moveTo>
                    <a:pt x="376150" y="148722"/>
                  </a:moveTo>
                  <a:lnTo>
                    <a:pt x="351396" y="148722"/>
                  </a:lnTo>
                  <a:lnTo>
                    <a:pt x="374214" y="180672"/>
                  </a:lnTo>
                  <a:close/>
                  <a:moveTo>
                    <a:pt x="76930" y="148722"/>
                  </a:moveTo>
                  <a:lnTo>
                    <a:pt x="62854" y="129713"/>
                  </a:lnTo>
                  <a:lnTo>
                    <a:pt x="62854" y="147171"/>
                  </a:lnTo>
                  <a:close/>
                  <a:moveTo>
                    <a:pt x="341339" y="139067"/>
                  </a:moveTo>
                  <a:lnTo>
                    <a:pt x="351396" y="148722"/>
                  </a:lnTo>
                  <a:lnTo>
                    <a:pt x="341339" y="116771"/>
                  </a:lnTo>
                  <a:close/>
                  <a:moveTo>
                    <a:pt x="351396" y="148722"/>
                  </a:moveTo>
                  <a:lnTo>
                    <a:pt x="376150" y="148722"/>
                  </a:lnTo>
                  <a:lnTo>
                    <a:pt x="341339" y="116771"/>
                  </a:lnTo>
                  <a:close/>
                  <a:moveTo>
                    <a:pt x="54922" y="116771"/>
                  </a:moveTo>
                  <a:lnTo>
                    <a:pt x="62854" y="147171"/>
                  </a:lnTo>
                  <a:lnTo>
                    <a:pt x="62854" y="129713"/>
                  </a:lnTo>
                  <a:close/>
                  <a:moveTo>
                    <a:pt x="39109" y="84821"/>
                  </a:moveTo>
                  <a:lnTo>
                    <a:pt x="54922" y="116771"/>
                  </a:lnTo>
                  <a:lnTo>
                    <a:pt x="48566" y="84821"/>
                  </a:lnTo>
                  <a:close/>
                  <a:moveTo>
                    <a:pt x="306529" y="111235"/>
                  </a:moveTo>
                  <a:lnTo>
                    <a:pt x="306529" y="89264"/>
                  </a:lnTo>
                  <a:lnTo>
                    <a:pt x="275366" y="84821"/>
                  </a:lnTo>
                  <a:close/>
                  <a:moveTo>
                    <a:pt x="341339" y="112987"/>
                  </a:moveTo>
                  <a:lnTo>
                    <a:pt x="313651" y="116771"/>
                  </a:lnTo>
                  <a:lnTo>
                    <a:pt x="341339" y="116771"/>
                  </a:lnTo>
                  <a:close/>
                  <a:moveTo>
                    <a:pt x="306529" y="111235"/>
                  </a:moveTo>
                  <a:lnTo>
                    <a:pt x="313651" y="116771"/>
                  </a:lnTo>
                  <a:lnTo>
                    <a:pt x="341339" y="112987"/>
                  </a:lnTo>
                  <a:close/>
                  <a:moveTo>
                    <a:pt x="341339" y="139067"/>
                  </a:moveTo>
                  <a:lnTo>
                    <a:pt x="341339" y="116771"/>
                  </a:lnTo>
                  <a:lnTo>
                    <a:pt x="313651" y="116771"/>
                  </a:lnTo>
                  <a:close/>
                  <a:moveTo>
                    <a:pt x="47264" y="52871"/>
                  </a:moveTo>
                  <a:lnTo>
                    <a:pt x="48566" y="84821"/>
                  </a:lnTo>
                  <a:lnTo>
                    <a:pt x="57653" y="52871"/>
                  </a:lnTo>
                  <a:close/>
                  <a:moveTo>
                    <a:pt x="271718" y="62750"/>
                  </a:moveTo>
                  <a:lnTo>
                    <a:pt x="271718" y="81534"/>
                  </a:lnTo>
                  <a:lnTo>
                    <a:pt x="275366" y="84821"/>
                  </a:lnTo>
                  <a:close/>
                  <a:moveTo>
                    <a:pt x="271718" y="81534"/>
                  </a:moveTo>
                  <a:lnTo>
                    <a:pt x="271718" y="62750"/>
                  </a:lnTo>
                  <a:lnTo>
                    <a:pt x="243286" y="52871"/>
                  </a:lnTo>
                  <a:close/>
                  <a:moveTo>
                    <a:pt x="62854" y="46121"/>
                  </a:moveTo>
                  <a:lnTo>
                    <a:pt x="47264" y="52871"/>
                  </a:lnTo>
                  <a:lnTo>
                    <a:pt x="57653" y="52871"/>
                  </a:lnTo>
                  <a:close/>
                  <a:moveTo>
                    <a:pt x="62854" y="46121"/>
                  </a:moveTo>
                  <a:lnTo>
                    <a:pt x="91468" y="20921"/>
                  </a:lnTo>
                  <a:lnTo>
                    <a:pt x="76174" y="20921"/>
                  </a:lnTo>
                  <a:close/>
                  <a:moveTo>
                    <a:pt x="236907" y="34178"/>
                  </a:moveTo>
                  <a:lnTo>
                    <a:pt x="236907" y="47288"/>
                  </a:lnTo>
                  <a:lnTo>
                    <a:pt x="243286" y="52871"/>
                  </a:lnTo>
                  <a:close/>
                  <a:moveTo>
                    <a:pt x="236907" y="34178"/>
                  </a:moveTo>
                  <a:lnTo>
                    <a:pt x="202097" y="20921"/>
                  </a:lnTo>
                  <a:lnTo>
                    <a:pt x="202097" y="22413"/>
                  </a:lnTo>
                  <a:close/>
                  <a:moveTo>
                    <a:pt x="236907" y="34178"/>
                  </a:moveTo>
                  <a:lnTo>
                    <a:pt x="202097" y="22413"/>
                  </a:lnTo>
                  <a:lnTo>
                    <a:pt x="236907" y="47288"/>
                  </a:lnTo>
                  <a:close/>
                  <a:moveTo>
                    <a:pt x="97665" y="17312"/>
                  </a:moveTo>
                  <a:lnTo>
                    <a:pt x="76174" y="20921"/>
                  </a:lnTo>
                  <a:lnTo>
                    <a:pt x="91468" y="20921"/>
                  </a:lnTo>
                  <a:close/>
                  <a:moveTo>
                    <a:pt x="132476" y="7974"/>
                  </a:moveTo>
                  <a:lnTo>
                    <a:pt x="97665" y="8387"/>
                  </a:lnTo>
                  <a:lnTo>
                    <a:pt x="97665" y="17312"/>
                  </a:lnTo>
                  <a:close/>
                  <a:moveTo>
                    <a:pt x="167286" y="9736"/>
                  </a:moveTo>
                  <a:lnTo>
                    <a:pt x="132476" y="0"/>
                  </a:lnTo>
                  <a:lnTo>
                    <a:pt x="132476" y="7974"/>
                  </a:lnTo>
                  <a:close/>
                  <a:moveTo>
                    <a:pt x="202097" y="12603"/>
                  </a:moveTo>
                  <a:lnTo>
                    <a:pt x="198547" y="20921"/>
                  </a:lnTo>
                  <a:lnTo>
                    <a:pt x="202097" y="20921"/>
                  </a:lnTo>
                  <a:close/>
                  <a:moveTo>
                    <a:pt x="167286" y="9736"/>
                  </a:moveTo>
                  <a:lnTo>
                    <a:pt x="198547" y="20921"/>
                  </a:lnTo>
                  <a:lnTo>
                    <a:pt x="202097" y="12603"/>
                  </a:lnTo>
                  <a:close/>
                </a:path>
              </a:pathLst>
            </a:custGeom>
            <a:solidFill>
              <a:srgbClr val="6C747E"/>
            </a:solidFill>
            <a:ln w="4001">
              <a:solidFill>
                <a:srgbClr val="B6BABF"/>
              </a:solidFill>
            </a:ln>
          </p:spPr>
        </p:sp>
        <p:sp>
          <p:nvSpPr>
            <p:cNvPr id="3991" name="Candidate_B5__3990">
              <a:extLst>
                <a:ext uri="{FF2B5EF4-FFF2-40B4-BE49-F238E27FC236}">
                  <a16:creationId xmlns:a16="http://schemas.microsoft.com/office/drawing/2014/main" id="{28D45705-4B54-4512-2F5D-2638D913793F}"/>
                </a:ext>
              </a:extLst>
            </p:cNvPr>
            <p:cNvSpPr>
              <a:spLocks noGrp="1"/>
            </p:cNvSpPr>
            <p:nvPr/>
          </p:nvSpPr>
          <p:spPr>
            <a:xfrm>
              <a:off x="4012356" y="3527461"/>
              <a:ext cx="374139" cy="462193"/>
            </a:xfrm>
            <a:custGeom>
              <a:avLst/>
              <a:gdLst/>
              <a:ahLst/>
              <a:cxnLst/>
              <a:rect l="0" t="0" r="0" b="0"/>
              <a:pathLst>
                <a:path w="374139" h="462193">
                  <a:moveTo>
                    <a:pt x="81072" y="460248"/>
                  </a:moveTo>
                  <a:lnTo>
                    <a:pt x="103360" y="460248"/>
                  </a:lnTo>
                  <a:lnTo>
                    <a:pt x="81072" y="456742"/>
                  </a:lnTo>
                  <a:close/>
                  <a:moveTo>
                    <a:pt x="150693" y="462193"/>
                  </a:moveTo>
                  <a:lnTo>
                    <a:pt x="185504" y="460248"/>
                  </a:lnTo>
                  <a:lnTo>
                    <a:pt x="168168" y="460248"/>
                  </a:lnTo>
                  <a:close/>
                  <a:moveTo>
                    <a:pt x="168168" y="460248"/>
                  </a:moveTo>
                  <a:lnTo>
                    <a:pt x="185504" y="460248"/>
                  </a:lnTo>
                  <a:lnTo>
                    <a:pt x="185504" y="458554"/>
                  </a:lnTo>
                  <a:close/>
                  <a:moveTo>
                    <a:pt x="115883" y="204648"/>
                  </a:moveTo>
                  <a:lnTo>
                    <a:pt x="117726" y="204648"/>
                  </a:lnTo>
                  <a:lnTo>
                    <a:pt x="115883" y="202001"/>
                  </a:lnTo>
                  <a:close/>
                  <a:moveTo>
                    <a:pt x="115883" y="204648"/>
                  </a:moveTo>
                  <a:lnTo>
                    <a:pt x="115883" y="215159"/>
                  </a:lnTo>
                  <a:lnTo>
                    <a:pt x="117726" y="204648"/>
                  </a:lnTo>
                  <a:close/>
                  <a:moveTo>
                    <a:pt x="368649" y="204648"/>
                  </a:moveTo>
                  <a:lnTo>
                    <a:pt x="359557" y="172698"/>
                  </a:lnTo>
                  <a:lnTo>
                    <a:pt x="359557" y="177761"/>
                  </a:lnTo>
                  <a:close/>
                  <a:moveTo>
                    <a:pt x="359557" y="177761"/>
                  </a:moveTo>
                  <a:lnTo>
                    <a:pt x="359557" y="172698"/>
                  </a:lnTo>
                  <a:lnTo>
                    <a:pt x="357621" y="172698"/>
                  </a:lnTo>
                  <a:close/>
                  <a:moveTo>
                    <a:pt x="185504" y="14440"/>
                  </a:moveTo>
                  <a:lnTo>
                    <a:pt x="185504" y="12948"/>
                  </a:lnTo>
                  <a:lnTo>
                    <a:pt x="181954" y="12948"/>
                  </a:lnTo>
                  <a:close/>
                  <a:moveTo>
                    <a:pt x="103360" y="460248"/>
                  </a:moveTo>
                  <a:lnTo>
                    <a:pt x="115883" y="462191"/>
                  </a:lnTo>
                  <a:lnTo>
                    <a:pt x="115883" y="460248"/>
                  </a:lnTo>
                  <a:close/>
                  <a:moveTo>
                    <a:pt x="103360" y="460248"/>
                  </a:moveTo>
                  <a:lnTo>
                    <a:pt x="115883" y="460248"/>
                  </a:lnTo>
                  <a:lnTo>
                    <a:pt x="81072" y="456742"/>
                  </a:lnTo>
                  <a:close/>
                  <a:moveTo>
                    <a:pt x="150693" y="460248"/>
                  </a:moveTo>
                  <a:lnTo>
                    <a:pt x="115883" y="462191"/>
                  </a:lnTo>
                  <a:lnTo>
                    <a:pt x="150693" y="462193"/>
                  </a:lnTo>
                  <a:close/>
                  <a:moveTo>
                    <a:pt x="150693" y="460248"/>
                  </a:moveTo>
                  <a:lnTo>
                    <a:pt x="115883" y="460248"/>
                  </a:lnTo>
                  <a:lnTo>
                    <a:pt x="115883" y="462191"/>
                  </a:lnTo>
                  <a:close/>
                  <a:moveTo>
                    <a:pt x="150693" y="460248"/>
                  </a:moveTo>
                  <a:lnTo>
                    <a:pt x="150693" y="462193"/>
                  </a:lnTo>
                  <a:lnTo>
                    <a:pt x="168168" y="460248"/>
                  </a:lnTo>
                  <a:close/>
                  <a:moveTo>
                    <a:pt x="26295" y="428298"/>
                  </a:moveTo>
                  <a:lnTo>
                    <a:pt x="46261" y="442833"/>
                  </a:lnTo>
                  <a:lnTo>
                    <a:pt x="46261" y="428298"/>
                  </a:lnTo>
                  <a:close/>
                  <a:moveTo>
                    <a:pt x="289936" y="428298"/>
                  </a:moveTo>
                  <a:lnTo>
                    <a:pt x="255125" y="443968"/>
                  </a:lnTo>
                  <a:lnTo>
                    <a:pt x="289936" y="430319"/>
                  </a:lnTo>
                  <a:close/>
                  <a:moveTo>
                    <a:pt x="289936" y="428298"/>
                  </a:moveTo>
                  <a:lnTo>
                    <a:pt x="289936" y="430319"/>
                  </a:lnTo>
                  <a:lnTo>
                    <a:pt x="293681" y="428298"/>
                  </a:lnTo>
                  <a:close/>
                  <a:moveTo>
                    <a:pt x="293681" y="428298"/>
                  </a:moveTo>
                  <a:lnTo>
                    <a:pt x="324747" y="408300"/>
                  </a:lnTo>
                  <a:lnTo>
                    <a:pt x="289936" y="428298"/>
                  </a:lnTo>
                  <a:close/>
                  <a:moveTo>
                    <a:pt x="4027" y="396348"/>
                  </a:moveTo>
                  <a:lnTo>
                    <a:pt x="11451" y="408691"/>
                  </a:lnTo>
                  <a:lnTo>
                    <a:pt x="11451" y="396348"/>
                  </a:lnTo>
                  <a:close/>
                  <a:moveTo>
                    <a:pt x="0" y="364398"/>
                  </a:moveTo>
                  <a:lnTo>
                    <a:pt x="11451" y="396348"/>
                  </a:lnTo>
                  <a:lnTo>
                    <a:pt x="11451" y="364398"/>
                  </a:lnTo>
                  <a:close/>
                  <a:moveTo>
                    <a:pt x="0" y="364398"/>
                  </a:moveTo>
                  <a:lnTo>
                    <a:pt x="4027" y="396348"/>
                  </a:lnTo>
                  <a:lnTo>
                    <a:pt x="11451" y="396348"/>
                  </a:lnTo>
                  <a:close/>
                  <a:moveTo>
                    <a:pt x="324747" y="396348"/>
                  </a:moveTo>
                  <a:lnTo>
                    <a:pt x="324747" y="408300"/>
                  </a:lnTo>
                  <a:lnTo>
                    <a:pt x="337950" y="396348"/>
                  </a:lnTo>
                  <a:close/>
                  <a:moveTo>
                    <a:pt x="337950" y="396348"/>
                  </a:moveTo>
                  <a:lnTo>
                    <a:pt x="359557" y="364464"/>
                  </a:lnTo>
                  <a:lnTo>
                    <a:pt x="324747" y="396348"/>
                  </a:lnTo>
                  <a:close/>
                  <a:moveTo>
                    <a:pt x="10937" y="332448"/>
                  </a:moveTo>
                  <a:lnTo>
                    <a:pt x="11451" y="364398"/>
                  </a:lnTo>
                  <a:lnTo>
                    <a:pt x="11451" y="332448"/>
                  </a:lnTo>
                  <a:close/>
                  <a:moveTo>
                    <a:pt x="10937" y="332448"/>
                  </a:moveTo>
                  <a:lnTo>
                    <a:pt x="0" y="364398"/>
                  </a:lnTo>
                  <a:lnTo>
                    <a:pt x="11451" y="364398"/>
                  </a:lnTo>
                  <a:close/>
                  <a:moveTo>
                    <a:pt x="359557" y="364398"/>
                  </a:moveTo>
                  <a:lnTo>
                    <a:pt x="359557" y="364464"/>
                  </a:lnTo>
                  <a:lnTo>
                    <a:pt x="359597" y="364398"/>
                  </a:lnTo>
                  <a:close/>
                  <a:moveTo>
                    <a:pt x="359557" y="332448"/>
                  </a:moveTo>
                  <a:lnTo>
                    <a:pt x="359597" y="364398"/>
                  </a:lnTo>
                  <a:lnTo>
                    <a:pt x="370234" y="332448"/>
                  </a:lnTo>
                  <a:close/>
                  <a:moveTo>
                    <a:pt x="359557" y="332448"/>
                  </a:moveTo>
                  <a:lnTo>
                    <a:pt x="359557" y="364398"/>
                  </a:lnTo>
                  <a:lnTo>
                    <a:pt x="359597" y="364398"/>
                  </a:lnTo>
                  <a:close/>
                  <a:moveTo>
                    <a:pt x="11451" y="331742"/>
                  </a:moveTo>
                  <a:lnTo>
                    <a:pt x="10937" y="332448"/>
                  </a:lnTo>
                  <a:lnTo>
                    <a:pt x="11451" y="332448"/>
                  </a:lnTo>
                  <a:close/>
                  <a:moveTo>
                    <a:pt x="11451" y="332448"/>
                  </a:moveTo>
                  <a:lnTo>
                    <a:pt x="37600" y="300498"/>
                  </a:lnTo>
                  <a:lnTo>
                    <a:pt x="11451" y="331742"/>
                  </a:lnTo>
                  <a:close/>
                  <a:moveTo>
                    <a:pt x="46261" y="300498"/>
                  </a:moveTo>
                  <a:lnTo>
                    <a:pt x="37600" y="300498"/>
                  </a:lnTo>
                  <a:lnTo>
                    <a:pt x="11451" y="332448"/>
                  </a:lnTo>
                  <a:close/>
                  <a:moveTo>
                    <a:pt x="359557" y="300498"/>
                  </a:moveTo>
                  <a:lnTo>
                    <a:pt x="370234" y="332448"/>
                  </a:lnTo>
                  <a:lnTo>
                    <a:pt x="373826" y="300498"/>
                  </a:lnTo>
                  <a:close/>
                  <a:moveTo>
                    <a:pt x="46261" y="292815"/>
                  </a:moveTo>
                  <a:lnTo>
                    <a:pt x="37600" y="300498"/>
                  </a:lnTo>
                  <a:lnTo>
                    <a:pt x="46261" y="300498"/>
                  </a:lnTo>
                  <a:close/>
                  <a:moveTo>
                    <a:pt x="359557" y="268548"/>
                  </a:moveTo>
                  <a:lnTo>
                    <a:pt x="373826" y="300498"/>
                  </a:lnTo>
                  <a:lnTo>
                    <a:pt x="374139" y="268548"/>
                  </a:lnTo>
                  <a:close/>
                  <a:moveTo>
                    <a:pt x="81072" y="266510"/>
                  </a:moveTo>
                  <a:lnTo>
                    <a:pt x="78959" y="268548"/>
                  </a:lnTo>
                  <a:lnTo>
                    <a:pt x="81072" y="268548"/>
                  </a:lnTo>
                  <a:close/>
                  <a:moveTo>
                    <a:pt x="81072" y="268548"/>
                  </a:moveTo>
                  <a:lnTo>
                    <a:pt x="111967" y="236598"/>
                  </a:lnTo>
                  <a:lnTo>
                    <a:pt x="81072" y="266510"/>
                  </a:lnTo>
                  <a:close/>
                  <a:moveTo>
                    <a:pt x="115883" y="236598"/>
                  </a:moveTo>
                  <a:lnTo>
                    <a:pt x="111967" y="236598"/>
                  </a:lnTo>
                  <a:lnTo>
                    <a:pt x="81072" y="268548"/>
                  </a:lnTo>
                  <a:close/>
                  <a:moveTo>
                    <a:pt x="359557" y="236598"/>
                  </a:moveTo>
                  <a:lnTo>
                    <a:pt x="374139" y="268548"/>
                  </a:lnTo>
                  <a:lnTo>
                    <a:pt x="372849" y="236598"/>
                  </a:lnTo>
                  <a:close/>
                  <a:moveTo>
                    <a:pt x="115883" y="215159"/>
                  </a:moveTo>
                  <a:lnTo>
                    <a:pt x="111967" y="236598"/>
                  </a:lnTo>
                  <a:lnTo>
                    <a:pt x="115883" y="236598"/>
                  </a:lnTo>
                  <a:close/>
                  <a:moveTo>
                    <a:pt x="115883" y="236598"/>
                  </a:moveTo>
                  <a:lnTo>
                    <a:pt x="117726" y="204648"/>
                  </a:lnTo>
                  <a:lnTo>
                    <a:pt x="115883" y="215159"/>
                  </a:lnTo>
                  <a:close/>
                  <a:moveTo>
                    <a:pt x="150693" y="204648"/>
                  </a:moveTo>
                  <a:lnTo>
                    <a:pt x="117726" y="204648"/>
                  </a:lnTo>
                  <a:lnTo>
                    <a:pt x="115883" y="236598"/>
                  </a:lnTo>
                  <a:close/>
                  <a:moveTo>
                    <a:pt x="359557" y="204648"/>
                  </a:moveTo>
                  <a:lnTo>
                    <a:pt x="372849" y="236598"/>
                  </a:lnTo>
                  <a:lnTo>
                    <a:pt x="368649" y="204648"/>
                  </a:lnTo>
                  <a:close/>
                  <a:moveTo>
                    <a:pt x="359557" y="204648"/>
                  </a:moveTo>
                  <a:lnTo>
                    <a:pt x="359557" y="236598"/>
                  </a:lnTo>
                  <a:lnTo>
                    <a:pt x="372849" y="236598"/>
                  </a:lnTo>
                  <a:close/>
                  <a:moveTo>
                    <a:pt x="150693" y="204648"/>
                  </a:moveTo>
                  <a:lnTo>
                    <a:pt x="115883" y="202001"/>
                  </a:lnTo>
                  <a:lnTo>
                    <a:pt x="117726" y="204648"/>
                  </a:lnTo>
                  <a:close/>
                  <a:moveTo>
                    <a:pt x="359557" y="204648"/>
                  </a:moveTo>
                  <a:lnTo>
                    <a:pt x="368649" y="204648"/>
                  </a:lnTo>
                  <a:lnTo>
                    <a:pt x="359557" y="177761"/>
                  </a:lnTo>
                  <a:close/>
                  <a:moveTo>
                    <a:pt x="357621" y="172698"/>
                  </a:moveTo>
                  <a:lnTo>
                    <a:pt x="359557" y="204648"/>
                  </a:lnTo>
                  <a:lnTo>
                    <a:pt x="359557" y="177761"/>
                  </a:lnTo>
                  <a:close/>
                  <a:moveTo>
                    <a:pt x="94598" y="172698"/>
                  </a:moveTo>
                  <a:lnTo>
                    <a:pt x="115883" y="202001"/>
                  </a:lnTo>
                  <a:lnTo>
                    <a:pt x="115883" y="172698"/>
                  </a:lnTo>
                  <a:close/>
                  <a:moveTo>
                    <a:pt x="324747" y="140748"/>
                  </a:moveTo>
                  <a:lnTo>
                    <a:pt x="357621" y="172698"/>
                  </a:lnTo>
                  <a:lnTo>
                    <a:pt x="334804" y="140748"/>
                  </a:lnTo>
                  <a:close/>
                  <a:moveTo>
                    <a:pt x="60337" y="140748"/>
                  </a:moveTo>
                  <a:lnTo>
                    <a:pt x="81072" y="161823"/>
                  </a:lnTo>
                  <a:lnTo>
                    <a:pt x="81072" y="140748"/>
                  </a:lnTo>
                  <a:close/>
                  <a:moveTo>
                    <a:pt x="289936" y="108798"/>
                  </a:moveTo>
                  <a:lnTo>
                    <a:pt x="324747" y="131094"/>
                  </a:lnTo>
                  <a:lnTo>
                    <a:pt x="297058" y="108798"/>
                  </a:lnTo>
                  <a:close/>
                  <a:moveTo>
                    <a:pt x="324747" y="140748"/>
                  </a:moveTo>
                  <a:lnTo>
                    <a:pt x="324747" y="131094"/>
                  </a:lnTo>
                  <a:lnTo>
                    <a:pt x="289936" y="108798"/>
                  </a:lnTo>
                  <a:close/>
                  <a:moveTo>
                    <a:pt x="324747" y="140748"/>
                  </a:moveTo>
                  <a:lnTo>
                    <a:pt x="334804" y="140748"/>
                  </a:lnTo>
                  <a:lnTo>
                    <a:pt x="324747" y="131094"/>
                  </a:lnTo>
                  <a:close/>
                  <a:moveTo>
                    <a:pt x="38329" y="108798"/>
                  </a:moveTo>
                  <a:lnTo>
                    <a:pt x="46261" y="121739"/>
                  </a:lnTo>
                  <a:lnTo>
                    <a:pt x="46261" y="108798"/>
                  </a:lnTo>
                  <a:close/>
                  <a:moveTo>
                    <a:pt x="31973" y="76848"/>
                  </a:moveTo>
                  <a:lnTo>
                    <a:pt x="38329" y="108798"/>
                  </a:lnTo>
                  <a:lnTo>
                    <a:pt x="46261" y="108798"/>
                  </a:lnTo>
                  <a:close/>
                  <a:moveTo>
                    <a:pt x="255125" y="76848"/>
                  </a:moveTo>
                  <a:lnTo>
                    <a:pt x="289936" y="103261"/>
                  </a:lnTo>
                  <a:lnTo>
                    <a:pt x="258773" y="76848"/>
                  </a:lnTo>
                  <a:close/>
                  <a:moveTo>
                    <a:pt x="289936" y="108798"/>
                  </a:moveTo>
                  <a:lnTo>
                    <a:pt x="289936" y="103261"/>
                  </a:lnTo>
                  <a:lnTo>
                    <a:pt x="255125" y="76848"/>
                  </a:lnTo>
                  <a:close/>
                  <a:moveTo>
                    <a:pt x="289936" y="108798"/>
                  </a:moveTo>
                  <a:lnTo>
                    <a:pt x="297058" y="108798"/>
                  </a:lnTo>
                  <a:lnTo>
                    <a:pt x="289936" y="103261"/>
                  </a:lnTo>
                  <a:close/>
                  <a:moveTo>
                    <a:pt x="41060" y="44898"/>
                  </a:moveTo>
                  <a:lnTo>
                    <a:pt x="46261" y="76848"/>
                  </a:lnTo>
                  <a:lnTo>
                    <a:pt x="46261" y="44898"/>
                  </a:lnTo>
                  <a:close/>
                  <a:moveTo>
                    <a:pt x="41060" y="44898"/>
                  </a:moveTo>
                  <a:lnTo>
                    <a:pt x="31973" y="76848"/>
                  </a:lnTo>
                  <a:lnTo>
                    <a:pt x="46261" y="76848"/>
                  </a:lnTo>
                  <a:close/>
                  <a:moveTo>
                    <a:pt x="220315" y="44898"/>
                  </a:moveTo>
                  <a:lnTo>
                    <a:pt x="255125" y="73560"/>
                  </a:lnTo>
                  <a:lnTo>
                    <a:pt x="226693" y="44898"/>
                  </a:lnTo>
                  <a:close/>
                  <a:moveTo>
                    <a:pt x="255125" y="76848"/>
                  </a:moveTo>
                  <a:lnTo>
                    <a:pt x="255125" y="73560"/>
                  </a:lnTo>
                  <a:lnTo>
                    <a:pt x="220315" y="44898"/>
                  </a:lnTo>
                  <a:close/>
                  <a:moveTo>
                    <a:pt x="255125" y="76848"/>
                  </a:moveTo>
                  <a:lnTo>
                    <a:pt x="258773" y="76848"/>
                  </a:lnTo>
                  <a:lnTo>
                    <a:pt x="255125" y="73560"/>
                  </a:lnTo>
                  <a:close/>
                  <a:moveTo>
                    <a:pt x="46261" y="38148"/>
                  </a:moveTo>
                  <a:lnTo>
                    <a:pt x="41060" y="44898"/>
                  </a:lnTo>
                  <a:lnTo>
                    <a:pt x="46261" y="44898"/>
                  </a:lnTo>
                  <a:close/>
                  <a:moveTo>
                    <a:pt x="181954" y="12948"/>
                  </a:moveTo>
                  <a:lnTo>
                    <a:pt x="150693" y="12948"/>
                  </a:lnTo>
                  <a:lnTo>
                    <a:pt x="185504" y="14440"/>
                  </a:lnTo>
                  <a:close/>
                  <a:moveTo>
                    <a:pt x="220315" y="44898"/>
                  </a:moveTo>
                  <a:lnTo>
                    <a:pt x="226693" y="44898"/>
                  </a:lnTo>
                  <a:lnTo>
                    <a:pt x="220315" y="39314"/>
                  </a:lnTo>
                  <a:close/>
                  <a:moveTo>
                    <a:pt x="81072" y="9338"/>
                  </a:moveTo>
                  <a:lnTo>
                    <a:pt x="74875" y="12948"/>
                  </a:lnTo>
                  <a:lnTo>
                    <a:pt x="81072" y="12948"/>
                  </a:lnTo>
                  <a:close/>
                  <a:moveTo>
                    <a:pt x="81072" y="12948"/>
                  </a:moveTo>
                  <a:lnTo>
                    <a:pt x="115883" y="0"/>
                  </a:lnTo>
                  <a:lnTo>
                    <a:pt x="81072" y="9338"/>
                  </a:lnTo>
                  <a:close/>
                  <a:moveTo>
                    <a:pt x="81072" y="12948"/>
                  </a:moveTo>
                  <a:lnTo>
                    <a:pt x="115883" y="12948"/>
                  </a:lnTo>
                  <a:lnTo>
                    <a:pt x="115883" y="0"/>
                  </a:lnTo>
                  <a:close/>
                  <a:moveTo>
                    <a:pt x="115883" y="12948"/>
                  </a:moveTo>
                  <a:lnTo>
                    <a:pt x="150693" y="1762"/>
                  </a:lnTo>
                  <a:lnTo>
                    <a:pt x="115883" y="0"/>
                  </a:lnTo>
                  <a:close/>
                  <a:moveTo>
                    <a:pt x="150693" y="12948"/>
                  </a:moveTo>
                  <a:lnTo>
                    <a:pt x="181954" y="12948"/>
                  </a:lnTo>
                  <a:lnTo>
                    <a:pt x="150693" y="1762"/>
                  </a:lnTo>
                  <a:close/>
                </a:path>
              </a:pathLst>
            </a:custGeom>
            <a:solidFill>
              <a:srgbClr val="717982"/>
            </a:solidFill>
            <a:ln w="4001">
              <a:solidFill>
                <a:srgbClr val="B6BABF"/>
              </a:solidFill>
            </a:ln>
          </p:spPr>
        </p:sp>
        <p:sp>
          <p:nvSpPr>
            <p:cNvPr id="3992" name="Candidate_B5__3991">
              <a:extLst>
                <a:ext uri="{FF2B5EF4-FFF2-40B4-BE49-F238E27FC236}">
                  <a16:creationId xmlns:a16="http://schemas.microsoft.com/office/drawing/2014/main" id="{9C76DFD2-7DEF-9FA0-2E12-388D062714B1}"/>
                </a:ext>
              </a:extLst>
            </p:cNvPr>
            <p:cNvSpPr>
              <a:spLocks noGrp="1"/>
            </p:cNvSpPr>
            <p:nvPr/>
          </p:nvSpPr>
          <p:spPr>
            <a:xfrm>
              <a:off x="4023807" y="3529223"/>
              <a:ext cx="362688" cy="458486"/>
            </a:xfrm>
            <a:custGeom>
              <a:avLst/>
              <a:gdLst/>
              <a:ahLst/>
              <a:cxnLst/>
              <a:rect l="0" t="0" r="0" b="0"/>
              <a:pathLst>
                <a:path w="362688" h="458486">
                  <a:moveTo>
                    <a:pt x="69621" y="454980"/>
                  </a:moveTo>
                  <a:lnTo>
                    <a:pt x="104432" y="458486"/>
                  </a:lnTo>
                  <a:lnTo>
                    <a:pt x="104432" y="436050"/>
                  </a:lnTo>
                  <a:close/>
                  <a:moveTo>
                    <a:pt x="69621" y="454980"/>
                  </a:moveTo>
                  <a:lnTo>
                    <a:pt x="104432" y="436050"/>
                  </a:lnTo>
                  <a:lnTo>
                    <a:pt x="69621" y="427264"/>
                  </a:lnTo>
                  <a:close/>
                  <a:moveTo>
                    <a:pt x="104432" y="458486"/>
                  </a:moveTo>
                  <a:lnTo>
                    <a:pt x="139243" y="458486"/>
                  </a:lnTo>
                  <a:lnTo>
                    <a:pt x="104432" y="436050"/>
                  </a:lnTo>
                  <a:close/>
                  <a:moveTo>
                    <a:pt x="139243" y="458486"/>
                  </a:moveTo>
                  <a:lnTo>
                    <a:pt x="139243" y="438069"/>
                  </a:lnTo>
                  <a:lnTo>
                    <a:pt x="104432" y="436050"/>
                  </a:lnTo>
                  <a:close/>
                  <a:moveTo>
                    <a:pt x="139243" y="458486"/>
                  </a:moveTo>
                  <a:lnTo>
                    <a:pt x="156717" y="458486"/>
                  </a:lnTo>
                  <a:lnTo>
                    <a:pt x="139243" y="438069"/>
                  </a:lnTo>
                  <a:close/>
                  <a:moveTo>
                    <a:pt x="139243" y="438069"/>
                  </a:moveTo>
                  <a:lnTo>
                    <a:pt x="156717" y="458486"/>
                  </a:lnTo>
                  <a:lnTo>
                    <a:pt x="174053" y="456792"/>
                  </a:lnTo>
                  <a:close/>
                  <a:moveTo>
                    <a:pt x="139243" y="438069"/>
                  </a:moveTo>
                  <a:lnTo>
                    <a:pt x="174053" y="456792"/>
                  </a:lnTo>
                  <a:lnTo>
                    <a:pt x="174053" y="435853"/>
                  </a:lnTo>
                  <a:close/>
                  <a:moveTo>
                    <a:pt x="0" y="394586"/>
                  </a:moveTo>
                  <a:lnTo>
                    <a:pt x="0" y="406929"/>
                  </a:lnTo>
                  <a:lnTo>
                    <a:pt x="29944" y="394586"/>
                  </a:lnTo>
                  <a:close/>
                  <a:moveTo>
                    <a:pt x="0" y="406929"/>
                  </a:moveTo>
                  <a:lnTo>
                    <a:pt x="14844" y="426536"/>
                  </a:lnTo>
                  <a:lnTo>
                    <a:pt x="29944" y="394586"/>
                  </a:lnTo>
                  <a:close/>
                  <a:moveTo>
                    <a:pt x="29944" y="394586"/>
                  </a:moveTo>
                  <a:lnTo>
                    <a:pt x="14844" y="426536"/>
                  </a:lnTo>
                  <a:lnTo>
                    <a:pt x="34811" y="400552"/>
                  </a:lnTo>
                  <a:close/>
                  <a:moveTo>
                    <a:pt x="34811" y="400552"/>
                  </a:moveTo>
                  <a:lnTo>
                    <a:pt x="14844" y="426536"/>
                  </a:lnTo>
                  <a:lnTo>
                    <a:pt x="34811" y="426536"/>
                  </a:lnTo>
                  <a:close/>
                  <a:moveTo>
                    <a:pt x="34811" y="441071"/>
                  </a:moveTo>
                  <a:lnTo>
                    <a:pt x="68109" y="426536"/>
                  </a:lnTo>
                  <a:lnTo>
                    <a:pt x="34811" y="426536"/>
                  </a:lnTo>
                  <a:close/>
                  <a:moveTo>
                    <a:pt x="69621" y="427264"/>
                  </a:moveTo>
                  <a:lnTo>
                    <a:pt x="68109" y="426536"/>
                  </a:lnTo>
                  <a:lnTo>
                    <a:pt x="34811" y="441071"/>
                  </a:lnTo>
                  <a:close/>
                  <a:moveTo>
                    <a:pt x="69621" y="454980"/>
                  </a:moveTo>
                  <a:lnTo>
                    <a:pt x="69621" y="427264"/>
                  </a:lnTo>
                  <a:lnTo>
                    <a:pt x="34811" y="441071"/>
                  </a:lnTo>
                  <a:close/>
                  <a:moveTo>
                    <a:pt x="174053" y="456792"/>
                  </a:moveTo>
                  <a:lnTo>
                    <a:pt x="208864" y="450928"/>
                  </a:lnTo>
                  <a:lnTo>
                    <a:pt x="208864" y="430381"/>
                  </a:lnTo>
                  <a:close/>
                  <a:moveTo>
                    <a:pt x="174053" y="435853"/>
                  </a:moveTo>
                  <a:lnTo>
                    <a:pt x="174053" y="456792"/>
                  </a:lnTo>
                  <a:lnTo>
                    <a:pt x="208864" y="430381"/>
                  </a:lnTo>
                  <a:close/>
                  <a:moveTo>
                    <a:pt x="243675" y="442206"/>
                  </a:moveTo>
                  <a:lnTo>
                    <a:pt x="243675" y="426536"/>
                  </a:lnTo>
                  <a:lnTo>
                    <a:pt x="208864" y="430381"/>
                  </a:lnTo>
                  <a:close/>
                  <a:moveTo>
                    <a:pt x="208864" y="450928"/>
                  </a:moveTo>
                  <a:lnTo>
                    <a:pt x="243675" y="442206"/>
                  </a:lnTo>
                  <a:lnTo>
                    <a:pt x="208864" y="430381"/>
                  </a:lnTo>
                  <a:close/>
                  <a:moveTo>
                    <a:pt x="278485" y="426536"/>
                  </a:moveTo>
                  <a:lnTo>
                    <a:pt x="243675" y="426536"/>
                  </a:lnTo>
                  <a:lnTo>
                    <a:pt x="243675" y="442206"/>
                  </a:lnTo>
                  <a:close/>
                  <a:moveTo>
                    <a:pt x="243675" y="426536"/>
                  </a:moveTo>
                  <a:lnTo>
                    <a:pt x="278485" y="426536"/>
                  </a:lnTo>
                  <a:lnTo>
                    <a:pt x="243675" y="420905"/>
                  </a:lnTo>
                  <a:close/>
                  <a:moveTo>
                    <a:pt x="278485" y="426536"/>
                  </a:moveTo>
                  <a:lnTo>
                    <a:pt x="278485" y="405311"/>
                  </a:lnTo>
                  <a:lnTo>
                    <a:pt x="243675" y="420905"/>
                  </a:lnTo>
                  <a:close/>
                  <a:moveTo>
                    <a:pt x="278485" y="405311"/>
                  </a:moveTo>
                  <a:lnTo>
                    <a:pt x="313296" y="406538"/>
                  </a:lnTo>
                  <a:lnTo>
                    <a:pt x="313296" y="394586"/>
                  </a:lnTo>
                  <a:close/>
                  <a:moveTo>
                    <a:pt x="278485" y="426536"/>
                  </a:moveTo>
                  <a:lnTo>
                    <a:pt x="313296" y="406538"/>
                  </a:lnTo>
                  <a:lnTo>
                    <a:pt x="278485" y="405311"/>
                  </a:lnTo>
                  <a:close/>
                  <a:moveTo>
                    <a:pt x="23351" y="362636"/>
                  </a:moveTo>
                  <a:lnTo>
                    <a:pt x="0" y="362636"/>
                  </a:lnTo>
                  <a:lnTo>
                    <a:pt x="0" y="394586"/>
                  </a:lnTo>
                  <a:close/>
                  <a:moveTo>
                    <a:pt x="313296" y="374482"/>
                  </a:moveTo>
                  <a:lnTo>
                    <a:pt x="348107" y="362636"/>
                  </a:lnTo>
                  <a:lnTo>
                    <a:pt x="322011" y="362636"/>
                  </a:lnTo>
                  <a:close/>
                  <a:moveTo>
                    <a:pt x="313296" y="374482"/>
                  </a:moveTo>
                  <a:lnTo>
                    <a:pt x="348107" y="362702"/>
                  </a:lnTo>
                  <a:lnTo>
                    <a:pt x="348107" y="362636"/>
                  </a:lnTo>
                  <a:close/>
                  <a:moveTo>
                    <a:pt x="313296" y="394586"/>
                  </a:moveTo>
                  <a:lnTo>
                    <a:pt x="348107" y="362702"/>
                  </a:lnTo>
                  <a:lnTo>
                    <a:pt x="313296" y="374482"/>
                  </a:lnTo>
                  <a:close/>
                  <a:moveTo>
                    <a:pt x="0" y="362636"/>
                  </a:moveTo>
                  <a:lnTo>
                    <a:pt x="34811" y="330686"/>
                  </a:lnTo>
                  <a:lnTo>
                    <a:pt x="0" y="330686"/>
                  </a:lnTo>
                  <a:close/>
                  <a:moveTo>
                    <a:pt x="348107" y="362636"/>
                  </a:moveTo>
                  <a:lnTo>
                    <a:pt x="348107" y="330686"/>
                  </a:lnTo>
                  <a:lnTo>
                    <a:pt x="322011" y="362636"/>
                  </a:lnTo>
                  <a:close/>
                  <a:moveTo>
                    <a:pt x="34811" y="330686"/>
                  </a:moveTo>
                  <a:lnTo>
                    <a:pt x="34811" y="298736"/>
                  </a:lnTo>
                  <a:lnTo>
                    <a:pt x="0" y="330686"/>
                  </a:lnTo>
                  <a:close/>
                  <a:moveTo>
                    <a:pt x="348107" y="298736"/>
                  </a:moveTo>
                  <a:lnTo>
                    <a:pt x="348107" y="330686"/>
                  </a:lnTo>
                  <a:lnTo>
                    <a:pt x="358783" y="330686"/>
                  </a:lnTo>
                  <a:close/>
                  <a:moveTo>
                    <a:pt x="348107" y="330686"/>
                  </a:moveTo>
                  <a:lnTo>
                    <a:pt x="348107" y="298736"/>
                  </a:lnTo>
                  <a:lnTo>
                    <a:pt x="332965" y="330686"/>
                  </a:lnTo>
                  <a:close/>
                  <a:moveTo>
                    <a:pt x="69621" y="266786"/>
                  </a:moveTo>
                  <a:lnTo>
                    <a:pt x="67509" y="266786"/>
                  </a:lnTo>
                  <a:lnTo>
                    <a:pt x="69621" y="298508"/>
                  </a:lnTo>
                  <a:close/>
                  <a:moveTo>
                    <a:pt x="67509" y="266786"/>
                  </a:moveTo>
                  <a:lnTo>
                    <a:pt x="34811" y="291053"/>
                  </a:lnTo>
                  <a:lnTo>
                    <a:pt x="69621" y="298508"/>
                  </a:lnTo>
                  <a:close/>
                  <a:moveTo>
                    <a:pt x="69621" y="298508"/>
                  </a:moveTo>
                  <a:lnTo>
                    <a:pt x="34811" y="291053"/>
                  </a:lnTo>
                  <a:lnTo>
                    <a:pt x="69329" y="298736"/>
                  </a:lnTo>
                  <a:close/>
                  <a:moveTo>
                    <a:pt x="69329" y="298736"/>
                  </a:moveTo>
                  <a:lnTo>
                    <a:pt x="34811" y="291053"/>
                  </a:lnTo>
                  <a:lnTo>
                    <a:pt x="34811" y="298736"/>
                  </a:lnTo>
                  <a:close/>
                  <a:moveTo>
                    <a:pt x="348107" y="266786"/>
                  </a:moveTo>
                  <a:lnTo>
                    <a:pt x="348107" y="298736"/>
                  </a:lnTo>
                  <a:lnTo>
                    <a:pt x="362376" y="298736"/>
                  </a:lnTo>
                  <a:close/>
                  <a:moveTo>
                    <a:pt x="348107" y="298736"/>
                  </a:moveTo>
                  <a:lnTo>
                    <a:pt x="348107" y="266786"/>
                  </a:lnTo>
                  <a:lnTo>
                    <a:pt x="334559" y="298736"/>
                  </a:lnTo>
                  <a:close/>
                  <a:moveTo>
                    <a:pt x="104432" y="266786"/>
                  </a:moveTo>
                  <a:lnTo>
                    <a:pt x="104432" y="234836"/>
                  </a:lnTo>
                  <a:lnTo>
                    <a:pt x="69621" y="266786"/>
                  </a:lnTo>
                  <a:close/>
                  <a:moveTo>
                    <a:pt x="104432" y="266786"/>
                  </a:moveTo>
                  <a:lnTo>
                    <a:pt x="69621" y="266786"/>
                  </a:lnTo>
                  <a:lnTo>
                    <a:pt x="104432" y="274107"/>
                  </a:lnTo>
                  <a:close/>
                  <a:moveTo>
                    <a:pt x="69621" y="266786"/>
                  </a:moveTo>
                  <a:lnTo>
                    <a:pt x="69621" y="298508"/>
                  </a:lnTo>
                  <a:lnTo>
                    <a:pt x="104432" y="274107"/>
                  </a:lnTo>
                  <a:close/>
                  <a:moveTo>
                    <a:pt x="104432" y="266786"/>
                  </a:moveTo>
                  <a:lnTo>
                    <a:pt x="139243" y="234836"/>
                  </a:lnTo>
                  <a:lnTo>
                    <a:pt x="104432" y="234836"/>
                  </a:lnTo>
                  <a:close/>
                  <a:moveTo>
                    <a:pt x="348107" y="234836"/>
                  </a:moveTo>
                  <a:lnTo>
                    <a:pt x="348107" y="266786"/>
                  </a:lnTo>
                  <a:lnTo>
                    <a:pt x="362688" y="266786"/>
                  </a:lnTo>
                  <a:close/>
                  <a:moveTo>
                    <a:pt x="348107" y="266786"/>
                  </a:moveTo>
                  <a:lnTo>
                    <a:pt x="348107" y="234836"/>
                  </a:lnTo>
                  <a:lnTo>
                    <a:pt x="330677" y="266786"/>
                  </a:lnTo>
                  <a:close/>
                  <a:moveTo>
                    <a:pt x="139243" y="234836"/>
                  </a:moveTo>
                  <a:lnTo>
                    <a:pt x="139243" y="202886"/>
                  </a:lnTo>
                  <a:lnTo>
                    <a:pt x="104432" y="234836"/>
                  </a:lnTo>
                  <a:close/>
                  <a:moveTo>
                    <a:pt x="348107" y="234836"/>
                  </a:moveTo>
                  <a:lnTo>
                    <a:pt x="348107" y="202886"/>
                  </a:lnTo>
                  <a:lnTo>
                    <a:pt x="323754" y="234836"/>
                  </a:lnTo>
                  <a:close/>
                  <a:moveTo>
                    <a:pt x="104432" y="170936"/>
                  </a:moveTo>
                  <a:lnTo>
                    <a:pt x="104432" y="200239"/>
                  </a:lnTo>
                  <a:lnTo>
                    <a:pt x="139243" y="202886"/>
                  </a:lnTo>
                  <a:close/>
                  <a:moveTo>
                    <a:pt x="139243" y="170936"/>
                  </a:moveTo>
                  <a:lnTo>
                    <a:pt x="104432" y="170936"/>
                  </a:lnTo>
                  <a:lnTo>
                    <a:pt x="139243" y="202886"/>
                  </a:lnTo>
                  <a:close/>
                  <a:moveTo>
                    <a:pt x="313354" y="202886"/>
                  </a:moveTo>
                  <a:lnTo>
                    <a:pt x="348107" y="202886"/>
                  </a:lnTo>
                  <a:lnTo>
                    <a:pt x="313296" y="170936"/>
                  </a:lnTo>
                  <a:close/>
                  <a:moveTo>
                    <a:pt x="313296" y="170936"/>
                  </a:moveTo>
                  <a:lnTo>
                    <a:pt x="348107" y="202886"/>
                  </a:lnTo>
                  <a:lnTo>
                    <a:pt x="346170" y="170936"/>
                  </a:lnTo>
                  <a:close/>
                  <a:moveTo>
                    <a:pt x="69621" y="138986"/>
                  </a:moveTo>
                  <a:lnTo>
                    <a:pt x="69621" y="160061"/>
                  </a:lnTo>
                  <a:lnTo>
                    <a:pt x="88756" y="138986"/>
                  </a:lnTo>
                  <a:close/>
                  <a:moveTo>
                    <a:pt x="69621" y="160061"/>
                  </a:moveTo>
                  <a:lnTo>
                    <a:pt x="83147" y="170936"/>
                  </a:lnTo>
                  <a:lnTo>
                    <a:pt x="88756" y="138986"/>
                  </a:lnTo>
                  <a:close/>
                  <a:moveTo>
                    <a:pt x="88756" y="138986"/>
                  </a:moveTo>
                  <a:lnTo>
                    <a:pt x="83147" y="170936"/>
                  </a:lnTo>
                  <a:lnTo>
                    <a:pt x="104432" y="150433"/>
                  </a:lnTo>
                  <a:close/>
                  <a:moveTo>
                    <a:pt x="104432" y="150433"/>
                  </a:moveTo>
                  <a:lnTo>
                    <a:pt x="83147" y="170936"/>
                  </a:lnTo>
                  <a:lnTo>
                    <a:pt x="104432" y="170936"/>
                  </a:lnTo>
                  <a:close/>
                  <a:moveTo>
                    <a:pt x="313296" y="138986"/>
                  </a:moveTo>
                  <a:lnTo>
                    <a:pt x="313296" y="170936"/>
                  </a:lnTo>
                  <a:lnTo>
                    <a:pt x="346170" y="170936"/>
                  </a:lnTo>
                  <a:close/>
                  <a:moveTo>
                    <a:pt x="278485" y="138986"/>
                  </a:moveTo>
                  <a:lnTo>
                    <a:pt x="313296" y="170936"/>
                  </a:lnTo>
                  <a:lnTo>
                    <a:pt x="313296" y="138986"/>
                  </a:lnTo>
                  <a:close/>
                  <a:moveTo>
                    <a:pt x="34811" y="107036"/>
                  </a:moveTo>
                  <a:lnTo>
                    <a:pt x="34811" y="119977"/>
                  </a:lnTo>
                  <a:lnTo>
                    <a:pt x="56269" y="107036"/>
                  </a:lnTo>
                  <a:close/>
                  <a:moveTo>
                    <a:pt x="34811" y="119977"/>
                  </a:moveTo>
                  <a:lnTo>
                    <a:pt x="48887" y="138986"/>
                  </a:lnTo>
                  <a:lnTo>
                    <a:pt x="56269" y="107036"/>
                  </a:lnTo>
                  <a:close/>
                  <a:moveTo>
                    <a:pt x="56269" y="107036"/>
                  </a:moveTo>
                  <a:lnTo>
                    <a:pt x="48887" y="138986"/>
                  </a:lnTo>
                  <a:lnTo>
                    <a:pt x="69621" y="123412"/>
                  </a:lnTo>
                  <a:close/>
                  <a:moveTo>
                    <a:pt x="69621" y="123412"/>
                  </a:moveTo>
                  <a:lnTo>
                    <a:pt x="48887" y="138986"/>
                  </a:lnTo>
                  <a:lnTo>
                    <a:pt x="69621" y="138986"/>
                  </a:lnTo>
                  <a:close/>
                  <a:moveTo>
                    <a:pt x="278485" y="138986"/>
                  </a:moveTo>
                  <a:lnTo>
                    <a:pt x="313296" y="138986"/>
                  </a:lnTo>
                  <a:lnTo>
                    <a:pt x="278485" y="107036"/>
                  </a:lnTo>
                  <a:close/>
                  <a:moveTo>
                    <a:pt x="243675" y="107036"/>
                  </a:moveTo>
                  <a:lnTo>
                    <a:pt x="278485" y="138986"/>
                  </a:lnTo>
                  <a:lnTo>
                    <a:pt x="278485" y="107036"/>
                  </a:lnTo>
                  <a:close/>
                  <a:moveTo>
                    <a:pt x="20522" y="75086"/>
                  </a:moveTo>
                  <a:lnTo>
                    <a:pt x="34811" y="107036"/>
                  </a:lnTo>
                  <a:lnTo>
                    <a:pt x="34811" y="75086"/>
                  </a:lnTo>
                  <a:close/>
                  <a:moveTo>
                    <a:pt x="47961" y="75086"/>
                  </a:moveTo>
                  <a:lnTo>
                    <a:pt x="34811" y="75086"/>
                  </a:lnTo>
                  <a:lnTo>
                    <a:pt x="34811" y="107036"/>
                  </a:lnTo>
                  <a:close/>
                  <a:moveTo>
                    <a:pt x="243675" y="107036"/>
                  </a:moveTo>
                  <a:lnTo>
                    <a:pt x="278485" y="107036"/>
                  </a:lnTo>
                  <a:lnTo>
                    <a:pt x="243675" y="75086"/>
                  </a:lnTo>
                  <a:close/>
                  <a:moveTo>
                    <a:pt x="208864" y="75086"/>
                  </a:moveTo>
                  <a:lnTo>
                    <a:pt x="243675" y="107036"/>
                  </a:lnTo>
                  <a:lnTo>
                    <a:pt x="243675" y="75086"/>
                  </a:lnTo>
                  <a:close/>
                  <a:moveTo>
                    <a:pt x="61353" y="43136"/>
                  </a:moveTo>
                  <a:lnTo>
                    <a:pt x="34811" y="43136"/>
                  </a:lnTo>
                  <a:lnTo>
                    <a:pt x="34811" y="75086"/>
                  </a:lnTo>
                  <a:close/>
                  <a:moveTo>
                    <a:pt x="208864" y="75086"/>
                  </a:moveTo>
                  <a:lnTo>
                    <a:pt x="243675" y="75086"/>
                  </a:lnTo>
                  <a:lnTo>
                    <a:pt x="208864" y="43136"/>
                  </a:lnTo>
                  <a:close/>
                  <a:moveTo>
                    <a:pt x="208864" y="75086"/>
                  </a:moveTo>
                  <a:lnTo>
                    <a:pt x="208864" y="43136"/>
                  </a:lnTo>
                  <a:lnTo>
                    <a:pt x="205420" y="75086"/>
                  </a:lnTo>
                  <a:close/>
                  <a:moveTo>
                    <a:pt x="208864" y="43136"/>
                  </a:moveTo>
                  <a:lnTo>
                    <a:pt x="177618" y="43136"/>
                  </a:lnTo>
                  <a:lnTo>
                    <a:pt x="205420" y="75086"/>
                  </a:lnTo>
                  <a:close/>
                  <a:moveTo>
                    <a:pt x="69621" y="11186"/>
                  </a:moveTo>
                  <a:lnTo>
                    <a:pt x="63424" y="11186"/>
                  </a:lnTo>
                  <a:lnTo>
                    <a:pt x="69621" y="35785"/>
                  </a:lnTo>
                  <a:close/>
                  <a:moveTo>
                    <a:pt x="63424" y="11186"/>
                  </a:moveTo>
                  <a:lnTo>
                    <a:pt x="34811" y="36386"/>
                  </a:lnTo>
                  <a:lnTo>
                    <a:pt x="69621" y="35785"/>
                  </a:lnTo>
                  <a:close/>
                  <a:moveTo>
                    <a:pt x="69621" y="35785"/>
                  </a:moveTo>
                  <a:lnTo>
                    <a:pt x="34811" y="36386"/>
                  </a:lnTo>
                  <a:lnTo>
                    <a:pt x="61353" y="43136"/>
                  </a:lnTo>
                  <a:close/>
                  <a:moveTo>
                    <a:pt x="61353" y="43136"/>
                  </a:moveTo>
                  <a:lnTo>
                    <a:pt x="34811" y="36386"/>
                  </a:lnTo>
                  <a:lnTo>
                    <a:pt x="34811" y="43136"/>
                  </a:lnTo>
                  <a:close/>
                  <a:moveTo>
                    <a:pt x="174053" y="12678"/>
                  </a:moveTo>
                  <a:lnTo>
                    <a:pt x="139243" y="11186"/>
                  </a:lnTo>
                  <a:lnTo>
                    <a:pt x="139243" y="23768"/>
                  </a:lnTo>
                  <a:close/>
                  <a:moveTo>
                    <a:pt x="174053" y="12678"/>
                  </a:moveTo>
                  <a:lnTo>
                    <a:pt x="139243" y="23768"/>
                  </a:lnTo>
                  <a:lnTo>
                    <a:pt x="174053" y="40343"/>
                  </a:lnTo>
                  <a:close/>
                  <a:moveTo>
                    <a:pt x="208864" y="37552"/>
                  </a:moveTo>
                  <a:lnTo>
                    <a:pt x="177618" y="43136"/>
                  </a:lnTo>
                  <a:lnTo>
                    <a:pt x="208864" y="43136"/>
                  </a:lnTo>
                  <a:close/>
                  <a:moveTo>
                    <a:pt x="174053" y="40343"/>
                  </a:moveTo>
                  <a:lnTo>
                    <a:pt x="177618" y="43136"/>
                  </a:lnTo>
                  <a:lnTo>
                    <a:pt x="208864" y="37552"/>
                  </a:lnTo>
                  <a:close/>
                  <a:moveTo>
                    <a:pt x="174053" y="12678"/>
                  </a:moveTo>
                  <a:lnTo>
                    <a:pt x="174053" y="40343"/>
                  </a:lnTo>
                  <a:lnTo>
                    <a:pt x="208864" y="37552"/>
                  </a:lnTo>
                  <a:close/>
                  <a:moveTo>
                    <a:pt x="104432" y="11186"/>
                  </a:moveTo>
                  <a:lnTo>
                    <a:pt x="69621" y="11186"/>
                  </a:lnTo>
                  <a:lnTo>
                    <a:pt x="104432" y="21622"/>
                  </a:lnTo>
                  <a:close/>
                  <a:moveTo>
                    <a:pt x="69621" y="11186"/>
                  </a:moveTo>
                  <a:lnTo>
                    <a:pt x="69621" y="35785"/>
                  </a:lnTo>
                  <a:lnTo>
                    <a:pt x="104432" y="21622"/>
                  </a:lnTo>
                  <a:close/>
                  <a:moveTo>
                    <a:pt x="104432" y="11186"/>
                  </a:moveTo>
                  <a:lnTo>
                    <a:pt x="139243" y="11186"/>
                  </a:lnTo>
                  <a:lnTo>
                    <a:pt x="139243" y="0"/>
                  </a:lnTo>
                  <a:close/>
                  <a:moveTo>
                    <a:pt x="139243" y="11186"/>
                  </a:moveTo>
                  <a:lnTo>
                    <a:pt x="104432" y="11186"/>
                  </a:lnTo>
                  <a:lnTo>
                    <a:pt x="139243" y="23768"/>
                  </a:lnTo>
                  <a:close/>
                </a:path>
              </a:pathLst>
            </a:custGeom>
            <a:solidFill>
              <a:srgbClr val="757D86"/>
            </a:solidFill>
            <a:ln w="4001">
              <a:solidFill>
                <a:srgbClr val="B6BABF"/>
              </a:solidFill>
            </a:ln>
          </p:spPr>
        </p:sp>
        <p:sp>
          <p:nvSpPr>
            <p:cNvPr id="3993" name="Candidate_B5__3992">
              <a:extLst>
                <a:ext uri="{FF2B5EF4-FFF2-40B4-BE49-F238E27FC236}">
                  <a16:creationId xmlns:a16="http://schemas.microsoft.com/office/drawing/2014/main" id="{C08B36A5-4F95-4A34-6FC7-658EEDBD2938}"/>
                </a:ext>
              </a:extLst>
            </p:cNvPr>
            <p:cNvSpPr>
              <a:spLocks noGrp="1"/>
            </p:cNvSpPr>
            <p:nvPr/>
          </p:nvSpPr>
          <p:spPr>
            <a:xfrm>
              <a:off x="4023807" y="3540409"/>
              <a:ext cx="348107" cy="426883"/>
            </a:xfrm>
            <a:custGeom>
              <a:avLst/>
              <a:gdLst/>
              <a:ahLst/>
              <a:cxnLst/>
              <a:rect l="0" t="0" r="0" b="0"/>
              <a:pathLst>
                <a:path w="348107" h="426883">
                  <a:moveTo>
                    <a:pt x="34811" y="415351"/>
                  </a:moveTo>
                  <a:lnTo>
                    <a:pt x="68109" y="415351"/>
                  </a:lnTo>
                  <a:lnTo>
                    <a:pt x="34811" y="389366"/>
                  </a:lnTo>
                  <a:close/>
                  <a:moveTo>
                    <a:pt x="208864" y="419195"/>
                  </a:moveTo>
                  <a:lnTo>
                    <a:pt x="243675" y="415351"/>
                  </a:lnTo>
                  <a:lnTo>
                    <a:pt x="223631" y="415351"/>
                  </a:lnTo>
                  <a:close/>
                  <a:moveTo>
                    <a:pt x="223631" y="415351"/>
                  </a:moveTo>
                  <a:lnTo>
                    <a:pt x="243675" y="415351"/>
                  </a:lnTo>
                  <a:lnTo>
                    <a:pt x="243675" y="409720"/>
                  </a:lnTo>
                  <a:close/>
                  <a:moveTo>
                    <a:pt x="278485" y="394125"/>
                  </a:moveTo>
                  <a:lnTo>
                    <a:pt x="313296" y="383401"/>
                  </a:lnTo>
                  <a:lnTo>
                    <a:pt x="294146" y="383401"/>
                  </a:lnTo>
                  <a:close/>
                  <a:moveTo>
                    <a:pt x="29944" y="383401"/>
                  </a:moveTo>
                  <a:lnTo>
                    <a:pt x="23351" y="351451"/>
                  </a:lnTo>
                  <a:lnTo>
                    <a:pt x="0" y="383401"/>
                  </a:lnTo>
                  <a:close/>
                  <a:moveTo>
                    <a:pt x="294146" y="383401"/>
                  </a:moveTo>
                  <a:lnTo>
                    <a:pt x="313296" y="383401"/>
                  </a:lnTo>
                  <a:lnTo>
                    <a:pt x="313296" y="363297"/>
                  </a:lnTo>
                  <a:close/>
                  <a:moveTo>
                    <a:pt x="23351" y="351451"/>
                  </a:moveTo>
                  <a:lnTo>
                    <a:pt x="34811" y="322294"/>
                  </a:lnTo>
                  <a:lnTo>
                    <a:pt x="0" y="351451"/>
                  </a:lnTo>
                  <a:close/>
                  <a:moveTo>
                    <a:pt x="0" y="351451"/>
                  </a:moveTo>
                  <a:lnTo>
                    <a:pt x="34811" y="322294"/>
                  </a:lnTo>
                  <a:lnTo>
                    <a:pt x="34811" y="319501"/>
                  </a:lnTo>
                  <a:close/>
                  <a:moveTo>
                    <a:pt x="348107" y="319501"/>
                  </a:moveTo>
                  <a:lnTo>
                    <a:pt x="332965" y="319501"/>
                  </a:lnTo>
                  <a:lnTo>
                    <a:pt x="322011" y="351451"/>
                  </a:lnTo>
                  <a:close/>
                  <a:moveTo>
                    <a:pt x="36076" y="319501"/>
                  </a:moveTo>
                  <a:lnTo>
                    <a:pt x="69329" y="287551"/>
                  </a:lnTo>
                  <a:lnTo>
                    <a:pt x="34811" y="319501"/>
                  </a:lnTo>
                  <a:close/>
                  <a:moveTo>
                    <a:pt x="69329" y="287551"/>
                  </a:moveTo>
                  <a:lnTo>
                    <a:pt x="34811" y="287551"/>
                  </a:lnTo>
                  <a:lnTo>
                    <a:pt x="34811" y="319501"/>
                  </a:lnTo>
                  <a:close/>
                  <a:moveTo>
                    <a:pt x="34811" y="319501"/>
                  </a:moveTo>
                  <a:lnTo>
                    <a:pt x="34811" y="322294"/>
                  </a:lnTo>
                  <a:lnTo>
                    <a:pt x="36076" y="319501"/>
                  </a:lnTo>
                  <a:close/>
                  <a:moveTo>
                    <a:pt x="348107" y="287551"/>
                  </a:moveTo>
                  <a:lnTo>
                    <a:pt x="334559" y="287551"/>
                  </a:lnTo>
                  <a:lnTo>
                    <a:pt x="332965" y="319501"/>
                  </a:lnTo>
                  <a:close/>
                  <a:moveTo>
                    <a:pt x="348107" y="255601"/>
                  </a:moveTo>
                  <a:lnTo>
                    <a:pt x="330677" y="255601"/>
                  </a:lnTo>
                  <a:lnTo>
                    <a:pt x="334559" y="287551"/>
                  </a:lnTo>
                  <a:close/>
                  <a:moveTo>
                    <a:pt x="115233" y="255601"/>
                  </a:moveTo>
                  <a:lnTo>
                    <a:pt x="139243" y="232363"/>
                  </a:lnTo>
                  <a:lnTo>
                    <a:pt x="104432" y="255601"/>
                  </a:lnTo>
                  <a:close/>
                  <a:moveTo>
                    <a:pt x="104432" y="255601"/>
                  </a:moveTo>
                  <a:lnTo>
                    <a:pt x="139243" y="232363"/>
                  </a:lnTo>
                  <a:lnTo>
                    <a:pt x="139243" y="223650"/>
                  </a:lnTo>
                  <a:close/>
                  <a:moveTo>
                    <a:pt x="104432" y="255601"/>
                  </a:moveTo>
                  <a:lnTo>
                    <a:pt x="104432" y="262921"/>
                  </a:lnTo>
                  <a:lnTo>
                    <a:pt x="115233" y="255601"/>
                  </a:lnTo>
                  <a:close/>
                  <a:moveTo>
                    <a:pt x="348107" y="223650"/>
                  </a:moveTo>
                  <a:lnTo>
                    <a:pt x="323754" y="223650"/>
                  </a:lnTo>
                  <a:lnTo>
                    <a:pt x="330677" y="255601"/>
                  </a:lnTo>
                  <a:close/>
                  <a:moveTo>
                    <a:pt x="148428" y="223650"/>
                  </a:moveTo>
                  <a:lnTo>
                    <a:pt x="159683" y="191700"/>
                  </a:lnTo>
                  <a:lnTo>
                    <a:pt x="139243" y="223650"/>
                  </a:lnTo>
                  <a:close/>
                  <a:moveTo>
                    <a:pt x="159683" y="191700"/>
                  </a:moveTo>
                  <a:lnTo>
                    <a:pt x="139243" y="191700"/>
                  </a:lnTo>
                  <a:lnTo>
                    <a:pt x="139243" y="223650"/>
                  </a:lnTo>
                  <a:close/>
                  <a:moveTo>
                    <a:pt x="139243" y="223650"/>
                  </a:moveTo>
                  <a:lnTo>
                    <a:pt x="139243" y="232363"/>
                  </a:lnTo>
                  <a:lnTo>
                    <a:pt x="148428" y="223650"/>
                  </a:lnTo>
                  <a:close/>
                  <a:moveTo>
                    <a:pt x="348107" y="191700"/>
                  </a:moveTo>
                  <a:lnTo>
                    <a:pt x="313354" y="191700"/>
                  </a:lnTo>
                  <a:lnTo>
                    <a:pt x="323754" y="223650"/>
                  </a:lnTo>
                  <a:close/>
                  <a:moveTo>
                    <a:pt x="159683" y="191700"/>
                  </a:moveTo>
                  <a:lnTo>
                    <a:pt x="139961" y="159750"/>
                  </a:lnTo>
                  <a:lnTo>
                    <a:pt x="139243" y="191700"/>
                  </a:lnTo>
                  <a:close/>
                  <a:moveTo>
                    <a:pt x="139961" y="159750"/>
                  </a:moveTo>
                  <a:lnTo>
                    <a:pt x="139243" y="159750"/>
                  </a:lnTo>
                  <a:lnTo>
                    <a:pt x="139243" y="191700"/>
                  </a:lnTo>
                  <a:close/>
                  <a:moveTo>
                    <a:pt x="313296" y="191586"/>
                  </a:moveTo>
                  <a:lnTo>
                    <a:pt x="313354" y="191700"/>
                  </a:lnTo>
                  <a:lnTo>
                    <a:pt x="313296" y="159750"/>
                  </a:lnTo>
                  <a:close/>
                  <a:moveTo>
                    <a:pt x="104432" y="159750"/>
                  </a:moveTo>
                  <a:lnTo>
                    <a:pt x="139243" y="159750"/>
                  </a:lnTo>
                  <a:lnTo>
                    <a:pt x="104432" y="139247"/>
                  </a:lnTo>
                  <a:close/>
                  <a:moveTo>
                    <a:pt x="139243" y="159750"/>
                  </a:moveTo>
                  <a:lnTo>
                    <a:pt x="139243" y="159365"/>
                  </a:lnTo>
                  <a:lnTo>
                    <a:pt x="104432" y="139247"/>
                  </a:lnTo>
                  <a:close/>
                  <a:moveTo>
                    <a:pt x="139243" y="159750"/>
                  </a:moveTo>
                  <a:lnTo>
                    <a:pt x="139961" y="159750"/>
                  </a:lnTo>
                  <a:lnTo>
                    <a:pt x="139243" y="159365"/>
                  </a:lnTo>
                  <a:close/>
                  <a:moveTo>
                    <a:pt x="278485" y="147402"/>
                  </a:moveTo>
                  <a:lnTo>
                    <a:pt x="290416" y="159750"/>
                  </a:lnTo>
                  <a:lnTo>
                    <a:pt x="278485" y="127800"/>
                  </a:lnTo>
                  <a:close/>
                  <a:moveTo>
                    <a:pt x="278485" y="127800"/>
                  </a:moveTo>
                  <a:lnTo>
                    <a:pt x="290416" y="159750"/>
                  </a:lnTo>
                  <a:lnTo>
                    <a:pt x="313296" y="159750"/>
                  </a:lnTo>
                  <a:close/>
                  <a:moveTo>
                    <a:pt x="313296" y="191586"/>
                  </a:moveTo>
                  <a:lnTo>
                    <a:pt x="313296" y="159750"/>
                  </a:lnTo>
                  <a:lnTo>
                    <a:pt x="290416" y="159750"/>
                  </a:lnTo>
                  <a:close/>
                  <a:moveTo>
                    <a:pt x="69621" y="127800"/>
                  </a:moveTo>
                  <a:lnTo>
                    <a:pt x="88756" y="127800"/>
                  </a:lnTo>
                  <a:lnTo>
                    <a:pt x="69621" y="112227"/>
                  </a:lnTo>
                  <a:close/>
                  <a:moveTo>
                    <a:pt x="243675" y="117647"/>
                  </a:moveTo>
                  <a:lnTo>
                    <a:pt x="254562" y="127800"/>
                  </a:lnTo>
                  <a:lnTo>
                    <a:pt x="243675" y="95850"/>
                  </a:lnTo>
                  <a:close/>
                  <a:moveTo>
                    <a:pt x="243675" y="95850"/>
                  </a:moveTo>
                  <a:lnTo>
                    <a:pt x="254562" y="127800"/>
                  </a:lnTo>
                  <a:lnTo>
                    <a:pt x="278485" y="127800"/>
                  </a:lnTo>
                  <a:close/>
                  <a:moveTo>
                    <a:pt x="278485" y="147402"/>
                  </a:moveTo>
                  <a:lnTo>
                    <a:pt x="278485" y="127800"/>
                  </a:lnTo>
                  <a:lnTo>
                    <a:pt x="254562" y="127800"/>
                  </a:lnTo>
                  <a:close/>
                  <a:moveTo>
                    <a:pt x="56269" y="95850"/>
                  </a:moveTo>
                  <a:lnTo>
                    <a:pt x="47961" y="63900"/>
                  </a:lnTo>
                  <a:lnTo>
                    <a:pt x="34811" y="95850"/>
                  </a:lnTo>
                  <a:close/>
                  <a:moveTo>
                    <a:pt x="208864" y="70163"/>
                  </a:moveTo>
                  <a:lnTo>
                    <a:pt x="225991" y="95850"/>
                  </a:lnTo>
                  <a:lnTo>
                    <a:pt x="208864" y="63900"/>
                  </a:lnTo>
                  <a:close/>
                  <a:moveTo>
                    <a:pt x="208864" y="63900"/>
                  </a:moveTo>
                  <a:lnTo>
                    <a:pt x="225991" y="95850"/>
                  </a:lnTo>
                  <a:lnTo>
                    <a:pt x="243675" y="95850"/>
                  </a:lnTo>
                  <a:close/>
                  <a:moveTo>
                    <a:pt x="243675" y="117647"/>
                  </a:moveTo>
                  <a:lnTo>
                    <a:pt x="243675" y="95850"/>
                  </a:lnTo>
                  <a:lnTo>
                    <a:pt x="225991" y="95850"/>
                  </a:lnTo>
                  <a:close/>
                  <a:moveTo>
                    <a:pt x="47961" y="63900"/>
                  </a:moveTo>
                  <a:lnTo>
                    <a:pt x="61353" y="31950"/>
                  </a:lnTo>
                  <a:lnTo>
                    <a:pt x="34811" y="63900"/>
                  </a:lnTo>
                  <a:close/>
                  <a:moveTo>
                    <a:pt x="208864" y="70163"/>
                  </a:moveTo>
                  <a:lnTo>
                    <a:pt x="208864" y="63900"/>
                  </a:lnTo>
                  <a:lnTo>
                    <a:pt x="205420" y="63900"/>
                  </a:lnTo>
                  <a:close/>
                  <a:moveTo>
                    <a:pt x="104432" y="0"/>
                  </a:moveTo>
                  <a:lnTo>
                    <a:pt x="104432" y="10436"/>
                  </a:lnTo>
                  <a:lnTo>
                    <a:pt x="139243" y="12582"/>
                  </a:lnTo>
                  <a:close/>
                  <a:moveTo>
                    <a:pt x="68109" y="415351"/>
                  </a:moveTo>
                  <a:lnTo>
                    <a:pt x="69621" y="416079"/>
                  </a:lnTo>
                  <a:lnTo>
                    <a:pt x="69621" y="415351"/>
                  </a:lnTo>
                  <a:close/>
                  <a:moveTo>
                    <a:pt x="69621" y="415351"/>
                  </a:moveTo>
                  <a:lnTo>
                    <a:pt x="34811" y="389366"/>
                  </a:lnTo>
                  <a:lnTo>
                    <a:pt x="68109" y="415351"/>
                  </a:lnTo>
                  <a:close/>
                  <a:moveTo>
                    <a:pt x="34811" y="383401"/>
                  </a:moveTo>
                  <a:lnTo>
                    <a:pt x="34811" y="389366"/>
                  </a:lnTo>
                  <a:lnTo>
                    <a:pt x="69621" y="415351"/>
                  </a:lnTo>
                  <a:close/>
                  <a:moveTo>
                    <a:pt x="104432" y="415351"/>
                  </a:moveTo>
                  <a:lnTo>
                    <a:pt x="69621" y="416079"/>
                  </a:lnTo>
                  <a:lnTo>
                    <a:pt x="104432" y="424865"/>
                  </a:lnTo>
                  <a:close/>
                  <a:moveTo>
                    <a:pt x="104432" y="415351"/>
                  </a:moveTo>
                  <a:lnTo>
                    <a:pt x="69621" y="415351"/>
                  </a:lnTo>
                  <a:lnTo>
                    <a:pt x="69621" y="416079"/>
                  </a:lnTo>
                  <a:close/>
                  <a:moveTo>
                    <a:pt x="139243" y="415351"/>
                  </a:moveTo>
                  <a:lnTo>
                    <a:pt x="104432" y="424865"/>
                  </a:lnTo>
                  <a:lnTo>
                    <a:pt x="139243" y="426883"/>
                  </a:lnTo>
                  <a:close/>
                  <a:moveTo>
                    <a:pt x="174053" y="415351"/>
                  </a:moveTo>
                  <a:lnTo>
                    <a:pt x="139243" y="426883"/>
                  </a:lnTo>
                  <a:lnTo>
                    <a:pt x="174053" y="424668"/>
                  </a:lnTo>
                  <a:close/>
                  <a:moveTo>
                    <a:pt x="208864" y="415351"/>
                  </a:moveTo>
                  <a:lnTo>
                    <a:pt x="174053" y="424668"/>
                  </a:lnTo>
                  <a:lnTo>
                    <a:pt x="208864" y="419195"/>
                  </a:lnTo>
                  <a:close/>
                  <a:moveTo>
                    <a:pt x="208864" y="415351"/>
                  </a:moveTo>
                  <a:lnTo>
                    <a:pt x="174053" y="415351"/>
                  </a:lnTo>
                  <a:lnTo>
                    <a:pt x="174053" y="424668"/>
                  </a:lnTo>
                  <a:close/>
                  <a:moveTo>
                    <a:pt x="208864" y="415351"/>
                  </a:moveTo>
                  <a:lnTo>
                    <a:pt x="208864" y="419195"/>
                  </a:lnTo>
                  <a:lnTo>
                    <a:pt x="223631" y="415351"/>
                  </a:lnTo>
                  <a:close/>
                  <a:moveTo>
                    <a:pt x="29944" y="383401"/>
                  </a:moveTo>
                  <a:lnTo>
                    <a:pt x="34811" y="389366"/>
                  </a:lnTo>
                  <a:lnTo>
                    <a:pt x="34811" y="383401"/>
                  </a:lnTo>
                  <a:close/>
                  <a:moveTo>
                    <a:pt x="23351" y="351451"/>
                  </a:moveTo>
                  <a:lnTo>
                    <a:pt x="34811" y="383401"/>
                  </a:lnTo>
                  <a:lnTo>
                    <a:pt x="34811" y="351451"/>
                  </a:lnTo>
                  <a:close/>
                  <a:moveTo>
                    <a:pt x="23351" y="351451"/>
                  </a:moveTo>
                  <a:lnTo>
                    <a:pt x="29944" y="383401"/>
                  </a:lnTo>
                  <a:lnTo>
                    <a:pt x="34811" y="383401"/>
                  </a:lnTo>
                  <a:close/>
                  <a:moveTo>
                    <a:pt x="278485" y="383401"/>
                  </a:moveTo>
                  <a:lnTo>
                    <a:pt x="243675" y="409720"/>
                  </a:lnTo>
                  <a:lnTo>
                    <a:pt x="278485" y="394125"/>
                  </a:lnTo>
                  <a:close/>
                  <a:moveTo>
                    <a:pt x="278485" y="383401"/>
                  </a:moveTo>
                  <a:lnTo>
                    <a:pt x="278485" y="394125"/>
                  </a:lnTo>
                  <a:lnTo>
                    <a:pt x="294146" y="383401"/>
                  </a:lnTo>
                  <a:close/>
                  <a:moveTo>
                    <a:pt x="313296" y="351451"/>
                  </a:moveTo>
                  <a:lnTo>
                    <a:pt x="294146" y="383401"/>
                  </a:lnTo>
                  <a:lnTo>
                    <a:pt x="313296" y="363297"/>
                  </a:lnTo>
                  <a:close/>
                  <a:moveTo>
                    <a:pt x="278485" y="383401"/>
                  </a:moveTo>
                  <a:lnTo>
                    <a:pt x="294146" y="383401"/>
                  </a:lnTo>
                  <a:lnTo>
                    <a:pt x="313296" y="351451"/>
                  </a:lnTo>
                  <a:close/>
                  <a:moveTo>
                    <a:pt x="34811" y="322294"/>
                  </a:moveTo>
                  <a:lnTo>
                    <a:pt x="23351" y="351451"/>
                  </a:lnTo>
                  <a:lnTo>
                    <a:pt x="34811" y="351451"/>
                  </a:lnTo>
                  <a:close/>
                  <a:moveTo>
                    <a:pt x="34811" y="351451"/>
                  </a:moveTo>
                  <a:lnTo>
                    <a:pt x="36076" y="319501"/>
                  </a:lnTo>
                  <a:lnTo>
                    <a:pt x="34811" y="322294"/>
                  </a:lnTo>
                  <a:close/>
                  <a:moveTo>
                    <a:pt x="313296" y="351451"/>
                  </a:moveTo>
                  <a:lnTo>
                    <a:pt x="313296" y="363297"/>
                  </a:lnTo>
                  <a:lnTo>
                    <a:pt x="322011" y="351451"/>
                  </a:lnTo>
                  <a:close/>
                  <a:moveTo>
                    <a:pt x="313296" y="319501"/>
                  </a:moveTo>
                  <a:lnTo>
                    <a:pt x="322011" y="351451"/>
                  </a:lnTo>
                  <a:lnTo>
                    <a:pt x="332965" y="319501"/>
                  </a:lnTo>
                  <a:close/>
                  <a:moveTo>
                    <a:pt x="69329" y="287551"/>
                  </a:moveTo>
                  <a:lnTo>
                    <a:pt x="69621" y="319501"/>
                  </a:lnTo>
                  <a:lnTo>
                    <a:pt x="69621" y="287551"/>
                  </a:lnTo>
                  <a:close/>
                  <a:moveTo>
                    <a:pt x="69329" y="287551"/>
                  </a:moveTo>
                  <a:lnTo>
                    <a:pt x="36076" y="319501"/>
                  </a:lnTo>
                  <a:lnTo>
                    <a:pt x="69621" y="319501"/>
                  </a:lnTo>
                  <a:close/>
                  <a:moveTo>
                    <a:pt x="313296" y="287551"/>
                  </a:moveTo>
                  <a:lnTo>
                    <a:pt x="332965" y="319501"/>
                  </a:lnTo>
                  <a:lnTo>
                    <a:pt x="334559" y="287551"/>
                  </a:lnTo>
                  <a:close/>
                  <a:moveTo>
                    <a:pt x="69621" y="287322"/>
                  </a:moveTo>
                  <a:lnTo>
                    <a:pt x="69329" y="287551"/>
                  </a:lnTo>
                  <a:lnTo>
                    <a:pt x="69621" y="287551"/>
                  </a:lnTo>
                  <a:close/>
                  <a:moveTo>
                    <a:pt x="69621" y="287551"/>
                  </a:moveTo>
                  <a:lnTo>
                    <a:pt x="104432" y="262921"/>
                  </a:lnTo>
                  <a:lnTo>
                    <a:pt x="69621" y="287322"/>
                  </a:lnTo>
                  <a:close/>
                  <a:moveTo>
                    <a:pt x="69621" y="287551"/>
                  </a:moveTo>
                  <a:lnTo>
                    <a:pt x="104432" y="287551"/>
                  </a:lnTo>
                  <a:lnTo>
                    <a:pt x="104432" y="262921"/>
                  </a:lnTo>
                  <a:close/>
                  <a:moveTo>
                    <a:pt x="104432" y="287551"/>
                  </a:moveTo>
                  <a:lnTo>
                    <a:pt x="115233" y="255601"/>
                  </a:lnTo>
                  <a:lnTo>
                    <a:pt x="104432" y="262921"/>
                  </a:lnTo>
                  <a:close/>
                  <a:moveTo>
                    <a:pt x="313296" y="255601"/>
                  </a:moveTo>
                  <a:lnTo>
                    <a:pt x="334559" y="287551"/>
                  </a:lnTo>
                  <a:lnTo>
                    <a:pt x="330677" y="255601"/>
                  </a:lnTo>
                  <a:close/>
                  <a:moveTo>
                    <a:pt x="139243" y="232363"/>
                  </a:moveTo>
                  <a:lnTo>
                    <a:pt x="115233" y="255601"/>
                  </a:lnTo>
                  <a:lnTo>
                    <a:pt x="139243" y="255601"/>
                  </a:lnTo>
                  <a:close/>
                  <a:moveTo>
                    <a:pt x="139243" y="255601"/>
                  </a:moveTo>
                  <a:lnTo>
                    <a:pt x="148428" y="223650"/>
                  </a:lnTo>
                  <a:lnTo>
                    <a:pt x="139243" y="232363"/>
                  </a:lnTo>
                  <a:close/>
                  <a:moveTo>
                    <a:pt x="313296" y="223650"/>
                  </a:moveTo>
                  <a:lnTo>
                    <a:pt x="330677" y="255601"/>
                  </a:lnTo>
                  <a:lnTo>
                    <a:pt x="323754" y="223650"/>
                  </a:lnTo>
                  <a:close/>
                  <a:moveTo>
                    <a:pt x="313296" y="223650"/>
                  </a:moveTo>
                  <a:lnTo>
                    <a:pt x="313296" y="255601"/>
                  </a:lnTo>
                  <a:lnTo>
                    <a:pt x="330677" y="255601"/>
                  </a:lnTo>
                  <a:close/>
                  <a:moveTo>
                    <a:pt x="159683" y="191700"/>
                  </a:moveTo>
                  <a:lnTo>
                    <a:pt x="174053" y="223650"/>
                  </a:lnTo>
                  <a:lnTo>
                    <a:pt x="174053" y="191700"/>
                  </a:lnTo>
                  <a:close/>
                  <a:moveTo>
                    <a:pt x="159683" y="191700"/>
                  </a:moveTo>
                  <a:lnTo>
                    <a:pt x="148428" y="223650"/>
                  </a:lnTo>
                  <a:lnTo>
                    <a:pt x="174053" y="223650"/>
                  </a:lnTo>
                  <a:close/>
                  <a:moveTo>
                    <a:pt x="313296" y="191700"/>
                  </a:moveTo>
                  <a:lnTo>
                    <a:pt x="323754" y="223650"/>
                  </a:lnTo>
                  <a:lnTo>
                    <a:pt x="313354" y="191700"/>
                  </a:lnTo>
                  <a:close/>
                  <a:moveTo>
                    <a:pt x="313296" y="191700"/>
                  </a:moveTo>
                  <a:lnTo>
                    <a:pt x="313296" y="223650"/>
                  </a:lnTo>
                  <a:lnTo>
                    <a:pt x="323754" y="223650"/>
                  </a:lnTo>
                  <a:close/>
                  <a:moveTo>
                    <a:pt x="139961" y="159750"/>
                  </a:moveTo>
                  <a:lnTo>
                    <a:pt x="174053" y="191700"/>
                  </a:lnTo>
                  <a:lnTo>
                    <a:pt x="174053" y="159750"/>
                  </a:lnTo>
                  <a:close/>
                  <a:moveTo>
                    <a:pt x="139961" y="159750"/>
                  </a:moveTo>
                  <a:lnTo>
                    <a:pt x="159683" y="191700"/>
                  </a:lnTo>
                  <a:lnTo>
                    <a:pt x="174053" y="191700"/>
                  </a:lnTo>
                  <a:close/>
                  <a:moveTo>
                    <a:pt x="278485" y="159750"/>
                  </a:moveTo>
                  <a:lnTo>
                    <a:pt x="313296" y="191586"/>
                  </a:lnTo>
                  <a:lnTo>
                    <a:pt x="290416" y="159750"/>
                  </a:lnTo>
                  <a:close/>
                  <a:moveTo>
                    <a:pt x="313296" y="191700"/>
                  </a:moveTo>
                  <a:lnTo>
                    <a:pt x="313296" y="191586"/>
                  </a:lnTo>
                  <a:lnTo>
                    <a:pt x="278485" y="159750"/>
                  </a:lnTo>
                  <a:close/>
                  <a:moveTo>
                    <a:pt x="278485" y="191700"/>
                  </a:moveTo>
                  <a:lnTo>
                    <a:pt x="313296" y="191700"/>
                  </a:lnTo>
                  <a:lnTo>
                    <a:pt x="278485" y="159750"/>
                  </a:lnTo>
                  <a:close/>
                  <a:moveTo>
                    <a:pt x="313296" y="191700"/>
                  </a:moveTo>
                  <a:lnTo>
                    <a:pt x="313354" y="191700"/>
                  </a:lnTo>
                  <a:lnTo>
                    <a:pt x="313296" y="191586"/>
                  </a:lnTo>
                  <a:close/>
                  <a:moveTo>
                    <a:pt x="174053" y="159750"/>
                  </a:moveTo>
                  <a:lnTo>
                    <a:pt x="139243" y="159365"/>
                  </a:lnTo>
                  <a:lnTo>
                    <a:pt x="139961" y="159750"/>
                  </a:lnTo>
                  <a:close/>
                  <a:moveTo>
                    <a:pt x="243675" y="127800"/>
                  </a:moveTo>
                  <a:lnTo>
                    <a:pt x="278485" y="147402"/>
                  </a:lnTo>
                  <a:lnTo>
                    <a:pt x="254562" y="127800"/>
                  </a:lnTo>
                  <a:close/>
                  <a:moveTo>
                    <a:pt x="278485" y="159750"/>
                  </a:moveTo>
                  <a:lnTo>
                    <a:pt x="278485" y="147402"/>
                  </a:lnTo>
                  <a:lnTo>
                    <a:pt x="243675" y="127800"/>
                  </a:lnTo>
                  <a:close/>
                  <a:moveTo>
                    <a:pt x="243675" y="159750"/>
                  </a:moveTo>
                  <a:lnTo>
                    <a:pt x="278485" y="159750"/>
                  </a:lnTo>
                  <a:lnTo>
                    <a:pt x="243675" y="127800"/>
                  </a:lnTo>
                  <a:close/>
                  <a:moveTo>
                    <a:pt x="278485" y="159750"/>
                  </a:moveTo>
                  <a:lnTo>
                    <a:pt x="290416" y="159750"/>
                  </a:lnTo>
                  <a:lnTo>
                    <a:pt x="278485" y="147402"/>
                  </a:lnTo>
                  <a:close/>
                  <a:moveTo>
                    <a:pt x="88756" y="127800"/>
                  </a:moveTo>
                  <a:lnTo>
                    <a:pt x="104432" y="139247"/>
                  </a:lnTo>
                  <a:lnTo>
                    <a:pt x="104432" y="127800"/>
                  </a:lnTo>
                  <a:close/>
                  <a:moveTo>
                    <a:pt x="104432" y="127800"/>
                  </a:moveTo>
                  <a:lnTo>
                    <a:pt x="69621" y="112227"/>
                  </a:lnTo>
                  <a:lnTo>
                    <a:pt x="88756" y="127800"/>
                  </a:lnTo>
                  <a:close/>
                  <a:moveTo>
                    <a:pt x="69621" y="95850"/>
                  </a:moveTo>
                  <a:lnTo>
                    <a:pt x="69621" y="112227"/>
                  </a:lnTo>
                  <a:lnTo>
                    <a:pt x="104432" y="127800"/>
                  </a:lnTo>
                  <a:close/>
                  <a:moveTo>
                    <a:pt x="139243" y="127800"/>
                  </a:moveTo>
                  <a:lnTo>
                    <a:pt x="104432" y="139247"/>
                  </a:lnTo>
                  <a:lnTo>
                    <a:pt x="139243" y="159365"/>
                  </a:lnTo>
                  <a:close/>
                  <a:moveTo>
                    <a:pt x="208864" y="95850"/>
                  </a:moveTo>
                  <a:lnTo>
                    <a:pt x="243675" y="117647"/>
                  </a:lnTo>
                  <a:lnTo>
                    <a:pt x="225991" y="95850"/>
                  </a:lnTo>
                  <a:close/>
                  <a:moveTo>
                    <a:pt x="243675" y="127800"/>
                  </a:moveTo>
                  <a:lnTo>
                    <a:pt x="243675" y="117647"/>
                  </a:lnTo>
                  <a:lnTo>
                    <a:pt x="208864" y="95850"/>
                  </a:lnTo>
                  <a:close/>
                  <a:moveTo>
                    <a:pt x="243675" y="127800"/>
                  </a:moveTo>
                  <a:lnTo>
                    <a:pt x="254562" y="127800"/>
                  </a:lnTo>
                  <a:lnTo>
                    <a:pt x="243675" y="117647"/>
                  </a:lnTo>
                  <a:close/>
                  <a:moveTo>
                    <a:pt x="56269" y="95850"/>
                  </a:moveTo>
                  <a:lnTo>
                    <a:pt x="69621" y="112227"/>
                  </a:lnTo>
                  <a:lnTo>
                    <a:pt x="69621" y="95850"/>
                  </a:lnTo>
                  <a:close/>
                  <a:moveTo>
                    <a:pt x="47961" y="63900"/>
                  </a:moveTo>
                  <a:lnTo>
                    <a:pt x="56269" y="95850"/>
                  </a:lnTo>
                  <a:lnTo>
                    <a:pt x="69621" y="95850"/>
                  </a:lnTo>
                  <a:close/>
                  <a:moveTo>
                    <a:pt x="174053" y="63900"/>
                  </a:moveTo>
                  <a:lnTo>
                    <a:pt x="208864" y="70163"/>
                  </a:lnTo>
                  <a:lnTo>
                    <a:pt x="205420" y="63900"/>
                  </a:lnTo>
                  <a:close/>
                  <a:moveTo>
                    <a:pt x="208864" y="95850"/>
                  </a:moveTo>
                  <a:lnTo>
                    <a:pt x="225991" y="95850"/>
                  </a:lnTo>
                  <a:lnTo>
                    <a:pt x="208864" y="70163"/>
                  </a:lnTo>
                  <a:close/>
                  <a:moveTo>
                    <a:pt x="61353" y="31950"/>
                  </a:moveTo>
                  <a:lnTo>
                    <a:pt x="47961" y="63900"/>
                  </a:lnTo>
                  <a:lnTo>
                    <a:pt x="69621" y="63900"/>
                  </a:lnTo>
                  <a:close/>
                  <a:moveTo>
                    <a:pt x="174053" y="31950"/>
                  </a:moveTo>
                  <a:lnTo>
                    <a:pt x="205420" y="63900"/>
                  </a:lnTo>
                  <a:lnTo>
                    <a:pt x="177618" y="31950"/>
                  </a:lnTo>
                  <a:close/>
                  <a:moveTo>
                    <a:pt x="174053" y="31950"/>
                  </a:moveTo>
                  <a:lnTo>
                    <a:pt x="174053" y="63900"/>
                  </a:lnTo>
                  <a:lnTo>
                    <a:pt x="205420" y="63900"/>
                  </a:lnTo>
                  <a:close/>
                  <a:moveTo>
                    <a:pt x="69621" y="24599"/>
                  </a:moveTo>
                  <a:lnTo>
                    <a:pt x="61353" y="31950"/>
                  </a:lnTo>
                  <a:lnTo>
                    <a:pt x="69621" y="31950"/>
                  </a:lnTo>
                  <a:close/>
                  <a:moveTo>
                    <a:pt x="69621" y="31950"/>
                  </a:moveTo>
                  <a:lnTo>
                    <a:pt x="104432" y="10436"/>
                  </a:lnTo>
                  <a:lnTo>
                    <a:pt x="69621" y="24599"/>
                  </a:lnTo>
                  <a:close/>
                  <a:moveTo>
                    <a:pt x="104432" y="31950"/>
                  </a:moveTo>
                  <a:lnTo>
                    <a:pt x="139243" y="12582"/>
                  </a:lnTo>
                  <a:lnTo>
                    <a:pt x="104432" y="10436"/>
                  </a:lnTo>
                  <a:close/>
                  <a:moveTo>
                    <a:pt x="139243" y="31950"/>
                  </a:moveTo>
                  <a:lnTo>
                    <a:pt x="174053" y="29158"/>
                  </a:lnTo>
                  <a:lnTo>
                    <a:pt x="139243" y="12582"/>
                  </a:lnTo>
                  <a:close/>
                  <a:moveTo>
                    <a:pt x="139243" y="31950"/>
                  </a:moveTo>
                  <a:lnTo>
                    <a:pt x="174053" y="31950"/>
                  </a:lnTo>
                  <a:lnTo>
                    <a:pt x="174053" y="29158"/>
                  </a:lnTo>
                  <a:close/>
                  <a:moveTo>
                    <a:pt x="174053" y="31950"/>
                  </a:moveTo>
                  <a:lnTo>
                    <a:pt x="177618" y="31950"/>
                  </a:lnTo>
                  <a:lnTo>
                    <a:pt x="174053" y="29158"/>
                  </a:lnTo>
                  <a:close/>
                </a:path>
              </a:pathLst>
            </a:custGeom>
            <a:solidFill>
              <a:srgbClr val="79818A"/>
            </a:solidFill>
            <a:ln w="4001">
              <a:solidFill>
                <a:srgbClr val="B6BABF"/>
              </a:solidFill>
            </a:ln>
          </p:spPr>
        </p:sp>
        <p:sp>
          <p:nvSpPr>
            <p:cNvPr id="3994" name="Candidate_B5__3993">
              <a:extLst>
                <a:ext uri="{FF2B5EF4-FFF2-40B4-BE49-F238E27FC236}">
                  <a16:creationId xmlns:a16="http://schemas.microsoft.com/office/drawing/2014/main" id="{87A84A22-6E12-A212-4D97-5885819A7D00}"/>
                </a:ext>
              </a:extLst>
            </p:cNvPr>
            <p:cNvSpPr>
              <a:spLocks noGrp="1"/>
            </p:cNvSpPr>
            <p:nvPr/>
          </p:nvSpPr>
          <p:spPr>
            <a:xfrm>
              <a:off x="4058618" y="3550845"/>
              <a:ext cx="299748" cy="416447"/>
            </a:xfrm>
            <a:custGeom>
              <a:avLst/>
              <a:gdLst/>
              <a:ahLst/>
              <a:cxnLst/>
              <a:rect l="0" t="0" r="0" b="0"/>
              <a:pathLst>
                <a:path w="299748" h="416447">
                  <a:moveTo>
                    <a:pt x="34811" y="372965"/>
                  </a:moveTo>
                  <a:lnTo>
                    <a:pt x="0" y="372965"/>
                  </a:lnTo>
                  <a:lnTo>
                    <a:pt x="34811" y="404915"/>
                  </a:lnTo>
                  <a:close/>
                  <a:moveTo>
                    <a:pt x="34811" y="404915"/>
                  </a:moveTo>
                  <a:lnTo>
                    <a:pt x="69621" y="404915"/>
                  </a:lnTo>
                  <a:lnTo>
                    <a:pt x="69621" y="372965"/>
                  </a:lnTo>
                  <a:close/>
                  <a:moveTo>
                    <a:pt x="34811" y="404915"/>
                  </a:moveTo>
                  <a:lnTo>
                    <a:pt x="69621" y="372965"/>
                  </a:lnTo>
                  <a:lnTo>
                    <a:pt x="34811" y="372965"/>
                  </a:lnTo>
                  <a:close/>
                  <a:moveTo>
                    <a:pt x="104432" y="404915"/>
                  </a:moveTo>
                  <a:lnTo>
                    <a:pt x="69621" y="404915"/>
                  </a:lnTo>
                  <a:lnTo>
                    <a:pt x="69621" y="414428"/>
                  </a:lnTo>
                  <a:close/>
                  <a:moveTo>
                    <a:pt x="69621" y="404915"/>
                  </a:moveTo>
                  <a:lnTo>
                    <a:pt x="104432" y="404915"/>
                  </a:lnTo>
                  <a:lnTo>
                    <a:pt x="104432" y="372965"/>
                  </a:lnTo>
                  <a:close/>
                  <a:moveTo>
                    <a:pt x="139243" y="404915"/>
                  </a:moveTo>
                  <a:lnTo>
                    <a:pt x="104432" y="404915"/>
                  </a:lnTo>
                  <a:lnTo>
                    <a:pt x="104432" y="416447"/>
                  </a:lnTo>
                  <a:close/>
                  <a:moveTo>
                    <a:pt x="104432" y="404915"/>
                  </a:moveTo>
                  <a:lnTo>
                    <a:pt x="139243" y="404915"/>
                  </a:lnTo>
                  <a:lnTo>
                    <a:pt x="139243" y="372965"/>
                  </a:lnTo>
                  <a:close/>
                  <a:moveTo>
                    <a:pt x="139243" y="404915"/>
                  </a:moveTo>
                  <a:lnTo>
                    <a:pt x="174053" y="404915"/>
                  </a:lnTo>
                  <a:lnTo>
                    <a:pt x="174053" y="372965"/>
                  </a:lnTo>
                  <a:close/>
                  <a:moveTo>
                    <a:pt x="208864" y="372965"/>
                  </a:moveTo>
                  <a:lnTo>
                    <a:pt x="188821" y="404915"/>
                  </a:lnTo>
                  <a:lnTo>
                    <a:pt x="208864" y="399284"/>
                  </a:lnTo>
                  <a:close/>
                  <a:moveTo>
                    <a:pt x="174053" y="404915"/>
                  </a:moveTo>
                  <a:lnTo>
                    <a:pt x="188821" y="404915"/>
                  </a:lnTo>
                  <a:lnTo>
                    <a:pt x="208864" y="372965"/>
                  </a:lnTo>
                  <a:close/>
                  <a:moveTo>
                    <a:pt x="174053" y="372965"/>
                  </a:moveTo>
                  <a:lnTo>
                    <a:pt x="174053" y="404915"/>
                  </a:lnTo>
                  <a:lnTo>
                    <a:pt x="208864" y="372965"/>
                  </a:lnTo>
                  <a:close/>
                  <a:moveTo>
                    <a:pt x="0" y="372965"/>
                  </a:moveTo>
                  <a:lnTo>
                    <a:pt x="34811" y="372965"/>
                  </a:lnTo>
                  <a:lnTo>
                    <a:pt x="34811" y="341015"/>
                  </a:lnTo>
                  <a:close/>
                  <a:moveTo>
                    <a:pt x="0" y="372965"/>
                  </a:moveTo>
                  <a:lnTo>
                    <a:pt x="34811" y="341015"/>
                  </a:lnTo>
                  <a:lnTo>
                    <a:pt x="0" y="341015"/>
                  </a:lnTo>
                  <a:close/>
                  <a:moveTo>
                    <a:pt x="243675" y="372965"/>
                  </a:moveTo>
                  <a:lnTo>
                    <a:pt x="208864" y="372965"/>
                  </a:lnTo>
                  <a:lnTo>
                    <a:pt x="208864" y="399284"/>
                  </a:lnTo>
                  <a:close/>
                  <a:moveTo>
                    <a:pt x="243675" y="341015"/>
                  </a:moveTo>
                  <a:lnTo>
                    <a:pt x="208864" y="372965"/>
                  </a:lnTo>
                  <a:lnTo>
                    <a:pt x="243675" y="372965"/>
                  </a:lnTo>
                  <a:close/>
                  <a:moveTo>
                    <a:pt x="243675" y="341015"/>
                  </a:moveTo>
                  <a:lnTo>
                    <a:pt x="243675" y="372965"/>
                  </a:lnTo>
                  <a:lnTo>
                    <a:pt x="278485" y="341015"/>
                  </a:lnTo>
                  <a:close/>
                  <a:moveTo>
                    <a:pt x="34811" y="309065"/>
                  </a:moveTo>
                  <a:lnTo>
                    <a:pt x="1266" y="309065"/>
                  </a:lnTo>
                  <a:lnTo>
                    <a:pt x="0" y="341015"/>
                  </a:lnTo>
                  <a:close/>
                  <a:moveTo>
                    <a:pt x="34811" y="341015"/>
                  </a:moveTo>
                  <a:lnTo>
                    <a:pt x="34811" y="309065"/>
                  </a:lnTo>
                  <a:lnTo>
                    <a:pt x="0" y="341015"/>
                  </a:lnTo>
                  <a:close/>
                  <a:moveTo>
                    <a:pt x="243675" y="341015"/>
                  </a:moveTo>
                  <a:lnTo>
                    <a:pt x="278485" y="341015"/>
                  </a:lnTo>
                  <a:lnTo>
                    <a:pt x="278485" y="309065"/>
                  </a:lnTo>
                  <a:close/>
                  <a:moveTo>
                    <a:pt x="278485" y="309065"/>
                  </a:moveTo>
                  <a:lnTo>
                    <a:pt x="278485" y="341015"/>
                  </a:lnTo>
                  <a:lnTo>
                    <a:pt x="287200" y="341015"/>
                  </a:lnTo>
                  <a:close/>
                  <a:moveTo>
                    <a:pt x="34811" y="309065"/>
                  </a:moveTo>
                  <a:lnTo>
                    <a:pt x="69621" y="309065"/>
                  </a:lnTo>
                  <a:lnTo>
                    <a:pt x="69621" y="277114"/>
                  </a:lnTo>
                  <a:close/>
                  <a:moveTo>
                    <a:pt x="34811" y="309065"/>
                  </a:moveTo>
                  <a:lnTo>
                    <a:pt x="69621" y="277114"/>
                  </a:lnTo>
                  <a:lnTo>
                    <a:pt x="34811" y="277114"/>
                  </a:lnTo>
                  <a:close/>
                  <a:moveTo>
                    <a:pt x="243675" y="309065"/>
                  </a:moveTo>
                  <a:lnTo>
                    <a:pt x="278485" y="309065"/>
                  </a:lnTo>
                  <a:lnTo>
                    <a:pt x="278485" y="277114"/>
                  </a:lnTo>
                  <a:close/>
                  <a:moveTo>
                    <a:pt x="278485" y="277114"/>
                  </a:moveTo>
                  <a:lnTo>
                    <a:pt x="278485" y="309065"/>
                  </a:lnTo>
                  <a:lnTo>
                    <a:pt x="298154" y="309065"/>
                  </a:lnTo>
                  <a:close/>
                  <a:moveTo>
                    <a:pt x="104432" y="245164"/>
                  </a:moveTo>
                  <a:lnTo>
                    <a:pt x="80423" y="245164"/>
                  </a:lnTo>
                  <a:lnTo>
                    <a:pt x="69621" y="277114"/>
                  </a:lnTo>
                  <a:close/>
                  <a:moveTo>
                    <a:pt x="104432" y="277114"/>
                  </a:moveTo>
                  <a:lnTo>
                    <a:pt x="104432" y="245164"/>
                  </a:lnTo>
                  <a:lnTo>
                    <a:pt x="69621" y="277114"/>
                  </a:lnTo>
                  <a:close/>
                  <a:moveTo>
                    <a:pt x="104432" y="277114"/>
                  </a:moveTo>
                  <a:lnTo>
                    <a:pt x="139243" y="245164"/>
                  </a:lnTo>
                  <a:lnTo>
                    <a:pt x="104432" y="245164"/>
                  </a:lnTo>
                  <a:close/>
                  <a:moveTo>
                    <a:pt x="243675" y="277114"/>
                  </a:moveTo>
                  <a:lnTo>
                    <a:pt x="278485" y="277114"/>
                  </a:lnTo>
                  <a:lnTo>
                    <a:pt x="278485" y="245164"/>
                  </a:lnTo>
                  <a:close/>
                  <a:moveTo>
                    <a:pt x="278485" y="245164"/>
                  </a:moveTo>
                  <a:lnTo>
                    <a:pt x="278485" y="277114"/>
                  </a:lnTo>
                  <a:lnTo>
                    <a:pt x="299748" y="277114"/>
                  </a:lnTo>
                  <a:close/>
                  <a:moveTo>
                    <a:pt x="139243" y="213214"/>
                  </a:moveTo>
                  <a:lnTo>
                    <a:pt x="113617" y="213214"/>
                  </a:lnTo>
                  <a:lnTo>
                    <a:pt x="104432" y="245164"/>
                  </a:lnTo>
                  <a:close/>
                  <a:moveTo>
                    <a:pt x="139243" y="245164"/>
                  </a:moveTo>
                  <a:lnTo>
                    <a:pt x="139243" y="213214"/>
                  </a:lnTo>
                  <a:lnTo>
                    <a:pt x="104432" y="245164"/>
                  </a:lnTo>
                  <a:close/>
                  <a:moveTo>
                    <a:pt x="139243" y="245164"/>
                  </a:moveTo>
                  <a:lnTo>
                    <a:pt x="174053" y="213214"/>
                  </a:lnTo>
                  <a:lnTo>
                    <a:pt x="139243" y="213214"/>
                  </a:lnTo>
                  <a:close/>
                  <a:moveTo>
                    <a:pt x="243675" y="245164"/>
                  </a:moveTo>
                  <a:lnTo>
                    <a:pt x="278485" y="245164"/>
                  </a:lnTo>
                  <a:lnTo>
                    <a:pt x="278485" y="213214"/>
                  </a:lnTo>
                  <a:close/>
                  <a:moveTo>
                    <a:pt x="243675" y="245164"/>
                  </a:moveTo>
                  <a:lnTo>
                    <a:pt x="278485" y="213214"/>
                  </a:lnTo>
                  <a:lnTo>
                    <a:pt x="243675" y="213214"/>
                  </a:lnTo>
                  <a:close/>
                  <a:moveTo>
                    <a:pt x="139243" y="213214"/>
                  </a:moveTo>
                  <a:lnTo>
                    <a:pt x="174053" y="213214"/>
                  </a:lnTo>
                  <a:lnTo>
                    <a:pt x="174053" y="181264"/>
                  </a:lnTo>
                  <a:close/>
                  <a:moveTo>
                    <a:pt x="139243" y="213214"/>
                  </a:moveTo>
                  <a:lnTo>
                    <a:pt x="174053" y="181264"/>
                  </a:lnTo>
                  <a:lnTo>
                    <a:pt x="139243" y="181264"/>
                  </a:lnTo>
                  <a:close/>
                  <a:moveTo>
                    <a:pt x="174053" y="213214"/>
                  </a:moveTo>
                  <a:lnTo>
                    <a:pt x="208864" y="213214"/>
                  </a:lnTo>
                  <a:lnTo>
                    <a:pt x="208864" y="181264"/>
                  </a:lnTo>
                  <a:close/>
                  <a:moveTo>
                    <a:pt x="174053" y="213214"/>
                  </a:moveTo>
                  <a:lnTo>
                    <a:pt x="208864" y="181264"/>
                  </a:lnTo>
                  <a:lnTo>
                    <a:pt x="174053" y="181264"/>
                  </a:lnTo>
                  <a:close/>
                  <a:moveTo>
                    <a:pt x="208864" y="213214"/>
                  </a:moveTo>
                  <a:lnTo>
                    <a:pt x="243675" y="213214"/>
                  </a:lnTo>
                  <a:lnTo>
                    <a:pt x="243675" y="181264"/>
                  </a:lnTo>
                  <a:close/>
                  <a:moveTo>
                    <a:pt x="208864" y="213214"/>
                  </a:moveTo>
                  <a:lnTo>
                    <a:pt x="243675" y="181264"/>
                  </a:lnTo>
                  <a:lnTo>
                    <a:pt x="208864" y="181264"/>
                  </a:lnTo>
                  <a:close/>
                  <a:moveTo>
                    <a:pt x="243675" y="213214"/>
                  </a:moveTo>
                  <a:lnTo>
                    <a:pt x="278485" y="213214"/>
                  </a:lnTo>
                  <a:lnTo>
                    <a:pt x="278485" y="181264"/>
                  </a:lnTo>
                  <a:close/>
                  <a:moveTo>
                    <a:pt x="243675" y="213214"/>
                  </a:moveTo>
                  <a:lnTo>
                    <a:pt x="278485" y="181264"/>
                  </a:lnTo>
                  <a:lnTo>
                    <a:pt x="243675" y="181264"/>
                  </a:lnTo>
                  <a:close/>
                  <a:moveTo>
                    <a:pt x="139243" y="181264"/>
                  </a:moveTo>
                  <a:lnTo>
                    <a:pt x="174053" y="181264"/>
                  </a:lnTo>
                  <a:lnTo>
                    <a:pt x="174053" y="149314"/>
                  </a:lnTo>
                  <a:close/>
                  <a:moveTo>
                    <a:pt x="139243" y="181264"/>
                  </a:moveTo>
                  <a:lnTo>
                    <a:pt x="174053" y="149314"/>
                  </a:lnTo>
                  <a:lnTo>
                    <a:pt x="139243" y="149314"/>
                  </a:lnTo>
                  <a:close/>
                  <a:moveTo>
                    <a:pt x="174053" y="181264"/>
                  </a:moveTo>
                  <a:lnTo>
                    <a:pt x="208864" y="181264"/>
                  </a:lnTo>
                  <a:lnTo>
                    <a:pt x="208864" y="149314"/>
                  </a:lnTo>
                  <a:close/>
                  <a:moveTo>
                    <a:pt x="174053" y="181264"/>
                  </a:moveTo>
                  <a:lnTo>
                    <a:pt x="208864" y="149314"/>
                  </a:lnTo>
                  <a:lnTo>
                    <a:pt x="174053" y="149314"/>
                  </a:lnTo>
                  <a:close/>
                  <a:moveTo>
                    <a:pt x="208864" y="181264"/>
                  </a:moveTo>
                  <a:lnTo>
                    <a:pt x="243675" y="181264"/>
                  </a:lnTo>
                  <a:lnTo>
                    <a:pt x="243675" y="149314"/>
                  </a:lnTo>
                  <a:close/>
                  <a:moveTo>
                    <a:pt x="208864" y="181264"/>
                  </a:moveTo>
                  <a:lnTo>
                    <a:pt x="243675" y="149314"/>
                  </a:lnTo>
                  <a:lnTo>
                    <a:pt x="208864" y="149314"/>
                  </a:lnTo>
                  <a:close/>
                  <a:moveTo>
                    <a:pt x="104432" y="117364"/>
                  </a:moveTo>
                  <a:lnTo>
                    <a:pt x="104432" y="148929"/>
                  </a:lnTo>
                  <a:lnTo>
                    <a:pt x="139243" y="149314"/>
                  </a:lnTo>
                  <a:close/>
                  <a:moveTo>
                    <a:pt x="139243" y="117364"/>
                  </a:moveTo>
                  <a:lnTo>
                    <a:pt x="104432" y="117364"/>
                  </a:lnTo>
                  <a:lnTo>
                    <a:pt x="139243" y="149314"/>
                  </a:lnTo>
                  <a:close/>
                  <a:moveTo>
                    <a:pt x="139243" y="149314"/>
                  </a:moveTo>
                  <a:lnTo>
                    <a:pt x="174053" y="149314"/>
                  </a:lnTo>
                  <a:lnTo>
                    <a:pt x="174053" y="117364"/>
                  </a:lnTo>
                  <a:close/>
                  <a:moveTo>
                    <a:pt x="139243" y="149314"/>
                  </a:moveTo>
                  <a:lnTo>
                    <a:pt x="174053" y="117364"/>
                  </a:lnTo>
                  <a:lnTo>
                    <a:pt x="139243" y="117364"/>
                  </a:lnTo>
                  <a:close/>
                  <a:moveTo>
                    <a:pt x="174053" y="149314"/>
                  </a:moveTo>
                  <a:lnTo>
                    <a:pt x="208864" y="149314"/>
                  </a:lnTo>
                  <a:lnTo>
                    <a:pt x="208864" y="117364"/>
                  </a:lnTo>
                  <a:close/>
                  <a:moveTo>
                    <a:pt x="174053" y="149314"/>
                  </a:moveTo>
                  <a:lnTo>
                    <a:pt x="208864" y="117364"/>
                  </a:lnTo>
                  <a:lnTo>
                    <a:pt x="174053" y="117364"/>
                  </a:lnTo>
                  <a:close/>
                  <a:moveTo>
                    <a:pt x="69621" y="85414"/>
                  </a:moveTo>
                  <a:lnTo>
                    <a:pt x="34811" y="85414"/>
                  </a:lnTo>
                  <a:lnTo>
                    <a:pt x="69621" y="117364"/>
                  </a:lnTo>
                  <a:close/>
                  <a:moveTo>
                    <a:pt x="104432" y="117364"/>
                  </a:moveTo>
                  <a:lnTo>
                    <a:pt x="69621" y="117364"/>
                  </a:lnTo>
                  <a:lnTo>
                    <a:pt x="69621" y="128811"/>
                  </a:lnTo>
                  <a:close/>
                  <a:moveTo>
                    <a:pt x="69621" y="117364"/>
                  </a:moveTo>
                  <a:lnTo>
                    <a:pt x="104432" y="117364"/>
                  </a:lnTo>
                  <a:lnTo>
                    <a:pt x="104432" y="85414"/>
                  </a:lnTo>
                  <a:close/>
                  <a:moveTo>
                    <a:pt x="69621" y="117364"/>
                  </a:moveTo>
                  <a:lnTo>
                    <a:pt x="104432" y="85414"/>
                  </a:lnTo>
                  <a:lnTo>
                    <a:pt x="69621" y="85414"/>
                  </a:lnTo>
                  <a:close/>
                  <a:moveTo>
                    <a:pt x="104432" y="117364"/>
                  </a:moveTo>
                  <a:lnTo>
                    <a:pt x="139243" y="117364"/>
                  </a:lnTo>
                  <a:lnTo>
                    <a:pt x="139243" y="85414"/>
                  </a:lnTo>
                  <a:close/>
                  <a:moveTo>
                    <a:pt x="104432" y="117364"/>
                  </a:moveTo>
                  <a:lnTo>
                    <a:pt x="139243" y="85414"/>
                  </a:lnTo>
                  <a:lnTo>
                    <a:pt x="104432" y="85414"/>
                  </a:lnTo>
                  <a:close/>
                  <a:moveTo>
                    <a:pt x="139243" y="117364"/>
                  </a:moveTo>
                  <a:lnTo>
                    <a:pt x="174053" y="117364"/>
                  </a:lnTo>
                  <a:lnTo>
                    <a:pt x="174053" y="85414"/>
                  </a:lnTo>
                  <a:close/>
                  <a:moveTo>
                    <a:pt x="139243" y="117364"/>
                  </a:moveTo>
                  <a:lnTo>
                    <a:pt x="174053" y="85414"/>
                  </a:lnTo>
                  <a:lnTo>
                    <a:pt x="139243" y="85414"/>
                  </a:lnTo>
                  <a:close/>
                  <a:moveTo>
                    <a:pt x="174053" y="117364"/>
                  </a:moveTo>
                  <a:lnTo>
                    <a:pt x="208864" y="117364"/>
                  </a:lnTo>
                  <a:lnTo>
                    <a:pt x="174053" y="85414"/>
                  </a:lnTo>
                  <a:close/>
                  <a:moveTo>
                    <a:pt x="13151" y="53464"/>
                  </a:moveTo>
                  <a:lnTo>
                    <a:pt x="34811" y="85414"/>
                  </a:lnTo>
                  <a:lnTo>
                    <a:pt x="34811" y="53464"/>
                  </a:lnTo>
                  <a:close/>
                  <a:moveTo>
                    <a:pt x="34811" y="85414"/>
                  </a:moveTo>
                  <a:lnTo>
                    <a:pt x="69621" y="85414"/>
                  </a:lnTo>
                  <a:lnTo>
                    <a:pt x="69621" y="53464"/>
                  </a:lnTo>
                  <a:close/>
                  <a:moveTo>
                    <a:pt x="34811" y="85414"/>
                  </a:moveTo>
                  <a:lnTo>
                    <a:pt x="69621" y="53464"/>
                  </a:lnTo>
                  <a:lnTo>
                    <a:pt x="34811" y="53464"/>
                  </a:lnTo>
                  <a:close/>
                  <a:moveTo>
                    <a:pt x="104432" y="85414"/>
                  </a:moveTo>
                  <a:lnTo>
                    <a:pt x="139243" y="85414"/>
                  </a:lnTo>
                  <a:lnTo>
                    <a:pt x="139243" y="53464"/>
                  </a:lnTo>
                  <a:close/>
                  <a:moveTo>
                    <a:pt x="104432" y="85414"/>
                  </a:moveTo>
                  <a:lnTo>
                    <a:pt x="139243" y="53464"/>
                  </a:lnTo>
                  <a:lnTo>
                    <a:pt x="104432" y="53464"/>
                  </a:lnTo>
                  <a:close/>
                  <a:moveTo>
                    <a:pt x="174053" y="85414"/>
                  </a:moveTo>
                  <a:lnTo>
                    <a:pt x="174053" y="59727"/>
                  </a:lnTo>
                  <a:lnTo>
                    <a:pt x="139243" y="53464"/>
                  </a:lnTo>
                  <a:close/>
                  <a:moveTo>
                    <a:pt x="139243" y="85414"/>
                  </a:moveTo>
                  <a:lnTo>
                    <a:pt x="174053" y="85414"/>
                  </a:lnTo>
                  <a:lnTo>
                    <a:pt x="139243" y="53464"/>
                  </a:lnTo>
                  <a:close/>
                  <a:moveTo>
                    <a:pt x="26543" y="21514"/>
                  </a:moveTo>
                  <a:lnTo>
                    <a:pt x="34811" y="53464"/>
                  </a:lnTo>
                  <a:lnTo>
                    <a:pt x="34811" y="21514"/>
                  </a:lnTo>
                  <a:close/>
                  <a:moveTo>
                    <a:pt x="34811" y="53464"/>
                  </a:moveTo>
                  <a:lnTo>
                    <a:pt x="69621" y="53464"/>
                  </a:lnTo>
                  <a:lnTo>
                    <a:pt x="69621" y="21514"/>
                  </a:lnTo>
                  <a:close/>
                  <a:moveTo>
                    <a:pt x="34811" y="53464"/>
                  </a:moveTo>
                  <a:lnTo>
                    <a:pt x="69621" y="21514"/>
                  </a:lnTo>
                  <a:lnTo>
                    <a:pt x="34811" y="21514"/>
                  </a:lnTo>
                  <a:close/>
                  <a:moveTo>
                    <a:pt x="69621" y="53464"/>
                  </a:moveTo>
                  <a:lnTo>
                    <a:pt x="104432" y="53464"/>
                  </a:lnTo>
                  <a:lnTo>
                    <a:pt x="104432" y="21514"/>
                  </a:lnTo>
                  <a:close/>
                  <a:moveTo>
                    <a:pt x="69621" y="53464"/>
                  </a:moveTo>
                  <a:lnTo>
                    <a:pt x="104432" y="21514"/>
                  </a:lnTo>
                  <a:lnTo>
                    <a:pt x="69621" y="21514"/>
                  </a:lnTo>
                  <a:close/>
                  <a:moveTo>
                    <a:pt x="104432" y="53464"/>
                  </a:moveTo>
                  <a:lnTo>
                    <a:pt x="139243" y="53464"/>
                  </a:lnTo>
                  <a:lnTo>
                    <a:pt x="139243" y="21514"/>
                  </a:lnTo>
                  <a:close/>
                  <a:moveTo>
                    <a:pt x="104432" y="53464"/>
                  </a:moveTo>
                  <a:lnTo>
                    <a:pt x="139243" y="21514"/>
                  </a:lnTo>
                  <a:lnTo>
                    <a:pt x="104432" y="21514"/>
                  </a:lnTo>
                  <a:close/>
                  <a:moveTo>
                    <a:pt x="34811" y="21514"/>
                  </a:moveTo>
                  <a:lnTo>
                    <a:pt x="69621" y="21514"/>
                  </a:lnTo>
                  <a:lnTo>
                    <a:pt x="69621" y="0"/>
                  </a:lnTo>
                  <a:close/>
                  <a:moveTo>
                    <a:pt x="69621" y="21514"/>
                  </a:moveTo>
                  <a:lnTo>
                    <a:pt x="104432" y="21514"/>
                  </a:lnTo>
                  <a:lnTo>
                    <a:pt x="104432" y="2146"/>
                  </a:lnTo>
                  <a:close/>
                </a:path>
              </a:pathLst>
            </a:custGeom>
            <a:solidFill>
              <a:srgbClr val="7E858E"/>
            </a:solidFill>
            <a:ln w="4001">
              <a:solidFill>
                <a:srgbClr val="B6BABF"/>
              </a:solidFill>
            </a:ln>
          </p:spPr>
        </p:sp>
        <p:sp>
          <p:nvSpPr>
            <p:cNvPr id="3995" name="Candidate_B5__3994">
              <a:extLst>
                <a:ext uri="{FF2B5EF4-FFF2-40B4-BE49-F238E27FC236}">
                  <a16:creationId xmlns:a16="http://schemas.microsoft.com/office/drawing/2014/main" id="{6B374FBD-D3DF-1352-BD27-0BE37B1372A2}"/>
                </a:ext>
              </a:extLst>
            </p:cNvPr>
            <p:cNvSpPr>
              <a:spLocks noGrp="1"/>
            </p:cNvSpPr>
            <p:nvPr/>
          </p:nvSpPr>
          <p:spPr>
            <a:xfrm>
              <a:off x="4093428" y="3604309"/>
              <a:ext cx="243675" cy="351451"/>
            </a:xfrm>
            <a:custGeom>
              <a:avLst/>
              <a:gdLst/>
              <a:ahLst/>
              <a:cxnLst/>
              <a:rect l="0" t="0" r="0" b="0"/>
              <a:pathLst>
                <a:path w="243675" h="351451">
                  <a:moveTo>
                    <a:pt x="34811" y="351451"/>
                  </a:moveTo>
                  <a:lnTo>
                    <a:pt x="69621" y="319501"/>
                  </a:lnTo>
                  <a:lnTo>
                    <a:pt x="34811" y="319501"/>
                  </a:lnTo>
                  <a:close/>
                  <a:moveTo>
                    <a:pt x="69621" y="351451"/>
                  </a:moveTo>
                  <a:lnTo>
                    <a:pt x="104432" y="319501"/>
                  </a:lnTo>
                  <a:lnTo>
                    <a:pt x="69621" y="319501"/>
                  </a:lnTo>
                  <a:close/>
                  <a:moveTo>
                    <a:pt x="104432" y="351451"/>
                  </a:moveTo>
                  <a:lnTo>
                    <a:pt x="139243" y="319501"/>
                  </a:lnTo>
                  <a:lnTo>
                    <a:pt x="104432" y="319501"/>
                  </a:lnTo>
                  <a:close/>
                  <a:moveTo>
                    <a:pt x="0" y="319501"/>
                  </a:moveTo>
                  <a:lnTo>
                    <a:pt x="34811" y="319501"/>
                  </a:lnTo>
                  <a:lnTo>
                    <a:pt x="34811" y="287551"/>
                  </a:lnTo>
                  <a:close/>
                  <a:moveTo>
                    <a:pt x="0" y="319501"/>
                  </a:moveTo>
                  <a:lnTo>
                    <a:pt x="34811" y="287551"/>
                  </a:lnTo>
                  <a:lnTo>
                    <a:pt x="0" y="287551"/>
                  </a:lnTo>
                  <a:close/>
                  <a:moveTo>
                    <a:pt x="69621" y="308816"/>
                  </a:moveTo>
                  <a:lnTo>
                    <a:pt x="39054" y="287551"/>
                  </a:lnTo>
                  <a:lnTo>
                    <a:pt x="69621" y="319501"/>
                  </a:lnTo>
                  <a:close/>
                  <a:moveTo>
                    <a:pt x="69621" y="319501"/>
                  </a:moveTo>
                  <a:lnTo>
                    <a:pt x="39054" y="287551"/>
                  </a:lnTo>
                  <a:lnTo>
                    <a:pt x="34811" y="287551"/>
                  </a:lnTo>
                  <a:close/>
                  <a:moveTo>
                    <a:pt x="69621" y="319501"/>
                  </a:moveTo>
                  <a:lnTo>
                    <a:pt x="34811" y="287551"/>
                  </a:lnTo>
                  <a:lnTo>
                    <a:pt x="34811" y="319501"/>
                  </a:lnTo>
                  <a:close/>
                  <a:moveTo>
                    <a:pt x="69621" y="319501"/>
                  </a:moveTo>
                  <a:lnTo>
                    <a:pt x="104432" y="319501"/>
                  </a:lnTo>
                  <a:lnTo>
                    <a:pt x="69621" y="308816"/>
                  </a:lnTo>
                  <a:close/>
                  <a:moveTo>
                    <a:pt x="104432" y="319501"/>
                  </a:moveTo>
                  <a:lnTo>
                    <a:pt x="104432" y="314256"/>
                  </a:lnTo>
                  <a:lnTo>
                    <a:pt x="69621" y="308816"/>
                  </a:lnTo>
                  <a:close/>
                  <a:moveTo>
                    <a:pt x="104432" y="319501"/>
                  </a:moveTo>
                  <a:lnTo>
                    <a:pt x="139243" y="319501"/>
                  </a:lnTo>
                  <a:lnTo>
                    <a:pt x="104432" y="314256"/>
                  </a:lnTo>
                  <a:close/>
                  <a:moveTo>
                    <a:pt x="139243" y="319501"/>
                  </a:moveTo>
                  <a:lnTo>
                    <a:pt x="139243" y="309972"/>
                  </a:lnTo>
                  <a:lnTo>
                    <a:pt x="104432" y="314256"/>
                  </a:lnTo>
                  <a:close/>
                  <a:moveTo>
                    <a:pt x="139243" y="319501"/>
                  </a:moveTo>
                  <a:lnTo>
                    <a:pt x="174053" y="319501"/>
                  </a:lnTo>
                  <a:lnTo>
                    <a:pt x="139243" y="309972"/>
                  </a:lnTo>
                  <a:close/>
                  <a:moveTo>
                    <a:pt x="174053" y="319501"/>
                  </a:moveTo>
                  <a:lnTo>
                    <a:pt x="174053" y="297281"/>
                  </a:lnTo>
                  <a:lnTo>
                    <a:pt x="139243" y="309972"/>
                  </a:lnTo>
                  <a:close/>
                  <a:moveTo>
                    <a:pt x="188249" y="287551"/>
                  </a:moveTo>
                  <a:lnTo>
                    <a:pt x="174053" y="297281"/>
                  </a:lnTo>
                  <a:lnTo>
                    <a:pt x="208864" y="287551"/>
                  </a:lnTo>
                  <a:close/>
                  <a:moveTo>
                    <a:pt x="208864" y="287551"/>
                  </a:moveTo>
                  <a:lnTo>
                    <a:pt x="174053" y="297281"/>
                  </a:lnTo>
                  <a:lnTo>
                    <a:pt x="174053" y="319501"/>
                  </a:lnTo>
                  <a:close/>
                  <a:moveTo>
                    <a:pt x="0" y="287551"/>
                  </a:moveTo>
                  <a:lnTo>
                    <a:pt x="34811" y="287551"/>
                  </a:lnTo>
                  <a:lnTo>
                    <a:pt x="34811" y="255601"/>
                  </a:lnTo>
                  <a:close/>
                  <a:moveTo>
                    <a:pt x="0" y="287551"/>
                  </a:moveTo>
                  <a:lnTo>
                    <a:pt x="34811" y="255601"/>
                  </a:lnTo>
                  <a:lnTo>
                    <a:pt x="0" y="255601"/>
                  </a:lnTo>
                  <a:close/>
                  <a:moveTo>
                    <a:pt x="39054" y="287551"/>
                  </a:moveTo>
                  <a:lnTo>
                    <a:pt x="53651" y="255601"/>
                  </a:lnTo>
                  <a:lnTo>
                    <a:pt x="34811" y="287551"/>
                  </a:lnTo>
                  <a:close/>
                  <a:moveTo>
                    <a:pt x="53651" y="255601"/>
                  </a:moveTo>
                  <a:lnTo>
                    <a:pt x="34811" y="255601"/>
                  </a:lnTo>
                  <a:lnTo>
                    <a:pt x="34811" y="287551"/>
                  </a:lnTo>
                  <a:close/>
                  <a:moveTo>
                    <a:pt x="208864" y="287551"/>
                  </a:moveTo>
                  <a:lnTo>
                    <a:pt x="243675" y="255601"/>
                  </a:lnTo>
                  <a:lnTo>
                    <a:pt x="208864" y="255601"/>
                  </a:lnTo>
                  <a:close/>
                  <a:moveTo>
                    <a:pt x="208864" y="287551"/>
                  </a:moveTo>
                  <a:lnTo>
                    <a:pt x="208864" y="255601"/>
                  </a:lnTo>
                  <a:lnTo>
                    <a:pt x="188249" y="287551"/>
                  </a:lnTo>
                  <a:close/>
                  <a:moveTo>
                    <a:pt x="208864" y="255601"/>
                  </a:moveTo>
                  <a:lnTo>
                    <a:pt x="207272" y="255601"/>
                  </a:lnTo>
                  <a:lnTo>
                    <a:pt x="188249" y="287551"/>
                  </a:lnTo>
                  <a:close/>
                  <a:moveTo>
                    <a:pt x="53651" y="255601"/>
                  </a:moveTo>
                  <a:lnTo>
                    <a:pt x="69621" y="243440"/>
                  </a:lnTo>
                  <a:lnTo>
                    <a:pt x="34811" y="255601"/>
                  </a:lnTo>
                  <a:close/>
                  <a:moveTo>
                    <a:pt x="34811" y="255601"/>
                  </a:moveTo>
                  <a:lnTo>
                    <a:pt x="69621" y="243440"/>
                  </a:lnTo>
                  <a:lnTo>
                    <a:pt x="69621" y="223650"/>
                  </a:lnTo>
                  <a:close/>
                  <a:moveTo>
                    <a:pt x="34811" y="255601"/>
                  </a:moveTo>
                  <a:lnTo>
                    <a:pt x="69621" y="223650"/>
                  </a:lnTo>
                  <a:lnTo>
                    <a:pt x="34811" y="223650"/>
                  </a:lnTo>
                  <a:close/>
                  <a:moveTo>
                    <a:pt x="208864" y="255601"/>
                  </a:moveTo>
                  <a:lnTo>
                    <a:pt x="243675" y="223650"/>
                  </a:lnTo>
                  <a:lnTo>
                    <a:pt x="208864" y="223650"/>
                  </a:lnTo>
                  <a:close/>
                  <a:moveTo>
                    <a:pt x="208864" y="255601"/>
                  </a:moveTo>
                  <a:lnTo>
                    <a:pt x="208864" y="223650"/>
                  </a:lnTo>
                  <a:lnTo>
                    <a:pt x="207272" y="255601"/>
                  </a:lnTo>
                  <a:close/>
                  <a:moveTo>
                    <a:pt x="208864" y="223650"/>
                  </a:moveTo>
                  <a:lnTo>
                    <a:pt x="199216" y="223650"/>
                  </a:lnTo>
                  <a:lnTo>
                    <a:pt x="207272" y="255601"/>
                  </a:lnTo>
                  <a:close/>
                  <a:moveTo>
                    <a:pt x="97263" y="223650"/>
                  </a:moveTo>
                  <a:lnTo>
                    <a:pt x="104432" y="219279"/>
                  </a:lnTo>
                  <a:lnTo>
                    <a:pt x="69621" y="223650"/>
                  </a:lnTo>
                  <a:close/>
                  <a:moveTo>
                    <a:pt x="69621" y="223650"/>
                  </a:moveTo>
                  <a:lnTo>
                    <a:pt x="104432" y="219279"/>
                  </a:lnTo>
                  <a:lnTo>
                    <a:pt x="104432" y="191700"/>
                  </a:lnTo>
                  <a:close/>
                  <a:moveTo>
                    <a:pt x="69621" y="223650"/>
                  </a:moveTo>
                  <a:lnTo>
                    <a:pt x="69621" y="243440"/>
                  </a:lnTo>
                  <a:lnTo>
                    <a:pt x="97263" y="223650"/>
                  </a:lnTo>
                  <a:close/>
                  <a:moveTo>
                    <a:pt x="208864" y="223650"/>
                  </a:moveTo>
                  <a:lnTo>
                    <a:pt x="243675" y="191700"/>
                  </a:lnTo>
                  <a:lnTo>
                    <a:pt x="208864" y="191700"/>
                  </a:lnTo>
                  <a:close/>
                  <a:moveTo>
                    <a:pt x="174053" y="202254"/>
                  </a:moveTo>
                  <a:lnTo>
                    <a:pt x="199216" y="223650"/>
                  </a:lnTo>
                  <a:lnTo>
                    <a:pt x="174053" y="191700"/>
                  </a:lnTo>
                  <a:close/>
                  <a:moveTo>
                    <a:pt x="174053" y="191700"/>
                  </a:moveTo>
                  <a:lnTo>
                    <a:pt x="199216" y="223650"/>
                  </a:lnTo>
                  <a:lnTo>
                    <a:pt x="208864" y="223650"/>
                  </a:lnTo>
                  <a:close/>
                  <a:moveTo>
                    <a:pt x="174053" y="191700"/>
                  </a:moveTo>
                  <a:lnTo>
                    <a:pt x="208864" y="223650"/>
                  </a:lnTo>
                  <a:lnTo>
                    <a:pt x="208864" y="191700"/>
                  </a:lnTo>
                  <a:close/>
                  <a:moveTo>
                    <a:pt x="104432" y="191700"/>
                  </a:moveTo>
                  <a:lnTo>
                    <a:pt x="139243" y="191700"/>
                  </a:lnTo>
                  <a:lnTo>
                    <a:pt x="139243" y="159750"/>
                  </a:lnTo>
                  <a:close/>
                  <a:moveTo>
                    <a:pt x="139243" y="191700"/>
                  </a:moveTo>
                  <a:lnTo>
                    <a:pt x="104432" y="191700"/>
                  </a:lnTo>
                  <a:lnTo>
                    <a:pt x="139243" y="204070"/>
                  </a:lnTo>
                  <a:close/>
                  <a:moveTo>
                    <a:pt x="104432" y="191700"/>
                  </a:moveTo>
                  <a:lnTo>
                    <a:pt x="104432" y="219279"/>
                  </a:lnTo>
                  <a:lnTo>
                    <a:pt x="139243" y="204070"/>
                  </a:lnTo>
                  <a:close/>
                  <a:moveTo>
                    <a:pt x="139243" y="191700"/>
                  </a:moveTo>
                  <a:lnTo>
                    <a:pt x="174053" y="191700"/>
                  </a:lnTo>
                  <a:lnTo>
                    <a:pt x="174053" y="159750"/>
                  </a:lnTo>
                  <a:close/>
                  <a:moveTo>
                    <a:pt x="139243" y="191700"/>
                  </a:moveTo>
                  <a:lnTo>
                    <a:pt x="174053" y="159750"/>
                  </a:lnTo>
                  <a:lnTo>
                    <a:pt x="139243" y="159750"/>
                  </a:lnTo>
                  <a:close/>
                  <a:moveTo>
                    <a:pt x="174053" y="191700"/>
                  </a:moveTo>
                  <a:lnTo>
                    <a:pt x="139243" y="191700"/>
                  </a:lnTo>
                  <a:lnTo>
                    <a:pt x="174053" y="202254"/>
                  </a:lnTo>
                  <a:close/>
                  <a:moveTo>
                    <a:pt x="139243" y="191700"/>
                  </a:moveTo>
                  <a:lnTo>
                    <a:pt x="139243" y="204070"/>
                  </a:lnTo>
                  <a:lnTo>
                    <a:pt x="174053" y="202254"/>
                  </a:lnTo>
                  <a:close/>
                  <a:moveTo>
                    <a:pt x="174053" y="191700"/>
                  </a:moveTo>
                  <a:lnTo>
                    <a:pt x="208864" y="191700"/>
                  </a:lnTo>
                  <a:lnTo>
                    <a:pt x="208864" y="159750"/>
                  </a:lnTo>
                  <a:close/>
                  <a:moveTo>
                    <a:pt x="174053" y="191700"/>
                  </a:moveTo>
                  <a:lnTo>
                    <a:pt x="208864" y="159750"/>
                  </a:lnTo>
                  <a:lnTo>
                    <a:pt x="174053" y="159750"/>
                  </a:lnTo>
                  <a:close/>
                  <a:moveTo>
                    <a:pt x="34811" y="31950"/>
                  </a:moveTo>
                  <a:lnTo>
                    <a:pt x="69621" y="31950"/>
                  </a:lnTo>
                  <a:lnTo>
                    <a:pt x="69621" y="0"/>
                  </a:lnTo>
                  <a:close/>
                  <a:moveTo>
                    <a:pt x="34811" y="31950"/>
                  </a:moveTo>
                  <a:lnTo>
                    <a:pt x="69621" y="0"/>
                  </a:lnTo>
                  <a:lnTo>
                    <a:pt x="34811" y="0"/>
                  </a:lnTo>
                  <a:close/>
                  <a:moveTo>
                    <a:pt x="39054" y="287551"/>
                  </a:moveTo>
                  <a:lnTo>
                    <a:pt x="69621" y="308816"/>
                  </a:lnTo>
                  <a:lnTo>
                    <a:pt x="69621" y="287551"/>
                  </a:lnTo>
                  <a:close/>
                  <a:moveTo>
                    <a:pt x="53651" y="255601"/>
                  </a:moveTo>
                  <a:lnTo>
                    <a:pt x="69621" y="287551"/>
                  </a:lnTo>
                  <a:lnTo>
                    <a:pt x="69621" y="255601"/>
                  </a:lnTo>
                  <a:close/>
                  <a:moveTo>
                    <a:pt x="53651" y="255601"/>
                  </a:moveTo>
                  <a:lnTo>
                    <a:pt x="39054" y="287551"/>
                  </a:lnTo>
                  <a:lnTo>
                    <a:pt x="69621" y="287551"/>
                  </a:lnTo>
                  <a:close/>
                  <a:moveTo>
                    <a:pt x="104432" y="287551"/>
                  </a:moveTo>
                  <a:lnTo>
                    <a:pt x="69621" y="308816"/>
                  </a:lnTo>
                  <a:lnTo>
                    <a:pt x="104432" y="314256"/>
                  </a:lnTo>
                  <a:close/>
                  <a:moveTo>
                    <a:pt x="139243" y="287551"/>
                  </a:moveTo>
                  <a:lnTo>
                    <a:pt x="104432" y="314256"/>
                  </a:lnTo>
                  <a:lnTo>
                    <a:pt x="139243" y="309972"/>
                  </a:lnTo>
                  <a:close/>
                  <a:moveTo>
                    <a:pt x="174053" y="287551"/>
                  </a:moveTo>
                  <a:lnTo>
                    <a:pt x="139243" y="309972"/>
                  </a:lnTo>
                  <a:lnTo>
                    <a:pt x="174053" y="297281"/>
                  </a:lnTo>
                  <a:close/>
                  <a:moveTo>
                    <a:pt x="174053" y="287551"/>
                  </a:moveTo>
                  <a:lnTo>
                    <a:pt x="174053" y="297281"/>
                  </a:lnTo>
                  <a:lnTo>
                    <a:pt x="188249" y="287551"/>
                  </a:lnTo>
                  <a:close/>
                  <a:moveTo>
                    <a:pt x="174053" y="255601"/>
                  </a:moveTo>
                  <a:lnTo>
                    <a:pt x="188249" y="287551"/>
                  </a:lnTo>
                  <a:lnTo>
                    <a:pt x="207272" y="255601"/>
                  </a:lnTo>
                  <a:close/>
                  <a:moveTo>
                    <a:pt x="69621" y="243440"/>
                  </a:moveTo>
                  <a:lnTo>
                    <a:pt x="53651" y="255601"/>
                  </a:lnTo>
                  <a:lnTo>
                    <a:pt x="69621" y="255601"/>
                  </a:lnTo>
                  <a:close/>
                  <a:moveTo>
                    <a:pt x="69621" y="255601"/>
                  </a:moveTo>
                  <a:lnTo>
                    <a:pt x="97263" y="223650"/>
                  </a:lnTo>
                  <a:lnTo>
                    <a:pt x="69621" y="243440"/>
                  </a:lnTo>
                  <a:close/>
                  <a:moveTo>
                    <a:pt x="104432" y="223650"/>
                  </a:moveTo>
                  <a:lnTo>
                    <a:pt x="97263" y="223650"/>
                  </a:lnTo>
                  <a:lnTo>
                    <a:pt x="69621" y="255601"/>
                  </a:lnTo>
                  <a:close/>
                  <a:moveTo>
                    <a:pt x="174053" y="223650"/>
                  </a:moveTo>
                  <a:lnTo>
                    <a:pt x="207272" y="255601"/>
                  </a:lnTo>
                  <a:lnTo>
                    <a:pt x="199216" y="223650"/>
                  </a:lnTo>
                  <a:close/>
                  <a:moveTo>
                    <a:pt x="104432" y="219279"/>
                  </a:moveTo>
                  <a:lnTo>
                    <a:pt x="97263" y="223650"/>
                  </a:lnTo>
                  <a:lnTo>
                    <a:pt x="104432" y="223650"/>
                  </a:lnTo>
                  <a:close/>
                  <a:moveTo>
                    <a:pt x="104432" y="223650"/>
                  </a:moveTo>
                  <a:lnTo>
                    <a:pt x="139243" y="204070"/>
                  </a:lnTo>
                  <a:lnTo>
                    <a:pt x="104432" y="219279"/>
                  </a:lnTo>
                  <a:close/>
                  <a:moveTo>
                    <a:pt x="104432" y="223650"/>
                  </a:moveTo>
                  <a:lnTo>
                    <a:pt x="139243" y="223650"/>
                  </a:lnTo>
                  <a:lnTo>
                    <a:pt x="139243" y="204070"/>
                  </a:lnTo>
                  <a:close/>
                  <a:moveTo>
                    <a:pt x="139243" y="223650"/>
                  </a:moveTo>
                  <a:lnTo>
                    <a:pt x="174053" y="202254"/>
                  </a:lnTo>
                  <a:lnTo>
                    <a:pt x="139243" y="204070"/>
                  </a:lnTo>
                  <a:close/>
                  <a:moveTo>
                    <a:pt x="174053" y="223650"/>
                  </a:moveTo>
                  <a:lnTo>
                    <a:pt x="199216" y="223650"/>
                  </a:lnTo>
                  <a:lnTo>
                    <a:pt x="174053" y="202254"/>
                  </a:lnTo>
                  <a:close/>
                </a:path>
              </a:pathLst>
            </a:custGeom>
            <a:solidFill>
              <a:srgbClr val="828991"/>
            </a:solidFill>
            <a:ln w="4001">
              <a:solidFill>
                <a:srgbClr val="B6BABF"/>
              </a:solidFill>
            </a:ln>
          </p:spPr>
        </p:sp>
        <p:sp>
          <p:nvSpPr>
            <p:cNvPr id="3996" name="Candidate_B5__3995">
              <a:extLst>
                <a:ext uri="{FF2B5EF4-FFF2-40B4-BE49-F238E27FC236}">
                  <a16:creationId xmlns:a16="http://schemas.microsoft.com/office/drawing/2014/main" id="{2CC4A3C6-9308-B699-ADA7-840B5E03FDA1}"/>
                </a:ext>
              </a:extLst>
            </p:cNvPr>
            <p:cNvSpPr>
              <a:spLocks noGrp="1"/>
            </p:cNvSpPr>
            <p:nvPr/>
          </p:nvSpPr>
          <p:spPr>
            <a:xfrm>
              <a:off x="4163050" y="3806563"/>
              <a:ext cx="137651" cy="112001"/>
            </a:xfrm>
            <a:custGeom>
              <a:avLst/>
              <a:gdLst/>
              <a:ahLst/>
              <a:cxnLst/>
              <a:rect l="0" t="0" r="0" b="0"/>
              <a:pathLst>
                <a:path w="137651" h="112001">
                  <a:moveTo>
                    <a:pt x="34811" y="85296"/>
                  </a:moveTo>
                  <a:lnTo>
                    <a:pt x="0" y="85296"/>
                  </a:lnTo>
                  <a:lnTo>
                    <a:pt x="0" y="106561"/>
                  </a:lnTo>
                  <a:close/>
                  <a:moveTo>
                    <a:pt x="0" y="85296"/>
                  </a:moveTo>
                  <a:lnTo>
                    <a:pt x="34811" y="85296"/>
                  </a:lnTo>
                  <a:lnTo>
                    <a:pt x="34811" y="53346"/>
                  </a:lnTo>
                  <a:close/>
                  <a:moveTo>
                    <a:pt x="0" y="85296"/>
                  </a:moveTo>
                  <a:lnTo>
                    <a:pt x="34811" y="53346"/>
                  </a:lnTo>
                  <a:lnTo>
                    <a:pt x="0" y="53346"/>
                  </a:lnTo>
                  <a:close/>
                  <a:moveTo>
                    <a:pt x="69621" y="85296"/>
                  </a:moveTo>
                  <a:lnTo>
                    <a:pt x="34811" y="85296"/>
                  </a:lnTo>
                  <a:lnTo>
                    <a:pt x="34811" y="112001"/>
                  </a:lnTo>
                  <a:close/>
                  <a:moveTo>
                    <a:pt x="34811" y="85296"/>
                  </a:moveTo>
                  <a:lnTo>
                    <a:pt x="69621" y="85296"/>
                  </a:lnTo>
                  <a:lnTo>
                    <a:pt x="69621" y="53346"/>
                  </a:lnTo>
                  <a:close/>
                  <a:moveTo>
                    <a:pt x="34811" y="85296"/>
                  </a:moveTo>
                  <a:lnTo>
                    <a:pt x="69621" y="53346"/>
                  </a:lnTo>
                  <a:lnTo>
                    <a:pt x="34811" y="53346"/>
                  </a:lnTo>
                  <a:close/>
                  <a:moveTo>
                    <a:pt x="104432" y="85296"/>
                  </a:moveTo>
                  <a:lnTo>
                    <a:pt x="69621" y="85296"/>
                  </a:lnTo>
                  <a:lnTo>
                    <a:pt x="69621" y="107718"/>
                  </a:lnTo>
                  <a:close/>
                  <a:moveTo>
                    <a:pt x="69621" y="85296"/>
                  </a:moveTo>
                  <a:lnTo>
                    <a:pt x="104432" y="85296"/>
                  </a:lnTo>
                  <a:lnTo>
                    <a:pt x="104432" y="53346"/>
                  </a:lnTo>
                  <a:close/>
                  <a:moveTo>
                    <a:pt x="69621" y="85296"/>
                  </a:moveTo>
                  <a:lnTo>
                    <a:pt x="104432" y="53346"/>
                  </a:lnTo>
                  <a:lnTo>
                    <a:pt x="69621" y="53346"/>
                  </a:lnTo>
                  <a:close/>
                  <a:moveTo>
                    <a:pt x="104432" y="53346"/>
                  </a:moveTo>
                  <a:lnTo>
                    <a:pt x="104432" y="85296"/>
                  </a:lnTo>
                  <a:lnTo>
                    <a:pt x="118628" y="85296"/>
                  </a:lnTo>
                  <a:close/>
                  <a:moveTo>
                    <a:pt x="34811" y="53346"/>
                  </a:moveTo>
                  <a:lnTo>
                    <a:pt x="34811" y="21396"/>
                  </a:lnTo>
                  <a:lnTo>
                    <a:pt x="0" y="53346"/>
                  </a:lnTo>
                  <a:close/>
                  <a:moveTo>
                    <a:pt x="34811" y="53346"/>
                  </a:moveTo>
                  <a:lnTo>
                    <a:pt x="69621" y="53346"/>
                  </a:lnTo>
                  <a:lnTo>
                    <a:pt x="69621" y="21396"/>
                  </a:lnTo>
                  <a:close/>
                  <a:moveTo>
                    <a:pt x="34811" y="53346"/>
                  </a:moveTo>
                  <a:lnTo>
                    <a:pt x="69621" y="21396"/>
                  </a:lnTo>
                  <a:lnTo>
                    <a:pt x="34811" y="21396"/>
                  </a:lnTo>
                  <a:close/>
                  <a:moveTo>
                    <a:pt x="69621" y="53346"/>
                  </a:moveTo>
                  <a:lnTo>
                    <a:pt x="104432" y="53346"/>
                  </a:lnTo>
                  <a:lnTo>
                    <a:pt x="104432" y="21396"/>
                  </a:lnTo>
                  <a:close/>
                  <a:moveTo>
                    <a:pt x="69621" y="53346"/>
                  </a:moveTo>
                  <a:lnTo>
                    <a:pt x="104432" y="21396"/>
                  </a:lnTo>
                  <a:lnTo>
                    <a:pt x="69621" y="21396"/>
                  </a:lnTo>
                  <a:close/>
                  <a:moveTo>
                    <a:pt x="104432" y="21396"/>
                  </a:moveTo>
                  <a:lnTo>
                    <a:pt x="104432" y="53346"/>
                  </a:lnTo>
                  <a:lnTo>
                    <a:pt x="137651" y="53346"/>
                  </a:lnTo>
                  <a:close/>
                  <a:moveTo>
                    <a:pt x="69621" y="21396"/>
                  </a:moveTo>
                  <a:lnTo>
                    <a:pt x="104432" y="21396"/>
                  </a:lnTo>
                  <a:lnTo>
                    <a:pt x="104432" y="0"/>
                  </a:lnTo>
                  <a:close/>
                </a:path>
              </a:pathLst>
            </a:custGeom>
            <a:solidFill>
              <a:srgbClr val="868D95"/>
            </a:solidFill>
            <a:ln w="4001">
              <a:solidFill>
                <a:srgbClr val="B6BABF"/>
              </a:solidFill>
            </a:ln>
          </p:spPr>
        </p:sp>
      </p:grpSp>
      <p:grpSp>
        <p:nvGrpSpPr>
          <p:cNvPr id="6222" name="label">
            <a:extLst>
              <a:ext uri="{FF2B5EF4-FFF2-40B4-BE49-F238E27FC236}">
                <a16:creationId xmlns:a16="http://schemas.microsoft.com/office/drawing/2014/main" id="{DBD67FC0-3C41-4B8C-84AA-1F776B5CBBF3}"/>
              </a:ext>
            </a:extLst>
          </p:cNvPr>
          <p:cNvGrpSpPr/>
          <p:nvPr/>
        </p:nvGrpSpPr>
        <p:grpSpPr>
          <a:xfrm>
            <a:off x="1727352" y="4628092"/>
            <a:ext cx="2275417" cy="1307042"/>
            <a:chOff x="3109233" y="3648075"/>
            <a:chExt cx="4095750" cy="2352675"/>
          </a:xfrm>
        </p:grpSpPr>
        <p:sp>
          <p:nvSpPr>
            <p:cNvPr id="3997" name="label__3996">
              <a:extLst>
                <a:ext uri="{FF2B5EF4-FFF2-40B4-BE49-F238E27FC236}">
                  <a16:creationId xmlns:a16="http://schemas.microsoft.com/office/drawing/2014/main" id="{919F88E4-5844-A345-D59D-412154703858}"/>
                </a:ext>
              </a:extLst>
            </p:cNvPr>
            <p:cNvSpPr>
              <a:spLocks noGrp="1"/>
            </p:cNvSpPr>
            <p:nvPr/>
          </p:nvSpPr>
          <p:spPr>
            <a:xfrm>
              <a:off x="4396740" y="3648075"/>
              <a:ext cx="333375" cy="2476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200" b="1">
                  <a:solidFill>
                    <a:srgbClr val="4F5965"/>
                  </a:solidFill>
                  <a:latin typeface="Arial"/>
                  <a:ea typeface="Arial"/>
                  <a:cs typeface="Arial"/>
                </a:defRPr>
              </a:pPr>
              <a:r>
                <a:rPr sz="667" b="1">
                  <a:solidFill>
                    <a:srgbClr val="4F5965"/>
                  </a:solidFill>
                  <a:latin typeface="Arial"/>
                  <a:ea typeface="Arial"/>
                  <a:cs typeface="Arial"/>
                </a:rPr>
                <a:t>B5</a:t>
              </a:r>
            </a:p>
          </p:txBody>
        </p:sp>
        <p:sp>
          <p:nvSpPr>
            <p:cNvPr id="3998" name="label__3997">
              <a:extLst>
                <a:ext uri="{FF2B5EF4-FFF2-40B4-BE49-F238E27FC236}">
                  <a16:creationId xmlns:a16="http://schemas.microsoft.com/office/drawing/2014/main" id="{EDE538D6-714C-4092-6609-8E9D3E29DDD2}"/>
                </a:ext>
              </a:extLst>
            </p:cNvPr>
            <p:cNvSpPr>
              <a:spLocks noGrp="1"/>
            </p:cNvSpPr>
            <p:nvPr/>
          </p:nvSpPr>
          <p:spPr>
            <a:xfrm>
              <a:off x="3109233" y="5734050"/>
              <a:ext cx="4095750" cy="2667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833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Map + receptor + predicted blobs</a:t>
              </a:r>
            </a:p>
          </p:txBody>
        </p:sp>
      </p:grpSp>
      <p:grpSp>
        <p:nvGrpSpPr>
          <p:cNvPr id="6223" name="flow_Match">
            <a:extLst>
              <a:ext uri="{FF2B5EF4-FFF2-40B4-BE49-F238E27FC236}">
                <a16:creationId xmlns:a16="http://schemas.microsoft.com/office/drawing/2014/main" id="{CFB545BA-F467-0612-7E75-1CC76094C7C3}"/>
              </a:ext>
            </a:extLst>
          </p:cNvPr>
          <p:cNvGrpSpPr/>
          <p:nvPr/>
        </p:nvGrpSpPr>
        <p:grpSpPr>
          <a:xfrm>
            <a:off x="3797909" y="4389211"/>
            <a:ext cx="470958" cy="63500"/>
            <a:chOff x="7162800" y="3209925"/>
            <a:chExt cx="847725" cy="114300"/>
          </a:xfrm>
        </p:grpSpPr>
        <p:sp>
          <p:nvSpPr>
            <p:cNvPr id="3999" name="flow_Match__3998">
              <a:extLst>
                <a:ext uri="{FF2B5EF4-FFF2-40B4-BE49-F238E27FC236}">
                  <a16:creationId xmlns:a16="http://schemas.microsoft.com/office/drawing/2014/main" id="{EF8ECEB3-17E7-46C0-C2EE-DB60AFDB8134}"/>
                </a:ext>
              </a:extLst>
            </p:cNvPr>
            <p:cNvSpPr>
              <a:spLocks noGrp="1"/>
            </p:cNvSpPr>
            <p:nvPr/>
          </p:nvSpPr>
          <p:spPr>
            <a:xfrm>
              <a:off x="7162800" y="3267075"/>
              <a:ext cx="752475" cy="95"/>
            </a:xfrm>
            <a:custGeom>
              <a:avLst/>
              <a:gdLst/>
              <a:ahLst/>
              <a:cxnLst/>
              <a:rect l="0" t="0" r="0" b="0"/>
              <a:pathLst>
                <a:path w="752475" h="95">
                  <a:moveTo>
                    <a:pt x="0" y="0"/>
                  </a:moveTo>
                  <a:lnTo>
                    <a:pt x="752475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4000" name="flow_Match__3999">
              <a:extLst>
                <a:ext uri="{FF2B5EF4-FFF2-40B4-BE49-F238E27FC236}">
                  <a16:creationId xmlns:a16="http://schemas.microsoft.com/office/drawing/2014/main" id="{74CF9525-E111-7756-9946-D0BCC3603C48}"/>
                </a:ext>
              </a:extLst>
            </p:cNvPr>
            <p:cNvSpPr>
              <a:spLocks noGrp="1"/>
            </p:cNvSpPr>
            <p:nvPr/>
          </p:nvSpPr>
          <p:spPr>
            <a:xfrm>
              <a:off x="7896225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sp>
        <p:nvSpPr>
          <p:cNvPr id="4001" name="label__4000">
            <a:extLst>
              <a:ext uri="{FF2B5EF4-FFF2-40B4-BE49-F238E27FC236}">
                <a16:creationId xmlns:a16="http://schemas.microsoft.com/office/drawing/2014/main" id="{805DD852-96C0-844F-7C5D-0EBCD56B6B05}"/>
              </a:ext>
            </a:extLst>
          </p:cNvPr>
          <p:cNvSpPr>
            <a:spLocks noGrp="1"/>
          </p:cNvSpPr>
          <p:nvPr/>
        </p:nvSpPr>
        <p:spPr>
          <a:xfrm>
            <a:off x="3744992" y="4193419"/>
            <a:ext cx="576792" cy="16933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950" b="1">
                <a:solidFill>
                  <a:srgbClr val="263442"/>
                </a:solidFill>
                <a:latin typeface="Arial"/>
                <a:ea typeface="Arial"/>
                <a:cs typeface="Arial"/>
              </a:defRPr>
            </a:pPr>
            <a:r>
              <a:rPr sz="1083" b="1">
                <a:solidFill>
                  <a:srgbClr val="263442"/>
                </a:solidFill>
                <a:latin typeface="Arial"/>
                <a:ea typeface="Arial"/>
                <a:cs typeface="Arial"/>
              </a:rPr>
              <a:t>Match</a:t>
            </a:r>
          </a:p>
        </p:txBody>
      </p:sp>
      <p:sp>
        <p:nvSpPr>
          <p:cNvPr id="4004" name="Matching_B1__4003">
            <a:extLst>
              <a:ext uri="{FF2B5EF4-FFF2-40B4-BE49-F238E27FC236}">
                <a16:creationId xmlns:a16="http://schemas.microsoft.com/office/drawing/2014/main" id="{BC75E552-42A6-E719-31D3-3387F84087AD}"/>
              </a:ext>
            </a:extLst>
          </p:cNvPr>
          <p:cNvSpPr>
            <a:spLocks noGrp="1"/>
          </p:cNvSpPr>
          <p:nvPr/>
        </p:nvSpPr>
        <p:spPr>
          <a:xfrm>
            <a:off x="4843388" y="3717925"/>
            <a:ext cx="703792" cy="555467"/>
          </a:xfrm>
          <a:custGeom>
            <a:avLst/>
            <a:gdLst/>
            <a:ahLst/>
            <a:cxnLst/>
            <a:rect l="0" t="0" r="0" b="0"/>
            <a:pathLst>
              <a:path w="1266825" h="904875">
                <a:moveTo>
                  <a:pt x="0" y="0"/>
                </a:moveTo>
                <a:lnTo>
                  <a:pt x="504825" y="452438"/>
                </a:lnTo>
                <a:lnTo>
                  <a:pt x="1266825" y="904875"/>
                </a:lnTo>
              </a:path>
            </a:pathLst>
          </a:custGeom>
          <a:noFill/>
          <a:ln w="20955">
            <a:solidFill>
              <a:srgbClr val="65C191"/>
            </a:solidFill>
          </a:ln>
        </p:spPr>
      </p:sp>
      <p:sp>
        <p:nvSpPr>
          <p:cNvPr id="4005" name="Matching_B4__4004">
            <a:extLst>
              <a:ext uri="{FF2B5EF4-FFF2-40B4-BE49-F238E27FC236}">
                <a16:creationId xmlns:a16="http://schemas.microsoft.com/office/drawing/2014/main" id="{5919A757-C3EB-9DE7-7DEC-26C43BE5A671}"/>
              </a:ext>
            </a:extLst>
          </p:cNvPr>
          <p:cNvSpPr>
            <a:spLocks noGrp="1"/>
          </p:cNvSpPr>
          <p:nvPr/>
        </p:nvSpPr>
        <p:spPr>
          <a:xfrm>
            <a:off x="4843388" y="4114800"/>
            <a:ext cx="703792" cy="841216"/>
          </a:xfrm>
          <a:custGeom>
            <a:avLst/>
            <a:gdLst/>
            <a:ahLst/>
            <a:cxnLst/>
            <a:rect l="0" t="0" r="0" b="0"/>
            <a:pathLst>
              <a:path w="1266825" h="1714500">
                <a:moveTo>
                  <a:pt x="0" y="0"/>
                </a:moveTo>
                <a:lnTo>
                  <a:pt x="504825" y="857250"/>
                </a:lnTo>
                <a:lnTo>
                  <a:pt x="1266825" y="1714500"/>
                </a:lnTo>
              </a:path>
            </a:pathLst>
          </a:custGeom>
          <a:noFill/>
          <a:ln w="20955">
            <a:solidFill>
              <a:srgbClr val="E67C8C"/>
            </a:solidFill>
          </a:ln>
        </p:spPr>
      </p:sp>
      <p:sp>
        <p:nvSpPr>
          <p:cNvPr id="4006" name="Matching_B3__4005">
            <a:extLst>
              <a:ext uri="{FF2B5EF4-FFF2-40B4-BE49-F238E27FC236}">
                <a16:creationId xmlns:a16="http://schemas.microsoft.com/office/drawing/2014/main" id="{538726FE-0A42-C04B-B688-F78DBB8688BC}"/>
              </a:ext>
            </a:extLst>
          </p:cNvPr>
          <p:cNvSpPr>
            <a:spLocks noGrp="1"/>
          </p:cNvSpPr>
          <p:nvPr/>
        </p:nvSpPr>
        <p:spPr>
          <a:xfrm>
            <a:off x="4843388" y="3754967"/>
            <a:ext cx="703792" cy="809625"/>
          </a:xfrm>
          <a:custGeom>
            <a:avLst/>
            <a:gdLst/>
            <a:ahLst/>
            <a:cxnLst/>
            <a:rect l="0" t="0" r="0" b="0"/>
            <a:pathLst>
              <a:path w="1266825" h="1457325">
                <a:moveTo>
                  <a:pt x="0" y="1457325"/>
                </a:moveTo>
                <a:lnTo>
                  <a:pt x="504825" y="728663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E1B94E"/>
            </a:solidFill>
          </a:ln>
        </p:spPr>
      </p:sp>
      <p:sp>
        <p:nvSpPr>
          <p:cNvPr id="4007" name="Matching_B2__4006">
            <a:extLst>
              <a:ext uri="{FF2B5EF4-FFF2-40B4-BE49-F238E27FC236}">
                <a16:creationId xmlns:a16="http://schemas.microsoft.com/office/drawing/2014/main" id="{A2D0C38F-BA54-91DB-EBD0-03A59E9ACF72}"/>
              </a:ext>
            </a:extLst>
          </p:cNvPr>
          <p:cNvSpPr>
            <a:spLocks noGrp="1"/>
          </p:cNvSpPr>
          <p:nvPr/>
        </p:nvSpPr>
        <p:spPr>
          <a:xfrm>
            <a:off x="4843388" y="4273391"/>
            <a:ext cx="703792" cy="740992"/>
          </a:xfrm>
          <a:custGeom>
            <a:avLst/>
            <a:gdLst/>
            <a:ahLst/>
            <a:cxnLst/>
            <a:rect l="0" t="0" r="0" b="0"/>
            <a:pathLst>
              <a:path w="1266825" h="1428750">
                <a:moveTo>
                  <a:pt x="0" y="1428750"/>
                </a:moveTo>
                <a:lnTo>
                  <a:pt x="676275" y="714375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65C191"/>
            </a:solidFill>
          </a:ln>
        </p:spPr>
      </p:sp>
      <p:sp>
        <p:nvSpPr>
          <p:cNvPr id="4008" name="Matching_B5__4007">
            <a:extLst>
              <a:ext uri="{FF2B5EF4-FFF2-40B4-BE49-F238E27FC236}">
                <a16:creationId xmlns:a16="http://schemas.microsoft.com/office/drawing/2014/main" id="{3D594D59-923D-A8B4-8E7C-697304EA1A5A}"/>
              </a:ext>
            </a:extLst>
          </p:cNvPr>
          <p:cNvSpPr>
            <a:spLocks noGrp="1"/>
          </p:cNvSpPr>
          <p:nvPr/>
        </p:nvSpPr>
        <p:spPr>
          <a:xfrm>
            <a:off x="4843388" y="5501217"/>
            <a:ext cx="703792" cy="53"/>
          </a:xfrm>
          <a:custGeom>
            <a:avLst/>
            <a:gdLst/>
            <a:ahLst/>
            <a:cxnLst/>
            <a:rect l="0" t="0" r="0" b="0"/>
            <a:pathLst>
              <a:path w="1266825" h="95">
                <a:moveTo>
                  <a:pt x="0" y="0"/>
                </a:moveTo>
                <a:lnTo>
                  <a:pt x="504825" y="0"/>
                </a:lnTo>
                <a:lnTo>
                  <a:pt x="1266825" y="0"/>
                </a:lnTo>
              </a:path>
            </a:pathLst>
          </a:custGeom>
          <a:noFill/>
          <a:ln w="20955">
            <a:solidFill>
              <a:srgbClr val="707781"/>
            </a:solidFill>
          </a:ln>
        </p:spPr>
      </p:sp>
      <p:grpSp>
        <p:nvGrpSpPr>
          <p:cNvPr id="6225" name="Match_B1">
            <a:extLst>
              <a:ext uri="{FF2B5EF4-FFF2-40B4-BE49-F238E27FC236}">
                <a16:creationId xmlns:a16="http://schemas.microsoft.com/office/drawing/2014/main" id="{33581A19-04C7-114E-E74A-2ADEC88C4C1D}"/>
              </a:ext>
            </a:extLst>
          </p:cNvPr>
          <p:cNvGrpSpPr/>
          <p:nvPr/>
        </p:nvGrpSpPr>
        <p:grpSpPr>
          <a:xfrm>
            <a:off x="4618492" y="3572405"/>
            <a:ext cx="195792" cy="291042"/>
            <a:chOff x="8386763" y="1747838"/>
            <a:chExt cx="352425" cy="523875"/>
          </a:xfrm>
        </p:grpSpPr>
        <p:sp>
          <p:nvSpPr>
            <p:cNvPr id="4009" name="Match_B1__4008">
              <a:extLst>
                <a:ext uri="{FF2B5EF4-FFF2-40B4-BE49-F238E27FC236}">
                  <a16:creationId xmlns:a16="http://schemas.microsoft.com/office/drawing/2014/main" id="{AA970BF5-9685-502D-9AB5-298E3026A74E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7838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98037" y="523543"/>
                  </a:moveTo>
                  <a:lnTo>
                    <a:pt x="61906" y="514887"/>
                  </a:lnTo>
                  <a:lnTo>
                    <a:pt x="98037" y="515352"/>
                  </a:lnTo>
                  <a:close/>
                  <a:moveTo>
                    <a:pt x="98037" y="523543"/>
                  </a:moveTo>
                  <a:lnTo>
                    <a:pt x="98037" y="515352"/>
                  </a:lnTo>
                  <a:lnTo>
                    <a:pt x="134167" y="523875"/>
                  </a:lnTo>
                  <a:close/>
                  <a:moveTo>
                    <a:pt x="134167" y="523875"/>
                  </a:moveTo>
                  <a:lnTo>
                    <a:pt x="134167" y="515837"/>
                  </a:lnTo>
                  <a:lnTo>
                    <a:pt x="170298" y="516196"/>
                  </a:lnTo>
                  <a:close/>
                  <a:moveTo>
                    <a:pt x="208869" y="487821"/>
                  </a:moveTo>
                  <a:lnTo>
                    <a:pt x="221774" y="487821"/>
                  </a:lnTo>
                  <a:lnTo>
                    <a:pt x="206429" y="499097"/>
                  </a:lnTo>
                  <a:close/>
                  <a:moveTo>
                    <a:pt x="238494" y="461151"/>
                  </a:moveTo>
                  <a:lnTo>
                    <a:pt x="242559" y="467256"/>
                  </a:lnTo>
                  <a:lnTo>
                    <a:pt x="221774" y="487821"/>
                  </a:lnTo>
                  <a:close/>
                  <a:moveTo>
                    <a:pt x="2499" y="461151"/>
                  </a:moveTo>
                  <a:lnTo>
                    <a:pt x="14000" y="461151"/>
                  </a:lnTo>
                  <a:lnTo>
                    <a:pt x="18837" y="487821"/>
                  </a:lnTo>
                  <a:close/>
                  <a:moveTo>
                    <a:pt x="10476" y="434480"/>
                  </a:moveTo>
                  <a:lnTo>
                    <a:pt x="2499" y="461151"/>
                  </a:lnTo>
                  <a:lnTo>
                    <a:pt x="0" y="434480"/>
                  </a:lnTo>
                  <a:close/>
                  <a:moveTo>
                    <a:pt x="17989" y="407809"/>
                  </a:moveTo>
                  <a:lnTo>
                    <a:pt x="0" y="434480"/>
                  </a:lnTo>
                  <a:lnTo>
                    <a:pt x="7970" y="407809"/>
                  </a:lnTo>
                  <a:close/>
                  <a:moveTo>
                    <a:pt x="268638" y="434480"/>
                  </a:moveTo>
                  <a:lnTo>
                    <a:pt x="248088" y="461151"/>
                  </a:lnTo>
                  <a:lnTo>
                    <a:pt x="262255" y="434480"/>
                  </a:lnTo>
                  <a:close/>
                  <a:moveTo>
                    <a:pt x="268638" y="434480"/>
                  </a:moveTo>
                  <a:lnTo>
                    <a:pt x="262255" y="434480"/>
                  </a:lnTo>
                  <a:lnTo>
                    <a:pt x="278690" y="421046"/>
                  </a:lnTo>
                  <a:close/>
                  <a:moveTo>
                    <a:pt x="7970" y="407809"/>
                  </a:moveTo>
                  <a:lnTo>
                    <a:pt x="24298" y="381139"/>
                  </a:lnTo>
                  <a:lnTo>
                    <a:pt x="17989" y="407809"/>
                  </a:lnTo>
                  <a:close/>
                  <a:moveTo>
                    <a:pt x="285231" y="407809"/>
                  </a:moveTo>
                  <a:lnTo>
                    <a:pt x="288891" y="407809"/>
                  </a:lnTo>
                  <a:lnTo>
                    <a:pt x="278690" y="421046"/>
                  </a:lnTo>
                  <a:close/>
                  <a:moveTo>
                    <a:pt x="307376" y="381139"/>
                  </a:moveTo>
                  <a:lnTo>
                    <a:pt x="288891" y="407809"/>
                  </a:lnTo>
                  <a:lnTo>
                    <a:pt x="306023" y="381139"/>
                  </a:lnTo>
                  <a:close/>
                  <a:moveTo>
                    <a:pt x="32592" y="381139"/>
                  </a:moveTo>
                  <a:lnTo>
                    <a:pt x="25775" y="379049"/>
                  </a:lnTo>
                  <a:lnTo>
                    <a:pt x="41208" y="354468"/>
                  </a:lnTo>
                  <a:close/>
                  <a:moveTo>
                    <a:pt x="307376" y="381139"/>
                  </a:moveTo>
                  <a:lnTo>
                    <a:pt x="306023" y="381139"/>
                  </a:lnTo>
                  <a:lnTo>
                    <a:pt x="314821" y="366252"/>
                  </a:lnTo>
                  <a:close/>
                  <a:moveTo>
                    <a:pt x="58466" y="327797"/>
                  </a:moveTo>
                  <a:lnTo>
                    <a:pt x="41208" y="354468"/>
                  </a:lnTo>
                  <a:lnTo>
                    <a:pt x="53652" y="327797"/>
                  </a:lnTo>
                  <a:close/>
                  <a:moveTo>
                    <a:pt x="320575" y="354468"/>
                  </a:moveTo>
                  <a:lnTo>
                    <a:pt x="320969" y="354468"/>
                  </a:lnTo>
                  <a:lnTo>
                    <a:pt x="314821" y="366252"/>
                  </a:lnTo>
                  <a:close/>
                  <a:moveTo>
                    <a:pt x="327031" y="327797"/>
                  </a:moveTo>
                  <a:lnTo>
                    <a:pt x="320969" y="354468"/>
                  </a:lnTo>
                  <a:lnTo>
                    <a:pt x="326795" y="327797"/>
                  </a:lnTo>
                  <a:close/>
                  <a:moveTo>
                    <a:pt x="53652" y="327797"/>
                  </a:moveTo>
                  <a:lnTo>
                    <a:pt x="58654" y="301127"/>
                  </a:lnTo>
                  <a:lnTo>
                    <a:pt x="58466" y="327797"/>
                  </a:lnTo>
                  <a:close/>
                  <a:moveTo>
                    <a:pt x="325376" y="301127"/>
                  </a:moveTo>
                  <a:lnTo>
                    <a:pt x="327031" y="327797"/>
                  </a:lnTo>
                  <a:lnTo>
                    <a:pt x="324534" y="301127"/>
                  </a:lnTo>
                  <a:close/>
                  <a:moveTo>
                    <a:pt x="318506" y="274456"/>
                  </a:moveTo>
                  <a:lnTo>
                    <a:pt x="325376" y="301127"/>
                  </a:lnTo>
                  <a:lnTo>
                    <a:pt x="316039" y="274456"/>
                  </a:lnTo>
                  <a:close/>
                  <a:moveTo>
                    <a:pt x="314821" y="271076"/>
                  </a:moveTo>
                  <a:lnTo>
                    <a:pt x="314821" y="261236"/>
                  </a:lnTo>
                  <a:lnTo>
                    <a:pt x="318506" y="274456"/>
                  </a:lnTo>
                  <a:close/>
                  <a:moveTo>
                    <a:pt x="314821" y="261236"/>
                  </a:moveTo>
                  <a:lnTo>
                    <a:pt x="314821" y="271076"/>
                  </a:lnTo>
                  <a:lnTo>
                    <a:pt x="311612" y="247785"/>
                  </a:lnTo>
                  <a:close/>
                  <a:moveTo>
                    <a:pt x="49622" y="247785"/>
                  </a:moveTo>
                  <a:lnTo>
                    <a:pt x="58146" y="247785"/>
                  </a:lnTo>
                  <a:lnTo>
                    <a:pt x="56058" y="274456"/>
                  </a:lnTo>
                  <a:close/>
                  <a:moveTo>
                    <a:pt x="54345" y="221114"/>
                  </a:moveTo>
                  <a:lnTo>
                    <a:pt x="49622" y="247785"/>
                  </a:lnTo>
                  <a:lnTo>
                    <a:pt x="44811" y="221114"/>
                  </a:lnTo>
                  <a:close/>
                  <a:moveTo>
                    <a:pt x="308985" y="221114"/>
                  </a:moveTo>
                  <a:lnTo>
                    <a:pt x="311612" y="247785"/>
                  </a:lnTo>
                  <a:lnTo>
                    <a:pt x="302663" y="221114"/>
                  </a:lnTo>
                  <a:close/>
                  <a:moveTo>
                    <a:pt x="55531" y="194444"/>
                  </a:moveTo>
                  <a:lnTo>
                    <a:pt x="44811" y="221114"/>
                  </a:lnTo>
                  <a:lnTo>
                    <a:pt x="45349" y="194444"/>
                  </a:lnTo>
                  <a:close/>
                  <a:moveTo>
                    <a:pt x="311622" y="194444"/>
                  </a:moveTo>
                  <a:lnTo>
                    <a:pt x="308985" y="221114"/>
                  </a:lnTo>
                  <a:lnTo>
                    <a:pt x="304253" y="194444"/>
                  </a:lnTo>
                  <a:close/>
                  <a:moveTo>
                    <a:pt x="45349" y="194444"/>
                  </a:moveTo>
                  <a:lnTo>
                    <a:pt x="52631" y="167773"/>
                  </a:lnTo>
                  <a:lnTo>
                    <a:pt x="55531" y="194444"/>
                  </a:lnTo>
                  <a:close/>
                  <a:moveTo>
                    <a:pt x="312644" y="167773"/>
                  </a:moveTo>
                  <a:lnTo>
                    <a:pt x="314821" y="183855"/>
                  </a:lnTo>
                  <a:lnTo>
                    <a:pt x="311622" y="194444"/>
                  </a:lnTo>
                  <a:close/>
                  <a:moveTo>
                    <a:pt x="63219" y="167773"/>
                  </a:moveTo>
                  <a:lnTo>
                    <a:pt x="61906" y="148770"/>
                  </a:lnTo>
                  <a:lnTo>
                    <a:pt x="65514" y="141102"/>
                  </a:lnTo>
                  <a:close/>
                  <a:moveTo>
                    <a:pt x="87862" y="114432"/>
                  </a:moveTo>
                  <a:lnTo>
                    <a:pt x="65514" y="141102"/>
                  </a:lnTo>
                  <a:lnTo>
                    <a:pt x="79307" y="114432"/>
                  </a:lnTo>
                  <a:close/>
                  <a:moveTo>
                    <a:pt x="334327" y="141102"/>
                  </a:moveTo>
                  <a:lnTo>
                    <a:pt x="320767" y="167773"/>
                  </a:lnTo>
                  <a:lnTo>
                    <a:pt x="327220" y="141102"/>
                  </a:lnTo>
                  <a:close/>
                  <a:moveTo>
                    <a:pt x="346477" y="114432"/>
                  </a:moveTo>
                  <a:lnTo>
                    <a:pt x="334327" y="141102"/>
                  </a:lnTo>
                  <a:lnTo>
                    <a:pt x="340438" y="114432"/>
                  </a:lnTo>
                  <a:close/>
                  <a:moveTo>
                    <a:pt x="79307" y="114432"/>
                  </a:moveTo>
                  <a:lnTo>
                    <a:pt x="93362" y="87761"/>
                  </a:lnTo>
                  <a:lnTo>
                    <a:pt x="87862" y="114432"/>
                  </a:lnTo>
                  <a:close/>
                  <a:moveTo>
                    <a:pt x="346645" y="87761"/>
                  </a:moveTo>
                  <a:lnTo>
                    <a:pt x="350951" y="93823"/>
                  </a:lnTo>
                  <a:lnTo>
                    <a:pt x="346477" y="114432"/>
                  </a:lnTo>
                  <a:close/>
                  <a:moveTo>
                    <a:pt x="100845" y="87761"/>
                  </a:moveTo>
                  <a:lnTo>
                    <a:pt x="98037" y="79764"/>
                  </a:lnTo>
                  <a:lnTo>
                    <a:pt x="108998" y="61090"/>
                  </a:lnTo>
                  <a:close/>
                  <a:moveTo>
                    <a:pt x="108998" y="61090"/>
                  </a:moveTo>
                  <a:lnTo>
                    <a:pt x="132742" y="34420"/>
                  </a:lnTo>
                  <a:lnTo>
                    <a:pt x="115652" y="61090"/>
                  </a:lnTo>
                  <a:close/>
                  <a:moveTo>
                    <a:pt x="329961" y="34420"/>
                  </a:moveTo>
                  <a:lnTo>
                    <a:pt x="348181" y="61090"/>
                  </a:lnTo>
                  <a:lnTo>
                    <a:pt x="322926" y="34420"/>
                  </a:lnTo>
                  <a:close/>
                  <a:moveTo>
                    <a:pt x="170298" y="11916"/>
                  </a:moveTo>
                  <a:lnTo>
                    <a:pt x="170298" y="16512"/>
                  </a:lnTo>
                  <a:lnTo>
                    <a:pt x="134167" y="33261"/>
                  </a:lnTo>
                  <a:close/>
                  <a:moveTo>
                    <a:pt x="170298" y="11916"/>
                  </a:moveTo>
                  <a:lnTo>
                    <a:pt x="184385" y="7749"/>
                  </a:lnTo>
                  <a:lnTo>
                    <a:pt x="199671" y="7749"/>
                  </a:lnTo>
                  <a:close/>
                  <a:moveTo>
                    <a:pt x="278690" y="10578"/>
                  </a:moveTo>
                  <a:lnTo>
                    <a:pt x="282719" y="7749"/>
                  </a:lnTo>
                  <a:lnTo>
                    <a:pt x="314821" y="22754"/>
                  </a:lnTo>
                  <a:close/>
                  <a:moveTo>
                    <a:pt x="314821" y="28170"/>
                  </a:moveTo>
                  <a:lnTo>
                    <a:pt x="314821" y="22754"/>
                  </a:lnTo>
                  <a:lnTo>
                    <a:pt x="329961" y="34420"/>
                  </a:lnTo>
                  <a:close/>
                  <a:moveTo>
                    <a:pt x="206429" y="1782"/>
                  </a:moveTo>
                  <a:lnTo>
                    <a:pt x="199671" y="7749"/>
                  </a:lnTo>
                  <a:lnTo>
                    <a:pt x="184385" y="7749"/>
                  </a:lnTo>
                  <a:close/>
                  <a:moveTo>
                    <a:pt x="242559" y="0"/>
                  </a:moveTo>
                  <a:lnTo>
                    <a:pt x="206429" y="5914"/>
                  </a:lnTo>
                  <a:lnTo>
                    <a:pt x="206429" y="1782"/>
                  </a:lnTo>
                  <a:close/>
                  <a:moveTo>
                    <a:pt x="242559" y="0"/>
                  </a:moveTo>
                  <a:lnTo>
                    <a:pt x="278690" y="6211"/>
                  </a:lnTo>
                  <a:lnTo>
                    <a:pt x="242559" y="4020"/>
                  </a:lnTo>
                  <a:close/>
                  <a:moveTo>
                    <a:pt x="58654" y="301127"/>
                  </a:moveTo>
                  <a:lnTo>
                    <a:pt x="56058" y="274456"/>
                  </a:lnTo>
                  <a:lnTo>
                    <a:pt x="61906" y="274456"/>
                  </a:lnTo>
                  <a:close/>
                  <a:moveTo>
                    <a:pt x="61906" y="148770"/>
                  </a:moveTo>
                  <a:lnTo>
                    <a:pt x="61906" y="167773"/>
                  </a:lnTo>
                  <a:lnTo>
                    <a:pt x="52631" y="167773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4010" name="Match_B1__4009">
              <a:extLst>
                <a:ext uri="{FF2B5EF4-FFF2-40B4-BE49-F238E27FC236}">
                  <a16:creationId xmlns:a16="http://schemas.microsoft.com/office/drawing/2014/main" id="{FA0F035A-3D4E-765D-7367-3679ACD141F3}"/>
                </a:ext>
              </a:extLst>
            </p:cNvPr>
            <p:cNvSpPr>
              <a:spLocks noGrp="1"/>
            </p:cNvSpPr>
            <p:nvPr/>
          </p:nvSpPr>
          <p:spPr>
            <a:xfrm>
              <a:off x="8405600" y="1754049"/>
              <a:ext cx="333588" cy="509984"/>
            </a:xfrm>
            <a:custGeom>
              <a:avLst/>
              <a:gdLst/>
              <a:ahLst/>
              <a:cxnLst/>
              <a:rect l="0" t="0" r="0" b="0"/>
              <a:pathLst>
                <a:path w="333588" h="509984">
                  <a:moveTo>
                    <a:pt x="6938" y="481610"/>
                  </a:moveTo>
                  <a:lnTo>
                    <a:pt x="42185" y="508281"/>
                  </a:lnTo>
                  <a:lnTo>
                    <a:pt x="6938" y="487679"/>
                  </a:lnTo>
                  <a:close/>
                  <a:moveTo>
                    <a:pt x="6938" y="481610"/>
                  </a:moveTo>
                  <a:lnTo>
                    <a:pt x="43069" y="508281"/>
                  </a:lnTo>
                  <a:lnTo>
                    <a:pt x="42185" y="508281"/>
                  </a:lnTo>
                  <a:close/>
                  <a:moveTo>
                    <a:pt x="155545" y="508281"/>
                  </a:moveTo>
                  <a:lnTo>
                    <a:pt x="151461" y="508281"/>
                  </a:lnTo>
                  <a:lnTo>
                    <a:pt x="187592" y="492886"/>
                  </a:lnTo>
                  <a:close/>
                  <a:moveTo>
                    <a:pt x="332114" y="72450"/>
                  </a:moveTo>
                  <a:lnTo>
                    <a:pt x="332114" y="81550"/>
                  </a:lnTo>
                  <a:lnTo>
                    <a:pt x="329344" y="54879"/>
                  </a:lnTo>
                  <a:close/>
                  <a:moveTo>
                    <a:pt x="42185" y="508281"/>
                  </a:moveTo>
                  <a:lnTo>
                    <a:pt x="43069" y="508281"/>
                  </a:lnTo>
                  <a:lnTo>
                    <a:pt x="43069" y="508675"/>
                  </a:lnTo>
                  <a:close/>
                  <a:moveTo>
                    <a:pt x="155545" y="508281"/>
                  </a:moveTo>
                  <a:lnTo>
                    <a:pt x="151461" y="509984"/>
                  </a:lnTo>
                  <a:lnTo>
                    <a:pt x="151461" y="508281"/>
                  </a:lnTo>
                  <a:close/>
                  <a:moveTo>
                    <a:pt x="0" y="481610"/>
                  </a:moveTo>
                  <a:lnTo>
                    <a:pt x="6938" y="481610"/>
                  </a:lnTo>
                  <a:lnTo>
                    <a:pt x="6938" y="487679"/>
                  </a:lnTo>
                  <a:close/>
                  <a:moveTo>
                    <a:pt x="229251" y="454939"/>
                  </a:moveTo>
                  <a:lnTo>
                    <a:pt x="223722" y="461044"/>
                  </a:lnTo>
                  <a:lnTo>
                    <a:pt x="223722" y="454939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5461" y="374927"/>
                  </a:lnTo>
                  <a:close/>
                  <a:moveTo>
                    <a:pt x="301930" y="161562"/>
                  </a:moveTo>
                  <a:lnTo>
                    <a:pt x="295984" y="177644"/>
                  </a:lnTo>
                  <a:lnTo>
                    <a:pt x="295984" y="161562"/>
                  </a:lnTo>
                  <a:close/>
                  <a:moveTo>
                    <a:pt x="79199" y="73553"/>
                  </a:moveTo>
                  <a:lnTo>
                    <a:pt x="79199" y="81550"/>
                  </a:lnTo>
                  <a:lnTo>
                    <a:pt x="74525" y="81550"/>
                  </a:lnTo>
                  <a:close/>
                  <a:moveTo>
                    <a:pt x="333588" y="81550"/>
                  </a:moveTo>
                  <a:lnTo>
                    <a:pt x="332114" y="87611"/>
                  </a:lnTo>
                  <a:lnTo>
                    <a:pt x="332114" y="81550"/>
                  </a:lnTo>
                  <a:close/>
                  <a:moveTo>
                    <a:pt x="332114" y="72450"/>
                  </a:moveTo>
                  <a:lnTo>
                    <a:pt x="333588" y="81550"/>
                  </a:lnTo>
                  <a:lnTo>
                    <a:pt x="332114" y="81550"/>
                  </a:lnTo>
                  <a:close/>
                  <a:moveTo>
                    <a:pt x="115330" y="27049"/>
                  </a:moveTo>
                  <a:lnTo>
                    <a:pt x="115330" y="28208"/>
                  </a:lnTo>
                  <a:lnTo>
                    <a:pt x="113905" y="28208"/>
                  </a:lnTo>
                  <a:close/>
                  <a:moveTo>
                    <a:pt x="259853" y="0"/>
                  </a:moveTo>
                  <a:lnTo>
                    <a:pt x="263882" y="1537"/>
                  </a:lnTo>
                  <a:lnTo>
                    <a:pt x="259853" y="1537"/>
                  </a:lnTo>
                  <a:close/>
                  <a:moveTo>
                    <a:pt x="6938" y="372837"/>
                  </a:moveTo>
                  <a:lnTo>
                    <a:pt x="5461" y="374927"/>
                  </a:lnTo>
                  <a:lnTo>
                    <a:pt x="6938" y="374927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22371" y="348256"/>
                  </a:lnTo>
                  <a:close/>
                  <a:moveTo>
                    <a:pt x="295984" y="268244"/>
                  </a:moveTo>
                  <a:lnTo>
                    <a:pt x="306538" y="294915"/>
                  </a:lnTo>
                  <a:lnTo>
                    <a:pt x="299669" y="268244"/>
                  </a:lnTo>
                  <a:close/>
                  <a:moveTo>
                    <a:pt x="295984" y="268244"/>
                  </a:moveTo>
                  <a:lnTo>
                    <a:pt x="299669" y="268244"/>
                  </a:lnTo>
                  <a:lnTo>
                    <a:pt x="295984" y="255025"/>
                  </a:lnTo>
                  <a:close/>
                  <a:moveTo>
                    <a:pt x="332114" y="87611"/>
                  </a:moveTo>
                  <a:lnTo>
                    <a:pt x="332114" y="81550"/>
                  </a:lnTo>
                  <a:lnTo>
                    <a:pt x="327640" y="108220"/>
                  </a:lnTo>
                  <a:close/>
                  <a:moveTo>
                    <a:pt x="332114" y="81550"/>
                  </a:moveTo>
                  <a:lnTo>
                    <a:pt x="332114" y="87611"/>
                  </a:lnTo>
                  <a:lnTo>
                    <a:pt x="333588" y="81550"/>
                  </a:lnTo>
                  <a:close/>
                  <a:moveTo>
                    <a:pt x="332114" y="81550"/>
                  </a:moveTo>
                  <a:lnTo>
                    <a:pt x="333588" y="81550"/>
                  </a:lnTo>
                  <a:lnTo>
                    <a:pt x="332114" y="72450"/>
                  </a:lnTo>
                  <a:close/>
                  <a:moveTo>
                    <a:pt x="115330" y="27049"/>
                  </a:moveTo>
                  <a:lnTo>
                    <a:pt x="113905" y="28208"/>
                  </a:lnTo>
                  <a:lnTo>
                    <a:pt x="115330" y="28208"/>
                  </a:lnTo>
                  <a:close/>
                  <a:moveTo>
                    <a:pt x="263882" y="1537"/>
                  </a:moveTo>
                  <a:lnTo>
                    <a:pt x="259853" y="1537"/>
                  </a:lnTo>
                  <a:lnTo>
                    <a:pt x="295984" y="16543"/>
                  </a:lnTo>
                  <a:close/>
                  <a:moveTo>
                    <a:pt x="259853" y="1537"/>
                  </a:moveTo>
                  <a:lnTo>
                    <a:pt x="263882" y="1537"/>
                  </a:lnTo>
                  <a:lnTo>
                    <a:pt x="259853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4011" name="Match_B1__4010">
              <a:extLst>
                <a:ext uri="{FF2B5EF4-FFF2-40B4-BE49-F238E27FC236}">
                  <a16:creationId xmlns:a16="http://schemas.microsoft.com/office/drawing/2014/main" id="{549234A2-E576-889A-6F6F-2F7591D3D063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7838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61247" y="514492"/>
                  </a:moveTo>
                  <a:lnTo>
                    <a:pt x="61022" y="514492"/>
                  </a:lnTo>
                  <a:lnTo>
                    <a:pt x="61906" y="514887"/>
                  </a:lnTo>
                  <a:close/>
                  <a:moveTo>
                    <a:pt x="61022" y="514492"/>
                  </a:moveTo>
                  <a:lnTo>
                    <a:pt x="61247" y="514492"/>
                  </a:lnTo>
                  <a:lnTo>
                    <a:pt x="25775" y="493891"/>
                  </a:lnTo>
                  <a:close/>
                  <a:moveTo>
                    <a:pt x="61906" y="514887"/>
                  </a:moveTo>
                  <a:lnTo>
                    <a:pt x="98037" y="523543"/>
                  </a:lnTo>
                  <a:lnTo>
                    <a:pt x="98037" y="523433"/>
                  </a:lnTo>
                  <a:close/>
                  <a:moveTo>
                    <a:pt x="98037" y="523543"/>
                  </a:moveTo>
                  <a:lnTo>
                    <a:pt x="134167" y="523875"/>
                  </a:lnTo>
                  <a:lnTo>
                    <a:pt x="134167" y="523721"/>
                  </a:lnTo>
                  <a:close/>
                  <a:moveTo>
                    <a:pt x="134167" y="523875"/>
                  </a:moveTo>
                  <a:lnTo>
                    <a:pt x="170298" y="516196"/>
                  </a:lnTo>
                  <a:lnTo>
                    <a:pt x="170298" y="515926"/>
                  </a:lnTo>
                  <a:close/>
                  <a:moveTo>
                    <a:pt x="174383" y="514492"/>
                  </a:moveTo>
                  <a:lnTo>
                    <a:pt x="170298" y="515926"/>
                  </a:lnTo>
                  <a:lnTo>
                    <a:pt x="170298" y="516196"/>
                  </a:lnTo>
                  <a:close/>
                  <a:moveTo>
                    <a:pt x="174383" y="514492"/>
                  </a:moveTo>
                  <a:lnTo>
                    <a:pt x="206429" y="499097"/>
                  </a:lnTo>
                  <a:lnTo>
                    <a:pt x="206429" y="498341"/>
                  </a:lnTo>
                  <a:close/>
                  <a:moveTo>
                    <a:pt x="19051" y="487821"/>
                  </a:moveTo>
                  <a:lnTo>
                    <a:pt x="18837" y="487821"/>
                  </a:lnTo>
                  <a:lnTo>
                    <a:pt x="25775" y="493891"/>
                  </a:lnTo>
                  <a:close/>
                  <a:moveTo>
                    <a:pt x="2499" y="461151"/>
                  </a:moveTo>
                  <a:lnTo>
                    <a:pt x="18837" y="487821"/>
                  </a:lnTo>
                  <a:lnTo>
                    <a:pt x="19051" y="487821"/>
                  </a:lnTo>
                  <a:close/>
                  <a:moveTo>
                    <a:pt x="221774" y="487821"/>
                  </a:moveTo>
                  <a:lnTo>
                    <a:pt x="206429" y="498341"/>
                  </a:lnTo>
                  <a:lnTo>
                    <a:pt x="206429" y="499097"/>
                  </a:lnTo>
                  <a:close/>
                  <a:moveTo>
                    <a:pt x="221774" y="487821"/>
                  </a:moveTo>
                  <a:lnTo>
                    <a:pt x="242559" y="467256"/>
                  </a:lnTo>
                  <a:lnTo>
                    <a:pt x="242559" y="464251"/>
                  </a:lnTo>
                  <a:close/>
                  <a:moveTo>
                    <a:pt x="0" y="434480"/>
                  </a:moveTo>
                  <a:lnTo>
                    <a:pt x="2499" y="461151"/>
                  </a:lnTo>
                  <a:lnTo>
                    <a:pt x="2826" y="461151"/>
                  </a:lnTo>
                  <a:close/>
                  <a:moveTo>
                    <a:pt x="248088" y="461151"/>
                  </a:moveTo>
                  <a:lnTo>
                    <a:pt x="242559" y="464251"/>
                  </a:lnTo>
                  <a:lnTo>
                    <a:pt x="242559" y="467256"/>
                  </a:lnTo>
                  <a:close/>
                  <a:moveTo>
                    <a:pt x="245202" y="461151"/>
                  </a:moveTo>
                  <a:lnTo>
                    <a:pt x="248088" y="461151"/>
                  </a:lnTo>
                  <a:lnTo>
                    <a:pt x="268638" y="434480"/>
                  </a:lnTo>
                  <a:close/>
                  <a:moveTo>
                    <a:pt x="7970" y="407809"/>
                  </a:moveTo>
                  <a:lnTo>
                    <a:pt x="0" y="434480"/>
                  </a:lnTo>
                  <a:lnTo>
                    <a:pt x="619" y="434480"/>
                  </a:lnTo>
                  <a:close/>
                  <a:moveTo>
                    <a:pt x="268638" y="434480"/>
                  </a:moveTo>
                  <a:lnTo>
                    <a:pt x="278690" y="421046"/>
                  </a:lnTo>
                  <a:lnTo>
                    <a:pt x="278690" y="410643"/>
                  </a:lnTo>
                  <a:close/>
                  <a:moveTo>
                    <a:pt x="24298" y="381139"/>
                  </a:moveTo>
                  <a:lnTo>
                    <a:pt x="25775" y="383302"/>
                  </a:lnTo>
                  <a:lnTo>
                    <a:pt x="25775" y="381139"/>
                  </a:lnTo>
                  <a:close/>
                  <a:moveTo>
                    <a:pt x="7970" y="407809"/>
                  </a:moveTo>
                  <a:lnTo>
                    <a:pt x="9348" y="407809"/>
                  </a:lnTo>
                  <a:lnTo>
                    <a:pt x="24298" y="381139"/>
                  </a:lnTo>
                  <a:close/>
                  <a:moveTo>
                    <a:pt x="288891" y="407809"/>
                  </a:moveTo>
                  <a:lnTo>
                    <a:pt x="278690" y="410643"/>
                  </a:lnTo>
                  <a:lnTo>
                    <a:pt x="278690" y="421046"/>
                  </a:lnTo>
                  <a:close/>
                  <a:moveTo>
                    <a:pt x="280604" y="407809"/>
                  </a:moveTo>
                  <a:lnTo>
                    <a:pt x="288891" y="407809"/>
                  </a:lnTo>
                  <a:lnTo>
                    <a:pt x="307376" y="381139"/>
                  </a:lnTo>
                  <a:close/>
                  <a:moveTo>
                    <a:pt x="41208" y="354468"/>
                  </a:moveTo>
                  <a:lnTo>
                    <a:pt x="25775" y="381139"/>
                  </a:lnTo>
                  <a:lnTo>
                    <a:pt x="27230" y="381139"/>
                  </a:lnTo>
                  <a:close/>
                  <a:moveTo>
                    <a:pt x="314821" y="366252"/>
                  </a:moveTo>
                  <a:lnTo>
                    <a:pt x="314821" y="354468"/>
                  </a:lnTo>
                  <a:lnTo>
                    <a:pt x="307376" y="381139"/>
                  </a:lnTo>
                  <a:close/>
                  <a:moveTo>
                    <a:pt x="307376" y="381139"/>
                  </a:moveTo>
                  <a:lnTo>
                    <a:pt x="314821" y="354468"/>
                  </a:lnTo>
                  <a:lnTo>
                    <a:pt x="310032" y="354468"/>
                  </a:lnTo>
                  <a:close/>
                  <a:moveTo>
                    <a:pt x="53652" y="327797"/>
                  </a:moveTo>
                  <a:lnTo>
                    <a:pt x="41208" y="354468"/>
                  </a:lnTo>
                  <a:lnTo>
                    <a:pt x="46375" y="354468"/>
                  </a:lnTo>
                  <a:close/>
                  <a:moveTo>
                    <a:pt x="314821" y="354468"/>
                  </a:moveTo>
                  <a:lnTo>
                    <a:pt x="314821" y="366252"/>
                  </a:lnTo>
                  <a:lnTo>
                    <a:pt x="320969" y="354468"/>
                  </a:lnTo>
                  <a:close/>
                  <a:moveTo>
                    <a:pt x="320969" y="354468"/>
                  </a:moveTo>
                  <a:lnTo>
                    <a:pt x="314821" y="332042"/>
                  </a:lnTo>
                  <a:lnTo>
                    <a:pt x="314821" y="354468"/>
                  </a:lnTo>
                  <a:close/>
                  <a:moveTo>
                    <a:pt x="327031" y="327797"/>
                  </a:moveTo>
                  <a:lnTo>
                    <a:pt x="315803" y="327797"/>
                  </a:lnTo>
                  <a:lnTo>
                    <a:pt x="320969" y="354468"/>
                  </a:lnTo>
                  <a:close/>
                  <a:moveTo>
                    <a:pt x="58654" y="301127"/>
                  </a:moveTo>
                  <a:lnTo>
                    <a:pt x="61906" y="320810"/>
                  </a:lnTo>
                  <a:lnTo>
                    <a:pt x="61906" y="301127"/>
                  </a:lnTo>
                  <a:close/>
                  <a:moveTo>
                    <a:pt x="53652" y="327797"/>
                  </a:moveTo>
                  <a:lnTo>
                    <a:pt x="60622" y="327797"/>
                  </a:lnTo>
                  <a:lnTo>
                    <a:pt x="58654" y="301127"/>
                  </a:lnTo>
                  <a:close/>
                  <a:moveTo>
                    <a:pt x="327031" y="327797"/>
                  </a:moveTo>
                  <a:lnTo>
                    <a:pt x="325376" y="301127"/>
                  </a:lnTo>
                  <a:lnTo>
                    <a:pt x="315803" y="327797"/>
                  </a:lnTo>
                  <a:close/>
                  <a:moveTo>
                    <a:pt x="58654" y="301127"/>
                  </a:moveTo>
                  <a:lnTo>
                    <a:pt x="61906" y="301127"/>
                  </a:lnTo>
                  <a:lnTo>
                    <a:pt x="60906" y="274456"/>
                  </a:lnTo>
                  <a:close/>
                  <a:moveTo>
                    <a:pt x="56058" y="274456"/>
                  </a:moveTo>
                  <a:lnTo>
                    <a:pt x="58654" y="301127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301127"/>
                  </a:lnTo>
                  <a:lnTo>
                    <a:pt x="325376" y="301127"/>
                  </a:lnTo>
                  <a:close/>
                  <a:moveTo>
                    <a:pt x="49622" y="247785"/>
                  </a:moveTo>
                  <a:lnTo>
                    <a:pt x="56058" y="274456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261236"/>
                  </a:lnTo>
                  <a:lnTo>
                    <a:pt x="309985" y="274456"/>
                  </a:lnTo>
                  <a:close/>
                  <a:moveTo>
                    <a:pt x="309985" y="274456"/>
                  </a:moveTo>
                  <a:lnTo>
                    <a:pt x="314821" y="261236"/>
                  </a:lnTo>
                  <a:lnTo>
                    <a:pt x="311612" y="247785"/>
                  </a:lnTo>
                  <a:close/>
                  <a:moveTo>
                    <a:pt x="44811" y="221114"/>
                  </a:moveTo>
                  <a:lnTo>
                    <a:pt x="49622" y="247785"/>
                  </a:lnTo>
                  <a:lnTo>
                    <a:pt x="52401" y="247785"/>
                  </a:lnTo>
                  <a:close/>
                  <a:moveTo>
                    <a:pt x="305758" y="247785"/>
                  </a:moveTo>
                  <a:lnTo>
                    <a:pt x="311612" y="247785"/>
                  </a:lnTo>
                  <a:lnTo>
                    <a:pt x="308985" y="221114"/>
                  </a:lnTo>
                  <a:close/>
                  <a:moveTo>
                    <a:pt x="45349" y="194444"/>
                  </a:moveTo>
                  <a:lnTo>
                    <a:pt x="44811" y="221114"/>
                  </a:lnTo>
                  <a:lnTo>
                    <a:pt x="46347" y="221114"/>
                  </a:lnTo>
                  <a:close/>
                  <a:moveTo>
                    <a:pt x="305022" y="221114"/>
                  </a:moveTo>
                  <a:lnTo>
                    <a:pt x="308985" y="221114"/>
                  </a:lnTo>
                  <a:lnTo>
                    <a:pt x="311622" y="194444"/>
                  </a:lnTo>
                  <a:close/>
                  <a:moveTo>
                    <a:pt x="52631" y="167773"/>
                  </a:moveTo>
                  <a:lnTo>
                    <a:pt x="45349" y="194444"/>
                  </a:lnTo>
                  <a:lnTo>
                    <a:pt x="46429" y="194444"/>
                  </a:lnTo>
                  <a:close/>
                  <a:moveTo>
                    <a:pt x="311622" y="194444"/>
                  </a:moveTo>
                  <a:lnTo>
                    <a:pt x="314821" y="183855"/>
                  </a:lnTo>
                  <a:lnTo>
                    <a:pt x="314821" y="173431"/>
                  </a:lnTo>
                  <a:close/>
                  <a:moveTo>
                    <a:pt x="61906" y="151917"/>
                  </a:moveTo>
                  <a:lnTo>
                    <a:pt x="61906" y="148770"/>
                  </a:lnTo>
                  <a:lnTo>
                    <a:pt x="52631" y="167773"/>
                  </a:lnTo>
                  <a:close/>
                  <a:moveTo>
                    <a:pt x="61906" y="148770"/>
                  </a:moveTo>
                  <a:lnTo>
                    <a:pt x="61906" y="151917"/>
                  </a:lnTo>
                  <a:lnTo>
                    <a:pt x="65514" y="141102"/>
                  </a:lnTo>
                  <a:close/>
                  <a:moveTo>
                    <a:pt x="320767" y="167773"/>
                  </a:moveTo>
                  <a:lnTo>
                    <a:pt x="314821" y="173431"/>
                  </a:lnTo>
                  <a:lnTo>
                    <a:pt x="314821" y="183855"/>
                  </a:lnTo>
                  <a:close/>
                  <a:moveTo>
                    <a:pt x="316910" y="167773"/>
                  </a:moveTo>
                  <a:lnTo>
                    <a:pt x="320767" y="167773"/>
                  </a:lnTo>
                  <a:lnTo>
                    <a:pt x="334327" y="141102"/>
                  </a:lnTo>
                  <a:close/>
                  <a:moveTo>
                    <a:pt x="79307" y="114432"/>
                  </a:moveTo>
                  <a:lnTo>
                    <a:pt x="65514" y="141102"/>
                  </a:lnTo>
                  <a:lnTo>
                    <a:pt x="67254" y="141102"/>
                  </a:lnTo>
                  <a:close/>
                  <a:moveTo>
                    <a:pt x="329999" y="141102"/>
                  </a:moveTo>
                  <a:lnTo>
                    <a:pt x="334327" y="141102"/>
                  </a:lnTo>
                  <a:lnTo>
                    <a:pt x="346477" y="114432"/>
                  </a:lnTo>
                  <a:close/>
                  <a:moveTo>
                    <a:pt x="93362" y="87761"/>
                  </a:moveTo>
                  <a:lnTo>
                    <a:pt x="79307" y="114432"/>
                  </a:lnTo>
                  <a:lnTo>
                    <a:pt x="82196" y="114432"/>
                  </a:lnTo>
                  <a:close/>
                  <a:moveTo>
                    <a:pt x="346477" y="114432"/>
                  </a:moveTo>
                  <a:lnTo>
                    <a:pt x="350951" y="87761"/>
                  </a:lnTo>
                  <a:lnTo>
                    <a:pt x="347235" y="87761"/>
                  </a:lnTo>
                  <a:close/>
                  <a:moveTo>
                    <a:pt x="98037" y="87057"/>
                  </a:moveTo>
                  <a:lnTo>
                    <a:pt x="98037" y="79764"/>
                  </a:lnTo>
                  <a:lnTo>
                    <a:pt x="93362" y="87761"/>
                  </a:lnTo>
                  <a:close/>
                  <a:moveTo>
                    <a:pt x="98037" y="79764"/>
                  </a:moveTo>
                  <a:lnTo>
                    <a:pt x="98037" y="87057"/>
                  </a:lnTo>
                  <a:lnTo>
                    <a:pt x="108998" y="61090"/>
                  </a:lnTo>
                  <a:close/>
                  <a:moveTo>
                    <a:pt x="350951" y="87761"/>
                  </a:moveTo>
                  <a:lnTo>
                    <a:pt x="350951" y="78661"/>
                  </a:lnTo>
                  <a:lnTo>
                    <a:pt x="347235" y="87761"/>
                  </a:lnTo>
                  <a:close/>
                  <a:moveTo>
                    <a:pt x="347235" y="87761"/>
                  </a:moveTo>
                  <a:lnTo>
                    <a:pt x="350951" y="78661"/>
                  </a:lnTo>
                  <a:lnTo>
                    <a:pt x="348181" y="61090"/>
                  </a:lnTo>
                  <a:close/>
                  <a:moveTo>
                    <a:pt x="132742" y="34420"/>
                  </a:moveTo>
                  <a:lnTo>
                    <a:pt x="134167" y="39086"/>
                  </a:lnTo>
                  <a:lnTo>
                    <a:pt x="134167" y="34420"/>
                  </a:lnTo>
                  <a:close/>
                  <a:moveTo>
                    <a:pt x="108998" y="61090"/>
                  </a:moveTo>
                  <a:lnTo>
                    <a:pt x="114044" y="61090"/>
                  </a:lnTo>
                  <a:lnTo>
                    <a:pt x="132742" y="34420"/>
                  </a:lnTo>
                  <a:close/>
                  <a:moveTo>
                    <a:pt x="342574" y="61090"/>
                  </a:moveTo>
                  <a:lnTo>
                    <a:pt x="348181" y="61090"/>
                  </a:lnTo>
                  <a:lnTo>
                    <a:pt x="329961" y="34420"/>
                  </a:lnTo>
                  <a:close/>
                  <a:moveTo>
                    <a:pt x="134167" y="33261"/>
                  </a:moveTo>
                  <a:lnTo>
                    <a:pt x="134167" y="34420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34167" y="33261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70298" y="16249"/>
                  </a:lnTo>
                  <a:lnTo>
                    <a:pt x="184385" y="7749"/>
                  </a:lnTo>
                  <a:close/>
                  <a:moveTo>
                    <a:pt x="314821" y="22754"/>
                  </a:moveTo>
                  <a:lnTo>
                    <a:pt x="323112" y="34420"/>
                  </a:lnTo>
                  <a:lnTo>
                    <a:pt x="329961" y="34420"/>
                  </a:lnTo>
                  <a:close/>
                  <a:moveTo>
                    <a:pt x="314821" y="22754"/>
                  </a:moveTo>
                  <a:lnTo>
                    <a:pt x="278690" y="7749"/>
                  </a:lnTo>
                  <a:lnTo>
                    <a:pt x="278690" y="10495"/>
                  </a:lnTo>
                  <a:close/>
                  <a:moveTo>
                    <a:pt x="206429" y="5799"/>
                  </a:moveTo>
                  <a:lnTo>
                    <a:pt x="206429" y="1782"/>
                  </a:lnTo>
                  <a:lnTo>
                    <a:pt x="184385" y="7749"/>
                  </a:lnTo>
                  <a:close/>
                  <a:moveTo>
                    <a:pt x="242559" y="3938"/>
                  </a:moveTo>
                  <a:lnTo>
                    <a:pt x="242559" y="0"/>
                  </a:lnTo>
                  <a:lnTo>
                    <a:pt x="206429" y="1782"/>
                  </a:lnTo>
                  <a:close/>
                  <a:moveTo>
                    <a:pt x="278690" y="6211"/>
                  </a:moveTo>
                  <a:lnTo>
                    <a:pt x="264234" y="7749"/>
                  </a:lnTo>
                  <a:lnTo>
                    <a:pt x="278690" y="7749"/>
                  </a:lnTo>
                  <a:close/>
                  <a:moveTo>
                    <a:pt x="242559" y="0"/>
                  </a:moveTo>
                  <a:lnTo>
                    <a:pt x="242559" y="3938"/>
                  </a:lnTo>
                  <a:lnTo>
                    <a:pt x="278690" y="6211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4012" name="Match_B1__4011">
              <a:extLst>
                <a:ext uri="{FF2B5EF4-FFF2-40B4-BE49-F238E27FC236}">
                  <a16:creationId xmlns:a16="http://schemas.microsoft.com/office/drawing/2014/main" id="{AF1C2B85-7691-68BC-7F7F-9CC4EDB63088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1749619"/>
              <a:ext cx="348181" cy="522093"/>
            </a:xfrm>
            <a:custGeom>
              <a:avLst/>
              <a:gdLst/>
              <a:ahLst/>
              <a:cxnLst/>
              <a:rect l="0" t="0" r="0" b="0"/>
              <a:pathLst>
                <a:path w="348181" h="522093">
                  <a:moveTo>
                    <a:pt x="61247" y="512711"/>
                  </a:moveTo>
                  <a:lnTo>
                    <a:pt x="61906" y="513105"/>
                  </a:lnTo>
                  <a:lnTo>
                    <a:pt x="61906" y="513005"/>
                  </a:lnTo>
                  <a:close/>
                  <a:moveTo>
                    <a:pt x="61247" y="512711"/>
                  </a:moveTo>
                  <a:lnTo>
                    <a:pt x="25775" y="491932"/>
                  </a:lnTo>
                  <a:lnTo>
                    <a:pt x="25775" y="492109"/>
                  </a:lnTo>
                  <a:close/>
                  <a:moveTo>
                    <a:pt x="61906" y="513005"/>
                  </a:moveTo>
                  <a:lnTo>
                    <a:pt x="61906" y="513105"/>
                  </a:lnTo>
                  <a:lnTo>
                    <a:pt x="98037" y="521651"/>
                  </a:lnTo>
                  <a:close/>
                  <a:moveTo>
                    <a:pt x="98037" y="521651"/>
                  </a:moveTo>
                  <a:lnTo>
                    <a:pt x="98037" y="521762"/>
                  </a:lnTo>
                  <a:lnTo>
                    <a:pt x="134167" y="521940"/>
                  </a:lnTo>
                  <a:close/>
                  <a:moveTo>
                    <a:pt x="134167" y="521940"/>
                  </a:moveTo>
                  <a:lnTo>
                    <a:pt x="134167" y="522093"/>
                  </a:lnTo>
                  <a:lnTo>
                    <a:pt x="170298" y="514145"/>
                  </a:lnTo>
                  <a:close/>
                  <a:moveTo>
                    <a:pt x="174383" y="512711"/>
                  </a:moveTo>
                  <a:lnTo>
                    <a:pt x="173705" y="512711"/>
                  </a:lnTo>
                  <a:lnTo>
                    <a:pt x="170298" y="514145"/>
                  </a:lnTo>
                  <a:close/>
                  <a:moveTo>
                    <a:pt x="173705" y="512711"/>
                  </a:moveTo>
                  <a:lnTo>
                    <a:pt x="174383" y="512711"/>
                  </a:lnTo>
                  <a:lnTo>
                    <a:pt x="206429" y="496559"/>
                  </a:lnTo>
                  <a:close/>
                  <a:moveTo>
                    <a:pt x="19051" y="486040"/>
                  </a:moveTo>
                  <a:lnTo>
                    <a:pt x="25775" y="492109"/>
                  </a:lnTo>
                  <a:lnTo>
                    <a:pt x="25775" y="491932"/>
                  </a:lnTo>
                  <a:close/>
                  <a:moveTo>
                    <a:pt x="2499" y="459369"/>
                  </a:moveTo>
                  <a:lnTo>
                    <a:pt x="19051" y="486040"/>
                  </a:lnTo>
                  <a:lnTo>
                    <a:pt x="2826" y="459369"/>
                  </a:lnTo>
                  <a:close/>
                  <a:moveTo>
                    <a:pt x="221774" y="486040"/>
                  </a:moveTo>
                  <a:lnTo>
                    <a:pt x="220412" y="486040"/>
                  </a:lnTo>
                  <a:lnTo>
                    <a:pt x="206429" y="496559"/>
                  </a:lnTo>
                  <a:close/>
                  <a:moveTo>
                    <a:pt x="220412" y="486040"/>
                  </a:moveTo>
                  <a:lnTo>
                    <a:pt x="221774" y="486040"/>
                  </a:lnTo>
                  <a:lnTo>
                    <a:pt x="242559" y="462470"/>
                  </a:lnTo>
                  <a:close/>
                  <a:moveTo>
                    <a:pt x="0" y="432698"/>
                  </a:moveTo>
                  <a:lnTo>
                    <a:pt x="2826" y="459369"/>
                  </a:lnTo>
                  <a:lnTo>
                    <a:pt x="619" y="432698"/>
                  </a:lnTo>
                  <a:close/>
                  <a:moveTo>
                    <a:pt x="248088" y="459369"/>
                  </a:moveTo>
                  <a:lnTo>
                    <a:pt x="245202" y="459369"/>
                  </a:lnTo>
                  <a:lnTo>
                    <a:pt x="242559" y="462470"/>
                  </a:lnTo>
                  <a:close/>
                  <a:moveTo>
                    <a:pt x="263669" y="432698"/>
                  </a:moveTo>
                  <a:lnTo>
                    <a:pt x="245202" y="459369"/>
                  </a:lnTo>
                  <a:lnTo>
                    <a:pt x="268638" y="432698"/>
                  </a:lnTo>
                  <a:close/>
                  <a:moveTo>
                    <a:pt x="7970" y="406028"/>
                  </a:moveTo>
                  <a:lnTo>
                    <a:pt x="619" y="432698"/>
                  </a:lnTo>
                  <a:lnTo>
                    <a:pt x="9348" y="406028"/>
                  </a:lnTo>
                  <a:close/>
                  <a:moveTo>
                    <a:pt x="263669" y="432698"/>
                  </a:moveTo>
                  <a:lnTo>
                    <a:pt x="268638" y="432698"/>
                  </a:lnTo>
                  <a:lnTo>
                    <a:pt x="278690" y="408861"/>
                  </a:lnTo>
                  <a:close/>
                  <a:moveTo>
                    <a:pt x="9348" y="406028"/>
                  </a:moveTo>
                  <a:lnTo>
                    <a:pt x="25775" y="381520"/>
                  </a:lnTo>
                  <a:lnTo>
                    <a:pt x="24298" y="379357"/>
                  </a:lnTo>
                  <a:close/>
                  <a:moveTo>
                    <a:pt x="288891" y="406028"/>
                  </a:moveTo>
                  <a:lnTo>
                    <a:pt x="280604" y="406028"/>
                  </a:lnTo>
                  <a:lnTo>
                    <a:pt x="278690" y="408861"/>
                  </a:lnTo>
                  <a:close/>
                  <a:moveTo>
                    <a:pt x="297665" y="379357"/>
                  </a:moveTo>
                  <a:lnTo>
                    <a:pt x="280604" y="406028"/>
                  </a:lnTo>
                  <a:lnTo>
                    <a:pt x="307376" y="379357"/>
                  </a:lnTo>
                  <a:close/>
                  <a:moveTo>
                    <a:pt x="41208" y="352686"/>
                  </a:moveTo>
                  <a:lnTo>
                    <a:pt x="27230" y="379357"/>
                  </a:lnTo>
                  <a:lnTo>
                    <a:pt x="46375" y="352686"/>
                  </a:lnTo>
                  <a:close/>
                  <a:moveTo>
                    <a:pt x="25775" y="379357"/>
                  </a:moveTo>
                  <a:lnTo>
                    <a:pt x="25775" y="381520"/>
                  </a:lnTo>
                  <a:lnTo>
                    <a:pt x="27230" y="379357"/>
                  </a:lnTo>
                  <a:close/>
                  <a:moveTo>
                    <a:pt x="307376" y="379357"/>
                  </a:moveTo>
                  <a:lnTo>
                    <a:pt x="310032" y="352686"/>
                  </a:lnTo>
                  <a:lnTo>
                    <a:pt x="297665" y="379357"/>
                  </a:lnTo>
                  <a:close/>
                  <a:moveTo>
                    <a:pt x="53652" y="326016"/>
                  </a:moveTo>
                  <a:lnTo>
                    <a:pt x="46375" y="352686"/>
                  </a:lnTo>
                  <a:lnTo>
                    <a:pt x="60622" y="326016"/>
                  </a:lnTo>
                  <a:close/>
                  <a:moveTo>
                    <a:pt x="315803" y="326016"/>
                  </a:moveTo>
                  <a:lnTo>
                    <a:pt x="314821" y="330260"/>
                  </a:lnTo>
                  <a:lnTo>
                    <a:pt x="320969" y="352686"/>
                  </a:lnTo>
                  <a:close/>
                  <a:moveTo>
                    <a:pt x="310032" y="352686"/>
                  </a:moveTo>
                  <a:lnTo>
                    <a:pt x="314821" y="352686"/>
                  </a:lnTo>
                  <a:lnTo>
                    <a:pt x="314821" y="330260"/>
                  </a:lnTo>
                  <a:close/>
                  <a:moveTo>
                    <a:pt x="60622" y="326016"/>
                  </a:moveTo>
                  <a:lnTo>
                    <a:pt x="61906" y="319028"/>
                  </a:lnTo>
                  <a:lnTo>
                    <a:pt x="58654" y="299345"/>
                  </a:lnTo>
                  <a:close/>
                  <a:moveTo>
                    <a:pt x="315803" y="326016"/>
                  </a:moveTo>
                  <a:lnTo>
                    <a:pt x="314821" y="299345"/>
                  </a:lnTo>
                  <a:lnTo>
                    <a:pt x="314821" y="301602"/>
                  </a:lnTo>
                  <a:close/>
                  <a:moveTo>
                    <a:pt x="325376" y="299345"/>
                  </a:moveTo>
                  <a:lnTo>
                    <a:pt x="314821" y="299345"/>
                  </a:lnTo>
                  <a:lnTo>
                    <a:pt x="315803" y="326016"/>
                  </a:lnTo>
                  <a:close/>
                  <a:moveTo>
                    <a:pt x="60906" y="272674"/>
                  </a:moveTo>
                  <a:lnTo>
                    <a:pt x="61906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4919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1906" y="319028"/>
                  </a:lnTo>
                  <a:lnTo>
                    <a:pt x="64919" y="299345"/>
                  </a:lnTo>
                  <a:close/>
                  <a:moveTo>
                    <a:pt x="314821" y="299345"/>
                  </a:moveTo>
                  <a:lnTo>
                    <a:pt x="314821" y="272674"/>
                  </a:lnTo>
                  <a:lnTo>
                    <a:pt x="314741" y="299345"/>
                  </a:lnTo>
                  <a:close/>
                  <a:moveTo>
                    <a:pt x="314821" y="272674"/>
                  </a:moveTo>
                  <a:lnTo>
                    <a:pt x="309985" y="272674"/>
                  </a:lnTo>
                  <a:lnTo>
                    <a:pt x="314741" y="299345"/>
                  </a:lnTo>
                  <a:close/>
                  <a:moveTo>
                    <a:pt x="314821" y="301602"/>
                  </a:moveTo>
                  <a:lnTo>
                    <a:pt x="314821" y="299345"/>
                  </a:lnTo>
                  <a:lnTo>
                    <a:pt x="314741" y="299345"/>
                  </a:lnTo>
                  <a:close/>
                  <a:moveTo>
                    <a:pt x="49622" y="246004"/>
                  </a:moveTo>
                  <a:lnTo>
                    <a:pt x="60906" y="272674"/>
                  </a:lnTo>
                  <a:lnTo>
                    <a:pt x="52401" y="246004"/>
                  </a:lnTo>
                  <a:close/>
                  <a:moveTo>
                    <a:pt x="309985" y="272674"/>
                  </a:moveTo>
                  <a:lnTo>
                    <a:pt x="311612" y="246004"/>
                  </a:lnTo>
                  <a:lnTo>
                    <a:pt x="305758" y="246004"/>
                  </a:lnTo>
                  <a:close/>
                  <a:moveTo>
                    <a:pt x="44811" y="219333"/>
                  </a:moveTo>
                  <a:lnTo>
                    <a:pt x="52401" y="246004"/>
                  </a:lnTo>
                  <a:lnTo>
                    <a:pt x="46347" y="219333"/>
                  </a:lnTo>
                  <a:close/>
                  <a:moveTo>
                    <a:pt x="305022" y="219333"/>
                  </a:moveTo>
                  <a:lnTo>
                    <a:pt x="305758" y="246004"/>
                  </a:lnTo>
                  <a:lnTo>
                    <a:pt x="308985" y="219333"/>
                  </a:lnTo>
                  <a:close/>
                  <a:moveTo>
                    <a:pt x="45349" y="192662"/>
                  </a:moveTo>
                  <a:lnTo>
                    <a:pt x="46347" y="219333"/>
                  </a:lnTo>
                  <a:lnTo>
                    <a:pt x="46429" y="192662"/>
                  </a:lnTo>
                  <a:close/>
                  <a:moveTo>
                    <a:pt x="308530" y="192662"/>
                  </a:moveTo>
                  <a:lnTo>
                    <a:pt x="305022" y="219333"/>
                  </a:lnTo>
                  <a:lnTo>
                    <a:pt x="311622" y="192662"/>
                  </a:lnTo>
                  <a:close/>
                  <a:moveTo>
                    <a:pt x="52631" y="165992"/>
                  </a:moveTo>
                  <a:lnTo>
                    <a:pt x="46429" y="192662"/>
                  </a:lnTo>
                  <a:lnTo>
                    <a:pt x="53863" y="165992"/>
                  </a:lnTo>
                  <a:close/>
                  <a:moveTo>
                    <a:pt x="308530" y="192662"/>
                  </a:moveTo>
                  <a:lnTo>
                    <a:pt x="311622" y="192662"/>
                  </a:lnTo>
                  <a:lnTo>
                    <a:pt x="314821" y="171650"/>
                  </a:lnTo>
                  <a:close/>
                  <a:moveTo>
                    <a:pt x="61906" y="150135"/>
                  </a:moveTo>
                  <a:lnTo>
                    <a:pt x="52631" y="165992"/>
                  </a:lnTo>
                  <a:lnTo>
                    <a:pt x="53863" y="165992"/>
                  </a:lnTo>
                  <a:close/>
                  <a:moveTo>
                    <a:pt x="61906" y="150135"/>
                  </a:moveTo>
                  <a:lnTo>
                    <a:pt x="67254" y="139321"/>
                  </a:lnTo>
                  <a:lnTo>
                    <a:pt x="65514" y="139321"/>
                  </a:lnTo>
                  <a:close/>
                  <a:moveTo>
                    <a:pt x="320767" y="165992"/>
                  </a:moveTo>
                  <a:lnTo>
                    <a:pt x="316910" y="165992"/>
                  </a:lnTo>
                  <a:lnTo>
                    <a:pt x="314821" y="171650"/>
                  </a:lnTo>
                  <a:close/>
                  <a:moveTo>
                    <a:pt x="329999" y="139321"/>
                  </a:moveTo>
                  <a:lnTo>
                    <a:pt x="316910" y="165992"/>
                  </a:lnTo>
                  <a:lnTo>
                    <a:pt x="334327" y="139321"/>
                  </a:lnTo>
                  <a:close/>
                  <a:moveTo>
                    <a:pt x="79307" y="112650"/>
                  </a:moveTo>
                  <a:lnTo>
                    <a:pt x="67254" y="139321"/>
                  </a:lnTo>
                  <a:lnTo>
                    <a:pt x="82196" y="112650"/>
                  </a:lnTo>
                  <a:close/>
                  <a:moveTo>
                    <a:pt x="341753" y="112650"/>
                  </a:moveTo>
                  <a:lnTo>
                    <a:pt x="329999" y="139321"/>
                  </a:lnTo>
                  <a:lnTo>
                    <a:pt x="346477" y="112650"/>
                  </a:lnTo>
                  <a:close/>
                  <a:moveTo>
                    <a:pt x="93362" y="85979"/>
                  </a:moveTo>
                  <a:lnTo>
                    <a:pt x="82196" y="112650"/>
                  </a:lnTo>
                  <a:lnTo>
                    <a:pt x="97608" y="85979"/>
                  </a:lnTo>
                  <a:close/>
                  <a:moveTo>
                    <a:pt x="346477" y="112650"/>
                  </a:moveTo>
                  <a:lnTo>
                    <a:pt x="347235" y="85979"/>
                  </a:lnTo>
                  <a:lnTo>
                    <a:pt x="341753" y="112650"/>
                  </a:lnTo>
                  <a:close/>
                  <a:moveTo>
                    <a:pt x="98037" y="85276"/>
                  </a:moveTo>
                  <a:lnTo>
                    <a:pt x="93362" y="85979"/>
                  </a:lnTo>
                  <a:lnTo>
                    <a:pt x="97608" y="85979"/>
                  </a:lnTo>
                  <a:close/>
                  <a:moveTo>
                    <a:pt x="98037" y="85276"/>
                  </a:moveTo>
                  <a:lnTo>
                    <a:pt x="114044" y="59309"/>
                  </a:lnTo>
                  <a:lnTo>
                    <a:pt x="108998" y="59309"/>
                  </a:lnTo>
                  <a:close/>
                  <a:moveTo>
                    <a:pt x="347235" y="85979"/>
                  </a:moveTo>
                  <a:lnTo>
                    <a:pt x="348181" y="59309"/>
                  </a:lnTo>
                  <a:lnTo>
                    <a:pt x="342574" y="59309"/>
                  </a:lnTo>
                  <a:close/>
                  <a:moveTo>
                    <a:pt x="114044" y="59309"/>
                  </a:moveTo>
                  <a:lnTo>
                    <a:pt x="134167" y="37305"/>
                  </a:lnTo>
                  <a:lnTo>
                    <a:pt x="132742" y="32638"/>
                  </a:lnTo>
                  <a:close/>
                  <a:moveTo>
                    <a:pt x="323112" y="32638"/>
                  </a:moveTo>
                  <a:lnTo>
                    <a:pt x="342574" y="59309"/>
                  </a:lnTo>
                  <a:lnTo>
                    <a:pt x="329961" y="32638"/>
                  </a:lnTo>
                  <a:close/>
                  <a:moveTo>
                    <a:pt x="170298" y="14468"/>
                  </a:moveTo>
                  <a:lnTo>
                    <a:pt x="134167" y="32638"/>
                  </a:lnTo>
                  <a:lnTo>
                    <a:pt x="139735" y="32638"/>
                  </a:lnTo>
                  <a:close/>
                  <a:moveTo>
                    <a:pt x="134167" y="32638"/>
                  </a:moveTo>
                  <a:lnTo>
                    <a:pt x="134167" y="37305"/>
                  </a:lnTo>
                  <a:lnTo>
                    <a:pt x="139735" y="32638"/>
                  </a:lnTo>
                  <a:close/>
                  <a:moveTo>
                    <a:pt x="170298" y="14468"/>
                  </a:moveTo>
                  <a:lnTo>
                    <a:pt x="199212" y="5967"/>
                  </a:lnTo>
                  <a:lnTo>
                    <a:pt x="184385" y="5967"/>
                  </a:lnTo>
                  <a:close/>
                  <a:moveTo>
                    <a:pt x="314821" y="20973"/>
                  </a:moveTo>
                  <a:lnTo>
                    <a:pt x="314821" y="26254"/>
                  </a:lnTo>
                  <a:lnTo>
                    <a:pt x="323112" y="32638"/>
                  </a:lnTo>
                  <a:close/>
                  <a:moveTo>
                    <a:pt x="314821" y="20973"/>
                  </a:moveTo>
                  <a:lnTo>
                    <a:pt x="278690" y="8714"/>
                  </a:lnTo>
                  <a:lnTo>
                    <a:pt x="314821" y="26254"/>
                  </a:lnTo>
                  <a:close/>
                  <a:moveTo>
                    <a:pt x="206429" y="4018"/>
                  </a:moveTo>
                  <a:lnTo>
                    <a:pt x="184385" y="5967"/>
                  </a:lnTo>
                  <a:lnTo>
                    <a:pt x="199212" y="5967"/>
                  </a:lnTo>
                  <a:close/>
                  <a:moveTo>
                    <a:pt x="242559" y="2156"/>
                  </a:moveTo>
                  <a:lnTo>
                    <a:pt x="206429" y="0"/>
                  </a:lnTo>
                  <a:lnTo>
                    <a:pt x="206429" y="4018"/>
                  </a:lnTo>
                  <a:close/>
                  <a:moveTo>
                    <a:pt x="242559" y="2156"/>
                  </a:moveTo>
                  <a:lnTo>
                    <a:pt x="264234" y="5967"/>
                  </a:lnTo>
                  <a:lnTo>
                    <a:pt x="278690" y="4430"/>
                  </a:lnTo>
                  <a:close/>
                  <a:moveTo>
                    <a:pt x="278690" y="8714"/>
                  </a:moveTo>
                  <a:lnTo>
                    <a:pt x="278690" y="5967"/>
                  </a:lnTo>
                  <a:lnTo>
                    <a:pt x="264234" y="5967"/>
                  </a:lnTo>
                  <a:close/>
                  <a:moveTo>
                    <a:pt x="61247" y="512711"/>
                  </a:moveTo>
                  <a:lnTo>
                    <a:pt x="61906" y="513005"/>
                  </a:lnTo>
                  <a:lnTo>
                    <a:pt x="61906" y="512711"/>
                  </a:lnTo>
                  <a:close/>
                  <a:moveTo>
                    <a:pt x="278690" y="408861"/>
                  </a:moveTo>
                  <a:lnTo>
                    <a:pt x="278690" y="406028"/>
                  </a:lnTo>
                  <a:lnTo>
                    <a:pt x="263669" y="432698"/>
                  </a:lnTo>
                  <a:close/>
                  <a:moveTo>
                    <a:pt x="278690" y="406028"/>
                  </a:moveTo>
                  <a:lnTo>
                    <a:pt x="278690" y="408861"/>
                  </a:lnTo>
                  <a:lnTo>
                    <a:pt x="280604" y="406028"/>
                  </a:lnTo>
                  <a:close/>
                  <a:moveTo>
                    <a:pt x="314821" y="330260"/>
                  </a:moveTo>
                  <a:lnTo>
                    <a:pt x="314821" y="326016"/>
                  </a:lnTo>
                  <a:lnTo>
                    <a:pt x="310032" y="352686"/>
                  </a:lnTo>
                  <a:close/>
                  <a:moveTo>
                    <a:pt x="61906" y="319028"/>
                  </a:moveTo>
                  <a:lnTo>
                    <a:pt x="60622" y="326016"/>
                  </a:lnTo>
                  <a:lnTo>
                    <a:pt x="61906" y="326016"/>
                  </a:lnTo>
                  <a:close/>
                  <a:moveTo>
                    <a:pt x="61906" y="319028"/>
                  </a:moveTo>
                  <a:lnTo>
                    <a:pt x="61906" y="326016"/>
                  </a:lnTo>
                  <a:lnTo>
                    <a:pt x="64919" y="299345"/>
                  </a:lnTo>
                  <a:close/>
                  <a:moveTo>
                    <a:pt x="314821" y="326016"/>
                  </a:moveTo>
                  <a:lnTo>
                    <a:pt x="314821" y="330260"/>
                  </a:lnTo>
                  <a:lnTo>
                    <a:pt x="315803" y="326016"/>
                  </a:lnTo>
                  <a:close/>
                  <a:moveTo>
                    <a:pt x="314821" y="326016"/>
                  </a:moveTo>
                  <a:lnTo>
                    <a:pt x="315803" y="326016"/>
                  </a:lnTo>
                  <a:lnTo>
                    <a:pt x="314821" y="301602"/>
                  </a:lnTo>
                  <a:close/>
                  <a:moveTo>
                    <a:pt x="60906" y="272674"/>
                  </a:moveTo>
                  <a:lnTo>
                    <a:pt x="61906" y="278892"/>
                  </a:lnTo>
                  <a:lnTo>
                    <a:pt x="61906" y="272674"/>
                  </a:lnTo>
                  <a:close/>
                  <a:moveTo>
                    <a:pt x="52401" y="246004"/>
                  </a:moveTo>
                  <a:lnTo>
                    <a:pt x="60906" y="272674"/>
                  </a:lnTo>
                  <a:lnTo>
                    <a:pt x="61906" y="272674"/>
                  </a:lnTo>
                  <a:close/>
                  <a:moveTo>
                    <a:pt x="314821" y="171650"/>
                  </a:moveTo>
                  <a:lnTo>
                    <a:pt x="314821" y="165992"/>
                  </a:lnTo>
                  <a:lnTo>
                    <a:pt x="308530" y="192662"/>
                  </a:lnTo>
                  <a:close/>
                  <a:moveTo>
                    <a:pt x="314821" y="165992"/>
                  </a:moveTo>
                  <a:lnTo>
                    <a:pt x="314821" y="171650"/>
                  </a:lnTo>
                  <a:lnTo>
                    <a:pt x="316910" y="165992"/>
                  </a:lnTo>
                  <a:close/>
                  <a:moveTo>
                    <a:pt x="98037" y="85276"/>
                  </a:moveTo>
                  <a:lnTo>
                    <a:pt x="97608" y="85979"/>
                  </a:lnTo>
                  <a:lnTo>
                    <a:pt x="98037" y="85979"/>
                  </a:lnTo>
                  <a:close/>
                  <a:moveTo>
                    <a:pt x="98037" y="85276"/>
                  </a:moveTo>
                  <a:lnTo>
                    <a:pt x="98037" y="85979"/>
                  </a:lnTo>
                  <a:lnTo>
                    <a:pt x="114044" y="59309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4013" name="Match_B1__4012">
              <a:extLst>
                <a:ext uri="{FF2B5EF4-FFF2-40B4-BE49-F238E27FC236}">
                  <a16:creationId xmlns:a16="http://schemas.microsoft.com/office/drawing/2014/main" id="{D00ABFD9-FAFA-9627-2240-98BDC4D2EFB1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1751775"/>
              <a:ext cx="346616" cy="519784"/>
            </a:xfrm>
            <a:custGeom>
              <a:avLst/>
              <a:gdLst/>
              <a:ahLst/>
              <a:cxnLst/>
              <a:rect l="0" t="0" r="0" b="0"/>
              <a:pathLst>
                <a:path w="346616" h="519784">
                  <a:moveTo>
                    <a:pt x="25157" y="489776"/>
                  </a:moveTo>
                  <a:lnTo>
                    <a:pt x="60628" y="510555"/>
                  </a:lnTo>
                  <a:lnTo>
                    <a:pt x="33679" y="483884"/>
                  </a:lnTo>
                  <a:close/>
                  <a:moveTo>
                    <a:pt x="61287" y="501021"/>
                  </a:moveTo>
                  <a:lnTo>
                    <a:pt x="60628" y="510555"/>
                  </a:lnTo>
                  <a:lnTo>
                    <a:pt x="61287" y="510555"/>
                  </a:lnTo>
                  <a:close/>
                  <a:moveTo>
                    <a:pt x="61287" y="510849"/>
                  </a:moveTo>
                  <a:lnTo>
                    <a:pt x="95603" y="510555"/>
                  </a:lnTo>
                  <a:lnTo>
                    <a:pt x="61287" y="510555"/>
                  </a:lnTo>
                  <a:close/>
                  <a:moveTo>
                    <a:pt x="97418" y="519495"/>
                  </a:moveTo>
                  <a:lnTo>
                    <a:pt x="97418" y="510990"/>
                  </a:lnTo>
                  <a:lnTo>
                    <a:pt x="61287" y="510849"/>
                  </a:lnTo>
                  <a:close/>
                  <a:moveTo>
                    <a:pt x="97418" y="519495"/>
                  </a:moveTo>
                  <a:lnTo>
                    <a:pt x="133549" y="519784"/>
                  </a:lnTo>
                  <a:lnTo>
                    <a:pt x="133549" y="511309"/>
                  </a:lnTo>
                  <a:close/>
                  <a:moveTo>
                    <a:pt x="169679" y="511989"/>
                  </a:moveTo>
                  <a:lnTo>
                    <a:pt x="169679" y="510555"/>
                  </a:lnTo>
                  <a:lnTo>
                    <a:pt x="133549" y="511309"/>
                  </a:lnTo>
                  <a:close/>
                  <a:moveTo>
                    <a:pt x="133549" y="519784"/>
                  </a:moveTo>
                  <a:lnTo>
                    <a:pt x="169679" y="511989"/>
                  </a:lnTo>
                  <a:lnTo>
                    <a:pt x="133549" y="511309"/>
                  </a:lnTo>
                  <a:close/>
                  <a:moveTo>
                    <a:pt x="169679" y="510555"/>
                  </a:moveTo>
                  <a:lnTo>
                    <a:pt x="169679" y="511989"/>
                  </a:lnTo>
                  <a:lnTo>
                    <a:pt x="173086" y="510555"/>
                  </a:lnTo>
                  <a:close/>
                  <a:moveTo>
                    <a:pt x="169679" y="510555"/>
                  </a:moveTo>
                  <a:lnTo>
                    <a:pt x="205810" y="494403"/>
                  </a:lnTo>
                  <a:lnTo>
                    <a:pt x="169679" y="502638"/>
                  </a:lnTo>
                  <a:close/>
                  <a:moveTo>
                    <a:pt x="173086" y="510555"/>
                  </a:moveTo>
                  <a:lnTo>
                    <a:pt x="205810" y="494403"/>
                  </a:lnTo>
                  <a:lnTo>
                    <a:pt x="169679" y="510555"/>
                  </a:lnTo>
                  <a:close/>
                  <a:moveTo>
                    <a:pt x="18432" y="483884"/>
                  </a:moveTo>
                  <a:lnTo>
                    <a:pt x="25157" y="489776"/>
                  </a:lnTo>
                  <a:lnTo>
                    <a:pt x="25157" y="483884"/>
                  </a:lnTo>
                  <a:close/>
                  <a:moveTo>
                    <a:pt x="2208" y="457213"/>
                  </a:moveTo>
                  <a:lnTo>
                    <a:pt x="18432" y="483884"/>
                  </a:lnTo>
                  <a:lnTo>
                    <a:pt x="14614" y="457213"/>
                  </a:lnTo>
                  <a:close/>
                  <a:moveTo>
                    <a:pt x="205810" y="483884"/>
                  </a:moveTo>
                  <a:lnTo>
                    <a:pt x="205810" y="494403"/>
                  </a:lnTo>
                  <a:lnTo>
                    <a:pt x="219794" y="483884"/>
                  </a:lnTo>
                  <a:close/>
                  <a:moveTo>
                    <a:pt x="205810" y="482344"/>
                  </a:moveTo>
                  <a:lnTo>
                    <a:pt x="241941" y="460314"/>
                  </a:lnTo>
                  <a:lnTo>
                    <a:pt x="241941" y="457213"/>
                  </a:lnTo>
                  <a:close/>
                  <a:moveTo>
                    <a:pt x="219794" y="483884"/>
                  </a:moveTo>
                  <a:lnTo>
                    <a:pt x="241941" y="460314"/>
                  </a:lnTo>
                  <a:lnTo>
                    <a:pt x="205810" y="483884"/>
                  </a:lnTo>
                  <a:close/>
                  <a:moveTo>
                    <a:pt x="0" y="430543"/>
                  </a:moveTo>
                  <a:lnTo>
                    <a:pt x="2208" y="457213"/>
                  </a:lnTo>
                  <a:lnTo>
                    <a:pt x="14614" y="457213"/>
                  </a:lnTo>
                  <a:close/>
                  <a:moveTo>
                    <a:pt x="241941" y="457213"/>
                  </a:moveTo>
                  <a:lnTo>
                    <a:pt x="241941" y="460314"/>
                  </a:lnTo>
                  <a:lnTo>
                    <a:pt x="244583" y="457213"/>
                  </a:lnTo>
                  <a:close/>
                  <a:moveTo>
                    <a:pt x="244583" y="457213"/>
                  </a:moveTo>
                  <a:lnTo>
                    <a:pt x="241941" y="437072"/>
                  </a:lnTo>
                  <a:lnTo>
                    <a:pt x="241941" y="457213"/>
                  </a:lnTo>
                  <a:close/>
                  <a:moveTo>
                    <a:pt x="263051" y="430543"/>
                  </a:moveTo>
                  <a:lnTo>
                    <a:pt x="245933" y="430543"/>
                  </a:lnTo>
                  <a:lnTo>
                    <a:pt x="244583" y="457213"/>
                  </a:lnTo>
                  <a:close/>
                  <a:moveTo>
                    <a:pt x="8729" y="403872"/>
                  </a:moveTo>
                  <a:lnTo>
                    <a:pt x="0" y="430543"/>
                  </a:lnTo>
                  <a:lnTo>
                    <a:pt x="12187" y="430543"/>
                  </a:lnTo>
                  <a:close/>
                  <a:moveTo>
                    <a:pt x="263051" y="430543"/>
                  </a:moveTo>
                  <a:lnTo>
                    <a:pt x="278071" y="403872"/>
                  </a:lnTo>
                  <a:lnTo>
                    <a:pt x="259701" y="403872"/>
                  </a:lnTo>
                  <a:close/>
                  <a:moveTo>
                    <a:pt x="25157" y="400093"/>
                  </a:moveTo>
                  <a:lnTo>
                    <a:pt x="25157" y="379364"/>
                  </a:lnTo>
                  <a:lnTo>
                    <a:pt x="8729" y="403872"/>
                  </a:lnTo>
                  <a:close/>
                  <a:moveTo>
                    <a:pt x="25157" y="379364"/>
                  </a:moveTo>
                  <a:lnTo>
                    <a:pt x="25157" y="400093"/>
                  </a:lnTo>
                  <a:lnTo>
                    <a:pt x="26612" y="377201"/>
                  </a:lnTo>
                  <a:close/>
                  <a:moveTo>
                    <a:pt x="278071" y="377201"/>
                  </a:moveTo>
                  <a:lnTo>
                    <a:pt x="279985" y="403872"/>
                  </a:lnTo>
                  <a:lnTo>
                    <a:pt x="297046" y="377201"/>
                  </a:lnTo>
                  <a:close/>
                  <a:moveTo>
                    <a:pt x="278071" y="377201"/>
                  </a:moveTo>
                  <a:lnTo>
                    <a:pt x="278071" y="403872"/>
                  </a:lnTo>
                  <a:lnTo>
                    <a:pt x="279985" y="403872"/>
                  </a:lnTo>
                  <a:close/>
                  <a:moveTo>
                    <a:pt x="26612" y="377201"/>
                  </a:moveTo>
                  <a:lnTo>
                    <a:pt x="42481" y="377201"/>
                  </a:lnTo>
                  <a:lnTo>
                    <a:pt x="45757" y="350530"/>
                  </a:lnTo>
                  <a:close/>
                  <a:moveTo>
                    <a:pt x="309413" y="350530"/>
                  </a:moveTo>
                  <a:lnTo>
                    <a:pt x="285133" y="350530"/>
                  </a:lnTo>
                  <a:lnTo>
                    <a:pt x="297046" y="377201"/>
                  </a:lnTo>
                  <a:close/>
                  <a:moveTo>
                    <a:pt x="60004" y="323860"/>
                  </a:moveTo>
                  <a:lnTo>
                    <a:pt x="61287" y="350530"/>
                  </a:lnTo>
                  <a:lnTo>
                    <a:pt x="61287" y="323860"/>
                  </a:lnTo>
                  <a:close/>
                  <a:moveTo>
                    <a:pt x="60004" y="323860"/>
                  </a:moveTo>
                  <a:lnTo>
                    <a:pt x="45757" y="350530"/>
                  </a:lnTo>
                  <a:lnTo>
                    <a:pt x="61287" y="350530"/>
                  </a:lnTo>
                  <a:close/>
                  <a:moveTo>
                    <a:pt x="309413" y="350530"/>
                  </a:moveTo>
                  <a:lnTo>
                    <a:pt x="314202" y="323860"/>
                  </a:lnTo>
                  <a:lnTo>
                    <a:pt x="291091" y="323860"/>
                  </a:lnTo>
                  <a:close/>
                  <a:moveTo>
                    <a:pt x="64300" y="297189"/>
                  </a:moveTo>
                  <a:lnTo>
                    <a:pt x="61287" y="323860"/>
                  </a:lnTo>
                  <a:lnTo>
                    <a:pt x="80198" y="323860"/>
                  </a:lnTo>
                  <a:close/>
                  <a:moveTo>
                    <a:pt x="314202" y="323860"/>
                  </a:moveTo>
                  <a:lnTo>
                    <a:pt x="314202" y="299446"/>
                  </a:lnTo>
                  <a:lnTo>
                    <a:pt x="291091" y="323860"/>
                  </a:lnTo>
                  <a:close/>
                  <a:moveTo>
                    <a:pt x="291091" y="323860"/>
                  </a:moveTo>
                  <a:lnTo>
                    <a:pt x="314202" y="299446"/>
                  </a:lnTo>
                  <a:lnTo>
                    <a:pt x="314123" y="297189"/>
                  </a:lnTo>
                  <a:close/>
                  <a:moveTo>
                    <a:pt x="61287" y="270518"/>
                  </a:moveTo>
                  <a:lnTo>
                    <a:pt x="61287" y="276736"/>
                  </a:lnTo>
                  <a:lnTo>
                    <a:pt x="77198" y="270518"/>
                  </a:lnTo>
                  <a:close/>
                  <a:moveTo>
                    <a:pt x="77198" y="270518"/>
                  </a:moveTo>
                  <a:lnTo>
                    <a:pt x="61287" y="276736"/>
                  </a:lnTo>
                  <a:lnTo>
                    <a:pt x="64300" y="297189"/>
                  </a:lnTo>
                  <a:close/>
                  <a:moveTo>
                    <a:pt x="291167" y="297189"/>
                  </a:moveTo>
                  <a:lnTo>
                    <a:pt x="314123" y="297189"/>
                  </a:lnTo>
                  <a:lnTo>
                    <a:pt x="309367" y="270518"/>
                  </a:lnTo>
                  <a:close/>
                  <a:moveTo>
                    <a:pt x="51783" y="243848"/>
                  </a:moveTo>
                  <a:lnTo>
                    <a:pt x="61287" y="270518"/>
                  </a:lnTo>
                  <a:lnTo>
                    <a:pt x="61287" y="243848"/>
                  </a:lnTo>
                  <a:close/>
                  <a:moveTo>
                    <a:pt x="288515" y="270518"/>
                  </a:moveTo>
                  <a:lnTo>
                    <a:pt x="309367" y="270518"/>
                  </a:lnTo>
                  <a:lnTo>
                    <a:pt x="305139" y="243848"/>
                  </a:lnTo>
                  <a:close/>
                  <a:moveTo>
                    <a:pt x="45728" y="217177"/>
                  </a:moveTo>
                  <a:lnTo>
                    <a:pt x="51783" y="243848"/>
                  </a:lnTo>
                  <a:lnTo>
                    <a:pt x="59264" y="217177"/>
                  </a:lnTo>
                  <a:close/>
                  <a:moveTo>
                    <a:pt x="287161" y="243848"/>
                  </a:moveTo>
                  <a:lnTo>
                    <a:pt x="305139" y="243848"/>
                  </a:lnTo>
                  <a:lnTo>
                    <a:pt x="304404" y="217177"/>
                  </a:lnTo>
                  <a:close/>
                  <a:moveTo>
                    <a:pt x="45811" y="190506"/>
                  </a:moveTo>
                  <a:lnTo>
                    <a:pt x="45728" y="217177"/>
                  </a:lnTo>
                  <a:lnTo>
                    <a:pt x="59264" y="217177"/>
                  </a:lnTo>
                  <a:close/>
                  <a:moveTo>
                    <a:pt x="288840" y="217177"/>
                  </a:moveTo>
                  <a:lnTo>
                    <a:pt x="304404" y="217177"/>
                  </a:lnTo>
                  <a:lnTo>
                    <a:pt x="307911" y="190506"/>
                  </a:lnTo>
                  <a:close/>
                  <a:moveTo>
                    <a:pt x="45811" y="190506"/>
                  </a:moveTo>
                  <a:lnTo>
                    <a:pt x="58820" y="190506"/>
                  </a:lnTo>
                  <a:lnTo>
                    <a:pt x="53244" y="163836"/>
                  </a:lnTo>
                  <a:close/>
                  <a:moveTo>
                    <a:pt x="307911" y="190506"/>
                  </a:moveTo>
                  <a:lnTo>
                    <a:pt x="314202" y="163836"/>
                  </a:lnTo>
                  <a:lnTo>
                    <a:pt x="301049" y="163836"/>
                  </a:lnTo>
                  <a:close/>
                  <a:moveTo>
                    <a:pt x="61287" y="147979"/>
                  </a:moveTo>
                  <a:lnTo>
                    <a:pt x="53244" y="163836"/>
                  </a:lnTo>
                  <a:lnTo>
                    <a:pt x="61287" y="163836"/>
                  </a:lnTo>
                  <a:close/>
                  <a:moveTo>
                    <a:pt x="61287" y="147979"/>
                  </a:moveTo>
                  <a:lnTo>
                    <a:pt x="61287" y="163836"/>
                  </a:lnTo>
                  <a:lnTo>
                    <a:pt x="66635" y="137165"/>
                  </a:lnTo>
                  <a:close/>
                  <a:moveTo>
                    <a:pt x="314202" y="137165"/>
                  </a:moveTo>
                  <a:lnTo>
                    <a:pt x="316291" y="163836"/>
                  </a:lnTo>
                  <a:lnTo>
                    <a:pt x="329380" y="137165"/>
                  </a:lnTo>
                  <a:close/>
                  <a:moveTo>
                    <a:pt x="314202" y="137165"/>
                  </a:moveTo>
                  <a:lnTo>
                    <a:pt x="314202" y="163836"/>
                  </a:lnTo>
                  <a:lnTo>
                    <a:pt x="316291" y="163836"/>
                  </a:lnTo>
                  <a:close/>
                  <a:moveTo>
                    <a:pt x="81578" y="110494"/>
                  </a:moveTo>
                  <a:lnTo>
                    <a:pt x="66635" y="137165"/>
                  </a:lnTo>
                  <a:lnTo>
                    <a:pt x="80529" y="137165"/>
                  </a:lnTo>
                  <a:close/>
                  <a:moveTo>
                    <a:pt x="341135" y="110494"/>
                  </a:moveTo>
                  <a:lnTo>
                    <a:pt x="323960" y="110494"/>
                  </a:lnTo>
                  <a:lnTo>
                    <a:pt x="329380" y="137165"/>
                  </a:lnTo>
                  <a:close/>
                  <a:moveTo>
                    <a:pt x="96989" y="83824"/>
                  </a:moveTo>
                  <a:lnTo>
                    <a:pt x="97418" y="110477"/>
                  </a:lnTo>
                  <a:lnTo>
                    <a:pt x="97418" y="83824"/>
                  </a:lnTo>
                  <a:close/>
                  <a:moveTo>
                    <a:pt x="81578" y="110494"/>
                  </a:moveTo>
                  <a:lnTo>
                    <a:pt x="97408" y="110494"/>
                  </a:lnTo>
                  <a:lnTo>
                    <a:pt x="96989" y="83824"/>
                  </a:lnTo>
                  <a:close/>
                  <a:moveTo>
                    <a:pt x="323960" y="110494"/>
                  </a:moveTo>
                  <a:lnTo>
                    <a:pt x="341135" y="110494"/>
                  </a:lnTo>
                  <a:lnTo>
                    <a:pt x="346616" y="83824"/>
                  </a:lnTo>
                  <a:close/>
                  <a:moveTo>
                    <a:pt x="113426" y="57153"/>
                  </a:moveTo>
                  <a:lnTo>
                    <a:pt x="97418" y="83824"/>
                  </a:lnTo>
                  <a:lnTo>
                    <a:pt x="113724" y="83824"/>
                  </a:lnTo>
                  <a:close/>
                  <a:moveTo>
                    <a:pt x="329072" y="83824"/>
                  </a:moveTo>
                  <a:lnTo>
                    <a:pt x="346616" y="83824"/>
                  </a:lnTo>
                  <a:lnTo>
                    <a:pt x="341956" y="57153"/>
                  </a:lnTo>
                  <a:close/>
                  <a:moveTo>
                    <a:pt x="133549" y="55769"/>
                  </a:moveTo>
                  <a:lnTo>
                    <a:pt x="133549" y="35149"/>
                  </a:lnTo>
                  <a:lnTo>
                    <a:pt x="113426" y="57153"/>
                  </a:lnTo>
                  <a:close/>
                  <a:moveTo>
                    <a:pt x="133549" y="35149"/>
                  </a:moveTo>
                  <a:lnTo>
                    <a:pt x="133549" y="55769"/>
                  </a:lnTo>
                  <a:lnTo>
                    <a:pt x="139116" y="30482"/>
                  </a:lnTo>
                  <a:close/>
                  <a:moveTo>
                    <a:pt x="322493" y="30482"/>
                  </a:moveTo>
                  <a:lnTo>
                    <a:pt x="314202" y="30482"/>
                  </a:lnTo>
                  <a:lnTo>
                    <a:pt x="322752" y="57153"/>
                  </a:lnTo>
                  <a:close/>
                  <a:moveTo>
                    <a:pt x="341956" y="57153"/>
                  </a:moveTo>
                  <a:lnTo>
                    <a:pt x="322493" y="30482"/>
                  </a:lnTo>
                  <a:lnTo>
                    <a:pt x="322752" y="57153"/>
                  </a:lnTo>
                  <a:close/>
                  <a:moveTo>
                    <a:pt x="169679" y="27127"/>
                  </a:moveTo>
                  <a:lnTo>
                    <a:pt x="169679" y="12312"/>
                  </a:lnTo>
                  <a:lnTo>
                    <a:pt x="139116" y="30482"/>
                  </a:lnTo>
                  <a:close/>
                  <a:moveTo>
                    <a:pt x="205810" y="3811"/>
                  </a:moveTo>
                  <a:lnTo>
                    <a:pt x="198593" y="3811"/>
                  </a:lnTo>
                  <a:lnTo>
                    <a:pt x="205810" y="15061"/>
                  </a:lnTo>
                  <a:close/>
                  <a:moveTo>
                    <a:pt x="205810" y="15061"/>
                  </a:moveTo>
                  <a:lnTo>
                    <a:pt x="198593" y="3811"/>
                  </a:lnTo>
                  <a:lnTo>
                    <a:pt x="169679" y="12312"/>
                  </a:lnTo>
                  <a:close/>
                  <a:moveTo>
                    <a:pt x="263616" y="3811"/>
                  </a:moveTo>
                  <a:lnTo>
                    <a:pt x="241941" y="3811"/>
                  </a:lnTo>
                  <a:lnTo>
                    <a:pt x="278071" y="6558"/>
                  </a:lnTo>
                  <a:close/>
                  <a:moveTo>
                    <a:pt x="278071" y="6558"/>
                  </a:moveTo>
                  <a:lnTo>
                    <a:pt x="241941" y="3811"/>
                  </a:lnTo>
                  <a:lnTo>
                    <a:pt x="241941" y="13109"/>
                  </a:lnTo>
                  <a:close/>
                  <a:moveTo>
                    <a:pt x="314202" y="24098"/>
                  </a:moveTo>
                  <a:lnTo>
                    <a:pt x="296325" y="30482"/>
                  </a:lnTo>
                  <a:lnTo>
                    <a:pt x="314202" y="30482"/>
                  </a:lnTo>
                  <a:close/>
                  <a:moveTo>
                    <a:pt x="278071" y="6558"/>
                  </a:moveTo>
                  <a:lnTo>
                    <a:pt x="278071" y="20992"/>
                  </a:lnTo>
                  <a:lnTo>
                    <a:pt x="314202" y="24098"/>
                  </a:lnTo>
                  <a:close/>
                  <a:moveTo>
                    <a:pt x="314202" y="30482"/>
                  </a:moveTo>
                  <a:lnTo>
                    <a:pt x="322493" y="30482"/>
                  </a:lnTo>
                  <a:lnTo>
                    <a:pt x="314202" y="24098"/>
                  </a:lnTo>
                  <a:close/>
                  <a:moveTo>
                    <a:pt x="205810" y="1862"/>
                  </a:moveTo>
                  <a:lnTo>
                    <a:pt x="198593" y="3811"/>
                  </a:lnTo>
                  <a:lnTo>
                    <a:pt x="205810" y="3811"/>
                  </a:lnTo>
                  <a:close/>
                  <a:moveTo>
                    <a:pt x="205810" y="3811"/>
                  </a:moveTo>
                  <a:lnTo>
                    <a:pt x="241941" y="0"/>
                  </a:lnTo>
                  <a:lnTo>
                    <a:pt x="205810" y="1862"/>
                  </a:lnTo>
                  <a:close/>
                  <a:moveTo>
                    <a:pt x="205810" y="3811"/>
                  </a:moveTo>
                  <a:lnTo>
                    <a:pt x="241941" y="3811"/>
                  </a:lnTo>
                  <a:lnTo>
                    <a:pt x="241941" y="0"/>
                  </a:lnTo>
                  <a:close/>
                  <a:moveTo>
                    <a:pt x="241941" y="3811"/>
                  </a:moveTo>
                  <a:lnTo>
                    <a:pt x="263616" y="3811"/>
                  </a:lnTo>
                  <a:lnTo>
                    <a:pt x="241941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4014" name="Match_B1__4013">
              <a:extLst>
                <a:ext uri="{FF2B5EF4-FFF2-40B4-BE49-F238E27FC236}">
                  <a16:creationId xmlns:a16="http://schemas.microsoft.com/office/drawing/2014/main" id="{2A6D087D-8D86-1333-46C4-89C05820F480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1755586"/>
              <a:ext cx="346616" cy="515684"/>
            </a:xfrm>
            <a:custGeom>
              <a:avLst/>
              <a:gdLst/>
              <a:ahLst/>
              <a:cxnLst/>
              <a:rect l="0" t="0" r="0" b="0"/>
              <a:pathLst>
                <a:path w="346616" h="515684">
                  <a:moveTo>
                    <a:pt x="25157" y="480073"/>
                  </a:moveTo>
                  <a:lnTo>
                    <a:pt x="25157" y="485964"/>
                  </a:lnTo>
                  <a:lnTo>
                    <a:pt x="33679" y="480073"/>
                  </a:lnTo>
                  <a:close/>
                  <a:moveTo>
                    <a:pt x="33679" y="480073"/>
                  </a:moveTo>
                  <a:lnTo>
                    <a:pt x="60628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5603" y="506743"/>
                  </a:lnTo>
                  <a:lnTo>
                    <a:pt x="61287" y="507038"/>
                  </a:lnTo>
                  <a:close/>
                  <a:moveTo>
                    <a:pt x="61287" y="506743"/>
                  </a:moveTo>
                  <a:lnTo>
                    <a:pt x="95603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7418" y="515684"/>
                  </a:lnTo>
                  <a:lnTo>
                    <a:pt x="133549" y="507497"/>
                  </a:lnTo>
                  <a:close/>
                  <a:moveTo>
                    <a:pt x="133549" y="507497"/>
                  </a:moveTo>
                  <a:lnTo>
                    <a:pt x="169679" y="506743"/>
                  </a:lnTo>
                  <a:lnTo>
                    <a:pt x="136943" y="506743"/>
                  </a:lnTo>
                  <a:close/>
                  <a:moveTo>
                    <a:pt x="169679" y="498826"/>
                  </a:moveTo>
                  <a:lnTo>
                    <a:pt x="205810" y="490592"/>
                  </a:lnTo>
                  <a:lnTo>
                    <a:pt x="205810" y="480073"/>
                  </a:lnTo>
                  <a:close/>
                  <a:moveTo>
                    <a:pt x="136943" y="506743"/>
                  </a:moveTo>
                  <a:lnTo>
                    <a:pt x="169679" y="506743"/>
                  </a:lnTo>
                  <a:lnTo>
                    <a:pt x="169679" y="498826"/>
                  </a:lnTo>
                  <a:close/>
                  <a:moveTo>
                    <a:pt x="14614" y="453402"/>
                  </a:moveTo>
                  <a:lnTo>
                    <a:pt x="25157" y="480073"/>
                  </a:lnTo>
                  <a:lnTo>
                    <a:pt x="25157" y="469833"/>
                  </a:lnTo>
                  <a:close/>
                  <a:moveTo>
                    <a:pt x="18432" y="480073"/>
                  </a:moveTo>
                  <a:lnTo>
                    <a:pt x="25157" y="480073"/>
                  </a:lnTo>
                  <a:lnTo>
                    <a:pt x="14614" y="453402"/>
                  </a:lnTo>
                  <a:close/>
                  <a:moveTo>
                    <a:pt x="25157" y="480073"/>
                  </a:moveTo>
                  <a:lnTo>
                    <a:pt x="33679" y="480073"/>
                  </a:lnTo>
                  <a:lnTo>
                    <a:pt x="25157" y="469833"/>
                  </a:lnTo>
                  <a:close/>
                  <a:moveTo>
                    <a:pt x="205810" y="478533"/>
                  </a:moveTo>
                  <a:lnTo>
                    <a:pt x="241941" y="453402"/>
                  </a:lnTo>
                  <a:lnTo>
                    <a:pt x="229496" y="453402"/>
                  </a:lnTo>
                  <a:close/>
                  <a:moveTo>
                    <a:pt x="205810" y="480073"/>
                  </a:moveTo>
                  <a:lnTo>
                    <a:pt x="241941" y="456502"/>
                  </a:lnTo>
                  <a:lnTo>
                    <a:pt x="205810" y="478533"/>
                  </a:lnTo>
                  <a:close/>
                  <a:moveTo>
                    <a:pt x="0" y="426731"/>
                  </a:moveTo>
                  <a:lnTo>
                    <a:pt x="14614" y="453402"/>
                  </a:lnTo>
                  <a:lnTo>
                    <a:pt x="12187" y="426731"/>
                  </a:lnTo>
                  <a:close/>
                  <a:moveTo>
                    <a:pt x="245933" y="426731"/>
                  </a:moveTo>
                  <a:lnTo>
                    <a:pt x="241941" y="433261"/>
                  </a:lnTo>
                  <a:lnTo>
                    <a:pt x="244583" y="453402"/>
                  </a:lnTo>
                  <a:close/>
                  <a:moveTo>
                    <a:pt x="229496" y="453402"/>
                  </a:moveTo>
                  <a:lnTo>
                    <a:pt x="241941" y="453402"/>
                  </a:lnTo>
                  <a:lnTo>
                    <a:pt x="241941" y="433261"/>
                  </a:lnTo>
                  <a:close/>
                  <a:moveTo>
                    <a:pt x="8729" y="400060"/>
                  </a:moveTo>
                  <a:lnTo>
                    <a:pt x="12187" y="426731"/>
                  </a:lnTo>
                  <a:lnTo>
                    <a:pt x="22420" y="400060"/>
                  </a:lnTo>
                  <a:close/>
                  <a:moveTo>
                    <a:pt x="263051" y="426731"/>
                  </a:moveTo>
                  <a:lnTo>
                    <a:pt x="259701" y="400060"/>
                  </a:lnTo>
                  <a:lnTo>
                    <a:pt x="245933" y="426731"/>
                  </a:lnTo>
                  <a:close/>
                  <a:moveTo>
                    <a:pt x="25157" y="396282"/>
                  </a:moveTo>
                  <a:lnTo>
                    <a:pt x="8729" y="400060"/>
                  </a:lnTo>
                  <a:lnTo>
                    <a:pt x="22420" y="400060"/>
                  </a:lnTo>
                  <a:close/>
                  <a:moveTo>
                    <a:pt x="25157" y="396282"/>
                  </a:moveTo>
                  <a:lnTo>
                    <a:pt x="42481" y="373390"/>
                  </a:lnTo>
                  <a:lnTo>
                    <a:pt x="26612" y="373390"/>
                  </a:lnTo>
                  <a:close/>
                  <a:moveTo>
                    <a:pt x="278071" y="400060"/>
                  </a:moveTo>
                  <a:lnTo>
                    <a:pt x="278071" y="373390"/>
                  </a:lnTo>
                  <a:lnTo>
                    <a:pt x="259701" y="400060"/>
                  </a:lnTo>
                  <a:close/>
                  <a:moveTo>
                    <a:pt x="45757" y="346719"/>
                  </a:moveTo>
                  <a:lnTo>
                    <a:pt x="61287" y="351232"/>
                  </a:lnTo>
                  <a:lnTo>
                    <a:pt x="61287" y="346719"/>
                  </a:lnTo>
                  <a:close/>
                  <a:moveTo>
                    <a:pt x="42481" y="373390"/>
                  </a:moveTo>
                  <a:lnTo>
                    <a:pt x="61287" y="351232"/>
                  </a:lnTo>
                  <a:lnTo>
                    <a:pt x="45757" y="346719"/>
                  </a:lnTo>
                  <a:close/>
                  <a:moveTo>
                    <a:pt x="297046" y="373390"/>
                  </a:moveTo>
                  <a:lnTo>
                    <a:pt x="278071" y="362818"/>
                  </a:lnTo>
                  <a:lnTo>
                    <a:pt x="278071" y="373390"/>
                  </a:lnTo>
                  <a:close/>
                  <a:moveTo>
                    <a:pt x="285133" y="346719"/>
                  </a:moveTo>
                  <a:lnTo>
                    <a:pt x="278071" y="362818"/>
                  </a:lnTo>
                  <a:lnTo>
                    <a:pt x="297046" y="373390"/>
                  </a:lnTo>
                  <a:close/>
                  <a:moveTo>
                    <a:pt x="80198" y="320048"/>
                  </a:moveTo>
                  <a:lnTo>
                    <a:pt x="61287" y="320048"/>
                  </a:lnTo>
                  <a:lnTo>
                    <a:pt x="61287" y="346719"/>
                  </a:lnTo>
                  <a:close/>
                  <a:moveTo>
                    <a:pt x="309413" y="346719"/>
                  </a:moveTo>
                  <a:lnTo>
                    <a:pt x="291091" y="320048"/>
                  </a:lnTo>
                  <a:lnTo>
                    <a:pt x="285133" y="346719"/>
                  </a:lnTo>
                  <a:close/>
                  <a:moveTo>
                    <a:pt x="64300" y="293378"/>
                  </a:moveTo>
                  <a:lnTo>
                    <a:pt x="80198" y="320048"/>
                  </a:lnTo>
                  <a:lnTo>
                    <a:pt x="83572" y="293378"/>
                  </a:lnTo>
                  <a:close/>
                  <a:moveTo>
                    <a:pt x="291091" y="320048"/>
                  </a:moveTo>
                  <a:lnTo>
                    <a:pt x="314123" y="293378"/>
                  </a:lnTo>
                  <a:lnTo>
                    <a:pt x="291167" y="293378"/>
                  </a:lnTo>
                  <a:close/>
                  <a:moveTo>
                    <a:pt x="77198" y="266707"/>
                  </a:moveTo>
                  <a:lnTo>
                    <a:pt x="64300" y="293378"/>
                  </a:lnTo>
                  <a:lnTo>
                    <a:pt x="83572" y="293378"/>
                  </a:lnTo>
                  <a:close/>
                  <a:moveTo>
                    <a:pt x="288515" y="266707"/>
                  </a:moveTo>
                  <a:lnTo>
                    <a:pt x="291167" y="293378"/>
                  </a:lnTo>
                  <a:lnTo>
                    <a:pt x="309367" y="266707"/>
                  </a:lnTo>
                  <a:close/>
                  <a:moveTo>
                    <a:pt x="77198" y="266707"/>
                  </a:moveTo>
                  <a:lnTo>
                    <a:pt x="66852" y="240036"/>
                  </a:lnTo>
                  <a:lnTo>
                    <a:pt x="61287" y="266707"/>
                  </a:lnTo>
                  <a:close/>
                  <a:moveTo>
                    <a:pt x="66852" y="240036"/>
                  </a:moveTo>
                  <a:lnTo>
                    <a:pt x="61287" y="240036"/>
                  </a:lnTo>
                  <a:lnTo>
                    <a:pt x="61287" y="266707"/>
                  </a:lnTo>
                  <a:close/>
                  <a:moveTo>
                    <a:pt x="287161" y="240036"/>
                  </a:moveTo>
                  <a:lnTo>
                    <a:pt x="288515" y="266707"/>
                  </a:lnTo>
                  <a:lnTo>
                    <a:pt x="305139" y="240036"/>
                  </a:lnTo>
                  <a:close/>
                  <a:moveTo>
                    <a:pt x="59264" y="213366"/>
                  </a:moveTo>
                  <a:lnTo>
                    <a:pt x="61287" y="240036"/>
                  </a:lnTo>
                  <a:lnTo>
                    <a:pt x="61287" y="220359"/>
                  </a:lnTo>
                  <a:close/>
                  <a:moveTo>
                    <a:pt x="51783" y="240036"/>
                  </a:moveTo>
                  <a:lnTo>
                    <a:pt x="61287" y="240036"/>
                  </a:lnTo>
                  <a:lnTo>
                    <a:pt x="59264" y="213366"/>
                  </a:lnTo>
                  <a:close/>
                  <a:moveTo>
                    <a:pt x="61287" y="240036"/>
                  </a:moveTo>
                  <a:lnTo>
                    <a:pt x="66852" y="240036"/>
                  </a:lnTo>
                  <a:lnTo>
                    <a:pt x="61287" y="220359"/>
                  </a:lnTo>
                  <a:close/>
                  <a:moveTo>
                    <a:pt x="288840" y="213366"/>
                  </a:moveTo>
                  <a:lnTo>
                    <a:pt x="287161" y="240036"/>
                  </a:lnTo>
                  <a:lnTo>
                    <a:pt x="304404" y="213366"/>
                  </a:lnTo>
                  <a:close/>
                  <a:moveTo>
                    <a:pt x="45811" y="186695"/>
                  </a:moveTo>
                  <a:lnTo>
                    <a:pt x="59264" y="213366"/>
                  </a:lnTo>
                  <a:lnTo>
                    <a:pt x="58820" y="186695"/>
                  </a:lnTo>
                  <a:close/>
                  <a:moveTo>
                    <a:pt x="293383" y="186695"/>
                  </a:moveTo>
                  <a:lnTo>
                    <a:pt x="288840" y="213366"/>
                  </a:lnTo>
                  <a:lnTo>
                    <a:pt x="307911" y="186695"/>
                  </a:lnTo>
                  <a:close/>
                  <a:moveTo>
                    <a:pt x="53244" y="160024"/>
                  </a:moveTo>
                  <a:lnTo>
                    <a:pt x="61287" y="178414"/>
                  </a:lnTo>
                  <a:lnTo>
                    <a:pt x="61287" y="160024"/>
                  </a:lnTo>
                  <a:close/>
                  <a:moveTo>
                    <a:pt x="58820" y="186695"/>
                  </a:moveTo>
                  <a:lnTo>
                    <a:pt x="61287" y="178414"/>
                  </a:lnTo>
                  <a:lnTo>
                    <a:pt x="53244" y="160024"/>
                  </a:lnTo>
                  <a:close/>
                  <a:moveTo>
                    <a:pt x="307911" y="186695"/>
                  </a:moveTo>
                  <a:lnTo>
                    <a:pt x="301049" y="160024"/>
                  </a:lnTo>
                  <a:lnTo>
                    <a:pt x="293383" y="186695"/>
                  </a:lnTo>
                  <a:close/>
                  <a:moveTo>
                    <a:pt x="66635" y="133354"/>
                  </a:moveTo>
                  <a:lnTo>
                    <a:pt x="61287" y="160024"/>
                  </a:lnTo>
                  <a:lnTo>
                    <a:pt x="66582" y="160024"/>
                  </a:lnTo>
                  <a:close/>
                  <a:moveTo>
                    <a:pt x="66635" y="133354"/>
                  </a:moveTo>
                  <a:lnTo>
                    <a:pt x="66582" y="160024"/>
                  </a:lnTo>
                  <a:lnTo>
                    <a:pt x="80529" y="133354"/>
                  </a:lnTo>
                  <a:close/>
                  <a:moveTo>
                    <a:pt x="61287" y="160024"/>
                  </a:moveTo>
                  <a:lnTo>
                    <a:pt x="61287" y="178414"/>
                  </a:lnTo>
                  <a:lnTo>
                    <a:pt x="66582" y="160024"/>
                  </a:lnTo>
                  <a:close/>
                  <a:moveTo>
                    <a:pt x="314202" y="160024"/>
                  </a:moveTo>
                  <a:lnTo>
                    <a:pt x="314202" y="133354"/>
                  </a:lnTo>
                  <a:lnTo>
                    <a:pt x="301049" y="160024"/>
                  </a:lnTo>
                  <a:close/>
                  <a:moveTo>
                    <a:pt x="81578" y="106683"/>
                  </a:moveTo>
                  <a:lnTo>
                    <a:pt x="80529" y="133354"/>
                  </a:lnTo>
                  <a:lnTo>
                    <a:pt x="97408" y="106683"/>
                  </a:lnTo>
                  <a:close/>
                  <a:moveTo>
                    <a:pt x="329380" y="133354"/>
                  </a:moveTo>
                  <a:lnTo>
                    <a:pt x="314202" y="128660"/>
                  </a:lnTo>
                  <a:lnTo>
                    <a:pt x="314202" y="133354"/>
                  </a:lnTo>
                  <a:close/>
                  <a:moveTo>
                    <a:pt x="323960" y="106683"/>
                  </a:moveTo>
                  <a:lnTo>
                    <a:pt x="314202" y="128660"/>
                  </a:lnTo>
                  <a:lnTo>
                    <a:pt x="329380" y="133354"/>
                  </a:lnTo>
                  <a:close/>
                  <a:moveTo>
                    <a:pt x="97408" y="106683"/>
                  </a:moveTo>
                  <a:lnTo>
                    <a:pt x="97418" y="106666"/>
                  </a:lnTo>
                  <a:lnTo>
                    <a:pt x="96989" y="80012"/>
                  </a:lnTo>
                  <a:close/>
                  <a:moveTo>
                    <a:pt x="329072" y="80012"/>
                  </a:moveTo>
                  <a:lnTo>
                    <a:pt x="323960" y="106683"/>
                  </a:lnTo>
                  <a:lnTo>
                    <a:pt x="346616" y="80012"/>
                  </a:lnTo>
                  <a:close/>
                  <a:moveTo>
                    <a:pt x="113426" y="53341"/>
                  </a:moveTo>
                  <a:lnTo>
                    <a:pt x="113724" y="80012"/>
                  </a:lnTo>
                  <a:lnTo>
                    <a:pt x="132272" y="53341"/>
                  </a:lnTo>
                  <a:close/>
                  <a:moveTo>
                    <a:pt x="97418" y="80012"/>
                  </a:moveTo>
                  <a:lnTo>
                    <a:pt x="97418" y="106666"/>
                  </a:lnTo>
                  <a:lnTo>
                    <a:pt x="113724" y="80012"/>
                  </a:lnTo>
                  <a:close/>
                  <a:moveTo>
                    <a:pt x="322752" y="53341"/>
                  </a:moveTo>
                  <a:lnTo>
                    <a:pt x="329072" y="80012"/>
                  </a:lnTo>
                  <a:lnTo>
                    <a:pt x="341956" y="53341"/>
                  </a:lnTo>
                  <a:close/>
                  <a:moveTo>
                    <a:pt x="133549" y="51958"/>
                  </a:moveTo>
                  <a:lnTo>
                    <a:pt x="113426" y="53341"/>
                  </a:lnTo>
                  <a:lnTo>
                    <a:pt x="132272" y="53341"/>
                  </a:lnTo>
                  <a:close/>
                  <a:moveTo>
                    <a:pt x="133549" y="51958"/>
                  </a:moveTo>
                  <a:lnTo>
                    <a:pt x="164021" y="26671"/>
                  </a:lnTo>
                  <a:lnTo>
                    <a:pt x="139116" y="26671"/>
                  </a:lnTo>
                  <a:close/>
                  <a:moveTo>
                    <a:pt x="322752" y="53341"/>
                  </a:moveTo>
                  <a:lnTo>
                    <a:pt x="314202" y="26671"/>
                  </a:lnTo>
                  <a:lnTo>
                    <a:pt x="314202" y="42453"/>
                  </a:lnTo>
                  <a:close/>
                  <a:moveTo>
                    <a:pt x="169679" y="23316"/>
                  </a:moveTo>
                  <a:lnTo>
                    <a:pt x="139116" y="26671"/>
                  </a:lnTo>
                  <a:lnTo>
                    <a:pt x="164021" y="26671"/>
                  </a:lnTo>
                  <a:close/>
                  <a:moveTo>
                    <a:pt x="205810" y="11250"/>
                  </a:moveTo>
                  <a:lnTo>
                    <a:pt x="169679" y="8500"/>
                  </a:lnTo>
                  <a:lnTo>
                    <a:pt x="169679" y="23316"/>
                  </a:lnTo>
                  <a:close/>
                  <a:moveTo>
                    <a:pt x="278071" y="2746"/>
                  </a:moveTo>
                  <a:lnTo>
                    <a:pt x="241941" y="9297"/>
                  </a:lnTo>
                  <a:lnTo>
                    <a:pt x="278071" y="17180"/>
                  </a:lnTo>
                  <a:close/>
                  <a:moveTo>
                    <a:pt x="278071" y="17180"/>
                  </a:moveTo>
                  <a:lnTo>
                    <a:pt x="296325" y="26671"/>
                  </a:lnTo>
                  <a:lnTo>
                    <a:pt x="314202" y="20286"/>
                  </a:lnTo>
                  <a:close/>
                  <a:moveTo>
                    <a:pt x="314202" y="42453"/>
                  </a:moveTo>
                  <a:lnTo>
                    <a:pt x="314202" y="26671"/>
                  </a:lnTo>
                  <a:lnTo>
                    <a:pt x="296325" y="26671"/>
                  </a:lnTo>
                  <a:close/>
                  <a:moveTo>
                    <a:pt x="241941" y="0"/>
                  </a:moveTo>
                  <a:lnTo>
                    <a:pt x="205810" y="0"/>
                  </a:lnTo>
                  <a:lnTo>
                    <a:pt x="241941" y="9297"/>
                  </a:lnTo>
                  <a:close/>
                  <a:moveTo>
                    <a:pt x="205810" y="0"/>
                  </a:moveTo>
                  <a:lnTo>
                    <a:pt x="205810" y="11250"/>
                  </a:lnTo>
                  <a:lnTo>
                    <a:pt x="241941" y="9297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4015" name="Match_B1__4014">
              <a:extLst>
                <a:ext uri="{FF2B5EF4-FFF2-40B4-BE49-F238E27FC236}">
                  <a16:creationId xmlns:a16="http://schemas.microsoft.com/office/drawing/2014/main" id="{38F64477-75AC-3758-576E-F07AE77D3D84}"/>
                </a:ext>
              </a:extLst>
            </p:cNvPr>
            <p:cNvSpPr>
              <a:spLocks noGrp="1"/>
            </p:cNvSpPr>
            <p:nvPr/>
          </p:nvSpPr>
          <p:spPr>
            <a:xfrm>
              <a:off x="8399568" y="1764884"/>
              <a:ext cx="316886" cy="498200"/>
            </a:xfrm>
            <a:custGeom>
              <a:avLst/>
              <a:gdLst/>
              <a:ahLst/>
              <a:cxnLst/>
              <a:rect l="0" t="0" r="0" b="0"/>
              <a:pathLst>
                <a:path w="316886" h="498200">
                  <a:moveTo>
                    <a:pt x="157493" y="489529"/>
                  </a:moveTo>
                  <a:lnTo>
                    <a:pt x="193623" y="470775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70775"/>
                  </a:lnTo>
                  <a:lnTo>
                    <a:pt x="193623" y="469235"/>
                  </a:lnTo>
                  <a:close/>
                  <a:moveTo>
                    <a:pt x="265885" y="364093"/>
                  </a:moveTo>
                  <a:lnTo>
                    <a:pt x="261111" y="364093"/>
                  </a:lnTo>
                  <a:lnTo>
                    <a:pt x="247514" y="390763"/>
                  </a:lnTo>
                  <a:close/>
                  <a:moveTo>
                    <a:pt x="261111" y="364093"/>
                  </a:moveTo>
                  <a:lnTo>
                    <a:pt x="265885" y="364093"/>
                  </a:lnTo>
                  <a:lnTo>
                    <a:pt x="265885" y="353521"/>
                  </a:lnTo>
                  <a:close/>
                  <a:moveTo>
                    <a:pt x="53059" y="337422"/>
                  </a:moveTo>
                  <a:lnTo>
                    <a:pt x="68012" y="310751"/>
                  </a:lnTo>
                  <a:lnTo>
                    <a:pt x="49101" y="337422"/>
                  </a:lnTo>
                  <a:close/>
                  <a:moveTo>
                    <a:pt x="49101" y="337422"/>
                  </a:moveTo>
                  <a:lnTo>
                    <a:pt x="49101" y="341935"/>
                  </a:lnTo>
                  <a:lnTo>
                    <a:pt x="53059" y="337422"/>
                  </a:lnTo>
                  <a:close/>
                  <a:moveTo>
                    <a:pt x="302015" y="124056"/>
                  </a:moveTo>
                  <a:lnTo>
                    <a:pt x="300023" y="124056"/>
                  </a:lnTo>
                  <a:lnTo>
                    <a:pt x="288862" y="150727"/>
                  </a:lnTo>
                  <a:close/>
                  <a:moveTo>
                    <a:pt x="300023" y="124056"/>
                  </a:moveTo>
                  <a:lnTo>
                    <a:pt x="302015" y="124056"/>
                  </a:lnTo>
                  <a:lnTo>
                    <a:pt x="302015" y="119363"/>
                  </a:lnTo>
                  <a:close/>
                  <a:moveTo>
                    <a:pt x="83416" y="497446"/>
                  </a:moveTo>
                  <a:lnTo>
                    <a:pt x="85231" y="497881"/>
                  </a:lnTo>
                  <a:lnTo>
                    <a:pt x="85231" y="497446"/>
                  </a:lnTo>
                  <a:close/>
                  <a:moveTo>
                    <a:pt x="49101" y="487912"/>
                  </a:moveTo>
                  <a:lnTo>
                    <a:pt x="83416" y="497446"/>
                  </a:lnTo>
                  <a:lnTo>
                    <a:pt x="66060" y="470775"/>
                  </a:lnTo>
                  <a:close/>
                  <a:moveTo>
                    <a:pt x="85231" y="477216"/>
                  </a:moveTo>
                  <a:lnTo>
                    <a:pt x="83416" y="497446"/>
                  </a:lnTo>
                  <a:lnTo>
                    <a:pt x="85231" y="497446"/>
                  </a:lnTo>
                  <a:close/>
                  <a:moveTo>
                    <a:pt x="121362" y="497446"/>
                  </a:moveTo>
                  <a:lnTo>
                    <a:pt x="85231" y="497881"/>
                  </a:lnTo>
                  <a:lnTo>
                    <a:pt x="121362" y="498200"/>
                  </a:lnTo>
                  <a:close/>
                  <a:moveTo>
                    <a:pt x="121362" y="497446"/>
                  </a:moveTo>
                  <a:lnTo>
                    <a:pt x="85231" y="497446"/>
                  </a:lnTo>
                  <a:lnTo>
                    <a:pt x="85231" y="497881"/>
                  </a:lnTo>
                  <a:close/>
                  <a:moveTo>
                    <a:pt x="85231" y="497446"/>
                  </a:moveTo>
                  <a:lnTo>
                    <a:pt x="121362" y="497446"/>
                  </a:lnTo>
                  <a:lnTo>
                    <a:pt x="85231" y="477216"/>
                  </a:lnTo>
                  <a:close/>
                  <a:moveTo>
                    <a:pt x="121362" y="497446"/>
                  </a:moveTo>
                  <a:lnTo>
                    <a:pt x="121362" y="498200"/>
                  </a:lnTo>
                  <a:lnTo>
                    <a:pt x="124757" y="497446"/>
                  </a:lnTo>
                  <a:close/>
                  <a:moveTo>
                    <a:pt x="121362" y="497446"/>
                  </a:moveTo>
                  <a:lnTo>
                    <a:pt x="157493" y="489529"/>
                  </a:lnTo>
                  <a:lnTo>
                    <a:pt x="121362" y="477884"/>
                  </a:lnTo>
                  <a:close/>
                  <a:moveTo>
                    <a:pt x="124757" y="497446"/>
                  </a:moveTo>
                  <a:lnTo>
                    <a:pt x="157493" y="489529"/>
                  </a:lnTo>
                  <a:lnTo>
                    <a:pt x="121362" y="497446"/>
                  </a:lnTo>
                  <a:close/>
                  <a:moveTo>
                    <a:pt x="21492" y="470775"/>
                  </a:moveTo>
                  <a:lnTo>
                    <a:pt x="49101" y="487912"/>
                  </a:lnTo>
                  <a:lnTo>
                    <a:pt x="49101" y="470775"/>
                  </a:lnTo>
                  <a:close/>
                  <a:moveTo>
                    <a:pt x="12970" y="460536"/>
                  </a:moveTo>
                  <a:lnTo>
                    <a:pt x="21492" y="470775"/>
                  </a:lnTo>
                  <a:lnTo>
                    <a:pt x="33623" y="444105"/>
                  </a:lnTo>
                  <a:close/>
                  <a:moveTo>
                    <a:pt x="157493" y="470775"/>
                  </a:moveTo>
                  <a:lnTo>
                    <a:pt x="157493" y="489529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69235"/>
                  </a:lnTo>
                  <a:lnTo>
                    <a:pt x="157493" y="470775"/>
                  </a:lnTo>
                  <a:close/>
                  <a:moveTo>
                    <a:pt x="2428" y="444105"/>
                  </a:moveTo>
                  <a:lnTo>
                    <a:pt x="12970" y="460536"/>
                  </a:lnTo>
                  <a:lnTo>
                    <a:pt x="12970" y="444105"/>
                  </a:lnTo>
                  <a:close/>
                  <a:moveTo>
                    <a:pt x="0" y="417434"/>
                  </a:moveTo>
                  <a:lnTo>
                    <a:pt x="12970" y="444105"/>
                  </a:lnTo>
                  <a:lnTo>
                    <a:pt x="12970" y="417434"/>
                  </a:lnTo>
                  <a:close/>
                  <a:moveTo>
                    <a:pt x="0" y="417434"/>
                  </a:moveTo>
                  <a:lnTo>
                    <a:pt x="2428" y="444105"/>
                  </a:lnTo>
                  <a:lnTo>
                    <a:pt x="12970" y="444105"/>
                  </a:lnTo>
                  <a:close/>
                  <a:moveTo>
                    <a:pt x="193623" y="444105"/>
                  </a:moveTo>
                  <a:lnTo>
                    <a:pt x="193623" y="469235"/>
                  </a:lnTo>
                  <a:lnTo>
                    <a:pt x="217309" y="444105"/>
                  </a:lnTo>
                  <a:close/>
                  <a:moveTo>
                    <a:pt x="217309" y="444105"/>
                  </a:moveTo>
                  <a:lnTo>
                    <a:pt x="229754" y="423963"/>
                  </a:lnTo>
                  <a:lnTo>
                    <a:pt x="193623" y="444105"/>
                  </a:lnTo>
                  <a:close/>
                  <a:moveTo>
                    <a:pt x="10233" y="390763"/>
                  </a:moveTo>
                  <a:lnTo>
                    <a:pt x="12970" y="417434"/>
                  </a:lnTo>
                  <a:lnTo>
                    <a:pt x="12970" y="390763"/>
                  </a:lnTo>
                  <a:close/>
                  <a:moveTo>
                    <a:pt x="10233" y="390763"/>
                  </a:moveTo>
                  <a:lnTo>
                    <a:pt x="0" y="417434"/>
                  </a:lnTo>
                  <a:lnTo>
                    <a:pt x="12970" y="417434"/>
                  </a:lnTo>
                  <a:close/>
                  <a:moveTo>
                    <a:pt x="229754" y="417434"/>
                  </a:moveTo>
                  <a:lnTo>
                    <a:pt x="229754" y="423963"/>
                  </a:lnTo>
                  <a:lnTo>
                    <a:pt x="233747" y="417434"/>
                  </a:lnTo>
                  <a:close/>
                  <a:moveTo>
                    <a:pt x="229754" y="390763"/>
                  </a:moveTo>
                  <a:lnTo>
                    <a:pt x="233747" y="417434"/>
                  </a:lnTo>
                  <a:lnTo>
                    <a:pt x="247514" y="390763"/>
                  </a:lnTo>
                  <a:close/>
                  <a:moveTo>
                    <a:pt x="229754" y="390763"/>
                  </a:moveTo>
                  <a:lnTo>
                    <a:pt x="229754" y="417434"/>
                  </a:lnTo>
                  <a:lnTo>
                    <a:pt x="233747" y="417434"/>
                  </a:lnTo>
                  <a:close/>
                  <a:moveTo>
                    <a:pt x="12970" y="386984"/>
                  </a:moveTo>
                  <a:lnTo>
                    <a:pt x="10233" y="390763"/>
                  </a:lnTo>
                  <a:lnTo>
                    <a:pt x="12970" y="390763"/>
                  </a:lnTo>
                  <a:close/>
                  <a:moveTo>
                    <a:pt x="30294" y="364093"/>
                  </a:moveTo>
                  <a:lnTo>
                    <a:pt x="12970" y="386984"/>
                  </a:lnTo>
                  <a:lnTo>
                    <a:pt x="49101" y="383198"/>
                  </a:lnTo>
                  <a:close/>
                  <a:moveTo>
                    <a:pt x="229754" y="364093"/>
                  </a:moveTo>
                  <a:lnTo>
                    <a:pt x="247514" y="390763"/>
                  </a:lnTo>
                  <a:lnTo>
                    <a:pt x="261111" y="364093"/>
                  </a:lnTo>
                  <a:close/>
                  <a:moveTo>
                    <a:pt x="49101" y="341935"/>
                  </a:moveTo>
                  <a:lnTo>
                    <a:pt x="30294" y="364093"/>
                  </a:lnTo>
                  <a:lnTo>
                    <a:pt x="49101" y="364093"/>
                  </a:lnTo>
                  <a:close/>
                  <a:moveTo>
                    <a:pt x="53059" y="337422"/>
                  </a:moveTo>
                  <a:lnTo>
                    <a:pt x="49101" y="341935"/>
                  </a:lnTo>
                  <a:lnTo>
                    <a:pt x="85231" y="349733"/>
                  </a:lnTo>
                  <a:close/>
                  <a:moveTo>
                    <a:pt x="265885" y="337422"/>
                  </a:moveTo>
                  <a:lnTo>
                    <a:pt x="261111" y="364093"/>
                  </a:lnTo>
                  <a:lnTo>
                    <a:pt x="265885" y="353521"/>
                  </a:lnTo>
                  <a:close/>
                  <a:moveTo>
                    <a:pt x="229754" y="364093"/>
                  </a:moveTo>
                  <a:lnTo>
                    <a:pt x="261111" y="364093"/>
                  </a:lnTo>
                  <a:lnTo>
                    <a:pt x="265885" y="337422"/>
                  </a:lnTo>
                  <a:close/>
                  <a:moveTo>
                    <a:pt x="68012" y="310751"/>
                  </a:moveTo>
                  <a:lnTo>
                    <a:pt x="53059" y="337422"/>
                  </a:lnTo>
                  <a:lnTo>
                    <a:pt x="85231" y="337422"/>
                  </a:lnTo>
                  <a:close/>
                  <a:moveTo>
                    <a:pt x="265885" y="337422"/>
                  </a:moveTo>
                  <a:lnTo>
                    <a:pt x="265885" y="353521"/>
                  </a:lnTo>
                  <a:lnTo>
                    <a:pt x="272946" y="337422"/>
                  </a:lnTo>
                  <a:close/>
                  <a:moveTo>
                    <a:pt x="265885" y="310751"/>
                  </a:moveTo>
                  <a:lnTo>
                    <a:pt x="272946" y="337422"/>
                  </a:lnTo>
                  <a:lnTo>
                    <a:pt x="278904" y="310751"/>
                  </a:lnTo>
                  <a:close/>
                  <a:moveTo>
                    <a:pt x="265885" y="310751"/>
                  </a:moveTo>
                  <a:lnTo>
                    <a:pt x="265885" y="337422"/>
                  </a:lnTo>
                  <a:lnTo>
                    <a:pt x="272946" y="337422"/>
                  </a:lnTo>
                  <a:close/>
                  <a:moveTo>
                    <a:pt x="71385" y="284080"/>
                  </a:moveTo>
                  <a:lnTo>
                    <a:pt x="85231" y="310751"/>
                  </a:lnTo>
                  <a:lnTo>
                    <a:pt x="85231" y="284080"/>
                  </a:lnTo>
                  <a:close/>
                  <a:moveTo>
                    <a:pt x="71385" y="284080"/>
                  </a:moveTo>
                  <a:lnTo>
                    <a:pt x="68012" y="310751"/>
                  </a:lnTo>
                  <a:lnTo>
                    <a:pt x="85231" y="310751"/>
                  </a:lnTo>
                  <a:close/>
                  <a:moveTo>
                    <a:pt x="265885" y="284080"/>
                  </a:moveTo>
                  <a:lnTo>
                    <a:pt x="278904" y="310751"/>
                  </a:lnTo>
                  <a:lnTo>
                    <a:pt x="278981" y="284080"/>
                  </a:lnTo>
                  <a:close/>
                  <a:moveTo>
                    <a:pt x="265885" y="284080"/>
                  </a:moveTo>
                  <a:lnTo>
                    <a:pt x="265885" y="310751"/>
                  </a:lnTo>
                  <a:lnTo>
                    <a:pt x="278904" y="310751"/>
                  </a:lnTo>
                  <a:close/>
                  <a:moveTo>
                    <a:pt x="65011" y="257410"/>
                  </a:moveTo>
                  <a:lnTo>
                    <a:pt x="85231" y="284080"/>
                  </a:lnTo>
                  <a:lnTo>
                    <a:pt x="85231" y="257410"/>
                  </a:lnTo>
                  <a:close/>
                  <a:moveTo>
                    <a:pt x="65011" y="257410"/>
                  </a:moveTo>
                  <a:lnTo>
                    <a:pt x="71385" y="284080"/>
                  </a:lnTo>
                  <a:lnTo>
                    <a:pt x="85231" y="284080"/>
                  </a:lnTo>
                  <a:close/>
                  <a:moveTo>
                    <a:pt x="265885" y="257410"/>
                  </a:moveTo>
                  <a:lnTo>
                    <a:pt x="278981" y="284080"/>
                  </a:lnTo>
                  <a:lnTo>
                    <a:pt x="276329" y="257410"/>
                  </a:lnTo>
                  <a:close/>
                  <a:moveTo>
                    <a:pt x="265885" y="257410"/>
                  </a:moveTo>
                  <a:lnTo>
                    <a:pt x="265885" y="284080"/>
                  </a:lnTo>
                  <a:lnTo>
                    <a:pt x="278981" y="284080"/>
                  </a:lnTo>
                  <a:close/>
                  <a:moveTo>
                    <a:pt x="54666" y="230739"/>
                  </a:moveTo>
                  <a:lnTo>
                    <a:pt x="65011" y="257410"/>
                  </a:lnTo>
                  <a:lnTo>
                    <a:pt x="85231" y="257410"/>
                  </a:lnTo>
                  <a:close/>
                  <a:moveTo>
                    <a:pt x="265885" y="230739"/>
                  </a:moveTo>
                  <a:lnTo>
                    <a:pt x="276329" y="257410"/>
                  </a:lnTo>
                  <a:lnTo>
                    <a:pt x="274974" y="230739"/>
                  </a:lnTo>
                  <a:close/>
                  <a:moveTo>
                    <a:pt x="265885" y="230739"/>
                  </a:moveTo>
                  <a:lnTo>
                    <a:pt x="265885" y="257410"/>
                  </a:lnTo>
                  <a:lnTo>
                    <a:pt x="276329" y="257410"/>
                  </a:lnTo>
                  <a:close/>
                  <a:moveTo>
                    <a:pt x="49101" y="211062"/>
                  </a:moveTo>
                  <a:lnTo>
                    <a:pt x="54666" y="230739"/>
                  </a:lnTo>
                  <a:lnTo>
                    <a:pt x="77030" y="204068"/>
                  </a:lnTo>
                  <a:close/>
                  <a:moveTo>
                    <a:pt x="265885" y="204068"/>
                  </a:moveTo>
                  <a:lnTo>
                    <a:pt x="274974" y="230739"/>
                  </a:lnTo>
                  <a:lnTo>
                    <a:pt x="276653" y="204068"/>
                  </a:lnTo>
                  <a:close/>
                  <a:moveTo>
                    <a:pt x="265885" y="204068"/>
                  </a:moveTo>
                  <a:lnTo>
                    <a:pt x="265885" y="230739"/>
                  </a:lnTo>
                  <a:lnTo>
                    <a:pt x="274974" y="230739"/>
                  </a:lnTo>
                  <a:close/>
                  <a:moveTo>
                    <a:pt x="47077" y="204068"/>
                  </a:moveTo>
                  <a:lnTo>
                    <a:pt x="49101" y="211062"/>
                  </a:lnTo>
                  <a:lnTo>
                    <a:pt x="49101" y="204068"/>
                  </a:lnTo>
                  <a:close/>
                  <a:moveTo>
                    <a:pt x="46634" y="177398"/>
                  </a:moveTo>
                  <a:lnTo>
                    <a:pt x="49101" y="204068"/>
                  </a:lnTo>
                  <a:lnTo>
                    <a:pt x="49101" y="177398"/>
                  </a:lnTo>
                  <a:close/>
                  <a:moveTo>
                    <a:pt x="46634" y="177398"/>
                  </a:moveTo>
                  <a:lnTo>
                    <a:pt x="47077" y="204068"/>
                  </a:lnTo>
                  <a:lnTo>
                    <a:pt x="49101" y="204068"/>
                  </a:lnTo>
                  <a:close/>
                  <a:moveTo>
                    <a:pt x="265885" y="177398"/>
                  </a:moveTo>
                  <a:lnTo>
                    <a:pt x="276653" y="204068"/>
                  </a:lnTo>
                  <a:lnTo>
                    <a:pt x="281196" y="177398"/>
                  </a:lnTo>
                  <a:close/>
                  <a:moveTo>
                    <a:pt x="265885" y="177398"/>
                  </a:moveTo>
                  <a:lnTo>
                    <a:pt x="265885" y="204068"/>
                  </a:lnTo>
                  <a:lnTo>
                    <a:pt x="276653" y="204068"/>
                  </a:lnTo>
                  <a:close/>
                  <a:moveTo>
                    <a:pt x="49101" y="169116"/>
                  </a:moveTo>
                  <a:lnTo>
                    <a:pt x="46634" y="177398"/>
                  </a:lnTo>
                  <a:lnTo>
                    <a:pt x="49101" y="177398"/>
                  </a:lnTo>
                  <a:close/>
                  <a:moveTo>
                    <a:pt x="49101" y="169116"/>
                  </a:moveTo>
                  <a:lnTo>
                    <a:pt x="49101" y="177398"/>
                  </a:lnTo>
                  <a:lnTo>
                    <a:pt x="54395" y="150727"/>
                  </a:lnTo>
                  <a:close/>
                  <a:moveTo>
                    <a:pt x="265885" y="150727"/>
                  </a:moveTo>
                  <a:lnTo>
                    <a:pt x="281196" y="177398"/>
                  </a:lnTo>
                  <a:lnTo>
                    <a:pt x="288862" y="150727"/>
                  </a:lnTo>
                  <a:close/>
                  <a:moveTo>
                    <a:pt x="54395" y="150727"/>
                  </a:moveTo>
                  <a:lnTo>
                    <a:pt x="84332" y="150727"/>
                  </a:lnTo>
                  <a:lnTo>
                    <a:pt x="68343" y="124056"/>
                  </a:lnTo>
                  <a:close/>
                  <a:moveTo>
                    <a:pt x="265885" y="124056"/>
                  </a:moveTo>
                  <a:lnTo>
                    <a:pt x="288862" y="150727"/>
                  </a:lnTo>
                  <a:lnTo>
                    <a:pt x="300023" y="124056"/>
                  </a:lnTo>
                  <a:close/>
                  <a:moveTo>
                    <a:pt x="85221" y="97386"/>
                  </a:moveTo>
                  <a:lnTo>
                    <a:pt x="85231" y="124056"/>
                  </a:lnTo>
                  <a:lnTo>
                    <a:pt x="85231" y="97386"/>
                  </a:lnTo>
                  <a:close/>
                  <a:moveTo>
                    <a:pt x="85221" y="97386"/>
                  </a:moveTo>
                  <a:lnTo>
                    <a:pt x="68343" y="124056"/>
                  </a:lnTo>
                  <a:lnTo>
                    <a:pt x="85231" y="124056"/>
                  </a:lnTo>
                  <a:close/>
                  <a:moveTo>
                    <a:pt x="300023" y="124056"/>
                  </a:moveTo>
                  <a:lnTo>
                    <a:pt x="302015" y="119363"/>
                  </a:lnTo>
                  <a:lnTo>
                    <a:pt x="265885" y="124056"/>
                  </a:lnTo>
                  <a:close/>
                  <a:moveTo>
                    <a:pt x="85231" y="97368"/>
                  </a:moveTo>
                  <a:lnTo>
                    <a:pt x="85221" y="97386"/>
                  </a:lnTo>
                  <a:lnTo>
                    <a:pt x="85231" y="97386"/>
                  </a:lnTo>
                  <a:close/>
                  <a:moveTo>
                    <a:pt x="101537" y="70715"/>
                  </a:moveTo>
                  <a:lnTo>
                    <a:pt x="85231" y="97368"/>
                  </a:lnTo>
                  <a:lnTo>
                    <a:pt x="121362" y="96323"/>
                  </a:lnTo>
                  <a:close/>
                  <a:moveTo>
                    <a:pt x="120686" y="97386"/>
                  </a:moveTo>
                  <a:lnTo>
                    <a:pt x="85231" y="97368"/>
                  </a:lnTo>
                  <a:lnTo>
                    <a:pt x="85231" y="97386"/>
                  </a:lnTo>
                  <a:close/>
                  <a:moveTo>
                    <a:pt x="302015" y="97386"/>
                  </a:moveTo>
                  <a:lnTo>
                    <a:pt x="302015" y="119363"/>
                  </a:lnTo>
                  <a:lnTo>
                    <a:pt x="311773" y="97386"/>
                  </a:lnTo>
                  <a:close/>
                  <a:moveTo>
                    <a:pt x="302015" y="70715"/>
                  </a:moveTo>
                  <a:lnTo>
                    <a:pt x="311773" y="97386"/>
                  </a:lnTo>
                  <a:lnTo>
                    <a:pt x="316886" y="70715"/>
                  </a:lnTo>
                  <a:close/>
                  <a:moveTo>
                    <a:pt x="302015" y="70715"/>
                  </a:moveTo>
                  <a:lnTo>
                    <a:pt x="302015" y="97386"/>
                  </a:lnTo>
                  <a:lnTo>
                    <a:pt x="311773" y="97386"/>
                  </a:lnTo>
                  <a:close/>
                  <a:moveTo>
                    <a:pt x="120086" y="44044"/>
                  </a:moveTo>
                  <a:lnTo>
                    <a:pt x="121362" y="70715"/>
                  </a:lnTo>
                  <a:lnTo>
                    <a:pt x="121362" y="44044"/>
                  </a:lnTo>
                  <a:close/>
                  <a:moveTo>
                    <a:pt x="120086" y="44044"/>
                  </a:moveTo>
                  <a:lnTo>
                    <a:pt x="101537" y="70715"/>
                  </a:lnTo>
                  <a:lnTo>
                    <a:pt x="121362" y="70715"/>
                  </a:lnTo>
                  <a:close/>
                  <a:moveTo>
                    <a:pt x="302015" y="44044"/>
                  </a:moveTo>
                  <a:lnTo>
                    <a:pt x="316886" y="70715"/>
                  </a:lnTo>
                  <a:lnTo>
                    <a:pt x="310565" y="44044"/>
                  </a:lnTo>
                  <a:close/>
                  <a:moveTo>
                    <a:pt x="302015" y="44044"/>
                  </a:moveTo>
                  <a:lnTo>
                    <a:pt x="302015" y="70715"/>
                  </a:lnTo>
                  <a:lnTo>
                    <a:pt x="316886" y="70715"/>
                  </a:lnTo>
                  <a:close/>
                  <a:moveTo>
                    <a:pt x="121362" y="42660"/>
                  </a:moveTo>
                  <a:lnTo>
                    <a:pt x="120086" y="44044"/>
                  </a:lnTo>
                  <a:lnTo>
                    <a:pt x="121362" y="44044"/>
                  </a:lnTo>
                  <a:close/>
                  <a:moveTo>
                    <a:pt x="121362" y="44044"/>
                  </a:moveTo>
                  <a:lnTo>
                    <a:pt x="151834" y="17374"/>
                  </a:lnTo>
                  <a:lnTo>
                    <a:pt x="121362" y="42660"/>
                  </a:lnTo>
                  <a:close/>
                  <a:moveTo>
                    <a:pt x="157493" y="17374"/>
                  </a:moveTo>
                  <a:lnTo>
                    <a:pt x="151834" y="17374"/>
                  </a:lnTo>
                  <a:lnTo>
                    <a:pt x="121362" y="44044"/>
                  </a:lnTo>
                  <a:close/>
                  <a:moveTo>
                    <a:pt x="157493" y="44044"/>
                  </a:moveTo>
                  <a:lnTo>
                    <a:pt x="157493" y="17374"/>
                  </a:lnTo>
                  <a:lnTo>
                    <a:pt x="121362" y="44044"/>
                  </a:lnTo>
                  <a:close/>
                  <a:moveTo>
                    <a:pt x="265885" y="17374"/>
                  </a:moveTo>
                  <a:lnTo>
                    <a:pt x="302015" y="33156"/>
                  </a:lnTo>
                  <a:lnTo>
                    <a:pt x="284138" y="17374"/>
                  </a:lnTo>
                  <a:close/>
                  <a:moveTo>
                    <a:pt x="302015" y="44044"/>
                  </a:moveTo>
                  <a:lnTo>
                    <a:pt x="302015" y="33156"/>
                  </a:lnTo>
                  <a:lnTo>
                    <a:pt x="265885" y="17374"/>
                  </a:lnTo>
                  <a:close/>
                  <a:moveTo>
                    <a:pt x="302015" y="44044"/>
                  </a:moveTo>
                  <a:lnTo>
                    <a:pt x="310565" y="44044"/>
                  </a:lnTo>
                  <a:lnTo>
                    <a:pt x="302015" y="33156"/>
                  </a:lnTo>
                  <a:close/>
                  <a:moveTo>
                    <a:pt x="157493" y="14018"/>
                  </a:moveTo>
                  <a:lnTo>
                    <a:pt x="151834" y="17374"/>
                  </a:lnTo>
                  <a:lnTo>
                    <a:pt x="157493" y="17374"/>
                  </a:lnTo>
                  <a:close/>
                  <a:moveTo>
                    <a:pt x="157493" y="17374"/>
                  </a:moveTo>
                  <a:lnTo>
                    <a:pt x="193623" y="1953"/>
                  </a:lnTo>
                  <a:lnTo>
                    <a:pt x="157493" y="14018"/>
                  </a:lnTo>
                  <a:close/>
                  <a:moveTo>
                    <a:pt x="157493" y="17374"/>
                  </a:moveTo>
                  <a:lnTo>
                    <a:pt x="193623" y="17374"/>
                  </a:lnTo>
                  <a:lnTo>
                    <a:pt x="193623" y="1953"/>
                  </a:lnTo>
                  <a:close/>
                  <a:moveTo>
                    <a:pt x="193623" y="17374"/>
                  </a:moveTo>
                  <a:lnTo>
                    <a:pt x="229754" y="0"/>
                  </a:lnTo>
                  <a:lnTo>
                    <a:pt x="193623" y="1953"/>
                  </a:lnTo>
                  <a:close/>
                  <a:moveTo>
                    <a:pt x="229754" y="17374"/>
                  </a:moveTo>
                  <a:lnTo>
                    <a:pt x="265885" y="7883"/>
                  </a:lnTo>
                  <a:lnTo>
                    <a:pt x="229754" y="0"/>
                  </a:lnTo>
                  <a:close/>
                  <a:moveTo>
                    <a:pt x="229754" y="17374"/>
                  </a:moveTo>
                  <a:lnTo>
                    <a:pt x="265885" y="17374"/>
                  </a:lnTo>
                  <a:lnTo>
                    <a:pt x="265885" y="7883"/>
                  </a:lnTo>
                  <a:close/>
                  <a:moveTo>
                    <a:pt x="265885" y="17374"/>
                  </a:moveTo>
                  <a:lnTo>
                    <a:pt x="284138" y="17374"/>
                  </a:lnTo>
                  <a:lnTo>
                    <a:pt x="265885" y="7883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4016" name="Match_B1__4015">
              <a:extLst>
                <a:ext uri="{FF2B5EF4-FFF2-40B4-BE49-F238E27FC236}">
                  <a16:creationId xmlns:a16="http://schemas.microsoft.com/office/drawing/2014/main" id="{37117AF3-CB56-74EA-E991-078B5C0A5C33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1764884"/>
              <a:ext cx="289046" cy="497446"/>
            </a:xfrm>
            <a:custGeom>
              <a:avLst/>
              <a:gdLst/>
              <a:ahLst/>
              <a:cxnLst/>
              <a:rect l="0" t="0" r="0" b="0"/>
              <a:pathLst>
                <a:path w="289046" h="497446">
                  <a:moveTo>
                    <a:pt x="36131" y="470775"/>
                  </a:moveTo>
                  <a:lnTo>
                    <a:pt x="36131" y="487912"/>
                  </a:lnTo>
                  <a:lnTo>
                    <a:pt x="53090" y="470775"/>
                  </a:lnTo>
                  <a:close/>
                  <a:moveTo>
                    <a:pt x="53090" y="470775"/>
                  </a:moveTo>
                  <a:lnTo>
                    <a:pt x="70446" y="497446"/>
                  </a:lnTo>
                  <a:lnTo>
                    <a:pt x="72261" y="477216"/>
                  </a:lnTo>
                  <a:close/>
                  <a:moveTo>
                    <a:pt x="108392" y="497446"/>
                  </a:moveTo>
                  <a:lnTo>
                    <a:pt x="108392" y="477884"/>
                  </a:lnTo>
                  <a:lnTo>
                    <a:pt x="72261" y="477216"/>
                  </a:lnTo>
                  <a:close/>
                  <a:moveTo>
                    <a:pt x="108392" y="477884"/>
                  </a:moveTo>
                  <a:lnTo>
                    <a:pt x="144523" y="489529"/>
                  </a:lnTo>
                  <a:lnTo>
                    <a:pt x="144523" y="470775"/>
                  </a:lnTo>
                  <a:close/>
                  <a:moveTo>
                    <a:pt x="0" y="444105"/>
                  </a:moveTo>
                  <a:lnTo>
                    <a:pt x="0" y="460536"/>
                  </a:lnTo>
                  <a:lnTo>
                    <a:pt x="20653" y="444105"/>
                  </a:lnTo>
                  <a:close/>
                  <a:moveTo>
                    <a:pt x="20653" y="444105"/>
                  </a:moveTo>
                  <a:lnTo>
                    <a:pt x="8522" y="470775"/>
                  </a:lnTo>
                  <a:lnTo>
                    <a:pt x="36131" y="461114"/>
                  </a:lnTo>
                  <a:close/>
                  <a:moveTo>
                    <a:pt x="36131" y="461114"/>
                  </a:moveTo>
                  <a:lnTo>
                    <a:pt x="8522" y="470775"/>
                  </a:lnTo>
                  <a:lnTo>
                    <a:pt x="36131" y="470775"/>
                  </a:lnTo>
                  <a:close/>
                  <a:moveTo>
                    <a:pt x="144523" y="465882"/>
                  </a:moveTo>
                  <a:lnTo>
                    <a:pt x="180654" y="469235"/>
                  </a:lnTo>
                  <a:lnTo>
                    <a:pt x="180654" y="444105"/>
                  </a:lnTo>
                  <a:close/>
                  <a:moveTo>
                    <a:pt x="144523" y="470775"/>
                  </a:moveTo>
                  <a:lnTo>
                    <a:pt x="180654" y="469235"/>
                  </a:lnTo>
                  <a:lnTo>
                    <a:pt x="144523" y="465882"/>
                  </a:lnTo>
                  <a:close/>
                  <a:moveTo>
                    <a:pt x="16813" y="417434"/>
                  </a:moveTo>
                  <a:lnTo>
                    <a:pt x="0" y="417434"/>
                  </a:lnTo>
                  <a:lnTo>
                    <a:pt x="0" y="444105"/>
                  </a:lnTo>
                  <a:close/>
                  <a:moveTo>
                    <a:pt x="180654" y="428797"/>
                  </a:moveTo>
                  <a:lnTo>
                    <a:pt x="216784" y="417434"/>
                  </a:lnTo>
                  <a:lnTo>
                    <a:pt x="186755" y="417434"/>
                  </a:lnTo>
                  <a:close/>
                  <a:moveTo>
                    <a:pt x="180654" y="428797"/>
                  </a:moveTo>
                  <a:lnTo>
                    <a:pt x="216784" y="423963"/>
                  </a:lnTo>
                  <a:lnTo>
                    <a:pt x="216784" y="417434"/>
                  </a:lnTo>
                  <a:close/>
                  <a:moveTo>
                    <a:pt x="180654" y="444105"/>
                  </a:moveTo>
                  <a:lnTo>
                    <a:pt x="216784" y="423963"/>
                  </a:lnTo>
                  <a:lnTo>
                    <a:pt x="180654" y="428797"/>
                  </a:lnTo>
                  <a:close/>
                  <a:moveTo>
                    <a:pt x="29440" y="390763"/>
                  </a:moveTo>
                  <a:lnTo>
                    <a:pt x="0" y="390763"/>
                  </a:lnTo>
                  <a:lnTo>
                    <a:pt x="0" y="417434"/>
                  </a:lnTo>
                  <a:close/>
                  <a:moveTo>
                    <a:pt x="216784" y="417434"/>
                  </a:moveTo>
                  <a:lnTo>
                    <a:pt x="216784" y="390763"/>
                  </a:lnTo>
                  <a:lnTo>
                    <a:pt x="186755" y="417434"/>
                  </a:lnTo>
                  <a:close/>
                  <a:moveTo>
                    <a:pt x="36131" y="364093"/>
                  </a:moveTo>
                  <a:lnTo>
                    <a:pt x="17324" y="364093"/>
                  </a:lnTo>
                  <a:lnTo>
                    <a:pt x="36131" y="383198"/>
                  </a:lnTo>
                  <a:close/>
                  <a:moveTo>
                    <a:pt x="36131" y="383198"/>
                  </a:moveTo>
                  <a:lnTo>
                    <a:pt x="0" y="386984"/>
                  </a:lnTo>
                  <a:lnTo>
                    <a:pt x="29440" y="390763"/>
                  </a:lnTo>
                  <a:close/>
                  <a:moveTo>
                    <a:pt x="29440" y="390763"/>
                  </a:moveTo>
                  <a:lnTo>
                    <a:pt x="0" y="386984"/>
                  </a:lnTo>
                  <a:lnTo>
                    <a:pt x="0" y="390763"/>
                  </a:lnTo>
                  <a:close/>
                  <a:moveTo>
                    <a:pt x="216784" y="364093"/>
                  </a:moveTo>
                  <a:lnTo>
                    <a:pt x="216784" y="390763"/>
                  </a:lnTo>
                  <a:lnTo>
                    <a:pt x="234545" y="390763"/>
                  </a:lnTo>
                  <a:close/>
                  <a:moveTo>
                    <a:pt x="216784" y="390763"/>
                  </a:moveTo>
                  <a:lnTo>
                    <a:pt x="216784" y="364093"/>
                  </a:lnTo>
                  <a:lnTo>
                    <a:pt x="194430" y="390763"/>
                  </a:lnTo>
                  <a:close/>
                  <a:moveTo>
                    <a:pt x="72261" y="337422"/>
                  </a:moveTo>
                  <a:lnTo>
                    <a:pt x="40089" y="337422"/>
                  </a:lnTo>
                  <a:lnTo>
                    <a:pt x="72261" y="349733"/>
                  </a:lnTo>
                  <a:close/>
                  <a:moveTo>
                    <a:pt x="72261" y="349733"/>
                  </a:moveTo>
                  <a:lnTo>
                    <a:pt x="36131" y="341935"/>
                  </a:lnTo>
                  <a:lnTo>
                    <a:pt x="57186" y="364093"/>
                  </a:lnTo>
                  <a:close/>
                  <a:moveTo>
                    <a:pt x="57186" y="364093"/>
                  </a:moveTo>
                  <a:lnTo>
                    <a:pt x="36131" y="341935"/>
                  </a:lnTo>
                  <a:lnTo>
                    <a:pt x="36131" y="364093"/>
                  </a:lnTo>
                  <a:close/>
                  <a:moveTo>
                    <a:pt x="216784" y="337422"/>
                  </a:moveTo>
                  <a:lnTo>
                    <a:pt x="216784" y="364093"/>
                  </a:lnTo>
                  <a:lnTo>
                    <a:pt x="252915" y="337422"/>
                  </a:lnTo>
                  <a:close/>
                  <a:moveTo>
                    <a:pt x="55042" y="310751"/>
                  </a:moveTo>
                  <a:lnTo>
                    <a:pt x="72261" y="337422"/>
                  </a:lnTo>
                  <a:lnTo>
                    <a:pt x="72261" y="310751"/>
                  </a:lnTo>
                  <a:close/>
                  <a:moveTo>
                    <a:pt x="104753" y="310751"/>
                  </a:moveTo>
                  <a:lnTo>
                    <a:pt x="72261" y="310751"/>
                  </a:lnTo>
                  <a:lnTo>
                    <a:pt x="72261" y="337422"/>
                  </a:lnTo>
                  <a:close/>
                  <a:moveTo>
                    <a:pt x="216784" y="337422"/>
                  </a:moveTo>
                  <a:lnTo>
                    <a:pt x="252915" y="337422"/>
                  </a:lnTo>
                  <a:lnTo>
                    <a:pt x="252915" y="310751"/>
                  </a:lnTo>
                  <a:close/>
                  <a:moveTo>
                    <a:pt x="216784" y="337422"/>
                  </a:moveTo>
                  <a:lnTo>
                    <a:pt x="252915" y="310751"/>
                  </a:lnTo>
                  <a:lnTo>
                    <a:pt x="216784" y="310751"/>
                  </a:lnTo>
                  <a:close/>
                  <a:moveTo>
                    <a:pt x="105245" y="284080"/>
                  </a:moveTo>
                  <a:lnTo>
                    <a:pt x="72261" y="284080"/>
                  </a:lnTo>
                  <a:lnTo>
                    <a:pt x="72261" y="310751"/>
                  </a:lnTo>
                  <a:close/>
                  <a:moveTo>
                    <a:pt x="216784" y="310751"/>
                  </a:moveTo>
                  <a:lnTo>
                    <a:pt x="252915" y="310751"/>
                  </a:lnTo>
                  <a:lnTo>
                    <a:pt x="252915" y="284080"/>
                  </a:lnTo>
                  <a:close/>
                  <a:moveTo>
                    <a:pt x="216784" y="310751"/>
                  </a:moveTo>
                  <a:lnTo>
                    <a:pt x="252915" y="284080"/>
                  </a:lnTo>
                  <a:lnTo>
                    <a:pt x="216784" y="284080"/>
                  </a:lnTo>
                  <a:close/>
                  <a:moveTo>
                    <a:pt x="93293" y="257410"/>
                  </a:moveTo>
                  <a:lnTo>
                    <a:pt x="72261" y="257410"/>
                  </a:lnTo>
                  <a:lnTo>
                    <a:pt x="72261" y="284080"/>
                  </a:lnTo>
                  <a:close/>
                  <a:moveTo>
                    <a:pt x="219145" y="257410"/>
                  </a:moveTo>
                  <a:lnTo>
                    <a:pt x="216784" y="278200"/>
                  </a:lnTo>
                  <a:lnTo>
                    <a:pt x="252915" y="257410"/>
                  </a:lnTo>
                  <a:close/>
                  <a:moveTo>
                    <a:pt x="252915" y="257410"/>
                  </a:moveTo>
                  <a:lnTo>
                    <a:pt x="216784" y="278200"/>
                  </a:lnTo>
                  <a:lnTo>
                    <a:pt x="216784" y="284080"/>
                  </a:lnTo>
                  <a:close/>
                  <a:moveTo>
                    <a:pt x="252915" y="257410"/>
                  </a:moveTo>
                  <a:lnTo>
                    <a:pt x="216784" y="284080"/>
                  </a:lnTo>
                  <a:lnTo>
                    <a:pt x="252915" y="284080"/>
                  </a:lnTo>
                  <a:close/>
                  <a:moveTo>
                    <a:pt x="41696" y="230739"/>
                  </a:moveTo>
                  <a:lnTo>
                    <a:pt x="72261" y="257410"/>
                  </a:lnTo>
                  <a:lnTo>
                    <a:pt x="72261" y="230739"/>
                  </a:lnTo>
                  <a:close/>
                  <a:moveTo>
                    <a:pt x="252915" y="257410"/>
                  </a:moveTo>
                  <a:lnTo>
                    <a:pt x="252915" y="230739"/>
                  </a:lnTo>
                  <a:lnTo>
                    <a:pt x="219145" y="257410"/>
                  </a:lnTo>
                  <a:close/>
                  <a:moveTo>
                    <a:pt x="252915" y="230739"/>
                  </a:moveTo>
                  <a:lnTo>
                    <a:pt x="224444" y="230739"/>
                  </a:lnTo>
                  <a:lnTo>
                    <a:pt x="219145" y="257410"/>
                  </a:lnTo>
                  <a:close/>
                  <a:moveTo>
                    <a:pt x="36131" y="204068"/>
                  </a:moveTo>
                  <a:lnTo>
                    <a:pt x="36131" y="211062"/>
                  </a:lnTo>
                  <a:lnTo>
                    <a:pt x="64060" y="204068"/>
                  </a:lnTo>
                  <a:close/>
                  <a:moveTo>
                    <a:pt x="64060" y="204068"/>
                  </a:moveTo>
                  <a:lnTo>
                    <a:pt x="41696" y="230739"/>
                  </a:lnTo>
                  <a:lnTo>
                    <a:pt x="72261" y="224658"/>
                  </a:lnTo>
                  <a:close/>
                  <a:moveTo>
                    <a:pt x="72261" y="224658"/>
                  </a:moveTo>
                  <a:lnTo>
                    <a:pt x="41696" y="230739"/>
                  </a:lnTo>
                  <a:lnTo>
                    <a:pt x="72261" y="230739"/>
                  </a:lnTo>
                  <a:close/>
                  <a:moveTo>
                    <a:pt x="252915" y="230739"/>
                  </a:moveTo>
                  <a:lnTo>
                    <a:pt x="252915" y="204068"/>
                  </a:lnTo>
                  <a:lnTo>
                    <a:pt x="224444" y="230739"/>
                  </a:lnTo>
                  <a:close/>
                  <a:moveTo>
                    <a:pt x="252915" y="204068"/>
                  </a:moveTo>
                  <a:lnTo>
                    <a:pt x="230505" y="204068"/>
                  </a:lnTo>
                  <a:lnTo>
                    <a:pt x="224444" y="230739"/>
                  </a:lnTo>
                  <a:close/>
                  <a:moveTo>
                    <a:pt x="64060" y="204068"/>
                  </a:moveTo>
                  <a:lnTo>
                    <a:pt x="62661" y="177398"/>
                  </a:lnTo>
                  <a:lnTo>
                    <a:pt x="36131" y="204068"/>
                  </a:lnTo>
                  <a:close/>
                  <a:moveTo>
                    <a:pt x="62661" y="177398"/>
                  </a:moveTo>
                  <a:lnTo>
                    <a:pt x="36131" y="177398"/>
                  </a:lnTo>
                  <a:lnTo>
                    <a:pt x="36131" y="204068"/>
                  </a:lnTo>
                  <a:close/>
                  <a:moveTo>
                    <a:pt x="252915" y="204068"/>
                  </a:moveTo>
                  <a:lnTo>
                    <a:pt x="252915" y="177398"/>
                  </a:lnTo>
                  <a:lnTo>
                    <a:pt x="230505" y="204068"/>
                  </a:lnTo>
                  <a:close/>
                  <a:moveTo>
                    <a:pt x="41425" y="150727"/>
                  </a:moveTo>
                  <a:lnTo>
                    <a:pt x="36131" y="177398"/>
                  </a:lnTo>
                  <a:lnTo>
                    <a:pt x="62661" y="177398"/>
                  </a:lnTo>
                  <a:close/>
                  <a:moveTo>
                    <a:pt x="41425" y="150727"/>
                  </a:moveTo>
                  <a:lnTo>
                    <a:pt x="62661" y="177398"/>
                  </a:lnTo>
                  <a:lnTo>
                    <a:pt x="71362" y="150727"/>
                  </a:lnTo>
                  <a:close/>
                  <a:moveTo>
                    <a:pt x="252915" y="150727"/>
                  </a:moveTo>
                  <a:lnTo>
                    <a:pt x="252915" y="177398"/>
                  </a:lnTo>
                  <a:lnTo>
                    <a:pt x="268226" y="177398"/>
                  </a:lnTo>
                  <a:close/>
                  <a:moveTo>
                    <a:pt x="252915" y="177398"/>
                  </a:moveTo>
                  <a:lnTo>
                    <a:pt x="252915" y="150727"/>
                  </a:lnTo>
                  <a:lnTo>
                    <a:pt x="236103" y="177398"/>
                  </a:lnTo>
                  <a:close/>
                  <a:moveTo>
                    <a:pt x="55373" y="124056"/>
                  </a:moveTo>
                  <a:lnTo>
                    <a:pt x="72261" y="149154"/>
                  </a:lnTo>
                  <a:lnTo>
                    <a:pt x="72261" y="124056"/>
                  </a:lnTo>
                  <a:close/>
                  <a:moveTo>
                    <a:pt x="71362" y="150727"/>
                  </a:moveTo>
                  <a:lnTo>
                    <a:pt x="72261" y="149154"/>
                  </a:lnTo>
                  <a:lnTo>
                    <a:pt x="55373" y="124056"/>
                  </a:lnTo>
                  <a:close/>
                  <a:moveTo>
                    <a:pt x="252915" y="124056"/>
                  </a:moveTo>
                  <a:lnTo>
                    <a:pt x="252915" y="150727"/>
                  </a:lnTo>
                  <a:lnTo>
                    <a:pt x="275892" y="150727"/>
                  </a:lnTo>
                  <a:close/>
                  <a:moveTo>
                    <a:pt x="107716" y="97386"/>
                  </a:moveTo>
                  <a:lnTo>
                    <a:pt x="72261" y="97386"/>
                  </a:lnTo>
                  <a:lnTo>
                    <a:pt x="72261" y="124056"/>
                  </a:lnTo>
                  <a:close/>
                  <a:moveTo>
                    <a:pt x="252915" y="120289"/>
                  </a:moveTo>
                  <a:lnTo>
                    <a:pt x="289046" y="97386"/>
                  </a:lnTo>
                  <a:lnTo>
                    <a:pt x="261026" y="97386"/>
                  </a:lnTo>
                  <a:close/>
                  <a:moveTo>
                    <a:pt x="252915" y="120289"/>
                  </a:moveTo>
                  <a:lnTo>
                    <a:pt x="289046" y="119363"/>
                  </a:lnTo>
                  <a:lnTo>
                    <a:pt x="289046" y="97386"/>
                  </a:lnTo>
                  <a:close/>
                  <a:moveTo>
                    <a:pt x="252915" y="124056"/>
                  </a:moveTo>
                  <a:lnTo>
                    <a:pt x="289046" y="119363"/>
                  </a:lnTo>
                  <a:lnTo>
                    <a:pt x="252915" y="120289"/>
                  </a:lnTo>
                  <a:close/>
                  <a:moveTo>
                    <a:pt x="108392" y="70715"/>
                  </a:moveTo>
                  <a:lnTo>
                    <a:pt x="88567" y="70715"/>
                  </a:lnTo>
                  <a:lnTo>
                    <a:pt x="108392" y="96323"/>
                  </a:lnTo>
                  <a:close/>
                  <a:moveTo>
                    <a:pt x="108392" y="96323"/>
                  </a:moveTo>
                  <a:lnTo>
                    <a:pt x="72261" y="97368"/>
                  </a:lnTo>
                  <a:lnTo>
                    <a:pt x="107716" y="97386"/>
                  </a:lnTo>
                  <a:close/>
                  <a:moveTo>
                    <a:pt x="289046" y="97386"/>
                  </a:moveTo>
                  <a:lnTo>
                    <a:pt x="289046" y="70715"/>
                  </a:lnTo>
                  <a:lnTo>
                    <a:pt x="261026" y="97386"/>
                  </a:lnTo>
                  <a:close/>
                  <a:moveTo>
                    <a:pt x="108392" y="70715"/>
                  </a:moveTo>
                  <a:lnTo>
                    <a:pt x="144523" y="44044"/>
                  </a:lnTo>
                  <a:lnTo>
                    <a:pt x="108392" y="44044"/>
                  </a:lnTo>
                  <a:close/>
                  <a:moveTo>
                    <a:pt x="252915" y="44044"/>
                  </a:moveTo>
                  <a:lnTo>
                    <a:pt x="289046" y="70715"/>
                  </a:lnTo>
                  <a:lnTo>
                    <a:pt x="289046" y="44044"/>
                  </a:lnTo>
                  <a:close/>
                  <a:moveTo>
                    <a:pt x="144523" y="44044"/>
                  </a:moveTo>
                  <a:lnTo>
                    <a:pt x="180654" y="17374"/>
                  </a:lnTo>
                  <a:lnTo>
                    <a:pt x="144523" y="17374"/>
                  </a:lnTo>
                  <a:close/>
                  <a:moveTo>
                    <a:pt x="252915" y="44044"/>
                  </a:moveTo>
                  <a:lnTo>
                    <a:pt x="289046" y="44044"/>
                  </a:lnTo>
                  <a:lnTo>
                    <a:pt x="252915" y="17374"/>
                  </a:lnTo>
                  <a:close/>
                  <a:moveTo>
                    <a:pt x="216784" y="17374"/>
                  </a:moveTo>
                  <a:lnTo>
                    <a:pt x="252915" y="44044"/>
                  </a:lnTo>
                  <a:lnTo>
                    <a:pt x="252915" y="17374"/>
                  </a:lnTo>
                  <a:close/>
                  <a:moveTo>
                    <a:pt x="180654" y="17374"/>
                  </a:moveTo>
                  <a:lnTo>
                    <a:pt x="216784" y="17374"/>
                  </a:lnTo>
                  <a:lnTo>
                    <a:pt x="216784" y="0"/>
                  </a:lnTo>
                  <a:close/>
                  <a:moveTo>
                    <a:pt x="216784" y="17374"/>
                  </a:moveTo>
                  <a:lnTo>
                    <a:pt x="180654" y="17374"/>
                  </a:lnTo>
                  <a:lnTo>
                    <a:pt x="216784" y="3021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4017" name="Match_B1__4016">
              <a:extLst>
                <a:ext uri="{FF2B5EF4-FFF2-40B4-BE49-F238E27FC236}">
                  <a16:creationId xmlns:a16="http://schemas.microsoft.com/office/drawing/2014/main" id="{8EC49FF7-C27A-8216-A2BE-EBC8688DFA0B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1782257"/>
              <a:ext cx="289046" cy="460510"/>
            </a:xfrm>
            <a:custGeom>
              <a:avLst/>
              <a:gdLst/>
              <a:ahLst/>
              <a:cxnLst/>
              <a:rect l="0" t="0" r="0" b="0"/>
              <a:pathLst>
                <a:path w="289046" h="460510">
                  <a:moveTo>
                    <a:pt x="108392" y="460510"/>
                  </a:moveTo>
                  <a:lnTo>
                    <a:pt x="144523" y="453402"/>
                  </a:lnTo>
                  <a:lnTo>
                    <a:pt x="132792" y="453402"/>
                  </a:lnTo>
                  <a:close/>
                  <a:moveTo>
                    <a:pt x="36131" y="453402"/>
                  </a:moveTo>
                  <a:lnTo>
                    <a:pt x="53090" y="453402"/>
                  </a:lnTo>
                  <a:lnTo>
                    <a:pt x="36131" y="443741"/>
                  </a:lnTo>
                  <a:close/>
                  <a:moveTo>
                    <a:pt x="144523" y="448509"/>
                  </a:moveTo>
                  <a:lnTo>
                    <a:pt x="180654" y="426731"/>
                  </a:lnTo>
                  <a:lnTo>
                    <a:pt x="170782" y="426731"/>
                  </a:lnTo>
                  <a:close/>
                  <a:moveTo>
                    <a:pt x="132792" y="453402"/>
                  </a:moveTo>
                  <a:lnTo>
                    <a:pt x="144523" y="453402"/>
                  </a:lnTo>
                  <a:lnTo>
                    <a:pt x="144523" y="448509"/>
                  </a:lnTo>
                  <a:close/>
                  <a:moveTo>
                    <a:pt x="20653" y="426731"/>
                  </a:moveTo>
                  <a:lnTo>
                    <a:pt x="16813" y="400060"/>
                  </a:lnTo>
                  <a:lnTo>
                    <a:pt x="0" y="426731"/>
                  </a:lnTo>
                  <a:close/>
                  <a:moveTo>
                    <a:pt x="170782" y="426731"/>
                  </a:moveTo>
                  <a:lnTo>
                    <a:pt x="180654" y="426731"/>
                  </a:lnTo>
                  <a:lnTo>
                    <a:pt x="180654" y="411424"/>
                  </a:lnTo>
                  <a:close/>
                  <a:moveTo>
                    <a:pt x="16813" y="400060"/>
                  </a:moveTo>
                  <a:lnTo>
                    <a:pt x="29440" y="373390"/>
                  </a:lnTo>
                  <a:lnTo>
                    <a:pt x="0" y="400060"/>
                  </a:lnTo>
                  <a:close/>
                  <a:moveTo>
                    <a:pt x="216784" y="373390"/>
                  </a:moveTo>
                  <a:lnTo>
                    <a:pt x="194430" y="373390"/>
                  </a:lnTo>
                  <a:lnTo>
                    <a:pt x="186755" y="400060"/>
                  </a:lnTo>
                  <a:close/>
                  <a:moveTo>
                    <a:pt x="216784" y="346719"/>
                  </a:moveTo>
                  <a:lnTo>
                    <a:pt x="200121" y="346719"/>
                  </a:lnTo>
                  <a:lnTo>
                    <a:pt x="194430" y="373390"/>
                  </a:lnTo>
                  <a:close/>
                  <a:moveTo>
                    <a:pt x="36131" y="346719"/>
                  </a:moveTo>
                  <a:lnTo>
                    <a:pt x="36131" y="365824"/>
                  </a:lnTo>
                  <a:lnTo>
                    <a:pt x="57186" y="346719"/>
                  </a:lnTo>
                  <a:close/>
                  <a:moveTo>
                    <a:pt x="216784" y="346719"/>
                  </a:moveTo>
                  <a:lnTo>
                    <a:pt x="216784" y="320048"/>
                  </a:lnTo>
                  <a:lnTo>
                    <a:pt x="200121" y="346719"/>
                  </a:lnTo>
                  <a:close/>
                  <a:moveTo>
                    <a:pt x="216784" y="320048"/>
                  </a:moveTo>
                  <a:lnTo>
                    <a:pt x="206255" y="320048"/>
                  </a:lnTo>
                  <a:lnTo>
                    <a:pt x="200121" y="346719"/>
                  </a:lnTo>
                  <a:close/>
                  <a:moveTo>
                    <a:pt x="88189" y="320048"/>
                  </a:moveTo>
                  <a:lnTo>
                    <a:pt x="104753" y="293378"/>
                  </a:lnTo>
                  <a:lnTo>
                    <a:pt x="72261" y="320048"/>
                  </a:lnTo>
                  <a:close/>
                  <a:moveTo>
                    <a:pt x="72261" y="320048"/>
                  </a:moveTo>
                  <a:lnTo>
                    <a:pt x="72261" y="332360"/>
                  </a:lnTo>
                  <a:lnTo>
                    <a:pt x="88189" y="320048"/>
                  </a:lnTo>
                  <a:close/>
                  <a:moveTo>
                    <a:pt x="216784" y="320048"/>
                  </a:moveTo>
                  <a:lnTo>
                    <a:pt x="216784" y="293378"/>
                  </a:lnTo>
                  <a:lnTo>
                    <a:pt x="206255" y="320048"/>
                  </a:lnTo>
                  <a:close/>
                  <a:moveTo>
                    <a:pt x="216784" y="293378"/>
                  </a:moveTo>
                  <a:lnTo>
                    <a:pt x="211853" y="293378"/>
                  </a:lnTo>
                  <a:lnTo>
                    <a:pt x="206255" y="320048"/>
                  </a:lnTo>
                  <a:close/>
                  <a:moveTo>
                    <a:pt x="104753" y="293378"/>
                  </a:moveTo>
                  <a:lnTo>
                    <a:pt x="105245" y="266707"/>
                  </a:lnTo>
                  <a:lnTo>
                    <a:pt x="72261" y="293378"/>
                  </a:lnTo>
                  <a:close/>
                  <a:moveTo>
                    <a:pt x="216784" y="293378"/>
                  </a:moveTo>
                  <a:lnTo>
                    <a:pt x="216784" y="266707"/>
                  </a:lnTo>
                  <a:lnTo>
                    <a:pt x="211853" y="293378"/>
                  </a:lnTo>
                  <a:close/>
                  <a:moveTo>
                    <a:pt x="216784" y="266707"/>
                  </a:moveTo>
                  <a:lnTo>
                    <a:pt x="215598" y="266707"/>
                  </a:lnTo>
                  <a:lnTo>
                    <a:pt x="211853" y="293378"/>
                  </a:lnTo>
                  <a:close/>
                  <a:moveTo>
                    <a:pt x="105245" y="266707"/>
                  </a:moveTo>
                  <a:lnTo>
                    <a:pt x="93293" y="240036"/>
                  </a:lnTo>
                  <a:lnTo>
                    <a:pt x="72261" y="266707"/>
                  </a:lnTo>
                  <a:close/>
                  <a:moveTo>
                    <a:pt x="215598" y="266707"/>
                  </a:moveTo>
                  <a:lnTo>
                    <a:pt x="216784" y="266707"/>
                  </a:lnTo>
                  <a:lnTo>
                    <a:pt x="216784" y="260827"/>
                  </a:lnTo>
                  <a:close/>
                  <a:moveTo>
                    <a:pt x="93293" y="240036"/>
                  </a:moveTo>
                  <a:lnTo>
                    <a:pt x="75445" y="213366"/>
                  </a:lnTo>
                  <a:lnTo>
                    <a:pt x="72261" y="240036"/>
                  </a:lnTo>
                  <a:close/>
                  <a:moveTo>
                    <a:pt x="75445" y="213366"/>
                  </a:moveTo>
                  <a:lnTo>
                    <a:pt x="72261" y="213366"/>
                  </a:lnTo>
                  <a:lnTo>
                    <a:pt x="72261" y="240036"/>
                  </a:lnTo>
                  <a:close/>
                  <a:moveTo>
                    <a:pt x="72261" y="213366"/>
                  </a:moveTo>
                  <a:lnTo>
                    <a:pt x="75445" y="213366"/>
                  </a:lnTo>
                  <a:lnTo>
                    <a:pt x="72261" y="207284"/>
                  </a:lnTo>
                  <a:close/>
                  <a:moveTo>
                    <a:pt x="252915" y="160024"/>
                  </a:moveTo>
                  <a:lnTo>
                    <a:pt x="236103" y="160024"/>
                  </a:lnTo>
                  <a:lnTo>
                    <a:pt x="230505" y="186695"/>
                  </a:lnTo>
                  <a:close/>
                  <a:moveTo>
                    <a:pt x="252915" y="133353"/>
                  </a:moveTo>
                  <a:lnTo>
                    <a:pt x="242217" y="133353"/>
                  </a:lnTo>
                  <a:lnTo>
                    <a:pt x="236103" y="160024"/>
                  </a:lnTo>
                  <a:close/>
                  <a:moveTo>
                    <a:pt x="252915" y="133353"/>
                  </a:moveTo>
                  <a:lnTo>
                    <a:pt x="252915" y="106683"/>
                  </a:lnTo>
                  <a:lnTo>
                    <a:pt x="242217" y="133353"/>
                  </a:lnTo>
                  <a:close/>
                  <a:moveTo>
                    <a:pt x="252915" y="106683"/>
                  </a:moveTo>
                  <a:lnTo>
                    <a:pt x="251460" y="106683"/>
                  </a:lnTo>
                  <a:lnTo>
                    <a:pt x="242217" y="133353"/>
                  </a:lnTo>
                  <a:close/>
                  <a:moveTo>
                    <a:pt x="89211" y="106683"/>
                  </a:moveTo>
                  <a:lnTo>
                    <a:pt x="107716" y="80012"/>
                  </a:lnTo>
                  <a:lnTo>
                    <a:pt x="72261" y="106683"/>
                  </a:lnTo>
                  <a:close/>
                  <a:moveTo>
                    <a:pt x="72261" y="106683"/>
                  </a:moveTo>
                  <a:lnTo>
                    <a:pt x="72261" y="131781"/>
                  </a:lnTo>
                  <a:lnTo>
                    <a:pt x="89211" y="106683"/>
                  </a:lnTo>
                  <a:close/>
                  <a:moveTo>
                    <a:pt x="251460" y="106683"/>
                  </a:moveTo>
                  <a:lnTo>
                    <a:pt x="252915" y="106683"/>
                  </a:lnTo>
                  <a:lnTo>
                    <a:pt x="252915" y="102915"/>
                  </a:lnTo>
                  <a:close/>
                  <a:moveTo>
                    <a:pt x="289046" y="53341"/>
                  </a:moveTo>
                  <a:lnTo>
                    <a:pt x="264049" y="53341"/>
                  </a:lnTo>
                  <a:lnTo>
                    <a:pt x="261026" y="80012"/>
                  </a:lnTo>
                  <a:close/>
                  <a:moveTo>
                    <a:pt x="128123" y="53341"/>
                  </a:moveTo>
                  <a:lnTo>
                    <a:pt x="144523" y="34528"/>
                  </a:lnTo>
                  <a:lnTo>
                    <a:pt x="108392" y="53341"/>
                  </a:lnTo>
                  <a:close/>
                  <a:moveTo>
                    <a:pt x="108392" y="53341"/>
                  </a:moveTo>
                  <a:lnTo>
                    <a:pt x="144523" y="34528"/>
                  </a:lnTo>
                  <a:lnTo>
                    <a:pt x="144523" y="26671"/>
                  </a:lnTo>
                  <a:close/>
                  <a:moveTo>
                    <a:pt x="108392" y="53341"/>
                  </a:moveTo>
                  <a:lnTo>
                    <a:pt x="108392" y="78949"/>
                  </a:lnTo>
                  <a:lnTo>
                    <a:pt x="128123" y="53341"/>
                  </a:lnTo>
                  <a:close/>
                  <a:moveTo>
                    <a:pt x="252915" y="29125"/>
                  </a:moveTo>
                  <a:lnTo>
                    <a:pt x="264049" y="53341"/>
                  </a:lnTo>
                  <a:lnTo>
                    <a:pt x="252915" y="26671"/>
                  </a:lnTo>
                  <a:close/>
                  <a:moveTo>
                    <a:pt x="252915" y="26671"/>
                  </a:moveTo>
                  <a:lnTo>
                    <a:pt x="264049" y="53341"/>
                  </a:lnTo>
                  <a:lnTo>
                    <a:pt x="289046" y="53341"/>
                  </a:lnTo>
                  <a:close/>
                  <a:moveTo>
                    <a:pt x="155908" y="26671"/>
                  </a:moveTo>
                  <a:lnTo>
                    <a:pt x="180654" y="14976"/>
                  </a:lnTo>
                  <a:lnTo>
                    <a:pt x="144523" y="26671"/>
                  </a:lnTo>
                  <a:close/>
                  <a:moveTo>
                    <a:pt x="144523" y="26671"/>
                  </a:moveTo>
                  <a:lnTo>
                    <a:pt x="180654" y="14976"/>
                  </a:lnTo>
                  <a:lnTo>
                    <a:pt x="180654" y="0"/>
                  </a:lnTo>
                  <a:close/>
                  <a:moveTo>
                    <a:pt x="144523" y="26671"/>
                  </a:moveTo>
                  <a:lnTo>
                    <a:pt x="144523" y="34528"/>
                  </a:lnTo>
                  <a:lnTo>
                    <a:pt x="155908" y="26671"/>
                  </a:lnTo>
                  <a:close/>
                  <a:moveTo>
                    <a:pt x="216784" y="12845"/>
                  </a:moveTo>
                  <a:lnTo>
                    <a:pt x="250597" y="26671"/>
                  </a:lnTo>
                  <a:lnTo>
                    <a:pt x="216784" y="0"/>
                  </a:lnTo>
                  <a:close/>
                  <a:moveTo>
                    <a:pt x="216784" y="0"/>
                  </a:moveTo>
                  <a:lnTo>
                    <a:pt x="250597" y="26671"/>
                  </a:lnTo>
                  <a:lnTo>
                    <a:pt x="252915" y="26671"/>
                  </a:lnTo>
                  <a:close/>
                  <a:moveTo>
                    <a:pt x="252915" y="29125"/>
                  </a:moveTo>
                  <a:lnTo>
                    <a:pt x="252915" y="26671"/>
                  </a:lnTo>
                  <a:lnTo>
                    <a:pt x="250597" y="26671"/>
                  </a:lnTo>
                  <a:close/>
                  <a:moveTo>
                    <a:pt x="180654" y="0"/>
                  </a:moveTo>
                  <a:lnTo>
                    <a:pt x="180654" y="14976"/>
                  </a:lnTo>
                  <a:lnTo>
                    <a:pt x="216784" y="12845"/>
                  </a:lnTo>
                  <a:close/>
                  <a:moveTo>
                    <a:pt x="53090" y="453402"/>
                  </a:moveTo>
                  <a:lnTo>
                    <a:pt x="72261" y="459842"/>
                  </a:lnTo>
                  <a:lnTo>
                    <a:pt x="72261" y="453402"/>
                  </a:lnTo>
                  <a:close/>
                  <a:moveTo>
                    <a:pt x="72261" y="453402"/>
                  </a:moveTo>
                  <a:lnTo>
                    <a:pt x="36131" y="443741"/>
                  </a:lnTo>
                  <a:lnTo>
                    <a:pt x="53090" y="453402"/>
                  </a:lnTo>
                  <a:close/>
                  <a:moveTo>
                    <a:pt x="36131" y="426731"/>
                  </a:moveTo>
                  <a:lnTo>
                    <a:pt x="36131" y="443741"/>
                  </a:lnTo>
                  <a:lnTo>
                    <a:pt x="72261" y="453402"/>
                  </a:lnTo>
                  <a:close/>
                  <a:moveTo>
                    <a:pt x="108392" y="453402"/>
                  </a:moveTo>
                  <a:lnTo>
                    <a:pt x="72261" y="459842"/>
                  </a:lnTo>
                  <a:lnTo>
                    <a:pt x="108392" y="460510"/>
                  </a:lnTo>
                  <a:close/>
                  <a:moveTo>
                    <a:pt x="108392" y="453402"/>
                  </a:moveTo>
                  <a:lnTo>
                    <a:pt x="72261" y="453402"/>
                  </a:lnTo>
                  <a:lnTo>
                    <a:pt x="72261" y="459842"/>
                  </a:lnTo>
                  <a:close/>
                  <a:moveTo>
                    <a:pt x="108392" y="453402"/>
                  </a:moveTo>
                  <a:lnTo>
                    <a:pt x="108392" y="460510"/>
                  </a:lnTo>
                  <a:lnTo>
                    <a:pt x="132792" y="453402"/>
                  </a:lnTo>
                  <a:close/>
                  <a:moveTo>
                    <a:pt x="144523" y="426731"/>
                  </a:moveTo>
                  <a:lnTo>
                    <a:pt x="132792" y="453402"/>
                  </a:lnTo>
                  <a:lnTo>
                    <a:pt x="144523" y="448509"/>
                  </a:lnTo>
                  <a:close/>
                  <a:moveTo>
                    <a:pt x="108392" y="453402"/>
                  </a:moveTo>
                  <a:lnTo>
                    <a:pt x="132792" y="453402"/>
                  </a:lnTo>
                  <a:lnTo>
                    <a:pt x="144523" y="426731"/>
                  </a:lnTo>
                  <a:close/>
                  <a:moveTo>
                    <a:pt x="20653" y="426731"/>
                  </a:moveTo>
                  <a:lnTo>
                    <a:pt x="36131" y="443741"/>
                  </a:lnTo>
                  <a:lnTo>
                    <a:pt x="36131" y="426731"/>
                  </a:lnTo>
                  <a:close/>
                  <a:moveTo>
                    <a:pt x="16813" y="400060"/>
                  </a:moveTo>
                  <a:lnTo>
                    <a:pt x="20653" y="426731"/>
                  </a:lnTo>
                  <a:lnTo>
                    <a:pt x="36131" y="426731"/>
                  </a:lnTo>
                  <a:close/>
                  <a:moveTo>
                    <a:pt x="144523" y="426731"/>
                  </a:moveTo>
                  <a:lnTo>
                    <a:pt x="144523" y="448509"/>
                  </a:lnTo>
                  <a:lnTo>
                    <a:pt x="170782" y="426731"/>
                  </a:lnTo>
                  <a:close/>
                  <a:moveTo>
                    <a:pt x="180654" y="400060"/>
                  </a:moveTo>
                  <a:lnTo>
                    <a:pt x="170782" y="426731"/>
                  </a:lnTo>
                  <a:lnTo>
                    <a:pt x="180654" y="411424"/>
                  </a:lnTo>
                  <a:close/>
                  <a:moveTo>
                    <a:pt x="144523" y="426731"/>
                  </a:moveTo>
                  <a:lnTo>
                    <a:pt x="170782" y="426731"/>
                  </a:lnTo>
                  <a:lnTo>
                    <a:pt x="180654" y="400060"/>
                  </a:lnTo>
                  <a:close/>
                  <a:moveTo>
                    <a:pt x="29440" y="373390"/>
                  </a:moveTo>
                  <a:lnTo>
                    <a:pt x="36131" y="400060"/>
                  </a:lnTo>
                  <a:lnTo>
                    <a:pt x="36131" y="373390"/>
                  </a:lnTo>
                  <a:close/>
                  <a:moveTo>
                    <a:pt x="29440" y="373390"/>
                  </a:moveTo>
                  <a:lnTo>
                    <a:pt x="16813" y="400060"/>
                  </a:lnTo>
                  <a:lnTo>
                    <a:pt x="36131" y="400060"/>
                  </a:lnTo>
                  <a:close/>
                  <a:moveTo>
                    <a:pt x="180654" y="400060"/>
                  </a:moveTo>
                  <a:lnTo>
                    <a:pt x="180654" y="411424"/>
                  </a:lnTo>
                  <a:lnTo>
                    <a:pt x="186755" y="400060"/>
                  </a:lnTo>
                  <a:close/>
                  <a:moveTo>
                    <a:pt x="180654" y="373390"/>
                  </a:moveTo>
                  <a:lnTo>
                    <a:pt x="186755" y="400060"/>
                  </a:lnTo>
                  <a:lnTo>
                    <a:pt x="194430" y="373390"/>
                  </a:lnTo>
                  <a:close/>
                  <a:moveTo>
                    <a:pt x="180654" y="373390"/>
                  </a:moveTo>
                  <a:lnTo>
                    <a:pt x="180654" y="400060"/>
                  </a:lnTo>
                  <a:lnTo>
                    <a:pt x="186755" y="400060"/>
                  </a:lnTo>
                  <a:close/>
                  <a:moveTo>
                    <a:pt x="36131" y="365824"/>
                  </a:moveTo>
                  <a:lnTo>
                    <a:pt x="29440" y="373390"/>
                  </a:lnTo>
                  <a:lnTo>
                    <a:pt x="36131" y="373390"/>
                  </a:lnTo>
                  <a:close/>
                  <a:moveTo>
                    <a:pt x="36131" y="373390"/>
                  </a:moveTo>
                  <a:lnTo>
                    <a:pt x="57186" y="346719"/>
                  </a:lnTo>
                  <a:lnTo>
                    <a:pt x="36131" y="365824"/>
                  </a:lnTo>
                  <a:close/>
                  <a:moveTo>
                    <a:pt x="72261" y="346719"/>
                  </a:moveTo>
                  <a:lnTo>
                    <a:pt x="57186" y="346719"/>
                  </a:lnTo>
                  <a:lnTo>
                    <a:pt x="36131" y="373390"/>
                  </a:lnTo>
                  <a:close/>
                  <a:moveTo>
                    <a:pt x="180654" y="346719"/>
                  </a:moveTo>
                  <a:lnTo>
                    <a:pt x="194430" y="373390"/>
                  </a:lnTo>
                  <a:lnTo>
                    <a:pt x="200121" y="346719"/>
                  </a:lnTo>
                  <a:close/>
                  <a:moveTo>
                    <a:pt x="180654" y="346719"/>
                  </a:moveTo>
                  <a:lnTo>
                    <a:pt x="180654" y="373390"/>
                  </a:lnTo>
                  <a:lnTo>
                    <a:pt x="194430" y="373390"/>
                  </a:lnTo>
                  <a:close/>
                  <a:moveTo>
                    <a:pt x="72261" y="332360"/>
                  </a:moveTo>
                  <a:lnTo>
                    <a:pt x="57186" y="346719"/>
                  </a:lnTo>
                  <a:lnTo>
                    <a:pt x="72261" y="346719"/>
                  </a:lnTo>
                  <a:close/>
                  <a:moveTo>
                    <a:pt x="72261" y="346719"/>
                  </a:moveTo>
                  <a:lnTo>
                    <a:pt x="88189" y="320048"/>
                  </a:lnTo>
                  <a:lnTo>
                    <a:pt x="72261" y="332360"/>
                  </a:lnTo>
                  <a:close/>
                  <a:moveTo>
                    <a:pt x="108392" y="320048"/>
                  </a:moveTo>
                  <a:lnTo>
                    <a:pt x="88189" y="320048"/>
                  </a:lnTo>
                  <a:lnTo>
                    <a:pt x="72261" y="346719"/>
                  </a:lnTo>
                  <a:close/>
                  <a:moveTo>
                    <a:pt x="180654" y="320048"/>
                  </a:moveTo>
                  <a:lnTo>
                    <a:pt x="200121" y="346719"/>
                  </a:lnTo>
                  <a:lnTo>
                    <a:pt x="206255" y="320048"/>
                  </a:lnTo>
                  <a:close/>
                  <a:moveTo>
                    <a:pt x="180654" y="320048"/>
                  </a:moveTo>
                  <a:lnTo>
                    <a:pt x="180654" y="346719"/>
                  </a:lnTo>
                  <a:lnTo>
                    <a:pt x="200121" y="346719"/>
                  </a:lnTo>
                  <a:close/>
                  <a:moveTo>
                    <a:pt x="104753" y="293378"/>
                  </a:moveTo>
                  <a:lnTo>
                    <a:pt x="108392" y="320048"/>
                  </a:lnTo>
                  <a:lnTo>
                    <a:pt x="108392" y="293378"/>
                  </a:lnTo>
                  <a:close/>
                  <a:moveTo>
                    <a:pt x="104753" y="293378"/>
                  </a:moveTo>
                  <a:lnTo>
                    <a:pt x="88189" y="320048"/>
                  </a:lnTo>
                  <a:lnTo>
                    <a:pt x="108392" y="320048"/>
                  </a:lnTo>
                  <a:close/>
                  <a:moveTo>
                    <a:pt x="108392" y="320048"/>
                  </a:moveTo>
                  <a:lnTo>
                    <a:pt x="144523" y="293378"/>
                  </a:lnTo>
                  <a:lnTo>
                    <a:pt x="108392" y="293378"/>
                  </a:lnTo>
                  <a:close/>
                  <a:moveTo>
                    <a:pt x="180654" y="293378"/>
                  </a:moveTo>
                  <a:lnTo>
                    <a:pt x="206255" y="320048"/>
                  </a:lnTo>
                  <a:lnTo>
                    <a:pt x="211853" y="293378"/>
                  </a:lnTo>
                  <a:close/>
                  <a:moveTo>
                    <a:pt x="180654" y="293378"/>
                  </a:moveTo>
                  <a:lnTo>
                    <a:pt x="180654" y="320048"/>
                  </a:lnTo>
                  <a:lnTo>
                    <a:pt x="206255" y="320048"/>
                  </a:lnTo>
                  <a:close/>
                  <a:moveTo>
                    <a:pt x="105245" y="266707"/>
                  </a:moveTo>
                  <a:lnTo>
                    <a:pt x="108392" y="293378"/>
                  </a:lnTo>
                  <a:lnTo>
                    <a:pt x="108392" y="266707"/>
                  </a:lnTo>
                  <a:close/>
                  <a:moveTo>
                    <a:pt x="105245" y="266707"/>
                  </a:moveTo>
                  <a:lnTo>
                    <a:pt x="104753" y="293378"/>
                  </a:lnTo>
                  <a:lnTo>
                    <a:pt x="108392" y="293378"/>
                  </a:lnTo>
                  <a:close/>
                  <a:moveTo>
                    <a:pt x="108392" y="293378"/>
                  </a:moveTo>
                  <a:lnTo>
                    <a:pt x="144523" y="293378"/>
                  </a:lnTo>
                  <a:lnTo>
                    <a:pt x="144523" y="266707"/>
                  </a:lnTo>
                  <a:close/>
                  <a:moveTo>
                    <a:pt x="108392" y="293378"/>
                  </a:moveTo>
                  <a:lnTo>
                    <a:pt x="144523" y="266707"/>
                  </a:lnTo>
                  <a:lnTo>
                    <a:pt x="108392" y="266707"/>
                  </a:lnTo>
                  <a:close/>
                  <a:moveTo>
                    <a:pt x="180654" y="266707"/>
                  </a:moveTo>
                  <a:lnTo>
                    <a:pt x="211853" y="293378"/>
                  </a:lnTo>
                  <a:lnTo>
                    <a:pt x="215598" y="266707"/>
                  </a:lnTo>
                  <a:close/>
                  <a:moveTo>
                    <a:pt x="180654" y="266707"/>
                  </a:moveTo>
                  <a:lnTo>
                    <a:pt x="180654" y="293378"/>
                  </a:lnTo>
                  <a:lnTo>
                    <a:pt x="211853" y="293378"/>
                  </a:lnTo>
                  <a:close/>
                  <a:moveTo>
                    <a:pt x="93293" y="240036"/>
                  </a:moveTo>
                  <a:lnTo>
                    <a:pt x="108392" y="266707"/>
                  </a:lnTo>
                  <a:lnTo>
                    <a:pt x="108392" y="240036"/>
                  </a:lnTo>
                  <a:close/>
                  <a:moveTo>
                    <a:pt x="93293" y="240036"/>
                  </a:moveTo>
                  <a:lnTo>
                    <a:pt x="105245" y="266707"/>
                  </a:lnTo>
                  <a:lnTo>
                    <a:pt x="108392" y="266707"/>
                  </a:lnTo>
                  <a:close/>
                  <a:moveTo>
                    <a:pt x="216784" y="240036"/>
                  </a:moveTo>
                  <a:lnTo>
                    <a:pt x="215598" y="266707"/>
                  </a:lnTo>
                  <a:lnTo>
                    <a:pt x="216784" y="260827"/>
                  </a:lnTo>
                  <a:close/>
                  <a:moveTo>
                    <a:pt x="180654" y="266707"/>
                  </a:moveTo>
                  <a:lnTo>
                    <a:pt x="215598" y="266707"/>
                  </a:lnTo>
                  <a:lnTo>
                    <a:pt x="216784" y="240036"/>
                  </a:lnTo>
                  <a:close/>
                  <a:moveTo>
                    <a:pt x="75445" y="213366"/>
                  </a:moveTo>
                  <a:lnTo>
                    <a:pt x="93293" y="240036"/>
                  </a:lnTo>
                  <a:lnTo>
                    <a:pt x="108392" y="240036"/>
                  </a:lnTo>
                  <a:close/>
                  <a:moveTo>
                    <a:pt x="180654" y="240036"/>
                  </a:moveTo>
                  <a:lnTo>
                    <a:pt x="216784" y="240036"/>
                  </a:lnTo>
                  <a:lnTo>
                    <a:pt x="216784" y="213366"/>
                  </a:lnTo>
                  <a:close/>
                  <a:moveTo>
                    <a:pt x="216784" y="240036"/>
                  </a:moveTo>
                  <a:lnTo>
                    <a:pt x="216784" y="260827"/>
                  </a:lnTo>
                  <a:lnTo>
                    <a:pt x="219145" y="240036"/>
                  </a:lnTo>
                  <a:close/>
                  <a:moveTo>
                    <a:pt x="216784" y="213366"/>
                  </a:moveTo>
                  <a:lnTo>
                    <a:pt x="219145" y="240036"/>
                  </a:lnTo>
                  <a:lnTo>
                    <a:pt x="224444" y="213366"/>
                  </a:lnTo>
                  <a:close/>
                  <a:moveTo>
                    <a:pt x="216784" y="213366"/>
                  </a:moveTo>
                  <a:lnTo>
                    <a:pt x="216784" y="240036"/>
                  </a:lnTo>
                  <a:lnTo>
                    <a:pt x="219145" y="240036"/>
                  </a:lnTo>
                  <a:close/>
                  <a:moveTo>
                    <a:pt x="108392" y="213366"/>
                  </a:moveTo>
                  <a:lnTo>
                    <a:pt x="72261" y="207284"/>
                  </a:lnTo>
                  <a:lnTo>
                    <a:pt x="75445" y="213366"/>
                  </a:lnTo>
                  <a:close/>
                  <a:moveTo>
                    <a:pt x="72261" y="186695"/>
                  </a:moveTo>
                  <a:lnTo>
                    <a:pt x="72261" y="207284"/>
                  </a:lnTo>
                  <a:lnTo>
                    <a:pt x="108392" y="213366"/>
                  </a:lnTo>
                  <a:close/>
                  <a:moveTo>
                    <a:pt x="216784" y="186695"/>
                  </a:moveTo>
                  <a:lnTo>
                    <a:pt x="224444" y="213366"/>
                  </a:lnTo>
                  <a:lnTo>
                    <a:pt x="230505" y="186695"/>
                  </a:lnTo>
                  <a:close/>
                  <a:moveTo>
                    <a:pt x="216784" y="186695"/>
                  </a:moveTo>
                  <a:lnTo>
                    <a:pt x="216784" y="213366"/>
                  </a:lnTo>
                  <a:lnTo>
                    <a:pt x="224444" y="213366"/>
                  </a:lnTo>
                  <a:close/>
                  <a:moveTo>
                    <a:pt x="64060" y="186695"/>
                  </a:moveTo>
                  <a:lnTo>
                    <a:pt x="72261" y="207284"/>
                  </a:lnTo>
                  <a:lnTo>
                    <a:pt x="72261" y="186695"/>
                  </a:lnTo>
                  <a:close/>
                  <a:moveTo>
                    <a:pt x="62661" y="160024"/>
                  </a:moveTo>
                  <a:lnTo>
                    <a:pt x="72261" y="186695"/>
                  </a:lnTo>
                  <a:lnTo>
                    <a:pt x="72261" y="160024"/>
                  </a:lnTo>
                  <a:close/>
                  <a:moveTo>
                    <a:pt x="62661" y="160024"/>
                  </a:moveTo>
                  <a:lnTo>
                    <a:pt x="64060" y="186695"/>
                  </a:lnTo>
                  <a:lnTo>
                    <a:pt x="72261" y="186695"/>
                  </a:lnTo>
                  <a:close/>
                  <a:moveTo>
                    <a:pt x="216784" y="160024"/>
                  </a:moveTo>
                  <a:lnTo>
                    <a:pt x="230505" y="186695"/>
                  </a:lnTo>
                  <a:lnTo>
                    <a:pt x="236103" y="160024"/>
                  </a:lnTo>
                  <a:close/>
                  <a:moveTo>
                    <a:pt x="216784" y="160024"/>
                  </a:moveTo>
                  <a:lnTo>
                    <a:pt x="216784" y="186695"/>
                  </a:lnTo>
                  <a:lnTo>
                    <a:pt x="230505" y="186695"/>
                  </a:lnTo>
                  <a:close/>
                  <a:moveTo>
                    <a:pt x="71362" y="133353"/>
                  </a:moveTo>
                  <a:lnTo>
                    <a:pt x="72261" y="160024"/>
                  </a:lnTo>
                  <a:lnTo>
                    <a:pt x="72261" y="133353"/>
                  </a:lnTo>
                  <a:close/>
                  <a:moveTo>
                    <a:pt x="71362" y="133353"/>
                  </a:moveTo>
                  <a:lnTo>
                    <a:pt x="62661" y="160024"/>
                  </a:lnTo>
                  <a:lnTo>
                    <a:pt x="72261" y="160024"/>
                  </a:lnTo>
                  <a:close/>
                  <a:moveTo>
                    <a:pt x="216784" y="133353"/>
                  </a:moveTo>
                  <a:lnTo>
                    <a:pt x="236103" y="160024"/>
                  </a:lnTo>
                  <a:lnTo>
                    <a:pt x="242217" y="133353"/>
                  </a:lnTo>
                  <a:close/>
                  <a:moveTo>
                    <a:pt x="72261" y="131781"/>
                  </a:moveTo>
                  <a:lnTo>
                    <a:pt x="71362" y="133353"/>
                  </a:lnTo>
                  <a:lnTo>
                    <a:pt x="72261" y="133353"/>
                  </a:lnTo>
                  <a:close/>
                  <a:moveTo>
                    <a:pt x="72261" y="133353"/>
                  </a:moveTo>
                  <a:lnTo>
                    <a:pt x="89211" y="106683"/>
                  </a:lnTo>
                  <a:lnTo>
                    <a:pt x="72261" y="131781"/>
                  </a:lnTo>
                  <a:close/>
                  <a:moveTo>
                    <a:pt x="108392" y="106683"/>
                  </a:moveTo>
                  <a:lnTo>
                    <a:pt x="89211" y="106683"/>
                  </a:lnTo>
                  <a:lnTo>
                    <a:pt x="72261" y="133353"/>
                  </a:lnTo>
                  <a:close/>
                  <a:moveTo>
                    <a:pt x="216784" y="106683"/>
                  </a:moveTo>
                  <a:lnTo>
                    <a:pt x="242217" y="133353"/>
                  </a:lnTo>
                  <a:lnTo>
                    <a:pt x="251460" y="106683"/>
                  </a:lnTo>
                  <a:close/>
                  <a:moveTo>
                    <a:pt x="107716" y="80012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107716" y="80012"/>
                  </a:moveTo>
                  <a:lnTo>
                    <a:pt x="89211" y="106683"/>
                  </a:lnTo>
                  <a:lnTo>
                    <a:pt x="108392" y="106683"/>
                  </a:lnTo>
                  <a:close/>
                  <a:moveTo>
                    <a:pt x="252915" y="80012"/>
                  </a:moveTo>
                  <a:lnTo>
                    <a:pt x="251460" y="106683"/>
                  </a:lnTo>
                  <a:lnTo>
                    <a:pt x="252915" y="102915"/>
                  </a:lnTo>
                  <a:close/>
                  <a:moveTo>
                    <a:pt x="216784" y="106683"/>
                  </a:moveTo>
                  <a:lnTo>
                    <a:pt x="251460" y="106683"/>
                  </a:lnTo>
                  <a:lnTo>
                    <a:pt x="252915" y="80012"/>
                  </a:lnTo>
                  <a:close/>
                  <a:moveTo>
                    <a:pt x="108392" y="78949"/>
                  </a:moveTo>
                  <a:lnTo>
                    <a:pt x="107716" y="80012"/>
                  </a:lnTo>
                  <a:lnTo>
                    <a:pt x="108392" y="80012"/>
                  </a:lnTo>
                  <a:close/>
                  <a:moveTo>
                    <a:pt x="108392" y="80012"/>
                  </a:moveTo>
                  <a:lnTo>
                    <a:pt x="128123" y="53341"/>
                  </a:lnTo>
                  <a:lnTo>
                    <a:pt x="108392" y="78949"/>
                  </a:lnTo>
                  <a:close/>
                  <a:moveTo>
                    <a:pt x="144523" y="53341"/>
                  </a:moveTo>
                  <a:lnTo>
                    <a:pt x="128123" y="53341"/>
                  </a:lnTo>
                  <a:lnTo>
                    <a:pt x="108392" y="80012"/>
                  </a:lnTo>
                  <a:close/>
                  <a:moveTo>
                    <a:pt x="252915" y="80012"/>
                  </a:moveTo>
                  <a:lnTo>
                    <a:pt x="252915" y="102915"/>
                  </a:lnTo>
                  <a:lnTo>
                    <a:pt x="261026" y="80012"/>
                  </a:lnTo>
                  <a:close/>
                  <a:moveTo>
                    <a:pt x="252915" y="53341"/>
                  </a:moveTo>
                  <a:lnTo>
                    <a:pt x="261026" y="80012"/>
                  </a:lnTo>
                  <a:lnTo>
                    <a:pt x="264049" y="53341"/>
                  </a:lnTo>
                  <a:close/>
                  <a:moveTo>
                    <a:pt x="252915" y="53341"/>
                  </a:moveTo>
                  <a:lnTo>
                    <a:pt x="252915" y="80012"/>
                  </a:lnTo>
                  <a:lnTo>
                    <a:pt x="261026" y="80012"/>
                  </a:lnTo>
                  <a:close/>
                  <a:moveTo>
                    <a:pt x="144523" y="34528"/>
                  </a:moveTo>
                  <a:lnTo>
                    <a:pt x="128123" y="53341"/>
                  </a:lnTo>
                  <a:lnTo>
                    <a:pt x="144523" y="53341"/>
                  </a:lnTo>
                  <a:close/>
                  <a:moveTo>
                    <a:pt x="144523" y="53341"/>
                  </a:moveTo>
                  <a:lnTo>
                    <a:pt x="155908" y="26671"/>
                  </a:lnTo>
                  <a:lnTo>
                    <a:pt x="144523" y="34528"/>
                  </a:lnTo>
                  <a:close/>
                  <a:moveTo>
                    <a:pt x="180654" y="26671"/>
                  </a:moveTo>
                  <a:lnTo>
                    <a:pt x="155908" y="26671"/>
                  </a:lnTo>
                  <a:lnTo>
                    <a:pt x="144523" y="53341"/>
                  </a:lnTo>
                  <a:close/>
                  <a:moveTo>
                    <a:pt x="216784" y="26671"/>
                  </a:moveTo>
                  <a:lnTo>
                    <a:pt x="252915" y="29125"/>
                  </a:lnTo>
                  <a:lnTo>
                    <a:pt x="250597" y="26671"/>
                  </a:lnTo>
                  <a:close/>
                  <a:moveTo>
                    <a:pt x="252915" y="53341"/>
                  </a:moveTo>
                  <a:lnTo>
                    <a:pt x="252915" y="29125"/>
                  </a:lnTo>
                  <a:lnTo>
                    <a:pt x="216784" y="26671"/>
                  </a:lnTo>
                  <a:close/>
                  <a:moveTo>
                    <a:pt x="252915" y="53341"/>
                  </a:moveTo>
                  <a:lnTo>
                    <a:pt x="264049" y="53341"/>
                  </a:lnTo>
                  <a:lnTo>
                    <a:pt x="252915" y="29125"/>
                  </a:lnTo>
                  <a:close/>
                  <a:moveTo>
                    <a:pt x="180654" y="14976"/>
                  </a:moveTo>
                  <a:lnTo>
                    <a:pt x="155908" y="26671"/>
                  </a:lnTo>
                  <a:lnTo>
                    <a:pt x="180654" y="26671"/>
                  </a:lnTo>
                  <a:close/>
                  <a:moveTo>
                    <a:pt x="180654" y="26671"/>
                  </a:moveTo>
                  <a:lnTo>
                    <a:pt x="216784" y="12845"/>
                  </a:lnTo>
                  <a:lnTo>
                    <a:pt x="180654" y="14976"/>
                  </a:lnTo>
                  <a:close/>
                  <a:moveTo>
                    <a:pt x="180654" y="26671"/>
                  </a:moveTo>
                  <a:lnTo>
                    <a:pt x="216784" y="26671"/>
                  </a:lnTo>
                  <a:lnTo>
                    <a:pt x="216784" y="12845"/>
                  </a:lnTo>
                  <a:close/>
                  <a:moveTo>
                    <a:pt x="216784" y="26671"/>
                  </a:moveTo>
                  <a:lnTo>
                    <a:pt x="250597" y="26671"/>
                  </a:lnTo>
                  <a:lnTo>
                    <a:pt x="216784" y="12845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4018" name="Match_B1__4017">
              <a:extLst>
                <a:ext uri="{FF2B5EF4-FFF2-40B4-BE49-F238E27FC236}">
                  <a16:creationId xmlns:a16="http://schemas.microsoft.com/office/drawing/2014/main" id="{8F48545C-BC22-00F8-E140-20DD9C6832A4}"/>
                </a:ext>
              </a:extLst>
            </p:cNvPr>
            <p:cNvSpPr>
              <a:spLocks noGrp="1"/>
            </p:cNvSpPr>
            <p:nvPr/>
          </p:nvSpPr>
          <p:spPr>
            <a:xfrm>
              <a:off x="8429350" y="1808928"/>
              <a:ext cx="236102" cy="426731"/>
            </a:xfrm>
            <a:custGeom>
              <a:avLst/>
              <a:gdLst/>
              <a:ahLst/>
              <a:cxnLst/>
              <a:rect l="0" t="0" r="0" b="0"/>
              <a:pathLst>
                <a:path w="236102" h="426731">
                  <a:moveTo>
                    <a:pt x="55449" y="400060"/>
                  </a:moveTo>
                  <a:lnTo>
                    <a:pt x="19318" y="400060"/>
                  </a:lnTo>
                  <a:lnTo>
                    <a:pt x="55449" y="426731"/>
                  </a:lnTo>
                  <a:close/>
                  <a:moveTo>
                    <a:pt x="55449" y="426731"/>
                  </a:moveTo>
                  <a:lnTo>
                    <a:pt x="91579" y="426731"/>
                  </a:lnTo>
                  <a:lnTo>
                    <a:pt x="91579" y="400060"/>
                  </a:lnTo>
                  <a:close/>
                  <a:moveTo>
                    <a:pt x="55449" y="426731"/>
                  </a:moveTo>
                  <a:lnTo>
                    <a:pt x="91579" y="400060"/>
                  </a:lnTo>
                  <a:lnTo>
                    <a:pt x="55449" y="400060"/>
                  </a:lnTo>
                  <a:close/>
                  <a:moveTo>
                    <a:pt x="91579" y="400060"/>
                  </a:moveTo>
                  <a:lnTo>
                    <a:pt x="91579" y="426731"/>
                  </a:lnTo>
                  <a:lnTo>
                    <a:pt x="127710" y="400060"/>
                  </a:lnTo>
                  <a:close/>
                  <a:moveTo>
                    <a:pt x="0" y="373390"/>
                  </a:moveTo>
                  <a:lnTo>
                    <a:pt x="19318" y="400060"/>
                  </a:lnTo>
                  <a:lnTo>
                    <a:pt x="19318" y="373390"/>
                  </a:lnTo>
                  <a:close/>
                  <a:moveTo>
                    <a:pt x="19318" y="400060"/>
                  </a:moveTo>
                  <a:lnTo>
                    <a:pt x="55449" y="400060"/>
                  </a:lnTo>
                  <a:lnTo>
                    <a:pt x="55449" y="373390"/>
                  </a:lnTo>
                  <a:close/>
                  <a:moveTo>
                    <a:pt x="19318" y="400060"/>
                  </a:moveTo>
                  <a:lnTo>
                    <a:pt x="55449" y="373390"/>
                  </a:lnTo>
                  <a:lnTo>
                    <a:pt x="19318" y="373390"/>
                  </a:lnTo>
                  <a:close/>
                  <a:moveTo>
                    <a:pt x="91579" y="400060"/>
                  </a:moveTo>
                  <a:lnTo>
                    <a:pt x="127710" y="400060"/>
                  </a:lnTo>
                  <a:lnTo>
                    <a:pt x="127710" y="373390"/>
                  </a:lnTo>
                  <a:close/>
                  <a:moveTo>
                    <a:pt x="127710" y="373390"/>
                  </a:moveTo>
                  <a:lnTo>
                    <a:pt x="127710" y="400060"/>
                  </a:lnTo>
                  <a:lnTo>
                    <a:pt x="163841" y="373390"/>
                  </a:lnTo>
                  <a:close/>
                  <a:moveTo>
                    <a:pt x="19318" y="373390"/>
                  </a:moveTo>
                  <a:lnTo>
                    <a:pt x="55449" y="373390"/>
                  </a:lnTo>
                  <a:lnTo>
                    <a:pt x="55449" y="346719"/>
                  </a:lnTo>
                  <a:close/>
                  <a:moveTo>
                    <a:pt x="19318" y="373390"/>
                  </a:moveTo>
                  <a:lnTo>
                    <a:pt x="55449" y="346719"/>
                  </a:lnTo>
                  <a:lnTo>
                    <a:pt x="19318" y="346719"/>
                  </a:lnTo>
                  <a:close/>
                  <a:moveTo>
                    <a:pt x="127710" y="373390"/>
                  </a:moveTo>
                  <a:lnTo>
                    <a:pt x="163841" y="373390"/>
                  </a:lnTo>
                  <a:lnTo>
                    <a:pt x="163841" y="346719"/>
                  </a:lnTo>
                  <a:close/>
                  <a:moveTo>
                    <a:pt x="127710" y="373390"/>
                  </a:moveTo>
                  <a:lnTo>
                    <a:pt x="163841" y="346719"/>
                  </a:lnTo>
                  <a:lnTo>
                    <a:pt x="127710" y="346719"/>
                  </a:lnTo>
                  <a:close/>
                  <a:moveTo>
                    <a:pt x="55449" y="346719"/>
                  </a:moveTo>
                  <a:lnTo>
                    <a:pt x="55449" y="320048"/>
                  </a:lnTo>
                  <a:lnTo>
                    <a:pt x="19318" y="346719"/>
                  </a:lnTo>
                  <a:close/>
                  <a:moveTo>
                    <a:pt x="55449" y="346719"/>
                  </a:moveTo>
                  <a:lnTo>
                    <a:pt x="91579" y="346719"/>
                  </a:lnTo>
                  <a:lnTo>
                    <a:pt x="91579" y="320048"/>
                  </a:lnTo>
                  <a:close/>
                  <a:moveTo>
                    <a:pt x="55449" y="346719"/>
                  </a:moveTo>
                  <a:lnTo>
                    <a:pt x="91579" y="320048"/>
                  </a:lnTo>
                  <a:lnTo>
                    <a:pt x="55449" y="320048"/>
                  </a:lnTo>
                  <a:close/>
                  <a:moveTo>
                    <a:pt x="91579" y="346719"/>
                  </a:moveTo>
                  <a:lnTo>
                    <a:pt x="127710" y="346719"/>
                  </a:lnTo>
                  <a:lnTo>
                    <a:pt x="127710" y="320048"/>
                  </a:lnTo>
                  <a:close/>
                  <a:moveTo>
                    <a:pt x="91579" y="346719"/>
                  </a:moveTo>
                  <a:lnTo>
                    <a:pt x="127710" y="320048"/>
                  </a:lnTo>
                  <a:lnTo>
                    <a:pt x="91579" y="320048"/>
                  </a:lnTo>
                  <a:close/>
                  <a:moveTo>
                    <a:pt x="127710" y="346719"/>
                  </a:moveTo>
                  <a:lnTo>
                    <a:pt x="163841" y="346719"/>
                  </a:lnTo>
                  <a:lnTo>
                    <a:pt x="163841" y="320048"/>
                  </a:lnTo>
                  <a:close/>
                  <a:moveTo>
                    <a:pt x="127710" y="346719"/>
                  </a:moveTo>
                  <a:lnTo>
                    <a:pt x="163841" y="320048"/>
                  </a:lnTo>
                  <a:lnTo>
                    <a:pt x="127710" y="320048"/>
                  </a:lnTo>
                  <a:close/>
                  <a:moveTo>
                    <a:pt x="91579" y="320048"/>
                  </a:moveTo>
                  <a:lnTo>
                    <a:pt x="91579" y="293378"/>
                  </a:lnTo>
                  <a:lnTo>
                    <a:pt x="55449" y="320048"/>
                  </a:lnTo>
                  <a:close/>
                  <a:moveTo>
                    <a:pt x="91579" y="320048"/>
                  </a:moveTo>
                  <a:lnTo>
                    <a:pt x="127710" y="320048"/>
                  </a:lnTo>
                  <a:lnTo>
                    <a:pt x="127710" y="293378"/>
                  </a:lnTo>
                  <a:close/>
                  <a:moveTo>
                    <a:pt x="91579" y="320048"/>
                  </a:moveTo>
                  <a:lnTo>
                    <a:pt x="127710" y="293378"/>
                  </a:lnTo>
                  <a:lnTo>
                    <a:pt x="91579" y="293378"/>
                  </a:lnTo>
                  <a:close/>
                  <a:moveTo>
                    <a:pt x="127710" y="320048"/>
                  </a:moveTo>
                  <a:lnTo>
                    <a:pt x="163841" y="320048"/>
                  </a:lnTo>
                  <a:lnTo>
                    <a:pt x="163841" y="293378"/>
                  </a:lnTo>
                  <a:close/>
                  <a:moveTo>
                    <a:pt x="127710" y="320048"/>
                  </a:moveTo>
                  <a:lnTo>
                    <a:pt x="163841" y="293378"/>
                  </a:lnTo>
                  <a:lnTo>
                    <a:pt x="127710" y="293378"/>
                  </a:lnTo>
                  <a:close/>
                  <a:moveTo>
                    <a:pt x="91579" y="293378"/>
                  </a:moveTo>
                  <a:lnTo>
                    <a:pt x="127710" y="293378"/>
                  </a:lnTo>
                  <a:lnTo>
                    <a:pt x="127710" y="266707"/>
                  </a:lnTo>
                  <a:close/>
                  <a:moveTo>
                    <a:pt x="127710" y="293378"/>
                  </a:moveTo>
                  <a:lnTo>
                    <a:pt x="163841" y="293378"/>
                  </a:lnTo>
                  <a:lnTo>
                    <a:pt x="163841" y="266707"/>
                  </a:lnTo>
                  <a:close/>
                  <a:moveTo>
                    <a:pt x="127710" y="293378"/>
                  </a:moveTo>
                  <a:lnTo>
                    <a:pt x="163841" y="266707"/>
                  </a:lnTo>
                  <a:lnTo>
                    <a:pt x="127710" y="266707"/>
                  </a:lnTo>
                  <a:close/>
                  <a:moveTo>
                    <a:pt x="127710" y="266707"/>
                  </a:moveTo>
                  <a:lnTo>
                    <a:pt x="163841" y="266707"/>
                  </a:lnTo>
                  <a:lnTo>
                    <a:pt x="163841" y="240036"/>
                  </a:lnTo>
                  <a:close/>
                  <a:moveTo>
                    <a:pt x="127710" y="266707"/>
                  </a:moveTo>
                  <a:lnTo>
                    <a:pt x="163841" y="240036"/>
                  </a:lnTo>
                  <a:lnTo>
                    <a:pt x="127710" y="240036"/>
                  </a:lnTo>
                  <a:close/>
                  <a:moveTo>
                    <a:pt x="91579" y="240036"/>
                  </a:moveTo>
                  <a:lnTo>
                    <a:pt x="127710" y="240036"/>
                  </a:lnTo>
                  <a:lnTo>
                    <a:pt x="127710" y="213366"/>
                  </a:lnTo>
                  <a:close/>
                  <a:moveTo>
                    <a:pt x="91579" y="240036"/>
                  </a:moveTo>
                  <a:lnTo>
                    <a:pt x="127710" y="213366"/>
                  </a:lnTo>
                  <a:lnTo>
                    <a:pt x="91579" y="213366"/>
                  </a:lnTo>
                  <a:close/>
                  <a:moveTo>
                    <a:pt x="127710" y="240036"/>
                  </a:moveTo>
                  <a:lnTo>
                    <a:pt x="163841" y="240036"/>
                  </a:lnTo>
                  <a:lnTo>
                    <a:pt x="163841" y="213366"/>
                  </a:lnTo>
                  <a:close/>
                  <a:moveTo>
                    <a:pt x="127710" y="240036"/>
                  </a:moveTo>
                  <a:lnTo>
                    <a:pt x="163841" y="213366"/>
                  </a:lnTo>
                  <a:lnTo>
                    <a:pt x="127710" y="213366"/>
                  </a:lnTo>
                  <a:close/>
                  <a:moveTo>
                    <a:pt x="163841" y="213366"/>
                  </a:moveTo>
                  <a:lnTo>
                    <a:pt x="163841" y="240036"/>
                  </a:lnTo>
                  <a:lnTo>
                    <a:pt x="199972" y="213366"/>
                  </a:lnTo>
                  <a:close/>
                  <a:moveTo>
                    <a:pt x="58633" y="186695"/>
                  </a:moveTo>
                  <a:lnTo>
                    <a:pt x="91579" y="213366"/>
                  </a:lnTo>
                  <a:lnTo>
                    <a:pt x="91579" y="186695"/>
                  </a:lnTo>
                  <a:close/>
                  <a:moveTo>
                    <a:pt x="91579" y="213366"/>
                  </a:moveTo>
                  <a:lnTo>
                    <a:pt x="127710" y="213366"/>
                  </a:lnTo>
                  <a:lnTo>
                    <a:pt x="127710" y="186695"/>
                  </a:lnTo>
                  <a:close/>
                  <a:moveTo>
                    <a:pt x="91579" y="213366"/>
                  </a:moveTo>
                  <a:lnTo>
                    <a:pt x="127710" y="186695"/>
                  </a:lnTo>
                  <a:lnTo>
                    <a:pt x="91579" y="186695"/>
                  </a:lnTo>
                  <a:close/>
                  <a:moveTo>
                    <a:pt x="127710" y="213366"/>
                  </a:moveTo>
                  <a:lnTo>
                    <a:pt x="163841" y="213366"/>
                  </a:lnTo>
                  <a:lnTo>
                    <a:pt x="163841" y="186695"/>
                  </a:lnTo>
                  <a:close/>
                  <a:moveTo>
                    <a:pt x="127710" y="213366"/>
                  </a:moveTo>
                  <a:lnTo>
                    <a:pt x="163841" y="186695"/>
                  </a:lnTo>
                  <a:lnTo>
                    <a:pt x="127710" y="186695"/>
                  </a:lnTo>
                  <a:close/>
                  <a:moveTo>
                    <a:pt x="163841" y="213366"/>
                  </a:moveTo>
                  <a:lnTo>
                    <a:pt x="199972" y="186695"/>
                  </a:lnTo>
                  <a:lnTo>
                    <a:pt x="163841" y="186695"/>
                  </a:lnTo>
                  <a:close/>
                  <a:moveTo>
                    <a:pt x="91579" y="160024"/>
                  </a:moveTo>
                  <a:lnTo>
                    <a:pt x="55449" y="160024"/>
                  </a:lnTo>
                  <a:lnTo>
                    <a:pt x="91579" y="186695"/>
                  </a:lnTo>
                  <a:close/>
                  <a:moveTo>
                    <a:pt x="91579" y="186695"/>
                  </a:moveTo>
                  <a:lnTo>
                    <a:pt x="127710" y="186695"/>
                  </a:lnTo>
                  <a:lnTo>
                    <a:pt x="127710" y="160024"/>
                  </a:lnTo>
                  <a:close/>
                  <a:moveTo>
                    <a:pt x="127710" y="186695"/>
                  </a:moveTo>
                  <a:lnTo>
                    <a:pt x="163841" y="186695"/>
                  </a:lnTo>
                  <a:lnTo>
                    <a:pt x="163841" y="160024"/>
                  </a:lnTo>
                  <a:close/>
                  <a:moveTo>
                    <a:pt x="163841" y="186695"/>
                  </a:moveTo>
                  <a:lnTo>
                    <a:pt x="199972" y="186695"/>
                  </a:lnTo>
                  <a:lnTo>
                    <a:pt x="199972" y="160024"/>
                  </a:lnTo>
                  <a:close/>
                  <a:moveTo>
                    <a:pt x="163841" y="186695"/>
                  </a:moveTo>
                  <a:lnTo>
                    <a:pt x="199972" y="160024"/>
                  </a:lnTo>
                  <a:lnTo>
                    <a:pt x="163841" y="160024"/>
                  </a:lnTo>
                  <a:close/>
                  <a:moveTo>
                    <a:pt x="55449" y="160024"/>
                  </a:moveTo>
                  <a:lnTo>
                    <a:pt x="91579" y="160024"/>
                  </a:lnTo>
                  <a:lnTo>
                    <a:pt x="91579" y="133353"/>
                  </a:lnTo>
                  <a:close/>
                  <a:moveTo>
                    <a:pt x="55449" y="160024"/>
                  </a:moveTo>
                  <a:lnTo>
                    <a:pt x="91579" y="133353"/>
                  </a:lnTo>
                  <a:lnTo>
                    <a:pt x="55449" y="133353"/>
                  </a:lnTo>
                  <a:close/>
                  <a:moveTo>
                    <a:pt x="163841" y="160024"/>
                  </a:moveTo>
                  <a:lnTo>
                    <a:pt x="199972" y="160024"/>
                  </a:lnTo>
                  <a:lnTo>
                    <a:pt x="199972" y="133353"/>
                  </a:lnTo>
                  <a:close/>
                  <a:moveTo>
                    <a:pt x="163841" y="160024"/>
                  </a:moveTo>
                  <a:lnTo>
                    <a:pt x="199972" y="133353"/>
                  </a:lnTo>
                  <a:lnTo>
                    <a:pt x="163841" y="133353"/>
                  </a:lnTo>
                  <a:close/>
                  <a:moveTo>
                    <a:pt x="55449" y="133353"/>
                  </a:moveTo>
                  <a:lnTo>
                    <a:pt x="91579" y="133353"/>
                  </a:lnTo>
                  <a:lnTo>
                    <a:pt x="91579" y="106683"/>
                  </a:lnTo>
                  <a:close/>
                  <a:moveTo>
                    <a:pt x="55449" y="133353"/>
                  </a:moveTo>
                  <a:lnTo>
                    <a:pt x="91579" y="106683"/>
                  </a:lnTo>
                  <a:lnTo>
                    <a:pt x="55449" y="106683"/>
                  </a:lnTo>
                  <a:close/>
                  <a:moveTo>
                    <a:pt x="163841" y="133353"/>
                  </a:moveTo>
                  <a:lnTo>
                    <a:pt x="199972" y="133353"/>
                  </a:lnTo>
                  <a:lnTo>
                    <a:pt x="199972" y="106683"/>
                  </a:lnTo>
                  <a:close/>
                  <a:moveTo>
                    <a:pt x="199972" y="106683"/>
                  </a:moveTo>
                  <a:lnTo>
                    <a:pt x="199972" y="133353"/>
                  </a:lnTo>
                  <a:lnTo>
                    <a:pt x="219290" y="133353"/>
                  </a:lnTo>
                  <a:close/>
                  <a:moveTo>
                    <a:pt x="91579" y="106683"/>
                  </a:moveTo>
                  <a:lnTo>
                    <a:pt x="91579" y="80012"/>
                  </a:lnTo>
                  <a:lnTo>
                    <a:pt x="55449" y="106683"/>
                  </a:lnTo>
                  <a:close/>
                  <a:moveTo>
                    <a:pt x="91579" y="106683"/>
                  </a:moveTo>
                  <a:lnTo>
                    <a:pt x="127710" y="80012"/>
                  </a:lnTo>
                  <a:lnTo>
                    <a:pt x="91579" y="80012"/>
                  </a:lnTo>
                  <a:close/>
                  <a:moveTo>
                    <a:pt x="163841" y="106683"/>
                  </a:moveTo>
                  <a:lnTo>
                    <a:pt x="199972" y="106683"/>
                  </a:lnTo>
                  <a:lnTo>
                    <a:pt x="199972" y="80012"/>
                  </a:lnTo>
                  <a:close/>
                  <a:moveTo>
                    <a:pt x="199972" y="80012"/>
                  </a:moveTo>
                  <a:lnTo>
                    <a:pt x="199972" y="106683"/>
                  </a:lnTo>
                  <a:lnTo>
                    <a:pt x="225404" y="106683"/>
                  </a:lnTo>
                  <a:close/>
                  <a:moveTo>
                    <a:pt x="91579" y="80012"/>
                  </a:moveTo>
                  <a:lnTo>
                    <a:pt x="127710" y="80012"/>
                  </a:lnTo>
                  <a:lnTo>
                    <a:pt x="127710" y="53341"/>
                  </a:lnTo>
                  <a:close/>
                  <a:moveTo>
                    <a:pt x="91579" y="80012"/>
                  </a:moveTo>
                  <a:lnTo>
                    <a:pt x="127710" y="53341"/>
                  </a:lnTo>
                  <a:lnTo>
                    <a:pt x="91579" y="53341"/>
                  </a:lnTo>
                  <a:close/>
                  <a:moveTo>
                    <a:pt x="127710" y="80012"/>
                  </a:moveTo>
                  <a:lnTo>
                    <a:pt x="163841" y="53341"/>
                  </a:lnTo>
                  <a:lnTo>
                    <a:pt x="127710" y="53341"/>
                  </a:lnTo>
                  <a:close/>
                  <a:moveTo>
                    <a:pt x="163841" y="80012"/>
                  </a:moveTo>
                  <a:lnTo>
                    <a:pt x="199972" y="80012"/>
                  </a:lnTo>
                  <a:lnTo>
                    <a:pt x="199972" y="53341"/>
                  </a:lnTo>
                  <a:close/>
                  <a:moveTo>
                    <a:pt x="163841" y="80012"/>
                  </a:moveTo>
                  <a:lnTo>
                    <a:pt x="199972" y="53341"/>
                  </a:lnTo>
                  <a:lnTo>
                    <a:pt x="163841" y="53341"/>
                  </a:lnTo>
                  <a:close/>
                  <a:moveTo>
                    <a:pt x="199972" y="53341"/>
                  </a:moveTo>
                  <a:lnTo>
                    <a:pt x="199972" y="80012"/>
                  </a:lnTo>
                  <a:lnTo>
                    <a:pt x="236102" y="53341"/>
                  </a:lnTo>
                  <a:close/>
                  <a:moveTo>
                    <a:pt x="127710" y="53341"/>
                  </a:moveTo>
                  <a:lnTo>
                    <a:pt x="127710" y="26671"/>
                  </a:lnTo>
                  <a:lnTo>
                    <a:pt x="91579" y="53341"/>
                  </a:lnTo>
                  <a:close/>
                  <a:moveTo>
                    <a:pt x="127710" y="53341"/>
                  </a:moveTo>
                  <a:lnTo>
                    <a:pt x="163841" y="53341"/>
                  </a:lnTo>
                  <a:lnTo>
                    <a:pt x="163841" y="26671"/>
                  </a:lnTo>
                  <a:close/>
                  <a:moveTo>
                    <a:pt x="127710" y="53341"/>
                  </a:moveTo>
                  <a:lnTo>
                    <a:pt x="163841" y="26671"/>
                  </a:lnTo>
                  <a:lnTo>
                    <a:pt x="127710" y="26671"/>
                  </a:lnTo>
                  <a:close/>
                  <a:moveTo>
                    <a:pt x="163841" y="53341"/>
                  </a:moveTo>
                  <a:lnTo>
                    <a:pt x="199972" y="53341"/>
                  </a:lnTo>
                  <a:lnTo>
                    <a:pt x="199972" y="26671"/>
                  </a:lnTo>
                  <a:close/>
                  <a:moveTo>
                    <a:pt x="163841" y="53341"/>
                  </a:moveTo>
                  <a:lnTo>
                    <a:pt x="199972" y="26671"/>
                  </a:lnTo>
                  <a:lnTo>
                    <a:pt x="163841" y="26671"/>
                  </a:lnTo>
                  <a:close/>
                  <a:moveTo>
                    <a:pt x="199972" y="53341"/>
                  </a:moveTo>
                  <a:lnTo>
                    <a:pt x="236102" y="53341"/>
                  </a:lnTo>
                  <a:lnTo>
                    <a:pt x="236102" y="26671"/>
                  </a:lnTo>
                  <a:close/>
                  <a:moveTo>
                    <a:pt x="199972" y="53341"/>
                  </a:moveTo>
                  <a:lnTo>
                    <a:pt x="236102" y="26671"/>
                  </a:lnTo>
                  <a:lnTo>
                    <a:pt x="199972" y="26671"/>
                  </a:lnTo>
                  <a:close/>
                  <a:moveTo>
                    <a:pt x="163841" y="26671"/>
                  </a:moveTo>
                  <a:lnTo>
                    <a:pt x="163841" y="0"/>
                  </a:lnTo>
                  <a:lnTo>
                    <a:pt x="127710" y="26671"/>
                  </a:lnTo>
                  <a:close/>
                  <a:moveTo>
                    <a:pt x="163841" y="26671"/>
                  </a:moveTo>
                  <a:lnTo>
                    <a:pt x="199972" y="26671"/>
                  </a:lnTo>
                  <a:lnTo>
                    <a:pt x="199972" y="0"/>
                  </a:lnTo>
                  <a:close/>
                  <a:moveTo>
                    <a:pt x="163841" y="26671"/>
                  </a:moveTo>
                  <a:lnTo>
                    <a:pt x="199972" y="0"/>
                  </a:lnTo>
                  <a:lnTo>
                    <a:pt x="163841" y="0"/>
                  </a:lnTo>
                  <a:close/>
                  <a:moveTo>
                    <a:pt x="199972" y="26671"/>
                  </a:moveTo>
                  <a:lnTo>
                    <a:pt x="236102" y="26671"/>
                  </a:lnTo>
                  <a:lnTo>
                    <a:pt x="199972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4019" name="Match_B1__4018">
              <a:extLst>
                <a:ext uri="{FF2B5EF4-FFF2-40B4-BE49-F238E27FC236}">
                  <a16:creationId xmlns:a16="http://schemas.microsoft.com/office/drawing/2014/main" id="{F2F5AFE7-0E69-F2B6-5992-71C9C5F4D4E6}"/>
                </a:ext>
              </a:extLst>
            </p:cNvPr>
            <p:cNvSpPr>
              <a:spLocks noGrp="1"/>
            </p:cNvSpPr>
            <p:nvPr/>
          </p:nvSpPr>
          <p:spPr>
            <a:xfrm>
              <a:off x="8484799" y="1862269"/>
              <a:ext cx="144523" cy="346719"/>
            </a:xfrm>
            <a:custGeom>
              <a:avLst/>
              <a:gdLst/>
              <a:ahLst/>
              <a:cxnLst/>
              <a:rect l="0" t="0" r="0" b="0"/>
              <a:pathLst>
                <a:path w="144523" h="346719">
                  <a:moveTo>
                    <a:pt x="0" y="346719"/>
                  </a:moveTo>
                  <a:lnTo>
                    <a:pt x="36131" y="346719"/>
                  </a:lnTo>
                  <a:lnTo>
                    <a:pt x="36131" y="320048"/>
                  </a:lnTo>
                  <a:close/>
                  <a:moveTo>
                    <a:pt x="0" y="346719"/>
                  </a:moveTo>
                  <a:lnTo>
                    <a:pt x="36131" y="320048"/>
                  </a:lnTo>
                  <a:lnTo>
                    <a:pt x="0" y="320048"/>
                  </a:lnTo>
                  <a:close/>
                  <a:moveTo>
                    <a:pt x="36131" y="346719"/>
                  </a:moveTo>
                  <a:lnTo>
                    <a:pt x="72261" y="320048"/>
                  </a:lnTo>
                  <a:lnTo>
                    <a:pt x="36131" y="320048"/>
                  </a:lnTo>
                  <a:close/>
                  <a:moveTo>
                    <a:pt x="0" y="320048"/>
                  </a:moveTo>
                  <a:lnTo>
                    <a:pt x="36131" y="320048"/>
                  </a:lnTo>
                  <a:lnTo>
                    <a:pt x="36131" y="293378"/>
                  </a:lnTo>
                  <a:close/>
                  <a:moveTo>
                    <a:pt x="0" y="320048"/>
                  </a:moveTo>
                  <a:lnTo>
                    <a:pt x="36131" y="293378"/>
                  </a:lnTo>
                  <a:lnTo>
                    <a:pt x="0" y="293378"/>
                  </a:lnTo>
                  <a:close/>
                  <a:moveTo>
                    <a:pt x="36131" y="320048"/>
                  </a:moveTo>
                  <a:lnTo>
                    <a:pt x="72261" y="320048"/>
                  </a:lnTo>
                  <a:lnTo>
                    <a:pt x="72261" y="293378"/>
                  </a:lnTo>
                  <a:close/>
                  <a:moveTo>
                    <a:pt x="36131" y="320048"/>
                  </a:moveTo>
                  <a:lnTo>
                    <a:pt x="72261" y="293378"/>
                  </a:lnTo>
                  <a:lnTo>
                    <a:pt x="36131" y="293378"/>
                  </a:lnTo>
                  <a:close/>
                  <a:moveTo>
                    <a:pt x="36131" y="133353"/>
                  </a:moveTo>
                  <a:lnTo>
                    <a:pt x="72261" y="106683"/>
                  </a:lnTo>
                  <a:lnTo>
                    <a:pt x="36131" y="106683"/>
                  </a:lnTo>
                  <a:close/>
                  <a:moveTo>
                    <a:pt x="72261" y="133353"/>
                  </a:moveTo>
                  <a:lnTo>
                    <a:pt x="108392" y="106683"/>
                  </a:lnTo>
                  <a:lnTo>
                    <a:pt x="72261" y="106683"/>
                  </a:lnTo>
                  <a:close/>
                  <a:moveTo>
                    <a:pt x="36131" y="106683"/>
                  </a:moveTo>
                  <a:lnTo>
                    <a:pt x="72261" y="106683"/>
                  </a:lnTo>
                  <a:lnTo>
                    <a:pt x="72261" y="80012"/>
                  </a:lnTo>
                  <a:close/>
                  <a:moveTo>
                    <a:pt x="36131" y="106683"/>
                  </a:moveTo>
                  <a:lnTo>
                    <a:pt x="72261" y="80012"/>
                  </a:lnTo>
                  <a:lnTo>
                    <a:pt x="36131" y="80012"/>
                  </a:lnTo>
                  <a:close/>
                  <a:moveTo>
                    <a:pt x="72261" y="106683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72261" y="106683"/>
                  </a:moveTo>
                  <a:lnTo>
                    <a:pt x="108392" y="80012"/>
                  </a:lnTo>
                  <a:lnTo>
                    <a:pt x="72261" y="80012"/>
                  </a:lnTo>
                  <a:close/>
                  <a:moveTo>
                    <a:pt x="36131" y="80012"/>
                  </a:moveTo>
                  <a:lnTo>
                    <a:pt x="72261" y="80012"/>
                  </a:lnTo>
                  <a:lnTo>
                    <a:pt x="72261" y="53341"/>
                  </a:lnTo>
                  <a:close/>
                  <a:moveTo>
                    <a:pt x="36131" y="80012"/>
                  </a:moveTo>
                  <a:lnTo>
                    <a:pt x="72261" y="53341"/>
                  </a:lnTo>
                  <a:lnTo>
                    <a:pt x="36131" y="53341"/>
                  </a:lnTo>
                  <a:close/>
                  <a:moveTo>
                    <a:pt x="72261" y="80012"/>
                  </a:moveTo>
                  <a:lnTo>
                    <a:pt x="108392" y="80012"/>
                  </a:lnTo>
                  <a:lnTo>
                    <a:pt x="108392" y="53341"/>
                  </a:lnTo>
                  <a:close/>
                  <a:moveTo>
                    <a:pt x="72261" y="80012"/>
                  </a:moveTo>
                  <a:lnTo>
                    <a:pt x="108392" y="53341"/>
                  </a:lnTo>
                  <a:lnTo>
                    <a:pt x="72261" y="53341"/>
                  </a:lnTo>
                  <a:close/>
                  <a:moveTo>
                    <a:pt x="108392" y="80012"/>
                  </a:moveTo>
                  <a:lnTo>
                    <a:pt x="144523" y="53341"/>
                  </a:lnTo>
                  <a:lnTo>
                    <a:pt x="108392" y="53341"/>
                  </a:lnTo>
                  <a:close/>
                  <a:moveTo>
                    <a:pt x="36131" y="53341"/>
                  </a:moveTo>
                  <a:lnTo>
                    <a:pt x="72261" y="53341"/>
                  </a:lnTo>
                  <a:lnTo>
                    <a:pt x="72261" y="26671"/>
                  </a:lnTo>
                  <a:close/>
                  <a:moveTo>
                    <a:pt x="72261" y="53341"/>
                  </a:moveTo>
                  <a:lnTo>
                    <a:pt x="108392" y="53341"/>
                  </a:lnTo>
                  <a:lnTo>
                    <a:pt x="108392" y="26671"/>
                  </a:lnTo>
                  <a:close/>
                  <a:moveTo>
                    <a:pt x="72261" y="53341"/>
                  </a:moveTo>
                  <a:lnTo>
                    <a:pt x="108392" y="26671"/>
                  </a:lnTo>
                  <a:lnTo>
                    <a:pt x="72261" y="26671"/>
                  </a:lnTo>
                  <a:close/>
                  <a:moveTo>
                    <a:pt x="108392" y="53341"/>
                  </a:moveTo>
                  <a:lnTo>
                    <a:pt x="144523" y="26671"/>
                  </a:lnTo>
                  <a:lnTo>
                    <a:pt x="108392" y="26671"/>
                  </a:lnTo>
                  <a:close/>
                  <a:moveTo>
                    <a:pt x="72261" y="26671"/>
                  </a:moveTo>
                  <a:lnTo>
                    <a:pt x="108392" y="26671"/>
                  </a:lnTo>
                  <a:lnTo>
                    <a:pt x="108392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4020" name="label__4019">
            <a:extLst>
              <a:ext uri="{FF2B5EF4-FFF2-40B4-BE49-F238E27FC236}">
                <a16:creationId xmlns:a16="http://schemas.microsoft.com/office/drawing/2014/main" id="{A750E9D0-5F01-AD23-5701-811B7FB314DB}"/>
              </a:ext>
            </a:extLst>
          </p:cNvPr>
          <p:cNvSpPr>
            <a:spLocks noGrp="1"/>
          </p:cNvSpPr>
          <p:nvPr/>
        </p:nvSpPr>
        <p:spPr>
          <a:xfrm>
            <a:off x="4457096" y="3654425"/>
            <a:ext cx="169333" cy="1270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708">
                <a:solidFill>
                  <a:srgbClr val="687780"/>
                </a:solidFill>
                <a:latin typeface="Arial"/>
                <a:ea typeface="Arial"/>
                <a:cs typeface="Arial"/>
              </a:rPr>
              <a:t>B1</a:t>
            </a:r>
          </a:p>
        </p:txBody>
      </p:sp>
      <p:grpSp>
        <p:nvGrpSpPr>
          <p:cNvPr id="6226" name="Match_B4">
            <a:extLst>
              <a:ext uri="{FF2B5EF4-FFF2-40B4-BE49-F238E27FC236}">
                <a16:creationId xmlns:a16="http://schemas.microsoft.com/office/drawing/2014/main" id="{5B1E02C3-BF66-416C-5522-944D307AF96D}"/>
              </a:ext>
            </a:extLst>
          </p:cNvPr>
          <p:cNvGrpSpPr/>
          <p:nvPr/>
        </p:nvGrpSpPr>
        <p:grpSpPr>
          <a:xfrm>
            <a:off x="4618492" y="3970400"/>
            <a:ext cx="195792" cy="289921"/>
            <a:chOff x="8386763" y="2464230"/>
            <a:chExt cx="352425" cy="521858"/>
          </a:xfrm>
        </p:grpSpPr>
        <p:sp>
          <p:nvSpPr>
            <p:cNvPr id="4021" name="Match_B4__4020">
              <a:extLst>
                <a:ext uri="{FF2B5EF4-FFF2-40B4-BE49-F238E27FC236}">
                  <a16:creationId xmlns:a16="http://schemas.microsoft.com/office/drawing/2014/main" id="{49AF0FC2-9A21-6358-330D-B078FE895F10}"/>
                </a:ext>
              </a:extLst>
            </p:cNvPr>
            <p:cNvSpPr>
              <a:spLocks noGrp="1"/>
            </p:cNvSpPr>
            <p:nvPr/>
          </p:nvSpPr>
          <p:spPr>
            <a:xfrm>
              <a:off x="8453353" y="2464230"/>
              <a:ext cx="283655" cy="521011"/>
            </a:xfrm>
            <a:custGeom>
              <a:avLst/>
              <a:gdLst/>
              <a:ahLst/>
              <a:cxnLst/>
              <a:rect l="0" t="0" r="0" b="0"/>
              <a:pathLst>
                <a:path w="283655" h="521011">
                  <a:moveTo>
                    <a:pt x="32283" y="520453"/>
                  </a:moveTo>
                  <a:lnTo>
                    <a:pt x="34511" y="521011"/>
                  </a:lnTo>
                  <a:lnTo>
                    <a:pt x="34511" y="520453"/>
                  </a:lnTo>
                  <a:close/>
                  <a:moveTo>
                    <a:pt x="32283" y="520453"/>
                  </a:moveTo>
                  <a:lnTo>
                    <a:pt x="34511" y="520453"/>
                  </a:lnTo>
                  <a:lnTo>
                    <a:pt x="0" y="512017"/>
                  </a:lnTo>
                  <a:close/>
                  <a:moveTo>
                    <a:pt x="207068" y="440097"/>
                  </a:moveTo>
                  <a:lnTo>
                    <a:pt x="207068" y="439857"/>
                  </a:lnTo>
                  <a:lnTo>
                    <a:pt x="181532" y="466722"/>
                  </a:lnTo>
                  <a:close/>
                  <a:moveTo>
                    <a:pt x="207068" y="439857"/>
                  </a:moveTo>
                  <a:lnTo>
                    <a:pt x="207068" y="440097"/>
                  </a:lnTo>
                  <a:lnTo>
                    <a:pt x="207319" y="439857"/>
                  </a:lnTo>
                  <a:close/>
                  <a:moveTo>
                    <a:pt x="276090" y="359260"/>
                  </a:moveTo>
                  <a:lnTo>
                    <a:pt x="275601" y="359260"/>
                  </a:lnTo>
                  <a:lnTo>
                    <a:pt x="276090" y="357571"/>
                  </a:lnTo>
                  <a:close/>
                  <a:moveTo>
                    <a:pt x="283655" y="332394"/>
                  </a:moveTo>
                  <a:lnTo>
                    <a:pt x="276090" y="359260"/>
                  </a:lnTo>
                  <a:lnTo>
                    <a:pt x="276090" y="357571"/>
                  </a:lnTo>
                  <a:close/>
                  <a:moveTo>
                    <a:pt x="172556" y="63739"/>
                  </a:moveTo>
                  <a:lnTo>
                    <a:pt x="180765" y="90604"/>
                  </a:lnTo>
                  <a:lnTo>
                    <a:pt x="176203" y="63739"/>
                  </a:lnTo>
                  <a:close/>
                  <a:moveTo>
                    <a:pt x="172556" y="63739"/>
                  </a:moveTo>
                  <a:lnTo>
                    <a:pt x="176203" y="63739"/>
                  </a:lnTo>
                  <a:lnTo>
                    <a:pt x="172556" y="56704"/>
                  </a:lnTo>
                  <a:close/>
                  <a:moveTo>
                    <a:pt x="34511" y="7021"/>
                  </a:moveTo>
                  <a:lnTo>
                    <a:pt x="28093" y="10008"/>
                  </a:lnTo>
                  <a:lnTo>
                    <a:pt x="34511" y="10008"/>
                  </a:lnTo>
                  <a:close/>
                  <a:moveTo>
                    <a:pt x="34511" y="10008"/>
                  </a:moveTo>
                  <a:lnTo>
                    <a:pt x="69023" y="0"/>
                  </a:lnTo>
                  <a:lnTo>
                    <a:pt x="34511" y="7021"/>
                  </a:lnTo>
                  <a:close/>
                </a:path>
              </a:pathLst>
            </a:custGeom>
            <a:solidFill>
              <a:srgbClr val="E3697B"/>
            </a:solidFill>
            <a:ln w="4001">
              <a:solidFill>
                <a:srgbClr val="F2BCC4"/>
              </a:solidFill>
            </a:ln>
          </p:spPr>
        </p:sp>
        <p:sp>
          <p:nvSpPr>
            <p:cNvPr id="4022" name="Match_B4__4021">
              <a:extLst>
                <a:ext uri="{FF2B5EF4-FFF2-40B4-BE49-F238E27FC236}">
                  <a16:creationId xmlns:a16="http://schemas.microsoft.com/office/drawing/2014/main" id="{ED72B14F-1718-A4C9-3FA4-32989D0F3FEB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2464230"/>
              <a:ext cx="352425" cy="521858"/>
            </a:xfrm>
            <a:custGeom>
              <a:avLst/>
              <a:gdLst/>
              <a:ahLst/>
              <a:cxnLst/>
              <a:rect l="0" t="0" r="0" b="0"/>
              <a:pathLst>
                <a:path w="352425" h="521858">
                  <a:moveTo>
                    <a:pt x="66590" y="512017"/>
                  </a:moveTo>
                  <a:lnTo>
                    <a:pt x="101101" y="520453"/>
                  </a:lnTo>
                  <a:lnTo>
                    <a:pt x="101101" y="517205"/>
                  </a:lnTo>
                  <a:close/>
                  <a:moveTo>
                    <a:pt x="135613" y="520453"/>
                  </a:moveTo>
                  <a:lnTo>
                    <a:pt x="101101" y="521011"/>
                  </a:lnTo>
                  <a:lnTo>
                    <a:pt x="135613" y="521858"/>
                  </a:lnTo>
                  <a:close/>
                  <a:moveTo>
                    <a:pt x="135613" y="520453"/>
                  </a:moveTo>
                  <a:lnTo>
                    <a:pt x="101101" y="520453"/>
                  </a:lnTo>
                  <a:lnTo>
                    <a:pt x="101101" y="521011"/>
                  </a:lnTo>
                  <a:close/>
                  <a:moveTo>
                    <a:pt x="101101" y="520453"/>
                  </a:moveTo>
                  <a:lnTo>
                    <a:pt x="135613" y="520453"/>
                  </a:lnTo>
                  <a:lnTo>
                    <a:pt x="101101" y="517205"/>
                  </a:lnTo>
                  <a:close/>
                  <a:moveTo>
                    <a:pt x="135613" y="520453"/>
                  </a:moveTo>
                  <a:lnTo>
                    <a:pt x="135613" y="521858"/>
                  </a:lnTo>
                  <a:lnTo>
                    <a:pt x="142614" y="520453"/>
                  </a:lnTo>
                  <a:close/>
                  <a:moveTo>
                    <a:pt x="135613" y="520453"/>
                  </a:moveTo>
                  <a:lnTo>
                    <a:pt x="142614" y="520453"/>
                  </a:lnTo>
                  <a:lnTo>
                    <a:pt x="135613" y="518143"/>
                  </a:lnTo>
                  <a:close/>
                  <a:moveTo>
                    <a:pt x="135613" y="518143"/>
                  </a:moveTo>
                  <a:lnTo>
                    <a:pt x="142614" y="520453"/>
                  </a:lnTo>
                  <a:lnTo>
                    <a:pt x="170124" y="515216"/>
                  </a:lnTo>
                  <a:close/>
                  <a:moveTo>
                    <a:pt x="43276" y="493588"/>
                  </a:moveTo>
                  <a:lnTo>
                    <a:pt x="35941" y="493588"/>
                  </a:lnTo>
                  <a:lnTo>
                    <a:pt x="66590" y="512017"/>
                  </a:lnTo>
                  <a:close/>
                  <a:moveTo>
                    <a:pt x="35941" y="493588"/>
                  </a:moveTo>
                  <a:lnTo>
                    <a:pt x="43276" y="493588"/>
                  </a:lnTo>
                  <a:lnTo>
                    <a:pt x="32079" y="489679"/>
                  </a:lnTo>
                  <a:close/>
                  <a:moveTo>
                    <a:pt x="170124" y="515216"/>
                  </a:moveTo>
                  <a:lnTo>
                    <a:pt x="204635" y="500251"/>
                  </a:lnTo>
                  <a:lnTo>
                    <a:pt x="204635" y="496275"/>
                  </a:lnTo>
                  <a:close/>
                  <a:moveTo>
                    <a:pt x="215055" y="493588"/>
                  </a:moveTo>
                  <a:lnTo>
                    <a:pt x="204635" y="496275"/>
                  </a:lnTo>
                  <a:lnTo>
                    <a:pt x="204635" y="500251"/>
                  </a:lnTo>
                  <a:close/>
                  <a:moveTo>
                    <a:pt x="215055" y="493588"/>
                  </a:moveTo>
                  <a:lnTo>
                    <a:pt x="239146" y="474590"/>
                  </a:lnTo>
                  <a:lnTo>
                    <a:pt x="239146" y="470988"/>
                  </a:lnTo>
                  <a:close/>
                  <a:moveTo>
                    <a:pt x="20298" y="466722"/>
                  </a:moveTo>
                  <a:lnTo>
                    <a:pt x="14843" y="466722"/>
                  </a:lnTo>
                  <a:lnTo>
                    <a:pt x="32079" y="489679"/>
                  </a:lnTo>
                  <a:close/>
                  <a:moveTo>
                    <a:pt x="9058" y="439857"/>
                  </a:moveTo>
                  <a:lnTo>
                    <a:pt x="14843" y="466722"/>
                  </a:lnTo>
                  <a:lnTo>
                    <a:pt x="20298" y="466722"/>
                  </a:lnTo>
                  <a:close/>
                  <a:moveTo>
                    <a:pt x="248122" y="466722"/>
                  </a:moveTo>
                  <a:lnTo>
                    <a:pt x="239146" y="470988"/>
                  </a:lnTo>
                  <a:lnTo>
                    <a:pt x="239146" y="474590"/>
                  </a:lnTo>
                  <a:close/>
                  <a:moveTo>
                    <a:pt x="248122" y="466722"/>
                  </a:moveTo>
                  <a:lnTo>
                    <a:pt x="273658" y="439857"/>
                  </a:lnTo>
                  <a:lnTo>
                    <a:pt x="272275" y="439857"/>
                  </a:lnTo>
                  <a:close/>
                  <a:moveTo>
                    <a:pt x="13895" y="412991"/>
                  </a:moveTo>
                  <a:lnTo>
                    <a:pt x="9058" y="439857"/>
                  </a:lnTo>
                  <a:lnTo>
                    <a:pt x="13817" y="439857"/>
                  </a:lnTo>
                  <a:close/>
                  <a:moveTo>
                    <a:pt x="273909" y="439857"/>
                  </a:moveTo>
                  <a:lnTo>
                    <a:pt x="273658" y="438465"/>
                  </a:lnTo>
                  <a:lnTo>
                    <a:pt x="273658" y="439857"/>
                  </a:lnTo>
                  <a:close/>
                  <a:moveTo>
                    <a:pt x="300550" y="412991"/>
                  </a:moveTo>
                  <a:lnTo>
                    <a:pt x="300812" y="412991"/>
                  </a:lnTo>
                  <a:lnTo>
                    <a:pt x="273909" y="439857"/>
                  </a:lnTo>
                  <a:close/>
                  <a:moveTo>
                    <a:pt x="27506" y="386126"/>
                  </a:moveTo>
                  <a:lnTo>
                    <a:pt x="13895" y="412991"/>
                  </a:lnTo>
                  <a:lnTo>
                    <a:pt x="18356" y="412991"/>
                  </a:lnTo>
                  <a:close/>
                  <a:moveTo>
                    <a:pt x="300550" y="412991"/>
                  </a:moveTo>
                  <a:lnTo>
                    <a:pt x="308169" y="404561"/>
                  </a:lnTo>
                  <a:lnTo>
                    <a:pt x="308169" y="405416"/>
                  </a:lnTo>
                  <a:close/>
                  <a:moveTo>
                    <a:pt x="32079" y="385404"/>
                  </a:moveTo>
                  <a:lnTo>
                    <a:pt x="32079" y="378860"/>
                  </a:lnTo>
                  <a:lnTo>
                    <a:pt x="27506" y="386126"/>
                  </a:lnTo>
                  <a:close/>
                  <a:moveTo>
                    <a:pt x="32079" y="378860"/>
                  </a:moveTo>
                  <a:lnTo>
                    <a:pt x="32079" y="385404"/>
                  </a:lnTo>
                  <a:lnTo>
                    <a:pt x="44433" y="359260"/>
                  </a:lnTo>
                  <a:close/>
                  <a:moveTo>
                    <a:pt x="325237" y="386126"/>
                  </a:moveTo>
                  <a:lnTo>
                    <a:pt x="308169" y="405416"/>
                  </a:lnTo>
                  <a:lnTo>
                    <a:pt x="308169" y="404561"/>
                  </a:lnTo>
                  <a:close/>
                  <a:moveTo>
                    <a:pt x="342680" y="359260"/>
                  </a:moveTo>
                  <a:lnTo>
                    <a:pt x="342680" y="361763"/>
                  </a:lnTo>
                  <a:lnTo>
                    <a:pt x="342191" y="359260"/>
                  </a:lnTo>
                  <a:close/>
                  <a:moveTo>
                    <a:pt x="342191" y="359260"/>
                  </a:moveTo>
                  <a:lnTo>
                    <a:pt x="326794" y="386126"/>
                  </a:lnTo>
                  <a:lnTo>
                    <a:pt x="325237" y="386126"/>
                  </a:lnTo>
                  <a:close/>
                  <a:moveTo>
                    <a:pt x="56690" y="332394"/>
                  </a:moveTo>
                  <a:lnTo>
                    <a:pt x="44433" y="359260"/>
                  </a:lnTo>
                  <a:lnTo>
                    <a:pt x="47206" y="359260"/>
                  </a:lnTo>
                  <a:close/>
                  <a:moveTo>
                    <a:pt x="57685" y="305529"/>
                  </a:moveTo>
                  <a:lnTo>
                    <a:pt x="56690" y="332394"/>
                  </a:lnTo>
                  <a:lnTo>
                    <a:pt x="58513" y="332394"/>
                  </a:lnTo>
                  <a:close/>
                  <a:moveTo>
                    <a:pt x="344306" y="359260"/>
                  </a:moveTo>
                  <a:lnTo>
                    <a:pt x="342680" y="359260"/>
                  </a:lnTo>
                  <a:lnTo>
                    <a:pt x="350245" y="332394"/>
                  </a:lnTo>
                  <a:close/>
                  <a:moveTo>
                    <a:pt x="352425" y="332394"/>
                  </a:moveTo>
                  <a:lnTo>
                    <a:pt x="350245" y="332394"/>
                  </a:lnTo>
                  <a:lnTo>
                    <a:pt x="347878" y="305529"/>
                  </a:lnTo>
                  <a:close/>
                  <a:moveTo>
                    <a:pt x="45969" y="278663"/>
                  </a:moveTo>
                  <a:lnTo>
                    <a:pt x="57685" y="305529"/>
                  </a:lnTo>
                  <a:lnTo>
                    <a:pt x="59504" y="305529"/>
                  </a:lnTo>
                  <a:close/>
                  <a:moveTo>
                    <a:pt x="342680" y="294215"/>
                  </a:moveTo>
                  <a:lnTo>
                    <a:pt x="350077" y="305529"/>
                  </a:lnTo>
                  <a:lnTo>
                    <a:pt x="347878" y="305529"/>
                  </a:lnTo>
                  <a:close/>
                  <a:moveTo>
                    <a:pt x="342680" y="294215"/>
                  </a:moveTo>
                  <a:lnTo>
                    <a:pt x="335539" y="278663"/>
                  </a:lnTo>
                  <a:lnTo>
                    <a:pt x="337469" y="278663"/>
                  </a:lnTo>
                  <a:close/>
                  <a:moveTo>
                    <a:pt x="45969" y="278663"/>
                  </a:moveTo>
                  <a:lnTo>
                    <a:pt x="48844" y="278663"/>
                  </a:lnTo>
                  <a:lnTo>
                    <a:pt x="32079" y="259187"/>
                  </a:lnTo>
                  <a:close/>
                  <a:moveTo>
                    <a:pt x="337469" y="278663"/>
                  </a:moveTo>
                  <a:lnTo>
                    <a:pt x="335539" y="278663"/>
                  </a:lnTo>
                  <a:lnTo>
                    <a:pt x="314492" y="251798"/>
                  </a:lnTo>
                  <a:close/>
                  <a:moveTo>
                    <a:pt x="31137" y="251798"/>
                  </a:moveTo>
                  <a:lnTo>
                    <a:pt x="26829" y="251798"/>
                  </a:lnTo>
                  <a:lnTo>
                    <a:pt x="32079" y="259187"/>
                  </a:lnTo>
                  <a:close/>
                  <a:moveTo>
                    <a:pt x="9838" y="224932"/>
                  </a:moveTo>
                  <a:lnTo>
                    <a:pt x="26829" y="251798"/>
                  </a:lnTo>
                  <a:lnTo>
                    <a:pt x="31137" y="251798"/>
                  </a:lnTo>
                  <a:close/>
                  <a:moveTo>
                    <a:pt x="308169" y="245085"/>
                  </a:moveTo>
                  <a:lnTo>
                    <a:pt x="315803" y="251798"/>
                  </a:lnTo>
                  <a:lnTo>
                    <a:pt x="314492" y="251798"/>
                  </a:lnTo>
                  <a:close/>
                  <a:moveTo>
                    <a:pt x="308169" y="245085"/>
                  </a:moveTo>
                  <a:lnTo>
                    <a:pt x="289950" y="224932"/>
                  </a:lnTo>
                  <a:lnTo>
                    <a:pt x="289438" y="224932"/>
                  </a:lnTo>
                  <a:close/>
                  <a:moveTo>
                    <a:pt x="844" y="198067"/>
                  </a:moveTo>
                  <a:lnTo>
                    <a:pt x="9838" y="224932"/>
                  </a:lnTo>
                  <a:lnTo>
                    <a:pt x="14470" y="224932"/>
                  </a:lnTo>
                  <a:close/>
                  <a:moveTo>
                    <a:pt x="273658" y="204558"/>
                  </a:moveTo>
                  <a:lnTo>
                    <a:pt x="289438" y="224932"/>
                  </a:lnTo>
                  <a:lnTo>
                    <a:pt x="289950" y="224932"/>
                  </a:lnTo>
                  <a:close/>
                  <a:moveTo>
                    <a:pt x="273658" y="204558"/>
                  </a:moveTo>
                  <a:lnTo>
                    <a:pt x="269255" y="198067"/>
                  </a:lnTo>
                  <a:lnTo>
                    <a:pt x="266624" y="198067"/>
                  </a:lnTo>
                  <a:close/>
                  <a:moveTo>
                    <a:pt x="0" y="171201"/>
                  </a:moveTo>
                  <a:lnTo>
                    <a:pt x="844" y="198067"/>
                  </a:lnTo>
                  <a:lnTo>
                    <a:pt x="5676" y="198067"/>
                  </a:lnTo>
                  <a:close/>
                  <a:moveTo>
                    <a:pt x="266624" y="198067"/>
                  </a:moveTo>
                  <a:lnTo>
                    <a:pt x="269255" y="198067"/>
                  </a:lnTo>
                  <a:lnTo>
                    <a:pt x="256315" y="171201"/>
                  </a:lnTo>
                  <a:close/>
                  <a:moveTo>
                    <a:pt x="5610" y="144336"/>
                  </a:moveTo>
                  <a:lnTo>
                    <a:pt x="0" y="171201"/>
                  </a:lnTo>
                  <a:lnTo>
                    <a:pt x="5359" y="171201"/>
                  </a:lnTo>
                  <a:close/>
                  <a:moveTo>
                    <a:pt x="251214" y="171201"/>
                  </a:moveTo>
                  <a:lnTo>
                    <a:pt x="256315" y="171201"/>
                  </a:lnTo>
                  <a:lnTo>
                    <a:pt x="249234" y="144336"/>
                  </a:lnTo>
                  <a:close/>
                  <a:moveTo>
                    <a:pt x="14436" y="117470"/>
                  </a:moveTo>
                  <a:lnTo>
                    <a:pt x="5610" y="144336"/>
                  </a:lnTo>
                  <a:lnTo>
                    <a:pt x="12270" y="144336"/>
                  </a:lnTo>
                  <a:close/>
                  <a:moveTo>
                    <a:pt x="249234" y="144336"/>
                  </a:moveTo>
                  <a:lnTo>
                    <a:pt x="247506" y="117470"/>
                  </a:lnTo>
                  <a:lnTo>
                    <a:pt x="241184" y="144336"/>
                  </a:lnTo>
                  <a:close/>
                  <a:moveTo>
                    <a:pt x="24202" y="90604"/>
                  </a:moveTo>
                  <a:lnTo>
                    <a:pt x="32079" y="99466"/>
                  </a:lnTo>
                  <a:lnTo>
                    <a:pt x="32079" y="90604"/>
                  </a:lnTo>
                  <a:close/>
                  <a:moveTo>
                    <a:pt x="14436" y="117470"/>
                  </a:moveTo>
                  <a:lnTo>
                    <a:pt x="23473" y="117470"/>
                  </a:lnTo>
                  <a:lnTo>
                    <a:pt x="24202" y="90604"/>
                  </a:lnTo>
                  <a:close/>
                  <a:moveTo>
                    <a:pt x="239146" y="90604"/>
                  </a:moveTo>
                  <a:lnTo>
                    <a:pt x="247506" y="117470"/>
                  </a:lnTo>
                  <a:lnTo>
                    <a:pt x="247355" y="90604"/>
                  </a:lnTo>
                  <a:close/>
                  <a:moveTo>
                    <a:pt x="239146" y="90604"/>
                  </a:moveTo>
                  <a:lnTo>
                    <a:pt x="239146" y="117470"/>
                  </a:lnTo>
                  <a:lnTo>
                    <a:pt x="247506" y="117470"/>
                  </a:lnTo>
                  <a:close/>
                  <a:moveTo>
                    <a:pt x="32079" y="73714"/>
                  </a:moveTo>
                  <a:lnTo>
                    <a:pt x="24202" y="90604"/>
                  </a:lnTo>
                  <a:lnTo>
                    <a:pt x="32079" y="90604"/>
                  </a:lnTo>
                  <a:close/>
                  <a:moveTo>
                    <a:pt x="32079" y="73714"/>
                  </a:moveTo>
                  <a:lnTo>
                    <a:pt x="32079" y="90604"/>
                  </a:lnTo>
                  <a:lnTo>
                    <a:pt x="36133" y="63739"/>
                  </a:lnTo>
                  <a:close/>
                  <a:moveTo>
                    <a:pt x="36133" y="63739"/>
                  </a:moveTo>
                  <a:lnTo>
                    <a:pt x="32079" y="90604"/>
                  </a:lnTo>
                  <a:lnTo>
                    <a:pt x="35904" y="90604"/>
                  </a:lnTo>
                  <a:close/>
                  <a:moveTo>
                    <a:pt x="239146" y="63739"/>
                  </a:moveTo>
                  <a:lnTo>
                    <a:pt x="239146" y="90604"/>
                  </a:lnTo>
                  <a:lnTo>
                    <a:pt x="247355" y="90604"/>
                  </a:lnTo>
                  <a:close/>
                  <a:moveTo>
                    <a:pt x="54433" y="36873"/>
                  </a:moveTo>
                  <a:lnTo>
                    <a:pt x="66590" y="43170"/>
                  </a:lnTo>
                  <a:lnTo>
                    <a:pt x="66590" y="36873"/>
                  </a:lnTo>
                  <a:close/>
                  <a:moveTo>
                    <a:pt x="36133" y="63739"/>
                  </a:moveTo>
                  <a:lnTo>
                    <a:pt x="49651" y="63739"/>
                  </a:lnTo>
                  <a:lnTo>
                    <a:pt x="54433" y="36873"/>
                  </a:lnTo>
                  <a:close/>
                  <a:moveTo>
                    <a:pt x="239146" y="63739"/>
                  </a:moveTo>
                  <a:lnTo>
                    <a:pt x="239146" y="56704"/>
                  </a:lnTo>
                  <a:lnTo>
                    <a:pt x="228050" y="63739"/>
                  </a:lnTo>
                  <a:close/>
                  <a:moveTo>
                    <a:pt x="228050" y="63739"/>
                  </a:moveTo>
                  <a:lnTo>
                    <a:pt x="239146" y="56704"/>
                  </a:lnTo>
                  <a:lnTo>
                    <a:pt x="228421" y="36873"/>
                  </a:lnTo>
                  <a:close/>
                  <a:moveTo>
                    <a:pt x="66590" y="26168"/>
                  </a:moveTo>
                  <a:lnTo>
                    <a:pt x="54433" y="36873"/>
                  </a:lnTo>
                  <a:lnTo>
                    <a:pt x="66590" y="36873"/>
                  </a:lnTo>
                  <a:close/>
                  <a:moveTo>
                    <a:pt x="101101" y="10008"/>
                  </a:moveTo>
                  <a:lnTo>
                    <a:pt x="94683" y="10008"/>
                  </a:lnTo>
                  <a:lnTo>
                    <a:pt x="101101" y="20166"/>
                  </a:lnTo>
                  <a:close/>
                  <a:moveTo>
                    <a:pt x="94683" y="10008"/>
                  </a:moveTo>
                  <a:lnTo>
                    <a:pt x="66590" y="26168"/>
                  </a:lnTo>
                  <a:lnTo>
                    <a:pt x="101101" y="20166"/>
                  </a:lnTo>
                  <a:close/>
                  <a:moveTo>
                    <a:pt x="73371" y="36873"/>
                  </a:moveTo>
                  <a:lnTo>
                    <a:pt x="66590" y="26168"/>
                  </a:lnTo>
                  <a:lnTo>
                    <a:pt x="66590" y="36873"/>
                  </a:lnTo>
                  <a:close/>
                  <a:moveTo>
                    <a:pt x="204635" y="16737"/>
                  </a:moveTo>
                  <a:lnTo>
                    <a:pt x="209866" y="36873"/>
                  </a:lnTo>
                  <a:lnTo>
                    <a:pt x="228421" y="36873"/>
                  </a:lnTo>
                  <a:close/>
                  <a:moveTo>
                    <a:pt x="189806" y="10008"/>
                  </a:moveTo>
                  <a:lnTo>
                    <a:pt x="170124" y="10008"/>
                  </a:lnTo>
                  <a:lnTo>
                    <a:pt x="204635" y="16737"/>
                  </a:lnTo>
                  <a:close/>
                  <a:moveTo>
                    <a:pt x="204635" y="16737"/>
                  </a:moveTo>
                  <a:lnTo>
                    <a:pt x="170124" y="10008"/>
                  </a:lnTo>
                  <a:lnTo>
                    <a:pt x="170124" y="15717"/>
                  </a:lnTo>
                  <a:close/>
                  <a:moveTo>
                    <a:pt x="101101" y="10008"/>
                  </a:moveTo>
                  <a:lnTo>
                    <a:pt x="135613" y="10008"/>
                  </a:lnTo>
                  <a:lnTo>
                    <a:pt x="135613" y="0"/>
                  </a:lnTo>
                  <a:close/>
                  <a:moveTo>
                    <a:pt x="135613" y="10008"/>
                  </a:moveTo>
                  <a:lnTo>
                    <a:pt x="170124" y="2719"/>
                  </a:lnTo>
                  <a:lnTo>
                    <a:pt x="135613" y="0"/>
                  </a:lnTo>
                  <a:close/>
                  <a:moveTo>
                    <a:pt x="135613" y="10008"/>
                  </a:moveTo>
                  <a:lnTo>
                    <a:pt x="170124" y="10008"/>
                  </a:lnTo>
                  <a:lnTo>
                    <a:pt x="170124" y="2719"/>
                  </a:lnTo>
                  <a:close/>
                  <a:moveTo>
                    <a:pt x="170124" y="10008"/>
                  </a:moveTo>
                  <a:lnTo>
                    <a:pt x="189806" y="10008"/>
                  </a:lnTo>
                  <a:lnTo>
                    <a:pt x="170124" y="2719"/>
                  </a:lnTo>
                  <a:close/>
                </a:path>
              </a:pathLst>
            </a:custGeom>
            <a:solidFill>
              <a:srgbClr val="E46D7F"/>
            </a:solidFill>
            <a:ln w="4001">
              <a:solidFill>
                <a:srgbClr val="F2BCC4"/>
              </a:solidFill>
            </a:ln>
          </p:spPr>
        </p:sp>
        <p:sp>
          <p:nvSpPr>
            <p:cNvPr id="4023" name="Match_B4__4022">
              <a:extLst>
                <a:ext uri="{FF2B5EF4-FFF2-40B4-BE49-F238E27FC236}">
                  <a16:creationId xmlns:a16="http://schemas.microsoft.com/office/drawing/2014/main" id="{B8AD618F-91C6-992D-B802-E29D835514D6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2474238"/>
              <a:ext cx="352425" cy="510446"/>
            </a:xfrm>
            <a:custGeom>
              <a:avLst/>
              <a:gdLst/>
              <a:ahLst/>
              <a:cxnLst/>
              <a:rect l="0" t="0" r="0" b="0"/>
              <a:pathLst>
                <a:path w="352425" h="510446">
                  <a:moveTo>
                    <a:pt x="66590" y="502009"/>
                  </a:moveTo>
                  <a:lnTo>
                    <a:pt x="101101" y="507197"/>
                  </a:lnTo>
                  <a:lnTo>
                    <a:pt x="66590" y="497593"/>
                  </a:lnTo>
                  <a:close/>
                  <a:moveTo>
                    <a:pt x="135613" y="510446"/>
                  </a:moveTo>
                  <a:lnTo>
                    <a:pt x="135613" y="508135"/>
                  </a:lnTo>
                  <a:lnTo>
                    <a:pt x="101101" y="507197"/>
                  </a:lnTo>
                  <a:close/>
                  <a:moveTo>
                    <a:pt x="135613" y="508135"/>
                  </a:moveTo>
                  <a:lnTo>
                    <a:pt x="170124" y="505208"/>
                  </a:lnTo>
                  <a:lnTo>
                    <a:pt x="170124" y="501559"/>
                  </a:lnTo>
                  <a:close/>
                  <a:moveTo>
                    <a:pt x="43276" y="483580"/>
                  </a:moveTo>
                  <a:lnTo>
                    <a:pt x="66590" y="502009"/>
                  </a:lnTo>
                  <a:lnTo>
                    <a:pt x="66590" y="497593"/>
                  </a:lnTo>
                  <a:close/>
                  <a:moveTo>
                    <a:pt x="43276" y="483580"/>
                  </a:moveTo>
                  <a:lnTo>
                    <a:pt x="32079" y="472314"/>
                  </a:lnTo>
                  <a:lnTo>
                    <a:pt x="32079" y="479671"/>
                  </a:lnTo>
                  <a:close/>
                  <a:moveTo>
                    <a:pt x="170124" y="501559"/>
                  </a:moveTo>
                  <a:lnTo>
                    <a:pt x="170124" y="505208"/>
                  </a:lnTo>
                  <a:lnTo>
                    <a:pt x="204635" y="486267"/>
                  </a:lnTo>
                  <a:close/>
                  <a:moveTo>
                    <a:pt x="215055" y="483580"/>
                  </a:moveTo>
                  <a:lnTo>
                    <a:pt x="208940" y="483580"/>
                  </a:lnTo>
                  <a:lnTo>
                    <a:pt x="204635" y="486267"/>
                  </a:lnTo>
                  <a:close/>
                  <a:moveTo>
                    <a:pt x="208940" y="483580"/>
                  </a:moveTo>
                  <a:lnTo>
                    <a:pt x="215055" y="483580"/>
                  </a:lnTo>
                  <a:lnTo>
                    <a:pt x="239146" y="460980"/>
                  </a:lnTo>
                  <a:close/>
                  <a:moveTo>
                    <a:pt x="20298" y="456714"/>
                  </a:moveTo>
                  <a:lnTo>
                    <a:pt x="32079" y="479671"/>
                  </a:lnTo>
                  <a:lnTo>
                    <a:pt x="32079" y="472314"/>
                  </a:lnTo>
                  <a:close/>
                  <a:moveTo>
                    <a:pt x="9058" y="429849"/>
                  </a:moveTo>
                  <a:lnTo>
                    <a:pt x="20298" y="456714"/>
                  </a:lnTo>
                  <a:lnTo>
                    <a:pt x="13817" y="429849"/>
                  </a:lnTo>
                  <a:close/>
                  <a:moveTo>
                    <a:pt x="248122" y="456714"/>
                  </a:moveTo>
                  <a:lnTo>
                    <a:pt x="244235" y="456714"/>
                  </a:lnTo>
                  <a:lnTo>
                    <a:pt x="239146" y="460980"/>
                  </a:lnTo>
                  <a:close/>
                  <a:moveTo>
                    <a:pt x="248122" y="456714"/>
                  </a:moveTo>
                  <a:lnTo>
                    <a:pt x="272275" y="429849"/>
                  </a:lnTo>
                  <a:lnTo>
                    <a:pt x="244235" y="456714"/>
                  </a:lnTo>
                  <a:close/>
                  <a:moveTo>
                    <a:pt x="13895" y="402983"/>
                  </a:moveTo>
                  <a:lnTo>
                    <a:pt x="13817" y="429849"/>
                  </a:lnTo>
                  <a:lnTo>
                    <a:pt x="18356" y="402983"/>
                  </a:lnTo>
                  <a:close/>
                  <a:moveTo>
                    <a:pt x="300812" y="402983"/>
                  </a:moveTo>
                  <a:lnTo>
                    <a:pt x="273658" y="428457"/>
                  </a:lnTo>
                  <a:lnTo>
                    <a:pt x="273909" y="429849"/>
                  </a:lnTo>
                  <a:close/>
                  <a:moveTo>
                    <a:pt x="272275" y="429849"/>
                  </a:moveTo>
                  <a:lnTo>
                    <a:pt x="273658" y="429849"/>
                  </a:lnTo>
                  <a:lnTo>
                    <a:pt x="273658" y="428457"/>
                  </a:lnTo>
                  <a:close/>
                  <a:moveTo>
                    <a:pt x="27506" y="376118"/>
                  </a:moveTo>
                  <a:lnTo>
                    <a:pt x="18356" y="402983"/>
                  </a:lnTo>
                  <a:lnTo>
                    <a:pt x="31652" y="376118"/>
                  </a:lnTo>
                  <a:close/>
                  <a:moveTo>
                    <a:pt x="300812" y="402983"/>
                  </a:moveTo>
                  <a:lnTo>
                    <a:pt x="300550" y="402983"/>
                  </a:lnTo>
                  <a:lnTo>
                    <a:pt x="308169" y="395408"/>
                  </a:lnTo>
                  <a:close/>
                  <a:moveTo>
                    <a:pt x="32079" y="375396"/>
                  </a:moveTo>
                  <a:lnTo>
                    <a:pt x="27506" y="376118"/>
                  </a:lnTo>
                  <a:lnTo>
                    <a:pt x="31652" y="376118"/>
                  </a:lnTo>
                  <a:close/>
                  <a:moveTo>
                    <a:pt x="32079" y="375396"/>
                  </a:moveTo>
                  <a:lnTo>
                    <a:pt x="47206" y="349252"/>
                  </a:lnTo>
                  <a:lnTo>
                    <a:pt x="44433" y="349252"/>
                  </a:lnTo>
                  <a:close/>
                  <a:moveTo>
                    <a:pt x="325237" y="376118"/>
                  </a:moveTo>
                  <a:lnTo>
                    <a:pt x="326794" y="376118"/>
                  </a:lnTo>
                  <a:lnTo>
                    <a:pt x="308169" y="395408"/>
                  </a:lnTo>
                  <a:close/>
                  <a:moveTo>
                    <a:pt x="342191" y="349252"/>
                  </a:moveTo>
                  <a:lnTo>
                    <a:pt x="342680" y="351755"/>
                  </a:lnTo>
                  <a:lnTo>
                    <a:pt x="326794" y="376118"/>
                  </a:lnTo>
                  <a:close/>
                  <a:moveTo>
                    <a:pt x="56690" y="322387"/>
                  </a:moveTo>
                  <a:lnTo>
                    <a:pt x="47206" y="349252"/>
                  </a:lnTo>
                  <a:lnTo>
                    <a:pt x="58513" y="322387"/>
                  </a:lnTo>
                  <a:close/>
                  <a:moveTo>
                    <a:pt x="57685" y="295521"/>
                  </a:moveTo>
                  <a:lnTo>
                    <a:pt x="58513" y="322387"/>
                  </a:lnTo>
                  <a:lnTo>
                    <a:pt x="59504" y="295521"/>
                  </a:lnTo>
                  <a:close/>
                  <a:moveTo>
                    <a:pt x="352425" y="322387"/>
                  </a:moveTo>
                  <a:lnTo>
                    <a:pt x="344306" y="349252"/>
                  </a:lnTo>
                  <a:lnTo>
                    <a:pt x="350245" y="322387"/>
                  </a:lnTo>
                  <a:close/>
                  <a:moveTo>
                    <a:pt x="350077" y="295521"/>
                  </a:moveTo>
                  <a:lnTo>
                    <a:pt x="352425" y="322387"/>
                  </a:lnTo>
                  <a:lnTo>
                    <a:pt x="347878" y="295521"/>
                  </a:lnTo>
                  <a:close/>
                  <a:moveTo>
                    <a:pt x="45969" y="268656"/>
                  </a:moveTo>
                  <a:lnTo>
                    <a:pt x="59504" y="295521"/>
                  </a:lnTo>
                  <a:lnTo>
                    <a:pt x="48844" y="268656"/>
                  </a:lnTo>
                  <a:close/>
                  <a:moveTo>
                    <a:pt x="342680" y="284207"/>
                  </a:moveTo>
                  <a:lnTo>
                    <a:pt x="342680" y="279700"/>
                  </a:lnTo>
                  <a:lnTo>
                    <a:pt x="350077" y="295521"/>
                  </a:lnTo>
                  <a:close/>
                  <a:moveTo>
                    <a:pt x="342680" y="279700"/>
                  </a:moveTo>
                  <a:lnTo>
                    <a:pt x="342680" y="284207"/>
                  </a:lnTo>
                  <a:lnTo>
                    <a:pt x="337469" y="268656"/>
                  </a:lnTo>
                  <a:close/>
                  <a:moveTo>
                    <a:pt x="48844" y="268656"/>
                  </a:moveTo>
                  <a:lnTo>
                    <a:pt x="32079" y="243192"/>
                  </a:lnTo>
                  <a:lnTo>
                    <a:pt x="32079" y="249180"/>
                  </a:lnTo>
                  <a:close/>
                  <a:moveTo>
                    <a:pt x="315803" y="241790"/>
                  </a:moveTo>
                  <a:lnTo>
                    <a:pt x="337469" y="268656"/>
                  </a:lnTo>
                  <a:lnTo>
                    <a:pt x="314492" y="241790"/>
                  </a:lnTo>
                  <a:close/>
                  <a:moveTo>
                    <a:pt x="31137" y="241790"/>
                  </a:moveTo>
                  <a:lnTo>
                    <a:pt x="32079" y="249180"/>
                  </a:lnTo>
                  <a:lnTo>
                    <a:pt x="32079" y="243192"/>
                  </a:lnTo>
                  <a:close/>
                  <a:moveTo>
                    <a:pt x="9838" y="214924"/>
                  </a:moveTo>
                  <a:lnTo>
                    <a:pt x="31137" y="241790"/>
                  </a:lnTo>
                  <a:lnTo>
                    <a:pt x="14470" y="214924"/>
                  </a:lnTo>
                  <a:close/>
                  <a:moveTo>
                    <a:pt x="308169" y="235078"/>
                  </a:moveTo>
                  <a:lnTo>
                    <a:pt x="308169" y="234072"/>
                  </a:lnTo>
                  <a:lnTo>
                    <a:pt x="315803" y="241790"/>
                  </a:lnTo>
                  <a:close/>
                  <a:moveTo>
                    <a:pt x="308169" y="234072"/>
                  </a:moveTo>
                  <a:lnTo>
                    <a:pt x="308169" y="235078"/>
                  </a:lnTo>
                  <a:lnTo>
                    <a:pt x="289438" y="214924"/>
                  </a:lnTo>
                  <a:close/>
                  <a:moveTo>
                    <a:pt x="844" y="188059"/>
                  </a:moveTo>
                  <a:lnTo>
                    <a:pt x="14470" y="214924"/>
                  </a:lnTo>
                  <a:lnTo>
                    <a:pt x="5676" y="188059"/>
                  </a:lnTo>
                  <a:close/>
                  <a:moveTo>
                    <a:pt x="273658" y="194550"/>
                  </a:moveTo>
                  <a:lnTo>
                    <a:pt x="273658" y="197128"/>
                  </a:lnTo>
                  <a:lnTo>
                    <a:pt x="289438" y="214924"/>
                  </a:lnTo>
                  <a:close/>
                  <a:moveTo>
                    <a:pt x="273658" y="197128"/>
                  </a:moveTo>
                  <a:lnTo>
                    <a:pt x="273658" y="194550"/>
                  </a:lnTo>
                  <a:lnTo>
                    <a:pt x="266624" y="188059"/>
                  </a:lnTo>
                  <a:close/>
                  <a:moveTo>
                    <a:pt x="0" y="161193"/>
                  </a:moveTo>
                  <a:lnTo>
                    <a:pt x="5676" y="188059"/>
                  </a:lnTo>
                  <a:lnTo>
                    <a:pt x="5359" y="161193"/>
                  </a:lnTo>
                  <a:close/>
                  <a:moveTo>
                    <a:pt x="251214" y="161193"/>
                  </a:moveTo>
                  <a:lnTo>
                    <a:pt x="266624" y="188059"/>
                  </a:lnTo>
                  <a:lnTo>
                    <a:pt x="256315" y="161193"/>
                  </a:lnTo>
                  <a:close/>
                  <a:moveTo>
                    <a:pt x="5610" y="134328"/>
                  </a:moveTo>
                  <a:lnTo>
                    <a:pt x="5359" y="161193"/>
                  </a:lnTo>
                  <a:lnTo>
                    <a:pt x="12270" y="134328"/>
                  </a:lnTo>
                  <a:close/>
                  <a:moveTo>
                    <a:pt x="241184" y="134328"/>
                  </a:moveTo>
                  <a:lnTo>
                    <a:pt x="251214" y="161193"/>
                  </a:lnTo>
                  <a:lnTo>
                    <a:pt x="249234" y="134328"/>
                  </a:lnTo>
                  <a:close/>
                  <a:moveTo>
                    <a:pt x="14436" y="107462"/>
                  </a:moveTo>
                  <a:lnTo>
                    <a:pt x="12270" y="134328"/>
                  </a:lnTo>
                  <a:lnTo>
                    <a:pt x="23473" y="107462"/>
                  </a:lnTo>
                  <a:close/>
                  <a:moveTo>
                    <a:pt x="241184" y="134328"/>
                  </a:moveTo>
                  <a:lnTo>
                    <a:pt x="239146" y="107462"/>
                  </a:lnTo>
                  <a:lnTo>
                    <a:pt x="239146" y="123096"/>
                  </a:lnTo>
                  <a:close/>
                  <a:moveTo>
                    <a:pt x="247506" y="107462"/>
                  </a:moveTo>
                  <a:lnTo>
                    <a:pt x="239146" y="107462"/>
                  </a:lnTo>
                  <a:lnTo>
                    <a:pt x="241184" y="134328"/>
                  </a:lnTo>
                  <a:close/>
                  <a:moveTo>
                    <a:pt x="23473" y="107462"/>
                  </a:moveTo>
                  <a:lnTo>
                    <a:pt x="32079" y="89458"/>
                  </a:lnTo>
                  <a:lnTo>
                    <a:pt x="24202" y="80597"/>
                  </a:lnTo>
                  <a:close/>
                  <a:moveTo>
                    <a:pt x="239146" y="107462"/>
                  </a:moveTo>
                  <a:lnTo>
                    <a:pt x="239146" y="80597"/>
                  </a:lnTo>
                  <a:lnTo>
                    <a:pt x="236744" y="107462"/>
                  </a:lnTo>
                  <a:close/>
                  <a:moveTo>
                    <a:pt x="239146" y="80597"/>
                  </a:moveTo>
                  <a:lnTo>
                    <a:pt x="234405" y="80597"/>
                  </a:lnTo>
                  <a:lnTo>
                    <a:pt x="236744" y="107462"/>
                  </a:lnTo>
                  <a:close/>
                  <a:moveTo>
                    <a:pt x="239146" y="123096"/>
                  </a:moveTo>
                  <a:lnTo>
                    <a:pt x="239146" y="107462"/>
                  </a:lnTo>
                  <a:lnTo>
                    <a:pt x="236744" y="107462"/>
                  </a:lnTo>
                  <a:close/>
                  <a:moveTo>
                    <a:pt x="36133" y="53731"/>
                  </a:moveTo>
                  <a:lnTo>
                    <a:pt x="35904" y="80597"/>
                  </a:lnTo>
                  <a:lnTo>
                    <a:pt x="49651" y="53731"/>
                  </a:lnTo>
                  <a:close/>
                  <a:moveTo>
                    <a:pt x="32079" y="80597"/>
                  </a:moveTo>
                  <a:lnTo>
                    <a:pt x="32079" y="89458"/>
                  </a:lnTo>
                  <a:lnTo>
                    <a:pt x="35904" y="80597"/>
                  </a:lnTo>
                  <a:close/>
                  <a:moveTo>
                    <a:pt x="239146" y="80597"/>
                  </a:moveTo>
                  <a:lnTo>
                    <a:pt x="239146" y="53731"/>
                  </a:lnTo>
                  <a:lnTo>
                    <a:pt x="234405" y="80597"/>
                  </a:lnTo>
                  <a:close/>
                  <a:moveTo>
                    <a:pt x="239146" y="53731"/>
                  </a:moveTo>
                  <a:lnTo>
                    <a:pt x="228050" y="53731"/>
                  </a:lnTo>
                  <a:lnTo>
                    <a:pt x="234405" y="80597"/>
                  </a:lnTo>
                  <a:close/>
                  <a:moveTo>
                    <a:pt x="49651" y="53731"/>
                  </a:moveTo>
                  <a:lnTo>
                    <a:pt x="66590" y="33163"/>
                  </a:lnTo>
                  <a:lnTo>
                    <a:pt x="54433" y="26866"/>
                  </a:lnTo>
                  <a:close/>
                  <a:moveTo>
                    <a:pt x="228050" y="53731"/>
                  </a:moveTo>
                  <a:lnTo>
                    <a:pt x="228421" y="26866"/>
                  </a:lnTo>
                  <a:lnTo>
                    <a:pt x="209866" y="26866"/>
                  </a:lnTo>
                  <a:close/>
                  <a:moveTo>
                    <a:pt x="101101" y="10158"/>
                  </a:moveTo>
                  <a:lnTo>
                    <a:pt x="66590" y="16160"/>
                  </a:lnTo>
                  <a:lnTo>
                    <a:pt x="73371" y="26866"/>
                  </a:lnTo>
                  <a:close/>
                  <a:moveTo>
                    <a:pt x="66590" y="26866"/>
                  </a:moveTo>
                  <a:lnTo>
                    <a:pt x="66590" y="33163"/>
                  </a:lnTo>
                  <a:lnTo>
                    <a:pt x="73371" y="26866"/>
                  </a:lnTo>
                  <a:close/>
                  <a:moveTo>
                    <a:pt x="204635" y="6729"/>
                  </a:moveTo>
                  <a:lnTo>
                    <a:pt x="204635" y="22521"/>
                  </a:lnTo>
                  <a:lnTo>
                    <a:pt x="209866" y="26866"/>
                  </a:lnTo>
                  <a:close/>
                  <a:moveTo>
                    <a:pt x="204635" y="6729"/>
                  </a:moveTo>
                  <a:lnTo>
                    <a:pt x="170124" y="5709"/>
                  </a:lnTo>
                  <a:lnTo>
                    <a:pt x="204635" y="22521"/>
                  </a:lnTo>
                  <a:close/>
                  <a:moveTo>
                    <a:pt x="135613" y="0"/>
                  </a:moveTo>
                  <a:lnTo>
                    <a:pt x="101101" y="0"/>
                  </a:lnTo>
                  <a:lnTo>
                    <a:pt x="135613" y="2389"/>
                  </a:lnTo>
                  <a:close/>
                  <a:moveTo>
                    <a:pt x="101101" y="0"/>
                  </a:moveTo>
                  <a:lnTo>
                    <a:pt x="101101" y="10158"/>
                  </a:lnTo>
                  <a:lnTo>
                    <a:pt x="135613" y="2389"/>
                  </a:lnTo>
                  <a:close/>
                  <a:moveTo>
                    <a:pt x="170124" y="0"/>
                  </a:moveTo>
                  <a:lnTo>
                    <a:pt x="135613" y="0"/>
                  </a:lnTo>
                  <a:lnTo>
                    <a:pt x="170124" y="5709"/>
                  </a:lnTo>
                  <a:close/>
                  <a:moveTo>
                    <a:pt x="135613" y="0"/>
                  </a:moveTo>
                  <a:lnTo>
                    <a:pt x="135613" y="2389"/>
                  </a:lnTo>
                  <a:lnTo>
                    <a:pt x="170124" y="5709"/>
                  </a:lnTo>
                  <a:close/>
                  <a:moveTo>
                    <a:pt x="344306" y="349252"/>
                  </a:moveTo>
                  <a:lnTo>
                    <a:pt x="342680" y="351755"/>
                  </a:lnTo>
                  <a:lnTo>
                    <a:pt x="342680" y="349252"/>
                  </a:lnTo>
                  <a:close/>
                  <a:moveTo>
                    <a:pt x="32079" y="375396"/>
                  </a:moveTo>
                  <a:lnTo>
                    <a:pt x="31652" y="376118"/>
                  </a:lnTo>
                  <a:lnTo>
                    <a:pt x="32079" y="376118"/>
                  </a:lnTo>
                  <a:close/>
                  <a:moveTo>
                    <a:pt x="32079" y="375396"/>
                  </a:moveTo>
                  <a:lnTo>
                    <a:pt x="32079" y="376118"/>
                  </a:lnTo>
                  <a:lnTo>
                    <a:pt x="47206" y="349252"/>
                  </a:lnTo>
                  <a:close/>
                  <a:moveTo>
                    <a:pt x="31137" y="241790"/>
                  </a:moveTo>
                  <a:lnTo>
                    <a:pt x="32079" y="243192"/>
                  </a:lnTo>
                  <a:lnTo>
                    <a:pt x="32079" y="241790"/>
                  </a:lnTo>
                  <a:close/>
                </a:path>
              </a:pathLst>
            </a:custGeom>
            <a:solidFill>
              <a:srgbClr val="E47182"/>
            </a:solidFill>
            <a:ln w="4001">
              <a:solidFill>
                <a:srgbClr val="F2BCC4"/>
              </a:solidFill>
            </a:ln>
          </p:spPr>
        </p:sp>
        <p:sp>
          <p:nvSpPr>
            <p:cNvPr id="4024" name="Match_B4__4023">
              <a:extLst>
                <a:ext uri="{FF2B5EF4-FFF2-40B4-BE49-F238E27FC236}">
                  <a16:creationId xmlns:a16="http://schemas.microsoft.com/office/drawing/2014/main" id="{D5DD3708-023A-B488-4734-2BEA21B8A5F9}"/>
                </a:ext>
              </a:extLst>
            </p:cNvPr>
            <p:cNvSpPr>
              <a:spLocks noGrp="1"/>
            </p:cNvSpPr>
            <p:nvPr/>
          </p:nvSpPr>
          <p:spPr>
            <a:xfrm>
              <a:off x="8392121" y="2476627"/>
              <a:ext cx="347066" cy="505746"/>
            </a:xfrm>
            <a:custGeom>
              <a:avLst/>
              <a:gdLst/>
              <a:ahLst/>
              <a:cxnLst/>
              <a:rect l="0" t="0" r="0" b="0"/>
              <a:pathLst>
                <a:path w="347066" h="505746">
                  <a:moveTo>
                    <a:pt x="37917" y="481191"/>
                  </a:moveTo>
                  <a:lnTo>
                    <a:pt x="61231" y="495204"/>
                  </a:lnTo>
                  <a:lnTo>
                    <a:pt x="61231" y="481191"/>
                  </a:lnTo>
                  <a:close/>
                  <a:moveTo>
                    <a:pt x="26720" y="469925"/>
                  </a:moveTo>
                  <a:lnTo>
                    <a:pt x="37917" y="481191"/>
                  </a:lnTo>
                  <a:lnTo>
                    <a:pt x="34339" y="454326"/>
                  </a:lnTo>
                  <a:close/>
                  <a:moveTo>
                    <a:pt x="95742" y="504808"/>
                  </a:moveTo>
                  <a:lnTo>
                    <a:pt x="95742" y="491805"/>
                  </a:lnTo>
                  <a:lnTo>
                    <a:pt x="61231" y="495204"/>
                  </a:lnTo>
                  <a:close/>
                  <a:moveTo>
                    <a:pt x="95742" y="504808"/>
                  </a:moveTo>
                  <a:lnTo>
                    <a:pt x="130254" y="505746"/>
                  </a:lnTo>
                  <a:lnTo>
                    <a:pt x="130254" y="493408"/>
                  </a:lnTo>
                  <a:close/>
                  <a:moveTo>
                    <a:pt x="130254" y="505746"/>
                  </a:moveTo>
                  <a:lnTo>
                    <a:pt x="164765" y="499170"/>
                  </a:lnTo>
                  <a:lnTo>
                    <a:pt x="164765" y="486214"/>
                  </a:lnTo>
                  <a:close/>
                  <a:moveTo>
                    <a:pt x="199276" y="483878"/>
                  </a:moveTo>
                  <a:lnTo>
                    <a:pt x="199276" y="481191"/>
                  </a:lnTo>
                  <a:lnTo>
                    <a:pt x="164765" y="486214"/>
                  </a:lnTo>
                  <a:close/>
                  <a:moveTo>
                    <a:pt x="164765" y="499170"/>
                  </a:moveTo>
                  <a:lnTo>
                    <a:pt x="199276" y="483878"/>
                  </a:lnTo>
                  <a:lnTo>
                    <a:pt x="164765" y="486214"/>
                  </a:lnTo>
                  <a:close/>
                  <a:moveTo>
                    <a:pt x="199276" y="481191"/>
                  </a:moveTo>
                  <a:lnTo>
                    <a:pt x="199276" y="483878"/>
                  </a:lnTo>
                  <a:lnTo>
                    <a:pt x="203581" y="481191"/>
                  </a:lnTo>
                  <a:close/>
                  <a:moveTo>
                    <a:pt x="199276" y="469446"/>
                  </a:moveTo>
                  <a:lnTo>
                    <a:pt x="233787" y="458592"/>
                  </a:lnTo>
                  <a:lnTo>
                    <a:pt x="233787" y="454326"/>
                  </a:lnTo>
                  <a:close/>
                  <a:moveTo>
                    <a:pt x="199276" y="481191"/>
                  </a:moveTo>
                  <a:lnTo>
                    <a:pt x="233787" y="458592"/>
                  </a:lnTo>
                  <a:lnTo>
                    <a:pt x="199276" y="469446"/>
                  </a:lnTo>
                  <a:close/>
                  <a:moveTo>
                    <a:pt x="203581" y="481191"/>
                  </a:moveTo>
                  <a:lnTo>
                    <a:pt x="233787" y="458592"/>
                  </a:lnTo>
                  <a:lnTo>
                    <a:pt x="199276" y="481191"/>
                  </a:lnTo>
                  <a:close/>
                  <a:moveTo>
                    <a:pt x="14939" y="454326"/>
                  </a:moveTo>
                  <a:lnTo>
                    <a:pt x="26720" y="469925"/>
                  </a:lnTo>
                  <a:lnTo>
                    <a:pt x="26720" y="454326"/>
                  </a:lnTo>
                  <a:close/>
                  <a:moveTo>
                    <a:pt x="8458" y="427460"/>
                  </a:moveTo>
                  <a:lnTo>
                    <a:pt x="14939" y="454326"/>
                  </a:lnTo>
                  <a:lnTo>
                    <a:pt x="25535" y="427460"/>
                  </a:lnTo>
                  <a:close/>
                  <a:moveTo>
                    <a:pt x="233787" y="454326"/>
                  </a:moveTo>
                  <a:lnTo>
                    <a:pt x="233787" y="458592"/>
                  </a:lnTo>
                  <a:lnTo>
                    <a:pt x="238876" y="454326"/>
                  </a:lnTo>
                  <a:close/>
                  <a:moveTo>
                    <a:pt x="238876" y="454326"/>
                  </a:moveTo>
                  <a:lnTo>
                    <a:pt x="233787" y="443490"/>
                  </a:lnTo>
                  <a:lnTo>
                    <a:pt x="233787" y="454326"/>
                  </a:lnTo>
                  <a:close/>
                  <a:moveTo>
                    <a:pt x="266916" y="427460"/>
                  </a:moveTo>
                  <a:lnTo>
                    <a:pt x="252562" y="427460"/>
                  </a:lnTo>
                  <a:lnTo>
                    <a:pt x="238876" y="454326"/>
                  </a:lnTo>
                  <a:close/>
                  <a:moveTo>
                    <a:pt x="8458" y="427460"/>
                  </a:moveTo>
                  <a:lnTo>
                    <a:pt x="25535" y="427460"/>
                  </a:lnTo>
                  <a:lnTo>
                    <a:pt x="12997" y="400595"/>
                  </a:lnTo>
                  <a:close/>
                  <a:moveTo>
                    <a:pt x="266916" y="427460"/>
                  </a:moveTo>
                  <a:lnTo>
                    <a:pt x="268299" y="426068"/>
                  </a:lnTo>
                  <a:lnTo>
                    <a:pt x="268299" y="413589"/>
                  </a:lnTo>
                  <a:close/>
                  <a:moveTo>
                    <a:pt x="26293" y="373729"/>
                  </a:moveTo>
                  <a:lnTo>
                    <a:pt x="26720" y="400595"/>
                  </a:lnTo>
                  <a:lnTo>
                    <a:pt x="26720" y="373729"/>
                  </a:lnTo>
                  <a:close/>
                  <a:moveTo>
                    <a:pt x="26293" y="373729"/>
                  </a:moveTo>
                  <a:lnTo>
                    <a:pt x="12997" y="400595"/>
                  </a:lnTo>
                  <a:lnTo>
                    <a:pt x="26720" y="400595"/>
                  </a:lnTo>
                  <a:close/>
                  <a:moveTo>
                    <a:pt x="295453" y="400595"/>
                  </a:moveTo>
                  <a:lnTo>
                    <a:pt x="268299" y="413589"/>
                  </a:lnTo>
                  <a:lnTo>
                    <a:pt x="268299" y="426068"/>
                  </a:lnTo>
                  <a:close/>
                  <a:moveTo>
                    <a:pt x="295453" y="400595"/>
                  </a:moveTo>
                  <a:lnTo>
                    <a:pt x="302810" y="393019"/>
                  </a:lnTo>
                  <a:lnTo>
                    <a:pt x="302810" y="382465"/>
                  </a:lnTo>
                  <a:close/>
                  <a:moveTo>
                    <a:pt x="41847" y="346863"/>
                  </a:moveTo>
                  <a:lnTo>
                    <a:pt x="26720" y="373729"/>
                  </a:lnTo>
                  <a:lnTo>
                    <a:pt x="41540" y="373729"/>
                  </a:lnTo>
                  <a:close/>
                  <a:moveTo>
                    <a:pt x="321435" y="373729"/>
                  </a:moveTo>
                  <a:lnTo>
                    <a:pt x="302810" y="382465"/>
                  </a:lnTo>
                  <a:lnTo>
                    <a:pt x="302810" y="393019"/>
                  </a:lnTo>
                  <a:close/>
                  <a:moveTo>
                    <a:pt x="337321" y="349367"/>
                  </a:moveTo>
                  <a:lnTo>
                    <a:pt x="337321" y="346863"/>
                  </a:lnTo>
                  <a:lnTo>
                    <a:pt x="321435" y="373729"/>
                  </a:lnTo>
                  <a:close/>
                  <a:moveTo>
                    <a:pt x="321435" y="373729"/>
                  </a:moveTo>
                  <a:lnTo>
                    <a:pt x="337321" y="346863"/>
                  </a:lnTo>
                  <a:lnTo>
                    <a:pt x="330776" y="346863"/>
                  </a:lnTo>
                  <a:close/>
                  <a:moveTo>
                    <a:pt x="41847" y="346863"/>
                  </a:moveTo>
                  <a:lnTo>
                    <a:pt x="56093" y="346863"/>
                  </a:lnTo>
                  <a:lnTo>
                    <a:pt x="53154" y="319998"/>
                  </a:lnTo>
                  <a:close/>
                  <a:moveTo>
                    <a:pt x="337321" y="346863"/>
                  </a:moveTo>
                  <a:lnTo>
                    <a:pt x="337321" y="349367"/>
                  </a:lnTo>
                  <a:lnTo>
                    <a:pt x="338947" y="346863"/>
                  </a:lnTo>
                  <a:close/>
                  <a:moveTo>
                    <a:pt x="338947" y="346863"/>
                  </a:moveTo>
                  <a:lnTo>
                    <a:pt x="337321" y="325662"/>
                  </a:lnTo>
                  <a:lnTo>
                    <a:pt x="337321" y="346863"/>
                  </a:lnTo>
                  <a:close/>
                  <a:moveTo>
                    <a:pt x="347066" y="319998"/>
                  </a:moveTo>
                  <a:lnTo>
                    <a:pt x="339097" y="319998"/>
                  </a:lnTo>
                  <a:lnTo>
                    <a:pt x="338947" y="346863"/>
                  </a:lnTo>
                  <a:close/>
                  <a:moveTo>
                    <a:pt x="54145" y="293132"/>
                  </a:moveTo>
                  <a:lnTo>
                    <a:pt x="61231" y="319998"/>
                  </a:lnTo>
                  <a:lnTo>
                    <a:pt x="61231" y="293132"/>
                  </a:lnTo>
                  <a:close/>
                  <a:moveTo>
                    <a:pt x="54145" y="293132"/>
                  </a:moveTo>
                  <a:lnTo>
                    <a:pt x="53154" y="319998"/>
                  </a:lnTo>
                  <a:lnTo>
                    <a:pt x="61231" y="319998"/>
                  </a:lnTo>
                  <a:close/>
                  <a:moveTo>
                    <a:pt x="347066" y="319998"/>
                  </a:moveTo>
                  <a:lnTo>
                    <a:pt x="344718" y="293132"/>
                  </a:lnTo>
                  <a:lnTo>
                    <a:pt x="339097" y="319998"/>
                  </a:lnTo>
                  <a:close/>
                  <a:moveTo>
                    <a:pt x="43485" y="266267"/>
                  </a:moveTo>
                  <a:lnTo>
                    <a:pt x="54145" y="293132"/>
                  </a:lnTo>
                  <a:lnTo>
                    <a:pt x="58241" y="266267"/>
                  </a:lnTo>
                  <a:close/>
                  <a:moveTo>
                    <a:pt x="337321" y="293132"/>
                  </a:moveTo>
                  <a:lnTo>
                    <a:pt x="344718" y="293132"/>
                  </a:lnTo>
                  <a:lnTo>
                    <a:pt x="337321" y="277311"/>
                  </a:lnTo>
                  <a:close/>
                  <a:moveTo>
                    <a:pt x="336595" y="293132"/>
                  </a:moveTo>
                  <a:lnTo>
                    <a:pt x="337321" y="277311"/>
                  </a:lnTo>
                  <a:lnTo>
                    <a:pt x="332110" y="266267"/>
                  </a:lnTo>
                  <a:close/>
                  <a:moveTo>
                    <a:pt x="26720" y="239401"/>
                  </a:moveTo>
                  <a:lnTo>
                    <a:pt x="26720" y="240803"/>
                  </a:lnTo>
                  <a:lnTo>
                    <a:pt x="41926" y="239401"/>
                  </a:lnTo>
                  <a:close/>
                  <a:moveTo>
                    <a:pt x="41926" y="239401"/>
                  </a:moveTo>
                  <a:lnTo>
                    <a:pt x="26720" y="240803"/>
                  </a:lnTo>
                  <a:lnTo>
                    <a:pt x="43485" y="266267"/>
                  </a:lnTo>
                  <a:close/>
                  <a:moveTo>
                    <a:pt x="332110" y="266267"/>
                  </a:moveTo>
                  <a:lnTo>
                    <a:pt x="310444" y="239401"/>
                  </a:lnTo>
                  <a:lnTo>
                    <a:pt x="323464" y="266267"/>
                  </a:lnTo>
                  <a:close/>
                  <a:moveTo>
                    <a:pt x="25778" y="239401"/>
                  </a:moveTo>
                  <a:lnTo>
                    <a:pt x="26720" y="239401"/>
                  </a:lnTo>
                  <a:lnTo>
                    <a:pt x="25779" y="212536"/>
                  </a:lnTo>
                  <a:close/>
                  <a:moveTo>
                    <a:pt x="9111" y="212536"/>
                  </a:moveTo>
                  <a:lnTo>
                    <a:pt x="25778" y="239401"/>
                  </a:lnTo>
                  <a:lnTo>
                    <a:pt x="25779" y="212536"/>
                  </a:lnTo>
                  <a:close/>
                  <a:moveTo>
                    <a:pt x="302810" y="239401"/>
                  </a:moveTo>
                  <a:lnTo>
                    <a:pt x="310444" y="239401"/>
                  </a:lnTo>
                  <a:lnTo>
                    <a:pt x="302810" y="231683"/>
                  </a:lnTo>
                  <a:close/>
                  <a:moveTo>
                    <a:pt x="299632" y="239401"/>
                  </a:moveTo>
                  <a:lnTo>
                    <a:pt x="302810" y="231683"/>
                  </a:lnTo>
                  <a:lnTo>
                    <a:pt x="284080" y="212536"/>
                  </a:lnTo>
                  <a:close/>
                  <a:moveTo>
                    <a:pt x="317" y="185670"/>
                  </a:moveTo>
                  <a:lnTo>
                    <a:pt x="9111" y="212536"/>
                  </a:lnTo>
                  <a:lnTo>
                    <a:pt x="25779" y="212536"/>
                  </a:lnTo>
                  <a:close/>
                  <a:moveTo>
                    <a:pt x="268299" y="194740"/>
                  </a:moveTo>
                  <a:lnTo>
                    <a:pt x="270706" y="212536"/>
                  </a:lnTo>
                  <a:lnTo>
                    <a:pt x="284080" y="212536"/>
                  </a:lnTo>
                  <a:close/>
                  <a:moveTo>
                    <a:pt x="268299" y="194740"/>
                  </a:moveTo>
                  <a:lnTo>
                    <a:pt x="261265" y="185670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317" y="185670"/>
                  </a:lnTo>
                  <a:lnTo>
                    <a:pt x="16763" y="185670"/>
                  </a:lnTo>
                  <a:close/>
                  <a:moveTo>
                    <a:pt x="261265" y="185670"/>
                  </a:moveTo>
                  <a:lnTo>
                    <a:pt x="245855" y="158805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17336" y="158805"/>
                  </a:lnTo>
                  <a:lnTo>
                    <a:pt x="6911" y="131939"/>
                  </a:lnTo>
                  <a:close/>
                  <a:moveTo>
                    <a:pt x="233787" y="131939"/>
                  </a:moveTo>
                  <a:lnTo>
                    <a:pt x="245855" y="158805"/>
                  </a:lnTo>
                  <a:lnTo>
                    <a:pt x="235825" y="131939"/>
                  </a:lnTo>
                  <a:close/>
                  <a:moveTo>
                    <a:pt x="233787" y="131939"/>
                  </a:moveTo>
                  <a:lnTo>
                    <a:pt x="233787" y="158805"/>
                  </a:lnTo>
                  <a:lnTo>
                    <a:pt x="245855" y="158805"/>
                  </a:lnTo>
                  <a:close/>
                  <a:moveTo>
                    <a:pt x="18114" y="105073"/>
                  </a:moveTo>
                  <a:lnTo>
                    <a:pt x="26720" y="131939"/>
                  </a:lnTo>
                  <a:lnTo>
                    <a:pt x="26720" y="105073"/>
                  </a:lnTo>
                  <a:close/>
                  <a:moveTo>
                    <a:pt x="18114" y="105073"/>
                  </a:moveTo>
                  <a:lnTo>
                    <a:pt x="6911" y="131939"/>
                  </a:lnTo>
                  <a:lnTo>
                    <a:pt x="26720" y="131939"/>
                  </a:lnTo>
                  <a:close/>
                  <a:moveTo>
                    <a:pt x="233787" y="131939"/>
                  </a:moveTo>
                  <a:lnTo>
                    <a:pt x="235825" y="131939"/>
                  </a:lnTo>
                  <a:lnTo>
                    <a:pt x="233787" y="120707"/>
                  </a:lnTo>
                  <a:close/>
                  <a:moveTo>
                    <a:pt x="233787" y="131939"/>
                  </a:moveTo>
                  <a:lnTo>
                    <a:pt x="233787" y="120707"/>
                  </a:lnTo>
                  <a:lnTo>
                    <a:pt x="215233" y="131939"/>
                  </a:lnTo>
                  <a:close/>
                  <a:moveTo>
                    <a:pt x="215233" y="131939"/>
                  </a:moveTo>
                  <a:lnTo>
                    <a:pt x="233787" y="120707"/>
                  </a:lnTo>
                  <a:lnTo>
                    <a:pt x="231385" y="105073"/>
                  </a:lnTo>
                  <a:close/>
                  <a:moveTo>
                    <a:pt x="26720" y="87069"/>
                  </a:moveTo>
                  <a:lnTo>
                    <a:pt x="18114" y="105073"/>
                  </a:lnTo>
                  <a:lnTo>
                    <a:pt x="26720" y="105073"/>
                  </a:lnTo>
                  <a:close/>
                  <a:moveTo>
                    <a:pt x="26720" y="87069"/>
                  </a:moveTo>
                  <a:lnTo>
                    <a:pt x="26720" y="105073"/>
                  </a:lnTo>
                  <a:lnTo>
                    <a:pt x="30545" y="78208"/>
                  </a:lnTo>
                  <a:close/>
                  <a:moveTo>
                    <a:pt x="30545" y="78208"/>
                  </a:moveTo>
                  <a:lnTo>
                    <a:pt x="26720" y="105073"/>
                  </a:lnTo>
                  <a:lnTo>
                    <a:pt x="42165" y="105073"/>
                  </a:lnTo>
                  <a:close/>
                  <a:moveTo>
                    <a:pt x="206607" y="105073"/>
                  </a:moveTo>
                  <a:lnTo>
                    <a:pt x="231385" y="105073"/>
                  </a:lnTo>
                  <a:lnTo>
                    <a:pt x="229046" y="78208"/>
                  </a:lnTo>
                  <a:close/>
                  <a:moveTo>
                    <a:pt x="30545" y="78208"/>
                  </a:moveTo>
                  <a:lnTo>
                    <a:pt x="58690" y="78208"/>
                  </a:lnTo>
                  <a:lnTo>
                    <a:pt x="44292" y="51342"/>
                  </a:lnTo>
                  <a:close/>
                  <a:moveTo>
                    <a:pt x="229046" y="78208"/>
                  </a:moveTo>
                  <a:lnTo>
                    <a:pt x="222691" y="51342"/>
                  </a:lnTo>
                  <a:lnTo>
                    <a:pt x="199709" y="78208"/>
                  </a:lnTo>
                  <a:close/>
                  <a:moveTo>
                    <a:pt x="61231" y="30774"/>
                  </a:moveTo>
                  <a:lnTo>
                    <a:pt x="44292" y="51342"/>
                  </a:lnTo>
                  <a:lnTo>
                    <a:pt x="61231" y="51342"/>
                  </a:lnTo>
                  <a:close/>
                  <a:moveTo>
                    <a:pt x="68012" y="24477"/>
                  </a:moveTo>
                  <a:lnTo>
                    <a:pt x="61231" y="30774"/>
                  </a:lnTo>
                  <a:lnTo>
                    <a:pt x="95742" y="40009"/>
                  </a:lnTo>
                  <a:close/>
                  <a:moveTo>
                    <a:pt x="199276" y="24477"/>
                  </a:moveTo>
                  <a:lnTo>
                    <a:pt x="222691" y="51342"/>
                  </a:lnTo>
                  <a:lnTo>
                    <a:pt x="204507" y="24477"/>
                  </a:lnTo>
                  <a:close/>
                  <a:moveTo>
                    <a:pt x="199276" y="24477"/>
                  </a:moveTo>
                  <a:lnTo>
                    <a:pt x="199276" y="51342"/>
                  </a:lnTo>
                  <a:lnTo>
                    <a:pt x="222691" y="51342"/>
                  </a:lnTo>
                  <a:close/>
                  <a:moveTo>
                    <a:pt x="95742" y="7769"/>
                  </a:moveTo>
                  <a:lnTo>
                    <a:pt x="68012" y="24477"/>
                  </a:lnTo>
                  <a:lnTo>
                    <a:pt x="95742" y="24477"/>
                  </a:lnTo>
                  <a:close/>
                  <a:moveTo>
                    <a:pt x="95742" y="24477"/>
                  </a:moveTo>
                  <a:lnTo>
                    <a:pt x="130254" y="0"/>
                  </a:lnTo>
                  <a:lnTo>
                    <a:pt x="95742" y="7769"/>
                  </a:lnTo>
                  <a:close/>
                  <a:moveTo>
                    <a:pt x="130254" y="24477"/>
                  </a:moveTo>
                  <a:lnTo>
                    <a:pt x="164765" y="3320"/>
                  </a:lnTo>
                  <a:lnTo>
                    <a:pt x="130254" y="0"/>
                  </a:lnTo>
                  <a:close/>
                  <a:moveTo>
                    <a:pt x="164765" y="24477"/>
                  </a:moveTo>
                  <a:lnTo>
                    <a:pt x="199276" y="20132"/>
                  </a:lnTo>
                  <a:lnTo>
                    <a:pt x="164765" y="3320"/>
                  </a:lnTo>
                  <a:close/>
                  <a:moveTo>
                    <a:pt x="164765" y="24477"/>
                  </a:moveTo>
                  <a:lnTo>
                    <a:pt x="199276" y="24477"/>
                  </a:lnTo>
                  <a:lnTo>
                    <a:pt x="199276" y="20132"/>
                  </a:lnTo>
                  <a:close/>
                  <a:moveTo>
                    <a:pt x="199276" y="24477"/>
                  </a:moveTo>
                  <a:lnTo>
                    <a:pt x="204507" y="24477"/>
                  </a:lnTo>
                  <a:lnTo>
                    <a:pt x="199276" y="20132"/>
                  </a:lnTo>
                  <a:close/>
                </a:path>
              </a:pathLst>
            </a:custGeom>
            <a:solidFill>
              <a:srgbClr val="E57586"/>
            </a:solidFill>
            <a:ln w="4001">
              <a:solidFill>
                <a:srgbClr val="F2BCC4"/>
              </a:solidFill>
            </a:ln>
          </p:spPr>
        </p:sp>
        <p:sp>
          <p:nvSpPr>
            <p:cNvPr id="4025" name="Match_B4__4024">
              <a:extLst>
                <a:ext uri="{FF2B5EF4-FFF2-40B4-BE49-F238E27FC236}">
                  <a16:creationId xmlns:a16="http://schemas.microsoft.com/office/drawing/2014/main" id="{92CF19C4-528A-B0B2-C293-BB64691C5755}"/>
                </a:ext>
              </a:extLst>
            </p:cNvPr>
            <p:cNvSpPr>
              <a:spLocks noGrp="1"/>
            </p:cNvSpPr>
            <p:nvPr/>
          </p:nvSpPr>
          <p:spPr>
            <a:xfrm>
              <a:off x="8392121" y="2476627"/>
              <a:ext cx="344718" cy="505746"/>
            </a:xfrm>
            <a:custGeom>
              <a:avLst/>
              <a:gdLst/>
              <a:ahLst/>
              <a:cxnLst/>
              <a:rect l="0" t="0" r="0" b="0"/>
              <a:pathLst>
                <a:path w="344718" h="505746">
                  <a:moveTo>
                    <a:pt x="26720" y="454326"/>
                  </a:moveTo>
                  <a:lnTo>
                    <a:pt x="26720" y="469925"/>
                  </a:lnTo>
                  <a:lnTo>
                    <a:pt x="34339" y="454326"/>
                  </a:lnTo>
                  <a:close/>
                  <a:moveTo>
                    <a:pt x="34339" y="454326"/>
                  </a:moveTo>
                  <a:lnTo>
                    <a:pt x="37917" y="481191"/>
                  </a:lnTo>
                  <a:lnTo>
                    <a:pt x="61231" y="479548"/>
                  </a:lnTo>
                  <a:close/>
                  <a:moveTo>
                    <a:pt x="61231" y="479548"/>
                  </a:moveTo>
                  <a:lnTo>
                    <a:pt x="37917" y="481191"/>
                  </a:lnTo>
                  <a:lnTo>
                    <a:pt x="61231" y="481191"/>
                  </a:lnTo>
                  <a:close/>
                  <a:moveTo>
                    <a:pt x="61231" y="495204"/>
                  </a:moveTo>
                  <a:lnTo>
                    <a:pt x="64608" y="481191"/>
                  </a:lnTo>
                  <a:lnTo>
                    <a:pt x="61231" y="481191"/>
                  </a:lnTo>
                  <a:close/>
                  <a:moveTo>
                    <a:pt x="95742" y="491805"/>
                  </a:moveTo>
                  <a:lnTo>
                    <a:pt x="64608" y="481191"/>
                  </a:lnTo>
                  <a:lnTo>
                    <a:pt x="61231" y="495204"/>
                  </a:lnTo>
                  <a:close/>
                  <a:moveTo>
                    <a:pt x="95742" y="491805"/>
                  </a:moveTo>
                  <a:lnTo>
                    <a:pt x="95742" y="504808"/>
                  </a:lnTo>
                  <a:lnTo>
                    <a:pt x="130254" y="493408"/>
                  </a:lnTo>
                  <a:close/>
                  <a:moveTo>
                    <a:pt x="130254" y="493408"/>
                  </a:moveTo>
                  <a:lnTo>
                    <a:pt x="130254" y="505746"/>
                  </a:lnTo>
                  <a:lnTo>
                    <a:pt x="164765" y="486214"/>
                  </a:lnTo>
                  <a:close/>
                  <a:moveTo>
                    <a:pt x="164765" y="486214"/>
                  </a:moveTo>
                  <a:lnTo>
                    <a:pt x="199276" y="481191"/>
                  </a:lnTo>
                  <a:lnTo>
                    <a:pt x="176175" y="481191"/>
                  </a:lnTo>
                  <a:close/>
                  <a:moveTo>
                    <a:pt x="199276" y="469446"/>
                  </a:moveTo>
                  <a:lnTo>
                    <a:pt x="233787" y="454326"/>
                  </a:lnTo>
                  <a:lnTo>
                    <a:pt x="220674" y="454326"/>
                  </a:lnTo>
                  <a:close/>
                  <a:moveTo>
                    <a:pt x="176175" y="481191"/>
                  </a:moveTo>
                  <a:lnTo>
                    <a:pt x="199276" y="481191"/>
                  </a:lnTo>
                  <a:lnTo>
                    <a:pt x="199276" y="469446"/>
                  </a:lnTo>
                  <a:close/>
                  <a:moveTo>
                    <a:pt x="25535" y="427460"/>
                  </a:moveTo>
                  <a:lnTo>
                    <a:pt x="26720" y="454326"/>
                  </a:lnTo>
                  <a:lnTo>
                    <a:pt x="26720" y="431466"/>
                  </a:lnTo>
                  <a:close/>
                  <a:moveTo>
                    <a:pt x="14939" y="454326"/>
                  </a:moveTo>
                  <a:lnTo>
                    <a:pt x="26720" y="454326"/>
                  </a:lnTo>
                  <a:lnTo>
                    <a:pt x="25535" y="427460"/>
                  </a:lnTo>
                  <a:close/>
                  <a:moveTo>
                    <a:pt x="26720" y="454326"/>
                  </a:moveTo>
                  <a:lnTo>
                    <a:pt x="34339" y="454326"/>
                  </a:lnTo>
                  <a:lnTo>
                    <a:pt x="26720" y="431466"/>
                  </a:lnTo>
                  <a:close/>
                  <a:moveTo>
                    <a:pt x="252562" y="427460"/>
                  </a:moveTo>
                  <a:lnTo>
                    <a:pt x="233787" y="443490"/>
                  </a:lnTo>
                  <a:lnTo>
                    <a:pt x="238876" y="454326"/>
                  </a:lnTo>
                  <a:close/>
                  <a:moveTo>
                    <a:pt x="220674" y="454326"/>
                  </a:moveTo>
                  <a:lnTo>
                    <a:pt x="233787" y="454326"/>
                  </a:lnTo>
                  <a:lnTo>
                    <a:pt x="233787" y="443490"/>
                  </a:lnTo>
                  <a:close/>
                  <a:moveTo>
                    <a:pt x="12997" y="400595"/>
                  </a:moveTo>
                  <a:lnTo>
                    <a:pt x="26720" y="419684"/>
                  </a:lnTo>
                  <a:lnTo>
                    <a:pt x="26720" y="400595"/>
                  </a:lnTo>
                  <a:close/>
                  <a:moveTo>
                    <a:pt x="25535" y="427460"/>
                  </a:moveTo>
                  <a:lnTo>
                    <a:pt x="26720" y="419684"/>
                  </a:lnTo>
                  <a:lnTo>
                    <a:pt x="12997" y="400595"/>
                  </a:lnTo>
                  <a:close/>
                  <a:moveTo>
                    <a:pt x="252562" y="427460"/>
                  </a:moveTo>
                  <a:lnTo>
                    <a:pt x="266916" y="427460"/>
                  </a:lnTo>
                  <a:lnTo>
                    <a:pt x="268299" y="413589"/>
                  </a:lnTo>
                  <a:close/>
                  <a:moveTo>
                    <a:pt x="41540" y="373729"/>
                  </a:moveTo>
                  <a:lnTo>
                    <a:pt x="26720" y="373729"/>
                  </a:lnTo>
                  <a:lnTo>
                    <a:pt x="26720" y="400595"/>
                  </a:lnTo>
                  <a:close/>
                  <a:moveTo>
                    <a:pt x="295453" y="400595"/>
                  </a:moveTo>
                  <a:lnTo>
                    <a:pt x="283492" y="400595"/>
                  </a:lnTo>
                  <a:lnTo>
                    <a:pt x="268299" y="413589"/>
                  </a:lnTo>
                  <a:close/>
                  <a:moveTo>
                    <a:pt x="283492" y="400595"/>
                  </a:moveTo>
                  <a:lnTo>
                    <a:pt x="295453" y="400595"/>
                  </a:lnTo>
                  <a:lnTo>
                    <a:pt x="302810" y="382465"/>
                  </a:lnTo>
                  <a:close/>
                  <a:moveTo>
                    <a:pt x="41847" y="346863"/>
                  </a:moveTo>
                  <a:lnTo>
                    <a:pt x="41540" y="373729"/>
                  </a:lnTo>
                  <a:lnTo>
                    <a:pt x="56093" y="346863"/>
                  </a:lnTo>
                  <a:close/>
                  <a:moveTo>
                    <a:pt x="321435" y="373729"/>
                  </a:moveTo>
                  <a:lnTo>
                    <a:pt x="311697" y="373729"/>
                  </a:lnTo>
                  <a:lnTo>
                    <a:pt x="302810" y="382465"/>
                  </a:lnTo>
                  <a:close/>
                  <a:moveTo>
                    <a:pt x="321435" y="373729"/>
                  </a:moveTo>
                  <a:lnTo>
                    <a:pt x="330776" y="346863"/>
                  </a:lnTo>
                  <a:lnTo>
                    <a:pt x="311697" y="373729"/>
                  </a:lnTo>
                  <a:close/>
                  <a:moveTo>
                    <a:pt x="53154" y="319998"/>
                  </a:moveTo>
                  <a:lnTo>
                    <a:pt x="61231" y="333286"/>
                  </a:lnTo>
                  <a:lnTo>
                    <a:pt x="61231" y="319998"/>
                  </a:lnTo>
                  <a:close/>
                  <a:moveTo>
                    <a:pt x="56093" y="346863"/>
                  </a:moveTo>
                  <a:lnTo>
                    <a:pt x="61231" y="333286"/>
                  </a:lnTo>
                  <a:lnTo>
                    <a:pt x="53154" y="319998"/>
                  </a:lnTo>
                  <a:close/>
                  <a:moveTo>
                    <a:pt x="339097" y="319998"/>
                  </a:moveTo>
                  <a:lnTo>
                    <a:pt x="337321" y="325662"/>
                  </a:lnTo>
                  <a:lnTo>
                    <a:pt x="338947" y="346863"/>
                  </a:lnTo>
                  <a:close/>
                  <a:moveTo>
                    <a:pt x="330776" y="346863"/>
                  </a:moveTo>
                  <a:lnTo>
                    <a:pt x="337321" y="346863"/>
                  </a:lnTo>
                  <a:lnTo>
                    <a:pt x="337321" y="325662"/>
                  </a:lnTo>
                  <a:close/>
                  <a:moveTo>
                    <a:pt x="66104" y="319998"/>
                  </a:moveTo>
                  <a:lnTo>
                    <a:pt x="67162" y="293132"/>
                  </a:lnTo>
                  <a:lnTo>
                    <a:pt x="61231" y="319998"/>
                  </a:lnTo>
                  <a:close/>
                  <a:moveTo>
                    <a:pt x="67162" y="293132"/>
                  </a:moveTo>
                  <a:lnTo>
                    <a:pt x="61231" y="293132"/>
                  </a:lnTo>
                  <a:lnTo>
                    <a:pt x="61231" y="319998"/>
                  </a:lnTo>
                  <a:close/>
                  <a:moveTo>
                    <a:pt x="61231" y="319998"/>
                  </a:moveTo>
                  <a:lnTo>
                    <a:pt x="61231" y="333286"/>
                  </a:lnTo>
                  <a:lnTo>
                    <a:pt x="66104" y="319998"/>
                  </a:lnTo>
                  <a:close/>
                  <a:moveTo>
                    <a:pt x="344718" y="293132"/>
                  </a:moveTo>
                  <a:lnTo>
                    <a:pt x="337321" y="293132"/>
                  </a:lnTo>
                  <a:lnTo>
                    <a:pt x="339097" y="319998"/>
                  </a:lnTo>
                  <a:close/>
                  <a:moveTo>
                    <a:pt x="58241" y="266267"/>
                  </a:moveTo>
                  <a:lnTo>
                    <a:pt x="61231" y="293132"/>
                  </a:lnTo>
                  <a:lnTo>
                    <a:pt x="61231" y="274773"/>
                  </a:lnTo>
                  <a:close/>
                  <a:moveTo>
                    <a:pt x="54145" y="293132"/>
                  </a:moveTo>
                  <a:lnTo>
                    <a:pt x="61231" y="293132"/>
                  </a:lnTo>
                  <a:lnTo>
                    <a:pt x="58241" y="266267"/>
                  </a:lnTo>
                  <a:close/>
                  <a:moveTo>
                    <a:pt x="61231" y="293132"/>
                  </a:moveTo>
                  <a:lnTo>
                    <a:pt x="67162" y="293132"/>
                  </a:lnTo>
                  <a:lnTo>
                    <a:pt x="61231" y="274773"/>
                  </a:lnTo>
                  <a:close/>
                  <a:moveTo>
                    <a:pt x="337321" y="293132"/>
                  </a:moveTo>
                  <a:lnTo>
                    <a:pt x="337321" y="277311"/>
                  </a:lnTo>
                  <a:lnTo>
                    <a:pt x="336595" y="293132"/>
                  </a:lnTo>
                  <a:close/>
                  <a:moveTo>
                    <a:pt x="336595" y="293132"/>
                  </a:moveTo>
                  <a:lnTo>
                    <a:pt x="332110" y="266267"/>
                  </a:lnTo>
                  <a:lnTo>
                    <a:pt x="323464" y="266267"/>
                  </a:lnTo>
                  <a:close/>
                  <a:moveTo>
                    <a:pt x="41926" y="239401"/>
                  </a:moveTo>
                  <a:lnTo>
                    <a:pt x="43485" y="266267"/>
                  </a:lnTo>
                  <a:lnTo>
                    <a:pt x="58241" y="266267"/>
                  </a:lnTo>
                  <a:close/>
                  <a:moveTo>
                    <a:pt x="323464" y="266267"/>
                  </a:moveTo>
                  <a:lnTo>
                    <a:pt x="302810" y="239401"/>
                  </a:lnTo>
                  <a:lnTo>
                    <a:pt x="302810" y="242644"/>
                  </a:lnTo>
                  <a:close/>
                  <a:moveTo>
                    <a:pt x="310444" y="239401"/>
                  </a:moveTo>
                  <a:lnTo>
                    <a:pt x="302810" y="239401"/>
                  </a:lnTo>
                  <a:lnTo>
                    <a:pt x="323464" y="266267"/>
                  </a:lnTo>
                  <a:close/>
                  <a:moveTo>
                    <a:pt x="25779" y="212536"/>
                  </a:moveTo>
                  <a:lnTo>
                    <a:pt x="26720" y="239401"/>
                  </a:lnTo>
                  <a:lnTo>
                    <a:pt x="26720" y="214149"/>
                  </a:lnTo>
                  <a:close/>
                  <a:moveTo>
                    <a:pt x="26720" y="239401"/>
                  </a:moveTo>
                  <a:lnTo>
                    <a:pt x="41926" y="239401"/>
                  </a:lnTo>
                  <a:lnTo>
                    <a:pt x="26720" y="214149"/>
                  </a:lnTo>
                  <a:close/>
                  <a:moveTo>
                    <a:pt x="302810" y="239401"/>
                  </a:moveTo>
                  <a:lnTo>
                    <a:pt x="302810" y="231683"/>
                  </a:lnTo>
                  <a:lnTo>
                    <a:pt x="299632" y="239401"/>
                  </a:lnTo>
                  <a:close/>
                  <a:moveTo>
                    <a:pt x="299632" y="239401"/>
                  </a:moveTo>
                  <a:lnTo>
                    <a:pt x="284080" y="212536"/>
                  </a:lnTo>
                  <a:lnTo>
                    <a:pt x="270706" y="212536"/>
                  </a:lnTo>
                  <a:close/>
                  <a:moveTo>
                    <a:pt x="302810" y="242644"/>
                  </a:moveTo>
                  <a:lnTo>
                    <a:pt x="302810" y="239401"/>
                  </a:lnTo>
                  <a:lnTo>
                    <a:pt x="299632" y="239401"/>
                  </a:lnTo>
                  <a:close/>
                  <a:moveTo>
                    <a:pt x="317" y="185670"/>
                  </a:moveTo>
                  <a:lnTo>
                    <a:pt x="25779" y="212536"/>
                  </a:lnTo>
                  <a:lnTo>
                    <a:pt x="16763" y="185670"/>
                  </a:lnTo>
                  <a:close/>
                  <a:moveTo>
                    <a:pt x="268299" y="194740"/>
                  </a:moveTo>
                  <a:lnTo>
                    <a:pt x="268299" y="210114"/>
                  </a:lnTo>
                  <a:lnTo>
                    <a:pt x="270706" y="212536"/>
                  </a:lnTo>
                  <a:close/>
                  <a:moveTo>
                    <a:pt x="268299" y="210114"/>
                  </a:moveTo>
                  <a:lnTo>
                    <a:pt x="268299" y="194740"/>
                  </a:lnTo>
                  <a:lnTo>
                    <a:pt x="246213" y="185670"/>
                  </a:lnTo>
                  <a:close/>
                  <a:moveTo>
                    <a:pt x="0" y="158805"/>
                  </a:moveTo>
                  <a:lnTo>
                    <a:pt x="16763" y="185670"/>
                  </a:lnTo>
                  <a:lnTo>
                    <a:pt x="17336" y="158805"/>
                  </a:lnTo>
                  <a:close/>
                  <a:moveTo>
                    <a:pt x="246213" y="185670"/>
                  </a:moveTo>
                  <a:lnTo>
                    <a:pt x="233787" y="158805"/>
                  </a:lnTo>
                  <a:lnTo>
                    <a:pt x="233787" y="167815"/>
                  </a:lnTo>
                  <a:close/>
                  <a:moveTo>
                    <a:pt x="245855" y="158805"/>
                  </a:moveTo>
                  <a:lnTo>
                    <a:pt x="233787" y="158805"/>
                  </a:lnTo>
                  <a:lnTo>
                    <a:pt x="246213" y="185670"/>
                  </a:lnTo>
                  <a:close/>
                  <a:moveTo>
                    <a:pt x="6911" y="131939"/>
                  </a:moveTo>
                  <a:lnTo>
                    <a:pt x="26720" y="132274"/>
                  </a:lnTo>
                  <a:lnTo>
                    <a:pt x="26720" y="131939"/>
                  </a:lnTo>
                  <a:close/>
                  <a:moveTo>
                    <a:pt x="17336" y="158805"/>
                  </a:moveTo>
                  <a:lnTo>
                    <a:pt x="26720" y="132274"/>
                  </a:lnTo>
                  <a:lnTo>
                    <a:pt x="6911" y="131939"/>
                  </a:lnTo>
                  <a:close/>
                  <a:moveTo>
                    <a:pt x="233787" y="158805"/>
                  </a:moveTo>
                  <a:lnTo>
                    <a:pt x="233787" y="131939"/>
                  </a:lnTo>
                  <a:lnTo>
                    <a:pt x="228055" y="158805"/>
                  </a:lnTo>
                  <a:close/>
                  <a:moveTo>
                    <a:pt x="233787" y="131939"/>
                  </a:moveTo>
                  <a:lnTo>
                    <a:pt x="215233" y="131939"/>
                  </a:lnTo>
                  <a:lnTo>
                    <a:pt x="228055" y="158805"/>
                  </a:lnTo>
                  <a:close/>
                  <a:moveTo>
                    <a:pt x="233787" y="167815"/>
                  </a:moveTo>
                  <a:lnTo>
                    <a:pt x="233787" y="158805"/>
                  </a:lnTo>
                  <a:lnTo>
                    <a:pt x="228055" y="158805"/>
                  </a:lnTo>
                  <a:close/>
                  <a:moveTo>
                    <a:pt x="42165" y="105073"/>
                  </a:moveTo>
                  <a:lnTo>
                    <a:pt x="26720" y="105073"/>
                  </a:lnTo>
                  <a:lnTo>
                    <a:pt x="26720" y="131939"/>
                  </a:lnTo>
                  <a:close/>
                  <a:moveTo>
                    <a:pt x="215233" y="131939"/>
                  </a:moveTo>
                  <a:lnTo>
                    <a:pt x="231385" y="105073"/>
                  </a:lnTo>
                  <a:lnTo>
                    <a:pt x="206607" y="105073"/>
                  </a:lnTo>
                  <a:close/>
                  <a:moveTo>
                    <a:pt x="30545" y="78208"/>
                  </a:moveTo>
                  <a:lnTo>
                    <a:pt x="42165" y="105073"/>
                  </a:lnTo>
                  <a:lnTo>
                    <a:pt x="58690" y="78208"/>
                  </a:lnTo>
                  <a:close/>
                  <a:moveTo>
                    <a:pt x="199709" y="78208"/>
                  </a:moveTo>
                  <a:lnTo>
                    <a:pt x="206607" y="105073"/>
                  </a:lnTo>
                  <a:lnTo>
                    <a:pt x="229046" y="78208"/>
                  </a:lnTo>
                  <a:close/>
                  <a:moveTo>
                    <a:pt x="44292" y="51342"/>
                  </a:moveTo>
                  <a:lnTo>
                    <a:pt x="61231" y="74619"/>
                  </a:lnTo>
                  <a:lnTo>
                    <a:pt x="61231" y="51342"/>
                  </a:lnTo>
                  <a:close/>
                  <a:moveTo>
                    <a:pt x="58690" y="78208"/>
                  </a:moveTo>
                  <a:lnTo>
                    <a:pt x="61231" y="74619"/>
                  </a:lnTo>
                  <a:lnTo>
                    <a:pt x="44292" y="51342"/>
                  </a:lnTo>
                  <a:close/>
                  <a:moveTo>
                    <a:pt x="199709" y="78208"/>
                  </a:moveTo>
                  <a:lnTo>
                    <a:pt x="199276" y="51342"/>
                  </a:lnTo>
                  <a:lnTo>
                    <a:pt x="199276" y="77170"/>
                  </a:lnTo>
                  <a:close/>
                  <a:moveTo>
                    <a:pt x="222691" y="51342"/>
                  </a:moveTo>
                  <a:lnTo>
                    <a:pt x="199276" y="51342"/>
                  </a:lnTo>
                  <a:lnTo>
                    <a:pt x="199709" y="78208"/>
                  </a:lnTo>
                  <a:close/>
                  <a:moveTo>
                    <a:pt x="95742" y="24477"/>
                  </a:moveTo>
                  <a:lnTo>
                    <a:pt x="68012" y="24477"/>
                  </a:lnTo>
                  <a:lnTo>
                    <a:pt x="95742" y="40009"/>
                  </a:lnTo>
                  <a:close/>
                  <a:moveTo>
                    <a:pt x="95742" y="40009"/>
                  </a:moveTo>
                  <a:lnTo>
                    <a:pt x="61231" y="30774"/>
                  </a:lnTo>
                  <a:lnTo>
                    <a:pt x="81439" y="51342"/>
                  </a:lnTo>
                  <a:close/>
                  <a:moveTo>
                    <a:pt x="81439" y="51342"/>
                  </a:moveTo>
                  <a:lnTo>
                    <a:pt x="61231" y="30774"/>
                  </a:lnTo>
                  <a:lnTo>
                    <a:pt x="61231" y="51342"/>
                  </a:lnTo>
                  <a:close/>
                  <a:moveTo>
                    <a:pt x="61231" y="51342"/>
                  </a:moveTo>
                  <a:lnTo>
                    <a:pt x="61231" y="74619"/>
                  </a:lnTo>
                  <a:lnTo>
                    <a:pt x="81439" y="51342"/>
                  </a:lnTo>
                  <a:close/>
                  <a:moveTo>
                    <a:pt x="164765" y="35393"/>
                  </a:moveTo>
                  <a:lnTo>
                    <a:pt x="184639" y="51342"/>
                  </a:lnTo>
                  <a:lnTo>
                    <a:pt x="164765" y="24477"/>
                  </a:lnTo>
                  <a:close/>
                  <a:moveTo>
                    <a:pt x="164765" y="24477"/>
                  </a:moveTo>
                  <a:lnTo>
                    <a:pt x="184639" y="51342"/>
                  </a:lnTo>
                  <a:lnTo>
                    <a:pt x="199276" y="51342"/>
                  </a:lnTo>
                  <a:close/>
                  <a:moveTo>
                    <a:pt x="164765" y="24477"/>
                  </a:moveTo>
                  <a:lnTo>
                    <a:pt x="199276" y="51342"/>
                  </a:lnTo>
                  <a:lnTo>
                    <a:pt x="199276" y="24477"/>
                  </a:lnTo>
                  <a:close/>
                  <a:moveTo>
                    <a:pt x="199276" y="77170"/>
                  </a:moveTo>
                  <a:lnTo>
                    <a:pt x="199276" y="51342"/>
                  </a:lnTo>
                  <a:lnTo>
                    <a:pt x="184639" y="51342"/>
                  </a:lnTo>
                  <a:close/>
                  <a:moveTo>
                    <a:pt x="95742" y="24477"/>
                  </a:moveTo>
                  <a:lnTo>
                    <a:pt x="130254" y="24477"/>
                  </a:lnTo>
                  <a:lnTo>
                    <a:pt x="130254" y="0"/>
                  </a:lnTo>
                  <a:close/>
                  <a:moveTo>
                    <a:pt x="130254" y="24477"/>
                  </a:moveTo>
                  <a:lnTo>
                    <a:pt x="95742" y="24477"/>
                  </a:lnTo>
                  <a:lnTo>
                    <a:pt x="130254" y="28530"/>
                  </a:lnTo>
                  <a:close/>
                  <a:moveTo>
                    <a:pt x="95742" y="24477"/>
                  </a:moveTo>
                  <a:lnTo>
                    <a:pt x="95742" y="40009"/>
                  </a:lnTo>
                  <a:lnTo>
                    <a:pt x="130254" y="28530"/>
                  </a:lnTo>
                  <a:close/>
                  <a:moveTo>
                    <a:pt x="130254" y="24477"/>
                  </a:moveTo>
                  <a:lnTo>
                    <a:pt x="164765" y="24477"/>
                  </a:lnTo>
                  <a:lnTo>
                    <a:pt x="164765" y="3320"/>
                  </a:lnTo>
                  <a:close/>
                  <a:moveTo>
                    <a:pt x="164765" y="24477"/>
                  </a:moveTo>
                  <a:lnTo>
                    <a:pt x="130254" y="24477"/>
                  </a:lnTo>
                  <a:lnTo>
                    <a:pt x="164765" y="35393"/>
                  </a:lnTo>
                  <a:close/>
                </a:path>
              </a:pathLst>
            </a:custGeom>
            <a:solidFill>
              <a:srgbClr val="E67989"/>
            </a:solidFill>
            <a:ln w="4001">
              <a:solidFill>
                <a:srgbClr val="F2BCC4"/>
              </a:solidFill>
            </a:ln>
          </p:spPr>
        </p:sp>
        <p:sp>
          <p:nvSpPr>
            <p:cNvPr id="4026" name="Match_B4__4025">
              <a:extLst>
                <a:ext uri="{FF2B5EF4-FFF2-40B4-BE49-F238E27FC236}">
                  <a16:creationId xmlns:a16="http://schemas.microsoft.com/office/drawing/2014/main" id="{A9BCA040-5939-71E6-9E8E-F07A98EAAC17}"/>
                </a:ext>
              </a:extLst>
            </p:cNvPr>
            <p:cNvSpPr>
              <a:spLocks noGrp="1"/>
            </p:cNvSpPr>
            <p:nvPr/>
          </p:nvSpPr>
          <p:spPr>
            <a:xfrm>
              <a:off x="8408884" y="2501103"/>
              <a:ext cx="322334" cy="468931"/>
            </a:xfrm>
            <a:custGeom>
              <a:avLst/>
              <a:gdLst/>
              <a:ahLst/>
              <a:cxnLst/>
              <a:rect l="0" t="0" r="0" b="0"/>
              <a:pathLst>
                <a:path w="322334" h="468931">
                  <a:moveTo>
                    <a:pt x="44468" y="456714"/>
                  </a:moveTo>
                  <a:lnTo>
                    <a:pt x="47845" y="456714"/>
                  </a:lnTo>
                  <a:lnTo>
                    <a:pt x="44468" y="455071"/>
                  </a:lnTo>
                  <a:close/>
                  <a:moveTo>
                    <a:pt x="12758" y="376118"/>
                  </a:moveTo>
                  <a:lnTo>
                    <a:pt x="24777" y="349252"/>
                  </a:lnTo>
                  <a:lnTo>
                    <a:pt x="9957" y="376118"/>
                  </a:lnTo>
                  <a:close/>
                  <a:moveTo>
                    <a:pt x="9957" y="376118"/>
                  </a:moveTo>
                  <a:lnTo>
                    <a:pt x="9957" y="395208"/>
                  </a:lnTo>
                  <a:lnTo>
                    <a:pt x="12758" y="376118"/>
                  </a:lnTo>
                  <a:close/>
                  <a:moveTo>
                    <a:pt x="322334" y="295521"/>
                  </a:moveTo>
                  <a:lnTo>
                    <a:pt x="320558" y="268656"/>
                  </a:lnTo>
                  <a:lnTo>
                    <a:pt x="320558" y="276690"/>
                  </a:lnTo>
                  <a:close/>
                  <a:moveTo>
                    <a:pt x="320558" y="276690"/>
                  </a:moveTo>
                  <a:lnTo>
                    <a:pt x="320558" y="268656"/>
                  </a:lnTo>
                  <a:lnTo>
                    <a:pt x="319832" y="268656"/>
                  </a:lnTo>
                  <a:close/>
                  <a:moveTo>
                    <a:pt x="10085" y="107462"/>
                  </a:moveTo>
                  <a:lnTo>
                    <a:pt x="25402" y="80597"/>
                  </a:lnTo>
                  <a:lnTo>
                    <a:pt x="9957" y="107462"/>
                  </a:lnTo>
                  <a:close/>
                  <a:moveTo>
                    <a:pt x="9957" y="107462"/>
                  </a:moveTo>
                  <a:lnTo>
                    <a:pt x="9957" y="107797"/>
                  </a:lnTo>
                  <a:lnTo>
                    <a:pt x="10085" y="107462"/>
                  </a:lnTo>
                  <a:close/>
                  <a:moveTo>
                    <a:pt x="113491" y="0"/>
                  </a:moveTo>
                  <a:lnTo>
                    <a:pt x="113491" y="4053"/>
                  </a:lnTo>
                  <a:lnTo>
                    <a:pt x="148002" y="10916"/>
                  </a:lnTo>
                  <a:close/>
                  <a:moveTo>
                    <a:pt x="47845" y="456714"/>
                  </a:moveTo>
                  <a:lnTo>
                    <a:pt x="78979" y="467329"/>
                  </a:lnTo>
                  <a:lnTo>
                    <a:pt x="78979" y="456714"/>
                  </a:lnTo>
                  <a:close/>
                  <a:moveTo>
                    <a:pt x="44468" y="455071"/>
                  </a:moveTo>
                  <a:lnTo>
                    <a:pt x="47845" y="456714"/>
                  </a:lnTo>
                  <a:lnTo>
                    <a:pt x="65807" y="429849"/>
                  </a:lnTo>
                  <a:close/>
                  <a:moveTo>
                    <a:pt x="113491" y="456714"/>
                  </a:moveTo>
                  <a:lnTo>
                    <a:pt x="78979" y="467329"/>
                  </a:lnTo>
                  <a:lnTo>
                    <a:pt x="113491" y="468931"/>
                  </a:lnTo>
                  <a:close/>
                  <a:moveTo>
                    <a:pt x="113491" y="456714"/>
                  </a:moveTo>
                  <a:lnTo>
                    <a:pt x="78979" y="456714"/>
                  </a:lnTo>
                  <a:lnTo>
                    <a:pt x="78979" y="467329"/>
                  </a:lnTo>
                  <a:close/>
                  <a:moveTo>
                    <a:pt x="148002" y="456714"/>
                  </a:moveTo>
                  <a:lnTo>
                    <a:pt x="113491" y="468931"/>
                  </a:lnTo>
                  <a:lnTo>
                    <a:pt x="148002" y="461737"/>
                  </a:lnTo>
                  <a:close/>
                  <a:moveTo>
                    <a:pt x="148002" y="456714"/>
                  </a:moveTo>
                  <a:lnTo>
                    <a:pt x="113491" y="456714"/>
                  </a:lnTo>
                  <a:lnTo>
                    <a:pt x="113491" y="468931"/>
                  </a:lnTo>
                  <a:close/>
                  <a:moveTo>
                    <a:pt x="148002" y="456714"/>
                  </a:moveTo>
                  <a:lnTo>
                    <a:pt x="148002" y="461737"/>
                  </a:lnTo>
                  <a:lnTo>
                    <a:pt x="159412" y="456714"/>
                  </a:lnTo>
                  <a:close/>
                  <a:moveTo>
                    <a:pt x="159412" y="456714"/>
                  </a:moveTo>
                  <a:lnTo>
                    <a:pt x="182513" y="444969"/>
                  </a:lnTo>
                  <a:lnTo>
                    <a:pt x="148002" y="456714"/>
                  </a:lnTo>
                  <a:close/>
                  <a:moveTo>
                    <a:pt x="17576" y="429849"/>
                  </a:moveTo>
                  <a:lnTo>
                    <a:pt x="44468" y="455071"/>
                  </a:lnTo>
                  <a:lnTo>
                    <a:pt x="44468" y="429849"/>
                  </a:lnTo>
                  <a:close/>
                  <a:moveTo>
                    <a:pt x="44468" y="429849"/>
                  </a:moveTo>
                  <a:lnTo>
                    <a:pt x="9957" y="406990"/>
                  </a:lnTo>
                  <a:lnTo>
                    <a:pt x="17576" y="429849"/>
                  </a:lnTo>
                  <a:close/>
                  <a:moveTo>
                    <a:pt x="9957" y="402983"/>
                  </a:moveTo>
                  <a:lnTo>
                    <a:pt x="9957" y="406990"/>
                  </a:lnTo>
                  <a:lnTo>
                    <a:pt x="44468" y="429849"/>
                  </a:lnTo>
                  <a:close/>
                  <a:moveTo>
                    <a:pt x="182513" y="429849"/>
                  </a:moveTo>
                  <a:lnTo>
                    <a:pt x="182513" y="444969"/>
                  </a:lnTo>
                  <a:lnTo>
                    <a:pt x="203911" y="429849"/>
                  </a:lnTo>
                  <a:close/>
                  <a:moveTo>
                    <a:pt x="203911" y="429849"/>
                  </a:moveTo>
                  <a:lnTo>
                    <a:pt x="217025" y="419014"/>
                  </a:lnTo>
                  <a:lnTo>
                    <a:pt x="182513" y="429849"/>
                  </a:lnTo>
                  <a:close/>
                  <a:moveTo>
                    <a:pt x="8772" y="402983"/>
                  </a:moveTo>
                  <a:lnTo>
                    <a:pt x="9957" y="406990"/>
                  </a:lnTo>
                  <a:lnTo>
                    <a:pt x="9957" y="402983"/>
                  </a:lnTo>
                  <a:close/>
                  <a:moveTo>
                    <a:pt x="9957" y="395208"/>
                  </a:moveTo>
                  <a:lnTo>
                    <a:pt x="8772" y="402983"/>
                  </a:lnTo>
                  <a:lnTo>
                    <a:pt x="9957" y="402983"/>
                  </a:lnTo>
                  <a:close/>
                  <a:moveTo>
                    <a:pt x="9957" y="402983"/>
                  </a:moveTo>
                  <a:lnTo>
                    <a:pt x="12758" y="376118"/>
                  </a:lnTo>
                  <a:lnTo>
                    <a:pt x="9957" y="395208"/>
                  </a:lnTo>
                  <a:close/>
                  <a:moveTo>
                    <a:pt x="44468" y="376118"/>
                  </a:moveTo>
                  <a:lnTo>
                    <a:pt x="12758" y="376118"/>
                  </a:lnTo>
                  <a:lnTo>
                    <a:pt x="9957" y="402983"/>
                  </a:lnTo>
                  <a:close/>
                  <a:moveTo>
                    <a:pt x="217025" y="402983"/>
                  </a:moveTo>
                  <a:lnTo>
                    <a:pt x="217025" y="419014"/>
                  </a:lnTo>
                  <a:lnTo>
                    <a:pt x="235799" y="402983"/>
                  </a:lnTo>
                  <a:close/>
                  <a:moveTo>
                    <a:pt x="235799" y="402983"/>
                  </a:moveTo>
                  <a:lnTo>
                    <a:pt x="251536" y="389113"/>
                  </a:lnTo>
                  <a:lnTo>
                    <a:pt x="217025" y="402983"/>
                  </a:lnTo>
                  <a:close/>
                  <a:moveTo>
                    <a:pt x="24777" y="349252"/>
                  </a:moveTo>
                  <a:lnTo>
                    <a:pt x="12758" y="376118"/>
                  </a:lnTo>
                  <a:lnTo>
                    <a:pt x="44468" y="376118"/>
                  </a:lnTo>
                  <a:close/>
                  <a:moveTo>
                    <a:pt x="251536" y="376118"/>
                  </a:moveTo>
                  <a:lnTo>
                    <a:pt x="251536" y="389113"/>
                  </a:lnTo>
                  <a:lnTo>
                    <a:pt x="266729" y="376118"/>
                  </a:lnTo>
                  <a:close/>
                  <a:moveTo>
                    <a:pt x="266729" y="376118"/>
                  </a:moveTo>
                  <a:lnTo>
                    <a:pt x="286047" y="357989"/>
                  </a:lnTo>
                  <a:lnTo>
                    <a:pt x="251536" y="376118"/>
                  </a:lnTo>
                  <a:close/>
                  <a:moveTo>
                    <a:pt x="39330" y="322387"/>
                  </a:moveTo>
                  <a:lnTo>
                    <a:pt x="44468" y="349252"/>
                  </a:lnTo>
                  <a:lnTo>
                    <a:pt x="44468" y="322387"/>
                  </a:lnTo>
                  <a:close/>
                  <a:moveTo>
                    <a:pt x="39330" y="322387"/>
                  </a:moveTo>
                  <a:lnTo>
                    <a:pt x="24777" y="349252"/>
                  </a:lnTo>
                  <a:lnTo>
                    <a:pt x="44468" y="349252"/>
                  </a:lnTo>
                  <a:close/>
                  <a:moveTo>
                    <a:pt x="286047" y="349252"/>
                  </a:moveTo>
                  <a:lnTo>
                    <a:pt x="286047" y="357989"/>
                  </a:lnTo>
                  <a:lnTo>
                    <a:pt x="294935" y="349252"/>
                  </a:lnTo>
                  <a:close/>
                  <a:moveTo>
                    <a:pt x="314013" y="322387"/>
                  </a:moveTo>
                  <a:lnTo>
                    <a:pt x="292946" y="322387"/>
                  </a:lnTo>
                  <a:lnTo>
                    <a:pt x="294935" y="349252"/>
                  </a:lnTo>
                  <a:close/>
                  <a:moveTo>
                    <a:pt x="44468" y="308810"/>
                  </a:moveTo>
                  <a:lnTo>
                    <a:pt x="39330" y="322387"/>
                  </a:lnTo>
                  <a:lnTo>
                    <a:pt x="44468" y="322387"/>
                  </a:lnTo>
                  <a:close/>
                  <a:moveTo>
                    <a:pt x="44468" y="308810"/>
                  </a:moveTo>
                  <a:lnTo>
                    <a:pt x="44468" y="322387"/>
                  </a:lnTo>
                  <a:lnTo>
                    <a:pt x="49341" y="295521"/>
                  </a:lnTo>
                  <a:close/>
                  <a:moveTo>
                    <a:pt x="49341" y="295521"/>
                  </a:moveTo>
                  <a:lnTo>
                    <a:pt x="44468" y="322387"/>
                  </a:lnTo>
                  <a:lnTo>
                    <a:pt x="67965" y="322387"/>
                  </a:lnTo>
                  <a:close/>
                  <a:moveTo>
                    <a:pt x="320558" y="301185"/>
                  </a:moveTo>
                  <a:lnTo>
                    <a:pt x="320558" y="295521"/>
                  </a:lnTo>
                  <a:lnTo>
                    <a:pt x="314013" y="322387"/>
                  </a:lnTo>
                  <a:close/>
                  <a:moveTo>
                    <a:pt x="314013" y="322387"/>
                  </a:moveTo>
                  <a:lnTo>
                    <a:pt x="320558" y="295521"/>
                  </a:lnTo>
                  <a:lnTo>
                    <a:pt x="302579" y="295521"/>
                  </a:lnTo>
                  <a:close/>
                  <a:moveTo>
                    <a:pt x="50399" y="268656"/>
                  </a:moveTo>
                  <a:lnTo>
                    <a:pt x="49341" y="295521"/>
                  </a:lnTo>
                  <a:lnTo>
                    <a:pt x="75085" y="295521"/>
                  </a:lnTo>
                  <a:close/>
                  <a:moveTo>
                    <a:pt x="320558" y="295521"/>
                  </a:moveTo>
                  <a:lnTo>
                    <a:pt x="320558" y="301185"/>
                  </a:lnTo>
                  <a:lnTo>
                    <a:pt x="322334" y="295521"/>
                  </a:lnTo>
                  <a:close/>
                  <a:moveTo>
                    <a:pt x="320558" y="295521"/>
                  </a:moveTo>
                  <a:lnTo>
                    <a:pt x="322334" y="295521"/>
                  </a:lnTo>
                  <a:lnTo>
                    <a:pt x="320558" y="276690"/>
                  </a:lnTo>
                  <a:close/>
                  <a:moveTo>
                    <a:pt x="320558" y="295521"/>
                  </a:moveTo>
                  <a:lnTo>
                    <a:pt x="320558" y="276690"/>
                  </a:lnTo>
                  <a:lnTo>
                    <a:pt x="302579" y="295521"/>
                  </a:lnTo>
                  <a:close/>
                  <a:moveTo>
                    <a:pt x="302579" y="295521"/>
                  </a:moveTo>
                  <a:lnTo>
                    <a:pt x="320558" y="276690"/>
                  </a:lnTo>
                  <a:lnTo>
                    <a:pt x="319832" y="268656"/>
                  </a:lnTo>
                  <a:close/>
                  <a:moveTo>
                    <a:pt x="44468" y="241790"/>
                  </a:moveTo>
                  <a:lnTo>
                    <a:pt x="44468" y="250297"/>
                  </a:lnTo>
                  <a:lnTo>
                    <a:pt x="71403" y="241790"/>
                  </a:lnTo>
                  <a:close/>
                  <a:moveTo>
                    <a:pt x="71403" y="241790"/>
                  </a:moveTo>
                  <a:lnTo>
                    <a:pt x="44468" y="250297"/>
                  </a:lnTo>
                  <a:lnTo>
                    <a:pt x="50399" y="268656"/>
                  </a:lnTo>
                  <a:close/>
                  <a:moveTo>
                    <a:pt x="319832" y="268656"/>
                  </a:moveTo>
                  <a:lnTo>
                    <a:pt x="306701" y="241790"/>
                  </a:lnTo>
                  <a:lnTo>
                    <a:pt x="299748" y="268656"/>
                  </a:lnTo>
                  <a:close/>
                  <a:moveTo>
                    <a:pt x="41478" y="241790"/>
                  </a:moveTo>
                  <a:lnTo>
                    <a:pt x="44468" y="250297"/>
                  </a:lnTo>
                  <a:lnTo>
                    <a:pt x="44468" y="241790"/>
                  </a:lnTo>
                  <a:close/>
                  <a:moveTo>
                    <a:pt x="25163" y="214924"/>
                  </a:moveTo>
                  <a:lnTo>
                    <a:pt x="44468" y="241790"/>
                  </a:lnTo>
                  <a:lnTo>
                    <a:pt x="44468" y="214924"/>
                  </a:lnTo>
                  <a:close/>
                  <a:moveTo>
                    <a:pt x="25163" y="214924"/>
                  </a:moveTo>
                  <a:lnTo>
                    <a:pt x="41478" y="241790"/>
                  </a:lnTo>
                  <a:lnTo>
                    <a:pt x="44468" y="241790"/>
                  </a:lnTo>
                  <a:close/>
                  <a:moveTo>
                    <a:pt x="286047" y="241790"/>
                  </a:moveTo>
                  <a:lnTo>
                    <a:pt x="306701" y="241790"/>
                  </a:lnTo>
                  <a:lnTo>
                    <a:pt x="286047" y="218168"/>
                  </a:lnTo>
                  <a:close/>
                  <a:moveTo>
                    <a:pt x="284120" y="241790"/>
                  </a:moveTo>
                  <a:lnTo>
                    <a:pt x="286047" y="218168"/>
                  </a:lnTo>
                  <a:lnTo>
                    <a:pt x="282869" y="214924"/>
                  </a:lnTo>
                  <a:close/>
                  <a:moveTo>
                    <a:pt x="9957" y="188059"/>
                  </a:moveTo>
                  <a:lnTo>
                    <a:pt x="9957" y="189673"/>
                  </a:lnTo>
                  <a:lnTo>
                    <a:pt x="43549" y="188059"/>
                  </a:lnTo>
                  <a:close/>
                  <a:moveTo>
                    <a:pt x="9957" y="189673"/>
                  </a:moveTo>
                  <a:lnTo>
                    <a:pt x="25163" y="214924"/>
                  </a:lnTo>
                  <a:lnTo>
                    <a:pt x="43549" y="188059"/>
                  </a:lnTo>
                  <a:close/>
                  <a:moveTo>
                    <a:pt x="253944" y="188059"/>
                  </a:moveTo>
                  <a:lnTo>
                    <a:pt x="251536" y="188059"/>
                  </a:lnTo>
                  <a:lnTo>
                    <a:pt x="255598" y="214924"/>
                  </a:lnTo>
                  <a:close/>
                  <a:moveTo>
                    <a:pt x="282869" y="214924"/>
                  </a:moveTo>
                  <a:lnTo>
                    <a:pt x="253944" y="188059"/>
                  </a:lnTo>
                  <a:lnTo>
                    <a:pt x="255598" y="214924"/>
                  </a:lnTo>
                  <a:close/>
                  <a:moveTo>
                    <a:pt x="9016" y="188059"/>
                  </a:moveTo>
                  <a:lnTo>
                    <a:pt x="9957" y="189673"/>
                  </a:lnTo>
                  <a:lnTo>
                    <a:pt x="9957" y="188059"/>
                  </a:lnTo>
                  <a:close/>
                  <a:moveTo>
                    <a:pt x="0" y="161193"/>
                  </a:moveTo>
                  <a:lnTo>
                    <a:pt x="9957" y="188059"/>
                  </a:lnTo>
                  <a:lnTo>
                    <a:pt x="9957" y="161193"/>
                  </a:lnTo>
                  <a:close/>
                  <a:moveTo>
                    <a:pt x="0" y="161193"/>
                  </a:moveTo>
                  <a:lnTo>
                    <a:pt x="9016" y="188059"/>
                  </a:lnTo>
                  <a:lnTo>
                    <a:pt x="9957" y="188059"/>
                  </a:lnTo>
                  <a:close/>
                  <a:moveTo>
                    <a:pt x="251536" y="188059"/>
                  </a:moveTo>
                  <a:lnTo>
                    <a:pt x="253944" y="188059"/>
                  </a:lnTo>
                  <a:lnTo>
                    <a:pt x="251536" y="185637"/>
                  </a:lnTo>
                  <a:close/>
                  <a:moveTo>
                    <a:pt x="217025" y="161193"/>
                  </a:moveTo>
                  <a:lnTo>
                    <a:pt x="251536" y="188059"/>
                  </a:lnTo>
                  <a:lnTo>
                    <a:pt x="229450" y="161193"/>
                  </a:lnTo>
                  <a:close/>
                  <a:moveTo>
                    <a:pt x="229450" y="161193"/>
                  </a:moveTo>
                  <a:lnTo>
                    <a:pt x="251536" y="188059"/>
                  </a:lnTo>
                  <a:lnTo>
                    <a:pt x="251536" y="185637"/>
                  </a:lnTo>
                  <a:close/>
                  <a:moveTo>
                    <a:pt x="573" y="134328"/>
                  </a:moveTo>
                  <a:lnTo>
                    <a:pt x="9957" y="161193"/>
                  </a:lnTo>
                  <a:lnTo>
                    <a:pt x="9957" y="134328"/>
                  </a:lnTo>
                  <a:close/>
                  <a:moveTo>
                    <a:pt x="573" y="134328"/>
                  </a:moveTo>
                  <a:lnTo>
                    <a:pt x="0" y="161193"/>
                  </a:lnTo>
                  <a:lnTo>
                    <a:pt x="9957" y="161193"/>
                  </a:lnTo>
                  <a:close/>
                  <a:moveTo>
                    <a:pt x="217025" y="161193"/>
                  </a:moveTo>
                  <a:lnTo>
                    <a:pt x="229450" y="161193"/>
                  </a:lnTo>
                  <a:lnTo>
                    <a:pt x="217025" y="143338"/>
                  </a:lnTo>
                  <a:close/>
                  <a:moveTo>
                    <a:pt x="211292" y="134328"/>
                  </a:moveTo>
                  <a:lnTo>
                    <a:pt x="217025" y="161193"/>
                  </a:lnTo>
                  <a:lnTo>
                    <a:pt x="217025" y="143338"/>
                  </a:lnTo>
                  <a:close/>
                  <a:moveTo>
                    <a:pt x="9957" y="107797"/>
                  </a:moveTo>
                  <a:lnTo>
                    <a:pt x="573" y="134328"/>
                  </a:lnTo>
                  <a:lnTo>
                    <a:pt x="9957" y="134328"/>
                  </a:lnTo>
                  <a:close/>
                  <a:moveTo>
                    <a:pt x="10085" y="107462"/>
                  </a:moveTo>
                  <a:lnTo>
                    <a:pt x="9957" y="107797"/>
                  </a:lnTo>
                  <a:lnTo>
                    <a:pt x="44468" y="124339"/>
                  </a:lnTo>
                  <a:close/>
                  <a:moveTo>
                    <a:pt x="182513" y="107462"/>
                  </a:moveTo>
                  <a:lnTo>
                    <a:pt x="211292" y="134328"/>
                  </a:lnTo>
                  <a:lnTo>
                    <a:pt x="198470" y="107462"/>
                  </a:lnTo>
                  <a:close/>
                  <a:moveTo>
                    <a:pt x="25402" y="80597"/>
                  </a:moveTo>
                  <a:lnTo>
                    <a:pt x="10085" y="107462"/>
                  </a:lnTo>
                  <a:lnTo>
                    <a:pt x="44468" y="107462"/>
                  </a:lnTo>
                  <a:close/>
                  <a:moveTo>
                    <a:pt x="182513" y="80597"/>
                  </a:moveTo>
                  <a:lnTo>
                    <a:pt x="198470" y="107462"/>
                  </a:lnTo>
                  <a:lnTo>
                    <a:pt x="189844" y="80597"/>
                  </a:lnTo>
                  <a:close/>
                  <a:moveTo>
                    <a:pt x="182513" y="80597"/>
                  </a:moveTo>
                  <a:lnTo>
                    <a:pt x="182513" y="107462"/>
                  </a:lnTo>
                  <a:lnTo>
                    <a:pt x="198470" y="107462"/>
                  </a:lnTo>
                  <a:close/>
                  <a:moveTo>
                    <a:pt x="41927" y="53731"/>
                  </a:moveTo>
                  <a:lnTo>
                    <a:pt x="44468" y="80597"/>
                  </a:lnTo>
                  <a:lnTo>
                    <a:pt x="44468" y="53731"/>
                  </a:lnTo>
                  <a:close/>
                  <a:moveTo>
                    <a:pt x="41927" y="53731"/>
                  </a:moveTo>
                  <a:lnTo>
                    <a:pt x="25402" y="80597"/>
                  </a:lnTo>
                  <a:lnTo>
                    <a:pt x="44468" y="80597"/>
                  </a:lnTo>
                  <a:close/>
                  <a:moveTo>
                    <a:pt x="44468" y="80597"/>
                  </a:moveTo>
                  <a:lnTo>
                    <a:pt x="78979" y="53731"/>
                  </a:lnTo>
                  <a:lnTo>
                    <a:pt x="44468" y="53731"/>
                  </a:lnTo>
                  <a:close/>
                  <a:moveTo>
                    <a:pt x="148002" y="80597"/>
                  </a:moveTo>
                  <a:lnTo>
                    <a:pt x="182513" y="80597"/>
                  </a:lnTo>
                  <a:lnTo>
                    <a:pt x="182513" y="53731"/>
                  </a:lnTo>
                  <a:close/>
                  <a:moveTo>
                    <a:pt x="182513" y="53731"/>
                  </a:moveTo>
                  <a:lnTo>
                    <a:pt x="189844" y="80597"/>
                  </a:lnTo>
                  <a:lnTo>
                    <a:pt x="182946" y="53731"/>
                  </a:lnTo>
                  <a:close/>
                  <a:moveTo>
                    <a:pt x="182513" y="53731"/>
                  </a:moveTo>
                  <a:lnTo>
                    <a:pt x="182513" y="80597"/>
                  </a:lnTo>
                  <a:lnTo>
                    <a:pt x="189844" y="80597"/>
                  </a:lnTo>
                  <a:close/>
                  <a:moveTo>
                    <a:pt x="44468" y="50142"/>
                  </a:moveTo>
                  <a:lnTo>
                    <a:pt x="41927" y="53731"/>
                  </a:lnTo>
                  <a:lnTo>
                    <a:pt x="44468" y="53731"/>
                  </a:lnTo>
                  <a:close/>
                  <a:moveTo>
                    <a:pt x="44468" y="53731"/>
                  </a:moveTo>
                  <a:lnTo>
                    <a:pt x="64676" y="26866"/>
                  </a:lnTo>
                  <a:lnTo>
                    <a:pt x="44468" y="50142"/>
                  </a:lnTo>
                  <a:close/>
                  <a:moveTo>
                    <a:pt x="78979" y="26866"/>
                  </a:moveTo>
                  <a:lnTo>
                    <a:pt x="64676" y="26866"/>
                  </a:lnTo>
                  <a:lnTo>
                    <a:pt x="44468" y="53731"/>
                  </a:lnTo>
                  <a:close/>
                  <a:moveTo>
                    <a:pt x="78979" y="53731"/>
                  </a:moveTo>
                  <a:lnTo>
                    <a:pt x="78979" y="26866"/>
                  </a:lnTo>
                  <a:lnTo>
                    <a:pt x="44468" y="53731"/>
                  </a:lnTo>
                  <a:close/>
                  <a:moveTo>
                    <a:pt x="148002" y="26866"/>
                  </a:moveTo>
                  <a:lnTo>
                    <a:pt x="182513" y="52693"/>
                  </a:lnTo>
                  <a:lnTo>
                    <a:pt x="167876" y="26866"/>
                  </a:lnTo>
                  <a:close/>
                  <a:moveTo>
                    <a:pt x="182513" y="53731"/>
                  </a:moveTo>
                  <a:lnTo>
                    <a:pt x="182513" y="52693"/>
                  </a:lnTo>
                  <a:lnTo>
                    <a:pt x="148002" y="26866"/>
                  </a:lnTo>
                  <a:close/>
                  <a:moveTo>
                    <a:pt x="148002" y="53731"/>
                  </a:moveTo>
                  <a:lnTo>
                    <a:pt x="182513" y="53731"/>
                  </a:lnTo>
                  <a:lnTo>
                    <a:pt x="148002" y="26866"/>
                  </a:lnTo>
                  <a:close/>
                  <a:moveTo>
                    <a:pt x="182513" y="53731"/>
                  </a:moveTo>
                  <a:lnTo>
                    <a:pt x="182946" y="53731"/>
                  </a:lnTo>
                  <a:lnTo>
                    <a:pt x="182513" y="52693"/>
                  </a:lnTo>
                  <a:close/>
                  <a:moveTo>
                    <a:pt x="78979" y="15533"/>
                  </a:moveTo>
                  <a:lnTo>
                    <a:pt x="64676" y="26866"/>
                  </a:lnTo>
                  <a:lnTo>
                    <a:pt x="78979" y="26866"/>
                  </a:lnTo>
                  <a:close/>
                  <a:moveTo>
                    <a:pt x="78979" y="26866"/>
                  </a:moveTo>
                  <a:lnTo>
                    <a:pt x="113491" y="4053"/>
                  </a:lnTo>
                  <a:lnTo>
                    <a:pt x="78979" y="15533"/>
                  </a:lnTo>
                  <a:close/>
                  <a:moveTo>
                    <a:pt x="78979" y="26866"/>
                  </a:moveTo>
                  <a:lnTo>
                    <a:pt x="113491" y="26866"/>
                  </a:lnTo>
                  <a:lnTo>
                    <a:pt x="113491" y="4053"/>
                  </a:lnTo>
                  <a:close/>
                  <a:moveTo>
                    <a:pt x="113491" y="26866"/>
                  </a:moveTo>
                  <a:lnTo>
                    <a:pt x="148002" y="10916"/>
                  </a:lnTo>
                  <a:lnTo>
                    <a:pt x="113491" y="4053"/>
                  </a:lnTo>
                  <a:close/>
                  <a:moveTo>
                    <a:pt x="113491" y="26866"/>
                  </a:moveTo>
                  <a:lnTo>
                    <a:pt x="148002" y="26866"/>
                  </a:lnTo>
                  <a:lnTo>
                    <a:pt x="148002" y="10916"/>
                  </a:lnTo>
                  <a:close/>
                  <a:moveTo>
                    <a:pt x="148002" y="26866"/>
                  </a:moveTo>
                  <a:lnTo>
                    <a:pt x="167876" y="26866"/>
                  </a:lnTo>
                  <a:lnTo>
                    <a:pt x="148002" y="10916"/>
                  </a:lnTo>
                  <a:close/>
                </a:path>
              </a:pathLst>
            </a:custGeom>
            <a:solidFill>
              <a:srgbClr val="E77D8D"/>
            </a:solidFill>
            <a:ln w="4001">
              <a:solidFill>
                <a:srgbClr val="F2BCC4"/>
              </a:solidFill>
            </a:ln>
          </p:spPr>
        </p:sp>
        <p:sp>
          <p:nvSpPr>
            <p:cNvPr id="4027" name="Match_B4__4026">
              <a:extLst>
                <a:ext uri="{FF2B5EF4-FFF2-40B4-BE49-F238E27FC236}">
                  <a16:creationId xmlns:a16="http://schemas.microsoft.com/office/drawing/2014/main" id="{66C2B180-84CA-87CC-3BE8-1207B99AE701}"/>
                </a:ext>
              </a:extLst>
            </p:cNvPr>
            <p:cNvSpPr>
              <a:spLocks noGrp="1"/>
            </p:cNvSpPr>
            <p:nvPr/>
          </p:nvSpPr>
          <p:spPr>
            <a:xfrm>
              <a:off x="8418841" y="2527969"/>
              <a:ext cx="309875" cy="429849"/>
            </a:xfrm>
            <a:custGeom>
              <a:avLst/>
              <a:gdLst/>
              <a:ahLst/>
              <a:cxnLst/>
              <a:rect l="0" t="0" r="0" b="0"/>
              <a:pathLst>
                <a:path w="309875" h="429849">
                  <a:moveTo>
                    <a:pt x="34511" y="402983"/>
                  </a:moveTo>
                  <a:lnTo>
                    <a:pt x="34511" y="428205"/>
                  </a:lnTo>
                  <a:lnTo>
                    <a:pt x="55850" y="402983"/>
                  </a:lnTo>
                  <a:close/>
                  <a:moveTo>
                    <a:pt x="55850" y="402983"/>
                  </a:moveTo>
                  <a:lnTo>
                    <a:pt x="37888" y="429849"/>
                  </a:lnTo>
                  <a:lnTo>
                    <a:pt x="69023" y="410087"/>
                  </a:lnTo>
                  <a:close/>
                  <a:moveTo>
                    <a:pt x="69023" y="410087"/>
                  </a:moveTo>
                  <a:lnTo>
                    <a:pt x="37888" y="429849"/>
                  </a:lnTo>
                  <a:lnTo>
                    <a:pt x="69023" y="429849"/>
                  </a:lnTo>
                  <a:close/>
                  <a:moveTo>
                    <a:pt x="69023" y="429849"/>
                  </a:moveTo>
                  <a:lnTo>
                    <a:pt x="103534" y="429849"/>
                  </a:lnTo>
                  <a:lnTo>
                    <a:pt x="69023" y="410087"/>
                  </a:lnTo>
                  <a:close/>
                  <a:moveTo>
                    <a:pt x="103534" y="429849"/>
                  </a:moveTo>
                  <a:lnTo>
                    <a:pt x="103534" y="414555"/>
                  </a:lnTo>
                  <a:lnTo>
                    <a:pt x="69023" y="410087"/>
                  </a:lnTo>
                  <a:close/>
                  <a:moveTo>
                    <a:pt x="103534" y="429849"/>
                  </a:moveTo>
                  <a:lnTo>
                    <a:pt x="138045" y="429849"/>
                  </a:lnTo>
                  <a:lnTo>
                    <a:pt x="103534" y="414555"/>
                  </a:lnTo>
                  <a:close/>
                  <a:moveTo>
                    <a:pt x="138045" y="429849"/>
                  </a:moveTo>
                  <a:lnTo>
                    <a:pt x="138045" y="407049"/>
                  </a:lnTo>
                  <a:lnTo>
                    <a:pt x="103534" y="414555"/>
                  </a:lnTo>
                  <a:close/>
                  <a:moveTo>
                    <a:pt x="138045" y="407049"/>
                  </a:moveTo>
                  <a:lnTo>
                    <a:pt x="172556" y="418104"/>
                  </a:lnTo>
                  <a:lnTo>
                    <a:pt x="172556" y="402983"/>
                  </a:lnTo>
                  <a:close/>
                  <a:moveTo>
                    <a:pt x="138045" y="429849"/>
                  </a:moveTo>
                  <a:lnTo>
                    <a:pt x="172556" y="418104"/>
                  </a:lnTo>
                  <a:lnTo>
                    <a:pt x="138045" y="407049"/>
                  </a:lnTo>
                  <a:close/>
                  <a:moveTo>
                    <a:pt x="34511" y="376118"/>
                  </a:moveTo>
                  <a:lnTo>
                    <a:pt x="0" y="376118"/>
                  </a:lnTo>
                  <a:lnTo>
                    <a:pt x="34511" y="402983"/>
                  </a:lnTo>
                  <a:close/>
                  <a:moveTo>
                    <a:pt x="172556" y="388178"/>
                  </a:moveTo>
                  <a:lnTo>
                    <a:pt x="207068" y="392148"/>
                  </a:lnTo>
                  <a:lnTo>
                    <a:pt x="207068" y="376118"/>
                  </a:lnTo>
                  <a:close/>
                  <a:moveTo>
                    <a:pt x="172556" y="402983"/>
                  </a:moveTo>
                  <a:lnTo>
                    <a:pt x="207068" y="392148"/>
                  </a:lnTo>
                  <a:lnTo>
                    <a:pt x="172556" y="388178"/>
                  </a:lnTo>
                  <a:close/>
                  <a:moveTo>
                    <a:pt x="34511" y="376118"/>
                  </a:moveTo>
                  <a:lnTo>
                    <a:pt x="34511" y="349252"/>
                  </a:lnTo>
                  <a:lnTo>
                    <a:pt x="0" y="376118"/>
                  </a:lnTo>
                  <a:close/>
                  <a:moveTo>
                    <a:pt x="207068" y="363544"/>
                  </a:moveTo>
                  <a:lnTo>
                    <a:pt x="241579" y="349252"/>
                  </a:lnTo>
                  <a:lnTo>
                    <a:pt x="226139" y="349252"/>
                  </a:lnTo>
                  <a:close/>
                  <a:moveTo>
                    <a:pt x="207068" y="363544"/>
                  </a:moveTo>
                  <a:lnTo>
                    <a:pt x="241579" y="362247"/>
                  </a:lnTo>
                  <a:lnTo>
                    <a:pt x="241579" y="349252"/>
                  </a:lnTo>
                  <a:close/>
                  <a:moveTo>
                    <a:pt x="207068" y="376118"/>
                  </a:moveTo>
                  <a:lnTo>
                    <a:pt x="241579" y="362247"/>
                  </a:lnTo>
                  <a:lnTo>
                    <a:pt x="207068" y="363544"/>
                  </a:lnTo>
                  <a:close/>
                  <a:moveTo>
                    <a:pt x="14820" y="322387"/>
                  </a:moveTo>
                  <a:lnTo>
                    <a:pt x="34511" y="349252"/>
                  </a:lnTo>
                  <a:lnTo>
                    <a:pt x="34511" y="322387"/>
                  </a:lnTo>
                  <a:close/>
                  <a:moveTo>
                    <a:pt x="241579" y="337659"/>
                  </a:moveTo>
                  <a:lnTo>
                    <a:pt x="276090" y="322387"/>
                  </a:lnTo>
                  <a:lnTo>
                    <a:pt x="259825" y="322387"/>
                  </a:lnTo>
                  <a:close/>
                  <a:moveTo>
                    <a:pt x="241579" y="337659"/>
                  </a:moveTo>
                  <a:lnTo>
                    <a:pt x="276090" y="331123"/>
                  </a:lnTo>
                  <a:lnTo>
                    <a:pt x="276090" y="322387"/>
                  </a:lnTo>
                  <a:close/>
                  <a:moveTo>
                    <a:pt x="241579" y="349252"/>
                  </a:moveTo>
                  <a:lnTo>
                    <a:pt x="276090" y="331123"/>
                  </a:lnTo>
                  <a:lnTo>
                    <a:pt x="241579" y="337659"/>
                  </a:lnTo>
                  <a:close/>
                  <a:moveTo>
                    <a:pt x="226139" y="349252"/>
                  </a:moveTo>
                  <a:lnTo>
                    <a:pt x="241579" y="349252"/>
                  </a:lnTo>
                  <a:lnTo>
                    <a:pt x="241579" y="337659"/>
                  </a:lnTo>
                  <a:close/>
                  <a:moveTo>
                    <a:pt x="58008" y="295521"/>
                  </a:moveTo>
                  <a:lnTo>
                    <a:pt x="34511" y="295521"/>
                  </a:lnTo>
                  <a:lnTo>
                    <a:pt x="34511" y="322387"/>
                  </a:lnTo>
                  <a:close/>
                  <a:moveTo>
                    <a:pt x="284978" y="322387"/>
                  </a:moveTo>
                  <a:lnTo>
                    <a:pt x="276090" y="304334"/>
                  </a:lnTo>
                  <a:lnTo>
                    <a:pt x="276090" y="322387"/>
                  </a:lnTo>
                  <a:close/>
                  <a:moveTo>
                    <a:pt x="282989" y="295521"/>
                  </a:moveTo>
                  <a:lnTo>
                    <a:pt x="276090" y="304334"/>
                  </a:lnTo>
                  <a:lnTo>
                    <a:pt x="284978" y="322387"/>
                  </a:lnTo>
                  <a:close/>
                  <a:moveTo>
                    <a:pt x="259825" y="322387"/>
                  </a:moveTo>
                  <a:lnTo>
                    <a:pt x="276090" y="322387"/>
                  </a:lnTo>
                  <a:lnTo>
                    <a:pt x="276090" y="304334"/>
                  </a:lnTo>
                  <a:close/>
                  <a:moveTo>
                    <a:pt x="39384" y="268656"/>
                  </a:moveTo>
                  <a:lnTo>
                    <a:pt x="58008" y="295521"/>
                  </a:lnTo>
                  <a:lnTo>
                    <a:pt x="65128" y="268656"/>
                  </a:lnTo>
                  <a:close/>
                  <a:moveTo>
                    <a:pt x="304056" y="295521"/>
                  </a:moveTo>
                  <a:lnTo>
                    <a:pt x="292622" y="268656"/>
                  </a:lnTo>
                  <a:lnTo>
                    <a:pt x="282989" y="295521"/>
                  </a:lnTo>
                  <a:close/>
                  <a:moveTo>
                    <a:pt x="40442" y="241790"/>
                  </a:moveTo>
                  <a:lnTo>
                    <a:pt x="65128" y="268656"/>
                  </a:lnTo>
                  <a:lnTo>
                    <a:pt x="66580" y="241790"/>
                  </a:lnTo>
                  <a:close/>
                  <a:moveTo>
                    <a:pt x="292622" y="268656"/>
                  </a:moveTo>
                  <a:lnTo>
                    <a:pt x="309875" y="241790"/>
                  </a:lnTo>
                  <a:lnTo>
                    <a:pt x="289791" y="241790"/>
                  </a:lnTo>
                  <a:close/>
                  <a:moveTo>
                    <a:pt x="61446" y="214924"/>
                  </a:moveTo>
                  <a:lnTo>
                    <a:pt x="40442" y="241790"/>
                  </a:lnTo>
                  <a:lnTo>
                    <a:pt x="66580" y="241790"/>
                  </a:lnTo>
                  <a:close/>
                  <a:moveTo>
                    <a:pt x="296744" y="214924"/>
                  </a:moveTo>
                  <a:lnTo>
                    <a:pt x="276090" y="214924"/>
                  </a:lnTo>
                  <a:lnTo>
                    <a:pt x="289791" y="241790"/>
                  </a:lnTo>
                  <a:close/>
                  <a:moveTo>
                    <a:pt x="61446" y="214924"/>
                  </a:moveTo>
                  <a:lnTo>
                    <a:pt x="49351" y="188059"/>
                  </a:lnTo>
                  <a:lnTo>
                    <a:pt x="34511" y="214924"/>
                  </a:lnTo>
                  <a:close/>
                  <a:moveTo>
                    <a:pt x="49351" y="188059"/>
                  </a:moveTo>
                  <a:lnTo>
                    <a:pt x="34511" y="188059"/>
                  </a:lnTo>
                  <a:lnTo>
                    <a:pt x="34511" y="214924"/>
                  </a:lnTo>
                  <a:close/>
                  <a:moveTo>
                    <a:pt x="276090" y="214924"/>
                  </a:moveTo>
                  <a:lnTo>
                    <a:pt x="276090" y="191302"/>
                  </a:lnTo>
                  <a:lnTo>
                    <a:pt x="274163" y="214924"/>
                  </a:lnTo>
                  <a:close/>
                  <a:moveTo>
                    <a:pt x="274163" y="214924"/>
                  </a:moveTo>
                  <a:lnTo>
                    <a:pt x="272912" y="188059"/>
                  </a:lnTo>
                  <a:lnTo>
                    <a:pt x="245641" y="188059"/>
                  </a:lnTo>
                  <a:close/>
                  <a:moveTo>
                    <a:pt x="33592" y="161193"/>
                  </a:moveTo>
                  <a:lnTo>
                    <a:pt x="15207" y="188059"/>
                  </a:lnTo>
                  <a:lnTo>
                    <a:pt x="34511" y="162902"/>
                  </a:lnTo>
                  <a:close/>
                  <a:moveTo>
                    <a:pt x="34511" y="162902"/>
                  </a:moveTo>
                  <a:lnTo>
                    <a:pt x="15207" y="188059"/>
                  </a:lnTo>
                  <a:lnTo>
                    <a:pt x="34511" y="188059"/>
                  </a:lnTo>
                  <a:close/>
                  <a:moveTo>
                    <a:pt x="245641" y="188059"/>
                  </a:moveTo>
                  <a:lnTo>
                    <a:pt x="241579" y="161193"/>
                  </a:lnTo>
                  <a:lnTo>
                    <a:pt x="241579" y="184645"/>
                  </a:lnTo>
                  <a:close/>
                  <a:moveTo>
                    <a:pt x="33592" y="161193"/>
                  </a:moveTo>
                  <a:lnTo>
                    <a:pt x="25681" y="134328"/>
                  </a:lnTo>
                  <a:lnTo>
                    <a:pt x="0" y="161193"/>
                  </a:lnTo>
                  <a:close/>
                  <a:moveTo>
                    <a:pt x="25681" y="134328"/>
                  </a:moveTo>
                  <a:lnTo>
                    <a:pt x="0" y="134328"/>
                  </a:lnTo>
                  <a:lnTo>
                    <a:pt x="0" y="161193"/>
                  </a:lnTo>
                  <a:close/>
                  <a:moveTo>
                    <a:pt x="207068" y="156865"/>
                  </a:moveTo>
                  <a:lnTo>
                    <a:pt x="211629" y="161193"/>
                  </a:lnTo>
                  <a:lnTo>
                    <a:pt x="207068" y="134328"/>
                  </a:lnTo>
                  <a:close/>
                  <a:moveTo>
                    <a:pt x="211629" y="161193"/>
                  </a:moveTo>
                  <a:lnTo>
                    <a:pt x="241579" y="161193"/>
                  </a:lnTo>
                  <a:lnTo>
                    <a:pt x="207068" y="134328"/>
                  </a:lnTo>
                  <a:close/>
                  <a:moveTo>
                    <a:pt x="241579" y="184645"/>
                  </a:moveTo>
                  <a:lnTo>
                    <a:pt x="241579" y="161193"/>
                  </a:lnTo>
                  <a:lnTo>
                    <a:pt x="211629" y="161193"/>
                  </a:lnTo>
                  <a:close/>
                  <a:moveTo>
                    <a:pt x="25681" y="134328"/>
                  </a:moveTo>
                  <a:lnTo>
                    <a:pt x="29035" y="107462"/>
                  </a:lnTo>
                  <a:lnTo>
                    <a:pt x="0" y="134328"/>
                  </a:lnTo>
                  <a:close/>
                  <a:moveTo>
                    <a:pt x="29035" y="107462"/>
                  </a:moveTo>
                  <a:lnTo>
                    <a:pt x="0" y="107462"/>
                  </a:lnTo>
                  <a:lnTo>
                    <a:pt x="0" y="134328"/>
                  </a:lnTo>
                  <a:close/>
                  <a:moveTo>
                    <a:pt x="184044" y="134328"/>
                  </a:moveTo>
                  <a:lnTo>
                    <a:pt x="207068" y="134328"/>
                  </a:lnTo>
                  <a:lnTo>
                    <a:pt x="172556" y="107462"/>
                  </a:lnTo>
                  <a:close/>
                  <a:moveTo>
                    <a:pt x="172556" y="107462"/>
                  </a:moveTo>
                  <a:lnTo>
                    <a:pt x="207068" y="134328"/>
                  </a:lnTo>
                  <a:lnTo>
                    <a:pt x="201335" y="107462"/>
                  </a:lnTo>
                  <a:close/>
                  <a:moveTo>
                    <a:pt x="207068" y="156865"/>
                  </a:moveTo>
                  <a:lnTo>
                    <a:pt x="207068" y="134328"/>
                  </a:lnTo>
                  <a:lnTo>
                    <a:pt x="184044" y="134328"/>
                  </a:lnTo>
                  <a:close/>
                  <a:moveTo>
                    <a:pt x="34511" y="80597"/>
                  </a:moveTo>
                  <a:lnTo>
                    <a:pt x="128" y="80597"/>
                  </a:lnTo>
                  <a:lnTo>
                    <a:pt x="34511" y="97474"/>
                  </a:lnTo>
                  <a:close/>
                  <a:moveTo>
                    <a:pt x="34511" y="97474"/>
                  </a:moveTo>
                  <a:lnTo>
                    <a:pt x="0" y="80931"/>
                  </a:lnTo>
                  <a:lnTo>
                    <a:pt x="29035" y="107462"/>
                  </a:lnTo>
                  <a:close/>
                  <a:moveTo>
                    <a:pt x="29035" y="107462"/>
                  </a:moveTo>
                  <a:lnTo>
                    <a:pt x="0" y="80931"/>
                  </a:lnTo>
                  <a:lnTo>
                    <a:pt x="0" y="107462"/>
                  </a:lnTo>
                  <a:close/>
                  <a:moveTo>
                    <a:pt x="172556" y="80597"/>
                  </a:moveTo>
                  <a:lnTo>
                    <a:pt x="172556" y="107462"/>
                  </a:lnTo>
                  <a:lnTo>
                    <a:pt x="201335" y="107462"/>
                  </a:lnTo>
                  <a:close/>
                  <a:moveTo>
                    <a:pt x="172556" y="107462"/>
                  </a:moveTo>
                  <a:lnTo>
                    <a:pt x="172556" y="80597"/>
                  </a:lnTo>
                  <a:lnTo>
                    <a:pt x="161976" y="107462"/>
                  </a:lnTo>
                  <a:close/>
                  <a:moveTo>
                    <a:pt x="172556" y="80597"/>
                  </a:moveTo>
                  <a:lnTo>
                    <a:pt x="140450" y="80597"/>
                  </a:lnTo>
                  <a:lnTo>
                    <a:pt x="161976" y="107462"/>
                  </a:lnTo>
                  <a:close/>
                  <a:moveTo>
                    <a:pt x="15445" y="53731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138045" y="53731"/>
                  </a:moveTo>
                  <a:lnTo>
                    <a:pt x="140450" y="80597"/>
                  </a:lnTo>
                  <a:lnTo>
                    <a:pt x="172556" y="80597"/>
                  </a:lnTo>
                  <a:close/>
                  <a:moveTo>
                    <a:pt x="138045" y="53731"/>
                  </a:moveTo>
                  <a:lnTo>
                    <a:pt x="172556" y="80597"/>
                  </a:lnTo>
                  <a:lnTo>
                    <a:pt x="172556" y="53731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103534" y="53731"/>
                  </a:moveTo>
                  <a:lnTo>
                    <a:pt x="138045" y="53731"/>
                  </a:lnTo>
                  <a:lnTo>
                    <a:pt x="138045" y="26866"/>
                  </a:lnTo>
                  <a:close/>
                  <a:moveTo>
                    <a:pt x="103534" y="53731"/>
                  </a:moveTo>
                  <a:lnTo>
                    <a:pt x="138045" y="26866"/>
                  </a:lnTo>
                  <a:lnTo>
                    <a:pt x="103534" y="26866"/>
                  </a:lnTo>
                  <a:close/>
                  <a:moveTo>
                    <a:pt x="138045" y="53731"/>
                  </a:moveTo>
                  <a:lnTo>
                    <a:pt x="172556" y="26866"/>
                  </a:lnTo>
                  <a:lnTo>
                    <a:pt x="138045" y="26866"/>
                  </a:lnTo>
                  <a:close/>
                  <a:moveTo>
                    <a:pt x="69023" y="26866"/>
                  </a:moveTo>
                  <a:lnTo>
                    <a:pt x="103534" y="26866"/>
                  </a:lnTo>
                  <a:lnTo>
                    <a:pt x="103534" y="0"/>
                  </a:lnTo>
                  <a:close/>
                  <a:moveTo>
                    <a:pt x="69023" y="26866"/>
                  </a:moveTo>
                  <a:lnTo>
                    <a:pt x="103534" y="0"/>
                  </a:lnTo>
                  <a:lnTo>
                    <a:pt x="69023" y="0"/>
                  </a:lnTo>
                  <a:close/>
                  <a:moveTo>
                    <a:pt x="103534" y="26866"/>
                  </a:moveTo>
                  <a:lnTo>
                    <a:pt x="138045" y="26866"/>
                  </a:lnTo>
                  <a:lnTo>
                    <a:pt x="138045" y="0"/>
                  </a:lnTo>
                  <a:close/>
                  <a:moveTo>
                    <a:pt x="103534" y="26866"/>
                  </a:moveTo>
                  <a:lnTo>
                    <a:pt x="138045" y="0"/>
                  </a:lnTo>
                  <a:lnTo>
                    <a:pt x="103534" y="0"/>
                  </a:lnTo>
                  <a:close/>
                </a:path>
              </a:pathLst>
            </a:custGeom>
            <a:solidFill>
              <a:srgbClr val="E78190"/>
            </a:solidFill>
            <a:ln w="4001">
              <a:solidFill>
                <a:srgbClr val="F2BCC4"/>
              </a:solidFill>
            </a:ln>
          </p:spPr>
        </p:sp>
        <p:sp>
          <p:nvSpPr>
            <p:cNvPr id="4028" name="Match_B4__4027">
              <a:extLst>
                <a:ext uri="{FF2B5EF4-FFF2-40B4-BE49-F238E27FC236}">
                  <a16:creationId xmlns:a16="http://schemas.microsoft.com/office/drawing/2014/main" id="{128840B8-1464-1851-FFEB-2FD4C0C45893}"/>
                </a:ext>
              </a:extLst>
            </p:cNvPr>
            <p:cNvSpPr>
              <a:spLocks noGrp="1"/>
            </p:cNvSpPr>
            <p:nvPr/>
          </p:nvSpPr>
          <p:spPr>
            <a:xfrm>
              <a:off x="8444522" y="2554834"/>
              <a:ext cx="266941" cy="387689"/>
            </a:xfrm>
            <a:custGeom>
              <a:avLst/>
              <a:gdLst/>
              <a:ahLst/>
              <a:cxnLst/>
              <a:rect l="0" t="0" r="0" b="0"/>
              <a:pathLst>
                <a:path w="266941" h="387689">
                  <a:moveTo>
                    <a:pt x="112364" y="380183"/>
                  </a:moveTo>
                  <a:lnTo>
                    <a:pt x="146875" y="376118"/>
                  </a:lnTo>
                  <a:lnTo>
                    <a:pt x="120747" y="376118"/>
                  </a:lnTo>
                  <a:close/>
                  <a:moveTo>
                    <a:pt x="30169" y="376118"/>
                  </a:moveTo>
                  <a:lnTo>
                    <a:pt x="9242" y="349252"/>
                  </a:lnTo>
                  <a:lnTo>
                    <a:pt x="8830" y="376118"/>
                  </a:lnTo>
                  <a:close/>
                  <a:moveTo>
                    <a:pt x="9242" y="349252"/>
                  </a:moveTo>
                  <a:lnTo>
                    <a:pt x="8830" y="349252"/>
                  </a:lnTo>
                  <a:lnTo>
                    <a:pt x="8830" y="376118"/>
                  </a:lnTo>
                  <a:close/>
                  <a:moveTo>
                    <a:pt x="146875" y="361313"/>
                  </a:moveTo>
                  <a:lnTo>
                    <a:pt x="181387" y="349252"/>
                  </a:lnTo>
                  <a:lnTo>
                    <a:pt x="163894" y="349252"/>
                  </a:lnTo>
                  <a:close/>
                  <a:moveTo>
                    <a:pt x="120747" y="376118"/>
                  </a:moveTo>
                  <a:lnTo>
                    <a:pt x="146875" y="376118"/>
                  </a:lnTo>
                  <a:lnTo>
                    <a:pt x="146875" y="361313"/>
                  </a:lnTo>
                  <a:close/>
                  <a:moveTo>
                    <a:pt x="9242" y="349252"/>
                  </a:moveTo>
                  <a:lnTo>
                    <a:pt x="10519" y="322387"/>
                  </a:lnTo>
                  <a:lnTo>
                    <a:pt x="8830" y="349252"/>
                  </a:lnTo>
                  <a:close/>
                  <a:moveTo>
                    <a:pt x="10519" y="322387"/>
                  </a:moveTo>
                  <a:lnTo>
                    <a:pt x="8830" y="322387"/>
                  </a:lnTo>
                  <a:lnTo>
                    <a:pt x="8830" y="349252"/>
                  </a:lnTo>
                  <a:close/>
                  <a:moveTo>
                    <a:pt x="163894" y="349252"/>
                  </a:moveTo>
                  <a:lnTo>
                    <a:pt x="181387" y="349252"/>
                  </a:lnTo>
                  <a:lnTo>
                    <a:pt x="181387" y="336678"/>
                  </a:lnTo>
                  <a:close/>
                  <a:moveTo>
                    <a:pt x="10519" y="322387"/>
                  </a:moveTo>
                  <a:lnTo>
                    <a:pt x="21153" y="295521"/>
                  </a:lnTo>
                  <a:lnTo>
                    <a:pt x="8830" y="322387"/>
                  </a:lnTo>
                  <a:close/>
                  <a:moveTo>
                    <a:pt x="21153" y="295521"/>
                  </a:moveTo>
                  <a:lnTo>
                    <a:pt x="8830" y="295521"/>
                  </a:lnTo>
                  <a:lnTo>
                    <a:pt x="8830" y="322387"/>
                  </a:lnTo>
                  <a:close/>
                  <a:moveTo>
                    <a:pt x="21153" y="295521"/>
                  </a:moveTo>
                  <a:lnTo>
                    <a:pt x="32327" y="268656"/>
                  </a:lnTo>
                  <a:lnTo>
                    <a:pt x="8830" y="295521"/>
                  </a:lnTo>
                  <a:close/>
                  <a:moveTo>
                    <a:pt x="264110" y="214924"/>
                  </a:moveTo>
                  <a:lnTo>
                    <a:pt x="250409" y="188059"/>
                  </a:lnTo>
                  <a:lnTo>
                    <a:pt x="250409" y="190891"/>
                  </a:lnTo>
                  <a:close/>
                  <a:moveTo>
                    <a:pt x="250409" y="190891"/>
                  </a:moveTo>
                  <a:lnTo>
                    <a:pt x="250409" y="188059"/>
                  </a:lnTo>
                  <a:lnTo>
                    <a:pt x="248482" y="188059"/>
                  </a:lnTo>
                  <a:close/>
                  <a:moveTo>
                    <a:pt x="8830" y="161193"/>
                  </a:moveTo>
                  <a:lnTo>
                    <a:pt x="23670" y="161193"/>
                  </a:lnTo>
                  <a:lnTo>
                    <a:pt x="8830" y="136037"/>
                  </a:lnTo>
                  <a:close/>
                  <a:moveTo>
                    <a:pt x="146875" y="92749"/>
                  </a:moveTo>
                  <a:lnTo>
                    <a:pt x="158363" y="107462"/>
                  </a:lnTo>
                  <a:lnTo>
                    <a:pt x="146875" y="80597"/>
                  </a:lnTo>
                  <a:close/>
                  <a:moveTo>
                    <a:pt x="146875" y="92749"/>
                  </a:moveTo>
                  <a:lnTo>
                    <a:pt x="146875" y="80597"/>
                  </a:lnTo>
                  <a:lnTo>
                    <a:pt x="136295" y="80597"/>
                  </a:lnTo>
                  <a:close/>
                  <a:moveTo>
                    <a:pt x="23416" y="53731"/>
                  </a:moveTo>
                  <a:lnTo>
                    <a:pt x="43342" y="36837"/>
                  </a:lnTo>
                  <a:lnTo>
                    <a:pt x="8830" y="53731"/>
                  </a:lnTo>
                  <a:close/>
                  <a:moveTo>
                    <a:pt x="8830" y="53731"/>
                  </a:moveTo>
                  <a:lnTo>
                    <a:pt x="43342" y="36837"/>
                  </a:lnTo>
                  <a:lnTo>
                    <a:pt x="43342" y="26866"/>
                  </a:lnTo>
                  <a:close/>
                  <a:moveTo>
                    <a:pt x="8830" y="53731"/>
                  </a:moveTo>
                  <a:lnTo>
                    <a:pt x="8830" y="70608"/>
                  </a:lnTo>
                  <a:lnTo>
                    <a:pt x="23416" y="53731"/>
                  </a:lnTo>
                  <a:close/>
                  <a:moveTo>
                    <a:pt x="112364" y="50522"/>
                  </a:moveTo>
                  <a:lnTo>
                    <a:pt x="114769" y="53731"/>
                  </a:lnTo>
                  <a:lnTo>
                    <a:pt x="112364" y="26866"/>
                  </a:lnTo>
                  <a:close/>
                  <a:moveTo>
                    <a:pt x="43342" y="26866"/>
                  </a:moveTo>
                  <a:lnTo>
                    <a:pt x="77853" y="26866"/>
                  </a:lnTo>
                  <a:lnTo>
                    <a:pt x="77853" y="0"/>
                  </a:lnTo>
                  <a:close/>
                  <a:moveTo>
                    <a:pt x="77853" y="26866"/>
                  </a:moveTo>
                  <a:lnTo>
                    <a:pt x="43342" y="26866"/>
                  </a:lnTo>
                  <a:lnTo>
                    <a:pt x="77853" y="29341"/>
                  </a:lnTo>
                  <a:close/>
                  <a:moveTo>
                    <a:pt x="43342" y="26866"/>
                  </a:moveTo>
                  <a:lnTo>
                    <a:pt x="43342" y="36837"/>
                  </a:lnTo>
                  <a:lnTo>
                    <a:pt x="77853" y="29341"/>
                  </a:lnTo>
                  <a:close/>
                  <a:moveTo>
                    <a:pt x="112364" y="26866"/>
                  </a:moveTo>
                  <a:lnTo>
                    <a:pt x="77853" y="26866"/>
                  </a:lnTo>
                  <a:lnTo>
                    <a:pt x="112364" y="50522"/>
                  </a:lnTo>
                  <a:close/>
                  <a:moveTo>
                    <a:pt x="77853" y="26866"/>
                  </a:moveTo>
                  <a:lnTo>
                    <a:pt x="77853" y="29341"/>
                  </a:lnTo>
                  <a:lnTo>
                    <a:pt x="112364" y="50522"/>
                  </a:lnTo>
                  <a:close/>
                  <a:moveTo>
                    <a:pt x="30169" y="376118"/>
                  </a:moveTo>
                  <a:lnTo>
                    <a:pt x="43342" y="383221"/>
                  </a:lnTo>
                  <a:lnTo>
                    <a:pt x="43342" y="376118"/>
                  </a:lnTo>
                  <a:close/>
                  <a:moveTo>
                    <a:pt x="9242" y="349252"/>
                  </a:moveTo>
                  <a:lnTo>
                    <a:pt x="43342" y="376118"/>
                  </a:lnTo>
                  <a:lnTo>
                    <a:pt x="43342" y="349252"/>
                  </a:lnTo>
                  <a:close/>
                  <a:moveTo>
                    <a:pt x="9242" y="349252"/>
                  </a:moveTo>
                  <a:lnTo>
                    <a:pt x="30169" y="376118"/>
                  </a:lnTo>
                  <a:lnTo>
                    <a:pt x="43342" y="376118"/>
                  </a:lnTo>
                  <a:close/>
                  <a:moveTo>
                    <a:pt x="77853" y="376118"/>
                  </a:moveTo>
                  <a:lnTo>
                    <a:pt x="43342" y="383221"/>
                  </a:lnTo>
                  <a:lnTo>
                    <a:pt x="77853" y="387689"/>
                  </a:lnTo>
                  <a:close/>
                  <a:moveTo>
                    <a:pt x="77853" y="376118"/>
                  </a:moveTo>
                  <a:lnTo>
                    <a:pt x="43342" y="376118"/>
                  </a:lnTo>
                  <a:lnTo>
                    <a:pt x="43342" y="383221"/>
                  </a:lnTo>
                  <a:close/>
                  <a:moveTo>
                    <a:pt x="112364" y="376118"/>
                  </a:moveTo>
                  <a:lnTo>
                    <a:pt x="77853" y="387689"/>
                  </a:lnTo>
                  <a:lnTo>
                    <a:pt x="112364" y="380183"/>
                  </a:lnTo>
                  <a:close/>
                  <a:moveTo>
                    <a:pt x="112364" y="376118"/>
                  </a:moveTo>
                  <a:lnTo>
                    <a:pt x="77853" y="376118"/>
                  </a:lnTo>
                  <a:lnTo>
                    <a:pt x="77853" y="387689"/>
                  </a:lnTo>
                  <a:close/>
                  <a:moveTo>
                    <a:pt x="112364" y="376118"/>
                  </a:moveTo>
                  <a:lnTo>
                    <a:pt x="112364" y="380183"/>
                  </a:lnTo>
                  <a:lnTo>
                    <a:pt x="120747" y="376118"/>
                  </a:lnTo>
                  <a:close/>
                  <a:moveTo>
                    <a:pt x="146875" y="349252"/>
                  </a:moveTo>
                  <a:lnTo>
                    <a:pt x="120747" y="376118"/>
                  </a:lnTo>
                  <a:lnTo>
                    <a:pt x="146875" y="361313"/>
                  </a:lnTo>
                  <a:close/>
                  <a:moveTo>
                    <a:pt x="112364" y="376118"/>
                  </a:moveTo>
                  <a:lnTo>
                    <a:pt x="120747" y="376118"/>
                  </a:lnTo>
                  <a:lnTo>
                    <a:pt x="146875" y="349252"/>
                  </a:lnTo>
                  <a:close/>
                  <a:moveTo>
                    <a:pt x="10519" y="322387"/>
                  </a:moveTo>
                  <a:lnTo>
                    <a:pt x="9242" y="349252"/>
                  </a:lnTo>
                  <a:lnTo>
                    <a:pt x="43342" y="349252"/>
                  </a:lnTo>
                  <a:close/>
                  <a:moveTo>
                    <a:pt x="146875" y="349252"/>
                  </a:moveTo>
                  <a:lnTo>
                    <a:pt x="146875" y="361313"/>
                  </a:lnTo>
                  <a:lnTo>
                    <a:pt x="163894" y="349252"/>
                  </a:lnTo>
                  <a:close/>
                  <a:moveTo>
                    <a:pt x="181387" y="322387"/>
                  </a:moveTo>
                  <a:lnTo>
                    <a:pt x="163894" y="349252"/>
                  </a:lnTo>
                  <a:lnTo>
                    <a:pt x="181387" y="336678"/>
                  </a:lnTo>
                  <a:close/>
                  <a:moveTo>
                    <a:pt x="146875" y="349252"/>
                  </a:moveTo>
                  <a:lnTo>
                    <a:pt x="163894" y="349252"/>
                  </a:lnTo>
                  <a:lnTo>
                    <a:pt x="181387" y="322387"/>
                  </a:lnTo>
                  <a:close/>
                  <a:moveTo>
                    <a:pt x="21153" y="295521"/>
                  </a:moveTo>
                  <a:lnTo>
                    <a:pt x="10519" y="322387"/>
                  </a:lnTo>
                  <a:lnTo>
                    <a:pt x="43342" y="322387"/>
                  </a:lnTo>
                  <a:close/>
                  <a:moveTo>
                    <a:pt x="181387" y="322387"/>
                  </a:moveTo>
                  <a:lnTo>
                    <a:pt x="181387" y="336678"/>
                  </a:lnTo>
                  <a:lnTo>
                    <a:pt x="200458" y="322387"/>
                  </a:lnTo>
                  <a:close/>
                  <a:moveTo>
                    <a:pt x="215898" y="295521"/>
                  </a:moveTo>
                  <a:lnTo>
                    <a:pt x="200458" y="322387"/>
                  </a:lnTo>
                  <a:lnTo>
                    <a:pt x="215898" y="310793"/>
                  </a:lnTo>
                  <a:close/>
                  <a:moveTo>
                    <a:pt x="181387" y="322387"/>
                  </a:moveTo>
                  <a:lnTo>
                    <a:pt x="200458" y="322387"/>
                  </a:lnTo>
                  <a:lnTo>
                    <a:pt x="215898" y="295521"/>
                  </a:lnTo>
                  <a:close/>
                  <a:moveTo>
                    <a:pt x="32327" y="268656"/>
                  </a:moveTo>
                  <a:lnTo>
                    <a:pt x="43342" y="295521"/>
                  </a:lnTo>
                  <a:lnTo>
                    <a:pt x="43342" y="268656"/>
                  </a:lnTo>
                  <a:close/>
                  <a:moveTo>
                    <a:pt x="32327" y="268656"/>
                  </a:moveTo>
                  <a:lnTo>
                    <a:pt x="21153" y="295521"/>
                  </a:lnTo>
                  <a:lnTo>
                    <a:pt x="43342" y="295521"/>
                  </a:lnTo>
                  <a:close/>
                  <a:moveTo>
                    <a:pt x="215898" y="295521"/>
                  </a:moveTo>
                  <a:lnTo>
                    <a:pt x="215898" y="310793"/>
                  </a:lnTo>
                  <a:lnTo>
                    <a:pt x="234144" y="295521"/>
                  </a:lnTo>
                  <a:close/>
                  <a:moveTo>
                    <a:pt x="250409" y="268656"/>
                  </a:moveTo>
                  <a:lnTo>
                    <a:pt x="234144" y="295521"/>
                  </a:lnTo>
                  <a:lnTo>
                    <a:pt x="250409" y="277468"/>
                  </a:lnTo>
                  <a:close/>
                  <a:moveTo>
                    <a:pt x="215898" y="295521"/>
                  </a:moveTo>
                  <a:lnTo>
                    <a:pt x="234144" y="295521"/>
                  </a:lnTo>
                  <a:lnTo>
                    <a:pt x="250409" y="268656"/>
                  </a:lnTo>
                  <a:close/>
                  <a:moveTo>
                    <a:pt x="39447" y="241790"/>
                  </a:moveTo>
                  <a:lnTo>
                    <a:pt x="43342" y="268656"/>
                  </a:lnTo>
                  <a:lnTo>
                    <a:pt x="43342" y="241790"/>
                  </a:lnTo>
                  <a:close/>
                  <a:moveTo>
                    <a:pt x="39447" y="241790"/>
                  </a:moveTo>
                  <a:lnTo>
                    <a:pt x="32327" y="268656"/>
                  </a:lnTo>
                  <a:lnTo>
                    <a:pt x="43342" y="268656"/>
                  </a:lnTo>
                  <a:close/>
                  <a:moveTo>
                    <a:pt x="250409" y="268656"/>
                  </a:moveTo>
                  <a:lnTo>
                    <a:pt x="250409" y="277468"/>
                  </a:lnTo>
                  <a:lnTo>
                    <a:pt x="257308" y="268656"/>
                  </a:lnTo>
                  <a:close/>
                  <a:moveTo>
                    <a:pt x="250409" y="241790"/>
                  </a:moveTo>
                  <a:lnTo>
                    <a:pt x="257308" y="268656"/>
                  </a:lnTo>
                  <a:lnTo>
                    <a:pt x="266941" y="241790"/>
                  </a:lnTo>
                  <a:close/>
                  <a:moveTo>
                    <a:pt x="250409" y="241790"/>
                  </a:moveTo>
                  <a:lnTo>
                    <a:pt x="250409" y="268656"/>
                  </a:lnTo>
                  <a:lnTo>
                    <a:pt x="257308" y="268656"/>
                  </a:lnTo>
                  <a:close/>
                  <a:moveTo>
                    <a:pt x="40899" y="214924"/>
                  </a:moveTo>
                  <a:lnTo>
                    <a:pt x="43342" y="241790"/>
                  </a:lnTo>
                  <a:lnTo>
                    <a:pt x="43342" y="214924"/>
                  </a:lnTo>
                  <a:close/>
                  <a:moveTo>
                    <a:pt x="40899" y="214924"/>
                  </a:moveTo>
                  <a:lnTo>
                    <a:pt x="39447" y="241790"/>
                  </a:lnTo>
                  <a:lnTo>
                    <a:pt x="43342" y="241790"/>
                  </a:lnTo>
                  <a:close/>
                  <a:moveTo>
                    <a:pt x="250409" y="214924"/>
                  </a:moveTo>
                  <a:lnTo>
                    <a:pt x="266941" y="241790"/>
                  </a:lnTo>
                  <a:lnTo>
                    <a:pt x="264110" y="214924"/>
                  </a:lnTo>
                  <a:close/>
                  <a:moveTo>
                    <a:pt x="250409" y="214924"/>
                  </a:moveTo>
                  <a:lnTo>
                    <a:pt x="250409" y="241790"/>
                  </a:lnTo>
                  <a:lnTo>
                    <a:pt x="266941" y="241790"/>
                  </a:lnTo>
                  <a:close/>
                  <a:moveTo>
                    <a:pt x="35765" y="188059"/>
                  </a:moveTo>
                  <a:lnTo>
                    <a:pt x="43342" y="214924"/>
                  </a:lnTo>
                  <a:lnTo>
                    <a:pt x="43342" y="188059"/>
                  </a:lnTo>
                  <a:close/>
                  <a:moveTo>
                    <a:pt x="35765" y="188059"/>
                  </a:moveTo>
                  <a:lnTo>
                    <a:pt x="40899" y="214924"/>
                  </a:lnTo>
                  <a:lnTo>
                    <a:pt x="43342" y="214924"/>
                  </a:lnTo>
                  <a:close/>
                  <a:moveTo>
                    <a:pt x="250409" y="214924"/>
                  </a:moveTo>
                  <a:lnTo>
                    <a:pt x="264110" y="214924"/>
                  </a:lnTo>
                  <a:lnTo>
                    <a:pt x="250409" y="190891"/>
                  </a:lnTo>
                  <a:close/>
                  <a:moveTo>
                    <a:pt x="248482" y="188059"/>
                  </a:moveTo>
                  <a:lnTo>
                    <a:pt x="250409" y="214924"/>
                  </a:lnTo>
                  <a:lnTo>
                    <a:pt x="250409" y="190891"/>
                  </a:lnTo>
                  <a:close/>
                  <a:moveTo>
                    <a:pt x="23670" y="161193"/>
                  </a:moveTo>
                  <a:lnTo>
                    <a:pt x="43342" y="188059"/>
                  </a:lnTo>
                  <a:lnTo>
                    <a:pt x="43342" y="161193"/>
                  </a:lnTo>
                  <a:close/>
                  <a:moveTo>
                    <a:pt x="23670" y="161193"/>
                  </a:moveTo>
                  <a:lnTo>
                    <a:pt x="35765" y="188059"/>
                  </a:lnTo>
                  <a:lnTo>
                    <a:pt x="43342" y="188059"/>
                  </a:lnTo>
                  <a:close/>
                  <a:moveTo>
                    <a:pt x="215898" y="161193"/>
                  </a:moveTo>
                  <a:lnTo>
                    <a:pt x="248482" y="188059"/>
                  </a:lnTo>
                  <a:lnTo>
                    <a:pt x="219960" y="161193"/>
                  </a:lnTo>
                  <a:close/>
                  <a:moveTo>
                    <a:pt x="215898" y="161193"/>
                  </a:moveTo>
                  <a:lnTo>
                    <a:pt x="215898" y="188059"/>
                  </a:lnTo>
                  <a:lnTo>
                    <a:pt x="248482" y="188059"/>
                  </a:lnTo>
                  <a:close/>
                  <a:moveTo>
                    <a:pt x="43342" y="161193"/>
                  </a:moveTo>
                  <a:lnTo>
                    <a:pt x="8830" y="136037"/>
                  </a:lnTo>
                  <a:lnTo>
                    <a:pt x="23670" y="161193"/>
                  </a:lnTo>
                  <a:close/>
                  <a:moveTo>
                    <a:pt x="8830" y="134328"/>
                  </a:moveTo>
                  <a:lnTo>
                    <a:pt x="8830" y="136037"/>
                  </a:lnTo>
                  <a:lnTo>
                    <a:pt x="43342" y="161193"/>
                  </a:lnTo>
                  <a:close/>
                  <a:moveTo>
                    <a:pt x="43342" y="134328"/>
                  </a:moveTo>
                  <a:lnTo>
                    <a:pt x="8830" y="134328"/>
                  </a:lnTo>
                  <a:lnTo>
                    <a:pt x="43342" y="161193"/>
                  </a:lnTo>
                  <a:close/>
                  <a:moveTo>
                    <a:pt x="181387" y="134328"/>
                  </a:moveTo>
                  <a:lnTo>
                    <a:pt x="215898" y="157780"/>
                  </a:lnTo>
                  <a:lnTo>
                    <a:pt x="185948" y="134328"/>
                  </a:lnTo>
                  <a:close/>
                  <a:moveTo>
                    <a:pt x="215898" y="161193"/>
                  </a:moveTo>
                  <a:lnTo>
                    <a:pt x="215898" y="157780"/>
                  </a:lnTo>
                  <a:lnTo>
                    <a:pt x="181387" y="134328"/>
                  </a:lnTo>
                  <a:close/>
                  <a:moveTo>
                    <a:pt x="181387" y="161193"/>
                  </a:moveTo>
                  <a:lnTo>
                    <a:pt x="215898" y="161193"/>
                  </a:lnTo>
                  <a:lnTo>
                    <a:pt x="181387" y="134328"/>
                  </a:lnTo>
                  <a:close/>
                  <a:moveTo>
                    <a:pt x="215898" y="161193"/>
                  </a:moveTo>
                  <a:lnTo>
                    <a:pt x="219960" y="161193"/>
                  </a:lnTo>
                  <a:lnTo>
                    <a:pt x="215898" y="157780"/>
                  </a:lnTo>
                  <a:close/>
                  <a:moveTo>
                    <a:pt x="7911" y="134328"/>
                  </a:moveTo>
                  <a:lnTo>
                    <a:pt x="8830" y="136037"/>
                  </a:lnTo>
                  <a:lnTo>
                    <a:pt x="8830" y="134328"/>
                  </a:lnTo>
                  <a:close/>
                  <a:moveTo>
                    <a:pt x="0" y="107462"/>
                  </a:moveTo>
                  <a:lnTo>
                    <a:pt x="8830" y="134328"/>
                  </a:lnTo>
                  <a:lnTo>
                    <a:pt x="8830" y="107462"/>
                  </a:lnTo>
                  <a:close/>
                  <a:moveTo>
                    <a:pt x="0" y="107462"/>
                  </a:moveTo>
                  <a:lnTo>
                    <a:pt x="7911" y="134328"/>
                  </a:lnTo>
                  <a:lnTo>
                    <a:pt x="8830" y="134328"/>
                  </a:lnTo>
                  <a:close/>
                  <a:moveTo>
                    <a:pt x="8830" y="134328"/>
                  </a:moveTo>
                  <a:lnTo>
                    <a:pt x="43342" y="107462"/>
                  </a:lnTo>
                  <a:lnTo>
                    <a:pt x="8830" y="107462"/>
                  </a:lnTo>
                  <a:close/>
                  <a:moveTo>
                    <a:pt x="146875" y="107462"/>
                  </a:moveTo>
                  <a:lnTo>
                    <a:pt x="181387" y="129999"/>
                  </a:lnTo>
                  <a:lnTo>
                    <a:pt x="158363" y="107462"/>
                  </a:lnTo>
                  <a:close/>
                  <a:moveTo>
                    <a:pt x="181387" y="134328"/>
                  </a:moveTo>
                  <a:lnTo>
                    <a:pt x="181387" y="129999"/>
                  </a:lnTo>
                  <a:lnTo>
                    <a:pt x="146875" y="107462"/>
                  </a:lnTo>
                  <a:close/>
                  <a:moveTo>
                    <a:pt x="146875" y="134328"/>
                  </a:moveTo>
                  <a:lnTo>
                    <a:pt x="181387" y="134328"/>
                  </a:lnTo>
                  <a:lnTo>
                    <a:pt x="146875" y="107462"/>
                  </a:lnTo>
                  <a:close/>
                  <a:moveTo>
                    <a:pt x="181387" y="134328"/>
                  </a:moveTo>
                  <a:lnTo>
                    <a:pt x="185948" y="134328"/>
                  </a:lnTo>
                  <a:lnTo>
                    <a:pt x="181387" y="129999"/>
                  </a:lnTo>
                  <a:close/>
                  <a:moveTo>
                    <a:pt x="3354" y="80597"/>
                  </a:moveTo>
                  <a:lnTo>
                    <a:pt x="8830" y="107462"/>
                  </a:lnTo>
                  <a:lnTo>
                    <a:pt x="8830" y="80597"/>
                  </a:lnTo>
                  <a:close/>
                  <a:moveTo>
                    <a:pt x="3354" y="80597"/>
                  </a:moveTo>
                  <a:lnTo>
                    <a:pt x="0" y="107462"/>
                  </a:lnTo>
                  <a:lnTo>
                    <a:pt x="8830" y="107462"/>
                  </a:lnTo>
                  <a:close/>
                  <a:moveTo>
                    <a:pt x="8830" y="107462"/>
                  </a:moveTo>
                  <a:lnTo>
                    <a:pt x="43342" y="80597"/>
                  </a:lnTo>
                  <a:lnTo>
                    <a:pt x="8830" y="80597"/>
                  </a:lnTo>
                  <a:close/>
                  <a:moveTo>
                    <a:pt x="112364" y="80597"/>
                  </a:moveTo>
                  <a:lnTo>
                    <a:pt x="146875" y="92749"/>
                  </a:lnTo>
                  <a:lnTo>
                    <a:pt x="136295" y="80597"/>
                  </a:lnTo>
                  <a:close/>
                  <a:moveTo>
                    <a:pt x="146875" y="107462"/>
                  </a:moveTo>
                  <a:lnTo>
                    <a:pt x="146875" y="92749"/>
                  </a:lnTo>
                  <a:lnTo>
                    <a:pt x="112364" y="80597"/>
                  </a:lnTo>
                  <a:close/>
                  <a:moveTo>
                    <a:pt x="146875" y="107462"/>
                  </a:moveTo>
                  <a:lnTo>
                    <a:pt x="158363" y="107462"/>
                  </a:lnTo>
                  <a:lnTo>
                    <a:pt x="146875" y="92749"/>
                  </a:lnTo>
                  <a:close/>
                  <a:moveTo>
                    <a:pt x="8830" y="70608"/>
                  </a:moveTo>
                  <a:lnTo>
                    <a:pt x="3354" y="80597"/>
                  </a:lnTo>
                  <a:lnTo>
                    <a:pt x="8830" y="80597"/>
                  </a:lnTo>
                  <a:close/>
                  <a:moveTo>
                    <a:pt x="8830" y="80597"/>
                  </a:moveTo>
                  <a:lnTo>
                    <a:pt x="23416" y="53731"/>
                  </a:lnTo>
                  <a:lnTo>
                    <a:pt x="8830" y="70608"/>
                  </a:lnTo>
                  <a:close/>
                  <a:moveTo>
                    <a:pt x="43342" y="53731"/>
                  </a:moveTo>
                  <a:lnTo>
                    <a:pt x="23416" y="53731"/>
                  </a:lnTo>
                  <a:lnTo>
                    <a:pt x="8830" y="80597"/>
                  </a:lnTo>
                  <a:close/>
                  <a:moveTo>
                    <a:pt x="43342" y="80597"/>
                  </a:moveTo>
                  <a:lnTo>
                    <a:pt x="43342" y="53731"/>
                  </a:lnTo>
                  <a:lnTo>
                    <a:pt x="8830" y="80597"/>
                  </a:lnTo>
                  <a:close/>
                  <a:moveTo>
                    <a:pt x="77853" y="80597"/>
                  </a:moveTo>
                  <a:lnTo>
                    <a:pt x="112364" y="80597"/>
                  </a:lnTo>
                  <a:lnTo>
                    <a:pt x="112364" y="53731"/>
                  </a:lnTo>
                  <a:close/>
                  <a:moveTo>
                    <a:pt x="77853" y="80597"/>
                  </a:moveTo>
                  <a:lnTo>
                    <a:pt x="112364" y="53731"/>
                  </a:lnTo>
                  <a:lnTo>
                    <a:pt x="77853" y="53731"/>
                  </a:lnTo>
                  <a:close/>
                  <a:moveTo>
                    <a:pt x="112364" y="53731"/>
                  </a:moveTo>
                  <a:lnTo>
                    <a:pt x="136295" y="80597"/>
                  </a:lnTo>
                  <a:lnTo>
                    <a:pt x="114769" y="53731"/>
                  </a:lnTo>
                  <a:close/>
                  <a:moveTo>
                    <a:pt x="112364" y="53731"/>
                  </a:moveTo>
                  <a:lnTo>
                    <a:pt x="112364" y="80597"/>
                  </a:lnTo>
                  <a:lnTo>
                    <a:pt x="136295" y="80597"/>
                  </a:lnTo>
                  <a:close/>
                  <a:moveTo>
                    <a:pt x="43342" y="36837"/>
                  </a:moveTo>
                  <a:lnTo>
                    <a:pt x="23416" y="53731"/>
                  </a:lnTo>
                  <a:lnTo>
                    <a:pt x="43342" y="53731"/>
                  </a:lnTo>
                  <a:close/>
                  <a:moveTo>
                    <a:pt x="43342" y="53731"/>
                  </a:moveTo>
                  <a:lnTo>
                    <a:pt x="77853" y="29341"/>
                  </a:lnTo>
                  <a:lnTo>
                    <a:pt x="43342" y="36837"/>
                  </a:lnTo>
                  <a:close/>
                  <a:moveTo>
                    <a:pt x="43342" y="53731"/>
                  </a:moveTo>
                  <a:lnTo>
                    <a:pt x="77853" y="53731"/>
                  </a:lnTo>
                  <a:lnTo>
                    <a:pt x="77853" y="29341"/>
                  </a:lnTo>
                  <a:close/>
                  <a:moveTo>
                    <a:pt x="77853" y="53731"/>
                  </a:moveTo>
                  <a:lnTo>
                    <a:pt x="112364" y="50522"/>
                  </a:lnTo>
                  <a:lnTo>
                    <a:pt x="77853" y="29341"/>
                  </a:lnTo>
                  <a:close/>
                  <a:moveTo>
                    <a:pt x="77853" y="53731"/>
                  </a:moveTo>
                  <a:lnTo>
                    <a:pt x="112364" y="53731"/>
                  </a:lnTo>
                  <a:lnTo>
                    <a:pt x="112364" y="50522"/>
                  </a:lnTo>
                  <a:close/>
                  <a:moveTo>
                    <a:pt x="112364" y="53731"/>
                  </a:moveTo>
                  <a:lnTo>
                    <a:pt x="114769" y="53731"/>
                  </a:lnTo>
                  <a:lnTo>
                    <a:pt x="112364" y="50522"/>
                  </a:lnTo>
                  <a:close/>
                </a:path>
              </a:pathLst>
            </a:custGeom>
            <a:solidFill>
              <a:srgbClr val="E88594"/>
            </a:solidFill>
            <a:ln w="4001">
              <a:solidFill>
                <a:srgbClr val="F2BCC4"/>
              </a:solidFill>
            </a:ln>
          </p:spPr>
        </p:sp>
        <p:sp>
          <p:nvSpPr>
            <p:cNvPr id="4029" name="Match_B4__4028">
              <a:extLst>
                <a:ext uri="{FF2B5EF4-FFF2-40B4-BE49-F238E27FC236}">
                  <a16:creationId xmlns:a16="http://schemas.microsoft.com/office/drawing/2014/main" id="{16321758-AD5E-5A2F-C070-94DC61581436}"/>
                </a:ext>
              </a:extLst>
            </p:cNvPr>
            <p:cNvSpPr>
              <a:spLocks noGrp="1"/>
            </p:cNvSpPr>
            <p:nvPr/>
          </p:nvSpPr>
          <p:spPr>
            <a:xfrm>
              <a:off x="8453353" y="2608566"/>
              <a:ext cx="241579" cy="322387"/>
            </a:xfrm>
            <a:custGeom>
              <a:avLst/>
              <a:gdLst/>
              <a:ahLst/>
              <a:cxnLst/>
              <a:rect l="0" t="0" r="0" b="0"/>
              <a:pathLst>
                <a:path w="241579" h="322387">
                  <a:moveTo>
                    <a:pt x="34511" y="322387"/>
                  </a:moveTo>
                  <a:lnTo>
                    <a:pt x="69023" y="322387"/>
                  </a:lnTo>
                  <a:lnTo>
                    <a:pt x="69023" y="295521"/>
                  </a:lnTo>
                  <a:close/>
                  <a:moveTo>
                    <a:pt x="34511" y="322387"/>
                  </a:moveTo>
                  <a:lnTo>
                    <a:pt x="69023" y="295521"/>
                  </a:lnTo>
                  <a:lnTo>
                    <a:pt x="34511" y="295521"/>
                  </a:lnTo>
                  <a:close/>
                  <a:moveTo>
                    <a:pt x="69023" y="322387"/>
                  </a:moveTo>
                  <a:lnTo>
                    <a:pt x="103534" y="322387"/>
                  </a:lnTo>
                  <a:lnTo>
                    <a:pt x="103534" y="295521"/>
                  </a:lnTo>
                  <a:close/>
                  <a:moveTo>
                    <a:pt x="69023" y="322387"/>
                  </a:moveTo>
                  <a:lnTo>
                    <a:pt x="103534" y="295521"/>
                  </a:lnTo>
                  <a:lnTo>
                    <a:pt x="69023" y="295521"/>
                  </a:lnTo>
                  <a:close/>
                  <a:moveTo>
                    <a:pt x="103534" y="295521"/>
                  </a:moveTo>
                  <a:lnTo>
                    <a:pt x="103534" y="322387"/>
                  </a:lnTo>
                  <a:lnTo>
                    <a:pt x="138045" y="295521"/>
                  </a:lnTo>
                  <a:close/>
                  <a:moveTo>
                    <a:pt x="1689" y="268656"/>
                  </a:moveTo>
                  <a:lnTo>
                    <a:pt x="34511" y="295521"/>
                  </a:lnTo>
                  <a:lnTo>
                    <a:pt x="34511" y="268656"/>
                  </a:lnTo>
                  <a:close/>
                  <a:moveTo>
                    <a:pt x="34511" y="295521"/>
                  </a:moveTo>
                  <a:lnTo>
                    <a:pt x="69023" y="295521"/>
                  </a:lnTo>
                  <a:lnTo>
                    <a:pt x="69023" y="268656"/>
                  </a:lnTo>
                  <a:close/>
                  <a:moveTo>
                    <a:pt x="34511" y="295521"/>
                  </a:moveTo>
                  <a:lnTo>
                    <a:pt x="69023" y="268656"/>
                  </a:lnTo>
                  <a:lnTo>
                    <a:pt x="34511" y="268656"/>
                  </a:lnTo>
                  <a:close/>
                  <a:moveTo>
                    <a:pt x="69023" y="295521"/>
                  </a:moveTo>
                  <a:lnTo>
                    <a:pt x="103534" y="295521"/>
                  </a:lnTo>
                  <a:lnTo>
                    <a:pt x="103534" y="268656"/>
                  </a:lnTo>
                  <a:close/>
                  <a:moveTo>
                    <a:pt x="103534" y="295521"/>
                  </a:moveTo>
                  <a:lnTo>
                    <a:pt x="138045" y="295521"/>
                  </a:lnTo>
                  <a:lnTo>
                    <a:pt x="138045" y="268656"/>
                  </a:lnTo>
                  <a:close/>
                  <a:moveTo>
                    <a:pt x="103534" y="295521"/>
                  </a:moveTo>
                  <a:lnTo>
                    <a:pt x="138045" y="268656"/>
                  </a:lnTo>
                  <a:lnTo>
                    <a:pt x="103534" y="268656"/>
                  </a:lnTo>
                  <a:close/>
                  <a:moveTo>
                    <a:pt x="138045" y="268656"/>
                  </a:moveTo>
                  <a:lnTo>
                    <a:pt x="138045" y="295521"/>
                  </a:lnTo>
                  <a:lnTo>
                    <a:pt x="172556" y="268656"/>
                  </a:lnTo>
                  <a:close/>
                  <a:moveTo>
                    <a:pt x="12322" y="241790"/>
                  </a:moveTo>
                  <a:lnTo>
                    <a:pt x="34511" y="268656"/>
                  </a:lnTo>
                  <a:lnTo>
                    <a:pt x="34511" y="241790"/>
                  </a:lnTo>
                  <a:close/>
                  <a:moveTo>
                    <a:pt x="34511" y="268656"/>
                  </a:moveTo>
                  <a:lnTo>
                    <a:pt x="69023" y="268656"/>
                  </a:lnTo>
                  <a:lnTo>
                    <a:pt x="69023" y="241790"/>
                  </a:lnTo>
                  <a:close/>
                  <a:moveTo>
                    <a:pt x="34511" y="268656"/>
                  </a:moveTo>
                  <a:lnTo>
                    <a:pt x="69023" y="241790"/>
                  </a:lnTo>
                  <a:lnTo>
                    <a:pt x="34511" y="241790"/>
                  </a:lnTo>
                  <a:close/>
                  <a:moveTo>
                    <a:pt x="172556" y="241790"/>
                  </a:moveTo>
                  <a:lnTo>
                    <a:pt x="138045" y="268656"/>
                  </a:lnTo>
                  <a:lnTo>
                    <a:pt x="172556" y="268656"/>
                  </a:lnTo>
                  <a:close/>
                  <a:moveTo>
                    <a:pt x="172556" y="241790"/>
                  </a:moveTo>
                  <a:lnTo>
                    <a:pt x="172556" y="268656"/>
                  </a:lnTo>
                  <a:lnTo>
                    <a:pt x="207068" y="241790"/>
                  </a:lnTo>
                  <a:close/>
                  <a:moveTo>
                    <a:pt x="34511" y="241790"/>
                  </a:moveTo>
                  <a:lnTo>
                    <a:pt x="69023" y="241790"/>
                  </a:lnTo>
                  <a:lnTo>
                    <a:pt x="69023" y="214924"/>
                  </a:lnTo>
                  <a:close/>
                  <a:moveTo>
                    <a:pt x="34511" y="241790"/>
                  </a:moveTo>
                  <a:lnTo>
                    <a:pt x="69023" y="214924"/>
                  </a:lnTo>
                  <a:lnTo>
                    <a:pt x="34511" y="214924"/>
                  </a:lnTo>
                  <a:close/>
                  <a:moveTo>
                    <a:pt x="207068" y="214924"/>
                  </a:moveTo>
                  <a:lnTo>
                    <a:pt x="172556" y="241790"/>
                  </a:lnTo>
                  <a:lnTo>
                    <a:pt x="207068" y="241790"/>
                  </a:lnTo>
                  <a:close/>
                  <a:moveTo>
                    <a:pt x="207068" y="214924"/>
                  </a:moveTo>
                  <a:lnTo>
                    <a:pt x="207068" y="241790"/>
                  </a:lnTo>
                  <a:lnTo>
                    <a:pt x="241579" y="214924"/>
                  </a:lnTo>
                  <a:close/>
                  <a:moveTo>
                    <a:pt x="34511" y="214924"/>
                  </a:moveTo>
                  <a:lnTo>
                    <a:pt x="69023" y="214924"/>
                  </a:lnTo>
                  <a:lnTo>
                    <a:pt x="69023" y="188059"/>
                  </a:lnTo>
                  <a:close/>
                  <a:moveTo>
                    <a:pt x="34511" y="214924"/>
                  </a:moveTo>
                  <a:lnTo>
                    <a:pt x="69023" y="188059"/>
                  </a:lnTo>
                  <a:lnTo>
                    <a:pt x="34511" y="188059"/>
                  </a:lnTo>
                  <a:close/>
                  <a:moveTo>
                    <a:pt x="241579" y="188059"/>
                  </a:moveTo>
                  <a:lnTo>
                    <a:pt x="207068" y="214924"/>
                  </a:lnTo>
                  <a:lnTo>
                    <a:pt x="241579" y="214924"/>
                  </a:lnTo>
                  <a:close/>
                  <a:moveTo>
                    <a:pt x="34511" y="188059"/>
                  </a:moveTo>
                  <a:lnTo>
                    <a:pt x="69023" y="188059"/>
                  </a:lnTo>
                  <a:lnTo>
                    <a:pt x="69023" y="161193"/>
                  </a:lnTo>
                  <a:close/>
                  <a:moveTo>
                    <a:pt x="34511" y="188059"/>
                  </a:moveTo>
                  <a:lnTo>
                    <a:pt x="69023" y="161193"/>
                  </a:lnTo>
                  <a:lnTo>
                    <a:pt x="34511" y="161193"/>
                  </a:lnTo>
                  <a:close/>
                  <a:moveTo>
                    <a:pt x="241579" y="188059"/>
                  </a:moveTo>
                  <a:lnTo>
                    <a:pt x="241579" y="161193"/>
                  </a:lnTo>
                  <a:lnTo>
                    <a:pt x="215294" y="188059"/>
                  </a:lnTo>
                  <a:close/>
                  <a:moveTo>
                    <a:pt x="34511" y="161193"/>
                  </a:moveTo>
                  <a:lnTo>
                    <a:pt x="69023" y="161193"/>
                  </a:lnTo>
                  <a:lnTo>
                    <a:pt x="69023" y="134328"/>
                  </a:lnTo>
                  <a:close/>
                  <a:moveTo>
                    <a:pt x="34511" y="161193"/>
                  </a:moveTo>
                  <a:lnTo>
                    <a:pt x="69023" y="134328"/>
                  </a:lnTo>
                  <a:lnTo>
                    <a:pt x="34511" y="134328"/>
                  </a:lnTo>
                  <a:close/>
                  <a:moveTo>
                    <a:pt x="211179" y="161193"/>
                  </a:moveTo>
                  <a:lnTo>
                    <a:pt x="241579" y="161193"/>
                  </a:lnTo>
                  <a:lnTo>
                    <a:pt x="207068" y="134328"/>
                  </a:lnTo>
                  <a:close/>
                  <a:moveTo>
                    <a:pt x="207068" y="134328"/>
                  </a:moveTo>
                  <a:lnTo>
                    <a:pt x="241579" y="161193"/>
                  </a:lnTo>
                  <a:lnTo>
                    <a:pt x="239652" y="134328"/>
                  </a:lnTo>
                  <a:close/>
                  <a:moveTo>
                    <a:pt x="34511" y="134328"/>
                  </a:moveTo>
                  <a:lnTo>
                    <a:pt x="69023" y="134328"/>
                  </a:lnTo>
                  <a:lnTo>
                    <a:pt x="69023" y="107462"/>
                  </a:lnTo>
                  <a:close/>
                  <a:moveTo>
                    <a:pt x="34511" y="134328"/>
                  </a:moveTo>
                  <a:lnTo>
                    <a:pt x="69023" y="107462"/>
                  </a:lnTo>
                  <a:lnTo>
                    <a:pt x="34511" y="107462"/>
                  </a:lnTo>
                  <a:close/>
                  <a:moveTo>
                    <a:pt x="172556" y="107462"/>
                  </a:moveTo>
                  <a:lnTo>
                    <a:pt x="207068" y="134328"/>
                  </a:lnTo>
                  <a:lnTo>
                    <a:pt x="207068" y="107462"/>
                  </a:lnTo>
                  <a:close/>
                  <a:moveTo>
                    <a:pt x="34511" y="107462"/>
                  </a:moveTo>
                  <a:lnTo>
                    <a:pt x="69023" y="107462"/>
                  </a:lnTo>
                  <a:lnTo>
                    <a:pt x="69023" y="80597"/>
                  </a:lnTo>
                  <a:close/>
                  <a:moveTo>
                    <a:pt x="34511" y="107462"/>
                  </a:moveTo>
                  <a:lnTo>
                    <a:pt x="69023" y="80597"/>
                  </a:lnTo>
                  <a:lnTo>
                    <a:pt x="34511" y="80597"/>
                  </a:lnTo>
                  <a:close/>
                  <a:moveTo>
                    <a:pt x="69023" y="107462"/>
                  </a:moveTo>
                  <a:lnTo>
                    <a:pt x="103534" y="80597"/>
                  </a:lnTo>
                  <a:lnTo>
                    <a:pt x="69023" y="80597"/>
                  </a:lnTo>
                  <a:close/>
                  <a:moveTo>
                    <a:pt x="103534" y="107462"/>
                  </a:moveTo>
                  <a:lnTo>
                    <a:pt x="138045" y="80597"/>
                  </a:lnTo>
                  <a:lnTo>
                    <a:pt x="103534" y="80597"/>
                  </a:lnTo>
                  <a:close/>
                  <a:moveTo>
                    <a:pt x="138045" y="107462"/>
                  </a:moveTo>
                  <a:lnTo>
                    <a:pt x="172556" y="107462"/>
                  </a:lnTo>
                  <a:lnTo>
                    <a:pt x="172556" y="80597"/>
                  </a:lnTo>
                  <a:close/>
                  <a:moveTo>
                    <a:pt x="138045" y="107462"/>
                  </a:moveTo>
                  <a:lnTo>
                    <a:pt x="172556" y="80597"/>
                  </a:lnTo>
                  <a:lnTo>
                    <a:pt x="138045" y="80597"/>
                  </a:lnTo>
                  <a:close/>
                  <a:moveTo>
                    <a:pt x="0" y="80597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34511" y="80597"/>
                  </a:moveTo>
                  <a:lnTo>
                    <a:pt x="69023" y="80597"/>
                  </a:lnTo>
                  <a:lnTo>
                    <a:pt x="69023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69023" y="80597"/>
                  </a:moveTo>
                  <a:lnTo>
                    <a:pt x="103534" y="80597"/>
                  </a:lnTo>
                  <a:lnTo>
                    <a:pt x="103534" y="53731"/>
                  </a:lnTo>
                  <a:close/>
                  <a:moveTo>
                    <a:pt x="69023" y="80597"/>
                  </a:moveTo>
                  <a:lnTo>
                    <a:pt x="103534" y="53731"/>
                  </a:lnTo>
                  <a:lnTo>
                    <a:pt x="69023" y="53731"/>
                  </a:lnTo>
                  <a:close/>
                  <a:moveTo>
                    <a:pt x="103534" y="80597"/>
                  </a:moveTo>
                  <a:lnTo>
                    <a:pt x="138045" y="80597"/>
                  </a:lnTo>
                  <a:lnTo>
                    <a:pt x="138045" y="53731"/>
                  </a:lnTo>
                  <a:close/>
                  <a:moveTo>
                    <a:pt x="103534" y="80597"/>
                  </a:moveTo>
                  <a:lnTo>
                    <a:pt x="138045" y="53731"/>
                  </a:lnTo>
                  <a:lnTo>
                    <a:pt x="103534" y="53731"/>
                  </a:lnTo>
                  <a:close/>
                  <a:moveTo>
                    <a:pt x="0" y="53731"/>
                  </a:moveTo>
                  <a:lnTo>
                    <a:pt x="34511" y="53731"/>
                  </a:lnTo>
                  <a:lnTo>
                    <a:pt x="34511" y="26866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34511" y="53731"/>
                  </a:moveTo>
                  <a:lnTo>
                    <a:pt x="69023" y="26866"/>
                  </a:lnTo>
                  <a:lnTo>
                    <a:pt x="34511" y="26866"/>
                  </a:lnTo>
                  <a:close/>
                  <a:moveTo>
                    <a:pt x="69023" y="53731"/>
                  </a:moveTo>
                  <a:lnTo>
                    <a:pt x="103534" y="53731"/>
                  </a:lnTo>
                  <a:lnTo>
                    <a:pt x="103534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103534" y="53731"/>
                  </a:moveTo>
                  <a:lnTo>
                    <a:pt x="138045" y="53731"/>
                  </a:lnTo>
                  <a:lnTo>
                    <a:pt x="103534" y="26866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34511" y="26866"/>
                  </a:moveTo>
                  <a:lnTo>
                    <a:pt x="69023" y="0"/>
                  </a:lnTo>
                  <a:lnTo>
                    <a:pt x="34511" y="0"/>
                  </a:lnTo>
                  <a:close/>
                </a:path>
              </a:pathLst>
            </a:custGeom>
            <a:solidFill>
              <a:srgbClr val="E98997"/>
            </a:solidFill>
            <a:ln w="4001">
              <a:solidFill>
                <a:srgbClr val="F2BCC4"/>
              </a:solidFill>
            </a:ln>
          </p:spPr>
        </p:sp>
        <p:sp>
          <p:nvSpPr>
            <p:cNvPr id="4030" name="Match_B4__4029">
              <a:extLst>
                <a:ext uri="{FF2B5EF4-FFF2-40B4-BE49-F238E27FC236}">
                  <a16:creationId xmlns:a16="http://schemas.microsoft.com/office/drawing/2014/main" id="{EE253424-1B73-CF0B-C8ED-58300B68CF7E}"/>
                </a:ext>
              </a:extLst>
            </p:cNvPr>
            <p:cNvSpPr>
              <a:spLocks noGrp="1"/>
            </p:cNvSpPr>
            <p:nvPr/>
          </p:nvSpPr>
          <p:spPr>
            <a:xfrm>
              <a:off x="8522375" y="2689162"/>
              <a:ext cx="172556" cy="214924"/>
            </a:xfrm>
            <a:custGeom>
              <a:avLst/>
              <a:gdLst/>
              <a:ahLst/>
              <a:cxnLst/>
              <a:rect l="0" t="0" r="0" b="0"/>
              <a:pathLst>
                <a:path w="172556" h="214924">
                  <a:moveTo>
                    <a:pt x="0" y="214924"/>
                  </a:moveTo>
                  <a:lnTo>
                    <a:pt x="34511" y="188059"/>
                  </a:lnTo>
                  <a:lnTo>
                    <a:pt x="0" y="188059"/>
                  </a:lnTo>
                  <a:close/>
                  <a:moveTo>
                    <a:pt x="34511" y="171114"/>
                  </a:moveTo>
                  <a:lnTo>
                    <a:pt x="22053" y="161193"/>
                  </a:lnTo>
                  <a:lnTo>
                    <a:pt x="34511" y="188059"/>
                  </a:lnTo>
                  <a:close/>
                  <a:moveTo>
                    <a:pt x="34511" y="188059"/>
                  </a:moveTo>
                  <a:lnTo>
                    <a:pt x="22053" y="161193"/>
                  </a:lnTo>
                  <a:lnTo>
                    <a:pt x="0" y="161193"/>
                  </a:lnTo>
                  <a:close/>
                  <a:moveTo>
                    <a:pt x="34511" y="188059"/>
                  </a:moveTo>
                  <a:lnTo>
                    <a:pt x="0" y="161193"/>
                  </a:lnTo>
                  <a:lnTo>
                    <a:pt x="0" y="188059"/>
                  </a:lnTo>
                  <a:close/>
                  <a:moveTo>
                    <a:pt x="34511" y="188059"/>
                  </a:moveTo>
                  <a:lnTo>
                    <a:pt x="69023" y="188059"/>
                  </a:lnTo>
                  <a:lnTo>
                    <a:pt x="34511" y="171114"/>
                  </a:lnTo>
                  <a:close/>
                  <a:moveTo>
                    <a:pt x="69023" y="188059"/>
                  </a:moveTo>
                  <a:lnTo>
                    <a:pt x="69023" y="168310"/>
                  </a:lnTo>
                  <a:lnTo>
                    <a:pt x="34511" y="171114"/>
                  </a:lnTo>
                  <a:close/>
                  <a:moveTo>
                    <a:pt x="86127" y="161193"/>
                  </a:moveTo>
                  <a:lnTo>
                    <a:pt x="69023" y="168310"/>
                  </a:lnTo>
                  <a:lnTo>
                    <a:pt x="103534" y="161193"/>
                  </a:lnTo>
                  <a:close/>
                  <a:moveTo>
                    <a:pt x="103534" y="161193"/>
                  </a:moveTo>
                  <a:lnTo>
                    <a:pt x="69023" y="168310"/>
                  </a:lnTo>
                  <a:lnTo>
                    <a:pt x="69023" y="188059"/>
                  </a:lnTo>
                  <a:close/>
                  <a:moveTo>
                    <a:pt x="22053" y="161193"/>
                  </a:moveTo>
                  <a:lnTo>
                    <a:pt x="12938" y="134328"/>
                  </a:lnTo>
                  <a:lnTo>
                    <a:pt x="0" y="161193"/>
                  </a:lnTo>
                  <a:close/>
                  <a:moveTo>
                    <a:pt x="12938" y="134328"/>
                  </a:moveTo>
                  <a:lnTo>
                    <a:pt x="0" y="134328"/>
                  </a:lnTo>
                  <a:lnTo>
                    <a:pt x="0" y="161193"/>
                  </a:lnTo>
                  <a:close/>
                  <a:moveTo>
                    <a:pt x="130597" y="134328"/>
                  </a:moveTo>
                  <a:lnTo>
                    <a:pt x="103534" y="153873"/>
                  </a:lnTo>
                  <a:lnTo>
                    <a:pt x="138045" y="134328"/>
                  </a:lnTo>
                  <a:close/>
                  <a:moveTo>
                    <a:pt x="138045" y="134328"/>
                  </a:moveTo>
                  <a:lnTo>
                    <a:pt x="103534" y="153873"/>
                  </a:lnTo>
                  <a:lnTo>
                    <a:pt x="103534" y="161193"/>
                  </a:lnTo>
                  <a:close/>
                  <a:moveTo>
                    <a:pt x="86127" y="161193"/>
                  </a:moveTo>
                  <a:lnTo>
                    <a:pt x="103534" y="161193"/>
                  </a:lnTo>
                  <a:lnTo>
                    <a:pt x="103534" y="153873"/>
                  </a:lnTo>
                  <a:close/>
                  <a:moveTo>
                    <a:pt x="12938" y="134328"/>
                  </a:moveTo>
                  <a:lnTo>
                    <a:pt x="12290" y="107462"/>
                  </a:lnTo>
                  <a:lnTo>
                    <a:pt x="0" y="134328"/>
                  </a:lnTo>
                  <a:close/>
                  <a:moveTo>
                    <a:pt x="12290" y="107462"/>
                  </a:moveTo>
                  <a:lnTo>
                    <a:pt x="0" y="107462"/>
                  </a:lnTo>
                  <a:lnTo>
                    <a:pt x="0" y="134328"/>
                  </a:lnTo>
                  <a:close/>
                  <a:moveTo>
                    <a:pt x="146271" y="107462"/>
                  </a:moveTo>
                  <a:lnTo>
                    <a:pt x="138045" y="124275"/>
                  </a:lnTo>
                  <a:lnTo>
                    <a:pt x="172556" y="107462"/>
                  </a:lnTo>
                  <a:close/>
                  <a:moveTo>
                    <a:pt x="172556" y="107462"/>
                  </a:moveTo>
                  <a:lnTo>
                    <a:pt x="138045" y="124275"/>
                  </a:lnTo>
                  <a:lnTo>
                    <a:pt x="138045" y="134328"/>
                  </a:lnTo>
                  <a:close/>
                  <a:moveTo>
                    <a:pt x="130597" y="134328"/>
                  </a:moveTo>
                  <a:lnTo>
                    <a:pt x="138045" y="134328"/>
                  </a:lnTo>
                  <a:lnTo>
                    <a:pt x="138045" y="124275"/>
                  </a:lnTo>
                  <a:close/>
                  <a:moveTo>
                    <a:pt x="12290" y="107462"/>
                  </a:moveTo>
                  <a:lnTo>
                    <a:pt x="15580" y="80597"/>
                  </a:lnTo>
                  <a:lnTo>
                    <a:pt x="0" y="107462"/>
                  </a:lnTo>
                  <a:close/>
                  <a:moveTo>
                    <a:pt x="15580" y="80597"/>
                  </a:moveTo>
                  <a:lnTo>
                    <a:pt x="0" y="80597"/>
                  </a:lnTo>
                  <a:lnTo>
                    <a:pt x="0" y="107462"/>
                  </a:lnTo>
                  <a:close/>
                  <a:moveTo>
                    <a:pt x="172556" y="80597"/>
                  </a:moveTo>
                  <a:lnTo>
                    <a:pt x="142157" y="80597"/>
                  </a:lnTo>
                  <a:lnTo>
                    <a:pt x="146271" y="107462"/>
                  </a:lnTo>
                  <a:close/>
                  <a:moveTo>
                    <a:pt x="15580" y="80597"/>
                  </a:moveTo>
                  <a:lnTo>
                    <a:pt x="23973" y="53731"/>
                  </a:lnTo>
                  <a:lnTo>
                    <a:pt x="0" y="80597"/>
                  </a:lnTo>
                  <a:close/>
                  <a:moveTo>
                    <a:pt x="23973" y="53731"/>
                  </a:moveTo>
                  <a:lnTo>
                    <a:pt x="0" y="53731"/>
                  </a:lnTo>
                  <a:lnTo>
                    <a:pt x="0" y="80597"/>
                  </a:lnTo>
                  <a:close/>
                  <a:moveTo>
                    <a:pt x="138045" y="75116"/>
                  </a:moveTo>
                  <a:lnTo>
                    <a:pt x="142157" y="80597"/>
                  </a:lnTo>
                  <a:lnTo>
                    <a:pt x="138045" y="53731"/>
                  </a:lnTo>
                  <a:close/>
                  <a:moveTo>
                    <a:pt x="23973" y="53731"/>
                  </a:moveTo>
                  <a:lnTo>
                    <a:pt x="34511" y="37964"/>
                  </a:lnTo>
                  <a:lnTo>
                    <a:pt x="0" y="53731"/>
                  </a:lnTo>
                  <a:close/>
                  <a:moveTo>
                    <a:pt x="0" y="53731"/>
                  </a:moveTo>
                  <a:lnTo>
                    <a:pt x="34511" y="37964"/>
                  </a:lnTo>
                  <a:lnTo>
                    <a:pt x="34511" y="26866"/>
                  </a:lnTo>
                  <a:close/>
                  <a:moveTo>
                    <a:pt x="0" y="53731"/>
                  </a:moveTo>
                  <a:lnTo>
                    <a:pt x="34511" y="26866"/>
                  </a:lnTo>
                  <a:lnTo>
                    <a:pt x="0" y="26866"/>
                  </a:lnTo>
                  <a:close/>
                  <a:moveTo>
                    <a:pt x="103534" y="47220"/>
                  </a:moveTo>
                  <a:lnTo>
                    <a:pt x="113664" y="53731"/>
                  </a:lnTo>
                  <a:lnTo>
                    <a:pt x="103534" y="26866"/>
                  </a:lnTo>
                  <a:close/>
                  <a:moveTo>
                    <a:pt x="103534" y="26866"/>
                  </a:moveTo>
                  <a:lnTo>
                    <a:pt x="113664" y="53731"/>
                  </a:lnTo>
                  <a:lnTo>
                    <a:pt x="138045" y="53731"/>
                  </a:lnTo>
                  <a:close/>
                  <a:moveTo>
                    <a:pt x="138045" y="75116"/>
                  </a:moveTo>
                  <a:lnTo>
                    <a:pt x="138045" y="53731"/>
                  </a:lnTo>
                  <a:lnTo>
                    <a:pt x="113664" y="53731"/>
                  </a:lnTo>
                  <a:close/>
                  <a:moveTo>
                    <a:pt x="0" y="26866"/>
                  </a:moveTo>
                  <a:lnTo>
                    <a:pt x="34511" y="26866"/>
                  </a:lnTo>
                  <a:lnTo>
                    <a:pt x="34511" y="0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69023" y="26866"/>
                  </a:moveTo>
                  <a:lnTo>
                    <a:pt x="34511" y="26866"/>
                  </a:lnTo>
                  <a:lnTo>
                    <a:pt x="69023" y="34922"/>
                  </a:lnTo>
                  <a:close/>
                  <a:moveTo>
                    <a:pt x="34511" y="26866"/>
                  </a:moveTo>
                  <a:lnTo>
                    <a:pt x="34511" y="37964"/>
                  </a:lnTo>
                  <a:lnTo>
                    <a:pt x="69023" y="34922"/>
                  </a:lnTo>
                  <a:close/>
                  <a:moveTo>
                    <a:pt x="103534" y="26866"/>
                  </a:moveTo>
                  <a:lnTo>
                    <a:pt x="69023" y="26866"/>
                  </a:lnTo>
                  <a:lnTo>
                    <a:pt x="103534" y="47220"/>
                  </a:lnTo>
                  <a:close/>
                  <a:moveTo>
                    <a:pt x="69023" y="26866"/>
                  </a:moveTo>
                  <a:lnTo>
                    <a:pt x="69023" y="34922"/>
                  </a:lnTo>
                  <a:lnTo>
                    <a:pt x="103534" y="47220"/>
                  </a:lnTo>
                  <a:close/>
                  <a:moveTo>
                    <a:pt x="22053" y="161193"/>
                  </a:moveTo>
                  <a:lnTo>
                    <a:pt x="34511" y="171114"/>
                  </a:lnTo>
                  <a:lnTo>
                    <a:pt x="34511" y="161193"/>
                  </a:lnTo>
                  <a:close/>
                  <a:moveTo>
                    <a:pt x="12938" y="134328"/>
                  </a:moveTo>
                  <a:lnTo>
                    <a:pt x="34511" y="161193"/>
                  </a:lnTo>
                  <a:lnTo>
                    <a:pt x="34511" y="134328"/>
                  </a:lnTo>
                  <a:close/>
                  <a:moveTo>
                    <a:pt x="12938" y="134328"/>
                  </a:moveTo>
                  <a:lnTo>
                    <a:pt x="22053" y="161193"/>
                  </a:lnTo>
                  <a:lnTo>
                    <a:pt x="34511" y="161193"/>
                  </a:lnTo>
                  <a:close/>
                  <a:moveTo>
                    <a:pt x="69023" y="161193"/>
                  </a:moveTo>
                  <a:lnTo>
                    <a:pt x="34511" y="171114"/>
                  </a:lnTo>
                  <a:lnTo>
                    <a:pt x="69023" y="168310"/>
                  </a:lnTo>
                  <a:close/>
                  <a:moveTo>
                    <a:pt x="69023" y="161193"/>
                  </a:moveTo>
                  <a:lnTo>
                    <a:pt x="34511" y="161193"/>
                  </a:lnTo>
                  <a:lnTo>
                    <a:pt x="34511" y="171114"/>
                  </a:lnTo>
                  <a:close/>
                  <a:moveTo>
                    <a:pt x="34511" y="161193"/>
                  </a:moveTo>
                  <a:lnTo>
                    <a:pt x="69023" y="161193"/>
                  </a:lnTo>
                  <a:lnTo>
                    <a:pt x="69023" y="134328"/>
                  </a:lnTo>
                  <a:close/>
                  <a:moveTo>
                    <a:pt x="34511" y="161193"/>
                  </a:moveTo>
                  <a:lnTo>
                    <a:pt x="69023" y="134328"/>
                  </a:lnTo>
                  <a:lnTo>
                    <a:pt x="34511" y="134328"/>
                  </a:lnTo>
                  <a:close/>
                  <a:moveTo>
                    <a:pt x="69023" y="161193"/>
                  </a:moveTo>
                  <a:lnTo>
                    <a:pt x="69023" y="168310"/>
                  </a:lnTo>
                  <a:lnTo>
                    <a:pt x="86127" y="161193"/>
                  </a:lnTo>
                  <a:close/>
                  <a:moveTo>
                    <a:pt x="103534" y="134328"/>
                  </a:moveTo>
                  <a:lnTo>
                    <a:pt x="86127" y="161193"/>
                  </a:lnTo>
                  <a:lnTo>
                    <a:pt x="103534" y="153873"/>
                  </a:lnTo>
                  <a:close/>
                  <a:moveTo>
                    <a:pt x="69023" y="161193"/>
                  </a:moveTo>
                  <a:lnTo>
                    <a:pt x="86127" y="161193"/>
                  </a:lnTo>
                  <a:lnTo>
                    <a:pt x="103534" y="134328"/>
                  </a:lnTo>
                  <a:close/>
                  <a:moveTo>
                    <a:pt x="12290" y="107462"/>
                  </a:moveTo>
                  <a:lnTo>
                    <a:pt x="34511" y="134328"/>
                  </a:lnTo>
                  <a:lnTo>
                    <a:pt x="34511" y="107462"/>
                  </a:lnTo>
                  <a:close/>
                  <a:moveTo>
                    <a:pt x="12290" y="107462"/>
                  </a:moveTo>
                  <a:lnTo>
                    <a:pt x="12938" y="134328"/>
                  </a:lnTo>
                  <a:lnTo>
                    <a:pt x="34511" y="134328"/>
                  </a:lnTo>
                  <a:close/>
                  <a:moveTo>
                    <a:pt x="103534" y="134328"/>
                  </a:moveTo>
                  <a:lnTo>
                    <a:pt x="103534" y="153873"/>
                  </a:lnTo>
                  <a:lnTo>
                    <a:pt x="130597" y="134328"/>
                  </a:lnTo>
                  <a:close/>
                  <a:moveTo>
                    <a:pt x="138045" y="107462"/>
                  </a:moveTo>
                  <a:lnTo>
                    <a:pt x="130597" y="134328"/>
                  </a:lnTo>
                  <a:lnTo>
                    <a:pt x="138045" y="124275"/>
                  </a:lnTo>
                  <a:close/>
                  <a:moveTo>
                    <a:pt x="103534" y="134328"/>
                  </a:moveTo>
                  <a:lnTo>
                    <a:pt x="130597" y="134328"/>
                  </a:lnTo>
                  <a:lnTo>
                    <a:pt x="138045" y="107462"/>
                  </a:lnTo>
                  <a:close/>
                  <a:moveTo>
                    <a:pt x="15580" y="80597"/>
                  </a:moveTo>
                  <a:lnTo>
                    <a:pt x="34511" y="107462"/>
                  </a:lnTo>
                  <a:lnTo>
                    <a:pt x="34511" y="80597"/>
                  </a:lnTo>
                  <a:close/>
                  <a:moveTo>
                    <a:pt x="15580" y="80597"/>
                  </a:moveTo>
                  <a:lnTo>
                    <a:pt x="12290" y="107462"/>
                  </a:lnTo>
                  <a:lnTo>
                    <a:pt x="34511" y="107462"/>
                  </a:lnTo>
                  <a:close/>
                  <a:moveTo>
                    <a:pt x="103534" y="107462"/>
                  </a:moveTo>
                  <a:lnTo>
                    <a:pt x="138045" y="107462"/>
                  </a:lnTo>
                  <a:lnTo>
                    <a:pt x="138045" y="80597"/>
                  </a:lnTo>
                  <a:close/>
                  <a:moveTo>
                    <a:pt x="138045" y="107462"/>
                  </a:moveTo>
                  <a:lnTo>
                    <a:pt x="138045" y="124275"/>
                  </a:lnTo>
                  <a:lnTo>
                    <a:pt x="146271" y="107462"/>
                  </a:lnTo>
                  <a:close/>
                  <a:moveTo>
                    <a:pt x="138045" y="80597"/>
                  </a:moveTo>
                  <a:lnTo>
                    <a:pt x="146271" y="107462"/>
                  </a:lnTo>
                  <a:lnTo>
                    <a:pt x="142157" y="80597"/>
                  </a:lnTo>
                  <a:close/>
                  <a:moveTo>
                    <a:pt x="138045" y="80597"/>
                  </a:moveTo>
                  <a:lnTo>
                    <a:pt x="138045" y="107462"/>
                  </a:lnTo>
                  <a:lnTo>
                    <a:pt x="146271" y="107462"/>
                  </a:lnTo>
                  <a:close/>
                  <a:moveTo>
                    <a:pt x="23973" y="53731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23973" y="53731"/>
                  </a:moveTo>
                  <a:lnTo>
                    <a:pt x="15580" y="80597"/>
                  </a:lnTo>
                  <a:lnTo>
                    <a:pt x="34511" y="80597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103534" y="53731"/>
                  </a:moveTo>
                  <a:lnTo>
                    <a:pt x="138045" y="75116"/>
                  </a:lnTo>
                  <a:lnTo>
                    <a:pt x="113664" y="53731"/>
                  </a:lnTo>
                  <a:close/>
                  <a:moveTo>
                    <a:pt x="138045" y="80597"/>
                  </a:moveTo>
                  <a:lnTo>
                    <a:pt x="138045" y="75116"/>
                  </a:lnTo>
                  <a:lnTo>
                    <a:pt x="103534" y="53731"/>
                  </a:lnTo>
                  <a:close/>
                  <a:moveTo>
                    <a:pt x="103534" y="80597"/>
                  </a:moveTo>
                  <a:lnTo>
                    <a:pt x="138045" y="80597"/>
                  </a:lnTo>
                  <a:lnTo>
                    <a:pt x="103534" y="53731"/>
                  </a:lnTo>
                  <a:close/>
                  <a:moveTo>
                    <a:pt x="138045" y="80597"/>
                  </a:moveTo>
                  <a:lnTo>
                    <a:pt x="142157" y="80597"/>
                  </a:lnTo>
                  <a:lnTo>
                    <a:pt x="138045" y="75116"/>
                  </a:lnTo>
                  <a:close/>
                  <a:moveTo>
                    <a:pt x="34511" y="37964"/>
                  </a:moveTo>
                  <a:lnTo>
                    <a:pt x="23973" y="53731"/>
                  </a:lnTo>
                  <a:lnTo>
                    <a:pt x="34511" y="53731"/>
                  </a:lnTo>
                  <a:close/>
                  <a:moveTo>
                    <a:pt x="34511" y="53731"/>
                  </a:moveTo>
                  <a:lnTo>
                    <a:pt x="69023" y="34922"/>
                  </a:lnTo>
                  <a:lnTo>
                    <a:pt x="34511" y="37964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34922"/>
                  </a:lnTo>
                  <a:close/>
                  <a:moveTo>
                    <a:pt x="69023" y="53731"/>
                  </a:moveTo>
                  <a:lnTo>
                    <a:pt x="103534" y="47220"/>
                  </a:lnTo>
                  <a:lnTo>
                    <a:pt x="69023" y="34922"/>
                  </a:lnTo>
                  <a:close/>
                  <a:moveTo>
                    <a:pt x="69023" y="53731"/>
                  </a:moveTo>
                  <a:lnTo>
                    <a:pt x="103534" y="53731"/>
                  </a:lnTo>
                  <a:lnTo>
                    <a:pt x="103534" y="47220"/>
                  </a:lnTo>
                  <a:close/>
                  <a:moveTo>
                    <a:pt x="103534" y="53731"/>
                  </a:moveTo>
                  <a:lnTo>
                    <a:pt x="113664" y="53731"/>
                  </a:lnTo>
                  <a:lnTo>
                    <a:pt x="103534" y="47220"/>
                  </a:lnTo>
                  <a:close/>
                </a:path>
              </a:pathLst>
            </a:custGeom>
            <a:solidFill>
              <a:srgbClr val="EA8D9B"/>
            </a:solidFill>
            <a:ln w="4001">
              <a:solidFill>
                <a:srgbClr val="F2BCC4"/>
              </a:solidFill>
            </a:ln>
          </p:spPr>
        </p:sp>
        <p:sp>
          <p:nvSpPr>
            <p:cNvPr id="4031" name="Match_B4__4030">
              <a:extLst>
                <a:ext uri="{FF2B5EF4-FFF2-40B4-BE49-F238E27FC236}">
                  <a16:creationId xmlns:a16="http://schemas.microsoft.com/office/drawing/2014/main" id="{DA12A687-FE12-B0F5-3E04-7D0390675F10}"/>
                </a:ext>
              </a:extLst>
            </p:cNvPr>
            <p:cNvSpPr>
              <a:spLocks noGrp="1"/>
            </p:cNvSpPr>
            <p:nvPr/>
          </p:nvSpPr>
          <p:spPr>
            <a:xfrm>
              <a:off x="8556886" y="2742893"/>
              <a:ext cx="103534" cy="107462"/>
            </a:xfrm>
            <a:custGeom>
              <a:avLst/>
              <a:gdLst/>
              <a:ahLst/>
              <a:cxnLst/>
              <a:rect l="0" t="0" r="0" b="0"/>
              <a:pathLst>
                <a:path w="103534" h="107462">
                  <a:moveTo>
                    <a:pt x="34511" y="80597"/>
                  </a:moveTo>
                  <a:lnTo>
                    <a:pt x="34511" y="107462"/>
                  </a:lnTo>
                  <a:lnTo>
                    <a:pt x="69023" y="80597"/>
                  </a:lnTo>
                  <a:close/>
                  <a:moveTo>
                    <a:pt x="0" y="80597"/>
                  </a:moveTo>
                  <a:lnTo>
                    <a:pt x="34511" y="80597"/>
                  </a:lnTo>
                  <a:lnTo>
                    <a:pt x="34511" y="53731"/>
                  </a:lnTo>
                  <a:close/>
                  <a:moveTo>
                    <a:pt x="0" y="80597"/>
                  </a:moveTo>
                  <a:lnTo>
                    <a:pt x="34511" y="53731"/>
                  </a:lnTo>
                  <a:lnTo>
                    <a:pt x="0" y="53731"/>
                  </a:lnTo>
                  <a:close/>
                  <a:moveTo>
                    <a:pt x="34511" y="80597"/>
                  </a:moveTo>
                  <a:lnTo>
                    <a:pt x="69023" y="80597"/>
                  </a:lnTo>
                  <a:lnTo>
                    <a:pt x="69023" y="53731"/>
                  </a:lnTo>
                  <a:close/>
                  <a:moveTo>
                    <a:pt x="34511" y="80597"/>
                  </a:moveTo>
                  <a:lnTo>
                    <a:pt x="69023" y="53731"/>
                  </a:lnTo>
                  <a:lnTo>
                    <a:pt x="34511" y="53731"/>
                  </a:lnTo>
                  <a:close/>
                  <a:moveTo>
                    <a:pt x="69023" y="53731"/>
                  </a:moveTo>
                  <a:lnTo>
                    <a:pt x="69023" y="80597"/>
                  </a:lnTo>
                  <a:lnTo>
                    <a:pt x="103534" y="53731"/>
                  </a:lnTo>
                  <a:close/>
                  <a:moveTo>
                    <a:pt x="0" y="53731"/>
                  </a:moveTo>
                  <a:lnTo>
                    <a:pt x="34511" y="53731"/>
                  </a:lnTo>
                  <a:lnTo>
                    <a:pt x="34511" y="26866"/>
                  </a:lnTo>
                  <a:close/>
                  <a:moveTo>
                    <a:pt x="0" y="53731"/>
                  </a:moveTo>
                  <a:lnTo>
                    <a:pt x="34511" y="26866"/>
                  </a:lnTo>
                  <a:lnTo>
                    <a:pt x="0" y="26866"/>
                  </a:lnTo>
                  <a:close/>
                  <a:moveTo>
                    <a:pt x="34511" y="53731"/>
                  </a:moveTo>
                  <a:lnTo>
                    <a:pt x="69023" y="53731"/>
                  </a:lnTo>
                  <a:lnTo>
                    <a:pt x="69023" y="26866"/>
                  </a:lnTo>
                  <a:close/>
                  <a:moveTo>
                    <a:pt x="34511" y="53731"/>
                  </a:moveTo>
                  <a:lnTo>
                    <a:pt x="69023" y="26866"/>
                  </a:lnTo>
                  <a:lnTo>
                    <a:pt x="34511" y="26866"/>
                  </a:lnTo>
                  <a:close/>
                  <a:moveTo>
                    <a:pt x="69023" y="53731"/>
                  </a:moveTo>
                  <a:lnTo>
                    <a:pt x="103534" y="26866"/>
                  </a:lnTo>
                  <a:lnTo>
                    <a:pt x="69023" y="26866"/>
                  </a:lnTo>
                  <a:close/>
                  <a:moveTo>
                    <a:pt x="0" y="26866"/>
                  </a:moveTo>
                  <a:lnTo>
                    <a:pt x="34511" y="26866"/>
                  </a:lnTo>
                  <a:lnTo>
                    <a:pt x="34511" y="0"/>
                  </a:lnTo>
                  <a:close/>
                  <a:moveTo>
                    <a:pt x="34511" y="26866"/>
                  </a:moveTo>
                  <a:lnTo>
                    <a:pt x="69023" y="26866"/>
                  </a:lnTo>
                  <a:lnTo>
                    <a:pt x="69023" y="0"/>
                  </a:lnTo>
                  <a:close/>
                  <a:moveTo>
                    <a:pt x="34511" y="26866"/>
                  </a:moveTo>
                  <a:lnTo>
                    <a:pt x="69023" y="0"/>
                  </a:lnTo>
                  <a:lnTo>
                    <a:pt x="34511" y="0"/>
                  </a:lnTo>
                  <a:close/>
                </a:path>
              </a:pathLst>
            </a:custGeom>
            <a:solidFill>
              <a:srgbClr val="EA919E"/>
            </a:solidFill>
            <a:ln w="4001">
              <a:solidFill>
                <a:srgbClr val="F2BCC4"/>
              </a:solidFill>
            </a:ln>
          </p:spPr>
        </p:sp>
      </p:grpSp>
      <p:sp>
        <p:nvSpPr>
          <p:cNvPr id="4032" name="label__4031">
            <a:extLst>
              <a:ext uri="{FF2B5EF4-FFF2-40B4-BE49-F238E27FC236}">
                <a16:creationId xmlns:a16="http://schemas.microsoft.com/office/drawing/2014/main" id="{CBAE1CB5-2C52-CA7B-5CE7-F21CFB8CBDD4}"/>
              </a:ext>
            </a:extLst>
          </p:cNvPr>
          <p:cNvSpPr>
            <a:spLocks noGrp="1"/>
          </p:cNvSpPr>
          <p:nvPr/>
        </p:nvSpPr>
        <p:spPr>
          <a:xfrm>
            <a:off x="4457096" y="4051300"/>
            <a:ext cx="169333" cy="1270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708">
                <a:solidFill>
                  <a:srgbClr val="687780"/>
                </a:solidFill>
                <a:latin typeface="Arial"/>
                <a:ea typeface="Arial"/>
                <a:cs typeface="Arial"/>
              </a:rPr>
              <a:t>B4</a:t>
            </a:r>
          </a:p>
        </p:txBody>
      </p:sp>
      <p:grpSp>
        <p:nvGrpSpPr>
          <p:cNvPr id="6227" name="Match_B3">
            <a:extLst>
              <a:ext uri="{FF2B5EF4-FFF2-40B4-BE49-F238E27FC236}">
                <a16:creationId xmlns:a16="http://schemas.microsoft.com/office/drawing/2014/main" id="{218561C1-BC20-BB94-A06F-20C14FBD2049}"/>
              </a:ext>
            </a:extLst>
          </p:cNvPr>
          <p:cNvGrpSpPr/>
          <p:nvPr/>
        </p:nvGrpSpPr>
        <p:grpSpPr>
          <a:xfrm>
            <a:off x="4618492" y="4450821"/>
            <a:ext cx="195792" cy="227542"/>
            <a:chOff x="8386763" y="3328988"/>
            <a:chExt cx="352425" cy="409575"/>
          </a:xfrm>
        </p:grpSpPr>
        <p:sp>
          <p:nvSpPr>
            <p:cNvPr id="4033" name="Match_B3__4032">
              <a:extLst>
                <a:ext uri="{FF2B5EF4-FFF2-40B4-BE49-F238E27FC236}">
                  <a16:creationId xmlns:a16="http://schemas.microsoft.com/office/drawing/2014/main" id="{853F27A3-77F8-F1D6-FBCC-D4B0547015A8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3328988"/>
              <a:ext cx="352425" cy="409575"/>
            </a:xfrm>
            <a:custGeom>
              <a:avLst/>
              <a:gdLst/>
              <a:ahLst/>
              <a:cxnLst/>
              <a:rect l="0" t="0" r="0" b="0"/>
              <a:pathLst>
                <a:path w="352425" h="409575">
                  <a:moveTo>
                    <a:pt x="52072" y="394776"/>
                  </a:moveTo>
                  <a:lnTo>
                    <a:pt x="56881" y="397322"/>
                  </a:lnTo>
                  <a:lnTo>
                    <a:pt x="56881" y="394776"/>
                  </a:lnTo>
                  <a:close/>
                  <a:moveTo>
                    <a:pt x="52072" y="394776"/>
                  </a:moveTo>
                  <a:lnTo>
                    <a:pt x="56881" y="394776"/>
                  </a:lnTo>
                  <a:lnTo>
                    <a:pt x="27609" y="378665"/>
                  </a:lnTo>
                  <a:close/>
                  <a:moveTo>
                    <a:pt x="86154" y="406499"/>
                  </a:moveTo>
                  <a:lnTo>
                    <a:pt x="86154" y="403302"/>
                  </a:lnTo>
                  <a:lnTo>
                    <a:pt x="56881" y="397322"/>
                  </a:lnTo>
                  <a:close/>
                  <a:moveTo>
                    <a:pt x="86154" y="406499"/>
                  </a:moveTo>
                  <a:lnTo>
                    <a:pt x="115427" y="409575"/>
                  </a:lnTo>
                  <a:lnTo>
                    <a:pt x="115427" y="406856"/>
                  </a:lnTo>
                  <a:close/>
                  <a:moveTo>
                    <a:pt x="115427" y="409575"/>
                  </a:moveTo>
                  <a:lnTo>
                    <a:pt x="144699" y="408563"/>
                  </a:lnTo>
                  <a:lnTo>
                    <a:pt x="144699" y="406219"/>
                  </a:lnTo>
                  <a:close/>
                  <a:moveTo>
                    <a:pt x="144699" y="408563"/>
                  </a:moveTo>
                  <a:lnTo>
                    <a:pt x="173972" y="404584"/>
                  </a:lnTo>
                  <a:lnTo>
                    <a:pt x="173972" y="402613"/>
                  </a:lnTo>
                  <a:close/>
                  <a:moveTo>
                    <a:pt x="173972" y="404584"/>
                  </a:moveTo>
                  <a:lnTo>
                    <a:pt x="203244" y="398135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3244" y="396559"/>
                  </a:lnTo>
                  <a:lnTo>
                    <a:pt x="203244" y="398135"/>
                  </a:lnTo>
                  <a:close/>
                  <a:moveTo>
                    <a:pt x="214629" y="394776"/>
                  </a:moveTo>
                  <a:lnTo>
                    <a:pt x="232517" y="38996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16640" y="367837"/>
                  </a:lnTo>
                  <a:lnTo>
                    <a:pt x="27609" y="378665"/>
                  </a:lnTo>
                  <a:close/>
                  <a:moveTo>
                    <a:pt x="2393" y="340899"/>
                  </a:moveTo>
                  <a:lnTo>
                    <a:pt x="16640" y="367837"/>
                  </a:lnTo>
                  <a:lnTo>
                    <a:pt x="21787" y="367837"/>
                  </a:lnTo>
                  <a:close/>
                  <a:moveTo>
                    <a:pt x="232517" y="389966"/>
                  </a:moveTo>
                  <a:lnTo>
                    <a:pt x="261790" y="378971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61790" y="378257"/>
                  </a:lnTo>
                  <a:lnTo>
                    <a:pt x="261790" y="378971"/>
                  </a:lnTo>
                  <a:close/>
                  <a:moveTo>
                    <a:pt x="281741" y="367837"/>
                  </a:moveTo>
                  <a:lnTo>
                    <a:pt x="291062" y="361661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2393" y="340899"/>
                  </a:lnTo>
                  <a:lnTo>
                    <a:pt x="6646" y="340899"/>
                  </a:lnTo>
                  <a:close/>
                  <a:moveTo>
                    <a:pt x="313890" y="340899"/>
                  </a:moveTo>
                  <a:lnTo>
                    <a:pt x="291062" y="361072"/>
                  </a:lnTo>
                  <a:lnTo>
                    <a:pt x="291062" y="361661"/>
                  </a:lnTo>
                  <a:close/>
                  <a:moveTo>
                    <a:pt x="313890" y="340899"/>
                  </a:moveTo>
                  <a:lnTo>
                    <a:pt x="320335" y="331731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0" y="313961"/>
                  </a:lnTo>
                  <a:lnTo>
                    <a:pt x="4027" y="313961"/>
                  </a:lnTo>
                  <a:close/>
                  <a:moveTo>
                    <a:pt x="331513" y="313961"/>
                  </a:moveTo>
                  <a:lnTo>
                    <a:pt x="320335" y="330638"/>
                  </a:lnTo>
                  <a:lnTo>
                    <a:pt x="320335" y="331731"/>
                  </a:lnTo>
                  <a:close/>
                  <a:moveTo>
                    <a:pt x="330623" y="313961"/>
                  </a:moveTo>
                  <a:lnTo>
                    <a:pt x="33151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27609" y="260183"/>
                  </a:lnTo>
                  <a:lnTo>
                    <a:pt x="7703" y="287022"/>
                  </a:lnTo>
                  <a:close/>
                  <a:moveTo>
                    <a:pt x="27609" y="260183"/>
                  </a:moveTo>
                  <a:lnTo>
                    <a:pt x="27609" y="265806"/>
                  </a:lnTo>
                  <a:lnTo>
                    <a:pt x="27695" y="260084"/>
                  </a:lnTo>
                  <a:close/>
                  <a:moveTo>
                    <a:pt x="339334" y="287022"/>
                  </a:moveTo>
                  <a:lnTo>
                    <a:pt x="340829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56881" y="235079"/>
                  </a:lnTo>
                  <a:lnTo>
                    <a:pt x="27695" y="260084"/>
                  </a:lnTo>
                  <a:close/>
                  <a:moveTo>
                    <a:pt x="56881" y="235079"/>
                  </a:moveTo>
                  <a:lnTo>
                    <a:pt x="56881" y="238804"/>
                  </a:lnTo>
                  <a:lnTo>
                    <a:pt x="59605" y="233146"/>
                  </a:lnTo>
                  <a:close/>
                  <a:moveTo>
                    <a:pt x="343354" y="260084"/>
                  </a:moveTo>
                  <a:lnTo>
                    <a:pt x="345921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86154" y="208870"/>
                  </a:lnTo>
                  <a:lnTo>
                    <a:pt x="59605" y="233146"/>
                  </a:lnTo>
                  <a:close/>
                  <a:moveTo>
                    <a:pt x="86154" y="208870"/>
                  </a:moveTo>
                  <a:lnTo>
                    <a:pt x="86154" y="212901"/>
                  </a:lnTo>
                  <a:lnTo>
                    <a:pt x="88914" y="206208"/>
                  </a:lnTo>
                  <a:close/>
                  <a:moveTo>
                    <a:pt x="349607" y="231669"/>
                  </a:moveTo>
                  <a:lnTo>
                    <a:pt x="349607" y="206208"/>
                  </a:lnTo>
                  <a:lnTo>
                    <a:pt x="349466" y="233146"/>
                  </a:lnTo>
                  <a:close/>
                  <a:moveTo>
                    <a:pt x="95736" y="179269"/>
                  </a:moveTo>
                  <a:lnTo>
                    <a:pt x="88914" y="206208"/>
                  </a:lnTo>
                  <a:lnTo>
                    <a:pt x="93046" y="206208"/>
                  </a:lnTo>
                  <a:close/>
                  <a:moveTo>
                    <a:pt x="349607" y="206208"/>
                  </a:moveTo>
                  <a:lnTo>
                    <a:pt x="349607" y="231669"/>
                  </a:lnTo>
                  <a:lnTo>
                    <a:pt x="352425" y="206208"/>
                  </a:lnTo>
                  <a:close/>
                  <a:moveTo>
                    <a:pt x="349607" y="179269"/>
                  </a:moveTo>
                  <a:lnTo>
                    <a:pt x="352425" y="206208"/>
                  </a:lnTo>
                  <a:lnTo>
                    <a:pt x="352353" y="179269"/>
                  </a:lnTo>
                  <a:close/>
                  <a:moveTo>
                    <a:pt x="349607" y="179269"/>
                  </a:moveTo>
                  <a:lnTo>
                    <a:pt x="349607" y="206208"/>
                  </a:lnTo>
                  <a:lnTo>
                    <a:pt x="352425" y="206208"/>
                  </a:lnTo>
                  <a:close/>
                  <a:moveTo>
                    <a:pt x="95736" y="179269"/>
                  </a:moveTo>
                  <a:lnTo>
                    <a:pt x="98587" y="179269"/>
                  </a:lnTo>
                  <a:lnTo>
                    <a:pt x="86154" y="160391"/>
                  </a:lnTo>
                  <a:close/>
                  <a:moveTo>
                    <a:pt x="349607" y="179269"/>
                  </a:moveTo>
                  <a:lnTo>
                    <a:pt x="352353" y="179269"/>
                  </a:lnTo>
                  <a:lnTo>
                    <a:pt x="349607" y="166529"/>
                  </a:lnTo>
                  <a:close/>
                  <a:moveTo>
                    <a:pt x="349607" y="179269"/>
                  </a:moveTo>
                  <a:lnTo>
                    <a:pt x="349607" y="166529"/>
                  </a:lnTo>
                  <a:lnTo>
                    <a:pt x="345275" y="179269"/>
                  </a:lnTo>
                  <a:close/>
                  <a:moveTo>
                    <a:pt x="345275" y="179269"/>
                  </a:moveTo>
                  <a:lnTo>
                    <a:pt x="349607" y="166529"/>
                  </a:lnTo>
                  <a:lnTo>
                    <a:pt x="346836" y="152331"/>
                  </a:lnTo>
                  <a:close/>
                  <a:moveTo>
                    <a:pt x="81950" y="152331"/>
                  </a:moveTo>
                  <a:lnTo>
                    <a:pt x="81916" y="152331"/>
                  </a:lnTo>
                  <a:lnTo>
                    <a:pt x="86154" y="160391"/>
                  </a:lnTo>
                  <a:close/>
                  <a:moveTo>
                    <a:pt x="59630" y="125393"/>
                  </a:moveTo>
                  <a:lnTo>
                    <a:pt x="81916" y="152331"/>
                  </a:lnTo>
                  <a:lnTo>
                    <a:pt x="81950" y="152331"/>
                  </a:lnTo>
                  <a:close/>
                  <a:moveTo>
                    <a:pt x="338887" y="152331"/>
                  </a:moveTo>
                  <a:lnTo>
                    <a:pt x="346836" y="152331"/>
                  </a:lnTo>
                  <a:lnTo>
                    <a:pt x="333328" y="125393"/>
                  </a:lnTo>
                  <a:close/>
                  <a:moveTo>
                    <a:pt x="59630" y="125393"/>
                  </a:moveTo>
                  <a:lnTo>
                    <a:pt x="57796" y="125393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3538" y="125393"/>
                  </a:lnTo>
                  <a:lnTo>
                    <a:pt x="333328" y="125393"/>
                  </a:lnTo>
                  <a:close/>
                  <a:moveTo>
                    <a:pt x="320335" y="110852"/>
                  </a:moveTo>
                  <a:lnTo>
                    <a:pt x="306334" y="98454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43819" y="98454"/>
                  </a:lnTo>
                  <a:lnTo>
                    <a:pt x="56881" y="121199"/>
                  </a:lnTo>
                  <a:close/>
                  <a:moveTo>
                    <a:pt x="39208" y="71516"/>
                  </a:moveTo>
                  <a:lnTo>
                    <a:pt x="43819" y="98454"/>
                  </a:lnTo>
                  <a:lnTo>
                    <a:pt x="41634" y="98454"/>
                  </a:lnTo>
                  <a:close/>
                  <a:moveTo>
                    <a:pt x="291062" y="87284"/>
                  </a:moveTo>
                  <a:lnTo>
                    <a:pt x="295189" y="98454"/>
                  </a:lnTo>
                  <a:lnTo>
                    <a:pt x="306334" y="98454"/>
                  </a:lnTo>
                  <a:close/>
                  <a:moveTo>
                    <a:pt x="264383" y="71516"/>
                  </a:moveTo>
                  <a:lnTo>
                    <a:pt x="261790" y="71516"/>
                  </a:lnTo>
                  <a:lnTo>
                    <a:pt x="291062" y="87284"/>
                  </a:lnTo>
                  <a:close/>
                  <a:moveTo>
                    <a:pt x="291062" y="87284"/>
                  </a:moveTo>
                  <a:lnTo>
                    <a:pt x="261790" y="71516"/>
                  </a:lnTo>
                  <a:lnTo>
                    <a:pt x="261790" y="75262"/>
                  </a:lnTo>
                  <a:close/>
                  <a:moveTo>
                    <a:pt x="46403" y="44578"/>
                  </a:moveTo>
                  <a:lnTo>
                    <a:pt x="39208" y="71516"/>
                  </a:lnTo>
                  <a:lnTo>
                    <a:pt x="36914" y="71516"/>
                  </a:lnTo>
                  <a:close/>
                  <a:moveTo>
                    <a:pt x="232517" y="50502"/>
                  </a:moveTo>
                  <a:lnTo>
                    <a:pt x="224304" y="44578"/>
                  </a:lnTo>
                  <a:lnTo>
                    <a:pt x="222816" y="44578"/>
                  </a:lnTo>
                  <a:close/>
                  <a:moveTo>
                    <a:pt x="261790" y="69840"/>
                  </a:moveTo>
                  <a:lnTo>
                    <a:pt x="256466" y="71516"/>
                  </a:lnTo>
                  <a:lnTo>
                    <a:pt x="261790" y="71516"/>
                  </a:lnTo>
                  <a:close/>
                  <a:moveTo>
                    <a:pt x="232517" y="50502"/>
                  </a:moveTo>
                  <a:lnTo>
                    <a:pt x="232517" y="52907"/>
                  </a:lnTo>
                  <a:lnTo>
                    <a:pt x="261790" y="69840"/>
                  </a:lnTo>
                  <a:close/>
                  <a:moveTo>
                    <a:pt x="261790" y="71516"/>
                  </a:moveTo>
                  <a:lnTo>
                    <a:pt x="264383" y="71516"/>
                  </a:lnTo>
                  <a:lnTo>
                    <a:pt x="261790" y="69840"/>
                  </a:lnTo>
                  <a:close/>
                  <a:moveTo>
                    <a:pt x="56881" y="27534"/>
                  </a:moveTo>
                  <a:lnTo>
                    <a:pt x="56881" y="30970"/>
                  </a:lnTo>
                  <a:lnTo>
                    <a:pt x="46403" y="44578"/>
                  </a:lnTo>
                  <a:close/>
                  <a:moveTo>
                    <a:pt x="56881" y="30970"/>
                  </a:moveTo>
                  <a:lnTo>
                    <a:pt x="56881" y="27534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22816" y="44578"/>
                  </a:lnTo>
                  <a:lnTo>
                    <a:pt x="224304" y="44578"/>
                  </a:lnTo>
                  <a:close/>
                  <a:moveTo>
                    <a:pt x="203244" y="29219"/>
                  </a:moveTo>
                  <a:lnTo>
                    <a:pt x="183871" y="1763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86154" y="9329"/>
                  </a:lnTo>
                  <a:lnTo>
                    <a:pt x="71966" y="17639"/>
                  </a:lnTo>
                  <a:close/>
                  <a:moveTo>
                    <a:pt x="115427" y="0"/>
                  </a:moveTo>
                  <a:lnTo>
                    <a:pt x="115427" y="1925"/>
                  </a:lnTo>
                  <a:lnTo>
                    <a:pt x="86154" y="9329"/>
                  </a:lnTo>
                  <a:close/>
                  <a:moveTo>
                    <a:pt x="144699" y="1293"/>
                  </a:moveTo>
                  <a:lnTo>
                    <a:pt x="144699" y="3063"/>
                  </a:lnTo>
                  <a:lnTo>
                    <a:pt x="115427" y="1925"/>
                  </a:lnTo>
                  <a:close/>
                  <a:moveTo>
                    <a:pt x="173972" y="10626"/>
                  </a:moveTo>
                  <a:lnTo>
                    <a:pt x="173972" y="12194"/>
                  </a:lnTo>
                  <a:lnTo>
                    <a:pt x="144699" y="3063"/>
                  </a:lnTo>
                  <a:close/>
                  <a:moveTo>
                    <a:pt x="173972" y="12194"/>
                  </a:moveTo>
                  <a:lnTo>
                    <a:pt x="186182" y="17639"/>
                  </a:lnTo>
                  <a:lnTo>
                    <a:pt x="183871" y="17639"/>
                  </a:lnTo>
                  <a:close/>
                </a:path>
              </a:pathLst>
            </a:custGeom>
            <a:solidFill>
              <a:srgbClr val="DEB13A"/>
            </a:solidFill>
            <a:ln w="4001">
              <a:solidFill>
                <a:srgbClr val="F0DBA5"/>
              </a:solidFill>
            </a:ln>
          </p:spPr>
        </p:sp>
        <p:sp>
          <p:nvSpPr>
            <p:cNvPr id="4034" name="Match_B3__4033">
              <a:extLst>
                <a:ext uri="{FF2B5EF4-FFF2-40B4-BE49-F238E27FC236}">
                  <a16:creationId xmlns:a16="http://schemas.microsoft.com/office/drawing/2014/main" id="{0B24FE5C-52F7-30D2-B70F-B6C086B7F703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3328988"/>
              <a:ext cx="349607" cy="409575"/>
            </a:xfrm>
            <a:custGeom>
              <a:avLst/>
              <a:gdLst/>
              <a:ahLst/>
              <a:cxnLst/>
              <a:rect l="0" t="0" r="0" b="0"/>
              <a:pathLst>
                <a:path w="349607" h="409575">
                  <a:moveTo>
                    <a:pt x="27609" y="378665"/>
                  </a:moveTo>
                  <a:lnTo>
                    <a:pt x="56881" y="394776"/>
                  </a:lnTo>
                  <a:lnTo>
                    <a:pt x="56881" y="393437"/>
                  </a:lnTo>
                  <a:close/>
                  <a:moveTo>
                    <a:pt x="27609" y="378665"/>
                  </a:moveTo>
                  <a:lnTo>
                    <a:pt x="56881" y="393437"/>
                  </a:lnTo>
                  <a:lnTo>
                    <a:pt x="27609" y="373596"/>
                  </a:lnTo>
                  <a:close/>
                  <a:moveTo>
                    <a:pt x="56881" y="397322"/>
                  </a:moveTo>
                  <a:lnTo>
                    <a:pt x="60490" y="394776"/>
                  </a:lnTo>
                  <a:lnTo>
                    <a:pt x="56881" y="394776"/>
                  </a:lnTo>
                  <a:close/>
                  <a:moveTo>
                    <a:pt x="86154" y="403302"/>
                  </a:moveTo>
                  <a:lnTo>
                    <a:pt x="60490" y="394776"/>
                  </a:lnTo>
                  <a:lnTo>
                    <a:pt x="56881" y="397322"/>
                  </a:lnTo>
                  <a:close/>
                  <a:moveTo>
                    <a:pt x="56881" y="394776"/>
                  </a:moveTo>
                  <a:lnTo>
                    <a:pt x="60490" y="394776"/>
                  </a:lnTo>
                  <a:lnTo>
                    <a:pt x="56881" y="393437"/>
                  </a:lnTo>
                  <a:close/>
                  <a:moveTo>
                    <a:pt x="86154" y="403302"/>
                  </a:moveTo>
                  <a:lnTo>
                    <a:pt x="86154" y="406499"/>
                  </a:lnTo>
                  <a:lnTo>
                    <a:pt x="115427" y="406856"/>
                  </a:lnTo>
                  <a:close/>
                  <a:moveTo>
                    <a:pt x="115427" y="406856"/>
                  </a:moveTo>
                  <a:lnTo>
                    <a:pt x="115427" y="409575"/>
                  </a:lnTo>
                  <a:lnTo>
                    <a:pt x="144699" y="406219"/>
                  </a:lnTo>
                  <a:close/>
                  <a:moveTo>
                    <a:pt x="144699" y="406219"/>
                  </a:moveTo>
                  <a:lnTo>
                    <a:pt x="144699" y="408563"/>
                  </a:lnTo>
                  <a:lnTo>
                    <a:pt x="173972" y="402613"/>
                  </a:lnTo>
                  <a:close/>
                  <a:moveTo>
                    <a:pt x="173972" y="402613"/>
                  </a:moveTo>
                  <a:lnTo>
                    <a:pt x="173972" y="404584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9632" y="394776"/>
                  </a:lnTo>
                  <a:lnTo>
                    <a:pt x="203244" y="396559"/>
                  </a:lnTo>
                  <a:close/>
                  <a:moveTo>
                    <a:pt x="209632" y="394776"/>
                  </a:moveTo>
                  <a:lnTo>
                    <a:pt x="214629" y="39477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27609" y="378665"/>
                  </a:lnTo>
                  <a:lnTo>
                    <a:pt x="27609" y="373596"/>
                  </a:lnTo>
                  <a:close/>
                  <a:moveTo>
                    <a:pt x="2393" y="340899"/>
                  </a:moveTo>
                  <a:lnTo>
                    <a:pt x="21787" y="367837"/>
                  </a:lnTo>
                  <a:lnTo>
                    <a:pt x="6646" y="340899"/>
                  </a:lnTo>
                  <a:close/>
                  <a:moveTo>
                    <a:pt x="232517" y="389005"/>
                  </a:moveTo>
                  <a:lnTo>
                    <a:pt x="232517" y="389966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80731" y="367837"/>
                  </a:lnTo>
                  <a:lnTo>
                    <a:pt x="261790" y="378257"/>
                  </a:lnTo>
                  <a:close/>
                  <a:moveTo>
                    <a:pt x="280731" y="367837"/>
                  </a:moveTo>
                  <a:lnTo>
                    <a:pt x="281741" y="367837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6646" y="340899"/>
                  </a:lnTo>
                  <a:lnTo>
                    <a:pt x="4027" y="313961"/>
                  </a:lnTo>
                  <a:close/>
                  <a:moveTo>
                    <a:pt x="313890" y="340899"/>
                  </a:moveTo>
                  <a:lnTo>
                    <a:pt x="313260" y="340899"/>
                  </a:lnTo>
                  <a:lnTo>
                    <a:pt x="291062" y="361072"/>
                  </a:lnTo>
                  <a:close/>
                  <a:moveTo>
                    <a:pt x="313260" y="340899"/>
                  </a:moveTo>
                  <a:lnTo>
                    <a:pt x="313890" y="340899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4027" y="313961"/>
                  </a:lnTo>
                  <a:lnTo>
                    <a:pt x="12024" y="287022"/>
                  </a:lnTo>
                  <a:close/>
                  <a:moveTo>
                    <a:pt x="331513" y="313961"/>
                  </a:moveTo>
                  <a:lnTo>
                    <a:pt x="330623" y="313961"/>
                  </a:lnTo>
                  <a:lnTo>
                    <a:pt x="320335" y="330638"/>
                  </a:lnTo>
                  <a:close/>
                  <a:moveTo>
                    <a:pt x="339334" y="287022"/>
                  </a:moveTo>
                  <a:lnTo>
                    <a:pt x="33062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7703" y="287022"/>
                  </a:lnTo>
                  <a:lnTo>
                    <a:pt x="12024" y="287022"/>
                  </a:lnTo>
                  <a:close/>
                  <a:moveTo>
                    <a:pt x="27609" y="265806"/>
                  </a:moveTo>
                  <a:lnTo>
                    <a:pt x="32490" y="260084"/>
                  </a:lnTo>
                  <a:lnTo>
                    <a:pt x="27695" y="260084"/>
                  </a:lnTo>
                  <a:close/>
                  <a:moveTo>
                    <a:pt x="343354" y="260084"/>
                  </a:moveTo>
                  <a:lnTo>
                    <a:pt x="339334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27695" y="260084"/>
                  </a:lnTo>
                  <a:lnTo>
                    <a:pt x="32490" y="260084"/>
                  </a:lnTo>
                  <a:close/>
                  <a:moveTo>
                    <a:pt x="56881" y="238804"/>
                  </a:moveTo>
                  <a:lnTo>
                    <a:pt x="64677" y="233146"/>
                  </a:lnTo>
                  <a:lnTo>
                    <a:pt x="59605" y="233146"/>
                  </a:lnTo>
                  <a:close/>
                  <a:moveTo>
                    <a:pt x="345475" y="233146"/>
                  </a:moveTo>
                  <a:lnTo>
                    <a:pt x="343354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59605" y="233146"/>
                  </a:lnTo>
                  <a:lnTo>
                    <a:pt x="64677" y="233146"/>
                  </a:lnTo>
                  <a:close/>
                  <a:moveTo>
                    <a:pt x="86154" y="212901"/>
                  </a:moveTo>
                  <a:lnTo>
                    <a:pt x="93046" y="206208"/>
                  </a:lnTo>
                  <a:lnTo>
                    <a:pt x="88914" y="206208"/>
                  </a:lnTo>
                  <a:close/>
                  <a:moveTo>
                    <a:pt x="349466" y="233146"/>
                  </a:moveTo>
                  <a:lnTo>
                    <a:pt x="349607" y="206208"/>
                  </a:lnTo>
                  <a:lnTo>
                    <a:pt x="346559" y="206208"/>
                  </a:lnTo>
                  <a:close/>
                  <a:moveTo>
                    <a:pt x="349466" y="233146"/>
                  </a:moveTo>
                  <a:lnTo>
                    <a:pt x="346559" y="206208"/>
                  </a:lnTo>
                  <a:lnTo>
                    <a:pt x="345475" y="233146"/>
                  </a:lnTo>
                  <a:close/>
                  <a:moveTo>
                    <a:pt x="95736" y="179269"/>
                  </a:moveTo>
                  <a:lnTo>
                    <a:pt x="93046" y="206208"/>
                  </a:lnTo>
                  <a:lnTo>
                    <a:pt x="98587" y="179269"/>
                  </a:lnTo>
                  <a:close/>
                  <a:moveTo>
                    <a:pt x="349607" y="206208"/>
                  </a:moveTo>
                  <a:lnTo>
                    <a:pt x="349607" y="179269"/>
                  </a:lnTo>
                  <a:lnTo>
                    <a:pt x="346559" y="206208"/>
                  </a:lnTo>
                  <a:close/>
                  <a:moveTo>
                    <a:pt x="349607" y="179269"/>
                  </a:moveTo>
                  <a:lnTo>
                    <a:pt x="345275" y="179269"/>
                  </a:lnTo>
                  <a:lnTo>
                    <a:pt x="346559" y="206208"/>
                  </a:lnTo>
                  <a:close/>
                  <a:moveTo>
                    <a:pt x="98587" y="179269"/>
                  </a:moveTo>
                  <a:lnTo>
                    <a:pt x="86154" y="159205"/>
                  </a:lnTo>
                  <a:lnTo>
                    <a:pt x="86154" y="160391"/>
                  </a:lnTo>
                  <a:close/>
                  <a:moveTo>
                    <a:pt x="345275" y="179269"/>
                  </a:moveTo>
                  <a:lnTo>
                    <a:pt x="346836" y="152331"/>
                  </a:lnTo>
                  <a:lnTo>
                    <a:pt x="338887" y="152331"/>
                  </a:lnTo>
                  <a:close/>
                  <a:moveTo>
                    <a:pt x="81950" y="152331"/>
                  </a:moveTo>
                  <a:lnTo>
                    <a:pt x="86154" y="160391"/>
                  </a:lnTo>
                  <a:lnTo>
                    <a:pt x="86154" y="159205"/>
                  </a:lnTo>
                  <a:close/>
                  <a:moveTo>
                    <a:pt x="59630" y="125393"/>
                  </a:moveTo>
                  <a:lnTo>
                    <a:pt x="81950" y="152331"/>
                  </a:lnTo>
                  <a:lnTo>
                    <a:pt x="57796" y="125393"/>
                  </a:lnTo>
                  <a:close/>
                  <a:moveTo>
                    <a:pt x="323538" y="125393"/>
                  </a:moveTo>
                  <a:lnTo>
                    <a:pt x="338887" y="152331"/>
                  </a:lnTo>
                  <a:lnTo>
                    <a:pt x="333328" y="125393"/>
                  </a:lnTo>
                  <a:close/>
                  <a:moveTo>
                    <a:pt x="57796" y="125393"/>
                  </a:moveTo>
                  <a:lnTo>
                    <a:pt x="56881" y="124086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0335" y="121765"/>
                  </a:lnTo>
                  <a:lnTo>
                    <a:pt x="323538" y="125393"/>
                  </a:lnTo>
                  <a:close/>
                  <a:moveTo>
                    <a:pt x="320335" y="121765"/>
                  </a:moveTo>
                  <a:lnTo>
                    <a:pt x="320335" y="110852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56881" y="121199"/>
                  </a:lnTo>
                  <a:lnTo>
                    <a:pt x="56881" y="124086"/>
                  </a:lnTo>
                  <a:close/>
                  <a:moveTo>
                    <a:pt x="39208" y="71516"/>
                  </a:moveTo>
                  <a:lnTo>
                    <a:pt x="41634" y="98454"/>
                  </a:lnTo>
                  <a:lnTo>
                    <a:pt x="36914" y="71516"/>
                  </a:lnTo>
                  <a:close/>
                  <a:moveTo>
                    <a:pt x="291062" y="87284"/>
                  </a:moveTo>
                  <a:lnTo>
                    <a:pt x="291062" y="95264"/>
                  </a:lnTo>
                  <a:lnTo>
                    <a:pt x="295189" y="98454"/>
                  </a:lnTo>
                  <a:close/>
                  <a:moveTo>
                    <a:pt x="291062" y="87284"/>
                  </a:moveTo>
                  <a:lnTo>
                    <a:pt x="261790" y="75262"/>
                  </a:lnTo>
                  <a:lnTo>
                    <a:pt x="291062" y="95264"/>
                  </a:lnTo>
                  <a:close/>
                  <a:moveTo>
                    <a:pt x="46403" y="44578"/>
                  </a:moveTo>
                  <a:lnTo>
                    <a:pt x="36914" y="71516"/>
                  </a:lnTo>
                  <a:lnTo>
                    <a:pt x="43772" y="44578"/>
                  </a:lnTo>
                  <a:close/>
                  <a:moveTo>
                    <a:pt x="232517" y="52907"/>
                  </a:moveTo>
                  <a:lnTo>
                    <a:pt x="232517" y="50502"/>
                  </a:lnTo>
                  <a:lnTo>
                    <a:pt x="222816" y="44578"/>
                  </a:lnTo>
                  <a:close/>
                  <a:moveTo>
                    <a:pt x="232517" y="52907"/>
                  </a:moveTo>
                  <a:lnTo>
                    <a:pt x="256466" y="71516"/>
                  </a:lnTo>
                  <a:lnTo>
                    <a:pt x="261790" y="69840"/>
                  </a:lnTo>
                  <a:close/>
                  <a:moveTo>
                    <a:pt x="261790" y="75262"/>
                  </a:moveTo>
                  <a:lnTo>
                    <a:pt x="261790" y="71516"/>
                  </a:lnTo>
                  <a:lnTo>
                    <a:pt x="256466" y="71516"/>
                  </a:lnTo>
                  <a:close/>
                  <a:moveTo>
                    <a:pt x="56881" y="27534"/>
                  </a:moveTo>
                  <a:lnTo>
                    <a:pt x="46403" y="44578"/>
                  </a:lnTo>
                  <a:lnTo>
                    <a:pt x="43772" y="44578"/>
                  </a:lnTo>
                  <a:close/>
                  <a:moveTo>
                    <a:pt x="56881" y="27534"/>
                  </a:moveTo>
                  <a:lnTo>
                    <a:pt x="68082" y="17639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03244" y="28817"/>
                  </a:lnTo>
                  <a:lnTo>
                    <a:pt x="222816" y="44578"/>
                  </a:lnTo>
                  <a:close/>
                  <a:moveTo>
                    <a:pt x="203244" y="28817"/>
                  </a:moveTo>
                  <a:lnTo>
                    <a:pt x="203244" y="2921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71966" y="17639"/>
                  </a:lnTo>
                  <a:lnTo>
                    <a:pt x="68082" y="17639"/>
                  </a:lnTo>
                  <a:close/>
                  <a:moveTo>
                    <a:pt x="115427" y="0"/>
                  </a:moveTo>
                  <a:lnTo>
                    <a:pt x="86154" y="9329"/>
                  </a:lnTo>
                  <a:lnTo>
                    <a:pt x="86154" y="7071"/>
                  </a:lnTo>
                  <a:close/>
                  <a:moveTo>
                    <a:pt x="144699" y="1293"/>
                  </a:moveTo>
                  <a:lnTo>
                    <a:pt x="115427" y="1925"/>
                  </a:lnTo>
                  <a:lnTo>
                    <a:pt x="115427" y="0"/>
                  </a:lnTo>
                  <a:close/>
                  <a:moveTo>
                    <a:pt x="173972" y="10626"/>
                  </a:moveTo>
                  <a:lnTo>
                    <a:pt x="144699" y="3063"/>
                  </a:lnTo>
                  <a:lnTo>
                    <a:pt x="144699" y="1293"/>
                  </a:lnTo>
                  <a:close/>
                  <a:moveTo>
                    <a:pt x="173972" y="12194"/>
                  </a:moveTo>
                  <a:lnTo>
                    <a:pt x="173972" y="10626"/>
                  </a:lnTo>
                  <a:lnTo>
                    <a:pt x="186182" y="17639"/>
                  </a:lnTo>
                  <a:close/>
                </a:path>
              </a:pathLst>
            </a:custGeom>
            <a:solidFill>
              <a:srgbClr val="DFB33F"/>
            </a:solidFill>
            <a:ln w="4001">
              <a:solidFill>
                <a:srgbClr val="F0DBA5"/>
              </a:solidFill>
            </a:ln>
          </p:spPr>
        </p:sp>
        <p:sp>
          <p:nvSpPr>
            <p:cNvPr id="4035" name="Match_B3__4034">
              <a:extLst>
                <a:ext uri="{FF2B5EF4-FFF2-40B4-BE49-F238E27FC236}">
                  <a16:creationId xmlns:a16="http://schemas.microsoft.com/office/drawing/2014/main" id="{EE513643-4976-B08A-5ED7-36BE0E91C109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3328988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6463" y="394776"/>
                  </a:moveTo>
                  <a:lnTo>
                    <a:pt x="82127" y="403302"/>
                  </a:lnTo>
                  <a:lnTo>
                    <a:pt x="82127" y="394776"/>
                  </a:lnTo>
                  <a:close/>
                  <a:moveTo>
                    <a:pt x="56463" y="394776"/>
                  </a:moveTo>
                  <a:lnTo>
                    <a:pt x="82127" y="394776"/>
                  </a:lnTo>
                  <a:lnTo>
                    <a:pt x="52855" y="393437"/>
                  </a:lnTo>
                  <a:close/>
                  <a:moveTo>
                    <a:pt x="111400" y="406856"/>
                  </a:moveTo>
                  <a:lnTo>
                    <a:pt x="111400" y="396413"/>
                  </a:lnTo>
                  <a:lnTo>
                    <a:pt x="82127" y="403302"/>
                  </a:lnTo>
                  <a:close/>
                  <a:moveTo>
                    <a:pt x="111400" y="406856"/>
                  </a:moveTo>
                  <a:lnTo>
                    <a:pt x="140672" y="406219"/>
                  </a:lnTo>
                  <a:lnTo>
                    <a:pt x="140672" y="396415"/>
                  </a:lnTo>
                  <a:close/>
                  <a:moveTo>
                    <a:pt x="140672" y="406219"/>
                  </a:moveTo>
                  <a:lnTo>
                    <a:pt x="169945" y="402613"/>
                  </a:lnTo>
                  <a:lnTo>
                    <a:pt x="140672" y="396415"/>
                  </a:lnTo>
                  <a:close/>
                  <a:moveTo>
                    <a:pt x="199218" y="394776"/>
                  </a:moveTo>
                  <a:lnTo>
                    <a:pt x="169945" y="402613"/>
                  </a:lnTo>
                  <a:lnTo>
                    <a:pt x="199218" y="396559"/>
                  </a:lnTo>
                  <a:close/>
                  <a:moveTo>
                    <a:pt x="199218" y="394776"/>
                  </a:moveTo>
                  <a:lnTo>
                    <a:pt x="169945" y="394776"/>
                  </a:lnTo>
                  <a:lnTo>
                    <a:pt x="169945" y="402613"/>
                  </a:lnTo>
                  <a:close/>
                  <a:moveTo>
                    <a:pt x="199218" y="394776"/>
                  </a:moveTo>
                  <a:lnTo>
                    <a:pt x="199218" y="396559"/>
                  </a:lnTo>
                  <a:lnTo>
                    <a:pt x="205605" y="394776"/>
                  </a:lnTo>
                  <a:close/>
                  <a:moveTo>
                    <a:pt x="199218" y="388403"/>
                  </a:moveTo>
                  <a:lnTo>
                    <a:pt x="205605" y="394776"/>
                  </a:lnTo>
                  <a:lnTo>
                    <a:pt x="228490" y="389005"/>
                  </a:lnTo>
                  <a:close/>
                  <a:moveTo>
                    <a:pt x="17760" y="367837"/>
                  </a:moveTo>
                  <a:lnTo>
                    <a:pt x="23582" y="373596"/>
                  </a:lnTo>
                  <a:lnTo>
                    <a:pt x="23582" y="367837"/>
                  </a:lnTo>
                  <a:close/>
                  <a:moveTo>
                    <a:pt x="2620" y="340899"/>
                  </a:moveTo>
                  <a:lnTo>
                    <a:pt x="17760" y="367837"/>
                  </a:lnTo>
                  <a:lnTo>
                    <a:pt x="17340" y="340899"/>
                  </a:lnTo>
                  <a:close/>
                  <a:moveTo>
                    <a:pt x="52855" y="393437"/>
                  </a:moveTo>
                  <a:lnTo>
                    <a:pt x="52855" y="380092"/>
                  </a:lnTo>
                  <a:lnTo>
                    <a:pt x="23582" y="373596"/>
                  </a:lnTo>
                  <a:close/>
                  <a:moveTo>
                    <a:pt x="228490" y="389005"/>
                  </a:moveTo>
                  <a:lnTo>
                    <a:pt x="257763" y="378257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57763" y="369541"/>
                  </a:lnTo>
                  <a:lnTo>
                    <a:pt x="257763" y="378257"/>
                  </a:lnTo>
                  <a:close/>
                  <a:moveTo>
                    <a:pt x="276704" y="367837"/>
                  </a:moveTo>
                  <a:lnTo>
                    <a:pt x="287035" y="361072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2620" y="340899"/>
                  </a:lnTo>
                  <a:lnTo>
                    <a:pt x="17340" y="340899"/>
                  </a:lnTo>
                  <a:close/>
                  <a:moveTo>
                    <a:pt x="309233" y="340899"/>
                  </a:moveTo>
                  <a:lnTo>
                    <a:pt x="287035" y="350976"/>
                  </a:lnTo>
                  <a:lnTo>
                    <a:pt x="287035" y="361072"/>
                  </a:lnTo>
                  <a:close/>
                  <a:moveTo>
                    <a:pt x="309233" y="340899"/>
                  </a:moveTo>
                  <a:lnTo>
                    <a:pt x="316308" y="330638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0" y="313961"/>
                  </a:lnTo>
                  <a:lnTo>
                    <a:pt x="13953" y="313961"/>
                  </a:lnTo>
                  <a:close/>
                  <a:moveTo>
                    <a:pt x="326596" y="313961"/>
                  </a:moveTo>
                  <a:lnTo>
                    <a:pt x="316308" y="314016"/>
                  </a:lnTo>
                  <a:lnTo>
                    <a:pt x="316308" y="330638"/>
                  </a:lnTo>
                  <a:close/>
                  <a:moveTo>
                    <a:pt x="316341" y="313961"/>
                  </a:moveTo>
                  <a:lnTo>
                    <a:pt x="326596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23582" y="265806"/>
                  </a:lnTo>
                  <a:lnTo>
                    <a:pt x="7997" y="287022"/>
                  </a:lnTo>
                  <a:close/>
                  <a:moveTo>
                    <a:pt x="23582" y="265806"/>
                  </a:moveTo>
                  <a:lnTo>
                    <a:pt x="23582" y="286427"/>
                  </a:lnTo>
                  <a:lnTo>
                    <a:pt x="28464" y="260084"/>
                  </a:lnTo>
                  <a:close/>
                  <a:moveTo>
                    <a:pt x="325286" y="287022"/>
                  </a:moveTo>
                  <a:lnTo>
                    <a:pt x="335307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52855" y="238804"/>
                  </a:lnTo>
                  <a:lnTo>
                    <a:pt x="28464" y="260084"/>
                  </a:lnTo>
                  <a:close/>
                  <a:moveTo>
                    <a:pt x="52855" y="238804"/>
                  </a:moveTo>
                  <a:lnTo>
                    <a:pt x="52855" y="253606"/>
                  </a:lnTo>
                  <a:lnTo>
                    <a:pt x="60650" y="233146"/>
                  </a:lnTo>
                  <a:close/>
                  <a:moveTo>
                    <a:pt x="328307" y="260084"/>
                  </a:moveTo>
                  <a:lnTo>
                    <a:pt x="33932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82127" y="212901"/>
                  </a:lnTo>
                  <a:lnTo>
                    <a:pt x="60650" y="233146"/>
                  </a:lnTo>
                  <a:close/>
                  <a:moveTo>
                    <a:pt x="82127" y="212901"/>
                  </a:moveTo>
                  <a:lnTo>
                    <a:pt x="82127" y="231428"/>
                  </a:lnTo>
                  <a:lnTo>
                    <a:pt x="89020" y="206208"/>
                  </a:lnTo>
                  <a:close/>
                  <a:moveTo>
                    <a:pt x="328570" y="233146"/>
                  </a:moveTo>
                  <a:lnTo>
                    <a:pt x="341448" y="233146"/>
                  </a:lnTo>
                  <a:lnTo>
                    <a:pt x="342532" y="206208"/>
                  </a:lnTo>
                  <a:close/>
                  <a:moveTo>
                    <a:pt x="89020" y="206208"/>
                  </a:moveTo>
                  <a:lnTo>
                    <a:pt x="108107" y="206208"/>
                  </a:lnTo>
                  <a:lnTo>
                    <a:pt x="94560" y="179269"/>
                  </a:lnTo>
                  <a:close/>
                  <a:moveTo>
                    <a:pt x="327485" y="206208"/>
                  </a:moveTo>
                  <a:lnTo>
                    <a:pt x="342532" y="206208"/>
                  </a:lnTo>
                  <a:lnTo>
                    <a:pt x="341248" y="179269"/>
                  </a:lnTo>
                  <a:close/>
                  <a:moveTo>
                    <a:pt x="82127" y="159205"/>
                  </a:moveTo>
                  <a:lnTo>
                    <a:pt x="94560" y="179269"/>
                  </a:lnTo>
                  <a:lnTo>
                    <a:pt x="93501" y="152331"/>
                  </a:lnTo>
                  <a:close/>
                  <a:moveTo>
                    <a:pt x="341248" y="179269"/>
                  </a:moveTo>
                  <a:lnTo>
                    <a:pt x="334860" y="152331"/>
                  </a:lnTo>
                  <a:lnTo>
                    <a:pt x="323954" y="179269"/>
                  </a:lnTo>
                  <a:close/>
                  <a:moveTo>
                    <a:pt x="77924" y="152331"/>
                  </a:moveTo>
                  <a:lnTo>
                    <a:pt x="82127" y="159205"/>
                  </a:lnTo>
                  <a:lnTo>
                    <a:pt x="82127" y="152331"/>
                  </a:lnTo>
                  <a:close/>
                  <a:moveTo>
                    <a:pt x="53769" y="125393"/>
                  </a:moveTo>
                  <a:lnTo>
                    <a:pt x="77924" y="152331"/>
                  </a:lnTo>
                  <a:lnTo>
                    <a:pt x="64691" y="125393"/>
                  </a:lnTo>
                  <a:close/>
                  <a:moveTo>
                    <a:pt x="316308" y="125393"/>
                  </a:moveTo>
                  <a:lnTo>
                    <a:pt x="334860" y="152331"/>
                  </a:lnTo>
                  <a:lnTo>
                    <a:pt x="319512" y="125393"/>
                  </a:lnTo>
                  <a:close/>
                  <a:moveTo>
                    <a:pt x="316308" y="125393"/>
                  </a:moveTo>
                  <a:lnTo>
                    <a:pt x="316308" y="152331"/>
                  </a:lnTo>
                  <a:lnTo>
                    <a:pt x="334860" y="152331"/>
                  </a:lnTo>
                  <a:close/>
                  <a:moveTo>
                    <a:pt x="53769" y="125393"/>
                  </a:moveTo>
                  <a:lnTo>
                    <a:pt x="64691" y="125393"/>
                  </a:lnTo>
                  <a:lnTo>
                    <a:pt x="52855" y="124086"/>
                  </a:lnTo>
                  <a:close/>
                  <a:moveTo>
                    <a:pt x="316308" y="125393"/>
                  </a:moveTo>
                  <a:lnTo>
                    <a:pt x="319512" y="125393"/>
                  </a:lnTo>
                  <a:lnTo>
                    <a:pt x="316308" y="121765"/>
                  </a:lnTo>
                  <a:close/>
                  <a:moveTo>
                    <a:pt x="287035" y="98454"/>
                  </a:moveTo>
                  <a:lnTo>
                    <a:pt x="316308" y="125393"/>
                  </a:lnTo>
                  <a:lnTo>
                    <a:pt x="291162" y="98454"/>
                  </a:lnTo>
                  <a:close/>
                  <a:moveTo>
                    <a:pt x="291162" y="98454"/>
                  </a:moveTo>
                  <a:lnTo>
                    <a:pt x="316308" y="125393"/>
                  </a:lnTo>
                  <a:lnTo>
                    <a:pt x="316308" y="121765"/>
                  </a:lnTo>
                  <a:close/>
                  <a:moveTo>
                    <a:pt x="46184" y="98454"/>
                  </a:moveTo>
                  <a:lnTo>
                    <a:pt x="37607" y="98454"/>
                  </a:lnTo>
                  <a:lnTo>
                    <a:pt x="52855" y="124086"/>
                  </a:lnTo>
                  <a:close/>
                  <a:moveTo>
                    <a:pt x="32887" y="71516"/>
                  </a:moveTo>
                  <a:lnTo>
                    <a:pt x="37607" y="98454"/>
                  </a:lnTo>
                  <a:lnTo>
                    <a:pt x="46184" y="98454"/>
                  </a:lnTo>
                  <a:close/>
                  <a:moveTo>
                    <a:pt x="257763" y="75262"/>
                  </a:moveTo>
                  <a:lnTo>
                    <a:pt x="252439" y="71516"/>
                  </a:lnTo>
                  <a:lnTo>
                    <a:pt x="231558" y="71516"/>
                  </a:lnTo>
                  <a:close/>
                  <a:moveTo>
                    <a:pt x="257763" y="75262"/>
                  </a:moveTo>
                  <a:lnTo>
                    <a:pt x="257763" y="93786"/>
                  </a:lnTo>
                  <a:lnTo>
                    <a:pt x="287035" y="95264"/>
                  </a:lnTo>
                  <a:close/>
                  <a:moveTo>
                    <a:pt x="287035" y="98454"/>
                  </a:moveTo>
                  <a:lnTo>
                    <a:pt x="291162" y="98454"/>
                  </a:lnTo>
                  <a:lnTo>
                    <a:pt x="287035" y="95264"/>
                  </a:lnTo>
                  <a:close/>
                  <a:moveTo>
                    <a:pt x="39745" y="44578"/>
                  </a:moveTo>
                  <a:lnTo>
                    <a:pt x="32887" y="71516"/>
                  </a:lnTo>
                  <a:lnTo>
                    <a:pt x="40840" y="71516"/>
                  </a:lnTo>
                  <a:close/>
                  <a:moveTo>
                    <a:pt x="228490" y="52907"/>
                  </a:moveTo>
                  <a:lnTo>
                    <a:pt x="231558" y="71516"/>
                  </a:lnTo>
                  <a:lnTo>
                    <a:pt x="252439" y="71516"/>
                  </a:lnTo>
                  <a:close/>
                  <a:moveTo>
                    <a:pt x="228490" y="52907"/>
                  </a:moveTo>
                  <a:lnTo>
                    <a:pt x="218789" y="44578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52855" y="27534"/>
                  </a:lnTo>
                  <a:lnTo>
                    <a:pt x="39745" y="44578"/>
                  </a:lnTo>
                  <a:close/>
                  <a:moveTo>
                    <a:pt x="52855" y="27534"/>
                  </a:moveTo>
                  <a:lnTo>
                    <a:pt x="52855" y="38887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204581" y="44578"/>
                  </a:lnTo>
                  <a:lnTo>
                    <a:pt x="218789" y="44578"/>
                  </a:lnTo>
                  <a:close/>
                  <a:moveTo>
                    <a:pt x="182155" y="17639"/>
                  </a:moveTo>
                  <a:lnTo>
                    <a:pt x="169945" y="17639"/>
                  </a:lnTo>
                  <a:lnTo>
                    <a:pt x="199218" y="28817"/>
                  </a:lnTo>
                  <a:close/>
                  <a:moveTo>
                    <a:pt x="82127" y="14596"/>
                  </a:moveTo>
                  <a:lnTo>
                    <a:pt x="82127" y="7071"/>
                  </a:lnTo>
                  <a:lnTo>
                    <a:pt x="64056" y="17639"/>
                  </a:lnTo>
                  <a:close/>
                  <a:moveTo>
                    <a:pt x="111400" y="6723"/>
                  </a:moveTo>
                  <a:lnTo>
                    <a:pt x="111400" y="0"/>
                  </a:lnTo>
                  <a:lnTo>
                    <a:pt x="82127" y="7071"/>
                  </a:lnTo>
                  <a:close/>
                  <a:moveTo>
                    <a:pt x="140672" y="8209"/>
                  </a:moveTo>
                  <a:lnTo>
                    <a:pt x="140672" y="1293"/>
                  </a:lnTo>
                  <a:lnTo>
                    <a:pt x="111400" y="0"/>
                  </a:lnTo>
                  <a:close/>
                  <a:moveTo>
                    <a:pt x="140672" y="1293"/>
                  </a:moveTo>
                  <a:lnTo>
                    <a:pt x="140672" y="8209"/>
                  </a:lnTo>
                  <a:lnTo>
                    <a:pt x="169945" y="10626"/>
                  </a:lnTo>
                  <a:close/>
                  <a:moveTo>
                    <a:pt x="169945" y="17639"/>
                  </a:moveTo>
                  <a:lnTo>
                    <a:pt x="182155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DFB545"/>
            </a:solidFill>
            <a:ln w="4001">
              <a:solidFill>
                <a:srgbClr val="F0DBA5"/>
              </a:solidFill>
            </a:ln>
          </p:spPr>
        </p:sp>
        <p:sp>
          <p:nvSpPr>
            <p:cNvPr id="4036" name="Match_B3__4035">
              <a:extLst>
                <a:ext uri="{FF2B5EF4-FFF2-40B4-BE49-F238E27FC236}">
                  <a16:creationId xmlns:a16="http://schemas.microsoft.com/office/drawing/2014/main" id="{F8FB9222-A313-B400-5B51-746C71C61A01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3328988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2855" y="393437"/>
                  </a:moveTo>
                  <a:lnTo>
                    <a:pt x="82127" y="394776"/>
                  </a:lnTo>
                  <a:lnTo>
                    <a:pt x="82127" y="391819"/>
                  </a:lnTo>
                  <a:close/>
                  <a:moveTo>
                    <a:pt x="52855" y="393437"/>
                  </a:moveTo>
                  <a:lnTo>
                    <a:pt x="82127" y="391819"/>
                  </a:lnTo>
                  <a:lnTo>
                    <a:pt x="52855" y="380092"/>
                  </a:lnTo>
                  <a:close/>
                  <a:moveTo>
                    <a:pt x="82127" y="403302"/>
                  </a:moveTo>
                  <a:lnTo>
                    <a:pt x="100870" y="394776"/>
                  </a:lnTo>
                  <a:lnTo>
                    <a:pt x="82127" y="394776"/>
                  </a:lnTo>
                  <a:close/>
                  <a:moveTo>
                    <a:pt x="111400" y="396413"/>
                  </a:moveTo>
                  <a:lnTo>
                    <a:pt x="100870" y="394776"/>
                  </a:lnTo>
                  <a:lnTo>
                    <a:pt x="82127" y="403302"/>
                  </a:lnTo>
                  <a:close/>
                  <a:moveTo>
                    <a:pt x="111400" y="396413"/>
                  </a:moveTo>
                  <a:lnTo>
                    <a:pt x="111400" y="406856"/>
                  </a:lnTo>
                  <a:lnTo>
                    <a:pt x="140672" y="396415"/>
                  </a:lnTo>
                  <a:close/>
                  <a:moveTo>
                    <a:pt x="169945" y="402613"/>
                  </a:moveTo>
                  <a:lnTo>
                    <a:pt x="169945" y="394776"/>
                  </a:lnTo>
                  <a:lnTo>
                    <a:pt x="140672" y="396415"/>
                  </a:lnTo>
                  <a:close/>
                  <a:moveTo>
                    <a:pt x="169945" y="394776"/>
                  </a:moveTo>
                  <a:lnTo>
                    <a:pt x="199218" y="394776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199218" y="388403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205605" y="394776"/>
                  </a:lnTo>
                  <a:lnTo>
                    <a:pt x="199218" y="388403"/>
                  </a:lnTo>
                  <a:close/>
                  <a:moveTo>
                    <a:pt x="199218" y="388403"/>
                  </a:moveTo>
                  <a:lnTo>
                    <a:pt x="228490" y="389005"/>
                  </a:lnTo>
                  <a:lnTo>
                    <a:pt x="228490" y="381049"/>
                  </a:lnTo>
                  <a:close/>
                  <a:moveTo>
                    <a:pt x="17340" y="340899"/>
                  </a:moveTo>
                  <a:lnTo>
                    <a:pt x="23582" y="367837"/>
                  </a:lnTo>
                  <a:lnTo>
                    <a:pt x="23582" y="351305"/>
                  </a:lnTo>
                  <a:close/>
                  <a:moveTo>
                    <a:pt x="17760" y="367837"/>
                  </a:moveTo>
                  <a:lnTo>
                    <a:pt x="23582" y="367837"/>
                  </a:lnTo>
                  <a:lnTo>
                    <a:pt x="17340" y="340899"/>
                  </a:lnTo>
                  <a:close/>
                  <a:moveTo>
                    <a:pt x="23582" y="373596"/>
                  </a:moveTo>
                  <a:lnTo>
                    <a:pt x="36065" y="367837"/>
                  </a:lnTo>
                  <a:lnTo>
                    <a:pt x="23582" y="367837"/>
                  </a:lnTo>
                  <a:close/>
                  <a:moveTo>
                    <a:pt x="52855" y="380092"/>
                  </a:moveTo>
                  <a:lnTo>
                    <a:pt x="36065" y="367837"/>
                  </a:lnTo>
                  <a:lnTo>
                    <a:pt x="23582" y="373596"/>
                  </a:lnTo>
                  <a:close/>
                  <a:moveTo>
                    <a:pt x="23582" y="367837"/>
                  </a:moveTo>
                  <a:lnTo>
                    <a:pt x="36065" y="367837"/>
                  </a:lnTo>
                  <a:lnTo>
                    <a:pt x="23582" y="351305"/>
                  </a:lnTo>
                  <a:close/>
                  <a:moveTo>
                    <a:pt x="228490" y="381049"/>
                  </a:moveTo>
                  <a:lnTo>
                    <a:pt x="228490" y="389005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60912" y="367837"/>
                  </a:lnTo>
                  <a:lnTo>
                    <a:pt x="257763" y="369541"/>
                  </a:lnTo>
                  <a:close/>
                  <a:moveTo>
                    <a:pt x="260912" y="367837"/>
                  </a:moveTo>
                  <a:lnTo>
                    <a:pt x="276704" y="367837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17340" y="340899"/>
                  </a:lnTo>
                  <a:lnTo>
                    <a:pt x="13953" y="313961"/>
                  </a:lnTo>
                  <a:close/>
                  <a:moveTo>
                    <a:pt x="309233" y="340899"/>
                  </a:moveTo>
                  <a:lnTo>
                    <a:pt x="298139" y="340899"/>
                  </a:lnTo>
                  <a:lnTo>
                    <a:pt x="287035" y="350976"/>
                  </a:lnTo>
                  <a:close/>
                  <a:moveTo>
                    <a:pt x="298139" y="340899"/>
                  </a:moveTo>
                  <a:lnTo>
                    <a:pt x="309233" y="340899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13953" y="313961"/>
                  </a:lnTo>
                  <a:lnTo>
                    <a:pt x="23150" y="287022"/>
                  </a:lnTo>
                  <a:close/>
                  <a:moveTo>
                    <a:pt x="326596" y="313961"/>
                  </a:moveTo>
                  <a:lnTo>
                    <a:pt x="316341" y="313961"/>
                  </a:lnTo>
                  <a:lnTo>
                    <a:pt x="316308" y="314016"/>
                  </a:lnTo>
                  <a:close/>
                  <a:moveTo>
                    <a:pt x="325286" y="287022"/>
                  </a:moveTo>
                  <a:lnTo>
                    <a:pt x="316341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7997" y="287022"/>
                  </a:lnTo>
                  <a:lnTo>
                    <a:pt x="23150" y="287022"/>
                  </a:lnTo>
                  <a:close/>
                  <a:moveTo>
                    <a:pt x="23582" y="286427"/>
                  </a:moveTo>
                  <a:lnTo>
                    <a:pt x="45571" y="260084"/>
                  </a:lnTo>
                  <a:lnTo>
                    <a:pt x="28464" y="260084"/>
                  </a:lnTo>
                  <a:close/>
                  <a:moveTo>
                    <a:pt x="328307" y="260084"/>
                  </a:moveTo>
                  <a:lnTo>
                    <a:pt x="325286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28464" y="260084"/>
                  </a:lnTo>
                  <a:lnTo>
                    <a:pt x="45571" y="260084"/>
                  </a:lnTo>
                  <a:close/>
                  <a:moveTo>
                    <a:pt x="52855" y="253606"/>
                  </a:moveTo>
                  <a:lnTo>
                    <a:pt x="80351" y="233146"/>
                  </a:lnTo>
                  <a:lnTo>
                    <a:pt x="60650" y="233146"/>
                  </a:lnTo>
                  <a:close/>
                  <a:moveTo>
                    <a:pt x="328570" y="233146"/>
                  </a:moveTo>
                  <a:lnTo>
                    <a:pt x="32830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60650" y="233146"/>
                  </a:lnTo>
                  <a:lnTo>
                    <a:pt x="80351" y="233146"/>
                  </a:lnTo>
                  <a:close/>
                  <a:moveTo>
                    <a:pt x="82127" y="231428"/>
                  </a:moveTo>
                  <a:lnTo>
                    <a:pt x="108107" y="206208"/>
                  </a:lnTo>
                  <a:lnTo>
                    <a:pt x="89020" y="206208"/>
                  </a:lnTo>
                  <a:close/>
                  <a:moveTo>
                    <a:pt x="327485" y="206208"/>
                  </a:moveTo>
                  <a:lnTo>
                    <a:pt x="328570" y="233146"/>
                  </a:lnTo>
                  <a:lnTo>
                    <a:pt x="342532" y="206208"/>
                  </a:lnTo>
                  <a:close/>
                  <a:moveTo>
                    <a:pt x="94560" y="179269"/>
                  </a:moveTo>
                  <a:lnTo>
                    <a:pt x="111400" y="188132"/>
                  </a:lnTo>
                  <a:lnTo>
                    <a:pt x="111400" y="179269"/>
                  </a:lnTo>
                  <a:close/>
                  <a:moveTo>
                    <a:pt x="108107" y="206208"/>
                  </a:moveTo>
                  <a:lnTo>
                    <a:pt x="111400" y="188132"/>
                  </a:lnTo>
                  <a:lnTo>
                    <a:pt x="94560" y="179269"/>
                  </a:lnTo>
                  <a:close/>
                  <a:moveTo>
                    <a:pt x="323954" y="179269"/>
                  </a:moveTo>
                  <a:lnTo>
                    <a:pt x="327485" y="206208"/>
                  </a:lnTo>
                  <a:lnTo>
                    <a:pt x="341248" y="179269"/>
                  </a:lnTo>
                  <a:close/>
                  <a:moveTo>
                    <a:pt x="82127" y="152331"/>
                  </a:moveTo>
                  <a:lnTo>
                    <a:pt x="82127" y="159205"/>
                  </a:lnTo>
                  <a:lnTo>
                    <a:pt x="93501" y="152331"/>
                  </a:lnTo>
                  <a:close/>
                  <a:moveTo>
                    <a:pt x="93501" y="152331"/>
                  </a:moveTo>
                  <a:lnTo>
                    <a:pt x="94560" y="179269"/>
                  </a:lnTo>
                  <a:lnTo>
                    <a:pt x="111400" y="177037"/>
                  </a:lnTo>
                  <a:close/>
                  <a:moveTo>
                    <a:pt x="111400" y="177037"/>
                  </a:moveTo>
                  <a:lnTo>
                    <a:pt x="94560" y="179269"/>
                  </a:lnTo>
                  <a:lnTo>
                    <a:pt x="111400" y="179269"/>
                  </a:lnTo>
                  <a:close/>
                  <a:moveTo>
                    <a:pt x="334860" y="152331"/>
                  </a:moveTo>
                  <a:lnTo>
                    <a:pt x="316308" y="152331"/>
                  </a:lnTo>
                  <a:lnTo>
                    <a:pt x="323954" y="179269"/>
                  </a:lnTo>
                  <a:close/>
                  <a:moveTo>
                    <a:pt x="64691" y="125393"/>
                  </a:moveTo>
                  <a:lnTo>
                    <a:pt x="82127" y="152331"/>
                  </a:lnTo>
                  <a:lnTo>
                    <a:pt x="82127" y="143162"/>
                  </a:lnTo>
                  <a:close/>
                  <a:moveTo>
                    <a:pt x="77924" y="152331"/>
                  </a:moveTo>
                  <a:lnTo>
                    <a:pt x="82127" y="152331"/>
                  </a:lnTo>
                  <a:lnTo>
                    <a:pt x="64691" y="125393"/>
                  </a:lnTo>
                  <a:close/>
                  <a:moveTo>
                    <a:pt x="82127" y="152331"/>
                  </a:moveTo>
                  <a:lnTo>
                    <a:pt x="93501" y="152331"/>
                  </a:lnTo>
                  <a:lnTo>
                    <a:pt x="82127" y="143162"/>
                  </a:lnTo>
                  <a:close/>
                  <a:moveTo>
                    <a:pt x="316308" y="152331"/>
                  </a:moveTo>
                  <a:lnTo>
                    <a:pt x="316308" y="125393"/>
                  </a:lnTo>
                  <a:lnTo>
                    <a:pt x="314680" y="152331"/>
                  </a:lnTo>
                  <a:close/>
                  <a:moveTo>
                    <a:pt x="316308" y="125393"/>
                  </a:moveTo>
                  <a:lnTo>
                    <a:pt x="295492" y="125393"/>
                  </a:lnTo>
                  <a:lnTo>
                    <a:pt x="314680" y="152331"/>
                  </a:lnTo>
                  <a:close/>
                  <a:moveTo>
                    <a:pt x="64691" y="125393"/>
                  </a:moveTo>
                  <a:lnTo>
                    <a:pt x="52855" y="109366"/>
                  </a:lnTo>
                  <a:lnTo>
                    <a:pt x="52855" y="124086"/>
                  </a:lnTo>
                  <a:close/>
                  <a:moveTo>
                    <a:pt x="287035" y="117253"/>
                  </a:moveTo>
                  <a:lnTo>
                    <a:pt x="295492" y="125393"/>
                  </a:lnTo>
                  <a:lnTo>
                    <a:pt x="287035" y="98454"/>
                  </a:lnTo>
                  <a:close/>
                  <a:moveTo>
                    <a:pt x="295492" y="125393"/>
                  </a:moveTo>
                  <a:lnTo>
                    <a:pt x="316308" y="125393"/>
                  </a:lnTo>
                  <a:lnTo>
                    <a:pt x="287035" y="98454"/>
                  </a:lnTo>
                  <a:close/>
                  <a:moveTo>
                    <a:pt x="46184" y="98454"/>
                  </a:moveTo>
                  <a:lnTo>
                    <a:pt x="52855" y="124086"/>
                  </a:lnTo>
                  <a:lnTo>
                    <a:pt x="52855" y="109366"/>
                  </a:lnTo>
                  <a:close/>
                  <a:moveTo>
                    <a:pt x="32887" y="71516"/>
                  </a:moveTo>
                  <a:lnTo>
                    <a:pt x="46184" y="98454"/>
                  </a:lnTo>
                  <a:lnTo>
                    <a:pt x="40840" y="71516"/>
                  </a:lnTo>
                  <a:close/>
                  <a:moveTo>
                    <a:pt x="257763" y="93786"/>
                  </a:moveTo>
                  <a:lnTo>
                    <a:pt x="257763" y="75262"/>
                  </a:lnTo>
                  <a:lnTo>
                    <a:pt x="231558" y="71516"/>
                  </a:lnTo>
                  <a:close/>
                  <a:moveTo>
                    <a:pt x="287035" y="95264"/>
                  </a:moveTo>
                  <a:lnTo>
                    <a:pt x="263752" y="98454"/>
                  </a:lnTo>
                  <a:lnTo>
                    <a:pt x="287035" y="98454"/>
                  </a:lnTo>
                  <a:close/>
                  <a:moveTo>
                    <a:pt x="257763" y="93786"/>
                  </a:moveTo>
                  <a:lnTo>
                    <a:pt x="263752" y="98454"/>
                  </a:lnTo>
                  <a:lnTo>
                    <a:pt x="287035" y="95264"/>
                  </a:lnTo>
                  <a:close/>
                  <a:moveTo>
                    <a:pt x="287035" y="117253"/>
                  </a:moveTo>
                  <a:lnTo>
                    <a:pt x="287035" y="98454"/>
                  </a:lnTo>
                  <a:lnTo>
                    <a:pt x="263752" y="98454"/>
                  </a:lnTo>
                  <a:close/>
                  <a:moveTo>
                    <a:pt x="39745" y="44578"/>
                  </a:moveTo>
                  <a:lnTo>
                    <a:pt x="40840" y="71516"/>
                  </a:lnTo>
                  <a:lnTo>
                    <a:pt x="48481" y="44578"/>
                  </a:lnTo>
                  <a:close/>
                  <a:moveTo>
                    <a:pt x="228490" y="52907"/>
                  </a:moveTo>
                  <a:lnTo>
                    <a:pt x="228490" y="68744"/>
                  </a:lnTo>
                  <a:lnTo>
                    <a:pt x="231558" y="71516"/>
                  </a:lnTo>
                  <a:close/>
                  <a:moveTo>
                    <a:pt x="228490" y="68744"/>
                  </a:moveTo>
                  <a:lnTo>
                    <a:pt x="228490" y="52907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39745" y="44578"/>
                  </a:lnTo>
                  <a:lnTo>
                    <a:pt x="48481" y="44578"/>
                  </a:lnTo>
                  <a:close/>
                  <a:moveTo>
                    <a:pt x="52855" y="38887"/>
                  </a:moveTo>
                  <a:lnTo>
                    <a:pt x="76916" y="17639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199218" y="39870"/>
                  </a:lnTo>
                  <a:lnTo>
                    <a:pt x="204581" y="44578"/>
                  </a:lnTo>
                  <a:close/>
                  <a:moveTo>
                    <a:pt x="199218" y="28817"/>
                  </a:moveTo>
                  <a:lnTo>
                    <a:pt x="169945" y="17639"/>
                  </a:lnTo>
                  <a:lnTo>
                    <a:pt x="169945" y="18898"/>
                  </a:lnTo>
                  <a:close/>
                  <a:moveTo>
                    <a:pt x="199218" y="28817"/>
                  </a:moveTo>
                  <a:lnTo>
                    <a:pt x="169945" y="18898"/>
                  </a:lnTo>
                  <a:lnTo>
                    <a:pt x="199218" y="39870"/>
                  </a:lnTo>
                  <a:close/>
                  <a:moveTo>
                    <a:pt x="82127" y="14596"/>
                  </a:moveTo>
                  <a:lnTo>
                    <a:pt x="64056" y="17639"/>
                  </a:lnTo>
                  <a:lnTo>
                    <a:pt x="76916" y="17639"/>
                  </a:lnTo>
                  <a:close/>
                  <a:moveTo>
                    <a:pt x="111400" y="6723"/>
                  </a:moveTo>
                  <a:lnTo>
                    <a:pt x="82127" y="7071"/>
                  </a:lnTo>
                  <a:lnTo>
                    <a:pt x="82127" y="14596"/>
                  </a:lnTo>
                  <a:close/>
                  <a:moveTo>
                    <a:pt x="140672" y="8209"/>
                  </a:moveTo>
                  <a:lnTo>
                    <a:pt x="111400" y="0"/>
                  </a:lnTo>
                  <a:lnTo>
                    <a:pt x="111400" y="6723"/>
                  </a:lnTo>
                  <a:close/>
                  <a:moveTo>
                    <a:pt x="169945" y="10626"/>
                  </a:moveTo>
                  <a:lnTo>
                    <a:pt x="166960" y="17639"/>
                  </a:lnTo>
                  <a:lnTo>
                    <a:pt x="169945" y="17639"/>
                  </a:lnTo>
                  <a:close/>
                  <a:moveTo>
                    <a:pt x="140672" y="8209"/>
                  </a:moveTo>
                  <a:lnTo>
                    <a:pt x="166960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E0B74A"/>
            </a:solidFill>
            <a:ln w="4001">
              <a:solidFill>
                <a:srgbClr val="F0DBA5"/>
              </a:solidFill>
            </a:ln>
          </p:spPr>
        </p:sp>
        <p:sp>
          <p:nvSpPr>
            <p:cNvPr id="4037" name="Match_B3__4036">
              <a:extLst>
                <a:ext uri="{FF2B5EF4-FFF2-40B4-BE49-F238E27FC236}">
                  <a16:creationId xmlns:a16="http://schemas.microsoft.com/office/drawing/2014/main" id="{31CBE3B7-3E06-8914-D4EC-1A3FF9282AA1}"/>
                </a:ext>
              </a:extLst>
            </p:cNvPr>
            <p:cNvSpPr>
              <a:spLocks noGrp="1"/>
            </p:cNvSpPr>
            <p:nvPr/>
          </p:nvSpPr>
          <p:spPr>
            <a:xfrm>
              <a:off x="8404742" y="3335710"/>
              <a:ext cx="314617" cy="389692"/>
            </a:xfrm>
            <a:custGeom>
              <a:avLst/>
              <a:gdLst/>
              <a:ahLst/>
              <a:cxnLst/>
              <a:rect l="0" t="0" r="0" b="0"/>
              <a:pathLst>
                <a:path w="314617" h="389692">
                  <a:moveTo>
                    <a:pt x="68174" y="388053"/>
                  </a:moveTo>
                  <a:lnTo>
                    <a:pt x="86917" y="388053"/>
                  </a:lnTo>
                  <a:lnTo>
                    <a:pt x="68174" y="385096"/>
                  </a:lnTo>
                  <a:close/>
                  <a:moveTo>
                    <a:pt x="126719" y="389692"/>
                  </a:moveTo>
                  <a:lnTo>
                    <a:pt x="155992" y="388053"/>
                  </a:lnTo>
                  <a:lnTo>
                    <a:pt x="141414" y="388053"/>
                  </a:lnTo>
                  <a:close/>
                  <a:moveTo>
                    <a:pt x="141414" y="388053"/>
                  </a:moveTo>
                  <a:lnTo>
                    <a:pt x="155992" y="388053"/>
                  </a:lnTo>
                  <a:lnTo>
                    <a:pt x="155992" y="386624"/>
                  </a:lnTo>
                  <a:close/>
                  <a:moveTo>
                    <a:pt x="97447" y="172546"/>
                  </a:moveTo>
                  <a:lnTo>
                    <a:pt x="98997" y="172546"/>
                  </a:lnTo>
                  <a:lnTo>
                    <a:pt x="97447" y="170314"/>
                  </a:lnTo>
                  <a:close/>
                  <a:moveTo>
                    <a:pt x="97447" y="172546"/>
                  </a:moveTo>
                  <a:lnTo>
                    <a:pt x="97447" y="181409"/>
                  </a:lnTo>
                  <a:lnTo>
                    <a:pt x="98997" y="172546"/>
                  </a:lnTo>
                  <a:close/>
                  <a:moveTo>
                    <a:pt x="310001" y="172546"/>
                  </a:moveTo>
                  <a:lnTo>
                    <a:pt x="302355" y="145608"/>
                  </a:lnTo>
                  <a:lnTo>
                    <a:pt x="302355" y="149877"/>
                  </a:lnTo>
                  <a:close/>
                  <a:moveTo>
                    <a:pt x="302355" y="149877"/>
                  </a:moveTo>
                  <a:lnTo>
                    <a:pt x="302355" y="145608"/>
                  </a:lnTo>
                  <a:lnTo>
                    <a:pt x="300727" y="145608"/>
                  </a:lnTo>
                  <a:close/>
                  <a:moveTo>
                    <a:pt x="155992" y="12175"/>
                  </a:moveTo>
                  <a:lnTo>
                    <a:pt x="155992" y="10917"/>
                  </a:lnTo>
                  <a:lnTo>
                    <a:pt x="153007" y="10917"/>
                  </a:lnTo>
                  <a:close/>
                  <a:moveTo>
                    <a:pt x="86917" y="388053"/>
                  </a:moveTo>
                  <a:lnTo>
                    <a:pt x="97447" y="389690"/>
                  </a:lnTo>
                  <a:lnTo>
                    <a:pt x="97447" y="388053"/>
                  </a:lnTo>
                  <a:close/>
                  <a:moveTo>
                    <a:pt x="86917" y="388053"/>
                  </a:moveTo>
                  <a:lnTo>
                    <a:pt x="97447" y="388053"/>
                  </a:lnTo>
                  <a:lnTo>
                    <a:pt x="68174" y="385096"/>
                  </a:lnTo>
                  <a:close/>
                  <a:moveTo>
                    <a:pt x="126719" y="388053"/>
                  </a:moveTo>
                  <a:lnTo>
                    <a:pt x="97447" y="389690"/>
                  </a:lnTo>
                  <a:lnTo>
                    <a:pt x="126719" y="389692"/>
                  </a:lnTo>
                  <a:close/>
                  <a:moveTo>
                    <a:pt x="126719" y="388053"/>
                  </a:moveTo>
                  <a:lnTo>
                    <a:pt x="97447" y="388053"/>
                  </a:lnTo>
                  <a:lnTo>
                    <a:pt x="97447" y="389690"/>
                  </a:lnTo>
                  <a:close/>
                  <a:moveTo>
                    <a:pt x="126719" y="388053"/>
                  </a:moveTo>
                  <a:lnTo>
                    <a:pt x="126719" y="389692"/>
                  </a:lnTo>
                  <a:lnTo>
                    <a:pt x="141414" y="388053"/>
                  </a:lnTo>
                  <a:close/>
                  <a:moveTo>
                    <a:pt x="22112" y="361114"/>
                  </a:moveTo>
                  <a:lnTo>
                    <a:pt x="38902" y="373369"/>
                  </a:lnTo>
                  <a:lnTo>
                    <a:pt x="38902" y="361114"/>
                  </a:lnTo>
                  <a:close/>
                  <a:moveTo>
                    <a:pt x="243810" y="361114"/>
                  </a:moveTo>
                  <a:lnTo>
                    <a:pt x="214537" y="374326"/>
                  </a:lnTo>
                  <a:lnTo>
                    <a:pt x="243810" y="362818"/>
                  </a:lnTo>
                  <a:close/>
                  <a:moveTo>
                    <a:pt x="243810" y="361114"/>
                  </a:moveTo>
                  <a:lnTo>
                    <a:pt x="243810" y="362818"/>
                  </a:lnTo>
                  <a:lnTo>
                    <a:pt x="246959" y="361114"/>
                  </a:lnTo>
                  <a:close/>
                  <a:moveTo>
                    <a:pt x="246959" y="361114"/>
                  </a:moveTo>
                  <a:lnTo>
                    <a:pt x="273082" y="344253"/>
                  </a:lnTo>
                  <a:lnTo>
                    <a:pt x="243810" y="361114"/>
                  </a:lnTo>
                  <a:close/>
                  <a:moveTo>
                    <a:pt x="3387" y="334176"/>
                  </a:moveTo>
                  <a:lnTo>
                    <a:pt x="9629" y="344583"/>
                  </a:lnTo>
                  <a:lnTo>
                    <a:pt x="9629" y="334176"/>
                  </a:lnTo>
                  <a:close/>
                  <a:moveTo>
                    <a:pt x="0" y="307238"/>
                  </a:moveTo>
                  <a:lnTo>
                    <a:pt x="9629" y="334176"/>
                  </a:lnTo>
                  <a:lnTo>
                    <a:pt x="9629" y="307238"/>
                  </a:lnTo>
                  <a:close/>
                  <a:moveTo>
                    <a:pt x="0" y="307238"/>
                  </a:moveTo>
                  <a:lnTo>
                    <a:pt x="3387" y="334176"/>
                  </a:lnTo>
                  <a:lnTo>
                    <a:pt x="9629" y="334176"/>
                  </a:lnTo>
                  <a:close/>
                  <a:moveTo>
                    <a:pt x="273082" y="334176"/>
                  </a:moveTo>
                  <a:lnTo>
                    <a:pt x="273082" y="344253"/>
                  </a:lnTo>
                  <a:lnTo>
                    <a:pt x="284186" y="334176"/>
                  </a:lnTo>
                  <a:close/>
                  <a:moveTo>
                    <a:pt x="284186" y="334176"/>
                  </a:moveTo>
                  <a:lnTo>
                    <a:pt x="302355" y="307293"/>
                  </a:lnTo>
                  <a:lnTo>
                    <a:pt x="273082" y="334176"/>
                  </a:lnTo>
                  <a:close/>
                  <a:moveTo>
                    <a:pt x="9197" y="280299"/>
                  </a:moveTo>
                  <a:lnTo>
                    <a:pt x="9629" y="307238"/>
                  </a:lnTo>
                  <a:lnTo>
                    <a:pt x="9629" y="280299"/>
                  </a:lnTo>
                  <a:close/>
                  <a:moveTo>
                    <a:pt x="9197" y="280299"/>
                  </a:moveTo>
                  <a:lnTo>
                    <a:pt x="0" y="307238"/>
                  </a:lnTo>
                  <a:lnTo>
                    <a:pt x="9629" y="307238"/>
                  </a:lnTo>
                  <a:close/>
                  <a:moveTo>
                    <a:pt x="302355" y="307238"/>
                  </a:moveTo>
                  <a:lnTo>
                    <a:pt x="302355" y="307293"/>
                  </a:lnTo>
                  <a:lnTo>
                    <a:pt x="302388" y="307238"/>
                  </a:lnTo>
                  <a:close/>
                  <a:moveTo>
                    <a:pt x="302355" y="280299"/>
                  </a:moveTo>
                  <a:lnTo>
                    <a:pt x="302388" y="307238"/>
                  </a:lnTo>
                  <a:lnTo>
                    <a:pt x="311333" y="280299"/>
                  </a:lnTo>
                  <a:close/>
                  <a:moveTo>
                    <a:pt x="302355" y="280299"/>
                  </a:moveTo>
                  <a:lnTo>
                    <a:pt x="302355" y="307238"/>
                  </a:lnTo>
                  <a:lnTo>
                    <a:pt x="302388" y="307238"/>
                  </a:lnTo>
                  <a:close/>
                  <a:moveTo>
                    <a:pt x="9629" y="279704"/>
                  </a:moveTo>
                  <a:lnTo>
                    <a:pt x="9197" y="280299"/>
                  </a:lnTo>
                  <a:lnTo>
                    <a:pt x="9629" y="280299"/>
                  </a:lnTo>
                  <a:close/>
                  <a:moveTo>
                    <a:pt x="9629" y="280299"/>
                  </a:moveTo>
                  <a:lnTo>
                    <a:pt x="31618" y="253361"/>
                  </a:lnTo>
                  <a:lnTo>
                    <a:pt x="9629" y="279704"/>
                  </a:lnTo>
                  <a:close/>
                  <a:moveTo>
                    <a:pt x="38902" y="253361"/>
                  </a:moveTo>
                  <a:lnTo>
                    <a:pt x="31618" y="253361"/>
                  </a:lnTo>
                  <a:lnTo>
                    <a:pt x="9629" y="280299"/>
                  </a:lnTo>
                  <a:close/>
                  <a:moveTo>
                    <a:pt x="302355" y="253361"/>
                  </a:moveTo>
                  <a:lnTo>
                    <a:pt x="311333" y="280299"/>
                  </a:lnTo>
                  <a:lnTo>
                    <a:pt x="314354" y="253361"/>
                  </a:lnTo>
                  <a:close/>
                  <a:moveTo>
                    <a:pt x="38902" y="246883"/>
                  </a:moveTo>
                  <a:lnTo>
                    <a:pt x="31618" y="253361"/>
                  </a:lnTo>
                  <a:lnTo>
                    <a:pt x="38902" y="253361"/>
                  </a:lnTo>
                  <a:close/>
                  <a:moveTo>
                    <a:pt x="302355" y="226423"/>
                  </a:moveTo>
                  <a:lnTo>
                    <a:pt x="314354" y="253361"/>
                  </a:lnTo>
                  <a:lnTo>
                    <a:pt x="314617" y="226423"/>
                  </a:lnTo>
                  <a:close/>
                  <a:moveTo>
                    <a:pt x="68174" y="224705"/>
                  </a:moveTo>
                  <a:lnTo>
                    <a:pt x="66398" y="226423"/>
                  </a:lnTo>
                  <a:lnTo>
                    <a:pt x="68174" y="226423"/>
                  </a:lnTo>
                  <a:close/>
                  <a:moveTo>
                    <a:pt x="68174" y="226423"/>
                  </a:moveTo>
                  <a:lnTo>
                    <a:pt x="94154" y="199485"/>
                  </a:lnTo>
                  <a:lnTo>
                    <a:pt x="68174" y="224705"/>
                  </a:lnTo>
                  <a:close/>
                  <a:moveTo>
                    <a:pt x="97447" y="199485"/>
                  </a:moveTo>
                  <a:lnTo>
                    <a:pt x="94154" y="199485"/>
                  </a:lnTo>
                  <a:lnTo>
                    <a:pt x="68174" y="226423"/>
                  </a:lnTo>
                  <a:close/>
                  <a:moveTo>
                    <a:pt x="302355" y="199485"/>
                  </a:moveTo>
                  <a:lnTo>
                    <a:pt x="314617" y="226423"/>
                  </a:lnTo>
                  <a:lnTo>
                    <a:pt x="313532" y="199485"/>
                  </a:lnTo>
                  <a:close/>
                  <a:moveTo>
                    <a:pt x="97447" y="181409"/>
                  </a:moveTo>
                  <a:lnTo>
                    <a:pt x="94154" y="199485"/>
                  </a:lnTo>
                  <a:lnTo>
                    <a:pt x="97447" y="199485"/>
                  </a:lnTo>
                  <a:close/>
                  <a:moveTo>
                    <a:pt x="97447" y="199485"/>
                  </a:moveTo>
                  <a:lnTo>
                    <a:pt x="98997" y="172546"/>
                  </a:lnTo>
                  <a:lnTo>
                    <a:pt x="97447" y="181409"/>
                  </a:lnTo>
                  <a:close/>
                  <a:moveTo>
                    <a:pt x="126719" y="172546"/>
                  </a:moveTo>
                  <a:lnTo>
                    <a:pt x="98997" y="172546"/>
                  </a:lnTo>
                  <a:lnTo>
                    <a:pt x="97447" y="199485"/>
                  </a:lnTo>
                  <a:close/>
                  <a:moveTo>
                    <a:pt x="302355" y="172546"/>
                  </a:moveTo>
                  <a:lnTo>
                    <a:pt x="313532" y="199485"/>
                  </a:lnTo>
                  <a:lnTo>
                    <a:pt x="310001" y="172546"/>
                  </a:lnTo>
                  <a:close/>
                  <a:moveTo>
                    <a:pt x="302355" y="172546"/>
                  </a:moveTo>
                  <a:lnTo>
                    <a:pt x="302355" y="199485"/>
                  </a:lnTo>
                  <a:lnTo>
                    <a:pt x="313532" y="199485"/>
                  </a:lnTo>
                  <a:close/>
                  <a:moveTo>
                    <a:pt x="126719" y="172546"/>
                  </a:moveTo>
                  <a:lnTo>
                    <a:pt x="97447" y="170314"/>
                  </a:lnTo>
                  <a:lnTo>
                    <a:pt x="98997" y="172546"/>
                  </a:lnTo>
                  <a:close/>
                  <a:moveTo>
                    <a:pt x="302355" y="172546"/>
                  </a:moveTo>
                  <a:lnTo>
                    <a:pt x="310001" y="172546"/>
                  </a:lnTo>
                  <a:lnTo>
                    <a:pt x="302355" y="149877"/>
                  </a:lnTo>
                  <a:close/>
                  <a:moveTo>
                    <a:pt x="300727" y="145608"/>
                  </a:moveTo>
                  <a:lnTo>
                    <a:pt x="302355" y="172546"/>
                  </a:lnTo>
                  <a:lnTo>
                    <a:pt x="302355" y="149877"/>
                  </a:lnTo>
                  <a:close/>
                  <a:moveTo>
                    <a:pt x="79548" y="145608"/>
                  </a:moveTo>
                  <a:lnTo>
                    <a:pt x="97447" y="170314"/>
                  </a:lnTo>
                  <a:lnTo>
                    <a:pt x="97447" y="145608"/>
                  </a:lnTo>
                  <a:close/>
                  <a:moveTo>
                    <a:pt x="273082" y="118670"/>
                  </a:moveTo>
                  <a:lnTo>
                    <a:pt x="300727" y="145608"/>
                  </a:lnTo>
                  <a:lnTo>
                    <a:pt x="281539" y="118670"/>
                  </a:lnTo>
                  <a:close/>
                  <a:moveTo>
                    <a:pt x="50738" y="118670"/>
                  </a:moveTo>
                  <a:lnTo>
                    <a:pt x="68174" y="136439"/>
                  </a:lnTo>
                  <a:lnTo>
                    <a:pt x="68174" y="118670"/>
                  </a:lnTo>
                  <a:close/>
                  <a:moveTo>
                    <a:pt x="243810" y="91731"/>
                  </a:moveTo>
                  <a:lnTo>
                    <a:pt x="273082" y="110530"/>
                  </a:lnTo>
                  <a:lnTo>
                    <a:pt x="249799" y="91731"/>
                  </a:lnTo>
                  <a:close/>
                  <a:moveTo>
                    <a:pt x="273082" y="118670"/>
                  </a:moveTo>
                  <a:lnTo>
                    <a:pt x="273082" y="110530"/>
                  </a:lnTo>
                  <a:lnTo>
                    <a:pt x="243810" y="91731"/>
                  </a:lnTo>
                  <a:close/>
                  <a:moveTo>
                    <a:pt x="273082" y="118670"/>
                  </a:moveTo>
                  <a:lnTo>
                    <a:pt x="281539" y="118670"/>
                  </a:lnTo>
                  <a:lnTo>
                    <a:pt x="273082" y="110530"/>
                  </a:lnTo>
                  <a:close/>
                  <a:moveTo>
                    <a:pt x="32231" y="91731"/>
                  </a:moveTo>
                  <a:lnTo>
                    <a:pt x="38902" y="102643"/>
                  </a:lnTo>
                  <a:lnTo>
                    <a:pt x="38902" y="91731"/>
                  </a:lnTo>
                  <a:close/>
                  <a:moveTo>
                    <a:pt x="26887" y="64793"/>
                  </a:moveTo>
                  <a:lnTo>
                    <a:pt x="32231" y="91731"/>
                  </a:lnTo>
                  <a:lnTo>
                    <a:pt x="38902" y="91731"/>
                  </a:lnTo>
                  <a:close/>
                  <a:moveTo>
                    <a:pt x="214537" y="64793"/>
                  </a:moveTo>
                  <a:lnTo>
                    <a:pt x="243810" y="87063"/>
                  </a:lnTo>
                  <a:lnTo>
                    <a:pt x="217605" y="64793"/>
                  </a:lnTo>
                  <a:close/>
                  <a:moveTo>
                    <a:pt x="243810" y="91731"/>
                  </a:moveTo>
                  <a:lnTo>
                    <a:pt x="243810" y="87063"/>
                  </a:lnTo>
                  <a:lnTo>
                    <a:pt x="214537" y="64793"/>
                  </a:lnTo>
                  <a:close/>
                  <a:moveTo>
                    <a:pt x="243810" y="91731"/>
                  </a:moveTo>
                  <a:lnTo>
                    <a:pt x="249799" y="91731"/>
                  </a:lnTo>
                  <a:lnTo>
                    <a:pt x="243810" y="87063"/>
                  </a:lnTo>
                  <a:close/>
                  <a:moveTo>
                    <a:pt x="34528" y="37855"/>
                  </a:moveTo>
                  <a:lnTo>
                    <a:pt x="38902" y="64793"/>
                  </a:lnTo>
                  <a:lnTo>
                    <a:pt x="38902" y="37855"/>
                  </a:lnTo>
                  <a:close/>
                  <a:moveTo>
                    <a:pt x="34528" y="37855"/>
                  </a:moveTo>
                  <a:lnTo>
                    <a:pt x="26887" y="64793"/>
                  </a:lnTo>
                  <a:lnTo>
                    <a:pt x="38902" y="64793"/>
                  </a:lnTo>
                  <a:close/>
                  <a:moveTo>
                    <a:pt x="185265" y="37855"/>
                  </a:moveTo>
                  <a:lnTo>
                    <a:pt x="214537" y="62021"/>
                  </a:lnTo>
                  <a:lnTo>
                    <a:pt x="190628" y="37855"/>
                  </a:lnTo>
                  <a:close/>
                  <a:moveTo>
                    <a:pt x="214537" y="64793"/>
                  </a:moveTo>
                  <a:lnTo>
                    <a:pt x="214537" y="62021"/>
                  </a:lnTo>
                  <a:lnTo>
                    <a:pt x="185265" y="37855"/>
                  </a:lnTo>
                  <a:close/>
                  <a:moveTo>
                    <a:pt x="214537" y="64793"/>
                  </a:moveTo>
                  <a:lnTo>
                    <a:pt x="217605" y="64793"/>
                  </a:lnTo>
                  <a:lnTo>
                    <a:pt x="214537" y="62021"/>
                  </a:lnTo>
                  <a:close/>
                  <a:moveTo>
                    <a:pt x="38902" y="32164"/>
                  </a:moveTo>
                  <a:lnTo>
                    <a:pt x="34528" y="37855"/>
                  </a:lnTo>
                  <a:lnTo>
                    <a:pt x="38902" y="37855"/>
                  </a:lnTo>
                  <a:close/>
                  <a:moveTo>
                    <a:pt x="153007" y="10917"/>
                  </a:moveTo>
                  <a:lnTo>
                    <a:pt x="126719" y="10917"/>
                  </a:lnTo>
                  <a:lnTo>
                    <a:pt x="155992" y="12175"/>
                  </a:lnTo>
                  <a:close/>
                  <a:moveTo>
                    <a:pt x="185265" y="37855"/>
                  </a:moveTo>
                  <a:lnTo>
                    <a:pt x="190628" y="37855"/>
                  </a:lnTo>
                  <a:lnTo>
                    <a:pt x="185265" y="33147"/>
                  </a:lnTo>
                  <a:close/>
                  <a:moveTo>
                    <a:pt x="68174" y="7873"/>
                  </a:moveTo>
                  <a:lnTo>
                    <a:pt x="62963" y="10917"/>
                  </a:lnTo>
                  <a:lnTo>
                    <a:pt x="68174" y="10917"/>
                  </a:lnTo>
                  <a:close/>
                  <a:moveTo>
                    <a:pt x="68174" y="10917"/>
                  </a:moveTo>
                  <a:lnTo>
                    <a:pt x="97447" y="0"/>
                  </a:lnTo>
                  <a:lnTo>
                    <a:pt x="68174" y="7873"/>
                  </a:lnTo>
                  <a:close/>
                  <a:moveTo>
                    <a:pt x="68174" y="10917"/>
                  </a:moveTo>
                  <a:lnTo>
                    <a:pt x="97447" y="10917"/>
                  </a:lnTo>
                  <a:lnTo>
                    <a:pt x="97447" y="0"/>
                  </a:lnTo>
                  <a:close/>
                  <a:moveTo>
                    <a:pt x="97447" y="10917"/>
                  </a:moveTo>
                  <a:lnTo>
                    <a:pt x="126719" y="1486"/>
                  </a:lnTo>
                  <a:lnTo>
                    <a:pt x="97447" y="0"/>
                  </a:lnTo>
                  <a:close/>
                  <a:moveTo>
                    <a:pt x="126719" y="10917"/>
                  </a:moveTo>
                  <a:lnTo>
                    <a:pt x="153007" y="10917"/>
                  </a:lnTo>
                  <a:lnTo>
                    <a:pt x="126719" y="1486"/>
                  </a:lnTo>
                  <a:close/>
                </a:path>
              </a:pathLst>
            </a:custGeom>
            <a:solidFill>
              <a:srgbClr val="E1B94F"/>
            </a:solidFill>
            <a:ln w="4001">
              <a:solidFill>
                <a:srgbClr val="F0DBA5"/>
              </a:solidFill>
            </a:ln>
          </p:spPr>
        </p:sp>
        <p:sp>
          <p:nvSpPr>
            <p:cNvPr id="4038" name="Match_B3__4037">
              <a:extLst>
                <a:ext uri="{FF2B5EF4-FFF2-40B4-BE49-F238E27FC236}">
                  <a16:creationId xmlns:a16="http://schemas.microsoft.com/office/drawing/2014/main" id="{6099CF8E-8ECC-7C65-ED65-E0C20B92E3DA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3337196"/>
              <a:ext cx="304988" cy="386567"/>
            </a:xfrm>
            <a:custGeom>
              <a:avLst/>
              <a:gdLst/>
              <a:ahLst/>
              <a:cxnLst/>
              <a:rect l="0" t="0" r="0" b="0"/>
              <a:pathLst>
                <a:path w="304988" h="386567">
                  <a:moveTo>
                    <a:pt x="58545" y="383610"/>
                  </a:moveTo>
                  <a:lnTo>
                    <a:pt x="87818" y="386567"/>
                  </a:lnTo>
                  <a:lnTo>
                    <a:pt x="87818" y="367650"/>
                  </a:lnTo>
                  <a:close/>
                  <a:moveTo>
                    <a:pt x="58545" y="383610"/>
                  </a:moveTo>
                  <a:lnTo>
                    <a:pt x="87818" y="367650"/>
                  </a:lnTo>
                  <a:lnTo>
                    <a:pt x="58545" y="360243"/>
                  </a:lnTo>
                  <a:close/>
                  <a:moveTo>
                    <a:pt x="87818" y="386567"/>
                  </a:moveTo>
                  <a:lnTo>
                    <a:pt x="117090" y="386567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17090" y="369352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31785" y="386567"/>
                  </a:lnTo>
                  <a:lnTo>
                    <a:pt x="117090" y="369352"/>
                  </a:lnTo>
                  <a:close/>
                  <a:moveTo>
                    <a:pt x="117090" y="369352"/>
                  </a:moveTo>
                  <a:lnTo>
                    <a:pt x="131785" y="386567"/>
                  </a:lnTo>
                  <a:lnTo>
                    <a:pt x="146363" y="385138"/>
                  </a:lnTo>
                  <a:close/>
                  <a:moveTo>
                    <a:pt x="117090" y="369352"/>
                  </a:moveTo>
                  <a:lnTo>
                    <a:pt x="146363" y="385138"/>
                  </a:lnTo>
                  <a:lnTo>
                    <a:pt x="146363" y="367484"/>
                  </a:lnTo>
                  <a:close/>
                  <a:moveTo>
                    <a:pt x="0" y="332690"/>
                  </a:moveTo>
                  <a:lnTo>
                    <a:pt x="0" y="343097"/>
                  </a:lnTo>
                  <a:lnTo>
                    <a:pt x="25180" y="332690"/>
                  </a:lnTo>
                  <a:close/>
                  <a:moveTo>
                    <a:pt x="0" y="343097"/>
                  </a:moveTo>
                  <a:lnTo>
                    <a:pt x="12482" y="359629"/>
                  </a:lnTo>
                  <a:lnTo>
                    <a:pt x="25180" y="332690"/>
                  </a:lnTo>
                  <a:close/>
                  <a:moveTo>
                    <a:pt x="25180" y="332690"/>
                  </a:moveTo>
                  <a:lnTo>
                    <a:pt x="12482" y="359629"/>
                  </a:lnTo>
                  <a:lnTo>
                    <a:pt x="29273" y="337720"/>
                  </a:lnTo>
                  <a:close/>
                  <a:moveTo>
                    <a:pt x="29273" y="337720"/>
                  </a:moveTo>
                  <a:lnTo>
                    <a:pt x="12482" y="359629"/>
                  </a:lnTo>
                  <a:lnTo>
                    <a:pt x="29273" y="359629"/>
                  </a:lnTo>
                  <a:close/>
                  <a:moveTo>
                    <a:pt x="29273" y="371884"/>
                  </a:moveTo>
                  <a:lnTo>
                    <a:pt x="57274" y="359629"/>
                  </a:lnTo>
                  <a:lnTo>
                    <a:pt x="29273" y="359629"/>
                  </a:lnTo>
                  <a:close/>
                  <a:moveTo>
                    <a:pt x="58545" y="360243"/>
                  </a:moveTo>
                  <a:lnTo>
                    <a:pt x="57274" y="359629"/>
                  </a:lnTo>
                  <a:lnTo>
                    <a:pt x="29273" y="371884"/>
                  </a:lnTo>
                  <a:close/>
                  <a:moveTo>
                    <a:pt x="58545" y="383610"/>
                  </a:moveTo>
                  <a:lnTo>
                    <a:pt x="58545" y="360243"/>
                  </a:lnTo>
                  <a:lnTo>
                    <a:pt x="29273" y="371884"/>
                  </a:lnTo>
                  <a:close/>
                  <a:moveTo>
                    <a:pt x="146363" y="385138"/>
                  </a:moveTo>
                  <a:lnTo>
                    <a:pt x="175636" y="380194"/>
                  </a:lnTo>
                  <a:lnTo>
                    <a:pt x="175636" y="362870"/>
                  </a:lnTo>
                  <a:close/>
                  <a:moveTo>
                    <a:pt x="146363" y="367484"/>
                  </a:moveTo>
                  <a:lnTo>
                    <a:pt x="146363" y="385138"/>
                  </a:lnTo>
                  <a:lnTo>
                    <a:pt x="175636" y="362870"/>
                  </a:lnTo>
                  <a:close/>
                  <a:moveTo>
                    <a:pt x="204908" y="372840"/>
                  </a:moveTo>
                  <a:lnTo>
                    <a:pt x="204908" y="359629"/>
                  </a:lnTo>
                  <a:lnTo>
                    <a:pt x="175636" y="362870"/>
                  </a:lnTo>
                  <a:close/>
                  <a:moveTo>
                    <a:pt x="175636" y="380194"/>
                  </a:moveTo>
                  <a:lnTo>
                    <a:pt x="204908" y="372840"/>
                  </a:lnTo>
                  <a:lnTo>
                    <a:pt x="175636" y="362870"/>
                  </a:lnTo>
                  <a:close/>
                  <a:moveTo>
                    <a:pt x="234181" y="359629"/>
                  </a:moveTo>
                  <a:lnTo>
                    <a:pt x="204908" y="359629"/>
                  </a:lnTo>
                  <a:lnTo>
                    <a:pt x="204908" y="372840"/>
                  </a:lnTo>
                  <a:close/>
                  <a:moveTo>
                    <a:pt x="204908" y="359629"/>
                  </a:moveTo>
                  <a:lnTo>
                    <a:pt x="234181" y="359629"/>
                  </a:lnTo>
                  <a:lnTo>
                    <a:pt x="204908" y="354881"/>
                  </a:lnTo>
                  <a:close/>
                  <a:moveTo>
                    <a:pt x="234181" y="359629"/>
                  </a:moveTo>
                  <a:lnTo>
                    <a:pt x="234181" y="341733"/>
                  </a:lnTo>
                  <a:lnTo>
                    <a:pt x="204908" y="354881"/>
                  </a:lnTo>
                  <a:close/>
                  <a:moveTo>
                    <a:pt x="234181" y="341733"/>
                  </a:moveTo>
                  <a:lnTo>
                    <a:pt x="263453" y="342767"/>
                  </a:lnTo>
                  <a:lnTo>
                    <a:pt x="263453" y="332690"/>
                  </a:lnTo>
                  <a:close/>
                  <a:moveTo>
                    <a:pt x="234181" y="359629"/>
                  </a:moveTo>
                  <a:lnTo>
                    <a:pt x="263453" y="342767"/>
                  </a:lnTo>
                  <a:lnTo>
                    <a:pt x="234181" y="341733"/>
                  </a:lnTo>
                  <a:close/>
                  <a:moveTo>
                    <a:pt x="19636" y="305752"/>
                  </a:moveTo>
                  <a:lnTo>
                    <a:pt x="0" y="305752"/>
                  </a:lnTo>
                  <a:lnTo>
                    <a:pt x="0" y="332690"/>
                  </a:lnTo>
                  <a:close/>
                  <a:moveTo>
                    <a:pt x="263453" y="315740"/>
                  </a:moveTo>
                  <a:lnTo>
                    <a:pt x="292726" y="305752"/>
                  </a:lnTo>
                  <a:lnTo>
                    <a:pt x="270782" y="305752"/>
                  </a:lnTo>
                  <a:close/>
                  <a:moveTo>
                    <a:pt x="263453" y="315740"/>
                  </a:moveTo>
                  <a:lnTo>
                    <a:pt x="292726" y="305807"/>
                  </a:lnTo>
                  <a:lnTo>
                    <a:pt x="292726" y="305752"/>
                  </a:lnTo>
                  <a:close/>
                  <a:moveTo>
                    <a:pt x="263453" y="332690"/>
                  </a:moveTo>
                  <a:lnTo>
                    <a:pt x="292726" y="305807"/>
                  </a:lnTo>
                  <a:lnTo>
                    <a:pt x="263453" y="315740"/>
                  </a:lnTo>
                  <a:close/>
                  <a:moveTo>
                    <a:pt x="0" y="305752"/>
                  </a:moveTo>
                  <a:lnTo>
                    <a:pt x="29273" y="278814"/>
                  </a:lnTo>
                  <a:lnTo>
                    <a:pt x="0" y="278814"/>
                  </a:lnTo>
                  <a:close/>
                  <a:moveTo>
                    <a:pt x="292726" y="305752"/>
                  </a:moveTo>
                  <a:lnTo>
                    <a:pt x="292726" y="278814"/>
                  </a:lnTo>
                  <a:lnTo>
                    <a:pt x="270782" y="305752"/>
                  </a:lnTo>
                  <a:close/>
                  <a:moveTo>
                    <a:pt x="29273" y="278814"/>
                  </a:moveTo>
                  <a:lnTo>
                    <a:pt x="29273" y="251876"/>
                  </a:lnTo>
                  <a:lnTo>
                    <a:pt x="0" y="278814"/>
                  </a:lnTo>
                  <a:close/>
                  <a:moveTo>
                    <a:pt x="292726" y="251876"/>
                  </a:moveTo>
                  <a:lnTo>
                    <a:pt x="292726" y="278814"/>
                  </a:lnTo>
                  <a:lnTo>
                    <a:pt x="301704" y="278814"/>
                  </a:lnTo>
                  <a:close/>
                  <a:moveTo>
                    <a:pt x="292726" y="278814"/>
                  </a:moveTo>
                  <a:lnTo>
                    <a:pt x="292726" y="251876"/>
                  </a:lnTo>
                  <a:lnTo>
                    <a:pt x="279993" y="278814"/>
                  </a:lnTo>
                  <a:close/>
                  <a:moveTo>
                    <a:pt x="58545" y="224937"/>
                  </a:moveTo>
                  <a:lnTo>
                    <a:pt x="56769" y="224937"/>
                  </a:lnTo>
                  <a:lnTo>
                    <a:pt x="58545" y="251683"/>
                  </a:lnTo>
                  <a:close/>
                  <a:moveTo>
                    <a:pt x="56769" y="224937"/>
                  </a:moveTo>
                  <a:lnTo>
                    <a:pt x="29273" y="245398"/>
                  </a:lnTo>
                  <a:lnTo>
                    <a:pt x="58545" y="251683"/>
                  </a:lnTo>
                  <a:close/>
                  <a:moveTo>
                    <a:pt x="58545" y="251683"/>
                  </a:moveTo>
                  <a:lnTo>
                    <a:pt x="29273" y="245398"/>
                  </a:lnTo>
                  <a:lnTo>
                    <a:pt x="58300" y="251876"/>
                  </a:lnTo>
                  <a:close/>
                  <a:moveTo>
                    <a:pt x="58300" y="251876"/>
                  </a:moveTo>
                  <a:lnTo>
                    <a:pt x="29273" y="245398"/>
                  </a:lnTo>
                  <a:lnTo>
                    <a:pt x="29273" y="251876"/>
                  </a:lnTo>
                  <a:close/>
                  <a:moveTo>
                    <a:pt x="292726" y="224937"/>
                  </a:moveTo>
                  <a:lnTo>
                    <a:pt x="292726" y="251876"/>
                  </a:lnTo>
                  <a:lnTo>
                    <a:pt x="304725" y="251876"/>
                  </a:lnTo>
                  <a:close/>
                  <a:moveTo>
                    <a:pt x="292726" y="251876"/>
                  </a:moveTo>
                  <a:lnTo>
                    <a:pt x="292726" y="224937"/>
                  </a:lnTo>
                  <a:lnTo>
                    <a:pt x="281333" y="251876"/>
                  </a:lnTo>
                  <a:close/>
                  <a:moveTo>
                    <a:pt x="87818" y="224937"/>
                  </a:moveTo>
                  <a:lnTo>
                    <a:pt x="87818" y="197999"/>
                  </a:lnTo>
                  <a:lnTo>
                    <a:pt x="58545" y="224937"/>
                  </a:lnTo>
                  <a:close/>
                  <a:moveTo>
                    <a:pt x="87818" y="224937"/>
                  </a:moveTo>
                  <a:lnTo>
                    <a:pt x="58545" y="224937"/>
                  </a:lnTo>
                  <a:lnTo>
                    <a:pt x="87818" y="231110"/>
                  </a:lnTo>
                  <a:close/>
                  <a:moveTo>
                    <a:pt x="58545" y="224937"/>
                  </a:moveTo>
                  <a:lnTo>
                    <a:pt x="58545" y="251683"/>
                  </a:lnTo>
                  <a:lnTo>
                    <a:pt x="87818" y="231110"/>
                  </a:lnTo>
                  <a:close/>
                  <a:moveTo>
                    <a:pt x="87818" y="224937"/>
                  </a:moveTo>
                  <a:lnTo>
                    <a:pt x="117090" y="197999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224937"/>
                  </a:lnTo>
                  <a:lnTo>
                    <a:pt x="304988" y="224937"/>
                  </a:lnTo>
                  <a:close/>
                  <a:moveTo>
                    <a:pt x="292726" y="224937"/>
                  </a:moveTo>
                  <a:lnTo>
                    <a:pt x="292726" y="197999"/>
                  </a:lnTo>
                  <a:lnTo>
                    <a:pt x="278069" y="224937"/>
                  </a:lnTo>
                  <a:close/>
                  <a:moveTo>
                    <a:pt x="117090" y="197999"/>
                  </a:moveTo>
                  <a:lnTo>
                    <a:pt x="117090" y="171061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171061"/>
                  </a:lnTo>
                  <a:lnTo>
                    <a:pt x="272248" y="197999"/>
                  </a:lnTo>
                  <a:close/>
                  <a:moveTo>
                    <a:pt x="87818" y="144122"/>
                  </a:moveTo>
                  <a:lnTo>
                    <a:pt x="87818" y="168829"/>
                  </a:lnTo>
                  <a:lnTo>
                    <a:pt x="117090" y="171061"/>
                  </a:lnTo>
                  <a:close/>
                  <a:moveTo>
                    <a:pt x="117090" y="144122"/>
                  </a:moveTo>
                  <a:lnTo>
                    <a:pt x="87818" y="144122"/>
                  </a:lnTo>
                  <a:lnTo>
                    <a:pt x="117090" y="171061"/>
                  </a:lnTo>
                  <a:close/>
                  <a:moveTo>
                    <a:pt x="263502" y="171061"/>
                  </a:moveTo>
                  <a:lnTo>
                    <a:pt x="292726" y="171061"/>
                  </a:lnTo>
                  <a:lnTo>
                    <a:pt x="263453" y="144122"/>
                  </a:lnTo>
                  <a:close/>
                  <a:moveTo>
                    <a:pt x="263453" y="144122"/>
                  </a:moveTo>
                  <a:lnTo>
                    <a:pt x="292726" y="171061"/>
                  </a:lnTo>
                  <a:lnTo>
                    <a:pt x="291098" y="144122"/>
                  </a:lnTo>
                  <a:close/>
                  <a:moveTo>
                    <a:pt x="58545" y="117184"/>
                  </a:moveTo>
                  <a:lnTo>
                    <a:pt x="58545" y="134954"/>
                  </a:lnTo>
                  <a:lnTo>
                    <a:pt x="74636" y="117184"/>
                  </a:lnTo>
                  <a:close/>
                  <a:moveTo>
                    <a:pt x="58545" y="134954"/>
                  </a:moveTo>
                  <a:lnTo>
                    <a:pt x="69919" y="144122"/>
                  </a:lnTo>
                  <a:lnTo>
                    <a:pt x="74636" y="117184"/>
                  </a:lnTo>
                  <a:close/>
                  <a:moveTo>
                    <a:pt x="74636" y="117184"/>
                  </a:moveTo>
                  <a:lnTo>
                    <a:pt x="69919" y="144122"/>
                  </a:lnTo>
                  <a:lnTo>
                    <a:pt x="87818" y="126835"/>
                  </a:lnTo>
                  <a:close/>
                  <a:moveTo>
                    <a:pt x="87818" y="126835"/>
                  </a:moveTo>
                  <a:lnTo>
                    <a:pt x="69919" y="144122"/>
                  </a:lnTo>
                  <a:lnTo>
                    <a:pt x="87818" y="144122"/>
                  </a:lnTo>
                  <a:close/>
                  <a:moveTo>
                    <a:pt x="263453" y="117184"/>
                  </a:moveTo>
                  <a:lnTo>
                    <a:pt x="263453" y="144122"/>
                  </a:lnTo>
                  <a:lnTo>
                    <a:pt x="291098" y="144122"/>
                  </a:lnTo>
                  <a:close/>
                  <a:moveTo>
                    <a:pt x="234181" y="117184"/>
                  </a:moveTo>
                  <a:lnTo>
                    <a:pt x="263453" y="144122"/>
                  </a:lnTo>
                  <a:lnTo>
                    <a:pt x="263453" y="117184"/>
                  </a:lnTo>
                  <a:close/>
                  <a:moveTo>
                    <a:pt x="29273" y="90246"/>
                  </a:moveTo>
                  <a:lnTo>
                    <a:pt x="29273" y="101157"/>
                  </a:lnTo>
                  <a:lnTo>
                    <a:pt x="47317" y="90246"/>
                  </a:lnTo>
                  <a:close/>
                  <a:moveTo>
                    <a:pt x="29273" y="101157"/>
                  </a:moveTo>
                  <a:lnTo>
                    <a:pt x="41109" y="117184"/>
                  </a:lnTo>
                  <a:lnTo>
                    <a:pt x="47317" y="90246"/>
                  </a:lnTo>
                  <a:close/>
                  <a:moveTo>
                    <a:pt x="47317" y="90246"/>
                  </a:moveTo>
                  <a:lnTo>
                    <a:pt x="41109" y="117184"/>
                  </a:lnTo>
                  <a:lnTo>
                    <a:pt x="58545" y="104053"/>
                  </a:lnTo>
                  <a:close/>
                  <a:moveTo>
                    <a:pt x="58545" y="104053"/>
                  </a:moveTo>
                  <a:lnTo>
                    <a:pt x="41109" y="117184"/>
                  </a:lnTo>
                  <a:lnTo>
                    <a:pt x="58545" y="117184"/>
                  </a:lnTo>
                  <a:close/>
                  <a:moveTo>
                    <a:pt x="234181" y="117184"/>
                  </a:moveTo>
                  <a:lnTo>
                    <a:pt x="263453" y="117184"/>
                  </a:lnTo>
                  <a:lnTo>
                    <a:pt x="234181" y="90246"/>
                  </a:lnTo>
                  <a:close/>
                  <a:moveTo>
                    <a:pt x="204908" y="90246"/>
                  </a:moveTo>
                  <a:lnTo>
                    <a:pt x="234181" y="117184"/>
                  </a:lnTo>
                  <a:lnTo>
                    <a:pt x="234181" y="90246"/>
                  </a:lnTo>
                  <a:close/>
                  <a:moveTo>
                    <a:pt x="17258" y="63308"/>
                  </a:moveTo>
                  <a:lnTo>
                    <a:pt x="29273" y="90246"/>
                  </a:lnTo>
                  <a:lnTo>
                    <a:pt x="29273" y="63308"/>
                  </a:lnTo>
                  <a:close/>
                  <a:moveTo>
                    <a:pt x="40331" y="63308"/>
                  </a:moveTo>
                  <a:lnTo>
                    <a:pt x="29273" y="63308"/>
                  </a:lnTo>
                  <a:lnTo>
                    <a:pt x="29273" y="90246"/>
                  </a:lnTo>
                  <a:close/>
                  <a:moveTo>
                    <a:pt x="204908" y="90246"/>
                  </a:moveTo>
                  <a:lnTo>
                    <a:pt x="234181" y="90246"/>
                  </a:lnTo>
                  <a:lnTo>
                    <a:pt x="204908" y="63308"/>
                  </a:lnTo>
                  <a:close/>
                  <a:moveTo>
                    <a:pt x="175636" y="63308"/>
                  </a:moveTo>
                  <a:lnTo>
                    <a:pt x="204908" y="90246"/>
                  </a:lnTo>
                  <a:lnTo>
                    <a:pt x="204908" y="63308"/>
                  </a:lnTo>
                  <a:close/>
                  <a:moveTo>
                    <a:pt x="51593" y="36369"/>
                  </a:moveTo>
                  <a:lnTo>
                    <a:pt x="29273" y="36369"/>
                  </a:lnTo>
                  <a:lnTo>
                    <a:pt x="29273" y="63308"/>
                  </a:lnTo>
                  <a:close/>
                  <a:moveTo>
                    <a:pt x="175636" y="63308"/>
                  </a:moveTo>
                  <a:lnTo>
                    <a:pt x="204908" y="63308"/>
                  </a:lnTo>
                  <a:lnTo>
                    <a:pt x="175636" y="36369"/>
                  </a:lnTo>
                  <a:close/>
                  <a:moveTo>
                    <a:pt x="175636" y="63308"/>
                  </a:moveTo>
                  <a:lnTo>
                    <a:pt x="175636" y="36369"/>
                  </a:lnTo>
                  <a:lnTo>
                    <a:pt x="172740" y="63308"/>
                  </a:lnTo>
                  <a:close/>
                  <a:moveTo>
                    <a:pt x="175636" y="36369"/>
                  </a:moveTo>
                  <a:lnTo>
                    <a:pt x="149361" y="36369"/>
                  </a:lnTo>
                  <a:lnTo>
                    <a:pt x="172740" y="63308"/>
                  </a:lnTo>
                  <a:close/>
                  <a:moveTo>
                    <a:pt x="58545" y="9431"/>
                  </a:moveTo>
                  <a:lnTo>
                    <a:pt x="53334" y="9431"/>
                  </a:lnTo>
                  <a:lnTo>
                    <a:pt x="58545" y="30171"/>
                  </a:lnTo>
                  <a:close/>
                  <a:moveTo>
                    <a:pt x="53334" y="9431"/>
                  </a:moveTo>
                  <a:lnTo>
                    <a:pt x="29273" y="30678"/>
                  </a:lnTo>
                  <a:lnTo>
                    <a:pt x="58545" y="30171"/>
                  </a:lnTo>
                  <a:close/>
                  <a:moveTo>
                    <a:pt x="58545" y="30171"/>
                  </a:moveTo>
                  <a:lnTo>
                    <a:pt x="29273" y="30678"/>
                  </a:lnTo>
                  <a:lnTo>
                    <a:pt x="51593" y="36369"/>
                  </a:lnTo>
                  <a:close/>
                  <a:moveTo>
                    <a:pt x="51593" y="36369"/>
                  </a:moveTo>
                  <a:lnTo>
                    <a:pt x="29273" y="30678"/>
                  </a:lnTo>
                  <a:lnTo>
                    <a:pt x="29273" y="36369"/>
                  </a:lnTo>
                  <a:close/>
                  <a:moveTo>
                    <a:pt x="146363" y="10689"/>
                  </a:moveTo>
                  <a:lnTo>
                    <a:pt x="117090" y="9431"/>
                  </a:lnTo>
                  <a:lnTo>
                    <a:pt x="117090" y="20039"/>
                  </a:lnTo>
                  <a:close/>
                  <a:moveTo>
                    <a:pt x="146363" y="10689"/>
                  </a:moveTo>
                  <a:lnTo>
                    <a:pt x="117090" y="20039"/>
                  </a:lnTo>
                  <a:lnTo>
                    <a:pt x="146363" y="34015"/>
                  </a:lnTo>
                  <a:close/>
                  <a:moveTo>
                    <a:pt x="175636" y="31662"/>
                  </a:moveTo>
                  <a:lnTo>
                    <a:pt x="149361" y="36369"/>
                  </a:lnTo>
                  <a:lnTo>
                    <a:pt x="175636" y="36369"/>
                  </a:lnTo>
                  <a:close/>
                  <a:moveTo>
                    <a:pt x="146363" y="34015"/>
                  </a:moveTo>
                  <a:lnTo>
                    <a:pt x="149361" y="36369"/>
                  </a:lnTo>
                  <a:lnTo>
                    <a:pt x="175636" y="31662"/>
                  </a:lnTo>
                  <a:close/>
                  <a:moveTo>
                    <a:pt x="146363" y="10689"/>
                  </a:moveTo>
                  <a:lnTo>
                    <a:pt x="146363" y="34015"/>
                  </a:lnTo>
                  <a:lnTo>
                    <a:pt x="175636" y="31662"/>
                  </a:lnTo>
                  <a:close/>
                  <a:moveTo>
                    <a:pt x="87818" y="9431"/>
                  </a:moveTo>
                  <a:lnTo>
                    <a:pt x="58545" y="9431"/>
                  </a:lnTo>
                  <a:lnTo>
                    <a:pt x="87818" y="18230"/>
                  </a:lnTo>
                  <a:close/>
                  <a:moveTo>
                    <a:pt x="58545" y="9431"/>
                  </a:moveTo>
                  <a:lnTo>
                    <a:pt x="58545" y="30171"/>
                  </a:lnTo>
                  <a:lnTo>
                    <a:pt x="87818" y="18230"/>
                  </a:lnTo>
                  <a:close/>
                  <a:moveTo>
                    <a:pt x="87818" y="9431"/>
                  </a:moveTo>
                  <a:lnTo>
                    <a:pt x="117090" y="9431"/>
                  </a:lnTo>
                  <a:lnTo>
                    <a:pt x="117090" y="0"/>
                  </a:lnTo>
                  <a:close/>
                  <a:moveTo>
                    <a:pt x="117090" y="9431"/>
                  </a:moveTo>
                  <a:lnTo>
                    <a:pt x="87818" y="9431"/>
                  </a:lnTo>
                  <a:lnTo>
                    <a:pt x="117090" y="20039"/>
                  </a:lnTo>
                  <a:close/>
                </a:path>
              </a:pathLst>
            </a:custGeom>
            <a:solidFill>
              <a:srgbClr val="E2BB55"/>
            </a:solidFill>
            <a:ln w="4001">
              <a:solidFill>
                <a:srgbClr val="F0DBA5"/>
              </a:solidFill>
            </a:ln>
          </p:spPr>
        </p:sp>
        <p:sp>
          <p:nvSpPr>
            <p:cNvPr id="4039" name="Match_B3__4038">
              <a:extLst>
                <a:ext uri="{FF2B5EF4-FFF2-40B4-BE49-F238E27FC236}">
                  <a16:creationId xmlns:a16="http://schemas.microsoft.com/office/drawing/2014/main" id="{E31BA3F7-CD5B-7851-0EC5-761330A32059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3346627"/>
              <a:ext cx="292726" cy="359921"/>
            </a:xfrm>
            <a:custGeom>
              <a:avLst/>
              <a:gdLst/>
              <a:ahLst/>
              <a:cxnLst/>
              <a:rect l="0" t="0" r="0" b="0"/>
              <a:pathLst>
                <a:path w="292726" h="359921">
                  <a:moveTo>
                    <a:pt x="29273" y="350198"/>
                  </a:moveTo>
                  <a:lnTo>
                    <a:pt x="57274" y="350198"/>
                  </a:lnTo>
                  <a:lnTo>
                    <a:pt x="29273" y="328289"/>
                  </a:lnTo>
                  <a:close/>
                  <a:moveTo>
                    <a:pt x="175636" y="353439"/>
                  </a:moveTo>
                  <a:lnTo>
                    <a:pt x="204908" y="350198"/>
                  </a:lnTo>
                  <a:lnTo>
                    <a:pt x="188054" y="350198"/>
                  </a:lnTo>
                  <a:close/>
                  <a:moveTo>
                    <a:pt x="188054" y="350198"/>
                  </a:moveTo>
                  <a:lnTo>
                    <a:pt x="204908" y="350198"/>
                  </a:lnTo>
                  <a:lnTo>
                    <a:pt x="204908" y="345450"/>
                  </a:lnTo>
                  <a:close/>
                  <a:moveTo>
                    <a:pt x="234181" y="332302"/>
                  </a:moveTo>
                  <a:lnTo>
                    <a:pt x="263453" y="323260"/>
                  </a:lnTo>
                  <a:lnTo>
                    <a:pt x="247350" y="323260"/>
                  </a:lnTo>
                  <a:close/>
                  <a:moveTo>
                    <a:pt x="25180" y="323260"/>
                  </a:moveTo>
                  <a:lnTo>
                    <a:pt x="19636" y="296321"/>
                  </a:lnTo>
                  <a:lnTo>
                    <a:pt x="0" y="323260"/>
                  </a:lnTo>
                  <a:close/>
                  <a:moveTo>
                    <a:pt x="247350" y="323260"/>
                  </a:moveTo>
                  <a:lnTo>
                    <a:pt x="263453" y="323260"/>
                  </a:lnTo>
                  <a:lnTo>
                    <a:pt x="263453" y="306309"/>
                  </a:lnTo>
                  <a:close/>
                  <a:moveTo>
                    <a:pt x="19636" y="296321"/>
                  </a:moveTo>
                  <a:lnTo>
                    <a:pt x="29273" y="271738"/>
                  </a:lnTo>
                  <a:lnTo>
                    <a:pt x="0" y="296321"/>
                  </a:lnTo>
                  <a:close/>
                  <a:moveTo>
                    <a:pt x="0" y="296321"/>
                  </a:moveTo>
                  <a:lnTo>
                    <a:pt x="29273" y="271738"/>
                  </a:lnTo>
                  <a:lnTo>
                    <a:pt x="29273" y="269383"/>
                  </a:lnTo>
                  <a:close/>
                  <a:moveTo>
                    <a:pt x="292726" y="269383"/>
                  </a:moveTo>
                  <a:lnTo>
                    <a:pt x="279993" y="269383"/>
                  </a:lnTo>
                  <a:lnTo>
                    <a:pt x="270782" y="296321"/>
                  </a:lnTo>
                  <a:close/>
                  <a:moveTo>
                    <a:pt x="30337" y="269383"/>
                  </a:moveTo>
                  <a:lnTo>
                    <a:pt x="58300" y="242445"/>
                  </a:lnTo>
                  <a:lnTo>
                    <a:pt x="29273" y="269383"/>
                  </a:lnTo>
                  <a:close/>
                  <a:moveTo>
                    <a:pt x="58300" y="242445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29273" y="269383"/>
                  </a:moveTo>
                  <a:lnTo>
                    <a:pt x="29273" y="271738"/>
                  </a:lnTo>
                  <a:lnTo>
                    <a:pt x="30337" y="269383"/>
                  </a:lnTo>
                  <a:close/>
                  <a:moveTo>
                    <a:pt x="292726" y="242445"/>
                  </a:moveTo>
                  <a:lnTo>
                    <a:pt x="281333" y="242445"/>
                  </a:lnTo>
                  <a:lnTo>
                    <a:pt x="279993" y="269383"/>
                  </a:lnTo>
                  <a:close/>
                  <a:moveTo>
                    <a:pt x="292726" y="215506"/>
                  </a:moveTo>
                  <a:lnTo>
                    <a:pt x="278069" y="215506"/>
                  </a:lnTo>
                  <a:lnTo>
                    <a:pt x="281333" y="242445"/>
                  </a:lnTo>
                  <a:close/>
                  <a:moveTo>
                    <a:pt x="96901" y="215506"/>
                  </a:moveTo>
                  <a:lnTo>
                    <a:pt x="117090" y="195914"/>
                  </a:lnTo>
                  <a:lnTo>
                    <a:pt x="87818" y="215506"/>
                  </a:lnTo>
                  <a:close/>
                  <a:moveTo>
                    <a:pt x="87818" y="215506"/>
                  </a:moveTo>
                  <a:lnTo>
                    <a:pt x="117090" y="195914"/>
                  </a:lnTo>
                  <a:lnTo>
                    <a:pt x="117090" y="188568"/>
                  </a:lnTo>
                  <a:close/>
                  <a:moveTo>
                    <a:pt x="87818" y="215506"/>
                  </a:moveTo>
                  <a:lnTo>
                    <a:pt x="87818" y="221679"/>
                  </a:lnTo>
                  <a:lnTo>
                    <a:pt x="96901" y="215506"/>
                  </a:lnTo>
                  <a:close/>
                  <a:moveTo>
                    <a:pt x="292726" y="188568"/>
                  </a:moveTo>
                  <a:lnTo>
                    <a:pt x="272248" y="188568"/>
                  </a:lnTo>
                  <a:lnTo>
                    <a:pt x="278069" y="215506"/>
                  </a:lnTo>
                  <a:close/>
                  <a:moveTo>
                    <a:pt x="124814" y="188568"/>
                  </a:moveTo>
                  <a:lnTo>
                    <a:pt x="134279" y="161630"/>
                  </a:lnTo>
                  <a:lnTo>
                    <a:pt x="117090" y="188568"/>
                  </a:lnTo>
                  <a:close/>
                  <a:moveTo>
                    <a:pt x="134279" y="161630"/>
                  </a:moveTo>
                  <a:lnTo>
                    <a:pt x="117090" y="161630"/>
                  </a:lnTo>
                  <a:lnTo>
                    <a:pt x="117090" y="188568"/>
                  </a:lnTo>
                  <a:close/>
                  <a:moveTo>
                    <a:pt x="117090" y="188568"/>
                  </a:moveTo>
                  <a:lnTo>
                    <a:pt x="117090" y="195914"/>
                  </a:lnTo>
                  <a:lnTo>
                    <a:pt x="124814" y="188568"/>
                  </a:lnTo>
                  <a:close/>
                  <a:moveTo>
                    <a:pt x="292726" y="161630"/>
                  </a:moveTo>
                  <a:lnTo>
                    <a:pt x="263502" y="161630"/>
                  </a:lnTo>
                  <a:lnTo>
                    <a:pt x="272248" y="188568"/>
                  </a:lnTo>
                  <a:close/>
                  <a:moveTo>
                    <a:pt x="134279" y="161630"/>
                  </a:moveTo>
                  <a:lnTo>
                    <a:pt x="117694" y="134691"/>
                  </a:lnTo>
                  <a:lnTo>
                    <a:pt x="117090" y="161630"/>
                  </a:lnTo>
                  <a:close/>
                  <a:moveTo>
                    <a:pt x="117694" y="134691"/>
                  </a:moveTo>
                  <a:lnTo>
                    <a:pt x="117090" y="134691"/>
                  </a:lnTo>
                  <a:lnTo>
                    <a:pt x="117090" y="161630"/>
                  </a:lnTo>
                  <a:close/>
                  <a:moveTo>
                    <a:pt x="263453" y="161533"/>
                  </a:moveTo>
                  <a:lnTo>
                    <a:pt x="263502" y="161630"/>
                  </a:lnTo>
                  <a:lnTo>
                    <a:pt x="263453" y="134691"/>
                  </a:lnTo>
                  <a:close/>
                  <a:moveTo>
                    <a:pt x="87818" y="134691"/>
                  </a:moveTo>
                  <a:lnTo>
                    <a:pt x="117090" y="134691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090" y="134367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694" y="134691"/>
                  </a:lnTo>
                  <a:lnTo>
                    <a:pt x="117090" y="134367"/>
                  </a:lnTo>
                  <a:close/>
                  <a:moveTo>
                    <a:pt x="234181" y="124280"/>
                  </a:moveTo>
                  <a:lnTo>
                    <a:pt x="244213" y="134691"/>
                  </a:lnTo>
                  <a:lnTo>
                    <a:pt x="234181" y="107753"/>
                  </a:lnTo>
                  <a:close/>
                  <a:moveTo>
                    <a:pt x="234181" y="107753"/>
                  </a:moveTo>
                  <a:lnTo>
                    <a:pt x="244213" y="134691"/>
                  </a:lnTo>
                  <a:lnTo>
                    <a:pt x="263453" y="134691"/>
                  </a:lnTo>
                  <a:close/>
                  <a:moveTo>
                    <a:pt x="263453" y="161533"/>
                  </a:moveTo>
                  <a:lnTo>
                    <a:pt x="263453" y="134691"/>
                  </a:lnTo>
                  <a:lnTo>
                    <a:pt x="244213" y="134691"/>
                  </a:lnTo>
                  <a:close/>
                  <a:moveTo>
                    <a:pt x="58545" y="107753"/>
                  </a:moveTo>
                  <a:lnTo>
                    <a:pt x="74636" y="107753"/>
                  </a:lnTo>
                  <a:lnTo>
                    <a:pt x="58545" y="94623"/>
                  </a:lnTo>
                  <a:close/>
                  <a:moveTo>
                    <a:pt x="204908" y="99192"/>
                  </a:moveTo>
                  <a:lnTo>
                    <a:pt x="214063" y="107753"/>
                  </a:lnTo>
                  <a:lnTo>
                    <a:pt x="204908" y="80815"/>
                  </a:lnTo>
                  <a:close/>
                  <a:moveTo>
                    <a:pt x="204908" y="80815"/>
                  </a:moveTo>
                  <a:lnTo>
                    <a:pt x="214063" y="107753"/>
                  </a:lnTo>
                  <a:lnTo>
                    <a:pt x="234181" y="107753"/>
                  </a:lnTo>
                  <a:close/>
                  <a:moveTo>
                    <a:pt x="234181" y="124280"/>
                  </a:moveTo>
                  <a:lnTo>
                    <a:pt x="234181" y="107753"/>
                  </a:lnTo>
                  <a:lnTo>
                    <a:pt x="214063" y="107753"/>
                  </a:lnTo>
                  <a:close/>
                  <a:moveTo>
                    <a:pt x="47317" y="80815"/>
                  </a:moveTo>
                  <a:lnTo>
                    <a:pt x="40331" y="53877"/>
                  </a:lnTo>
                  <a:lnTo>
                    <a:pt x="29273" y="80815"/>
                  </a:lnTo>
                  <a:close/>
                  <a:moveTo>
                    <a:pt x="175636" y="59157"/>
                  </a:moveTo>
                  <a:lnTo>
                    <a:pt x="190038" y="80815"/>
                  </a:lnTo>
                  <a:lnTo>
                    <a:pt x="175636" y="53877"/>
                  </a:lnTo>
                  <a:close/>
                  <a:moveTo>
                    <a:pt x="175636" y="53877"/>
                  </a:moveTo>
                  <a:lnTo>
                    <a:pt x="190038" y="80815"/>
                  </a:lnTo>
                  <a:lnTo>
                    <a:pt x="204908" y="80815"/>
                  </a:lnTo>
                  <a:close/>
                  <a:moveTo>
                    <a:pt x="204908" y="99192"/>
                  </a:moveTo>
                  <a:lnTo>
                    <a:pt x="204908" y="80815"/>
                  </a:lnTo>
                  <a:lnTo>
                    <a:pt x="190038" y="80815"/>
                  </a:lnTo>
                  <a:close/>
                  <a:moveTo>
                    <a:pt x="40331" y="53877"/>
                  </a:moveTo>
                  <a:lnTo>
                    <a:pt x="51593" y="26938"/>
                  </a:lnTo>
                  <a:lnTo>
                    <a:pt x="29273" y="53877"/>
                  </a:lnTo>
                  <a:close/>
                  <a:moveTo>
                    <a:pt x="175636" y="59157"/>
                  </a:moveTo>
                  <a:lnTo>
                    <a:pt x="175636" y="53877"/>
                  </a:lnTo>
                  <a:lnTo>
                    <a:pt x="172740" y="53877"/>
                  </a:lnTo>
                  <a:close/>
                  <a:moveTo>
                    <a:pt x="87818" y="0"/>
                  </a:moveTo>
                  <a:lnTo>
                    <a:pt x="87818" y="8799"/>
                  </a:lnTo>
                  <a:lnTo>
                    <a:pt x="117090" y="10608"/>
                  </a:lnTo>
                  <a:close/>
                  <a:moveTo>
                    <a:pt x="57274" y="350198"/>
                  </a:moveTo>
                  <a:lnTo>
                    <a:pt x="58545" y="350812"/>
                  </a:lnTo>
                  <a:lnTo>
                    <a:pt x="58545" y="350198"/>
                  </a:lnTo>
                  <a:close/>
                  <a:moveTo>
                    <a:pt x="58545" y="350198"/>
                  </a:moveTo>
                  <a:lnTo>
                    <a:pt x="29273" y="328289"/>
                  </a:lnTo>
                  <a:lnTo>
                    <a:pt x="57274" y="350198"/>
                  </a:lnTo>
                  <a:close/>
                  <a:moveTo>
                    <a:pt x="29273" y="323260"/>
                  </a:moveTo>
                  <a:lnTo>
                    <a:pt x="29273" y="328289"/>
                  </a:lnTo>
                  <a:lnTo>
                    <a:pt x="58545" y="350198"/>
                  </a:lnTo>
                  <a:close/>
                  <a:moveTo>
                    <a:pt x="87818" y="350198"/>
                  </a:moveTo>
                  <a:lnTo>
                    <a:pt x="58545" y="350812"/>
                  </a:lnTo>
                  <a:lnTo>
                    <a:pt x="87818" y="358219"/>
                  </a:lnTo>
                  <a:close/>
                  <a:moveTo>
                    <a:pt x="87818" y="350198"/>
                  </a:moveTo>
                  <a:lnTo>
                    <a:pt x="58545" y="350198"/>
                  </a:lnTo>
                  <a:lnTo>
                    <a:pt x="58545" y="350812"/>
                  </a:lnTo>
                  <a:close/>
                  <a:moveTo>
                    <a:pt x="117090" y="350198"/>
                  </a:moveTo>
                  <a:lnTo>
                    <a:pt x="87818" y="358219"/>
                  </a:lnTo>
                  <a:lnTo>
                    <a:pt x="117090" y="359921"/>
                  </a:lnTo>
                  <a:close/>
                  <a:moveTo>
                    <a:pt x="146363" y="350198"/>
                  </a:moveTo>
                  <a:lnTo>
                    <a:pt x="117090" y="359921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46363" y="358053"/>
                  </a:lnTo>
                  <a:lnTo>
                    <a:pt x="175636" y="353439"/>
                  </a:lnTo>
                  <a:close/>
                  <a:moveTo>
                    <a:pt x="175636" y="350198"/>
                  </a:moveTo>
                  <a:lnTo>
                    <a:pt x="146363" y="350198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75636" y="353439"/>
                  </a:lnTo>
                  <a:lnTo>
                    <a:pt x="188054" y="350198"/>
                  </a:lnTo>
                  <a:close/>
                  <a:moveTo>
                    <a:pt x="25180" y="323260"/>
                  </a:moveTo>
                  <a:lnTo>
                    <a:pt x="29273" y="328289"/>
                  </a:lnTo>
                  <a:lnTo>
                    <a:pt x="29273" y="323260"/>
                  </a:lnTo>
                  <a:close/>
                  <a:moveTo>
                    <a:pt x="19636" y="296321"/>
                  </a:moveTo>
                  <a:lnTo>
                    <a:pt x="29273" y="323260"/>
                  </a:lnTo>
                  <a:lnTo>
                    <a:pt x="29273" y="296321"/>
                  </a:lnTo>
                  <a:close/>
                  <a:moveTo>
                    <a:pt x="19636" y="296321"/>
                  </a:moveTo>
                  <a:lnTo>
                    <a:pt x="25180" y="323260"/>
                  </a:lnTo>
                  <a:lnTo>
                    <a:pt x="29273" y="323260"/>
                  </a:lnTo>
                  <a:close/>
                  <a:moveTo>
                    <a:pt x="234181" y="323260"/>
                  </a:moveTo>
                  <a:lnTo>
                    <a:pt x="204908" y="345450"/>
                  </a:lnTo>
                  <a:lnTo>
                    <a:pt x="234181" y="332302"/>
                  </a:lnTo>
                  <a:close/>
                  <a:moveTo>
                    <a:pt x="234181" y="323260"/>
                  </a:moveTo>
                  <a:lnTo>
                    <a:pt x="234181" y="332302"/>
                  </a:lnTo>
                  <a:lnTo>
                    <a:pt x="247350" y="323260"/>
                  </a:lnTo>
                  <a:close/>
                  <a:moveTo>
                    <a:pt x="263453" y="296321"/>
                  </a:moveTo>
                  <a:lnTo>
                    <a:pt x="247350" y="323260"/>
                  </a:lnTo>
                  <a:lnTo>
                    <a:pt x="263453" y="306309"/>
                  </a:lnTo>
                  <a:close/>
                  <a:moveTo>
                    <a:pt x="234181" y="323260"/>
                  </a:moveTo>
                  <a:lnTo>
                    <a:pt x="247350" y="323260"/>
                  </a:lnTo>
                  <a:lnTo>
                    <a:pt x="263453" y="296321"/>
                  </a:lnTo>
                  <a:close/>
                  <a:moveTo>
                    <a:pt x="29273" y="271738"/>
                  </a:moveTo>
                  <a:lnTo>
                    <a:pt x="19636" y="296321"/>
                  </a:lnTo>
                  <a:lnTo>
                    <a:pt x="29273" y="296321"/>
                  </a:lnTo>
                  <a:close/>
                  <a:moveTo>
                    <a:pt x="29273" y="296321"/>
                  </a:moveTo>
                  <a:lnTo>
                    <a:pt x="30337" y="269383"/>
                  </a:lnTo>
                  <a:lnTo>
                    <a:pt x="29273" y="271738"/>
                  </a:lnTo>
                  <a:close/>
                  <a:moveTo>
                    <a:pt x="263453" y="296321"/>
                  </a:moveTo>
                  <a:lnTo>
                    <a:pt x="263453" y="306309"/>
                  </a:lnTo>
                  <a:lnTo>
                    <a:pt x="270782" y="296321"/>
                  </a:lnTo>
                  <a:close/>
                  <a:moveTo>
                    <a:pt x="263453" y="269383"/>
                  </a:moveTo>
                  <a:lnTo>
                    <a:pt x="270782" y="296321"/>
                  </a:lnTo>
                  <a:lnTo>
                    <a:pt x="279993" y="269383"/>
                  </a:lnTo>
                  <a:close/>
                  <a:moveTo>
                    <a:pt x="58300" y="242445"/>
                  </a:moveTo>
                  <a:lnTo>
                    <a:pt x="58545" y="269383"/>
                  </a:lnTo>
                  <a:lnTo>
                    <a:pt x="58545" y="242445"/>
                  </a:lnTo>
                  <a:close/>
                  <a:moveTo>
                    <a:pt x="58300" y="242445"/>
                  </a:moveTo>
                  <a:lnTo>
                    <a:pt x="30337" y="269383"/>
                  </a:lnTo>
                  <a:lnTo>
                    <a:pt x="58545" y="269383"/>
                  </a:lnTo>
                  <a:close/>
                  <a:moveTo>
                    <a:pt x="263453" y="242445"/>
                  </a:moveTo>
                  <a:lnTo>
                    <a:pt x="279993" y="269383"/>
                  </a:lnTo>
                  <a:lnTo>
                    <a:pt x="281333" y="242445"/>
                  </a:lnTo>
                  <a:close/>
                  <a:moveTo>
                    <a:pt x="58545" y="242252"/>
                  </a:moveTo>
                  <a:lnTo>
                    <a:pt x="58300" y="242445"/>
                  </a:lnTo>
                  <a:lnTo>
                    <a:pt x="58545" y="242445"/>
                  </a:lnTo>
                  <a:close/>
                  <a:moveTo>
                    <a:pt x="58545" y="242445"/>
                  </a:moveTo>
                  <a:lnTo>
                    <a:pt x="87818" y="221679"/>
                  </a:lnTo>
                  <a:lnTo>
                    <a:pt x="58545" y="242252"/>
                  </a:lnTo>
                  <a:close/>
                  <a:moveTo>
                    <a:pt x="58545" y="242445"/>
                  </a:moveTo>
                  <a:lnTo>
                    <a:pt x="87818" y="242445"/>
                  </a:lnTo>
                  <a:lnTo>
                    <a:pt x="87818" y="221679"/>
                  </a:lnTo>
                  <a:close/>
                  <a:moveTo>
                    <a:pt x="87818" y="242445"/>
                  </a:moveTo>
                  <a:lnTo>
                    <a:pt x="96901" y="215506"/>
                  </a:lnTo>
                  <a:lnTo>
                    <a:pt x="87818" y="221679"/>
                  </a:lnTo>
                  <a:close/>
                  <a:moveTo>
                    <a:pt x="263453" y="215506"/>
                  </a:moveTo>
                  <a:lnTo>
                    <a:pt x="281333" y="242445"/>
                  </a:lnTo>
                  <a:lnTo>
                    <a:pt x="278069" y="215506"/>
                  </a:lnTo>
                  <a:close/>
                  <a:moveTo>
                    <a:pt x="117090" y="195914"/>
                  </a:moveTo>
                  <a:lnTo>
                    <a:pt x="96901" y="215506"/>
                  </a:lnTo>
                  <a:lnTo>
                    <a:pt x="117090" y="215506"/>
                  </a:lnTo>
                  <a:close/>
                  <a:moveTo>
                    <a:pt x="117090" y="215506"/>
                  </a:moveTo>
                  <a:lnTo>
                    <a:pt x="124814" y="188568"/>
                  </a:lnTo>
                  <a:lnTo>
                    <a:pt x="117090" y="195914"/>
                  </a:lnTo>
                  <a:close/>
                  <a:moveTo>
                    <a:pt x="263453" y="188568"/>
                  </a:moveTo>
                  <a:lnTo>
                    <a:pt x="278069" y="215506"/>
                  </a:lnTo>
                  <a:lnTo>
                    <a:pt x="272248" y="188568"/>
                  </a:lnTo>
                  <a:close/>
                  <a:moveTo>
                    <a:pt x="263453" y="188568"/>
                  </a:moveTo>
                  <a:lnTo>
                    <a:pt x="263453" y="215506"/>
                  </a:lnTo>
                  <a:lnTo>
                    <a:pt x="278069" y="215506"/>
                  </a:lnTo>
                  <a:close/>
                  <a:moveTo>
                    <a:pt x="134279" y="161630"/>
                  </a:moveTo>
                  <a:lnTo>
                    <a:pt x="146363" y="188568"/>
                  </a:lnTo>
                  <a:lnTo>
                    <a:pt x="146363" y="161630"/>
                  </a:lnTo>
                  <a:close/>
                  <a:moveTo>
                    <a:pt x="134279" y="161630"/>
                  </a:moveTo>
                  <a:lnTo>
                    <a:pt x="124814" y="188568"/>
                  </a:lnTo>
                  <a:lnTo>
                    <a:pt x="146363" y="188568"/>
                  </a:lnTo>
                  <a:close/>
                  <a:moveTo>
                    <a:pt x="263453" y="161630"/>
                  </a:moveTo>
                  <a:lnTo>
                    <a:pt x="272248" y="188568"/>
                  </a:lnTo>
                  <a:lnTo>
                    <a:pt x="263502" y="161630"/>
                  </a:lnTo>
                  <a:close/>
                  <a:moveTo>
                    <a:pt x="263453" y="161630"/>
                  </a:moveTo>
                  <a:lnTo>
                    <a:pt x="263453" y="188568"/>
                  </a:lnTo>
                  <a:lnTo>
                    <a:pt x="272248" y="188568"/>
                  </a:lnTo>
                  <a:close/>
                  <a:moveTo>
                    <a:pt x="117694" y="134691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694" y="134691"/>
                  </a:moveTo>
                  <a:lnTo>
                    <a:pt x="134279" y="161630"/>
                  </a:lnTo>
                  <a:lnTo>
                    <a:pt x="146363" y="161630"/>
                  </a:lnTo>
                  <a:close/>
                  <a:moveTo>
                    <a:pt x="234181" y="134691"/>
                  </a:moveTo>
                  <a:lnTo>
                    <a:pt x="263453" y="161533"/>
                  </a:lnTo>
                  <a:lnTo>
                    <a:pt x="244213" y="134691"/>
                  </a:lnTo>
                  <a:close/>
                  <a:moveTo>
                    <a:pt x="263453" y="161630"/>
                  </a:moveTo>
                  <a:lnTo>
                    <a:pt x="263453" y="161533"/>
                  </a:lnTo>
                  <a:lnTo>
                    <a:pt x="234181" y="134691"/>
                  </a:lnTo>
                  <a:close/>
                  <a:moveTo>
                    <a:pt x="234181" y="161630"/>
                  </a:moveTo>
                  <a:lnTo>
                    <a:pt x="263453" y="161630"/>
                  </a:lnTo>
                  <a:lnTo>
                    <a:pt x="234181" y="134691"/>
                  </a:lnTo>
                  <a:close/>
                  <a:moveTo>
                    <a:pt x="263453" y="161630"/>
                  </a:moveTo>
                  <a:lnTo>
                    <a:pt x="263502" y="161630"/>
                  </a:lnTo>
                  <a:lnTo>
                    <a:pt x="263453" y="161533"/>
                  </a:lnTo>
                  <a:close/>
                  <a:moveTo>
                    <a:pt x="146363" y="134691"/>
                  </a:moveTo>
                  <a:lnTo>
                    <a:pt x="117090" y="134367"/>
                  </a:lnTo>
                  <a:lnTo>
                    <a:pt x="117694" y="134691"/>
                  </a:lnTo>
                  <a:close/>
                  <a:moveTo>
                    <a:pt x="204908" y="107753"/>
                  </a:moveTo>
                  <a:lnTo>
                    <a:pt x="234181" y="124280"/>
                  </a:lnTo>
                  <a:lnTo>
                    <a:pt x="214063" y="107753"/>
                  </a:lnTo>
                  <a:close/>
                  <a:moveTo>
                    <a:pt x="234181" y="134691"/>
                  </a:moveTo>
                  <a:lnTo>
                    <a:pt x="234181" y="124280"/>
                  </a:lnTo>
                  <a:lnTo>
                    <a:pt x="204908" y="107753"/>
                  </a:lnTo>
                  <a:close/>
                  <a:moveTo>
                    <a:pt x="204908" y="134691"/>
                  </a:moveTo>
                  <a:lnTo>
                    <a:pt x="234181" y="134691"/>
                  </a:lnTo>
                  <a:lnTo>
                    <a:pt x="204908" y="107753"/>
                  </a:lnTo>
                  <a:close/>
                  <a:moveTo>
                    <a:pt x="234181" y="134691"/>
                  </a:moveTo>
                  <a:lnTo>
                    <a:pt x="244213" y="134691"/>
                  </a:lnTo>
                  <a:lnTo>
                    <a:pt x="234181" y="124280"/>
                  </a:lnTo>
                  <a:close/>
                  <a:moveTo>
                    <a:pt x="74636" y="107753"/>
                  </a:moveTo>
                  <a:lnTo>
                    <a:pt x="87818" y="117404"/>
                  </a:lnTo>
                  <a:lnTo>
                    <a:pt x="87818" y="107753"/>
                  </a:lnTo>
                  <a:close/>
                  <a:moveTo>
                    <a:pt x="87818" y="107753"/>
                  </a:moveTo>
                  <a:lnTo>
                    <a:pt x="58545" y="94623"/>
                  </a:lnTo>
                  <a:lnTo>
                    <a:pt x="74636" y="107753"/>
                  </a:lnTo>
                  <a:close/>
                  <a:moveTo>
                    <a:pt x="58545" y="80815"/>
                  </a:moveTo>
                  <a:lnTo>
                    <a:pt x="58545" y="94623"/>
                  </a:lnTo>
                  <a:lnTo>
                    <a:pt x="87818" y="107753"/>
                  </a:lnTo>
                  <a:close/>
                  <a:moveTo>
                    <a:pt x="117090" y="107753"/>
                  </a:moveTo>
                  <a:lnTo>
                    <a:pt x="87818" y="117404"/>
                  </a:lnTo>
                  <a:lnTo>
                    <a:pt x="117090" y="134367"/>
                  </a:lnTo>
                  <a:close/>
                  <a:moveTo>
                    <a:pt x="175636" y="80815"/>
                  </a:moveTo>
                  <a:lnTo>
                    <a:pt x="204908" y="99192"/>
                  </a:lnTo>
                  <a:lnTo>
                    <a:pt x="190038" y="80815"/>
                  </a:lnTo>
                  <a:close/>
                  <a:moveTo>
                    <a:pt x="204908" y="107753"/>
                  </a:moveTo>
                  <a:lnTo>
                    <a:pt x="204908" y="99192"/>
                  </a:lnTo>
                  <a:lnTo>
                    <a:pt x="175636" y="80815"/>
                  </a:lnTo>
                  <a:close/>
                  <a:moveTo>
                    <a:pt x="204908" y="107753"/>
                  </a:moveTo>
                  <a:lnTo>
                    <a:pt x="214063" y="107753"/>
                  </a:lnTo>
                  <a:lnTo>
                    <a:pt x="204908" y="99192"/>
                  </a:lnTo>
                  <a:close/>
                  <a:moveTo>
                    <a:pt x="47317" y="80815"/>
                  </a:moveTo>
                  <a:lnTo>
                    <a:pt x="58545" y="94623"/>
                  </a:lnTo>
                  <a:lnTo>
                    <a:pt x="58545" y="80815"/>
                  </a:lnTo>
                  <a:close/>
                  <a:moveTo>
                    <a:pt x="40331" y="53877"/>
                  </a:moveTo>
                  <a:lnTo>
                    <a:pt x="47317" y="80815"/>
                  </a:lnTo>
                  <a:lnTo>
                    <a:pt x="58545" y="80815"/>
                  </a:lnTo>
                  <a:close/>
                  <a:moveTo>
                    <a:pt x="146363" y="53877"/>
                  </a:moveTo>
                  <a:lnTo>
                    <a:pt x="175636" y="59157"/>
                  </a:lnTo>
                  <a:lnTo>
                    <a:pt x="172740" y="53877"/>
                  </a:lnTo>
                  <a:close/>
                  <a:moveTo>
                    <a:pt x="175636" y="80815"/>
                  </a:moveTo>
                  <a:lnTo>
                    <a:pt x="190038" y="80815"/>
                  </a:lnTo>
                  <a:lnTo>
                    <a:pt x="175636" y="59157"/>
                  </a:lnTo>
                  <a:close/>
                  <a:moveTo>
                    <a:pt x="51593" y="26938"/>
                  </a:moveTo>
                  <a:lnTo>
                    <a:pt x="40331" y="53877"/>
                  </a:lnTo>
                  <a:lnTo>
                    <a:pt x="58545" y="53877"/>
                  </a:lnTo>
                  <a:close/>
                  <a:moveTo>
                    <a:pt x="146363" y="26938"/>
                  </a:moveTo>
                  <a:lnTo>
                    <a:pt x="172740" y="53877"/>
                  </a:lnTo>
                  <a:lnTo>
                    <a:pt x="149361" y="26938"/>
                  </a:lnTo>
                  <a:close/>
                  <a:moveTo>
                    <a:pt x="146363" y="26938"/>
                  </a:moveTo>
                  <a:lnTo>
                    <a:pt x="146363" y="53877"/>
                  </a:lnTo>
                  <a:lnTo>
                    <a:pt x="172740" y="53877"/>
                  </a:lnTo>
                  <a:close/>
                  <a:moveTo>
                    <a:pt x="58545" y="20740"/>
                  </a:moveTo>
                  <a:lnTo>
                    <a:pt x="51593" y="26938"/>
                  </a:lnTo>
                  <a:lnTo>
                    <a:pt x="58545" y="26938"/>
                  </a:lnTo>
                  <a:close/>
                  <a:moveTo>
                    <a:pt x="58545" y="26938"/>
                  </a:moveTo>
                  <a:lnTo>
                    <a:pt x="87818" y="8799"/>
                  </a:lnTo>
                  <a:lnTo>
                    <a:pt x="58545" y="20740"/>
                  </a:lnTo>
                  <a:close/>
                  <a:moveTo>
                    <a:pt x="87818" y="26938"/>
                  </a:moveTo>
                  <a:lnTo>
                    <a:pt x="117090" y="10608"/>
                  </a:lnTo>
                  <a:lnTo>
                    <a:pt x="87818" y="8799"/>
                  </a:lnTo>
                  <a:close/>
                  <a:moveTo>
                    <a:pt x="117090" y="26938"/>
                  </a:moveTo>
                  <a:lnTo>
                    <a:pt x="146363" y="24584"/>
                  </a:lnTo>
                  <a:lnTo>
                    <a:pt x="117090" y="10608"/>
                  </a:lnTo>
                  <a:close/>
                  <a:moveTo>
                    <a:pt x="117090" y="26938"/>
                  </a:moveTo>
                  <a:lnTo>
                    <a:pt x="146363" y="26938"/>
                  </a:lnTo>
                  <a:lnTo>
                    <a:pt x="146363" y="24584"/>
                  </a:lnTo>
                  <a:close/>
                  <a:moveTo>
                    <a:pt x="146363" y="26938"/>
                  </a:moveTo>
                  <a:lnTo>
                    <a:pt x="149361" y="26938"/>
                  </a:lnTo>
                  <a:lnTo>
                    <a:pt x="146363" y="24584"/>
                  </a:lnTo>
                  <a:close/>
                </a:path>
              </a:pathLst>
            </a:custGeom>
            <a:solidFill>
              <a:srgbClr val="E3BD5A"/>
            </a:solidFill>
            <a:ln w="4001">
              <a:solidFill>
                <a:srgbClr val="F0DBA5"/>
              </a:solidFill>
            </a:ln>
          </p:spPr>
        </p:sp>
        <p:sp>
          <p:nvSpPr>
            <p:cNvPr id="4040" name="Match_B3__4039">
              <a:extLst>
                <a:ext uri="{FF2B5EF4-FFF2-40B4-BE49-F238E27FC236}">
                  <a16:creationId xmlns:a16="http://schemas.microsoft.com/office/drawing/2014/main" id="{FA9E37C9-F875-6A88-8142-E4089226B7B4}"/>
                </a:ext>
              </a:extLst>
            </p:cNvPr>
            <p:cNvSpPr>
              <a:spLocks noGrp="1"/>
            </p:cNvSpPr>
            <p:nvPr/>
          </p:nvSpPr>
          <p:spPr>
            <a:xfrm>
              <a:off x="8443644" y="3355426"/>
              <a:ext cx="252061" cy="351122"/>
            </a:xfrm>
            <a:custGeom>
              <a:avLst/>
              <a:gdLst/>
              <a:ahLst/>
              <a:cxnLst/>
              <a:rect l="0" t="0" r="0" b="0"/>
              <a:pathLst>
                <a:path w="252061" h="351122">
                  <a:moveTo>
                    <a:pt x="29273" y="314460"/>
                  </a:moveTo>
                  <a:lnTo>
                    <a:pt x="0" y="314460"/>
                  </a:lnTo>
                  <a:lnTo>
                    <a:pt x="29273" y="341399"/>
                  </a:lnTo>
                  <a:close/>
                  <a:moveTo>
                    <a:pt x="29273" y="341399"/>
                  </a:moveTo>
                  <a:lnTo>
                    <a:pt x="58545" y="341399"/>
                  </a:lnTo>
                  <a:lnTo>
                    <a:pt x="58545" y="314460"/>
                  </a:lnTo>
                  <a:close/>
                  <a:moveTo>
                    <a:pt x="29273" y="341399"/>
                  </a:moveTo>
                  <a:lnTo>
                    <a:pt x="58545" y="314460"/>
                  </a:lnTo>
                  <a:lnTo>
                    <a:pt x="29273" y="314460"/>
                  </a:lnTo>
                  <a:close/>
                  <a:moveTo>
                    <a:pt x="87818" y="341399"/>
                  </a:moveTo>
                  <a:lnTo>
                    <a:pt x="58545" y="341399"/>
                  </a:lnTo>
                  <a:lnTo>
                    <a:pt x="58545" y="349420"/>
                  </a:lnTo>
                  <a:close/>
                  <a:moveTo>
                    <a:pt x="58545" y="341399"/>
                  </a:moveTo>
                  <a:lnTo>
                    <a:pt x="87818" y="341399"/>
                  </a:lnTo>
                  <a:lnTo>
                    <a:pt x="87818" y="314460"/>
                  </a:lnTo>
                  <a:close/>
                  <a:moveTo>
                    <a:pt x="117090" y="341399"/>
                  </a:moveTo>
                  <a:lnTo>
                    <a:pt x="87818" y="341399"/>
                  </a:lnTo>
                  <a:lnTo>
                    <a:pt x="87818" y="351122"/>
                  </a:lnTo>
                  <a:close/>
                  <a:moveTo>
                    <a:pt x="87818" y="341399"/>
                  </a:moveTo>
                  <a:lnTo>
                    <a:pt x="117090" y="341399"/>
                  </a:lnTo>
                  <a:lnTo>
                    <a:pt x="117090" y="314460"/>
                  </a:lnTo>
                  <a:close/>
                  <a:moveTo>
                    <a:pt x="117090" y="341399"/>
                  </a:moveTo>
                  <a:lnTo>
                    <a:pt x="146363" y="341399"/>
                  </a:lnTo>
                  <a:lnTo>
                    <a:pt x="146363" y="314460"/>
                  </a:lnTo>
                  <a:close/>
                  <a:moveTo>
                    <a:pt x="175636" y="314460"/>
                  </a:moveTo>
                  <a:lnTo>
                    <a:pt x="158781" y="341399"/>
                  </a:lnTo>
                  <a:lnTo>
                    <a:pt x="175636" y="336651"/>
                  </a:lnTo>
                  <a:close/>
                  <a:moveTo>
                    <a:pt x="146363" y="341399"/>
                  </a:moveTo>
                  <a:lnTo>
                    <a:pt x="158781" y="341399"/>
                  </a:lnTo>
                  <a:lnTo>
                    <a:pt x="175636" y="314460"/>
                  </a:lnTo>
                  <a:close/>
                  <a:moveTo>
                    <a:pt x="146363" y="314460"/>
                  </a:moveTo>
                  <a:lnTo>
                    <a:pt x="146363" y="341399"/>
                  </a:lnTo>
                  <a:lnTo>
                    <a:pt x="175636" y="314460"/>
                  </a:lnTo>
                  <a:close/>
                  <a:moveTo>
                    <a:pt x="0" y="314460"/>
                  </a:moveTo>
                  <a:lnTo>
                    <a:pt x="29273" y="314460"/>
                  </a:lnTo>
                  <a:lnTo>
                    <a:pt x="29273" y="287522"/>
                  </a:lnTo>
                  <a:close/>
                  <a:moveTo>
                    <a:pt x="0" y="314460"/>
                  </a:moveTo>
                  <a:lnTo>
                    <a:pt x="29273" y="287522"/>
                  </a:lnTo>
                  <a:lnTo>
                    <a:pt x="0" y="287522"/>
                  </a:lnTo>
                  <a:close/>
                  <a:moveTo>
                    <a:pt x="204908" y="314460"/>
                  </a:moveTo>
                  <a:lnTo>
                    <a:pt x="175636" y="314460"/>
                  </a:lnTo>
                  <a:lnTo>
                    <a:pt x="175636" y="336651"/>
                  </a:lnTo>
                  <a:close/>
                  <a:moveTo>
                    <a:pt x="204908" y="287522"/>
                  </a:moveTo>
                  <a:lnTo>
                    <a:pt x="175636" y="314460"/>
                  </a:lnTo>
                  <a:lnTo>
                    <a:pt x="204908" y="314460"/>
                  </a:lnTo>
                  <a:close/>
                  <a:moveTo>
                    <a:pt x="204908" y="287522"/>
                  </a:moveTo>
                  <a:lnTo>
                    <a:pt x="204908" y="314460"/>
                  </a:lnTo>
                  <a:lnTo>
                    <a:pt x="234181" y="287522"/>
                  </a:lnTo>
                  <a:close/>
                  <a:moveTo>
                    <a:pt x="29273" y="260584"/>
                  </a:moveTo>
                  <a:lnTo>
                    <a:pt x="1064" y="260584"/>
                  </a:lnTo>
                  <a:lnTo>
                    <a:pt x="0" y="287522"/>
                  </a:lnTo>
                  <a:close/>
                  <a:moveTo>
                    <a:pt x="29273" y="287522"/>
                  </a:moveTo>
                  <a:lnTo>
                    <a:pt x="29273" y="260584"/>
                  </a:lnTo>
                  <a:lnTo>
                    <a:pt x="0" y="287522"/>
                  </a:lnTo>
                  <a:close/>
                  <a:moveTo>
                    <a:pt x="204908" y="287522"/>
                  </a:moveTo>
                  <a:lnTo>
                    <a:pt x="234181" y="287522"/>
                  </a:lnTo>
                  <a:lnTo>
                    <a:pt x="234181" y="260584"/>
                  </a:lnTo>
                  <a:close/>
                  <a:moveTo>
                    <a:pt x="234181" y="260584"/>
                  </a:moveTo>
                  <a:lnTo>
                    <a:pt x="234181" y="287522"/>
                  </a:lnTo>
                  <a:lnTo>
                    <a:pt x="241509" y="287522"/>
                  </a:lnTo>
                  <a:close/>
                  <a:moveTo>
                    <a:pt x="29273" y="260584"/>
                  </a:moveTo>
                  <a:lnTo>
                    <a:pt x="58545" y="260584"/>
                  </a:lnTo>
                  <a:lnTo>
                    <a:pt x="58545" y="233646"/>
                  </a:lnTo>
                  <a:close/>
                  <a:moveTo>
                    <a:pt x="29273" y="260584"/>
                  </a:moveTo>
                  <a:lnTo>
                    <a:pt x="58545" y="233646"/>
                  </a:lnTo>
                  <a:lnTo>
                    <a:pt x="29273" y="233646"/>
                  </a:lnTo>
                  <a:close/>
                  <a:moveTo>
                    <a:pt x="204908" y="260584"/>
                  </a:moveTo>
                  <a:lnTo>
                    <a:pt x="234181" y="260584"/>
                  </a:lnTo>
                  <a:lnTo>
                    <a:pt x="234181" y="233646"/>
                  </a:lnTo>
                  <a:close/>
                  <a:moveTo>
                    <a:pt x="234181" y="233646"/>
                  </a:moveTo>
                  <a:lnTo>
                    <a:pt x="234181" y="260584"/>
                  </a:lnTo>
                  <a:lnTo>
                    <a:pt x="250721" y="260584"/>
                  </a:lnTo>
                  <a:close/>
                  <a:moveTo>
                    <a:pt x="87818" y="206707"/>
                  </a:moveTo>
                  <a:lnTo>
                    <a:pt x="6762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8781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117090" y="206707"/>
                  </a:lnTo>
                  <a:lnTo>
                    <a:pt x="87818" y="206707"/>
                  </a:lnTo>
                  <a:close/>
                  <a:moveTo>
                    <a:pt x="204908" y="233646"/>
                  </a:moveTo>
                  <a:lnTo>
                    <a:pt x="234181" y="233646"/>
                  </a:lnTo>
                  <a:lnTo>
                    <a:pt x="234181" y="206707"/>
                  </a:lnTo>
                  <a:close/>
                  <a:moveTo>
                    <a:pt x="234181" y="206707"/>
                  </a:moveTo>
                  <a:lnTo>
                    <a:pt x="234181" y="233646"/>
                  </a:lnTo>
                  <a:lnTo>
                    <a:pt x="252061" y="233646"/>
                  </a:lnTo>
                  <a:close/>
                  <a:moveTo>
                    <a:pt x="117090" y="179769"/>
                  </a:moveTo>
                  <a:lnTo>
                    <a:pt x="95541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17090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46363" y="179769"/>
                  </a:lnTo>
                  <a:lnTo>
                    <a:pt x="117090" y="179769"/>
                  </a:lnTo>
                  <a:close/>
                  <a:moveTo>
                    <a:pt x="204908" y="206707"/>
                  </a:moveTo>
                  <a:lnTo>
                    <a:pt x="234181" y="206707"/>
                  </a:lnTo>
                  <a:lnTo>
                    <a:pt x="234181" y="179769"/>
                  </a:lnTo>
                  <a:close/>
                  <a:moveTo>
                    <a:pt x="204908" y="206707"/>
                  </a:moveTo>
                  <a:lnTo>
                    <a:pt x="234181" y="179769"/>
                  </a:lnTo>
                  <a:lnTo>
                    <a:pt x="204908" y="179769"/>
                  </a:lnTo>
                  <a:close/>
                  <a:moveTo>
                    <a:pt x="117090" y="179769"/>
                  </a:moveTo>
                  <a:lnTo>
                    <a:pt x="146363" y="179769"/>
                  </a:lnTo>
                  <a:lnTo>
                    <a:pt x="146363" y="152831"/>
                  </a:lnTo>
                  <a:close/>
                  <a:moveTo>
                    <a:pt x="117090" y="179769"/>
                  </a:moveTo>
                  <a:lnTo>
                    <a:pt x="146363" y="152831"/>
                  </a:lnTo>
                  <a:lnTo>
                    <a:pt x="117090" y="152831"/>
                  </a:lnTo>
                  <a:close/>
                  <a:moveTo>
                    <a:pt x="146363" y="179769"/>
                  </a:moveTo>
                  <a:lnTo>
                    <a:pt x="175636" y="179769"/>
                  </a:lnTo>
                  <a:lnTo>
                    <a:pt x="175636" y="152831"/>
                  </a:lnTo>
                  <a:close/>
                  <a:moveTo>
                    <a:pt x="146363" y="179769"/>
                  </a:moveTo>
                  <a:lnTo>
                    <a:pt x="175636" y="152831"/>
                  </a:lnTo>
                  <a:lnTo>
                    <a:pt x="146363" y="152831"/>
                  </a:lnTo>
                  <a:close/>
                  <a:moveTo>
                    <a:pt x="175636" y="179769"/>
                  </a:moveTo>
                  <a:lnTo>
                    <a:pt x="204908" y="179769"/>
                  </a:lnTo>
                  <a:lnTo>
                    <a:pt x="204908" y="152831"/>
                  </a:lnTo>
                  <a:close/>
                  <a:moveTo>
                    <a:pt x="175636" y="179769"/>
                  </a:moveTo>
                  <a:lnTo>
                    <a:pt x="204908" y="152831"/>
                  </a:lnTo>
                  <a:lnTo>
                    <a:pt x="175636" y="152831"/>
                  </a:lnTo>
                  <a:close/>
                  <a:moveTo>
                    <a:pt x="204908" y="179769"/>
                  </a:moveTo>
                  <a:lnTo>
                    <a:pt x="234181" y="179769"/>
                  </a:lnTo>
                  <a:lnTo>
                    <a:pt x="234181" y="152831"/>
                  </a:lnTo>
                  <a:close/>
                  <a:moveTo>
                    <a:pt x="204908" y="179769"/>
                  </a:moveTo>
                  <a:lnTo>
                    <a:pt x="234181" y="152831"/>
                  </a:lnTo>
                  <a:lnTo>
                    <a:pt x="204908" y="152831"/>
                  </a:lnTo>
                  <a:close/>
                  <a:moveTo>
                    <a:pt x="117090" y="152831"/>
                  </a:moveTo>
                  <a:lnTo>
                    <a:pt x="146363" y="152831"/>
                  </a:lnTo>
                  <a:lnTo>
                    <a:pt x="146363" y="125892"/>
                  </a:lnTo>
                  <a:close/>
                  <a:moveTo>
                    <a:pt x="117090" y="152831"/>
                  </a:moveTo>
                  <a:lnTo>
                    <a:pt x="146363" y="125892"/>
                  </a:lnTo>
                  <a:lnTo>
                    <a:pt x="117090" y="125892"/>
                  </a:lnTo>
                  <a:close/>
                  <a:moveTo>
                    <a:pt x="146363" y="152831"/>
                  </a:moveTo>
                  <a:lnTo>
                    <a:pt x="175636" y="152831"/>
                  </a:lnTo>
                  <a:lnTo>
                    <a:pt x="175636" y="125892"/>
                  </a:lnTo>
                  <a:close/>
                  <a:moveTo>
                    <a:pt x="146363" y="152831"/>
                  </a:moveTo>
                  <a:lnTo>
                    <a:pt x="175636" y="125892"/>
                  </a:lnTo>
                  <a:lnTo>
                    <a:pt x="146363" y="125892"/>
                  </a:lnTo>
                  <a:close/>
                  <a:moveTo>
                    <a:pt x="175636" y="152831"/>
                  </a:moveTo>
                  <a:lnTo>
                    <a:pt x="204908" y="152831"/>
                  </a:lnTo>
                  <a:lnTo>
                    <a:pt x="204908" y="125892"/>
                  </a:lnTo>
                  <a:close/>
                  <a:moveTo>
                    <a:pt x="175636" y="152831"/>
                  </a:moveTo>
                  <a:lnTo>
                    <a:pt x="204908" y="125892"/>
                  </a:lnTo>
                  <a:lnTo>
                    <a:pt x="175636" y="125892"/>
                  </a:lnTo>
                  <a:close/>
                  <a:moveTo>
                    <a:pt x="87818" y="98954"/>
                  </a:moveTo>
                  <a:lnTo>
                    <a:pt x="87818" y="125568"/>
                  </a:lnTo>
                  <a:lnTo>
                    <a:pt x="117090" y="125892"/>
                  </a:lnTo>
                  <a:close/>
                  <a:moveTo>
                    <a:pt x="117090" y="98954"/>
                  </a:moveTo>
                  <a:lnTo>
                    <a:pt x="87818" y="98954"/>
                  </a:lnTo>
                  <a:lnTo>
                    <a:pt x="117090" y="125892"/>
                  </a:lnTo>
                  <a:close/>
                  <a:moveTo>
                    <a:pt x="117090" y="125892"/>
                  </a:moveTo>
                  <a:lnTo>
                    <a:pt x="146363" y="125892"/>
                  </a:lnTo>
                  <a:lnTo>
                    <a:pt x="146363" y="98954"/>
                  </a:lnTo>
                  <a:close/>
                  <a:moveTo>
                    <a:pt x="117090" y="125892"/>
                  </a:moveTo>
                  <a:lnTo>
                    <a:pt x="146363" y="98954"/>
                  </a:lnTo>
                  <a:lnTo>
                    <a:pt x="117090" y="98954"/>
                  </a:lnTo>
                  <a:close/>
                  <a:moveTo>
                    <a:pt x="146363" y="125892"/>
                  </a:moveTo>
                  <a:lnTo>
                    <a:pt x="175636" y="125892"/>
                  </a:lnTo>
                  <a:lnTo>
                    <a:pt x="175636" y="98954"/>
                  </a:lnTo>
                  <a:close/>
                  <a:moveTo>
                    <a:pt x="146363" y="125892"/>
                  </a:moveTo>
                  <a:lnTo>
                    <a:pt x="175636" y="98954"/>
                  </a:lnTo>
                  <a:lnTo>
                    <a:pt x="146363" y="98954"/>
                  </a:lnTo>
                  <a:close/>
                  <a:moveTo>
                    <a:pt x="58545" y="72016"/>
                  </a:moveTo>
                  <a:lnTo>
                    <a:pt x="29273" y="72016"/>
                  </a:lnTo>
                  <a:lnTo>
                    <a:pt x="58545" y="98954"/>
                  </a:lnTo>
                  <a:close/>
                  <a:moveTo>
                    <a:pt x="87818" y="98954"/>
                  </a:moveTo>
                  <a:lnTo>
                    <a:pt x="58545" y="98954"/>
                  </a:lnTo>
                  <a:lnTo>
                    <a:pt x="58545" y="108605"/>
                  </a:lnTo>
                  <a:close/>
                  <a:moveTo>
                    <a:pt x="58545" y="98954"/>
                  </a:moveTo>
                  <a:lnTo>
                    <a:pt x="87818" y="98954"/>
                  </a:lnTo>
                  <a:lnTo>
                    <a:pt x="87818" y="72016"/>
                  </a:lnTo>
                  <a:close/>
                  <a:moveTo>
                    <a:pt x="58545" y="98954"/>
                  </a:moveTo>
                  <a:lnTo>
                    <a:pt x="87818" y="72016"/>
                  </a:lnTo>
                  <a:lnTo>
                    <a:pt x="58545" y="72016"/>
                  </a:lnTo>
                  <a:close/>
                  <a:moveTo>
                    <a:pt x="87818" y="98954"/>
                  </a:moveTo>
                  <a:lnTo>
                    <a:pt x="117090" y="98954"/>
                  </a:lnTo>
                  <a:lnTo>
                    <a:pt x="117090" y="72016"/>
                  </a:lnTo>
                  <a:close/>
                  <a:moveTo>
                    <a:pt x="87818" y="98954"/>
                  </a:moveTo>
                  <a:lnTo>
                    <a:pt x="117090" y="72016"/>
                  </a:lnTo>
                  <a:lnTo>
                    <a:pt x="87818" y="72016"/>
                  </a:lnTo>
                  <a:close/>
                  <a:moveTo>
                    <a:pt x="117090" y="98954"/>
                  </a:moveTo>
                  <a:lnTo>
                    <a:pt x="146363" y="98954"/>
                  </a:lnTo>
                  <a:lnTo>
                    <a:pt x="146363" y="72016"/>
                  </a:lnTo>
                  <a:close/>
                  <a:moveTo>
                    <a:pt x="117090" y="98954"/>
                  </a:moveTo>
                  <a:lnTo>
                    <a:pt x="146363" y="72016"/>
                  </a:lnTo>
                  <a:lnTo>
                    <a:pt x="117090" y="72016"/>
                  </a:lnTo>
                  <a:close/>
                  <a:moveTo>
                    <a:pt x="146363" y="98954"/>
                  </a:moveTo>
                  <a:lnTo>
                    <a:pt x="175636" y="98954"/>
                  </a:lnTo>
                  <a:lnTo>
                    <a:pt x="146363" y="72016"/>
                  </a:lnTo>
                  <a:close/>
                  <a:moveTo>
                    <a:pt x="11059" y="45077"/>
                  </a:moveTo>
                  <a:lnTo>
                    <a:pt x="29273" y="72016"/>
                  </a:lnTo>
                  <a:lnTo>
                    <a:pt x="29273" y="45077"/>
                  </a:lnTo>
                  <a:close/>
                  <a:moveTo>
                    <a:pt x="29273" y="72016"/>
                  </a:moveTo>
                  <a:lnTo>
                    <a:pt x="58545" y="72016"/>
                  </a:lnTo>
                  <a:lnTo>
                    <a:pt x="58545" y="45077"/>
                  </a:lnTo>
                  <a:close/>
                  <a:moveTo>
                    <a:pt x="29273" y="72016"/>
                  </a:moveTo>
                  <a:lnTo>
                    <a:pt x="58545" y="45077"/>
                  </a:lnTo>
                  <a:lnTo>
                    <a:pt x="29273" y="45077"/>
                  </a:lnTo>
                  <a:close/>
                  <a:moveTo>
                    <a:pt x="87818" y="72016"/>
                  </a:moveTo>
                  <a:lnTo>
                    <a:pt x="117090" y="72016"/>
                  </a:lnTo>
                  <a:lnTo>
                    <a:pt x="117090" y="45077"/>
                  </a:lnTo>
                  <a:close/>
                  <a:moveTo>
                    <a:pt x="87818" y="72016"/>
                  </a:moveTo>
                  <a:lnTo>
                    <a:pt x="117090" y="45077"/>
                  </a:lnTo>
                  <a:lnTo>
                    <a:pt x="87818" y="45077"/>
                  </a:lnTo>
                  <a:close/>
                  <a:moveTo>
                    <a:pt x="146363" y="72016"/>
                  </a:moveTo>
                  <a:lnTo>
                    <a:pt x="146363" y="50358"/>
                  </a:lnTo>
                  <a:lnTo>
                    <a:pt x="117090" y="45077"/>
                  </a:lnTo>
                  <a:close/>
                  <a:moveTo>
                    <a:pt x="117090" y="72016"/>
                  </a:moveTo>
                  <a:lnTo>
                    <a:pt x="146363" y="72016"/>
                  </a:lnTo>
                  <a:lnTo>
                    <a:pt x="117090" y="45077"/>
                  </a:lnTo>
                  <a:close/>
                  <a:moveTo>
                    <a:pt x="22320" y="18139"/>
                  </a:moveTo>
                  <a:lnTo>
                    <a:pt x="29273" y="45077"/>
                  </a:lnTo>
                  <a:lnTo>
                    <a:pt x="29273" y="18139"/>
                  </a:lnTo>
                  <a:close/>
                  <a:moveTo>
                    <a:pt x="29273" y="45077"/>
                  </a:moveTo>
                  <a:lnTo>
                    <a:pt x="58545" y="45077"/>
                  </a:lnTo>
                  <a:lnTo>
                    <a:pt x="58545" y="18139"/>
                  </a:lnTo>
                  <a:close/>
                  <a:moveTo>
                    <a:pt x="29273" y="45077"/>
                  </a:moveTo>
                  <a:lnTo>
                    <a:pt x="58545" y="18139"/>
                  </a:lnTo>
                  <a:lnTo>
                    <a:pt x="29273" y="18139"/>
                  </a:lnTo>
                  <a:close/>
                  <a:moveTo>
                    <a:pt x="58545" y="45077"/>
                  </a:moveTo>
                  <a:lnTo>
                    <a:pt x="87818" y="45077"/>
                  </a:lnTo>
                  <a:lnTo>
                    <a:pt x="87818" y="18139"/>
                  </a:lnTo>
                  <a:close/>
                  <a:moveTo>
                    <a:pt x="58545" y="45077"/>
                  </a:moveTo>
                  <a:lnTo>
                    <a:pt x="87818" y="18139"/>
                  </a:lnTo>
                  <a:lnTo>
                    <a:pt x="58545" y="18139"/>
                  </a:lnTo>
                  <a:close/>
                  <a:moveTo>
                    <a:pt x="87818" y="45077"/>
                  </a:moveTo>
                  <a:lnTo>
                    <a:pt x="117090" y="45077"/>
                  </a:lnTo>
                  <a:lnTo>
                    <a:pt x="117090" y="18139"/>
                  </a:lnTo>
                  <a:close/>
                  <a:moveTo>
                    <a:pt x="87818" y="45077"/>
                  </a:moveTo>
                  <a:lnTo>
                    <a:pt x="117090" y="18139"/>
                  </a:lnTo>
                  <a:lnTo>
                    <a:pt x="87818" y="18139"/>
                  </a:lnTo>
                  <a:close/>
                  <a:moveTo>
                    <a:pt x="29273" y="18139"/>
                  </a:moveTo>
                  <a:lnTo>
                    <a:pt x="58545" y="18139"/>
                  </a:lnTo>
                  <a:lnTo>
                    <a:pt x="58545" y="0"/>
                  </a:lnTo>
                  <a:close/>
                  <a:moveTo>
                    <a:pt x="58545" y="18139"/>
                  </a:moveTo>
                  <a:lnTo>
                    <a:pt x="87818" y="18139"/>
                  </a:lnTo>
                  <a:lnTo>
                    <a:pt x="87818" y="1809"/>
                  </a:lnTo>
                  <a:close/>
                </a:path>
              </a:pathLst>
            </a:custGeom>
            <a:solidFill>
              <a:srgbClr val="E4C060"/>
            </a:solidFill>
            <a:ln w="4001">
              <a:solidFill>
                <a:srgbClr val="F0DBA5"/>
              </a:solidFill>
            </a:ln>
          </p:spPr>
        </p:sp>
        <p:sp>
          <p:nvSpPr>
            <p:cNvPr id="4041" name="Match_B3__4040">
              <a:extLst>
                <a:ext uri="{FF2B5EF4-FFF2-40B4-BE49-F238E27FC236}">
                  <a16:creationId xmlns:a16="http://schemas.microsoft.com/office/drawing/2014/main" id="{20D141FB-F0C6-FE22-4ABD-0CB3DC73210D}"/>
                </a:ext>
              </a:extLst>
            </p:cNvPr>
            <p:cNvSpPr>
              <a:spLocks noGrp="1"/>
            </p:cNvSpPr>
            <p:nvPr/>
          </p:nvSpPr>
          <p:spPr>
            <a:xfrm>
              <a:off x="8472917" y="3400504"/>
              <a:ext cx="204908" cy="296321"/>
            </a:xfrm>
            <a:custGeom>
              <a:avLst/>
              <a:gdLst/>
              <a:ahLst/>
              <a:cxnLst/>
              <a:rect l="0" t="0" r="0" b="0"/>
              <a:pathLst>
                <a:path w="204908" h="296321">
                  <a:moveTo>
                    <a:pt x="29273" y="296321"/>
                  </a:moveTo>
                  <a:lnTo>
                    <a:pt x="58545" y="269383"/>
                  </a:lnTo>
                  <a:lnTo>
                    <a:pt x="29273" y="269383"/>
                  </a:lnTo>
                  <a:close/>
                  <a:moveTo>
                    <a:pt x="58545" y="296321"/>
                  </a:moveTo>
                  <a:lnTo>
                    <a:pt x="87818" y="269383"/>
                  </a:lnTo>
                  <a:lnTo>
                    <a:pt x="58545" y="269383"/>
                  </a:lnTo>
                  <a:close/>
                  <a:moveTo>
                    <a:pt x="87818" y="296321"/>
                  </a:moveTo>
                  <a:lnTo>
                    <a:pt x="117090" y="269383"/>
                  </a:lnTo>
                  <a:lnTo>
                    <a:pt x="87818" y="269383"/>
                  </a:lnTo>
                  <a:close/>
                  <a:moveTo>
                    <a:pt x="0" y="269383"/>
                  </a:moveTo>
                  <a:lnTo>
                    <a:pt x="29273" y="269383"/>
                  </a:lnTo>
                  <a:lnTo>
                    <a:pt x="29273" y="242445"/>
                  </a:lnTo>
                  <a:close/>
                  <a:moveTo>
                    <a:pt x="0" y="269383"/>
                  </a:moveTo>
                  <a:lnTo>
                    <a:pt x="29273" y="242445"/>
                  </a:lnTo>
                  <a:lnTo>
                    <a:pt x="0" y="242445"/>
                  </a:lnTo>
                  <a:close/>
                  <a:moveTo>
                    <a:pt x="58545" y="260374"/>
                  </a:moveTo>
                  <a:lnTo>
                    <a:pt x="32841" y="242445"/>
                  </a:lnTo>
                  <a:lnTo>
                    <a:pt x="58545" y="269383"/>
                  </a:lnTo>
                  <a:close/>
                  <a:moveTo>
                    <a:pt x="58545" y="269383"/>
                  </a:moveTo>
                  <a:lnTo>
                    <a:pt x="32841" y="242445"/>
                  </a:lnTo>
                  <a:lnTo>
                    <a:pt x="29273" y="242445"/>
                  </a:lnTo>
                  <a:close/>
                  <a:moveTo>
                    <a:pt x="58545" y="269383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58545" y="269383"/>
                  </a:moveTo>
                  <a:lnTo>
                    <a:pt x="87818" y="269383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87818" y="264961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117090" y="269383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17090" y="261349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46363" y="269383"/>
                  </a:lnTo>
                  <a:lnTo>
                    <a:pt x="117090" y="261349"/>
                  </a:lnTo>
                  <a:close/>
                  <a:moveTo>
                    <a:pt x="146363" y="269383"/>
                  </a:moveTo>
                  <a:lnTo>
                    <a:pt x="146363" y="250649"/>
                  </a:lnTo>
                  <a:lnTo>
                    <a:pt x="117090" y="261349"/>
                  </a:lnTo>
                  <a:close/>
                  <a:moveTo>
                    <a:pt x="158301" y="242445"/>
                  </a:moveTo>
                  <a:lnTo>
                    <a:pt x="146363" y="250649"/>
                  </a:lnTo>
                  <a:lnTo>
                    <a:pt x="175636" y="242445"/>
                  </a:lnTo>
                  <a:close/>
                  <a:moveTo>
                    <a:pt x="175636" y="242445"/>
                  </a:moveTo>
                  <a:lnTo>
                    <a:pt x="146363" y="250649"/>
                  </a:lnTo>
                  <a:lnTo>
                    <a:pt x="146363" y="269383"/>
                  </a:lnTo>
                  <a:close/>
                  <a:moveTo>
                    <a:pt x="0" y="242445"/>
                  </a:moveTo>
                  <a:lnTo>
                    <a:pt x="29273" y="242445"/>
                  </a:lnTo>
                  <a:lnTo>
                    <a:pt x="29273" y="215506"/>
                  </a:lnTo>
                  <a:close/>
                  <a:moveTo>
                    <a:pt x="0" y="242445"/>
                  </a:moveTo>
                  <a:lnTo>
                    <a:pt x="29273" y="215506"/>
                  </a:lnTo>
                  <a:lnTo>
                    <a:pt x="0" y="215506"/>
                  </a:lnTo>
                  <a:close/>
                  <a:moveTo>
                    <a:pt x="32841" y="242445"/>
                  </a:moveTo>
                  <a:lnTo>
                    <a:pt x="45116" y="215506"/>
                  </a:lnTo>
                  <a:lnTo>
                    <a:pt x="29273" y="242445"/>
                  </a:lnTo>
                  <a:close/>
                  <a:moveTo>
                    <a:pt x="45116" y="215506"/>
                  </a:moveTo>
                  <a:lnTo>
                    <a:pt x="29273" y="215506"/>
                  </a:lnTo>
                  <a:lnTo>
                    <a:pt x="29273" y="242445"/>
                  </a:lnTo>
                  <a:close/>
                  <a:moveTo>
                    <a:pt x="175636" y="242445"/>
                  </a:moveTo>
                  <a:lnTo>
                    <a:pt x="204908" y="215506"/>
                  </a:lnTo>
                  <a:lnTo>
                    <a:pt x="175636" y="215506"/>
                  </a:lnTo>
                  <a:close/>
                  <a:moveTo>
                    <a:pt x="175636" y="242445"/>
                  </a:moveTo>
                  <a:lnTo>
                    <a:pt x="175636" y="215506"/>
                  </a:lnTo>
                  <a:lnTo>
                    <a:pt x="158301" y="242445"/>
                  </a:lnTo>
                  <a:close/>
                  <a:moveTo>
                    <a:pt x="175636" y="215506"/>
                  </a:moveTo>
                  <a:lnTo>
                    <a:pt x="174297" y="215506"/>
                  </a:lnTo>
                  <a:lnTo>
                    <a:pt x="158301" y="242445"/>
                  </a:lnTo>
                  <a:close/>
                  <a:moveTo>
                    <a:pt x="45116" y="215506"/>
                  </a:moveTo>
                  <a:lnTo>
                    <a:pt x="58545" y="205254"/>
                  </a:lnTo>
                  <a:lnTo>
                    <a:pt x="29273" y="215506"/>
                  </a:lnTo>
                  <a:close/>
                  <a:moveTo>
                    <a:pt x="29273" y="215506"/>
                  </a:moveTo>
                  <a:lnTo>
                    <a:pt x="58545" y="205254"/>
                  </a:lnTo>
                  <a:lnTo>
                    <a:pt x="58545" y="188568"/>
                  </a:lnTo>
                  <a:close/>
                  <a:moveTo>
                    <a:pt x="29273" y="215506"/>
                  </a:moveTo>
                  <a:lnTo>
                    <a:pt x="58545" y="188568"/>
                  </a:lnTo>
                  <a:lnTo>
                    <a:pt x="29273" y="188568"/>
                  </a:lnTo>
                  <a:close/>
                  <a:moveTo>
                    <a:pt x="175636" y="215506"/>
                  </a:moveTo>
                  <a:lnTo>
                    <a:pt x="204908" y="188568"/>
                  </a:lnTo>
                  <a:lnTo>
                    <a:pt x="175636" y="188568"/>
                  </a:lnTo>
                  <a:close/>
                  <a:moveTo>
                    <a:pt x="175636" y="215506"/>
                  </a:moveTo>
                  <a:lnTo>
                    <a:pt x="175636" y="188568"/>
                  </a:lnTo>
                  <a:lnTo>
                    <a:pt x="174297" y="215506"/>
                  </a:lnTo>
                  <a:close/>
                  <a:moveTo>
                    <a:pt x="175636" y="188568"/>
                  </a:moveTo>
                  <a:lnTo>
                    <a:pt x="167523" y="188568"/>
                  </a:lnTo>
                  <a:lnTo>
                    <a:pt x="174297" y="215506"/>
                  </a:lnTo>
                  <a:close/>
                  <a:moveTo>
                    <a:pt x="81789" y="188568"/>
                  </a:moveTo>
                  <a:lnTo>
                    <a:pt x="87818" y="184883"/>
                  </a:lnTo>
                  <a:lnTo>
                    <a:pt x="58545" y="188568"/>
                  </a:lnTo>
                  <a:close/>
                  <a:moveTo>
                    <a:pt x="58545" y="188568"/>
                  </a:moveTo>
                  <a:lnTo>
                    <a:pt x="87818" y="184883"/>
                  </a:lnTo>
                  <a:lnTo>
                    <a:pt x="87818" y="161630"/>
                  </a:lnTo>
                  <a:close/>
                  <a:moveTo>
                    <a:pt x="58545" y="188568"/>
                  </a:moveTo>
                  <a:lnTo>
                    <a:pt x="58545" y="205254"/>
                  </a:lnTo>
                  <a:lnTo>
                    <a:pt x="81789" y="188568"/>
                  </a:lnTo>
                  <a:close/>
                  <a:moveTo>
                    <a:pt x="175636" y="188568"/>
                  </a:moveTo>
                  <a:lnTo>
                    <a:pt x="204908" y="161630"/>
                  </a:lnTo>
                  <a:lnTo>
                    <a:pt x="175636" y="161630"/>
                  </a:lnTo>
                  <a:close/>
                  <a:moveTo>
                    <a:pt x="146363" y="170528"/>
                  </a:moveTo>
                  <a:lnTo>
                    <a:pt x="167523" y="188568"/>
                  </a:lnTo>
                  <a:lnTo>
                    <a:pt x="146363" y="161630"/>
                  </a:lnTo>
                  <a:close/>
                  <a:moveTo>
                    <a:pt x="146363" y="161630"/>
                  </a:moveTo>
                  <a:lnTo>
                    <a:pt x="167523" y="188568"/>
                  </a:lnTo>
                  <a:lnTo>
                    <a:pt x="175636" y="188568"/>
                  </a:lnTo>
                  <a:close/>
                  <a:moveTo>
                    <a:pt x="146363" y="161630"/>
                  </a:moveTo>
                  <a:lnTo>
                    <a:pt x="175636" y="188568"/>
                  </a:lnTo>
                  <a:lnTo>
                    <a:pt x="175636" y="161630"/>
                  </a:lnTo>
                  <a:close/>
                  <a:moveTo>
                    <a:pt x="87818" y="161630"/>
                  </a:moveTo>
                  <a:lnTo>
                    <a:pt x="117090" y="161630"/>
                  </a:lnTo>
                  <a:lnTo>
                    <a:pt x="117090" y="134691"/>
                  </a:lnTo>
                  <a:close/>
                  <a:moveTo>
                    <a:pt x="117090" y="161630"/>
                  </a:moveTo>
                  <a:lnTo>
                    <a:pt x="87818" y="161630"/>
                  </a:lnTo>
                  <a:lnTo>
                    <a:pt x="117090" y="172059"/>
                  </a:lnTo>
                  <a:close/>
                  <a:moveTo>
                    <a:pt x="87818" y="161630"/>
                  </a:moveTo>
                  <a:lnTo>
                    <a:pt x="87818" y="184883"/>
                  </a:lnTo>
                  <a:lnTo>
                    <a:pt x="117090" y="172059"/>
                  </a:lnTo>
                  <a:close/>
                  <a:moveTo>
                    <a:pt x="117090" y="161630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090" y="161630"/>
                  </a:moveTo>
                  <a:lnTo>
                    <a:pt x="146363" y="134691"/>
                  </a:lnTo>
                  <a:lnTo>
                    <a:pt x="117090" y="134691"/>
                  </a:lnTo>
                  <a:close/>
                  <a:moveTo>
                    <a:pt x="146363" y="161630"/>
                  </a:moveTo>
                  <a:lnTo>
                    <a:pt x="117090" y="161630"/>
                  </a:lnTo>
                  <a:lnTo>
                    <a:pt x="146363" y="170528"/>
                  </a:lnTo>
                  <a:close/>
                  <a:moveTo>
                    <a:pt x="117090" y="161630"/>
                  </a:moveTo>
                  <a:lnTo>
                    <a:pt x="117090" y="172059"/>
                  </a:lnTo>
                  <a:lnTo>
                    <a:pt x="146363" y="170528"/>
                  </a:lnTo>
                  <a:close/>
                  <a:moveTo>
                    <a:pt x="146363" y="161630"/>
                  </a:moveTo>
                  <a:lnTo>
                    <a:pt x="175636" y="161630"/>
                  </a:lnTo>
                  <a:lnTo>
                    <a:pt x="175636" y="134691"/>
                  </a:lnTo>
                  <a:close/>
                  <a:moveTo>
                    <a:pt x="146363" y="161630"/>
                  </a:moveTo>
                  <a:lnTo>
                    <a:pt x="175636" y="134691"/>
                  </a:lnTo>
                  <a:lnTo>
                    <a:pt x="146363" y="134691"/>
                  </a:lnTo>
                  <a:close/>
                  <a:moveTo>
                    <a:pt x="29273" y="26938"/>
                  </a:moveTo>
                  <a:lnTo>
                    <a:pt x="58545" y="26938"/>
                  </a:lnTo>
                  <a:lnTo>
                    <a:pt x="58545" y="0"/>
                  </a:lnTo>
                  <a:close/>
                  <a:moveTo>
                    <a:pt x="29273" y="26938"/>
                  </a:moveTo>
                  <a:lnTo>
                    <a:pt x="58545" y="0"/>
                  </a:lnTo>
                  <a:lnTo>
                    <a:pt x="29273" y="0"/>
                  </a:lnTo>
                  <a:close/>
                  <a:moveTo>
                    <a:pt x="32841" y="242445"/>
                  </a:moveTo>
                  <a:lnTo>
                    <a:pt x="58545" y="260374"/>
                  </a:lnTo>
                  <a:lnTo>
                    <a:pt x="58545" y="242445"/>
                  </a:lnTo>
                  <a:close/>
                  <a:moveTo>
                    <a:pt x="45116" y="215506"/>
                  </a:moveTo>
                  <a:lnTo>
                    <a:pt x="58545" y="242445"/>
                  </a:lnTo>
                  <a:lnTo>
                    <a:pt x="58545" y="215506"/>
                  </a:lnTo>
                  <a:close/>
                  <a:moveTo>
                    <a:pt x="45116" y="215506"/>
                  </a:moveTo>
                  <a:lnTo>
                    <a:pt x="32841" y="242445"/>
                  </a:lnTo>
                  <a:lnTo>
                    <a:pt x="58545" y="242445"/>
                  </a:lnTo>
                  <a:close/>
                  <a:moveTo>
                    <a:pt x="87818" y="242445"/>
                  </a:moveTo>
                  <a:lnTo>
                    <a:pt x="58545" y="260374"/>
                  </a:lnTo>
                  <a:lnTo>
                    <a:pt x="87818" y="264961"/>
                  </a:lnTo>
                  <a:close/>
                  <a:moveTo>
                    <a:pt x="117090" y="242445"/>
                  </a:moveTo>
                  <a:lnTo>
                    <a:pt x="87818" y="264961"/>
                  </a:lnTo>
                  <a:lnTo>
                    <a:pt x="117090" y="261349"/>
                  </a:lnTo>
                  <a:close/>
                  <a:moveTo>
                    <a:pt x="146363" y="242445"/>
                  </a:moveTo>
                  <a:lnTo>
                    <a:pt x="117090" y="261349"/>
                  </a:lnTo>
                  <a:lnTo>
                    <a:pt x="146363" y="250649"/>
                  </a:lnTo>
                  <a:close/>
                  <a:moveTo>
                    <a:pt x="146363" y="242445"/>
                  </a:moveTo>
                  <a:lnTo>
                    <a:pt x="146363" y="250649"/>
                  </a:lnTo>
                  <a:lnTo>
                    <a:pt x="158301" y="242445"/>
                  </a:lnTo>
                  <a:close/>
                  <a:moveTo>
                    <a:pt x="146363" y="215506"/>
                  </a:moveTo>
                  <a:lnTo>
                    <a:pt x="158301" y="242445"/>
                  </a:lnTo>
                  <a:lnTo>
                    <a:pt x="174297" y="215506"/>
                  </a:lnTo>
                  <a:close/>
                  <a:moveTo>
                    <a:pt x="58545" y="205254"/>
                  </a:moveTo>
                  <a:lnTo>
                    <a:pt x="45116" y="215506"/>
                  </a:lnTo>
                  <a:lnTo>
                    <a:pt x="58545" y="215506"/>
                  </a:lnTo>
                  <a:close/>
                  <a:moveTo>
                    <a:pt x="58545" y="215506"/>
                  </a:moveTo>
                  <a:lnTo>
                    <a:pt x="81789" y="188568"/>
                  </a:lnTo>
                  <a:lnTo>
                    <a:pt x="58545" y="205254"/>
                  </a:lnTo>
                  <a:close/>
                  <a:moveTo>
                    <a:pt x="87818" y="188568"/>
                  </a:moveTo>
                  <a:lnTo>
                    <a:pt x="81789" y="188568"/>
                  </a:lnTo>
                  <a:lnTo>
                    <a:pt x="58545" y="215506"/>
                  </a:lnTo>
                  <a:close/>
                  <a:moveTo>
                    <a:pt x="146363" y="188568"/>
                  </a:moveTo>
                  <a:lnTo>
                    <a:pt x="174297" y="215506"/>
                  </a:lnTo>
                  <a:lnTo>
                    <a:pt x="167523" y="188568"/>
                  </a:lnTo>
                  <a:close/>
                  <a:moveTo>
                    <a:pt x="87818" y="184883"/>
                  </a:moveTo>
                  <a:lnTo>
                    <a:pt x="81789" y="188568"/>
                  </a:lnTo>
                  <a:lnTo>
                    <a:pt x="87818" y="188568"/>
                  </a:lnTo>
                  <a:close/>
                  <a:moveTo>
                    <a:pt x="87818" y="188568"/>
                  </a:moveTo>
                  <a:lnTo>
                    <a:pt x="117090" y="172059"/>
                  </a:lnTo>
                  <a:lnTo>
                    <a:pt x="87818" y="184883"/>
                  </a:lnTo>
                  <a:close/>
                  <a:moveTo>
                    <a:pt x="87818" y="188568"/>
                  </a:moveTo>
                  <a:lnTo>
                    <a:pt x="117090" y="188568"/>
                  </a:lnTo>
                  <a:lnTo>
                    <a:pt x="117090" y="172059"/>
                  </a:lnTo>
                  <a:close/>
                  <a:moveTo>
                    <a:pt x="117090" y="188568"/>
                  </a:moveTo>
                  <a:lnTo>
                    <a:pt x="146363" y="170528"/>
                  </a:lnTo>
                  <a:lnTo>
                    <a:pt x="117090" y="172059"/>
                  </a:lnTo>
                  <a:close/>
                  <a:moveTo>
                    <a:pt x="146363" y="188568"/>
                  </a:moveTo>
                  <a:lnTo>
                    <a:pt x="167523" y="188568"/>
                  </a:lnTo>
                  <a:lnTo>
                    <a:pt x="146363" y="170528"/>
                  </a:lnTo>
                  <a:close/>
                </a:path>
              </a:pathLst>
            </a:custGeom>
            <a:solidFill>
              <a:srgbClr val="E5C265"/>
            </a:solidFill>
            <a:ln w="4001">
              <a:solidFill>
                <a:srgbClr val="F0DBA5"/>
              </a:solidFill>
            </a:ln>
          </p:spPr>
        </p:sp>
        <p:sp>
          <p:nvSpPr>
            <p:cNvPr id="4042" name="Match_B3__4041">
              <a:extLst>
                <a:ext uri="{FF2B5EF4-FFF2-40B4-BE49-F238E27FC236}">
                  <a16:creationId xmlns:a16="http://schemas.microsoft.com/office/drawing/2014/main" id="{109F53B5-38AD-82D6-F6C1-874431C8436C}"/>
                </a:ext>
              </a:extLst>
            </p:cNvPr>
            <p:cNvSpPr>
              <a:spLocks noGrp="1"/>
            </p:cNvSpPr>
            <p:nvPr/>
          </p:nvSpPr>
          <p:spPr>
            <a:xfrm>
              <a:off x="8531462" y="3571032"/>
              <a:ext cx="115752" cy="94433"/>
            </a:xfrm>
            <a:custGeom>
              <a:avLst/>
              <a:gdLst/>
              <a:ahLst/>
              <a:cxnLst/>
              <a:rect l="0" t="0" r="0" b="0"/>
              <a:pathLst>
                <a:path w="115752" h="94433">
                  <a:moveTo>
                    <a:pt x="29273" y="71917"/>
                  </a:moveTo>
                  <a:lnTo>
                    <a:pt x="0" y="71917"/>
                  </a:lnTo>
                  <a:lnTo>
                    <a:pt x="0" y="89846"/>
                  </a:lnTo>
                  <a:close/>
                  <a:moveTo>
                    <a:pt x="0" y="71917"/>
                  </a:moveTo>
                  <a:lnTo>
                    <a:pt x="29273" y="71917"/>
                  </a:lnTo>
                  <a:lnTo>
                    <a:pt x="29273" y="44978"/>
                  </a:lnTo>
                  <a:close/>
                  <a:moveTo>
                    <a:pt x="0" y="71917"/>
                  </a:moveTo>
                  <a:lnTo>
                    <a:pt x="29273" y="44978"/>
                  </a:lnTo>
                  <a:lnTo>
                    <a:pt x="0" y="44978"/>
                  </a:lnTo>
                  <a:close/>
                  <a:moveTo>
                    <a:pt x="58545" y="71917"/>
                  </a:moveTo>
                  <a:lnTo>
                    <a:pt x="29273" y="71917"/>
                  </a:lnTo>
                  <a:lnTo>
                    <a:pt x="29273" y="94433"/>
                  </a:lnTo>
                  <a:close/>
                  <a:moveTo>
                    <a:pt x="29273" y="71917"/>
                  </a:moveTo>
                  <a:lnTo>
                    <a:pt x="58545" y="71917"/>
                  </a:lnTo>
                  <a:lnTo>
                    <a:pt x="58545" y="44978"/>
                  </a:lnTo>
                  <a:close/>
                  <a:moveTo>
                    <a:pt x="29273" y="71917"/>
                  </a:moveTo>
                  <a:lnTo>
                    <a:pt x="58545" y="44978"/>
                  </a:lnTo>
                  <a:lnTo>
                    <a:pt x="29273" y="44978"/>
                  </a:lnTo>
                  <a:close/>
                  <a:moveTo>
                    <a:pt x="87818" y="71917"/>
                  </a:moveTo>
                  <a:lnTo>
                    <a:pt x="58545" y="71917"/>
                  </a:lnTo>
                  <a:lnTo>
                    <a:pt x="58545" y="90821"/>
                  </a:lnTo>
                  <a:close/>
                  <a:moveTo>
                    <a:pt x="58545" y="71917"/>
                  </a:moveTo>
                  <a:lnTo>
                    <a:pt x="87818" y="71917"/>
                  </a:lnTo>
                  <a:lnTo>
                    <a:pt x="87818" y="44978"/>
                  </a:lnTo>
                  <a:close/>
                  <a:moveTo>
                    <a:pt x="58545" y="71917"/>
                  </a:moveTo>
                  <a:lnTo>
                    <a:pt x="87818" y="44978"/>
                  </a:lnTo>
                  <a:lnTo>
                    <a:pt x="58545" y="44978"/>
                  </a:lnTo>
                  <a:close/>
                  <a:moveTo>
                    <a:pt x="87818" y="44978"/>
                  </a:moveTo>
                  <a:lnTo>
                    <a:pt x="87818" y="71917"/>
                  </a:lnTo>
                  <a:lnTo>
                    <a:pt x="99755" y="71917"/>
                  </a:lnTo>
                  <a:close/>
                  <a:moveTo>
                    <a:pt x="29273" y="44978"/>
                  </a:moveTo>
                  <a:lnTo>
                    <a:pt x="29273" y="18040"/>
                  </a:lnTo>
                  <a:lnTo>
                    <a:pt x="0" y="44978"/>
                  </a:lnTo>
                  <a:close/>
                  <a:moveTo>
                    <a:pt x="29273" y="44978"/>
                  </a:moveTo>
                  <a:lnTo>
                    <a:pt x="58545" y="44978"/>
                  </a:lnTo>
                  <a:lnTo>
                    <a:pt x="58545" y="18040"/>
                  </a:lnTo>
                  <a:close/>
                  <a:moveTo>
                    <a:pt x="29273" y="44978"/>
                  </a:moveTo>
                  <a:lnTo>
                    <a:pt x="58545" y="18040"/>
                  </a:lnTo>
                  <a:lnTo>
                    <a:pt x="29273" y="18040"/>
                  </a:lnTo>
                  <a:close/>
                  <a:moveTo>
                    <a:pt x="58545" y="44978"/>
                  </a:moveTo>
                  <a:lnTo>
                    <a:pt x="87818" y="44978"/>
                  </a:lnTo>
                  <a:lnTo>
                    <a:pt x="87818" y="18040"/>
                  </a:lnTo>
                  <a:close/>
                  <a:moveTo>
                    <a:pt x="58545" y="44978"/>
                  </a:moveTo>
                  <a:lnTo>
                    <a:pt x="87818" y="18040"/>
                  </a:lnTo>
                  <a:lnTo>
                    <a:pt x="58545" y="18040"/>
                  </a:lnTo>
                  <a:close/>
                  <a:moveTo>
                    <a:pt x="87818" y="18040"/>
                  </a:moveTo>
                  <a:lnTo>
                    <a:pt x="87818" y="44978"/>
                  </a:lnTo>
                  <a:lnTo>
                    <a:pt x="115752" y="44978"/>
                  </a:lnTo>
                  <a:close/>
                  <a:moveTo>
                    <a:pt x="58545" y="18040"/>
                  </a:moveTo>
                  <a:lnTo>
                    <a:pt x="87818" y="18040"/>
                  </a:lnTo>
                  <a:lnTo>
                    <a:pt x="87818" y="0"/>
                  </a:lnTo>
                  <a:close/>
                </a:path>
              </a:pathLst>
            </a:custGeom>
            <a:solidFill>
              <a:srgbClr val="E6C46A"/>
            </a:solidFill>
            <a:ln w="4001">
              <a:solidFill>
                <a:srgbClr val="F0DBA5"/>
              </a:solidFill>
            </a:ln>
          </p:spPr>
        </p:sp>
      </p:grpSp>
      <p:sp>
        <p:nvSpPr>
          <p:cNvPr id="4043" name="label__4042">
            <a:extLst>
              <a:ext uri="{FF2B5EF4-FFF2-40B4-BE49-F238E27FC236}">
                <a16:creationId xmlns:a16="http://schemas.microsoft.com/office/drawing/2014/main" id="{390157D2-6316-E1E2-9FB9-4446DBAB5BD8}"/>
              </a:ext>
            </a:extLst>
          </p:cNvPr>
          <p:cNvSpPr>
            <a:spLocks noGrp="1"/>
          </p:cNvSpPr>
          <p:nvPr/>
        </p:nvSpPr>
        <p:spPr>
          <a:xfrm>
            <a:off x="4457096" y="4501092"/>
            <a:ext cx="169333" cy="1270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708">
                <a:solidFill>
                  <a:srgbClr val="687780"/>
                </a:solidFill>
                <a:latin typeface="Arial"/>
                <a:ea typeface="Arial"/>
                <a:cs typeface="Arial"/>
              </a:rPr>
              <a:t>B3</a:t>
            </a:r>
          </a:p>
        </p:txBody>
      </p:sp>
      <p:grpSp>
        <p:nvGrpSpPr>
          <p:cNvPr id="6228" name="Match_B2">
            <a:extLst>
              <a:ext uri="{FF2B5EF4-FFF2-40B4-BE49-F238E27FC236}">
                <a16:creationId xmlns:a16="http://schemas.microsoft.com/office/drawing/2014/main" id="{E0E2584A-9E7F-E0E7-AD22-A5C417E80225}"/>
              </a:ext>
            </a:extLst>
          </p:cNvPr>
          <p:cNvGrpSpPr/>
          <p:nvPr/>
        </p:nvGrpSpPr>
        <p:grpSpPr>
          <a:xfrm>
            <a:off x="4618492" y="4868863"/>
            <a:ext cx="195792" cy="291042"/>
            <a:chOff x="8386763" y="4081463"/>
            <a:chExt cx="352425" cy="523875"/>
          </a:xfrm>
        </p:grpSpPr>
        <p:sp>
          <p:nvSpPr>
            <p:cNvPr id="4044" name="Match_B2__4043">
              <a:extLst>
                <a:ext uri="{FF2B5EF4-FFF2-40B4-BE49-F238E27FC236}">
                  <a16:creationId xmlns:a16="http://schemas.microsoft.com/office/drawing/2014/main" id="{AB63650E-F177-63EC-F1CC-D708B99B444C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1463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98037" y="523543"/>
                  </a:moveTo>
                  <a:lnTo>
                    <a:pt x="61906" y="514887"/>
                  </a:lnTo>
                  <a:lnTo>
                    <a:pt x="98037" y="515352"/>
                  </a:lnTo>
                  <a:close/>
                  <a:moveTo>
                    <a:pt x="98037" y="523543"/>
                  </a:moveTo>
                  <a:lnTo>
                    <a:pt x="98037" y="515352"/>
                  </a:lnTo>
                  <a:lnTo>
                    <a:pt x="134167" y="523875"/>
                  </a:lnTo>
                  <a:close/>
                  <a:moveTo>
                    <a:pt x="134167" y="523875"/>
                  </a:moveTo>
                  <a:lnTo>
                    <a:pt x="134167" y="515837"/>
                  </a:lnTo>
                  <a:lnTo>
                    <a:pt x="170298" y="516196"/>
                  </a:lnTo>
                  <a:close/>
                  <a:moveTo>
                    <a:pt x="208869" y="487821"/>
                  </a:moveTo>
                  <a:lnTo>
                    <a:pt x="221774" y="487821"/>
                  </a:lnTo>
                  <a:lnTo>
                    <a:pt x="206429" y="499097"/>
                  </a:lnTo>
                  <a:close/>
                  <a:moveTo>
                    <a:pt x="238494" y="461151"/>
                  </a:moveTo>
                  <a:lnTo>
                    <a:pt x="242559" y="467256"/>
                  </a:lnTo>
                  <a:lnTo>
                    <a:pt x="221774" y="487821"/>
                  </a:lnTo>
                  <a:close/>
                  <a:moveTo>
                    <a:pt x="2499" y="461151"/>
                  </a:moveTo>
                  <a:lnTo>
                    <a:pt x="14000" y="461151"/>
                  </a:lnTo>
                  <a:lnTo>
                    <a:pt x="18837" y="487821"/>
                  </a:lnTo>
                  <a:close/>
                  <a:moveTo>
                    <a:pt x="10476" y="434480"/>
                  </a:moveTo>
                  <a:lnTo>
                    <a:pt x="2499" y="461151"/>
                  </a:lnTo>
                  <a:lnTo>
                    <a:pt x="0" y="434480"/>
                  </a:lnTo>
                  <a:close/>
                  <a:moveTo>
                    <a:pt x="17989" y="407809"/>
                  </a:moveTo>
                  <a:lnTo>
                    <a:pt x="0" y="434480"/>
                  </a:lnTo>
                  <a:lnTo>
                    <a:pt x="7970" y="407809"/>
                  </a:lnTo>
                  <a:close/>
                  <a:moveTo>
                    <a:pt x="268638" y="434480"/>
                  </a:moveTo>
                  <a:lnTo>
                    <a:pt x="248088" y="461151"/>
                  </a:lnTo>
                  <a:lnTo>
                    <a:pt x="262255" y="434480"/>
                  </a:lnTo>
                  <a:close/>
                  <a:moveTo>
                    <a:pt x="268638" y="434480"/>
                  </a:moveTo>
                  <a:lnTo>
                    <a:pt x="262255" y="434480"/>
                  </a:lnTo>
                  <a:lnTo>
                    <a:pt x="278690" y="421046"/>
                  </a:lnTo>
                  <a:close/>
                  <a:moveTo>
                    <a:pt x="7970" y="407809"/>
                  </a:moveTo>
                  <a:lnTo>
                    <a:pt x="24298" y="381139"/>
                  </a:lnTo>
                  <a:lnTo>
                    <a:pt x="17989" y="407809"/>
                  </a:lnTo>
                  <a:close/>
                  <a:moveTo>
                    <a:pt x="285231" y="407809"/>
                  </a:moveTo>
                  <a:lnTo>
                    <a:pt x="288891" y="407809"/>
                  </a:lnTo>
                  <a:lnTo>
                    <a:pt x="278690" y="421046"/>
                  </a:lnTo>
                  <a:close/>
                  <a:moveTo>
                    <a:pt x="307376" y="381139"/>
                  </a:moveTo>
                  <a:lnTo>
                    <a:pt x="288891" y="407809"/>
                  </a:lnTo>
                  <a:lnTo>
                    <a:pt x="306023" y="381139"/>
                  </a:lnTo>
                  <a:close/>
                  <a:moveTo>
                    <a:pt x="32592" y="381139"/>
                  </a:moveTo>
                  <a:lnTo>
                    <a:pt x="25775" y="379049"/>
                  </a:lnTo>
                  <a:lnTo>
                    <a:pt x="41208" y="354468"/>
                  </a:lnTo>
                  <a:close/>
                  <a:moveTo>
                    <a:pt x="307376" y="381139"/>
                  </a:moveTo>
                  <a:lnTo>
                    <a:pt x="306023" y="381139"/>
                  </a:lnTo>
                  <a:lnTo>
                    <a:pt x="314821" y="366252"/>
                  </a:lnTo>
                  <a:close/>
                  <a:moveTo>
                    <a:pt x="58466" y="327797"/>
                  </a:moveTo>
                  <a:lnTo>
                    <a:pt x="41208" y="354468"/>
                  </a:lnTo>
                  <a:lnTo>
                    <a:pt x="53652" y="327797"/>
                  </a:lnTo>
                  <a:close/>
                  <a:moveTo>
                    <a:pt x="320575" y="354468"/>
                  </a:moveTo>
                  <a:lnTo>
                    <a:pt x="320969" y="354468"/>
                  </a:lnTo>
                  <a:lnTo>
                    <a:pt x="314821" y="366252"/>
                  </a:lnTo>
                  <a:close/>
                  <a:moveTo>
                    <a:pt x="327031" y="327797"/>
                  </a:moveTo>
                  <a:lnTo>
                    <a:pt x="320969" y="354468"/>
                  </a:lnTo>
                  <a:lnTo>
                    <a:pt x="326795" y="327797"/>
                  </a:lnTo>
                  <a:close/>
                  <a:moveTo>
                    <a:pt x="53652" y="327797"/>
                  </a:moveTo>
                  <a:lnTo>
                    <a:pt x="58654" y="301127"/>
                  </a:lnTo>
                  <a:lnTo>
                    <a:pt x="58466" y="327797"/>
                  </a:lnTo>
                  <a:close/>
                  <a:moveTo>
                    <a:pt x="325376" y="301127"/>
                  </a:moveTo>
                  <a:lnTo>
                    <a:pt x="327031" y="327797"/>
                  </a:lnTo>
                  <a:lnTo>
                    <a:pt x="324534" y="301127"/>
                  </a:lnTo>
                  <a:close/>
                  <a:moveTo>
                    <a:pt x="318506" y="274456"/>
                  </a:moveTo>
                  <a:lnTo>
                    <a:pt x="325376" y="301127"/>
                  </a:lnTo>
                  <a:lnTo>
                    <a:pt x="316039" y="274456"/>
                  </a:lnTo>
                  <a:close/>
                  <a:moveTo>
                    <a:pt x="314821" y="271076"/>
                  </a:moveTo>
                  <a:lnTo>
                    <a:pt x="314821" y="261236"/>
                  </a:lnTo>
                  <a:lnTo>
                    <a:pt x="318506" y="274456"/>
                  </a:lnTo>
                  <a:close/>
                  <a:moveTo>
                    <a:pt x="314821" y="261236"/>
                  </a:moveTo>
                  <a:lnTo>
                    <a:pt x="314821" y="271076"/>
                  </a:lnTo>
                  <a:lnTo>
                    <a:pt x="311612" y="247785"/>
                  </a:lnTo>
                  <a:close/>
                  <a:moveTo>
                    <a:pt x="49622" y="247785"/>
                  </a:moveTo>
                  <a:lnTo>
                    <a:pt x="58146" y="247785"/>
                  </a:lnTo>
                  <a:lnTo>
                    <a:pt x="56058" y="274456"/>
                  </a:lnTo>
                  <a:close/>
                  <a:moveTo>
                    <a:pt x="54345" y="221114"/>
                  </a:moveTo>
                  <a:lnTo>
                    <a:pt x="49622" y="247785"/>
                  </a:lnTo>
                  <a:lnTo>
                    <a:pt x="44811" y="221114"/>
                  </a:lnTo>
                  <a:close/>
                  <a:moveTo>
                    <a:pt x="308985" y="221114"/>
                  </a:moveTo>
                  <a:lnTo>
                    <a:pt x="311612" y="247785"/>
                  </a:lnTo>
                  <a:lnTo>
                    <a:pt x="302663" y="221114"/>
                  </a:lnTo>
                  <a:close/>
                  <a:moveTo>
                    <a:pt x="55531" y="194444"/>
                  </a:moveTo>
                  <a:lnTo>
                    <a:pt x="44811" y="221114"/>
                  </a:lnTo>
                  <a:lnTo>
                    <a:pt x="45349" y="194444"/>
                  </a:lnTo>
                  <a:close/>
                  <a:moveTo>
                    <a:pt x="311622" y="194444"/>
                  </a:moveTo>
                  <a:lnTo>
                    <a:pt x="308985" y="221114"/>
                  </a:lnTo>
                  <a:lnTo>
                    <a:pt x="304253" y="194444"/>
                  </a:lnTo>
                  <a:close/>
                  <a:moveTo>
                    <a:pt x="45349" y="194444"/>
                  </a:moveTo>
                  <a:lnTo>
                    <a:pt x="52631" y="167773"/>
                  </a:lnTo>
                  <a:lnTo>
                    <a:pt x="55531" y="194444"/>
                  </a:lnTo>
                  <a:close/>
                  <a:moveTo>
                    <a:pt x="312644" y="167773"/>
                  </a:moveTo>
                  <a:lnTo>
                    <a:pt x="314821" y="183855"/>
                  </a:lnTo>
                  <a:lnTo>
                    <a:pt x="311622" y="194444"/>
                  </a:lnTo>
                  <a:close/>
                  <a:moveTo>
                    <a:pt x="63219" y="167773"/>
                  </a:moveTo>
                  <a:lnTo>
                    <a:pt x="61906" y="148770"/>
                  </a:lnTo>
                  <a:lnTo>
                    <a:pt x="65514" y="141102"/>
                  </a:lnTo>
                  <a:close/>
                  <a:moveTo>
                    <a:pt x="87862" y="114432"/>
                  </a:moveTo>
                  <a:lnTo>
                    <a:pt x="65514" y="141102"/>
                  </a:lnTo>
                  <a:lnTo>
                    <a:pt x="79307" y="114432"/>
                  </a:lnTo>
                  <a:close/>
                  <a:moveTo>
                    <a:pt x="334327" y="141102"/>
                  </a:moveTo>
                  <a:lnTo>
                    <a:pt x="320767" y="167773"/>
                  </a:lnTo>
                  <a:lnTo>
                    <a:pt x="327220" y="141102"/>
                  </a:lnTo>
                  <a:close/>
                  <a:moveTo>
                    <a:pt x="346477" y="114432"/>
                  </a:moveTo>
                  <a:lnTo>
                    <a:pt x="334327" y="141102"/>
                  </a:lnTo>
                  <a:lnTo>
                    <a:pt x="340438" y="114432"/>
                  </a:lnTo>
                  <a:close/>
                  <a:moveTo>
                    <a:pt x="79307" y="114432"/>
                  </a:moveTo>
                  <a:lnTo>
                    <a:pt x="93362" y="87761"/>
                  </a:lnTo>
                  <a:lnTo>
                    <a:pt x="87862" y="114432"/>
                  </a:lnTo>
                  <a:close/>
                  <a:moveTo>
                    <a:pt x="346645" y="87761"/>
                  </a:moveTo>
                  <a:lnTo>
                    <a:pt x="350951" y="93823"/>
                  </a:lnTo>
                  <a:lnTo>
                    <a:pt x="346477" y="114432"/>
                  </a:lnTo>
                  <a:close/>
                  <a:moveTo>
                    <a:pt x="100845" y="87761"/>
                  </a:moveTo>
                  <a:lnTo>
                    <a:pt x="98037" y="79764"/>
                  </a:lnTo>
                  <a:lnTo>
                    <a:pt x="108998" y="61090"/>
                  </a:lnTo>
                  <a:close/>
                  <a:moveTo>
                    <a:pt x="108998" y="61090"/>
                  </a:moveTo>
                  <a:lnTo>
                    <a:pt x="132742" y="34420"/>
                  </a:lnTo>
                  <a:lnTo>
                    <a:pt x="115652" y="61090"/>
                  </a:lnTo>
                  <a:close/>
                  <a:moveTo>
                    <a:pt x="329961" y="34420"/>
                  </a:moveTo>
                  <a:lnTo>
                    <a:pt x="348181" y="61090"/>
                  </a:lnTo>
                  <a:lnTo>
                    <a:pt x="322926" y="34420"/>
                  </a:lnTo>
                  <a:close/>
                  <a:moveTo>
                    <a:pt x="170298" y="11916"/>
                  </a:moveTo>
                  <a:lnTo>
                    <a:pt x="170298" y="16512"/>
                  </a:lnTo>
                  <a:lnTo>
                    <a:pt x="134167" y="33261"/>
                  </a:lnTo>
                  <a:close/>
                  <a:moveTo>
                    <a:pt x="170298" y="11916"/>
                  </a:moveTo>
                  <a:lnTo>
                    <a:pt x="184385" y="7749"/>
                  </a:lnTo>
                  <a:lnTo>
                    <a:pt x="199671" y="7749"/>
                  </a:lnTo>
                  <a:close/>
                  <a:moveTo>
                    <a:pt x="278690" y="10578"/>
                  </a:moveTo>
                  <a:lnTo>
                    <a:pt x="282719" y="7749"/>
                  </a:lnTo>
                  <a:lnTo>
                    <a:pt x="314821" y="22754"/>
                  </a:lnTo>
                  <a:close/>
                  <a:moveTo>
                    <a:pt x="314821" y="28170"/>
                  </a:moveTo>
                  <a:lnTo>
                    <a:pt x="314821" y="22754"/>
                  </a:lnTo>
                  <a:lnTo>
                    <a:pt x="329961" y="34420"/>
                  </a:lnTo>
                  <a:close/>
                  <a:moveTo>
                    <a:pt x="206429" y="1782"/>
                  </a:moveTo>
                  <a:lnTo>
                    <a:pt x="199671" y="7749"/>
                  </a:lnTo>
                  <a:lnTo>
                    <a:pt x="184385" y="7749"/>
                  </a:lnTo>
                  <a:close/>
                  <a:moveTo>
                    <a:pt x="242559" y="0"/>
                  </a:moveTo>
                  <a:lnTo>
                    <a:pt x="206429" y="5914"/>
                  </a:lnTo>
                  <a:lnTo>
                    <a:pt x="206429" y="1782"/>
                  </a:lnTo>
                  <a:close/>
                  <a:moveTo>
                    <a:pt x="242559" y="0"/>
                  </a:moveTo>
                  <a:lnTo>
                    <a:pt x="278690" y="6211"/>
                  </a:lnTo>
                  <a:lnTo>
                    <a:pt x="242559" y="4020"/>
                  </a:lnTo>
                  <a:close/>
                  <a:moveTo>
                    <a:pt x="58654" y="301127"/>
                  </a:moveTo>
                  <a:lnTo>
                    <a:pt x="56058" y="274456"/>
                  </a:lnTo>
                  <a:lnTo>
                    <a:pt x="61906" y="274456"/>
                  </a:lnTo>
                  <a:close/>
                  <a:moveTo>
                    <a:pt x="61906" y="148770"/>
                  </a:moveTo>
                  <a:lnTo>
                    <a:pt x="61906" y="167773"/>
                  </a:lnTo>
                  <a:lnTo>
                    <a:pt x="52631" y="167773"/>
                  </a:lnTo>
                  <a:close/>
                </a:path>
              </a:pathLst>
            </a:custGeom>
            <a:solidFill>
              <a:srgbClr val="4FB981"/>
            </a:solidFill>
            <a:ln w="4001">
              <a:solidFill>
                <a:srgbClr val="B0E0C7"/>
              </a:solidFill>
            </a:ln>
          </p:spPr>
        </p:sp>
        <p:sp>
          <p:nvSpPr>
            <p:cNvPr id="4045" name="Match_B2__4044">
              <a:extLst>
                <a:ext uri="{FF2B5EF4-FFF2-40B4-BE49-F238E27FC236}">
                  <a16:creationId xmlns:a16="http://schemas.microsoft.com/office/drawing/2014/main" id="{A31A5EBC-4F62-7785-E348-FA0306ED630E}"/>
                </a:ext>
              </a:extLst>
            </p:cNvPr>
            <p:cNvSpPr>
              <a:spLocks noGrp="1"/>
            </p:cNvSpPr>
            <p:nvPr/>
          </p:nvSpPr>
          <p:spPr>
            <a:xfrm>
              <a:off x="8405600" y="4087674"/>
              <a:ext cx="333588" cy="509984"/>
            </a:xfrm>
            <a:custGeom>
              <a:avLst/>
              <a:gdLst/>
              <a:ahLst/>
              <a:cxnLst/>
              <a:rect l="0" t="0" r="0" b="0"/>
              <a:pathLst>
                <a:path w="333588" h="509984">
                  <a:moveTo>
                    <a:pt x="6938" y="481610"/>
                  </a:moveTo>
                  <a:lnTo>
                    <a:pt x="42185" y="508281"/>
                  </a:lnTo>
                  <a:lnTo>
                    <a:pt x="6938" y="487679"/>
                  </a:lnTo>
                  <a:close/>
                  <a:moveTo>
                    <a:pt x="6938" y="481610"/>
                  </a:moveTo>
                  <a:lnTo>
                    <a:pt x="43069" y="508281"/>
                  </a:lnTo>
                  <a:lnTo>
                    <a:pt x="42185" y="508281"/>
                  </a:lnTo>
                  <a:close/>
                  <a:moveTo>
                    <a:pt x="155545" y="508281"/>
                  </a:moveTo>
                  <a:lnTo>
                    <a:pt x="151461" y="508281"/>
                  </a:lnTo>
                  <a:lnTo>
                    <a:pt x="187592" y="492886"/>
                  </a:lnTo>
                  <a:close/>
                  <a:moveTo>
                    <a:pt x="332114" y="72450"/>
                  </a:moveTo>
                  <a:lnTo>
                    <a:pt x="332114" y="81550"/>
                  </a:lnTo>
                  <a:lnTo>
                    <a:pt x="329344" y="54879"/>
                  </a:lnTo>
                  <a:close/>
                  <a:moveTo>
                    <a:pt x="42185" y="508281"/>
                  </a:moveTo>
                  <a:lnTo>
                    <a:pt x="43069" y="508281"/>
                  </a:lnTo>
                  <a:lnTo>
                    <a:pt x="43069" y="508675"/>
                  </a:lnTo>
                  <a:close/>
                  <a:moveTo>
                    <a:pt x="155545" y="508281"/>
                  </a:moveTo>
                  <a:lnTo>
                    <a:pt x="151461" y="509984"/>
                  </a:lnTo>
                  <a:lnTo>
                    <a:pt x="151461" y="508281"/>
                  </a:lnTo>
                  <a:close/>
                  <a:moveTo>
                    <a:pt x="0" y="481610"/>
                  </a:moveTo>
                  <a:lnTo>
                    <a:pt x="6938" y="481610"/>
                  </a:lnTo>
                  <a:lnTo>
                    <a:pt x="6938" y="487679"/>
                  </a:lnTo>
                  <a:close/>
                  <a:moveTo>
                    <a:pt x="229251" y="454939"/>
                  </a:moveTo>
                  <a:lnTo>
                    <a:pt x="223722" y="461044"/>
                  </a:lnTo>
                  <a:lnTo>
                    <a:pt x="223722" y="454939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5461" y="374927"/>
                  </a:lnTo>
                  <a:close/>
                  <a:moveTo>
                    <a:pt x="301930" y="161562"/>
                  </a:moveTo>
                  <a:lnTo>
                    <a:pt x="295984" y="177644"/>
                  </a:lnTo>
                  <a:lnTo>
                    <a:pt x="295984" y="161562"/>
                  </a:lnTo>
                  <a:close/>
                  <a:moveTo>
                    <a:pt x="79199" y="73553"/>
                  </a:moveTo>
                  <a:lnTo>
                    <a:pt x="79199" y="81550"/>
                  </a:lnTo>
                  <a:lnTo>
                    <a:pt x="74525" y="81550"/>
                  </a:lnTo>
                  <a:close/>
                  <a:moveTo>
                    <a:pt x="333588" y="81550"/>
                  </a:moveTo>
                  <a:lnTo>
                    <a:pt x="332114" y="87611"/>
                  </a:lnTo>
                  <a:lnTo>
                    <a:pt x="332114" y="81550"/>
                  </a:lnTo>
                  <a:close/>
                  <a:moveTo>
                    <a:pt x="332114" y="72450"/>
                  </a:moveTo>
                  <a:lnTo>
                    <a:pt x="333588" y="81550"/>
                  </a:lnTo>
                  <a:lnTo>
                    <a:pt x="332114" y="81550"/>
                  </a:lnTo>
                  <a:close/>
                  <a:moveTo>
                    <a:pt x="115330" y="27049"/>
                  </a:moveTo>
                  <a:lnTo>
                    <a:pt x="115330" y="28208"/>
                  </a:lnTo>
                  <a:lnTo>
                    <a:pt x="113905" y="28208"/>
                  </a:lnTo>
                  <a:close/>
                  <a:moveTo>
                    <a:pt x="259853" y="0"/>
                  </a:moveTo>
                  <a:lnTo>
                    <a:pt x="263882" y="1537"/>
                  </a:lnTo>
                  <a:lnTo>
                    <a:pt x="259853" y="1537"/>
                  </a:lnTo>
                  <a:close/>
                  <a:moveTo>
                    <a:pt x="6938" y="372837"/>
                  </a:moveTo>
                  <a:lnTo>
                    <a:pt x="5461" y="374927"/>
                  </a:lnTo>
                  <a:lnTo>
                    <a:pt x="6938" y="374927"/>
                  </a:lnTo>
                  <a:close/>
                  <a:moveTo>
                    <a:pt x="6938" y="372837"/>
                  </a:moveTo>
                  <a:lnTo>
                    <a:pt x="6938" y="374927"/>
                  </a:lnTo>
                  <a:lnTo>
                    <a:pt x="22371" y="348256"/>
                  </a:lnTo>
                  <a:close/>
                  <a:moveTo>
                    <a:pt x="295984" y="268244"/>
                  </a:moveTo>
                  <a:lnTo>
                    <a:pt x="306538" y="294915"/>
                  </a:lnTo>
                  <a:lnTo>
                    <a:pt x="299669" y="268244"/>
                  </a:lnTo>
                  <a:close/>
                  <a:moveTo>
                    <a:pt x="295984" y="268244"/>
                  </a:moveTo>
                  <a:lnTo>
                    <a:pt x="299669" y="268244"/>
                  </a:lnTo>
                  <a:lnTo>
                    <a:pt x="295984" y="255025"/>
                  </a:lnTo>
                  <a:close/>
                  <a:moveTo>
                    <a:pt x="332114" y="87611"/>
                  </a:moveTo>
                  <a:lnTo>
                    <a:pt x="332114" y="81550"/>
                  </a:lnTo>
                  <a:lnTo>
                    <a:pt x="327640" y="108220"/>
                  </a:lnTo>
                  <a:close/>
                  <a:moveTo>
                    <a:pt x="332114" y="81550"/>
                  </a:moveTo>
                  <a:lnTo>
                    <a:pt x="332114" y="87611"/>
                  </a:lnTo>
                  <a:lnTo>
                    <a:pt x="333588" y="81550"/>
                  </a:lnTo>
                  <a:close/>
                  <a:moveTo>
                    <a:pt x="332114" y="81550"/>
                  </a:moveTo>
                  <a:lnTo>
                    <a:pt x="333588" y="81550"/>
                  </a:lnTo>
                  <a:lnTo>
                    <a:pt x="332114" y="72450"/>
                  </a:lnTo>
                  <a:close/>
                  <a:moveTo>
                    <a:pt x="115330" y="27049"/>
                  </a:moveTo>
                  <a:lnTo>
                    <a:pt x="113905" y="28208"/>
                  </a:lnTo>
                  <a:lnTo>
                    <a:pt x="115330" y="28208"/>
                  </a:lnTo>
                  <a:close/>
                  <a:moveTo>
                    <a:pt x="263882" y="1537"/>
                  </a:moveTo>
                  <a:lnTo>
                    <a:pt x="259853" y="1537"/>
                  </a:lnTo>
                  <a:lnTo>
                    <a:pt x="295984" y="16543"/>
                  </a:lnTo>
                  <a:close/>
                  <a:moveTo>
                    <a:pt x="259853" y="1537"/>
                  </a:moveTo>
                  <a:lnTo>
                    <a:pt x="263882" y="1537"/>
                  </a:lnTo>
                  <a:lnTo>
                    <a:pt x="259853" y="0"/>
                  </a:lnTo>
                  <a:close/>
                </a:path>
              </a:pathLst>
            </a:custGeom>
            <a:solidFill>
              <a:srgbClr val="54BA85"/>
            </a:solidFill>
            <a:ln w="4001">
              <a:solidFill>
                <a:srgbClr val="B0E0C7"/>
              </a:solidFill>
            </a:ln>
          </p:spPr>
        </p:sp>
        <p:sp>
          <p:nvSpPr>
            <p:cNvPr id="4046" name="Match_B2__4045">
              <a:extLst>
                <a:ext uri="{FF2B5EF4-FFF2-40B4-BE49-F238E27FC236}">
                  <a16:creationId xmlns:a16="http://schemas.microsoft.com/office/drawing/2014/main" id="{4B981AA2-0345-5590-7EC9-A2675EC67CF9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1463"/>
              <a:ext cx="350951" cy="523875"/>
            </a:xfrm>
            <a:custGeom>
              <a:avLst/>
              <a:gdLst/>
              <a:ahLst/>
              <a:cxnLst/>
              <a:rect l="0" t="0" r="0" b="0"/>
              <a:pathLst>
                <a:path w="350951" h="523875">
                  <a:moveTo>
                    <a:pt x="61247" y="514492"/>
                  </a:moveTo>
                  <a:lnTo>
                    <a:pt x="61022" y="514492"/>
                  </a:lnTo>
                  <a:lnTo>
                    <a:pt x="61906" y="514887"/>
                  </a:lnTo>
                  <a:close/>
                  <a:moveTo>
                    <a:pt x="61022" y="514492"/>
                  </a:moveTo>
                  <a:lnTo>
                    <a:pt x="61247" y="514492"/>
                  </a:lnTo>
                  <a:lnTo>
                    <a:pt x="25775" y="493891"/>
                  </a:lnTo>
                  <a:close/>
                  <a:moveTo>
                    <a:pt x="61906" y="514887"/>
                  </a:moveTo>
                  <a:lnTo>
                    <a:pt x="98037" y="523543"/>
                  </a:lnTo>
                  <a:lnTo>
                    <a:pt x="98037" y="523433"/>
                  </a:lnTo>
                  <a:close/>
                  <a:moveTo>
                    <a:pt x="98037" y="523543"/>
                  </a:moveTo>
                  <a:lnTo>
                    <a:pt x="134167" y="523875"/>
                  </a:lnTo>
                  <a:lnTo>
                    <a:pt x="134167" y="523721"/>
                  </a:lnTo>
                  <a:close/>
                  <a:moveTo>
                    <a:pt x="134167" y="523875"/>
                  </a:moveTo>
                  <a:lnTo>
                    <a:pt x="170298" y="516196"/>
                  </a:lnTo>
                  <a:lnTo>
                    <a:pt x="170298" y="515926"/>
                  </a:lnTo>
                  <a:close/>
                  <a:moveTo>
                    <a:pt x="174383" y="514492"/>
                  </a:moveTo>
                  <a:lnTo>
                    <a:pt x="170298" y="515926"/>
                  </a:lnTo>
                  <a:lnTo>
                    <a:pt x="170298" y="516196"/>
                  </a:lnTo>
                  <a:close/>
                  <a:moveTo>
                    <a:pt x="174383" y="514492"/>
                  </a:moveTo>
                  <a:lnTo>
                    <a:pt x="206429" y="499097"/>
                  </a:lnTo>
                  <a:lnTo>
                    <a:pt x="206429" y="498341"/>
                  </a:lnTo>
                  <a:close/>
                  <a:moveTo>
                    <a:pt x="19051" y="487821"/>
                  </a:moveTo>
                  <a:lnTo>
                    <a:pt x="18837" y="487821"/>
                  </a:lnTo>
                  <a:lnTo>
                    <a:pt x="25775" y="493891"/>
                  </a:lnTo>
                  <a:close/>
                  <a:moveTo>
                    <a:pt x="2499" y="461151"/>
                  </a:moveTo>
                  <a:lnTo>
                    <a:pt x="18837" y="487821"/>
                  </a:lnTo>
                  <a:lnTo>
                    <a:pt x="19051" y="487821"/>
                  </a:lnTo>
                  <a:close/>
                  <a:moveTo>
                    <a:pt x="221774" y="487821"/>
                  </a:moveTo>
                  <a:lnTo>
                    <a:pt x="206429" y="498341"/>
                  </a:lnTo>
                  <a:lnTo>
                    <a:pt x="206429" y="499097"/>
                  </a:lnTo>
                  <a:close/>
                  <a:moveTo>
                    <a:pt x="221774" y="487821"/>
                  </a:moveTo>
                  <a:lnTo>
                    <a:pt x="242559" y="467256"/>
                  </a:lnTo>
                  <a:lnTo>
                    <a:pt x="242559" y="464251"/>
                  </a:lnTo>
                  <a:close/>
                  <a:moveTo>
                    <a:pt x="0" y="434480"/>
                  </a:moveTo>
                  <a:lnTo>
                    <a:pt x="2499" y="461151"/>
                  </a:lnTo>
                  <a:lnTo>
                    <a:pt x="2826" y="461151"/>
                  </a:lnTo>
                  <a:close/>
                  <a:moveTo>
                    <a:pt x="248088" y="461151"/>
                  </a:moveTo>
                  <a:lnTo>
                    <a:pt x="242559" y="464251"/>
                  </a:lnTo>
                  <a:lnTo>
                    <a:pt x="242559" y="467256"/>
                  </a:lnTo>
                  <a:close/>
                  <a:moveTo>
                    <a:pt x="245202" y="461151"/>
                  </a:moveTo>
                  <a:lnTo>
                    <a:pt x="248088" y="461151"/>
                  </a:lnTo>
                  <a:lnTo>
                    <a:pt x="268638" y="434480"/>
                  </a:lnTo>
                  <a:close/>
                  <a:moveTo>
                    <a:pt x="7970" y="407809"/>
                  </a:moveTo>
                  <a:lnTo>
                    <a:pt x="0" y="434480"/>
                  </a:lnTo>
                  <a:lnTo>
                    <a:pt x="619" y="434480"/>
                  </a:lnTo>
                  <a:close/>
                  <a:moveTo>
                    <a:pt x="268638" y="434480"/>
                  </a:moveTo>
                  <a:lnTo>
                    <a:pt x="278690" y="421046"/>
                  </a:lnTo>
                  <a:lnTo>
                    <a:pt x="278690" y="410643"/>
                  </a:lnTo>
                  <a:close/>
                  <a:moveTo>
                    <a:pt x="24298" y="381139"/>
                  </a:moveTo>
                  <a:lnTo>
                    <a:pt x="25775" y="383302"/>
                  </a:lnTo>
                  <a:lnTo>
                    <a:pt x="25775" y="381139"/>
                  </a:lnTo>
                  <a:close/>
                  <a:moveTo>
                    <a:pt x="7970" y="407809"/>
                  </a:moveTo>
                  <a:lnTo>
                    <a:pt x="9348" y="407809"/>
                  </a:lnTo>
                  <a:lnTo>
                    <a:pt x="24298" y="381139"/>
                  </a:lnTo>
                  <a:close/>
                  <a:moveTo>
                    <a:pt x="288891" y="407809"/>
                  </a:moveTo>
                  <a:lnTo>
                    <a:pt x="278690" y="410643"/>
                  </a:lnTo>
                  <a:lnTo>
                    <a:pt x="278690" y="421046"/>
                  </a:lnTo>
                  <a:close/>
                  <a:moveTo>
                    <a:pt x="280604" y="407809"/>
                  </a:moveTo>
                  <a:lnTo>
                    <a:pt x="288891" y="407809"/>
                  </a:lnTo>
                  <a:lnTo>
                    <a:pt x="307376" y="381139"/>
                  </a:lnTo>
                  <a:close/>
                  <a:moveTo>
                    <a:pt x="41208" y="354468"/>
                  </a:moveTo>
                  <a:lnTo>
                    <a:pt x="25775" y="381139"/>
                  </a:lnTo>
                  <a:lnTo>
                    <a:pt x="27230" y="381139"/>
                  </a:lnTo>
                  <a:close/>
                  <a:moveTo>
                    <a:pt x="314821" y="366252"/>
                  </a:moveTo>
                  <a:lnTo>
                    <a:pt x="314821" y="354468"/>
                  </a:lnTo>
                  <a:lnTo>
                    <a:pt x="307376" y="381139"/>
                  </a:lnTo>
                  <a:close/>
                  <a:moveTo>
                    <a:pt x="307376" y="381139"/>
                  </a:moveTo>
                  <a:lnTo>
                    <a:pt x="314821" y="354468"/>
                  </a:lnTo>
                  <a:lnTo>
                    <a:pt x="310032" y="354468"/>
                  </a:lnTo>
                  <a:close/>
                  <a:moveTo>
                    <a:pt x="53652" y="327797"/>
                  </a:moveTo>
                  <a:lnTo>
                    <a:pt x="41208" y="354468"/>
                  </a:lnTo>
                  <a:lnTo>
                    <a:pt x="46375" y="354468"/>
                  </a:lnTo>
                  <a:close/>
                  <a:moveTo>
                    <a:pt x="314821" y="354468"/>
                  </a:moveTo>
                  <a:lnTo>
                    <a:pt x="314821" y="366252"/>
                  </a:lnTo>
                  <a:lnTo>
                    <a:pt x="320969" y="354468"/>
                  </a:lnTo>
                  <a:close/>
                  <a:moveTo>
                    <a:pt x="320969" y="354468"/>
                  </a:moveTo>
                  <a:lnTo>
                    <a:pt x="314821" y="332042"/>
                  </a:lnTo>
                  <a:lnTo>
                    <a:pt x="314821" y="354468"/>
                  </a:lnTo>
                  <a:close/>
                  <a:moveTo>
                    <a:pt x="327031" y="327797"/>
                  </a:moveTo>
                  <a:lnTo>
                    <a:pt x="315803" y="327797"/>
                  </a:lnTo>
                  <a:lnTo>
                    <a:pt x="320969" y="354468"/>
                  </a:lnTo>
                  <a:close/>
                  <a:moveTo>
                    <a:pt x="58654" y="301127"/>
                  </a:moveTo>
                  <a:lnTo>
                    <a:pt x="61906" y="320810"/>
                  </a:lnTo>
                  <a:lnTo>
                    <a:pt x="61906" y="301127"/>
                  </a:lnTo>
                  <a:close/>
                  <a:moveTo>
                    <a:pt x="53652" y="327797"/>
                  </a:moveTo>
                  <a:lnTo>
                    <a:pt x="60622" y="327797"/>
                  </a:lnTo>
                  <a:lnTo>
                    <a:pt x="58654" y="301127"/>
                  </a:lnTo>
                  <a:close/>
                  <a:moveTo>
                    <a:pt x="327031" y="327797"/>
                  </a:moveTo>
                  <a:lnTo>
                    <a:pt x="325376" y="301127"/>
                  </a:lnTo>
                  <a:lnTo>
                    <a:pt x="315803" y="327797"/>
                  </a:lnTo>
                  <a:close/>
                  <a:moveTo>
                    <a:pt x="58654" y="301127"/>
                  </a:moveTo>
                  <a:lnTo>
                    <a:pt x="61906" y="301127"/>
                  </a:lnTo>
                  <a:lnTo>
                    <a:pt x="60906" y="274456"/>
                  </a:lnTo>
                  <a:close/>
                  <a:moveTo>
                    <a:pt x="56058" y="274456"/>
                  </a:moveTo>
                  <a:lnTo>
                    <a:pt x="58654" y="301127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301127"/>
                  </a:lnTo>
                  <a:lnTo>
                    <a:pt x="325376" y="301127"/>
                  </a:lnTo>
                  <a:close/>
                  <a:moveTo>
                    <a:pt x="49622" y="247785"/>
                  </a:moveTo>
                  <a:lnTo>
                    <a:pt x="56058" y="274456"/>
                  </a:lnTo>
                  <a:lnTo>
                    <a:pt x="60906" y="274456"/>
                  </a:lnTo>
                  <a:close/>
                  <a:moveTo>
                    <a:pt x="314821" y="274456"/>
                  </a:moveTo>
                  <a:lnTo>
                    <a:pt x="314821" y="261236"/>
                  </a:lnTo>
                  <a:lnTo>
                    <a:pt x="309985" y="274456"/>
                  </a:lnTo>
                  <a:close/>
                  <a:moveTo>
                    <a:pt x="309985" y="274456"/>
                  </a:moveTo>
                  <a:lnTo>
                    <a:pt x="314821" y="261236"/>
                  </a:lnTo>
                  <a:lnTo>
                    <a:pt x="311612" y="247785"/>
                  </a:lnTo>
                  <a:close/>
                  <a:moveTo>
                    <a:pt x="44811" y="221114"/>
                  </a:moveTo>
                  <a:lnTo>
                    <a:pt x="49622" y="247785"/>
                  </a:lnTo>
                  <a:lnTo>
                    <a:pt x="52401" y="247785"/>
                  </a:lnTo>
                  <a:close/>
                  <a:moveTo>
                    <a:pt x="305758" y="247785"/>
                  </a:moveTo>
                  <a:lnTo>
                    <a:pt x="311612" y="247785"/>
                  </a:lnTo>
                  <a:lnTo>
                    <a:pt x="308985" y="221114"/>
                  </a:lnTo>
                  <a:close/>
                  <a:moveTo>
                    <a:pt x="45349" y="194444"/>
                  </a:moveTo>
                  <a:lnTo>
                    <a:pt x="44811" y="221114"/>
                  </a:lnTo>
                  <a:lnTo>
                    <a:pt x="46347" y="221114"/>
                  </a:lnTo>
                  <a:close/>
                  <a:moveTo>
                    <a:pt x="305022" y="221114"/>
                  </a:moveTo>
                  <a:lnTo>
                    <a:pt x="308985" y="221114"/>
                  </a:lnTo>
                  <a:lnTo>
                    <a:pt x="311622" y="194444"/>
                  </a:lnTo>
                  <a:close/>
                  <a:moveTo>
                    <a:pt x="52631" y="167773"/>
                  </a:moveTo>
                  <a:lnTo>
                    <a:pt x="45349" y="194444"/>
                  </a:lnTo>
                  <a:lnTo>
                    <a:pt x="46429" y="194444"/>
                  </a:lnTo>
                  <a:close/>
                  <a:moveTo>
                    <a:pt x="311622" y="194444"/>
                  </a:moveTo>
                  <a:lnTo>
                    <a:pt x="314821" y="183855"/>
                  </a:lnTo>
                  <a:lnTo>
                    <a:pt x="314821" y="173431"/>
                  </a:lnTo>
                  <a:close/>
                  <a:moveTo>
                    <a:pt x="61906" y="151917"/>
                  </a:moveTo>
                  <a:lnTo>
                    <a:pt x="61906" y="148770"/>
                  </a:lnTo>
                  <a:lnTo>
                    <a:pt x="52631" y="167773"/>
                  </a:lnTo>
                  <a:close/>
                  <a:moveTo>
                    <a:pt x="61906" y="148770"/>
                  </a:moveTo>
                  <a:lnTo>
                    <a:pt x="61906" y="151917"/>
                  </a:lnTo>
                  <a:lnTo>
                    <a:pt x="65514" y="141102"/>
                  </a:lnTo>
                  <a:close/>
                  <a:moveTo>
                    <a:pt x="320767" y="167773"/>
                  </a:moveTo>
                  <a:lnTo>
                    <a:pt x="314821" y="173431"/>
                  </a:lnTo>
                  <a:lnTo>
                    <a:pt x="314821" y="183855"/>
                  </a:lnTo>
                  <a:close/>
                  <a:moveTo>
                    <a:pt x="316910" y="167773"/>
                  </a:moveTo>
                  <a:lnTo>
                    <a:pt x="320767" y="167773"/>
                  </a:lnTo>
                  <a:lnTo>
                    <a:pt x="334327" y="141102"/>
                  </a:lnTo>
                  <a:close/>
                  <a:moveTo>
                    <a:pt x="79307" y="114432"/>
                  </a:moveTo>
                  <a:lnTo>
                    <a:pt x="65514" y="141102"/>
                  </a:lnTo>
                  <a:lnTo>
                    <a:pt x="67254" y="141102"/>
                  </a:lnTo>
                  <a:close/>
                  <a:moveTo>
                    <a:pt x="329999" y="141102"/>
                  </a:moveTo>
                  <a:lnTo>
                    <a:pt x="334327" y="141102"/>
                  </a:lnTo>
                  <a:lnTo>
                    <a:pt x="346477" y="114432"/>
                  </a:lnTo>
                  <a:close/>
                  <a:moveTo>
                    <a:pt x="93362" y="87761"/>
                  </a:moveTo>
                  <a:lnTo>
                    <a:pt x="79307" y="114432"/>
                  </a:lnTo>
                  <a:lnTo>
                    <a:pt x="82196" y="114432"/>
                  </a:lnTo>
                  <a:close/>
                  <a:moveTo>
                    <a:pt x="346477" y="114432"/>
                  </a:moveTo>
                  <a:lnTo>
                    <a:pt x="350951" y="87761"/>
                  </a:lnTo>
                  <a:lnTo>
                    <a:pt x="347235" y="87761"/>
                  </a:lnTo>
                  <a:close/>
                  <a:moveTo>
                    <a:pt x="98037" y="87057"/>
                  </a:moveTo>
                  <a:lnTo>
                    <a:pt x="98037" y="79764"/>
                  </a:lnTo>
                  <a:lnTo>
                    <a:pt x="93362" y="87761"/>
                  </a:lnTo>
                  <a:close/>
                  <a:moveTo>
                    <a:pt x="98037" y="79764"/>
                  </a:moveTo>
                  <a:lnTo>
                    <a:pt x="98037" y="87057"/>
                  </a:lnTo>
                  <a:lnTo>
                    <a:pt x="108998" y="61090"/>
                  </a:lnTo>
                  <a:close/>
                  <a:moveTo>
                    <a:pt x="350951" y="87761"/>
                  </a:moveTo>
                  <a:lnTo>
                    <a:pt x="350951" y="78661"/>
                  </a:lnTo>
                  <a:lnTo>
                    <a:pt x="347235" y="87761"/>
                  </a:lnTo>
                  <a:close/>
                  <a:moveTo>
                    <a:pt x="347235" y="87761"/>
                  </a:moveTo>
                  <a:lnTo>
                    <a:pt x="350951" y="78661"/>
                  </a:lnTo>
                  <a:lnTo>
                    <a:pt x="348181" y="61090"/>
                  </a:lnTo>
                  <a:close/>
                  <a:moveTo>
                    <a:pt x="132742" y="34420"/>
                  </a:moveTo>
                  <a:lnTo>
                    <a:pt x="134167" y="39086"/>
                  </a:lnTo>
                  <a:lnTo>
                    <a:pt x="134167" y="34420"/>
                  </a:lnTo>
                  <a:close/>
                  <a:moveTo>
                    <a:pt x="108998" y="61090"/>
                  </a:moveTo>
                  <a:lnTo>
                    <a:pt x="114044" y="61090"/>
                  </a:lnTo>
                  <a:lnTo>
                    <a:pt x="132742" y="34420"/>
                  </a:lnTo>
                  <a:close/>
                  <a:moveTo>
                    <a:pt x="342574" y="61090"/>
                  </a:moveTo>
                  <a:lnTo>
                    <a:pt x="348181" y="61090"/>
                  </a:lnTo>
                  <a:lnTo>
                    <a:pt x="329961" y="34420"/>
                  </a:lnTo>
                  <a:close/>
                  <a:moveTo>
                    <a:pt x="134167" y="33261"/>
                  </a:moveTo>
                  <a:lnTo>
                    <a:pt x="134167" y="34420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34167" y="33261"/>
                  </a:lnTo>
                  <a:lnTo>
                    <a:pt x="170298" y="16249"/>
                  </a:lnTo>
                  <a:close/>
                  <a:moveTo>
                    <a:pt x="170298" y="11916"/>
                  </a:moveTo>
                  <a:lnTo>
                    <a:pt x="170298" y="16249"/>
                  </a:lnTo>
                  <a:lnTo>
                    <a:pt x="184385" y="7749"/>
                  </a:lnTo>
                  <a:close/>
                  <a:moveTo>
                    <a:pt x="314821" y="22754"/>
                  </a:moveTo>
                  <a:lnTo>
                    <a:pt x="323112" y="34420"/>
                  </a:lnTo>
                  <a:lnTo>
                    <a:pt x="329961" y="34420"/>
                  </a:lnTo>
                  <a:close/>
                  <a:moveTo>
                    <a:pt x="314821" y="22754"/>
                  </a:moveTo>
                  <a:lnTo>
                    <a:pt x="278690" y="7749"/>
                  </a:lnTo>
                  <a:lnTo>
                    <a:pt x="278690" y="10495"/>
                  </a:lnTo>
                  <a:close/>
                  <a:moveTo>
                    <a:pt x="206429" y="5799"/>
                  </a:moveTo>
                  <a:lnTo>
                    <a:pt x="206429" y="1782"/>
                  </a:lnTo>
                  <a:lnTo>
                    <a:pt x="184385" y="7749"/>
                  </a:lnTo>
                  <a:close/>
                  <a:moveTo>
                    <a:pt x="242559" y="3938"/>
                  </a:moveTo>
                  <a:lnTo>
                    <a:pt x="242559" y="0"/>
                  </a:lnTo>
                  <a:lnTo>
                    <a:pt x="206429" y="1782"/>
                  </a:lnTo>
                  <a:close/>
                  <a:moveTo>
                    <a:pt x="278690" y="6211"/>
                  </a:moveTo>
                  <a:lnTo>
                    <a:pt x="264234" y="7749"/>
                  </a:lnTo>
                  <a:lnTo>
                    <a:pt x="278690" y="7749"/>
                  </a:lnTo>
                  <a:close/>
                  <a:moveTo>
                    <a:pt x="242559" y="0"/>
                  </a:moveTo>
                  <a:lnTo>
                    <a:pt x="242559" y="3938"/>
                  </a:lnTo>
                  <a:lnTo>
                    <a:pt x="278690" y="6211"/>
                  </a:lnTo>
                  <a:close/>
                </a:path>
              </a:pathLst>
            </a:custGeom>
            <a:solidFill>
              <a:srgbClr val="58BC88"/>
            </a:solidFill>
            <a:ln w="4001">
              <a:solidFill>
                <a:srgbClr val="B0E0C7"/>
              </a:solidFill>
            </a:ln>
          </p:spPr>
        </p:sp>
        <p:sp>
          <p:nvSpPr>
            <p:cNvPr id="4047" name="Match_B2__4046">
              <a:extLst>
                <a:ext uri="{FF2B5EF4-FFF2-40B4-BE49-F238E27FC236}">
                  <a16:creationId xmlns:a16="http://schemas.microsoft.com/office/drawing/2014/main" id="{79C047F2-21B2-500B-06EE-EFA6221D2866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4083244"/>
              <a:ext cx="348181" cy="522093"/>
            </a:xfrm>
            <a:custGeom>
              <a:avLst/>
              <a:gdLst/>
              <a:ahLst/>
              <a:cxnLst/>
              <a:rect l="0" t="0" r="0" b="0"/>
              <a:pathLst>
                <a:path w="348181" h="522093">
                  <a:moveTo>
                    <a:pt x="61247" y="512711"/>
                  </a:moveTo>
                  <a:lnTo>
                    <a:pt x="61906" y="513105"/>
                  </a:lnTo>
                  <a:lnTo>
                    <a:pt x="61906" y="513005"/>
                  </a:lnTo>
                  <a:close/>
                  <a:moveTo>
                    <a:pt x="61247" y="512711"/>
                  </a:moveTo>
                  <a:lnTo>
                    <a:pt x="25775" y="491932"/>
                  </a:lnTo>
                  <a:lnTo>
                    <a:pt x="25775" y="492109"/>
                  </a:lnTo>
                  <a:close/>
                  <a:moveTo>
                    <a:pt x="61906" y="513005"/>
                  </a:moveTo>
                  <a:lnTo>
                    <a:pt x="61906" y="513105"/>
                  </a:lnTo>
                  <a:lnTo>
                    <a:pt x="98037" y="521651"/>
                  </a:lnTo>
                  <a:close/>
                  <a:moveTo>
                    <a:pt x="98037" y="521651"/>
                  </a:moveTo>
                  <a:lnTo>
                    <a:pt x="98037" y="521762"/>
                  </a:lnTo>
                  <a:lnTo>
                    <a:pt x="134167" y="521940"/>
                  </a:lnTo>
                  <a:close/>
                  <a:moveTo>
                    <a:pt x="134167" y="521940"/>
                  </a:moveTo>
                  <a:lnTo>
                    <a:pt x="134167" y="522093"/>
                  </a:lnTo>
                  <a:lnTo>
                    <a:pt x="170298" y="514145"/>
                  </a:lnTo>
                  <a:close/>
                  <a:moveTo>
                    <a:pt x="174383" y="512711"/>
                  </a:moveTo>
                  <a:lnTo>
                    <a:pt x="173705" y="512711"/>
                  </a:lnTo>
                  <a:lnTo>
                    <a:pt x="170298" y="514145"/>
                  </a:lnTo>
                  <a:close/>
                  <a:moveTo>
                    <a:pt x="173705" y="512711"/>
                  </a:moveTo>
                  <a:lnTo>
                    <a:pt x="174383" y="512711"/>
                  </a:lnTo>
                  <a:lnTo>
                    <a:pt x="206429" y="496559"/>
                  </a:lnTo>
                  <a:close/>
                  <a:moveTo>
                    <a:pt x="19051" y="486040"/>
                  </a:moveTo>
                  <a:lnTo>
                    <a:pt x="25775" y="492109"/>
                  </a:lnTo>
                  <a:lnTo>
                    <a:pt x="25775" y="491932"/>
                  </a:lnTo>
                  <a:close/>
                  <a:moveTo>
                    <a:pt x="2499" y="459369"/>
                  </a:moveTo>
                  <a:lnTo>
                    <a:pt x="19051" y="486040"/>
                  </a:lnTo>
                  <a:lnTo>
                    <a:pt x="2826" y="459369"/>
                  </a:lnTo>
                  <a:close/>
                  <a:moveTo>
                    <a:pt x="221774" y="486040"/>
                  </a:moveTo>
                  <a:lnTo>
                    <a:pt x="220412" y="486040"/>
                  </a:lnTo>
                  <a:lnTo>
                    <a:pt x="206429" y="496559"/>
                  </a:lnTo>
                  <a:close/>
                  <a:moveTo>
                    <a:pt x="220412" y="486040"/>
                  </a:moveTo>
                  <a:lnTo>
                    <a:pt x="221774" y="486040"/>
                  </a:lnTo>
                  <a:lnTo>
                    <a:pt x="242559" y="462470"/>
                  </a:lnTo>
                  <a:close/>
                  <a:moveTo>
                    <a:pt x="0" y="432698"/>
                  </a:moveTo>
                  <a:lnTo>
                    <a:pt x="2826" y="459369"/>
                  </a:lnTo>
                  <a:lnTo>
                    <a:pt x="619" y="432698"/>
                  </a:lnTo>
                  <a:close/>
                  <a:moveTo>
                    <a:pt x="248088" y="459369"/>
                  </a:moveTo>
                  <a:lnTo>
                    <a:pt x="245202" y="459369"/>
                  </a:lnTo>
                  <a:lnTo>
                    <a:pt x="242559" y="462470"/>
                  </a:lnTo>
                  <a:close/>
                  <a:moveTo>
                    <a:pt x="263669" y="432698"/>
                  </a:moveTo>
                  <a:lnTo>
                    <a:pt x="245202" y="459369"/>
                  </a:lnTo>
                  <a:lnTo>
                    <a:pt x="268638" y="432698"/>
                  </a:lnTo>
                  <a:close/>
                  <a:moveTo>
                    <a:pt x="7970" y="406028"/>
                  </a:moveTo>
                  <a:lnTo>
                    <a:pt x="619" y="432698"/>
                  </a:lnTo>
                  <a:lnTo>
                    <a:pt x="9348" y="406028"/>
                  </a:lnTo>
                  <a:close/>
                  <a:moveTo>
                    <a:pt x="263669" y="432698"/>
                  </a:moveTo>
                  <a:lnTo>
                    <a:pt x="268638" y="432698"/>
                  </a:lnTo>
                  <a:lnTo>
                    <a:pt x="278690" y="408861"/>
                  </a:lnTo>
                  <a:close/>
                  <a:moveTo>
                    <a:pt x="9348" y="406028"/>
                  </a:moveTo>
                  <a:lnTo>
                    <a:pt x="25775" y="381520"/>
                  </a:lnTo>
                  <a:lnTo>
                    <a:pt x="24298" y="379357"/>
                  </a:lnTo>
                  <a:close/>
                  <a:moveTo>
                    <a:pt x="288891" y="406028"/>
                  </a:moveTo>
                  <a:lnTo>
                    <a:pt x="280604" y="406028"/>
                  </a:lnTo>
                  <a:lnTo>
                    <a:pt x="278690" y="408861"/>
                  </a:lnTo>
                  <a:close/>
                  <a:moveTo>
                    <a:pt x="297665" y="379357"/>
                  </a:moveTo>
                  <a:lnTo>
                    <a:pt x="280604" y="406028"/>
                  </a:lnTo>
                  <a:lnTo>
                    <a:pt x="307376" y="379357"/>
                  </a:lnTo>
                  <a:close/>
                  <a:moveTo>
                    <a:pt x="41208" y="352686"/>
                  </a:moveTo>
                  <a:lnTo>
                    <a:pt x="27230" y="379357"/>
                  </a:lnTo>
                  <a:lnTo>
                    <a:pt x="46375" y="352686"/>
                  </a:lnTo>
                  <a:close/>
                  <a:moveTo>
                    <a:pt x="25775" y="379357"/>
                  </a:moveTo>
                  <a:lnTo>
                    <a:pt x="25775" y="381520"/>
                  </a:lnTo>
                  <a:lnTo>
                    <a:pt x="27230" y="379357"/>
                  </a:lnTo>
                  <a:close/>
                  <a:moveTo>
                    <a:pt x="307376" y="379357"/>
                  </a:moveTo>
                  <a:lnTo>
                    <a:pt x="310032" y="352686"/>
                  </a:lnTo>
                  <a:lnTo>
                    <a:pt x="297665" y="379357"/>
                  </a:lnTo>
                  <a:close/>
                  <a:moveTo>
                    <a:pt x="53652" y="326016"/>
                  </a:moveTo>
                  <a:lnTo>
                    <a:pt x="46375" y="352686"/>
                  </a:lnTo>
                  <a:lnTo>
                    <a:pt x="60622" y="326016"/>
                  </a:lnTo>
                  <a:close/>
                  <a:moveTo>
                    <a:pt x="315803" y="326016"/>
                  </a:moveTo>
                  <a:lnTo>
                    <a:pt x="314821" y="330260"/>
                  </a:lnTo>
                  <a:lnTo>
                    <a:pt x="320969" y="352686"/>
                  </a:lnTo>
                  <a:close/>
                  <a:moveTo>
                    <a:pt x="310032" y="352686"/>
                  </a:moveTo>
                  <a:lnTo>
                    <a:pt x="314821" y="352686"/>
                  </a:lnTo>
                  <a:lnTo>
                    <a:pt x="314821" y="330260"/>
                  </a:lnTo>
                  <a:close/>
                  <a:moveTo>
                    <a:pt x="60622" y="326016"/>
                  </a:moveTo>
                  <a:lnTo>
                    <a:pt x="61906" y="319028"/>
                  </a:lnTo>
                  <a:lnTo>
                    <a:pt x="58654" y="299345"/>
                  </a:lnTo>
                  <a:close/>
                  <a:moveTo>
                    <a:pt x="315803" y="326016"/>
                  </a:moveTo>
                  <a:lnTo>
                    <a:pt x="314821" y="299345"/>
                  </a:lnTo>
                  <a:lnTo>
                    <a:pt x="314821" y="301602"/>
                  </a:lnTo>
                  <a:close/>
                  <a:moveTo>
                    <a:pt x="325376" y="299345"/>
                  </a:moveTo>
                  <a:lnTo>
                    <a:pt x="314821" y="299345"/>
                  </a:lnTo>
                  <a:lnTo>
                    <a:pt x="315803" y="326016"/>
                  </a:lnTo>
                  <a:close/>
                  <a:moveTo>
                    <a:pt x="60906" y="272674"/>
                  </a:moveTo>
                  <a:lnTo>
                    <a:pt x="61906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4919" y="299345"/>
                  </a:lnTo>
                  <a:lnTo>
                    <a:pt x="61906" y="278892"/>
                  </a:lnTo>
                  <a:close/>
                  <a:moveTo>
                    <a:pt x="61906" y="299345"/>
                  </a:moveTo>
                  <a:lnTo>
                    <a:pt x="61906" y="319028"/>
                  </a:lnTo>
                  <a:lnTo>
                    <a:pt x="64919" y="299345"/>
                  </a:lnTo>
                  <a:close/>
                  <a:moveTo>
                    <a:pt x="314821" y="299345"/>
                  </a:moveTo>
                  <a:lnTo>
                    <a:pt x="314821" y="272674"/>
                  </a:lnTo>
                  <a:lnTo>
                    <a:pt x="314741" y="299345"/>
                  </a:lnTo>
                  <a:close/>
                  <a:moveTo>
                    <a:pt x="314821" y="272674"/>
                  </a:moveTo>
                  <a:lnTo>
                    <a:pt x="309985" y="272674"/>
                  </a:lnTo>
                  <a:lnTo>
                    <a:pt x="314741" y="299345"/>
                  </a:lnTo>
                  <a:close/>
                  <a:moveTo>
                    <a:pt x="314821" y="301602"/>
                  </a:moveTo>
                  <a:lnTo>
                    <a:pt x="314821" y="299345"/>
                  </a:lnTo>
                  <a:lnTo>
                    <a:pt x="314741" y="299345"/>
                  </a:lnTo>
                  <a:close/>
                  <a:moveTo>
                    <a:pt x="49622" y="246004"/>
                  </a:moveTo>
                  <a:lnTo>
                    <a:pt x="60906" y="272674"/>
                  </a:lnTo>
                  <a:lnTo>
                    <a:pt x="52401" y="246004"/>
                  </a:lnTo>
                  <a:close/>
                  <a:moveTo>
                    <a:pt x="309985" y="272674"/>
                  </a:moveTo>
                  <a:lnTo>
                    <a:pt x="311612" y="246004"/>
                  </a:lnTo>
                  <a:lnTo>
                    <a:pt x="305758" y="246004"/>
                  </a:lnTo>
                  <a:close/>
                  <a:moveTo>
                    <a:pt x="44811" y="219333"/>
                  </a:moveTo>
                  <a:lnTo>
                    <a:pt x="52401" y="246004"/>
                  </a:lnTo>
                  <a:lnTo>
                    <a:pt x="46347" y="219333"/>
                  </a:lnTo>
                  <a:close/>
                  <a:moveTo>
                    <a:pt x="305022" y="219333"/>
                  </a:moveTo>
                  <a:lnTo>
                    <a:pt x="305758" y="246004"/>
                  </a:lnTo>
                  <a:lnTo>
                    <a:pt x="308985" y="219333"/>
                  </a:lnTo>
                  <a:close/>
                  <a:moveTo>
                    <a:pt x="45349" y="192662"/>
                  </a:moveTo>
                  <a:lnTo>
                    <a:pt x="46347" y="219333"/>
                  </a:lnTo>
                  <a:lnTo>
                    <a:pt x="46429" y="192662"/>
                  </a:lnTo>
                  <a:close/>
                  <a:moveTo>
                    <a:pt x="308530" y="192662"/>
                  </a:moveTo>
                  <a:lnTo>
                    <a:pt x="305022" y="219333"/>
                  </a:lnTo>
                  <a:lnTo>
                    <a:pt x="311622" y="192662"/>
                  </a:lnTo>
                  <a:close/>
                  <a:moveTo>
                    <a:pt x="52631" y="165992"/>
                  </a:moveTo>
                  <a:lnTo>
                    <a:pt x="46429" y="192662"/>
                  </a:lnTo>
                  <a:lnTo>
                    <a:pt x="53863" y="165992"/>
                  </a:lnTo>
                  <a:close/>
                  <a:moveTo>
                    <a:pt x="308530" y="192662"/>
                  </a:moveTo>
                  <a:lnTo>
                    <a:pt x="311622" y="192662"/>
                  </a:lnTo>
                  <a:lnTo>
                    <a:pt x="314821" y="171650"/>
                  </a:lnTo>
                  <a:close/>
                  <a:moveTo>
                    <a:pt x="61906" y="150135"/>
                  </a:moveTo>
                  <a:lnTo>
                    <a:pt x="52631" y="165992"/>
                  </a:lnTo>
                  <a:lnTo>
                    <a:pt x="53863" y="165992"/>
                  </a:lnTo>
                  <a:close/>
                  <a:moveTo>
                    <a:pt x="61906" y="150135"/>
                  </a:moveTo>
                  <a:lnTo>
                    <a:pt x="67254" y="139321"/>
                  </a:lnTo>
                  <a:lnTo>
                    <a:pt x="65514" y="139321"/>
                  </a:lnTo>
                  <a:close/>
                  <a:moveTo>
                    <a:pt x="320767" y="165992"/>
                  </a:moveTo>
                  <a:lnTo>
                    <a:pt x="316910" y="165992"/>
                  </a:lnTo>
                  <a:lnTo>
                    <a:pt x="314821" y="171650"/>
                  </a:lnTo>
                  <a:close/>
                  <a:moveTo>
                    <a:pt x="329999" y="139321"/>
                  </a:moveTo>
                  <a:lnTo>
                    <a:pt x="316910" y="165992"/>
                  </a:lnTo>
                  <a:lnTo>
                    <a:pt x="334327" y="139321"/>
                  </a:lnTo>
                  <a:close/>
                  <a:moveTo>
                    <a:pt x="79307" y="112650"/>
                  </a:moveTo>
                  <a:lnTo>
                    <a:pt x="67254" y="139321"/>
                  </a:lnTo>
                  <a:lnTo>
                    <a:pt x="82196" y="112650"/>
                  </a:lnTo>
                  <a:close/>
                  <a:moveTo>
                    <a:pt x="341753" y="112650"/>
                  </a:moveTo>
                  <a:lnTo>
                    <a:pt x="329999" y="139321"/>
                  </a:lnTo>
                  <a:lnTo>
                    <a:pt x="346477" y="112650"/>
                  </a:lnTo>
                  <a:close/>
                  <a:moveTo>
                    <a:pt x="93362" y="85979"/>
                  </a:moveTo>
                  <a:lnTo>
                    <a:pt x="82196" y="112650"/>
                  </a:lnTo>
                  <a:lnTo>
                    <a:pt x="97608" y="85979"/>
                  </a:lnTo>
                  <a:close/>
                  <a:moveTo>
                    <a:pt x="346477" y="112650"/>
                  </a:moveTo>
                  <a:lnTo>
                    <a:pt x="347235" y="85979"/>
                  </a:lnTo>
                  <a:lnTo>
                    <a:pt x="341753" y="112650"/>
                  </a:lnTo>
                  <a:close/>
                  <a:moveTo>
                    <a:pt x="98037" y="85276"/>
                  </a:moveTo>
                  <a:lnTo>
                    <a:pt x="93362" y="85979"/>
                  </a:lnTo>
                  <a:lnTo>
                    <a:pt x="97608" y="85979"/>
                  </a:lnTo>
                  <a:close/>
                  <a:moveTo>
                    <a:pt x="98037" y="85276"/>
                  </a:moveTo>
                  <a:lnTo>
                    <a:pt x="114044" y="59309"/>
                  </a:lnTo>
                  <a:lnTo>
                    <a:pt x="108998" y="59309"/>
                  </a:lnTo>
                  <a:close/>
                  <a:moveTo>
                    <a:pt x="347235" y="85979"/>
                  </a:moveTo>
                  <a:lnTo>
                    <a:pt x="348181" y="59309"/>
                  </a:lnTo>
                  <a:lnTo>
                    <a:pt x="342574" y="59309"/>
                  </a:lnTo>
                  <a:close/>
                  <a:moveTo>
                    <a:pt x="114044" y="59309"/>
                  </a:moveTo>
                  <a:lnTo>
                    <a:pt x="134167" y="37305"/>
                  </a:lnTo>
                  <a:lnTo>
                    <a:pt x="132742" y="32638"/>
                  </a:lnTo>
                  <a:close/>
                  <a:moveTo>
                    <a:pt x="323112" y="32638"/>
                  </a:moveTo>
                  <a:lnTo>
                    <a:pt x="342574" y="59309"/>
                  </a:lnTo>
                  <a:lnTo>
                    <a:pt x="329961" y="32638"/>
                  </a:lnTo>
                  <a:close/>
                  <a:moveTo>
                    <a:pt x="170298" y="14468"/>
                  </a:moveTo>
                  <a:lnTo>
                    <a:pt x="134167" y="32638"/>
                  </a:lnTo>
                  <a:lnTo>
                    <a:pt x="139735" y="32638"/>
                  </a:lnTo>
                  <a:close/>
                  <a:moveTo>
                    <a:pt x="134167" y="32638"/>
                  </a:moveTo>
                  <a:lnTo>
                    <a:pt x="134167" y="37305"/>
                  </a:lnTo>
                  <a:lnTo>
                    <a:pt x="139735" y="32638"/>
                  </a:lnTo>
                  <a:close/>
                  <a:moveTo>
                    <a:pt x="170298" y="14468"/>
                  </a:moveTo>
                  <a:lnTo>
                    <a:pt x="199212" y="5967"/>
                  </a:lnTo>
                  <a:lnTo>
                    <a:pt x="184385" y="5967"/>
                  </a:lnTo>
                  <a:close/>
                  <a:moveTo>
                    <a:pt x="314821" y="20973"/>
                  </a:moveTo>
                  <a:lnTo>
                    <a:pt x="314821" y="26254"/>
                  </a:lnTo>
                  <a:lnTo>
                    <a:pt x="323112" y="32638"/>
                  </a:lnTo>
                  <a:close/>
                  <a:moveTo>
                    <a:pt x="314821" y="20973"/>
                  </a:moveTo>
                  <a:lnTo>
                    <a:pt x="278690" y="8714"/>
                  </a:lnTo>
                  <a:lnTo>
                    <a:pt x="314821" y="26254"/>
                  </a:lnTo>
                  <a:close/>
                  <a:moveTo>
                    <a:pt x="206429" y="4018"/>
                  </a:moveTo>
                  <a:lnTo>
                    <a:pt x="184385" y="5967"/>
                  </a:lnTo>
                  <a:lnTo>
                    <a:pt x="199212" y="5967"/>
                  </a:lnTo>
                  <a:close/>
                  <a:moveTo>
                    <a:pt x="242559" y="2156"/>
                  </a:moveTo>
                  <a:lnTo>
                    <a:pt x="206429" y="0"/>
                  </a:lnTo>
                  <a:lnTo>
                    <a:pt x="206429" y="4018"/>
                  </a:lnTo>
                  <a:close/>
                  <a:moveTo>
                    <a:pt x="242559" y="2156"/>
                  </a:moveTo>
                  <a:lnTo>
                    <a:pt x="264234" y="5967"/>
                  </a:lnTo>
                  <a:lnTo>
                    <a:pt x="278690" y="4430"/>
                  </a:lnTo>
                  <a:close/>
                  <a:moveTo>
                    <a:pt x="278690" y="8714"/>
                  </a:moveTo>
                  <a:lnTo>
                    <a:pt x="278690" y="5967"/>
                  </a:lnTo>
                  <a:lnTo>
                    <a:pt x="264234" y="5967"/>
                  </a:lnTo>
                  <a:close/>
                  <a:moveTo>
                    <a:pt x="61247" y="512711"/>
                  </a:moveTo>
                  <a:lnTo>
                    <a:pt x="61906" y="513005"/>
                  </a:lnTo>
                  <a:lnTo>
                    <a:pt x="61906" y="512711"/>
                  </a:lnTo>
                  <a:close/>
                  <a:moveTo>
                    <a:pt x="278690" y="408861"/>
                  </a:moveTo>
                  <a:lnTo>
                    <a:pt x="278690" y="406028"/>
                  </a:lnTo>
                  <a:lnTo>
                    <a:pt x="263669" y="432698"/>
                  </a:lnTo>
                  <a:close/>
                  <a:moveTo>
                    <a:pt x="278690" y="406028"/>
                  </a:moveTo>
                  <a:lnTo>
                    <a:pt x="278690" y="408861"/>
                  </a:lnTo>
                  <a:lnTo>
                    <a:pt x="280604" y="406028"/>
                  </a:lnTo>
                  <a:close/>
                  <a:moveTo>
                    <a:pt x="314821" y="330260"/>
                  </a:moveTo>
                  <a:lnTo>
                    <a:pt x="314821" y="326016"/>
                  </a:lnTo>
                  <a:lnTo>
                    <a:pt x="310032" y="352686"/>
                  </a:lnTo>
                  <a:close/>
                  <a:moveTo>
                    <a:pt x="61906" y="319028"/>
                  </a:moveTo>
                  <a:lnTo>
                    <a:pt x="60622" y="326016"/>
                  </a:lnTo>
                  <a:lnTo>
                    <a:pt x="61906" y="326016"/>
                  </a:lnTo>
                  <a:close/>
                  <a:moveTo>
                    <a:pt x="61906" y="319028"/>
                  </a:moveTo>
                  <a:lnTo>
                    <a:pt x="61906" y="326016"/>
                  </a:lnTo>
                  <a:lnTo>
                    <a:pt x="64919" y="299345"/>
                  </a:lnTo>
                  <a:close/>
                  <a:moveTo>
                    <a:pt x="314821" y="326016"/>
                  </a:moveTo>
                  <a:lnTo>
                    <a:pt x="314821" y="330260"/>
                  </a:lnTo>
                  <a:lnTo>
                    <a:pt x="315803" y="326016"/>
                  </a:lnTo>
                  <a:close/>
                  <a:moveTo>
                    <a:pt x="314821" y="326016"/>
                  </a:moveTo>
                  <a:lnTo>
                    <a:pt x="315803" y="326016"/>
                  </a:lnTo>
                  <a:lnTo>
                    <a:pt x="314821" y="301602"/>
                  </a:lnTo>
                  <a:close/>
                  <a:moveTo>
                    <a:pt x="60906" y="272674"/>
                  </a:moveTo>
                  <a:lnTo>
                    <a:pt x="61906" y="278892"/>
                  </a:lnTo>
                  <a:lnTo>
                    <a:pt x="61906" y="272674"/>
                  </a:lnTo>
                  <a:close/>
                  <a:moveTo>
                    <a:pt x="52401" y="246004"/>
                  </a:moveTo>
                  <a:lnTo>
                    <a:pt x="60906" y="272674"/>
                  </a:lnTo>
                  <a:lnTo>
                    <a:pt x="61906" y="272674"/>
                  </a:lnTo>
                  <a:close/>
                  <a:moveTo>
                    <a:pt x="314821" y="171650"/>
                  </a:moveTo>
                  <a:lnTo>
                    <a:pt x="314821" y="165992"/>
                  </a:lnTo>
                  <a:lnTo>
                    <a:pt x="308530" y="192662"/>
                  </a:lnTo>
                  <a:close/>
                  <a:moveTo>
                    <a:pt x="314821" y="165992"/>
                  </a:moveTo>
                  <a:lnTo>
                    <a:pt x="314821" y="171650"/>
                  </a:lnTo>
                  <a:lnTo>
                    <a:pt x="316910" y="165992"/>
                  </a:lnTo>
                  <a:close/>
                  <a:moveTo>
                    <a:pt x="98037" y="85276"/>
                  </a:moveTo>
                  <a:lnTo>
                    <a:pt x="97608" y="85979"/>
                  </a:lnTo>
                  <a:lnTo>
                    <a:pt x="98037" y="85979"/>
                  </a:lnTo>
                  <a:close/>
                  <a:moveTo>
                    <a:pt x="98037" y="85276"/>
                  </a:moveTo>
                  <a:lnTo>
                    <a:pt x="98037" y="85979"/>
                  </a:lnTo>
                  <a:lnTo>
                    <a:pt x="114044" y="59309"/>
                  </a:lnTo>
                  <a:close/>
                </a:path>
              </a:pathLst>
            </a:custGeom>
            <a:solidFill>
              <a:srgbClr val="5DBE8B"/>
            </a:solidFill>
            <a:ln w="4001">
              <a:solidFill>
                <a:srgbClr val="B0E0C7"/>
              </a:solidFill>
            </a:ln>
          </p:spPr>
        </p:sp>
        <p:sp>
          <p:nvSpPr>
            <p:cNvPr id="4048" name="Match_B2__4047">
              <a:extLst>
                <a:ext uri="{FF2B5EF4-FFF2-40B4-BE49-F238E27FC236}">
                  <a16:creationId xmlns:a16="http://schemas.microsoft.com/office/drawing/2014/main" id="{F7404B1C-49F0-C6B0-D724-110B12E6980A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4085400"/>
              <a:ext cx="346616" cy="519784"/>
            </a:xfrm>
            <a:custGeom>
              <a:avLst/>
              <a:gdLst/>
              <a:ahLst/>
              <a:cxnLst/>
              <a:rect l="0" t="0" r="0" b="0"/>
              <a:pathLst>
                <a:path w="346616" h="519784">
                  <a:moveTo>
                    <a:pt x="25157" y="489776"/>
                  </a:moveTo>
                  <a:lnTo>
                    <a:pt x="60628" y="510555"/>
                  </a:lnTo>
                  <a:lnTo>
                    <a:pt x="33679" y="483884"/>
                  </a:lnTo>
                  <a:close/>
                  <a:moveTo>
                    <a:pt x="61287" y="501021"/>
                  </a:moveTo>
                  <a:lnTo>
                    <a:pt x="60628" y="510555"/>
                  </a:lnTo>
                  <a:lnTo>
                    <a:pt x="61287" y="510555"/>
                  </a:lnTo>
                  <a:close/>
                  <a:moveTo>
                    <a:pt x="61287" y="510849"/>
                  </a:moveTo>
                  <a:lnTo>
                    <a:pt x="95603" y="510555"/>
                  </a:lnTo>
                  <a:lnTo>
                    <a:pt x="61287" y="510555"/>
                  </a:lnTo>
                  <a:close/>
                  <a:moveTo>
                    <a:pt x="97418" y="519495"/>
                  </a:moveTo>
                  <a:lnTo>
                    <a:pt x="97418" y="510990"/>
                  </a:lnTo>
                  <a:lnTo>
                    <a:pt x="61287" y="510849"/>
                  </a:lnTo>
                  <a:close/>
                  <a:moveTo>
                    <a:pt x="97418" y="519495"/>
                  </a:moveTo>
                  <a:lnTo>
                    <a:pt x="133549" y="519784"/>
                  </a:lnTo>
                  <a:lnTo>
                    <a:pt x="133549" y="511309"/>
                  </a:lnTo>
                  <a:close/>
                  <a:moveTo>
                    <a:pt x="169679" y="511989"/>
                  </a:moveTo>
                  <a:lnTo>
                    <a:pt x="169679" y="510555"/>
                  </a:lnTo>
                  <a:lnTo>
                    <a:pt x="133549" y="511309"/>
                  </a:lnTo>
                  <a:close/>
                  <a:moveTo>
                    <a:pt x="133549" y="519784"/>
                  </a:moveTo>
                  <a:lnTo>
                    <a:pt x="169679" y="511989"/>
                  </a:lnTo>
                  <a:lnTo>
                    <a:pt x="133549" y="511309"/>
                  </a:lnTo>
                  <a:close/>
                  <a:moveTo>
                    <a:pt x="169679" y="510555"/>
                  </a:moveTo>
                  <a:lnTo>
                    <a:pt x="169679" y="511989"/>
                  </a:lnTo>
                  <a:lnTo>
                    <a:pt x="173086" y="510555"/>
                  </a:lnTo>
                  <a:close/>
                  <a:moveTo>
                    <a:pt x="169679" y="510555"/>
                  </a:moveTo>
                  <a:lnTo>
                    <a:pt x="205810" y="494403"/>
                  </a:lnTo>
                  <a:lnTo>
                    <a:pt x="169679" y="502638"/>
                  </a:lnTo>
                  <a:close/>
                  <a:moveTo>
                    <a:pt x="173086" y="510555"/>
                  </a:moveTo>
                  <a:lnTo>
                    <a:pt x="205810" y="494403"/>
                  </a:lnTo>
                  <a:lnTo>
                    <a:pt x="169679" y="510555"/>
                  </a:lnTo>
                  <a:close/>
                  <a:moveTo>
                    <a:pt x="18432" y="483884"/>
                  </a:moveTo>
                  <a:lnTo>
                    <a:pt x="25157" y="489776"/>
                  </a:lnTo>
                  <a:lnTo>
                    <a:pt x="25157" y="483884"/>
                  </a:lnTo>
                  <a:close/>
                  <a:moveTo>
                    <a:pt x="2208" y="457213"/>
                  </a:moveTo>
                  <a:lnTo>
                    <a:pt x="18432" y="483884"/>
                  </a:lnTo>
                  <a:lnTo>
                    <a:pt x="14614" y="457213"/>
                  </a:lnTo>
                  <a:close/>
                  <a:moveTo>
                    <a:pt x="205810" y="483884"/>
                  </a:moveTo>
                  <a:lnTo>
                    <a:pt x="205810" y="494403"/>
                  </a:lnTo>
                  <a:lnTo>
                    <a:pt x="219794" y="483884"/>
                  </a:lnTo>
                  <a:close/>
                  <a:moveTo>
                    <a:pt x="205810" y="482344"/>
                  </a:moveTo>
                  <a:lnTo>
                    <a:pt x="241941" y="460314"/>
                  </a:lnTo>
                  <a:lnTo>
                    <a:pt x="241941" y="457213"/>
                  </a:lnTo>
                  <a:close/>
                  <a:moveTo>
                    <a:pt x="219794" y="483884"/>
                  </a:moveTo>
                  <a:lnTo>
                    <a:pt x="241941" y="460314"/>
                  </a:lnTo>
                  <a:lnTo>
                    <a:pt x="205810" y="483884"/>
                  </a:lnTo>
                  <a:close/>
                  <a:moveTo>
                    <a:pt x="0" y="430543"/>
                  </a:moveTo>
                  <a:lnTo>
                    <a:pt x="2208" y="457213"/>
                  </a:lnTo>
                  <a:lnTo>
                    <a:pt x="14614" y="457213"/>
                  </a:lnTo>
                  <a:close/>
                  <a:moveTo>
                    <a:pt x="241941" y="457213"/>
                  </a:moveTo>
                  <a:lnTo>
                    <a:pt x="241941" y="460314"/>
                  </a:lnTo>
                  <a:lnTo>
                    <a:pt x="244583" y="457213"/>
                  </a:lnTo>
                  <a:close/>
                  <a:moveTo>
                    <a:pt x="244583" y="457213"/>
                  </a:moveTo>
                  <a:lnTo>
                    <a:pt x="241941" y="437072"/>
                  </a:lnTo>
                  <a:lnTo>
                    <a:pt x="241941" y="457213"/>
                  </a:lnTo>
                  <a:close/>
                  <a:moveTo>
                    <a:pt x="263051" y="430543"/>
                  </a:moveTo>
                  <a:lnTo>
                    <a:pt x="245933" y="430543"/>
                  </a:lnTo>
                  <a:lnTo>
                    <a:pt x="244583" y="457213"/>
                  </a:lnTo>
                  <a:close/>
                  <a:moveTo>
                    <a:pt x="8729" y="403872"/>
                  </a:moveTo>
                  <a:lnTo>
                    <a:pt x="0" y="430543"/>
                  </a:lnTo>
                  <a:lnTo>
                    <a:pt x="12187" y="430543"/>
                  </a:lnTo>
                  <a:close/>
                  <a:moveTo>
                    <a:pt x="263051" y="430543"/>
                  </a:moveTo>
                  <a:lnTo>
                    <a:pt x="278071" y="403872"/>
                  </a:lnTo>
                  <a:lnTo>
                    <a:pt x="259701" y="403872"/>
                  </a:lnTo>
                  <a:close/>
                  <a:moveTo>
                    <a:pt x="25157" y="400093"/>
                  </a:moveTo>
                  <a:lnTo>
                    <a:pt x="25157" y="379364"/>
                  </a:lnTo>
                  <a:lnTo>
                    <a:pt x="8729" y="403872"/>
                  </a:lnTo>
                  <a:close/>
                  <a:moveTo>
                    <a:pt x="25157" y="379364"/>
                  </a:moveTo>
                  <a:lnTo>
                    <a:pt x="25157" y="400093"/>
                  </a:lnTo>
                  <a:lnTo>
                    <a:pt x="26612" y="377201"/>
                  </a:lnTo>
                  <a:close/>
                  <a:moveTo>
                    <a:pt x="278071" y="377201"/>
                  </a:moveTo>
                  <a:lnTo>
                    <a:pt x="279985" y="403872"/>
                  </a:lnTo>
                  <a:lnTo>
                    <a:pt x="297046" y="377201"/>
                  </a:lnTo>
                  <a:close/>
                  <a:moveTo>
                    <a:pt x="278071" y="377201"/>
                  </a:moveTo>
                  <a:lnTo>
                    <a:pt x="278071" y="403872"/>
                  </a:lnTo>
                  <a:lnTo>
                    <a:pt x="279985" y="403872"/>
                  </a:lnTo>
                  <a:close/>
                  <a:moveTo>
                    <a:pt x="26612" y="377201"/>
                  </a:moveTo>
                  <a:lnTo>
                    <a:pt x="42481" y="377201"/>
                  </a:lnTo>
                  <a:lnTo>
                    <a:pt x="45757" y="350530"/>
                  </a:lnTo>
                  <a:close/>
                  <a:moveTo>
                    <a:pt x="309413" y="350530"/>
                  </a:moveTo>
                  <a:lnTo>
                    <a:pt x="285133" y="350530"/>
                  </a:lnTo>
                  <a:lnTo>
                    <a:pt x="297046" y="377201"/>
                  </a:lnTo>
                  <a:close/>
                  <a:moveTo>
                    <a:pt x="60004" y="323860"/>
                  </a:moveTo>
                  <a:lnTo>
                    <a:pt x="61287" y="350530"/>
                  </a:lnTo>
                  <a:lnTo>
                    <a:pt x="61287" y="323860"/>
                  </a:lnTo>
                  <a:close/>
                  <a:moveTo>
                    <a:pt x="60004" y="323860"/>
                  </a:moveTo>
                  <a:lnTo>
                    <a:pt x="45757" y="350530"/>
                  </a:lnTo>
                  <a:lnTo>
                    <a:pt x="61287" y="350530"/>
                  </a:lnTo>
                  <a:close/>
                  <a:moveTo>
                    <a:pt x="309413" y="350530"/>
                  </a:moveTo>
                  <a:lnTo>
                    <a:pt x="314202" y="323860"/>
                  </a:lnTo>
                  <a:lnTo>
                    <a:pt x="291091" y="323860"/>
                  </a:lnTo>
                  <a:close/>
                  <a:moveTo>
                    <a:pt x="64300" y="297189"/>
                  </a:moveTo>
                  <a:lnTo>
                    <a:pt x="61287" y="323860"/>
                  </a:lnTo>
                  <a:lnTo>
                    <a:pt x="80198" y="323860"/>
                  </a:lnTo>
                  <a:close/>
                  <a:moveTo>
                    <a:pt x="314202" y="323860"/>
                  </a:moveTo>
                  <a:lnTo>
                    <a:pt x="314202" y="299446"/>
                  </a:lnTo>
                  <a:lnTo>
                    <a:pt x="291091" y="323860"/>
                  </a:lnTo>
                  <a:close/>
                  <a:moveTo>
                    <a:pt x="291091" y="323860"/>
                  </a:moveTo>
                  <a:lnTo>
                    <a:pt x="314202" y="299446"/>
                  </a:lnTo>
                  <a:lnTo>
                    <a:pt x="314123" y="297189"/>
                  </a:lnTo>
                  <a:close/>
                  <a:moveTo>
                    <a:pt x="61287" y="270518"/>
                  </a:moveTo>
                  <a:lnTo>
                    <a:pt x="61287" y="276736"/>
                  </a:lnTo>
                  <a:lnTo>
                    <a:pt x="77198" y="270518"/>
                  </a:lnTo>
                  <a:close/>
                  <a:moveTo>
                    <a:pt x="77198" y="270518"/>
                  </a:moveTo>
                  <a:lnTo>
                    <a:pt x="61287" y="276736"/>
                  </a:lnTo>
                  <a:lnTo>
                    <a:pt x="64300" y="297189"/>
                  </a:lnTo>
                  <a:close/>
                  <a:moveTo>
                    <a:pt x="291167" y="297189"/>
                  </a:moveTo>
                  <a:lnTo>
                    <a:pt x="314123" y="297189"/>
                  </a:lnTo>
                  <a:lnTo>
                    <a:pt x="309367" y="270518"/>
                  </a:lnTo>
                  <a:close/>
                  <a:moveTo>
                    <a:pt x="51783" y="243848"/>
                  </a:moveTo>
                  <a:lnTo>
                    <a:pt x="61287" y="270518"/>
                  </a:lnTo>
                  <a:lnTo>
                    <a:pt x="61287" y="243848"/>
                  </a:lnTo>
                  <a:close/>
                  <a:moveTo>
                    <a:pt x="288515" y="270518"/>
                  </a:moveTo>
                  <a:lnTo>
                    <a:pt x="309367" y="270518"/>
                  </a:lnTo>
                  <a:lnTo>
                    <a:pt x="305139" y="243848"/>
                  </a:lnTo>
                  <a:close/>
                  <a:moveTo>
                    <a:pt x="45728" y="217177"/>
                  </a:moveTo>
                  <a:lnTo>
                    <a:pt x="51783" y="243848"/>
                  </a:lnTo>
                  <a:lnTo>
                    <a:pt x="59264" y="217177"/>
                  </a:lnTo>
                  <a:close/>
                  <a:moveTo>
                    <a:pt x="287161" y="243848"/>
                  </a:moveTo>
                  <a:lnTo>
                    <a:pt x="305139" y="243848"/>
                  </a:lnTo>
                  <a:lnTo>
                    <a:pt x="304404" y="217177"/>
                  </a:lnTo>
                  <a:close/>
                  <a:moveTo>
                    <a:pt x="45811" y="190506"/>
                  </a:moveTo>
                  <a:lnTo>
                    <a:pt x="45728" y="217177"/>
                  </a:lnTo>
                  <a:lnTo>
                    <a:pt x="59264" y="217177"/>
                  </a:lnTo>
                  <a:close/>
                  <a:moveTo>
                    <a:pt x="288840" y="217177"/>
                  </a:moveTo>
                  <a:lnTo>
                    <a:pt x="304404" y="217177"/>
                  </a:lnTo>
                  <a:lnTo>
                    <a:pt x="307911" y="190506"/>
                  </a:lnTo>
                  <a:close/>
                  <a:moveTo>
                    <a:pt x="45811" y="190506"/>
                  </a:moveTo>
                  <a:lnTo>
                    <a:pt x="58820" y="190506"/>
                  </a:lnTo>
                  <a:lnTo>
                    <a:pt x="53244" y="163836"/>
                  </a:lnTo>
                  <a:close/>
                  <a:moveTo>
                    <a:pt x="307911" y="190506"/>
                  </a:moveTo>
                  <a:lnTo>
                    <a:pt x="314202" y="163836"/>
                  </a:lnTo>
                  <a:lnTo>
                    <a:pt x="301049" y="163836"/>
                  </a:lnTo>
                  <a:close/>
                  <a:moveTo>
                    <a:pt x="61287" y="147979"/>
                  </a:moveTo>
                  <a:lnTo>
                    <a:pt x="53244" y="163836"/>
                  </a:lnTo>
                  <a:lnTo>
                    <a:pt x="61287" y="163836"/>
                  </a:lnTo>
                  <a:close/>
                  <a:moveTo>
                    <a:pt x="61287" y="147979"/>
                  </a:moveTo>
                  <a:lnTo>
                    <a:pt x="61287" y="163836"/>
                  </a:lnTo>
                  <a:lnTo>
                    <a:pt x="66635" y="137165"/>
                  </a:lnTo>
                  <a:close/>
                  <a:moveTo>
                    <a:pt x="314202" y="137165"/>
                  </a:moveTo>
                  <a:lnTo>
                    <a:pt x="316291" y="163836"/>
                  </a:lnTo>
                  <a:lnTo>
                    <a:pt x="329380" y="137165"/>
                  </a:lnTo>
                  <a:close/>
                  <a:moveTo>
                    <a:pt x="314202" y="137165"/>
                  </a:moveTo>
                  <a:lnTo>
                    <a:pt x="314202" y="163836"/>
                  </a:lnTo>
                  <a:lnTo>
                    <a:pt x="316291" y="163836"/>
                  </a:lnTo>
                  <a:close/>
                  <a:moveTo>
                    <a:pt x="81578" y="110494"/>
                  </a:moveTo>
                  <a:lnTo>
                    <a:pt x="66635" y="137165"/>
                  </a:lnTo>
                  <a:lnTo>
                    <a:pt x="80529" y="137165"/>
                  </a:lnTo>
                  <a:close/>
                  <a:moveTo>
                    <a:pt x="341135" y="110494"/>
                  </a:moveTo>
                  <a:lnTo>
                    <a:pt x="323960" y="110494"/>
                  </a:lnTo>
                  <a:lnTo>
                    <a:pt x="329380" y="137165"/>
                  </a:lnTo>
                  <a:close/>
                  <a:moveTo>
                    <a:pt x="96989" y="83824"/>
                  </a:moveTo>
                  <a:lnTo>
                    <a:pt x="97418" y="110477"/>
                  </a:lnTo>
                  <a:lnTo>
                    <a:pt x="97418" y="83824"/>
                  </a:lnTo>
                  <a:close/>
                  <a:moveTo>
                    <a:pt x="81578" y="110494"/>
                  </a:moveTo>
                  <a:lnTo>
                    <a:pt x="97408" y="110494"/>
                  </a:lnTo>
                  <a:lnTo>
                    <a:pt x="96989" y="83824"/>
                  </a:lnTo>
                  <a:close/>
                  <a:moveTo>
                    <a:pt x="323960" y="110494"/>
                  </a:moveTo>
                  <a:lnTo>
                    <a:pt x="341135" y="110494"/>
                  </a:lnTo>
                  <a:lnTo>
                    <a:pt x="346616" y="83824"/>
                  </a:lnTo>
                  <a:close/>
                  <a:moveTo>
                    <a:pt x="113426" y="57153"/>
                  </a:moveTo>
                  <a:lnTo>
                    <a:pt x="97418" y="83824"/>
                  </a:lnTo>
                  <a:lnTo>
                    <a:pt x="113724" y="83824"/>
                  </a:lnTo>
                  <a:close/>
                  <a:moveTo>
                    <a:pt x="329072" y="83824"/>
                  </a:moveTo>
                  <a:lnTo>
                    <a:pt x="346616" y="83824"/>
                  </a:lnTo>
                  <a:lnTo>
                    <a:pt x="341956" y="57153"/>
                  </a:lnTo>
                  <a:close/>
                  <a:moveTo>
                    <a:pt x="133549" y="55769"/>
                  </a:moveTo>
                  <a:lnTo>
                    <a:pt x="133549" y="35149"/>
                  </a:lnTo>
                  <a:lnTo>
                    <a:pt x="113426" y="57153"/>
                  </a:lnTo>
                  <a:close/>
                  <a:moveTo>
                    <a:pt x="133549" y="35149"/>
                  </a:moveTo>
                  <a:lnTo>
                    <a:pt x="133549" y="55769"/>
                  </a:lnTo>
                  <a:lnTo>
                    <a:pt x="139116" y="30482"/>
                  </a:lnTo>
                  <a:close/>
                  <a:moveTo>
                    <a:pt x="322493" y="30482"/>
                  </a:moveTo>
                  <a:lnTo>
                    <a:pt x="314202" y="30482"/>
                  </a:lnTo>
                  <a:lnTo>
                    <a:pt x="322752" y="57153"/>
                  </a:lnTo>
                  <a:close/>
                  <a:moveTo>
                    <a:pt x="341956" y="57153"/>
                  </a:moveTo>
                  <a:lnTo>
                    <a:pt x="322493" y="30482"/>
                  </a:lnTo>
                  <a:lnTo>
                    <a:pt x="322752" y="57153"/>
                  </a:lnTo>
                  <a:close/>
                  <a:moveTo>
                    <a:pt x="169679" y="27127"/>
                  </a:moveTo>
                  <a:lnTo>
                    <a:pt x="169679" y="12312"/>
                  </a:lnTo>
                  <a:lnTo>
                    <a:pt x="139116" y="30482"/>
                  </a:lnTo>
                  <a:close/>
                  <a:moveTo>
                    <a:pt x="205810" y="3811"/>
                  </a:moveTo>
                  <a:lnTo>
                    <a:pt x="198593" y="3811"/>
                  </a:lnTo>
                  <a:lnTo>
                    <a:pt x="205810" y="15061"/>
                  </a:lnTo>
                  <a:close/>
                  <a:moveTo>
                    <a:pt x="205810" y="15061"/>
                  </a:moveTo>
                  <a:lnTo>
                    <a:pt x="198593" y="3811"/>
                  </a:lnTo>
                  <a:lnTo>
                    <a:pt x="169679" y="12312"/>
                  </a:lnTo>
                  <a:close/>
                  <a:moveTo>
                    <a:pt x="263616" y="3811"/>
                  </a:moveTo>
                  <a:lnTo>
                    <a:pt x="241941" y="3811"/>
                  </a:lnTo>
                  <a:lnTo>
                    <a:pt x="278071" y="6558"/>
                  </a:lnTo>
                  <a:close/>
                  <a:moveTo>
                    <a:pt x="278071" y="6558"/>
                  </a:moveTo>
                  <a:lnTo>
                    <a:pt x="241941" y="3811"/>
                  </a:lnTo>
                  <a:lnTo>
                    <a:pt x="241941" y="13109"/>
                  </a:lnTo>
                  <a:close/>
                  <a:moveTo>
                    <a:pt x="314202" y="24098"/>
                  </a:moveTo>
                  <a:lnTo>
                    <a:pt x="296325" y="30482"/>
                  </a:lnTo>
                  <a:lnTo>
                    <a:pt x="314202" y="30482"/>
                  </a:lnTo>
                  <a:close/>
                  <a:moveTo>
                    <a:pt x="278071" y="6558"/>
                  </a:moveTo>
                  <a:lnTo>
                    <a:pt x="278071" y="20992"/>
                  </a:lnTo>
                  <a:lnTo>
                    <a:pt x="314202" y="24098"/>
                  </a:lnTo>
                  <a:close/>
                  <a:moveTo>
                    <a:pt x="314202" y="30482"/>
                  </a:moveTo>
                  <a:lnTo>
                    <a:pt x="322493" y="30482"/>
                  </a:lnTo>
                  <a:lnTo>
                    <a:pt x="314202" y="24098"/>
                  </a:lnTo>
                  <a:close/>
                  <a:moveTo>
                    <a:pt x="205810" y="1862"/>
                  </a:moveTo>
                  <a:lnTo>
                    <a:pt x="198593" y="3811"/>
                  </a:lnTo>
                  <a:lnTo>
                    <a:pt x="205810" y="3811"/>
                  </a:lnTo>
                  <a:close/>
                  <a:moveTo>
                    <a:pt x="205810" y="3811"/>
                  </a:moveTo>
                  <a:lnTo>
                    <a:pt x="241941" y="0"/>
                  </a:lnTo>
                  <a:lnTo>
                    <a:pt x="205810" y="1862"/>
                  </a:lnTo>
                  <a:close/>
                  <a:moveTo>
                    <a:pt x="205810" y="3811"/>
                  </a:moveTo>
                  <a:lnTo>
                    <a:pt x="241941" y="3811"/>
                  </a:lnTo>
                  <a:lnTo>
                    <a:pt x="241941" y="0"/>
                  </a:lnTo>
                  <a:close/>
                  <a:moveTo>
                    <a:pt x="241941" y="3811"/>
                  </a:moveTo>
                  <a:lnTo>
                    <a:pt x="263616" y="3811"/>
                  </a:lnTo>
                  <a:lnTo>
                    <a:pt x="241941" y="0"/>
                  </a:lnTo>
                  <a:close/>
                </a:path>
              </a:pathLst>
            </a:custGeom>
            <a:solidFill>
              <a:srgbClr val="62C08F"/>
            </a:solidFill>
            <a:ln w="4001">
              <a:solidFill>
                <a:srgbClr val="B0E0C7"/>
              </a:solidFill>
            </a:ln>
          </p:spPr>
        </p:sp>
        <p:sp>
          <p:nvSpPr>
            <p:cNvPr id="4049" name="Match_B2__4048">
              <a:extLst>
                <a:ext uri="{FF2B5EF4-FFF2-40B4-BE49-F238E27FC236}">
                  <a16:creationId xmlns:a16="http://schemas.microsoft.com/office/drawing/2014/main" id="{4D401FFD-D4CD-E787-B024-B94BD349E9EB}"/>
                </a:ext>
              </a:extLst>
            </p:cNvPr>
            <p:cNvSpPr>
              <a:spLocks noGrp="1"/>
            </p:cNvSpPr>
            <p:nvPr/>
          </p:nvSpPr>
          <p:spPr>
            <a:xfrm>
              <a:off x="8387381" y="4089211"/>
              <a:ext cx="346616" cy="515684"/>
            </a:xfrm>
            <a:custGeom>
              <a:avLst/>
              <a:gdLst/>
              <a:ahLst/>
              <a:cxnLst/>
              <a:rect l="0" t="0" r="0" b="0"/>
              <a:pathLst>
                <a:path w="346616" h="515684">
                  <a:moveTo>
                    <a:pt x="25157" y="480073"/>
                  </a:moveTo>
                  <a:lnTo>
                    <a:pt x="25157" y="485964"/>
                  </a:lnTo>
                  <a:lnTo>
                    <a:pt x="33679" y="480073"/>
                  </a:lnTo>
                  <a:close/>
                  <a:moveTo>
                    <a:pt x="33679" y="480073"/>
                  </a:moveTo>
                  <a:lnTo>
                    <a:pt x="60628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5603" y="506743"/>
                  </a:lnTo>
                  <a:lnTo>
                    <a:pt x="61287" y="507038"/>
                  </a:lnTo>
                  <a:close/>
                  <a:moveTo>
                    <a:pt x="61287" y="506743"/>
                  </a:moveTo>
                  <a:lnTo>
                    <a:pt x="95603" y="506743"/>
                  </a:lnTo>
                  <a:lnTo>
                    <a:pt x="61287" y="497209"/>
                  </a:lnTo>
                  <a:close/>
                  <a:moveTo>
                    <a:pt x="97418" y="507178"/>
                  </a:moveTo>
                  <a:lnTo>
                    <a:pt x="97418" y="515684"/>
                  </a:lnTo>
                  <a:lnTo>
                    <a:pt x="133549" y="507497"/>
                  </a:lnTo>
                  <a:close/>
                  <a:moveTo>
                    <a:pt x="133549" y="507497"/>
                  </a:moveTo>
                  <a:lnTo>
                    <a:pt x="169679" y="506743"/>
                  </a:lnTo>
                  <a:lnTo>
                    <a:pt x="136943" y="506743"/>
                  </a:lnTo>
                  <a:close/>
                  <a:moveTo>
                    <a:pt x="169679" y="498826"/>
                  </a:moveTo>
                  <a:lnTo>
                    <a:pt x="205810" y="490592"/>
                  </a:lnTo>
                  <a:lnTo>
                    <a:pt x="205810" y="480073"/>
                  </a:lnTo>
                  <a:close/>
                  <a:moveTo>
                    <a:pt x="136943" y="506743"/>
                  </a:moveTo>
                  <a:lnTo>
                    <a:pt x="169679" y="506743"/>
                  </a:lnTo>
                  <a:lnTo>
                    <a:pt x="169679" y="498826"/>
                  </a:lnTo>
                  <a:close/>
                  <a:moveTo>
                    <a:pt x="14614" y="453402"/>
                  </a:moveTo>
                  <a:lnTo>
                    <a:pt x="25157" y="480073"/>
                  </a:lnTo>
                  <a:lnTo>
                    <a:pt x="25157" y="469833"/>
                  </a:lnTo>
                  <a:close/>
                  <a:moveTo>
                    <a:pt x="18432" y="480073"/>
                  </a:moveTo>
                  <a:lnTo>
                    <a:pt x="25157" y="480073"/>
                  </a:lnTo>
                  <a:lnTo>
                    <a:pt x="14614" y="453402"/>
                  </a:lnTo>
                  <a:close/>
                  <a:moveTo>
                    <a:pt x="25157" y="480073"/>
                  </a:moveTo>
                  <a:lnTo>
                    <a:pt x="33679" y="480073"/>
                  </a:lnTo>
                  <a:lnTo>
                    <a:pt x="25157" y="469833"/>
                  </a:lnTo>
                  <a:close/>
                  <a:moveTo>
                    <a:pt x="205810" y="478533"/>
                  </a:moveTo>
                  <a:lnTo>
                    <a:pt x="241941" y="453402"/>
                  </a:lnTo>
                  <a:lnTo>
                    <a:pt x="229496" y="453402"/>
                  </a:lnTo>
                  <a:close/>
                  <a:moveTo>
                    <a:pt x="205810" y="480073"/>
                  </a:moveTo>
                  <a:lnTo>
                    <a:pt x="241941" y="456502"/>
                  </a:lnTo>
                  <a:lnTo>
                    <a:pt x="205810" y="478533"/>
                  </a:lnTo>
                  <a:close/>
                  <a:moveTo>
                    <a:pt x="0" y="426731"/>
                  </a:moveTo>
                  <a:lnTo>
                    <a:pt x="14614" y="453402"/>
                  </a:lnTo>
                  <a:lnTo>
                    <a:pt x="12187" y="426731"/>
                  </a:lnTo>
                  <a:close/>
                  <a:moveTo>
                    <a:pt x="245933" y="426731"/>
                  </a:moveTo>
                  <a:lnTo>
                    <a:pt x="241941" y="433261"/>
                  </a:lnTo>
                  <a:lnTo>
                    <a:pt x="244583" y="453402"/>
                  </a:lnTo>
                  <a:close/>
                  <a:moveTo>
                    <a:pt x="229496" y="453402"/>
                  </a:moveTo>
                  <a:lnTo>
                    <a:pt x="241941" y="453402"/>
                  </a:lnTo>
                  <a:lnTo>
                    <a:pt x="241941" y="433261"/>
                  </a:lnTo>
                  <a:close/>
                  <a:moveTo>
                    <a:pt x="8729" y="400060"/>
                  </a:moveTo>
                  <a:lnTo>
                    <a:pt x="12187" y="426731"/>
                  </a:lnTo>
                  <a:lnTo>
                    <a:pt x="22420" y="400060"/>
                  </a:lnTo>
                  <a:close/>
                  <a:moveTo>
                    <a:pt x="263051" y="426731"/>
                  </a:moveTo>
                  <a:lnTo>
                    <a:pt x="259701" y="400060"/>
                  </a:lnTo>
                  <a:lnTo>
                    <a:pt x="245933" y="426731"/>
                  </a:lnTo>
                  <a:close/>
                  <a:moveTo>
                    <a:pt x="25157" y="396282"/>
                  </a:moveTo>
                  <a:lnTo>
                    <a:pt x="8729" y="400060"/>
                  </a:lnTo>
                  <a:lnTo>
                    <a:pt x="22420" y="400060"/>
                  </a:lnTo>
                  <a:close/>
                  <a:moveTo>
                    <a:pt x="25157" y="396282"/>
                  </a:moveTo>
                  <a:lnTo>
                    <a:pt x="42481" y="373390"/>
                  </a:lnTo>
                  <a:lnTo>
                    <a:pt x="26612" y="373390"/>
                  </a:lnTo>
                  <a:close/>
                  <a:moveTo>
                    <a:pt x="278071" y="400060"/>
                  </a:moveTo>
                  <a:lnTo>
                    <a:pt x="278071" y="373390"/>
                  </a:lnTo>
                  <a:lnTo>
                    <a:pt x="259701" y="400060"/>
                  </a:lnTo>
                  <a:close/>
                  <a:moveTo>
                    <a:pt x="45757" y="346719"/>
                  </a:moveTo>
                  <a:lnTo>
                    <a:pt x="61287" y="351232"/>
                  </a:lnTo>
                  <a:lnTo>
                    <a:pt x="61287" y="346719"/>
                  </a:lnTo>
                  <a:close/>
                  <a:moveTo>
                    <a:pt x="42481" y="373390"/>
                  </a:moveTo>
                  <a:lnTo>
                    <a:pt x="61287" y="351232"/>
                  </a:lnTo>
                  <a:lnTo>
                    <a:pt x="45757" y="346719"/>
                  </a:lnTo>
                  <a:close/>
                  <a:moveTo>
                    <a:pt x="297046" y="373390"/>
                  </a:moveTo>
                  <a:lnTo>
                    <a:pt x="278071" y="362818"/>
                  </a:lnTo>
                  <a:lnTo>
                    <a:pt x="278071" y="373390"/>
                  </a:lnTo>
                  <a:close/>
                  <a:moveTo>
                    <a:pt x="285133" y="346719"/>
                  </a:moveTo>
                  <a:lnTo>
                    <a:pt x="278071" y="362818"/>
                  </a:lnTo>
                  <a:lnTo>
                    <a:pt x="297046" y="373390"/>
                  </a:lnTo>
                  <a:close/>
                  <a:moveTo>
                    <a:pt x="80198" y="320048"/>
                  </a:moveTo>
                  <a:lnTo>
                    <a:pt x="61287" y="320048"/>
                  </a:lnTo>
                  <a:lnTo>
                    <a:pt x="61287" y="346719"/>
                  </a:lnTo>
                  <a:close/>
                  <a:moveTo>
                    <a:pt x="309413" y="346719"/>
                  </a:moveTo>
                  <a:lnTo>
                    <a:pt x="291091" y="320048"/>
                  </a:lnTo>
                  <a:lnTo>
                    <a:pt x="285133" y="346719"/>
                  </a:lnTo>
                  <a:close/>
                  <a:moveTo>
                    <a:pt x="64300" y="293378"/>
                  </a:moveTo>
                  <a:lnTo>
                    <a:pt x="80198" y="320048"/>
                  </a:lnTo>
                  <a:lnTo>
                    <a:pt x="83572" y="293378"/>
                  </a:lnTo>
                  <a:close/>
                  <a:moveTo>
                    <a:pt x="291091" y="320048"/>
                  </a:moveTo>
                  <a:lnTo>
                    <a:pt x="314123" y="293378"/>
                  </a:lnTo>
                  <a:lnTo>
                    <a:pt x="291167" y="293378"/>
                  </a:lnTo>
                  <a:close/>
                  <a:moveTo>
                    <a:pt x="77198" y="266707"/>
                  </a:moveTo>
                  <a:lnTo>
                    <a:pt x="64300" y="293378"/>
                  </a:lnTo>
                  <a:lnTo>
                    <a:pt x="83572" y="293378"/>
                  </a:lnTo>
                  <a:close/>
                  <a:moveTo>
                    <a:pt x="288515" y="266707"/>
                  </a:moveTo>
                  <a:lnTo>
                    <a:pt x="291167" y="293378"/>
                  </a:lnTo>
                  <a:lnTo>
                    <a:pt x="309367" y="266707"/>
                  </a:lnTo>
                  <a:close/>
                  <a:moveTo>
                    <a:pt x="77198" y="266707"/>
                  </a:moveTo>
                  <a:lnTo>
                    <a:pt x="66852" y="240036"/>
                  </a:lnTo>
                  <a:lnTo>
                    <a:pt x="61287" y="266707"/>
                  </a:lnTo>
                  <a:close/>
                  <a:moveTo>
                    <a:pt x="66852" y="240036"/>
                  </a:moveTo>
                  <a:lnTo>
                    <a:pt x="61287" y="240036"/>
                  </a:lnTo>
                  <a:lnTo>
                    <a:pt x="61287" y="266707"/>
                  </a:lnTo>
                  <a:close/>
                  <a:moveTo>
                    <a:pt x="287161" y="240036"/>
                  </a:moveTo>
                  <a:lnTo>
                    <a:pt x="288515" y="266707"/>
                  </a:lnTo>
                  <a:lnTo>
                    <a:pt x="305139" y="240036"/>
                  </a:lnTo>
                  <a:close/>
                  <a:moveTo>
                    <a:pt x="59264" y="213366"/>
                  </a:moveTo>
                  <a:lnTo>
                    <a:pt x="61287" y="240036"/>
                  </a:lnTo>
                  <a:lnTo>
                    <a:pt x="61287" y="220359"/>
                  </a:lnTo>
                  <a:close/>
                  <a:moveTo>
                    <a:pt x="51783" y="240036"/>
                  </a:moveTo>
                  <a:lnTo>
                    <a:pt x="61287" y="240036"/>
                  </a:lnTo>
                  <a:lnTo>
                    <a:pt x="59264" y="213366"/>
                  </a:lnTo>
                  <a:close/>
                  <a:moveTo>
                    <a:pt x="61287" y="240036"/>
                  </a:moveTo>
                  <a:lnTo>
                    <a:pt x="66852" y="240036"/>
                  </a:lnTo>
                  <a:lnTo>
                    <a:pt x="61287" y="220359"/>
                  </a:lnTo>
                  <a:close/>
                  <a:moveTo>
                    <a:pt x="288840" y="213366"/>
                  </a:moveTo>
                  <a:lnTo>
                    <a:pt x="287161" y="240036"/>
                  </a:lnTo>
                  <a:lnTo>
                    <a:pt x="304404" y="213366"/>
                  </a:lnTo>
                  <a:close/>
                  <a:moveTo>
                    <a:pt x="45811" y="186695"/>
                  </a:moveTo>
                  <a:lnTo>
                    <a:pt x="59264" y="213366"/>
                  </a:lnTo>
                  <a:lnTo>
                    <a:pt x="58820" y="186695"/>
                  </a:lnTo>
                  <a:close/>
                  <a:moveTo>
                    <a:pt x="293383" y="186695"/>
                  </a:moveTo>
                  <a:lnTo>
                    <a:pt x="288840" y="213366"/>
                  </a:lnTo>
                  <a:lnTo>
                    <a:pt x="307911" y="186695"/>
                  </a:lnTo>
                  <a:close/>
                  <a:moveTo>
                    <a:pt x="53244" y="160024"/>
                  </a:moveTo>
                  <a:lnTo>
                    <a:pt x="61287" y="178414"/>
                  </a:lnTo>
                  <a:lnTo>
                    <a:pt x="61287" y="160024"/>
                  </a:lnTo>
                  <a:close/>
                  <a:moveTo>
                    <a:pt x="58820" y="186695"/>
                  </a:moveTo>
                  <a:lnTo>
                    <a:pt x="61287" y="178414"/>
                  </a:lnTo>
                  <a:lnTo>
                    <a:pt x="53244" y="160024"/>
                  </a:lnTo>
                  <a:close/>
                  <a:moveTo>
                    <a:pt x="307911" y="186695"/>
                  </a:moveTo>
                  <a:lnTo>
                    <a:pt x="301049" y="160024"/>
                  </a:lnTo>
                  <a:lnTo>
                    <a:pt x="293383" y="186695"/>
                  </a:lnTo>
                  <a:close/>
                  <a:moveTo>
                    <a:pt x="66635" y="133354"/>
                  </a:moveTo>
                  <a:lnTo>
                    <a:pt x="61287" y="160024"/>
                  </a:lnTo>
                  <a:lnTo>
                    <a:pt x="66582" y="160024"/>
                  </a:lnTo>
                  <a:close/>
                  <a:moveTo>
                    <a:pt x="66635" y="133354"/>
                  </a:moveTo>
                  <a:lnTo>
                    <a:pt x="66582" y="160024"/>
                  </a:lnTo>
                  <a:lnTo>
                    <a:pt x="80529" y="133354"/>
                  </a:lnTo>
                  <a:close/>
                  <a:moveTo>
                    <a:pt x="61287" y="160024"/>
                  </a:moveTo>
                  <a:lnTo>
                    <a:pt x="61287" y="178414"/>
                  </a:lnTo>
                  <a:lnTo>
                    <a:pt x="66582" y="160024"/>
                  </a:lnTo>
                  <a:close/>
                  <a:moveTo>
                    <a:pt x="314202" y="160024"/>
                  </a:moveTo>
                  <a:lnTo>
                    <a:pt x="314202" y="133354"/>
                  </a:lnTo>
                  <a:lnTo>
                    <a:pt x="301049" y="160024"/>
                  </a:lnTo>
                  <a:close/>
                  <a:moveTo>
                    <a:pt x="81578" y="106683"/>
                  </a:moveTo>
                  <a:lnTo>
                    <a:pt x="80529" y="133354"/>
                  </a:lnTo>
                  <a:lnTo>
                    <a:pt x="97408" y="106683"/>
                  </a:lnTo>
                  <a:close/>
                  <a:moveTo>
                    <a:pt x="329380" y="133354"/>
                  </a:moveTo>
                  <a:lnTo>
                    <a:pt x="314202" y="128660"/>
                  </a:lnTo>
                  <a:lnTo>
                    <a:pt x="314202" y="133354"/>
                  </a:lnTo>
                  <a:close/>
                  <a:moveTo>
                    <a:pt x="323960" y="106683"/>
                  </a:moveTo>
                  <a:lnTo>
                    <a:pt x="314202" y="128660"/>
                  </a:lnTo>
                  <a:lnTo>
                    <a:pt x="329380" y="133354"/>
                  </a:lnTo>
                  <a:close/>
                  <a:moveTo>
                    <a:pt x="97408" y="106683"/>
                  </a:moveTo>
                  <a:lnTo>
                    <a:pt x="97418" y="106666"/>
                  </a:lnTo>
                  <a:lnTo>
                    <a:pt x="96989" y="80012"/>
                  </a:lnTo>
                  <a:close/>
                  <a:moveTo>
                    <a:pt x="329072" y="80012"/>
                  </a:moveTo>
                  <a:lnTo>
                    <a:pt x="323960" y="106683"/>
                  </a:lnTo>
                  <a:lnTo>
                    <a:pt x="346616" y="80012"/>
                  </a:lnTo>
                  <a:close/>
                  <a:moveTo>
                    <a:pt x="113426" y="53341"/>
                  </a:moveTo>
                  <a:lnTo>
                    <a:pt x="113724" y="80012"/>
                  </a:lnTo>
                  <a:lnTo>
                    <a:pt x="132272" y="53341"/>
                  </a:lnTo>
                  <a:close/>
                  <a:moveTo>
                    <a:pt x="97418" y="80012"/>
                  </a:moveTo>
                  <a:lnTo>
                    <a:pt x="97418" y="106666"/>
                  </a:lnTo>
                  <a:lnTo>
                    <a:pt x="113724" y="80012"/>
                  </a:lnTo>
                  <a:close/>
                  <a:moveTo>
                    <a:pt x="322752" y="53341"/>
                  </a:moveTo>
                  <a:lnTo>
                    <a:pt x="329072" y="80012"/>
                  </a:lnTo>
                  <a:lnTo>
                    <a:pt x="341956" y="53341"/>
                  </a:lnTo>
                  <a:close/>
                  <a:moveTo>
                    <a:pt x="133549" y="51958"/>
                  </a:moveTo>
                  <a:lnTo>
                    <a:pt x="113426" y="53341"/>
                  </a:lnTo>
                  <a:lnTo>
                    <a:pt x="132272" y="53341"/>
                  </a:lnTo>
                  <a:close/>
                  <a:moveTo>
                    <a:pt x="133549" y="51958"/>
                  </a:moveTo>
                  <a:lnTo>
                    <a:pt x="164021" y="26671"/>
                  </a:lnTo>
                  <a:lnTo>
                    <a:pt x="139116" y="26671"/>
                  </a:lnTo>
                  <a:close/>
                  <a:moveTo>
                    <a:pt x="322752" y="53341"/>
                  </a:moveTo>
                  <a:lnTo>
                    <a:pt x="314202" y="26671"/>
                  </a:lnTo>
                  <a:lnTo>
                    <a:pt x="314202" y="42453"/>
                  </a:lnTo>
                  <a:close/>
                  <a:moveTo>
                    <a:pt x="169679" y="23316"/>
                  </a:moveTo>
                  <a:lnTo>
                    <a:pt x="139116" y="26671"/>
                  </a:lnTo>
                  <a:lnTo>
                    <a:pt x="164021" y="26671"/>
                  </a:lnTo>
                  <a:close/>
                  <a:moveTo>
                    <a:pt x="205810" y="11250"/>
                  </a:moveTo>
                  <a:lnTo>
                    <a:pt x="169679" y="8500"/>
                  </a:lnTo>
                  <a:lnTo>
                    <a:pt x="169679" y="23316"/>
                  </a:lnTo>
                  <a:close/>
                  <a:moveTo>
                    <a:pt x="278071" y="2746"/>
                  </a:moveTo>
                  <a:lnTo>
                    <a:pt x="241941" y="9297"/>
                  </a:lnTo>
                  <a:lnTo>
                    <a:pt x="278071" y="17180"/>
                  </a:lnTo>
                  <a:close/>
                  <a:moveTo>
                    <a:pt x="278071" y="17180"/>
                  </a:moveTo>
                  <a:lnTo>
                    <a:pt x="296325" y="26671"/>
                  </a:lnTo>
                  <a:lnTo>
                    <a:pt x="314202" y="20286"/>
                  </a:lnTo>
                  <a:close/>
                  <a:moveTo>
                    <a:pt x="314202" y="42453"/>
                  </a:moveTo>
                  <a:lnTo>
                    <a:pt x="314202" y="26671"/>
                  </a:lnTo>
                  <a:lnTo>
                    <a:pt x="296325" y="26671"/>
                  </a:lnTo>
                  <a:close/>
                  <a:moveTo>
                    <a:pt x="241941" y="0"/>
                  </a:moveTo>
                  <a:lnTo>
                    <a:pt x="205810" y="0"/>
                  </a:lnTo>
                  <a:lnTo>
                    <a:pt x="241941" y="9297"/>
                  </a:lnTo>
                  <a:close/>
                  <a:moveTo>
                    <a:pt x="205810" y="0"/>
                  </a:moveTo>
                  <a:lnTo>
                    <a:pt x="205810" y="11250"/>
                  </a:lnTo>
                  <a:lnTo>
                    <a:pt x="241941" y="9297"/>
                  </a:lnTo>
                  <a:close/>
                </a:path>
              </a:pathLst>
            </a:custGeom>
            <a:solidFill>
              <a:srgbClr val="66C292"/>
            </a:solidFill>
            <a:ln w="4001">
              <a:solidFill>
                <a:srgbClr val="B0E0C7"/>
              </a:solidFill>
            </a:ln>
          </p:spPr>
        </p:sp>
        <p:sp>
          <p:nvSpPr>
            <p:cNvPr id="4050" name="Match_B2__4049">
              <a:extLst>
                <a:ext uri="{FF2B5EF4-FFF2-40B4-BE49-F238E27FC236}">
                  <a16:creationId xmlns:a16="http://schemas.microsoft.com/office/drawing/2014/main" id="{273F5405-DF5A-A1B1-3963-5CC37EC6CBAA}"/>
                </a:ext>
              </a:extLst>
            </p:cNvPr>
            <p:cNvSpPr>
              <a:spLocks noGrp="1"/>
            </p:cNvSpPr>
            <p:nvPr/>
          </p:nvSpPr>
          <p:spPr>
            <a:xfrm>
              <a:off x="8399568" y="4098509"/>
              <a:ext cx="316886" cy="498200"/>
            </a:xfrm>
            <a:custGeom>
              <a:avLst/>
              <a:gdLst/>
              <a:ahLst/>
              <a:cxnLst/>
              <a:rect l="0" t="0" r="0" b="0"/>
              <a:pathLst>
                <a:path w="316886" h="498200">
                  <a:moveTo>
                    <a:pt x="157493" y="489529"/>
                  </a:moveTo>
                  <a:lnTo>
                    <a:pt x="193623" y="470775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70775"/>
                  </a:lnTo>
                  <a:lnTo>
                    <a:pt x="193623" y="469235"/>
                  </a:lnTo>
                  <a:close/>
                  <a:moveTo>
                    <a:pt x="265885" y="364093"/>
                  </a:moveTo>
                  <a:lnTo>
                    <a:pt x="261111" y="364093"/>
                  </a:lnTo>
                  <a:lnTo>
                    <a:pt x="247514" y="390763"/>
                  </a:lnTo>
                  <a:close/>
                  <a:moveTo>
                    <a:pt x="261111" y="364093"/>
                  </a:moveTo>
                  <a:lnTo>
                    <a:pt x="265885" y="364093"/>
                  </a:lnTo>
                  <a:lnTo>
                    <a:pt x="265885" y="353521"/>
                  </a:lnTo>
                  <a:close/>
                  <a:moveTo>
                    <a:pt x="53059" y="337422"/>
                  </a:moveTo>
                  <a:lnTo>
                    <a:pt x="68012" y="310751"/>
                  </a:lnTo>
                  <a:lnTo>
                    <a:pt x="49101" y="337422"/>
                  </a:lnTo>
                  <a:close/>
                  <a:moveTo>
                    <a:pt x="49101" y="337422"/>
                  </a:moveTo>
                  <a:lnTo>
                    <a:pt x="49101" y="341935"/>
                  </a:lnTo>
                  <a:lnTo>
                    <a:pt x="53059" y="337422"/>
                  </a:lnTo>
                  <a:close/>
                  <a:moveTo>
                    <a:pt x="302015" y="124056"/>
                  </a:moveTo>
                  <a:lnTo>
                    <a:pt x="300023" y="124056"/>
                  </a:lnTo>
                  <a:lnTo>
                    <a:pt x="288862" y="150727"/>
                  </a:lnTo>
                  <a:close/>
                  <a:moveTo>
                    <a:pt x="300023" y="124056"/>
                  </a:moveTo>
                  <a:lnTo>
                    <a:pt x="302015" y="124056"/>
                  </a:lnTo>
                  <a:lnTo>
                    <a:pt x="302015" y="119363"/>
                  </a:lnTo>
                  <a:close/>
                  <a:moveTo>
                    <a:pt x="83416" y="497446"/>
                  </a:moveTo>
                  <a:lnTo>
                    <a:pt x="85231" y="497881"/>
                  </a:lnTo>
                  <a:lnTo>
                    <a:pt x="85231" y="497446"/>
                  </a:lnTo>
                  <a:close/>
                  <a:moveTo>
                    <a:pt x="49101" y="487912"/>
                  </a:moveTo>
                  <a:lnTo>
                    <a:pt x="83416" y="497446"/>
                  </a:lnTo>
                  <a:lnTo>
                    <a:pt x="66060" y="470775"/>
                  </a:lnTo>
                  <a:close/>
                  <a:moveTo>
                    <a:pt x="85231" y="477216"/>
                  </a:moveTo>
                  <a:lnTo>
                    <a:pt x="83416" y="497446"/>
                  </a:lnTo>
                  <a:lnTo>
                    <a:pt x="85231" y="497446"/>
                  </a:lnTo>
                  <a:close/>
                  <a:moveTo>
                    <a:pt x="121362" y="497446"/>
                  </a:moveTo>
                  <a:lnTo>
                    <a:pt x="85231" y="497881"/>
                  </a:lnTo>
                  <a:lnTo>
                    <a:pt x="121362" y="498200"/>
                  </a:lnTo>
                  <a:close/>
                  <a:moveTo>
                    <a:pt x="121362" y="497446"/>
                  </a:moveTo>
                  <a:lnTo>
                    <a:pt x="85231" y="497446"/>
                  </a:lnTo>
                  <a:lnTo>
                    <a:pt x="85231" y="497881"/>
                  </a:lnTo>
                  <a:close/>
                  <a:moveTo>
                    <a:pt x="85231" y="497446"/>
                  </a:moveTo>
                  <a:lnTo>
                    <a:pt x="121362" y="497446"/>
                  </a:lnTo>
                  <a:lnTo>
                    <a:pt x="85231" y="477216"/>
                  </a:lnTo>
                  <a:close/>
                  <a:moveTo>
                    <a:pt x="121362" y="497446"/>
                  </a:moveTo>
                  <a:lnTo>
                    <a:pt x="121362" y="498200"/>
                  </a:lnTo>
                  <a:lnTo>
                    <a:pt x="124757" y="497446"/>
                  </a:lnTo>
                  <a:close/>
                  <a:moveTo>
                    <a:pt x="121362" y="497446"/>
                  </a:moveTo>
                  <a:lnTo>
                    <a:pt x="157493" y="489529"/>
                  </a:lnTo>
                  <a:lnTo>
                    <a:pt x="121362" y="477884"/>
                  </a:lnTo>
                  <a:close/>
                  <a:moveTo>
                    <a:pt x="124757" y="497446"/>
                  </a:moveTo>
                  <a:lnTo>
                    <a:pt x="157493" y="489529"/>
                  </a:lnTo>
                  <a:lnTo>
                    <a:pt x="121362" y="497446"/>
                  </a:lnTo>
                  <a:close/>
                  <a:moveTo>
                    <a:pt x="21492" y="470775"/>
                  </a:moveTo>
                  <a:lnTo>
                    <a:pt x="49101" y="487912"/>
                  </a:lnTo>
                  <a:lnTo>
                    <a:pt x="49101" y="470775"/>
                  </a:lnTo>
                  <a:close/>
                  <a:moveTo>
                    <a:pt x="12970" y="460536"/>
                  </a:moveTo>
                  <a:lnTo>
                    <a:pt x="21492" y="470775"/>
                  </a:lnTo>
                  <a:lnTo>
                    <a:pt x="33623" y="444105"/>
                  </a:lnTo>
                  <a:close/>
                  <a:moveTo>
                    <a:pt x="157493" y="470775"/>
                  </a:moveTo>
                  <a:lnTo>
                    <a:pt x="157493" y="489529"/>
                  </a:lnTo>
                  <a:lnTo>
                    <a:pt x="191673" y="470775"/>
                  </a:lnTo>
                  <a:close/>
                  <a:moveTo>
                    <a:pt x="191673" y="470775"/>
                  </a:moveTo>
                  <a:lnTo>
                    <a:pt x="193623" y="469235"/>
                  </a:lnTo>
                  <a:lnTo>
                    <a:pt x="157493" y="470775"/>
                  </a:lnTo>
                  <a:close/>
                  <a:moveTo>
                    <a:pt x="2428" y="444105"/>
                  </a:moveTo>
                  <a:lnTo>
                    <a:pt x="12970" y="460536"/>
                  </a:lnTo>
                  <a:lnTo>
                    <a:pt x="12970" y="444105"/>
                  </a:lnTo>
                  <a:close/>
                  <a:moveTo>
                    <a:pt x="0" y="417434"/>
                  </a:moveTo>
                  <a:lnTo>
                    <a:pt x="12970" y="444105"/>
                  </a:lnTo>
                  <a:lnTo>
                    <a:pt x="12970" y="417434"/>
                  </a:lnTo>
                  <a:close/>
                  <a:moveTo>
                    <a:pt x="0" y="417434"/>
                  </a:moveTo>
                  <a:lnTo>
                    <a:pt x="2428" y="444105"/>
                  </a:lnTo>
                  <a:lnTo>
                    <a:pt x="12970" y="444105"/>
                  </a:lnTo>
                  <a:close/>
                  <a:moveTo>
                    <a:pt x="193623" y="444105"/>
                  </a:moveTo>
                  <a:lnTo>
                    <a:pt x="193623" y="469235"/>
                  </a:lnTo>
                  <a:lnTo>
                    <a:pt x="217309" y="444105"/>
                  </a:lnTo>
                  <a:close/>
                  <a:moveTo>
                    <a:pt x="217309" y="444105"/>
                  </a:moveTo>
                  <a:lnTo>
                    <a:pt x="229754" y="423963"/>
                  </a:lnTo>
                  <a:lnTo>
                    <a:pt x="193623" y="444105"/>
                  </a:lnTo>
                  <a:close/>
                  <a:moveTo>
                    <a:pt x="10233" y="390763"/>
                  </a:moveTo>
                  <a:lnTo>
                    <a:pt x="12970" y="417434"/>
                  </a:lnTo>
                  <a:lnTo>
                    <a:pt x="12970" y="390763"/>
                  </a:lnTo>
                  <a:close/>
                  <a:moveTo>
                    <a:pt x="10233" y="390763"/>
                  </a:moveTo>
                  <a:lnTo>
                    <a:pt x="0" y="417434"/>
                  </a:lnTo>
                  <a:lnTo>
                    <a:pt x="12970" y="417434"/>
                  </a:lnTo>
                  <a:close/>
                  <a:moveTo>
                    <a:pt x="229754" y="417434"/>
                  </a:moveTo>
                  <a:lnTo>
                    <a:pt x="229754" y="423963"/>
                  </a:lnTo>
                  <a:lnTo>
                    <a:pt x="233747" y="417434"/>
                  </a:lnTo>
                  <a:close/>
                  <a:moveTo>
                    <a:pt x="229754" y="390763"/>
                  </a:moveTo>
                  <a:lnTo>
                    <a:pt x="233747" y="417434"/>
                  </a:lnTo>
                  <a:lnTo>
                    <a:pt x="247514" y="390763"/>
                  </a:lnTo>
                  <a:close/>
                  <a:moveTo>
                    <a:pt x="229754" y="390763"/>
                  </a:moveTo>
                  <a:lnTo>
                    <a:pt x="229754" y="417434"/>
                  </a:lnTo>
                  <a:lnTo>
                    <a:pt x="233747" y="417434"/>
                  </a:lnTo>
                  <a:close/>
                  <a:moveTo>
                    <a:pt x="12970" y="386984"/>
                  </a:moveTo>
                  <a:lnTo>
                    <a:pt x="10233" y="390763"/>
                  </a:lnTo>
                  <a:lnTo>
                    <a:pt x="12970" y="390763"/>
                  </a:lnTo>
                  <a:close/>
                  <a:moveTo>
                    <a:pt x="30294" y="364093"/>
                  </a:moveTo>
                  <a:lnTo>
                    <a:pt x="12970" y="386984"/>
                  </a:lnTo>
                  <a:lnTo>
                    <a:pt x="49101" y="383198"/>
                  </a:lnTo>
                  <a:close/>
                  <a:moveTo>
                    <a:pt x="229754" y="364093"/>
                  </a:moveTo>
                  <a:lnTo>
                    <a:pt x="247514" y="390763"/>
                  </a:lnTo>
                  <a:lnTo>
                    <a:pt x="261111" y="364093"/>
                  </a:lnTo>
                  <a:close/>
                  <a:moveTo>
                    <a:pt x="49101" y="341935"/>
                  </a:moveTo>
                  <a:lnTo>
                    <a:pt x="30294" y="364093"/>
                  </a:lnTo>
                  <a:lnTo>
                    <a:pt x="49101" y="364093"/>
                  </a:lnTo>
                  <a:close/>
                  <a:moveTo>
                    <a:pt x="53059" y="337422"/>
                  </a:moveTo>
                  <a:lnTo>
                    <a:pt x="49101" y="341935"/>
                  </a:lnTo>
                  <a:lnTo>
                    <a:pt x="85231" y="349733"/>
                  </a:lnTo>
                  <a:close/>
                  <a:moveTo>
                    <a:pt x="265885" y="337422"/>
                  </a:moveTo>
                  <a:lnTo>
                    <a:pt x="261111" y="364093"/>
                  </a:lnTo>
                  <a:lnTo>
                    <a:pt x="265885" y="353521"/>
                  </a:lnTo>
                  <a:close/>
                  <a:moveTo>
                    <a:pt x="229754" y="364093"/>
                  </a:moveTo>
                  <a:lnTo>
                    <a:pt x="261111" y="364093"/>
                  </a:lnTo>
                  <a:lnTo>
                    <a:pt x="265885" y="337422"/>
                  </a:lnTo>
                  <a:close/>
                  <a:moveTo>
                    <a:pt x="68012" y="310751"/>
                  </a:moveTo>
                  <a:lnTo>
                    <a:pt x="53059" y="337422"/>
                  </a:lnTo>
                  <a:lnTo>
                    <a:pt x="85231" y="337422"/>
                  </a:lnTo>
                  <a:close/>
                  <a:moveTo>
                    <a:pt x="265885" y="337422"/>
                  </a:moveTo>
                  <a:lnTo>
                    <a:pt x="265885" y="353521"/>
                  </a:lnTo>
                  <a:lnTo>
                    <a:pt x="272946" y="337422"/>
                  </a:lnTo>
                  <a:close/>
                  <a:moveTo>
                    <a:pt x="265885" y="310751"/>
                  </a:moveTo>
                  <a:lnTo>
                    <a:pt x="272946" y="337422"/>
                  </a:lnTo>
                  <a:lnTo>
                    <a:pt x="278904" y="310751"/>
                  </a:lnTo>
                  <a:close/>
                  <a:moveTo>
                    <a:pt x="265885" y="310751"/>
                  </a:moveTo>
                  <a:lnTo>
                    <a:pt x="265885" y="337422"/>
                  </a:lnTo>
                  <a:lnTo>
                    <a:pt x="272946" y="337422"/>
                  </a:lnTo>
                  <a:close/>
                  <a:moveTo>
                    <a:pt x="71385" y="284080"/>
                  </a:moveTo>
                  <a:lnTo>
                    <a:pt x="85231" y="310751"/>
                  </a:lnTo>
                  <a:lnTo>
                    <a:pt x="85231" y="284080"/>
                  </a:lnTo>
                  <a:close/>
                  <a:moveTo>
                    <a:pt x="71385" y="284080"/>
                  </a:moveTo>
                  <a:lnTo>
                    <a:pt x="68012" y="310751"/>
                  </a:lnTo>
                  <a:lnTo>
                    <a:pt x="85231" y="310751"/>
                  </a:lnTo>
                  <a:close/>
                  <a:moveTo>
                    <a:pt x="265885" y="284080"/>
                  </a:moveTo>
                  <a:lnTo>
                    <a:pt x="278904" y="310751"/>
                  </a:lnTo>
                  <a:lnTo>
                    <a:pt x="278981" y="284080"/>
                  </a:lnTo>
                  <a:close/>
                  <a:moveTo>
                    <a:pt x="265885" y="284080"/>
                  </a:moveTo>
                  <a:lnTo>
                    <a:pt x="265885" y="310751"/>
                  </a:lnTo>
                  <a:lnTo>
                    <a:pt x="278904" y="310751"/>
                  </a:lnTo>
                  <a:close/>
                  <a:moveTo>
                    <a:pt x="65011" y="257410"/>
                  </a:moveTo>
                  <a:lnTo>
                    <a:pt x="85231" y="284080"/>
                  </a:lnTo>
                  <a:lnTo>
                    <a:pt x="85231" y="257410"/>
                  </a:lnTo>
                  <a:close/>
                  <a:moveTo>
                    <a:pt x="65011" y="257410"/>
                  </a:moveTo>
                  <a:lnTo>
                    <a:pt x="71385" y="284080"/>
                  </a:lnTo>
                  <a:lnTo>
                    <a:pt x="85231" y="284080"/>
                  </a:lnTo>
                  <a:close/>
                  <a:moveTo>
                    <a:pt x="265885" y="257410"/>
                  </a:moveTo>
                  <a:lnTo>
                    <a:pt x="278981" y="284080"/>
                  </a:lnTo>
                  <a:lnTo>
                    <a:pt x="276329" y="257410"/>
                  </a:lnTo>
                  <a:close/>
                  <a:moveTo>
                    <a:pt x="265885" y="257410"/>
                  </a:moveTo>
                  <a:lnTo>
                    <a:pt x="265885" y="284080"/>
                  </a:lnTo>
                  <a:lnTo>
                    <a:pt x="278981" y="284080"/>
                  </a:lnTo>
                  <a:close/>
                  <a:moveTo>
                    <a:pt x="54666" y="230739"/>
                  </a:moveTo>
                  <a:lnTo>
                    <a:pt x="65011" y="257410"/>
                  </a:lnTo>
                  <a:lnTo>
                    <a:pt x="85231" y="257410"/>
                  </a:lnTo>
                  <a:close/>
                  <a:moveTo>
                    <a:pt x="265885" y="230739"/>
                  </a:moveTo>
                  <a:lnTo>
                    <a:pt x="276329" y="257410"/>
                  </a:lnTo>
                  <a:lnTo>
                    <a:pt x="274974" y="230739"/>
                  </a:lnTo>
                  <a:close/>
                  <a:moveTo>
                    <a:pt x="265885" y="230739"/>
                  </a:moveTo>
                  <a:lnTo>
                    <a:pt x="265885" y="257410"/>
                  </a:lnTo>
                  <a:lnTo>
                    <a:pt x="276329" y="257410"/>
                  </a:lnTo>
                  <a:close/>
                  <a:moveTo>
                    <a:pt x="49101" y="211062"/>
                  </a:moveTo>
                  <a:lnTo>
                    <a:pt x="54666" y="230739"/>
                  </a:lnTo>
                  <a:lnTo>
                    <a:pt x="77030" y="204068"/>
                  </a:lnTo>
                  <a:close/>
                  <a:moveTo>
                    <a:pt x="265885" y="204068"/>
                  </a:moveTo>
                  <a:lnTo>
                    <a:pt x="274974" y="230739"/>
                  </a:lnTo>
                  <a:lnTo>
                    <a:pt x="276653" y="204068"/>
                  </a:lnTo>
                  <a:close/>
                  <a:moveTo>
                    <a:pt x="265885" y="204068"/>
                  </a:moveTo>
                  <a:lnTo>
                    <a:pt x="265885" y="230739"/>
                  </a:lnTo>
                  <a:lnTo>
                    <a:pt x="274974" y="230739"/>
                  </a:lnTo>
                  <a:close/>
                  <a:moveTo>
                    <a:pt x="47077" y="204068"/>
                  </a:moveTo>
                  <a:lnTo>
                    <a:pt x="49101" y="211062"/>
                  </a:lnTo>
                  <a:lnTo>
                    <a:pt x="49101" y="204068"/>
                  </a:lnTo>
                  <a:close/>
                  <a:moveTo>
                    <a:pt x="46634" y="177398"/>
                  </a:moveTo>
                  <a:lnTo>
                    <a:pt x="49101" y="204068"/>
                  </a:lnTo>
                  <a:lnTo>
                    <a:pt x="49101" y="177398"/>
                  </a:lnTo>
                  <a:close/>
                  <a:moveTo>
                    <a:pt x="46634" y="177398"/>
                  </a:moveTo>
                  <a:lnTo>
                    <a:pt x="47077" y="204068"/>
                  </a:lnTo>
                  <a:lnTo>
                    <a:pt x="49101" y="204068"/>
                  </a:lnTo>
                  <a:close/>
                  <a:moveTo>
                    <a:pt x="265885" y="177398"/>
                  </a:moveTo>
                  <a:lnTo>
                    <a:pt x="276653" y="204068"/>
                  </a:lnTo>
                  <a:lnTo>
                    <a:pt x="281196" y="177398"/>
                  </a:lnTo>
                  <a:close/>
                  <a:moveTo>
                    <a:pt x="265885" y="177398"/>
                  </a:moveTo>
                  <a:lnTo>
                    <a:pt x="265885" y="204068"/>
                  </a:lnTo>
                  <a:lnTo>
                    <a:pt x="276653" y="204068"/>
                  </a:lnTo>
                  <a:close/>
                  <a:moveTo>
                    <a:pt x="49101" y="169116"/>
                  </a:moveTo>
                  <a:lnTo>
                    <a:pt x="46634" y="177398"/>
                  </a:lnTo>
                  <a:lnTo>
                    <a:pt x="49101" y="177398"/>
                  </a:lnTo>
                  <a:close/>
                  <a:moveTo>
                    <a:pt x="49101" y="169116"/>
                  </a:moveTo>
                  <a:lnTo>
                    <a:pt x="49101" y="177398"/>
                  </a:lnTo>
                  <a:lnTo>
                    <a:pt x="54395" y="150727"/>
                  </a:lnTo>
                  <a:close/>
                  <a:moveTo>
                    <a:pt x="265885" y="150727"/>
                  </a:moveTo>
                  <a:lnTo>
                    <a:pt x="281196" y="177398"/>
                  </a:lnTo>
                  <a:lnTo>
                    <a:pt x="288862" y="150727"/>
                  </a:lnTo>
                  <a:close/>
                  <a:moveTo>
                    <a:pt x="54395" y="150727"/>
                  </a:moveTo>
                  <a:lnTo>
                    <a:pt x="84332" y="150727"/>
                  </a:lnTo>
                  <a:lnTo>
                    <a:pt x="68343" y="124056"/>
                  </a:lnTo>
                  <a:close/>
                  <a:moveTo>
                    <a:pt x="265885" y="124056"/>
                  </a:moveTo>
                  <a:lnTo>
                    <a:pt x="288862" y="150727"/>
                  </a:lnTo>
                  <a:lnTo>
                    <a:pt x="300023" y="124056"/>
                  </a:lnTo>
                  <a:close/>
                  <a:moveTo>
                    <a:pt x="85221" y="97386"/>
                  </a:moveTo>
                  <a:lnTo>
                    <a:pt x="85231" y="124056"/>
                  </a:lnTo>
                  <a:lnTo>
                    <a:pt x="85231" y="97386"/>
                  </a:lnTo>
                  <a:close/>
                  <a:moveTo>
                    <a:pt x="85221" y="97386"/>
                  </a:moveTo>
                  <a:lnTo>
                    <a:pt x="68343" y="124056"/>
                  </a:lnTo>
                  <a:lnTo>
                    <a:pt x="85231" y="124056"/>
                  </a:lnTo>
                  <a:close/>
                  <a:moveTo>
                    <a:pt x="300023" y="124056"/>
                  </a:moveTo>
                  <a:lnTo>
                    <a:pt x="302015" y="119363"/>
                  </a:lnTo>
                  <a:lnTo>
                    <a:pt x="265885" y="124056"/>
                  </a:lnTo>
                  <a:close/>
                  <a:moveTo>
                    <a:pt x="85231" y="97368"/>
                  </a:moveTo>
                  <a:lnTo>
                    <a:pt x="85221" y="97386"/>
                  </a:lnTo>
                  <a:lnTo>
                    <a:pt x="85231" y="97386"/>
                  </a:lnTo>
                  <a:close/>
                  <a:moveTo>
                    <a:pt x="101537" y="70715"/>
                  </a:moveTo>
                  <a:lnTo>
                    <a:pt x="85231" y="97368"/>
                  </a:lnTo>
                  <a:lnTo>
                    <a:pt x="121362" y="96323"/>
                  </a:lnTo>
                  <a:close/>
                  <a:moveTo>
                    <a:pt x="120686" y="97386"/>
                  </a:moveTo>
                  <a:lnTo>
                    <a:pt x="85231" y="97368"/>
                  </a:lnTo>
                  <a:lnTo>
                    <a:pt x="85231" y="97386"/>
                  </a:lnTo>
                  <a:close/>
                  <a:moveTo>
                    <a:pt x="302015" y="97386"/>
                  </a:moveTo>
                  <a:lnTo>
                    <a:pt x="302015" y="119363"/>
                  </a:lnTo>
                  <a:lnTo>
                    <a:pt x="311773" y="97386"/>
                  </a:lnTo>
                  <a:close/>
                  <a:moveTo>
                    <a:pt x="302015" y="70715"/>
                  </a:moveTo>
                  <a:lnTo>
                    <a:pt x="311773" y="97386"/>
                  </a:lnTo>
                  <a:lnTo>
                    <a:pt x="316886" y="70715"/>
                  </a:lnTo>
                  <a:close/>
                  <a:moveTo>
                    <a:pt x="302015" y="70715"/>
                  </a:moveTo>
                  <a:lnTo>
                    <a:pt x="302015" y="97386"/>
                  </a:lnTo>
                  <a:lnTo>
                    <a:pt x="311773" y="97386"/>
                  </a:lnTo>
                  <a:close/>
                  <a:moveTo>
                    <a:pt x="120086" y="44044"/>
                  </a:moveTo>
                  <a:lnTo>
                    <a:pt x="121362" y="70715"/>
                  </a:lnTo>
                  <a:lnTo>
                    <a:pt x="121362" y="44044"/>
                  </a:lnTo>
                  <a:close/>
                  <a:moveTo>
                    <a:pt x="120086" y="44044"/>
                  </a:moveTo>
                  <a:lnTo>
                    <a:pt x="101537" y="70715"/>
                  </a:lnTo>
                  <a:lnTo>
                    <a:pt x="121362" y="70715"/>
                  </a:lnTo>
                  <a:close/>
                  <a:moveTo>
                    <a:pt x="302015" y="44044"/>
                  </a:moveTo>
                  <a:lnTo>
                    <a:pt x="316886" y="70715"/>
                  </a:lnTo>
                  <a:lnTo>
                    <a:pt x="310565" y="44044"/>
                  </a:lnTo>
                  <a:close/>
                  <a:moveTo>
                    <a:pt x="302015" y="44044"/>
                  </a:moveTo>
                  <a:lnTo>
                    <a:pt x="302015" y="70715"/>
                  </a:lnTo>
                  <a:lnTo>
                    <a:pt x="316886" y="70715"/>
                  </a:lnTo>
                  <a:close/>
                  <a:moveTo>
                    <a:pt x="121362" y="42660"/>
                  </a:moveTo>
                  <a:lnTo>
                    <a:pt x="120086" y="44044"/>
                  </a:lnTo>
                  <a:lnTo>
                    <a:pt x="121362" y="44044"/>
                  </a:lnTo>
                  <a:close/>
                  <a:moveTo>
                    <a:pt x="121362" y="44044"/>
                  </a:moveTo>
                  <a:lnTo>
                    <a:pt x="151834" y="17374"/>
                  </a:lnTo>
                  <a:lnTo>
                    <a:pt x="121362" y="42660"/>
                  </a:lnTo>
                  <a:close/>
                  <a:moveTo>
                    <a:pt x="157493" y="17374"/>
                  </a:moveTo>
                  <a:lnTo>
                    <a:pt x="151834" y="17374"/>
                  </a:lnTo>
                  <a:lnTo>
                    <a:pt x="121362" y="44044"/>
                  </a:lnTo>
                  <a:close/>
                  <a:moveTo>
                    <a:pt x="157493" y="44044"/>
                  </a:moveTo>
                  <a:lnTo>
                    <a:pt x="157493" y="17374"/>
                  </a:lnTo>
                  <a:lnTo>
                    <a:pt x="121362" y="44044"/>
                  </a:lnTo>
                  <a:close/>
                  <a:moveTo>
                    <a:pt x="265885" y="17374"/>
                  </a:moveTo>
                  <a:lnTo>
                    <a:pt x="302015" y="33156"/>
                  </a:lnTo>
                  <a:lnTo>
                    <a:pt x="284138" y="17374"/>
                  </a:lnTo>
                  <a:close/>
                  <a:moveTo>
                    <a:pt x="302015" y="44044"/>
                  </a:moveTo>
                  <a:lnTo>
                    <a:pt x="302015" y="33156"/>
                  </a:lnTo>
                  <a:lnTo>
                    <a:pt x="265885" y="17374"/>
                  </a:lnTo>
                  <a:close/>
                  <a:moveTo>
                    <a:pt x="302015" y="44044"/>
                  </a:moveTo>
                  <a:lnTo>
                    <a:pt x="310565" y="44044"/>
                  </a:lnTo>
                  <a:lnTo>
                    <a:pt x="302015" y="33156"/>
                  </a:lnTo>
                  <a:close/>
                  <a:moveTo>
                    <a:pt x="157493" y="14018"/>
                  </a:moveTo>
                  <a:lnTo>
                    <a:pt x="151834" y="17374"/>
                  </a:lnTo>
                  <a:lnTo>
                    <a:pt x="157493" y="17374"/>
                  </a:lnTo>
                  <a:close/>
                  <a:moveTo>
                    <a:pt x="157493" y="17374"/>
                  </a:moveTo>
                  <a:lnTo>
                    <a:pt x="193623" y="1953"/>
                  </a:lnTo>
                  <a:lnTo>
                    <a:pt x="157493" y="14018"/>
                  </a:lnTo>
                  <a:close/>
                  <a:moveTo>
                    <a:pt x="157493" y="17374"/>
                  </a:moveTo>
                  <a:lnTo>
                    <a:pt x="193623" y="17374"/>
                  </a:lnTo>
                  <a:lnTo>
                    <a:pt x="193623" y="1953"/>
                  </a:lnTo>
                  <a:close/>
                  <a:moveTo>
                    <a:pt x="193623" y="17374"/>
                  </a:moveTo>
                  <a:lnTo>
                    <a:pt x="229754" y="0"/>
                  </a:lnTo>
                  <a:lnTo>
                    <a:pt x="193623" y="1953"/>
                  </a:lnTo>
                  <a:close/>
                  <a:moveTo>
                    <a:pt x="229754" y="17374"/>
                  </a:moveTo>
                  <a:lnTo>
                    <a:pt x="265885" y="7883"/>
                  </a:lnTo>
                  <a:lnTo>
                    <a:pt x="229754" y="0"/>
                  </a:lnTo>
                  <a:close/>
                  <a:moveTo>
                    <a:pt x="229754" y="17374"/>
                  </a:moveTo>
                  <a:lnTo>
                    <a:pt x="265885" y="17374"/>
                  </a:lnTo>
                  <a:lnTo>
                    <a:pt x="265885" y="7883"/>
                  </a:lnTo>
                  <a:close/>
                  <a:moveTo>
                    <a:pt x="265885" y="17374"/>
                  </a:moveTo>
                  <a:lnTo>
                    <a:pt x="284138" y="17374"/>
                  </a:lnTo>
                  <a:lnTo>
                    <a:pt x="265885" y="7883"/>
                  </a:lnTo>
                  <a:close/>
                </a:path>
              </a:pathLst>
            </a:custGeom>
            <a:solidFill>
              <a:srgbClr val="6BC495"/>
            </a:solidFill>
            <a:ln w="4001">
              <a:solidFill>
                <a:srgbClr val="B0E0C7"/>
              </a:solidFill>
            </a:ln>
          </p:spPr>
        </p:sp>
        <p:sp>
          <p:nvSpPr>
            <p:cNvPr id="4051" name="Match_B2__4050">
              <a:extLst>
                <a:ext uri="{FF2B5EF4-FFF2-40B4-BE49-F238E27FC236}">
                  <a16:creationId xmlns:a16="http://schemas.microsoft.com/office/drawing/2014/main" id="{E4FCADA1-BE6F-5E2E-6E68-E61D0CBE9F35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4098509"/>
              <a:ext cx="289046" cy="497446"/>
            </a:xfrm>
            <a:custGeom>
              <a:avLst/>
              <a:gdLst/>
              <a:ahLst/>
              <a:cxnLst/>
              <a:rect l="0" t="0" r="0" b="0"/>
              <a:pathLst>
                <a:path w="289046" h="497446">
                  <a:moveTo>
                    <a:pt x="36131" y="470775"/>
                  </a:moveTo>
                  <a:lnTo>
                    <a:pt x="36131" y="487912"/>
                  </a:lnTo>
                  <a:lnTo>
                    <a:pt x="53090" y="470775"/>
                  </a:lnTo>
                  <a:close/>
                  <a:moveTo>
                    <a:pt x="53090" y="470775"/>
                  </a:moveTo>
                  <a:lnTo>
                    <a:pt x="70446" y="497446"/>
                  </a:lnTo>
                  <a:lnTo>
                    <a:pt x="72261" y="477216"/>
                  </a:lnTo>
                  <a:close/>
                  <a:moveTo>
                    <a:pt x="108392" y="497446"/>
                  </a:moveTo>
                  <a:lnTo>
                    <a:pt x="108392" y="477884"/>
                  </a:lnTo>
                  <a:lnTo>
                    <a:pt x="72261" y="477216"/>
                  </a:lnTo>
                  <a:close/>
                  <a:moveTo>
                    <a:pt x="108392" y="477884"/>
                  </a:moveTo>
                  <a:lnTo>
                    <a:pt x="144523" y="489529"/>
                  </a:lnTo>
                  <a:lnTo>
                    <a:pt x="144523" y="470775"/>
                  </a:lnTo>
                  <a:close/>
                  <a:moveTo>
                    <a:pt x="0" y="444105"/>
                  </a:moveTo>
                  <a:lnTo>
                    <a:pt x="0" y="460536"/>
                  </a:lnTo>
                  <a:lnTo>
                    <a:pt x="20653" y="444105"/>
                  </a:lnTo>
                  <a:close/>
                  <a:moveTo>
                    <a:pt x="20653" y="444105"/>
                  </a:moveTo>
                  <a:lnTo>
                    <a:pt x="8522" y="470775"/>
                  </a:lnTo>
                  <a:lnTo>
                    <a:pt x="36131" y="461114"/>
                  </a:lnTo>
                  <a:close/>
                  <a:moveTo>
                    <a:pt x="36131" y="461114"/>
                  </a:moveTo>
                  <a:lnTo>
                    <a:pt x="8522" y="470775"/>
                  </a:lnTo>
                  <a:lnTo>
                    <a:pt x="36131" y="470775"/>
                  </a:lnTo>
                  <a:close/>
                  <a:moveTo>
                    <a:pt x="144523" y="465882"/>
                  </a:moveTo>
                  <a:lnTo>
                    <a:pt x="180654" y="469235"/>
                  </a:lnTo>
                  <a:lnTo>
                    <a:pt x="180654" y="444105"/>
                  </a:lnTo>
                  <a:close/>
                  <a:moveTo>
                    <a:pt x="144523" y="470775"/>
                  </a:moveTo>
                  <a:lnTo>
                    <a:pt x="180654" y="469235"/>
                  </a:lnTo>
                  <a:lnTo>
                    <a:pt x="144523" y="465882"/>
                  </a:lnTo>
                  <a:close/>
                  <a:moveTo>
                    <a:pt x="16813" y="417434"/>
                  </a:moveTo>
                  <a:lnTo>
                    <a:pt x="0" y="417434"/>
                  </a:lnTo>
                  <a:lnTo>
                    <a:pt x="0" y="444105"/>
                  </a:lnTo>
                  <a:close/>
                  <a:moveTo>
                    <a:pt x="180654" y="428797"/>
                  </a:moveTo>
                  <a:lnTo>
                    <a:pt x="216784" y="417434"/>
                  </a:lnTo>
                  <a:lnTo>
                    <a:pt x="186755" y="417434"/>
                  </a:lnTo>
                  <a:close/>
                  <a:moveTo>
                    <a:pt x="180654" y="428797"/>
                  </a:moveTo>
                  <a:lnTo>
                    <a:pt x="216784" y="423963"/>
                  </a:lnTo>
                  <a:lnTo>
                    <a:pt x="216784" y="417434"/>
                  </a:lnTo>
                  <a:close/>
                  <a:moveTo>
                    <a:pt x="180654" y="444105"/>
                  </a:moveTo>
                  <a:lnTo>
                    <a:pt x="216784" y="423963"/>
                  </a:lnTo>
                  <a:lnTo>
                    <a:pt x="180654" y="428797"/>
                  </a:lnTo>
                  <a:close/>
                  <a:moveTo>
                    <a:pt x="29440" y="390763"/>
                  </a:moveTo>
                  <a:lnTo>
                    <a:pt x="0" y="390763"/>
                  </a:lnTo>
                  <a:lnTo>
                    <a:pt x="0" y="417434"/>
                  </a:lnTo>
                  <a:close/>
                  <a:moveTo>
                    <a:pt x="216784" y="417434"/>
                  </a:moveTo>
                  <a:lnTo>
                    <a:pt x="216784" y="390763"/>
                  </a:lnTo>
                  <a:lnTo>
                    <a:pt x="186755" y="417434"/>
                  </a:lnTo>
                  <a:close/>
                  <a:moveTo>
                    <a:pt x="36131" y="364093"/>
                  </a:moveTo>
                  <a:lnTo>
                    <a:pt x="17324" y="364093"/>
                  </a:lnTo>
                  <a:lnTo>
                    <a:pt x="36131" y="383198"/>
                  </a:lnTo>
                  <a:close/>
                  <a:moveTo>
                    <a:pt x="36131" y="383198"/>
                  </a:moveTo>
                  <a:lnTo>
                    <a:pt x="0" y="386984"/>
                  </a:lnTo>
                  <a:lnTo>
                    <a:pt x="29440" y="390763"/>
                  </a:lnTo>
                  <a:close/>
                  <a:moveTo>
                    <a:pt x="29440" y="390763"/>
                  </a:moveTo>
                  <a:lnTo>
                    <a:pt x="0" y="386984"/>
                  </a:lnTo>
                  <a:lnTo>
                    <a:pt x="0" y="390763"/>
                  </a:lnTo>
                  <a:close/>
                  <a:moveTo>
                    <a:pt x="216784" y="364093"/>
                  </a:moveTo>
                  <a:lnTo>
                    <a:pt x="216784" y="390763"/>
                  </a:lnTo>
                  <a:lnTo>
                    <a:pt x="234545" y="390763"/>
                  </a:lnTo>
                  <a:close/>
                  <a:moveTo>
                    <a:pt x="216784" y="390763"/>
                  </a:moveTo>
                  <a:lnTo>
                    <a:pt x="216784" y="364093"/>
                  </a:lnTo>
                  <a:lnTo>
                    <a:pt x="194430" y="390763"/>
                  </a:lnTo>
                  <a:close/>
                  <a:moveTo>
                    <a:pt x="72261" y="337422"/>
                  </a:moveTo>
                  <a:lnTo>
                    <a:pt x="40089" y="337422"/>
                  </a:lnTo>
                  <a:lnTo>
                    <a:pt x="72261" y="349733"/>
                  </a:lnTo>
                  <a:close/>
                  <a:moveTo>
                    <a:pt x="72261" y="349733"/>
                  </a:moveTo>
                  <a:lnTo>
                    <a:pt x="36131" y="341935"/>
                  </a:lnTo>
                  <a:lnTo>
                    <a:pt x="57186" y="364093"/>
                  </a:lnTo>
                  <a:close/>
                  <a:moveTo>
                    <a:pt x="57186" y="364093"/>
                  </a:moveTo>
                  <a:lnTo>
                    <a:pt x="36131" y="341935"/>
                  </a:lnTo>
                  <a:lnTo>
                    <a:pt x="36131" y="364093"/>
                  </a:lnTo>
                  <a:close/>
                  <a:moveTo>
                    <a:pt x="216784" y="337422"/>
                  </a:moveTo>
                  <a:lnTo>
                    <a:pt x="216784" y="364093"/>
                  </a:lnTo>
                  <a:lnTo>
                    <a:pt x="252915" y="337422"/>
                  </a:lnTo>
                  <a:close/>
                  <a:moveTo>
                    <a:pt x="55042" y="310751"/>
                  </a:moveTo>
                  <a:lnTo>
                    <a:pt x="72261" y="337422"/>
                  </a:lnTo>
                  <a:lnTo>
                    <a:pt x="72261" y="310751"/>
                  </a:lnTo>
                  <a:close/>
                  <a:moveTo>
                    <a:pt x="104753" y="310751"/>
                  </a:moveTo>
                  <a:lnTo>
                    <a:pt x="72261" y="310751"/>
                  </a:lnTo>
                  <a:lnTo>
                    <a:pt x="72261" y="337422"/>
                  </a:lnTo>
                  <a:close/>
                  <a:moveTo>
                    <a:pt x="216784" y="337422"/>
                  </a:moveTo>
                  <a:lnTo>
                    <a:pt x="252915" y="337422"/>
                  </a:lnTo>
                  <a:lnTo>
                    <a:pt x="252915" y="310751"/>
                  </a:lnTo>
                  <a:close/>
                  <a:moveTo>
                    <a:pt x="216784" y="337422"/>
                  </a:moveTo>
                  <a:lnTo>
                    <a:pt x="252915" y="310751"/>
                  </a:lnTo>
                  <a:lnTo>
                    <a:pt x="216784" y="310751"/>
                  </a:lnTo>
                  <a:close/>
                  <a:moveTo>
                    <a:pt x="105245" y="284080"/>
                  </a:moveTo>
                  <a:lnTo>
                    <a:pt x="72261" y="284080"/>
                  </a:lnTo>
                  <a:lnTo>
                    <a:pt x="72261" y="310751"/>
                  </a:lnTo>
                  <a:close/>
                  <a:moveTo>
                    <a:pt x="216784" y="310751"/>
                  </a:moveTo>
                  <a:lnTo>
                    <a:pt x="252915" y="310751"/>
                  </a:lnTo>
                  <a:lnTo>
                    <a:pt x="252915" y="284080"/>
                  </a:lnTo>
                  <a:close/>
                  <a:moveTo>
                    <a:pt x="216784" y="310751"/>
                  </a:moveTo>
                  <a:lnTo>
                    <a:pt x="252915" y="284080"/>
                  </a:lnTo>
                  <a:lnTo>
                    <a:pt x="216784" y="284080"/>
                  </a:lnTo>
                  <a:close/>
                  <a:moveTo>
                    <a:pt x="93293" y="257410"/>
                  </a:moveTo>
                  <a:lnTo>
                    <a:pt x="72261" y="257410"/>
                  </a:lnTo>
                  <a:lnTo>
                    <a:pt x="72261" y="284080"/>
                  </a:lnTo>
                  <a:close/>
                  <a:moveTo>
                    <a:pt x="219145" y="257410"/>
                  </a:moveTo>
                  <a:lnTo>
                    <a:pt x="216784" y="278200"/>
                  </a:lnTo>
                  <a:lnTo>
                    <a:pt x="252915" y="257410"/>
                  </a:lnTo>
                  <a:close/>
                  <a:moveTo>
                    <a:pt x="252915" y="257410"/>
                  </a:moveTo>
                  <a:lnTo>
                    <a:pt x="216784" y="278200"/>
                  </a:lnTo>
                  <a:lnTo>
                    <a:pt x="216784" y="284080"/>
                  </a:lnTo>
                  <a:close/>
                  <a:moveTo>
                    <a:pt x="252915" y="257410"/>
                  </a:moveTo>
                  <a:lnTo>
                    <a:pt x="216784" y="284080"/>
                  </a:lnTo>
                  <a:lnTo>
                    <a:pt x="252915" y="284080"/>
                  </a:lnTo>
                  <a:close/>
                  <a:moveTo>
                    <a:pt x="41696" y="230739"/>
                  </a:moveTo>
                  <a:lnTo>
                    <a:pt x="72261" y="257410"/>
                  </a:lnTo>
                  <a:lnTo>
                    <a:pt x="72261" y="230739"/>
                  </a:lnTo>
                  <a:close/>
                  <a:moveTo>
                    <a:pt x="252915" y="257410"/>
                  </a:moveTo>
                  <a:lnTo>
                    <a:pt x="252915" y="230739"/>
                  </a:lnTo>
                  <a:lnTo>
                    <a:pt x="219145" y="257410"/>
                  </a:lnTo>
                  <a:close/>
                  <a:moveTo>
                    <a:pt x="252915" y="230739"/>
                  </a:moveTo>
                  <a:lnTo>
                    <a:pt x="224444" y="230739"/>
                  </a:lnTo>
                  <a:lnTo>
                    <a:pt x="219145" y="257410"/>
                  </a:lnTo>
                  <a:close/>
                  <a:moveTo>
                    <a:pt x="36131" y="204068"/>
                  </a:moveTo>
                  <a:lnTo>
                    <a:pt x="36131" y="211062"/>
                  </a:lnTo>
                  <a:lnTo>
                    <a:pt x="64060" y="204068"/>
                  </a:lnTo>
                  <a:close/>
                  <a:moveTo>
                    <a:pt x="64060" y="204068"/>
                  </a:moveTo>
                  <a:lnTo>
                    <a:pt x="41696" y="230739"/>
                  </a:lnTo>
                  <a:lnTo>
                    <a:pt x="72261" y="224658"/>
                  </a:lnTo>
                  <a:close/>
                  <a:moveTo>
                    <a:pt x="72261" y="224658"/>
                  </a:moveTo>
                  <a:lnTo>
                    <a:pt x="41696" y="230739"/>
                  </a:lnTo>
                  <a:lnTo>
                    <a:pt x="72261" y="230739"/>
                  </a:lnTo>
                  <a:close/>
                  <a:moveTo>
                    <a:pt x="252915" y="230739"/>
                  </a:moveTo>
                  <a:lnTo>
                    <a:pt x="252915" y="204068"/>
                  </a:lnTo>
                  <a:lnTo>
                    <a:pt x="224444" y="230739"/>
                  </a:lnTo>
                  <a:close/>
                  <a:moveTo>
                    <a:pt x="252915" y="204068"/>
                  </a:moveTo>
                  <a:lnTo>
                    <a:pt x="230505" y="204068"/>
                  </a:lnTo>
                  <a:lnTo>
                    <a:pt x="224444" y="230739"/>
                  </a:lnTo>
                  <a:close/>
                  <a:moveTo>
                    <a:pt x="64060" y="204068"/>
                  </a:moveTo>
                  <a:lnTo>
                    <a:pt x="62661" y="177398"/>
                  </a:lnTo>
                  <a:lnTo>
                    <a:pt x="36131" y="204068"/>
                  </a:lnTo>
                  <a:close/>
                  <a:moveTo>
                    <a:pt x="62661" y="177398"/>
                  </a:moveTo>
                  <a:lnTo>
                    <a:pt x="36131" y="177398"/>
                  </a:lnTo>
                  <a:lnTo>
                    <a:pt x="36131" y="204068"/>
                  </a:lnTo>
                  <a:close/>
                  <a:moveTo>
                    <a:pt x="252915" y="204068"/>
                  </a:moveTo>
                  <a:lnTo>
                    <a:pt x="252915" y="177398"/>
                  </a:lnTo>
                  <a:lnTo>
                    <a:pt x="230505" y="204068"/>
                  </a:lnTo>
                  <a:close/>
                  <a:moveTo>
                    <a:pt x="41425" y="150727"/>
                  </a:moveTo>
                  <a:lnTo>
                    <a:pt x="36131" y="177398"/>
                  </a:lnTo>
                  <a:lnTo>
                    <a:pt x="62661" y="177398"/>
                  </a:lnTo>
                  <a:close/>
                  <a:moveTo>
                    <a:pt x="41425" y="150727"/>
                  </a:moveTo>
                  <a:lnTo>
                    <a:pt x="62661" y="177398"/>
                  </a:lnTo>
                  <a:lnTo>
                    <a:pt x="71362" y="150727"/>
                  </a:lnTo>
                  <a:close/>
                  <a:moveTo>
                    <a:pt x="252915" y="150727"/>
                  </a:moveTo>
                  <a:lnTo>
                    <a:pt x="252915" y="177398"/>
                  </a:lnTo>
                  <a:lnTo>
                    <a:pt x="268226" y="177398"/>
                  </a:lnTo>
                  <a:close/>
                  <a:moveTo>
                    <a:pt x="252915" y="177398"/>
                  </a:moveTo>
                  <a:lnTo>
                    <a:pt x="252915" y="150727"/>
                  </a:lnTo>
                  <a:lnTo>
                    <a:pt x="236103" y="177398"/>
                  </a:lnTo>
                  <a:close/>
                  <a:moveTo>
                    <a:pt x="55373" y="124056"/>
                  </a:moveTo>
                  <a:lnTo>
                    <a:pt x="72261" y="149154"/>
                  </a:lnTo>
                  <a:lnTo>
                    <a:pt x="72261" y="124056"/>
                  </a:lnTo>
                  <a:close/>
                  <a:moveTo>
                    <a:pt x="71362" y="150727"/>
                  </a:moveTo>
                  <a:lnTo>
                    <a:pt x="72261" y="149154"/>
                  </a:lnTo>
                  <a:lnTo>
                    <a:pt x="55373" y="124056"/>
                  </a:lnTo>
                  <a:close/>
                  <a:moveTo>
                    <a:pt x="252915" y="124056"/>
                  </a:moveTo>
                  <a:lnTo>
                    <a:pt x="252915" y="150727"/>
                  </a:lnTo>
                  <a:lnTo>
                    <a:pt x="275892" y="150727"/>
                  </a:lnTo>
                  <a:close/>
                  <a:moveTo>
                    <a:pt x="107716" y="97386"/>
                  </a:moveTo>
                  <a:lnTo>
                    <a:pt x="72261" y="97386"/>
                  </a:lnTo>
                  <a:lnTo>
                    <a:pt x="72261" y="124056"/>
                  </a:lnTo>
                  <a:close/>
                  <a:moveTo>
                    <a:pt x="252915" y="120289"/>
                  </a:moveTo>
                  <a:lnTo>
                    <a:pt x="289046" y="97386"/>
                  </a:lnTo>
                  <a:lnTo>
                    <a:pt x="261026" y="97386"/>
                  </a:lnTo>
                  <a:close/>
                  <a:moveTo>
                    <a:pt x="252915" y="120289"/>
                  </a:moveTo>
                  <a:lnTo>
                    <a:pt x="289046" y="119363"/>
                  </a:lnTo>
                  <a:lnTo>
                    <a:pt x="289046" y="97386"/>
                  </a:lnTo>
                  <a:close/>
                  <a:moveTo>
                    <a:pt x="252915" y="124056"/>
                  </a:moveTo>
                  <a:lnTo>
                    <a:pt x="289046" y="119363"/>
                  </a:lnTo>
                  <a:lnTo>
                    <a:pt x="252915" y="120289"/>
                  </a:lnTo>
                  <a:close/>
                  <a:moveTo>
                    <a:pt x="108392" y="70715"/>
                  </a:moveTo>
                  <a:lnTo>
                    <a:pt x="88567" y="70715"/>
                  </a:lnTo>
                  <a:lnTo>
                    <a:pt x="108392" y="96323"/>
                  </a:lnTo>
                  <a:close/>
                  <a:moveTo>
                    <a:pt x="108392" y="96323"/>
                  </a:moveTo>
                  <a:lnTo>
                    <a:pt x="72261" y="97368"/>
                  </a:lnTo>
                  <a:lnTo>
                    <a:pt x="107716" y="97386"/>
                  </a:lnTo>
                  <a:close/>
                  <a:moveTo>
                    <a:pt x="289046" y="97386"/>
                  </a:moveTo>
                  <a:lnTo>
                    <a:pt x="289046" y="70715"/>
                  </a:lnTo>
                  <a:lnTo>
                    <a:pt x="261026" y="97386"/>
                  </a:lnTo>
                  <a:close/>
                  <a:moveTo>
                    <a:pt x="108392" y="70715"/>
                  </a:moveTo>
                  <a:lnTo>
                    <a:pt x="144523" y="44044"/>
                  </a:lnTo>
                  <a:lnTo>
                    <a:pt x="108392" y="44044"/>
                  </a:lnTo>
                  <a:close/>
                  <a:moveTo>
                    <a:pt x="252915" y="44044"/>
                  </a:moveTo>
                  <a:lnTo>
                    <a:pt x="289046" y="70715"/>
                  </a:lnTo>
                  <a:lnTo>
                    <a:pt x="289046" y="44044"/>
                  </a:lnTo>
                  <a:close/>
                  <a:moveTo>
                    <a:pt x="144523" y="44044"/>
                  </a:moveTo>
                  <a:lnTo>
                    <a:pt x="180654" y="17374"/>
                  </a:lnTo>
                  <a:lnTo>
                    <a:pt x="144523" y="17374"/>
                  </a:lnTo>
                  <a:close/>
                  <a:moveTo>
                    <a:pt x="252915" y="44044"/>
                  </a:moveTo>
                  <a:lnTo>
                    <a:pt x="289046" y="44044"/>
                  </a:lnTo>
                  <a:lnTo>
                    <a:pt x="252915" y="17374"/>
                  </a:lnTo>
                  <a:close/>
                  <a:moveTo>
                    <a:pt x="216784" y="17374"/>
                  </a:moveTo>
                  <a:lnTo>
                    <a:pt x="252915" y="44044"/>
                  </a:lnTo>
                  <a:lnTo>
                    <a:pt x="252915" y="17374"/>
                  </a:lnTo>
                  <a:close/>
                  <a:moveTo>
                    <a:pt x="180654" y="17374"/>
                  </a:moveTo>
                  <a:lnTo>
                    <a:pt x="216784" y="17374"/>
                  </a:lnTo>
                  <a:lnTo>
                    <a:pt x="216784" y="0"/>
                  </a:lnTo>
                  <a:close/>
                  <a:moveTo>
                    <a:pt x="216784" y="17374"/>
                  </a:moveTo>
                  <a:lnTo>
                    <a:pt x="180654" y="17374"/>
                  </a:lnTo>
                  <a:lnTo>
                    <a:pt x="216784" y="30218"/>
                  </a:lnTo>
                  <a:close/>
                </a:path>
              </a:pathLst>
            </a:custGeom>
            <a:solidFill>
              <a:srgbClr val="70C699"/>
            </a:solidFill>
            <a:ln w="4001">
              <a:solidFill>
                <a:srgbClr val="B0E0C7"/>
              </a:solidFill>
            </a:ln>
          </p:spPr>
        </p:sp>
        <p:sp>
          <p:nvSpPr>
            <p:cNvPr id="4052" name="Match_B2__4051">
              <a:extLst>
                <a:ext uri="{FF2B5EF4-FFF2-40B4-BE49-F238E27FC236}">
                  <a16:creationId xmlns:a16="http://schemas.microsoft.com/office/drawing/2014/main" id="{95BAAE36-E90C-E99F-A8D8-C7BFAB1F9BDF}"/>
                </a:ext>
              </a:extLst>
            </p:cNvPr>
            <p:cNvSpPr>
              <a:spLocks noGrp="1"/>
            </p:cNvSpPr>
            <p:nvPr/>
          </p:nvSpPr>
          <p:spPr>
            <a:xfrm>
              <a:off x="8412538" y="4115882"/>
              <a:ext cx="289046" cy="460510"/>
            </a:xfrm>
            <a:custGeom>
              <a:avLst/>
              <a:gdLst/>
              <a:ahLst/>
              <a:cxnLst/>
              <a:rect l="0" t="0" r="0" b="0"/>
              <a:pathLst>
                <a:path w="289046" h="460510">
                  <a:moveTo>
                    <a:pt x="108392" y="460510"/>
                  </a:moveTo>
                  <a:lnTo>
                    <a:pt x="144523" y="453402"/>
                  </a:lnTo>
                  <a:lnTo>
                    <a:pt x="132792" y="453402"/>
                  </a:lnTo>
                  <a:close/>
                  <a:moveTo>
                    <a:pt x="36131" y="453402"/>
                  </a:moveTo>
                  <a:lnTo>
                    <a:pt x="53090" y="453402"/>
                  </a:lnTo>
                  <a:lnTo>
                    <a:pt x="36131" y="443741"/>
                  </a:lnTo>
                  <a:close/>
                  <a:moveTo>
                    <a:pt x="144523" y="448509"/>
                  </a:moveTo>
                  <a:lnTo>
                    <a:pt x="180654" y="426731"/>
                  </a:lnTo>
                  <a:lnTo>
                    <a:pt x="170782" y="426731"/>
                  </a:lnTo>
                  <a:close/>
                  <a:moveTo>
                    <a:pt x="132792" y="453402"/>
                  </a:moveTo>
                  <a:lnTo>
                    <a:pt x="144523" y="453402"/>
                  </a:lnTo>
                  <a:lnTo>
                    <a:pt x="144523" y="448509"/>
                  </a:lnTo>
                  <a:close/>
                  <a:moveTo>
                    <a:pt x="20653" y="426731"/>
                  </a:moveTo>
                  <a:lnTo>
                    <a:pt x="16813" y="400060"/>
                  </a:lnTo>
                  <a:lnTo>
                    <a:pt x="0" y="426731"/>
                  </a:lnTo>
                  <a:close/>
                  <a:moveTo>
                    <a:pt x="170782" y="426731"/>
                  </a:moveTo>
                  <a:lnTo>
                    <a:pt x="180654" y="426731"/>
                  </a:lnTo>
                  <a:lnTo>
                    <a:pt x="180654" y="411424"/>
                  </a:lnTo>
                  <a:close/>
                  <a:moveTo>
                    <a:pt x="16813" y="400060"/>
                  </a:moveTo>
                  <a:lnTo>
                    <a:pt x="29440" y="373390"/>
                  </a:lnTo>
                  <a:lnTo>
                    <a:pt x="0" y="400060"/>
                  </a:lnTo>
                  <a:close/>
                  <a:moveTo>
                    <a:pt x="216784" y="373390"/>
                  </a:moveTo>
                  <a:lnTo>
                    <a:pt x="194430" y="373390"/>
                  </a:lnTo>
                  <a:lnTo>
                    <a:pt x="186755" y="400060"/>
                  </a:lnTo>
                  <a:close/>
                  <a:moveTo>
                    <a:pt x="216784" y="346719"/>
                  </a:moveTo>
                  <a:lnTo>
                    <a:pt x="200121" y="346719"/>
                  </a:lnTo>
                  <a:lnTo>
                    <a:pt x="194430" y="373390"/>
                  </a:lnTo>
                  <a:close/>
                  <a:moveTo>
                    <a:pt x="36131" y="346719"/>
                  </a:moveTo>
                  <a:lnTo>
                    <a:pt x="36131" y="365824"/>
                  </a:lnTo>
                  <a:lnTo>
                    <a:pt x="57186" y="346719"/>
                  </a:lnTo>
                  <a:close/>
                  <a:moveTo>
                    <a:pt x="216784" y="346719"/>
                  </a:moveTo>
                  <a:lnTo>
                    <a:pt x="216784" y="320048"/>
                  </a:lnTo>
                  <a:lnTo>
                    <a:pt x="200121" y="346719"/>
                  </a:lnTo>
                  <a:close/>
                  <a:moveTo>
                    <a:pt x="216784" y="320048"/>
                  </a:moveTo>
                  <a:lnTo>
                    <a:pt x="206255" y="320048"/>
                  </a:lnTo>
                  <a:lnTo>
                    <a:pt x="200121" y="346719"/>
                  </a:lnTo>
                  <a:close/>
                  <a:moveTo>
                    <a:pt x="88189" y="320048"/>
                  </a:moveTo>
                  <a:lnTo>
                    <a:pt x="104753" y="293378"/>
                  </a:lnTo>
                  <a:lnTo>
                    <a:pt x="72261" y="320048"/>
                  </a:lnTo>
                  <a:close/>
                  <a:moveTo>
                    <a:pt x="72261" y="320048"/>
                  </a:moveTo>
                  <a:lnTo>
                    <a:pt x="72261" y="332360"/>
                  </a:lnTo>
                  <a:lnTo>
                    <a:pt x="88189" y="320048"/>
                  </a:lnTo>
                  <a:close/>
                  <a:moveTo>
                    <a:pt x="216784" y="320048"/>
                  </a:moveTo>
                  <a:lnTo>
                    <a:pt x="216784" y="293378"/>
                  </a:lnTo>
                  <a:lnTo>
                    <a:pt x="206255" y="320048"/>
                  </a:lnTo>
                  <a:close/>
                  <a:moveTo>
                    <a:pt x="216784" y="293378"/>
                  </a:moveTo>
                  <a:lnTo>
                    <a:pt x="211853" y="293378"/>
                  </a:lnTo>
                  <a:lnTo>
                    <a:pt x="206255" y="320048"/>
                  </a:lnTo>
                  <a:close/>
                  <a:moveTo>
                    <a:pt x="104753" y="293378"/>
                  </a:moveTo>
                  <a:lnTo>
                    <a:pt x="105245" y="266707"/>
                  </a:lnTo>
                  <a:lnTo>
                    <a:pt x="72261" y="293378"/>
                  </a:lnTo>
                  <a:close/>
                  <a:moveTo>
                    <a:pt x="216784" y="293378"/>
                  </a:moveTo>
                  <a:lnTo>
                    <a:pt x="216784" y="266707"/>
                  </a:lnTo>
                  <a:lnTo>
                    <a:pt x="211853" y="293378"/>
                  </a:lnTo>
                  <a:close/>
                  <a:moveTo>
                    <a:pt x="216784" y="266707"/>
                  </a:moveTo>
                  <a:lnTo>
                    <a:pt x="215598" y="266707"/>
                  </a:lnTo>
                  <a:lnTo>
                    <a:pt x="211853" y="293378"/>
                  </a:lnTo>
                  <a:close/>
                  <a:moveTo>
                    <a:pt x="105245" y="266707"/>
                  </a:moveTo>
                  <a:lnTo>
                    <a:pt x="93293" y="240036"/>
                  </a:lnTo>
                  <a:lnTo>
                    <a:pt x="72261" y="266707"/>
                  </a:lnTo>
                  <a:close/>
                  <a:moveTo>
                    <a:pt x="215598" y="266707"/>
                  </a:moveTo>
                  <a:lnTo>
                    <a:pt x="216784" y="266707"/>
                  </a:lnTo>
                  <a:lnTo>
                    <a:pt x="216784" y="260827"/>
                  </a:lnTo>
                  <a:close/>
                  <a:moveTo>
                    <a:pt x="93293" y="240036"/>
                  </a:moveTo>
                  <a:lnTo>
                    <a:pt x="75445" y="213366"/>
                  </a:lnTo>
                  <a:lnTo>
                    <a:pt x="72261" y="240036"/>
                  </a:lnTo>
                  <a:close/>
                  <a:moveTo>
                    <a:pt x="75445" y="213366"/>
                  </a:moveTo>
                  <a:lnTo>
                    <a:pt x="72261" y="213366"/>
                  </a:lnTo>
                  <a:lnTo>
                    <a:pt x="72261" y="240036"/>
                  </a:lnTo>
                  <a:close/>
                  <a:moveTo>
                    <a:pt x="72261" y="213366"/>
                  </a:moveTo>
                  <a:lnTo>
                    <a:pt x="75445" y="213366"/>
                  </a:lnTo>
                  <a:lnTo>
                    <a:pt x="72261" y="207284"/>
                  </a:lnTo>
                  <a:close/>
                  <a:moveTo>
                    <a:pt x="252915" y="160024"/>
                  </a:moveTo>
                  <a:lnTo>
                    <a:pt x="236103" y="160024"/>
                  </a:lnTo>
                  <a:lnTo>
                    <a:pt x="230505" y="186695"/>
                  </a:lnTo>
                  <a:close/>
                  <a:moveTo>
                    <a:pt x="252915" y="133353"/>
                  </a:moveTo>
                  <a:lnTo>
                    <a:pt x="242217" y="133353"/>
                  </a:lnTo>
                  <a:lnTo>
                    <a:pt x="236103" y="160024"/>
                  </a:lnTo>
                  <a:close/>
                  <a:moveTo>
                    <a:pt x="252915" y="133353"/>
                  </a:moveTo>
                  <a:lnTo>
                    <a:pt x="252915" y="106683"/>
                  </a:lnTo>
                  <a:lnTo>
                    <a:pt x="242217" y="133353"/>
                  </a:lnTo>
                  <a:close/>
                  <a:moveTo>
                    <a:pt x="252915" y="106683"/>
                  </a:moveTo>
                  <a:lnTo>
                    <a:pt x="251460" y="106683"/>
                  </a:lnTo>
                  <a:lnTo>
                    <a:pt x="242217" y="133353"/>
                  </a:lnTo>
                  <a:close/>
                  <a:moveTo>
                    <a:pt x="89211" y="106683"/>
                  </a:moveTo>
                  <a:lnTo>
                    <a:pt x="107716" y="80012"/>
                  </a:lnTo>
                  <a:lnTo>
                    <a:pt x="72261" y="106683"/>
                  </a:lnTo>
                  <a:close/>
                  <a:moveTo>
                    <a:pt x="72261" y="106683"/>
                  </a:moveTo>
                  <a:lnTo>
                    <a:pt x="72261" y="131781"/>
                  </a:lnTo>
                  <a:lnTo>
                    <a:pt x="89211" y="106683"/>
                  </a:lnTo>
                  <a:close/>
                  <a:moveTo>
                    <a:pt x="251460" y="106683"/>
                  </a:moveTo>
                  <a:lnTo>
                    <a:pt x="252915" y="106683"/>
                  </a:lnTo>
                  <a:lnTo>
                    <a:pt x="252915" y="102915"/>
                  </a:lnTo>
                  <a:close/>
                  <a:moveTo>
                    <a:pt x="289046" y="53341"/>
                  </a:moveTo>
                  <a:lnTo>
                    <a:pt x="264049" y="53341"/>
                  </a:lnTo>
                  <a:lnTo>
                    <a:pt x="261026" y="80012"/>
                  </a:lnTo>
                  <a:close/>
                  <a:moveTo>
                    <a:pt x="128123" y="53341"/>
                  </a:moveTo>
                  <a:lnTo>
                    <a:pt x="144523" y="34528"/>
                  </a:lnTo>
                  <a:lnTo>
                    <a:pt x="108392" y="53341"/>
                  </a:lnTo>
                  <a:close/>
                  <a:moveTo>
                    <a:pt x="108392" y="53341"/>
                  </a:moveTo>
                  <a:lnTo>
                    <a:pt x="144523" y="34528"/>
                  </a:lnTo>
                  <a:lnTo>
                    <a:pt x="144523" y="26671"/>
                  </a:lnTo>
                  <a:close/>
                  <a:moveTo>
                    <a:pt x="108392" y="53341"/>
                  </a:moveTo>
                  <a:lnTo>
                    <a:pt x="108392" y="78949"/>
                  </a:lnTo>
                  <a:lnTo>
                    <a:pt x="128123" y="53341"/>
                  </a:lnTo>
                  <a:close/>
                  <a:moveTo>
                    <a:pt x="252915" y="29125"/>
                  </a:moveTo>
                  <a:lnTo>
                    <a:pt x="264049" y="53341"/>
                  </a:lnTo>
                  <a:lnTo>
                    <a:pt x="252915" y="26671"/>
                  </a:lnTo>
                  <a:close/>
                  <a:moveTo>
                    <a:pt x="252915" y="26671"/>
                  </a:moveTo>
                  <a:lnTo>
                    <a:pt x="264049" y="53341"/>
                  </a:lnTo>
                  <a:lnTo>
                    <a:pt x="289046" y="53341"/>
                  </a:lnTo>
                  <a:close/>
                  <a:moveTo>
                    <a:pt x="155908" y="26671"/>
                  </a:moveTo>
                  <a:lnTo>
                    <a:pt x="180654" y="14976"/>
                  </a:lnTo>
                  <a:lnTo>
                    <a:pt x="144523" y="26671"/>
                  </a:lnTo>
                  <a:close/>
                  <a:moveTo>
                    <a:pt x="144523" y="26671"/>
                  </a:moveTo>
                  <a:lnTo>
                    <a:pt x="180654" y="14976"/>
                  </a:lnTo>
                  <a:lnTo>
                    <a:pt x="180654" y="0"/>
                  </a:lnTo>
                  <a:close/>
                  <a:moveTo>
                    <a:pt x="144523" y="26671"/>
                  </a:moveTo>
                  <a:lnTo>
                    <a:pt x="144523" y="34528"/>
                  </a:lnTo>
                  <a:lnTo>
                    <a:pt x="155908" y="26671"/>
                  </a:lnTo>
                  <a:close/>
                  <a:moveTo>
                    <a:pt x="216784" y="12845"/>
                  </a:moveTo>
                  <a:lnTo>
                    <a:pt x="250597" y="26671"/>
                  </a:lnTo>
                  <a:lnTo>
                    <a:pt x="216784" y="0"/>
                  </a:lnTo>
                  <a:close/>
                  <a:moveTo>
                    <a:pt x="216784" y="0"/>
                  </a:moveTo>
                  <a:lnTo>
                    <a:pt x="250597" y="26671"/>
                  </a:lnTo>
                  <a:lnTo>
                    <a:pt x="252915" y="26671"/>
                  </a:lnTo>
                  <a:close/>
                  <a:moveTo>
                    <a:pt x="252915" y="29125"/>
                  </a:moveTo>
                  <a:lnTo>
                    <a:pt x="252915" y="26671"/>
                  </a:lnTo>
                  <a:lnTo>
                    <a:pt x="250597" y="26671"/>
                  </a:lnTo>
                  <a:close/>
                  <a:moveTo>
                    <a:pt x="180654" y="0"/>
                  </a:moveTo>
                  <a:lnTo>
                    <a:pt x="180654" y="14976"/>
                  </a:lnTo>
                  <a:lnTo>
                    <a:pt x="216784" y="12845"/>
                  </a:lnTo>
                  <a:close/>
                  <a:moveTo>
                    <a:pt x="53090" y="453402"/>
                  </a:moveTo>
                  <a:lnTo>
                    <a:pt x="72261" y="459842"/>
                  </a:lnTo>
                  <a:lnTo>
                    <a:pt x="72261" y="453402"/>
                  </a:lnTo>
                  <a:close/>
                  <a:moveTo>
                    <a:pt x="72261" y="453402"/>
                  </a:moveTo>
                  <a:lnTo>
                    <a:pt x="36131" y="443741"/>
                  </a:lnTo>
                  <a:lnTo>
                    <a:pt x="53090" y="453402"/>
                  </a:lnTo>
                  <a:close/>
                  <a:moveTo>
                    <a:pt x="36131" y="426731"/>
                  </a:moveTo>
                  <a:lnTo>
                    <a:pt x="36131" y="443741"/>
                  </a:lnTo>
                  <a:lnTo>
                    <a:pt x="72261" y="453402"/>
                  </a:lnTo>
                  <a:close/>
                  <a:moveTo>
                    <a:pt x="108392" y="453402"/>
                  </a:moveTo>
                  <a:lnTo>
                    <a:pt x="72261" y="459842"/>
                  </a:lnTo>
                  <a:lnTo>
                    <a:pt x="108392" y="460510"/>
                  </a:lnTo>
                  <a:close/>
                  <a:moveTo>
                    <a:pt x="108392" y="453402"/>
                  </a:moveTo>
                  <a:lnTo>
                    <a:pt x="72261" y="453402"/>
                  </a:lnTo>
                  <a:lnTo>
                    <a:pt x="72261" y="459842"/>
                  </a:lnTo>
                  <a:close/>
                  <a:moveTo>
                    <a:pt x="108392" y="453402"/>
                  </a:moveTo>
                  <a:lnTo>
                    <a:pt x="108392" y="460510"/>
                  </a:lnTo>
                  <a:lnTo>
                    <a:pt x="132792" y="453402"/>
                  </a:lnTo>
                  <a:close/>
                  <a:moveTo>
                    <a:pt x="144523" y="426731"/>
                  </a:moveTo>
                  <a:lnTo>
                    <a:pt x="132792" y="453402"/>
                  </a:lnTo>
                  <a:lnTo>
                    <a:pt x="144523" y="448509"/>
                  </a:lnTo>
                  <a:close/>
                  <a:moveTo>
                    <a:pt x="108392" y="453402"/>
                  </a:moveTo>
                  <a:lnTo>
                    <a:pt x="132792" y="453402"/>
                  </a:lnTo>
                  <a:lnTo>
                    <a:pt x="144523" y="426731"/>
                  </a:lnTo>
                  <a:close/>
                  <a:moveTo>
                    <a:pt x="20653" y="426731"/>
                  </a:moveTo>
                  <a:lnTo>
                    <a:pt x="36131" y="443741"/>
                  </a:lnTo>
                  <a:lnTo>
                    <a:pt x="36131" y="426731"/>
                  </a:lnTo>
                  <a:close/>
                  <a:moveTo>
                    <a:pt x="16813" y="400060"/>
                  </a:moveTo>
                  <a:lnTo>
                    <a:pt x="20653" y="426731"/>
                  </a:lnTo>
                  <a:lnTo>
                    <a:pt x="36131" y="426731"/>
                  </a:lnTo>
                  <a:close/>
                  <a:moveTo>
                    <a:pt x="144523" y="426731"/>
                  </a:moveTo>
                  <a:lnTo>
                    <a:pt x="144523" y="448509"/>
                  </a:lnTo>
                  <a:lnTo>
                    <a:pt x="170782" y="426731"/>
                  </a:lnTo>
                  <a:close/>
                  <a:moveTo>
                    <a:pt x="180654" y="400060"/>
                  </a:moveTo>
                  <a:lnTo>
                    <a:pt x="170782" y="426731"/>
                  </a:lnTo>
                  <a:lnTo>
                    <a:pt x="180654" y="411424"/>
                  </a:lnTo>
                  <a:close/>
                  <a:moveTo>
                    <a:pt x="144523" y="426731"/>
                  </a:moveTo>
                  <a:lnTo>
                    <a:pt x="170782" y="426731"/>
                  </a:lnTo>
                  <a:lnTo>
                    <a:pt x="180654" y="400060"/>
                  </a:lnTo>
                  <a:close/>
                  <a:moveTo>
                    <a:pt x="29440" y="373390"/>
                  </a:moveTo>
                  <a:lnTo>
                    <a:pt x="36131" y="400060"/>
                  </a:lnTo>
                  <a:lnTo>
                    <a:pt x="36131" y="373390"/>
                  </a:lnTo>
                  <a:close/>
                  <a:moveTo>
                    <a:pt x="29440" y="373390"/>
                  </a:moveTo>
                  <a:lnTo>
                    <a:pt x="16813" y="400060"/>
                  </a:lnTo>
                  <a:lnTo>
                    <a:pt x="36131" y="400060"/>
                  </a:lnTo>
                  <a:close/>
                  <a:moveTo>
                    <a:pt x="180654" y="400060"/>
                  </a:moveTo>
                  <a:lnTo>
                    <a:pt x="180654" y="411424"/>
                  </a:lnTo>
                  <a:lnTo>
                    <a:pt x="186755" y="400060"/>
                  </a:lnTo>
                  <a:close/>
                  <a:moveTo>
                    <a:pt x="180654" y="373390"/>
                  </a:moveTo>
                  <a:lnTo>
                    <a:pt x="186755" y="400060"/>
                  </a:lnTo>
                  <a:lnTo>
                    <a:pt x="194430" y="373390"/>
                  </a:lnTo>
                  <a:close/>
                  <a:moveTo>
                    <a:pt x="180654" y="373390"/>
                  </a:moveTo>
                  <a:lnTo>
                    <a:pt x="180654" y="400060"/>
                  </a:lnTo>
                  <a:lnTo>
                    <a:pt x="186755" y="400060"/>
                  </a:lnTo>
                  <a:close/>
                  <a:moveTo>
                    <a:pt x="36131" y="365824"/>
                  </a:moveTo>
                  <a:lnTo>
                    <a:pt x="29440" y="373390"/>
                  </a:lnTo>
                  <a:lnTo>
                    <a:pt x="36131" y="373390"/>
                  </a:lnTo>
                  <a:close/>
                  <a:moveTo>
                    <a:pt x="36131" y="373390"/>
                  </a:moveTo>
                  <a:lnTo>
                    <a:pt x="57186" y="346719"/>
                  </a:lnTo>
                  <a:lnTo>
                    <a:pt x="36131" y="365824"/>
                  </a:lnTo>
                  <a:close/>
                  <a:moveTo>
                    <a:pt x="72261" y="346719"/>
                  </a:moveTo>
                  <a:lnTo>
                    <a:pt x="57186" y="346719"/>
                  </a:lnTo>
                  <a:lnTo>
                    <a:pt x="36131" y="373390"/>
                  </a:lnTo>
                  <a:close/>
                  <a:moveTo>
                    <a:pt x="180654" y="346719"/>
                  </a:moveTo>
                  <a:lnTo>
                    <a:pt x="194430" y="373390"/>
                  </a:lnTo>
                  <a:lnTo>
                    <a:pt x="200121" y="346719"/>
                  </a:lnTo>
                  <a:close/>
                  <a:moveTo>
                    <a:pt x="180654" y="346719"/>
                  </a:moveTo>
                  <a:lnTo>
                    <a:pt x="180654" y="373390"/>
                  </a:lnTo>
                  <a:lnTo>
                    <a:pt x="194430" y="373390"/>
                  </a:lnTo>
                  <a:close/>
                  <a:moveTo>
                    <a:pt x="72261" y="332360"/>
                  </a:moveTo>
                  <a:lnTo>
                    <a:pt x="57186" y="346719"/>
                  </a:lnTo>
                  <a:lnTo>
                    <a:pt x="72261" y="346719"/>
                  </a:lnTo>
                  <a:close/>
                  <a:moveTo>
                    <a:pt x="72261" y="346719"/>
                  </a:moveTo>
                  <a:lnTo>
                    <a:pt x="88189" y="320048"/>
                  </a:lnTo>
                  <a:lnTo>
                    <a:pt x="72261" y="332360"/>
                  </a:lnTo>
                  <a:close/>
                  <a:moveTo>
                    <a:pt x="108392" y="320048"/>
                  </a:moveTo>
                  <a:lnTo>
                    <a:pt x="88189" y="320048"/>
                  </a:lnTo>
                  <a:lnTo>
                    <a:pt x="72261" y="346719"/>
                  </a:lnTo>
                  <a:close/>
                  <a:moveTo>
                    <a:pt x="180654" y="320048"/>
                  </a:moveTo>
                  <a:lnTo>
                    <a:pt x="200121" y="346719"/>
                  </a:lnTo>
                  <a:lnTo>
                    <a:pt x="206255" y="320048"/>
                  </a:lnTo>
                  <a:close/>
                  <a:moveTo>
                    <a:pt x="180654" y="320048"/>
                  </a:moveTo>
                  <a:lnTo>
                    <a:pt x="180654" y="346719"/>
                  </a:lnTo>
                  <a:lnTo>
                    <a:pt x="200121" y="346719"/>
                  </a:lnTo>
                  <a:close/>
                  <a:moveTo>
                    <a:pt x="104753" y="293378"/>
                  </a:moveTo>
                  <a:lnTo>
                    <a:pt x="108392" y="320048"/>
                  </a:lnTo>
                  <a:lnTo>
                    <a:pt x="108392" y="293378"/>
                  </a:lnTo>
                  <a:close/>
                  <a:moveTo>
                    <a:pt x="104753" y="293378"/>
                  </a:moveTo>
                  <a:lnTo>
                    <a:pt x="88189" y="320048"/>
                  </a:lnTo>
                  <a:lnTo>
                    <a:pt x="108392" y="320048"/>
                  </a:lnTo>
                  <a:close/>
                  <a:moveTo>
                    <a:pt x="108392" y="320048"/>
                  </a:moveTo>
                  <a:lnTo>
                    <a:pt x="144523" y="293378"/>
                  </a:lnTo>
                  <a:lnTo>
                    <a:pt x="108392" y="293378"/>
                  </a:lnTo>
                  <a:close/>
                  <a:moveTo>
                    <a:pt x="180654" y="293378"/>
                  </a:moveTo>
                  <a:lnTo>
                    <a:pt x="206255" y="320048"/>
                  </a:lnTo>
                  <a:lnTo>
                    <a:pt x="211853" y="293378"/>
                  </a:lnTo>
                  <a:close/>
                  <a:moveTo>
                    <a:pt x="180654" y="293378"/>
                  </a:moveTo>
                  <a:lnTo>
                    <a:pt x="180654" y="320048"/>
                  </a:lnTo>
                  <a:lnTo>
                    <a:pt x="206255" y="320048"/>
                  </a:lnTo>
                  <a:close/>
                  <a:moveTo>
                    <a:pt x="105245" y="266707"/>
                  </a:moveTo>
                  <a:lnTo>
                    <a:pt x="108392" y="293378"/>
                  </a:lnTo>
                  <a:lnTo>
                    <a:pt x="108392" y="266707"/>
                  </a:lnTo>
                  <a:close/>
                  <a:moveTo>
                    <a:pt x="105245" y="266707"/>
                  </a:moveTo>
                  <a:lnTo>
                    <a:pt x="104753" y="293378"/>
                  </a:lnTo>
                  <a:lnTo>
                    <a:pt x="108392" y="293378"/>
                  </a:lnTo>
                  <a:close/>
                  <a:moveTo>
                    <a:pt x="108392" y="293378"/>
                  </a:moveTo>
                  <a:lnTo>
                    <a:pt x="144523" y="293378"/>
                  </a:lnTo>
                  <a:lnTo>
                    <a:pt x="144523" y="266707"/>
                  </a:lnTo>
                  <a:close/>
                  <a:moveTo>
                    <a:pt x="108392" y="293378"/>
                  </a:moveTo>
                  <a:lnTo>
                    <a:pt x="144523" y="266707"/>
                  </a:lnTo>
                  <a:lnTo>
                    <a:pt x="108392" y="266707"/>
                  </a:lnTo>
                  <a:close/>
                  <a:moveTo>
                    <a:pt x="180654" y="266707"/>
                  </a:moveTo>
                  <a:lnTo>
                    <a:pt x="211853" y="293378"/>
                  </a:lnTo>
                  <a:lnTo>
                    <a:pt x="215598" y="266707"/>
                  </a:lnTo>
                  <a:close/>
                  <a:moveTo>
                    <a:pt x="180654" y="266707"/>
                  </a:moveTo>
                  <a:lnTo>
                    <a:pt x="180654" y="293378"/>
                  </a:lnTo>
                  <a:lnTo>
                    <a:pt x="211853" y="293378"/>
                  </a:lnTo>
                  <a:close/>
                  <a:moveTo>
                    <a:pt x="93293" y="240036"/>
                  </a:moveTo>
                  <a:lnTo>
                    <a:pt x="108392" y="266707"/>
                  </a:lnTo>
                  <a:lnTo>
                    <a:pt x="108392" y="240036"/>
                  </a:lnTo>
                  <a:close/>
                  <a:moveTo>
                    <a:pt x="93293" y="240036"/>
                  </a:moveTo>
                  <a:lnTo>
                    <a:pt x="105245" y="266707"/>
                  </a:lnTo>
                  <a:lnTo>
                    <a:pt x="108392" y="266707"/>
                  </a:lnTo>
                  <a:close/>
                  <a:moveTo>
                    <a:pt x="216784" y="240036"/>
                  </a:moveTo>
                  <a:lnTo>
                    <a:pt x="215598" y="266707"/>
                  </a:lnTo>
                  <a:lnTo>
                    <a:pt x="216784" y="260827"/>
                  </a:lnTo>
                  <a:close/>
                  <a:moveTo>
                    <a:pt x="180654" y="266707"/>
                  </a:moveTo>
                  <a:lnTo>
                    <a:pt x="215598" y="266707"/>
                  </a:lnTo>
                  <a:lnTo>
                    <a:pt x="216784" y="240036"/>
                  </a:lnTo>
                  <a:close/>
                  <a:moveTo>
                    <a:pt x="75445" y="213366"/>
                  </a:moveTo>
                  <a:lnTo>
                    <a:pt x="93293" y="240036"/>
                  </a:lnTo>
                  <a:lnTo>
                    <a:pt x="108392" y="240036"/>
                  </a:lnTo>
                  <a:close/>
                  <a:moveTo>
                    <a:pt x="180654" y="240036"/>
                  </a:moveTo>
                  <a:lnTo>
                    <a:pt x="216784" y="240036"/>
                  </a:lnTo>
                  <a:lnTo>
                    <a:pt x="216784" y="213366"/>
                  </a:lnTo>
                  <a:close/>
                  <a:moveTo>
                    <a:pt x="216784" y="240036"/>
                  </a:moveTo>
                  <a:lnTo>
                    <a:pt x="216784" y="260827"/>
                  </a:lnTo>
                  <a:lnTo>
                    <a:pt x="219145" y="240036"/>
                  </a:lnTo>
                  <a:close/>
                  <a:moveTo>
                    <a:pt x="216784" y="213366"/>
                  </a:moveTo>
                  <a:lnTo>
                    <a:pt x="219145" y="240036"/>
                  </a:lnTo>
                  <a:lnTo>
                    <a:pt x="224444" y="213366"/>
                  </a:lnTo>
                  <a:close/>
                  <a:moveTo>
                    <a:pt x="216784" y="213366"/>
                  </a:moveTo>
                  <a:lnTo>
                    <a:pt x="216784" y="240036"/>
                  </a:lnTo>
                  <a:lnTo>
                    <a:pt x="219145" y="240036"/>
                  </a:lnTo>
                  <a:close/>
                  <a:moveTo>
                    <a:pt x="108392" y="213366"/>
                  </a:moveTo>
                  <a:lnTo>
                    <a:pt x="72261" y="207284"/>
                  </a:lnTo>
                  <a:lnTo>
                    <a:pt x="75445" y="213366"/>
                  </a:lnTo>
                  <a:close/>
                  <a:moveTo>
                    <a:pt x="72261" y="186695"/>
                  </a:moveTo>
                  <a:lnTo>
                    <a:pt x="72261" y="207284"/>
                  </a:lnTo>
                  <a:lnTo>
                    <a:pt x="108392" y="213366"/>
                  </a:lnTo>
                  <a:close/>
                  <a:moveTo>
                    <a:pt x="216784" y="186695"/>
                  </a:moveTo>
                  <a:lnTo>
                    <a:pt x="224444" y="213366"/>
                  </a:lnTo>
                  <a:lnTo>
                    <a:pt x="230505" y="186695"/>
                  </a:lnTo>
                  <a:close/>
                  <a:moveTo>
                    <a:pt x="216784" y="186695"/>
                  </a:moveTo>
                  <a:lnTo>
                    <a:pt x="216784" y="213366"/>
                  </a:lnTo>
                  <a:lnTo>
                    <a:pt x="224444" y="213366"/>
                  </a:lnTo>
                  <a:close/>
                  <a:moveTo>
                    <a:pt x="64060" y="186695"/>
                  </a:moveTo>
                  <a:lnTo>
                    <a:pt x="72261" y="207284"/>
                  </a:lnTo>
                  <a:lnTo>
                    <a:pt x="72261" y="186695"/>
                  </a:lnTo>
                  <a:close/>
                  <a:moveTo>
                    <a:pt x="62661" y="160024"/>
                  </a:moveTo>
                  <a:lnTo>
                    <a:pt x="72261" y="186695"/>
                  </a:lnTo>
                  <a:lnTo>
                    <a:pt x="72261" y="160024"/>
                  </a:lnTo>
                  <a:close/>
                  <a:moveTo>
                    <a:pt x="62661" y="160024"/>
                  </a:moveTo>
                  <a:lnTo>
                    <a:pt x="64060" y="186695"/>
                  </a:lnTo>
                  <a:lnTo>
                    <a:pt x="72261" y="186695"/>
                  </a:lnTo>
                  <a:close/>
                  <a:moveTo>
                    <a:pt x="216784" y="160024"/>
                  </a:moveTo>
                  <a:lnTo>
                    <a:pt x="230505" y="186695"/>
                  </a:lnTo>
                  <a:lnTo>
                    <a:pt x="236103" y="160024"/>
                  </a:lnTo>
                  <a:close/>
                  <a:moveTo>
                    <a:pt x="216784" y="160024"/>
                  </a:moveTo>
                  <a:lnTo>
                    <a:pt x="216784" y="186695"/>
                  </a:lnTo>
                  <a:lnTo>
                    <a:pt x="230505" y="186695"/>
                  </a:lnTo>
                  <a:close/>
                  <a:moveTo>
                    <a:pt x="71362" y="133353"/>
                  </a:moveTo>
                  <a:lnTo>
                    <a:pt x="72261" y="160024"/>
                  </a:lnTo>
                  <a:lnTo>
                    <a:pt x="72261" y="133353"/>
                  </a:lnTo>
                  <a:close/>
                  <a:moveTo>
                    <a:pt x="71362" y="133353"/>
                  </a:moveTo>
                  <a:lnTo>
                    <a:pt x="62661" y="160024"/>
                  </a:lnTo>
                  <a:lnTo>
                    <a:pt x="72261" y="160024"/>
                  </a:lnTo>
                  <a:close/>
                  <a:moveTo>
                    <a:pt x="216784" y="133353"/>
                  </a:moveTo>
                  <a:lnTo>
                    <a:pt x="236103" y="160024"/>
                  </a:lnTo>
                  <a:lnTo>
                    <a:pt x="242217" y="133353"/>
                  </a:lnTo>
                  <a:close/>
                  <a:moveTo>
                    <a:pt x="72261" y="131781"/>
                  </a:moveTo>
                  <a:lnTo>
                    <a:pt x="71362" y="133353"/>
                  </a:lnTo>
                  <a:lnTo>
                    <a:pt x="72261" y="133353"/>
                  </a:lnTo>
                  <a:close/>
                  <a:moveTo>
                    <a:pt x="72261" y="133353"/>
                  </a:moveTo>
                  <a:lnTo>
                    <a:pt x="89211" y="106683"/>
                  </a:lnTo>
                  <a:lnTo>
                    <a:pt x="72261" y="131781"/>
                  </a:lnTo>
                  <a:close/>
                  <a:moveTo>
                    <a:pt x="108392" y="106683"/>
                  </a:moveTo>
                  <a:lnTo>
                    <a:pt x="89211" y="106683"/>
                  </a:lnTo>
                  <a:lnTo>
                    <a:pt x="72261" y="133353"/>
                  </a:lnTo>
                  <a:close/>
                  <a:moveTo>
                    <a:pt x="216784" y="106683"/>
                  </a:moveTo>
                  <a:lnTo>
                    <a:pt x="242217" y="133353"/>
                  </a:lnTo>
                  <a:lnTo>
                    <a:pt x="251460" y="106683"/>
                  </a:lnTo>
                  <a:close/>
                  <a:moveTo>
                    <a:pt x="107716" y="80012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107716" y="80012"/>
                  </a:moveTo>
                  <a:lnTo>
                    <a:pt x="89211" y="106683"/>
                  </a:lnTo>
                  <a:lnTo>
                    <a:pt x="108392" y="106683"/>
                  </a:lnTo>
                  <a:close/>
                  <a:moveTo>
                    <a:pt x="252915" y="80012"/>
                  </a:moveTo>
                  <a:lnTo>
                    <a:pt x="251460" y="106683"/>
                  </a:lnTo>
                  <a:lnTo>
                    <a:pt x="252915" y="102915"/>
                  </a:lnTo>
                  <a:close/>
                  <a:moveTo>
                    <a:pt x="216784" y="106683"/>
                  </a:moveTo>
                  <a:lnTo>
                    <a:pt x="251460" y="106683"/>
                  </a:lnTo>
                  <a:lnTo>
                    <a:pt x="252915" y="80012"/>
                  </a:lnTo>
                  <a:close/>
                  <a:moveTo>
                    <a:pt x="108392" y="78949"/>
                  </a:moveTo>
                  <a:lnTo>
                    <a:pt x="107716" y="80012"/>
                  </a:lnTo>
                  <a:lnTo>
                    <a:pt x="108392" y="80012"/>
                  </a:lnTo>
                  <a:close/>
                  <a:moveTo>
                    <a:pt x="108392" y="80012"/>
                  </a:moveTo>
                  <a:lnTo>
                    <a:pt x="128123" y="53341"/>
                  </a:lnTo>
                  <a:lnTo>
                    <a:pt x="108392" y="78949"/>
                  </a:lnTo>
                  <a:close/>
                  <a:moveTo>
                    <a:pt x="144523" y="53341"/>
                  </a:moveTo>
                  <a:lnTo>
                    <a:pt x="128123" y="53341"/>
                  </a:lnTo>
                  <a:lnTo>
                    <a:pt x="108392" y="80012"/>
                  </a:lnTo>
                  <a:close/>
                  <a:moveTo>
                    <a:pt x="252915" y="80012"/>
                  </a:moveTo>
                  <a:lnTo>
                    <a:pt x="252915" y="102915"/>
                  </a:lnTo>
                  <a:lnTo>
                    <a:pt x="261026" y="80012"/>
                  </a:lnTo>
                  <a:close/>
                  <a:moveTo>
                    <a:pt x="252915" y="53341"/>
                  </a:moveTo>
                  <a:lnTo>
                    <a:pt x="261026" y="80012"/>
                  </a:lnTo>
                  <a:lnTo>
                    <a:pt x="264049" y="53341"/>
                  </a:lnTo>
                  <a:close/>
                  <a:moveTo>
                    <a:pt x="252915" y="53341"/>
                  </a:moveTo>
                  <a:lnTo>
                    <a:pt x="252915" y="80012"/>
                  </a:lnTo>
                  <a:lnTo>
                    <a:pt x="261026" y="80012"/>
                  </a:lnTo>
                  <a:close/>
                  <a:moveTo>
                    <a:pt x="144523" y="34528"/>
                  </a:moveTo>
                  <a:lnTo>
                    <a:pt x="128123" y="53341"/>
                  </a:lnTo>
                  <a:lnTo>
                    <a:pt x="144523" y="53341"/>
                  </a:lnTo>
                  <a:close/>
                  <a:moveTo>
                    <a:pt x="144523" y="53341"/>
                  </a:moveTo>
                  <a:lnTo>
                    <a:pt x="155908" y="26671"/>
                  </a:lnTo>
                  <a:lnTo>
                    <a:pt x="144523" y="34528"/>
                  </a:lnTo>
                  <a:close/>
                  <a:moveTo>
                    <a:pt x="180654" y="26671"/>
                  </a:moveTo>
                  <a:lnTo>
                    <a:pt x="155908" y="26671"/>
                  </a:lnTo>
                  <a:lnTo>
                    <a:pt x="144523" y="53341"/>
                  </a:lnTo>
                  <a:close/>
                  <a:moveTo>
                    <a:pt x="216784" y="26671"/>
                  </a:moveTo>
                  <a:lnTo>
                    <a:pt x="252915" y="29125"/>
                  </a:lnTo>
                  <a:lnTo>
                    <a:pt x="250597" y="26671"/>
                  </a:lnTo>
                  <a:close/>
                  <a:moveTo>
                    <a:pt x="252915" y="53341"/>
                  </a:moveTo>
                  <a:lnTo>
                    <a:pt x="252915" y="29125"/>
                  </a:lnTo>
                  <a:lnTo>
                    <a:pt x="216784" y="26671"/>
                  </a:lnTo>
                  <a:close/>
                  <a:moveTo>
                    <a:pt x="252915" y="53341"/>
                  </a:moveTo>
                  <a:lnTo>
                    <a:pt x="264049" y="53341"/>
                  </a:lnTo>
                  <a:lnTo>
                    <a:pt x="252915" y="29125"/>
                  </a:lnTo>
                  <a:close/>
                  <a:moveTo>
                    <a:pt x="180654" y="14976"/>
                  </a:moveTo>
                  <a:lnTo>
                    <a:pt x="155908" y="26671"/>
                  </a:lnTo>
                  <a:lnTo>
                    <a:pt x="180654" y="26671"/>
                  </a:lnTo>
                  <a:close/>
                  <a:moveTo>
                    <a:pt x="180654" y="26671"/>
                  </a:moveTo>
                  <a:lnTo>
                    <a:pt x="216784" y="12845"/>
                  </a:lnTo>
                  <a:lnTo>
                    <a:pt x="180654" y="14976"/>
                  </a:lnTo>
                  <a:close/>
                  <a:moveTo>
                    <a:pt x="180654" y="26671"/>
                  </a:moveTo>
                  <a:lnTo>
                    <a:pt x="216784" y="26671"/>
                  </a:lnTo>
                  <a:lnTo>
                    <a:pt x="216784" y="12845"/>
                  </a:lnTo>
                  <a:close/>
                  <a:moveTo>
                    <a:pt x="216784" y="26671"/>
                  </a:moveTo>
                  <a:lnTo>
                    <a:pt x="250597" y="26671"/>
                  </a:lnTo>
                  <a:lnTo>
                    <a:pt x="216784" y="12845"/>
                  </a:lnTo>
                  <a:close/>
                </a:path>
              </a:pathLst>
            </a:custGeom>
            <a:solidFill>
              <a:srgbClr val="74C79C"/>
            </a:solidFill>
            <a:ln w="4001">
              <a:solidFill>
                <a:srgbClr val="B0E0C7"/>
              </a:solidFill>
            </a:ln>
          </p:spPr>
        </p:sp>
        <p:sp>
          <p:nvSpPr>
            <p:cNvPr id="4053" name="Match_B2__4052">
              <a:extLst>
                <a:ext uri="{FF2B5EF4-FFF2-40B4-BE49-F238E27FC236}">
                  <a16:creationId xmlns:a16="http://schemas.microsoft.com/office/drawing/2014/main" id="{DC63C63D-A73C-36D0-1B6F-73B3F0880853}"/>
                </a:ext>
              </a:extLst>
            </p:cNvPr>
            <p:cNvSpPr>
              <a:spLocks noGrp="1"/>
            </p:cNvSpPr>
            <p:nvPr/>
          </p:nvSpPr>
          <p:spPr>
            <a:xfrm>
              <a:off x="8429350" y="4142553"/>
              <a:ext cx="236102" cy="426731"/>
            </a:xfrm>
            <a:custGeom>
              <a:avLst/>
              <a:gdLst/>
              <a:ahLst/>
              <a:cxnLst/>
              <a:rect l="0" t="0" r="0" b="0"/>
              <a:pathLst>
                <a:path w="236102" h="426731">
                  <a:moveTo>
                    <a:pt x="55449" y="400060"/>
                  </a:moveTo>
                  <a:lnTo>
                    <a:pt x="19318" y="400060"/>
                  </a:lnTo>
                  <a:lnTo>
                    <a:pt x="55449" y="426731"/>
                  </a:lnTo>
                  <a:close/>
                  <a:moveTo>
                    <a:pt x="55449" y="426731"/>
                  </a:moveTo>
                  <a:lnTo>
                    <a:pt x="91579" y="426731"/>
                  </a:lnTo>
                  <a:lnTo>
                    <a:pt x="91579" y="400060"/>
                  </a:lnTo>
                  <a:close/>
                  <a:moveTo>
                    <a:pt x="55449" y="426731"/>
                  </a:moveTo>
                  <a:lnTo>
                    <a:pt x="91579" y="400060"/>
                  </a:lnTo>
                  <a:lnTo>
                    <a:pt x="55449" y="400060"/>
                  </a:lnTo>
                  <a:close/>
                  <a:moveTo>
                    <a:pt x="91579" y="400060"/>
                  </a:moveTo>
                  <a:lnTo>
                    <a:pt x="91579" y="426731"/>
                  </a:lnTo>
                  <a:lnTo>
                    <a:pt x="127710" y="400060"/>
                  </a:lnTo>
                  <a:close/>
                  <a:moveTo>
                    <a:pt x="0" y="373390"/>
                  </a:moveTo>
                  <a:lnTo>
                    <a:pt x="19318" y="400060"/>
                  </a:lnTo>
                  <a:lnTo>
                    <a:pt x="19318" y="373390"/>
                  </a:lnTo>
                  <a:close/>
                  <a:moveTo>
                    <a:pt x="19318" y="400060"/>
                  </a:moveTo>
                  <a:lnTo>
                    <a:pt x="55449" y="400060"/>
                  </a:lnTo>
                  <a:lnTo>
                    <a:pt x="55449" y="373390"/>
                  </a:lnTo>
                  <a:close/>
                  <a:moveTo>
                    <a:pt x="19318" y="400060"/>
                  </a:moveTo>
                  <a:lnTo>
                    <a:pt x="55449" y="373390"/>
                  </a:lnTo>
                  <a:lnTo>
                    <a:pt x="19318" y="373390"/>
                  </a:lnTo>
                  <a:close/>
                  <a:moveTo>
                    <a:pt x="91579" y="400060"/>
                  </a:moveTo>
                  <a:lnTo>
                    <a:pt x="127710" y="400060"/>
                  </a:lnTo>
                  <a:lnTo>
                    <a:pt x="127710" y="373390"/>
                  </a:lnTo>
                  <a:close/>
                  <a:moveTo>
                    <a:pt x="127710" y="373390"/>
                  </a:moveTo>
                  <a:lnTo>
                    <a:pt x="127710" y="400060"/>
                  </a:lnTo>
                  <a:lnTo>
                    <a:pt x="163841" y="373390"/>
                  </a:lnTo>
                  <a:close/>
                  <a:moveTo>
                    <a:pt x="19318" y="373390"/>
                  </a:moveTo>
                  <a:lnTo>
                    <a:pt x="55449" y="373390"/>
                  </a:lnTo>
                  <a:lnTo>
                    <a:pt x="55449" y="346719"/>
                  </a:lnTo>
                  <a:close/>
                  <a:moveTo>
                    <a:pt x="19318" y="373390"/>
                  </a:moveTo>
                  <a:lnTo>
                    <a:pt x="55449" y="346719"/>
                  </a:lnTo>
                  <a:lnTo>
                    <a:pt x="19318" y="346719"/>
                  </a:lnTo>
                  <a:close/>
                  <a:moveTo>
                    <a:pt x="127710" y="373390"/>
                  </a:moveTo>
                  <a:lnTo>
                    <a:pt x="163841" y="373390"/>
                  </a:lnTo>
                  <a:lnTo>
                    <a:pt x="163841" y="346719"/>
                  </a:lnTo>
                  <a:close/>
                  <a:moveTo>
                    <a:pt x="127710" y="373390"/>
                  </a:moveTo>
                  <a:lnTo>
                    <a:pt x="163841" y="346719"/>
                  </a:lnTo>
                  <a:lnTo>
                    <a:pt x="127710" y="346719"/>
                  </a:lnTo>
                  <a:close/>
                  <a:moveTo>
                    <a:pt x="55449" y="346719"/>
                  </a:moveTo>
                  <a:lnTo>
                    <a:pt x="55449" y="320048"/>
                  </a:lnTo>
                  <a:lnTo>
                    <a:pt x="19318" y="346719"/>
                  </a:lnTo>
                  <a:close/>
                  <a:moveTo>
                    <a:pt x="55449" y="346719"/>
                  </a:moveTo>
                  <a:lnTo>
                    <a:pt x="91579" y="346719"/>
                  </a:lnTo>
                  <a:lnTo>
                    <a:pt x="91579" y="320048"/>
                  </a:lnTo>
                  <a:close/>
                  <a:moveTo>
                    <a:pt x="55449" y="346719"/>
                  </a:moveTo>
                  <a:lnTo>
                    <a:pt x="91579" y="320048"/>
                  </a:lnTo>
                  <a:lnTo>
                    <a:pt x="55449" y="320048"/>
                  </a:lnTo>
                  <a:close/>
                  <a:moveTo>
                    <a:pt x="91579" y="346719"/>
                  </a:moveTo>
                  <a:lnTo>
                    <a:pt x="127710" y="346719"/>
                  </a:lnTo>
                  <a:lnTo>
                    <a:pt x="127710" y="320048"/>
                  </a:lnTo>
                  <a:close/>
                  <a:moveTo>
                    <a:pt x="91579" y="346719"/>
                  </a:moveTo>
                  <a:lnTo>
                    <a:pt x="127710" y="320048"/>
                  </a:lnTo>
                  <a:lnTo>
                    <a:pt x="91579" y="320048"/>
                  </a:lnTo>
                  <a:close/>
                  <a:moveTo>
                    <a:pt x="127710" y="346719"/>
                  </a:moveTo>
                  <a:lnTo>
                    <a:pt x="163841" y="346719"/>
                  </a:lnTo>
                  <a:lnTo>
                    <a:pt x="163841" y="320048"/>
                  </a:lnTo>
                  <a:close/>
                  <a:moveTo>
                    <a:pt x="127710" y="346719"/>
                  </a:moveTo>
                  <a:lnTo>
                    <a:pt x="163841" y="320048"/>
                  </a:lnTo>
                  <a:lnTo>
                    <a:pt x="127710" y="320048"/>
                  </a:lnTo>
                  <a:close/>
                  <a:moveTo>
                    <a:pt x="91579" y="320048"/>
                  </a:moveTo>
                  <a:lnTo>
                    <a:pt x="91579" y="293378"/>
                  </a:lnTo>
                  <a:lnTo>
                    <a:pt x="55449" y="320048"/>
                  </a:lnTo>
                  <a:close/>
                  <a:moveTo>
                    <a:pt x="91579" y="320048"/>
                  </a:moveTo>
                  <a:lnTo>
                    <a:pt x="127710" y="320048"/>
                  </a:lnTo>
                  <a:lnTo>
                    <a:pt x="127710" y="293378"/>
                  </a:lnTo>
                  <a:close/>
                  <a:moveTo>
                    <a:pt x="91579" y="320048"/>
                  </a:moveTo>
                  <a:lnTo>
                    <a:pt x="127710" y="293378"/>
                  </a:lnTo>
                  <a:lnTo>
                    <a:pt x="91579" y="293378"/>
                  </a:lnTo>
                  <a:close/>
                  <a:moveTo>
                    <a:pt x="127710" y="320048"/>
                  </a:moveTo>
                  <a:lnTo>
                    <a:pt x="163841" y="320048"/>
                  </a:lnTo>
                  <a:lnTo>
                    <a:pt x="163841" y="293378"/>
                  </a:lnTo>
                  <a:close/>
                  <a:moveTo>
                    <a:pt x="127710" y="320048"/>
                  </a:moveTo>
                  <a:lnTo>
                    <a:pt x="163841" y="293378"/>
                  </a:lnTo>
                  <a:lnTo>
                    <a:pt x="127710" y="293378"/>
                  </a:lnTo>
                  <a:close/>
                  <a:moveTo>
                    <a:pt x="91579" y="293378"/>
                  </a:moveTo>
                  <a:lnTo>
                    <a:pt x="127710" y="293378"/>
                  </a:lnTo>
                  <a:lnTo>
                    <a:pt x="127710" y="266707"/>
                  </a:lnTo>
                  <a:close/>
                  <a:moveTo>
                    <a:pt x="127710" y="293378"/>
                  </a:moveTo>
                  <a:lnTo>
                    <a:pt x="163841" y="293378"/>
                  </a:lnTo>
                  <a:lnTo>
                    <a:pt x="163841" y="266707"/>
                  </a:lnTo>
                  <a:close/>
                  <a:moveTo>
                    <a:pt x="127710" y="293378"/>
                  </a:moveTo>
                  <a:lnTo>
                    <a:pt x="163841" y="266707"/>
                  </a:lnTo>
                  <a:lnTo>
                    <a:pt x="127710" y="266707"/>
                  </a:lnTo>
                  <a:close/>
                  <a:moveTo>
                    <a:pt x="127710" y="266707"/>
                  </a:moveTo>
                  <a:lnTo>
                    <a:pt x="163841" y="266707"/>
                  </a:lnTo>
                  <a:lnTo>
                    <a:pt x="163841" y="240036"/>
                  </a:lnTo>
                  <a:close/>
                  <a:moveTo>
                    <a:pt x="127710" y="266707"/>
                  </a:moveTo>
                  <a:lnTo>
                    <a:pt x="163841" y="240036"/>
                  </a:lnTo>
                  <a:lnTo>
                    <a:pt x="127710" y="240036"/>
                  </a:lnTo>
                  <a:close/>
                  <a:moveTo>
                    <a:pt x="91579" y="240036"/>
                  </a:moveTo>
                  <a:lnTo>
                    <a:pt x="127710" y="240036"/>
                  </a:lnTo>
                  <a:lnTo>
                    <a:pt x="127710" y="213366"/>
                  </a:lnTo>
                  <a:close/>
                  <a:moveTo>
                    <a:pt x="91579" y="240036"/>
                  </a:moveTo>
                  <a:lnTo>
                    <a:pt x="127710" y="213366"/>
                  </a:lnTo>
                  <a:lnTo>
                    <a:pt x="91579" y="213366"/>
                  </a:lnTo>
                  <a:close/>
                  <a:moveTo>
                    <a:pt x="127710" y="240036"/>
                  </a:moveTo>
                  <a:lnTo>
                    <a:pt x="163841" y="240036"/>
                  </a:lnTo>
                  <a:lnTo>
                    <a:pt x="163841" y="213366"/>
                  </a:lnTo>
                  <a:close/>
                  <a:moveTo>
                    <a:pt x="127710" y="240036"/>
                  </a:moveTo>
                  <a:lnTo>
                    <a:pt x="163841" y="213366"/>
                  </a:lnTo>
                  <a:lnTo>
                    <a:pt x="127710" y="213366"/>
                  </a:lnTo>
                  <a:close/>
                  <a:moveTo>
                    <a:pt x="163841" y="213366"/>
                  </a:moveTo>
                  <a:lnTo>
                    <a:pt x="163841" y="240036"/>
                  </a:lnTo>
                  <a:lnTo>
                    <a:pt x="199972" y="213366"/>
                  </a:lnTo>
                  <a:close/>
                  <a:moveTo>
                    <a:pt x="58633" y="186695"/>
                  </a:moveTo>
                  <a:lnTo>
                    <a:pt x="91579" y="213366"/>
                  </a:lnTo>
                  <a:lnTo>
                    <a:pt x="91579" y="186695"/>
                  </a:lnTo>
                  <a:close/>
                  <a:moveTo>
                    <a:pt x="91579" y="213366"/>
                  </a:moveTo>
                  <a:lnTo>
                    <a:pt x="127710" y="213366"/>
                  </a:lnTo>
                  <a:lnTo>
                    <a:pt x="127710" y="186695"/>
                  </a:lnTo>
                  <a:close/>
                  <a:moveTo>
                    <a:pt x="91579" y="213366"/>
                  </a:moveTo>
                  <a:lnTo>
                    <a:pt x="127710" y="186695"/>
                  </a:lnTo>
                  <a:lnTo>
                    <a:pt x="91579" y="186695"/>
                  </a:lnTo>
                  <a:close/>
                  <a:moveTo>
                    <a:pt x="127710" y="213366"/>
                  </a:moveTo>
                  <a:lnTo>
                    <a:pt x="163841" y="213366"/>
                  </a:lnTo>
                  <a:lnTo>
                    <a:pt x="163841" y="186695"/>
                  </a:lnTo>
                  <a:close/>
                  <a:moveTo>
                    <a:pt x="127710" y="213366"/>
                  </a:moveTo>
                  <a:lnTo>
                    <a:pt x="163841" y="186695"/>
                  </a:lnTo>
                  <a:lnTo>
                    <a:pt x="127710" y="186695"/>
                  </a:lnTo>
                  <a:close/>
                  <a:moveTo>
                    <a:pt x="163841" y="213366"/>
                  </a:moveTo>
                  <a:lnTo>
                    <a:pt x="199972" y="186695"/>
                  </a:lnTo>
                  <a:lnTo>
                    <a:pt x="163841" y="186695"/>
                  </a:lnTo>
                  <a:close/>
                  <a:moveTo>
                    <a:pt x="91579" y="160024"/>
                  </a:moveTo>
                  <a:lnTo>
                    <a:pt x="55449" y="160024"/>
                  </a:lnTo>
                  <a:lnTo>
                    <a:pt x="91579" y="186695"/>
                  </a:lnTo>
                  <a:close/>
                  <a:moveTo>
                    <a:pt x="91579" y="186695"/>
                  </a:moveTo>
                  <a:lnTo>
                    <a:pt x="127710" y="186695"/>
                  </a:lnTo>
                  <a:lnTo>
                    <a:pt x="127710" y="160024"/>
                  </a:lnTo>
                  <a:close/>
                  <a:moveTo>
                    <a:pt x="127710" y="186695"/>
                  </a:moveTo>
                  <a:lnTo>
                    <a:pt x="163841" y="186695"/>
                  </a:lnTo>
                  <a:lnTo>
                    <a:pt x="163841" y="160024"/>
                  </a:lnTo>
                  <a:close/>
                  <a:moveTo>
                    <a:pt x="163841" y="186695"/>
                  </a:moveTo>
                  <a:lnTo>
                    <a:pt x="199972" y="186695"/>
                  </a:lnTo>
                  <a:lnTo>
                    <a:pt x="199972" y="160024"/>
                  </a:lnTo>
                  <a:close/>
                  <a:moveTo>
                    <a:pt x="163841" y="186695"/>
                  </a:moveTo>
                  <a:lnTo>
                    <a:pt x="199972" y="160024"/>
                  </a:lnTo>
                  <a:lnTo>
                    <a:pt x="163841" y="160024"/>
                  </a:lnTo>
                  <a:close/>
                  <a:moveTo>
                    <a:pt x="55449" y="160024"/>
                  </a:moveTo>
                  <a:lnTo>
                    <a:pt x="91579" y="160024"/>
                  </a:lnTo>
                  <a:lnTo>
                    <a:pt x="91579" y="133353"/>
                  </a:lnTo>
                  <a:close/>
                  <a:moveTo>
                    <a:pt x="55449" y="160024"/>
                  </a:moveTo>
                  <a:lnTo>
                    <a:pt x="91579" y="133353"/>
                  </a:lnTo>
                  <a:lnTo>
                    <a:pt x="55449" y="133353"/>
                  </a:lnTo>
                  <a:close/>
                  <a:moveTo>
                    <a:pt x="163841" y="160024"/>
                  </a:moveTo>
                  <a:lnTo>
                    <a:pt x="199972" y="160024"/>
                  </a:lnTo>
                  <a:lnTo>
                    <a:pt x="199972" y="133353"/>
                  </a:lnTo>
                  <a:close/>
                  <a:moveTo>
                    <a:pt x="163841" y="160024"/>
                  </a:moveTo>
                  <a:lnTo>
                    <a:pt x="199972" y="133353"/>
                  </a:lnTo>
                  <a:lnTo>
                    <a:pt x="163841" y="133353"/>
                  </a:lnTo>
                  <a:close/>
                  <a:moveTo>
                    <a:pt x="55449" y="133353"/>
                  </a:moveTo>
                  <a:lnTo>
                    <a:pt x="91579" y="133353"/>
                  </a:lnTo>
                  <a:lnTo>
                    <a:pt x="91579" y="106683"/>
                  </a:lnTo>
                  <a:close/>
                  <a:moveTo>
                    <a:pt x="55449" y="133353"/>
                  </a:moveTo>
                  <a:lnTo>
                    <a:pt x="91579" y="106683"/>
                  </a:lnTo>
                  <a:lnTo>
                    <a:pt x="55449" y="106683"/>
                  </a:lnTo>
                  <a:close/>
                  <a:moveTo>
                    <a:pt x="163841" y="133353"/>
                  </a:moveTo>
                  <a:lnTo>
                    <a:pt x="199972" y="133353"/>
                  </a:lnTo>
                  <a:lnTo>
                    <a:pt x="199972" y="106683"/>
                  </a:lnTo>
                  <a:close/>
                  <a:moveTo>
                    <a:pt x="199972" y="106683"/>
                  </a:moveTo>
                  <a:lnTo>
                    <a:pt x="199972" y="133353"/>
                  </a:lnTo>
                  <a:lnTo>
                    <a:pt x="219290" y="133353"/>
                  </a:lnTo>
                  <a:close/>
                  <a:moveTo>
                    <a:pt x="91579" y="106683"/>
                  </a:moveTo>
                  <a:lnTo>
                    <a:pt x="91579" y="80012"/>
                  </a:lnTo>
                  <a:lnTo>
                    <a:pt x="55449" y="106683"/>
                  </a:lnTo>
                  <a:close/>
                  <a:moveTo>
                    <a:pt x="91579" y="106683"/>
                  </a:moveTo>
                  <a:lnTo>
                    <a:pt x="127710" y="80012"/>
                  </a:lnTo>
                  <a:lnTo>
                    <a:pt x="91579" y="80012"/>
                  </a:lnTo>
                  <a:close/>
                  <a:moveTo>
                    <a:pt x="163841" y="106683"/>
                  </a:moveTo>
                  <a:lnTo>
                    <a:pt x="199972" y="106683"/>
                  </a:lnTo>
                  <a:lnTo>
                    <a:pt x="199972" y="80012"/>
                  </a:lnTo>
                  <a:close/>
                  <a:moveTo>
                    <a:pt x="199972" y="80012"/>
                  </a:moveTo>
                  <a:lnTo>
                    <a:pt x="199972" y="106683"/>
                  </a:lnTo>
                  <a:lnTo>
                    <a:pt x="225404" y="106683"/>
                  </a:lnTo>
                  <a:close/>
                  <a:moveTo>
                    <a:pt x="91579" y="80012"/>
                  </a:moveTo>
                  <a:lnTo>
                    <a:pt x="127710" y="80012"/>
                  </a:lnTo>
                  <a:lnTo>
                    <a:pt x="127710" y="53341"/>
                  </a:lnTo>
                  <a:close/>
                  <a:moveTo>
                    <a:pt x="91579" y="80012"/>
                  </a:moveTo>
                  <a:lnTo>
                    <a:pt x="127710" y="53341"/>
                  </a:lnTo>
                  <a:lnTo>
                    <a:pt x="91579" y="53341"/>
                  </a:lnTo>
                  <a:close/>
                  <a:moveTo>
                    <a:pt x="127710" y="80012"/>
                  </a:moveTo>
                  <a:lnTo>
                    <a:pt x="163841" y="53341"/>
                  </a:lnTo>
                  <a:lnTo>
                    <a:pt x="127710" y="53341"/>
                  </a:lnTo>
                  <a:close/>
                  <a:moveTo>
                    <a:pt x="163841" y="80012"/>
                  </a:moveTo>
                  <a:lnTo>
                    <a:pt x="199972" y="80012"/>
                  </a:lnTo>
                  <a:lnTo>
                    <a:pt x="199972" y="53341"/>
                  </a:lnTo>
                  <a:close/>
                  <a:moveTo>
                    <a:pt x="163841" y="80012"/>
                  </a:moveTo>
                  <a:lnTo>
                    <a:pt x="199972" y="53341"/>
                  </a:lnTo>
                  <a:lnTo>
                    <a:pt x="163841" y="53341"/>
                  </a:lnTo>
                  <a:close/>
                  <a:moveTo>
                    <a:pt x="199972" y="53341"/>
                  </a:moveTo>
                  <a:lnTo>
                    <a:pt x="199972" y="80012"/>
                  </a:lnTo>
                  <a:lnTo>
                    <a:pt x="236102" y="53341"/>
                  </a:lnTo>
                  <a:close/>
                  <a:moveTo>
                    <a:pt x="127710" y="53341"/>
                  </a:moveTo>
                  <a:lnTo>
                    <a:pt x="127710" y="26671"/>
                  </a:lnTo>
                  <a:lnTo>
                    <a:pt x="91579" y="53341"/>
                  </a:lnTo>
                  <a:close/>
                  <a:moveTo>
                    <a:pt x="127710" y="53341"/>
                  </a:moveTo>
                  <a:lnTo>
                    <a:pt x="163841" y="53341"/>
                  </a:lnTo>
                  <a:lnTo>
                    <a:pt x="163841" y="26671"/>
                  </a:lnTo>
                  <a:close/>
                  <a:moveTo>
                    <a:pt x="127710" y="53341"/>
                  </a:moveTo>
                  <a:lnTo>
                    <a:pt x="163841" y="26671"/>
                  </a:lnTo>
                  <a:lnTo>
                    <a:pt x="127710" y="26671"/>
                  </a:lnTo>
                  <a:close/>
                  <a:moveTo>
                    <a:pt x="163841" y="53341"/>
                  </a:moveTo>
                  <a:lnTo>
                    <a:pt x="199972" y="53341"/>
                  </a:lnTo>
                  <a:lnTo>
                    <a:pt x="199972" y="26671"/>
                  </a:lnTo>
                  <a:close/>
                  <a:moveTo>
                    <a:pt x="163841" y="53341"/>
                  </a:moveTo>
                  <a:lnTo>
                    <a:pt x="199972" y="26671"/>
                  </a:lnTo>
                  <a:lnTo>
                    <a:pt x="163841" y="26671"/>
                  </a:lnTo>
                  <a:close/>
                  <a:moveTo>
                    <a:pt x="199972" y="53341"/>
                  </a:moveTo>
                  <a:lnTo>
                    <a:pt x="236102" y="53341"/>
                  </a:lnTo>
                  <a:lnTo>
                    <a:pt x="236102" y="26671"/>
                  </a:lnTo>
                  <a:close/>
                  <a:moveTo>
                    <a:pt x="199972" y="53341"/>
                  </a:moveTo>
                  <a:lnTo>
                    <a:pt x="236102" y="26671"/>
                  </a:lnTo>
                  <a:lnTo>
                    <a:pt x="199972" y="26671"/>
                  </a:lnTo>
                  <a:close/>
                  <a:moveTo>
                    <a:pt x="163841" y="26671"/>
                  </a:moveTo>
                  <a:lnTo>
                    <a:pt x="163841" y="0"/>
                  </a:lnTo>
                  <a:lnTo>
                    <a:pt x="127710" y="26671"/>
                  </a:lnTo>
                  <a:close/>
                  <a:moveTo>
                    <a:pt x="163841" y="26671"/>
                  </a:moveTo>
                  <a:lnTo>
                    <a:pt x="199972" y="26671"/>
                  </a:lnTo>
                  <a:lnTo>
                    <a:pt x="199972" y="0"/>
                  </a:lnTo>
                  <a:close/>
                  <a:moveTo>
                    <a:pt x="163841" y="26671"/>
                  </a:moveTo>
                  <a:lnTo>
                    <a:pt x="199972" y="0"/>
                  </a:lnTo>
                  <a:lnTo>
                    <a:pt x="163841" y="0"/>
                  </a:lnTo>
                  <a:close/>
                  <a:moveTo>
                    <a:pt x="199972" y="26671"/>
                  </a:moveTo>
                  <a:lnTo>
                    <a:pt x="236102" y="26671"/>
                  </a:lnTo>
                  <a:lnTo>
                    <a:pt x="199972" y="0"/>
                  </a:lnTo>
                  <a:close/>
                </a:path>
              </a:pathLst>
            </a:custGeom>
            <a:solidFill>
              <a:srgbClr val="79C99F"/>
            </a:solidFill>
            <a:ln w="4001">
              <a:solidFill>
                <a:srgbClr val="B0E0C7"/>
              </a:solidFill>
            </a:ln>
          </p:spPr>
        </p:sp>
        <p:sp>
          <p:nvSpPr>
            <p:cNvPr id="4054" name="Match_B2__4053">
              <a:extLst>
                <a:ext uri="{FF2B5EF4-FFF2-40B4-BE49-F238E27FC236}">
                  <a16:creationId xmlns:a16="http://schemas.microsoft.com/office/drawing/2014/main" id="{B44D0D5B-6796-1F9B-1F0D-97410AE0553D}"/>
                </a:ext>
              </a:extLst>
            </p:cNvPr>
            <p:cNvSpPr>
              <a:spLocks noGrp="1"/>
            </p:cNvSpPr>
            <p:nvPr/>
          </p:nvSpPr>
          <p:spPr>
            <a:xfrm>
              <a:off x="8484799" y="4195894"/>
              <a:ext cx="144523" cy="346719"/>
            </a:xfrm>
            <a:custGeom>
              <a:avLst/>
              <a:gdLst/>
              <a:ahLst/>
              <a:cxnLst/>
              <a:rect l="0" t="0" r="0" b="0"/>
              <a:pathLst>
                <a:path w="144523" h="346719">
                  <a:moveTo>
                    <a:pt x="0" y="346719"/>
                  </a:moveTo>
                  <a:lnTo>
                    <a:pt x="36131" y="346719"/>
                  </a:lnTo>
                  <a:lnTo>
                    <a:pt x="36131" y="320048"/>
                  </a:lnTo>
                  <a:close/>
                  <a:moveTo>
                    <a:pt x="0" y="346719"/>
                  </a:moveTo>
                  <a:lnTo>
                    <a:pt x="36131" y="320048"/>
                  </a:lnTo>
                  <a:lnTo>
                    <a:pt x="0" y="320048"/>
                  </a:lnTo>
                  <a:close/>
                  <a:moveTo>
                    <a:pt x="36131" y="346719"/>
                  </a:moveTo>
                  <a:lnTo>
                    <a:pt x="72261" y="320048"/>
                  </a:lnTo>
                  <a:lnTo>
                    <a:pt x="36131" y="320048"/>
                  </a:lnTo>
                  <a:close/>
                  <a:moveTo>
                    <a:pt x="0" y="320048"/>
                  </a:moveTo>
                  <a:lnTo>
                    <a:pt x="36131" y="320048"/>
                  </a:lnTo>
                  <a:lnTo>
                    <a:pt x="36131" y="293378"/>
                  </a:lnTo>
                  <a:close/>
                  <a:moveTo>
                    <a:pt x="0" y="320048"/>
                  </a:moveTo>
                  <a:lnTo>
                    <a:pt x="36131" y="293378"/>
                  </a:lnTo>
                  <a:lnTo>
                    <a:pt x="0" y="293378"/>
                  </a:lnTo>
                  <a:close/>
                  <a:moveTo>
                    <a:pt x="36131" y="320048"/>
                  </a:moveTo>
                  <a:lnTo>
                    <a:pt x="72261" y="320048"/>
                  </a:lnTo>
                  <a:lnTo>
                    <a:pt x="72261" y="293378"/>
                  </a:lnTo>
                  <a:close/>
                  <a:moveTo>
                    <a:pt x="36131" y="320048"/>
                  </a:moveTo>
                  <a:lnTo>
                    <a:pt x="72261" y="293378"/>
                  </a:lnTo>
                  <a:lnTo>
                    <a:pt x="36131" y="293378"/>
                  </a:lnTo>
                  <a:close/>
                  <a:moveTo>
                    <a:pt x="36131" y="133353"/>
                  </a:moveTo>
                  <a:lnTo>
                    <a:pt x="72261" y="106683"/>
                  </a:lnTo>
                  <a:lnTo>
                    <a:pt x="36131" y="106683"/>
                  </a:lnTo>
                  <a:close/>
                  <a:moveTo>
                    <a:pt x="72261" y="133353"/>
                  </a:moveTo>
                  <a:lnTo>
                    <a:pt x="108392" y="106683"/>
                  </a:lnTo>
                  <a:lnTo>
                    <a:pt x="72261" y="106683"/>
                  </a:lnTo>
                  <a:close/>
                  <a:moveTo>
                    <a:pt x="36131" y="106683"/>
                  </a:moveTo>
                  <a:lnTo>
                    <a:pt x="72261" y="106683"/>
                  </a:lnTo>
                  <a:lnTo>
                    <a:pt x="72261" y="80012"/>
                  </a:lnTo>
                  <a:close/>
                  <a:moveTo>
                    <a:pt x="36131" y="106683"/>
                  </a:moveTo>
                  <a:lnTo>
                    <a:pt x="72261" y="80012"/>
                  </a:lnTo>
                  <a:lnTo>
                    <a:pt x="36131" y="80012"/>
                  </a:lnTo>
                  <a:close/>
                  <a:moveTo>
                    <a:pt x="72261" y="106683"/>
                  </a:moveTo>
                  <a:lnTo>
                    <a:pt x="108392" y="106683"/>
                  </a:lnTo>
                  <a:lnTo>
                    <a:pt x="108392" y="80012"/>
                  </a:lnTo>
                  <a:close/>
                  <a:moveTo>
                    <a:pt x="72261" y="106683"/>
                  </a:moveTo>
                  <a:lnTo>
                    <a:pt x="108392" y="80012"/>
                  </a:lnTo>
                  <a:lnTo>
                    <a:pt x="72261" y="80012"/>
                  </a:lnTo>
                  <a:close/>
                  <a:moveTo>
                    <a:pt x="36131" y="80012"/>
                  </a:moveTo>
                  <a:lnTo>
                    <a:pt x="72261" y="80012"/>
                  </a:lnTo>
                  <a:lnTo>
                    <a:pt x="72261" y="53341"/>
                  </a:lnTo>
                  <a:close/>
                  <a:moveTo>
                    <a:pt x="36131" y="80012"/>
                  </a:moveTo>
                  <a:lnTo>
                    <a:pt x="72261" y="53341"/>
                  </a:lnTo>
                  <a:lnTo>
                    <a:pt x="36131" y="53341"/>
                  </a:lnTo>
                  <a:close/>
                  <a:moveTo>
                    <a:pt x="72261" y="80012"/>
                  </a:moveTo>
                  <a:lnTo>
                    <a:pt x="108392" y="80012"/>
                  </a:lnTo>
                  <a:lnTo>
                    <a:pt x="108392" y="53341"/>
                  </a:lnTo>
                  <a:close/>
                  <a:moveTo>
                    <a:pt x="72261" y="80012"/>
                  </a:moveTo>
                  <a:lnTo>
                    <a:pt x="108392" y="53341"/>
                  </a:lnTo>
                  <a:lnTo>
                    <a:pt x="72261" y="53341"/>
                  </a:lnTo>
                  <a:close/>
                  <a:moveTo>
                    <a:pt x="108392" y="80012"/>
                  </a:moveTo>
                  <a:lnTo>
                    <a:pt x="144523" y="53341"/>
                  </a:lnTo>
                  <a:lnTo>
                    <a:pt x="108392" y="53341"/>
                  </a:lnTo>
                  <a:close/>
                  <a:moveTo>
                    <a:pt x="36131" y="53341"/>
                  </a:moveTo>
                  <a:lnTo>
                    <a:pt x="72261" y="53341"/>
                  </a:lnTo>
                  <a:lnTo>
                    <a:pt x="72261" y="26671"/>
                  </a:lnTo>
                  <a:close/>
                  <a:moveTo>
                    <a:pt x="72261" y="53341"/>
                  </a:moveTo>
                  <a:lnTo>
                    <a:pt x="108392" y="53341"/>
                  </a:lnTo>
                  <a:lnTo>
                    <a:pt x="108392" y="26671"/>
                  </a:lnTo>
                  <a:close/>
                  <a:moveTo>
                    <a:pt x="72261" y="53341"/>
                  </a:moveTo>
                  <a:lnTo>
                    <a:pt x="108392" y="26671"/>
                  </a:lnTo>
                  <a:lnTo>
                    <a:pt x="72261" y="26671"/>
                  </a:lnTo>
                  <a:close/>
                  <a:moveTo>
                    <a:pt x="108392" y="53341"/>
                  </a:moveTo>
                  <a:lnTo>
                    <a:pt x="144523" y="26671"/>
                  </a:lnTo>
                  <a:lnTo>
                    <a:pt x="108392" y="26671"/>
                  </a:lnTo>
                  <a:close/>
                  <a:moveTo>
                    <a:pt x="72261" y="26671"/>
                  </a:moveTo>
                  <a:lnTo>
                    <a:pt x="108392" y="26671"/>
                  </a:lnTo>
                  <a:lnTo>
                    <a:pt x="108392" y="0"/>
                  </a:lnTo>
                  <a:close/>
                </a:path>
              </a:pathLst>
            </a:custGeom>
            <a:solidFill>
              <a:srgbClr val="7ECBA3"/>
            </a:solidFill>
            <a:ln w="4001">
              <a:solidFill>
                <a:srgbClr val="B0E0C7"/>
              </a:solidFill>
            </a:ln>
          </p:spPr>
        </p:sp>
      </p:grpSp>
      <p:sp>
        <p:nvSpPr>
          <p:cNvPr id="4055" name="label__4054">
            <a:extLst>
              <a:ext uri="{FF2B5EF4-FFF2-40B4-BE49-F238E27FC236}">
                <a16:creationId xmlns:a16="http://schemas.microsoft.com/office/drawing/2014/main" id="{14A8901E-602F-4021-FA51-7F2C4C39F83B}"/>
              </a:ext>
            </a:extLst>
          </p:cNvPr>
          <p:cNvSpPr>
            <a:spLocks noGrp="1"/>
          </p:cNvSpPr>
          <p:nvPr/>
        </p:nvSpPr>
        <p:spPr>
          <a:xfrm>
            <a:off x="4457096" y="4950883"/>
            <a:ext cx="169333" cy="1270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ctr">
              <a:defRPr sz="1275" b="0">
                <a:solidFill>
                  <a:srgbClr val="687780"/>
                </a:solidFill>
                <a:latin typeface="Arial"/>
                <a:ea typeface="Arial"/>
                <a:cs typeface="Arial"/>
              </a:defRPr>
            </a:pPr>
            <a:r>
              <a:rPr sz="708">
                <a:solidFill>
                  <a:srgbClr val="687780"/>
                </a:solidFill>
                <a:latin typeface="Arial"/>
                <a:ea typeface="Arial"/>
                <a:cs typeface="Arial"/>
              </a:rPr>
              <a:t>B2</a:t>
            </a:r>
          </a:p>
        </p:txBody>
      </p:sp>
      <p:grpSp>
        <p:nvGrpSpPr>
          <p:cNvPr id="6229" name="Match_B5">
            <a:extLst>
              <a:ext uri="{FF2B5EF4-FFF2-40B4-BE49-F238E27FC236}">
                <a16:creationId xmlns:a16="http://schemas.microsoft.com/office/drawing/2014/main" id="{DC4D329A-13A4-6EC3-11B0-2E230BA62F30}"/>
              </a:ext>
            </a:extLst>
          </p:cNvPr>
          <p:cNvGrpSpPr/>
          <p:nvPr/>
        </p:nvGrpSpPr>
        <p:grpSpPr>
          <a:xfrm>
            <a:off x="4618492" y="5387446"/>
            <a:ext cx="195792" cy="227542"/>
            <a:chOff x="8386763" y="5014913"/>
            <a:chExt cx="352425" cy="409575"/>
          </a:xfrm>
        </p:grpSpPr>
        <p:sp>
          <p:nvSpPr>
            <p:cNvPr id="4056" name="Match_B5__4055">
              <a:extLst>
                <a:ext uri="{FF2B5EF4-FFF2-40B4-BE49-F238E27FC236}">
                  <a16:creationId xmlns:a16="http://schemas.microsoft.com/office/drawing/2014/main" id="{9F92D583-1223-A143-ED93-C86314FC5EE0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5014913"/>
              <a:ext cx="352425" cy="409575"/>
            </a:xfrm>
            <a:custGeom>
              <a:avLst/>
              <a:gdLst/>
              <a:ahLst/>
              <a:cxnLst/>
              <a:rect l="0" t="0" r="0" b="0"/>
              <a:pathLst>
                <a:path w="352425" h="409575">
                  <a:moveTo>
                    <a:pt x="52072" y="394776"/>
                  </a:moveTo>
                  <a:lnTo>
                    <a:pt x="56881" y="397322"/>
                  </a:lnTo>
                  <a:lnTo>
                    <a:pt x="56881" y="394776"/>
                  </a:lnTo>
                  <a:close/>
                  <a:moveTo>
                    <a:pt x="52072" y="394776"/>
                  </a:moveTo>
                  <a:lnTo>
                    <a:pt x="56881" y="394776"/>
                  </a:lnTo>
                  <a:lnTo>
                    <a:pt x="27609" y="378665"/>
                  </a:lnTo>
                  <a:close/>
                  <a:moveTo>
                    <a:pt x="86154" y="406499"/>
                  </a:moveTo>
                  <a:lnTo>
                    <a:pt x="86154" y="403302"/>
                  </a:lnTo>
                  <a:lnTo>
                    <a:pt x="56881" y="397322"/>
                  </a:lnTo>
                  <a:close/>
                  <a:moveTo>
                    <a:pt x="86154" y="406499"/>
                  </a:moveTo>
                  <a:lnTo>
                    <a:pt x="115427" y="409575"/>
                  </a:lnTo>
                  <a:lnTo>
                    <a:pt x="115427" y="406856"/>
                  </a:lnTo>
                  <a:close/>
                  <a:moveTo>
                    <a:pt x="115427" y="409575"/>
                  </a:moveTo>
                  <a:lnTo>
                    <a:pt x="144699" y="408563"/>
                  </a:lnTo>
                  <a:lnTo>
                    <a:pt x="144699" y="406219"/>
                  </a:lnTo>
                  <a:close/>
                  <a:moveTo>
                    <a:pt x="144699" y="408563"/>
                  </a:moveTo>
                  <a:lnTo>
                    <a:pt x="173972" y="404584"/>
                  </a:lnTo>
                  <a:lnTo>
                    <a:pt x="173972" y="402613"/>
                  </a:lnTo>
                  <a:close/>
                  <a:moveTo>
                    <a:pt x="173972" y="404584"/>
                  </a:moveTo>
                  <a:lnTo>
                    <a:pt x="203244" y="398135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3244" y="396559"/>
                  </a:lnTo>
                  <a:lnTo>
                    <a:pt x="203244" y="398135"/>
                  </a:lnTo>
                  <a:close/>
                  <a:moveTo>
                    <a:pt x="214629" y="394776"/>
                  </a:moveTo>
                  <a:lnTo>
                    <a:pt x="232517" y="38996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16640" y="367837"/>
                  </a:lnTo>
                  <a:lnTo>
                    <a:pt x="27609" y="378665"/>
                  </a:lnTo>
                  <a:close/>
                  <a:moveTo>
                    <a:pt x="2393" y="340899"/>
                  </a:moveTo>
                  <a:lnTo>
                    <a:pt x="16640" y="367837"/>
                  </a:lnTo>
                  <a:lnTo>
                    <a:pt x="21787" y="367837"/>
                  </a:lnTo>
                  <a:close/>
                  <a:moveTo>
                    <a:pt x="232517" y="389966"/>
                  </a:moveTo>
                  <a:lnTo>
                    <a:pt x="261790" y="378971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61790" y="378257"/>
                  </a:lnTo>
                  <a:lnTo>
                    <a:pt x="261790" y="378971"/>
                  </a:lnTo>
                  <a:close/>
                  <a:moveTo>
                    <a:pt x="281741" y="367837"/>
                  </a:moveTo>
                  <a:lnTo>
                    <a:pt x="291062" y="361661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2393" y="340899"/>
                  </a:lnTo>
                  <a:lnTo>
                    <a:pt x="6646" y="340899"/>
                  </a:lnTo>
                  <a:close/>
                  <a:moveTo>
                    <a:pt x="313890" y="340899"/>
                  </a:moveTo>
                  <a:lnTo>
                    <a:pt x="291062" y="361072"/>
                  </a:lnTo>
                  <a:lnTo>
                    <a:pt x="291062" y="361661"/>
                  </a:lnTo>
                  <a:close/>
                  <a:moveTo>
                    <a:pt x="313890" y="340899"/>
                  </a:moveTo>
                  <a:lnTo>
                    <a:pt x="320335" y="331731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0" y="313961"/>
                  </a:lnTo>
                  <a:lnTo>
                    <a:pt x="4027" y="313961"/>
                  </a:lnTo>
                  <a:close/>
                  <a:moveTo>
                    <a:pt x="331513" y="313961"/>
                  </a:moveTo>
                  <a:lnTo>
                    <a:pt x="320335" y="330638"/>
                  </a:lnTo>
                  <a:lnTo>
                    <a:pt x="320335" y="331731"/>
                  </a:lnTo>
                  <a:close/>
                  <a:moveTo>
                    <a:pt x="330623" y="313961"/>
                  </a:moveTo>
                  <a:lnTo>
                    <a:pt x="33151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27609" y="260183"/>
                  </a:lnTo>
                  <a:lnTo>
                    <a:pt x="7703" y="287022"/>
                  </a:lnTo>
                  <a:close/>
                  <a:moveTo>
                    <a:pt x="27609" y="260183"/>
                  </a:moveTo>
                  <a:lnTo>
                    <a:pt x="27609" y="265806"/>
                  </a:lnTo>
                  <a:lnTo>
                    <a:pt x="27695" y="260084"/>
                  </a:lnTo>
                  <a:close/>
                  <a:moveTo>
                    <a:pt x="339334" y="287022"/>
                  </a:moveTo>
                  <a:lnTo>
                    <a:pt x="340829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56881" y="235079"/>
                  </a:lnTo>
                  <a:lnTo>
                    <a:pt x="27695" y="260084"/>
                  </a:lnTo>
                  <a:close/>
                  <a:moveTo>
                    <a:pt x="56881" y="235079"/>
                  </a:moveTo>
                  <a:lnTo>
                    <a:pt x="56881" y="238804"/>
                  </a:lnTo>
                  <a:lnTo>
                    <a:pt x="59605" y="233146"/>
                  </a:lnTo>
                  <a:close/>
                  <a:moveTo>
                    <a:pt x="343354" y="260084"/>
                  </a:moveTo>
                  <a:lnTo>
                    <a:pt x="345921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86154" y="208870"/>
                  </a:lnTo>
                  <a:lnTo>
                    <a:pt x="59605" y="233146"/>
                  </a:lnTo>
                  <a:close/>
                  <a:moveTo>
                    <a:pt x="86154" y="208870"/>
                  </a:moveTo>
                  <a:lnTo>
                    <a:pt x="86154" y="212901"/>
                  </a:lnTo>
                  <a:lnTo>
                    <a:pt x="88914" y="206208"/>
                  </a:lnTo>
                  <a:close/>
                  <a:moveTo>
                    <a:pt x="349607" y="231669"/>
                  </a:moveTo>
                  <a:lnTo>
                    <a:pt x="349607" y="206208"/>
                  </a:lnTo>
                  <a:lnTo>
                    <a:pt x="349466" y="233146"/>
                  </a:lnTo>
                  <a:close/>
                  <a:moveTo>
                    <a:pt x="95736" y="179269"/>
                  </a:moveTo>
                  <a:lnTo>
                    <a:pt x="88914" y="206208"/>
                  </a:lnTo>
                  <a:lnTo>
                    <a:pt x="93046" y="206208"/>
                  </a:lnTo>
                  <a:close/>
                  <a:moveTo>
                    <a:pt x="349607" y="206208"/>
                  </a:moveTo>
                  <a:lnTo>
                    <a:pt x="349607" y="231669"/>
                  </a:lnTo>
                  <a:lnTo>
                    <a:pt x="352425" y="206208"/>
                  </a:lnTo>
                  <a:close/>
                  <a:moveTo>
                    <a:pt x="349607" y="179269"/>
                  </a:moveTo>
                  <a:lnTo>
                    <a:pt x="352425" y="206208"/>
                  </a:lnTo>
                  <a:lnTo>
                    <a:pt x="352353" y="179269"/>
                  </a:lnTo>
                  <a:close/>
                  <a:moveTo>
                    <a:pt x="349607" y="179269"/>
                  </a:moveTo>
                  <a:lnTo>
                    <a:pt x="349607" y="206208"/>
                  </a:lnTo>
                  <a:lnTo>
                    <a:pt x="352425" y="206208"/>
                  </a:lnTo>
                  <a:close/>
                  <a:moveTo>
                    <a:pt x="95736" y="179269"/>
                  </a:moveTo>
                  <a:lnTo>
                    <a:pt x="98587" y="179269"/>
                  </a:lnTo>
                  <a:lnTo>
                    <a:pt x="86154" y="160391"/>
                  </a:lnTo>
                  <a:close/>
                  <a:moveTo>
                    <a:pt x="349607" y="179269"/>
                  </a:moveTo>
                  <a:lnTo>
                    <a:pt x="352353" y="179269"/>
                  </a:lnTo>
                  <a:lnTo>
                    <a:pt x="349607" y="166529"/>
                  </a:lnTo>
                  <a:close/>
                  <a:moveTo>
                    <a:pt x="349607" y="179269"/>
                  </a:moveTo>
                  <a:lnTo>
                    <a:pt x="349607" y="166529"/>
                  </a:lnTo>
                  <a:lnTo>
                    <a:pt x="345275" y="179269"/>
                  </a:lnTo>
                  <a:close/>
                  <a:moveTo>
                    <a:pt x="345275" y="179269"/>
                  </a:moveTo>
                  <a:lnTo>
                    <a:pt x="349607" y="166529"/>
                  </a:lnTo>
                  <a:lnTo>
                    <a:pt x="346836" y="152331"/>
                  </a:lnTo>
                  <a:close/>
                  <a:moveTo>
                    <a:pt x="81950" y="152331"/>
                  </a:moveTo>
                  <a:lnTo>
                    <a:pt x="81916" y="152331"/>
                  </a:lnTo>
                  <a:lnTo>
                    <a:pt x="86154" y="160391"/>
                  </a:lnTo>
                  <a:close/>
                  <a:moveTo>
                    <a:pt x="59630" y="125393"/>
                  </a:moveTo>
                  <a:lnTo>
                    <a:pt x="81916" y="152331"/>
                  </a:lnTo>
                  <a:lnTo>
                    <a:pt x="81950" y="152331"/>
                  </a:lnTo>
                  <a:close/>
                  <a:moveTo>
                    <a:pt x="338887" y="152331"/>
                  </a:moveTo>
                  <a:lnTo>
                    <a:pt x="346836" y="152331"/>
                  </a:lnTo>
                  <a:lnTo>
                    <a:pt x="333328" y="125393"/>
                  </a:lnTo>
                  <a:close/>
                  <a:moveTo>
                    <a:pt x="59630" y="125393"/>
                  </a:moveTo>
                  <a:lnTo>
                    <a:pt x="57796" y="125393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3538" y="125393"/>
                  </a:lnTo>
                  <a:lnTo>
                    <a:pt x="333328" y="125393"/>
                  </a:lnTo>
                  <a:close/>
                  <a:moveTo>
                    <a:pt x="320335" y="110852"/>
                  </a:moveTo>
                  <a:lnTo>
                    <a:pt x="306334" y="98454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43819" y="98454"/>
                  </a:lnTo>
                  <a:lnTo>
                    <a:pt x="56881" y="121199"/>
                  </a:lnTo>
                  <a:close/>
                  <a:moveTo>
                    <a:pt x="39208" y="71516"/>
                  </a:moveTo>
                  <a:lnTo>
                    <a:pt x="43819" y="98454"/>
                  </a:lnTo>
                  <a:lnTo>
                    <a:pt x="41634" y="98454"/>
                  </a:lnTo>
                  <a:close/>
                  <a:moveTo>
                    <a:pt x="291062" y="87284"/>
                  </a:moveTo>
                  <a:lnTo>
                    <a:pt x="295189" y="98454"/>
                  </a:lnTo>
                  <a:lnTo>
                    <a:pt x="306334" y="98454"/>
                  </a:lnTo>
                  <a:close/>
                  <a:moveTo>
                    <a:pt x="264383" y="71516"/>
                  </a:moveTo>
                  <a:lnTo>
                    <a:pt x="261790" y="71516"/>
                  </a:lnTo>
                  <a:lnTo>
                    <a:pt x="291062" y="87284"/>
                  </a:lnTo>
                  <a:close/>
                  <a:moveTo>
                    <a:pt x="291062" y="87284"/>
                  </a:moveTo>
                  <a:lnTo>
                    <a:pt x="261790" y="71516"/>
                  </a:lnTo>
                  <a:lnTo>
                    <a:pt x="261790" y="75262"/>
                  </a:lnTo>
                  <a:close/>
                  <a:moveTo>
                    <a:pt x="46403" y="44578"/>
                  </a:moveTo>
                  <a:lnTo>
                    <a:pt x="39208" y="71516"/>
                  </a:lnTo>
                  <a:lnTo>
                    <a:pt x="36914" y="71516"/>
                  </a:lnTo>
                  <a:close/>
                  <a:moveTo>
                    <a:pt x="232517" y="50502"/>
                  </a:moveTo>
                  <a:lnTo>
                    <a:pt x="224304" y="44578"/>
                  </a:lnTo>
                  <a:lnTo>
                    <a:pt x="222816" y="44578"/>
                  </a:lnTo>
                  <a:close/>
                  <a:moveTo>
                    <a:pt x="261790" y="69840"/>
                  </a:moveTo>
                  <a:lnTo>
                    <a:pt x="256466" y="71516"/>
                  </a:lnTo>
                  <a:lnTo>
                    <a:pt x="261790" y="71516"/>
                  </a:lnTo>
                  <a:close/>
                  <a:moveTo>
                    <a:pt x="232517" y="50502"/>
                  </a:moveTo>
                  <a:lnTo>
                    <a:pt x="232517" y="52907"/>
                  </a:lnTo>
                  <a:lnTo>
                    <a:pt x="261790" y="69840"/>
                  </a:lnTo>
                  <a:close/>
                  <a:moveTo>
                    <a:pt x="261790" y="71516"/>
                  </a:moveTo>
                  <a:lnTo>
                    <a:pt x="264383" y="71516"/>
                  </a:lnTo>
                  <a:lnTo>
                    <a:pt x="261790" y="69840"/>
                  </a:lnTo>
                  <a:close/>
                  <a:moveTo>
                    <a:pt x="56881" y="27534"/>
                  </a:moveTo>
                  <a:lnTo>
                    <a:pt x="56881" y="30970"/>
                  </a:lnTo>
                  <a:lnTo>
                    <a:pt x="46403" y="44578"/>
                  </a:lnTo>
                  <a:close/>
                  <a:moveTo>
                    <a:pt x="56881" y="30970"/>
                  </a:moveTo>
                  <a:lnTo>
                    <a:pt x="56881" y="27534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22816" y="44578"/>
                  </a:lnTo>
                  <a:lnTo>
                    <a:pt x="224304" y="44578"/>
                  </a:lnTo>
                  <a:close/>
                  <a:moveTo>
                    <a:pt x="203244" y="29219"/>
                  </a:moveTo>
                  <a:lnTo>
                    <a:pt x="183871" y="1763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86154" y="9329"/>
                  </a:lnTo>
                  <a:lnTo>
                    <a:pt x="71966" y="17639"/>
                  </a:lnTo>
                  <a:close/>
                  <a:moveTo>
                    <a:pt x="115427" y="0"/>
                  </a:moveTo>
                  <a:lnTo>
                    <a:pt x="115427" y="1925"/>
                  </a:lnTo>
                  <a:lnTo>
                    <a:pt x="86154" y="9329"/>
                  </a:lnTo>
                  <a:close/>
                  <a:moveTo>
                    <a:pt x="144699" y="1293"/>
                  </a:moveTo>
                  <a:lnTo>
                    <a:pt x="144699" y="3063"/>
                  </a:lnTo>
                  <a:lnTo>
                    <a:pt x="115427" y="1925"/>
                  </a:lnTo>
                  <a:close/>
                  <a:moveTo>
                    <a:pt x="173972" y="10626"/>
                  </a:moveTo>
                  <a:lnTo>
                    <a:pt x="173972" y="12194"/>
                  </a:lnTo>
                  <a:lnTo>
                    <a:pt x="144699" y="3063"/>
                  </a:lnTo>
                  <a:close/>
                  <a:moveTo>
                    <a:pt x="173972" y="12194"/>
                  </a:moveTo>
                  <a:lnTo>
                    <a:pt x="186182" y="17639"/>
                  </a:lnTo>
                  <a:lnTo>
                    <a:pt x="183871" y="17639"/>
                  </a:lnTo>
                  <a:close/>
                </a:path>
              </a:pathLst>
            </a:custGeom>
            <a:solidFill>
              <a:srgbClr val="5F6873"/>
            </a:solidFill>
            <a:ln w="4001">
              <a:solidFill>
                <a:srgbClr val="B6BABF"/>
              </a:solidFill>
            </a:ln>
          </p:spPr>
        </p:sp>
        <p:sp>
          <p:nvSpPr>
            <p:cNvPr id="4057" name="Match_B5__4056">
              <a:extLst>
                <a:ext uri="{FF2B5EF4-FFF2-40B4-BE49-F238E27FC236}">
                  <a16:creationId xmlns:a16="http://schemas.microsoft.com/office/drawing/2014/main" id="{894C7FB6-7717-32FB-AC0A-EB9E9D602713}"/>
                </a:ext>
              </a:extLst>
            </p:cNvPr>
            <p:cNvSpPr>
              <a:spLocks noGrp="1"/>
            </p:cNvSpPr>
            <p:nvPr/>
          </p:nvSpPr>
          <p:spPr>
            <a:xfrm>
              <a:off x="8386763" y="5014913"/>
              <a:ext cx="349607" cy="409575"/>
            </a:xfrm>
            <a:custGeom>
              <a:avLst/>
              <a:gdLst/>
              <a:ahLst/>
              <a:cxnLst/>
              <a:rect l="0" t="0" r="0" b="0"/>
              <a:pathLst>
                <a:path w="349607" h="409575">
                  <a:moveTo>
                    <a:pt x="27609" y="378665"/>
                  </a:moveTo>
                  <a:lnTo>
                    <a:pt x="56881" y="394776"/>
                  </a:lnTo>
                  <a:lnTo>
                    <a:pt x="56881" y="393437"/>
                  </a:lnTo>
                  <a:close/>
                  <a:moveTo>
                    <a:pt x="27609" y="378665"/>
                  </a:moveTo>
                  <a:lnTo>
                    <a:pt x="56881" y="393437"/>
                  </a:lnTo>
                  <a:lnTo>
                    <a:pt x="27609" y="373596"/>
                  </a:lnTo>
                  <a:close/>
                  <a:moveTo>
                    <a:pt x="56881" y="397322"/>
                  </a:moveTo>
                  <a:lnTo>
                    <a:pt x="60490" y="394776"/>
                  </a:lnTo>
                  <a:lnTo>
                    <a:pt x="56881" y="394776"/>
                  </a:lnTo>
                  <a:close/>
                  <a:moveTo>
                    <a:pt x="86154" y="403302"/>
                  </a:moveTo>
                  <a:lnTo>
                    <a:pt x="60490" y="394776"/>
                  </a:lnTo>
                  <a:lnTo>
                    <a:pt x="56881" y="397322"/>
                  </a:lnTo>
                  <a:close/>
                  <a:moveTo>
                    <a:pt x="56881" y="394776"/>
                  </a:moveTo>
                  <a:lnTo>
                    <a:pt x="60490" y="394776"/>
                  </a:lnTo>
                  <a:lnTo>
                    <a:pt x="56881" y="393437"/>
                  </a:lnTo>
                  <a:close/>
                  <a:moveTo>
                    <a:pt x="86154" y="403302"/>
                  </a:moveTo>
                  <a:lnTo>
                    <a:pt x="86154" y="406499"/>
                  </a:lnTo>
                  <a:lnTo>
                    <a:pt x="115427" y="406856"/>
                  </a:lnTo>
                  <a:close/>
                  <a:moveTo>
                    <a:pt x="115427" y="406856"/>
                  </a:moveTo>
                  <a:lnTo>
                    <a:pt x="115427" y="409575"/>
                  </a:lnTo>
                  <a:lnTo>
                    <a:pt x="144699" y="406219"/>
                  </a:lnTo>
                  <a:close/>
                  <a:moveTo>
                    <a:pt x="144699" y="406219"/>
                  </a:moveTo>
                  <a:lnTo>
                    <a:pt x="144699" y="408563"/>
                  </a:lnTo>
                  <a:lnTo>
                    <a:pt x="173972" y="402613"/>
                  </a:lnTo>
                  <a:close/>
                  <a:moveTo>
                    <a:pt x="173972" y="402613"/>
                  </a:moveTo>
                  <a:lnTo>
                    <a:pt x="173972" y="404584"/>
                  </a:lnTo>
                  <a:lnTo>
                    <a:pt x="203244" y="396559"/>
                  </a:lnTo>
                  <a:close/>
                  <a:moveTo>
                    <a:pt x="214629" y="394776"/>
                  </a:moveTo>
                  <a:lnTo>
                    <a:pt x="209632" y="394776"/>
                  </a:lnTo>
                  <a:lnTo>
                    <a:pt x="203244" y="396559"/>
                  </a:lnTo>
                  <a:close/>
                  <a:moveTo>
                    <a:pt x="209632" y="394776"/>
                  </a:moveTo>
                  <a:lnTo>
                    <a:pt x="214629" y="394776"/>
                  </a:lnTo>
                  <a:lnTo>
                    <a:pt x="232517" y="389005"/>
                  </a:lnTo>
                  <a:close/>
                  <a:moveTo>
                    <a:pt x="21787" y="367837"/>
                  </a:moveTo>
                  <a:lnTo>
                    <a:pt x="27609" y="378665"/>
                  </a:lnTo>
                  <a:lnTo>
                    <a:pt x="27609" y="373596"/>
                  </a:lnTo>
                  <a:close/>
                  <a:moveTo>
                    <a:pt x="2393" y="340899"/>
                  </a:moveTo>
                  <a:lnTo>
                    <a:pt x="21787" y="367837"/>
                  </a:lnTo>
                  <a:lnTo>
                    <a:pt x="6646" y="340899"/>
                  </a:lnTo>
                  <a:close/>
                  <a:moveTo>
                    <a:pt x="232517" y="389005"/>
                  </a:moveTo>
                  <a:lnTo>
                    <a:pt x="232517" y="389966"/>
                  </a:lnTo>
                  <a:lnTo>
                    <a:pt x="261790" y="378257"/>
                  </a:lnTo>
                  <a:close/>
                  <a:moveTo>
                    <a:pt x="281741" y="367837"/>
                  </a:moveTo>
                  <a:lnTo>
                    <a:pt x="280731" y="367837"/>
                  </a:lnTo>
                  <a:lnTo>
                    <a:pt x="261790" y="378257"/>
                  </a:lnTo>
                  <a:close/>
                  <a:moveTo>
                    <a:pt x="280731" y="367837"/>
                  </a:moveTo>
                  <a:lnTo>
                    <a:pt x="281741" y="367837"/>
                  </a:lnTo>
                  <a:lnTo>
                    <a:pt x="291062" y="361072"/>
                  </a:lnTo>
                  <a:close/>
                  <a:moveTo>
                    <a:pt x="0" y="313961"/>
                  </a:moveTo>
                  <a:lnTo>
                    <a:pt x="6646" y="340899"/>
                  </a:lnTo>
                  <a:lnTo>
                    <a:pt x="4027" y="313961"/>
                  </a:lnTo>
                  <a:close/>
                  <a:moveTo>
                    <a:pt x="313890" y="340899"/>
                  </a:moveTo>
                  <a:lnTo>
                    <a:pt x="313260" y="340899"/>
                  </a:lnTo>
                  <a:lnTo>
                    <a:pt x="291062" y="361072"/>
                  </a:lnTo>
                  <a:close/>
                  <a:moveTo>
                    <a:pt x="313260" y="340899"/>
                  </a:moveTo>
                  <a:lnTo>
                    <a:pt x="313890" y="340899"/>
                  </a:lnTo>
                  <a:lnTo>
                    <a:pt x="320335" y="330638"/>
                  </a:lnTo>
                  <a:close/>
                  <a:moveTo>
                    <a:pt x="7703" y="287022"/>
                  </a:moveTo>
                  <a:lnTo>
                    <a:pt x="4027" y="313961"/>
                  </a:lnTo>
                  <a:lnTo>
                    <a:pt x="12024" y="287022"/>
                  </a:lnTo>
                  <a:close/>
                  <a:moveTo>
                    <a:pt x="331513" y="313961"/>
                  </a:moveTo>
                  <a:lnTo>
                    <a:pt x="330623" y="313961"/>
                  </a:lnTo>
                  <a:lnTo>
                    <a:pt x="320335" y="330638"/>
                  </a:lnTo>
                  <a:close/>
                  <a:moveTo>
                    <a:pt x="339334" y="287022"/>
                  </a:moveTo>
                  <a:lnTo>
                    <a:pt x="330623" y="313961"/>
                  </a:lnTo>
                  <a:lnTo>
                    <a:pt x="340829" y="287022"/>
                  </a:lnTo>
                  <a:close/>
                  <a:moveTo>
                    <a:pt x="27609" y="265806"/>
                  </a:moveTo>
                  <a:lnTo>
                    <a:pt x="7703" y="287022"/>
                  </a:lnTo>
                  <a:lnTo>
                    <a:pt x="12024" y="287022"/>
                  </a:lnTo>
                  <a:close/>
                  <a:moveTo>
                    <a:pt x="27609" y="265806"/>
                  </a:moveTo>
                  <a:lnTo>
                    <a:pt x="32490" y="260084"/>
                  </a:lnTo>
                  <a:lnTo>
                    <a:pt x="27695" y="260084"/>
                  </a:lnTo>
                  <a:close/>
                  <a:moveTo>
                    <a:pt x="343354" y="260084"/>
                  </a:moveTo>
                  <a:lnTo>
                    <a:pt x="339334" y="287022"/>
                  </a:lnTo>
                  <a:lnTo>
                    <a:pt x="345921" y="260084"/>
                  </a:lnTo>
                  <a:close/>
                  <a:moveTo>
                    <a:pt x="56881" y="238804"/>
                  </a:moveTo>
                  <a:lnTo>
                    <a:pt x="27695" y="260084"/>
                  </a:lnTo>
                  <a:lnTo>
                    <a:pt x="32490" y="260084"/>
                  </a:lnTo>
                  <a:close/>
                  <a:moveTo>
                    <a:pt x="56881" y="238804"/>
                  </a:moveTo>
                  <a:lnTo>
                    <a:pt x="64677" y="233146"/>
                  </a:lnTo>
                  <a:lnTo>
                    <a:pt x="59605" y="233146"/>
                  </a:lnTo>
                  <a:close/>
                  <a:moveTo>
                    <a:pt x="345475" y="233146"/>
                  </a:moveTo>
                  <a:lnTo>
                    <a:pt x="343354" y="260084"/>
                  </a:lnTo>
                  <a:lnTo>
                    <a:pt x="349466" y="233146"/>
                  </a:lnTo>
                  <a:close/>
                  <a:moveTo>
                    <a:pt x="86154" y="212901"/>
                  </a:moveTo>
                  <a:lnTo>
                    <a:pt x="59605" y="233146"/>
                  </a:lnTo>
                  <a:lnTo>
                    <a:pt x="64677" y="233146"/>
                  </a:lnTo>
                  <a:close/>
                  <a:moveTo>
                    <a:pt x="86154" y="212901"/>
                  </a:moveTo>
                  <a:lnTo>
                    <a:pt x="93046" y="206208"/>
                  </a:lnTo>
                  <a:lnTo>
                    <a:pt x="88914" y="206208"/>
                  </a:lnTo>
                  <a:close/>
                  <a:moveTo>
                    <a:pt x="349466" y="233146"/>
                  </a:moveTo>
                  <a:lnTo>
                    <a:pt x="349607" y="206208"/>
                  </a:lnTo>
                  <a:lnTo>
                    <a:pt x="346559" y="206208"/>
                  </a:lnTo>
                  <a:close/>
                  <a:moveTo>
                    <a:pt x="349466" y="233146"/>
                  </a:moveTo>
                  <a:lnTo>
                    <a:pt x="346559" y="206208"/>
                  </a:lnTo>
                  <a:lnTo>
                    <a:pt x="345475" y="233146"/>
                  </a:lnTo>
                  <a:close/>
                  <a:moveTo>
                    <a:pt x="95736" y="179269"/>
                  </a:moveTo>
                  <a:lnTo>
                    <a:pt x="93046" y="206208"/>
                  </a:lnTo>
                  <a:lnTo>
                    <a:pt x="98587" y="179269"/>
                  </a:lnTo>
                  <a:close/>
                  <a:moveTo>
                    <a:pt x="349607" y="206208"/>
                  </a:moveTo>
                  <a:lnTo>
                    <a:pt x="349607" y="179269"/>
                  </a:lnTo>
                  <a:lnTo>
                    <a:pt x="346559" y="206208"/>
                  </a:lnTo>
                  <a:close/>
                  <a:moveTo>
                    <a:pt x="349607" y="179269"/>
                  </a:moveTo>
                  <a:lnTo>
                    <a:pt x="345275" y="179269"/>
                  </a:lnTo>
                  <a:lnTo>
                    <a:pt x="346559" y="206208"/>
                  </a:lnTo>
                  <a:close/>
                  <a:moveTo>
                    <a:pt x="98587" y="179269"/>
                  </a:moveTo>
                  <a:lnTo>
                    <a:pt x="86154" y="159205"/>
                  </a:lnTo>
                  <a:lnTo>
                    <a:pt x="86154" y="160391"/>
                  </a:lnTo>
                  <a:close/>
                  <a:moveTo>
                    <a:pt x="345275" y="179269"/>
                  </a:moveTo>
                  <a:lnTo>
                    <a:pt x="346836" y="152331"/>
                  </a:lnTo>
                  <a:lnTo>
                    <a:pt x="338887" y="152331"/>
                  </a:lnTo>
                  <a:close/>
                  <a:moveTo>
                    <a:pt x="81950" y="152331"/>
                  </a:moveTo>
                  <a:lnTo>
                    <a:pt x="86154" y="160391"/>
                  </a:lnTo>
                  <a:lnTo>
                    <a:pt x="86154" y="159205"/>
                  </a:lnTo>
                  <a:close/>
                  <a:moveTo>
                    <a:pt x="59630" y="125393"/>
                  </a:moveTo>
                  <a:lnTo>
                    <a:pt x="81950" y="152331"/>
                  </a:lnTo>
                  <a:lnTo>
                    <a:pt x="57796" y="125393"/>
                  </a:lnTo>
                  <a:close/>
                  <a:moveTo>
                    <a:pt x="323538" y="125393"/>
                  </a:moveTo>
                  <a:lnTo>
                    <a:pt x="338887" y="152331"/>
                  </a:lnTo>
                  <a:lnTo>
                    <a:pt x="333328" y="125393"/>
                  </a:lnTo>
                  <a:close/>
                  <a:moveTo>
                    <a:pt x="57796" y="125393"/>
                  </a:moveTo>
                  <a:lnTo>
                    <a:pt x="56881" y="124086"/>
                  </a:lnTo>
                  <a:lnTo>
                    <a:pt x="56881" y="121199"/>
                  </a:lnTo>
                  <a:close/>
                  <a:moveTo>
                    <a:pt x="320335" y="110852"/>
                  </a:moveTo>
                  <a:lnTo>
                    <a:pt x="320335" y="121765"/>
                  </a:lnTo>
                  <a:lnTo>
                    <a:pt x="323538" y="125393"/>
                  </a:lnTo>
                  <a:close/>
                  <a:moveTo>
                    <a:pt x="320335" y="121765"/>
                  </a:moveTo>
                  <a:lnTo>
                    <a:pt x="320335" y="110852"/>
                  </a:lnTo>
                  <a:lnTo>
                    <a:pt x="295189" y="98454"/>
                  </a:lnTo>
                  <a:close/>
                  <a:moveTo>
                    <a:pt x="41634" y="98454"/>
                  </a:moveTo>
                  <a:lnTo>
                    <a:pt x="56881" y="121199"/>
                  </a:lnTo>
                  <a:lnTo>
                    <a:pt x="56881" y="124086"/>
                  </a:lnTo>
                  <a:close/>
                  <a:moveTo>
                    <a:pt x="39208" y="71516"/>
                  </a:moveTo>
                  <a:lnTo>
                    <a:pt x="41634" y="98454"/>
                  </a:lnTo>
                  <a:lnTo>
                    <a:pt x="36914" y="71516"/>
                  </a:lnTo>
                  <a:close/>
                  <a:moveTo>
                    <a:pt x="291062" y="87284"/>
                  </a:moveTo>
                  <a:lnTo>
                    <a:pt x="291062" y="95264"/>
                  </a:lnTo>
                  <a:lnTo>
                    <a:pt x="295189" y="98454"/>
                  </a:lnTo>
                  <a:close/>
                  <a:moveTo>
                    <a:pt x="291062" y="87284"/>
                  </a:moveTo>
                  <a:lnTo>
                    <a:pt x="261790" y="75262"/>
                  </a:lnTo>
                  <a:lnTo>
                    <a:pt x="291062" y="95264"/>
                  </a:lnTo>
                  <a:close/>
                  <a:moveTo>
                    <a:pt x="46403" y="44578"/>
                  </a:moveTo>
                  <a:lnTo>
                    <a:pt x="36914" y="71516"/>
                  </a:lnTo>
                  <a:lnTo>
                    <a:pt x="43772" y="44578"/>
                  </a:lnTo>
                  <a:close/>
                  <a:moveTo>
                    <a:pt x="232517" y="52907"/>
                  </a:moveTo>
                  <a:lnTo>
                    <a:pt x="232517" y="50502"/>
                  </a:lnTo>
                  <a:lnTo>
                    <a:pt x="222816" y="44578"/>
                  </a:lnTo>
                  <a:close/>
                  <a:moveTo>
                    <a:pt x="232517" y="52907"/>
                  </a:moveTo>
                  <a:lnTo>
                    <a:pt x="256466" y="71516"/>
                  </a:lnTo>
                  <a:lnTo>
                    <a:pt x="261790" y="69840"/>
                  </a:lnTo>
                  <a:close/>
                  <a:moveTo>
                    <a:pt x="261790" y="75262"/>
                  </a:moveTo>
                  <a:lnTo>
                    <a:pt x="261790" y="71516"/>
                  </a:lnTo>
                  <a:lnTo>
                    <a:pt x="256466" y="71516"/>
                  </a:lnTo>
                  <a:close/>
                  <a:moveTo>
                    <a:pt x="56881" y="27534"/>
                  </a:moveTo>
                  <a:lnTo>
                    <a:pt x="46403" y="44578"/>
                  </a:lnTo>
                  <a:lnTo>
                    <a:pt x="43772" y="44578"/>
                  </a:lnTo>
                  <a:close/>
                  <a:moveTo>
                    <a:pt x="56881" y="27534"/>
                  </a:moveTo>
                  <a:lnTo>
                    <a:pt x="68082" y="17639"/>
                  </a:lnTo>
                  <a:lnTo>
                    <a:pt x="71966" y="17639"/>
                  </a:lnTo>
                  <a:close/>
                  <a:moveTo>
                    <a:pt x="203244" y="29219"/>
                  </a:moveTo>
                  <a:lnTo>
                    <a:pt x="203244" y="28817"/>
                  </a:lnTo>
                  <a:lnTo>
                    <a:pt x="222816" y="44578"/>
                  </a:lnTo>
                  <a:close/>
                  <a:moveTo>
                    <a:pt x="203244" y="28817"/>
                  </a:moveTo>
                  <a:lnTo>
                    <a:pt x="203244" y="29219"/>
                  </a:lnTo>
                  <a:lnTo>
                    <a:pt x="186182" y="17639"/>
                  </a:lnTo>
                  <a:close/>
                  <a:moveTo>
                    <a:pt x="86154" y="7071"/>
                  </a:moveTo>
                  <a:lnTo>
                    <a:pt x="71966" y="17639"/>
                  </a:lnTo>
                  <a:lnTo>
                    <a:pt x="68082" y="17639"/>
                  </a:lnTo>
                  <a:close/>
                  <a:moveTo>
                    <a:pt x="115427" y="0"/>
                  </a:moveTo>
                  <a:lnTo>
                    <a:pt x="86154" y="9329"/>
                  </a:lnTo>
                  <a:lnTo>
                    <a:pt x="86154" y="7071"/>
                  </a:lnTo>
                  <a:close/>
                  <a:moveTo>
                    <a:pt x="144699" y="1293"/>
                  </a:moveTo>
                  <a:lnTo>
                    <a:pt x="115427" y="1925"/>
                  </a:lnTo>
                  <a:lnTo>
                    <a:pt x="115427" y="0"/>
                  </a:lnTo>
                  <a:close/>
                  <a:moveTo>
                    <a:pt x="173972" y="10626"/>
                  </a:moveTo>
                  <a:lnTo>
                    <a:pt x="144699" y="3063"/>
                  </a:lnTo>
                  <a:lnTo>
                    <a:pt x="144699" y="1293"/>
                  </a:lnTo>
                  <a:close/>
                  <a:moveTo>
                    <a:pt x="173972" y="12194"/>
                  </a:moveTo>
                  <a:lnTo>
                    <a:pt x="173972" y="10626"/>
                  </a:lnTo>
                  <a:lnTo>
                    <a:pt x="186182" y="17639"/>
                  </a:lnTo>
                  <a:close/>
                </a:path>
              </a:pathLst>
            </a:custGeom>
            <a:solidFill>
              <a:srgbClr val="646C77"/>
            </a:solidFill>
            <a:ln w="4001">
              <a:solidFill>
                <a:srgbClr val="B6BABF"/>
              </a:solidFill>
            </a:ln>
          </p:spPr>
        </p:sp>
        <p:sp>
          <p:nvSpPr>
            <p:cNvPr id="4058" name="Match_B5__4057">
              <a:extLst>
                <a:ext uri="{FF2B5EF4-FFF2-40B4-BE49-F238E27FC236}">
                  <a16:creationId xmlns:a16="http://schemas.microsoft.com/office/drawing/2014/main" id="{3201CB3C-04C1-CC5E-01A3-B4550A381B4D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5014913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6463" y="394776"/>
                  </a:moveTo>
                  <a:lnTo>
                    <a:pt x="82127" y="403302"/>
                  </a:lnTo>
                  <a:lnTo>
                    <a:pt x="82127" y="394776"/>
                  </a:lnTo>
                  <a:close/>
                  <a:moveTo>
                    <a:pt x="56463" y="394776"/>
                  </a:moveTo>
                  <a:lnTo>
                    <a:pt x="82127" y="394776"/>
                  </a:lnTo>
                  <a:lnTo>
                    <a:pt x="52855" y="393437"/>
                  </a:lnTo>
                  <a:close/>
                  <a:moveTo>
                    <a:pt x="111400" y="406856"/>
                  </a:moveTo>
                  <a:lnTo>
                    <a:pt x="111400" y="396413"/>
                  </a:lnTo>
                  <a:lnTo>
                    <a:pt x="82127" y="403302"/>
                  </a:lnTo>
                  <a:close/>
                  <a:moveTo>
                    <a:pt x="111400" y="406856"/>
                  </a:moveTo>
                  <a:lnTo>
                    <a:pt x="140672" y="406219"/>
                  </a:lnTo>
                  <a:lnTo>
                    <a:pt x="140672" y="396415"/>
                  </a:lnTo>
                  <a:close/>
                  <a:moveTo>
                    <a:pt x="140672" y="406219"/>
                  </a:moveTo>
                  <a:lnTo>
                    <a:pt x="169945" y="402613"/>
                  </a:lnTo>
                  <a:lnTo>
                    <a:pt x="140672" y="396415"/>
                  </a:lnTo>
                  <a:close/>
                  <a:moveTo>
                    <a:pt x="199218" y="394776"/>
                  </a:moveTo>
                  <a:lnTo>
                    <a:pt x="169945" y="402613"/>
                  </a:lnTo>
                  <a:lnTo>
                    <a:pt x="199218" y="396559"/>
                  </a:lnTo>
                  <a:close/>
                  <a:moveTo>
                    <a:pt x="199218" y="394776"/>
                  </a:moveTo>
                  <a:lnTo>
                    <a:pt x="169945" y="394776"/>
                  </a:lnTo>
                  <a:lnTo>
                    <a:pt x="169945" y="402613"/>
                  </a:lnTo>
                  <a:close/>
                  <a:moveTo>
                    <a:pt x="199218" y="394776"/>
                  </a:moveTo>
                  <a:lnTo>
                    <a:pt x="199218" y="396559"/>
                  </a:lnTo>
                  <a:lnTo>
                    <a:pt x="205605" y="394776"/>
                  </a:lnTo>
                  <a:close/>
                  <a:moveTo>
                    <a:pt x="199218" y="388403"/>
                  </a:moveTo>
                  <a:lnTo>
                    <a:pt x="205605" y="394776"/>
                  </a:lnTo>
                  <a:lnTo>
                    <a:pt x="228490" y="389005"/>
                  </a:lnTo>
                  <a:close/>
                  <a:moveTo>
                    <a:pt x="17760" y="367837"/>
                  </a:moveTo>
                  <a:lnTo>
                    <a:pt x="23582" y="373596"/>
                  </a:lnTo>
                  <a:lnTo>
                    <a:pt x="23582" y="367837"/>
                  </a:lnTo>
                  <a:close/>
                  <a:moveTo>
                    <a:pt x="2620" y="340899"/>
                  </a:moveTo>
                  <a:lnTo>
                    <a:pt x="17760" y="367837"/>
                  </a:lnTo>
                  <a:lnTo>
                    <a:pt x="17340" y="340899"/>
                  </a:lnTo>
                  <a:close/>
                  <a:moveTo>
                    <a:pt x="52855" y="393437"/>
                  </a:moveTo>
                  <a:lnTo>
                    <a:pt x="52855" y="380092"/>
                  </a:lnTo>
                  <a:lnTo>
                    <a:pt x="23582" y="373596"/>
                  </a:lnTo>
                  <a:close/>
                  <a:moveTo>
                    <a:pt x="228490" y="389005"/>
                  </a:moveTo>
                  <a:lnTo>
                    <a:pt x="257763" y="378257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57763" y="369541"/>
                  </a:lnTo>
                  <a:lnTo>
                    <a:pt x="257763" y="378257"/>
                  </a:lnTo>
                  <a:close/>
                  <a:moveTo>
                    <a:pt x="276704" y="367837"/>
                  </a:moveTo>
                  <a:lnTo>
                    <a:pt x="287035" y="361072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2620" y="340899"/>
                  </a:lnTo>
                  <a:lnTo>
                    <a:pt x="17340" y="340899"/>
                  </a:lnTo>
                  <a:close/>
                  <a:moveTo>
                    <a:pt x="309233" y="340899"/>
                  </a:moveTo>
                  <a:lnTo>
                    <a:pt x="287035" y="350976"/>
                  </a:lnTo>
                  <a:lnTo>
                    <a:pt x="287035" y="361072"/>
                  </a:lnTo>
                  <a:close/>
                  <a:moveTo>
                    <a:pt x="309233" y="340899"/>
                  </a:moveTo>
                  <a:lnTo>
                    <a:pt x="316308" y="330638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0" y="313961"/>
                  </a:lnTo>
                  <a:lnTo>
                    <a:pt x="13953" y="313961"/>
                  </a:lnTo>
                  <a:close/>
                  <a:moveTo>
                    <a:pt x="326596" y="313961"/>
                  </a:moveTo>
                  <a:lnTo>
                    <a:pt x="316308" y="314016"/>
                  </a:lnTo>
                  <a:lnTo>
                    <a:pt x="316308" y="330638"/>
                  </a:lnTo>
                  <a:close/>
                  <a:moveTo>
                    <a:pt x="316341" y="313961"/>
                  </a:moveTo>
                  <a:lnTo>
                    <a:pt x="326596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23582" y="265806"/>
                  </a:lnTo>
                  <a:lnTo>
                    <a:pt x="7997" y="287022"/>
                  </a:lnTo>
                  <a:close/>
                  <a:moveTo>
                    <a:pt x="23582" y="265806"/>
                  </a:moveTo>
                  <a:lnTo>
                    <a:pt x="23582" y="286427"/>
                  </a:lnTo>
                  <a:lnTo>
                    <a:pt x="28464" y="260084"/>
                  </a:lnTo>
                  <a:close/>
                  <a:moveTo>
                    <a:pt x="325286" y="287022"/>
                  </a:moveTo>
                  <a:lnTo>
                    <a:pt x="335307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52855" y="238804"/>
                  </a:lnTo>
                  <a:lnTo>
                    <a:pt x="28464" y="260084"/>
                  </a:lnTo>
                  <a:close/>
                  <a:moveTo>
                    <a:pt x="52855" y="238804"/>
                  </a:moveTo>
                  <a:lnTo>
                    <a:pt x="52855" y="253606"/>
                  </a:lnTo>
                  <a:lnTo>
                    <a:pt x="60650" y="233146"/>
                  </a:lnTo>
                  <a:close/>
                  <a:moveTo>
                    <a:pt x="328307" y="260084"/>
                  </a:moveTo>
                  <a:lnTo>
                    <a:pt x="33932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82127" y="212901"/>
                  </a:lnTo>
                  <a:lnTo>
                    <a:pt x="60650" y="233146"/>
                  </a:lnTo>
                  <a:close/>
                  <a:moveTo>
                    <a:pt x="82127" y="212901"/>
                  </a:moveTo>
                  <a:lnTo>
                    <a:pt x="82127" y="231428"/>
                  </a:lnTo>
                  <a:lnTo>
                    <a:pt x="89020" y="206208"/>
                  </a:lnTo>
                  <a:close/>
                  <a:moveTo>
                    <a:pt x="328570" y="233146"/>
                  </a:moveTo>
                  <a:lnTo>
                    <a:pt x="341448" y="233146"/>
                  </a:lnTo>
                  <a:lnTo>
                    <a:pt x="342532" y="206208"/>
                  </a:lnTo>
                  <a:close/>
                  <a:moveTo>
                    <a:pt x="89020" y="206208"/>
                  </a:moveTo>
                  <a:lnTo>
                    <a:pt x="108107" y="206208"/>
                  </a:lnTo>
                  <a:lnTo>
                    <a:pt x="94560" y="179269"/>
                  </a:lnTo>
                  <a:close/>
                  <a:moveTo>
                    <a:pt x="327485" y="206208"/>
                  </a:moveTo>
                  <a:lnTo>
                    <a:pt x="342532" y="206208"/>
                  </a:lnTo>
                  <a:lnTo>
                    <a:pt x="341248" y="179269"/>
                  </a:lnTo>
                  <a:close/>
                  <a:moveTo>
                    <a:pt x="82127" y="159205"/>
                  </a:moveTo>
                  <a:lnTo>
                    <a:pt x="94560" y="179269"/>
                  </a:lnTo>
                  <a:lnTo>
                    <a:pt x="93501" y="152331"/>
                  </a:lnTo>
                  <a:close/>
                  <a:moveTo>
                    <a:pt x="341248" y="179269"/>
                  </a:moveTo>
                  <a:lnTo>
                    <a:pt x="334860" y="152331"/>
                  </a:lnTo>
                  <a:lnTo>
                    <a:pt x="323954" y="179269"/>
                  </a:lnTo>
                  <a:close/>
                  <a:moveTo>
                    <a:pt x="77924" y="152331"/>
                  </a:moveTo>
                  <a:lnTo>
                    <a:pt x="82127" y="159205"/>
                  </a:lnTo>
                  <a:lnTo>
                    <a:pt x="82127" y="152331"/>
                  </a:lnTo>
                  <a:close/>
                  <a:moveTo>
                    <a:pt x="53769" y="125393"/>
                  </a:moveTo>
                  <a:lnTo>
                    <a:pt x="77924" y="152331"/>
                  </a:lnTo>
                  <a:lnTo>
                    <a:pt x="64691" y="125393"/>
                  </a:lnTo>
                  <a:close/>
                  <a:moveTo>
                    <a:pt x="316308" y="125393"/>
                  </a:moveTo>
                  <a:lnTo>
                    <a:pt x="334860" y="152331"/>
                  </a:lnTo>
                  <a:lnTo>
                    <a:pt x="319512" y="125393"/>
                  </a:lnTo>
                  <a:close/>
                  <a:moveTo>
                    <a:pt x="316308" y="125393"/>
                  </a:moveTo>
                  <a:lnTo>
                    <a:pt x="316308" y="152331"/>
                  </a:lnTo>
                  <a:lnTo>
                    <a:pt x="334860" y="152331"/>
                  </a:lnTo>
                  <a:close/>
                  <a:moveTo>
                    <a:pt x="53769" y="125393"/>
                  </a:moveTo>
                  <a:lnTo>
                    <a:pt x="64691" y="125393"/>
                  </a:lnTo>
                  <a:lnTo>
                    <a:pt x="52855" y="124086"/>
                  </a:lnTo>
                  <a:close/>
                  <a:moveTo>
                    <a:pt x="316308" y="125393"/>
                  </a:moveTo>
                  <a:lnTo>
                    <a:pt x="319512" y="125393"/>
                  </a:lnTo>
                  <a:lnTo>
                    <a:pt x="316308" y="121765"/>
                  </a:lnTo>
                  <a:close/>
                  <a:moveTo>
                    <a:pt x="287035" y="98454"/>
                  </a:moveTo>
                  <a:lnTo>
                    <a:pt x="316308" y="125393"/>
                  </a:lnTo>
                  <a:lnTo>
                    <a:pt x="291162" y="98454"/>
                  </a:lnTo>
                  <a:close/>
                  <a:moveTo>
                    <a:pt x="291162" y="98454"/>
                  </a:moveTo>
                  <a:lnTo>
                    <a:pt x="316308" y="125393"/>
                  </a:lnTo>
                  <a:lnTo>
                    <a:pt x="316308" y="121765"/>
                  </a:lnTo>
                  <a:close/>
                  <a:moveTo>
                    <a:pt x="46184" y="98454"/>
                  </a:moveTo>
                  <a:lnTo>
                    <a:pt x="37607" y="98454"/>
                  </a:lnTo>
                  <a:lnTo>
                    <a:pt x="52855" y="124086"/>
                  </a:lnTo>
                  <a:close/>
                  <a:moveTo>
                    <a:pt x="32887" y="71516"/>
                  </a:moveTo>
                  <a:lnTo>
                    <a:pt x="37607" y="98454"/>
                  </a:lnTo>
                  <a:lnTo>
                    <a:pt x="46184" y="98454"/>
                  </a:lnTo>
                  <a:close/>
                  <a:moveTo>
                    <a:pt x="257763" y="75262"/>
                  </a:moveTo>
                  <a:lnTo>
                    <a:pt x="252439" y="71516"/>
                  </a:lnTo>
                  <a:lnTo>
                    <a:pt x="231558" y="71516"/>
                  </a:lnTo>
                  <a:close/>
                  <a:moveTo>
                    <a:pt x="257763" y="75262"/>
                  </a:moveTo>
                  <a:lnTo>
                    <a:pt x="257763" y="93786"/>
                  </a:lnTo>
                  <a:lnTo>
                    <a:pt x="287035" y="95264"/>
                  </a:lnTo>
                  <a:close/>
                  <a:moveTo>
                    <a:pt x="287035" y="98454"/>
                  </a:moveTo>
                  <a:lnTo>
                    <a:pt x="291162" y="98454"/>
                  </a:lnTo>
                  <a:lnTo>
                    <a:pt x="287035" y="95264"/>
                  </a:lnTo>
                  <a:close/>
                  <a:moveTo>
                    <a:pt x="39745" y="44578"/>
                  </a:moveTo>
                  <a:lnTo>
                    <a:pt x="32887" y="71516"/>
                  </a:lnTo>
                  <a:lnTo>
                    <a:pt x="40840" y="71516"/>
                  </a:lnTo>
                  <a:close/>
                  <a:moveTo>
                    <a:pt x="228490" y="52907"/>
                  </a:moveTo>
                  <a:lnTo>
                    <a:pt x="231558" y="71516"/>
                  </a:lnTo>
                  <a:lnTo>
                    <a:pt x="252439" y="71516"/>
                  </a:lnTo>
                  <a:close/>
                  <a:moveTo>
                    <a:pt x="228490" y="52907"/>
                  </a:moveTo>
                  <a:lnTo>
                    <a:pt x="218789" y="44578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52855" y="27534"/>
                  </a:lnTo>
                  <a:lnTo>
                    <a:pt x="39745" y="44578"/>
                  </a:lnTo>
                  <a:close/>
                  <a:moveTo>
                    <a:pt x="52855" y="27534"/>
                  </a:moveTo>
                  <a:lnTo>
                    <a:pt x="52855" y="38887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204581" y="44578"/>
                  </a:lnTo>
                  <a:lnTo>
                    <a:pt x="218789" y="44578"/>
                  </a:lnTo>
                  <a:close/>
                  <a:moveTo>
                    <a:pt x="182155" y="17639"/>
                  </a:moveTo>
                  <a:lnTo>
                    <a:pt x="169945" y="17639"/>
                  </a:lnTo>
                  <a:lnTo>
                    <a:pt x="199218" y="28817"/>
                  </a:lnTo>
                  <a:close/>
                  <a:moveTo>
                    <a:pt x="82127" y="14596"/>
                  </a:moveTo>
                  <a:lnTo>
                    <a:pt x="82127" y="7071"/>
                  </a:lnTo>
                  <a:lnTo>
                    <a:pt x="64056" y="17639"/>
                  </a:lnTo>
                  <a:close/>
                  <a:moveTo>
                    <a:pt x="111400" y="6723"/>
                  </a:moveTo>
                  <a:lnTo>
                    <a:pt x="111400" y="0"/>
                  </a:lnTo>
                  <a:lnTo>
                    <a:pt x="82127" y="7071"/>
                  </a:lnTo>
                  <a:close/>
                  <a:moveTo>
                    <a:pt x="140672" y="8209"/>
                  </a:moveTo>
                  <a:lnTo>
                    <a:pt x="140672" y="1293"/>
                  </a:lnTo>
                  <a:lnTo>
                    <a:pt x="111400" y="0"/>
                  </a:lnTo>
                  <a:close/>
                  <a:moveTo>
                    <a:pt x="140672" y="1293"/>
                  </a:moveTo>
                  <a:lnTo>
                    <a:pt x="140672" y="8209"/>
                  </a:lnTo>
                  <a:lnTo>
                    <a:pt x="169945" y="10626"/>
                  </a:lnTo>
                  <a:close/>
                  <a:moveTo>
                    <a:pt x="169945" y="17639"/>
                  </a:moveTo>
                  <a:lnTo>
                    <a:pt x="182155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68707A"/>
            </a:solidFill>
            <a:ln w="4001">
              <a:solidFill>
                <a:srgbClr val="B6BABF"/>
              </a:solidFill>
            </a:ln>
          </p:spPr>
        </p:sp>
        <p:sp>
          <p:nvSpPr>
            <p:cNvPr id="4059" name="Match_B5__4058">
              <a:extLst>
                <a:ext uri="{FF2B5EF4-FFF2-40B4-BE49-F238E27FC236}">
                  <a16:creationId xmlns:a16="http://schemas.microsoft.com/office/drawing/2014/main" id="{0C92CE19-7887-1C61-9B48-64D229DA9AD2}"/>
                </a:ext>
              </a:extLst>
            </p:cNvPr>
            <p:cNvSpPr>
              <a:spLocks noGrp="1"/>
            </p:cNvSpPr>
            <p:nvPr/>
          </p:nvSpPr>
          <p:spPr>
            <a:xfrm>
              <a:off x="8390789" y="5014913"/>
              <a:ext cx="342532" cy="406856"/>
            </a:xfrm>
            <a:custGeom>
              <a:avLst/>
              <a:gdLst/>
              <a:ahLst/>
              <a:cxnLst/>
              <a:rect l="0" t="0" r="0" b="0"/>
              <a:pathLst>
                <a:path w="342532" h="406856">
                  <a:moveTo>
                    <a:pt x="52855" y="393437"/>
                  </a:moveTo>
                  <a:lnTo>
                    <a:pt x="82127" y="394776"/>
                  </a:lnTo>
                  <a:lnTo>
                    <a:pt x="82127" y="391819"/>
                  </a:lnTo>
                  <a:close/>
                  <a:moveTo>
                    <a:pt x="52855" y="393437"/>
                  </a:moveTo>
                  <a:lnTo>
                    <a:pt x="82127" y="391819"/>
                  </a:lnTo>
                  <a:lnTo>
                    <a:pt x="52855" y="380092"/>
                  </a:lnTo>
                  <a:close/>
                  <a:moveTo>
                    <a:pt x="82127" y="403302"/>
                  </a:moveTo>
                  <a:lnTo>
                    <a:pt x="100870" y="394776"/>
                  </a:lnTo>
                  <a:lnTo>
                    <a:pt x="82127" y="394776"/>
                  </a:lnTo>
                  <a:close/>
                  <a:moveTo>
                    <a:pt x="111400" y="396413"/>
                  </a:moveTo>
                  <a:lnTo>
                    <a:pt x="100870" y="394776"/>
                  </a:lnTo>
                  <a:lnTo>
                    <a:pt x="82127" y="403302"/>
                  </a:lnTo>
                  <a:close/>
                  <a:moveTo>
                    <a:pt x="111400" y="396413"/>
                  </a:moveTo>
                  <a:lnTo>
                    <a:pt x="111400" y="406856"/>
                  </a:lnTo>
                  <a:lnTo>
                    <a:pt x="140672" y="396415"/>
                  </a:lnTo>
                  <a:close/>
                  <a:moveTo>
                    <a:pt x="169945" y="402613"/>
                  </a:moveTo>
                  <a:lnTo>
                    <a:pt x="169945" y="394776"/>
                  </a:lnTo>
                  <a:lnTo>
                    <a:pt x="140672" y="396415"/>
                  </a:lnTo>
                  <a:close/>
                  <a:moveTo>
                    <a:pt x="169945" y="394776"/>
                  </a:moveTo>
                  <a:lnTo>
                    <a:pt x="199218" y="394776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199218" y="388403"/>
                  </a:lnTo>
                  <a:lnTo>
                    <a:pt x="169945" y="393347"/>
                  </a:lnTo>
                  <a:close/>
                  <a:moveTo>
                    <a:pt x="199218" y="394776"/>
                  </a:moveTo>
                  <a:lnTo>
                    <a:pt x="205605" y="394776"/>
                  </a:lnTo>
                  <a:lnTo>
                    <a:pt x="199218" y="388403"/>
                  </a:lnTo>
                  <a:close/>
                  <a:moveTo>
                    <a:pt x="199218" y="388403"/>
                  </a:moveTo>
                  <a:lnTo>
                    <a:pt x="228490" y="389005"/>
                  </a:lnTo>
                  <a:lnTo>
                    <a:pt x="228490" y="381049"/>
                  </a:lnTo>
                  <a:close/>
                  <a:moveTo>
                    <a:pt x="17340" y="340899"/>
                  </a:moveTo>
                  <a:lnTo>
                    <a:pt x="23582" y="367837"/>
                  </a:lnTo>
                  <a:lnTo>
                    <a:pt x="23582" y="351305"/>
                  </a:lnTo>
                  <a:close/>
                  <a:moveTo>
                    <a:pt x="17760" y="367837"/>
                  </a:moveTo>
                  <a:lnTo>
                    <a:pt x="23582" y="367837"/>
                  </a:lnTo>
                  <a:lnTo>
                    <a:pt x="17340" y="340899"/>
                  </a:lnTo>
                  <a:close/>
                  <a:moveTo>
                    <a:pt x="23582" y="373596"/>
                  </a:moveTo>
                  <a:lnTo>
                    <a:pt x="36065" y="367837"/>
                  </a:lnTo>
                  <a:lnTo>
                    <a:pt x="23582" y="367837"/>
                  </a:lnTo>
                  <a:close/>
                  <a:moveTo>
                    <a:pt x="52855" y="380092"/>
                  </a:moveTo>
                  <a:lnTo>
                    <a:pt x="36065" y="367837"/>
                  </a:lnTo>
                  <a:lnTo>
                    <a:pt x="23582" y="373596"/>
                  </a:lnTo>
                  <a:close/>
                  <a:moveTo>
                    <a:pt x="23582" y="367837"/>
                  </a:moveTo>
                  <a:lnTo>
                    <a:pt x="36065" y="367837"/>
                  </a:lnTo>
                  <a:lnTo>
                    <a:pt x="23582" y="351305"/>
                  </a:lnTo>
                  <a:close/>
                  <a:moveTo>
                    <a:pt x="228490" y="381049"/>
                  </a:moveTo>
                  <a:lnTo>
                    <a:pt x="228490" y="389005"/>
                  </a:lnTo>
                  <a:lnTo>
                    <a:pt x="257763" y="369541"/>
                  </a:lnTo>
                  <a:close/>
                  <a:moveTo>
                    <a:pt x="276704" y="367837"/>
                  </a:moveTo>
                  <a:lnTo>
                    <a:pt x="260912" y="367837"/>
                  </a:lnTo>
                  <a:lnTo>
                    <a:pt x="257763" y="369541"/>
                  </a:lnTo>
                  <a:close/>
                  <a:moveTo>
                    <a:pt x="260912" y="367837"/>
                  </a:moveTo>
                  <a:lnTo>
                    <a:pt x="276704" y="367837"/>
                  </a:lnTo>
                  <a:lnTo>
                    <a:pt x="287035" y="350976"/>
                  </a:lnTo>
                  <a:close/>
                  <a:moveTo>
                    <a:pt x="0" y="313961"/>
                  </a:moveTo>
                  <a:lnTo>
                    <a:pt x="17340" y="340899"/>
                  </a:lnTo>
                  <a:lnTo>
                    <a:pt x="13953" y="313961"/>
                  </a:lnTo>
                  <a:close/>
                  <a:moveTo>
                    <a:pt x="309233" y="340899"/>
                  </a:moveTo>
                  <a:lnTo>
                    <a:pt x="298139" y="340899"/>
                  </a:lnTo>
                  <a:lnTo>
                    <a:pt x="287035" y="350976"/>
                  </a:lnTo>
                  <a:close/>
                  <a:moveTo>
                    <a:pt x="298139" y="340899"/>
                  </a:moveTo>
                  <a:lnTo>
                    <a:pt x="309233" y="340899"/>
                  </a:lnTo>
                  <a:lnTo>
                    <a:pt x="316308" y="314016"/>
                  </a:lnTo>
                  <a:close/>
                  <a:moveTo>
                    <a:pt x="7997" y="287022"/>
                  </a:moveTo>
                  <a:lnTo>
                    <a:pt x="13953" y="313961"/>
                  </a:lnTo>
                  <a:lnTo>
                    <a:pt x="23150" y="287022"/>
                  </a:lnTo>
                  <a:close/>
                  <a:moveTo>
                    <a:pt x="326596" y="313961"/>
                  </a:moveTo>
                  <a:lnTo>
                    <a:pt x="316341" y="313961"/>
                  </a:lnTo>
                  <a:lnTo>
                    <a:pt x="316308" y="314016"/>
                  </a:lnTo>
                  <a:close/>
                  <a:moveTo>
                    <a:pt x="325286" y="287022"/>
                  </a:moveTo>
                  <a:lnTo>
                    <a:pt x="316341" y="313961"/>
                  </a:lnTo>
                  <a:lnTo>
                    <a:pt x="335307" y="287022"/>
                  </a:lnTo>
                  <a:close/>
                  <a:moveTo>
                    <a:pt x="23582" y="286427"/>
                  </a:moveTo>
                  <a:lnTo>
                    <a:pt x="7997" y="287022"/>
                  </a:lnTo>
                  <a:lnTo>
                    <a:pt x="23150" y="287022"/>
                  </a:lnTo>
                  <a:close/>
                  <a:moveTo>
                    <a:pt x="23582" y="286427"/>
                  </a:moveTo>
                  <a:lnTo>
                    <a:pt x="45571" y="260084"/>
                  </a:lnTo>
                  <a:lnTo>
                    <a:pt x="28464" y="260084"/>
                  </a:lnTo>
                  <a:close/>
                  <a:moveTo>
                    <a:pt x="328307" y="260084"/>
                  </a:moveTo>
                  <a:lnTo>
                    <a:pt x="325286" y="287022"/>
                  </a:lnTo>
                  <a:lnTo>
                    <a:pt x="339327" y="260084"/>
                  </a:lnTo>
                  <a:close/>
                  <a:moveTo>
                    <a:pt x="52855" y="253606"/>
                  </a:moveTo>
                  <a:lnTo>
                    <a:pt x="28464" y="260084"/>
                  </a:lnTo>
                  <a:lnTo>
                    <a:pt x="45571" y="260084"/>
                  </a:lnTo>
                  <a:close/>
                  <a:moveTo>
                    <a:pt x="52855" y="253606"/>
                  </a:moveTo>
                  <a:lnTo>
                    <a:pt x="80351" y="233146"/>
                  </a:lnTo>
                  <a:lnTo>
                    <a:pt x="60650" y="233146"/>
                  </a:lnTo>
                  <a:close/>
                  <a:moveTo>
                    <a:pt x="328570" y="233146"/>
                  </a:moveTo>
                  <a:lnTo>
                    <a:pt x="328307" y="260084"/>
                  </a:lnTo>
                  <a:lnTo>
                    <a:pt x="341448" y="233146"/>
                  </a:lnTo>
                  <a:close/>
                  <a:moveTo>
                    <a:pt x="82127" y="231428"/>
                  </a:moveTo>
                  <a:lnTo>
                    <a:pt x="60650" y="233146"/>
                  </a:lnTo>
                  <a:lnTo>
                    <a:pt x="80351" y="233146"/>
                  </a:lnTo>
                  <a:close/>
                  <a:moveTo>
                    <a:pt x="82127" y="231428"/>
                  </a:moveTo>
                  <a:lnTo>
                    <a:pt x="108107" y="206208"/>
                  </a:lnTo>
                  <a:lnTo>
                    <a:pt x="89020" y="206208"/>
                  </a:lnTo>
                  <a:close/>
                  <a:moveTo>
                    <a:pt x="327485" y="206208"/>
                  </a:moveTo>
                  <a:lnTo>
                    <a:pt x="328570" y="233146"/>
                  </a:lnTo>
                  <a:lnTo>
                    <a:pt x="342532" y="206208"/>
                  </a:lnTo>
                  <a:close/>
                  <a:moveTo>
                    <a:pt x="94560" y="179269"/>
                  </a:moveTo>
                  <a:lnTo>
                    <a:pt x="111400" y="188132"/>
                  </a:lnTo>
                  <a:lnTo>
                    <a:pt x="111400" y="179269"/>
                  </a:lnTo>
                  <a:close/>
                  <a:moveTo>
                    <a:pt x="108107" y="206208"/>
                  </a:moveTo>
                  <a:lnTo>
                    <a:pt x="111400" y="188132"/>
                  </a:lnTo>
                  <a:lnTo>
                    <a:pt x="94560" y="179269"/>
                  </a:lnTo>
                  <a:close/>
                  <a:moveTo>
                    <a:pt x="323954" y="179269"/>
                  </a:moveTo>
                  <a:lnTo>
                    <a:pt x="327485" y="206208"/>
                  </a:lnTo>
                  <a:lnTo>
                    <a:pt x="341248" y="179269"/>
                  </a:lnTo>
                  <a:close/>
                  <a:moveTo>
                    <a:pt x="82127" y="152331"/>
                  </a:moveTo>
                  <a:lnTo>
                    <a:pt x="82127" y="159205"/>
                  </a:lnTo>
                  <a:lnTo>
                    <a:pt x="93501" y="152331"/>
                  </a:lnTo>
                  <a:close/>
                  <a:moveTo>
                    <a:pt x="93501" y="152331"/>
                  </a:moveTo>
                  <a:lnTo>
                    <a:pt x="94560" y="179269"/>
                  </a:lnTo>
                  <a:lnTo>
                    <a:pt x="111400" y="177037"/>
                  </a:lnTo>
                  <a:close/>
                  <a:moveTo>
                    <a:pt x="111400" y="177037"/>
                  </a:moveTo>
                  <a:lnTo>
                    <a:pt x="94560" y="179269"/>
                  </a:lnTo>
                  <a:lnTo>
                    <a:pt x="111400" y="179269"/>
                  </a:lnTo>
                  <a:close/>
                  <a:moveTo>
                    <a:pt x="334860" y="152331"/>
                  </a:moveTo>
                  <a:lnTo>
                    <a:pt x="316308" y="152331"/>
                  </a:lnTo>
                  <a:lnTo>
                    <a:pt x="323954" y="179269"/>
                  </a:lnTo>
                  <a:close/>
                  <a:moveTo>
                    <a:pt x="64691" y="125393"/>
                  </a:moveTo>
                  <a:lnTo>
                    <a:pt x="82127" y="152331"/>
                  </a:lnTo>
                  <a:lnTo>
                    <a:pt x="82127" y="143162"/>
                  </a:lnTo>
                  <a:close/>
                  <a:moveTo>
                    <a:pt x="77924" y="152331"/>
                  </a:moveTo>
                  <a:lnTo>
                    <a:pt x="82127" y="152331"/>
                  </a:lnTo>
                  <a:lnTo>
                    <a:pt x="64691" y="125393"/>
                  </a:lnTo>
                  <a:close/>
                  <a:moveTo>
                    <a:pt x="82127" y="152331"/>
                  </a:moveTo>
                  <a:lnTo>
                    <a:pt x="93501" y="152331"/>
                  </a:lnTo>
                  <a:lnTo>
                    <a:pt x="82127" y="143162"/>
                  </a:lnTo>
                  <a:close/>
                  <a:moveTo>
                    <a:pt x="316308" y="152331"/>
                  </a:moveTo>
                  <a:lnTo>
                    <a:pt x="316308" y="125393"/>
                  </a:lnTo>
                  <a:lnTo>
                    <a:pt x="314680" y="152331"/>
                  </a:lnTo>
                  <a:close/>
                  <a:moveTo>
                    <a:pt x="316308" y="125393"/>
                  </a:moveTo>
                  <a:lnTo>
                    <a:pt x="295492" y="125393"/>
                  </a:lnTo>
                  <a:lnTo>
                    <a:pt x="314680" y="152331"/>
                  </a:lnTo>
                  <a:close/>
                  <a:moveTo>
                    <a:pt x="64691" y="125393"/>
                  </a:moveTo>
                  <a:lnTo>
                    <a:pt x="52855" y="109366"/>
                  </a:lnTo>
                  <a:lnTo>
                    <a:pt x="52855" y="124086"/>
                  </a:lnTo>
                  <a:close/>
                  <a:moveTo>
                    <a:pt x="287035" y="117253"/>
                  </a:moveTo>
                  <a:lnTo>
                    <a:pt x="295492" y="125393"/>
                  </a:lnTo>
                  <a:lnTo>
                    <a:pt x="287035" y="98454"/>
                  </a:lnTo>
                  <a:close/>
                  <a:moveTo>
                    <a:pt x="295492" y="125393"/>
                  </a:moveTo>
                  <a:lnTo>
                    <a:pt x="316308" y="125393"/>
                  </a:lnTo>
                  <a:lnTo>
                    <a:pt x="287035" y="98454"/>
                  </a:lnTo>
                  <a:close/>
                  <a:moveTo>
                    <a:pt x="46184" y="98454"/>
                  </a:moveTo>
                  <a:lnTo>
                    <a:pt x="52855" y="124086"/>
                  </a:lnTo>
                  <a:lnTo>
                    <a:pt x="52855" y="109366"/>
                  </a:lnTo>
                  <a:close/>
                  <a:moveTo>
                    <a:pt x="32887" y="71516"/>
                  </a:moveTo>
                  <a:lnTo>
                    <a:pt x="46184" y="98454"/>
                  </a:lnTo>
                  <a:lnTo>
                    <a:pt x="40840" y="71516"/>
                  </a:lnTo>
                  <a:close/>
                  <a:moveTo>
                    <a:pt x="257763" y="93786"/>
                  </a:moveTo>
                  <a:lnTo>
                    <a:pt x="257763" y="75262"/>
                  </a:lnTo>
                  <a:lnTo>
                    <a:pt x="231558" y="71516"/>
                  </a:lnTo>
                  <a:close/>
                  <a:moveTo>
                    <a:pt x="287035" y="95264"/>
                  </a:moveTo>
                  <a:lnTo>
                    <a:pt x="263752" y="98454"/>
                  </a:lnTo>
                  <a:lnTo>
                    <a:pt x="287035" y="98454"/>
                  </a:lnTo>
                  <a:close/>
                  <a:moveTo>
                    <a:pt x="257763" y="93786"/>
                  </a:moveTo>
                  <a:lnTo>
                    <a:pt x="263752" y="98454"/>
                  </a:lnTo>
                  <a:lnTo>
                    <a:pt x="287035" y="95264"/>
                  </a:lnTo>
                  <a:close/>
                  <a:moveTo>
                    <a:pt x="287035" y="117253"/>
                  </a:moveTo>
                  <a:lnTo>
                    <a:pt x="287035" y="98454"/>
                  </a:lnTo>
                  <a:lnTo>
                    <a:pt x="263752" y="98454"/>
                  </a:lnTo>
                  <a:close/>
                  <a:moveTo>
                    <a:pt x="39745" y="44578"/>
                  </a:moveTo>
                  <a:lnTo>
                    <a:pt x="40840" y="71516"/>
                  </a:lnTo>
                  <a:lnTo>
                    <a:pt x="48481" y="44578"/>
                  </a:lnTo>
                  <a:close/>
                  <a:moveTo>
                    <a:pt x="228490" y="52907"/>
                  </a:moveTo>
                  <a:lnTo>
                    <a:pt x="228490" y="68744"/>
                  </a:lnTo>
                  <a:lnTo>
                    <a:pt x="231558" y="71516"/>
                  </a:lnTo>
                  <a:close/>
                  <a:moveTo>
                    <a:pt x="228490" y="68744"/>
                  </a:moveTo>
                  <a:lnTo>
                    <a:pt x="228490" y="52907"/>
                  </a:lnTo>
                  <a:lnTo>
                    <a:pt x="204581" y="44578"/>
                  </a:lnTo>
                  <a:close/>
                  <a:moveTo>
                    <a:pt x="52855" y="38887"/>
                  </a:moveTo>
                  <a:lnTo>
                    <a:pt x="39745" y="44578"/>
                  </a:lnTo>
                  <a:lnTo>
                    <a:pt x="48481" y="44578"/>
                  </a:lnTo>
                  <a:close/>
                  <a:moveTo>
                    <a:pt x="52855" y="38887"/>
                  </a:moveTo>
                  <a:lnTo>
                    <a:pt x="76916" y="17639"/>
                  </a:lnTo>
                  <a:lnTo>
                    <a:pt x="64056" y="17639"/>
                  </a:lnTo>
                  <a:close/>
                  <a:moveTo>
                    <a:pt x="199218" y="28817"/>
                  </a:moveTo>
                  <a:lnTo>
                    <a:pt x="199218" y="39870"/>
                  </a:lnTo>
                  <a:lnTo>
                    <a:pt x="204581" y="44578"/>
                  </a:lnTo>
                  <a:close/>
                  <a:moveTo>
                    <a:pt x="199218" y="28817"/>
                  </a:moveTo>
                  <a:lnTo>
                    <a:pt x="169945" y="17639"/>
                  </a:lnTo>
                  <a:lnTo>
                    <a:pt x="169945" y="18898"/>
                  </a:lnTo>
                  <a:close/>
                  <a:moveTo>
                    <a:pt x="199218" y="28817"/>
                  </a:moveTo>
                  <a:lnTo>
                    <a:pt x="169945" y="18898"/>
                  </a:lnTo>
                  <a:lnTo>
                    <a:pt x="199218" y="39870"/>
                  </a:lnTo>
                  <a:close/>
                  <a:moveTo>
                    <a:pt x="82127" y="14596"/>
                  </a:moveTo>
                  <a:lnTo>
                    <a:pt x="64056" y="17639"/>
                  </a:lnTo>
                  <a:lnTo>
                    <a:pt x="76916" y="17639"/>
                  </a:lnTo>
                  <a:close/>
                  <a:moveTo>
                    <a:pt x="111400" y="6723"/>
                  </a:moveTo>
                  <a:lnTo>
                    <a:pt x="82127" y="7071"/>
                  </a:lnTo>
                  <a:lnTo>
                    <a:pt x="82127" y="14596"/>
                  </a:lnTo>
                  <a:close/>
                  <a:moveTo>
                    <a:pt x="140672" y="8209"/>
                  </a:moveTo>
                  <a:lnTo>
                    <a:pt x="111400" y="0"/>
                  </a:lnTo>
                  <a:lnTo>
                    <a:pt x="111400" y="6723"/>
                  </a:lnTo>
                  <a:close/>
                  <a:moveTo>
                    <a:pt x="169945" y="10626"/>
                  </a:moveTo>
                  <a:lnTo>
                    <a:pt x="166960" y="17639"/>
                  </a:lnTo>
                  <a:lnTo>
                    <a:pt x="169945" y="17639"/>
                  </a:lnTo>
                  <a:close/>
                  <a:moveTo>
                    <a:pt x="140672" y="8209"/>
                  </a:moveTo>
                  <a:lnTo>
                    <a:pt x="166960" y="17639"/>
                  </a:lnTo>
                  <a:lnTo>
                    <a:pt x="169945" y="10626"/>
                  </a:lnTo>
                  <a:close/>
                </a:path>
              </a:pathLst>
            </a:custGeom>
            <a:solidFill>
              <a:srgbClr val="6C747E"/>
            </a:solidFill>
            <a:ln w="4001">
              <a:solidFill>
                <a:srgbClr val="B6BABF"/>
              </a:solidFill>
            </a:ln>
          </p:spPr>
        </p:sp>
        <p:sp>
          <p:nvSpPr>
            <p:cNvPr id="4060" name="Match_B5__4059">
              <a:extLst>
                <a:ext uri="{FF2B5EF4-FFF2-40B4-BE49-F238E27FC236}">
                  <a16:creationId xmlns:a16="http://schemas.microsoft.com/office/drawing/2014/main" id="{919E760C-2211-988F-7784-2E77D3BF7474}"/>
                </a:ext>
              </a:extLst>
            </p:cNvPr>
            <p:cNvSpPr>
              <a:spLocks noGrp="1"/>
            </p:cNvSpPr>
            <p:nvPr/>
          </p:nvSpPr>
          <p:spPr>
            <a:xfrm>
              <a:off x="8404742" y="5021635"/>
              <a:ext cx="314617" cy="389692"/>
            </a:xfrm>
            <a:custGeom>
              <a:avLst/>
              <a:gdLst/>
              <a:ahLst/>
              <a:cxnLst/>
              <a:rect l="0" t="0" r="0" b="0"/>
              <a:pathLst>
                <a:path w="314617" h="389692">
                  <a:moveTo>
                    <a:pt x="68174" y="388053"/>
                  </a:moveTo>
                  <a:lnTo>
                    <a:pt x="86917" y="388053"/>
                  </a:lnTo>
                  <a:lnTo>
                    <a:pt x="68174" y="385096"/>
                  </a:lnTo>
                  <a:close/>
                  <a:moveTo>
                    <a:pt x="126719" y="389692"/>
                  </a:moveTo>
                  <a:lnTo>
                    <a:pt x="155992" y="388053"/>
                  </a:lnTo>
                  <a:lnTo>
                    <a:pt x="141414" y="388053"/>
                  </a:lnTo>
                  <a:close/>
                  <a:moveTo>
                    <a:pt x="141414" y="388053"/>
                  </a:moveTo>
                  <a:lnTo>
                    <a:pt x="155992" y="388053"/>
                  </a:lnTo>
                  <a:lnTo>
                    <a:pt x="155992" y="386624"/>
                  </a:lnTo>
                  <a:close/>
                  <a:moveTo>
                    <a:pt x="97447" y="172546"/>
                  </a:moveTo>
                  <a:lnTo>
                    <a:pt x="98997" y="172546"/>
                  </a:lnTo>
                  <a:lnTo>
                    <a:pt x="97447" y="170314"/>
                  </a:lnTo>
                  <a:close/>
                  <a:moveTo>
                    <a:pt x="97447" y="172546"/>
                  </a:moveTo>
                  <a:lnTo>
                    <a:pt x="97447" y="181409"/>
                  </a:lnTo>
                  <a:lnTo>
                    <a:pt x="98997" y="172546"/>
                  </a:lnTo>
                  <a:close/>
                  <a:moveTo>
                    <a:pt x="310001" y="172546"/>
                  </a:moveTo>
                  <a:lnTo>
                    <a:pt x="302355" y="145608"/>
                  </a:lnTo>
                  <a:lnTo>
                    <a:pt x="302355" y="149877"/>
                  </a:lnTo>
                  <a:close/>
                  <a:moveTo>
                    <a:pt x="302355" y="149877"/>
                  </a:moveTo>
                  <a:lnTo>
                    <a:pt x="302355" y="145608"/>
                  </a:lnTo>
                  <a:lnTo>
                    <a:pt x="300727" y="145608"/>
                  </a:lnTo>
                  <a:close/>
                  <a:moveTo>
                    <a:pt x="155992" y="12175"/>
                  </a:moveTo>
                  <a:lnTo>
                    <a:pt x="155992" y="10917"/>
                  </a:lnTo>
                  <a:lnTo>
                    <a:pt x="153007" y="10917"/>
                  </a:lnTo>
                  <a:close/>
                  <a:moveTo>
                    <a:pt x="86917" y="388053"/>
                  </a:moveTo>
                  <a:lnTo>
                    <a:pt x="97447" y="389690"/>
                  </a:lnTo>
                  <a:lnTo>
                    <a:pt x="97447" y="388053"/>
                  </a:lnTo>
                  <a:close/>
                  <a:moveTo>
                    <a:pt x="86917" y="388053"/>
                  </a:moveTo>
                  <a:lnTo>
                    <a:pt x="97447" y="388053"/>
                  </a:lnTo>
                  <a:lnTo>
                    <a:pt x="68174" y="385096"/>
                  </a:lnTo>
                  <a:close/>
                  <a:moveTo>
                    <a:pt x="126719" y="388053"/>
                  </a:moveTo>
                  <a:lnTo>
                    <a:pt x="97447" y="389690"/>
                  </a:lnTo>
                  <a:lnTo>
                    <a:pt x="126719" y="389692"/>
                  </a:lnTo>
                  <a:close/>
                  <a:moveTo>
                    <a:pt x="126719" y="388053"/>
                  </a:moveTo>
                  <a:lnTo>
                    <a:pt x="97447" y="388053"/>
                  </a:lnTo>
                  <a:lnTo>
                    <a:pt x="97447" y="389690"/>
                  </a:lnTo>
                  <a:close/>
                  <a:moveTo>
                    <a:pt x="126719" y="388053"/>
                  </a:moveTo>
                  <a:lnTo>
                    <a:pt x="126719" y="389692"/>
                  </a:lnTo>
                  <a:lnTo>
                    <a:pt x="141414" y="388053"/>
                  </a:lnTo>
                  <a:close/>
                  <a:moveTo>
                    <a:pt x="22112" y="361114"/>
                  </a:moveTo>
                  <a:lnTo>
                    <a:pt x="38902" y="373369"/>
                  </a:lnTo>
                  <a:lnTo>
                    <a:pt x="38902" y="361114"/>
                  </a:lnTo>
                  <a:close/>
                  <a:moveTo>
                    <a:pt x="243810" y="361114"/>
                  </a:moveTo>
                  <a:lnTo>
                    <a:pt x="214537" y="374326"/>
                  </a:lnTo>
                  <a:lnTo>
                    <a:pt x="243810" y="362818"/>
                  </a:lnTo>
                  <a:close/>
                  <a:moveTo>
                    <a:pt x="243810" y="361114"/>
                  </a:moveTo>
                  <a:lnTo>
                    <a:pt x="243810" y="362818"/>
                  </a:lnTo>
                  <a:lnTo>
                    <a:pt x="246959" y="361114"/>
                  </a:lnTo>
                  <a:close/>
                  <a:moveTo>
                    <a:pt x="246959" y="361114"/>
                  </a:moveTo>
                  <a:lnTo>
                    <a:pt x="273082" y="344253"/>
                  </a:lnTo>
                  <a:lnTo>
                    <a:pt x="243810" y="361114"/>
                  </a:lnTo>
                  <a:close/>
                  <a:moveTo>
                    <a:pt x="3387" y="334176"/>
                  </a:moveTo>
                  <a:lnTo>
                    <a:pt x="9629" y="344583"/>
                  </a:lnTo>
                  <a:lnTo>
                    <a:pt x="9629" y="334176"/>
                  </a:lnTo>
                  <a:close/>
                  <a:moveTo>
                    <a:pt x="0" y="307238"/>
                  </a:moveTo>
                  <a:lnTo>
                    <a:pt x="9629" y="334176"/>
                  </a:lnTo>
                  <a:lnTo>
                    <a:pt x="9629" y="307238"/>
                  </a:lnTo>
                  <a:close/>
                  <a:moveTo>
                    <a:pt x="0" y="307238"/>
                  </a:moveTo>
                  <a:lnTo>
                    <a:pt x="3387" y="334176"/>
                  </a:lnTo>
                  <a:lnTo>
                    <a:pt x="9629" y="334176"/>
                  </a:lnTo>
                  <a:close/>
                  <a:moveTo>
                    <a:pt x="273082" y="334176"/>
                  </a:moveTo>
                  <a:lnTo>
                    <a:pt x="273082" y="344253"/>
                  </a:lnTo>
                  <a:lnTo>
                    <a:pt x="284186" y="334176"/>
                  </a:lnTo>
                  <a:close/>
                  <a:moveTo>
                    <a:pt x="284186" y="334176"/>
                  </a:moveTo>
                  <a:lnTo>
                    <a:pt x="302355" y="307293"/>
                  </a:lnTo>
                  <a:lnTo>
                    <a:pt x="273082" y="334176"/>
                  </a:lnTo>
                  <a:close/>
                  <a:moveTo>
                    <a:pt x="9197" y="280299"/>
                  </a:moveTo>
                  <a:lnTo>
                    <a:pt x="9629" y="307238"/>
                  </a:lnTo>
                  <a:lnTo>
                    <a:pt x="9629" y="280299"/>
                  </a:lnTo>
                  <a:close/>
                  <a:moveTo>
                    <a:pt x="9197" y="280299"/>
                  </a:moveTo>
                  <a:lnTo>
                    <a:pt x="0" y="307238"/>
                  </a:lnTo>
                  <a:lnTo>
                    <a:pt x="9629" y="307238"/>
                  </a:lnTo>
                  <a:close/>
                  <a:moveTo>
                    <a:pt x="302355" y="307238"/>
                  </a:moveTo>
                  <a:lnTo>
                    <a:pt x="302355" y="307293"/>
                  </a:lnTo>
                  <a:lnTo>
                    <a:pt x="302388" y="307238"/>
                  </a:lnTo>
                  <a:close/>
                  <a:moveTo>
                    <a:pt x="302355" y="280299"/>
                  </a:moveTo>
                  <a:lnTo>
                    <a:pt x="302388" y="307238"/>
                  </a:lnTo>
                  <a:lnTo>
                    <a:pt x="311333" y="280299"/>
                  </a:lnTo>
                  <a:close/>
                  <a:moveTo>
                    <a:pt x="302355" y="280299"/>
                  </a:moveTo>
                  <a:lnTo>
                    <a:pt x="302355" y="307238"/>
                  </a:lnTo>
                  <a:lnTo>
                    <a:pt x="302388" y="307238"/>
                  </a:lnTo>
                  <a:close/>
                  <a:moveTo>
                    <a:pt x="9629" y="279704"/>
                  </a:moveTo>
                  <a:lnTo>
                    <a:pt x="9197" y="280299"/>
                  </a:lnTo>
                  <a:lnTo>
                    <a:pt x="9629" y="280299"/>
                  </a:lnTo>
                  <a:close/>
                  <a:moveTo>
                    <a:pt x="9629" y="280299"/>
                  </a:moveTo>
                  <a:lnTo>
                    <a:pt x="31618" y="253361"/>
                  </a:lnTo>
                  <a:lnTo>
                    <a:pt x="9629" y="279704"/>
                  </a:lnTo>
                  <a:close/>
                  <a:moveTo>
                    <a:pt x="38902" y="253361"/>
                  </a:moveTo>
                  <a:lnTo>
                    <a:pt x="31618" y="253361"/>
                  </a:lnTo>
                  <a:lnTo>
                    <a:pt x="9629" y="280299"/>
                  </a:lnTo>
                  <a:close/>
                  <a:moveTo>
                    <a:pt x="302355" y="253361"/>
                  </a:moveTo>
                  <a:lnTo>
                    <a:pt x="311333" y="280299"/>
                  </a:lnTo>
                  <a:lnTo>
                    <a:pt x="314354" y="253361"/>
                  </a:lnTo>
                  <a:close/>
                  <a:moveTo>
                    <a:pt x="38902" y="246883"/>
                  </a:moveTo>
                  <a:lnTo>
                    <a:pt x="31618" y="253361"/>
                  </a:lnTo>
                  <a:lnTo>
                    <a:pt x="38902" y="253361"/>
                  </a:lnTo>
                  <a:close/>
                  <a:moveTo>
                    <a:pt x="302355" y="226423"/>
                  </a:moveTo>
                  <a:lnTo>
                    <a:pt x="314354" y="253361"/>
                  </a:lnTo>
                  <a:lnTo>
                    <a:pt x="314617" y="226423"/>
                  </a:lnTo>
                  <a:close/>
                  <a:moveTo>
                    <a:pt x="68174" y="224705"/>
                  </a:moveTo>
                  <a:lnTo>
                    <a:pt x="66398" y="226423"/>
                  </a:lnTo>
                  <a:lnTo>
                    <a:pt x="68174" y="226423"/>
                  </a:lnTo>
                  <a:close/>
                  <a:moveTo>
                    <a:pt x="68174" y="226423"/>
                  </a:moveTo>
                  <a:lnTo>
                    <a:pt x="94154" y="199485"/>
                  </a:lnTo>
                  <a:lnTo>
                    <a:pt x="68174" y="224705"/>
                  </a:lnTo>
                  <a:close/>
                  <a:moveTo>
                    <a:pt x="97447" y="199485"/>
                  </a:moveTo>
                  <a:lnTo>
                    <a:pt x="94154" y="199485"/>
                  </a:lnTo>
                  <a:lnTo>
                    <a:pt x="68174" y="226423"/>
                  </a:lnTo>
                  <a:close/>
                  <a:moveTo>
                    <a:pt x="302355" y="199485"/>
                  </a:moveTo>
                  <a:lnTo>
                    <a:pt x="314617" y="226423"/>
                  </a:lnTo>
                  <a:lnTo>
                    <a:pt x="313532" y="199485"/>
                  </a:lnTo>
                  <a:close/>
                  <a:moveTo>
                    <a:pt x="97447" y="181409"/>
                  </a:moveTo>
                  <a:lnTo>
                    <a:pt x="94154" y="199485"/>
                  </a:lnTo>
                  <a:lnTo>
                    <a:pt x="97447" y="199485"/>
                  </a:lnTo>
                  <a:close/>
                  <a:moveTo>
                    <a:pt x="97447" y="199485"/>
                  </a:moveTo>
                  <a:lnTo>
                    <a:pt x="98997" y="172546"/>
                  </a:lnTo>
                  <a:lnTo>
                    <a:pt x="97447" y="181409"/>
                  </a:lnTo>
                  <a:close/>
                  <a:moveTo>
                    <a:pt x="126719" y="172546"/>
                  </a:moveTo>
                  <a:lnTo>
                    <a:pt x="98997" y="172546"/>
                  </a:lnTo>
                  <a:lnTo>
                    <a:pt x="97447" y="199485"/>
                  </a:lnTo>
                  <a:close/>
                  <a:moveTo>
                    <a:pt x="302355" y="172546"/>
                  </a:moveTo>
                  <a:lnTo>
                    <a:pt x="313532" y="199485"/>
                  </a:lnTo>
                  <a:lnTo>
                    <a:pt x="310001" y="172546"/>
                  </a:lnTo>
                  <a:close/>
                  <a:moveTo>
                    <a:pt x="302355" y="172546"/>
                  </a:moveTo>
                  <a:lnTo>
                    <a:pt x="302355" y="199485"/>
                  </a:lnTo>
                  <a:lnTo>
                    <a:pt x="313532" y="199485"/>
                  </a:lnTo>
                  <a:close/>
                  <a:moveTo>
                    <a:pt x="126719" y="172546"/>
                  </a:moveTo>
                  <a:lnTo>
                    <a:pt x="97447" y="170314"/>
                  </a:lnTo>
                  <a:lnTo>
                    <a:pt x="98997" y="172546"/>
                  </a:lnTo>
                  <a:close/>
                  <a:moveTo>
                    <a:pt x="302355" y="172546"/>
                  </a:moveTo>
                  <a:lnTo>
                    <a:pt x="310001" y="172546"/>
                  </a:lnTo>
                  <a:lnTo>
                    <a:pt x="302355" y="149877"/>
                  </a:lnTo>
                  <a:close/>
                  <a:moveTo>
                    <a:pt x="300727" y="145608"/>
                  </a:moveTo>
                  <a:lnTo>
                    <a:pt x="302355" y="172546"/>
                  </a:lnTo>
                  <a:lnTo>
                    <a:pt x="302355" y="149877"/>
                  </a:lnTo>
                  <a:close/>
                  <a:moveTo>
                    <a:pt x="79548" y="145608"/>
                  </a:moveTo>
                  <a:lnTo>
                    <a:pt x="97447" y="170314"/>
                  </a:lnTo>
                  <a:lnTo>
                    <a:pt x="97447" y="145608"/>
                  </a:lnTo>
                  <a:close/>
                  <a:moveTo>
                    <a:pt x="273082" y="118670"/>
                  </a:moveTo>
                  <a:lnTo>
                    <a:pt x="300727" y="145608"/>
                  </a:lnTo>
                  <a:lnTo>
                    <a:pt x="281539" y="118670"/>
                  </a:lnTo>
                  <a:close/>
                  <a:moveTo>
                    <a:pt x="50738" y="118670"/>
                  </a:moveTo>
                  <a:lnTo>
                    <a:pt x="68174" y="136439"/>
                  </a:lnTo>
                  <a:lnTo>
                    <a:pt x="68174" y="118670"/>
                  </a:lnTo>
                  <a:close/>
                  <a:moveTo>
                    <a:pt x="243810" y="91731"/>
                  </a:moveTo>
                  <a:lnTo>
                    <a:pt x="273082" y="110530"/>
                  </a:lnTo>
                  <a:lnTo>
                    <a:pt x="249799" y="91731"/>
                  </a:lnTo>
                  <a:close/>
                  <a:moveTo>
                    <a:pt x="273082" y="118670"/>
                  </a:moveTo>
                  <a:lnTo>
                    <a:pt x="273082" y="110530"/>
                  </a:lnTo>
                  <a:lnTo>
                    <a:pt x="243810" y="91731"/>
                  </a:lnTo>
                  <a:close/>
                  <a:moveTo>
                    <a:pt x="273082" y="118670"/>
                  </a:moveTo>
                  <a:lnTo>
                    <a:pt x="281539" y="118670"/>
                  </a:lnTo>
                  <a:lnTo>
                    <a:pt x="273082" y="110530"/>
                  </a:lnTo>
                  <a:close/>
                  <a:moveTo>
                    <a:pt x="32231" y="91731"/>
                  </a:moveTo>
                  <a:lnTo>
                    <a:pt x="38902" y="102643"/>
                  </a:lnTo>
                  <a:lnTo>
                    <a:pt x="38902" y="91731"/>
                  </a:lnTo>
                  <a:close/>
                  <a:moveTo>
                    <a:pt x="26887" y="64793"/>
                  </a:moveTo>
                  <a:lnTo>
                    <a:pt x="32231" y="91731"/>
                  </a:lnTo>
                  <a:lnTo>
                    <a:pt x="38902" y="91731"/>
                  </a:lnTo>
                  <a:close/>
                  <a:moveTo>
                    <a:pt x="214537" y="64793"/>
                  </a:moveTo>
                  <a:lnTo>
                    <a:pt x="243810" y="87063"/>
                  </a:lnTo>
                  <a:lnTo>
                    <a:pt x="217605" y="64793"/>
                  </a:lnTo>
                  <a:close/>
                  <a:moveTo>
                    <a:pt x="243810" y="91731"/>
                  </a:moveTo>
                  <a:lnTo>
                    <a:pt x="243810" y="87063"/>
                  </a:lnTo>
                  <a:lnTo>
                    <a:pt x="214537" y="64793"/>
                  </a:lnTo>
                  <a:close/>
                  <a:moveTo>
                    <a:pt x="243810" y="91731"/>
                  </a:moveTo>
                  <a:lnTo>
                    <a:pt x="249799" y="91731"/>
                  </a:lnTo>
                  <a:lnTo>
                    <a:pt x="243810" y="87063"/>
                  </a:lnTo>
                  <a:close/>
                  <a:moveTo>
                    <a:pt x="34528" y="37855"/>
                  </a:moveTo>
                  <a:lnTo>
                    <a:pt x="38902" y="64793"/>
                  </a:lnTo>
                  <a:lnTo>
                    <a:pt x="38902" y="37855"/>
                  </a:lnTo>
                  <a:close/>
                  <a:moveTo>
                    <a:pt x="34528" y="37855"/>
                  </a:moveTo>
                  <a:lnTo>
                    <a:pt x="26887" y="64793"/>
                  </a:lnTo>
                  <a:lnTo>
                    <a:pt x="38902" y="64793"/>
                  </a:lnTo>
                  <a:close/>
                  <a:moveTo>
                    <a:pt x="185265" y="37855"/>
                  </a:moveTo>
                  <a:lnTo>
                    <a:pt x="214537" y="62021"/>
                  </a:lnTo>
                  <a:lnTo>
                    <a:pt x="190628" y="37855"/>
                  </a:lnTo>
                  <a:close/>
                  <a:moveTo>
                    <a:pt x="214537" y="64793"/>
                  </a:moveTo>
                  <a:lnTo>
                    <a:pt x="214537" y="62021"/>
                  </a:lnTo>
                  <a:lnTo>
                    <a:pt x="185265" y="37855"/>
                  </a:lnTo>
                  <a:close/>
                  <a:moveTo>
                    <a:pt x="214537" y="64793"/>
                  </a:moveTo>
                  <a:lnTo>
                    <a:pt x="217605" y="64793"/>
                  </a:lnTo>
                  <a:lnTo>
                    <a:pt x="214537" y="62021"/>
                  </a:lnTo>
                  <a:close/>
                  <a:moveTo>
                    <a:pt x="38902" y="32164"/>
                  </a:moveTo>
                  <a:lnTo>
                    <a:pt x="34528" y="37855"/>
                  </a:lnTo>
                  <a:lnTo>
                    <a:pt x="38902" y="37855"/>
                  </a:lnTo>
                  <a:close/>
                  <a:moveTo>
                    <a:pt x="153007" y="10917"/>
                  </a:moveTo>
                  <a:lnTo>
                    <a:pt x="126719" y="10917"/>
                  </a:lnTo>
                  <a:lnTo>
                    <a:pt x="155992" y="12175"/>
                  </a:lnTo>
                  <a:close/>
                  <a:moveTo>
                    <a:pt x="185265" y="37855"/>
                  </a:moveTo>
                  <a:lnTo>
                    <a:pt x="190628" y="37855"/>
                  </a:lnTo>
                  <a:lnTo>
                    <a:pt x="185265" y="33147"/>
                  </a:lnTo>
                  <a:close/>
                  <a:moveTo>
                    <a:pt x="68174" y="7873"/>
                  </a:moveTo>
                  <a:lnTo>
                    <a:pt x="62963" y="10917"/>
                  </a:lnTo>
                  <a:lnTo>
                    <a:pt x="68174" y="10917"/>
                  </a:lnTo>
                  <a:close/>
                  <a:moveTo>
                    <a:pt x="68174" y="10917"/>
                  </a:moveTo>
                  <a:lnTo>
                    <a:pt x="97447" y="0"/>
                  </a:lnTo>
                  <a:lnTo>
                    <a:pt x="68174" y="7873"/>
                  </a:lnTo>
                  <a:close/>
                  <a:moveTo>
                    <a:pt x="68174" y="10917"/>
                  </a:moveTo>
                  <a:lnTo>
                    <a:pt x="97447" y="10917"/>
                  </a:lnTo>
                  <a:lnTo>
                    <a:pt x="97447" y="0"/>
                  </a:lnTo>
                  <a:close/>
                  <a:moveTo>
                    <a:pt x="97447" y="10917"/>
                  </a:moveTo>
                  <a:lnTo>
                    <a:pt x="126719" y="1486"/>
                  </a:lnTo>
                  <a:lnTo>
                    <a:pt x="97447" y="0"/>
                  </a:lnTo>
                  <a:close/>
                  <a:moveTo>
                    <a:pt x="126719" y="10917"/>
                  </a:moveTo>
                  <a:lnTo>
                    <a:pt x="153007" y="10917"/>
                  </a:lnTo>
                  <a:lnTo>
                    <a:pt x="126719" y="1486"/>
                  </a:lnTo>
                  <a:close/>
                </a:path>
              </a:pathLst>
            </a:custGeom>
            <a:solidFill>
              <a:srgbClr val="717982"/>
            </a:solidFill>
            <a:ln w="4001">
              <a:solidFill>
                <a:srgbClr val="B6BABF"/>
              </a:solidFill>
            </a:ln>
          </p:spPr>
        </p:sp>
        <p:sp>
          <p:nvSpPr>
            <p:cNvPr id="4061" name="Match_B5__4060">
              <a:extLst>
                <a:ext uri="{FF2B5EF4-FFF2-40B4-BE49-F238E27FC236}">
                  <a16:creationId xmlns:a16="http://schemas.microsoft.com/office/drawing/2014/main" id="{61A50DAE-1C1C-6899-7871-56DBEF2460EB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5023121"/>
              <a:ext cx="304988" cy="386567"/>
            </a:xfrm>
            <a:custGeom>
              <a:avLst/>
              <a:gdLst/>
              <a:ahLst/>
              <a:cxnLst/>
              <a:rect l="0" t="0" r="0" b="0"/>
              <a:pathLst>
                <a:path w="304988" h="386567">
                  <a:moveTo>
                    <a:pt x="58545" y="383610"/>
                  </a:moveTo>
                  <a:lnTo>
                    <a:pt x="87818" y="386567"/>
                  </a:lnTo>
                  <a:lnTo>
                    <a:pt x="87818" y="367650"/>
                  </a:lnTo>
                  <a:close/>
                  <a:moveTo>
                    <a:pt x="58545" y="383610"/>
                  </a:moveTo>
                  <a:lnTo>
                    <a:pt x="87818" y="367650"/>
                  </a:lnTo>
                  <a:lnTo>
                    <a:pt x="58545" y="360243"/>
                  </a:lnTo>
                  <a:close/>
                  <a:moveTo>
                    <a:pt x="87818" y="386567"/>
                  </a:moveTo>
                  <a:lnTo>
                    <a:pt x="117090" y="386567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17090" y="369352"/>
                  </a:lnTo>
                  <a:lnTo>
                    <a:pt x="87818" y="367650"/>
                  </a:lnTo>
                  <a:close/>
                  <a:moveTo>
                    <a:pt x="117090" y="386567"/>
                  </a:moveTo>
                  <a:lnTo>
                    <a:pt x="131785" y="386567"/>
                  </a:lnTo>
                  <a:lnTo>
                    <a:pt x="117090" y="369352"/>
                  </a:lnTo>
                  <a:close/>
                  <a:moveTo>
                    <a:pt x="117090" y="369352"/>
                  </a:moveTo>
                  <a:lnTo>
                    <a:pt x="131785" y="386567"/>
                  </a:lnTo>
                  <a:lnTo>
                    <a:pt x="146363" y="385138"/>
                  </a:lnTo>
                  <a:close/>
                  <a:moveTo>
                    <a:pt x="117090" y="369352"/>
                  </a:moveTo>
                  <a:lnTo>
                    <a:pt x="146363" y="385138"/>
                  </a:lnTo>
                  <a:lnTo>
                    <a:pt x="146363" y="367484"/>
                  </a:lnTo>
                  <a:close/>
                  <a:moveTo>
                    <a:pt x="0" y="332690"/>
                  </a:moveTo>
                  <a:lnTo>
                    <a:pt x="0" y="343097"/>
                  </a:lnTo>
                  <a:lnTo>
                    <a:pt x="25180" y="332690"/>
                  </a:lnTo>
                  <a:close/>
                  <a:moveTo>
                    <a:pt x="0" y="343097"/>
                  </a:moveTo>
                  <a:lnTo>
                    <a:pt x="12482" y="359629"/>
                  </a:lnTo>
                  <a:lnTo>
                    <a:pt x="25180" y="332690"/>
                  </a:lnTo>
                  <a:close/>
                  <a:moveTo>
                    <a:pt x="25180" y="332690"/>
                  </a:moveTo>
                  <a:lnTo>
                    <a:pt x="12482" y="359629"/>
                  </a:lnTo>
                  <a:lnTo>
                    <a:pt x="29273" y="337720"/>
                  </a:lnTo>
                  <a:close/>
                  <a:moveTo>
                    <a:pt x="29273" y="337720"/>
                  </a:moveTo>
                  <a:lnTo>
                    <a:pt x="12482" y="359629"/>
                  </a:lnTo>
                  <a:lnTo>
                    <a:pt x="29273" y="359629"/>
                  </a:lnTo>
                  <a:close/>
                  <a:moveTo>
                    <a:pt x="29273" y="371884"/>
                  </a:moveTo>
                  <a:lnTo>
                    <a:pt x="57274" y="359629"/>
                  </a:lnTo>
                  <a:lnTo>
                    <a:pt x="29273" y="359629"/>
                  </a:lnTo>
                  <a:close/>
                  <a:moveTo>
                    <a:pt x="58545" y="360243"/>
                  </a:moveTo>
                  <a:lnTo>
                    <a:pt x="57274" y="359629"/>
                  </a:lnTo>
                  <a:lnTo>
                    <a:pt x="29273" y="371884"/>
                  </a:lnTo>
                  <a:close/>
                  <a:moveTo>
                    <a:pt x="58545" y="383610"/>
                  </a:moveTo>
                  <a:lnTo>
                    <a:pt x="58545" y="360243"/>
                  </a:lnTo>
                  <a:lnTo>
                    <a:pt x="29273" y="371884"/>
                  </a:lnTo>
                  <a:close/>
                  <a:moveTo>
                    <a:pt x="146363" y="385138"/>
                  </a:moveTo>
                  <a:lnTo>
                    <a:pt x="175636" y="380194"/>
                  </a:lnTo>
                  <a:lnTo>
                    <a:pt x="175636" y="362870"/>
                  </a:lnTo>
                  <a:close/>
                  <a:moveTo>
                    <a:pt x="146363" y="367484"/>
                  </a:moveTo>
                  <a:lnTo>
                    <a:pt x="146363" y="385138"/>
                  </a:lnTo>
                  <a:lnTo>
                    <a:pt x="175636" y="362870"/>
                  </a:lnTo>
                  <a:close/>
                  <a:moveTo>
                    <a:pt x="204908" y="372840"/>
                  </a:moveTo>
                  <a:lnTo>
                    <a:pt x="204908" y="359629"/>
                  </a:lnTo>
                  <a:lnTo>
                    <a:pt x="175636" y="362870"/>
                  </a:lnTo>
                  <a:close/>
                  <a:moveTo>
                    <a:pt x="175636" y="380194"/>
                  </a:moveTo>
                  <a:lnTo>
                    <a:pt x="204908" y="372840"/>
                  </a:lnTo>
                  <a:lnTo>
                    <a:pt x="175636" y="362870"/>
                  </a:lnTo>
                  <a:close/>
                  <a:moveTo>
                    <a:pt x="234181" y="359629"/>
                  </a:moveTo>
                  <a:lnTo>
                    <a:pt x="204908" y="359629"/>
                  </a:lnTo>
                  <a:lnTo>
                    <a:pt x="204908" y="372840"/>
                  </a:lnTo>
                  <a:close/>
                  <a:moveTo>
                    <a:pt x="204908" y="359629"/>
                  </a:moveTo>
                  <a:lnTo>
                    <a:pt x="234181" y="359629"/>
                  </a:lnTo>
                  <a:lnTo>
                    <a:pt x="204908" y="354881"/>
                  </a:lnTo>
                  <a:close/>
                  <a:moveTo>
                    <a:pt x="234181" y="359629"/>
                  </a:moveTo>
                  <a:lnTo>
                    <a:pt x="234181" y="341733"/>
                  </a:lnTo>
                  <a:lnTo>
                    <a:pt x="204908" y="354881"/>
                  </a:lnTo>
                  <a:close/>
                  <a:moveTo>
                    <a:pt x="234181" y="341733"/>
                  </a:moveTo>
                  <a:lnTo>
                    <a:pt x="263453" y="342767"/>
                  </a:lnTo>
                  <a:lnTo>
                    <a:pt x="263453" y="332690"/>
                  </a:lnTo>
                  <a:close/>
                  <a:moveTo>
                    <a:pt x="234181" y="359629"/>
                  </a:moveTo>
                  <a:lnTo>
                    <a:pt x="263453" y="342767"/>
                  </a:lnTo>
                  <a:lnTo>
                    <a:pt x="234181" y="341733"/>
                  </a:lnTo>
                  <a:close/>
                  <a:moveTo>
                    <a:pt x="19636" y="305752"/>
                  </a:moveTo>
                  <a:lnTo>
                    <a:pt x="0" y="305752"/>
                  </a:lnTo>
                  <a:lnTo>
                    <a:pt x="0" y="332690"/>
                  </a:lnTo>
                  <a:close/>
                  <a:moveTo>
                    <a:pt x="263453" y="315740"/>
                  </a:moveTo>
                  <a:lnTo>
                    <a:pt x="292726" y="305752"/>
                  </a:lnTo>
                  <a:lnTo>
                    <a:pt x="270782" y="305752"/>
                  </a:lnTo>
                  <a:close/>
                  <a:moveTo>
                    <a:pt x="263453" y="315740"/>
                  </a:moveTo>
                  <a:lnTo>
                    <a:pt x="292726" y="305807"/>
                  </a:lnTo>
                  <a:lnTo>
                    <a:pt x="292726" y="305752"/>
                  </a:lnTo>
                  <a:close/>
                  <a:moveTo>
                    <a:pt x="263453" y="332690"/>
                  </a:moveTo>
                  <a:lnTo>
                    <a:pt x="292726" y="305807"/>
                  </a:lnTo>
                  <a:lnTo>
                    <a:pt x="263453" y="315740"/>
                  </a:lnTo>
                  <a:close/>
                  <a:moveTo>
                    <a:pt x="0" y="305752"/>
                  </a:moveTo>
                  <a:lnTo>
                    <a:pt x="29273" y="278814"/>
                  </a:lnTo>
                  <a:lnTo>
                    <a:pt x="0" y="278814"/>
                  </a:lnTo>
                  <a:close/>
                  <a:moveTo>
                    <a:pt x="292726" y="305752"/>
                  </a:moveTo>
                  <a:lnTo>
                    <a:pt x="292726" y="278814"/>
                  </a:lnTo>
                  <a:lnTo>
                    <a:pt x="270782" y="305752"/>
                  </a:lnTo>
                  <a:close/>
                  <a:moveTo>
                    <a:pt x="29273" y="278814"/>
                  </a:moveTo>
                  <a:lnTo>
                    <a:pt x="29273" y="251876"/>
                  </a:lnTo>
                  <a:lnTo>
                    <a:pt x="0" y="278814"/>
                  </a:lnTo>
                  <a:close/>
                  <a:moveTo>
                    <a:pt x="292726" y="251876"/>
                  </a:moveTo>
                  <a:lnTo>
                    <a:pt x="292726" y="278814"/>
                  </a:lnTo>
                  <a:lnTo>
                    <a:pt x="301704" y="278814"/>
                  </a:lnTo>
                  <a:close/>
                  <a:moveTo>
                    <a:pt x="292726" y="278814"/>
                  </a:moveTo>
                  <a:lnTo>
                    <a:pt x="292726" y="251876"/>
                  </a:lnTo>
                  <a:lnTo>
                    <a:pt x="279993" y="278814"/>
                  </a:lnTo>
                  <a:close/>
                  <a:moveTo>
                    <a:pt x="58545" y="224937"/>
                  </a:moveTo>
                  <a:lnTo>
                    <a:pt x="56769" y="224937"/>
                  </a:lnTo>
                  <a:lnTo>
                    <a:pt x="58545" y="251683"/>
                  </a:lnTo>
                  <a:close/>
                  <a:moveTo>
                    <a:pt x="56769" y="224937"/>
                  </a:moveTo>
                  <a:lnTo>
                    <a:pt x="29273" y="245398"/>
                  </a:lnTo>
                  <a:lnTo>
                    <a:pt x="58545" y="251683"/>
                  </a:lnTo>
                  <a:close/>
                  <a:moveTo>
                    <a:pt x="58545" y="251683"/>
                  </a:moveTo>
                  <a:lnTo>
                    <a:pt x="29273" y="245398"/>
                  </a:lnTo>
                  <a:lnTo>
                    <a:pt x="58300" y="251876"/>
                  </a:lnTo>
                  <a:close/>
                  <a:moveTo>
                    <a:pt x="58300" y="251876"/>
                  </a:moveTo>
                  <a:lnTo>
                    <a:pt x="29273" y="245398"/>
                  </a:lnTo>
                  <a:lnTo>
                    <a:pt x="29273" y="251876"/>
                  </a:lnTo>
                  <a:close/>
                  <a:moveTo>
                    <a:pt x="292726" y="224937"/>
                  </a:moveTo>
                  <a:lnTo>
                    <a:pt x="292726" y="251876"/>
                  </a:lnTo>
                  <a:lnTo>
                    <a:pt x="304725" y="251876"/>
                  </a:lnTo>
                  <a:close/>
                  <a:moveTo>
                    <a:pt x="292726" y="251876"/>
                  </a:moveTo>
                  <a:lnTo>
                    <a:pt x="292726" y="224937"/>
                  </a:lnTo>
                  <a:lnTo>
                    <a:pt x="281333" y="251876"/>
                  </a:lnTo>
                  <a:close/>
                  <a:moveTo>
                    <a:pt x="87818" y="224937"/>
                  </a:moveTo>
                  <a:lnTo>
                    <a:pt x="87818" y="197999"/>
                  </a:lnTo>
                  <a:lnTo>
                    <a:pt x="58545" y="224937"/>
                  </a:lnTo>
                  <a:close/>
                  <a:moveTo>
                    <a:pt x="87818" y="224937"/>
                  </a:moveTo>
                  <a:lnTo>
                    <a:pt x="58545" y="224937"/>
                  </a:lnTo>
                  <a:lnTo>
                    <a:pt x="87818" y="231110"/>
                  </a:lnTo>
                  <a:close/>
                  <a:moveTo>
                    <a:pt x="58545" y="224937"/>
                  </a:moveTo>
                  <a:lnTo>
                    <a:pt x="58545" y="251683"/>
                  </a:lnTo>
                  <a:lnTo>
                    <a:pt x="87818" y="231110"/>
                  </a:lnTo>
                  <a:close/>
                  <a:moveTo>
                    <a:pt x="87818" y="224937"/>
                  </a:moveTo>
                  <a:lnTo>
                    <a:pt x="117090" y="197999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224937"/>
                  </a:lnTo>
                  <a:lnTo>
                    <a:pt x="304988" y="224937"/>
                  </a:lnTo>
                  <a:close/>
                  <a:moveTo>
                    <a:pt x="292726" y="224937"/>
                  </a:moveTo>
                  <a:lnTo>
                    <a:pt x="292726" y="197999"/>
                  </a:lnTo>
                  <a:lnTo>
                    <a:pt x="278069" y="224937"/>
                  </a:lnTo>
                  <a:close/>
                  <a:moveTo>
                    <a:pt x="117090" y="197999"/>
                  </a:moveTo>
                  <a:lnTo>
                    <a:pt x="117090" y="171061"/>
                  </a:lnTo>
                  <a:lnTo>
                    <a:pt x="87818" y="197999"/>
                  </a:lnTo>
                  <a:close/>
                  <a:moveTo>
                    <a:pt x="292726" y="197999"/>
                  </a:moveTo>
                  <a:lnTo>
                    <a:pt x="292726" y="171061"/>
                  </a:lnTo>
                  <a:lnTo>
                    <a:pt x="272248" y="197999"/>
                  </a:lnTo>
                  <a:close/>
                  <a:moveTo>
                    <a:pt x="87818" y="144122"/>
                  </a:moveTo>
                  <a:lnTo>
                    <a:pt x="87818" y="168829"/>
                  </a:lnTo>
                  <a:lnTo>
                    <a:pt x="117090" y="171061"/>
                  </a:lnTo>
                  <a:close/>
                  <a:moveTo>
                    <a:pt x="117090" y="144122"/>
                  </a:moveTo>
                  <a:lnTo>
                    <a:pt x="87818" y="144122"/>
                  </a:lnTo>
                  <a:lnTo>
                    <a:pt x="117090" y="171061"/>
                  </a:lnTo>
                  <a:close/>
                  <a:moveTo>
                    <a:pt x="263502" y="171061"/>
                  </a:moveTo>
                  <a:lnTo>
                    <a:pt x="292726" y="171061"/>
                  </a:lnTo>
                  <a:lnTo>
                    <a:pt x="263453" y="144122"/>
                  </a:lnTo>
                  <a:close/>
                  <a:moveTo>
                    <a:pt x="263453" y="144122"/>
                  </a:moveTo>
                  <a:lnTo>
                    <a:pt x="292726" y="171061"/>
                  </a:lnTo>
                  <a:lnTo>
                    <a:pt x="291098" y="144122"/>
                  </a:lnTo>
                  <a:close/>
                  <a:moveTo>
                    <a:pt x="58545" y="117184"/>
                  </a:moveTo>
                  <a:lnTo>
                    <a:pt x="58545" y="134954"/>
                  </a:lnTo>
                  <a:lnTo>
                    <a:pt x="74636" y="117184"/>
                  </a:lnTo>
                  <a:close/>
                  <a:moveTo>
                    <a:pt x="58545" y="134954"/>
                  </a:moveTo>
                  <a:lnTo>
                    <a:pt x="69919" y="144122"/>
                  </a:lnTo>
                  <a:lnTo>
                    <a:pt x="74636" y="117184"/>
                  </a:lnTo>
                  <a:close/>
                  <a:moveTo>
                    <a:pt x="74636" y="117184"/>
                  </a:moveTo>
                  <a:lnTo>
                    <a:pt x="69919" y="144122"/>
                  </a:lnTo>
                  <a:lnTo>
                    <a:pt x="87818" y="126835"/>
                  </a:lnTo>
                  <a:close/>
                  <a:moveTo>
                    <a:pt x="87818" y="126835"/>
                  </a:moveTo>
                  <a:lnTo>
                    <a:pt x="69919" y="144122"/>
                  </a:lnTo>
                  <a:lnTo>
                    <a:pt x="87818" y="144122"/>
                  </a:lnTo>
                  <a:close/>
                  <a:moveTo>
                    <a:pt x="263453" y="117184"/>
                  </a:moveTo>
                  <a:lnTo>
                    <a:pt x="263453" y="144122"/>
                  </a:lnTo>
                  <a:lnTo>
                    <a:pt x="291098" y="144122"/>
                  </a:lnTo>
                  <a:close/>
                  <a:moveTo>
                    <a:pt x="234181" y="117184"/>
                  </a:moveTo>
                  <a:lnTo>
                    <a:pt x="263453" y="144122"/>
                  </a:lnTo>
                  <a:lnTo>
                    <a:pt x="263453" y="117184"/>
                  </a:lnTo>
                  <a:close/>
                  <a:moveTo>
                    <a:pt x="29273" y="90246"/>
                  </a:moveTo>
                  <a:lnTo>
                    <a:pt x="29273" y="101157"/>
                  </a:lnTo>
                  <a:lnTo>
                    <a:pt x="47317" y="90246"/>
                  </a:lnTo>
                  <a:close/>
                  <a:moveTo>
                    <a:pt x="29273" y="101157"/>
                  </a:moveTo>
                  <a:lnTo>
                    <a:pt x="41109" y="117184"/>
                  </a:lnTo>
                  <a:lnTo>
                    <a:pt x="47317" y="90246"/>
                  </a:lnTo>
                  <a:close/>
                  <a:moveTo>
                    <a:pt x="47317" y="90246"/>
                  </a:moveTo>
                  <a:lnTo>
                    <a:pt x="41109" y="117184"/>
                  </a:lnTo>
                  <a:lnTo>
                    <a:pt x="58545" y="104053"/>
                  </a:lnTo>
                  <a:close/>
                  <a:moveTo>
                    <a:pt x="58545" y="104053"/>
                  </a:moveTo>
                  <a:lnTo>
                    <a:pt x="41109" y="117184"/>
                  </a:lnTo>
                  <a:lnTo>
                    <a:pt x="58545" y="117184"/>
                  </a:lnTo>
                  <a:close/>
                  <a:moveTo>
                    <a:pt x="234181" y="117184"/>
                  </a:moveTo>
                  <a:lnTo>
                    <a:pt x="263453" y="117184"/>
                  </a:lnTo>
                  <a:lnTo>
                    <a:pt x="234181" y="90246"/>
                  </a:lnTo>
                  <a:close/>
                  <a:moveTo>
                    <a:pt x="204908" y="90246"/>
                  </a:moveTo>
                  <a:lnTo>
                    <a:pt x="234181" y="117184"/>
                  </a:lnTo>
                  <a:lnTo>
                    <a:pt x="234181" y="90246"/>
                  </a:lnTo>
                  <a:close/>
                  <a:moveTo>
                    <a:pt x="17258" y="63308"/>
                  </a:moveTo>
                  <a:lnTo>
                    <a:pt x="29273" y="90246"/>
                  </a:lnTo>
                  <a:lnTo>
                    <a:pt x="29273" y="63308"/>
                  </a:lnTo>
                  <a:close/>
                  <a:moveTo>
                    <a:pt x="40331" y="63308"/>
                  </a:moveTo>
                  <a:lnTo>
                    <a:pt x="29273" y="63308"/>
                  </a:lnTo>
                  <a:lnTo>
                    <a:pt x="29273" y="90246"/>
                  </a:lnTo>
                  <a:close/>
                  <a:moveTo>
                    <a:pt x="204908" y="90246"/>
                  </a:moveTo>
                  <a:lnTo>
                    <a:pt x="234181" y="90246"/>
                  </a:lnTo>
                  <a:lnTo>
                    <a:pt x="204908" y="63308"/>
                  </a:lnTo>
                  <a:close/>
                  <a:moveTo>
                    <a:pt x="175636" y="63308"/>
                  </a:moveTo>
                  <a:lnTo>
                    <a:pt x="204908" y="90246"/>
                  </a:lnTo>
                  <a:lnTo>
                    <a:pt x="204908" y="63308"/>
                  </a:lnTo>
                  <a:close/>
                  <a:moveTo>
                    <a:pt x="51593" y="36369"/>
                  </a:moveTo>
                  <a:lnTo>
                    <a:pt x="29273" y="36369"/>
                  </a:lnTo>
                  <a:lnTo>
                    <a:pt x="29273" y="63308"/>
                  </a:lnTo>
                  <a:close/>
                  <a:moveTo>
                    <a:pt x="175636" y="63308"/>
                  </a:moveTo>
                  <a:lnTo>
                    <a:pt x="204908" y="63308"/>
                  </a:lnTo>
                  <a:lnTo>
                    <a:pt x="175636" y="36369"/>
                  </a:lnTo>
                  <a:close/>
                  <a:moveTo>
                    <a:pt x="175636" y="63308"/>
                  </a:moveTo>
                  <a:lnTo>
                    <a:pt x="175636" y="36369"/>
                  </a:lnTo>
                  <a:lnTo>
                    <a:pt x="172740" y="63308"/>
                  </a:lnTo>
                  <a:close/>
                  <a:moveTo>
                    <a:pt x="175636" y="36369"/>
                  </a:moveTo>
                  <a:lnTo>
                    <a:pt x="149361" y="36369"/>
                  </a:lnTo>
                  <a:lnTo>
                    <a:pt x="172740" y="63308"/>
                  </a:lnTo>
                  <a:close/>
                  <a:moveTo>
                    <a:pt x="58545" y="9431"/>
                  </a:moveTo>
                  <a:lnTo>
                    <a:pt x="53334" y="9431"/>
                  </a:lnTo>
                  <a:lnTo>
                    <a:pt x="58545" y="30171"/>
                  </a:lnTo>
                  <a:close/>
                  <a:moveTo>
                    <a:pt x="53334" y="9431"/>
                  </a:moveTo>
                  <a:lnTo>
                    <a:pt x="29273" y="30678"/>
                  </a:lnTo>
                  <a:lnTo>
                    <a:pt x="58545" y="30171"/>
                  </a:lnTo>
                  <a:close/>
                  <a:moveTo>
                    <a:pt x="58545" y="30171"/>
                  </a:moveTo>
                  <a:lnTo>
                    <a:pt x="29273" y="30678"/>
                  </a:lnTo>
                  <a:lnTo>
                    <a:pt x="51593" y="36369"/>
                  </a:lnTo>
                  <a:close/>
                  <a:moveTo>
                    <a:pt x="51593" y="36369"/>
                  </a:moveTo>
                  <a:lnTo>
                    <a:pt x="29273" y="30678"/>
                  </a:lnTo>
                  <a:lnTo>
                    <a:pt x="29273" y="36369"/>
                  </a:lnTo>
                  <a:close/>
                  <a:moveTo>
                    <a:pt x="146363" y="10689"/>
                  </a:moveTo>
                  <a:lnTo>
                    <a:pt x="117090" y="9431"/>
                  </a:lnTo>
                  <a:lnTo>
                    <a:pt x="117090" y="20039"/>
                  </a:lnTo>
                  <a:close/>
                  <a:moveTo>
                    <a:pt x="146363" y="10689"/>
                  </a:moveTo>
                  <a:lnTo>
                    <a:pt x="117090" y="20039"/>
                  </a:lnTo>
                  <a:lnTo>
                    <a:pt x="146363" y="34015"/>
                  </a:lnTo>
                  <a:close/>
                  <a:moveTo>
                    <a:pt x="175636" y="31662"/>
                  </a:moveTo>
                  <a:lnTo>
                    <a:pt x="149361" y="36369"/>
                  </a:lnTo>
                  <a:lnTo>
                    <a:pt x="175636" y="36369"/>
                  </a:lnTo>
                  <a:close/>
                  <a:moveTo>
                    <a:pt x="146363" y="34015"/>
                  </a:moveTo>
                  <a:lnTo>
                    <a:pt x="149361" y="36369"/>
                  </a:lnTo>
                  <a:lnTo>
                    <a:pt x="175636" y="31662"/>
                  </a:lnTo>
                  <a:close/>
                  <a:moveTo>
                    <a:pt x="146363" y="10689"/>
                  </a:moveTo>
                  <a:lnTo>
                    <a:pt x="146363" y="34015"/>
                  </a:lnTo>
                  <a:lnTo>
                    <a:pt x="175636" y="31662"/>
                  </a:lnTo>
                  <a:close/>
                  <a:moveTo>
                    <a:pt x="87818" y="9431"/>
                  </a:moveTo>
                  <a:lnTo>
                    <a:pt x="58545" y="9431"/>
                  </a:lnTo>
                  <a:lnTo>
                    <a:pt x="87818" y="18230"/>
                  </a:lnTo>
                  <a:close/>
                  <a:moveTo>
                    <a:pt x="58545" y="9431"/>
                  </a:moveTo>
                  <a:lnTo>
                    <a:pt x="58545" y="30171"/>
                  </a:lnTo>
                  <a:lnTo>
                    <a:pt x="87818" y="18230"/>
                  </a:lnTo>
                  <a:close/>
                  <a:moveTo>
                    <a:pt x="87818" y="9431"/>
                  </a:moveTo>
                  <a:lnTo>
                    <a:pt x="117090" y="9431"/>
                  </a:lnTo>
                  <a:lnTo>
                    <a:pt x="117090" y="0"/>
                  </a:lnTo>
                  <a:close/>
                  <a:moveTo>
                    <a:pt x="117090" y="9431"/>
                  </a:moveTo>
                  <a:lnTo>
                    <a:pt x="87818" y="9431"/>
                  </a:lnTo>
                  <a:lnTo>
                    <a:pt x="117090" y="20039"/>
                  </a:lnTo>
                  <a:close/>
                </a:path>
              </a:pathLst>
            </a:custGeom>
            <a:solidFill>
              <a:srgbClr val="757D86"/>
            </a:solidFill>
            <a:ln w="4001">
              <a:solidFill>
                <a:srgbClr val="B6BABF"/>
              </a:solidFill>
            </a:ln>
          </p:spPr>
        </p:sp>
        <p:sp>
          <p:nvSpPr>
            <p:cNvPr id="4062" name="Match_B5__4061">
              <a:extLst>
                <a:ext uri="{FF2B5EF4-FFF2-40B4-BE49-F238E27FC236}">
                  <a16:creationId xmlns:a16="http://schemas.microsoft.com/office/drawing/2014/main" id="{5FD383F7-FB3C-B395-81C3-3ACF9C9797C0}"/>
                </a:ext>
              </a:extLst>
            </p:cNvPr>
            <p:cNvSpPr>
              <a:spLocks noGrp="1"/>
            </p:cNvSpPr>
            <p:nvPr/>
          </p:nvSpPr>
          <p:spPr>
            <a:xfrm>
              <a:off x="8414371" y="5032552"/>
              <a:ext cx="292726" cy="359921"/>
            </a:xfrm>
            <a:custGeom>
              <a:avLst/>
              <a:gdLst/>
              <a:ahLst/>
              <a:cxnLst/>
              <a:rect l="0" t="0" r="0" b="0"/>
              <a:pathLst>
                <a:path w="292726" h="359921">
                  <a:moveTo>
                    <a:pt x="29273" y="350198"/>
                  </a:moveTo>
                  <a:lnTo>
                    <a:pt x="57274" y="350198"/>
                  </a:lnTo>
                  <a:lnTo>
                    <a:pt x="29273" y="328289"/>
                  </a:lnTo>
                  <a:close/>
                  <a:moveTo>
                    <a:pt x="175636" y="353439"/>
                  </a:moveTo>
                  <a:lnTo>
                    <a:pt x="204908" y="350198"/>
                  </a:lnTo>
                  <a:lnTo>
                    <a:pt x="188054" y="350198"/>
                  </a:lnTo>
                  <a:close/>
                  <a:moveTo>
                    <a:pt x="188054" y="350198"/>
                  </a:moveTo>
                  <a:lnTo>
                    <a:pt x="204908" y="350198"/>
                  </a:lnTo>
                  <a:lnTo>
                    <a:pt x="204908" y="345450"/>
                  </a:lnTo>
                  <a:close/>
                  <a:moveTo>
                    <a:pt x="234181" y="332302"/>
                  </a:moveTo>
                  <a:lnTo>
                    <a:pt x="263453" y="323260"/>
                  </a:lnTo>
                  <a:lnTo>
                    <a:pt x="247350" y="323260"/>
                  </a:lnTo>
                  <a:close/>
                  <a:moveTo>
                    <a:pt x="25180" y="323260"/>
                  </a:moveTo>
                  <a:lnTo>
                    <a:pt x="19636" y="296321"/>
                  </a:lnTo>
                  <a:lnTo>
                    <a:pt x="0" y="323260"/>
                  </a:lnTo>
                  <a:close/>
                  <a:moveTo>
                    <a:pt x="247350" y="323260"/>
                  </a:moveTo>
                  <a:lnTo>
                    <a:pt x="263453" y="323260"/>
                  </a:lnTo>
                  <a:lnTo>
                    <a:pt x="263453" y="306309"/>
                  </a:lnTo>
                  <a:close/>
                  <a:moveTo>
                    <a:pt x="19636" y="296321"/>
                  </a:moveTo>
                  <a:lnTo>
                    <a:pt x="29273" y="271738"/>
                  </a:lnTo>
                  <a:lnTo>
                    <a:pt x="0" y="296321"/>
                  </a:lnTo>
                  <a:close/>
                  <a:moveTo>
                    <a:pt x="0" y="296321"/>
                  </a:moveTo>
                  <a:lnTo>
                    <a:pt x="29273" y="271738"/>
                  </a:lnTo>
                  <a:lnTo>
                    <a:pt x="29273" y="269383"/>
                  </a:lnTo>
                  <a:close/>
                  <a:moveTo>
                    <a:pt x="292726" y="269383"/>
                  </a:moveTo>
                  <a:lnTo>
                    <a:pt x="279993" y="269383"/>
                  </a:lnTo>
                  <a:lnTo>
                    <a:pt x="270782" y="296321"/>
                  </a:lnTo>
                  <a:close/>
                  <a:moveTo>
                    <a:pt x="30337" y="269383"/>
                  </a:moveTo>
                  <a:lnTo>
                    <a:pt x="58300" y="242445"/>
                  </a:lnTo>
                  <a:lnTo>
                    <a:pt x="29273" y="269383"/>
                  </a:lnTo>
                  <a:close/>
                  <a:moveTo>
                    <a:pt x="58300" y="242445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29273" y="269383"/>
                  </a:moveTo>
                  <a:lnTo>
                    <a:pt x="29273" y="271738"/>
                  </a:lnTo>
                  <a:lnTo>
                    <a:pt x="30337" y="269383"/>
                  </a:lnTo>
                  <a:close/>
                  <a:moveTo>
                    <a:pt x="292726" y="242445"/>
                  </a:moveTo>
                  <a:lnTo>
                    <a:pt x="281333" y="242445"/>
                  </a:lnTo>
                  <a:lnTo>
                    <a:pt x="279993" y="269383"/>
                  </a:lnTo>
                  <a:close/>
                  <a:moveTo>
                    <a:pt x="292726" y="215506"/>
                  </a:moveTo>
                  <a:lnTo>
                    <a:pt x="278069" y="215506"/>
                  </a:lnTo>
                  <a:lnTo>
                    <a:pt x="281333" y="242445"/>
                  </a:lnTo>
                  <a:close/>
                  <a:moveTo>
                    <a:pt x="96901" y="215506"/>
                  </a:moveTo>
                  <a:lnTo>
                    <a:pt x="117090" y="195914"/>
                  </a:lnTo>
                  <a:lnTo>
                    <a:pt x="87818" y="215506"/>
                  </a:lnTo>
                  <a:close/>
                  <a:moveTo>
                    <a:pt x="87818" y="215506"/>
                  </a:moveTo>
                  <a:lnTo>
                    <a:pt x="117090" y="195914"/>
                  </a:lnTo>
                  <a:lnTo>
                    <a:pt x="117090" y="188568"/>
                  </a:lnTo>
                  <a:close/>
                  <a:moveTo>
                    <a:pt x="87818" y="215506"/>
                  </a:moveTo>
                  <a:lnTo>
                    <a:pt x="87818" y="221679"/>
                  </a:lnTo>
                  <a:lnTo>
                    <a:pt x="96901" y="215506"/>
                  </a:lnTo>
                  <a:close/>
                  <a:moveTo>
                    <a:pt x="292726" y="188568"/>
                  </a:moveTo>
                  <a:lnTo>
                    <a:pt x="272248" y="188568"/>
                  </a:lnTo>
                  <a:lnTo>
                    <a:pt x="278069" y="215506"/>
                  </a:lnTo>
                  <a:close/>
                  <a:moveTo>
                    <a:pt x="124814" y="188568"/>
                  </a:moveTo>
                  <a:lnTo>
                    <a:pt x="134279" y="161630"/>
                  </a:lnTo>
                  <a:lnTo>
                    <a:pt x="117090" y="188568"/>
                  </a:lnTo>
                  <a:close/>
                  <a:moveTo>
                    <a:pt x="134279" y="161630"/>
                  </a:moveTo>
                  <a:lnTo>
                    <a:pt x="117090" y="161630"/>
                  </a:lnTo>
                  <a:lnTo>
                    <a:pt x="117090" y="188568"/>
                  </a:lnTo>
                  <a:close/>
                  <a:moveTo>
                    <a:pt x="117090" y="188568"/>
                  </a:moveTo>
                  <a:lnTo>
                    <a:pt x="117090" y="195914"/>
                  </a:lnTo>
                  <a:lnTo>
                    <a:pt x="124814" y="188568"/>
                  </a:lnTo>
                  <a:close/>
                  <a:moveTo>
                    <a:pt x="292726" y="161630"/>
                  </a:moveTo>
                  <a:lnTo>
                    <a:pt x="263502" y="161630"/>
                  </a:lnTo>
                  <a:lnTo>
                    <a:pt x="272248" y="188568"/>
                  </a:lnTo>
                  <a:close/>
                  <a:moveTo>
                    <a:pt x="134279" y="161630"/>
                  </a:moveTo>
                  <a:lnTo>
                    <a:pt x="117694" y="134691"/>
                  </a:lnTo>
                  <a:lnTo>
                    <a:pt x="117090" y="161630"/>
                  </a:lnTo>
                  <a:close/>
                  <a:moveTo>
                    <a:pt x="117694" y="134691"/>
                  </a:moveTo>
                  <a:lnTo>
                    <a:pt x="117090" y="134691"/>
                  </a:lnTo>
                  <a:lnTo>
                    <a:pt x="117090" y="161630"/>
                  </a:lnTo>
                  <a:close/>
                  <a:moveTo>
                    <a:pt x="263453" y="161533"/>
                  </a:moveTo>
                  <a:lnTo>
                    <a:pt x="263502" y="161630"/>
                  </a:lnTo>
                  <a:lnTo>
                    <a:pt x="263453" y="134691"/>
                  </a:lnTo>
                  <a:close/>
                  <a:moveTo>
                    <a:pt x="87818" y="134691"/>
                  </a:moveTo>
                  <a:lnTo>
                    <a:pt x="117090" y="134691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090" y="134367"/>
                  </a:lnTo>
                  <a:lnTo>
                    <a:pt x="87818" y="117404"/>
                  </a:lnTo>
                  <a:close/>
                  <a:moveTo>
                    <a:pt x="117090" y="134691"/>
                  </a:moveTo>
                  <a:lnTo>
                    <a:pt x="117694" y="134691"/>
                  </a:lnTo>
                  <a:lnTo>
                    <a:pt x="117090" y="134367"/>
                  </a:lnTo>
                  <a:close/>
                  <a:moveTo>
                    <a:pt x="234181" y="124280"/>
                  </a:moveTo>
                  <a:lnTo>
                    <a:pt x="244213" y="134691"/>
                  </a:lnTo>
                  <a:lnTo>
                    <a:pt x="234181" y="107753"/>
                  </a:lnTo>
                  <a:close/>
                  <a:moveTo>
                    <a:pt x="234181" y="107753"/>
                  </a:moveTo>
                  <a:lnTo>
                    <a:pt x="244213" y="134691"/>
                  </a:lnTo>
                  <a:lnTo>
                    <a:pt x="263453" y="134691"/>
                  </a:lnTo>
                  <a:close/>
                  <a:moveTo>
                    <a:pt x="263453" y="161533"/>
                  </a:moveTo>
                  <a:lnTo>
                    <a:pt x="263453" y="134691"/>
                  </a:lnTo>
                  <a:lnTo>
                    <a:pt x="244213" y="134691"/>
                  </a:lnTo>
                  <a:close/>
                  <a:moveTo>
                    <a:pt x="58545" y="107753"/>
                  </a:moveTo>
                  <a:lnTo>
                    <a:pt x="74636" y="107753"/>
                  </a:lnTo>
                  <a:lnTo>
                    <a:pt x="58545" y="94623"/>
                  </a:lnTo>
                  <a:close/>
                  <a:moveTo>
                    <a:pt x="204908" y="99192"/>
                  </a:moveTo>
                  <a:lnTo>
                    <a:pt x="214063" y="107753"/>
                  </a:lnTo>
                  <a:lnTo>
                    <a:pt x="204908" y="80815"/>
                  </a:lnTo>
                  <a:close/>
                  <a:moveTo>
                    <a:pt x="204908" y="80815"/>
                  </a:moveTo>
                  <a:lnTo>
                    <a:pt x="214063" y="107753"/>
                  </a:lnTo>
                  <a:lnTo>
                    <a:pt x="234181" y="107753"/>
                  </a:lnTo>
                  <a:close/>
                  <a:moveTo>
                    <a:pt x="234181" y="124280"/>
                  </a:moveTo>
                  <a:lnTo>
                    <a:pt x="234181" y="107753"/>
                  </a:lnTo>
                  <a:lnTo>
                    <a:pt x="214063" y="107753"/>
                  </a:lnTo>
                  <a:close/>
                  <a:moveTo>
                    <a:pt x="47317" y="80815"/>
                  </a:moveTo>
                  <a:lnTo>
                    <a:pt x="40331" y="53877"/>
                  </a:lnTo>
                  <a:lnTo>
                    <a:pt x="29273" y="80815"/>
                  </a:lnTo>
                  <a:close/>
                  <a:moveTo>
                    <a:pt x="175636" y="59157"/>
                  </a:moveTo>
                  <a:lnTo>
                    <a:pt x="190038" y="80815"/>
                  </a:lnTo>
                  <a:lnTo>
                    <a:pt x="175636" y="53877"/>
                  </a:lnTo>
                  <a:close/>
                  <a:moveTo>
                    <a:pt x="175636" y="53877"/>
                  </a:moveTo>
                  <a:lnTo>
                    <a:pt x="190038" y="80815"/>
                  </a:lnTo>
                  <a:lnTo>
                    <a:pt x="204908" y="80815"/>
                  </a:lnTo>
                  <a:close/>
                  <a:moveTo>
                    <a:pt x="204908" y="99192"/>
                  </a:moveTo>
                  <a:lnTo>
                    <a:pt x="204908" y="80815"/>
                  </a:lnTo>
                  <a:lnTo>
                    <a:pt x="190038" y="80815"/>
                  </a:lnTo>
                  <a:close/>
                  <a:moveTo>
                    <a:pt x="40331" y="53877"/>
                  </a:moveTo>
                  <a:lnTo>
                    <a:pt x="51593" y="26938"/>
                  </a:lnTo>
                  <a:lnTo>
                    <a:pt x="29273" y="53877"/>
                  </a:lnTo>
                  <a:close/>
                  <a:moveTo>
                    <a:pt x="175636" y="59157"/>
                  </a:moveTo>
                  <a:lnTo>
                    <a:pt x="175636" y="53877"/>
                  </a:lnTo>
                  <a:lnTo>
                    <a:pt x="172740" y="53877"/>
                  </a:lnTo>
                  <a:close/>
                  <a:moveTo>
                    <a:pt x="87818" y="0"/>
                  </a:moveTo>
                  <a:lnTo>
                    <a:pt x="87818" y="8799"/>
                  </a:lnTo>
                  <a:lnTo>
                    <a:pt x="117090" y="10608"/>
                  </a:lnTo>
                  <a:close/>
                  <a:moveTo>
                    <a:pt x="57274" y="350198"/>
                  </a:moveTo>
                  <a:lnTo>
                    <a:pt x="58545" y="350812"/>
                  </a:lnTo>
                  <a:lnTo>
                    <a:pt x="58545" y="350198"/>
                  </a:lnTo>
                  <a:close/>
                  <a:moveTo>
                    <a:pt x="58545" y="350198"/>
                  </a:moveTo>
                  <a:lnTo>
                    <a:pt x="29273" y="328289"/>
                  </a:lnTo>
                  <a:lnTo>
                    <a:pt x="57274" y="350198"/>
                  </a:lnTo>
                  <a:close/>
                  <a:moveTo>
                    <a:pt x="29273" y="323260"/>
                  </a:moveTo>
                  <a:lnTo>
                    <a:pt x="29273" y="328289"/>
                  </a:lnTo>
                  <a:lnTo>
                    <a:pt x="58545" y="350198"/>
                  </a:lnTo>
                  <a:close/>
                  <a:moveTo>
                    <a:pt x="87818" y="350198"/>
                  </a:moveTo>
                  <a:lnTo>
                    <a:pt x="58545" y="350812"/>
                  </a:lnTo>
                  <a:lnTo>
                    <a:pt x="87818" y="358219"/>
                  </a:lnTo>
                  <a:close/>
                  <a:moveTo>
                    <a:pt x="87818" y="350198"/>
                  </a:moveTo>
                  <a:lnTo>
                    <a:pt x="58545" y="350198"/>
                  </a:lnTo>
                  <a:lnTo>
                    <a:pt x="58545" y="350812"/>
                  </a:lnTo>
                  <a:close/>
                  <a:moveTo>
                    <a:pt x="117090" y="350198"/>
                  </a:moveTo>
                  <a:lnTo>
                    <a:pt x="87818" y="358219"/>
                  </a:lnTo>
                  <a:lnTo>
                    <a:pt x="117090" y="359921"/>
                  </a:lnTo>
                  <a:close/>
                  <a:moveTo>
                    <a:pt x="146363" y="350198"/>
                  </a:moveTo>
                  <a:lnTo>
                    <a:pt x="117090" y="359921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46363" y="358053"/>
                  </a:lnTo>
                  <a:lnTo>
                    <a:pt x="175636" y="353439"/>
                  </a:lnTo>
                  <a:close/>
                  <a:moveTo>
                    <a:pt x="175636" y="350198"/>
                  </a:moveTo>
                  <a:lnTo>
                    <a:pt x="146363" y="350198"/>
                  </a:lnTo>
                  <a:lnTo>
                    <a:pt x="146363" y="358053"/>
                  </a:lnTo>
                  <a:close/>
                  <a:moveTo>
                    <a:pt x="175636" y="350198"/>
                  </a:moveTo>
                  <a:lnTo>
                    <a:pt x="175636" y="353439"/>
                  </a:lnTo>
                  <a:lnTo>
                    <a:pt x="188054" y="350198"/>
                  </a:lnTo>
                  <a:close/>
                  <a:moveTo>
                    <a:pt x="25180" y="323260"/>
                  </a:moveTo>
                  <a:lnTo>
                    <a:pt x="29273" y="328289"/>
                  </a:lnTo>
                  <a:lnTo>
                    <a:pt x="29273" y="323260"/>
                  </a:lnTo>
                  <a:close/>
                  <a:moveTo>
                    <a:pt x="19636" y="296321"/>
                  </a:moveTo>
                  <a:lnTo>
                    <a:pt x="29273" y="323260"/>
                  </a:lnTo>
                  <a:lnTo>
                    <a:pt x="29273" y="296321"/>
                  </a:lnTo>
                  <a:close/>
                  <a:moveTo>
                    <a:pt x="19636" y="296321"/>
                  </a:moveTo>
                  <a:lnTo>
                    <a:pt x="25180" y="323260"/>
                  </a:lnTo>
                  <a:lnTo>
                    <a:pt x="29273" y="323260"/>
                  </a:lnTo>
                  <a:close/>
                  <a:moveTo>
                    <a:pt x="234181" y="323260"/>
                  </a:moveTo>
                  <a:lnTo>
                    <a:pt x="204908" y="345450"/>
                  </a:lnTo>
                  <a:lnTo>
                    <a:pt x="234181" y="332302"/>
                  </a:lnTo>
                  <a:close/>
                  <a:moveTo>
                    <a:pt x="234181" y="323260"/>
                  </a:moveTo>
                  <a:lnTo>
                    <a:pt x="234181" y="332302"/>
                  </a:lnTo>
                  <a:lnTo>
                    <a:pt x="247350" y="323260"/>
                  </a:lnTo>
                  <a:close/>
                  <a:moveTo>
                    <a:pt x="263453" y="296321"/>
                  </a:moveTo>
                  <a:lnTo>
                    <a:pt x="247350" y="323260"/>
                  </a:lnTo>
                  <a:lnTo>
                    <a:pt x="263453" y="306309"/>
                  </a:lnTo>
                  <a:close/>
                  <a:moveTo>
                    <a:pt x="234181" y="323260"/>
                  </a:moveTo>
                  <a:lnTo>
                    <a:pt x="247350" y="323260"/>
                  </a:lnTo>
                  <a:lnTo>
                    <a:pt x="263453" y="296321"/>
                  </a:lnTo>
                  <a:close/>
                  <a:moveTo>
                    <a:pt x="29273" y="271738"/>
                  </a:moveTo>
                  <a:lnTo>
                    <a:pt x="19636" y="296321"/>
                  </a:lnTo>
                  <a:lnTo>
                    <a:pt x="29273" y="296321"/>
                  </a:lnTo>
                  <a:close/>
                  <a:moveTo>
                    <a:pt x="29273" y="296321"/>
                  </a:moveTo>
                  <a:lnTo>
                    <a:pt x="30337" y="269383"/>
                  </a:lnTo>
                  <a:lnTo>
                    <a:pt x="29273" y="271738"/>
                  </a:lnTo>
                  <a:close/>
                  <a:moveTo>
                    <a:pt x="263453" y="296321"/>
                  </a:moveTo>
                  <a:lnTo>
                    <a:pt x="263453" y="306309"/>
                  </a:lnTo>
                  <a:lnTo>
                    <a:pt x="270782" y="296321"/>
                  </a:lnTo>
                  <a:close/>
                  <a:moveTo>
                    <a:pt x="263453" y="269383"/>
                  </a:moveTo>
                  <a:lnTo>
                    <a:pt x="270782" y="296321"/>
                  </a:lnTo>
                  <a:lnTo>
                    <a:pt x="279993" y="269383"/>
                  </a:lnTo>
                  <a:close/>
                  <a:moveTo>
                    <a:pt x="58300" y="242445"/>
                  </a:moveTo>
                  <a:lnTo>
                    <a:pt x="58545" y="269383"/>
                  </a:lnTo>
                  <a:lnTo>
                    <a:pt x="58545" y="242445"/>
                  </a:lnTo>
                  <a:close/>
                  <a:moveTo>
                    <a:pt x="58300" y="242445"/>
                  </a:moveTo>
                  <a:lnTo>
                    <a:pt x="30337" y="269383"/>
                  </a:lnTo>
                  <a:lnTo>
                    <a:pt x="58545" y="269383"/>
                  </a:lnTo>
                  <a:close/>
                  <a:moveTo>
                    <a:pt x="263453" y="242445"/>
                  </a:moveTo>
                  <a:lnTo>
                    <a:pt x="279993" y="269383"/>
                  </a:lnTo>
                  <a:lnTo>
                    <a:pt x="281333" y="242445"/>
                  </a:lnTo>
                  <a:close/>
                  <a:moveTo>
                    <a:pt x="58545" y="242252"/>
                  </a:moveTo>
                  <a:lnTo>
                    <a:pt x="58300" y="242445"/>
                  </a:lnTo>
                  <a:lnTo>
                    <a:pt x="58545" y="242445"/>
                  </a:lnTo>
                  <a:close/>
                  <a:moveTo>
                    <a:pt x="58545" y="242445"/>
                  </a:moveTo>
                  <a:lnTo>
                    <a:pt x="87818" y="221679"/>
                  </a:lnTo>
                  <a:lnTo>
                    <a:pt x="58545" y="242252"/>
                  </a:lnTo>
                  <a:close/>
                  <a:moveTo>
                    <a:pt x="58545" y="242445"/>
                  </a:moveTo>
                  <a:lnTo>
                    <a:pt x="87818" y="242445"/>
                  </a:lnTo>
                  <a:lnTo>
                    <a:pt x="87818" y="221679"/>
                  </a:lnTo>
                  <a:close/>
                  <a:moveTo>
                    <a:pt x="87818" y="242445"/>
                  </a:moveTo>
                  <a:lnTo>
                    <a:pt x="96901" y="215506"/>
                  </a:lnTo>
                  <a:lnTo>
                    <a:pt x="87818" y="221679"/>
                  </a:lnTo>
                  <a:close/>
                  <a:moveTo>
                    <a:pt x="263453" y="215506"/>
                  </a:moveTo>
                  <a:lnTo>
                    <a:pt x="281333" y="242445"/>
                  </a:lnTo>
                  <a:lnTo>
                    <a:pt x="278069" y="215506"/>
                  </a:lnTo>
                  <a:close/>
                  <a:moveTo>
                    <a:pt x="117090" y="195914"/>
                  </a:moveTo>
                  <a:lnTo>
                    <a:pt x="96901" y="215506"/>
                  </a:lnTo>
                  <a:lnTo>
                    <a:pt x="117090" y="215506"/>
                  </a:lnTo>
                  <a:close/>
                  <a:moveTo>
                    <a:pt x="117090" y="215506"/>
                  </a:moveTo>
                  <a:lnTo>
                    <a:pt x="124814" y="188568"/>
                  </a:lnTo>
                  <a:lnTo>
                    <a:pt x="117090" y="195914"/>
                  </a:lnTo>
                  <a:close/>
                  <a:moveTo>
                    <a:pt x="263453" y="188568"/>
                  </a:moveTo>
                  <a:lnTo>
                    <a:pt x="278069" y="215506"/>
                  </a:lnTo>
                  <a:lnTo>
                    <a:pt x="272248" y="188568"/>
                  </a:lnTo>
                  <a:close/>
                  <a:moveTo>
                    <a:pt x="263453" y="188568"/>
                  </a:moveTo>
                  <a:lnTo>
                    <a:pt x="263453" y="215506"/>
                  </a:lnTo>
                  <a:lnTo>
                    <a:pt x="278069" y="215506"/>
                  </a:lnTo>
                  <a:close/>
                  <a:moveTo>
                    <a:pt x="134279" y="161630"/>
                  </a:moveTo>
                  <a:lnTo>
                    <a:pt x="146363" y="188568"/>
                  </a:lnTo>
                  <a:lnTo>
                    <a:pt x="146363" y="161630"/>
                  </a:lnTo>
                  <a:close/>
                  <a:moveTo>
                    <a:pt x="134279" y="161630"/>
                  </a:moveTo>
                  <a:lnTo>
                    <a:pt x="124814" y="188568"/>
                  </a:lnTo>
                  <a:lnTo>
                    <a:pt x="146363" y="188568"/>
                  </a:lnTo>
                  <a:close/>
                  <a:moveTo>
                    <a:pt x="263453" y="161630"/>
                  </a:moveTo>
                  <a:lnTo>
                    <a:pt x="272248" y="188568"/>
                  </a:lnTo>
                  <a:lnTo>
                    <a:pt x="263502" y="161630"/>
                  </a:lnTo>
                  <a:close/>
                  <a:moveTo>
                    <a:pt x="263453" y="161630"/>
                  </a:moveTo>
                  <a:lnTo>
                    <a:pt x="263453" y="188568"/>
                  </a:lnTo>
                  <a:lnTo>
                    <a:pt x="272248" y="188568"/>
                  </a:lnTo>
                  <a:close/>
                  <a:moveTo>
                    <a:pt x="117694" y="134691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694" y="134691"/>
                  </a:moveTo>
                  <a:lnTo>
                    <a:pt x="134279" y="161630"/>
                  </a:lnTo>
                  <a:lnTo>
                    <a:pt x="146363" y="161630"/>
                  </a:lnTo>
                  <a:close/>
                  <a:moveTo>
                    <a:pt x="234181" y="134691"/>
                  </a:moveTo>
                  <a:lnTo>
                    <a:pt x="263453" y="161533"/>
                  </a:lnTo>
                  <a:lnTo>
                    <a:pt x="244213" y="134691"/>
                  </a:lnTo>
                  <a:close/>
                  <a:moveTo>
                    <a:pt x="263453" y="161630"/>
                  </a:moveTo>
                  <a:lnTo>
                    <a:pt x="263453" y="161533"/>
                  </a:lnTo>
                  <a:lnTo>
                    <a:pt x="234181" y="134691"/>
                  </a:lnTo>
                  <a:close/>
                  <a:moveTo>
                    <a:pt x="234181" y="161630"/>
                  </a:moveTo>
                  <a:lnTo>
                    <a:pt x="263453" y="161630"/>
                  </a:lnTo>
                  <a:lnTo>
                    <a:pt x="234181" y="134691"/>
                  </a:lnTo>
                  <a:close/>
                  <a:moveTo>
                    <a:pt x="263453" y="161630"/>
                  </a:moveTo>
                  <a:lnTo>
                    <a:pt x="263502" y="161630"/>
                  </a:lnTo>
                  <a:lnTo>
                    <a:pt x="263453" y="161533"/>
                  </a:lnTo>
                  <a:close/>
                  <a:moveTo>
                    <a:pt x="146363" y="134691"/>
                  </a:moveTo>
                  <a:lnTo>
                    <a:pt x="117090" y="134367"/>
                  </a:lnTo>
                  <a:lnTo>
                    <a:pt x="117694" y="134691"/>
                  </a:lnTo>
                  <a:close/>
                  <a:moveTo>
                    <a:pt x="204908" y="107753"/>
                  </a:moveTo>
                  <a:lnTo>
                    <a:pt x="234181" y="124280"/>
                  </a:lnTo>
                  <a:lnTo>
                    <a:pt x="214063" y="107753"/>
                  </a:lnTo>
                  <a:close/>
                  <a:moveTo>
                    <a:pt x="234181" y="134691"/>
                  </a:moveTo>
                  <a:lnTo>
                    <a:pt x="234181" y="124280"/>
                  </a:lnTo>
                  <a:lnTo>
                    <a:pt x="204908" y="107753"/>
                  </a:lnTo>
                  <a:close/>
                  <a:moveTo>
                    <a:pt x="204908" y="134691"/>
                  </a:moveTo>
                  <a:lnTo>
                    <a:pt x="234181" y="134691"/>
                  </a:lnTo>
                  <a:lnTo>
                    <a:pt x="204908" y="107753"/>
                  </a:lnTo>
                  <a:close/>
                  <a:moveTo>
                    <a:pt x="234181" y="134691"/>
                  </a:moveTo>
                  <a:lnTo>
                    <a:pt x="244213" y="134691"/>
                  </a:lnTo>
                  <a:lnTo>
                    <a:pt x="234181" y="124280"/>
                  </a:lnTo>
                  <a:close/>
                  <a:moveTo>
                    <a:pt x="74636" y="107753"/>
                  </a:moveTo>
                  <a:lnTo>
                    <a:pt x="87818" y="117404"/>
                  </a:lnTo>
                  <a:lnTo>
                    <a:pt x="87818" y="107753"/>
                  </a:lnTo>
                  <a:close/>
                  <a:moveTo>
                    <a:pt x="87818" y="107753"/>
                  </a:moveTo>
                  <a:lnTo>
                    <a:pt x="58545" y="94623"/>
                  </a:lnTo>
                  <a:lnTo>
                    <a:pt x="74636" y="107753"/>
                  </a:lnTo>
                  <a:close/>
                  <a:moveTo>
                    <a:pt x="58545" y="80815"/>
                  </a:moveTo>
                  <a:lnTo>
                    <a:pt x="58545" y="94623"/>
                  </a:lnTo>
                  <a:lnTo>
                    <a:pt x="87818" y="107753"/>
                  </a:lnTo>
                  <a:close/>
                  <a:moveTo>
                    <a:pt x="117090" y="107753"/>
                  </a:moveTo>
                  <a:lnTo>
                    <a:pt x="87818" y="117404"/>
                  </a:lnTo>
                  <a:lnTo>
                    <a:pt x="117090" y="134367"/>
                  </a:lnTo>
                  <a:close/>
                  <a:moveTo>
                    <a:pt x="175636" y="80815"/>
                  </a:moveTo>
                  <a:lnTo>
                    <a:pt x="204908" y="99192"/>
                  </a:lnTo>
                  <a:lnTo>
                    <a:pt x="190038" y="80815"/>
                  </a:lnTo>
                  <a:close/>
                  <a:moveTo>
                    <a:pt x="204908" y="107753"/>
                  </a:moveTo>
                  <a:lnTo>
                    <a:pt x="204908" y="99192"/>
                  </a:lnTo>
                  <a:lnTo>
                    <a:pt x="175636" y="80815"/>
                  </a:lnTo>
                  <a:close/>
                  <a:moveTo>
                    <a:pt x="204908" y="107753"/>
                  </a:moveTo>
                  <a:lnTo>
                    <a:pt x="214063" y="107753"/>
                  </a:lnTo>
                  <a:lnTo>
                    <a:pt x="204908" y="99192"/>
                  </a:lnTo>
                  <a:close/>
                  <a:moveTo>
                    <a:pt x="47317" y="80815"/>
                  </a:moveTo>
                  <a:lnTo>
                    <a:pt x="58545" y="94623"/>
                  </a:lnTo>
                  <a:lnTo>
                    <a:pt x="58545" y="80815"/>
                  </a:lnTo>
                  <a:close/>
                  <a:moveTo>
                    <a:pt x="40331" y="53877"/>
                  </a:moveTo>
                  <a:lnTo>
                    <a:pt x="47317" y="80815"/>
                  </a:lnTo>
                  <a:lnTo>
                    <a:pt x="58545" y="80815"/>
                  </a:lnTo>
                  <a:close/>
                  <a:moveTo>
                    <a:pt x="146363" y="53877"/>
                  </a:moveTo>
                  <a:lnTo>
                    <a:pt x="175636" y="59157"/>
                  </a:lnTo>
                  <a:lnTo>
                    <a:pt x="172740" y="53877"/>
                  </a:lnTo>
                  <a:close/>
                  <a:moveTo>
                    <a:pt x="175636" y="80815"/>
                  </a:moveTo>
                  <a:lnTo>
                    <a:pt x="190038" y="80815"/>
                  </a:lnTo>
                  <a:lnTo>
                    <a:pt x="175636" y="59157"/>
                  </a:lnTo>
                  <a:close/>
                  <a:moveTo>
                    <a:pt x="51593" y="26938"/>
                  </a:moveTo>
                  <a:lnTo>
                    <a:pt x="40331" y="53877"/>
                  </a:lnTo>
                  <a:lnTo>
                    <a:pt x="58545" y="53877"/>
                  </a:lnTo>
                  <a:close/>
                  <a:moveTo>
                    <a:pt x="146363" y="26938"/>
                  </a:moveTo>
                  <a:lnTo>
                    <a:pt x="172740" y="53877"/>
                  </a:lnTo>
                  <a:lnTo>
                    <a:pt x="149361" y="26938"/>
                  </a:lnTo>
                  <a:close/>
                  <a:moveTo>
                    <a:pt x="146363" y="26938"/>
                  </a:moveTo>
                  <a:lnTo>
                    <a:pt x="146363" y="53877"/>
                  </a:lnTo>
                  <a:lnTo>
                    <a:pt x="172740" y="53877"/>
                  </a:lnTo>
                  <a:close/>
                  <a:moveTo>
                    <a:pt x="58545" y="20740"/>
                  </a:moveTo>
                  <a:lnTo>
                    <a:pt x="51593" y="26938"/>
                  </a:lnTo>
                  <a:lnTo>
                    <a:pt x="58545" y="26938"/>
                  </a:lnTo>
                  <a:close/>
                  <a:moveTo>
                    <a:pt x="58545" y="26938"/>
                  </a:moveTo>
                  <a:lnTo>
                    <a:pt x="87818" y="8799"/>
                  </a:lnTo>
                  <a:lnTo>
                    <a:pt x="58545" y="20740"/>
                  </a:lnTo>
                  <a:close/>
                  <a:moveTo>
                    <a:pt x="87818" y="26938"/>
                  </a:moveTo>
                  <a:lnTo>
                    <a:pt x="117090" y="10608"/>
                  </a:lnTo>
                  <a:lnTo>
                    <a:pt x="87818" y="8799"/>
                  </a:lnTo>
                  <a:close/>
                  <a:moveTo>
                    <a:pt x="117090" y="26938"/>
                  </a:moveTo>
                  <a:lnTo>
                    <a:pt x="146363" y="24584"/>
                  </a:lnTo>
                  <a:lnTo>
                    <a:pt x="117090" y="10608"/>
                  </a:lnTo>
                  <a:close/>
                  <a:moveTo>
                    <a:pt x="117090" y="26938"/>
                  </a:moveTo>
                  <a:lnTo>
                    <a:pt x="146363" y="26938"/>
                  </a:lnTo>
                  <a:lnTo>
                    <a:pt x="146363" y="24584"/>
                  </a:lnTo>
                  <a:close/>
                  <a:moveTo>
                    <a:pt x="146363" y="26938"/>
                  </a:moveTo>
                  <a:lnTo>
                    <a:pt x="149361" y="26938"/>
                  </a:lnTo>
                  <a:lnTo>
                    <a:pt x="146363" y="24584"/>
                  </a:lnTo>
                  <a:close/>
                </a:path>
              </a:pathLst>
            </a:custGeom>
            <a:solidFill>
              <a:srgbClr val="79818A"/>
            </a:solidFill>
            <a:ln w="4001">
              <a:solidFill>
                <a:srgbClr val="B6BABF"/>
              </a:solidFill>
            </a:ln>
          </p:spPr>
        </p:sp>
        <p:sp>
          <p:nvSpPr>
            <p:cNvPr id="4063" name="Match_B5__4062">
              <a:extLst>
                <a:ext uri="{FF2B5EF4-FFF2-40B4-BE49-F238E27FC236}">
                  <a16:creationId xmlns:a16="http://schemas.microsoft.com/office/drawing/2014/main" id="{A01E5146-7668-D2B4-50D2-89A2E0D1F2B1}"/>
                </a:ext>
              </a:extLst>
            </p:cNvPr>
            <p:cNvSpPr>
              <a:spLocks noGrp="1"/>
            </p:cNvSpPr>
            <p:nvPr/>
          </p:nvSpPr>
          <p:spPr>
            <a:xfrm>
              <a:off x="8443644" y="5041351"/>
              <a:ext cx="252061" cy="351122"/>
            </a:xfrm>
            <a:custGeom>
              <a:avLst/>
              <a:gdLst/>
              <a:ahLst/>
              <a:cxnLst/>
              <a:rect l="0" t="0" r="0" b="0"/>
              <a:pathLst>
                <a:path w="252061" h="351122">
                  <a:moveTo>
                    <a:pt x="29273" y="314460"/>
                  </a:moveTo>
                  <a:lnTo>
                    <a:pt x="0" y="314460"/>
                  </a:lnTo>
                  <a:lnTo>
                    <a:pt x="29273" y="341399"/>
                  </a:lnTo>
                  <a:close/>
                  <a:moveTo>
                    <a:pt x="29273" y="341399"/>
                  </a:moveTo>
                  <a:lnTo>
                    <a:pt x="58545" y="341399"/>
                  </a:lnTo>
                  <a:lnTo>
                    <a:pt x="58545" y="314460"/>
                  </a:lnTo>
                  <a:close/>
                  <a:moveTo>
                    <a:pt x="29273" y="341399"/>
                  </a:moveTo>
                  <a:lnTo>
                    <a:pt x="58545" y="314460"/>
                  </a:lnTo>
                  <a:lnTo>
                    <a:pt x="29273" y="314460"/>
                  </a:lnTo>
                  <a:close/>
                  <a:moveTo>
                    <a:pt x="87818" y="341399"/>
                  </a:moveTo>
                  <a:lnTo>
                    <a:pt x="58545" y="341399"/>
                  </a:lnTo>
                  <a:lnTo>
                    <a:pt x="58545" y="349420"/>
                  </a:lnTo>
                  <a:close/>
                  <a:moveTo>
                    <a:pt x="58545" y="341399"/>
                  </a:moveTo>
                  <a:lnTo>
                    <a:pt x="87818" y="341399"/>
                  </a:lnTo>
                  <a:lnTo>
                    <a:pt x="87818" y="314460"/>
                  </a:lnTo>
                  <a:close/>
                  <a:moveTo>
                    <a:pt x="117090" y="341399"/>
                  </a:moveTo>
                  <a:lnTo>
                    <a:pt x="87818" y="341399"/>
                  </a:lnTo>
                  <a:lnTo>
                    <a:pt x="87818" y="351122"/>
                  </a:lnTo>
                  <a:close/>
                  <a:moveTo>
                    <a:pt x="87818" y="341399"/>
                  </a:moveTo>
                  <a:lnTo>
                    <a:pt x="117090" y="341399"/>
                  </a:lnTo>
                  <a:lnTo>
                    <a:pt x="117090" y="314460"/>
                  </a:lnTo>
                  <a:close/>
                  <a:moveTo>
                    <a:pt x="117090" y="341399"/>
                  </a:moveTo>
                  <a:lnTo>
                    <a:pt x="146363" y="341399"/>
                  </a:lnTo>
                  <a:lnTo>
                    <a:pt x="146363" y="314460"/>
                  </a:lnTo>
                  <a:close/>
                  <a:moveTo>
                    <a:pt x="175636" y="314460"/>
                  </a:moveTo>
                  <a:lnTo>
                    <a:pt x="158781" y="341399"/>
                  </a:lnTo>
                  <a:lnTo>
                    <a:pt x="175636" y="336651"/>
                  </a:lnTo>
                  <a:close/>
                  <a:moveTo>
                    <a:pt x="146363" y="341399"/>
                  </a:moveTo>
                  <a:lnTo>
                    <a:pt x="158781" y="341399"/>
                  </a:lnTo>
                  <a:lnTo>
                    <a:pt x="175636" y="314460"/>
                  </a:lnTo>
                  <a:close/>
                  <a:moveTo>
                    <a:pt x="146363" y="314460"/>
                  </a:moveTo>
                  <a:lnTo>
                    <a:pt x="146363" y="341399"/>
                  </a:lnTo>
                  <a:lnTo>
                    <a:pt x="175636" y="314460"/>
                  </a:lnTo>
                  <a:close/>
                  <a:moveTo>
                    <a:pt x="0" y="314460"/>
                  </a:moveTo>
                  <a:lnTo>
                    <a:pt x="29273" y="314460"/>
                  </a:lnTo>
                  <a:lnTo>
                    <a:pt x="29273" y="287522"/>
                  </a:lnTo>
                  <a:close/>
                  <a:moveTo>
                    <a:pt x="0" y="314460"/>
                  </a:moveTo>
                  <a:lnTo>
                    <a:pt x="29273" y="287522"/>
                  </a:lnTo>
                  <a:lnTo>
                    <a:pt x="0" y="287522"/>
                  </a:lnTo>
                  <a:close/>
                  <a:moveTo>
                    <a:pt x="204908" y="314460"/>
                  </a:moveTo>
                  <a:lnTo>
                    <a:pt x="175636" y="314460"/>
                  </a:lnTo>
                  <a:lnTo>
                    <a:pt x="175636" y="336651"/>
                  </a:lnTo>
                  <a:close/>
                  <a:moveTo>
                    <a:pt x="204908" y="287522"/>
                  </a:moveTo>
                  <a:lnTo>
                    <a:pt x="175636" y="314460"/>
                  </a:lnTo>
                  <a:lnTo>
                    <a:pt x="204908" y="314460"/>
                  </a:lnTo>
                  <a:close/>
                  <a:moveTo>
                    <a:pt x="204908" y="287522"/>
                  </a:moveTo>
                  <a:lnTo>
                    <a:pt x="204908" y="314460"/>
                  </a:lnTo>
                  <a:lnTo>
                    <a:pt x="234181" y="287522"/>
                  </a:lnTo>
                  <a:close/>
                  <a:moveTo>
                    <a:pt x="29273" y="260584"/>
                  </a:moveTo>
                  <a:lnTo>
                    <a:pt x="1064" y="260584"/>
                  </a:lnTo>
                  <a:lnTo>
                    <a:pt x="0" y="287522"/>
                  </a:lnTo>
                  <a:close/>
                  <a:moveTo>
                    <a:pt x="29273" y="287522"/>
                  </a:moveTo>
                  <a:lnTo>
                    <a:pt x="29273" y="260584"/>
                  </a:lnTo>
                  <a:lnTo>
                    <a:pt x="0" y="287522"/>
                  </a:lnTo>
                  <a:close/>
                  <a:moveTo>
                    <a:pt x="204908" y="287522"/>
                  </a:moveTo>
                  <a:lnTo>
                    <a:pt x="234181" y="287522"/>
                  </a:lnTo>
                  <a:lnTo>
                    <a:pt x="234181" y="260584"/>
                  </a:lnTo>
                  <a:close/>
                  <a:moveTo>
                    <a:pt x="234181" y="260584"/>
                  </a:moveTo>
                  <a:lnTo>
                    <a:pt x="234181" y="287522"/>
                  </a:lnTo>
                  <a:lnTo>
                    <a:pt x="241509" y="287522"/>
                  </a:lnTo>
                  <a:close/>
                  <a:moveTo>
                    <a:pt x="29273" y="260584"/>
                  </a:moveTo>
                  <a:lnTo>
                    <a:pt x="58545" y="260584"/>
                  </a:lnTo>
                  <a:lnTo>
                    <a:pt x="58545" y="233646"/>
                  </a:lnTo>
                  <a:close/>
                  <a:moveTo>
                    <a:pt x="29273" y="260584"/>
                  </a:moveTo>
                  <a:lnTo>
                    <a:pt x="58545" y="233646"/>
                  </a:lnTo>
                  <a:lnTo>
                    <a:pt x="29273" y="233646"/>
                  </a:lnTo>
                  <a:close/>
                  <a:moveTo>
                    <a:pt x="204908" y="260584"/>
                  </a:moveTo>
                  <a:lnTo>
                    <a:pt x="234181" y="260584"/>
                  </a:lnTo>
                  <a:lnTo>
                    <a:pt x="234181" y="233646"/>
                  </a:lnTo>
                  <a:close/>
                  <a:moveTo>
                    <a:pt x="234181" y="233646"/>
                  </a:moveTo>
                  <a:lnTo>
                    <a:pt x="234181" y="260584"/>
                  </a:lnTo>
                  <a:lnTo>
                    <a:pt x="250721" y="260584"/>
                  </a:lnTo>
                  <a:close/>
                  <a:moveTo>
                    <a:pt x="87818" y="206707"/>
                  </a:moveTo>
                  <a:lnTo>
                    <a:pt x="6762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87818" y="206707"/>
                  </a:lnTo>
                  <a:lnTo>
                    <a:pt x="58545" y="233646"/>
                  </a:lnTo>
                  <a:close/>
                  <a:moveTo>
                    <a:pt x="87818" y="233646"/>
                  </a:moveTo>
                  <a:lnTo>
                    <a:pt x="117090" y="206707"/>
                  </a:lnTo>
                  <a:lnTo>
                    <a:pt x="87818" y="206707"/>
                  </a:lnTo>
                  <a:close/>
                  <a:moveTo>
                    <a:pt x="204908" y="233646"/>
                  </a:moveTo>
                  <a:lnTo>
                    <a:pt x="234181" y="233646"/>
                  </a:lnTo>
                  <a:lnTo>
                    <a:pt x="234181" y="206707"/>
                  </a:lnTo>
                  <a:close/>
                  <a:moveTo>
                    <a:pt x="234181" y="206707"/>
                  </a:moveTo>
                  <a:lnTo>
                    <a:pt x="234181" y="233646"/>
                  </a:lnTo>
                  <a:lnTo>
                    <a:pt x="252061" y="233646"/>
                  </a:lnTo>
                  <a:close/>
                  <a:moveTo>
                    <a:pt x="117090" y="179769"/>
                  </a:moveTo>
                  <a:lnTo>
                    <a:pt x="95541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17090" y="179769"/>
                  </a:lnTo>
                  <a:lnTo>
                    <a:pt x="87818" y="206707"/>
                  </a:lnTo>
                  <a:close/>
                  <a:moveTo>
                    <a:pt x="117090" y="206707"/>
                  </a:moveTo>
                  <a:lnTo>
                    <a:pt x="146363" y="179769"/>
                  </a:lnTo>
                  <a:lnTo>
                    <a:pt x="117090" y="179769"/>
                  </a:lnTo>
                  <a:close/>
                  <a:moveTo>
                    <a:pt x="204908" y="206707"/>
                  </a:moveTo>
                  <a:lnTo>
                    <a:pt x="234181" y="206707"/>
                  </a:lnTo>
                  <a:lnTo>
                    <a:pt x="234181" y="179769"/>
                  </a:lnTo>
                  <a:close/>
                  <a:moveTo>
                    <a:pt x="204908" y="206707"/>
                  </a:moveTo>
                  <a:lnTo>
                    <a:pt x="234181" y="179769"/>
                  </a:lnTo>
                  <a:lnTo>
                    <a:pt x="204908" y="179769"/>
                  </a:lnTo>
                  <a:close/>
                  <a:moveTo>
                    <a:pt x="117090" y="179769"/>
                  </a:moveTo>
                  <a:lnTo>
                    <a:pt x="146363" y="179769"/>
                  </a:lnTo>
                  <a:lnTo>
                    <a:pt x="146363" y="152831"/>
                  </a:lnTo>
                  <a:close/>
                  <a:moveTo>
                    <a:pt x="117090" y="179769"/>
                  </a:moveTo>
                  <a:lnTo>
                    <a:pt x="146363" y="152831"/>
                  </a:lnTo>
                  <a:lnTo>
                    <a:pt x="117090" y="152831"/>
                  </a:lnTo>
                  <a:close/>
                  <a:moveTo>
                    <a:pt x="146363" y="179769"/>
                  </a:moveTo>
                  <a:lnTo>
                    <a:pt x="175636" y="179769"/>
                  </a:lnTo>
                  <a:lnTo>
                    <a:pt x="175636" y="152831"/>
                  </a:lnTo>
                  <a:close/>
                  <a:moveTo>
                    <a:pt x="146363" y="179769"/>
                  </a:moveTo>
                  <a:lnTo>
                    <a:pt x="175636" y="152831"/>
                  </a:lnTo>
                  <a:lnTo>
                    <a:pt x="146363" y="152831"/>
                  </a:lnTo>
                  <a:close/>
                  <a:moveTo>
                    <a:pt x="175636" y="179769"/>
                  </a:moveTo>
                  <a:lnTo>
                    <a:pt x="204908" y="179769"/>
                  </a:lnTo>
                  <a:lnTo>
                    <a:pt x="204908" y="152831"/>
                  </a:lnTo>
                  <a:close/>
                  <a:moveTo>
                    <a:pt x="175636" y="179769"/>
                  </a:moveTo>
                  <a:lnTo>
                    <a:pt x="204908" y="152831"/>
                  </a:lnTo>
                  <a:lnTo>
                    <a:pt x="175636" y="152831"/>
                  </a:lnTo>
                  <a:close/>
                  <a:moveTo>
                    <a:pt x="204908" y="179769"/>
                  </a:moveTo>
                  <a:lnTo>
                    <a:pt x="234181" y="179769"/>
                  </a:lnTo>
                  <a:lnTo>
                    <a:pt x="234181" y="152831"/>
                  </a:lnTo>
                  <a:close/>
                  <a:moveTo>
                    <a:pt x="204908" y="179769"/>
                  </a:moveTo>
                  <a:lnTo>
                    <a:pt x="234181" y="152831"/>
                  </a:lnTo>
                  <a:lnTo>
                    <a:pt x="204908" y="152831"/>
                  </a:lnTo>
                  <a:close/>
                  <a:moveTo>
                    <a:pt x="117090" y="152831"/>
                  </a:moveTo>
                  <a:lnTo>
                    <a:pt x="146363" y="152831"/>
                  </a:lnTo>
                  <a:lnTo>
                    <a:pt x="146363" y="125892"/>
                  </a:lnTo>
                  <a:close/>
                  <a:moveTo>
                    <a:pt x="117090" y="152831"/>
                  </a:moveTo>
                  <a:lnTo>
                    <a:pt x="146363" y="125892"/>
                  </a:lnTo>
                  <a:lnTo>
                    <a:pt x="117090" y="125892"/>
                  </a:lnTo>
                  <a:close/>
                  <a:moveTo>
                    <a:pt x="146363" y="152831"/>
                  </a:moveTo>
                  <a:lnTo>
                    <a:pt x="175636" y="152831"/>
                  </a:lnTo>
                  <a:lnTo>
                    <a:pt x="175636" y="125892"/>
                  </a:lnTo>
                  <a:close/>
                  <a:moveTo>
                    <a:pt x="146363" y="152831"/>
                  </a:moveTo>
                  <a:lnTo>
                    <a:pt x="175636" y="125892"/>
                  </a:lnTo>
                  <a:lnTo>
                    <a:pt x="146363" y="125892"/>
                  </a:lnTo>
                  <a:close/>
                  <a:moveTo>
                    <a:pt x="175636" y="152831"/>
                  </a:moveTo>
                  <a:lnTo>
                    <a:pt x="204908" y="152831"/>
                  </a:lnTo>
                  <a:lnTo>
                    <a:pt x="204908" y="125892"/>
                  </a:lnTo>
                  <a:close/>
                  <a:moveTo>
                    <a:pt x="175636" y="152831"/>
                  </a:moveTo>
                  <a:lnTo>
                    <a:pt x="204908" y="125892"/>
                  </a:lnTo>
                  <a:lnTo>
                    <a:pt x="175636" y="125892"/>
                  </a:lnTo>
                  <a:close/>
                  <a:moveTo>
                    <a:pt x="87818" y="98954"/>
                  </a:moveTo>
                  <a:lnTo>
                    <a:pt x="87818" y="125568"/>
                  </a:lnTo>
                  <a:lnTo>
                    <a:pt x="117090" y="125892"/>
                  </a:lnTo>
                  <a:close/>
                  <a:moveTo>
                    <a:pt x="117090" y="98954"/>
                  </a:moveTo>
                  <a:lnTo>
                    <a:pt x="87818" y="98954"/>
                  </a:lnTo>
                  <a:lnTo>
                    <a:pt x="117090" y="125892"/>
                  </a:lnTo>
                  <a:close/>
                  <a:moveTo>
                    <a:pt x="117090" y="125892"/>
                  </a:moveTo>
                  <a:lnTo>
                    <a:pt x="146363" y="125892"/>
                  </a:lnTo>
                  <a:lnTo>
                    <a:pt x="146363" y="98954"/>
                  </a:lnTo>
                  <a:close/>
                  <a:moveTo>
                    <a:pt x="117090" y="125892"/>
                  </a:moveTo>
                  <a:lnTo>
                    <a:pt x="146363" y="98954"/>
                  </a:lnTo>
                  <a:lnTo>
                    <a:pt x="117090" y="98954"/>
                  </a:lnTo>
                  <a:close/>
                  <a:moveTo>
                    <a:pt x="146363" y="125892"/>
                  </a:moveTo>
                  <a:lnTo>
                    <a:pt x="175636" y="125892"/>
                  </a:lnTo>
                  <a:lnTo>
                    <a:pt x="175636" y="98954"/>
                  </a:lnTo>
                  <a:close/>
                  <a:moveTo>
                    <a:pt x="146363" y="125892"/>
                  </a:moveTo>
                  <a:lnTo>
                    <a:pt x="175636" y="98954"/>
                  </a:lnTo>
                  <a:lnTo>
                    <a:pt x="146363" y="98954"/>
                  </a:lnTo>
                  <a:close/>
                  <a:moveTo>
                    <a:pt x="58545" y="72016"/>
                  </a:moveTo>
                  <a:lnTo>
                    <a:pt x="29273" y="72016"/>
                  </a:lnTo>
                  <a:lnTo>
                    <a:pt x="58545" y="98954"/>
                  </a:lnTo>
                  <a:close/>
                  <a:moveTo>
                    <a:pt x="87818" y="98954"/>
                  </a:moveTo>
                  <a:lnTo>
                    <a:pt x="58545" y="98954"/>
                  </a:lnTo>
                  <a:lnTo>
                    <a:pt x="58545" y="108605"/>
                  </a:lnTo>
                  <a:close/>
                  <a:moveTo>
                    <a:pt x="58545" y="98954"/>
                  </a:moveTo>
                  <a:lnTo>
                    <a:pt x="87818" y="98954"/>
                  </a:lnTo>
                  <a:lnTo>
                    <a:pt x="87818" y="72016"/>
                  </a:lnTo>
                  <a:close/>
                  <a:moveTo>
                    <a:pt x="58545" y="98954"/>
                  </a:moveTo>
                  <a:lnTo>
                    <a:pt x="87818" y="72016"/>
                  </a:lnTo>
                  <a:lnTo>
                    <a:pt x="58545" y="72016"/>
                  </a:lnTo>
                  <a:close/>
                  <a:moveTo>
                    <a:pt x="87818" y="98954"/>
                  </a:moveTo>
                  <a:lnTo>
                    <a:pt x="117090" y="98954"/>
                  </a:lnTo>
                  <a:lnTo>
                    <a:pt x="117090" y="72016"/>
                  </a:lnTo>
                  <a:close/>
                  <a:moveTo>
                    <a:pt x="87818" y="98954"/>
                  </a:moveTo>
                  <a:lnTo>
                    <a:pt x="117090" y="72016"/>
                  </a:lnTo>
                  <a:lnTo>
                    <a:pt x="87818" y="72016"/>
                  </a:lnTo>
                  <a:close/>
                  <a:moveTo>
                    <a:pt x="117090" y="98954"/>
                  </a:moveTo>
                  <a:lnTo>
                    <a:pt x="146363" y="98954"/>
                  </a:lnTo>
                  <a:lnTo>
                    <a:pt x="146363" y="72016"/>
                  </a:lnTo>
                  <a:close/>
                  <a:moveTo>
                    <a:pt x="117090" y="98954"/>
                  </a:moveTo>
                  <a:lnTo>
                    <a:pt x="146363" y="72016"/>
                  </a:lnTo>
                  <a:lnTo>
                    <a:pt x="117090" y="72016"/>
                  </a:lnTo>
                  <a:close/>
                  <a:moveTo>
                    <a:pt x="146363" y="98954"/>
                  </a:moveTo>
                  <a:lnTo>
                    <a:pt x="175636" y="98954"/>
                  </a:lnTo>
                  <a:lnTo>
                    <a:pt x="146363" y="72016"/>
                  </a:lnTo>
                  <a:close/>
                  <a:moveTo>
                    <a:pt x="11059" y="45077"/>
                  </a:moveTo>
                  <a:lnTo>
                    <a:pt x="29273" y="72016"/>
                  </a:lnTo>
                  <a:lnTo>
                    <a:pt x="29273" y="45077"/>
                  </a:lnTo>
                  <a:close/>
                  <a:moveTo>
                    <a:pt x="29273" y="72016"/>
                  </a:moveTo>
                  <a:lnTo>
                    <a:pt x="58545" y="72016"/>
                  </a:lnTo>
                  <a:lnTo>
                    <a:pt x="58545" y="45077"/>
                  </a:lnTo>
                  <a:close/>
                  <a:moveTo>
                    <a:pt x="29273" y="72016"/>
                  </a:moveTo>
                  <a:lnTo>
                    <a:pt x="58545" y="45077"/>
                  </a:lnTo>
                  <a:lnTo>
                    <a:pt x="29273" y="45077"/>
                  </a:lnTo>
                  <a:close/>
                  <a:moveTo>
                    <a:pt x="87818" y="72016"/>
                  </a:moveTo>
                  <a:lnTo>
                    <a:pt x="117090" y="72016"/>
                  </a:lnTo>
                  <a:lnTo>
                    <a:pt x="117090" y="45077"/>
                  </a:lnTo>
                  <a:close/>
                  <a:moveTo>
                    <a:pt x="87818" y="72016"/>
                  </a:moveTo>
                  <a:lnTo>
                    <a:pt x="117090" y="45077"/>
                  </a:lnTo>
                  <a:lnTo>
                    <a:pt x="87818" y="45077"/>
                  </a:lnTo>
                  <a:close/>
                  <a:moveTo>
                    <a:pt x="146363" y="72016"/>
                  </a:moveTo>
                  <a:lnTo>
                    <a:pt x="146363" y="50358"/>
                  </a:lnTo>
                  <a:lnTo>
                    <a:pt x="117090" y="45077"/>
                  </a:lnTo>
                  <a:close/>
                  <a:moveTo>
                    <a:pt x="117090" y="72016"/>
                  </a:moveTo>
                  <a:lnTo>
                    <a:pt x="146363" y="72016"/>
                  </a:lnTo>
                  <a:lnTo>
                    <a:pt x="117090" y="45077"/>
                  </a:lnTo>
                  <a:close/>
                  <a:moveTo>
                    <a:pt x="22320" y="18139"/>
                  </a:moveTo>
                  <a:lnTo>
                    <a:pt x="29273" y="45077"/>
                  </a:lnTo>
                  <a:lnTo>
                    <a:pt x="29273" y="18139"/>
                  </a:lnTo>
                  <a:close/>
                  <a:moveTo>
                    <a:pt x="29273" y="45077"/>
                  </a:moveTo>
                  <a:lnTo>
                    <a:pt x="58545" y="45077"/>
                  </a:lnTo>
                  <a:lnTo>
                    <a:pt x="58545" y="18139"/>
                  </a:lnTo>
                  <a:close/>
                  <a:moveTo>
                    <a:pt x="29273" y="45077"/>
                  </a:moveTo>
                  <a:lnTo>
                    <a:pt x="58545" y="18139"/>
                  </a:lnTo>
                  <a:lnTo>
                    <a:pt x="29273" y="18139"/>
                  </a:lnTo>
                  <a:close/>
                  <a:moveTo>
                    <a:pt x="58545" y="45077"/>
                  </a:moveTo>
                  <a:lnTo>
                    <a:pt x="87818" y="45077"/>
                  </a:lnTo>
                  <a:lnTo>
                    <a:pt x="87818" y="18139"/>
                  </a:lnTo>
                  <a:close/>
                  <a:moveTo>
                    <a:pt x="58545" y="45077"/>
                  </a:moveTo>
                  <a:lnTo>
                    <a:pt x="87818" y="18139"/>
                  </a:lnTo>
                  <a:lnTo>
                    <a:pt x="58545" y="18139"/>
                  </a:lnTo>
                  <a:close/>
                  <a:moveTo>
                    <a:pt x="87818" y="45077"/>
                  </a:moveTo>
                  <a:lnTo>
                    <a:pt x="117090" y="45077"/>
                  </a:lnTo>
                  <a:lnTo>
                    <a:pt x="117090" y="18139"/>
                  </a:lnTo>
                  <a:close/>
                  <a:moveTo>
                    <a:pt x="87818" y="45077"/>
                  </a:moveTo>
                  <a:lnTo>
                    <a:pt x="117090" y="18139"/>
                  </a:lnTo>
                  <a:lnTo>
                    <a:pt x="87818" y="18139"/>
                  </a:lnTo>
                  <a:close/>
                  <a:moveTo>
                    <a:pt x="29273" y="18139"/>
                  </a:moveTo>
                  <a:lnTo>
                    <a:pt x="58545" y="18139"/>
                  </a:lnTo>
                  <a:lnTo>
                    <a:pt x="58545" y="0"/>
                  </a:lnTo>
                  <a:close/>
                  <a:moveTo>
                    <a:pt x="58545" y="18139"/>
                  </a:moveTo>
                  <a:lnTo>
                    <a:pt x="87818" y="18139"/>
                  </a:lnTo>
                  <a:lnTo>
                    <a:pt x="87818" y="1809"/>
                  </a:lnTo>
                  <a:close/>
                </a:path>
              </a:pathLst>
            </a:custGeom>
            <a:solidFill>
              <a:srgbClr val="7E858E"/>
            </a:solidFill>
            <a:ln w="4001">
              <a:solidFill>
                <a:srgbClr val="B6BABF"/>
              </a:solidFill>
            </a:ln>
          </p:spPr>
        </p:sp>
        <p:sp>
          <p:nvSpPr>
            <p:cNvPr id="4064" name="Match_B5__4063">
              <a:extLst>
                <a:ext uri="{FF2B5EF4-FFF2-40B4-BE49-F238E27FC236}">
                  <a16:creationId xmlns:a16="http://schemas.microsoft.com/office/drawing/2014/main" id="{A774DC3F-ED0D-E9E4-971E-7DB7EAD4EC14}"/>
                </a:ext>
              </a:extLst>
            </p:cNvPr>
            <p:cNvSpPr>
              <a:spLocks noGrp="1"/>
            </p:cNvSpPr>
            <p:nvPr/>
          </p:nvSpPr>
          <p:spPr>
            <a:xfrm>
              <a:off x="8472917" y="5086429"/>
              <a:ext cx="204908" cy="296321"/>
            </a:xfrm>
            <a:custGeom>
              <a:avLst/>
              <a:gdLst/>
              <a:ahLst/>
              <a:cxnLst/>
              <a:rect l="0" t="0" r="0" b="0"/>
              <a:pathLst>
                <a:path w="204908" h="296321">
                  <a:moveTo>
                    <a:pt x="29273" y="296321"/>
                  </a:moveTo>
                  <a:lnTo>
                    <a:pt x="58545" y="269383"/>
                  </a:lnTo>
                  <a:lnTo>
                    <a:pt x="29273" y="269383"/>
                  </a:lnTo>
                  <a:close/>
                  <a:moveTo>
                    <a:pt x="58545" y="296321"/>
                  </a:moveTo>
                  <a:lnTo>
                    <a:pt x="87818" y="269383"/>
                  </a:lnTo>
                  <a:lnTo>
                    <a:pt x="58545" y="269383"/>
                  </a:lnTo>
                  <a:close/>
                  <a:moveTo>
                    <a:pt x="87818" y="296321"/>
                  </a:moveTo>
                  <a:lnTo>
                    <a:pt x="117090" y="269383"/>
                  </a:lnTo>
                  <a:lnTo>
                    <a:pt x="87818" y="269383"/>
                  </a:lnTo>
                  <a:close/>
                  <a:moveTo>
                    <a:pt x="0" y="269383"/>
                  </a:moveTo>
                  <a:lnTo>
                    <a:pt x="29273" y="269383"/>
                  </a:lnTo>
                  <a:lnTo>
                    <a:pt x="29273" y="242445"/>
                  </a:lnTo>
                  <a:close/>
                  <a:moveTo>
                    <a:pt x="0" y="269383"/>
                  </a:moveTo>
                  <a:lnTo>
                    <a:pt x="29273" y="242445"/>
                  </a:lnTo>
                  <a:lnTo>
                    <a:pt x="0" y="242445"/>
                  </a:lnTo>
                  <a:close/>
                  <a:moveTo>
                    <a:pt x="58545" y="260374"/>
                  </a:moveTo>
                  <a:lnTo>
                    <a:pt x="32841" y="242445"/>
                  </a:lnTo>
                  <a:lnTo>
                    <a:pt x="58545" y="269383"/>
                  </a:lnTo>
                  <a:close/>
                  <a:moveTo>
                    <a:pt x="58545" y="269383"/>
                  </a:moveTo>
                  <a:lnTo>
                    <a:pt x="32841" y="242445"/>
                  </a:lnTo>
                  <a:lnTo>
                    <a:pt x="29273" y="242445"/>
                  </a:lnTo>
                  <a:close/>
                  <a:moveTo>
                    <a:pt x="58545" y="269383"/>
                  </a:moveTo>
                  <a:lnTo>
                    <a:pt x="29273" y="242445"/>
                  </a:lnTo>
                  <a:lnTo>
                    <a:pt x="29273" y="269383"/>
                  </a:lnTo>
                  <a:close/>
                  <a:moveTo>
                    <a:pt x="58545" y="269383"/>
                  </a:moveTo>
                  <a:lnTo>
                    <a:pt x="87818" y="269383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87818" y="264961"/>
                  </a:lnTo>
                  <a:lnTo>
                    <a:pt x="58545" y="260374"/>
                  </a:lnTo>
                  <a:close/>
                  <a:moveTo>
                    <a:pt x="87818" y="269383"/>
                  </a:moveTo>
                  <a:lnTo>
                    <a:pt x="117090" y="269383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17090" y="261349"/>
                  </a:lnTo>
                  <a:lnTo>
                    <a:pt x="87818" y="264961"/>
                  </a:lnTo>
                  <a:close/>
                  <a:moveTo>
                    <a:pt x="117090" y="269383"/>
                  </a:moveTo>
                  <a:lnTo>
                    <a:pt x="146363" y="269383"/>
                  </a:lnTo>
                  <a:lnTo>
                    <a:pt x="117090" y="261349"/>
                  </a:lnTo>
                  <a:close/>
                  <a:moveTo>
                    <a:pt x="146363" y="269383"/>
                  </a:moveTo>
                  <a:lnTo>
                    <a:pt x="146363" y="250649"/>
                  </a:lnTo>
                  <a:lnTo>
                    <a:pt x="117090" y="261349"/>
                  </a:lnTo>
                  <a:close/>
                  <a:moveTo>
                    <a:pt x="158301" y="242445"/>
                  </a:moveTo>
                  <a:lnTo>
                    <a:pt x="146363" y="250649"/>
                  </a:lnTo>
                  <a:lnTo>
                    <a:pt x="175636" y="242445"/>
                  </a:lnTo>
                  <a:close/>
                  <a:moveTo>
                    <a:pt x="175636" y="242445"/>
                  </a:moveTo>
                  <a:lnTo>
                    <a:pt x="146363" y="250649"/>
                  </a:lnTo>
                  <a:lnTo>
                    <a:pt x="146363" y="269383"/>
                  </a:lnTo>
                  <a:close/>
                  <a:moveTo>
                    <a:pt x="0" y="242445"/>
                  </a:moveTo>
                  <a:lnTo>
                    <a:pt x="29273" y="242445"/>
                  </a:lnTo>
                  <a:lnTo>
                    <a:pt x="29273" y="215506"/>
                  </a:lnTo>
                  <a:close/>
                  <a:moveTo>
                    <a:pt x="0" y="242445"/>
                  </a:moveTo>
                  <a:lnTo>
                    <a:pt x="29273" y="215506"/>
                  </a:lnTo>
                  <a:lnTo>
                    <a:pt x="0" y="215506"/>
                  </a:lnTo>
                  <a:close/>
                  <a:moveTo>
                    <a:pt x="32841" y="242445"/>
                  </a:moveTo>
                  <a:lnTo>
                    <a:pt x="45116" y="215506"/>
                  </a:lnTo>
                  <a:lnTo>
                    <a:pt x="29273" y="242445"/>
                  </a:lnTo>
                  <a:close/>
                  <a:moveTo>
                    <a:pt x="45116" y="215506"/>
                  </a:moveTo>
                  <a:lnTo>
                    <a:pt x="29273" y="215506"/>
                  </a:lnTo>
                  <a:lnTo>
                    <a:pt x="29273" y="242445"/>
                  </a:lnTo>
                  <a:close/>
                  <a:moveTo>
                    <a:pt x="175636" y="242445"/>
                  </a:moveTo>
                  <a:lnTo>
                    <a:pt x="204908" y="215506"/>
                  </a:lnTo>
                  <a:lnTo>
                    <a:pt x="175636" y="215506"/>
                  </a:lnTo>
                  <a:close/>
                  <a:moveTo>
                    <a:pt x="175636" y="242445"/>
                  </a:moveTo>
                  <a:lnTo>
                    <a:pt x="175636" y="215506"/>
                  </a:lnTo>
                  <a:lnTo>
                    <a:pt x="158301" y="242445"/>
                  </a:lnTo>
                  <a:close/>
                  <a:moveTo>
                    <a:pt x="175636" y="215506"/>
                  </a:moveTo>
                  <a:lnTo>
                    <a:pt x="174297" y="215506"/>
                  </a:lnTo>
                  <a:lnTo>
                    <a:pt x="158301" y="242445"/>
                  </a:lnTo>
                  <a:close/>
                  <a:moveTo>
                    <a:pt x="45116" y="215506"/>
                  </a:moveTo>
                  <a:lnTo>
                    <a:pt x="58545" y="205254"/>
                  </a:lnTo>
                  <a:lnTo>
                    <a:pt x="29273" y="215506"/>
                  </a:lnTo>
                  <a:close/>
                  <a:moveTo>
                    <a:pt x="29273" y="215506"/>
                  </a:moveTo>
                  <a:lnTo>
                    <a:pt x="58545" y="205254"/>
                  </a:lnTo>
                  <a:lnTo>
                    <a:pt x="58545" y="188568"/>
                  </a:lnTo>
                  <a:close/>
                  <a:moveTo>
                    <a:pt x="29273" y="215506"/>
                  </a:moveTo>
                  <a:lnTo>
                    <a:pt x="58545" y="188568"/>
                  </a:lnTo>
                  <a:lnTo>
                    <a:pt x="29273" y="188568"/>
                  </a:lnTo>
                  <a:close/>
                  <a:moveTo>
                    <a:pt x="175636" y="215506"/>
                  </a:moveTo>
                  <a:lnTo>
                    <a:pt x="204908" y="188568"/>
                  </a:lnTo>
                  <a:lnTo>
                    <a:pt x="175636" y="188568"/>
                  </a:lnTo>
                  <a:close/>
                  <a:moveTo>
                    <a:pt x="175636" y="215506"/>
                  </a:moveTo>
                  <a:lnTo>
                    <a:pt x="175636" y="188568"/>
                  </a:lnTo>
                  <a:lnTo>
                    <a:pt x="174297" y="215506"/>
                  </a:lnTo>
                  <a:close/>
                  <a:moveTo>
                    <a:pt x="175636" y="188568"/>
                  </a:moveTo>
                  <a:lnTo>
                    <a:pt x="167523" y="188568"/>
                  </a:lnTo>
                  <a:lnTo>
                    <a:pt x="174297" y="215506"/>
                  </a:lnTo>
                  <a:close/>
                  <a:moveTo>
                    <a:pt x="81789" y="188568"/>
                  </a:moveTo>
                  <a:lnTo>
                    <a:pt x="87818" y="184883"/>
                  </a:lnTo>
                  <a:lnTo>
                    <a:pt x="58545" y="188568"/>
                  </a:lnTo>
                  <a:close/>
                  <a:moveTo>
                    <a:pt x="58545" y="188568"/>
                  </a:moveTo>
                  <a:lnTo>
                    <a:pt x="87818" y="184883"/>
                  </a:lnTo>
                  <a:lnTo>
                    <a:pt x="87818" y="161630"/>
                  </a:lnTo>
                  <a:close/>
                  <a:moveTo>
                    <a:pt x="58545" y="188568"/>
                  </a:moveTo>
                  <a:lnTo>
                    <a:pt x="58545" y="205254"/>
                  </a:lnTo>
                  <a:lnTo>
                    <a:pt x="81789" y="188568"/>
                  </a:lnTo>
                  <a:close/>
                  <a:moveTo>
                    <a:pt x="175636" y="188568"/>
                  </a:moveTo>
                  <a:lnTo>
                    <a:pt x="204908" y="161630"/>
                  </a:lnTo>
                  <a:lnTo>
                    <a:pt x="175636" y="161630"/>
                  </a:lnTo>
                  <a:close/>
                  <a:moveTo>
                    <a:pt x="146363" y="170528"/>
                  </a:moveTo>
                  <a:lnTo>
                    <a:pt x="167523" y="188568"/>
                  </a:lnTo>
                  <a:lnTo>
                    <a:pt x="146363" y="161630"/>
                  </a:lnTo>
                  <a:close/>
                  <a:moveTo>
                    <a:pt x="146363" y="161630"/>
                  </a:moveTo>
                  <a:lnTo>
                    <a:pt x="167523" y="188568"/>
                  </a:lnTo>
                  <a:lnTo>
                    <a:pt x="175636" y="188568"/>
                  </a:lnTo>
                  <a:close/>
                  <a:moveTo>
                    <a:pt x="146363" y="161630"/>
                  </a:moveTo>
                  <a:lnTo>
                    <a:pt x="175636" y="188568"/>
                  </a:lnTo>
                  <a:lnTo>
                    <a:pt x="175636" y="161630"/>
                  </a:lnTo>
                  <a:close/>
                  <a:moveTo>
                    <a:pt x="87818" y="161630"/>
                  </a:moveTo>
                  <a:lnTo>
                    <a:pt x="117090" y="161630"/>
                  </a:lnTo>
                  <a:lnTo>
                    <a:pt x="117090" y="134691"/>
                  </a:lnTo>
                  <a:close/>
                  <a:moveTo>
                    <a:pt x="117090" y="161630"/>
                  </a:moveTo>
                  <a:lnTo>
                    <a:pt x="87818" y="161630"/>
                  </a:lnTo>
                  <a:lnTo>
                    <a:pt x="117090" y="172059"/>
                  </a:lnTo>
                  <a:close/>
                  <a:moveTo>
                    <a:pt x="87818" y="161630"/>
                  </a:moveTo>
                  <a:lnTo>
                    <a:pt x="87818" y="184883"/>
                  </a:lnTo>
                  <a:lnTo>
                    <a:pt x="117090" y="172059"/>
                  </a:lnTo>
                  <a:close/>
                  <a:moveTo>
                    <a:pt x="117090" y="161630"/>
                  </a:moveTo>
                  <a:lnTo>
                    <a:pt x="146363" y="161630"/>
                  </a:lnTo>
                  <a:lnTo>
                    <a:pt x="146363" y="134691"/>
                  </a:lnTo>
                  <a:close/>
                  <a:moveTo>
                    <a:pt x="117090" y="161630"/>
                  </a:moveTo>
                  <a:lnTo>
                    <a:pt x="146363" y="134691"/>
                  </a:lnTo>
                  <a:lnTo>
                    <a:pt x="117090" y="134691"/>
                  </a:lnTo>
                  <a:close/>
                  <a:moveTo>
                    <a:pt x="146363" y="161630"/>
                  </a:moveTo>
                  <a:lnTo>
                    <a:pt x="117090" y="161630"/>
                  </a:lnTo>
                  <a:lnTo>
                    <a:pt x="146363" y="170528"/>
                  </a:lnTo>
                  <a:close/>
                  <a:moveTo>
                    <a:pt x="117090" y="161630"/>
                  </a:moveTo>
                  <a:lnTo>
                    <a:pt x="117090" y="172059"/>
                  </a:lnTo>
                  <a:lnTo>
                    <a:pt x="146363" y="170528"/>
                  </a:lnTo>
                  <a:close/>
                  <a:moveTo>
                    <a:pt x="146363" y="161630"/>
                  </a:moveTo>
                  <a:lnTo>
                    <a:pt x="175636" y="161630"/>
                  </a:lnTo>
                  <a:lnTo>
                    <a:pt x="175636" y="134691"/>
                  </a:lnTo>
                  <a:close/>
                  <a:moveTo>
                    <a:pt x="146363" y="161630"/>
                  </a:moveTo>
                  <a:lnTo>
                    <a:pt x="175636" y="134691"/>
                  </a:lnTo>
                  <a:lnTo>
                    <a:pt x="146363" y="134691"/>
                  </a:lnTo>
                  <a:close/>
                  <a:moveTo>
                    <a:pt x="29273" y="26938"/>
                  </a:moveTo>
                  <a:lnTo>
                    <a:pt x="58545" y="26938"/>
                  </a:lnTo>
                  <a:lnTo>
                    <a:pt x="58545" y="0"/>
                  </a:lnTo>
                  <a:close/>
                  <a:moveTo>
                    <a:pt x="29273" y="26938"/>
                  </a:moveTo>
                  <a:lnTo>
                    <a:pt x="58545" y="0"/>
                  </a:lnTo>
                  <a:lnTo>
                    <a:pt x="29273" y="0"/>
                  </a:lnTo>
                  <a:close/>
                  <a:moveTo>
                    <a:pt x="32841" y="242445"/>
                  </a:moveTo>
                  <a:lnTo>
                    <a:pt x="58545" y="260374"/>
                  </a:lnTo>
                  <a:lnTo>
                    <a:pt x="58545" y="242445"/>
                  </a:lnTo>
                  <a:close/>
                  <a:moveTo>
                    <a:pt x="45116" y="215506"/>
                  </a:moveTo>
                  <a:lnTo>
                    <a:pt x="58545" y="242445"/>
                  </a:lnTo>
                  <a:lnTo>
                    <a:pt x="58545" y="215506"/>
                  </a:lnTo>
                  <a:close/>
                  <a:moveTo>
                    <a:pt x="45116" y="215506"/>
                  </a:moveTo>
                  <a:lnTo>
                    <a:pt x="32841" y="242445"/>
                  </a:lnTo>
                  <a:lnTo>
                    <a:pt x="58545" y="242445"/>
                  </a:lnTo>
                  <a:close/>
                  <a:moveTo>
                    <a:pt x="87818" y="242445"/>
                  </a:moveTo>
                  <a:lnTo>
                    <a:pt x="58545" y="260374"/>
                  </a:lnTo>
                  <a:lnTo>
                    <a:pt x="87818" y="264961"/>
                  </a:lnTo>
                  <a:close/>
                  <a:moveTo>
                    <a:pt x="117090" y="242445"/>
                  </a:moveTo>
                  <a:lnTo>
                    <a:pt x="87818" y="264961"/>
                  </a:lnTo>
                  <a:lnTo>
                    <a:pt x="117090" y="261349"/>
                  </a:lnTo>
                  <a:close/>
                  <a:moveTo>
                    <a:pt x="146363" y="242445"/>
                  </a:moveTo>
                  <a:lnTo>
                    <a:pt x="117090" y="261349"/>
                  </a:lnTo>
                  <a:lnTo>
                    <a:pt x="146363" y="250649"/>
                  </a:lnTo>
                  <a:close/>
                  <a:moveTo>
                    <a:pt x="146363" y="242445"/>
                  </a:moveTo>
                  <a:lnTo>
                    <a:pt x="146363" y="250649"/>
                  </a:lnTo>
                  <a:lnTo>
                    <a:pt x="158301" y="242445"/>
                  </a:lnTo>
                  <a:close/>
                  <a:moveTo>
                    <a:pt x="146363" y="215506"/>
                  </a:moveTo>
                  <a:lnTo>
                    <a:pt x="158301" y="242445"/>
                  </a:lnTo>
                  <a:lnTo>
                    <a:pt x="174297" y="215506"/>
                  </a:lnTo>
                  <a:close/>
                  <a:moveTo>
                    <a:pt x="58545" y="205254"/>
                  </a:moveTo>
                  <a:lnTo>
                    <a:pt x="45116" y="215506"/>
                  </a:lnTo>
                  <a:lnTo>
                    <a:pt x="58545" y="215506"/>
                  </a:lnTo>
                  <a:close/>
                  <a:moveTo>
                    <a:pt x="58545" y="215506"/>
                  </a:moveTo>
                  <a:lnTo>
                    <a:pt x="81789" y="188568"/>
                  </a:lnTo>
                  <a:lnTo>
                    <a:pt x="58545" y="205254"/>
                  </a:lnTo>
                  <a:close/>
                  <a:moveTo>
                    <a:pt x="87818" y="188568"/>
                  </a:moveTo>
                  <a:lnTo>
                    <a:pt x="81789" y="188568"/>
                  </a:lnTo>
                  <a:lnTo>
                    <a:pt x="58545" y="215506"/>
                  </a:lnTo>
                  <a:close/>
                  <a:moveTo>
                    <a:pt x="146363" y="188568"/>
                  </a:moveTo>
                  <a:lnTo>
                    <a:pt x="174297" y="215506"/>
                  </a:lnTo>
                  <a:lnTo>
                    <a:pt x="167523" y="188568"/>
                  </a:lnTo>
                  <a:close/>
                  <a:moveTo>
                    <a:pt x="87818" y="184883"/>
                  </a:moveTo>
                  <a:lnTo>
                    <a:pt x="81789" y="188568"/>
                  </a:lnTo>
                  <a:lnTo>
                    <a:pt x="87818" y="188568"/>
                  </a:lnTo>
                  <a:close/>
                  <a:moveTo>
                    <a:pt x="87818" y="188568"/>
                  </a:moveTo>
                  <a:lnTo>
                    <a:pt x="117090" y="172059"/>
                  </a:lnTo>
                  <a:lnTo>
                    <a:pt x="87818" y="184883"/>
                  </a:lnTo>
                  <a:close/>
                  <a:moveTo>
                    <a:pt x="87818" y="188568"/>
                  </a:moveTo>
                  <a:lnTo>
                    <a:pt x="117090" y="188568"/>
                  </a:lnTo>
                  <a:lnTo>
                    <a:pt x="117090" y="172059"/>
                  </a:lnTo>
                  <a:close/>
                  <a:moveTo>
                    <a:pt x="117090" y="188568"/>
                  </a:moveTo>
                  <a:lnTo>
                    <a:pt x="146363" y="170528"/>
                  </a:lnTo>
                  <a:lnTo>
                    <a:pt x="117090" y="172059"/>
                  </a:lnTo>
                  <a:close/>
                  <a:moveTo>
                    <a:pt x="146363" y="188568"/>
                  </a:moveTo>
                  <a:lnTo>
                    <a:pt x="167523" y="188568"/>
                  </a:lnTo>
                  <a:lnTo>
                    <a:pt x="146363" y="170528"/>
                  </a:lnTo>
                  <a:close/>
                </a:path>
              </a:pathLst>
            </a:custGeom>
            <a:solidFill>
              <a:srgbClr val="828991"/>
            </a:solidFill>
            <a:ln w="4001">
              <a:solidFill>
                <a:srgbClr val="B6BABF"/>
              </a:solidFill>
            </a:ln>
          </p:spPr>
        </p:sp>
        <p:sp>
          <p:nvSpPr>
            <p:cNvPr id="4065" name="Match_B5__4064">
              <a:extLst>
                <a:ext uri="{FF2B5EF4-FFF2-40B4-BE49-F238E27FC236}">
                  <a16:creationId xmlns:a16="http://schemas.microsoft.com/office/drawing/2014/main" id="{1F12D750-C9D5-2E9A-B30F-097C65FC472D}"/>
                </a:ext>
              </a:extLst>
            </p:cNvPr>
            <p:cNvSpPr>
              <a:spLocks noGrp="1"/>
            </p:cNvSpPr>
            <p:nvPr/>
          </p:nvSpPr>
          <p:spPr>
            <a:xfrm>
              <a:off x="8531462" y="5256957"/>
              <a:ext cx="115752" cy="94433"/>
            </a:xfrm>
            <a:custGeom>
              <a:avLst/>
              <a:gdLst/>
              <a:ahLst/>
              <a:cxnLst/>
              <a:rect l="0" t="0" r="0" b="0"/>
              <a:pathLst>
                <a:path w="115752" h="94433">
                  <a:moveTo>
                    <a:pt x="29273" y="71917"/>
                  </a:moveTo>
                  <a:lnTo>
                    <a:pt x="0" y="71917"/>
                  </a:lnTo>
                  <a:lnTo>
                    <a:pt x="0" y="89846"/>
                  </a:lnTo>
                  <a:close/>
                  <a:moveTo>
                    <a:pt x="0" y="71917"/>
                  </a:moveTo>
                  <a:lnTo>
                    <a:pt x="29273" y="71917"/>
                  </a:lnTo>
                  <a:lnTo>
                    <a:pt x="29273" y="44978"/>
                  </a:lnTo>
                  <a:close/>
                  <a:moveTo>
                    <a:pt x="0" y="71917"/>
                  </a:moveTo>
                  <a:lnTo>
                    <a:pt x="29273" y="44978"/>
                  </a:lnTo>
                  <a:lnTo>
                    <a:pt x="0" y="44978"/>
                  </a:lnTo>
                  <a:close/>
                  <a:moveTo>
                    <a:pt x="58545" y="71917"/>
                  </a:moveTo>
                  <a:lnTo>
                    <a:pt x="29273" y="71917"/>
                  </a:lnTo>
                  <a:lnTo>
                    <a:pt x="29273" y="94433"/>
                  </a:lnTo>
                  <a:close/>
                  <a:moveTo>
                    <a:pt x="29273" y="71917"/>
                  </a:moveTo>
                  <a:lnTo>
                    <a:pt x="58545" y="71917"/>
                  </a:lnTo>
                  <a:lnTo>
                    <a:pt x="58545" y="44978"/>
                  </a:lnTo>
                  <a:close/>
                  <a:moveTo>
                    <a:pt x="29273" y="71917"/>
                  </a:moveTo>
                  <a:lnTo>
                    <a:pt x="58545" y="44978"/>
                  </a:lnTo>
                  <a:lnTo>
                    <a:pt x="29273" y="44978"/>
                  </a:lnTo>
                  <a:close/>
                  <a:moveTo>
                    <a:pt x="87818" y="71917"/>
                  </a:moveTo>
                  <a:lnTo>
                    <a:pt x="58545" y="71917"/>
                  </a:lnTo>
                  <a:lnTo>
                    <a:pt x="58545" y="90821"/>
                  </a:lnTo>
                  <a:close/>
                  <a:moveTo>
                    <a:pt x="58545" y="71917"/>
                  </a:moveTo>
                  <a:lnTo>
                    <a:pt x="87818" y="71917"/>
                  </a:lnTo>
                  <a:lnTo>
                    <a:pt x="87818" y="44978"/>
                  </a:lnTo>
                  <a:close/>
                  <a:moveTo>
                    <a:pt x="58545" y="71917"/>
                  </a:moveTo>
                  <a:lnTo>
                    <a:pt x="87818" y="44978"/>
                  </a:lnTo>
                  <a:lnTo>
                    <a:pt x="58545" y="44978"/>
                  </a:lnTo>
                  <a:close/>
                  <a:moveTo>
                    <a:pt x="87818" y="44978"/>
                  </a:moveTo>
                  <a:lnTo>
                    <a:pt x="87818" y="71917"/>
                  </a:lnTo>
                  <a:lnTo>
                    <a:pt x="99755" y="71917"/>
                  </a:lnTo>
                  <a:close/>
                  <a:moveTo>
                    <a:pt x="29273" y="44978"/>
                  </a:moveTo>
                  <a:lnTo>
                    <a:pt x="29273" y="18040"/>
                  </a:lnTo>
                  <a:lnTo>
                    <a:pt x="0" y="44978"/>
                  </a:lnTo>
                  <a:close/>
                  <a:moveTo>
                    <a:pt x="29273" y="44978"/>
                  </a:moveTo>
                  <a:lnTo>
                    <a:pt x="58545" y="44978"/>
                  </a:lnTo>
                  <a:lnTo>
                    <a:pt x="58545" y="18040"/>
                  </a:lnTo>
                  <a:close/>
                  <a:moveTo>
                    <a:pt x="29273" y="44978"/>
                  </a:moveTo>
                  <a:lnTo>
                    <a:pt x="58545" y="18040"/>
                  </a:lnTo>
                  <a:lnTo>
                    <a:pt x="29273" y="18040"/>
                  </a:lnTo>
                  <a:close/>
                  <a:moveTo>
                    <a:pt x="58545" y="44978"/>
                  </a:moveTo>
                  <a:lnTo>
                    <a:pt x="87818" y="44978"/>
                  </a:lnTo>
                  <a:lnTo>
                    <a:pt x="87818" y="18040"/>
                  </a:lnTo>
                  <a:close/>
                  <a:moveTo>
                    <a:pt x="58545" y="44978"/>
                  </a:moveTo>
                  <a:lnTo>
                    <a:pt x="87818" y="18040"/>
                  </a:lnTo>
                  <a:lnTo>
                    <a:pt x="58545" y="18040"/>
                  </a:lnTo>
                  <a:close/>
                  <a:moveTo>
                    <a:pt x="87818" y="18040"/>
                  </a:moveTo>
                  <a:lnTo>
                    <a:pt x="87818" y="44978"/>
                  </a:lnTo>
                  <a:lnTo>
                    <a:pt x="115752" y="44978"/>
                  </a:lnTo>
                  <a:close/>
                  <a:moveTo>
                    <a:pt x="58545" y="18040"/>
                  </a:moveTo>
                  <a:lnTo>
                    <a:pt x="87818" y="18040"/>
                  </a:lnTo>
                  <a:lnTo>
                    <a:pt x="87818" y="0"/>
                  </a:lnTo>
                  <a:close/>
                </a:path>
              </a:pathLst>
            </a:custGeom>
            <a:solidFill>
              <a:srgbClr val="868D95"/>
            </a:solidFill>
            <a:ln w="4001">
              <a:solidFill>
                <a:srgbClr val="B6BABF"/>
              </a:solidFill>
            </a:ln>
          </p:spPr>
        </p:sp>
      </p:grpSp>
      <p:grpSp>
        <p:nvGrpSpPr>
          <p:cNvPr id="6230" name="label">
            <a:extLst>
              <a:ext uri="{FF2B5EF4-FFF2-40B4-BE49-F238E27FC236}">
                <a16:creationId xmlns:a16="http://schemas.microsoft.com/office/drawing/2014/main" id="{E64EF85A-FDD1-180A-07E3-3766A4EAF5F1}"/>
              </a:ext>
            </a:extLst>
          </p:cNvPr>
          <p:cNvGrpSpPr/>
          <p:nvPr/>
        </p:nvGrpSpPr>
        <p:grpSpPr>
          <a:xfrm>
            <a:off x="4457096" y="3384550"/>
            <a:ext cx="2135564" cy="2180167"/>
            <a:chOff x="8096250" y="1409700"/>
            <a:chExt cx="3844015" cy="3924300"/>
          </a:xfrm>
        </p:grpSpPr>
        <p:sp>
          <p:nvSpPr>
            <p:cNvPr id="4066" name="label__4065">
              <a:extLst>
                <a:ext uri="{FF2B5EF4-FFF2-40B4-BE49-F238E27FC236}">
                  <a16:creationId xmlns:a16="http://schemas.microsoft.com/office/drawing/2014/main" id="{1D2A22B2-2D1B-A5BB-A3FA-A8B769E60476}"/>
                </a:ext>
              </a:extLst>
            </p:cNvPr>
            <p:cNvSpPr>
              <a:spLocks noGrp="1"/>
            </p:cNvSpPr>
            <p:nvPr/>
          </p:nvSpPr>
          <p:spPr>
            <a:xfrm>
              <a:off x="8096250" y="5105400"/>
              <a:ext cx="304800" cy="2286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275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708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B5</a:t>
              </a:r>
            </a:p>
          </p:txBody>
        </p:sp>
        <p:sp>
          <p:nvSpPr>
            <p:cNvPr id="4067" name="label__4066">
              <a:extLst>
                <a:ext uri="{FF2B5EF4-FFF2-40B4-BE49-F238E27FC236}">
                  <a16:creationId xmlns:a16="http://schemas.microsoft.com/office/drawing/2014/main" id="{61EC6C2C-35B6-BBC2-8499-8271F2F342C7}"/>
                </a:ext>
              </a:extLst>
            </p:cNvPr>
            <p:cNvSpPr>
              <a:spLocks noGrp="1"/>
            </p:cNvSpPr>
            <p:nvPr/>
          </p:nvSpPr>
          <p:spPr>
            <a:xfrm>
              <a:off x="9825715" y="1409700"/>
              <a:ext cx="2114550" cy="2476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425" b="0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lang="en-US" sz="792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 </a:t>
              </a:r>
              <a:r>
                <a:rPr sz="792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ligand identities</a:t>
              </a:r>
              <a:r>
                <a:rPr lang="en-US" sz="792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(SMILES)</a:t>
              </a:r>
              <a:endParaRPr sz="792" dirty="0">
                <a:solidFill>
                  <a:srgbClr val="263442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231" name="Identity_yellow">
            <a:extLst>
              <a:ext uri="{FF2B5EF4-FFF2-40B4-BE49-F238E27FC236}">
                <a16:creationId xmlns:a16="http://schemas.microsoft.com/office/drawing/2014/main" id="{0B380C1C-D61F-6766-5DFA-19512793FA5D}"/>
              </a:ext>
            </a:extLst>
          </p:cNvPr>
          <p:cNvGrpSpPr/>
          <p:nvPr/>
        </p:nvGrpSpPr>
        <p:grpSpPr>
          <a:xfrm>
            <a:off x="5670211" y="3639185"/>
            <a:ext cx="655108" cy="297286"/>
            <a:chOff x="10279856" y="1868043"/>
            <a:chExt cx="1179195" cy="535115"/>
          </a:xfrm>
        </p:grpSpPr>
        <p:sp>
          <p:nvSpPr>
            <p:cNvPr id="4068" name="Identity_yellow__4067">
              <a:extLst>
                <a:ext uri="{FF2B5EF4-FFF2-40B4-BE49-F238E27FC236}">
                  <a16:creationId xmlns:a16="http://schemas.microsoft.com/office/drawing/2014/main" id="{EE31D291-1462-1678-0B1A-DC7C6DD358E6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1888046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0" y="188405"/>
                  </a:moveTo>
                  <a:lnTo>
                    <a:pt x="109538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69" name="Identity_yellow__4068">
              <a:extLst>
                <a:ext uri="{FF2B5EF4-FFF2-40B4-BE49-F238E27FC236}">
                  <a16:creationId xmlns:a16="http://schemas.microsoft.com/office/drawing/2014/main" id="{6CF91447-5C91-9825-F932-FC06F01F788E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1888046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0" y="0"/>
                  </a:moveTo>
                  <a:lnTo>
                    <a:pt x="219075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0" name="Identity_yellow__4069">
              <a:extLst>
                <a:ext uri="{FF2B5EF4-FFF2-40B4-BE49-F238E27FC236}">
                  <a16:creationId xmlns:a16="http://schemas.microsoft.com/office/drawing/2014/main" id="{74BF1FBD-562F-1A3E-93FF-C06C73371816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1888046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0" y="0"/>
                  </a:moveTo>
                  <a:lnTo>
                    <a:pt x="109538" y="18840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1" name="Identity_yellow__4070">
              <a:extLst>
                <a:ext uri="{FF2B5EF4-FFF2-40B4-BE49-F238E27FC236}">
                  <a16:creationId xmlns:a16="http://schemas.microsoft.com/office/drawing/2014/main" id="{2C162C27-4CDA-3C13-A627-5CABDB5828DE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076450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109538" y="0"/>
                  </a:moveTo>
                  <a:lnTo>
                    <a:pt x="0" y="18840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2" name="Identity_yellow__4071">
              <a:extLst>
                <a:ext uri="{FF2B5EF4-FFF2-40B4-BE49-F238E27FC236}">
                  <a16:creationId xmlns:a16="http://schemas.microsoft.com/office/drawing/2014/main" id="{39E4B7FE-72EA-0ED8-0F61-452243E2D0E6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2264855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219075" y="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3" name="Identity_yellow__4072">
              <a:extLst>
                <a:ext uri="{FF2B5EF4-FFF2-40B4-BE49-F238E27FC236}">
                  <a16:creationId xmlns:a16="http://schemas.microsoft.com/office/drawing/2014/main" id="{0573ED4E-3BF9-E35F-DD4F-F54BB3753446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076450"/>
              <a:ext cx="109538" cy="188405"/>
            </a:xfrm>
            <a:custGeom>
              <a:avLst/>
              <a:gdLst/>
              <a:ahLst/>
              <a:cxnLst/>
              <a:rect l="0" t="0" r="0" b="0"/>
              <a:pathLst>
                <a:path w="109538" h="188405">
                  <a:moveTo>
                    <a:pt x="109538" y="188405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4" name="Identity_yellow__4073">
              <a:extLst>
                <a:ext uri="{FF2B5EF4-FFF2-40B4-BE49-F238E27FC236}">
                  <a16:creationId xmlns:a16="http://schemas.microsoft.com/office/drawing/2014/main" id="{9C2A9C9D-64CF-7C47-0725-73811B809F55}"/>
                </a:ext>
              </a:extLst>
            </p:cNvPr>
            <p:cNvSpPr>
              <a:spLocks noGrp="1"/>
            </p:cNvSpPr>
            <p:nvPr/>
          </p:nvSpPr>
          <p:spPr>
            <a:xfrm>
              <a:off x="11077575" y="1966913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0" y="109538"/>
                  </a:moveTo>
                  <a:lnTo>
                    <a:pt x="17526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5" name="Identity_yellow__4074">
              <a:extLst>
                <a:ext uri="{FF2B5EF4-FFF2-40B4-BE49-F238E27FC236}">
                  <a16:creationId xmlns:a16="http://schemas.microsoft.com/office/drawing/2014/main" id="{C4A09031-F01E-87DC-BB27-0B6994BFBE5E}"/>
                </a:ext>
              </a:extLst>
            </p:cNvPr>
            <p:cNvSpPr>
              <a:spLocks noGrp="1"/>
            </p:cNvSpPr>
            <p:nvPr/>
          </p:nvSpPr>
          <p:spPr>
            <a:xfrm>
              <a:off x="11252835" y="1966913"/>
              <a:ext cx="186214" cy="109538"/>
            </a:xfrm>
            <a:custGeom>
              <a:avLst/>
              <a:gdLst/>
              <a:ahLst/>
              <a:cxnLst/>
              <a:rect l="0" t="0" r="0" b="0"/>
              <a:pathLst>
                <a:path w="186214" h="109538">
                  <a:moveTo>
                    <a:pt x="0" y="0"/>
                  </a:moveTo>
                  <a:lnTo>
                    <a:pt x="186214" y="109538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6" name="Identity_yellow__4075">
              <a:extLst>
                <a:ext uri="{FF2B5EF4-FFF2-40B4-BE49-F238E27FC236}">
                  <a16:creationId xmlns:a16="http://schemas.microsoft.com/office/drawing/2014/main" id="{E35A3442-86F4-A026-0CD9-77D925BA43F3}"/>
                </a:ext>
              </a:extLst>
            </p:cNvPr>
            <p:cNvSpPr>
              <a:spLocks noGrp="1"/>
            </p:cNvSpPr>
            <p:nvPr/>
          </p:nvSpPr>
          <p:spPr>
            <a:xfrm>
              <a:off x="11439049" y="2076450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7" name="Identity_yellow__4076">
              <a:extLst>
                <a:ext uri="{FF2B5EF4-FFF2-40B4-BE49-F238E27FC236}">
                  <a16:creationId xmlns:a16="http://schemas.microsoft.com/office/drawing/2014/main" id="{F5B43CB3-C215-3285-A52E-CE3B57E50827}"/>
                </a:ext>
              </a:extLst>
            </p:cNvPr>
            <p:cNvSpPr>
              <a:spLocks noGrp="1"/>
            </p:cNvSpPr>
            <p:nvPr/>
          </p:nvSpPr>
          <p:spPr>
            <a:xfrm>
              <a:off x="11252835" y="2295525"/>
              <a:ext cx="186214" cy="87630"/>
            </a:xfrm>
            <a:custGeom>
              <a:avLst/>
              <a:gdLst/>
              <a:ahLst/>
              <a:cxnLst/>
              <a:rect l="0" t="0" r="0" b="0"/>
              <a:pathLst>
                <a:path w="186214" h="87630">
                  <a:moveTo>
                    <a:pt x="186214" y="0"/>
                  </a:moveTo>
                  <a:lnTo>
                    <a:pt x="0" y="8763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8" name="Identity_yellow__4077">
              <a:extLst>
                <a:ext uri="{FF2B5EF4-FFF2-40B4-BE49-F238E27FC236}">
                  <a16:creationId xmlns:a16="http://schemas.microsoft.com/office/drawing/2014/main" id="{2B57D44C-CF73-CF76-6A71-929E5E631A7A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264855"/>
              <a:ext cx="284798" cy="118300"/>
            </a:xfrm>
            <a:custGeom>
              <a:avLst/>
              <a:gdLst/>
              <a:ahLst/>
              <a:cxnLst/>
              <a:rect l="0" t="0" r="0" b="0"/>
              <a:pathLst>
                <a:path w="284798" h="118300">
                  <a:moveTo>
                    <a:pt x="284798" y="11830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79" name="Identity_yellow__4078">
              <a:extLst>
                <a:ext uri="{FF2B5EF4-FFF2-40B4-BE49-F238E27FC236}">
                  <a16:creationId xmlns:a16="http://schemas.microsoft.com/office/drawing/2014/main" id="{AB046972-5110-E633-73E2-ED193BE2F254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1966913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80" name="Identity_yellow__4079">
              <a:extLst>
                <a:ext uri="{FF2B5EF4-FFF2-40B4-BE49-F238E27FC236}">
                  <a16:creationId xmlns:a16="http://schemas.microsoft.com/office/drawing/2014/main" id="{605AC754-C1F7-7F26-74E3-466DB548528E}"/>
                </a:ext>
              </a:extLst>
            </p:cNvPr>
            <p:cNvSpPr>
              <a:spLocks noGrp="1"/>
            </p:cNvSpPr>
            <p:nvPr/>
          </p:nvSpPr>
          <p:spPr>
            <a:xfrm>
              <a:off x="10299859" y="1966913"/>
              <a:ext cx="164306" cy="87630"/>
            </a:xfrm>
            <a:custGeom>
              <a:avLst/>
              <a:gdLst/>
              <a:ahLst/>
              <a:cxnLst/>
              <a:rect l="0" t="0" r="0" b="0"/>
              <a:pathLst>
                <a:path w="164306" h="87630">
                  <a:moveTo>
                    <a:pt x="164306" y="0"/>
                  </a:moveTo>
                  <a:lnTo>
                    <a:pt x="0" y="87630"/>
                  </a:lnTo>
                </a:path>
              </a:pathLst>
            </a:custGeom>
            <a:noFill/>
            <a:ln w="24765">
              <a:solidFill>
                <a:srgbClr val="DDAF36"/>
              </a:solidFill>
            </a:ln>
          </p:spPr>
        </p:sp>
        <p:sp>
          <p:nvSpPr>
            <p:cNvPr id="4081" name="Identity_yellow__4080">
              <a:extLst>
                <a:ext uri="{FF2B5EF4-FFF2-40B4-BE49-F238E27FC236}">
                  <a16:creationId xmlns:a16="http://schemas.microsoft.com/office/drawing/2014/main" id="{ED98C336-AFB2-8DB9-4991-D5470F1F22CB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2056448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82" name="Identity_yellow__4081">
              <a:extLst>
                <a:ext uri="{FF2B5EF4-FFF2-40B4-BE49-F238E27FC236}">
                  <a16:creationId xmlns:a16="http://schemas.microsoft.com/office/drawing/2014/main" id="{D5E221B2-0FF9-F693-0A2D-54E55D356528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186804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3" name="Identity_yellow__4082">
              <a:extLst>
                <a:ext uri="{FF2B5EF4-FFF2-40B4-BE49-F238E27FC236}">
                  <a16:creationId xmlns:a16="http://schemas.microsoft.com/office/drawing/2014/main" id="{06586963-101A-6D7B-769D-4FD038D0BF26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186804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4" name="Identity_yellow__4083">
              <a:extLst>
                <a:ext uri="{FF2B5EF4-FFF2-40B4-BE49-F238E27FC236}">
                  <a16:creationId xmlns:a16="http://schemas.microsoft.com/office/drawing/2014/main" id="{2FB1C35E-FBE8-3D78-FBD4-D2CABA902F57}"/>
                </a:ext>
              </a:extLst>
            </p:cNvPr>
            <p:cNvSpPr>
              <a:spLocks noGrp="1"/>
            </p:cNvSpPr>
            <p:nvPr/>
          </p:nvSpPr>
          <p:spPr>
            <a:xfrm>
              <a:off x="11057573" y="2056448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5" name="Identity_yellow__4084">
              <a:extLst>
                <a:ext uri="{FF2B5EF4-FFF2-40B4-BE49-F238E27FC236}">
                  <a16:creationId xmlns:a16="http://schemas.microsoft.com/office/drawing/2014/main" id="{B1DC82B2-440A-CE46-F156-57B2454F0A52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2244852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6" name="Identity_yellow__4085">
              <a:extLst>
                <a:ext uri="{FF2B5EF4-FFF2-40B4-BE49-F238E27FC236}">
                  <a16:creationId xmlns:a16="http://schemas.microsoft.com/office/drawing/2014/main" id="{D6EE037E-6D19-A9ED-125A-A1C621B026A4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2244852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87" name="Identity_yellow__4086">
              <a:extLst>
                <a:ext uri="{FF2B5EF4-FFF2-40B4-BE49-F238E27FC236}">
                  <a16:creationId xmlns:a16="http://schemas.microsoft.com/office/drawing/2014/main" id="{3EFF329F-7485-65CA-2852-75A79A4E43E4}"/>
                </a:ext>
              </a:extLst>
            </p:cNvPr>
            <p:cNvSpPr>
              <a:spLocks noGrp="1"/>
            </p:cNvSpPr>
            <p:nvPr/>
          </p:nvSpPr>
          <p:spPr>
            <a:xfrm>
              <a:off x="11232833" y="1946910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8" name="Identity_yellow__4087">
              <a:extLst>
                <a:ext uri="{FF2B5EF4-FFF2-40B4-BE49-F238E27FC236}">
                  <a16:creationId xmlns:a16="http://schemas.microsoft.com/office/drawing/2014/main" id="{A9BE5892-BA1C-08F9-2E87-967E899D162A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056448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89" name="Identity_yellow__4088">
              <a:extLst>
                <a:ext uri="{FF2B5EF4-FFF2-40B4-BE49-F238E27FC236}">
                  <a16:creationId xmlns:a16="http://schemas.microsoft.com/office/drawing/2014/main" id="{40F05601-8379-3924-04FD-1DCBE4A1BC20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27552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90" name="Identity_yellow__4089">
              <a:extLst>
                <a:ext uri="{FF2B5EF4-FFF2-40B4-BE49-F238E27FC236}">
                  <a16:creationId xmlns:a16="http://schemas.microsoft.com/office/drawing/2014/main" id="{C65CDBE2-4A4B-1990-5F0A-D9BF6B54CAC2}"/>
                </a:ext>
              </a:extLst>
            </p:cNvPr>
            <p:cNvSpPr>
              <a:spLocks noGrp="1"/>
            </p:cNvSpPr>
            <p:nvPr/>
          </p:nvSpPr>
          <p:spPr>
            <a:xfrm>
              <a:off x="11232833" y="2363153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  <p:sp>
          <p:nvSpPr>
            <p:cNvPr id="4091" name="Identity_yellow__4090">
              <a:extLst>
                <a:ext uri="{FF2B5EF4-FFF2-40B4-BE49-F238E27FC236}">
                  <a16:creationId xmlns:a16="http://schemas.microsoft.com/office/drawing/2014/main" id="{495B7E57-996E-144B-6AF1-81398E5BE28D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1946910"/>
              <a:ext cx="40005" cy="40005"/>
            </a:xfrm>
            <a:prstGeom prst="ellipse">
              <a:avLst/>
            </a:prstGeom>
            <a:solidFill>
              <a:srgbClr val="E4C162"/>
            </a:solidFill>
            <a:ln w="0">
              <a:solidFill>
                <a:srgbClr val="FFFFFF"/>
              </a:solidFill>
            </a:ln>
          </p:spPr>
        </p:sp>
        <p:sp>
          <p:nvSpPr>
            <p:cNvPr id="4092" name="Identity_yellow__4091">
              <a:extLst>
                <a:ext uri="{FF2B5EF4-FFF2-40B4-BE49-F238E27FC236}">
                  <a16:creationId xmlns:a16="http://schemas.microsoft.com/office/drawing/2014/main" id="{A82F8953-F74D-5552-0FF6-ADF2562FB316}"/>
                </a:ext>
              </a:extLst>
            </p:cNvPr>
            <p:cNvSpPr>
              <a:spLocks noGrp="1"/>
            </p:cNvSpPr>
            <p:nvPr/>
          </p:nvSpPr>
          <p:spPr>
            <a:xfrm>
              <a:off x="10279856" y="2034540"/>
              <a:ext cx="40005" cy="40005"/>
            </a:xfrm>
            <a:prstGeom prst="ellipse">
              <a:avLst/>
            </a:prstGeom>
            <a:solidFill>
              <a:srgbClr val="DDAF36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2" name="Identity_green">
            <a:extLst>
              <a:ext uri="{FF2B5EF4-FFF2-40B4-BE49-F238E27FC236}">
                <a16:creationId xmlns:a16="http://schemas.microsoft.com/office/drawing/2014/main" id="{632832DD-F485-C309-8B93-7DB0E4633B42}"/>
              </a:ext>
            </a:extLst>
          </p:cNvPr>
          <p:cNvGrpSpPr/>
          <p:nvPr/>
        </p:nvGrpSpPr>
        <p:grpSpPr>
          <a:xfrm>
            <a:off x="5685367" y="4168350"/>
            <a:ext cx="728133" cy="231563"/>
            <a:chOff x="10290810" y="2706243"/>
            <a:chExt cx="1310640" cy="416814"/>
          </a:xfrm>
        </p:grpSpPr>
        <p:sp>
          <p:nvSpPr>
            <p:cNvPr id="4093" name="Identity_green__4092">
              <a:extLst>
                <a:ext uri="{FF2B5EF4-FFF2-40B4-BE49-F238E27FC236}">
                  <a16:creationId xmlns:a16="http://schemas.microsoft.com/office/drawing/2014/main" id="{6DF0591C-C28D-7F82-5539-880BF8A9BD21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726246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0" y="188404"/>
                  </a:moveTo>
                  <a:lnTo>
                    <a:pt x="109538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4" name="Identity_green__4093">
              <a:extLst>
                <a:ext uri="{FF2B5EF4-FFF2-40B4-BE49-F238E27FC236}">
                  <a16:creationId xmlns:a16="http://schemas.microsoft.com/office/drawing/2014/main" id="{120153F1-DAC6-D6E6-B5F8-8D54B04399B4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2726246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0" y="0"/>
                  </a:moveTo>
                  <a:lnTo>
                    <a:pt x="219075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5" name="Identity_green__4094">
              <a:extLst>
                <a:ext uri="{FF2B5EF4-FFF2-40B4-BE49-F238E27FC236}">
                  <a16:creationId xmlns:a16="http://schemas.microsoft.com/office/drawing/2014/main" id="{46D93F66-288F-F881-9893-B6703F648839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726246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0" y="0"/>
                  </a:moveTo>
                  <a:lnTo>
                    <a:pt x="109538" y="188404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6" name="Identity_green__4095">
              <a:extLst>
                <a:ext uri="{FF2B5EF4-FFF2-40B4-BE49-F238E27FC236}">
                  <a16:creationId xmlns:a16="http://schemas.microsoft.com/office/drawing/2014/main" id="{B3987341-AE03-836A-D513-97BDCDAD7535}"/>
                </a:ext>
              </a:extLst>
            </p:cNvPr>
            <p:cNvSpPr>
              <a:spLocks noGrp="1"/>
            </p:cNvSpPr>
            <p:nvPr/>
          </p:nvSpPr>
          <p:spPr>
            <a:xfrm>
              <a:off x="10968038" y="2914650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109538" y="0"/>
                  </a:moveTo>
                  <a:lnTo>
                    <a:pt x="0" y="188404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7" name="Identity_green__4096">
              <a:extLst>
                <a:ext uri="{FF2B5EF4-FFF2-40B4-BE49-F238E27FC236}">
                  <a16:creationId xmlns:a16="http://schemas.microsoft.com/office/drawing/2014/main" id="{66B5EBF4-43C1-A758-606C-193F8FCB7E8F}"/>
                </a:ext>
              </a:extLst>
            </p:cNvPr>
            <p:cNvSpPr>
              <a:spLocks noGrp="1"/>
            </p:cNvSpPr>
            <p:nvPr/>
          </p:nvSpPr>
          <p:spPr>
            <a:xfrm>
              <a:off x="10748963" y="3103054"/>
              <a:ext cx="219075" cy="95"/>
            </a:xfrm>
            <a:custGeom>
              <a:avLst/>
              <a:gdLst/>
              <a:ahLst/>
              <a:cxnLst/>
              <a:rect l="0" t="0" r="0" b="0"/>
              <a:pathLst>
                <a:path w="219075" h="95">
                  <a:moveTo>
                    <a:pt x="219075" y="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8" name="Identity_green__4097">
              <a:extLst>
                <a:ext uri="{FF2B5EF4-FFF2-40B4-BE49-F238E27FC236}">
                  <a16:creationId xmlns:a16="http://schemas.microsoft.com/office/drawing/2014/main" id="{4F75DA50-F7C5-D36F-E4FE-6853E171CE5B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2914650"/>
              <a:ext cx="109538" cy="188404"/>
            </a:xfrm>
            <a:custGeom>
              <a:avLst/>
              <a:gdLst/>
              <a:ahLst/>
              <a:cxnLst/>
              <a:rect l="0" t="0" r="0" b="0"/>
              <a:pathLst>
                <a:path w="109538" h="188404">
                  <a:moveTo>
                    <a:pt x="109538" y="188404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099" name="Identity_green__4098">
              <a:extLst>
                <a:ext uri="{FF2B5EF4-FFF2-40B4-BE49-F238E27FC236}">
                  <a16:creationId xmlns:a16="http://schemas.microsoft.com/office/drawing/2014/main" id="{1A7CD18C-A443-B280-219C-F1A4E75B7D79}"/>
                </a:ext>
              </a:extLst>
            </p:cNvPr>
            <p:cNvSpPr>
              <a:spLocks noGrp="1"/>
            </p:cNvSpPr>
            <p:nvPr/>
          </p:nvSpPr>
          <p:spPr>
            <a:xfrm>
              <a:off x="11077575" y="2827020"/>
              <a:ext cx="186214" cy="87630"/>
            </a:xfrm>
            <a:custGeom>
              <a:avLst/>
              <a:gdLst/>
              <a:ahLst/>
              <a:cxnLst/>
              <a:rect l="0" t="0" r="0" b="0"/>
              <a:pathLst>
                <a:path w="186214" h="87630">
                  <a:moveTo>
                    <a:pt x="0" y="87630"/>
                  </a:moveTo>
                  <a:lnTo>
                    <a:pt x="186214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0" name="Identity_green__4099">
              <a:extLst>
                <a:ext uri="{FF2B5EF4-FFF2-40B4-BE49-F238E27FC236}">
                  <a16:creationId xmlns:a16="http://schemas.microsoft.com/office/drawing/2014/main" id="{CAFE3C9C-2652-85A4-5079-B1C0E57F17A2}"/>
                </a:ext>
              </a:extLst>
            </p:cNvPr>
            <p:cNvSpPr>
              <a:spLocks noGrp="1"/>
            </p:cNvSpPr>
            <p:nvPr/>
          </p:nvSpPr>
          <p:spPr>
            <a:xfrm>
              <a:off x="11263789" y="2827020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0" y="0"/>
                  </a:moveTo>
                  <a:lnTo>
                    <a:pt x="175260" y="109538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1" name="Identity_green__4100">
              <a:extLst>
                <a:ext uri="{FF2B5EF4-FFF2-40B4-BE49-F238E27FC236}">
                  <a16:creationId xmlns:a16="http://schemas.microsoft.com/office/drawing/2014/main" id="{55C362D1-9A62-4C50-2ACB-B4E579ADB871}"/>
                </a:ext>
              </a:extLst>
            </p:cNvPr>
            <p:cNvSpPr>
              <a:spLocks noGrp="1"/>
            </p:cNvSpPr>
            <p:nvPr/>
          </p:nvSpPr>
          <p:spPr>
            <a:xfrm>
              <a:off x="11439049" y="2794159"/>
              <a:ext cx="142399" cy="142399"/>
            </a:xfrm>
            <a:custGeom>
              <a:avLst/>
              <a:gdLst/>
              <a:ahLst/>
              <a:cxnLst/>
              <a:rect l="0" t="0" r="0" b="0"/>
              <a:pathLst>
                <a:path w="142399" h="142399">
                  <a:moveTo>
                    <a:pt x="0" y="142399"/>
                  </a:moveTo>
                  <a:lnTo>
                    <a:pt x="142399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2" name="Identity_green__4101">
              <a:extLst>
                <a:ext uri="{FF2B5EF4-FFF2-40B4-BE49-F238E27FC236}">
                  <a16:creationId xmlns:a16="http://schemas.microsoft.com/office/drawing/2014/main" id="{3A66E850-0B31-86C8-DF1F-55B6E1371879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2914650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0"/>
                  </a:moveTo>
                  <a:lnTo>
                    <a:pt x="0" y="109538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3" name="Identity_green__4102">
              <a:extLst>
                <a:ext uri="{FF2B5EF4-FFF2-40B4-BE49-F238E27FC236}">
                  <a16:creationId xmlns:a16="http://schemas.microsoft.com/office/drawing/2014/main" id="{DABB9210-B680-E001-B71B-30E664E7B41D}"/>
                </a:ext>
              </a:extLst>
            </p:cNvPr>
            <p:cNvSpPr>
              <a:spLocks noGrp="1"/>
            </p:cNvSpPr>
            <p:nvPr/>
          </p:nvSpPr>
          <p:spPr>
            <a:xfrm>
              <a:off x="10310813" y="2936558"/>
              <a:ext cx="153352" cy="87630"/>
            </a:xfrm>
            <a:custGeom>
              <a:avLst/>
              <a:gdLst/>
              <a:ahLst/>
              <a:cxnLst/>
              <a:rect l="0" t="0" r="0" b="0"/>
              <a:pathLst>
                <a:path w="153352" h="87630">
                  <a:moveTo>
                    <a:pt x="153352" y="8763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50B982"/>
              </a:solidFill>
            </a:ln>
          </p:spPr>
        </p:sp>
        <p:sp>
          <p:nvSpPr>
            <p:cNvPr id="4104" name="Identity_green__4103">
              <a:extLst>
                <a:ext uri="{FF2B5EF4-FFF2-40B4-BE49-F238E27FC236}">
                  <a16:creationId xmlns:a16="http://schemas.microsoft.com/office/drawing/2014/main" id="{98AD72D3-A7E5-1893-60BD-2060D4C08359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2894648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  <p:sp>
          <p:nvSpPr>
            <p:cNvPr id="4105" name="Identity_green__4104">
              <a:extLst>
                <a:ext uri="{FF2B5EF4-FFF2-40B4-BE49-F238E27FC236}">
                  <a16:creationId xmlns:a16="http://schemas.microsoft.com/office/drawing/2014/main" id="{04A28F62-3FCA-FA17-2FD4-47C8D8BE0110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2706243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6" name="Identity_green__4105">
              <a:extLst>
                <a:ext uri="{FF2B5EF4-FFF2-40B4-BE49-F238E27FC236}">
                  <a16:creationId xmlns:a16="http://schemas.microsoft.com/office/drawing/2014/main" id="{DAA0D5E6-4B93-2A6E-9B39-D52D2E0748B1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2706243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7" name="Identity_green__4106">
              <a:extLst>
                <a:ext uri="{FF2B5EF4-FFF2-40B4-BE49-F238E27FC236}">
                  <a16:creationId xmlns:a16="http://schemas.microsoft.com/office/drawing/2014/main" id="{83D86260-5C3F-B706-AF5A-3A476CF6E0F6}"/>
                </a:ext>
              </a:extLst>
            </p:cNvPr>
            <p:cNvSpPr>
              <a:spLocks noGrp="1"/>
            </p:cNvSpPr>
            <p:nvPr/>
          </p:nvSpPr>
          <p:spPr>
            <a:xfrm>
              <a:off x="11057573" y="2894648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8" name="Identity_green__4107">
              <a:extLst>
                <a:ext uri="{FF2B5EF4-FFF2-40B4-BE49-F238E27FC236}">
                  <a16:creationId xmlns:a16="http://schemas.microsoft.com/office/drawing/2014/main" id="{686C2F24-67C9-40E5-2EF6-515410D5DE8F}"/>
                </a:ext>
              </a:extLst>
            </p:cNvPr>
            <p:cNvSpPr>
              <a:spLocks noGrp="1"/>
            </p:cNvSpPr>
            <p:nvPr/>
          </p:nvSpPr>
          <p:spPr>
            <a:xfrm>
              <a:off x="10948035" y="3083052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09" name="Identity_green__4108">
              <a:extLst>
                <a:ext uri="{FF2B5EF4-FFF2-40B4-BE49-F238E27FC236}">
                  <a16:creationId xmlns:a16="http://schemas.microsoft.com/office/drawing/2014/main" id="{8CB07BBB-DB43-F14C-D36D-AF73F667358E}"/>
                </a:ext>
              </a:extLst>
            </p:cNvPr>
            <p:cNvSpPr>
              <a:spLocks noGrp="1"/>
            </p:cNvSpPr>
            <p:nvPr/>
          </p:nvSpPr>
          <p:spPr>
            <a:xfrm>
              <a:off x="10728960" y="3083052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  <p:sp>
          <p:nvSpPr>
            <p:cNvPr id="4110" name="Identity_green__4109">
              <a:extLst>
                <a:ext uri="{FF2B5EF4-FFF2-40B4-BE49-F238E27FC236}">
                  <a16:creationId xmlns:a16="http://schemas.microsoft.com/office/drawing/2014/main" id="{D98E5565-BC94-1DD5-3EA3-D86CE118E01E}"/>
                </a:ext>
              </a:extLst>
            </p:cNvPr>
            <p:cNvSpPr>
              <a:spLocks noGrp="1"/>
            </p:cNvSpPr>
            <p:nvPr/>
          </p:nvSpPr>
          <p:spPr>
            <a:xfrm>
              <a:off x="11243786" y="2807018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1" name="Identity_green__4110">
              <a:extLst>
                <a:ext uri="{FF2B5EF4-FFF2-40B4-BE49-F238E27FC236}">
                  <a16:creationId xmlns:a16="http://schemas.microsoft.com/office/drawing/2014/main" id="{3A2AFB23-A196-2537-6683-0B0739DA4E3D}"/>
                </a:ext>
              </a:extLst>
            </p:cNvPr>
            <p:cNvSpPr>
              <a:spLocks noGrp="1"/>
            </p:cNvSpPr>
            <p:nvPr/>
          </p:nvSpPr>
          <p:spPr>
            <a:xfrm>
              <a:off x="11419046" y="2916555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2" name="Identity_green__4111">
              <a:extLst>
                <a:ext uri="{FF2B5EF4-FFF2-40B4-BE49-F238E27FC236}">
                  <a16:creationId xmlns:a16="http://schemas.microsoft.com/office/drawing/2014/main" id="{0F7FBB9B-66A6-CF47-1C4D-5DF69B305FE4}"/>
                </a:ext>
              </a:extLst>
            </p:cNvPr>
            <p:cNvSpPr>
              <a:spLocks noGrp="1"/>
            </p:cNvSpPr>
            <p:nvPr/>
          </p:nvSpPr>
          <p:spPr>
            <a:xfrm>
              <a:off x="11561445" y="2774156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3" name="Identity_green__4112">
              <a:extLst>
                <a:ext uri="{FF2B5EF4-FFF2-40B4-BE49-F238E27FC236}">
                  <a16:creationId xmlns:a16="http://schemas.microsoft.com/office/drawing/2014/main" id="{A8588A4A-320B-D02D-2EFB-A00F7812AC7A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3004185"/>
              <a:ext cx="40005" cy="40005"/>
            </a:xfrm>
            <a:prstGeom prst="ellipse">
              <a:avLst/>
            </a:prstGeom>
            <a:solidFill>
              <a:srgbClr val="50B982"/>
            </a:solidFill>
            <a:ln w="0">
              <a:solidFill>
                <a:srgbClr val="FFFFFF"/>
              </a:solidFill>
            </a:ln>
          </p:spPr>
        </p:sp>
        <p:sp>
          <p:nvSpPr>
            <p:cNvPr id="4114" name="Identity_green__4113">
              <a:extLst>
                <a:ext uri="{FF2B5EF4-FFF2-40B4-BE49-F238E27FC236}">
                  <a16:creationId xmlns:a16="http://schemas.microsoft.com/office/drawing/2014/main" id="{8EB6C249-7668-1A8E-96A0-4968541130E6}"/>
                </a:ext>
              </a:extLst>
            </p:cNvPr>
            <p:cNvSpPr>
              <a:spLocks noGrp="1"/>
            </p:cNvSpPr>
            <p:nvPr/>
          </p:nvSpPr>
          <p:spPr>
            <a:xfrm>
              <a:off x="10290810" y="2916555"/>
              <a:ext cx="40005" cy="40005"/>
            </a:xfrm>
            <a:prstGeom prst="ellipse">
              <a:avLst/>
            </a:prstGeom>
            <a:solidFill>
              <a:srgbClr val="77C89E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3" name="Identity_red">
            <a:extLst>
              <a:ext uri="{FF2B5EF4-FFF2-40B4-BE49-F238E27FC236}">
                <a16:creationId xmlns:a16="http://schemas.microsoft.com/office/drawing/2014/main" id="{1CDDD842-CE0C-E5B0-9153-EF1B2D77B595}"/>
              </a:ext>
            </a:extLst>
          </p:cNvPr>
          <p:cNvGrpSpPr/>
          <p:nvPr/>
        </p:nvGrpSpPr>
        <p:grpSpPr>
          <a:xfrm>
            <a:off x="5676294" y="4887647"/>
            <a:ext cx="630767" cy="253471"/>
            <a:chOff x="10268903" y="4221480"/>
            <a:chExt cx="1135380" cy="456248"/>
          </a:xfrm>
        </p:grpSpPr>
        <p:sp>
          <p:nvSpPr>
            <p:cNvPr id="4115" name="Identity_red__4114">
              <a:extLst>
                <a:ext uri="{FF2B5EF4-FFF2-40B4-BE49-F238E27FC236}">
                  <a16:creationId xmlns:a16="http://schemas.microsoft.com/office/drawing/2014/main" id="{834C8115-AB0B-A448-964C-D5673217442E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4263390"/>
              <a:ext cx="153352" cy="175260"/>
            </a:xfrm>
            <a:custGeom>
              <a:avLst/>
              <a:gdLst/>
              <a:ahLst/>
              <a:cxnLst/>
              <a:rect l="0" t="0" r="0" b="0"/>
              <a:pathLst>
                <a:path w="153352" h="175260">
                  <a:moveTo>
                    <a:pt x="0" y="175260"/>
                  </a:moveTo>
                  <a:lnTo>
                    <a:pt x="153352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6" name="Identity_red__4115">
              <a:extLst>
                <a:ext uri="{FF2B5EF4-FFF2-40B4-BE49-F238E27FC236}">
                  <a16:creationId xmlns:a16="http://schemas.microsoft.com/office/drawing/2014/main" id="{4B7AA99F-4284-B0C9-7EDA-B7F2A120078D}"/>
                </a:ext>
              </a:extLst>
            </p:cNvPr>
            <p:cNvSpPr>
              <a:spLocks noGrp="1"/>
            </p:cNvSpPr>
            <p:nvPr/>
          </p:nvSpPr>
          <p:spPr>
            <a:xfrm>
              <a:off x="10792778" y="4263390"/>
              <a:ext cx="197168" cy="65722"/>
            </a:xfrm>
            <a:custGeom>
              <a:avLst/>
              <a:gdLst/>
              <a:ahLst/>
              <a:cxnLst/>
              <a:rect l="0" t="0" r="0" b="0"/>
              <a:pathLst>
                <a:path w="197168" h="65722">
                  <a:moveTo>
                    <a:pt x="0" y="0"/>
                  </a:moveTo>
                  <a:lnTo>
                    <a:pt x="197168" y="65722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7" name="Identity_red__4116">
              <a:extLst>
                <a:ext uri="{FF2B5EF4-FFF2-40B4-BE49-F238E27FC236}">
                  <a16:creationId xmlns:a16="http://schemas.microsoft.com/office/drawing/2014/main" id="{CF6D57CF-D8D9-ED65-E32D-E64647DE6807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329113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8" name="Identity_red__4117">
              <a:extLst>
                <a:ext uri="{FF2B5EF4-FFF2-40B4-BE49-F238E27FC236}">
                  <a16:creationId xmlns:a16="http://schemas.microsoft.com/office/drawing/2014/main" id="{A296D354-0F6B-BE05-0F14-CE6EAEA9278B}"/>
                </a:ext>
              </a:extLst>
            </p:cNvPr>
            <p:cNvSpPr>
              <a:spLocks noGrp="1"/>
            </p:cNvSpPr>
            <p:nvPr/>
          </p:nvSpPr>
          <p:spPr>
            <a:xfrm>
              <a:off x="10792778" y="4548188"/>
              <a:ext cx="197168" cy="65722"/>
            </a:xfrm>
            <a:custGeom>
              <a:avLst/>
              <a:gdLst/>
              <a:ahLst/>
              <a:cxnLst/>
              <a:rect l="0" t="0" r="0" b="0"/>
              <a:pathLst>
                <a:path w="197168" h="65722">
                  <a:moveTo>
                    <a:pt x="197168" y="0"/>
                  </a:moveTo>
                  <a:lnTo>
                    <a:pt x="0" y="65722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19" name="Identity_red__4118">
              <a:extLst>
                <a:ext uri="{FF2B5EF4-FFF2-40B4-BE49-F238E27FC236}">
                  <a16:creationId xmlns:a16="http://schemas.microsoft.com/office/drawing/2014/main" id="{14D9FDD1-D1DE-2493-16DC-6F6EB28F30AE}"/>
                </a:ext>
              </a:extLst>
            </p:cNvPr>
            <p:cNvSpPr>
              <a:spLocks noGrp="1"/>
            </p:cNvSpPr>
            <p:nvPr/>
          </p:nvSpPr>
          <p:spPr>
            <a:xfrm>
              <a:off x="10639425" y="4438650"/>
              <a:ext cx="153352" cy="175260"/>
            </a:xfrm>
            <a:custGeom>
              <a:avLst/>
              <a:gdLst/>
              <a:ahLst/>
              <a:cxnLst/>
              <a:rect l="0" t="0" r="0" b="0"/>
              <a:pathLst>
                <a:path w="153352" h="175260">
                  <a:moveTo>
                    <a:pt x="153352" y="175260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0" name="Identity_red__4119">
              <a:extLst>
                <a:ext uri="{FF2B5EF4-FFF2-40B4-BE49-F238E27FC236}">
                  <a16:creationId xmlns:a16="http://schemas.microsoft.com/office/drawing/2014/main" id="{30A08977-EBFB-5C37-5C84-2C980803B918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241483"/>
              <a:ext cx="208121" cy="87630"/>
            </a:xfrm>
            <a:custGeom>
              <a:avLst/>
              <a:gdLst/>
              <a:ahLst/>
              <a:cxnLst/>
              <a:rect l="0" t="0" r="0" b="0"/>
              <a:pathLst>
                <a:path w="208121" h="87630">
                  <a:moveTo>
                    <a:pt x="0" y="87630"/>
                  </a:moveTo>
                  <a:lnTo>
                    <a:pt x="208121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1" name="Identity_red__4120">
              <a:extLst>
                <a:ext uri="{FF2B5EF4-FFF2-40B4-BE49-F238E27FC236}">
                  <a16:creationId xmlns:a16="http://schemas.microsoft.com/office/drawing/2014/main" id="{6E084B83-0B93-6766-33DA-2E867B3EFFF2}"/>
                </a:ext>
              </a:extLst>
            </p:cNvPr>
            <p:cNvSpPr>
              <a:spLocks noGrp="1"/>
            </p:cNvSpPr>
            <p:nvPr/>
          </p:nvSpPr>
          <p:spPr>
            <a:xfrm>
              <a:off x="11198066" y="4241483"/>
              <a:ext cx="186214" cy="98584"/>
            </a:xfrm>
            <a:custGeom>
              <a:avLst/>
              <a:gdLst/>
              <a:ahLst/>
              <a:cxnLst/>
              <a:rect l="0" t="0" r="0" b="0"/>
              <a:pathLst>
                <a:path w="186214" h="98584">
                  <a:moveTo>
                    <a:pt x="0" y="0"/>
                  </a:moveTo>
                  <a:lnTo>
                    <a:pt x="186214" y="98584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2" name="Identity_red__4121">
              <a:extLst>
                <a:ext uri="{FF2B5EF4-FFF2-40B4-BE49-F238E27FC236}">
                  <a16:creationId xmlns:a16="http://schemas.microsoft.com/office/drawing/2014/main" id="{97AE9D86-611B-9E74-CFE8-285DDEBCA79D}"/>
                </a:ext>
              </a:extLst>
            </p:cNvPr>
            <p:cNvSpPr>
              <a:spLocks noGrp="1"/>
            </p:cNvSpPr>
            <p:nvPr/>
          </p:nvSpPr>
          <p:spPr>
            <a:xfrm>
              <a:off x="11384280" y="4340066"/>
              <a:ext cx="95" cy="219075"/>
            </a:xfrm>
            <a:custGeom>
              <a:avLst/>
              <a:gdLst/>
              <a:ahLst/>
              <a:cxnLst/>
              <a:rect l="0" t="0" r="0" b="0"/>
              <a:pathLst>
                <a:path w="95" h="219075">
                  <a:moveTo>
                    <a:pt x="0" y="0"/>
                  </a:moveTo>
                  <a:lnTo>
                    <a:pt x="0" y="21907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3" name="Identity_red__4122">
              <a:extLst>
                <a:ext uri="{FF2B5EF4-FFF2-40B4-BE49-F238E27FC236}">
                  <a16:creationId xmlns:a16="http://schemas.microsoft.com/office/drawing/2014/main" id="{9E87C404-B868-DBCC-AA70-04E1C5495E71}"/>
                </a:ext>
              </a:extLst>
            </p:cNvPr>
            <p:cNvSpPr>
              <a:spLocks noGrp="1"/>
            </p:cNvSpPr>
            <p:nvPr/>
          </p:nvSpPr>
          <p:spPr>
            <a:xfrm>
              <a:off x="11198066" y="4559141"/>
              <a:ext cx="186214" cy="98584"/>
            </a:xfrm>
            <a:custGeom>
              <a:avLst/>
              <a:gdLst/>
              <a:ahLst/>
              <a:cxnLst/>
              <a:rect l="0" t="0" r="0" b="0"/>
              <a:pathLst>
                <a:path w="186214" h="98584">
                  <a:moveTo>
                    <a:pt x="186214" y="0"/>
                  </a:moveTo>
                  <a:lnTo>
                    <a:pt x="0" y="98584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4" name="Identity_red__4123">
              <a:extLst>
                <a:ext uri="{FF2B5EF4-FFF2-40B4-BE49-F238E27FC236}">
                  <a16:creationId xmlns:a16="http://schemas.microsoft.com/office/drawing/2014/main" id="{A9656E18-B4CC-A703-0C53-D3DF93FF0872}"/>
                </a:ext>
              </a:extLst>
            </p:cNvPr>
            <p:cNvSpPr>
              <a:spLocks noGrp="1"/>
            </p:cNvSpPr>
            <p:nvPr/>
          </p:nvSpPr>
          <p:spPr>
            <a:xfrm>
              <a:off x="10989945" y="4548188"/>
              <a:ext cx="208121" cy="109538"/>
            </a:xfrm>
            <a:custGeom>
              <a:avLst/>
              <a:gdLst/>
              <a:ahLst/>
              <a:cxnLst/>
              <a:rect l="0" t="0" r="0" b="0"/>
              <a:pathLst>
                <a:path w="208121" h="109538">
                  <a:moveTo>
                    <a:pt x="208121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5" name="Identity_red__4124">
              <a:extLst>
                <a:ext uri="{FF2B5EF4-FFF2-40B4-BE49-F238E27FC236}">
                  <a16:creationId xmlns:a16="http://schemas.microsoft.com/office/drawing/2014/main" id="{C34CE732-B274-938A-B1F6-DD04BC7894CE}"/>
                </a:ext>
              </a:extLst>
            </p:cNvPr>
            <p:cNvSpPr>
              <a:spLocks noGrp="1"/>
            </p:cNvSpPr>
            <p:nvPr/>
          </p:nvSpPr>
          <p:spPr>
            <a:xfrm>
              <a:off x="10464165" y="4438650"/>
              <a:ext cx="175260" cy="131445"/>
            </a:xfrm>
            <a:custGeom>
              <a:avLst/>
              <a:gdLst/>
              <a:ahLst/>
              <a:cxnLst/>
              <a:rect l="0" t="0" r="0" b="0"/>
              <a:pathLst>
                <a:path w="175260" h="131445">
                  <a:moveTo>
                    <a:pt x="175260" y="0"/>
                  </a:moveTo>
                  <a:lnTo>
                    <a:pt x="0" y="131445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6" name="Identity_red__4125">
              <a:extLst>
                <a:ext uri="{FF2B5EF4-FFF2-40B4-BE49-F238E27FC236}">
                  <a16:creationId xmlns:a16="http://schemas.microsoft.com/office/drawing/2014/main" id="{A26A92C0-D858-2763-55BE-BC0720889A8A}"/>
                </a:ext>
              </a:extLst>
            </p:cNvPr>
            <p:cNvSpPr>
              <a:spLocks noGrp="1"/>
            </p:cNvSpPr>
            <p:nvPr/>
          </p:nvSpPr>
          <p:spPr>
            <a:xfrm>
              <a:off x="10288905" y="4460558"/>
              <a:ext cx="175260" cy="109538"/>
            </a:xfrm>
            <a:custGeom>
              <a:avLst/>
              <a:gdLst/>
              <a:ahLst/>
              <a:cxnLst/>
              <a:rect l="0" t="0" r="0" b="0"/>
              <a:pathLst>
                <a:path w="175260" h="109538">
                  <a:moveTo>
                    <a:pt x="175260" y="109538"/>
                  </a:moveTo>
                  <a:lnTo>
                    <a:pt x="0" y="0"/>
                  </a:lnTo>
                </a:path>
              </a:pathLst>
            </a:custGeom>
            <a:noFill/>
            <a:ln w="24765">
              <a:solidFill>
                <a:srgbClr val="E36A7C"/>
              </a:solidFill>
            </a:ln>
          </p:spPr>
        </p:sp>
        <p:sp>
          <p:nvSpPr>
            <p:cNvPr id="4127" name="Identity_red__4126">
              <a:extLst>
                <a:ext uri="{FF2B5EF4-FFF2-40B4-BE49-F238E27FC236}">
                  <a16:creationId xmlns:a16="http://schemas.microsoft.com/office/drawing/2014/main" id="{5F293F26-CB90-0ACF-EF42-3C4771EF2F6F}"/>
                </a:ext>
              </a:extLst>
            </p:cNvPr>
            <p:cNvSpPr>
              <a:spLocks noGrp="1"/>
            </p:cNvSpPr>
            <p:nvPr/>
          </p:nvSpPr>
          <p:spPr>
            <a:xfrm>
              <a:off x="10619423" y="4418648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  <p:sp>
          <p:nvSpPr>
            <p:cNvPr id="4128" name="Identity_red__4127">
              <a:extLst>
                <a:ext uri="{FF2B5EF4-FFF2-40B4-BE49-F238E27FC236}">
                  <a16:creationId xmlns:a16="http://schemas.microsoft.com/office/drawing/2014/main" id="{E419AA5F-2AD2-1F48-FA61-4827BEDFBB53}"/>
                </a:ext>
              </a:extLst>
            </p:cNvPr>
            <p:cNvSpPr>
              <a:spLocks noGrp="1"/>
            </p:cNvSpPr>
            <p:nvPr/>
          </p:nvSpPr>
          <p:spPr>
            <a:xfrm>
              <a:off x="10772775" y="4243388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29" name="Identity_red__4128">
              <a:extLst>
                <a:ext uri="{FF2B5EF4-FFF2-40B4-BE49-F238E27FC236}">
                  <a16:creationId xmlns:a16="http://schemas.microsoft.com/office/drawing/2014/main" id="{5A5F2F22-4B01-9DC4-A3FB-C5F3DA683526}"/>
                </a:ext>
              </a:extLst>
            </p:cNvPr>
            <p:cNvSpPr>
              <a:spLocks noGrp="1"/>
            </p:cNvSpPr>
            <p:nvPr/>
          </p:nvSpPr>
          <p:spPr>
            <a:xfrm>
              <a:off x="10969943" y="4309110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0" name="Identity_red__4129">
              <a:extLst>
                <a:ext uri="{FF2B5EF4-FFF2-40B4-BE49-F238E27FC236}">
                  <a16:creationId xmlns:a16="http://schemas.microsoft.com/office/drawing/2014/main" id="{7E0812A9-481C-25D2-197E-89808912469D}"/>
                </a:ext>
              </a:extLst>
            </p:cNvPr>
            <p:cNvSpPr>
              <a:spLocks noGrp="1"/>
            </p:cNvSpPr>
            <p:nvPr/>
          </p:nvSpPr>
          <p:spPr>
            <a:xfrm>
              <a:off x="10969943" y="4528185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1" name="Identity_red__4130">
              <a:extLst>
                <a:ext uri="{FF2B5EF4-FFF2-40B4-BE49-F238E27FC236}">
                  <a16:creationId xmlns:a16="http://schemas.microsoft.com/office/drawing/2014/main" id="{FA59D692-42D9-38AC-98FD-420D86E63F05}"/>
                </a:ext>
              </a:extLst>
            </p:cNvPr>
            <p:cNvSpPr>
              <a:spLocks noGrp="1"/>
            </p:cNvSpPr>
            <p:nvPr/>
          </p:nvSpPr>
          <p:spPr>
            <a:xfrm>
              <a:off x="10772775" y="4593908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2" name="Identity_red__4131">
              <a:extLst>
                <a:ext uri="{FF2B5EF4-FFF2-40B4-BE49-F238E27FC236}">
                  <a16:creationId xmlns:a16="http://schemas.microsoft.com/office/drawing/2014/main" id="{37DAF136-E5FA-4D43-0957-B59AC28357F3}"/>
                </a:ext>
              </a:extLst>
            </p:cNvPr>
            <p:cNvSpPr>
              <a:spLocks noGrp="1"/>
            </p:cNvSpPr>
            <p:nvPr/>
          </p:nvSpPr>
          <p:spPr>
            <a:xfrm>
              <a:off x="11178064" y="4221480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  <p:sp>
          <p:nvSpPr>
            <p:cNvPr id="4133" name="Identity_red__4132">
              <a:extLst>
                <a:ext uri="{FF2B5EF4-FFF2-40B4-BE49-F238E27FC236}">
                  <a16:creationId xmlns:a16="http://schemas.microsoft.com/office/drawing/2014/main" id="{C828A4EB-6698-C82D-F5F9-4F96DCBE7E83}"/>
                </a:ext>
              </a:extLst>
            </p:cNvPr>
            <p:cNvSpPr>
              <a:spLocks noGrp="1"/>
            </p:cNvSpPr>
            <p:nvPr/>
          </p:nvSpPr>
          <p:spPr>
            <a:xfrm>
              <a:off x="11364278" y="4320064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4" name="Identity_red__4133">
              <a:extLst>
                <a:ext uri="{FF2B5EF4-FFF2-40B4-BE49-F238E27FC236}">
                  <a16:creationId xmlns:a16="http://schemas.microsoft.com/office/drawing/2014/main" id="{21220837-6B98-E69B-9542-56F59BBEE1D4}"/>
                </a:ext>
              </a:extLst>
            </p:cNvPr>
            <p:cNvSpPr>
              <a:spLocks noGrp="1"/>
            </p:cNvSpPr>
            <p:nvPr/>
          </p:nvSpPr>
          <p:spPr>
            <a:xfrm>
              <a:off x="11364278" y="4539139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5" name="Identity_red__4134">
              <a:extLst>
                <a:ext uri="{FF2B5EF4-FFF2-40B4-BE49-F238E27FC236}">
                  <a16:creationId xmlns:a16="http://schemas.microsoft.com/office/drawing/2014/main" id="{68835806-6FCA-2370-6F01-AF2146917D27}"/>
                </a:ext>
              </a:extLst>
            </p:cNvPr>
            <p:cNvSpPr>
              <a:spLocks noGrp="1"/>
            </p:cNvSpPr>
            <p:nvPr/>
          </p:nvSpPr>
          <p:spPr>
            <a:xfrm>
              <a:off x="11178064" y="4637723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6" name="Identity_red__4135">
              <a:extLst>
                <a:ext uri="{FF2B5EF4-FFF2-40B4-BE49-F238E27FC236}">
                  <a16:creationId xmlns:a16="http://schemas.microsoft.com/office/drawing/2014/main" id="{8F8EBA76-6A3D-FB51-15C2-2EEA2413875B}"/>
                </a:ext>
              </a:extLst>
            </p:cNvPr>
            <p:cNvSpPr>
              <a:spLocks noGrp="1"/>
            </p:cNvSpPr>
            <p:nvPr/>
          </p:nvSpPr>
          <p:spPr>
            <a:xfrm>
              <a:off x="10444163" y="4550093"/>
              <a:ext cx="40005" cy="40005"/>
            </a:xfrm>
            <a:prstGeom prst="ellipse">
              <a:avLst/>
            </a:prstGeom>
            <a:solidFill>
              <a:srgbClr val="E36A7C"/>
            </a:solidFill>
            <a:ln w="0">
              <a:solidFill>
                <a:srgbClr val="FFFFFF"/>
              </a:solidFill>
            </a:ln>
          </p:spPr>
        </p:sp>
        <p:sp>
          <p:nvSpPr>
            <p:cNvPr id="4137" name="Identity_red__4136">
              <a:extLst>
                <a:ext uri="{FF2B5EF4-FFF2-40B4-BE49-F238E27FC236}">
                  <a16:creationId xmlns:a16="http://schemas.microsoft.com/office/drawing/2014/main" id="{97B02B10-5E91-22C8-6BA2-AC8E20A464BC}"/>
                </a:ext>
              </a:extLst>
            </p:cNvPr>
            <p:cNvSpPr>
              <a:spLocks noGrp="1"/>
            </p:cNvSpPr>
            <p:nvPr/>
          </p:nvSpPr>
          <p:spPr>
            <a:xfrm>
              <a:off x="10268903" y="4440555"/>
              <a:ext cx="40005" cy="40005"/>
            </a:xfrm>
            <a:prstGeom prst="ellipse">
              <a:avLst/>
            </a:prstGeom>
            <a:solidFill>
              <a:srgbClr val="E98B99"/>
            </a:solidFill>
            <a:ln w="0">
              <a:solidFill>
                <a:srgbClr val="FFFFFF"/>
              </a:solidFill>
            </a:ln>
          </p:spPr>
        </p:sp>
      </p:grpSp>
      <p:grpSp>
        <p:nvGrpSpPr>
          <p:cNvPr id="6234" name="label">
            <a:extLst>
              <a:ext uri="{FF2B5EF4-FFF2-40B4-BE49-F238E27FC236}">
                <a16:creationId xmlns:a16="http://schemas.microsoft.com/office/drawing/2014/main" id="{49C41911-57A7-6278-5640-D15DC8C58E7E}"/>
              </a:ext>
            </a:extLst>
          </p:cNvPr>
          <p:cNvGrpSpPr/>
          <p:nvPr/>
        </p:nvGrpSpPr>
        <p:grpSpPr>
          <a:xfrm>
            <a:off x="4393596" y="4450441"/>
            <a:ext cx="2143125" cy="1590526"/>
            <a:chOff x="7981950" y="3328303"/>
            <a:chExt cx="3857625" cy="2862947"/>
          </a:xfrm>
        </p:grpSpPr>
        <p:sp>
          <p:nvSpPr>
            <p:cNvPr id="4138" name="label__4137">
              <a:extLst>
                <a:ext uri="{FF2B5EF4-FFF2-40B4-BE49-F238E27FC236}">
                  <a16:creationId xmlns:a16="http://schemas.microsoft.com/office/drawing/2014/main" id="{F6F5A8EA-44A4-EAFB-617B-18ED62B6D2C8}"/>
                </a:ext>
              </a:extLst>
            </p:cNvPr>
            <p:cNvSpPr>
              <a:spLocks noGrp="1"/>
            </p:cNvSpPr>
            <p:nvPr/>
          </p:nvSpPr>
          <p:spPr>
            <a:xfrm>
              <a:off x="10210798" y="3328303"/>
              <a:ext cx="1428750" cy="25717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50B982"/>
                  </a:solidFill>
                  <a:latin typeface="Arial"/>
                  <a:ea typeface="Arial"/>
                  <a:cs typeface="Arial"/>
                </a:defRPr>
              </a:pPr>
              <a:r>
                <a:rPr lang="en-US" sz="750" dirty="0">
                  <a:solidFill>
                    <a:srgbClr val="50B982"/>
                  </a:solidFill>
                  <a:latin typeface="Arial"/>
                  <a:ea typeface="Arial"/>
                  <a:cs typeface="Arial"/>
                </a:rPr>
                <a:t>(</a:t>
              </a:r>
              <a:r>
                <a:rPr sz="750" dirty="0">
                  <a:solidFill>
                    <a:srgbClr val="50B982"/>
                  </a:solidFill>
                  <a:latin typeface="Arial"/>
                  <a:ea typeface="Arial"/>
                  <a:cs typeface="Arial"/>
                </a:rPr>
                <a:t>Same identity</a:t>
              </a:r>
              <a:r>
                <a:rPr lang="en-US" sz="750" dirty="0">
                  <a:solidFill>
                    <a:srgbClr val="50B982"/>
                  </a:solidFill>
                  <a:latin typeface="Arial"/>
                  <a:ea typeface="Arial"/>
                  <a:cs typeface="Arial"/>
                </a:rPr>
                <a:t>)</a:t>
              </a:r>
              <a:endParaRPr sz="750" dirty="0">
                <a:solidFill>
                  <a:srgbClr val="50B982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4139" name="label__4138">
              <a:extLst>
                <a:ext uri="{FF2B5EF4-FFF2-40B4-BE49-F238E27FC236}">
                  <a16:creationId xmlns:a16="http://schemas.microsoft.com/office/drawing/2014/main" id="{863D4C65-A2BF-87D9-E3BF-FB6B0674ABCF}"/>
                </a:ext>
              </a:extLst>
            </p:cNvPr>
            <p:cNvSpPr>
              <a:spLocks noGrp="1"/>
            </p:cNvSpPr>
            <p:nvPr/>
          </p:nvSpPr>
          <p:spPr>
            <a:xfrm>
              <a:off x="9752317" y="4501663"/>
              <a:ext cx="1801842" cy="1436073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2700" b="0">
                  <a:solidFill>
                    <a:srgbClr val="5C6570"/>
                  </a:solidFill>
                  <a:latin typeface="Arial"/>
                  <a:ea typeface="Arial"/>
                  <a:cs typeface="Arial"/>
                </a:defRPr>
              </a:pPr>
              <a:r>
                <a:rPr sz="1500" dirty="0">
                  <a:solidFill>
                    <a:srgbClr val="5C6570"/>
                  </a:solidFill>
                  <a:latin typeface="Arial"/>
                  <a:ea typeface="Arial"/>
                  <a:cs typeface="Arial"/>
                </a:rPr>
                <a:t>∅</a:t>
              </a:r>
            </a:p>
          </p:txBody>
        </p:sp>
        <p:sp>
          <p:nvSpPr>
            <p:cNvPr id="4140" name="label__4139">
              <a:extLst>
                <a:ext uri="{FF2B5EF4-FFF2-40B4-BE49-F238E27FC236}">
                  <a16:creationId xmlns:a16="http://schemas.microsoft.com/office/drawing/2014/main" id="{79113A7A-74F6-EF48-71DE-EE15A635F3A2}"/>
                </a:ext>
              </a:extLst>
            </p:cNvPr>
            <p:cNvSpPr>
              <a:spLocks noGrp="1"/>
            </p:cNvSpPr>
            <p:nvPr/>
          </p:nvSpPr>
          <p:spPr>
            <a:xfrm>
              <a:off x="10420350" y="5377548"/>
              <a:ext cx="762000" cy="2857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425" b="0">
                  <a:solidFill>
                    <a:srgbClr val="5C6570"/>
                  </a:solidFill>
                  <a:latin typeface="Arial"/>
                  <a:ea typeface="Arial"/>
                  <a:cs typeface="Arial"/>
                </a:defRPr>
              </a:pPr>
              <a:r>
                <a:rPr lang="en-US" sz="750" dirty="0">
                  <a:solidFill>
                    <a:srgbClr val="5C6570"/>
                  </a:solidFill>
                  <a:latin typeface="Arial"/>
                  <a:ea typeface="Arial"/>
                  <a:cs typeface="Arial"/>
                </a:rPr>
                <a:t>(False positive)</a:t>
              </a:r>
              <a:endParaRPr sz="750" dirty="0">
                <a:solidFill>
                  <a:srgbClr val="5C657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4142" name="label__4141">
              <a:extLst>
                <a:ext uri="{FF2B5EF4-FFF2-40B4-BE49-F238E27FC236}">
                  <a16:creationId xmlns:a16="http://schemas.microsoft.com/office/drawing/2014/main" id="{C1DA7AD9-0A0E-FEB4-EA9D-D1A441F9AFE2}"/>
                </a:ext>
              </a:extLst>
            </p:cNvPr>
            <p:cNvSpPr>
              <a:spLocks noGrp="1"/>
            </p:cNvSpPr>
            <p:nvPr/>
          </p:nvSpPr>
          <p:spPr>
            <a:xfrm>
              <a:off x="7981950" y="5915025"/>
              <a:ext cx="3857625" cy="27622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75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Assign identities and reject false positives</a:t>
              </a:r>
            </a:p>
          </p:txBody>
        </p:sp>
      </p:grpSp>
      <p:grpSp>
        <p:nvGrpSpPr>
          <p:cNvPr id="6235" name="flow_Build">
            <a:extLst>
              <a:ext uri="{FF2B5EF4-FFF2-40B4-BE49-F238E27FC236}">
                <a16:creationId xmlns:a16="http://schemas.microsoft.com/office/drawing/2014/main" id="{8F6EBBCE-8999-8069-6637-B1CA51136C11}"/>
              </a:ext>
            </a:extLst>
          </p:cNvPr>
          <p:cNvGrpSpPr/>
          <p:nvPr/>
        </p:nvGrpSpPr>
        <p:grpSpPr>
          <a:xfrm>
            <a:off x="6566202" y="4384675"/>
            <a:ext cx="317500" cy="63500"/>
            <a:chOff x="11811000" y="3209925"/>
            <a:chExt cx="571500" cy="114300"/>
          </a:xfrm>
        </p:grpSpPr>
        <p:sp>
          <p:nvSpPr>
            <p:cNvPr id="4143" name="flow_Build__4142">
              <a:extLst>
                <a:ext uri="{FF2B5EF4-FFF2-40B4-BE49-F238E27FC236}">
                  <a16:creationId xmlns:a16="http://schemas.microsoft.com/office/drawing/2014/main" id="{55BF830D-C228-A4C2-125F-665C9D255FA1}"/>
                </a:ext>
              </a:extLst>
            </p:cNvPr>
            <p:cNvSpPr>
              <a:spLocks noGrp="1"/>
            </p:cNvSpPr>
            <p:nvPr/>
          </p:nvSpPr>
          <p:spPr>
            <a:xfrm>
              <a:off x="11811000" y="3267075"/>
              <a:ext cx="476250" cy="95"/>
            </a:xfrm>
            <a:custGeom>
              <a:avLst/>
              <a:gdLst/>
              <a:ahLst/>
              <a:cxnLst/>
              <a:rect l="0" t="0" r="0" b="0"/>
              <a:pathLst>
                <a:path w="476250" h="95">
                  <a:moveTo>
                    <a:pt x="0" y="0"/>
                  </a:moveTo>
                  <a:lnTo>
                    <a:pt x="476250" y="0"/>
                  </a:lnTo>
                </a:path>
              </a:pathLst>
            </a:custGeom>
            <a:noFill/>
            <a:ln w="21908">
              <a:solidFill>
                <a:srgbClr val="263442"/>
              </a:solidFill>
            </a:ln>
          </p:spPr>
        </p:sp>
        <p:sp>
          <p:nvSpPr>
            <p:cNvPr id="4144" name="flow_Build__4143">
              <a:extLst>
                <a:ext uri="{FF2B5EF4-FFF2-40B4-BE49-F238E27FC236}">
                  <a16:creationId xmlns:a16="http://schemas.microsoft.com/office/drawing/2014/main" id="{52E7EB5D-86BE-CB89-C54E-7F04F98B1133}"/>
                </a:ext>
              </a:extLst>
            </p:cNvPr>
            <p:cNvSpPr>
              <a:spLocks noGrp="1"/>
            </p:cNvSpPr>
            <p:nvPr/>
          </p:nvSpPr>
          <p:spPr>
            <a:xfrm>
              <a:off x="12268200" y="3209925"/>
              <a:ext cx="114300" cy="114300"/>
            </a:xfrm>
            <a:custGeom>
              <a:avLst/>
              <a:gdLst/>
              <a:ahLst/>
              <a:cxnLst/>
              <a:rect l="0" t="0" r="0" b="0"/>
              <a:pathLst>
                <a:path w="114300" h="114300">
                  <a:moveTo>
                    <a:pt x="114300" y="57150"/>
                  </a:move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263442"/>
            </a:solidFill>
            <a:ln w="0">
              <a:noFill/>
            </a:ln>
          </p:spPr>
        </p:sp>
      </p:grpSp>
      <p:grpSp>
        <p:nvGrpSpPr>
          <p:cNvPr id="6236" name="label">
            <a:extLst>
              <a:ext uri="{FF2B5EF4-FFF2-40B4-BE49-F238E27FC236}">
                <a16:creationId xmlns:a16="http://schemas.microsoft.com/office/drawing/2014/main" id="{3E382DB6-C6E0-8AD0-83A9-754717BD523D}"/>
              </a:ext>
            </a:extLst>
          </p:cNvPr>
          <p:cNvGrpSpPr/>
          <p:nvPr/>
        </p:nvGrpSpPr>
        <p:grpSpPr>
          <a:xfrm>
            <a:off x="6508750" y="3754967"/>
            <a:ext cx="1474862" cy="603250"/>
            <a:chOff x="11715750" y="2076450"/>
            <a:chExt cx="2654751" cy="1085850"/>
          </a:xfrm>
        </p:grpSpPr>
        <p:sp>
          <p:nvSpPr>
            <p:cNvPr id="4145" name="label__4144">
              <a:extLst>
                <a:ext uri="{FF2B5EF4-FFF2-40B4-BE49-F238E27FC236}">
                  <a16:creationId xmlns:a16="http://schemas.microsoft.com/office/drawing/2014/main" id="{7FCD806B-1E59-6DA0-807D-612D06594F19}"/>
                </a:ext>
              </a:extLst>
            </p:cNvPr>
            <p:cNvSpPr>
              <a:spLocks noGrp="1"/>
            </p:cNvSpPr>
            <p:nvPr/>
          </p:nvSpPr>
          <p:spPr>
            <a:xfrm>
              <a:off x="11715750" y="2857500"/>
              <a:ext cx="762000" cy="3048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950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1083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Build</a:t>
              </a:r>
            </a:p>
          </p:txBody>
        </p:sp>
        <p:sp>
          <p:nvSpPr>
            <p:cNvPr id="4146" name="label__4145">
              <a:extLst>
                <a:ext uri="{FF2B5EF4-FFF2-40B4-BE49-F238E27FC236}">
                  <a16:creationId xmlns:a16="http://schemas.microsoft.com/office/drawing/2014/main" id="{0BEA2D25-5835-7AFE-C554-428B2BAD0007}"/>
                </a:ext>
              </a:extLst>
            </p:cNvPr>
            <p:cNvSpPr>
              <a:spLocks noGrp="1"/>
            </p:cNvSpPr>
            <p:nvPr/>
          </p:nvSpPr>
          <p:spPr>
            <a:xfrm>
              <a:off x="12589326" y="2076450"/>
              <a:ext cx="1781175" cy="63817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lang="en-US" altLang="zh-CN" sz="792" dirty="0">
                  <a:solidFill>
                    <a:srgbClr val="263442"/>
                  </a:solidFill>
                  <a:latin typeface="Arial"/>
                  <a:cs typeface="Arial"/>
                </a:rPr>
                <a:t>Downstream</a:t>
              </a:r>
              <a:r>
                <a:rPr lang="en-US" altLang="zh-CN" sz="958" b="1" dirty="0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 </a:t>
              </a:r>
            </a:p>
            <a:p>
              <a:pPr algn="ctr">
                <a:defRPr sz="1725" b="1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lang="en-US" altLang="zh-CN" sz="792" b="1" dirty="0">
                  <a:solidFill>
                    <a:srgbClr val="263442"/>
                  </a:solidFill>
                  <a:latin typeface="Arial"/>
                  <a:cs typeface="Arial"/>
                </a:rPr>
                <a:t>docking</a:t>
              </a:r>
              <a:endParaRPr sz="792" b="1" dirty="0">
                <a:solidFill>
                  <a:srgbClr val="263442"/>
                </a:solidFill>
                <a:latin typeface="Arial"/>
                <a:cs typeface="Arial"/>
              </a:endParaRPr>
            </a:p>
          </p:txBody>
        </p:sp>
      </p:grpSp>
      <p:sp>
        <p:nvSpPr>
          <p:cNvPr id="4147" name="Builder_divider__4146">
            <a:extLst>
              <a:ext uri="{FF2B5EF4-FFF2-40B4-BE49-F238E27FC236}">
                <a16:creationId xmlns:a16="http://schemas.microsoft.com/office/drawing/2014/main" id="{945DA338-DE89-6848-E80D-B41C9D50764D}"/>
              </a:ext>
            </a:extLst>
          </p:cNvPr>
          <p:cNvSpPr>
            <a:spLocks noGrp="1"/>
          </p:cNvSpPr>
          <p:nvPr/>
        </p:nvSpPr>
        <p:spPr>
          <a:xfrm>
            <a:off x="7028844" y="4210050"/>
            <a:ext cx="878417" cy="53"/>
          </a:xfrm>
          <a:custGeom>
            <a:avLst/>
            <a:gdLst/>
            <a:ahLst/>
            <a:cxnLst/>
            <a:rect l="0" t="0" r="0" b="0"/>
            <a:pathLst>
              <a:path w="1581150" h="95">
                <a:moveTo>
                  <a:pt x="0" y="0"/>
                </a:moveTo>
                <a:lnTo>
                  <a:pt x="1581150" y="0"/>
                </a:lnTo>
              </a:path>
            </a:pathLst>
          </a:custGeom>
          <a:noFill/>
          <a:ln w="9525">
            <a:solidFill>
              <a:srgbClr val="D2D9DE"/>
            </a:solidFill>
          </a:ln>
        </p:spPr>
      </p:sp>
      <p:grpSp>
        <p:nvGrpSpPr>
          <p:cNvPr id="6237" name="label">
            <a:extLst>
              <a:ext uri="{FF2B5EF4-FFF2-40B4-BE49-F238E27FC236}">
                <a16:creationId xmlns:a16="http://schemas.microsoft.com/office/drawing/2014/main" id="{638482C8-5F7D-6063-395B-A5DD9FA51C15}"/>
              </a:ext>
            </a:extLst>
          </p:cNvPr>
          <p:cNvGrpSpPr/>
          <p:nvPr/>
        </p:nvGrpSpPr>
        <p:grpSpPr>
          <a:xfrm>
            <a:off x="6891261" y="4222150"/>
            <a:ext cx="1174750" cy="1460500"/>
            <a:chOff x="12363450" y="3162300"/>
            <a:chExt cx="2114550" cy="2628900"/>
          </a:xfrm>
        </p:grpSpPr>
        <p:sp>
          <p:nvSpPr>
            <p:cNvPr id="4148" name="label__4147">
              <a:extLst>
                <a:ext uri="{FF2B5EF4-FFF2-40B4-BE49-F238E27FC236}">
                  <a16:creationId xmlns:a16="http://schemas.microsoft.com/office/drawing/2014/main" id="{6F10A3EB-19C8-7AF8-634B-DFF3392F0AF4}"/>
                </a:ext>
              </a:extLst>
            </p:cNvPr>
            <p:cNvSpPr>
              <a:spLocks noGrp="1"/>
            </p:cNvSpPr>
            <p:nvPr/>
          </p:nvSpPr>
          <p:spPr>
            <a:xfrm>
              <a:off x="12496800" y="3162300"/>
              <a:ext cx="1819275" cy="1724025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833" dirty="0" err="1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PocketXMol</a:t>
              </a:r>
              <a:endParaRPr sz="833" dirty="0">
                <a:solidFill>
                  <a:srgbClr val="687780"/>
                </a:solidFill>
                <a:latin typeface="Arial"/>
                <a:ea typeface="Arial"/>
                <a:cs typeface="Arial"/>
              </a:endParaRP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833" dirty="0" err="1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Surflex</a:t>
              </a:r>
              <a:r>
                <a:rPr sz="833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-Dock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833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EMERALD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833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Vina</a:t>
              </a:r>
            </a:p>
            <a:p>
              <a:pPr algn="ctr">
                <a:defRPr sz="150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833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…</a:t>
              </a:r>
            </a:p>
          </p:txBody>
        </p:sp>
        <p:sp>
          <p:nvSpPr>
            <p:cNvPr id="4149" name="label__4148">
              <a:extLst>
                <a:ext uri="{FF2B5EF4-FFF2-40B4-BE49-F238E27FC236}">
                  <a16:creationId xmlns:a16="http://schemas.microsoft.com/office/drawing/2014/main" id="{C83A1EFE-FF44-FBDF-97CA-353F41407995}"/>
                </a:ext>
              </a:extLst>
            </p:cNvPr>
            <p:cNvSpPr>
              <a:spLocks noGrp="1"/>
            </p:cNvSpPr>
            <p:nvPr/>
          </p:nvSpPr>
          <p:spPr>
            <a:xfrm>
              <a:off x="12363450" y="5219700"/>
              <a:ext cx="2114550" cy="5715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75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Site + identity</a:t>
              </a:r>
            </a:p>
            <a:p>
              <a:pPr algn="ctr">
                <a:defRPr sz="1350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750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+ receptor pocket</a:t>
              </a:r>
            </a:p>
          </p:txBody>
        </p:sp>
      </p:grpSp>
      <p:grpSp>
        <p:nvGrpSpPr>
          <p:cNvPr id="6239" name="Build：输出背景密度">
            <a:extLst>
              <a:ext uri="{FF2B5EF4-FFF2-40B4-BE49-F238E27FC236}">
                <a16:creationId xmlns:a16="http://schemas.microsoft.com/office/drawing/2014/main" id="{E5FF83F0-D42F-BB84-9F23-709EB26D550A}"/>
              </a:ext>
            </a:extLst>
          </p:cNvPr>
          <p:cNvGrpSpPr/>
          <p:nvPr/>
        </p:nvGrpSpPr>
        <p:grpSpPr>
          <a:xfrm>
            <a:off x="7988905" y="3825315"/>
            <a:ext cx="1185333" cy="1409762"/>
            <a:chOff x="14763750" y="2203077"/>
            <a:chExt cx="2133600" cy="2537571"/>
          </a:xfrm>
        </p:grpSpPr>
        <p:sp>
          <p:nvSpPr>
            <p:cNvPr id="4152" name="Output_density__4151">
              <a:extLst>
                <a:ext uri="{FF2B5EF4-FFF2-40B4-BE49-F238E27FC236}">
                  <a16:creationId xmlns:a16="http://schemas.microsoft.com/office/drawing/2014/main" id="{F83E1A42-2BF1-550E-0019-6C6BC071D774}"/>
                </a:ext>
              </a:extLst>
            </p:cNvPr>
            <p:cNvSpPr>
              <a:spLocks noGrp="1"/>
            </p:cNvSpPr>
            <p:nvPr/>
          </p:nvSpPr>
          <p:spPr>
            <a:xfrm>
              <a:off x="15779168" y="4413937"/>
              <a:ext cx="64603" cy="34371"/>
            </a:xfrm>
            <a:custGeom>
              <a:avLst/>
              <a:gdLst/>
              <a:ahLst/>
              <a:cxnLst/>
              <a:rect l="0" t="0" r="0" b="0"/>
              <a:pathLst>
                <a:path w="64603" h="34371">
                  <a:moveTo>
                    <a:pt x="0" y="2953"/>
                  </a:moveTo>
                  <a:lnTo>
                    <a:pt x="8841" y="3472"/>
                  </a:lnTo>
                  <a:lnTo>
                    <a:pt x="9876" y="4434"/>
                  </a:lnTo>
                  <a:close/>
                  <a:moveTo>
                    <a:pt x="64603" y="34371"/>
                  </a:moveTo>
                  <a:lnTo>
                    <a:pt x="44771" y="0"/>
                  </a:lnTo>
                  <a:lnTo>
                    <a:pt x="9876" y="443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53" name="Output_density__4152">
              <a:extLst>
                <a:ext uri="{FF2B5EF4-FFF2-40B4-BE49-F238E27FC236}">
                  <a16:creationId xmlns:a16="http://schemas.microsoft.com/office/drawing/2014/main" id="{2F96A2EA-6EF8-029F-E534-DE7F4F9FC9AE}"/>
                </a:ext>
              </a:extLst>
            </p:cNvPr>
            <p:cNvSpPr>
              <a:spLocks noGrp="1"/>
            </p:cNvSpPr>
            <p:nvPr/>
          </p:nvSpPr>
          <p:spPr>
            <a:xfrm>
              <a:off x="15717360" y="4374121"/>
              <a:ext cx="70649" cy="43289"/>
            </a:xfrm>
            <a:custGeom>
              <a:avLst/>
              <a:gdLst/>
              <a:ahLst/>
              <a:cxnLst/>
              <a:rect l="0" t="0" r="0" b="0"/>
              <a:pathLst>
                <a:path w="70649" h="43289">
                  <a:moveTo>
                    <a:pt x="0" y="0"/>
                  </a:moveTo>
                  <a:lnTo>
                    <a:pt x="61808" y="42769"/>
                  </a:lnTo>
                  <a:lnTo>
                    <a:pt x="23044" y="37068"/>
                  </a:lnTo>
                  <a:close/>
                  <a:moveTo>
                    <a:pt x="70649" y="43289"/>
                  </a:moveTo>
                  <a:lnTo>
                    <a:pt x="61808" y="427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54" name="Output_density__4153">
              <a:extLst>
                <a:ext uri="{FF2B5EF4-FFF2-40B4-BE49-F238E27FC236}">
                  <a16:creationId xmlns:a16="http://schemas.microsoft.com/office/drawing/2014/main" id="{BE1463EF-FC18-D60C-9758-6B0D45B9327A}"/>
                </a:ext>
              </a:extLst>
            </p:cNvPr>
            <p:cNvSpPr>
              <a:spLocks noGrp="1"/>
            </p:cNvSpPr>
            <p:nvPr/>
          </p:nvSpPr>
          <p:spPr>
            <a:xfrm>
              <a:off x="15870597" y="4270840"/>
              <a:ext cx="44588" cy="54666"/>
            </a:xfrm>
            <a:custGeom>
              <a:avLst/>
              <a:gdLst/>
              <a:ahLst/>
              <a:cxnLst/>
              <a:rect l="0" t="0" r="0" b="0"/>
              <a:pathLst>
                <a:path w="44588" h="54666">
                  <a:moveTo>
                    <a:pt x="44588" y="0"/>
                  </a:moveTo>
                  <a:lnTo>
                    <a:pt x="0" y="54666"/>
                  </a:lnTo>
                  <a:lnTo>
                    <a:pt x="37662" y="46325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55" name="Output_density__4154">
              <a:extLst>
                <a:ext uri="{FF2B5EF4-FFF2-40B4-BE49-F238E27FC236}">
                  <a16:creationId xmlns:a16="http://schemas.microsoft.com/office/drawing/2014/main" id="{BBD459AA-9DBF-CF20-9D36-12B227BED457}"/>
                </a:ext>
              </a:extLst>
            </p:cNvPr>
            <p:cNvSpPr>
              <a:spLocks noGrp="1"/>
            </p:cNvSpPr>
            <p:nvPr/>
          </p:nvSpPr>
          <p:spPr>
            <a:xfrm>
              <a:off x="15701780" y="4049656"/>
              <a:ext cx="908187" cy="368715"/>
            </a:xfrm>
            <a:custGeom>
              <a:avLst/>
              <a:gdLst/>
              <a:ahLst/>
              <a:cxnLst/>
              <a:rect l="0" t="0" r="0" b="0"/>
              <a:pathLst>
                <a:path w="908187" h="368715">
                  <a:moveTo>
                    <a:pt x="15580" y="324465"/>
                  </a:moveTo>
                  <a:lnTo>
                    <a:pt x="38623" y="361533"/>
                  </a:lnTo>
                  <a:lnTo>
                    <a:pt x="0" y="315697"/>
                  </a:lnTo>
                  <a:close/>
                  <a:moveTo>
                    <a:pt x="106377" y="343140"/>
                  </a:moveTo>
                  <a:lnTo>
                    <a:pt x="77388" y="367234"/>
                  </a:lnTo>
                  <a:lnTo>
                    <a:pt x="87264" y="368715"/>
                  </a:lnTo>
                  <a:close/>
                  <a:moveTo>
                    <a:pt x="77388" y="367234"/>
                  </a:moveTo>
                  <a:lnTo>
                    <a:pt x="106377" y="343140"/>
                  </a:lnTo>
                  <a:lnTo>
                    <a:pt x="38623" y="361533"/>
                  </a:lnTo>
                  <a:close/>
                  <a:moveTo>
                    <a:pt x="908187" y="32668"/>
                  </a:moveTo>
                  <a:lnTo>
                    <a:pt x="852730" y="0"/>
                  </a:lnTo>
                  <a:lnTo>
                    <a:pt x="869592" y="23267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56" name="Output_density__4155">
              <a:extLst>
                <a:ext uri="{FF2B5EF4-FFF2-40B4-BE49-F238E27FC236}">
                  <a16:creationId xmlns:a16="http://schemas.microsoft.com/office/drawing/2014/main" id="{17FD093C-CC18-EB81-46C0-F5922C47C482}"/>
                </a:ext>
              </a:extLst>
            </p:cNvPr>
            <p:cNvSpPr>
              <a:spLocks noGrp="1"/>
            </p:cNvSpPr>
            <p:nvPr/>
          </p:nvSpPr>
          <p:spPr>
            <a:xfrm>
              <a:off x="15691457" y="3997247"/>
              <a:ext cx="879821" cy="447086"/>
            </a:xfrm>
            <a:custGeom>
              <a:avLst/>
              <a:gdLst/>
              <a:ahLst/>
              <a:cxnLst/>
              <a:rect l="0" t="0" r="0" b="0"/>
              <a:pathLst>
                <a:path w="879821" h="447086">
                  <a:moveTo>
                    <a:pt x="17680" y="345577"/>
                  </a:moveTo>
                  <a:lnTo>
                    <a:pt x="36409" y="419643"/>
                  </a:lnTo>
                  <a:lnTo>
                    <a:pt x="0" y="405613"/>
                  </a:lnTo>
                  <a:close/>
                  <a:moveTo>
                    <a:pt x="17680" y="345577"/>
                  </a:moveTo>
                  <a:lnTo>
                    <a:pt x="10324" y="368106"/>
                  </a:lnTo>
                  <a:lnTo>
                    <a:pt x="48947" y="413943"/>
                  </a:lnTo>
                  <a:close/>
                  <a:moveTo>
                    <a:pt x="48947" y="413943"/>
                  </a:moveTo>
                  <a:lnTo>
                    <a:pt x="69651" y="356451"/>
                  </a:lnTo>
                  <a:lnTo>
                    <a:pt x="17680" y="345577"/>
                  </a:lnTo>
                  <a:close/>
                  <a:moveTo>
                    <a:pt x="116700" y="395549"/>
                  </a:moveTo>
                  <a:lnTo>
                    <a:pt x="97588" y="421124"/>
                  </a:lnTo>
                  <a:lnTo>
                    <a:pt x="132482" y="416691"/>
                  </a:lnTo>
                  <a:close/>
                  <a:moveTo>
                    <a:pt x="116700" y="395549"/>
                  </a:moveTo>
                  <a:lnTo>
                    <a:pt x="69651" y="356451"/>
                  </a:lnTo>
                  <a:lnTo>
                    <a:pt x="48947" y="413943"/>
                  </a:lnTo>
                  <a:close/>
                  <a:moveTo>
                    <a:pt x="23005" y="316487"/>
                  </a:moveTo>
                  <a:lnTo>
                    <a:pt x="10324" y="368106"/>
                  </a:lnTo>
                  <a:lnTo>
                    <a:pt x="17680" y="345577"/>
                  </a:lnTo>
                  <a:close/>
                  <a:moveTo>
                    <a:pt x="200725" y="373454"/>
                  </a:moveTo>
                  <a:lnTo>
                    <a:pt x="149414" y="377187"/>
                  </a:lnTo>
                  <a:lnTo>
                    <a:pt x="170559" y="447086"/>
                  </a:lnTo>
                  <a:close/>
                  <a:moveTo>
                    <a:pt x="170559" y="447086"/>
                  </a:moveTo>
                  <a:lnTo>
                    <a:pt x="149414" y="377187"/>
                  </a:lnTo>
                  <a:lnTo>
                    <a:pt x="132482" y="416691"/>
                  </a:lnTo>
                  <a:close/>
                  <a:moveTo>
                    <a:pt x="157752" y="376269"/>
                  </a:moveTo>
                  <a:lnTo>
                    <a:pt x="204188" y="375208"/>
                  </a:lnTo>
                  <a:lnTo>
                    <a:pt x="170559" y="447086"/>
                  </a:lnTo>
                  <a:close/>
                  <a:moveTo>
                    <a:pt x="204188" y="375208"/>
                  </a:moveTo>
                  <a:lnTo>
                    <a:pt x="218422" y="395549"/>
                  </a:lnTo>
                  <a:lnTo>
                    <a:pt x="200725" y="373454"/>
                  </a:lnTo>
                  <a:close/>
                  <a:moveTo>
                    <a:pt x="204188" y="375208"/>
                  </a:moveTo>
                  <a:lnTo>
                    <a:pt x="207256" y="371455"/>
                  </a:lnTo>
                  <a:lnTo>
                    <a:pt x="221499" y="394547"/>
                  </a:lnTo>
                  <a:close/>
                  <a:moveTo>
                    <a:pt x="179141" y="328259"/>
                  </a:moveTo>
                  <a:lnTo>
                    <a:pt x="200725" y="373454"/>
                  </a:lnTo>
                  <a:lnTo>
                    <a:pt x="217993" y="387046"/>
                  </a:lnTo>
                  <a:close/>
                  <a:moveTo>
                    <a:pt x="81684" y="268782"/>
                  </a:moveTo>
                  <a:lnTo>
                    <a:pt x="120001" y="275614"/>
                  </a:lnTo>
                  <a:lnTo>
                    <a:pt x="94685" y="275372"/>
                  </a:lnTo>
                  <a:close/>
                  <a:moveTo>
                    <a:pt x="207660" y="253289"/>
                  </a:moveTo>
                  <a:lnTo>
                    <a:pt x="200283" y="244288"/>
                  </a:lnTo>
                  <a:lnTo>
                    <a:pt x="201941" y="246980"/>
                  </a:lnTo>
                  <a:close/>
                  <a:moveTo>
                    <a:pt x="201941" y="246980"/>
                  </a:moveTo>
                  <a:lnTo>
                    <a:pt x="223729" y="273593"/>
                  </a:lnTo>
                  <a:lnTo>
                    <a:pt x="253427" y="295825"/>
                  </a:lnTo>
                  <a:close/>
                  <a:moveTo>
                    <a:pt x="200283" y="244288"/>
                  </a:moveTo>
                  <a:lnTo>
                    <a:pt x="186783" y="196561"/>
                  </a:lnTo>
                  <a:lnTo>
                    <a:pt x="201941" y="246980"/>
                  </a:lnTo>
                  <a:close/>
                  <a:moveTo>
                    <a:pt x="879821" y="75631"/>
                  </a:moveTo>
                  <a:lnTo>
                    <a:pt x="861539" y="46747"/>
                  </a:lnTo>
                  <a:lnTo>
                    <a:pt x="85727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57" name="Output_density__4156">
              <a:extLst>
                <a:ext uri="{FF2B5EF4-FFF2-40B4-BE49-F238E27FC236}">
                  <a16:creationId xmlns:a16="http://schemas.microsoft.com/office/drawing/2014/main" id="{E56C006B-DD86-C55B-35C9-F8D8115E2205}"/>
                </a:ext>
              </a:extLst>
            </p:cNvPr>
            <p:cNvSpPr>
              <a:spLocks noGrp="1"/>
            </p:cNvSpPr>
            <p:nvPr/>
          </p:nvSpPr>
          <p:spPr>
            <a:xfrm>
              <a:off x="15761108" y="4244226"/>
              <a:ext cx="183776" cy="200106"/>
            </a:xfrm>
            <a:custGeom>
              <a:avLst/>
              <a:gdLst/>
              <a:ahLst/>
              <a:cxnLst/>
              <a:rect l="0" t="0" r="0" b="0"/>
              <a:pathLst>
                <a:path w="183776" h="200106">
                  <a:moveTo>
                    <a:pt x="134537" y="128229"/>
                  </a:moveTo>
                  <a:lnTo>
                    <a:pt x="131074" y="126474"/>
                  </a:lnTo>
                  <a:lnTo>
                    <a:pt x="100908" y="200106"/>
                  </a:lnTo>
                  <a:close/>
                  <a:moveTo>
                    <a:pt x="47050" y="148569"/>
                  </a:moveTo>
                  <a:lnTo>
                    <a:pt x="62832" y="169711"/>
                  </a:lnTo>
                  <a:lnTo>
                    <a:pt x="79763" y="130207"/>
                  </a:lnTo>
                  <a:close/>
                  <a:moveTo>
                    <a:pt x="0" y="109471"/>
                  </a:moveTo>
                  <a:lnTo>
                    <a:pt x="47050" y="148569"/>
                  </a:lnTo>
                  <a:lnTo>
                    <a:pt x="59473" y="72939"/>
                  </a:lnTo>
                  <a:close/>
                  <a:moveTo>
                    <a:pt x="84725" y="116667"/>
                  </a:moveTo>
                  <a:lnTo>
                    <a:pt x="47050" y="148569"/>
                  </a:lnTo>
                  <a:lnTo>
                    <a:pt x="79763" y="130207"/>
                  </a:lnTo>
                  <a:close/>
                  <a:moveTo>
                    <a:pt x="109490" y="81279"/>
                  </a:moveTo>
                  <a:lnTo>
                    <a:pt x="84725" y="116667"/>
                  </a:lnTo>
                  <a:lnTo>
                    <a:pt x="79763" y="130207"/>
                  </a:lnTo>
                  <a:close/>
                  <a:moveTo>
                    <a:pt x="2952" y="91928"/>
                  </a:moveTo>
                  <a:lnTo>
                    <a:pt x="63398" y="36929"/>
                  </a:lnTo>
                  <a:lnTo>
                    <a:pt x="50350" y="28634"/>
                  </a:lnTo>
                  <a:close/>
                  <a:moveTo>
                    <a:pt x="2952" y="91928"/>
                  </a:moveTo>
                  <a:lnTo>
                    <a:pt x="50350" y="28634"/>
                  </a:lnTo>
                  <a:lnTo>
                    <a:pt x="12033" y="21802"/>
                  </a:lnTo>
                  <a:close/>
                  <a:moveTo>
                    <a:pt x="63398" y="36929"/>
                  </a:moveTo>
                  <a:lnTo>
                    <a:pt x="92480" y="72939"/>
                  </a:lnTo>
                  <a:lnTo>
                    <a:pt x="50350" y="28634"/>
                  </a:lnTo>
                  <a:close/>
                  <a:moveTo>
                    <a:pt x="92480" y="72939"/>
                  </a:moveTo>
                  <a:lnTo>
                    <a:pt x="109490" y="81279"/>
                  </a:lnTo>
                  <a:lnTo>
                    <a:pt x="50350" y="28634"/>
                  </a:lnTo>
                  <a:close/>
                  <a:moveTo>
                    <a:pt x="147152" y="72939"/>
                  </a:moveTo>
                  <a:lnTo>
                    <a:pt x="172479" y="100381"/>
                  </a:lnTo>
                  <a:lnTo>
                    <a:pt x="183776" y="48845"/>
                  </a:lnTo>
                  <a:close/>
                  <a:moveTo>
                    <a:pt x="183776" y="48845"/>
                  </a:moveTo>
                  <a:lnTo>
                    <a:pt x="154078" y="26613"/>
                  </a:lnTo>
                  <a:lnTo>
                    <a:pt x="147152" y="72939"/>
                  </a:lnTo>
                  <a:close/>
                  <a:moveTo>
                    <a:pt x="183776" y="48845"/>
                  </a:moveTo>
                  <a:lnTo>
                    <a:pt x="138009" y="6309"/>
                  </a:lnTo>
                  <a:lnTo>
                    <a:pt x="132290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58" name="Output_density__4157">
              <a:extLst>
                <a:ext uri="{FF2B5EF4-FFF2-40B4-BE49-F238E27FC236}">
                  <a16:creationId xmlns:a16="http://schemas.microsoft.com/office/drawing/2014/main" id="{E248B11C-3AD6-315E-97F2-B1AF87325D4E}"/>
                </a:ext>
              </a:extLst>
            </p:cNvPr>
            <p:cNvSpPr>
              <a:spLocks noGrp="1"/>
            </p:cNvSpPr>
            <p:nvPr/>
          </p:nvSpPr>
          <p:spPr>
            <a:xfrm>
              <a:off x="15761108" y="4250536"/>
              <a:ext cx="221290" cy="142260"/>
            </a:xfrm>
            <a:custGeom>
              <a:avLst/>
              <a:gdLst/>
              <a:ahLst/>
              <a:cxnLst/>
              <a:rect l="0" t="0" r="0" b="0"/>
              <a:pathLst>
                <a:path w="221290" h="142260">
                  <a:moveTo>
                    <a:pt x="2952" y="85619"/>
                  </a:moveTo>
                  <a:lnTo>
                    <a:pt x="0" y="103162"/>
                  </a:lnTo>
                  <a:lnTo>
                    <a:pt x="59473" y="66630"/>
                  </a:lnTo>
                  <a:close/>
                  <a:moveTo>
                    <a:pt x="59473" y="66630"/>
                  </a:moveTo>
                  <a:lnTo>
                    <a:pt x="47050" y="142260"/>
                  </a:lnTo>
                  <a:lnTo>
                    <a:pt x="84725" y="110358"/>
                  </a:lnTo>
                  <a:close/>
                  <a:moveTo>
                    <a:pt x="92480" y="66630"/>
                  </a:moveTo>
                  <a:lnTo>
                    <a:pt x="84725" y="110358"/>
                  </a:lnTo>
                  <a:lnTo>
                    <a:pt x="109490" y="74970"/>
                  </a:lnTo>
                  <a:close/>
                  <a:moveTo>
                    <a:pt x="109490" y="74970"/>
                  </a:moveTo>
                  <a:lnTo>
                    <a:pt x="79763" y="123898"/>
                  </a:lnTo>
                  <a:lnTo>
                    <a:pt x="131074" y="120165"/>
                  </a:lnTo>
                  <a:close/>
                  <a:moveTo>
                    <a:pt x="59473" y="66630"/>
                  </a:moveTo>
                  <a:lnTo>
                    <a:pt x="63398" y="30619"/>
                  </a:lnTo>
                  <a:lnTo>
                    <a:pt x="2952" y="85619"/>
                  </a:lnTo>
                  <a:close/>
                  <a:moveTo>
                    <a:pt x="134537" y="121919"/>
                  </a:moveTo>
                  <a:lnTo>
                    <a:pt x="164072" y="97447"/>
                  </a:lnTo>
                  <a:lnTo>
                    <a:pt x="137605" y="118166"/>
                  </a:lnTo>
                  <a:close/>
                  <a:moveTo>
                    <a:pt x="147152" y="66630"/>
                  </a:moveTo>
                  <a:lnTo>
                    <a:pt x="137605" y="118166"/>
                  </a:lnTo>
                  <a:lnTo>
                    <a:pt x="172479" y="94072"/>
                  </a:lnTo>
                  <a:close/>
                  <a:moveTo>
                    <a:pt x="63398" y="30619"/>
                  </a:moveTo>
                  <a:lnTo>
                    <a:pt x="117413" y="42535"/>
                  </a:lnTo>
                  <a:lnTo>
                    <a:pt x="92480" y="66630"/>
                  </a:lnTo>
                  <a:close/>
                  <a:moveTo>
                    <a:pt x="183776" y="42535"/>
                  </a:moveTo>
                  <a:lnTo>
                    <a:pt x="221290" y="18442"/>
                  </a:lnTo>
                  <a:lnTo>
                    <a:pt x="138009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59" name="Output_density__4158">
              <a:extLst>
                <a:ext uri="{FF2B5EF4-FFF2-40B4-BE49-F238E27FC236}">
                  <a16:creationId xmlns:a16="http://schemas.microsoft.com/office/drawing/2014/main" id="{68950BD7-0722-518B-9A49-1A3B33E4DEFD}"/>
                </a:ext>
              </a:extLst>
            </p:cNvPr>
            <p:cNvSpPr>
              <a:spLocks noGrp="1"/>
            </p:cNvSpPr>
            <p:nvPr/>
          </p:nvSpPr>
          <p:spPr>
            <a:xfrm>
              <a:off x="16035208" y="4382688"/>
              <a:ext cx="28774" cy="27319"/>
            </a:xfrm>
            <a:custGeom>
              <a:avLst/>
              <a:gdLst/>
              <a:ahLst/>
              <a:cxnLst/>
              <a:rect l="0" t="0" r="0" b="0"/>
              <a:pathLst>
                <a:path w="28774" h="27319">
                  <a:moveTo>
                    <a:pt x="11632" y="13457"/>
                  </a:moveTo>
                  <a:lnTo>
                    <a:pt x="28774" y="0"/>
                  </a:lnTo>
                  <a:lnTo>
                    <a:pt x="0" y="2731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60" name="Output_density__4159">
              <a:extLst>
                <a:ext uri="{FF2B5EF4-FFF2-40B4-BE49-F238E27FC236}">
                  <a16:creationId xmlns:a16="http://schemas.microsoft.com/office/drawing/2014/main" id="{F754A9D9-8037-1004-1F37-51D8AB433BE7}"/>
                </a:ext>
              </a:extLst>
            </p:cNvPr>
            <p:cNvSpPr>
              <a:spLocks noGrp="1"/>
            </p:cNvSpPr>
            <p:nvPr/>
          </p:nvSpPr>
          <p:spPr>
            <a:xfrm>
              <a:off x="15710752" y="4055104"/>
              <a:ext cx="977313" cy="413322"/>
            </a:xfrm>
            <a:custGeom>
              <a:avLst/>
              <a:gdLst/>
              <a:ahLst/>
              <a:cxnLst/>
              <a:rect l="0" t="0" r="0" b="0"/>
              <a:pathLst>
                <a:path w="977313" h="413322">
                  <a:moveTo>
                    <a:pt x="17114" y="361786"/>
                  </a:moveTo>
                  <a:lnTo>
                    <a:pt x="18327" y="337692"/>
                  </a:lnTo>
                  <a:lnTo>
                    <a:pt x="0" y="413322"/>
                  </a:lnTo>
                  <a:close/>
                  <a:moveTo>
                    <a:pt x="309313" y="338064"/>
                  </a:moveTo>
                  <a:lnTo>
                    <a:pt x="284358" y="379660"/>
                  </a:lnTo>
                  <a:lnTo>
                    <a:pt x="353230" y="327584"/>
                  </a:lnTo>
                  <a:close/>
                  <a:moveTo>
                    <a:pt x="336088" y="341041"/>
                  </a:moveTo>
                  <a:lnTo>
                    <a:pt x="359860" y="316947"/>
                  </a:lnTo>
                  <a:lnTo>
                    <a:pt x="353230" y="327584"/>
                  </a:lnTo>
                  <a:close/>
                  <a:moveTo>
                    <a:pt x="392740" y="241316"/>
                  </a:moveTo>
                  <a:lnTo>
                    <a:pt x="370865" y="258619"/>
                  </a:lnTo>
                  <a:lnTo>
                    <a:pt x="359860" y="316947"/>
                  </a:lnTo>
                  <a:close/>
                  <a:moveTo>
                    <a:pt x="370865" y="258619"/>
                  </a:moveTo>
                  <a:lnTo>
                    <a:pt x="392740" y="241316"/>
                  </a:lnTo>
                  <a:lnTo>
                    <a:pt x="448083" y="237747"/>
                  </a:lnTo>
                  <a:close/>
                  <a:moveTo>
                    <a:pt x="467762" y="176425"/>
                  </a:moveTo>
                  <a:lnTo>
                    <a:pt x="460790" y="217222"/>
                  </a:lnTo>
                  <a:lnTo>
                    <a:pt x="478387" y="176374"/>
                  </a:lnTo>
                  <a:close/>
                  <a:moveTo>
                    <a:pt x="942143" y="13044"/>
                  </a:moveTo>
                  <a:lnTo>
                    <a:pt x="977313" y="21122"/>
                  </a:lnTo>
                  <a:lnTo>
                    <a:pt x="928016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61" name="Output_density__4160">
              <a:extLst>
                <a:ext uri="{FF2B5EF4-FFF2-40B4-BE49-F238E27FC236}">
                  <a16:creationId xmlns:a16="http://schemas.microsoft.com/office/drawing/2014/main" id="{350012B4-9AC4-960C-320B-E04136A2C610}"/>
                </a:ext>
              </a:extLst>
            </p:cNvPr>
            <p:cNvSpPr>
              <a:spLocks noGrp="1"/>
            </p:cNvSpPr>
            <p:nvPr/>
          </p:nvSpPr>
          <p:spPr>
            <a:xfrm>
              <a:off x="15633971" y="3845986"/>
              <a:ext cx="1004797" cy="556874"/>
            </a:xfrm>
            <a:custGeom>
              <a:avLst/>
              <a:gdLst/>
              <a:ahLst/>
              <a:cxnLst/>
              <a:rect l="0" t="0" r="0" b="0"/>
              <a:pathLst>
                <a:path w="1004797" h="556874">
                  <a:moveTo>
                    <a:pt x="70960" y="495273"/>
                  </a:moveTo>
                  <a:lnTo>
                    <a:pt x="75166" y="496838"/>
                  </a:lnTo>
                  <a:lnTo>
                    <a:pt x="33786" y="508040"/>
                  </a:lnTo>
                  <a:close/>
                  <a:moveTo>
                    <a:pt x="75166" y="496838"/>
                  </a:moveTo>
                  <a:lnTo>
                    <a:pt x="57486" y="556874"/>
                  </a:lnTo>
                  <a:lnTo>
                    <a:pt x="33786" y="508040"/>
                  </a:lnTo>
                  <a:close/>
                  <a:moveTo>
                    <a:pt x="11190" y="448124"/>
                  </a:moveTo>
                  <a:lnTo>
                    <a:pt x="70960" y="495273"/>
                  </a:lnTo>
                  <a:lnTo>
                    <a:pt x="24402" y="472957"/>
                  </a:lnTo>
                  <a:close/>
                  <a:moveTo>
                    <a:pt x="75166" y="496838"/>
                  </a:moveTo>
                  <a:lnTo>
                    <a:pt x="70960" y="495273"/>
                  </a:lnTo>
                  <a:lnTo>
                    <a:pt x="11190" y="448124"/>
                  </a:lnTo>
                  <a:close/>
                  <a:moveTo>
                    <a:pt x="70960" y="495273"/>
                  </a:moveTo>
                  <a:lnTo>
                    <a:pt x="77637" y="494829"/>
                  </a:lnTo>
                  <a:lnTo>
                    <a:pt x="24402" y="472957"/>
                  </a:lnTo>
                  <a:close/>
                  <a:moveTo>
                    <a:pt x="24402" y="472957"/>
                  </a:moveTo>
                  <a:lnTo>
                    <a:pt x="77637" y="494829"/>
                  </a:lnTo>
                  <a:lnTo>
                    <a:pt x="95730" y="430063"/>
                  </a:lnTo>
                  <a:close/>
                  <a:moveTo>
                    <a:pt x="24402" y="472957"/>
                  </a:moveTo>
                  <a:lnTo>
                    <a:pt x="95730" y="430063"/>
                  </a:lnTo>
                  <a:lnTo>
                    <a:pt x="48331" y="427522"/>
                  </a:lnTo>
                  <a:close/>
                  <a:moveTo>
                    <a:pt x="136799" y="419643"/>
                  </a:moveTo>
                  <a:lnTo>
                    <a:pt x="95730" y="430063"/>
                  </a:lnTo>
                  <a:lnTo>
                    <a:pt x="139170" y="420043"/>
                  </a:lnTo>
                  <a:close/>
                  <a:moveTo>
                    <a:pt x="139170" y="420043"/>
                  </a:moveTo>
                  <a:lnTo>
                    <a:pt x="95730" y="430063"/>
                  </a:lnTo>
                  <a:lnTo>
                    <a:pt x="77637" y="494829"/>
                  </a:lnTo>
                  <a:close/>
                  <a:moveTo>
                    <a:pt x="139170" y="420043"/>
                  </a:moveTo>
                  <a:lnTo>
                    <a:pt x="77637" y="494829"/>
                  </a:lnTo>
                  <a:lnTo>
                    <a:pt x="130089" y="490169"/>
                  </a:lnTo>
                  <a:close/>
                  <a:moveTo>
                    <a:pt x="40252" y="419643"/>
                  </a:moveTo>
                  <a:lnTo>
                    <a:pt x="0" y="443737"/>
                  </a:lnTo>
                  <a:lnTo>
                    <a:pt x="24402" y="472957"/>
                  </a:lnTo>
                  <a:close/>
                  <a:moveTo>
                    <a:pt x="215862" y="521162"/>
                  </a:moveTo>
                  <a:lnTo>
                    <a:pt x="215238" y="527530"/>
                  </a:lnTo>
                  <a:lnTo>
                    <a:pt x="209080" y="544283"/>
                  </a:lnTo>
                  <a:close/>
                  <a:moveTo>
                    <a:pt x="186610" y="471179"/>
                  </a:moveTo>
                  <a:lnTo>
                    <a:pt x="211862" y="514908"/>
                  </a:lnTo>
                  <a:lnTo>
                    <a:pt x="200937" y="498622"/>
                  </a:lnTo>
                  <a:close/>
                  <a:moveTo>
                    <a:pt x="219341" y="447085"/>
                  </a:moveTo>
                  <a:lnTo>
                    <a:pt x="186610" y="471179"/>
                  </a:lnTo>
                  <a:lnTo>
                    <a:pt x="200937" y="498622"/>
                  </a:lnTo>
                  <a:close/>
                  <a:moveTo>
                    <a:pt x="286983" y="498622"/>
                  </a:moveTo>
                  <a:lnTo>
                    <a:pt x="215862" y="521162"/>
                  </a:lnTo>
                  <a:lnTo>
                    <a:pt x="219617" y="471179"/>
                  </a:lnTo>
                  <a:close/>
                  <a:moveTo>
                    <a:pt x="244550" y="447085"/>
                  </a:moveTo>
                  <a:lnTo>
                    <a:pt x="286983" y="498622"/>
                  </a:lnTo>
                  <a:lnTo>
                    <a:pt x="219617" y="471179"/>
                  </a:lnTo>
                  <a:close/>
                  <a:moveTo>
                    <a:pt x="226964" y="436471"/>
                  </a:moveTo>
                  <a:lnTo>
                    <a:pt x="244550" y="447085"/>
                  </a:lnTo>
                  <a:lnTo>
                    <a:pt x="190535" y="435169"/>
                  </a:lnTo>
                  <a:close/>
                  <a:moveTo>
                    <a:pt x="98815" y="414869"/>
                  </a:moveTo>
                  <a:lnTo>
                    <a:pt x="95730" y="430063"/>
                  </a:lnTo>
                  <a:lnTo>
                    <a:pt x="136799" y="419643"/>
                  </a:lnTo>
                  <a:close/>
                  <a:moveTo>
                    <a:pt x="310913" y="447085"/>
                  </a:moveTo>
                  <a:lnTo>
                    <a:pt x="299616" y="498622"/>
                  </a:lnTo>
                  <a:lnTo>
                    <a:pt x="325498" y="474528"/>
                  </a:lnTo>
                  <a:close/>
                  <a:moveTo>
                    <a:pt x="310913" y="447085"/>
                  </a:moveTo>
                  <a:lnTo>
                    <a:pt x="325498" y="474528"/>
                  </a:lnTo>
                  <a:lnTo>
                    <a:pt x="348427" y="422992"/>
                  </a:lnTo>
                  <a:close/>
                  <a:moveTo>
                    <a:pt x="257770" y="395549"/>
                  </a:moveTo>
                  <a:lnTo>
                    <a:pt x="265146" y="404550"/>
                  </a:lnTo>
                  <a:lnTo>
                    <a:pt x="297369" y="390126"/>
                  </a:lnTo>
                  <a:close/>
                  <a:moveTo>
                    <a:pt x="257770" y="395549"/>
                  </a:moveTo>
                  <a:lnTo>
                    <a:pt x="297369" y="390126"/>
                  </a:lnTo>
                  <a:lnTo>
                    <a:pt x="269453" y="371455"/>
                  </a:lnTo>
                  <a:close/>
                  <a:moveTo>
                    <a:pt x="348427" y="422992"/>
                  </a:moveTo>
                  <a:lnTo>
                    <a:pt x="297369" y="390126"/>
                  </a:lnTo>
                  <a:lnTo>
                    <a:pt x="265146" y="404550"/>
                  </a:lnTo>
                  <a:close/>
                  <a:moveTo>
                    <a:pt x="244183" y="344012"/>
                  </a:moveTo>
                  <a:lnTo>
                    <a:pt x="257770" y="395549"/>
                  </a:lnTo>
                  <a:lnTo>
                    <a:pt x="269453" y="371455"/>
                  </a:lnTo>
                  <a:close/>
                  <a:moveTo>
                    <a:pt x="244183" y="344012"/>
                  </a:moveTo>
                  <a:lnTo>
                    <a:pt x="269453" y="371455"/>
                  </a:lnTo>
                  <a:lnTo>
                    <a:pt x="236202" y="319918"/>
                  </a:lnTo>
                  <a:close/>
                  <a:moveTo>
                    <a:pt x="430341" y="403035"/>
                  </a:moveTo>
                  <a:lnTo>
                    <a:pt x="444431" y="422992"/>
                  </a:lnTo>
                  <a:lnTo>
                    <a:pt x="428666" y="399360"/>
                  </a:lnTo>
                  <a:close/>
                  <a:moveTo>
                    <a:pt x="269453" y="371455"/>
                  </a:moveTo>
                  <a:lnTo>
                    <a:pt x="297369" y="390126"/>
                  </a:lnTo>
                  <a:lnTo>
                    <a:pt x="306138" y="360266"/>
                  </a:lnTo>
                  <a:close/>
                  <a:moveTo>
                    <a:pt x="306138" y="360266"/>
                  </a:moveTo>
                  <a:lnTo>
                    <a:pt x="297369" y="390126"/>
                  </a:lnTo>
                  <a:lnTo>
                    <a:pt x="357702" y="419070"/>
                  </a:lnTo>
                  <a:close/>
                  <a:moveTo>
                    <a:pt x="269453" y="371455"/>
                  </a:moveTo>
                  <a:lnTo>
                    <a:pt x="306138" y="360266"/>
                  </a:lnTo>
                  <a:lnTo>
                    <a:pt x="236202" y="319918"/>
                  </a:lnTo>
                  <a:close/>
                  <a:moveTo>
                    <a:pt x="347080" y="302220"/>
                  </a:moveTo>
                  <a:lnTo>
                    <a:pt x="306138" y="360266"/>
                  </a:lnTo>
                  <a:lnTo>
                    <a:pt x="362827" y="352160"/>
                  </a:lnTo>
                  <a:close/>
                  <a:moveTo>
                    <a:pt x="501700" y="440710"/>
                  </a:moveTo>
                  <a:lnTo>
                    <a:pt x="430341" y="403035"/>
                  </a:lnTo>
                  <a:lnTo>
                    <a:pt x="431077" y="397400"/>
                  </a:lnTo>
                  <a:close/>
                  <a:moveTo>
                    <a:pt x="431077" y="397400"/>
                  </a:moveTo>
                  <a:lnTo>
                    <a:pt x="448755" y="398898"/>
                  </a:lnTo>
                  <a:lnTo>
                    <a:pt x="501700" y="440710"/>
                  </a:lnTo>
                  <a:close/>
                  <a:moveTo>
                    <a:pt x="1004797" y="209118"/>
                  </a:moveTo>
                  <a:lnTo>
                    <a:pt x="964334" y="178704"/>
                  </a:lnTo>
                  <a:lnTo>
                    <a:pt x="920540" y="203670"/>
                  </a:lnTo>
                  <a:close/>
                  <a:moveTo>
                    <a:pt x="914587" y="81961"/>
                  </a:moveTo>
                  <a:lnTo>
                    <a:pt x="945215" y="121247"/>
                  </a:lnTo>
                  <a:lnTo>
                    <a:pt x="942521" y="127167"/>
                  </a:lnTo>
                  <a:close/>
                  <a:moveTo>
                    <a:pt x="942521" y="127167"/>
                  </a:moveTo>
                  <a:lnTo>
                    <a:pt x="945215" y="121247"/>
                  </a:lnTo>
                  <a:lnTo>
                    <a:pt x="914763" y="151261"/>
                  </a:lnTo>
                  <a:close/>
                  <a:moveTo>
                    <a:pt x="914845" y="47479"/>
                  </a:moveTo>
                  <a:lnTo>
                    <a:pt x="914587" y="81961"/>
                  </a:lnTo>
                  <a:lnTo>
                    <a:pt x="913622" y="75631"/>
                  </a:lnTo>
                  <a:close/>
                  <a:moveTo>
                    <a:pt x="920550" y="0"/>
                  </a:moveTo>
                  <a:lnTo>
                    <a:pt x="915752" y="18272"/>
                  </a:lnTo>
                  <a:lnTo>
                    <a:pt x="913622" y="756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62" name="Output_density__4161">
              <a:extLst>
                <a:ext uri="{FF2B5EF4-FFF2-40B4-BE49-F238E27FC236}">
                  <a16:creationId xmlns:a16="http://schemas.microsoft.com/office/drawing/2014/main" id="{2B4ECD53-8D45-63DA-C2BD-9C608C7FC717}"/>
                </a:ext>
              </a:extLst>
            </p:cNvPr>
            <p:cNvSpPr>
              <a:spLocks noGrp="1"/>
            </p:cNvSpPr>
            <p:nvPr/>
          </p:nvSpPr>
          <p:spPr>
            <a:xfrm>
              <a:off x="15698453" y="4052132"/>
              <a:ext cx="997006" cy="364758"/>
            </a:xfrm>
            <a:custGeom>
              <a:avLst/>
              <a:gdLst/>
              <a:ahLst/>
              <a:cxnLst/>
              <a:rect l="0" t="0" r="0" b="0"/>
              <a:pathLst>
                <a:path w="997006" h="364758">
                  <a:moveTo>
                    <a:pt x="30627" y="340664"/>
                  </a:moveTo>
                  <a:lnTo>
                    <a:pt x="29413" y="364758"/>
                  </a:lnTo>
                  <a:lnTo>
                    <a:pt x="10684" y="290692"/>
                  </a:lnTo>
                  <a:close/>
                  <a:moveTo>
                    <a:pt x="29565" y="338085"/>
                  </a:moveTo>
                  <a:lnTo>
                    <a:pt x="6478" y="289127"/>
                  </a:lnTo>
                  <a:lnTo>
                    <a:pt x="0" y="281762"/>
                  </a:lnTo>
                  <a:close/>
                  <a:moveTo>
                    <a:pt x="29565" y="338085"/>
                  </a:moveTo>
                  <a:lnTo>
                    <a:pt x="30627" y="340664"/>
                  </a:lnTo>
                  <a:lnTo>
                    <a:pt x="65607" y="284023"/>
                  </a:lnTo>
                  <a:close/>
                  <a:moveTo>
                    <a:pt x="19675" y="157897"/>
                  </a:moveTo>
                  <a:lnTo>
                    <a:pt x="72317" y="213497"/>
                  </a:lnTo>
                  <a:lnTo>
                    <a:pt x="22993" y="161960"/>
                  </a:lnTo>
                  <a:close/>
                  <a:moveTo>
                    <a:pt x="365859" y="196889"/>
                  </a:moveTo>
                  <a:lnTo>
                    <a:pt x="405039" y="244288"/>
                  </a:lnTo>
                  <a:lnTo>
                    <a:pt x="379949" y="216845"/>
                  </a:lnTo>
                  <a:close/>
                  <a:moveTo>
                    <a:pt x="280042" y="89678"/>
                  </a:moveTo>
                  <a:lnTo>
                    <a:pt x="250725" y="115773"/>
                  </a:lnTo>
                  <a:lnTo>
                    <a:pt x="282598" y="96074"/>
                  </a:lnTo>
                  <a:close/>
                  <a:moveTo>
                    <a:pt x="258752" y="14735"/>
                  </a:moveTo>
                  <a:lnTo>
                    <a:pt x="256408" y="79384"/>
                  </a:lnTo>
                  <a:lnTo>
                    <a:pt x="280042" y="89678"/>
                  </a:lnTo>
                  <a:close/>
                  <a:moveTo>
                    <a:pt x="989613" y="24094"/>
                  </a:moveTo>
                  <a:lnTo>
                    <a:pt x="997006" y="0"/>
                  </a:lnTo>
                  <a:lnTo>
                    <a:pt x="940315" y="2972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63" name="Output_density__4162">
              <a:extLst>
                <a:ext uri="{FF2B5EF4-FFF2-40B4-BE49-F238E27FC236}">
                  <a16:creationId xmlns:a16="http://schemas.microsoft.com/office/drawing/2014/main" id="{9DD59C3C-950D-F693-E5E5-73AA11C28CB1}"/>
                </a:ext>
              </a:extLst>
            </p:cNvPr>
            <p:cNvSpPr>
              <a:spLocks noGrp="1"/>
            </p:cNvSpPr>
            <p:nvPr/>
          </p:nvSpPr>
          <p:spPr>
            <a:xfrm>
              <a:off x="15595341" y="4043993"/>
              <a:ext cx="1043427" cy="348803"/>
            </a:xfrm>
            <a:custGeom>
              <a:avLst/>
              <a:gdLst/>
              <a:ahLst/>
              <a:cxnLst/>
              <a:rect l="0" t="0" r="0" b="0"/>
              <a:pathLst>
                <a:path w="1043427" h="348803">
                  <a:moveTo>
                    <a:pt x="165767" y="309705"/>
                  </a:moveTo>
                  <a:lnTo>
                    <a:pt x="133739" y="348803"/>
                  </a:lnTo>
                  <a:lnTo>
                    <a:pt x="113796" y="298830"/>
                  </a:lnTo>
                  <a:close/>
                  <a:moveTo>
                    <a:pt x="77258" y="265792"/>
                  </a:moveTo>
                  <a:lnTo>
                    <a:pt x="113796" y="298830"/>
                  </a:lnTo>
                  <a:lnTo>
                    <a:pt x="49820" y="250117"/>
                  </a:lnTo>
                  <a:close/>
                  <a:moveTo>
                    <a:pt x="38630" y="245729"/>
                  </a:moveTo>
                  <a:lnTo>
                    <a:pt x="49820" y="250117"/>
                  </a:lnTo>
                  <a:lnTo>
                    <a:pt x="63032" y="274950"/>
                  </a:lnTo>
                  <a:close/>
                  <a:moveTo>
                    <a:pt x="116267" y="296822"/>
                  </a:moveTo>
                  <a:lnTo>
                    <a:pt x="109590" y="297266"/>
                  </a:lnTo>
                  <a:lnTo>
                    <a:pt x="132677" y="346224"/>
                  </a:lnTo>
                  <a:close/>
                  <a:moveTo>
                    <a:pt x="168719" y="292162"/>
                  </a:moveTo>
                  <a:lnTo>
                    <a:pt x="133739" y="348803"/>
                  </a:lnTo>
                  <a:lnTo>
                    <a:pt x="165767" y="309705"/>
                  </a:lnTo>
                  <a:close/>
                  <a:moveTo>
                    <a:pt x="116267" y="296822"/>
                  </a:moveTo>
                  <a:lnTo>
                    <a:pt x="132677" y="346224"/>
                  </a:lnTo>
                  <a:lnTo>
                    <a:pt x="168719" y="292162"/>
                  </a:lnTo>
                  <a:close/>
                  <a:moveTo>
                    <a:pt x="78881" y="221636"/>
                  </a:moveTo>
                  <a:lnTo>
                    <a:pt x="0" y="189895"/>
                  </a:lnTo>
                  <a:lnTo>
                    <a:pt x="8102" y="194193"/>
                  </a:lnTo>
                  <a:close/>
                  <a:moveTo>
                    <a:pt x="78881" y="221636"/>
                  </a:moveTo>
                  <a:lnTo>
                    <a:pt x="8102" y="194193"/>
                  </a:lnTo>
                  <a:lnTo>
                    <a:pt x="38630" y="245729"/>
                  </a:lnTo>
                  <a:close/>
                  <a:moveTo>
                    <a:pt x="175429" y="221636"/>
                  </a:moveTo>
                  <a:lnTo>
                    <a:pt x="177800" y="222036"/>
                  </a:lnTo>
                  <a:lnTo>
                    <a:pt x="126105" y="170099"/>
                  </a:lnTo>
                  <a:close/>
                  <a:moveTo>
                    <a:pt x="86929" y="219947"/>
                  </a:moveTo>
                  <a:lnTo>
                    <a:pt x="137445" y="216862"/>
                  </a:lnTo>
                  <a:lnTo>
                    <a:pt x="122787" y="166036"/>
                  </a:lnTo>
                  <a:close/>
                  <a:moveTo>
                    <a:pt x="122787" y="166036"/>
                  </a:moveTo>
                  <a:lnTo>
                    <a:pt x="137445" y="216862"/>
                  </a:lnTo>
                  <a:lnTo>
                    <a:pt x="175429" y="221636"/>
                  </a:lnTo>
                  <a:close/>
                  <a:moveTo>
                    <a:pt x="385710" y="104213"/>
                  </a:moveTo>
                  <a:lnTo>
                    <a:pt x="353836" y="123912"/>
                  </a:lnTo>
                  <a:lnTo>
                    <a:pt x="344768" y="162258"/>
                  </a:lnTo>
                  <a:close/>
                  <a:moveTo>
                    <a:pt x="401457" y="154153"/>
                  </a:moveTo>
                  <a:lnTo>
                    <a:pt x="449106" y="153397"/>
                  </a:lnTo>
                  <a:lnTo>
                    <a:pt x="385710" y="104213"/>
                  </a:lnTo>
                  <a:close/>
                  <a:moveTo>
                    <a:pt x="274832" y="121911"/>
                  </a:moveTo>
                  <a:lnTo>
                    <a:pt x="275944" y="117486"/>
                  </a:lnTo>
                  <a:lnTo>
                    <a:pt x="269372" y="60086"/>
                  </a:lnTo>
                  <a:close/>
                  <a:moveTo>
                    <a:pt x="353836" y="123912"/>
                  </a:moveTo>
                  <a:lnTo>
                    <a:pt x="383153" y="97817"/>
                  </a:lnTo>
                  <a:lnTo>
                    <a:pt x="359520" y="87522"/>
                  </a:lnTo>
                  <a:close/>
                  <a:moveTo>
                    <a:pt x="959170" y="5663"/>
                  </a:moveTo>
                  <a:lnTo>
                    <a:pt x="958236" y="5359"/>
                  </a:lnTo>
                  <a:lnTo>
                    <a:pt x="976032" y="28930"/>
                  </a:lnTo>
                  <a:close/>
                  <a:moveTo>
                    <a:pt x="958236" y="5359"/>
                  </a:moveTo>
                  <a:lnTo>
                    <a:pt x="957655" y="0"/>
                  </a:lnTo>
                  <a:lnTo>
                    <a:pt x="975937" y="28884"/>
                  </a:lnTo>
                  <a:close/>
                  <a:moveTo>
                    <a:pt x="1014627" y="38330"/>
                  </a:moveTo>
                  <a:lnTo>
                    <a:pt x="1043427" y="11111"/>
                  </a:lnTo>
                  <a:lnTo>
                    <a:pt x="959170" y="566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64" name="Output_density__4163">
              <a:extLst>
                <a:ext uri="{FF2B5EF4-FFF2-40B4-BE49-F238E27FC236}">
                  <a16:creationId xmlns:a16="http://schemas.microsoft.com/office/drawing/2014/main" id="{5488E9ED-9898-EBE1-2E35-9B8FFBABC474}"/>
                </a:ext>
              </a:extLst>
            </p:cNvPr>
            <p:cNvSpPr>
              <a:spLocks noGrp="1"/>
            </p:cNvSpPr>
            <p:nvPr/>
          </p:nvSpPr>
          <p:spPr>
            <a:xfrm>
              <a:off x="15820580" y="3897522"/>
              <a:ext cx="777725" cy="469626"/>
            </a:xfrm>
            <a:custGeom>
              <a:avLst/>
              <a:gdLst/>
              <a:ahLst/>
              <a:cxnLst/>
              <a:rect l="0" t="0" r="0" b="0"/>
              <a:pathLst>
                <a:path w="777725" h="469626">
                  <a:moveTo>
                    <a:pt x="40354" y="384934"/>
                  </a:moveTo>
                  <a:lnTo>
                    <a:pt x="0" y="419643"/>
                  </a:lnTo>
                  <a:lnTo>
                    <a:pt x="32732" y="395549"/>
                  </a:lnTo>
                  <a:close/>
                  <a:moveTo>
                    <a:pt x="40354" y="384934"/>
                  </a:moveTo>
                  <a:lnTo>
                    <a:pt x="3925" y="383633"/>
                  </a:lnTo>
                  <a:lnTo>
                    <a:pt x="0" y="419643"/>
                  </a:lnTo>
                  <a:close/>
                  <a:moveTo>
                    <a:pt x="33007" y="419643"/>
                  </a:moveTo>
                  <a:lnTo>
                    <a:pt x="29252" y="469626"/>
                  </a:lnTo>
                  <a:lnTo>
                    <a:pt x="25253" y="463371"/>
                  </a:lnTo>
                  <a:close/>
                  <a:moveTo>
                    <a:pt x="171092" y="367534"/>
                  </a:moveTo>
                  <a:lnTo>
                    <a:pt x="110759" y="338590"/>
                  </a:lnTo>
                  <a:lnTo>
                    <a:pt x="161817" y="371455"/>
                  </a:lnTo>
                  <a:close/>
                  <a:moveTo>
                    <a:pt x="176218" y="300624"/>
                  </a:moveTo>
                  <a:lnTo>
                    <a:pt x="119529" y="308729"/>
                  </a:lnTo>
                  <a:lnTo>
                    <a:pt x="171092" y="367534"/>
                  </a:lnTo>
                  <a:close/>
                  <a:moveTo>
                    <a:pt x="171092" y="367534"/>
                  </a:moveTo>
                  <a:lnTo>
                    <a:pt x="242057" y="347824"/>
                  </a:lnTo>
                  <a:lnTo>
                    <a:pt x="223867" y="299868"/>
                  </a:lnTo>
                  <a:close/>
                  <a:moveTo>
                    <a:pt x="171092" y="367534"/>
                  </a:moveTo>
                  <a:lnTo>
                    <a:pt x="223867" y="299868"/>
                  </a:lnTo>
                  <a:lnTo>
                    <a:pt x="176218" y="300624"/>
                  </a:lnTo>
                  <a:close/>
                  <a:moveTo>
                    <a:pt x="243732" y="351499"/>
                  </a:moveTo>
                  <a:lnTo>
                    <a:pt x="248169" y="323267"/>
                  </a:lnTo>
                  <a:lnTo>
                    <a:pt x="244467" y="345864"/>
                  </a:lnTo>
                  <a:close/>
                  <a:moveTo>
                    <a:pt x="262146" y="347361"/>
                  </a:moveTo>
                  <a:lnTo>
                    <a:pt x="244467" y="345864"/>
                  </a:lnTo>
                  <a:lnTo>
                    <a:pt x="231631" y="293556"/>
                  </a:lnTo>
                  <a:close/>
                  <a:moveTo>
                    <a:pt x="231631" y="293556"/>
                  </a:moveTo>
                  <a:lnTo>
                    <a:pt x="244467" y="345864"/>
                  </a:lnTo>
                  <a:lnTo>
                    <a:pt x="203711" y="278273"/>
                  </a:lnTo>
                  <a:close/>
                  <a:moveTo>
                    <a:pt x="501468" y="211727"/>
                  </a:moveTo>
                  <a:lnTo>
                    <a:pt x="471663" y="223543"/>
                  </a:lnTo>
                  <a:lnTo>
                    <a:pt x="512281" y="217321"/>
                  </a:lnTo>
                  <a:close/>
                  <a:moveTo>
                    <a:pt x="733930" y="152134"/>
                  </a:moveTo>
                  <a:lnTo>
                    <a:pt x="732236" y="151261"/>
                  </a:lnTo>
                  <a:lnTo>
                    <a:pt x="732997" y="151830"/>
                  </a:lnTo>
                  <a:close/>
                  <a:moveTo>
                    <a:pt x="732416" y="146471"/>
                  </a:moveTo>
                  <a:lnTo>
                    <a:pt x="732997" y="151830"/>
                  </a:lnTo>
                  <a:lnTo>
                    <a:pt x="732236" y="151261"/>
                  </a:lnTo>
                  <a:close/>
                  <a:moveTo>
                    <a:pt x="732236" y="151261"/>
                  </a:moveTo>
                  <a:lnTo>
                    <a:pt x="733930" y="152134"/>
                  </a:lnTo>
                  <a:lnTo>
                    <a:pt x="734340" y="150738"/>
                  </a:lnTo>
                  <a:close/>
                  <a:moveTo>
                    <a:pt x="732416" y="146471"/>
                  </a:moveTo>
                  <a:lnTo>
                    <a:pt x="732236" y="151261"/>
                  </a:lnTo>
                  <a:lnTo>
                    <a:pt x="734340" y="150738"/>
                  </a:lnTo>
                  <a:close/>
                  <a:moveTo>
                    <a:pt x="733930" y="152134"/>
                  </a:moveTo>
                  <a:lnTo>
                    <a:pt x="777725" y="127167"/>
                  </a:lnTo>
                  <a:lnTo>
                    <a:pt x="734340" y="150738"/>
                  </a:lnTo>
                  <a:close/>
                  <a:moveTo>
                    <a:pt x="732416" y="146471"/>
                  </a:moveTo>
                  <a:lnTo>
                    <a:pt x="734340" y="150738"/>
                  </a:lnTo>
                  <a:lnTo>
                    <a:pt x="728153" y="99724"/>
                  </a:lnTo>
                  <a:close/>
                  <a:moveTo>
                    <a:pt x="728153" y="99724"/>
                  </a:moveTo>
                  <a:lnTo>
                    <a:pt x="734340" y="150738"/>
                  </a:lnTo>
                  <a:lnTo>
                    <a:pt x="777725" y="127167"/>
                  </a:lnTo>
                  <a:close/>
                  <a:moveTo>
                    <a:pt x="728153" y="99724"/>
                  </a:moveTo>
                  <a:lnTo>
                    <a:pt x="777725" y="127167"/>
                  </a:lnTo>
                  <a:lnTo>
                    <a:pt x="755911" y="75630"/>
                  </a:lnTo>
                  <a:close/>
                  <a:moveTo>
                    <a:pt x="755911" y="75630"/>
                  </a:moveTo>
                  <a:lnTo>
                    <a:pt x="742257" y="48367"/>
                  </a:lnTo>
                  <a:lnTo>
                    <a:pt x="727978" y="30425"/>
                  </a:lnTo>
                  <a:close/>
                  <a:moveTo>
                    <a:pt x="727013" y="24094"/>
                  </a:moveTo>
                  <a:lnTo>
                    <a:pt x="727978" y="30425"/>
                  </a:lnTo>
                  <a:lnTo>
                    <a:pt x="742257" y="48367"/>
                  </a:lnTo>
                  <a:close/>
                  <a:moveTo>
                    <a:pt x="755703" y="0"/>
                  </a:moveTo>
                  <a:lnTo>
                    <a:pt x="727013" y="24094"/>
                  </a:lnTo>
                  <a:lnTo>
                    <a:pt x="742257" y="48367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65" name="Output_density__4164">
              <a:extLst>
                <a:ext uri="{FF2B5EF4-FFF2-40B4-BE49-F238E27FC236}">
                  <a16:creationId xmlns:a16="http://schemas.microsoft.com/office/drawing/2014/main" id="{08E8EE14-5854-3ED1-CD30-5A0092FBEAB1}"/>
                </a:ext>
              </a:extLst>
            </p:cNvPr>
            <p:cNvSpPr>
              <a:spLocks noGrp="1"/>
            </p:cNvSpPr>
            <p:nvPr/>
          </p:nvSpPr>
          <p:spPr>
            <a:xfrm>
              <a:off x="15733887" y="3748173"/>
              <a:ext cx="961572" cy="644995"/>
            </a:xfrm>
            <a:custGeom>
              <a:avLst/>
              <a:gdLst/>
              <a:ahLst/>
              <a:cxnLst/>
              <a:rect l="0" t="0" r="0" b="0"/>
              <a:pathLst>
                <a:path w="961572" h="644995">
                  <a:moveTo>
                    <a:pt x="334935" y="617630"/>
                  </a:moveTo>
                  <a:lnTo>
                    <a:pt x="286179" y="644995"/>
                  </a:lnTo>
                  <a:lnTo>
                    <a:pt x="330095" y="634515"/>
                  </a:lnTo>
                  <a:close/>
                  <a:moveTo>
                    <a:pt x="334935" y="617630"/>
                  </a:moveTo>
                  <a:lnTo>
                    <a:pt x="292849" y="613863"/>
                  </a:lnTo>
                  <a:lnTo>
                    <a:pt x="286179" y="644995"/>
                  </a:lnTo>
                  <a:close/>
                  <a:moveTo>
                    <a:pt x="334935" y="617630"/>
                  </a:moveTo>
                  <a:lnTo>
                    <a:pt x="330095" y="634515"/>
                  </a:lnTo>
                  <a:lnTo>
                    <a:pt x="336725" y="623878"/>
                  </a:lnTo>
                  <a:close/>
                  <a:moveTo>
                    <a:pt x="336725" y="623878"/>
                  </a:moveTo>
                  <a:lnTo>
                    <a:pt x="347730" y="565550"/>
                  </a:lnTo>
                  <a:lnTo>
                    <a:pt x="334935" y="617630"/>
                  </a:lnTo>
                  <a:close/>
                  <a:moveTo>
                    <a:pt x="369605" y="548247"/>
                  </a:moveTo>
                  <a:lnTo>
                    <a:pt x="330425" y="500848"/>
                  </a:lnTo>
                  <a:lnTo>
                    <a:pt x="401784" y="538523"/>
                  </a:lnTo>
                  <a:close/>
                  <a:moveTo>
                    <a:pt x="19710" y="135955"/>
                  </a:moveTo>
                  <a:lnTo>
                    <a:pt x="16712" y="121743"/>
                  </a:lnTo>
                  <a:lnTo>
                    <a:pt x="0" y="138828"/>
                  </a:lnTo>
                  <a:close/>
                  <a:moveTo>
                    <a:pt x="919008" y="319975"/>
                  </a:moveTo>
                  <a:lnTo>
                    <a:pt x="904881" y="306931"/>
                  </a:lnTo>
                  <a:lnTo>
                    <a:pt x="876081" y="334151"/>
                  </a:lnTo>
                  <a:close/>
                  <a:moveTo>
                    <a:pt x="961572" y="303959"/>
                  </a:moveTo>
                  <a:lnTo>
                    <a:pt x="954178" y="328053"/>
                  </a:lnTo>
                  <a:lnTo>
                    <a:pt x="957785" y="330054"/>
                  </a:lnTo>
                  <a:close/>
                  <a:moveTo>
                    <a:pt x="932517" y="149350"/>
                  </a:moveTo>
                  <a:lnTo>
                    <a:pt x="940631" y="125256"/>
                  </a:lnTo>
                  <a:lnTo>
                    <a:pt x="947636" y="200886"/>
                  </a:lnTo>
                  <a:close/>
                  <a:moveTo>
                    <a:pt x="928168" y="0"/>
                  </a:moveTo>
                  <a:lnTo>
                    <a:pt x="941248" y="73719"/>
                  </a:lnTo>
                  <a:lnTo>
                    <a:pt x="928829" y="22183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66" name="Output_density__4165">
              <a:extLst>
                <a:ext uri="{FF2B5EF4-FFF2-40B4-BE49-F238E27FC236}">
                  <a16:creationId xmlns:a16="http://schemas.microsoft.com/office/drawing/2014/main" id="{1F44D25E-DE38-E63B-C5B1-7A476FFE7BA0}"/>
                </a:ext>
              </a:extLst>
            </p:cNvPr>
            <p:cNvSpPr>
              <a:spLocks noGrp="1"/>
            </p:cNvSpPr>
            <p:nvPr/>
          </p:nvSpPr>
          <p:spPr>
            <a:xfrm>
              <a:off x="15982397" y="4245346"/>
              <a:ext cx="81915" cy="23632"/>
            </a:xfrm>
            <a:custGeom>
              <a:avLst/>
              <a:gdLst/>
              <a:ahLst/>
              <a:cxnLst/>
              <a:rect l="0" t="0" r="0" b="0"/>
              <a:pathLst>
                <a:path w="81915" h="23632">
                  <a:moveTo>
                    <a:pt x="0" y="23632"/>
                  </a:moveTo>
                  <a:lnTo>
                    <a:pt x="40100" y="22013"/>
                  </a:lnTo>
                  <a:lnTo>
                    <a:pt x="9275" y="19710"/>
                  </a:lnTo>
                  <a:close/>
                  <a:moveTo>
                    <a:pt x="80240" y="0"/>
                  </a:moveTo>
                  <a:lnTo>
                    <a:pt x="9275" y="19710"/>
                  </a:lnTo>
                  <a:lnTo>
                    <a:pt x="81915" y="3675"/>
                  </a:lnTo>
                  <a:close/>
                  <a:moveTo>
                    <a:pt x="9275" y="19710"/>
                  </a:moveTo>
                  <a:lnTo>
                    <a:pt x="40100" y="22013"/>
                  </a:lnTo>
                  <a:lnTo>
                    <a:pt x="81915" y="3675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67" name="Output_density__4166">
              <a:extLst>
                <a:ext uri="{FF2B5EF4-FFF2-40B4-BE49-F238E27FC236}">
                  <a16:creationId xmlns:a16="http://schemas.microsoft.com/office/drawing/2014/main" id="{44A6BEB7-BE06-E671-13AE-B05BE033B1C3}"/>
                </a:ext>
              </a:extLst>
            </p:cNvPr>
            <p:cNvSpPr>
              <a:spLocks noGrp="1"/>
            </p:cNvSpPr>
            <p:nvPr/>
          </p:nvSpPr>
          <p:spPr>
            <a:xfrm>
              <a:off x="15539140" y="3564719"/>
              <a:ext cx="1188640" cy="1052081"/>
            </a:xfrm>
            <a:custGeom>
              <a:avLst/>
              <a:gdLst/>
              <a:ahLst/>
              <a:cxnLst/>
              <a:rect l="0" t="0" r="0" b="0"/>
              <a:pathLst>
                <a:path w="1188640" h="1052081">
                  <a:moveTo>
                    <a:pt x="206057" y="1034223"/>
                  </a:moveTo>
                  <a:lnTo>
                    <a:pt x="204946" y="1034911"/>
                  </a:lnTo>
                  <a:lnTo>
                    <a:pt x="218877" y="1052081"/>
                  </a:lnTo>
                  <a:close/>
                  <a:moveTo>
                    <a:pt x="0" y="614135"/>
                  </a:moveTo>
                  <a:lnTo>
                    <a:pt x="44437" y="649373"/>
                  </a:lnTo>
                  <a:lnTo>
                    <a:pt x="31683" y="641343"/>
                  </a:lnTo>
                  <a:close/>
                  <a:moveTo>
                    <a:pt x="347443" y="1010130"/>
                  </a:moveTo>
                  <a:lnTo>
                    <a:pt x="359338" y="951110"/>
                  </a:lnTo>
                  <a:lnTo>
                    <a:pt x="338173" y="934499"/>
                  </a:lnTo>
                  <a:close/>
                  <a:moveTo>
                    <a:pt x="359338" y="951110"/>
                  </a:moveTo>
                  <a:lnTo>
                    <a:pt x="391006" y="958593"/>
                  </a:lnTo>
                  <a:lnTo>
                    <a:pt x="370992" y="901679"/>
                  </a:lnTo>
                  <a:close/>
                  <a:moveTo>
                    <a:pt x="153135" y="628346"/>
                  </a:moveTo>
                  <a:lnTo>
                    <a:pt x="142410" y="625279"/>
                  </a:lnTo>
                  <a:lnTo>
                    <a:pt x="115657" y="645731"/>
                  </a:lnTo>
                  <a:close/>
                  <a:moveTo>
                    <a:pt x="143131" y="699222"/>
                  </a:moveTo>
                  <a:lnTo>
                    <a:pt x="178988" y="645310"/>
                  </a:lnTo>
                  <a:lnTo>
                    <a:pt x="153135" y="628346"/>
                  </a:lnTo>
                  <a:close/>
                  <a:moveTo>
                    <a:pt x="153135" y="628346"/>
                  </a:moveTo>
                  <a:lnTo>
                    <a:pt x="116188" y="607939"/>
                  </a:lnTo>
                  <a:lnTo>
                    <a:pt x="142410" y="625279"/>
                  </a:lnTo>
                  <a:close/>
                  <a:moveTo>
                    <a:pt x="454508" y="882962"/>
                  </a:moveTo>
                  <a:lnTo>
                    <a:pt x="455877" y="858869"/>
                  </a:lnTo>
                  <a:lnTo>
                    <a:pt x="444754" y="867887"/>
                  </a:lnTo>
                  <a:close/>
                  <a:moveTo>
                    <a:pt x="487596" y="797317"/>
                  </a:moveTo>
                  <a:lnTo>
                    <a:pt x="455877" y="858869"/>
                  </a:lnTo>
                  <a:lnTo>
                    <a:pt x="480926" y="828449"/>
                  </a:lnTo>
                  <a:close/>
                  <a:moveTo>
                    <a:pt x="487596" y="797317"/>
                  </a:moveTo>
                  <a:lnTo>
                    <a:pt x="529682" y="801084"/>
                  </a:lnTo>
                  <a:lnTo>
                    <a:pt x="500670" y="767370"/>
                  </a:lnTo>
                  <a:close/>
                  <a:moveTo>
                    <a:pt x="529682" y="801084"/>
                  </a:moveTo>
                  <a:lnTo>
                    <a:pt x="542478" y="749005"/>
                  </a:lnTo>
                  <a:lnTo>
                    <a:pt x="500670" y="767370"/>
                  </a:lnTo>
                  <a:close/>
                  <a:moveTo>
                    <a:pt x="542478" y="749005"/>
                  </a:moveTo>
                  <a:lnTo>
                    <a:pt x="575693" y="738291"/>
                  </a:lnTo>
                  <a:lnTo>
                    <a:pt x="500670" y="767370"/>
                  </a:lnTo>
                  <a:close/>
                  <a:moveTo>
                    <a:pt x="418065" y="502148"/>
                  </a:moveTo>
                  <a:lnTo>
                    <a:pt x="377525" y="521406"/>
                  </a:lnTo>
                  <a:lnTo>
                    <a:pt x="364796" y="570216"/>
                  </a:lnTo>
                  <a:close/>
                  <a:moveTo>
                    <a:pt x="418065" y="502148"/>
                  </a:moveTo>
                  <a:lnTo>
                    <a:pt x="364796" y="570216"/>
                  </a:lnTo>
                  <a:lnTo>
                    <a:pt x="415721" y="566797"/>
                  </a:lnTo>
                  <a:close/>
                  <a:moveTo>
                    <a:pt x="316931" y="525555"/>
                  </a:moveTo>
                  <a:lnTo>
                    <a:pt x="317380" y="508039"/>
                  </a:lnTo>
                  <a:lnTo>
                    <a:pt x="289327" y="468103"/>
                  </a:lnTo>
                  <a:close/>
                  <a:moveTo>
                    <a:pt x="185499" y="319409"/>
                  </a:moveTo>
                  <a:lnTo>
                    <a:pt x="194747" y="322282"/>
                  </a:lnTo>
                  <a:lnTo>
                    <a:pt x="211459" y="305198"/>
                  </a:lnTo>
                  <a:close/>
                  <a:moveTo>
                    <a:pt x="192533" y="314002"/>
                  </a:moveTo>
                  <a:lnTo>
                    <a:pt x="185499" y="319409"/>
                  </a:lnTo>
                  <a:lnTo>
                    <a:pt x="211459" y="305198"/>
                  </a:lnTo>
                  <a:close/>
                  <a:moveTo>
                    <a:pt x="586271" y="692335"/>
                  </a:moveTo>
                  <a:lnTo>
                    <a:pt x="575693" y="738291"/>
                  </a:lnTo>
                  <a:lnTo>
                    <a:pt x="630845" y="694080"/>
                  </a:lnTo>
                  <a:close/>
                  <a:moveTo>
                    <a:pt x="630845" y="694080"/>
                  </a:moveTo>
                  <a:lnTo>
                    <a:pt x="639375" y="666810"/>
                  </a:lnTo>
                  <a:lnTo>
                    <a:pt x="593446" y="669768"/>
                  </a:lnTo>
                  <a:close/>
                  <a:moveTo>
                    <a:pt x="1180866" y="463319"/>
                  </a:moveTo>
                  <a:lnTo>
                    <a:pt x="1156319" y="487413"/>
                  </a:lnTo>
                  <a:lnTo>
                    <a:pt x="1188640" y="513610"/>
                  </a:lnTo>
                  <a:close/>
                  <a:moveTo>
                    <a:pt x="1122915" y="183454"/>
                  </a:moveTo>
                  <a:lnTo>
                    <a:pt x="1129873" y="240540"/>
                  </a:lnTo>
                  <a:lnTo>
                    <a:pt x="1135995" y="257173"/>
                  </a:lnTo>
                  <a:close/>
                  <a:moveTo>
                    <a:pt x="1129960" y="114983"/>
                  </a:moveTo>
                  <a:lnTo>
                    <a:pt x="1128795" y="59836"/>
                  </a:lnTo>
                  <a:lnTo>
                    <a:pt x="1087634" y="80618"/>
                  </a:lnTo>
                  <a:close/>
                  <a:moveTo>
                    <a:pt x="1129139" y="52908"/>
                  </a:moveTo>
                  <a:lnTo>
                    <a:pt x="1087634" y="80618"/>
                  </a:lnTo>
                  <a:lnTo>
                    <a:pt x="1128795" y="59836"/>
                  </a:lnTo>
                  <a:close/>
                  <a:moveTo>
                    <a:pt x="1091068" y="45877"/>
                  </a:moveTo>
                  <a:lnTo>
                    <a:pt x="1129139" y="52908"/>
                  </a:lnTo>
                  <a:lnTo>
                    <a:pt x="1117042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68" name="Output_density__4167">
              <a:extLst>
                <a:ext uri="{FF2B5EF4-FFF2-40B4-BE49-F238E27FC236}">
                  <a16:creationId xmlns:a16="http://schemas.microsoft.com/office/drawing/2014/main" id="{32DE261E-8068-C669-4530-EDE0ED62E528}"/>
                </a:ext>
              </a:extLst>
            </p:cNvPr>
            <p:cNvSpPr>
              <a:spLocks noGrp="1"/>
            </p:cNvSpPr>
            <p:nvPr/>
          </p:nvSpPr>
          <p:spPr>
            <a:xfrm>
              <a:off x="15583577" y="3583883"/>
              <a:ext cx="1115651" cy="1015746"/>
            </a:xfrm>
            <a:custGeom>
              <a:avLst/>
              <a:gdLst/>
              <a:ahLst/>
              <a:cxnLst/>
              <a:rect l="0" t="0" r="0" b="0"/>
              <a:pathLst>
                <a:path w="1115651" h="1015746">
                  <a:moveTo>
                    <a:pt x="142523" y="987616"/>
                  </a:moveTo>
                  <a:lnTo>
                    <a:pt x="160509" y="1015746"/>
                  </a:lnTo>
                  <a:lnTo>
                    <a:pt x="161620" y="1015059"/>
                  </a:lnTo>
                  <a:close/>
                  <a:moveTo>
                    <a:pt x="109594" y="922167"/>
                  </a:moveTo>
                  <a:lnTo>
                    <a:pt x="140854" y="942262"/>
                  </a:lnTo>
                  <a:lnTo>
                    <a:pt x="138803" y="963522"/>
                  </a:lnTo>
                  <a:close/>
                  <a:moveTo>
                    <a:pt x="107753" y="911986"/>
                  </a:moveTo>
                  <a:lnTo>
                    <a:pt x="99797" y="867389"/>
                  </a:lnTo>
                  <a:lnTo>
                    <a:pt x="109594" y="922167"/>
                  </a:lnTo>
                  <a:close/>
                  <a:moveTo>
                    <a:pt x="114876" y="750011"/>
                  </a:moveTo>
                  <a:lnTo>
                    <a:pt x="121354" y="757376"/>
                  </a:lnTo>
                  <a:lnTo>
                    <a:pt x="84180" y="770143"/>
                  </a:lnTo>
                  <a:close/>
                  <a:moveTo>
                    <a:pt x="44629" y="662047"/>
                  </a:moveTo>
                  <a:lnTo>
                    <a:pt x="11764" y="650004"/>
                  </a:lnTo>
                  <a:lnTo>
                    <a:pt x="90646" y="681745"/>
                  </a:lnTo>
                  <a:close/>
                  <a:moveTo>
                    <a:pt x="0" y="630209"/>
                  </a:moveTo>
                  <a:lnTo>
                    <a:pt x="11764" y="650004"/>
                  </a:lnTo>
                  <a:lnTo>
                    <a:pt x="44629" y="662047"/>
                  </a:lnTo>
                  <a:close/>
                  <a:moveTo>
                    <a:pt x="248987" y="902074"/>
                  </a:moveTo>
                  <a:lnTo>
                    <a:pt x="233707" y="887892"/>
                  </a:lnTo>
                  <a:lnTo>
                    <a:pt x="287169" y="909932"/>
                  </a:lnTo>
                  <a:close/>
                  <a:moveTo>
                    <a:pt x="248987" y="902074"/>
                  </a:moveTo>
                  <a:lnTo>
                    <a:pt x="287169" y="909932"/>
                  </a:lnTo>
                  <a:lnTo>
                    <a:pt x="314901" y="931945"/>
                  </a:lnTo>
                  <a:close/>
                  <a:moveTo>
                    <a:pt x="314901" y="931945"/>
                  </a:moveTo>
                  <a:lnTo>
                    <a:pt x="326556" y="882515"/>
                  </a:lnTo>
                  <a:lnTo>
                    <a:pt x="305120" y="863798"/>
                  </a:lnTo>
                  <a:close/>
                  <a:moveTo>
                    <a:pt x="44629" y="662047"/>
                  </a:moveTo>
                  <a:lnTo>
                    <a:pt x="90646" y="681745"/>
                  </a:lnTo>
                  <a:lnTo>
                    <a:pt x="71220" y="626566"/>
                  </a:lnTo>
                  <a:close/>
                  <a:moveTo>
                    <a:pt x="71220" y="626566"/>
                  </a:moveTo>
                  <a:lnTo>
                    <a:pt x="90646" y="681745"/>
                  </a:lnTo>
                  <a:lnTo>
                    <a:pt x="108698" y="609181"/>
                  </a:lnTo>
                  <a:close/>
                  <a:moveTo>
                    <a:pt x="108698" y="609181"/>
                  </a:moveTo>
                  <a:lnTo>
                    <a:pt x="90646" y="681745"/>
                  </a:lnTo>
                  <a:lnTo>
                    <a:pt x="98694" y="680057"/>
                  </a:lnTo>
                  <a:close/>
                  <a:moveTo>
                    <a:pt x="149209" y="676971"/>
                  </a:moveTo>
                  <a:lnTo>
                    <a:pt x="98725" y="689625"/>
                  </a:lnTo>
                  <a:lnTo>
                    <a:pt x="146124" y="692165"/>
                  </a:lnTo>
                  <a:close/>
                  <a:moveTo>
                    <a:pt x="400318" y="848722"/>
                  </a:moveTo>
                  <a:lnTo>
                    <a:pt x="380653" y="839704"/>
                  </a:lnTo>
                  <a:lnTo>
                    <a:pt x="326556" y="882515"/>
                  </a:lnTo>
                  <a:close/>
                  <a:moveTo>
                    <a:pt x="379173" y="904566"/>
                  </a:moveTo>
                  <a:lnTo>
                    <a:pt x="400318" y="848722"/>
                  </a:lnTo>
                  <a:lnTo>
                    <a:pt x="326556" y="882515"/>
                  </a:lnTo>
                  <a:close/>
                  <a:moveTo>
                    <a:pt x="290814" y="788167"/>
                  </a:moveTo>
                  <a:lnTo>
                    <a:pt x="248802" y="759472"/>
                  </a:lnTo>
                  <a:lnTo>
                    <a:pt x="251331" y="760725"/>
                  </a:lnTo>
                  <a:close/>
                  <a:moveTo>
                    <a:pt x="401887" y="836467"/>
                  </a:moveTo>
                  <a:lnTo>
                    <a:pt x="400318" y="848722"/>
                  </a:lnTo>
                  <a:lnTo>
                    <a:pt x="411440" y="839704"/>
                  </a:lnTo>
                  <a:close/>
                  <a:moveTo>
                    <a:pt x="401887" y="836467"/>
                  </a:moveTo>
                  <a:lnTo>
                    <a:pt x="411440" y="839704"/>
                  </a:lnTo>
                  <a:lnTo>
                    <a:pt x="443159" y="778153"/>
                  </a:lnTo>
                  <a:close/>
                  <a:moveTo>
                    <a:pt x="400627" y="774748"/>
                  </a:moveTo>
                  <a:lnTo>
                    <a:pt x="401887" y="836467"/>
                  </a:lnTo>
                  <a:lnTo>
                    <a:pt x="443159" y="778153"/>
                  </a:lnTo>
                  <a:close/>
                  <a:moveTo>
                    <a:pt x="400627" y="774748"/>
                  </a:moveTo>
                  <a:lnTo>
                    <a:pt x="371939" y="742618"/>
                  </a:lnTo>
                  <a:lnTo>
                    <a:pt x="358327" y="771155"/>
                  </a:lnTo>
                  <a:close/>
                  <a:moveTo>
                    <a:pt x="443159" y="778153"/>
                  </a:moveTo>
                  <a:lnTo>
                    <a:pt x="456233" y="748205"/>
                  </a:lnTo>
                  <a:lnTo>
                    <a:pt x="400627" y="774748"/>
                  </a:lnTo>
                  <a:close/>
                  <a:moveTo>
                    <a:pt x="400627" y="774748"/>
                  </a:moveTo>
                  <a:lnTo>
                    <a:pt x="456233" y="748205"/>
                  </a:lnTo>
                  <a:lnTo>
                    <a:pt x="375892" y="736631"/>
                  </a:lnTo>
                  <a:close/>
                  <a:moveTo>
                    <a:pt x="375892" y="736631"/>
                  </a:moveTo>
                  <a:lnTo>
                    <a:pt x="371939" y="742618"/>
                  </a:lnTo>
                  <a:lnTo>
                    <a:pt x="400627" y="774748"/>
                  </a:lnTo>
                  <a:close/>
                  <a:moveTo>
                    <a:pt x="300391" y="557927"/>
                  </a:moveTo>
                  <a:lnTo>
                    <a:pt x="272494" y="506390"/>
                  </a:lnTo>
                  <a:lnTo>
                    <a:pt x="281136" y="520196"/>
                  </a:lnTo>
                  <a:close/>
                  <a:moveTo>
                    <a:pt x="531256" y="719126"/>
                  </a:moveTo>
                  <a:lnTo>
                    <a:pt x="490673" y="688443"/>
                  </a:lnTo>
                  <a:lnTo>
                    <a:pt x="456233" y="748205"/>
                  </a:lnTo>
                  <a:close/>
                  <a:moveTo>
                    <a:pt x="272494" y="506390"/>
                  </a:moveTo>
                  <a:lnTo>
                    <a:pt x="320359" y="551051"/>
                  </a:lnTo>
                  <a:lnTo>
                    <a:pt x="282452" y="487598"/>
                  </a:lnTo>
                  <a:close/>
                  <a:moveTo>
                    <a:pt x="541834" y="673171"/>
                  </a:moveTo>
                  <a:lnTo>
                    <a:pt x="586408" y="674915"/>
                  </a:lnTo>
                  <a:lnTo>
                    <a:pt x="549010" y="650603"/>
                  </a:lnTo>
                  <a:close/>
                  <a:moveTo>
                    <a:pt x="485173" y="636906"/>
                  </a:moveTo>
                  <a:lnTo>
                    <a:pt x="511673" y="612812"/>
                  </a:lnTo>
                  <a:lnTo>
                    <a:pt x="451981" y="597408"/>
                  </a:lnTo>
                  <a:close/>
                  <a:moveTo>
                    <a:pt x="488592" y="599390"/>
                  </a:moveTo>
                  <a:lnTo>
                    <a:pt x="436195" y="585369"/>
                  </a:lnTo>
                  <a:lnTo>
                    <a:pt x="451981" y="597408"/>
                  </a:lnTo>
                  <a:close/>
                  <a:moveTo>
                    <a:pt x="1111882" y="468249"/>
                  </a:moveTo>
                  <a:lnTo>
                    <a:pt x="1081927" y="436280"/>
                  </a:lnTo>
                  <a:lnTo>
                    <a:pt x="1055191" y="471220"/>
                  </a:lnTo>
                  <a:close/>
                  <a:moveTo>
                    <a:pt x="1097946" y="365175"/>
                  </a:moveTo>
                  <a:lnTo>
                    <a:pt x="1090811" y="342491"/>
                  </a:lnTo>
                  <a:lnTo>
                    <a:pt x="1115651" y="387693"/>
                  </a:lnTo>
                  <a:close/>
                  <a:moveTo>
                    <a:pt x="1090941" y="289545"/>
                  </a:moveTo>
                  <a:lnTo>
                    <a:pt x="1089881" y="331118"/>
                  </a:lnTo>
                  <a:lnTo>
                    <a:pt x="1097946" y="365175"/>
                  </a:lnTo>
                  <a:close/>
                  <a:moveTo>
                    <a:pt x="1021324" y="235516"/>
                  </a:moveTo>
                  <a:lnTo>
                    <a:pt x="1100711" y="236711"/>
                  </a:lnTo>
                  <a:lnTo>
                    <a:pt x="1085436" y="221376"/>
                  </a:lnTo>
                  <a:close/>
                  <a:moveTo>
                    <a:pt x="1021324" y="235516"/>
                  </a:moveTo>
                  <a:lnTo>
                    <a:pt x="1085436" y="221376"/>
                  </a:lnTo>
                  <a:lnTo>
                    <a:pt x="1078478" y="164289"/>
                  </a:lnTo>
                  <a:close/>
                  <a:moveTo>
                    <a:pt x="1078478" y="164289"/>
                  </a:moveTo>
                  <a:lnTo>
                    <a:pt x="1078824" y="154880"/>
                  </a:lnTo>
                  <a:lnTo>
                    <a:pt x="1031484" y="152562"/>
                  </a:lnTo>
                  <a:close/>
                  <a:moveTo>
                    <a:pt x="959068" y="83399"/>
                  </a:moveTo>
                  <a:lnTo>
                    <a:pt x="966630" y="134935"/>
                  </a:lnTo>
                  <a:lnTo>
                    <a:pt x="993971" y="110841"/>
                  </a:lnTo>
                  <a:close/>
                  <a:moveTo>
                    <a:pt x="943960" y="0"/>
                  </a:moveTo>
                  <a:lnTo>
                    <a:pt x="970186" y="26118"/>
                  </a:lnTo>
                  <a:lnTo>
                    <a:pt x="944290" y="9188"/>
                  </a:lnTo>
                  <a:close/>
                  <a:moveTo>
                    <a:pt x="1085524" y="95819"/>
                  </a:moveTo>
                  <a:lnTo>
                    <a:pt x="1031484" y="152562"/>
                  </a:lnTo>
                  <a:lnTo>
                    <a:pt x="1078824" y="15488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69" name="Output_density__4168">
              <a:extLst>
                <a:ext uri="{FF2B5EF4-FFF2-40B4-BE49-F238E27FC236}">
                  <a16:creationId xmlns:a16="http://schemas.microsoft.com/office/drawing/2014/main" id="{941F4A61-BDEE-E9B6-6B47-4EBD17420648}"/>
                </a:ext>
              </a:extLst>
            </p:cNvPr>
            <p:cNvSpPr>
              <a:spLocks noGrp="1"/>
            </p:cNvSpPr>
            <p:nvPr/>
          </p:nvSpPr>
          <p:spPr>
            <a:xfrm>
              <a:off x="15590419" y="3474301"/>
              <a:ext cx="1129586" cy="1124641"/>
            </a:xfrm>
            <a:custGeom>
              <a:avLst/>
              <a:gdLst/>
              <a:ahLst/>
              <a:cxnLst/>
              <a:rect l="0" t="0" r="0" b="0"/>
              <a:pathLst>
                <a:path w="1129586" h="1124641">
                  <a:moveTo>
                    <a:pt x="131960" y="1073104"/>
                  </a:moveTo>
                  <a:lnTo>
                    <a:pt x="135680" y="1097198"/>
                  </a:lnTo>
                  <a:lnTo>
                    <a:pt x="154778" y="1124641"/>
                  </a:lnTo>
                  <a:close/>
                  <a:moveTo>
                    <a:pt x="100911" y="1021568"/>
                  </a:moveTo>
                  <a:lnTo>
                    <a:pt x="102752" y="1031749"/>
                  </a:lnTo>
                  <a:lnTo>
                    <a:pt x="126470" y="1063423"/>
                  </a:lnTo>
                  <a:close/>
                  <a:moveTo>
                    <a:pt x="72001" y="918494"/>
                  </a:moveTo>
                  <a:lnTo>
                    <a:pt x="94382" y="970031"/>
                  </a:lnTo>
                  <a:lnTo>
                    <a:pt x="96967" y="945937"/>
                  </a:lnTo>
                  <a:close/>
                  <a:moveTo>
                    <a:pt x="83803" y="791327"/>
                  </a:moveTo>
                  <a:lnTo>
                    <a:pt x="67954" y="844642"/>
                  </a:lnTo>
                  <a:lnTo>
                    <a:pt x="91883" y="799207"/>
                  </a:lnTo>
                  <a:close/>
                  <a:moveTo>
                    <a:pt x="262028" y="997474"/>
                  </a:moveTo>
                  <a:lnTo>
                    <a:pt x="242144" y="1011656"/>
                  </a:lnTo>
                  <a:lnTo>
                    <a:pt x="308059" y="1041527"/>
                  </a:lnTo>
                  <a:close/>
                  <a:moveTo>
                    <a:pt x="298278" y="973380"/>
                  </a:moveTo>
                  <a:lnTo>
                    <a:pt x="262028" y="997474"/>
                  </a:lnTo>
                  <a:lnTo>
                    <a:pt x="308059" y="1041527"/>
                  </a:lnTo>
                  <a:close/>
                  <a:moveTo>
                    <a:pt x="252684" y="921843"/>
                  </a:moveTo>
                  <a:lnTo>
                    <a:pt x="253720" y="922236"/>
                  </a:lnTo>
                  <a:lnTo>
                    <a:pt x="254499" y="922950"/>
                  </a:lnTo>
                  <a:close/>
                  <a:moveTo>
                    <a:pt x="254499" y="922950"/>
                  </a:moveTo>
                  <a:lnTo>
                    <a:pt x="253720" y="922236"/>
                  </a:lnTo>
                  <a:lnTo>
                    <a:pt x="298278" y="973380"/>
                  </a:lnTo>
                  <a:close/>
                  <a:moveTo>
                    <a:pt x="298278" y="973380"/>
                  </a:moveTo>
                  <a:lnTo>
                    <a:pt x="253720" y="922236"/>
                  </a:lnTo>
                  <a:lnTo>
                    <a:pt x="249112" y="945937"/>
                  </a:lnTo>
                  <a:close/>
                  <a:moveTo>
                    <a:pt x="298278" y="973380"/>
                  </a:moveTo>
                  <a:lnTo>
                    <a:pt x="249112" y="945937"/>
                  </a:lnTo>
                  <a:lnTo>
                    <a:pt x="262028" y="997474"/>
                  </a:lnTo>
                  <a:close/>
                  <a:moveTo>
                    <a:pt x="252631" y="915967"/>
                  </a:moveTo>
                  <a:lnTo>
                    <a:pt x="253720" y="922236"/>
                  </a:lnTo>
                  <a:lnTo>
                    <a:pt x="252684" y="921843"/>
                  </a:lnTo>
                  <a:close/>
                  <a:moveTo>
                    <a:pt x="252631" y="915967"/>
                  </a:moveTo>
                  <a:lnTo>
                    <a:pt x="258790" y="899214"/>
                  </a:lnTo>
                  <a:lnTo>
                    <a:pt x="253720" y="922236"/>
                  </a:lnTo>
                  <a:close/>
                  <a:moveTo>
                    <a:pt x="253720" y="922236"/>
                  </a:moveTo>
                  <a:lnTo>
                    <a:pt x="258790" y="899214"/>
                  </a:lnTo>
                  <a:lnTo>
                    <a:pt x="249112" y="945937"/>
                  </a:lnTo>
                  <a:close/>
                  <a:moveTo>
                    <a:pt x="91883" y="799207"/>
                  </a:moveTo>
                  <a:lnTo>
                    <a:pt x="91851" y="789639"/>
                  </a:lnTo>
                  <a:lnTo>
                    <a:pt x="83803" y="791327"/>
                  </a:lnTo>
                  <a:close/>
                  <a:moveTo>
                    <a:pt x="91851" y="789639"/>
                  </a:moveTo>
                  <a:lnTo>
                    <a:pt x="91883" y="799207"/>
                  </a:lnTo>
                  <a:lnTo>
                    <a:pt x="142367" y="786553"/>
                  </a:lnTo>
                  <a:close/>
                  <a:moveTo>
                    <a:pt x="298278" y="973380"/>
                  </a:moveTo>
                  <a:lnTo>
                    <a:pt x="319713" y="992097"/>
                  </a:lnTo>
                  <a:lnTo>
                    <a:pt x="331374" y="959830"/>
                  </a:lnTo>
                  <a:close/>
                  <a:moveTo>
                    <a:pt x="369049" y="846213"/>
                  </a:moveTo>
                  <a:lnTo>
                    <a:pt x="449391" y="857787"/>
                  </a:lnTo>
                  <a:lnTo>
                    <a:pt x="413710" y="822119"/>
                  </a:lnTo>
                  <a:close/>
                  <a:moveTo>
                    <a:pt x="308782" y="681428"/>
                  </a:moveTo>
                  <a:lnTo>
                    <a:pt x="349690" y="731950"/>
                  </a:lnTo>
                  <a:lnTo>
                    <a:pt x="358758" y="693604"/>
                  </a:lnTo>
                  <a:close/>
                  <a:moveTo>
                    <a:pt x="279753" y="691603"/>
                  </a:moveTo>
                  <a:lnTo>
                    <a:pt x="349690" y="731950"/>
                  </a:lnTo>
                  <a:lnTo>
                    <a:pt x="308782" y="681428"/>
                  </a:lnTo>
                  <a:close/>
                  <a:moveTo>
                    <a:pt x="280865" y="687178"/>
                  </a:moveTo>
                  <a:lnTo>
                    <a:pt x="279753" y="691603"/>
                  </a:lnTo>
                  <a:lnTo>
                    <a:pt x="308782" y="681428"/>
                  </a:lnTo>
                  <a:close/>
                  <a:moveTo>
                    <a:pt x="26369" y="459139"/>
                  </a:moveTo>
                  <a:lnTo>
                    <a:pt x="0" y="485457"/>
                  </a:lnTo>
                  <a:lnTo>
                    <a:pt x="39911" y="480169"/>
                  </a:lnTo>
                  <a:close/>
                  <a:moveTo>
                    <a:pt x="39911" y="480169"/>
                  </a:moveTo>
                  <a:lnTo>
                    <a:pt x="45335" y="485457"/>
                  </a:lnTo>
                  <a:lnTo>
                    <a:pt x="26369" y="459139"/>
                  </a:lnTo>
                  <a:close/>
                  <a:moveTo>
                    <a:pt x="293549" y="667509"/>
                  </a:moveTo>
                  <a:lnTo>
                    <a:pt x="280865" y="687178"/>
                  </a:lnTo>
                  <a:lnTo>
                    <a:pt x="308782" y="681428"/>
                  </a:lnTo>
                  <a:close/>
                  <a:moveTo>
                    <a:pt x="293549" y="667509"/>
                  </a:moveTo>
                  <a:lnTo>
                    <a:pt x="274293" y="629778"/>
                  </a:lnTo>
                  <a:lnTo>
                    <a:pt x="280865" y="687178"/>
                  </a:lnTo>
                  <a:close/>
                  <a:moveTo>
                    <a:pt x="293549" y="667509"/>
                  </a:moveTo>
                  <a:lnTo>
                    <a:pt x="308782" y="681428"/>
                  </a:lnTo>
                  <a:lnTo>
                    <a:pt x="313517" y="660633"/>
                  </a:lnTo>
                  <a:close/>
                  <a:moveTo>
                    <a:pt x="293549" y="667509"/>
                  </a:moveTo>
                  <a:lnTo>
                    <a:pt x="313517" y="660633"/>
                  </a:lnTo>
                  <a:lnTo>
                    <a:pt x="265652" y="615972"/>
                  </a:lnTo>
                  <a:close/>
                  <a:moveTo>
                    <a:pt x="364441" y="657214"/>
                  </a:moveTo>
                  <a:lnTo>
                    <a:pt x="308782" y="681428"/>
                  </a:lnTo>
                  <a:lnTo>
                    <a:pt x="358758" y="693604"/>
                  </a:lnTo>
                  <a:close/>
                  <a:moveTo>
                    <a:pt x="364441" y="657214"/>
                  </a:moveTo>
                  <a:lnTo>
                    <a:pt x="313517" y="660633"/>
                  </a:lnTo>
                  <a:lnTo>
                    <a:pt x="308782" y="681428"/>
                  </a:lnTo>
                  <a:close/>
                  <a:moveTo>
                    <a:pt x="439533" y="686032"/>
                  </a:moveTo>
                  <a:lnTo>
                    <a:pt x="433872" y="701493"/>
                  </a:lnTo>
                  <a:lnTo>
                    <a:pt x="429353" y="694951"/>
                  </a:lnTo>
                  <a:close/>
                  <a:moveTo>
                    <a:pt x="433872" y="701493"/>
                  </a:moveTo>
                  <a:lnTo>
                    <a:pt x="478330" y="746488"/>
                  </a:lnTo>
                  <a:lnTo>
                    <a:pt x="445139" y="706990"/>
                  </a:lnTo>
                  <a:close/>
                  <a:moveTo>
                    <a:pt x="429353" y="694951"/>
                  </a:moveTo>
                  <a:lnTo>
                    <a:pt x="433872" y="701493"/>
                  </a:lnTo>
                  <a:lnTo>
                    <a:pt x="445139" y="706990"/>
                  </a:lnTo>
                  <a:close/>
                  <a:moveTo>
                    <a:pt x="524413" y="828708"/>
                  </a:moveTo>
                  <a:lnTo>
                    <a:pt x="534992" y="782753"/>
                  </a:lnTo>
                  <a:lnTo>
                    <a:pt x="483831" y="798025"/>
                  </a:lnTo>
                  <a:close/>
                  <a:moveTo>
                    <a:pt x="478330" y="746488"/>
                  </a:moveTo>
                  <a:lnTo>
                    <a:pt x="483831" y="798025"/>
                  </a:lnTo>
                  <a:lnTo>
                    <a:pt x="504831" y="722394"/>
                  </a:lnTo>
                  <a:close/>
                  <a:moveTo>
                    <a:pt x="201032" y="437268"/>
                  </a:moveTo>
                  <a:lnTo>
                    <a:pt x="226872" y="361638"/>
                  </a:lnTo>
                  <a:lnTo>
                    <a:pt x="179616" y="385732"/>
                  </a:lnTo>
                  <a:close/>
                  <a:moveTo>
                    <a:pt x="219824" y="310101"/>
                  </a:moveTo>
                  <a:lnTo>
                    <a:pt x="223462" y="319406"/>
                  </a:lnTo>
                  <a:lnTo>
                    <a:pt x="179616" y="385732"/>
                  </a:lnTo>
                  <a:close/>
                  <a:moveTo>
                    <a:pt x="727693" y="660010"/>
                  </a:moveTo>
                  <a:lnTo>
                    <a:pt x="746545" y="661968"/>
                  </a:lnTo>
                  <a:lnTo>
                    <a:pt x="805488" y="641294"/>
                  </a:lnTo>
                  <a:close/>
                  <a:moveTo>
                    <a:pt x="1059299" y="526294"/>
                  </a:moveTo>
                  <a:lnTo>
                    <a:pt x="1048349" y="580803"/>
                  </a:lnTo>
                  <a:lnTo>
                    <a:pt x="1075084" y="545862"/>
                  </a:lnTo>
                  <a:close/>
                  <a:moveTo>
                    <a:pt x="1059299" y="526294"/>
                  </a:moveTo>
                  <a:lnTo>
                    <a:pt x="1007886" y="550388"/>
                  </a:lnTo>
                  <a:lnTo>
                    <a:pt x="1048349" y="580803"/>
                  </a:lnTo>
                  <a:close/>
                  <a:moveTo>
                    <a:pt x="1105039" y="577831"/>
                  </a:moveTo>
                  <a:lnTo>
                    <a:pt x="1129586" y="553737"/>
                  </a:lnTo>
                  <a:lnTo>
                    <a:pt x="1075084" y="545862"/>
                  </a:lnTo>
                  <a:close/>
                  <a:moveTo>
                    <a:pt x="1108808" y="497275"/>
                  </a:moveTo>
                  <a:lnTo>
                    <a:pt x="1083969" y="452073"/>
                  </a:lnTo>
                  <a:lnTo>
                    <a:pt x="1088500" y="461122"/>
                  </a:lnTo>
                  <a:close/>
                  <a:moveTo>
                    <a:pt x="1000652" y="442251"/>
                  </a:moveTo>
                  <a:lnTo>
                    <a:pt x="1028202" y="474757"/>
                  </a:lnTo>
                  <a:lnTo>
                    <a:pt x="1061358" y="399127"/>
                  </a:lnTo>
                  <a:close/>
                  <a:moveTo>
                    <a:pt x="1061358" y="399127"/>
                  </a:moveTo>
                  <a:lnTo>
                    <a:pt x="1028202" y="474757"/>
                  </a:lnTo>
                  <a:lnTo>
                    <a:pt x="1083038" y="440700"/>
                  </a:lnTo>
                  <a:close/>
                  <a:moveTo>
                    <a:pt x="1091104" y="474757"/>
                  </a:moveTo>
                  <a:lnTo>
                    <a:pt x="1083038" y="440700"/>
                  </a:lnTo>
                  <a:lnTo>
                    <a:pt x="1083969" y="452073"/>
                  </a:lnTo>
                  <a:close/>
                  <a:moveTo>
                    <a:pt x="975496" y="296054"/>
                  </a:moveTo>
                  <a:lnTo>
                    <a:pt x="959787" y="244517"/>
                  </a:lnTo>
                  <a:lnTo>
                    <a:pt x="952418" y="320148"/>
                  </a:lnTo>
                  <a:close/>
                  <a:moveTo>
                    <a:pt x="1061358" y="399127"/>
                  </a:moveTo>
                  <a:lnTo>
                    <a:pt x="1093868" y="346293"/>
                  </a:lnTo>
                  <a:lnTo>
                    <a:pt x="1014481" y="345098"/>
                  </a:lnTo>
                  <a:close/>
                  <a:moveTo>
                    <a:pt x="1061358" y="399127"/>
                  </a:moveTo>
                  <a:lnTo>
                    <a:pt x="1014481" y="345098"/>
                  </a:lnTo>
                  <a:lnTo>
                    <a:pt x="1012342" y="351057"/>
                  </a:lnTo>
                  <a:close/>
                  <a:moveTo>
                    <a:pt x="1087242" y="449412"/>
                  </a:moveTo>
                  <a:lnTo>
                    <a:pt x="1083038" y="440700"/>
                  </a:lnTo>
                  <a:lnTo>
                    <a:pt x="1084099" y="399127"/>
                  </a:lnTo>
                  <a:close/>
                  <a:moveTo>
                    <a:pt x="1014481" y="345098"/>
                  </a:moveTo>
                  <a:lnTo>
                    <a:pt x="1071636" y="273871"/>
                  </a:lnTo>
                  <a:lnTo>
                    <a:pt x="1020881" y="277152"/>
                  </a:lnTo>
                  <a:close/>
                  <a:moveTo>
                    <a:pt x="1020881" y="277152"/>
                  </a:moveTo>
                  <a:lnTo>
                    <a:pt x="1071636" y="273871"/>
                  </a:lnTo>
                  <a:lnTo>
                    <a:pt x="1024642" y="262144"/>
                  </a:lnTo>
                  <a:close/>
                  <a:moveTo>
                    <a:pt x="952225" y="192981"/>
                  </a:moveTo>
                  <a:lnTo>
                    <a:pt x="987129" y="220423"/>
                  </a:lnTo>
                  <a:lnTo>
                    <a:pt x="972638" y="168887"/>
                  </a:lnTo>
                  <a:close/>
                  <a:moveTo>
                    <a:pt x="937447" y="118770"/>
                  </a:moveTo>
                  <a:lnTo>
                    <a:pt x="964523" y="172271"/>
                  </a:lnTo>
                  <a:lnTo>
                    <a:pt x="972638" y="168887"/>
                  </a:lnTo>
                  <a:close/>
                  <a:moveTo>
                    <a:pt x="972302" y="66454"/>
                  </a:moveTo>
                  <a:lnTo>
                    <a:pt x="937117" y="109582"/>
                  </a:lnTo>
                  <a:lnTo>
                    <a:pt x="980801" y="93256"/>
                  </a:lnTo>
                  <a:close/>
                  <a:moveTo>
                    <a:pt x="946348" y="48792"/>
                  </a:moveTo>
                  <a:lnTo>
                    <a:pt x="972459" y="65547"/>
                  </a:lnTo>
                  <a:lnTo>
                    <a:pt x="980801" y="93256"/>
                  </a:lnTo>
                  <a:close/>
                  <a:moveTo>
                    <a:pt x="949836" y="22234"/>
                  </a:moveTo>
                  <a:lnTo>
                    <a:pt x="972459" y="65547"/>
                  </a:lnTo>
                  <a:lnTo>
                    <a:pt x="946348" y="48792"/>
                  </a:lnTo>
                  <a:close/>
                  <a:moveTo>
                    <a:pt x="949836" y="22234"/>
                  </a:moveTo>
                  <a:lnTo>
                    <a:pt x="965549" y="33182"/>
                  </a:lnTo>
                  <a:lnTo>
                    <a:pt x="990609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70" name="Output_density__4169">
              <a:extLst>
                <a:ext uri="{FF2B5EF4-FFF2-40B4-BE49-F238E27FC236}">
                  <a16:creationId xmlns:a16="http://schemas.microsoft.com/office/drawing/2014/main" id="{747C7F1F-D741-AB3C-97D6-649241EE1D88}"/>
                </a:ext>
              </a:extLst>
            </p:cNvPr>
            <p:cNvSpPr>
              <a:spLocks noGrp="1"/>
            </p:cNvSpPr>
            <p:nvPr/>
          </p:nvSpPr>
          <p:spPr>
            <a:xfrm>
              <a:off x="15504659" y="3617627"/>
              <a:ext cx="1256156" cy="1006948"/>
            </a:xfrm>
            <a:custGeom>
              <a:avLst/>
              <a:gdLst/>
              <a:ahLst/>
              <a:cxnLst/>
              <a:rect l="0" t="0" r="0" b="0"/>
              <a:pathLst>
                <a:path w="1256156" h="1006948">
                  <a:moveTo>
                    <a:pt x="328898" y="1006948"/>
                  </a:moveTo>
                  <a:lnTo>
                    <a:pt x="281751" y="1005351"/>
                  </a:lnTo>
                  <a:lnTo>
                    <a:pt x="253357" y="999173"/>
                  </a:lnTo>
                  <a:close/>
                  <a:moveTo>
                    <a:pt x="66164" y="588434"/>
                  </a:moveTo>
                  <a:lnTo>
                    <a:pt x="0" y="551276"/>
                  </a:lnTo>
                  <a:lnTo>
                    <a:pt x="34480" y="561226"/>
                  </a:lnTo>
                  <a:close/>
                  <a:moveTo>
                    <a:pt x="392542" y="935327"/>
                  </a:moveTo>
                  <a:lnTo>
                    <a:pt x="393818" y="898202"/>
                  </a:lnTo>
                  <a:lnTo>
                    <a:pt x="381923" y="957221"/>
                  </a:lnTo>
                  <a:close/>
                  <a:moveTo>
                    <a:pt x="405473" y="848771"/>
                  </a:moveTo>
                  <a:lnTo>
                    <a:pt x="425486" y="905685"/>
                  </a:lnTo>
                  <a:lnTo>
                    <a:pt x="430831" y="903807"/>
                  </a:lnTo>
                  <a:close/>
                  <a:moveTo>
                    <a:pt x="405473" y="848771"/>
                  </a:moveTo>
                  <a:lnTo>
                    <a:pt x="430831" y="903807"/>
                  </a:lnTo>
                  <a:lnTo>
                    <a:pt x="458090" y="870823"/>
                  </a:lnTo>
                  <a:close/>
                  <a:moveTo>
                    <a:pt x="488989" y="830054"/>
                  </a:moveTo>
                  <a:lnTo>
                    <a:pt x="479235" y="814979"/>
                  </a:lnTo>
                  <a:lnTo>
                    <a:pt x="458090" y="870823"/>
                  </a:lnTo>
                  <a:close/>
                  <a:moveTo>
                    <a:pt x="490357" y="805960"/>
                  </a:moveTo>
                  <a:lnTo>
                    <a:pt x="488989" y="830054"/>
                  </a:lnTo>
                  <a:lnTo>
                    <a:pt x="515406" y="775541"/>
                  </a:lnTo>
                  <a:close/>
                  <a:moveTo>
                    <a:pt x="610173" y="685382"/>
                  </a:moveTo>
                  <a:lnTo>
                    <a:pt x="576958" y="696096"/>
                  </a:lnTo>
                  <a:lnTo>
                    <a:pt x="654176" y="675224"/>
                  </a:lnTo>
                  <a:close/>
                  <a:moveTo>
                    <a:pt x="452971" y="448553"/>
                  </a:moveTo>
                  <a:lnTo>
                    <a:pt x="412005" y="468498"/>
                  </a:lnTo>
                  <a:lnTo>
                    <a:pt x="452545" y="449240"/>
                  </a:lnTo>
                  <a:close/>
                  <a:moveTo>
                    <a:pt x="412005" y="468498"/>
                  </a:moveTo>
                  <a:lnTo>
                    <a:pt x="452971" y="448553"/>
                  </a:lnTo>
                  <a:lnTo>
                    <a:pt x="424357" y="434174"/>
                  </a:lnTo>
                  <a:close/>
                  <a:moveTo>
                    <a:pt x="831173" y="582935"/>
                  </a:moveTo>
                  <a:lnTo>
                    <a:pt x="879999" y="590810"/>
                  </a:lnTo>
                  <a:lnTo>
                    <a:pt x="910881" y="571373"/>
                  </a:lnTo>
                  <a:close/>
                  <a:moveTo>
                    <a:pt x="910881" y="571373"/>
                  </a:moveTo>
                  <a:lnTo>
                    <a:pt x="879999" y="590810"/>
                  </a:lnTo>
                  <a:lnTo>
                    <a:pt x="962734" y="590569"/>
                  </a:lnTo>
                  <a:close/>
                  <a:moveTo>
                    <a:pt x="1190799" y="434505"/>
                  </a:moveTo>
                  <a:lnTo>
                    <a:pt x="1187012" y="460600"/>
                  </a:lnTo>
                  <a:lnTo>
                    <a:pt x="1223120" y="460701"/>
                  </a:lnTo>
                  <a:close/>
                  <a:moveTo>
                    <a:pt x="1215346" y="410411"/>
                  </a:moveTo>
                  <a:lnTo>
                    <a:pt x="1223120" y="460701"/>
                  </a:lnTo>
                  <a:lnTo>
                    <a:pt x="1256156" y="449318"/>
                  </a:lnTo>
                  <a:close/>
                  <a:moveTo>
                    <a:pt x="1158056" y="152728"/>
                  </a:moveTo>
                  <a:lnTo>
                    <a:pt x="1157741" y="121136"/>
                  </a:lnTo>
                  <a:lnTo>
                    <a:pt x="1157395" y="130546"/>
                  </a:lnTo>
                  <a:close/>
                  <a:moveTo>
                    <a:pt x="1164441" y="62075"/>
                  </a:moveTo>
                  <a:lnTo>
                    <a:pt x="1157741" y="121136"/>
                  </a:lnTo>
                  <a:lnTo>
                    <a:pt x="1162383" y="77098"/>
                  </a:lnTo>
                  <a:close/>
                  <a:moveTo>
                    <a:pt x="1162383" y="77098"/>
                  </a:moveTo>
                  <a:lnTo>
                    <a:pt x="1163275" y="6927"/>
                  </a:lnTo>
                  <a:lnTo>
                    <a:pt x="1164441" y="62075"/>
                  </a:lnTo>
                  <a:close/>
                  <a:moveTo>
                    <a:pt x="1163519" y="1467"/>
                  </a:moveTo>
                  <a:lnTo>
                    <a:pt x="1163275" y="6927"/>
                  </a:lnTo>
                  <a:lnTo>
                    <a:pt x="1162383" y="77098"/>
                  </a:lnTo>
                  <a:close/>
                  <a:moveTo>
                    <a:pt x="1163619" y="0"/>
                  </a:moveTo>
                  <a:lnTo>
                    <a:pt x="1163275" y="6927"/>
                  </a:lnTo>
                  <a:lnTo>
                    <a:pt x="1163519" y="146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71" name="Output_density__4170">
              <a:extLst>
                <a:ext uri="{FF2B5EF4-FFF2-40B4-BE49-F238E27FC236}">
                  <a16:creationId xmlns:a16="http://schemas.microsoft.com/office/drawing/2014/main" id="{63E3C302-C380-00D6-CA33-4F327009E498}"/>
                </a:ext>
              </a:extLst>
            </p:cNvPr>
            <p:cNvSpPr>
              <a:spLocks noGrp="1"/>
            </p:cNvSpPr>
            <p:nvPr/>
          </p:nvSpPr>
          <p:spPr>
            <a:xfrm>
              <a:off x="15833557" y="3811845"/>
              <a:ext cx="423905" cy="812729"/>
            </a:xfrm>
            <a:custGeom>
              <a:avLst/>
              <a:gdLst/>
              <a:ahLst/>
              <a:cxnLst/>
              <a:rect l="0" t="0" r="0" b="0"/>
              <a:pathLst>
                <a:path w="423905" h="812729">
                  <a:moveTo>
                    <a:pt x="27547" y="780822"/>
                  </a:moveTo>
                  <a:lnTo>
                    <a:pt x="51305" y="777795"/>
                  </a:lnTo>
                  <a:lnTo>
                    <a:pt x="53025" y="763003"/>
                  </a:lnTo>
                  <a:close/>
                  <a:moveTo>
                    <a:pt x="0" y="812729"/>
                  </a:moveTo>
                  <a:lnTo>
                    <a:pt x="41091" y="791684"/>
                  </a:lnTo>
                  <a:lnTo>
                    <a:pt x="27547" y="780822"/>
                  </a:lnTo>
                  <a:close/>
                  <a:moveTo>
                    <a:pt x="53025" y="763003"/>
                  </a:moveTo>
                  <a:lnTo>
                    <a:pt x="51305" y="777795"/>
                  </a:lnTo>
                  <a:lnTo>
                    <a:pt x="63645" y="741109"/>
                  </a:lnTo>
                  <a:close/>
                  <a:moveTo>
                    <a:pt x="64921" y="703983"/>
                  </a:moveTo>
                  <a:lnTo>
                    <a:pt x="63645" y="741109"/>
                  </a:lnTo>
                  <a:lnTo>
                    <a:pt x="96588" y="711466"/>
                  </a:lnTo>
                  <a:close/>
                  <a:moveTo>
                    <a:pt x="336428" y="446953"/>
                  </a:moveTo>
                  <a:lnTo>
                    <a:pt x="281275" y="491164"/>
                  </a:lnTo>
                  <a:lnTo>
                    <a:pt x="325278" y="481006"/>
                  </a:lnTo>
                  <a:close/>
                  <a:moveTo>
                    <a:pt x="336428" y="446953"/>
                  </a:moveTo>
                  <a:lnTo>
                    <a:pt x="325278" y="481006"/>
                  </a:lnTo>
                  <a:lnTo>
                    <a:pt x="337985" y="460481"/>
                  </a:lnTo>
                  <a:close/>
                  <a:moveTo>
                    <a:pt x="336428" y="446953"/>
                  </a:moveTo>
                  <a:lnTo>
                    <a:pt x="337985" y="460481"/>
                  </a:lnTo>
                  <a:lnTo>
                    <a:pt x="344957" y="419683"/>
                  </a:lnTo>
                  <a:close/>
                  <a:moveTo>
                    <a:pt x="344957" y="419683"/>
                  </a:moveTo>
                  <a:lnTo>
                    <a:pt x="387299" y="403314"/>
                  </a:lnTo>
                  <a:lnTo>
                    <a:pt x="423905" y="405280"/>
                  </a:lnTo>
                  <a:close/>
                  <a:moveTo>
                    <a:pt x="377400" y="406083"/>
                  </a:moveTo>
                  <a:lnTo>
                    <a:pt x="344957" y="419683"/>
                  </a:lnTo>
                  <a:lnTo>
                    <a:pt x="423905" y="405280"/>
                  </a:lnTo>
                  <a:close/>
                  <a:moveTo>
                    <a:pt x="98020" y="0"/>
                  </a:moveTo>
                  <a:lnTo>
                    <a:pt x="86302" y="16424"/>
                  </a:lnTo>
                  <a:lnTo>
                    <a:pt x="80507" y="756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72" name="Output_density__4171">
              <a:extLst>
                <a:ext uri="{FF2B5EF4-FFF2-40B4-BE49-F238E27FC236}">
                  <a16:creationId xmlns:a16="http://schemas.microsoft.com/office/drawing/2014/main" id="{34E7104C-B991-67E1-9112-86FA28DF3E87}"/>
                </a:ext>
              </a:extLst>
            </p:cNvPr>
            <p:cNvSpPr>
              <a:spLocks noGrp="1"/>
            </p:cNvSpPr>
            <p:nvPr/>
          </p:nvSpPr>
          <p:spPr>
            <a:xfrm>
              <a:off x="15573165" y="3496535"/>
              <a:ext cx="1111123" cy="835553"/>
            </a:xfrm>
            <a:custGeom>
              <a:avLst/>
              <a:gdLst/>
              <a:ahLst/>
              <a:cxnLst/>
              <a:rect l="0" t="0" r="0" b="0"/>
              <a:pathLst>
                <a:path w="1111123" h="835553">
                  <a:moveTo>
                    <a:pt x="7201" y="475407"/>
                  </a:moveTo>
                  <a:lnTo>
                    <a:pt x="17254" y="463223"/>
                  </a:lnTo>
                  <a:lnTo>
                    <a:pt x="0" y="487316"/>
                  </a:lnTo>
                  <a:close/>
                  <a:moveTo>
                    <a:pt x="386303" y="823979"/>
                  </a:moveTo>
                  <a:lnTo>
                    <a:pt x="430964" y="799885"/>
                  </a:lnTo>
                  <a:lnTo>
                    <a:pt x="409232" y="772442"/>
                  </a:lnTo>
                  <a:close/>
                  <a:moveTo>
                    <a:pt x="430964" y="799885"/>
                  </a:moveTo>
                  <a:lnTo>
                    <a:pt x="466645" y="835553"/>
                  </a:lnTo>
                  <a:lnTo>
                    <a:pt x="481747" y="779851"/>
                  </a:lnTo>
                  <a:close/>
                  <a:moveTo>
                    <a:pt x="466645" y="835553"/>
                  </a:moveTo>
                  <a:lnTo>
                    <a:pt x="501084" y="775791"/>
                  </a:lnTo>
                  <a:lnTo>
                    <a:pt x="481747" y="779851"/>
                  </a:lnTo>
                  <a:close/>
                  <a:moveTo>
                    <a:pt x="491147" y="752486"/>
                  </a:moveTo>
                  <a:lnTo>
                    <a:pt x="481747" y="779851"/>
                  </a:lnTo>
                  <a:lnTo>
                    <a:pt x="495584" y="724254"/>
                  </a:lnTo>
                  <a:close/>
                  <a:moveTo>
                    <a:pt x="495584" y="724254"/>
                  </a:moveTo>
                  <a:lnTo>
                    <a:pt x="481747" y="779851"/>
                  </a:lnTo>
                  <a:lnTo>
                    <a:pt x="501084" y="775791"/>
                  </a:lnTo>
                  <a:close/>
                  <a:moveTo>
                    <a:pt x="491882" y="746851"/>
                  </a:moveTo>
                  <a:lnTo>
                    <a:pt x="495584" y="724254"/>
                  </a:lnTo>
                  <a:lnTo>
                    <a:pt x="451126" y="679259"/>
                  </a:lnTo>
                  <a:close/>
                  <a:moveTo>
                    <a:pt x="244126" y="339404"/>
                  </a:moveTo>
                  <a:lnTo>
                    <a:pt x="237077" y="287867"/>
                  </a:lnTo>
                  <a:lnTo>
                    <a:pt x="196870" y="363498"/>
                  </a:lnTo>
                  <a:close/>
                  <a:moveTo>
                    <a:pt x="744947" y="637776"/>
                  </a:moveTo>
                  <a:lnTo>
                    <a:pt x="786004" y="616603"/>
                  </a:lnTo>
                  <a:lnTo>
                    <a:pt x="707361" y="632148"/>
                  </a:lnTo>
                  <a:close/>
                  <a:moveTo>
                    <a:pt x="822742" y="619060"/>
                  </a:moveTo>
                  <a:lnTo>
                    <a:pt x="763798" y="639734"/>
                  </a:lnTo>
                  <a:lnTo>
                    <a:pt x="809091" y="627878"/>
                  </a:lnTo>
                  <a:close/>
                  <a:moveTo>
                    <a:pt x="786004" y="616603"/>
                  </a:moveTo>
                  <a:lnTo>
                    <a:pt x="744947" y="637776"/>
                  </a:lnTo>
                  <a:lnTo>
                    <a:pt x="822742" y="619060"/>
                  </a:lnTo>
                  <a:close/>
                  <a:moveTo>
                    <a:pt x="861053" y="587620"/>
                  </a:moveTo>
                  <a:lnTo>
                    <a:pt x="786004" y="616603"/>
                  </a:lnTo>
                  <a:lnTo>
                    <a:pt x="822742" y="619060"/>
                  </a:lnTo>
                  <a:close/>
                  <a:moveTo>
                    <a:pt x="847213" y="575653"/>
                  </a:moveTo>
                  <a:lnTo>
                    <a:pt x="861053" y="587620"/>
                  </a:lnTo>
                  <a:lnTo>
                    <a:pt x="822742" y="619060"/>
                  </a:lnTo>
                  <a:close/>
                  <a:moveTo>
                    <a:pt x="1003326" y="476617"/>
                  </a:moveTo>
                  <a:lnTo>
                    <a:pt x="1025140" y="528154"/>
                  </a:lnTo>
                  <a:lnTo>
                    <a:pt x="1076553" y="504060"/>
                  </a:lnTo>
                  <a:close/>
                  <a:moveTo>
                    <a:pt x="1003326" y="476617"/>
                  </a:moveTo>
                  <a:lnTo>
                    <a:pt x="1076553" y="504060"/>
                  </a:lnTo>
                  <a:lnTo>
                    <a:pt x="1045456" y="452523"/>
                  </a:lnTo>
                  <a:close/>
                  <a:moveTo>
                    <a:pt x="1003326" y="476617"/>
                  </a:moveTo>
                  <a:lnTo>
                    <a:pt x="1045456" y="452523"/>
                  </a:lnTo>
                  <a:lnTo>
                    <a:pt x="989672" y="449353"/>
                  </a:lnTo>
                  <a:close/>
                  <a:moveTo>
                    <a:pt x="1045456" y="452523"/>
                  </a:moveTo>
                  <a:lnTo>
                    <a:pt x="1017906" y="420017"/>
                  </a:lnTo>
                  <a:lnTo>
                    <a:pt x="989672" y="449353"/>
                  </a:lnTo>
                  <a:close/>
                  <a:moveTo>
                    <a:pt x="1003118" y="400987"/>
                  </a:moveTo>
                  <a:lnTo>
                    <a:pt x="989672" y="449353"/>
                  </a:lnTo>
                  <a:lnTo>
                    <a:pt x="1017906" y="420017"/>
                  </a:lnTo>
                  <a:close/>
                  <a:moveTo>
                    <a:pt x="1003118" y="400987"/>
                  </a:moveTo>
                  <a:lnTo>
                    <a:pt x="981355" y="349450"/>
                  </a:lnTo>
                  <a:lnTo>
                    <a:pt x="974428" y="425081"/>
                  </a:lnTo>
                  <a:close/>
                  <a:moveTo>
                    <a:pt x="1111123" y="479966"/>
                  </a:moveTo>
                  <a:lnTo>
                    <a:pt x="1076553" y="504060"/>
                  </a:lnTo>
                  <a:lnTo>
                    <a:pt x="1092338" y="523628"/>
                  </a:lnTo>
                  <a:close/>
                  <a:moveTo>
                    <a:pt x="1045456" y="452523"/>
                  </a:moveTo>
                  <a:lnTo>
                    <a:pt x="1105754" y="438888"/>
                  </a:lnTo>
                  <a:lnTo>
                    <a:pt x="1101223" y="429839"/>
                  </a:lnTo>
                  <a:close/>
                  <a:moveTo>
                    <a:pt x="1111123" y="479966"/>
                  </a:moveTo>
                  <a:lnTo>
                    <a:pt x="1105754" y="438888"/>
                  </a:lnTo>
                  <a:lnTo>
                    <a:pt x="1045456" y="452523"/>
                  </a:lnTo>
                  <a:close/>
                  <a:moveTo>
                    <a:pt x="1076553" y="504060"/>
                  </a:moveTo>
                  <a:lnTo>
                    <a:pt x="1111123" y="479966"/>
                  </a:lnTo>
                  <a:lnTo>
                    <a:pt x="1045456" y="452523"/>
                  </a:lnTo>
                  <a:close/>
                  <a:moveTo>
                    <a:pt x="1021959" y="393554"/>
                  </a:moveTo>
                  <a:lnTo>
                    <a:pt x="1017906" y="420017"/>
                  </a:lnTo>
                  <a:lnTo>
                    <a:pt x="1078612" y="376893"/>
                  </a:lnTo>
                  <a:close/>
                  <a:moveTo>
                    <a:pt x="1100292" y="418466"/>
                  </a:moveTo>
                  <a:lnTo>
                    <a:pt x="1045456" y="452523"/>
                  </a:lnTo>
                  <a:lnTo>
                    <a:pt x="1101223" y="429839"/>
                  </a:lnTo>
                  <a:close/>
                  <a:moveTo>
                    <a:pt x="1003118" y="400987"/>
                  </a:moveTo>
                  <a:lnTo>
                    <a:pt x="1017906" y="420017"/>
                  </a:lnTo>
                  <a:lnTo>
                    <a:pt x="1021959" y="393554"/>
                  </a:lnTo>
                  <a:close/>
                  <a:moveTo>
                    <a:pt x="1026911" y="325356"/>
                  </a:moveTo>
                  <a:lnTo>
                    <a:pt x="1021959" y="393554"/>
                  </a:lnTo>
                  <a:lnTo>
                    <a:pt x="1029596" y="328823"/>
                  </a:lnTo>
                  <a:close/>
                  <a:moveTo>
                    <a:pt x="1003118" y="400987"/>
                  </a:moveTo>
                  <a:lnTo>
                    <a:pt x="1021959" y="393554"/>
                  </a:lnTo>
                  <a:lnTo>
                    <a:pt x="1026911" y="325356"/>
                  </a:lnTo>
                  <a:close/>
                  <a:moveTo>
                    <a:pt x="981355" y="349450"/>
                  </a:moveTo>
                  <a:lnTo>
                    <a:pt x="1003118" y="400987"/>
                  </a:lnTo>
                  <a:lnTo>
                    <a:pt x="1026911" y="325356"/>
                  </a:lnTo>
                  <a:close/>
                  <a:moveTo>
                    <a:pt x="1021959" y="393554"/>
                  </a:moveTo>
                  <a:lnTo>
                    <a:pt x="1078612" y="376893"/>
                  </a:lnTo>
                  <a:lnTo>
                    <a:pt x="1029596" y="328823"/>
                  </a:lnTo>
                  <a:close/>
                  <a:moveTo>
                    <a:pt x="969672" y="297914"/>
                  </a:moveTo>
                  <a:lnTo>
                    <a:pt x="981355" y="349450"/>
                  </a:lnTo>
                  <a:lnTo>
                    <a:pt x="1026911" y="325356"/>
                  </a:lnTo>
                  <a:close/>
                  <a:moveTo>
                    <a:pt x="969672" y="297914"/>
                  </a:moveTo>
                  <a:lnTo>
                    <a:pt x="1026911" y="325356"/>
                  </a:lnTo>
                  <a:lnTo>
                    <a:pt x="992749" y="273820"/>
                  </a:lnTo>
                  <a:close/>
                  <a:moveTo>
                    <a:pt x="1026911" y="325356"/>
                  </a:moveTo>
                  <a:lnTo>
                    <a:pt x="1029596" y="328823"/>
                  </a:lnTo>
                  <a:lnTo>
                    <a:pt x="1031735" y="322864"/>
                  </a:lnTo>
                  <a:close/>
                  <a:moveTo>
                    <a:pt x="992749" y="273820"/>
                  </a:moveTo>
                  <a:lnTo>
                    <a:pt x="1031735" y="322864"/>
                  </a:lnTo>
                  <a:lnTo>
                    <a:pt x="1038135" y="254918"/>
                  </a:lnTo>
                  <a:close/>
                  <a:moveTo>
                    <a:pt x="992749" y="273820"/>
                  </a:moveTo>
                  <a:lnTo>
                    <a:pt x="1026911" y="325356"/>
                  </a:lnTo>
                  <a:lnTo>
                    <a:pt x="1031735" y="322864"/>
                  </a:lnTo>
                  <a:close/>
                  <a:moveTo>
                    <a:pt x="992749" y="273820"/>
                  </a:moveTo>
                  <a:lnTo>
                    <a:pt x="1038135" y="254918"/>
                  </a:lnTo>
                  <a:lnTo>
                    <a:pt x="1004382" y="198189"/>
                  </a:lnTo>
                  <a:close/>
                  <a:moveTo>
                    <a:pt x="977041" y="222283"/>
                  </a:moveTo>
                  <a:lnTo>
                    <a:pt x="992749" y="273820"/>
                  </a:lnTo>
                  <a:lnTo>
                    <a:pt x="1004382" y="198189"/>
                  </a:lnTo>
                  <a:close/>
                  <a:moveTo>
                    <a:pt x="989892" y="146653"/>
                  </a:moveTo>
                  <a:lnTo>
                    <a:pt x="957028" y="97280"/>
                  </a:lnTo>
                  <a:lnTo>
                    <a:pt x="954701" y="96536"/>
                  </a:lnTo>
                  <a:close/>
                  <a:moveTo>
                    <a:pt x="955077" y="95116"/>
                  </a:moveTo>
                  <a:lnTo>
                    <a:pt x="954701" y="96536"/>
                  </a:lnTo>
                  <a:lnTo>
                    <a:pt x="957028" y="97280"/>
                  </a:lnTo>
                  <a:close/>
                  <a:moveTo>
                    <a:pt x="954371" y="87348"/>
                  </a:moveTo>
                  <a:lnTo>
                    <a:pt x="954701" y="96536"/>
                  </a:lnTo>
                  <a:lnTo>
                    <a:pt x="955077" y="95116"/>
                  </a:lnTo>
                  <a:close/>
                  <a:moveTo>
                    <a:pt x="958726" y="93264"/>
                  </a:moveTo>
                  <a:lnTo>
                    <a:pt x="957028" y="97280"/>
                  </a:lnTo>
                  <a:lnTo>
                    <a:pt x="998055" y="71022"/>
                  </a:lnTo>
                  <a:close/>
                  <a:moveTo>
                    <a:pt x="998055" y="71022"/>
                  </a:moveTo>
                  <a:lnTo>
                    <a:pt x="957028" y="97280"/>
                  </a:lnTo>
                  <a:lnTo>
                    <a:pt x="989892" y="146653"/>
                  </a:lnTo>
                  <a:close/>
                  <a:moveTo>
                    <a:pt x="955077" y="95116"/>
                  </a:moveTo>
                  <a:lnTo>
                    <a:pt x="957028" y="97280"/>
                  </a:lnTo>
                  <a:lnTo>
                    <a:pt x="958726" y="93264"/>
                  </a:lnTo>
                  <a:close/>
                  <a:moveTo>
                    <a:pt x="955077" y="95116"/>
                  </a:moveTo>
                  <a:lnTo>
                    <a:pt x="958726" y="93264"/>
                  </a:lnTo>
                  <a:lnTo>
                    <a:pt x="954371" y="87348"/>
                  </a:lnTo>
                  <a:close/>
                  <a:moveTo>
                    <a:pt x="998055" y="71022"/>
                  </a:moveTo>
                  <a:lnTo>
                    <a:pt x="954371" y="87348"/>
                  </a:lnTo>
                  <a:lnTo>
                    <a:pt x="958726" y="93264"/>
                  </a:lnTo>
                  <a:close/>
                  <a:moveTo>
                    <a:pt x="967089" y="0"/>
                  </a:moveTo>
                  <a:lnTo>
                    <a:pt x="963601" y="26558"/>
                  </a:lnTo>
                  <a:lnTo>
                    <a:pt x="969769" y="1948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73" name="Output_density__4172">
              <a:extLst>
                <a:ext uri="{FF2B5EF4-FFF2-40B4-BE49-F238E27FC236}">
                  <a16:creationId xmlns:a16="http://schemas.microsoft.com/office/drawing/2014/main" id="{B10A61F9-3700-F63A-DE73-F95D579A71B6}"/>
                </a:ext>
              </a:extLst>
            </p:cNvPr>
            <p:cNvSpPr>
              <a:spLocks noGrp="1"/>
            </p:cNvSpPr>
            <p:nvPr/>
          </p:nvSpPr>
          <p:spPr>
            <a:xfrm>
              <a:off x="15982397" y="4249021"/>
              <a:ext cx="81915" cy="47399"/>
            </a:xfrm>
            <a:custGeom>
              <a:avLst/>
              <a:gdLst/>
              <a:ahLst/>
              <a:cxnLst/>
              <a:rect l="0" t="0" r="0" b="0"/>
              <a:pathLst>
                <a:path w="81915" h="47399">
                  <a:moveTo>
                    <a:pt x="21732" y="47399"/>
                  </a:moveTo>
                  <a:lnTo>
                    <a:pt x="40100" y="18338"/>
                  </a:lnTo>
                  <a:lnTo>
                    <a:pt x="0" y="19956"/>
                  </a:lnTo>
                  <a:close/>
                  <a:moveTo>
                    <a:pt x="40100" y="18338"/>
                  </a:moveTo>
                  <a:lnTo>
                    <a:pt x="21732" y="47399"/>
                  </a:lnTo>
                  <a:lnTo>
                    <a:pt x="72515" y="27365"/>
                  </a:lnTo>
                  <a:close/>
                  <a:moveTo>
                    <a:pt x="40100" y="18338"/>
                  </a:moveTo>
                  <a:lnTo>
                    <a:pt x="72515" y="27365"/>
                  </a:lnTo>
                  <a:lnTo>
                    <a:pt x="81915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74" name="Output_density__4173">
              <a:extLst>
                <a:ext uri="{FF2B5EF4-FFF2-40B4-BE49-F238E27FC236}">
                  <a16:creationId xmlns:a16="http://schemas.microsoft.com/office/drawing/2014/main" id="{8844D9FD-8A83-54BF-1094-AC0AB14674D2}"/>
                </a:ext>
              </a:extLst>
            </p:cNvPr>
            <p:cNvSpPr>
              <a:spLocks noGrp="1"/>
            </p:cNvSpPr>
            <p:nvPr/>
          </p:nvSpPr>
          <p:spPr>
            <a:xfrm>
              <a:off x="15590419" y="3424816"/>
              <a:ext cx="1155122" cy="1174126"/>
            </a:xfrm>
            <a:custGeom>
              <a:avLst/>
              <a:gdLst/>
              <a:ahLst/>
              <a:cxnLst/>
              <a:rect l="0" t="0" r="0" b="0"/>
              <a:pathLst>
                <a:path w="1155122" h="1174126">
                  <a:moveTo>
                    <a:pt x="131960" y="1122589"/>
                  </a:moveTo>
                  <a:lnTo>
                    <a:pt x="126470" y="1112908"/>
                  </a:lnTo>
                  <a:lnTo>
                    <a:pt x="102752" y="1081234"/>
                  </a:lnTo>
                  <a:close/>
                  <a:moveTo>
                    <a:pt x="160405" y="1098495"/>
                  </a:moveTo>
                  <a:lnTo>
                    <a:pt x="212836" y="1155206"/>
                  </a:lnTo>
                  <a:lnTo>
                    <a:pt x="217008" y="1141836"/>
                  </a:lnTo>
                  <a:close/>
                  <a:moveTo>
                    <a:pt x="154778" y="1174126"/>
                  </a:moveTo>
                  <a:lnTo>
                    <a:pt x="212836" y="1155206"/>
                  </a:lnTo>
                  <a:lnTo>
                    <a:pt x="160405" y="1098495"/>
                  </a:lnTo>
                  <a:close/>
                  <a:moveTo>
                    <a:pt x="131960" y="1122589"/>
                  </a:moveTo>
                  <a:lnTo>
                    <a:pt x="154778" y="1174126"/>
                  </a:lnTo>
                  <a:lnTo>
                    <a:pt x="160405" y="1098495"/>
                  </a:lnTo>
                  <a:close/>
                  <a:moveTo>
                    <a:pt x="212836" y="1155206"/>
                  </a:moveTo>
                  <a:lnTo>
                    <a:pt x="231337" y="1150032"/>
                  </a:lnTo>
                  <a:lnTo>
                    <a:pt x="217008" y="1141836"/>
                  </a:lnTo>
                  <a:close/>
                  <a:moveTo>
                    <a:pt x="131960" y="1122589"/>
                  </a:moveTo>
                  <a:lnTo>
                    <a:pt x="160405" y="1098495"/>
                  </a:lnTo>
                  <a:lnTo>
                    <a:pt x="126470" y="1112908"/>
                  </a:lnTo>
                  <a:close/>
                  <a:moveTo>
                    <a:pt x="160405" y="1098495"/>
                  </a:moveTo>
                  <a:lnTo>
                    <a:pt x="158209" y="1096677"/>
                  </a:lnTo>
                  <a:lnTo>
                    <a:pt x="126470" y="1112908"/>
                  </a:lnTo>
                  <a:close/>
                  <a:moveTo>
                    <a:pt x="94382" y="1019516"/>
                  </a:moveTo>
                  <a:lnTo>
                    <a:pt x="100911" y="1071053"/>
                  </a:lnTo>
                  <a:lnTo>
                    <a:pt x="124447" y="1046959"/>
                  </a:lnTo>
                  <a:close/>
                  <a:moveTo>
                    <a:pt x="94382" y="1019516"/>
                  </a:moveTo>
                  <a:lnTo>
                    <a:pt x="124447" y="1046959"/>
                  </a:lnTo>
                  <a:lnTo>
                    <a:pt x="96967" y="995422"/>
                  </a:lnTo>
                  <a:close/>
                  <a:moveTo>
                    <a:pt x="72001" y="967979"/>
                  </a:moveTo>
                  <a:lnTo>
                    <a:pt x="96967" y="995422"/>
                  </a:lnTo>
                  <a:lnTo>
                    <a:pt x="92037" y="943885"/>
                  </a:lnTo>
                  <a:close/>
                  <a:moveTo>
                    <a:pt x="265206" y="1074401"/>
                  </a:moveTo>
                  <a:lnTo>
                    <a:pt x="231337" y="1150032"/>
                  </a:lnTo>
                  <a:lnTo>
                    <a:pt x="291746" y="1125938"/>
                  </a:lnTo>
                  <a:close/>
                  <a:moveTo>
                    <a:pt x="160405" y="1098495"/>
                  </a:moveTo>
                  <a:lnTo>
                    <a:pt x="217008" y="1141836"/>
                  </a:lnTo>
                  <a:lnTo>
                    <a:pt x="230160" y="1078378"/>
                  </a:lnTo>
                  <a:close/>
                  <a:moveTo>
                    <a:pt x="230160" y="1078378"/>
                  </a:moveTo>
                  <a:lnTo>
                    <a:pt x="265206" y="1074401"/>
                  </a:lnTo>
                  <a:lnTo>
                    <a:pt x="280327" y="1068999"/>
                  </a:lnTo>
                  <a:close/>
                  <a:moveTo>
                    <a:pt x="191857" y="984032"/>
                  </a:moveTo>
                  <a:lnTo>
                    <a:pt x="168260" y="999356"/>
                  </a:lnTo>
                  <a:lnTo>
                    <a:pt x="167662" y="1028463"/>
                  </a:lnTo>
                  <a:close/>
                  <a:moveTo>
                    <a:pt x="149058" y="971328"/>
                  </a:moveTo>
                  <a:lnTo>
                    <a:pt x="96582" y="922782"/>
                  </a:lnTo>
                  <a:lnTo>
                    <a:pt x="92037" y="943885"/>
                  </a:lnTo>
                  <a:close/>
                  <a:moveTo>
                    <a:pt x="149058" y="971328"/>
                  </a:moveTo>
                  <a:lnTo>
                    <a:pt x="92037" y="943885"/>
                  </a:lnTo>
                  <a:lnTo>
                    <a:pt x="96967" y="995422"/>
                  </a:lnTo>
                  <a:close/>
                  <a:moveTo>
                    <a:pt x="97222" y="919792"/>
                  </a:moveTo>
                  <a:lnTo>
                    <a:pt x="72030" y="868255"/>
                  </a:lnTo>
                  <a:lnTo>
                    <a:pt x="66961" y="884120"/>
                  </a:lnTo>
                  <a:close/>
                  <a:moveTo>
                    <a:pt x="280327" y="1068999"/>
                  </a:moveTo>
                  <a:lnTo>
                    <a:pt x="265206" y="1074401"/>
                  </a:lnTo>
                  <a:lnTo>
                    <a:pt x="307940" y="1037341"/>
                  </a:lnTo>
                  <a:close/>
                  <a:moveTo>
                    <a:pt x="275844" y="953734"/>
                  </a:moveTo>
                  <a:lnTo>
                    <a:pt x="254499" y="972435"/>
                  </a:lnTo>
                  <a:lnTo>
                    <a:pt x="283972" y="947234"/>
                  </a:lnTo>
                  <a:close/>
                  <a:moveTo>
                    <a:pt x="254499" y="972435"/>
                  </a:moveTo>
                  <a:lnTo>
                    <a:pt x="298278" y="1022865"/>
                  </a:lnTo>
                  <a:lnTo>
                    <a:pt x="283972" y="947234"/>
                  </a:lnTo>
                  <a:close/>
                  <a:moveTo>
                    <a:pt x="283972" y="947234"/>
                  </a:moveTo>
                  <a:lnTo>
                    <a:pt x="298278" y="1022865"/>
                  </a:lnTo>
                  <a:lnTo>
                    <a:pt x="342572" y="992148"/>
                  </a:lnTo>
                  <a:close/>
                  <a:moveTo>
                    <a:pt x="342572" y="992148"/>
                  </a:moveTo>
                  <a:lnTo>
                    <a:pt x="298278" y="1022865"/>
                  </a:lnTo>
                  <a:lnTo>
                    <a:pt x="331374" y="1009315"/>
                  </a:lnTo>
                  <a:close/>
                  <a:moveTo>
                    <a:pt x="331374" y="1009315"/>
                  </a:moveTo>
                  <a:lnTo>
                    <a:pt x="373810" y="998771"/>
                  </a:lnTo>
                  <a:lnTo>
                    <a:pt x="342572" y="992148"/>
                  </a:lnTo>
                  <a:close/>
                  <a:moveTo>
                    <a:pt x="252684" y="971328"/>
                  </a:moveTo>
                  <a:lnTo>
                    <a:pt x="254499" y="972435"/>
                  </a:lnTo>
                  <a:lnTo>
                    <a:pt x="275844" y="953734"/>
                  </a:lnTo>
                  <a:close/>
                  <a:moveTo>
                    <a:pt x="252684" y="971328"/>
                  </a:moveTo>
                  <a:lnTo>
                    <a:pt x="275844" y="953734"/>
                  </a:lnTo>
                  <a:lnTo>
                    <a:pt x="252631" y="965452"/>
                  </a:lnTo>
                  <a:close/>
                  <a:moveTo>
                    <a:pt x="241959" y="918539"/>
                  </a:moveTo>
                  <a:lnTo>
                    <a:pt x="283804" y="947100"/>
                  </a:lnTo>
                  <a:lnTo>
                    <a:pt x="227655" y="895698"/>
                  </a:lnTo>
                  <a:close/>
                  <a:moveTo>
                    <a:pt x="283804" y="947100"/>
                  </a:moveTo>
                  <a:lnTo>
                    <a:pt x="241959" y="918539"/>
                  </a:lnTo>
                  <a:lnTo>
                    <a:pt x="283972" y="947234"/>
                  </a:lnTo>
                  <a:close/>
                  <a:moveTo>
                    <a:pt x="252631" y="965452"/>
                  </a:moveTo>
                  <a:lnTo>
                    <a:pt x="275844" y="953734"/>
                  </a:lnTo>
                  <a:lnTo>
                    <a:pt x="283972" y="947234"/>
                  </a:lnTo>
                  <a:close/>
                  <a:moveTo>
                    <a:pt x="244488" y="919792"/>
                  </a:moveTo>
                  <a:lnTo>
                    <a:pt x="252631" y="965452"/>
                  </a:lnTo>
                  <a:lnTo>
                    <a:pt x="283972" y="947234"/>
                  </a:lnTo>
                  <a:close/>
                  <a:moveTo>
                    <a:pt x="395044" y="995534"/>
                  </a:moveTo>
                  <a:lnTo>
                    <a:pt x="342572" y="992148"/>
                  </a:lnTo>
                  <a:lnTo>
                    <a:pt x="373810" y="998771"/>
                  </a:lnTo>
                  <a:close/>
                  <a:moveTo>
                    <a:pt x="351485" y="930222"/>
                  </a:moveTo>
                  <a:lnTo>
                    <a:pt x="342572" y="992148"/>
                  </a:lnTo>
                  <a:lnTo>
                    <a:pt x="395044" y="995534"/>
                  </a:lnTo>
                  <a:close/>
                  <a:moveTo>
                    <a:pt x="393785" y="933815"/>
                  </a:moveTo>
                  <a:lnTo>
                    <a:pt x="351485" y="930222"/>
                  </a:lnTo>
                  <a:lnTo>
                    <a:pt x="395044" y="995534"/>
                  </a:lnTo>
                  <a:close/>
                  <a:moveTo>
                    <a:pt x="283972" y="947234"/>
                  </a:moveTo>
                  <a:lnTo>
                    <a:pt x="342572" y="992148"/>
                  </a:lnTo>
                  <a:lnTo>
                    <a:pt x="351485" y="930222"/>
                  </a:lnTo>
                  <a:close/>
                  <a:moveTo>
                    <a:pt x="283972" y="947234"/>
                  </a:moveTo>
                  <a:lnTo>
                    <a:pt x="351485" y="930222"/>
                  </a:lnTo>
                  <a:lnTo>
                    <a:pt x="283804" y="947100"/>
                  </a:lnTo>
                  <a:close/>
                  <a:moveTo>
                    <a:pt x="283804" y="947100"/>
                  </a:moveTo>
                  <a:lnTo>
                    <a:pt x="351485" y="930222"/>
                  </a:lnTo>
                  <a:lnTo>
                    <a:pt x="347780" y="876718"/>
                  </a:lnTo>
                  <a:close/>
                  <a:moveTo>
                    <a:pt x="275498" y="871604"/>
                  </a:moveTo>
                  <a:lnTo>
                    <a:pt x="227655" y="895698"/>
                  </a:lnTo>
                  <a:lnTo>
                    <a:pt x="283804" y="947100"/>
                  </a:lnTo>
                  <a:close/>
                  <a:moveTo>
                    <a:pt x="275498" y="871604"/>
                  </a:moveTo>
                  <a:lnTo>
                    <a:pt x="223803" y="844161"/>
                  </a:lnTo>
                  <a:lnTo>
                    <a:pt x="227655" y="895698"/>
                  </a:lnTo>
                  <a:close/>
                  <a:moveTo>
                    <a:pt x="39911" y="529654"/>
                  </a:moveTo>
                  <a:lnTo>
                    <a:pt x="0" y="534942"/>
                  </a:lnTo>
                  <a:lnTo>
                    <a:pt x="73466" y="549811"/>
                  </a:lnTo>
                  <a:close/>
                  <a:moveTo>
                    <a:pt x="483831" y="847510"/>
                  </a:moveTo>
                  <a:lnTo>
                    <a:pt x="534992" y="832238"/>
                  </a:lnTo>
                  <a:lnTo>
                    <a:pt x="504831" y="771879"/>
                  </a:lnTo>
                  <a:close/>
                  <a:moveTo>
                    <a:pt x="481750" y="758457"/>
                  </a:moveTo>
                  <a:lnTo>
                    <a:pt x="502121" y="699724"/>
                  </a:lnTo>
                  <a:lnTo>
                    <a:pt x="438123" y="709540"/>
                  </a:lnTo>
                  <a:close/>
                  <a:moveTo>
                    <a:pt x="438123" y="709540"/>
                  </a:moveTo>
                  <a:lnTo>
                    <a:pt x="502121" y="699724"/>
                  </a:lnTo>
                  <a:lnTo>
                    <a:pt x="497680" y="696249"/>
                  </a:lnTo>
                  <a:close/>
                  <a:moveTo>
                    <a:pt x="558892" y="747785"/>
                  </a:moveTo>
                  <a:lnTo>
                    <a:pt x="504831" y="771879"/>
                  </a:lnTo>
                  <a:lnTo>
                    <a:pt x="542167" y="809670"/>
                  </a:lnTo>
                  <a:close/>
                  <a:moveTo>
                    <a:pt x="559987" y="686431"/>
                  </a:moveTo>
                  <a:lnTo>
                    <a:pt x="538314" y="660364"/>
                  </a:lnTo>
                  <a:lnTo>
                    <a:pt x="537681" y="672155"/>
                  </a:lnTo>
                  <a:close/>
                  <a:moveTo>
                    <a:pt x="538314" y="660364"/>
                  </a:moveTo>
                  <a:lnTo>
                    <a:pt x="559987" y="686431"/>
                  </a:lnTo>
                  <a:lnTo>
                    <a:pt x="620564" y="658308"/>
                  </a:lnTo>
                  <a:close/>
                  <a:moveTo>
                    <a:pt x="335270" y="378719"/>
                  </a:moveTo>
                  <a:lnTo>
                    <a:pt x="302715" y="311399"/>
                  </a:lnTo>
                  <a:lnTo>
                    <a:pt x="289388" y="315295"/>
                  </a:lnTo>
                  <a:close/>
                  <a:moveTo>
                    <a:pt x="358061" y="287305"/>
                  </a:moveTo>
                  <a:lnTo>
                    <a:pt x="346663" y="332943"/>
                  </a:lnTo>
                  <a:lnTo>
                    <a:pt x="373741" y="299287"/>
                  </a:lnTo>
                  <a:close/>
                  <a:moveTo>
                    <a:pt x="358061" y="287305"/>
                  </a:moveTo>
                  <a:lnTo>
                    <a:pt x="302715" y="311399"/>
                  </a:lnTo>
                  <a:lnTo>
                    <a:pt x="346663" y="332943"/>
                  </a:lnTo>
                  <a:close/>
                  <a:moveTo>
                    <a:pt x="834134" y="740969"/>
                  </a:moveTo>
                  <a:lnTo>
                    <a:pt x="848473" y="716592"/>
                  </a:lnTo>
                  <a:lnTo>
                    <a:pt x="790496" y="738464"/>
                  </a:lnTo>
                  <a:close/>
                  <a:moveTo>
                    <a:pt x="790496" y="738464"/>
                  </a:moveTo>
                  <a:lnTo>
                    <a:pt x="848473" y="716592"/>
                  </a:lnTo>
                  <a:lnTo>
                    <a:pt x="791837" y="699597"/>
                  </a:lnTo>
                  <a:close/>
                  <a:moveTo>
                    <a:pt x="857462" y="727040"/>
                  </a:moveTo>
                  <a:lnTo>
                    <a:pt x="834134" y="740969"/>
                  </a:lnTo>
                  <a:lnTo>
                    <a:pt x="825122" y="764184"/>
                  </a:lnTo>
                  <a:close/>
                  <a:moveTo>
                    <a:pt x="857462" y="727040"/>
                  </a:moveTo>
                  <a:lnTo>
                    <a:pt x="919218" y="702946"/>
                  </a:lnTo>
                  <a:lnTo>
                    <a:pt x="848473" y="716592"/>
                  </a:lnTo>
                  <a:close/>
                  <a:moveTo>
                    <a:pt x="848045" y="580092"/>
                  </a:moveTo>
                  <a:lnTo>
                    <a:pt x="838113" y="612249"/>
                  </a:lnTo>
                  <a:lnTo>
                    <a:pt x="839183" y="599873"/>
                  </a:lnTo>
                  <a:close/>
                  <a:moveTo>
                    <a:pt x="1129586" y="603222"/>
                  </a:moveTo>
                  <a:lnTo>
                    <a:pt x="1103816" y="567869"/>
                  </a:lnTo>
                  <a:lnTo>
                    <a:pt x="1075084" y="595347"/>
                  </a:lnTo>
                  <a:close/>
                  <a:moveTo>
                    <a:pt x="1129586" y="603222"/>
                  </a:moveTo>
                  <a:lnTo>
                    <a:pt x="1155122" y="579128"/>
                  </a:lnTo>
                  <a:lnTo>
                    <a:pt x="1103816" y="567869"/>
                  </a:lnTo>
                  <a:close/>
                  <a:moveTo>
                    <a:pt x="1087242" y="498897"/>
                  </a:moveTo>
                  <a:lnTo>
                    <a:pt x="1088500" y="510607"/>
                  </a:lnTo>
                  <a:lnTo>
                    <a:pt x="1062169" y="481299"/>
                  </a:lnTo>
                  <a:close/>
                  <a:moveTo>
                    <a:pt x="1062169" y="481299"/>
                  </a:moveTo>
                  <a:lnTo>
                    <a:pt x="1088500" y="510607"/>
                  </a:lnTo>
                  <a:lnTo>
                    <a:pt x="1110848" y="527591"/>
                  </a:lnTo>
                  <a:close/>
                  <a:moveTo>
                    <a:pt x="1061358" y="448612"/>
                  </a:moveTo>
                  <a:lnTo>
                    <a:pt x="1083038" y="490185"/>
                  </a:lnTo>
                  <a:lnTo>
                    <a:pt x="1063856" y="424518"/>
                  </a:lnTo>
                  <a:close/>
                  <a:moveTo>
                    <a:pt x="1063856" y="424518"/>
                  </a:moveTo>
                  <a:lnTo>
                    <a:pt x="1083038" y="490185"/>
                  </a:lnTo>
                  <a:lnTo>
                    <a:pt x="1062169" y="481299"/>
                  </a:lnTo>
                  <a:close/>
                  <a:moveTo>
                    <a:pt x="1062169" y="481299"/>
                  </a:moveTo>
                  <a:lnTo>
                    <a:pt x="1083038" y="490185"/>
                  </a:lnTo>
                  <a:lnTo>
                    <a:pt x="1087242" y="498897"/>
                  </a:lnTo>
                  <a:close/>
                  <a:moveTo>
                    <a:pt x="1017445" y="194278"/>
                  </a:moveTo>
                  <a:lnTo>
                    <a:pt x="1036608" y="251108"/>
                  </a:lnTo>
                  <a:lnTo>
                    <a:pt x="1036354" y="220521"/>
                  </a:lnTo>
                  <a:close/>
                  <a:moveTo>
                    <a:pt x="980801" y="142741"/>
                  </a:moveTo>
                  <a:lnTo>
                    <a:pt x="1039788" y="185780"/>
                  </a:lnTo>
                  <a:lnTo>
                    <a:pt x="1038321" y="124229"/>
                  </a:lnTo>
                  <a:close/>
                  <a:moveTo>
                    <a:pt x="1041740" y="105758"/>
                  </a:moveTo>
                  <a:lnTo>
                    <a:pt x="980801" y="142741"/>
                  </a:lnTo>
                  <a:lnTo>
                    <a:pt x="1038321" y="124229"/>
                  </a:lnTo>
                  <a:close/>
                  <a:moveTo>
                    <a:pt x="1022918" y="43016"/>
                  </a:moveTo>
                  <a:lnTo>
                    <a:pt x="990252" y="67110"/>
                  </a:lnTo>
                  <a:lnTo>
                    <a:pt x="1041740" y="105758"/>
                  </a:lnTo>
                  <a:close/>
                  <a:moveTo>
                    <a:pt x="1022918" y="43016"/>
                  </a:moveTo>
                  <a:lnTo>
                    <a:pt x="990056" y="0"/>
                  </a:lnTo>
                  <a:lnTo>
                    <a:pt x="989848" y="15574"/>
                  </a:lnTo>
                  <a:close/>
                  <a:moveTo>
                    <a:pt x="1022918" y="43016"/>
                  </a:moveTo>
                  <a:lnTo>
                    <a:pt x="989848" y="15574"/>
                  </a:lnTo>
                  <a:lnTo>
                    <a:pt x="990252" y="6711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75" name="Output_density__4174">
              <a:extLst>
                <a:ext uri="{FF2B5EF4-FFF2-40B4-BE49-F238E27FC236}">
                  <a16:creationId xmlns:a16="http://schemas.microsoft.com/office/drawing/2014/main" id="{DD3B1133-19AC-40B8-87BE-CF933738923D}"/>
                </a:ext>
              </a:extLst>
            </p:cNvPr>
            <p:cNvSpPr>
              <a:spLocks noGrp="1"/>
            </p:cNvSpPr>
            <p:nvPr/>
          </p:nvSpPr>
          <p:spPr>
            <a:xfrm>
              <a:off x="15424217" y="3490171"/>
              <a:ext cx="1421812" cy="1132807"/>
            </a:xfrm>
            <a:custGeom>
              <a:avLst/>
              <a:gdLst/>
              <a:ahLst/>
              <a:cxnLst/>
              <a:rect l="0" t="0" r="0" b="0"/>
              <a:pathLst>
                <a:path w="1421812" h="1132807">
                  <a:moveTo>
                    <a:pt x="320980" y="1108771"/>
                  </a:moveTo>
                  <a:lnTo>
                    <a:pt x="333799" y="1126629"/>
                  </a:lnTo>
                  <a:lnTo>
                    <a:pt x="362194" y="1132807"/>
                  </a:lnTo>
                  <a:close/>
                  <a:moveTo>
                    <a:pt x="436887" y="1102497"/>
                  </a:moveTo>
                  <a:lnTo>
                    <a:pt x="397539" y="1084678"/>
                  </a:lnTo>
                  <a:lnTo>
                    <a:pt x="362194" y="1132807"/>
                  </a:lnTo>
                  <a:close/>
                  <a:moveTo>
                    <a:pt x="0" y="643405"/>
                  </a:moveTo>
                  <a:lnTo>
                    <a:pt x="62856" y="672385"/>
                  </a:lnTo>
                  <a:lnTo>
                    <a:pt x="37792" y="658410"/>
                  </a:lnTo>
                  <a:close/>
                  <a:moveTo>
                    <a:pt x="0" y="643405"/>
                  </a:moveTo>
                  <a:lnTo>
                    <a:pt x="80442" y="678732"/>
                  </a:lnTo>
                  <a:lnTo>
                    <a:pt x="62856" y="672385"/>
                  </a:lnTo>
                  <a:close/>
                  <a:moveTo>
                    <a:pt x="62856" y="672385"/>
                  </a:moveTo>
                  <a:lnTo>
                    <a:pt x="80442" y="678732"/>
                  </a:lnTo>
                  <a:lnTo>
                    <a:pt x="92486" y="688222"/>
                  </a:lnTo>
                  <a:close/>
                  <a:moveTo>
                    <a:pt x="146606" y="715891"/>
                  </a:moveTo>
                  <a:lnTo>
                    <a:pt x="92486" y="688222"/>
                  </a:lnTo>
                  <a:lnTo>
                    <a:pt x="80442" y="678732"/>
                  </a:lnTo>
                  <a:close/>
                  <a:moveTo>
                    <a:pt x="397539" y="1084678"/>
                  </a:moveTo>
                  <a:lnTo>
                    <a:pt x="436887" y="1102497"/>
                  </a:lnTo>
                  <a:lnTo>
                    <a:pt x="455968" y="1112120"/>
                  </a:lnTo>
                  <a:close/>
                  <a:moveTo>
                    <a:pt x="159359" y="723921"/>
                  </a:moveTo>
                  <a:lnTo>
                    <a:pt x="211358" y="699827"/>
                  </a:lnTo>
                  <a:lnTo>
                    <a:pt x="146606" y="715891"/>
                  </a:lnTo>
                  <a:close/>
                  <a:moveTo>
                    <a:pt x="211358" y="699827"/>
                  </a:moveTo>
                  <a:lnTo>
                    <a:pt x="172256" y="676894"/>
                  </a:lnTo>
                  <a:lnTo>
                    <a:pt x="146606" y="715891"/>
                  </a:lnTo>
                  <a:close/>
                  <a:moveTo>
                    <a:pt x="92486" y="688222"/>
                  </a:moveTo>
                  <a:lnTo>
                    <a:pt x="62224" y="655561"/>
                  </a:lnTo>
                  <a:lnTo>
                    <a:pt x="62856" y="672385"/>
                  </a:lnTo>
                  <a:close/>
                  <a:moveTo>
                    <a:pt x="37792" y="658410"/>
                  </a:moveTo>
                  <a:lnTo>
                    <a:pt x="62856" y="672385"/>
                  </a:lnTo>
                  <a:lnTo>
                    <a:pt x="62224" y="655561"/>
                  </a:lnTo>
                  <a:close/>
                  <a:moveTo>
                    <a:pt x="92486" y="688222"/>
                  </a:moveTo>
                  <a:lnTo>
                    <a:pt x="146606" y="715891"/>
                  </a:lnTo>
                  <a:lnTo>
                    <a:pt x="172256" y="676894"/>
                  </a:lnTo>
                  <a:close/>
                  <a:moveTo>
                    <a:pt x="124881" y="674441"/>
                  </a:moveTo>
                  <a:lnTo>
                    <a:pt x="92486" y="688222"/>
                  </a:lnTo>
                  <a:lnTo>
                    <a:pt x="172256" y="676894"/>
                  </a:lnTo>
                  <a:close/>
                  <a:moveTo>
                    <a:pt x="344220" y="854437"/>
                  </a:moveTo>
                  <a:lnTo>
                    <a:pt x="330384" y="783856"/>
                  </a:lnTo>
                  <a:lnTo>
                    <a:pt x="335942" y="835933"/>
                  </a:lnTo>
                  <a:close/>
                  <a:moveTo>
                    <a:pt x="211358" y="699827"/>
                  </a:moveTo>
                  <a:lnTo>
                    <a:pt x="223769" y="675733"/>
                  </a:lnTo>
                  <a:lnTo>
                    <a:pt x="172256" y="676894"/>
                  </a:lnTo>
                  <a:close/>
                  <a:moveTo>
                    <a:pt x="249236" y="742956"/>
                  </a:moveTo>
                  <a:lnTo>
                    <a:pt x="230580" y="720279"/>
                  </a:lnTo>
                  <a:lnTo>
                    <a:pt x="257332" y="699827"/>
                  </a:lnTo>
                  <a:close/>
                  <a:moveTo>
                    <a:pt x="517821" y="806249"/>
                  </a:moveTo>
                  <a:lnTo>
                    <a:pt x="484335" y="766497"/>
                  </a:lnTo>
                  <a:lnTo>
                    <a:pt x="509256" y="793697"/>
                  </a:lnTo>
                  <a:close/>
                  <a:moveTo>
                    <a:pt x="515464" y="803932"/>
                  </a:moveTo>
                  <a:lnTo>
                    <a:pt x="509256" y="793697"/>
                  </a:lnTo>
                  <a:lnTo>
                    <a:pt x="475951" y="735330"/>
                  </a:lnTo>
                  <a:close/>
                  <a:moveTo>
                    <a:pt x="515464" y="803932"/>
                  </a:moveTo>
                  <a:lnTo>
                    <a:pt x="513982" y="811364"/>
                  </a:lnTo>
                  <a:lnTo>
                    <a:pt x="517821" y="806249"/>
                  </a:lnTo>
                  <a:close/>
                  <a:moveTo>
                    <a:pt x="515464" y="803932"/>
                  </a:moveTo>
                  <a:lnTo>
                    <a:pt x="517821" y="806249"/>
                  </a:lnTo>
                  <a:lnTo>
                    <a:pt x="509256" y="793697"/>
                  </a:lnTo>
                  <a:close/>
                  <a:moveTo>
                    <a:pt x="432302" y="582587"/>
                  </a:moveTo>
                  <a:lnTo>
                    <a:pt x="431854" y="600103"/>
                  </a:lnTo>
                  <a:lnTo>
                    <a:pt x="441812" y="581310"/>
                  </a:lnTo>
                  <a:close/>
                  <a:moveTo>
                    <a:pt x="425786" y="576009"/>
                  </a:moveTo>
                  <a:lnTo>
                    <a:pt x="432302" y="582587"/>
                  </a:lnTo>
                  <a:lnTo>
                    <a:pt x="441812" y="581310"/>
                  </a:lnTo>
                  <a:close/>
                  <a:moveTo>
                    <a:pt x="425786" y="576009"/>
                  </a:moveTo>
                  <a:lnTo>
                    <a:pt x="404249" y="542651"/>
                  </a:lnTo>
                  <a:lnTo>
                    <a:pt x="432302" y="582587"/>
                  </a:lnTo>
                  <a:close/>
                  <a:moveTo>
                    <a:pt x="425786" y="576009"/>
                  </a:moveTo>
                  <a:lnTo>
                    <a:pt x="441812" y="581310"/>
                  </a:lnTo>
                  <a:lnTo>
                    <a:pt x="448209" y="569656"/>
                  </a:lnTo>
                  <a:close/>
                  <a:moveTo>
                    <a:pt x="504800" y="561630"/>
                  </a:moveTo>
                  <a:lnTo>
                    <a:pt x="441812" y="581310"/>
                  </a:lnTo>
                  <a:lnTo>
                    <a:pt x="492448" y="595954"/>
                  </a:lnTo>
                  <a:close/>
                  <a:moveTo>
                    <a:pt x="504800" y="561630"/>
                  </a:moveTo>
                  <a:lnTo>
                    <a:pt x="448209" y="569656"/>
                  </a:lnTo>
                  <a:lnTo>
                    <a:pt x="441812" y="581310"/>
                  </a:lnTo>
                  <a:close/>
                  <a:moveTo>
                    <a:pt x="708369" y="744316"/>
                  </a:moveTo>
                  <a:lnTo>
                    <a:pt x="754297" y="741358"/>
                  </a:lnTo>
                  <a:lnTo>
                    <a:pt x="786741" y="727758"/>
                  </a:lnTo>
                  <a:close/>
                  <a:moveTo>
                    <a:pt x="703883" y="606801"/>
                  </a:moveTo>
                  <a:lnTo>
                    <a:pt x="704516" y="595010"/>
                  </a:lnTo>
                  <a:lnTo>
                    <a:pt x="697064" y="579358"/>
                  </a:lnTo>
                  <a:close/>
                  <a:moveTo>
                    <a:pt x="703883" y="606801"/>
                  </a:moveTo>
                  <a:lnTo>
                    <a:pt x="697064" y="579358"/>
                  </a:lnTo>
                  <a:lnTo>
                    <a:pt x="711648" y="555264"/>
                  </a:lnTo>
                  <a:close/>
                  <a:moveTo>
                    <a:pt x="1000336" y="675615"/>
                  </a:moveTo>
                  <a:lnTo>
                    <a:pt x="952964" y="730088"/>
                  </a:lnTo>
                  <a:lnTo>
                    <a:pt x="991324" y="698830"/>
                  </a:lnTo>
                  <a:close/>
                  <a:moveTo>
                    <a:pt x="1000336" y="675615"/>
                  </a:moveTo>
                  <a:lnTo>
                    <a:pt x="956698" y="673110"/>
                  </a:lnTo>
                  <a:lnTo>
                    <a:pt x="952964" y="730088"/>
                  </a:lnTo>
                  <a:close/>
                  <a:moveTo>
                    <a:pt x="1064838" y="713222"/>
                  </a:moveTo>
                  <a:lnTo>
                    <a:pt x="1066076" y="722894"/>
                  </a:lnTo>
                  <a:lnTo>
                    <a:pt x="1080931" y="724280"/>
                  </a:lnTo>
                  <a:close/>
                  <a:moveTo>
                    <a:pt x="1124294" y="561961"/>
                  </a:moveTo>
                  <a:lnTo>
                    <a:pt x="1112118" y="534519"/>
                  </a:lnTo>
                  <a:lnTo>
                    <a:pt x="1129075" y="510425"/>
                  </a:lnTo>
                  <a:close/>
                  <a:moveTo>
                    <a:pt x="1321324" y="513773"/>
                  </a:moveTo>
                  <a:lnTo>
                    <a:pt x="1336599" y="576774"/>
                  </a:lnTo>
                  <a:lnTo>
                    <a:pt x="1366767" y="554667"/>
                  </a:lnTo>
                  <a:close/>
                  <a:moveTo>
                    <a:pt x="1421812" y="498113"/>
                  </a:moveTo>
                  <a:lnTo>
                    <a:pt x="1379672" y="494389"/>
                  </a:lnTo>
                  <a:lnTo>
                    <a:pt x="1366767" y="554667"/>
                  </a:lnTo>
                  <a:close/>
                  <a:moveTo>
                    <a:pt x="1409241" y="445590"/>
                  </a:moveTo>
                  <a:lnTo>
                    <a:pt x="1383102" y="480842"/>
                  </a:lnTo>
                  <a:lnTo>
                    <a:pt x="1379672" y="494389"/>
                  </a:lnTo>
                  <a:close/>
                  <a:moveTo>
                    <a:pt x="1207942" y="40403"/>
                  </a:moveTo>
                  <a:lnTo>
                    <a:pt x="1204523" y="58875"/>
                  </a:lnTo>
                  <a:lnTo>
                    <a:pt x="1227790" y="1756"/>
                  </a:lnTo>
                  <a:close/>
                  <a:moveTo>
                    <a:pt x="1227790" y="1756"/>
                  </a:moveTo>
                  <a:lnTo>
                    <a:pt x="1233217" y="0"/>
                  </a:lnTo>
                  <a:lnTo>
                    <a:pt x="1207942" y="4040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76" name="Output_density__4175">
              <a:extLst>
                <a:ext uri="{FF2B5EF4-FFF2-40B4-BE49-F238E27FC236}">
                  <a16:creationId xmlns:a16="http://schemas.microsoft.com/office/drawing/2014/main" id="{B233945C-26A7-98B2-3C09-659881777D85}"/>
                </a:ext>
              </a:extLst>
            </p:cNvPr>
            <p:cNvSpPr>
              <a:spLocks noGrp="1"/>
            </p:cNvSpPr>
            <p:nvPr/>
          </p:nvSpPr>
          <p:spPr>
            <a:xfrm>
              <a:off x="15583577" y="3549046"/>
              <a:ext cx="1177239" cy="1073932"/>
            </a:xfrm>
            <a:custGeom>
              <a:avLst/>
              <a:gdLst/>
              <a:ahLst/>
              <a:cxnLst/>
              <a:rect l="0" t="0" r="0" b="0"/>
              <a:pathLst>
                <a:path w="1177239" h="1073932">
                  <a:moveTo>
                    <a:pt x="161620" y="1049896"/>
                  </a:moveTo>
                  <a:lnTo>
                    <a:pt x="202834" y="1073932"/>
                  </a:lnTo>
                  <a:lnTo>
                    <a:pt x="219678" y="1030976"/>
                  </a:lnTo>
                  <a:close/>
                  <a:moveTo>
                    <a:pt x="202834" y="1073932"/>
                  </a:moveTo>
                  <a:lnTo>
                    <a:pt x="238180" y="1025803"/>
                  </a:lnTo>
                  <a:lnTo>
                    <a:pt x="219678" y="1030976"/>
                  </a:lnTo>
                  <a:close/>
                  <a:moveTo>
                    <a:pt x="287169" y="944770"/>
                  </a:moveTo>
                  <a:lnTo>
                    <a:pt x="233707" y="922729"/>
                  </a:lnTo>
                  <a:lnTo>
                    <a:pt x="237003" y="954149"/>
                  </a:lnTo>
                  <a:close/>
                  <a:moveTo>
                    <a:pt x="237003" y="954149"/>
                  </a:moveTo>
                  <a:lnTo>
                    <a:pt x="233707" y="922729"/>
                  </a:lnTo>
                  <a:lnTo>
                    <a:pt x="225276" y="900940"/>
                  </a:lnTo>
                  <a:close/>
                  <a:moveTo>
                    <a:pt x="314901" y="966783"/>
                  </a:moveTo>
                  <a:lnTo>
                    <a:pt x="287169" y="944770"/>
                  </a:lnTo>
                  <a:lnTo>
                    <a:pt x="293736" y="950172"/>
                  </a:lnTo>
                  <a:close/>
                  <a:moveTo>
                    <a:pt x="185467" y="847099"/>
                  </a:moveTo>
                  <a:lnTo>
                    <a:pt x="175103" y="875127"/>
                  </a:lnTo>
                  <a:lnTo>
                    <a:pt x="198700" y="859803"/>
                  </a:lnTo>
                  <a:close/>
                  <a:moveTo>
                    <a:pt x="198700" y="859803"/>
                  </a:moveTo>
                  <a:lnTo>
                    <a:pt x="174504" y="904234"/>
                  </a:lnTo>
                  <a:lnTo>
                    <a:pt x="225276" y="900940"/>
                  </a:lnTo>
                  <a:close/>
                  <a:moveTo>
                    <a:pt x="233707" y="922729"/>
                  </a:moveTo>
                  <a:lnTo>
                    <a:pt x="198700" y="859803"/>
                  </a:lnTo>
                  <a:lnTo>
                    <a:pt x="225276" y="900940"/>
                  </a:lnTo>
                  <a:close/>
                  <a:moveTo>
                    <a:pt x="198700" y="859803"/>
                  </a:moveTo>
                  <a:lnTo>
                    <a:pt x="180135" y="854163"/>
                  </a:lnTo>
                  <a:lnTo>
                    <a:pt x="185467" y="847099"/>
                  </a:lnTo>
                  <a:close/>
                  <a:moveTo>
                    <a:pt x="51999" y="640952"/>
                  </a:moveTo>
                  <a:lnTo>
                    <a:pt x="44629" y="696885"/>
                  </a:lnTo>
                  <a:lnTo>
                    <a:pt x="71220" y="661404"/>
                  </a:lnTo>
                  <a:close/>
                  <a:moveTo>
                    <a:pt x="51999" y="640952"/>
                  </a:moveTo>
                  <a:lnTo>
                    <a:pt x="0" y="665046"/>
                  </a:lnTo>
                  <a:lnTo>
                    <a:pt x="44629" y="696885"/>
                  </a:lnTo>
                  <a:close/>
                  <a:moveTo>
                    <a:pt x="326556" y="917352"/>
                  </a:moveTo>
                  <a:lnTo>
                    <a:pt x="380653" y="874541"/>
                  </a:lnTo>
                  <a:lnTo>
                    <a:pt x="338216" y="885086"/>
                  </a:lnTo>
                  <a:close/>
                  <a:moveTo>
                    <a:pt x="176583" y="777058"/>
                  </a:moveTo>
                  <a:lnTo>
                    <a:pt x="185467" y="847099"/>
                  </a:lnTo>
                  <a:lnTo>
                    <a:pt x="184861" y="795562"/>
                  </a:lnTo>
                  <a:close/>
                  <a:moveTo>
                    <a:pt x="51999" y="640952"/>
                  </a:moveTo>
                  <a:lnTo>
                    <a:pt x="71220" y="661404"/>
                  </a:lnTo>
                  <a:lnTo>
                    <a:pt x="79818" y="668395"/>
                  </a:lnTo>
                  <a:close/>
                  <a:moveTo>
                    <a:pt x="380653" y="874541"/>
                  </a:moveTo>
                  <a:lnTo>
                    <a:pt x="400318" y="883560"/>
                  </a:lnTo>
                  <a:lnTo>
                    <a:pt x="401887" y="871305"/>
                  </a:lnTo>
                  <a:close/>
                  <a:moveTo>
                    <a:pt x="290646" y="822871"/>
                  </a:moveTo>
                  <a:lnTo>
                    <a:pt x="354622" y="752489"/>
                  </a:lnTo>
                  <a:lnTo>
                    <a:pt x="311930" y="767547"/>
                  </a:lnTo>
                  <a:close/>
                  <a:moveTo>
                    <a:pt x="358327" y="805993"/>
                  </a:moveTo>
                  <a:lnTo>
                    <a:pt x="371939" y="777456"/>
                  </a:lnTo>
                  <a:lnTo>
                    <a:pt x="358461" y="747374"/>
                  </a:lnTo>
                  <a:close/>
                  <a:moveTo>
                    <a:pt x="354622" y="752489"/>
                  </a:moveTo>
                  <a:lnTo>
                    <a:pt x="358327" y="805993"/>
                  </a:lnTo>
                  <a:lnTo>
                    <a:pt x="358461" y="747374"/>
                  </a:lnTo>
                  <a:close/>
                  <a:moveTo>
                    <a:pt x="356105" y="745057"/>
                  </a:moveTo>
                  <a:lnTo>
                    <a:pt x="311930" y="767547"/>
                  </a:lnTo>
                  <a:lnTo>
                    <a:pt x="354622" y="752489"/>
                  </a:lnTo>
                  <a:close/>
                  <a:moveTo>
                    <a:pt x="282452" y="522435"/>
                  </a:moveTo>
                  <a:lnTo>
                    <a:pt x="320359" y="585889"/>
                  </a:lnTo>
                  <a:lnTo>
                    <a:pt x="333088" y="537079"/>
                  </a:lnTo>
                  <a:close/>
                  <a:moveTo>
                    <a:pt x="266427" y="517134"/>
                  </a:moveTo>
                  <a:lnTo>
                    <a:pt x="234204" y="465597"/>
                  </a:lnTo>
                  <a:lnTo>
                    <a:pt x="244890" y="483776"/>
                  </a:lnTo>
                  <a:close/>
                  <a:moveTo>
                    <a:pt x="511673" y="647650"/>
                  </a:moveTo>
                  <a:lnTo>
                    <a:pt x="541834" y="708008"/>
                  </a:lnTo>
                  <a:lnTo>
                    <a:pt x="549010" y="685441"/>
                  </a:lnTo>
                  <a:close/>
                  <a:moveTo>
                    <a:pt x="511673" y="647650"/>
                  </a:moveTo>
                  <a:lnTo>
                    <a:pt x="488592" y="634228"/>
                  </a:lnTo>
                  <a:lnTo>
                    <a:pt x="451981" y="632246"/>
                  </a:lnTo>
                  <a:close/>
                  <a:moveTo>
                    <a:pt x="234204" y="465597"/>
                  </a:moveTo>
                  <a:lnTo>
                    <a:pt x="288849" y="510781"/>
                  </a:lnTo>
                  <a:lnTo>
                    <a:pt x="253076" y="452379"/>
                  </a:lnTo>
                  <a:close/>
                  <a:moveTo>
                    <a:pt x="266427" y="517134"/>
                  </a:moveTo>
                  <a:lnTo>
                    <a:pt x="288849" y="510781"/>
                  </a:lnTo>
                  <a:lnTo>
                    <a:pt x="234204" y="465597"/>
                  </a:lnTo>
                  <a:close/>
                  <a:moveTo>
                    <a:pt x="234204" y="465597"/>
                  </a:moveTo>
                  <a:lnTo>
                    <a:pt x="237804" y="451555"/>
                  </a:lnTo>
                  <a:lnTo>
                    <a:pt x="214871" y="407456"/>
                  </a:lnTo>
                  <a:close/>
                  <a:moveTo>
                    <a:pt x="477690" y="647650"/>
                  </a:moveTo>
                  <a:lnTo>
                    <a:pt x="488592" y="634228"/>
                  </a:lnTo>
                  <a:lnTo>
                    <a:pt x="444966" y="585311"/>
                  </a:lnTo>
                  <a:close/>
                  <a:moveTo>
                    <a:pt x="511673" y="647650"/>
                  </a:moveTo>
                  <a:lnTo>
                    <a:pt x="565734" y="623556"/>
                  </a:lnTo>
                  <a:lnTo>
                    <a:pt x="488592" y="634228"/>
                  </a:lnTo>
                  <a:close/>
                  <a:moveTo>
                    <a:pt x="565734" y="623556"/>
                  </a:moveTo>
                  <a:lnTo>
                    <a:pt x="508964" y="575495"/>
                  </a:lnTo>
                  <a:lnTo>
                    <a:pt x="488592" y="634228"/>
                  </a:lnTo>
                  <a:close/>
                  <a:moveTo>
                    <a:pt x="570304" y="630160"/>
                  </a:moveTo>
                  <a:lnTo>
                    <a:pt x="549010" y="685441"/>
                  </a:lnTo>
                  <a:lnTo>
                    <a:pt x="627381" y="668883"/>
                  </a:lnTo>
                  <a:close/>
                  <a:moveTo>
                    <a:pt x="627381" y="668883"/>
                  </a:moveTo>
                  <a:lnTo>
                    <a:pt x="604803" y="624243"/>
                  </a:lnTo>
                  <a:lnTo>
                    <a:pt x="570304" y="630160"/>
                  </a:lnTo>
                  <a:close/>
                  <a:moveTo>
                    <a:pt x="353505" y="208714"/>
                  </a:moveTo>
                  <a:lnTo>
                    <a:pt x="309558" y="187169"/>
                  </a:lnTo>
                  <a:lnTo>
                    <a:pt x="342112" y="254490"/>
                  </a:lnTo>
                  <a:close/>
                  <a:moveTo>
                    <a:pt x="342112" y="254490"/>
                  </a:moveTo>
                  <a:lnTo>
                    <a:pt x="296230" y="191066"/>
                  </a:lnTo>
                  <a:lnTo>
                    <a:pt x="312106" y="240902"/>
                  </a:lnTo>
                  <a:close/>
                  <a:moveTo>
                    <a:pt x="734536" y="585265"/>
                  </a:moveTo>
                  <a:lnTo>
                    <a:pt x="760718" y="575368"/>
                  </a:lnTo>
                  <a:lnTo>
                    <a:pt x="753387" y="587223"/>
                  </a:lnTo>
                  <a:close/>
                  <a:moveTo>
                    <a:pt x="753387" y="587223"/>
                  </a:moveTo>
                  <a:lnTo>
                    <a:pt x="774567" y="600034"/>
                  </a:lnTo>
                  <a:lnTo>
                    <a:pt x="798679" y="575368"/>
                  </a:lnTo>
                  <a:close/>
                  <a:moveTo>
                    <a:pt x="864305" y="602811"/>
                  </a:moveTo>
                  <a:lnTo>
                    <a:pt x="906717" y="664019"/>
                  </a:lnTo>
                  <a:lnTo>
                    <a:pt x="905478" y="654347"/>
                  </a:lnTo>
                  <a:close/>
                  <a:moveTo>
                    <a:pt x="831964" y="639955"/>
                  </a:moveTo>
                  <a:lnTo>
                    <a:pt x="906717" y="664019"/>
                  </a:lnTo>
                  <a:lnTo>
                    <a:pt x="864305" y="602811"/>
                  </a:lnTo>
                  <a:close/>
                  <a:moveTo>
                    <a:pt x="864305" y="602811"/>
                  </a:moveTo>
                  <a:lnTo>
                    <a:pt x="905478" y="654347"/>
                  </a:lnTo>
                  <a:lnTo>
                    <a:pt x="926060" y="578717"/>
                  </a:lnTo>
                  <a:close/>
                  <a:moveTo>
                    <a:pt x="1161965" y="454898"/>
                  </a:moveTo>
                  <a:lnTo>
                    <a:pt x="1136429" y="478992"/>
                  </a:lnTo>
                  <a:lnTo>
                    <a:pt x="1177239" y="517899"/>
                  </a:lnTo>
                  <a:close/>
                  <a:moveTo>
                    <a:pt x="1070699" y="300288"/>
                  </a:moveTo>
                  <a:lnTo>
                    <a:pt x="1069011" y="357070"/>
                  </a:lnTo>
                  <a:lnTo>
                    <a:pt x="1065360" y="314057"/>
                  </a:lnTo>
                  <a:close/>
                  <a:moveTo>
                    <a:pt x="1070699" y="300288"/>
                  </a:moveTo>
                  <a:lnTo>
                    <a:pt x="1100711" y="271549"/>
                  </a:lnTo>
                  <a:lnTo>
                    <a:pt x="1068201" y="324383"/>
                  </a:lnTo>
                  <a:close/>
                  <a:moveTo>
                    <a:pt x="1085524" y="130656"/>
                  </a:moveTo>
                  <a:lnTo>
                    <a:pt x="1043450" y="126879"/>
                  </a:lnTo>
                  <a:lnTo>
                    <a:pt x="1031484" y="187400"/>
                  </a:lnTo>
                  <a:close/>
                  <a:moveTo>
                    <a:pt x="1043450" y="126879"/>
                  </a:moveTo>
                  <a:lnTo>
                    <a:pt x="1085524" y="130656"/>
                  </a:lnTo>
                  <a:lnTo>
                    <a:pt x="1043197" y="96291"/>
                  </a:lnTo>
                  <a:close/>
                  <a:moveTo>
                    <a:pt x="1084702" y="68581"/>
                  </a:moveTo>
                  <a:lnTo>
                    <a:pt x="1046631" y="61550"/>
                  </a:lnTo>
                  <a:lnTo>
                    <a:pt x="1043197" y="96291"/>
                  </a:lnTo>
                  <a:close/>
                  <a:moveTo>
                    <a:pt x="1046631" y="61550"/>
                  </a:moveTo>
                  <a:lnTo>
                    <a:pt x="1072605" y="15673"/>
                  </a:lnTo>
                  <a:lnTo>
                    <a:pt x="1045164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77" name="Output_density__4176">
              <a:extLst>
                <a:ext uri="{FF2B5EF4-FFF2-40B4-BE49-F238E27FC236}">
                  <a16:creationId xmlns:a16="http://schemas.microsoft.com/office/drawing/2014/main" id="{17BA8E15-8E7D-8BB1-52BC-D8406F8BF528}"/>
                </a:ext>
              </a:extLst>
            </p:cNvPr>
            <p:cNvSpPr>
              <a:spLocks noGrp="1"/>
            </p:cNvSpPr>
            <p:nvPr/>
          </p:nvSpPr>
          <p:spPr>
            <a:xfrm>
              <a:off x="15754601" y="3757759"/>
              <a:ext cx="1091428" cy="866815"/>
            </a:xfrm>
            <a:custGeom>
              <a:avLst/>
              <a:gdLst/>
              <a:ahLst/>
              <a:cxnLst/>
              <a:rect l="0" t="0" r="0" b="0"/>
              <a:pathLst>
                <a:path w="1091428" h="866815">
                  <a:moveTo>
                    <a:pt x="78956" y="866815"/>
                  </a:moveTo>
                  <a:lnTo>
                    <a:pt x="106503" y="834908"/>
                  </a:lnTo>
                  <a:lnTo>
                    <a:pt x="31809" y="865218"/>
                  </a:lnTo>
                  <a:close/>
                  <a:moveTo>
                    <a:pt x="3142" y="511218"/>
                  </a:moveTo>
                  <a:lnTo>
                    <a:pt x="0" y="516267"/>
                  </a:lnTo>
                  <a:lnTo>
                    <a:pt x="13836" y="586849"/>
                  </a:lnTo>
                  <a:close/>
                  <a:moveTo>
                    <a:pt x="317567" y="425514"/>
                  </a:moveTo>
                  <a:lnTo>
                    <a:pt x="306665" y="438936"/>
                  </a:lnTo>
                  <a:lnTo>
                    <a:pt x="254691" y="454990"/>
                  </a:lnTo>
                  <a:close/>
                  <a:moveTo>
                    <a:pt x="166245" y="237941"/>
                  </a:moveTo>
                  <a:lnTo>
                    <a:pt x="133182" y="260160"/>
                  </a:lnTo>
                  <a:lnTo>
                    <a:pt x="117824" y="302067"/>
                  </a:lnTo>
                  <a:close/>
                  <a:moveTo>
                    <a:pt x="166245" y="237941"/>
                  </a:moveTo>
                  <a:lnTo>
                    <a:pt x="117824" y="302067"/>
                  </a:lnTo>
                  <a:lnTo>
                    <a:pt x="174415" y="294041"/>
                  </a:lnTo>
                  <a:close/>
                  <a:moveTo>
                    <a:pt x="176975" y="54086"/>
                  </a:moveTo>
                  <a:lnTo>
                    <a:pt x="182480" y="0"/>
                  </a:lnTo>
                  <a:lnTo>
                    <a:pt x="171087" y="45776"/>
                  </a:lnTo>
                  <a:close/>
                  <a:moveTo>
                    <a:pt x="712792" y="450436"/>
                  </a:moveTo>
                  <a:lnTo>
                    <a:pt x="735692" y="455305"/>
                  </a:lnTo>
                  <a:lnTo>
                    <a:pt x="660939" y="431241"/>
                  </a:lnTo>
                  <a:close/>
                  <a:moveTo>
                    <a:pt x="797797" y="458678"/>
                  </a:moveTo>
                  <a:lnTo>
                    <a:pt x="750546" y="456691"/>
                  </a:lnTo>
                  <a:lnTo>
                    <a:pt x="735692" y="455305"/>
                  </a:lnTo>
                  <a:close/>
                  <a:moveTo>
                    <a:pt x="1083472" y="170554"/>
                  </a:moveTo>
                  <a:lnTo>
                    <a:pt x="1052717" y="213253"/>
                  </a:lnTo>
                  <a:lnTo>
                    <a:pt x="1078857" y="178001"/>
                  </a:lnTo>
                  <a:close/>
                  <a:moveTo>
                    <a:pt x="1078857" y="178001"/>
                  </a:moveTo>
                  <a:lnTo>
                    <a:pt x="1049288" y="226801"/>
                  </a:lnTo>
                  <a:lnTo>
                    <a:pt x="1091428" y="23052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78" name="Output_density__4177">
              <a:extLst>
                <a:ext uri="{FF2B5EF4-FFF2-40B4-BE49-F238E27FC236}">
                  <a16:creationId xmlns:a16="http://schemas.microsoft.com/office/drawing/2014/main" id="{FDB76DB3-E379-D82D-0452-1B19E38FF9BA}"/>
                </a:ext>
              </a:extLst>
            </p:cNvPr>
            <p:cNvSpPr>
              <a:spLocks noGrp="1"/>
            </p:cNvSpPr>
            <p:nvPr/>
          </p:nvSpPr>
          <p:spPr>
            <a:xfrm>
              <a:off x="15580366" y="3440390"/>
              <a:ext cx="1165175" cy="1134458"/>
            </a:xfrm>
            <a:custGeom>
              <a:avLst/>
              <a:gdLst/>
              <a:ahLst/>
              <a:cxnLst/>
              <a:rect l="0" t="0" r="0" b="0"/>
              <a:pathLst>
                <a:path w="1165175" h="1134458">
                  <a:moveTo>
                    <a:pt x="134500" y="1031385"/>
                  </a:moveTo>
                  <a:lnTo>
                    <a:pt x="136523" y="1097334"/>
                  </a:lnTo>
                  <a:lnTo>
                    <a:pt x="168262" y="1081103"/>
                  </a:lnTo>
                  <a:close/>
                  <a:moveTo>
                    <a:pt x="134500" y="1031385"/>
                  </a:moveTo>
                  <a:lnTo>
                    <a:pt x="110963" y="1055479"/>
                  </a:lnTo>
                  <a:lnTo>
                    <a:pt x="136523" y="1097334"/>
                  </a:lnTo>
                  <a:close/>
                  <a:moveTo>
                    <a:pt x="240213" y="1062804"/>
                  </a:moveTo>
                  <a:lnTo>
                    <a:pt x="227060" y="1126262"/>
                  </a:lnTo>
                  <a:lnTo>
                    <a:pt x="275258" y="1058827"/>
                  </a:lnTo>
                  <a:close/>
                  <a:moveTo>
                    <a:pt x="275258" y="1058827"/>
                  </a:moveTo>
                  <a:lnTo>
                    <a:pt x="227060" y="1126262"/>
                  </a:lnTo>
                  <a:lnTo>
                    <a:pt x="241390" y="1134458"/>
                  </a:lnTo>
                  <a:close/>
                  <a:moveTo>
                    <a:pt x="107019" y="979848"/>
                  </a:moveTo>
                  <a:lnTo>
                    <a:pt x="134500" y="1031385"/>
                  </a:lnTo>
                  <a:lnTo>
                    <a:pt x="159111" y="955754"/>
                  </a:lnTo>
                  <a:close/>
                  <a:moveTo>
                    <a:pt x="83518" y="534237"/>
                  </a:moveTo>
                  <a:lnTo>
                    <a:pt x="10053" y="519368"/>
                  </a:lnTo>
                  <a:lnTo>
                    <a:pt x="0" y="531552"/>
                  </a:lnTo>
                  <a:close/>
                  <a:moveTo>
                    <a:pt x="414199" y="721589"/>
                  </a:moveTo>
                  <a:lnTo>
                    <a:pt x="398207" y="742298"/>
                  </a:lnTo>
                  <a:lnTo>
                    <a:pt x="418630" y="704768"/>
                  </a:lnTo>
                  <a:close/>
                  <a:moveTo>
                    <a:pt x="418630" y="704768"/>
                  </a:moveTo>
                  <a:lnTo>
                    <a:pt x="409756" y="662458"/>
                  </a:lnTo>
                  <a:lnTo>
                    <a:pt x="414199" y="721589"/>
                  </a:lnTo>
                  <a:close/>
                  <a:moveTo>
                    <a:pt x="418630" y="704768"/>
                  </a:moveTo>
                  <a:lnTo>
                    <a:pt x="407152" y="653232"/>
                  </a:lnTo>
                  <a:lnTo>
                    <a:pt x="409756" y="662458"/>
                  </a:lnTo>
                  <a:close/>
                  <a:moveTo>
                    <a:pt x="568945" y="732211"/>
                  </a:moveTo>
                  <a:lnTo>
                    <a:pt x="552220" y="794096"/>
                  </a:lnTo>
                  <a:lnTo>
                    <a:pt x="573515" y="738816"/>
                  </a:lnTo>
                  <a:close/>
                  <a:moveTo>
                    <a:pt x="418630" y="704768"/>
                  </a:moveTo>
                  <a:lnTo>
                    <a:pt x="448176" y="693966"/>
                  </a:lnTo>
                  <a:lnTo>
                    <a:pt x="407152" y="653232"/>
                  </a:lnTo>
                  <a:close/>
                  <a:moveTo>
                    <a:pt x="226957" y="316478"/>
                  </a:moveTo>
                  <a:lnTo>
                    <a:pt x="229876" y="344012"/>
                  </a:lnTo>
                  <a:lnTo>
                    <a:pt x="223426" y="323537"/>
                  </a:lnTo>
                  <a:close/>
                  <a:moveTo>
                    <a:pt x="226957" y="316478"/>
                  </a:moveTo>
                  <a:lnTo>
                    <a:pt x="223426" y="323537"/>
                  </a:lnTo>
                  <a:lnTo>
                    <a:pt x="223364" y="319918"/>
                  </a:lnTo>
                  <a:close/>
                  <a:moveTo>
                    <a:pt x="592152" y="708117"/>
                  </a:moveTo>
                  <a:lnTo>
                    <a:pt x="568945" y="732211"/>
                  </a:lnTo>
                  <a:lnTo>
                    <a:pt x="573515" y="738816"/>
                  </a:lnTo>
                  <a:close/>
                  <a:moveTo>
                    <a:pt x="568945" y="732211"/>
                  </a:moveTo>
                  <a:lnTo>
                    <a:pt x="592152" y="708117"/>
                  </a:lnTo>
                  <a:lnTo>
                    <a:pt x="570040" y="670857"/>
                  </a:lnTo>
                  <a:close/>
                  <a:moveTo>
                    <a:pt x="512174" y="684150"/>
                  </a:moveTo>
                  <a:lnTo>
                    <a:pt x="568945" y="732211"/>
                  </a:lnTo>
                  <a:lnTo>
                    <a:pt x="570040" y="670857"/>
                  </a:lnTo>
                  <a:close/>
                  <a:moveTo>
                    <a:pt x="630617" y="642734"/>
                  </a:moveTo>
                  <a:lnTo>
                    <a:pt x="570040" y="670857"/>
                  </a:lnTo>
                  <a:lnTo>
                    <a:pt x="609802" y="656581"/>
                  </a:lnTo>
                  <a:close/>
                  <a:moveTo>
                    <a:pt x="570040" y="670857"/>
                  </a:moveTo>
                  <a:lnTo>
                    <a:pt x="597708" y="694369"/>
                  </a:lnTo>
                  <a:lnTo>
                    <a:pt x="609802" y="656581"/>
                  </a:lnTo>
                  <a:close/>
                  <a:moveTo>
                    <a:pt x="231896" y="316651"/>
                  </a:moveTo>
                  <a:lnTo>
                    <a:pt x="315316" y="349557"/>
                  </a:lnTo>
                  <a:lnTo>
                    <a:pt x="299440" y="299721"/>
                  </a:lnTo>
                  <a:close/>
                  <a:moveTo>
                    <a:pt x="226957" y="316478"/>
                  </a:moveTo>
                  <a:lnTo>
                    <a:pt x="223364" y="319918"/>
                  </a:lnTo>
                  <a:lnTo>
                    <a:pt x="231896" y="316651"/>
                  </a:lnTo>
                  <a:close/>
                  <a:moveTo>
                    <a:pt x="231896" y="316651"/>
                  </a:moveTo>
                  <a:lnTo>
                    <a:pt x="268466" y="296996"/>
                  </a:lnTo>
                  <a:lnTo>
                    <a:pt x="226957" y="316478"/>
                  </a:lnTo>
                  <a:close/>
                  <a:moveTo>
                    <a:pt x="231896" y="316651"/>
                  </a:moveTo>
                  <a:lnTo>
                    <a:pt x="299440" y="299721"/>
                  </a:lnTo>
                  <a:lnTo>
                    <a:pt x="268466" y="296996"/>
                  </a:lnTo>
                  <a:close/>
                  <a:moveTo>
                    <a:pt x="346639" y="279694"/>
                  </a:moveTo>
                  <a:lnTo>
                    <a:pt x="299440" y="299721"/>
                  </a:lnTo>
                  <a:lnTo>
                    <a:pt x="312768" y="295825"/>
                  </a:lnTo>
                  <a:close/>
                  <a:moveTo>
                    <a:pt x="268466" y="296996"/>
                  </a:moveTo>
                  <a:lnTo>
                    <a:pt x="299440" y="299721"/>
                  </a:lnTo>
                  <a:lnTo>
                    <a:pt x="346639" y="279694"/>
                  </a:lnTo>
                  <a:close/>
                  <a:moveTo>
                    <a:pt x="379482" y="267592"/>
                  </a:moveTo>
                  <a:lnTo>
                    <a:pt x="346639" y="279694"/>
                  </a:lnTo>
                  <a:lnTo>
                    <a:pt x="312768" y="295825"/>
                  </a:lnTo>
                  <a:close/>
                  <a:moveTo>
                    <a:pt x="801889" y="684023"/>
                  </a:moveTo>
                  <a:lnTo>
                    <a:pt x="858526" y="701018"/>
                  </a:lnTo>
                  <a:lnTo>
                    <a:pt x="831518" y="659930"/>
                  </a:lnTo>
                  <a:close/>
                  <a:moveTo>
                    <a:pt x="844187" y="725395"/>
                  </a:moveTo>
                  <a:lnTo>
                    <a:pt x="867515" y="711466"/>
                  </a:lnTo>
                  <a:lnTo>
                    <a:pt x="858526" y="701018"/>
                  </a:lnTo>
                  <a:close/>
                  <a:moveTo>
                    <a:pt x="840012" y="631798"/>
                  </a:moveTo>
                  <a:lnTo>
                    <a:pt x="815541" y="675205"/>
                  </a:lnTo>
                  <a:lnTo>
                    <a:pt x="801889" y="684023"/>
                  </a:lnTo>
                  <a:close/>
                  <a:moveTo>
                    <a:pt x="831518" y="659930"/>
                  </a:moveTo>
                  <a:lnTo>
                    <a:pt x="848166" y="596675"/>
                  </a:lnTo>
                  <a:lnTo>
                    <a:pt x="840012" y="631798"/>
                  </a:lnTo>
                  <a:close/>
                  <a:moveTo>
                    <a:pt x="849236" y="584299"/>
                  </a:moveTo>
                  <a:lnTo>
                    <a:pt x="848166" y="596675"/>
                  </a:lnTo>
                  <a:lnTo>
                    <a:pt x="831518" y="659930"/>
                  </a:lnTo>
                  <a:close/>
                  <a:moveTo>
                    <a:pt x="1103922" y="536111"/>
                  </a:moveTo>
                  <a:lnTo>
                    <a:pt x="1085137" y="579773"/>
                  </a:lnTo>
                  <a:lnTo>
                    <a:pt x="1113868" y="552295"/>
                  </a:lnTo>
                  <a:close/>
                  <a:moveTo>
                    <a:pt x="1165175" y="563554"/>
                  </a:moveTo>
                  <a:lnTo>
                    <a:pt x="1149258" y="549711"/>
                  </a:lnTo>
                  <a:lnTo>
                    <a:pt x="1113868" y="552295"/>
                  </a:lnTo>
                  <a:close/>
                  <a:moveTo>
                    <a:pt x="1120901" y="512017"/>
                  </a:moveTo>
                  <a:lnTo>
                    <a:pt x="1113868" y="552295"/>
                  </a:lnTo>
                  <a:lnTo>
                    <a:pt x="1149258" y="549711"/>
                  </a:lnTo>
                  <a:close/>
                  <a:moveTo>
                    <a:pt x="1120901" y="512017"/>
                  </a:moveTo>
                  <a:lnTo>
                    <a:pt x="1103922" y="536111"/>
                  </a:lnTo>
                  <a:lnTo>
                    <a:pt x="1113868" y="552295"/>
                  </a:lnTo>
                  <a:close/>
                  <a:moveTo>
                    <a:pt x="1120901" y="512017"/>
                  </a:moveTo>
                  <a:lnTo>
                    <a:pt x="1098553" y="495033"/>
                  </a:lnTo>
                  <a:lnTo>
                    <a:pt x="1103922" y="536111"/>
                  </a:lnTo>
                  <a:close/>
                  <a:moveTo>
                    <a:pt x="997181" y="254334"/>
                  </a:moveTo>
                  <a:lnTo>
                    <a:pt x="1030933" y="311063"/>
                  </a:lnTo>
                  <a:lnTo>
                    <a:pt x="1034695" y="296055"/>
                  </a:lnTo>
                  <a:close/>
                  <a:moveTo>
                    <a:pt x="997181" y="254334"/>
                  </a:moveTo>
                  <a:lnTo>
                    <a:pt x="1034695" y="296055"/>
                  </a:lnTo>
                  <a:lnTo>
                    <a:pt x="1046660" y="235534"/>
                  </a:lnTo>
                  <a:close/>
                  <a:moveTo>
                    <a:pt x="997181" y="254334"/>
                  </a:moveTo>
                  <a:lnTo>
                    <a:pt x="1046660" y="235534"/>
                  </a:lnTo>
                  <a:lnTo>
                    <a:pt x="1027497" y="178704"/>
                  </a:lnTo>
                  <a:close/>
                  <a:moveTo>
                    <a:pt x="982690" y="202798"/>
                  </a:moveTo>
                  <a:lnTo>
                    <a:pt x="997181" y="254334"/>
                  </a:lnTo>
                  <a:lnTo>
                    <a:pt x="1027497" y="178704"/>
                  </a:lnTo>
                  <a:close/>
                  <a:moveTo>
                    <a:pt x="990854" y="127167"/>
                  </a:moveTo>
                  <a:lnTo>
                    <a:pt x="982690" y="202798"/>
                  </a:lnTo>
                  <a:lnTo>
                    <a:pt x="1027497" y="178704"/>
                  </a:lnTo>
                  <a:close/>
                  <a:moveTo>
                    <a:pt x="956400" y="82703"/>
                  </a:moveTo>
                  <a:lnTo>
                    <a:pt x="967349" y="84038"/>
                  </a:lnTo>
                  <a:lnTo>
                    <a:pt x="962568" y="75630"/>
                  </a:lnTo>
                  <a:close/>
                  <a:moveTo>
                    <a:pt x="990854" y="127167"/>
                  </a:moveTo>
                  <a:lnTo>
                    <a:pt x="967349" y="84038"/>
                  </a:lnTo>
                  <a:lnTo>
                    <a:pt x="956400" y="82703"/>
                  </a:lnTo>
                  <a:close/>
                  <a:moveTo>
                    <a:pt x="1027497" y="178704"/>
                  </a:moveTo>
                  <a:lnTo>
                    <a:pt x="1046407" y="204947"/>
                  </a:lnTo>
                  <a:lnTo>
                    <a:pt x="1049841" y="170206"/>
                  </a:lnTo>
                  <a:close/>
                  <a:moveTo>
                    <a:pt x="990854" y="127167"/>
                  </a:moveTo>
                  <a:lnTo>
                    <a:pt x="1027497" y="178704"/>
                  </a:lnTo>
                  <a:lnTo>
                    <a:pt x="1049841" y="170206"/>
                  </a:lnTo>
                  <a:close/>
                  <a:moveTo>
                    <a:pt x="975602" y="67093"/>
                  </a:moveTo>
                  <a:lnTo>
                    <a:pt x="967349" y="84038"/>
                  </a:lnTo>
                  <a:lnTo>
                    <a:pt x="1000304" y="51536"/>
                  </a:lnTo>
                  <a:close/>
                  <a:moveTo>
                    <a:pt x="967349" y="84038"/>
                  </a:moveTo>
                  <a:lnTo>
                    <a:pt x="990854" y="127167"/>
                  </a:lnTo>
                  <a:lnTo>
                    <a:pt x="1000304" y="51536"/>
                  </a:lnTo>
                  <a:close/>
                  <a:moveTo>
                    <a:pt x="1000304" y="51536"/>
                  </a:moveTo>
                  <a:lnTo>
                    <a:pt x="990854" y="127167"/>
                  </a:lnTo>
                  <a:lnTo>
                    <a:pt x="1051793" y="90184"/>
                  </a:lnTo>
                  <a:close/>
                  <a:moveTo>
                    <a:pt x="962568" y="75630"/>
                  </a:moveTo>
                  <a:lnTo>
                    <a:pt x="967349" y="84038"/>
                  </a:lnTo>
                  <a:lnTo>
                    <a:pt x="975602" y="67093"/>
                  </a:lnTo>
                  <a:close/>
                  <a:moveTo>
                    <a:pt x="959888" y="56145"/>
                  </a:moveTo>
                  <a:lnTo>
                    <a:pt x="962568" y="75630"/>
                  </a:lnTo>
                  <a:lnTo>
                    <a:pt x="975602" y="67093"/>
                  </a:lnTo>
                  <a:close/>
                  <a:moveTo>
                    <a:pt x="999901" y="0"/>
                  </a:moveTo>
                  <a:lnTo>
                    <a:pt x="975602" y="67093"/>
                  </a:lnTo>
                  <a:lnTo>
                    <a:pt x="1000304" y="515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79" name="Output_density__4178">
              <a:extLst>
                <a:ext uri="{FF2B5EF4-FFF2-40B4-BE49-F238E27FC236}">
                  <a16:creationId xmlns:a16="http://schemas.microsoft.com/office/drawing/2014/main" id="{6911B142-3AA5-2912-C464-E8C28E6F594F}"/>
                </a:ext>
              </a:extLst>
            </p:cNvPr>
            <p:cNvSpPr>
              <a:spLocks noGrp="1"/>
            </p:cNvSpPr>
            <p:nvPr/>
          </p:nvSpPr>
          <p:spPr>
            <a:xfrm>
              <a:off x="15861104" y="3603108"/>
              <a:ext cx="984925" cy="1005777"/>
            </a:xfrm>
            <a:custGeom>
              <a:avLst/>
              <a:gdLst/>
              <a:ahLst/>
              <a:cxnLst/>
              <a:rect l="0" t="0" r="0" b="0"/>
              <a:pathLst>
                <a:path w="984925" h="1005777">
                  <a:moveTo>
                    <a:pt x="25479" y="971740"/>
                  </a:moveTo>
                  <a:lnTo>
                    <a:pt x="30544" y="1005777"/>
                  </a:lnTo>
                  <a:lnTo>
                    <a:pt x="0" y="989560"/>
                  </a:lnTo>
                  <a:close/>
                  <a:moveTo>
                    <a:pt x="64585" y="200427"/>
                  </a:moveTo>
                  <a:lnTo>
                    <a:pt x="58756" y="225161"/>
                  </a:lnTo>
                  <a:lnTo>
                    <a:pt x="70473" y="208737"/>
                  </a:lnTo>
                  <a:close/>
                  <a:moveTo>
                    <a:pt x="516077" y="617151"/>
                  </a:moveTo>
                  <a:lnTo>
                    <a:pt x="474728" y="597454"/>
                  </a:lnTo>
                  <a:lnTo>
                    <a:pt x="554437" y="585892"/>
                  </a:lnTo>
                  <a:close/>
                  <a:moveTo>
                    <a:pt x="449699" y="4053"/>
                  </a:moveTo>
                  <a:lnTo>
                    <a:pt x="417636" y="19075"/>
                  </a:lnTo>
                  <a:lnTo>
                    <a:pt x="495335" y="0"/>
                  </a:lnTo>
                  <a:close/>
                  <a:moveTo>
                    <a:pt x="929880" y="441729"/>
                  </a:moveTo>
                  <a:lnTo>
                    <a:pt x="899712" y="463837"/>
                  </a:lnTo>
                  <a:lnTo>
                    <a:pt x="972454" y="426230"/>
                  </a:lnTo>
                  <a:close/>
                  <a:moveTo>
                    <a:pt x="984925" y="385175"/>
                  </a:moveTo>
                  <a:lnTo>
                    <a:pt x="929880" y="441729"/>
                  </a:lnTo>
                  <a:lnTo>
                    <a:pt x="972454" y="42623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80" name="Output_density__4179">
              <a:extLst>
                <a:ext uri="{FF2B5EF4-FFF2-40B4-BE49-F238E27FC236}">
                  <a16:creationId xmlns:a16="http://schemas.microsoft.com/office/drawing/2014/main" id="{2FD2EE2E-082D-A79A-2C82-F2B8557F89F3}"/>
                </a:ext>
              </a:extLst>
            </p:cNvPr>
            <p:cNvSpPr>
              <a:spLocks noGrp="1"/>
            </p:cNvSpPr>
            <p:nvPr/>
          </p:nvSpPr>
          <p:spPr>
            <a:xfrm>
              <a:off x="16382256" y="4072188"/>
              <a:ext cx="38122" cy="52226"/>
            </a:xfrm>
            <a:custGeom>
              <a:avLst/>
              <a:gdLst/>
              <a:ahLst/>
              <a:cxnLst/>
              <a:rect l="0" t="0" r="0" b="0"/>
              <a:pathLst>
                <a:path w="38122" h="52226">
                  <a:moveTo>
                    <a:pt x="38122" y="0"/>
                  </a:moveTo>
                  <a:lnTo>
                    <a:pt x="0" y="52226"/>
                  </a:lnTo>
                  <a:lnTo>
                    <a:pt x="29629" y="2813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81" name="Output_density__4180">
              <a:extLst>
                <a:ext uri="{FF2B5EF4-FFF2-40B4-BE49-F238E27FC236}">
                  <a16:creationId xmlns:a16="http://schemas.microsoft.com/office/drawing/2014/main" id="{ED9AA8E2-BF09-EF13-FBDA-6E7C1B56DB8F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388559"/>
              <a:ext cx="1462394" cy="1213731"/>
            </a:xfrm>
            <a:custGeom>
              <a:avLst/>
              <a:gdLst/>
              <a:ahLst/>
              <a:cxnLst/>
              <a:rect l="0" t="0" r="0" b="0"/>
              <a:pathLst>
                <a:path w="1462394" h="1213731">
                  <a:moveTo>
                    <a:pt x="506486" y="1162195"/>
                  </a:moveTo>
                  <a:lnTo>
                    <a:pt x="446077" y="1186289"/>
                  </a:lnTo>
                  <a:lnTo>
                    <a:pt x="504505" y="1213731"/>
                  </a:lnTo>
                  <a:close/>
                  <a:moveTo>
                    <a:pt x="122174" y="759135"/>
                  </a:moveTo>
                  <a:lnTo>
                    <a:pt x="110762" y="757172"/>
                  </a:lnTo>
                  <a:lnTo>
                    <a:pt x="141023" y="789834"/>
                  </a:lnTo>
                  <a:close/>
                  <a:moveTo>
                    <a:pt x="34700" y="718284"/>
                  </a:moveTo>
                  <a:lnTo>
                    <a:pt x="108538" y="749902"/>
                  </a:lnTo>
                  <a:lnTo>
                    <a:pt x="66917" y="727216"/>
                  </a:lnTo>
                  <a:close/>
                  <a:moveTo>
                    <a:pt x="34700" y="718284"/>
                  </a:moveTo>
                  <a:lnTo>
                    <a:pt x="110762" y="757172"/>
                  </a:lnTo>
                  <a:lnTo>
                    <a:pt x="108538" y="749902"/>
                  </a:lnTo>
                  <a:close/>
                  <a:moveTo>
                    <a:pt x="35174" y="722460"/>
                  </a:moveTo>
                  <a:lnTo>
                    <a:pt x="110762" y="757172"/>
                  </a:lnTo>
                  <a:lnTo>
                    <a:pt x="34700" y="718284"/>
                  </a:lnTo>
                  <a:close/>
                  <a:moveTo>
                    <a:pt x="108538" y="749902"/>
                  </a:moveTo>
                  <a:lnTo>
                    <a:pt x="110762" y="757172"/>
                  </a:lnTo>
                  <a:lnTo>
                    <a:pt x="122174" y="759135"/>
                  </a:lnTo>
                  <a:close/>
                  <a:moveTo>
                    <a:pt x="66917" y="727216"/>
                  </a:moveTo>
                  <a:lnTo>
                    <a:pt x="0" y="708513"/>
                  </a:lnTo>
                  <a:lnTo>
                    <a:pt x="34700" y="718284"/>
                  </a:lnTo>
                  <a:close/>
                  <a:moveTo>
                    <a:pt x="504505" y="1213731"/>
                  </a:moveTo>
                  <a:lnTo>
                    <a:pt x="493420" y="1200674"/>
                  </a:lnTo>
                  <a:lnTo>
                    <a:pt x="478596" y="1149983"/>
                  </a:lnTo>
                  <a:close/>
                  <a:moveTo>
                    <a:pt x="506486" y="1162195"/>
                  </a:moveTo>
                  <a:lnTo>
                    <a:pt x="478596" y="1149983"/>
                  </a:lnTo>
                  <a:lnTo>
                    <a:pt x="452767" y="1108240"/>
                  </a:lnTo>
                  <a:close/>
                  <a:moveTo>
                    <a:pt x="452690" y="1045559"/>
                  </a:moveTo>
                  <a:lnTo>
                    <a:pt x="479945" y="1110658"/>
                  </a:lnTo>
                  <a:lnTo>
                    <a:pt x="452767" y="1108240"/>
                  </a:lnTo>
                  <a:close/>
                  <a:moveTo>
                    <a:pt x="296053" y="880418"/>
                  </a:moveTo>
                  <a:lnTo>
                    <a:pt x="320428" y="951635"/>
                  </a:lnTo>
                  <a:lnTo>
                    <a:pt x="339556" y="912961"/>
                  </a:lnTo>
                  <a:close/>
                  <a:moveTo>
                    <a:pt x="384480" y="937544"/>
                  </a:moveTo>
                  <a:lnTo>
                    <a:pt x="378922" y="885467"/>
                  </a:lnTo>
                  <a:lnTo>
                    <a:pt x="339556" y="912961"/>
                  </a:lnTo>
                  <a:close/>
                  <a:moveTo>
                    <a:pt x="272307" y="777345"/>
                  </a:moveTo>
                  <a:lnTo>
                    <a:pt x="259896" y="801438"/>
                  </a:lnTo>
                  <a:lnTo>
                    <a:pt x="287715" y="828881"/>
                  </a:lnTo>
                  <a:close/>
                  <a:moveTo>
                    <a:pt x="272307" y="777345"/>
                  </a:moveTo>
                  <a:lnTo>
                    <a:pt x="245045" y="734277"/>
                  </a:lnTo>
                  <a:lnTo>
                    <a:pt x="220794" y="778505"/>
                  </a:lnTo>
                  <a:close/>
                  <a:moveTo>
                    <a:pt x="108538" y="749902"/>
                  </a:moveTo>
                  <a:lnTo>
                    <a:pt x="122174" y="759135"/>
                  </a:lnTo>
                  <a:lnTo>
                    <a:pt x="123556" y="746771"/>
                  </a:lnTo>
                  <a:close/>
                  <a:moveTo>
                    <a:pt x="108538" y="749902"/>
                  </a:moveTo>
                  <a:lnTo>
                    <a:pt x="123556" y="746771"/>
                  </a:lnTo>
                  <a:lnTo>
                    <a:pt x="66917" y="727216"/>
                  </a:lnTo>
                  <a:close/>
                  <a:moveTo>
                    <a:pt x="187434" y="732821"/>
                  </a:moveTo>
                  <a:lnTo>
                    <a:pt x="122174" y="759135"/>
                  </a:lnTo>
                  <a:lnTo>
                    <a:pt x="173418" y="776052"/>
                  </a:lnTo>
                  <a:close/>
                  <a:moveTo>
                    <a:pt x="187434" y="732821"/>
                  </a:moveTo>
                  <a:lnTo>
                    <a:pt x="123556" y="746771"/>
                  </a:lnTo>
                  <a:lnTo>
                    <a:pt x="122174" y="759135"/>
                  </a:lnTo>
                  <a:close/>
                  <a:moveTo>
                    <a:pt x="123556" y="746771"/>
                  </a:moveTo>
                  <a:lnTo>
                    <a:pt x="187434" y="732821"/>
                  </a:lnTo>
                  <a:lnTo>
                    <a:pt x="142920" y="701803"/>
                  </a:lnTo>
                  <a:close/>
                  <a:moveTo>
                    <a:pt x="187434" y="732821"/>
                  </a:moveTo>
                  <a:lnTo>
                    <a:pt x="191801" y="709885"/>
                  </a:lnTo>
                  <a:lnTo>
                    <a:pt x="142920" y="701803"/>
                  </a:lnTo>
                  <a:close/>
                  <a:moveTo>
                    <a:pt x="173418" y="776052"/>
                  </a:moveTo>
                  <a:lnTo>
                    <a:pt x="230811" y="725808"/>
                  </a:lnTo>
                  <a:lnTo>
                    <a:pt x="187434" y="732821"/>
                  </a:lnTo>
                  <a:close/>
                  <a:moveTo>
                    <a:pt x="245045" y="734277"/>
                  </a:moveTo>
                  <a:lnTo>
                    <a:pt x="230811" y="725808"/>
                  </a:lnTo>
                  <a:lnTo>
                    <a:pt x="173418" y="776052"/>
                  </a:lnTo>
                  <a:close/>
                  <a:moveTo>
                    <a:pt x="187434" y="732821"/>
                  </a:moveTo>
                  <a:lnTo>
                    <a:pt x="230811" y="725808"/>
                  </a:lnTo>
                  <a:lnTo>
                    <a:pt x="191801" y="709885"/>
                  </a:lnTo>
                  <a:close/>
                  <a:moveTo>
                    <a:pt x="475484" y="1138101"/>
                  </a:moveTo>
                  <a:lnTo>
                    <a:pt x="452767" y="1108240"/>
                  </a:lnTo>
                  <a:lnTo>
                    <a:pt x="478596" y="1149983"/>
                  </a:lnTo>
                  <a:close/>
                  <a:moveTo>
                    <a:pt x="452767" y="1108240"/>
                  </a:moveTo>
                  <a:lnTo>
                    <a:pt x="448860" y="1086565"/>
                  </a:lnTo>
                  <a:lnTo>
                    <a:pt x="399105" y="1051141"/>
                  </a:lnTo>
                  <a:close/>
                  <a:moveTo>
                    <a:pt x="452690" y="1045559"/>
                  </a:moveTo>
                  <a:lnTo>
                    <a:pt x="452767" y="1108240"/>
                  </a:lnTo>
                  <a:lnTo>
                    <a:pt x="399105" y="1051141"/>
                  </a:lnTo>
                  <a:close/>
                  <a:moveTo>
                    <a:pt x="463186" y="890941"/>
                  </a:moveTo>
                  <a:lnTo>
                    <a:pt x="430384" y="875465"/>
                  </a:lnTo>
                  <a:lnTo>
                    <a:pt x="490238" y="907861"/>
                  </a:lnTo>
                  <a:close/>
                  <a:moveTo>
                    <a:pt x="341350" y="871883"/>
                  </a:moveTo>
                  <a:lnTo>
                    <a:pt x="339556" y="912961"/>
                  </a:lnTo>
                  <a:lnTo>
                    <a:pt x="379602" y="878767"/>
                  </a:lnTo>
                  <a:close/>
                  <a:moveTo>
                    <a:pt x="419930" y="856324"/>
                  </a:moveTo>
                  <a:lnTo>
                    <a:pt x="430384" y="875465"/>
                  </a:lnTo>
                  <a:lnTo>
                    <a:pt x="463186" y="890941"/>
                  </a:lnTo>
                  <a:close/>
                  <a:moveTo>
                    <a:pt x="309426" y="804787"/>
                  </a:moveTo>
                  <a:lnTo>
                    <a:pt x="272307" y="777345"/>
                  </a:lnTo>
                  <a:lnTo>
                    <a:pt x="287715" y="828881"/>
                  </a:lnTo>
                  <a:close/>
                  <a:moveTo>
                    <a:pt x="245045" y="734277"/>
                  </a:moveTo>
                  <a:lnTo>
                    <a:pt x="272307" y="777345"/>
                  </a:lnTo>
                  <a:lnTo>
                    <a:pt x="280195" y="758134"/>
                  </a:lnTo>
                  <a:close/>
                  <a:moveTo>
                    <a:pt x="463186" y="890941"/>
                  </a:moveTo>
                  <a:lnTo>
                    <a:pt x="490238" y="907861"/>
                  </a:lnTo>
                  <a:lnTo>
                    <a:pt x="490974" y="859934"/>
                  </a:lnTo>
                  <a:close/>
                  <a:moveTo>
                    <a:pt x="524489" y="836941"/>
                  </a:moveTo>
                  <a:lnTo>
                    <a:pt x="490238" y="907861"/>
                  </a:lnTo>
                  <a:lnTo>
                    <a:pt x="526504" y="898046"/>
                  </a:lnTo>
                  <a:close/>
                  <a:moveTo>
                    <a:pt x="564002" y="905543"/>
                  </a:moveTo>
                  <a:lnTo>
                    <a:pt x="526504" y="898046"/>
                  </a:lnTo>
                  <a:lnTo>
                    <a:pt x="519827" y="928033"/>
                  </a:lnTo>
                  <a:close/>
                  <a:moveTo>
                    <a:pt x="437931" y="832230"/>
                  </a:moveTo>
                  <a:lnTo>
                    <a:pt x="410666" y="804787"/>
                  </a:lnTo>
                  <a:lnTo>
                    <a:pt x="419930" y="856324"/>
                  </a:lnTo>
                  <a:close/>
                  <a:moveTo>
                    <a:pt x="445701" y="612041"/>
                  </a:moveTo>
                  <a:lnTo>
                    <a:pt x="442102" y="626084"/>
                  </a:lnTo>
                  <a:lnTo>
                    <a:pt x="460973" y="612865"/>
                  </a:lnTo>
                  <a:close/>
                  <a:moveTo>
                    <a:pt x="445701" y="612041"/>
                  </a:moveTo>
                  <a:lnTo>
                    <a:pt x="460973" y="612865"/>
                  </a:lnTo>
                  <a:lnTo>
                    <a:pt x="440478" y="601990"/>
                  </a:lnTo>
                  <a:close/>
                  <a:moveTo>
                    <a:pt x="440478" y="601990"/>
                  </a:moveTo>
                  <a:lnTo>
                    <a:pt x="422768" y="567942"/>
                  </a:lnTo>
                  <a:lnTo>
                    <a:pt x="445701" y="612041"/>
                  </a:lnTo>
                  <a:close/>
                  <a:moveTo>
                    <a:pt x="440478" y="601990"/>
                  </a:moveTo>
                  <a:lnTo>
                    <a:pt x="398394" y="550453"/>
                  </a:lnTo>
                  <a:lnTo>
                    <a:pt x="422768" y="567942"/>
                  </a:lnTo>
                  <a:close/>
                  <a:moveTo>
                    <a:pt x="692050" y="784042"/>
                  </a:moveTo>
                  <a:lnTo>
                    <a:pt x="685587" y="808136"/>
                  </a:lnTo>
                  <a:lnTo>
                    <a:pt x="652863" y="745797"/>
                  </a:lnTo>
                  <a:close/>
                  <a:moveTo>
                    <a:pt x="608068" y="681489"/>
                  </a:moveTo>
                  <a:lnTo>
                    <a:pt x="611838" y="705063"/>
                  </a:lnTo>
                  <a:lnTo>
                    <a:pt x="609093" y="682410"/>
                  </a:lnTo>
                  <a:close/>
                  <a:moveTo>
                    <a:pt x="440478" y="601990"/>
                  </a:moveTo>
                  <a:lnTo>
                    <a:pt x="460973" y="612865"/>
                  </a:lnTo>
                  <a:lnTo>
                    <a:pt x="476933" y="586650"/>
                  </a:lnTo>
                  <a:close/>
                  <a:moveTo>
                    <a:pt x="440478" y="601990"/>
                  </a:moveTo>
                  <a:lnTo>
                    <a:pt x="476933" y="586650"/>
                  </a:lnTo>
                  <a:lnTo>
                    <a:pt x="398394" y="550453"/>
                  </a:lnTo>
                  <a:close/>
                  <a:moveTo>
                    <a:pt x="398248" y="549894"/>
                  </a:moveTo>
                  <a:lnTo>
                    <a:pt x="398394" y="550453"/>
                  </a:lnTo>
                  <a:lnTo>
                    <a:pt x="432579" y="546483"/>
                  </a:lnTo>
                  <a:close/>
                  <a:moveTo>
                    <a:pt x="516010" y="577896"/>
                  </a:moveTo>
                  <a:lnTo>
                    <a:pt x="546448" y="630860"/>
                  </a:lnTo>
                  <a:lnTo>
                    <a:pt x="546664" y="629433"/>
                  </a:lnTo>
                  <a:close/>
                  <a:moveTo>
                    <a:pt x="460973" y="612865"/>
                  </a:moveTo>
                  <a:lnTo>
                    <a:pt x="546448" y="630860"/>
                  </a:lnTo>
                  <a:lnTo>
                    <a:pt x="516010" y="577896"/>
                  </a:lnTo>
                  <a:close/>
                  <a:moveTo>
                    <a:pt x="516010" y="577896"/>
                  </a:moveTo>
                  <a:lnTo>
                    <a:pt x="476933" y="586650"/>
                  </a:lnTo>
                  <a:lnTo>
                    <a:pt x="460973" y="612865"/>
                  </a:lnTo>
                  <a:close/>
                  <a:moveTo>
                    <a:pt x="476933" y="586650"/>
                  </a:moveTo>
                  <a:lnTo>
                    <a:pt x="516010" y="577896"/>
                  </a:lnTo>
                  <a:lnTo>
                    <a:pt x="486114" y="571962"/>
                  </a:lnTo>
                  <a:close/>
                  <a:moveTo>
                    <a:pt x="398394" y="550453"/>
                  </a:moveTo>
                  <a:lnTo>
                    <a:pt x="398248" y="549894"/>
                  </a:lnTo>
                  <a:lnTo>
                    <a:pt x="386341" y="496832"/>
                  </a:lnTo>
                  <a:close/>
                  <a:moveTo>
                    <a:pt x="606378" y="680969"/>
                  </a:moveTo>
                  <a:lnTo>
                    <a:pt x="608068" y="681489"/>
                  </a:lnTo>
                  <a:lnTo>
                    <a:pt x="609093" y="682410"/>
                  </a:lnTo>
                  <a:close/>
                  <a:moveTo>
                    <a:pt x="546448" y="630860"/>
                  </a:moveTo>
                  <a:lnTo>
                    <a:pt x="606378" y="680969"/>
                  </a:lnTo>
                  <a:lnTo>
                    <a:pt x="549187" y="633105"/>
                  </a:lnTo>
                  <a:close/>
                  <a:moveTo>
                    <a:pt x="608068" y="681489"/>
                  </a:moveTo>
                  <a:lnTo>
                    <a:pt x="606378" y="680969"/>
                  </a:lnTo>
                  <a:lnTo>
                    <a:pt x="546448" y="630860"/>
                  </a:lnTo>
                  <a:close/>
                  <a:moveTo>
                    <a:pt x="386501" y="526359"/>
                  </a:moveTo>
                  <a:lnTo>
                    <a:pt x="386341" y="496832"/>
                  </a:lnTo>
                  <a:lnTo>
                    <a:pt x="398248" y="549894"/>
                  </a:lnTo>
                  <a:close/>
                  <a:moveTo>
                    <a:pt x="743174" y="708412"/>
                  </a:moveTo>
                  <a:lnTo>
                    <a:pt x="716861" y="735981"/>
                  </a:lnTo>
                  <a:lnTo>
                    <a:pt x="747004" y="713783"/>
                  </a:lnTo>
                  <a:close/>
                  <a:moveTo>
                    <a:pt x="712420" y="732506"/>
                  </a:moveTo>
                  <a:lnTo>
                    <a:pt x="716861" y="735981"/>
                  </a:lnTo>
                  <a:lnTo>
                    <a:pt x="743174" y="708412"/>
                  </a:lnTo>
                  <a:close/>
                  <a:moveTo>
                    <a:pt x="696872" y="656875"/>
                  </a:moveTo>
                  <a:lnTo>
                    <a:pt x="712420" y="732506"/>
                  </a:lnTo>
                  <a:lnTo>
                    <a:pt x="743174" y="708412"/>
                  </a:lnTo>
                  <a:close/>
                  <a:moveTo>
                    <a:pt x="606378" y="680969"/>
                  </a:moveTo>
                  <a:lnTo>
                    <a:pt x="609093" y="682410"/>
                  </a:lnTo>
                  <a:lnTo>
                    <a:pt x="612034" y="678266"/>
                  </a:lnTo>
                  <a:close/>
                  <a:moveTo>
                    <a:pt x="606378" y="680969"/>
                  </a:moveTo>
                  <a:lnTo>
                    <a:pt x="612034" y="678266"/>
                  </a:lnTo>
                  <a:lnTo>
                    <a:pt x="549187" y="633105"/>
                  </a:lnTo>
                  <a:close/>
                  <a:moveTo>
                    <a:pt x="679252" y="661600"/>
                  </a:moveTo>
                  <a:lnTo>
                    <a:pt x="612034" y="678266"/>
                  </a:lnTo>
                  <a:lnTo>
                    <a:pt x="609093" y="682410"/>
                  </a:lnTo>
                  <a:close/>
                  <a:moveTo>
                    <a:pt x="612034" y="678266"/>
                  </a:moveTo>
                  <a:lnTo>
                    <a:pt x="679252" y="661600"/>
                  </a:lnTo>
                  <a:lnTo>
                    <a:pt x="636929" y="651580"/>
                  </a:lnTo>
                  <a:close/>
                  <a:moveTo>
                    <a:pt x="695358" y="623746"/>
                  </a:moveTo>
                  <a:lnTo>
                    <a:pt x="681102" y="642059"/>
                  </a:lnTo>
                  <a:lnTo>
                    <a:pt x="679252" y="661600"/>
                  </a:lnTo>
                  <a:close/>
                  <a:moveTo>
                    <a:pt x="696872" y="656875"/>
                  </a:moveTo>
                  <a:lnTo>
                    <a:pt x="723859" y="627246"/>
                  </a:lnTo>
                  <a:lnTo>
                    <a:pt x="695358" y="623746"/>
                  </a:lnTo>
                  <a:close/>
                  <a:moveTo>
                    <a:pt x="679252" y="661600"/>
                  </a:moveTo>
                  <a:lnTo>
                    <a:pt x="696872" y="656875"/>
                  </a:lnTo>
                  <a:lnTo>
                    <a:pt x="695358" y="623746"/>
                  </a:lnTo>
                  <a:close/>
                  <a:moveTo>
                    <a:pt x="812700" y="784730"/>
                  </a:moveTo>
                  <a:lnTo>
                    <a:pt x="827909" y="811485"/>
                  </a:lnTo>
                  <a:lnTo>
                    <a:pt x="823900" y="808197"/>
                  </a:lnTo>
                  <a:close/>
                  <a:moveTo>
                    <a:pt x="747004" y="713783"/>
                  </a:moveTo>
                  <a:lnTo>
                    <a:pt x="752420" y="708412"/>
                  </a:lnTo>
                  <a:lnTo>
                    <a:pt x="780610" y="742666"/>
                  </a:lnTo>
                  <a:close/>
                  <a:moveTo>
                    <a:pt x="780610" y="742666"/>
                  </a:moveTo>
                  <a:lnTo>
                    <a:pt x="752420" y="708412"/>
                  </a:lnTo>
                  <a:lnTo>
                    <a:pt x="803619" y="699199"/>
                  </a:lnTo>
                  <a:close/>
                  <a:moveTo>
                    <a:pt x="752534" y="640005"/>
                  </a:moveTo>
                  <a:lnTo>
                    <a:pt x="760185" y="656875"/>
                  </a:lnTo>
                  <a:lnTo>
                    <a:pt x="723859" y="627246"/>
                  </a:lnTo>
                  <a:close/>
                  <a:moveTo>
                    <a:pt x="1113375" y="814833"/>
                  </a:moveTo>
                  <a:lnTo>
                    <a:pt x="1129468" y="825891"/>
                  </a:lnTo>
                  <a:lnTo>
                    <a:pt x="1153717" y="792716"/>
                  </a:lnTo>
                  <a:close/>
                  <a:moveTo>
                    <a:pt x="1113375" y="814833"/>
                  </a:moveTo>
                  <a:lnTo>
                    <a:pt x="1153717" y="792716"/>
                  </a:lnTo>
                  <a:lnTo>
                    <a:pt x="1133957" y="739203"/>
                  </a:lnTo>
                  <a:close/>
                  <a:moveTo>
                    <a:pt x="1210885" y="820719"/>
                  </a:moveTo>
                  <a:lnTo>
                    <a:pt x="1163689" y="784609"/>
                  </a:lnTo>
                  <a:lnTo>
                    <a:pt x="1157530" y="790740"/>
                  </a:lnTo>
                  <a:close/>
                  <a:moveTo>
                    <a:pt x="1186852" y="770640"/>
                  </a:moveTo>
                  <a:lnTo>
                    <a:pt x="1163689" y="784609"/>
                  </a:lnTo>
                  <a:lnTo>
                    <a:pt x="1210885" y="820719"/>
                  </a:lnTo>
                  <a:close/>
                  <a:moveTo>
                    <a:pt x="1139177" y="715109"/>
                  </a:moveTo>
                  <a:lnTo>
                    <a:pt x="1133957" y="739203"/>
                  </a:lnTo>
                  <a:lnTo>
                    <a:pt x="1181653" y="766646"/>
                  </a:lnTo>
                  <a:close/>
                  <a:moveTo>
                    <a:pt x="1142257" y="663573"/>
                  </a:moveTo>
                  <a:lnTo>
                    <a:pt x="1133957" y="739203"/>
                  </a:lnTo>
                  <a:lnTo>
                    <a:pt x="1139177" y="715109"/>
                  </a:lnTo>
                  <a:close/>
                  <a:moveTo>
                    <a:pt x="1107257" y="647722"/>
                  </a:moveTo>
                  <a:lnTo>
                    <a:pt x="1142257" y="663573"/>
                  </a:lnTo>
                  <a:lnTo>
                    <a:pt x="1156686" y="587942"/>
                  </a:lnTo>
                  <a:close/>
                  <a:moveTo>
                    <a:pt x="1156686" y="587942"/>
                  </a:moveTo>
                  <a:lnTo>
                    <a:pt x="1142257" y="663573"/>
                  </a:lnTo>
                  <a:lnTo>
                    <a:pt x="1175782" y="594352"/>
                  </a:lnTo>
                  <a:close/>
                  <a:moveTo>
                    <a:pt x="1175782" y="594352"/>
                  </a:moveTo>
                  <a:lnTo>
                    <a:pt x="1142257" y="663573"/>
                  </a:lnTo>
                  <a:lnTo>
                    <a:pt x="1166408" y="656913"/>
                  </a:lnTo>
                  <a:close/>
                  <a:moveTo>
                    <a:pt x="1172832" y="663573"/>
                  </a:moveTo>
                  <a:lnTo>
                    <a:pt x="1175782" y="594352"/>
                  </a:lnTo>
                  <a:lnTo>
                    <a:pt x="1166408" y="656913"/>
                  </a:lnTo>
                  <a:close/>
                  <a:moveTo>
                    <a:pt x="1274977" y="512311"/>
                  </a:moveTo>
                  <a:lnTo>
                    <a:pt x="1276908" y="517556"/>
                  </a:lnTo>
                  <a:lnTo>
                    <a:pt x="1285539" y="520461"/>
                  </a:lnTo>
                  <a:close/>
                  <a:moveTo>
                    <a:pt x="1273258" y="474543"/>
                  </a:moveTo>
                  <a:lnTo>
                    <a:pt x="1276908" y="517556"/>
                  </a:lnTo>
                  <a:lnTo>
                    <a:pt x="1274977" y="512311"/>
                  </a:lnTo>
                  <a:close/>
                  <a:moveTo>
                    <a:pt x="1369862" y="615385"/>
                  </a:moveTo>
                  <a:lnTo>
                    <a:pt x="1415304" y="656278"/>
                  </a:lnTo>
                  <a:lnTo>
                    <a:pt x="1428210" y="596001"/>
                  </a:lnTo>
                  <a:close/>
                  <a:moveTo>
                    <a:pt x="1274977" y="512311"/>
                  </a:moveTo>
                  <a:lnTo>
                    <a:pt x="1273032" y="457965"/>
                  </a:lnTo>
                  <a:lnTo>
                    <a:pt x="1273258" y="474543"/>
                  </a:lnTo>
                  <a:close/>
                  <a:moveTo>
                    <a:pt x="1421334" y="464124"/>
                  </a:moveTo>
                  <a:lnTo>
                    <a:pt x="1399654" y="502640"/>
                  </a:lnTo>
                  <a:lnTo>
                    <a:pt x="1430552" y="468611"/>
                  </a:lnTo>
                  <a:close/>
                  <a:moveTo>
                    <a:pt x="1430552" y="468611"/>
                  </a:moveTo>
                  <a:lnTo>
                    <a:pt x="1399654" y="502640"/>
                  </a:lnTo>
                  <a:lnTo>
                    <a:pt x="1393217" y="523724"/>
                  </a:lnTo>
                  <a:close/>
                  <a:moveTo>
                    <a:pt x="1441907" y="515660"/>
                  </a:moveTo>
                  <a:lnTo>
                    <a:pt x="1448054" y="508923"/>
                  </a:lnTo>
                  <a:lnTo>
                    <a:pt x="1430552" y="468611"/>
                  </a:lnTo>
                  <a:close/>
                  <a:moveTo>
                    <a:pt x="1393217" y="523724"/>
                  </a:moveTo>
                  <a:lnTo>
                    <a:pt x="1441907" y="515660"/>
                  </a:lnTo>
                  <a:lnTo>
                    <a:pt x="1430552" y="468611"/>
                  </a:lnTo>
                  <a:close/>
                  <a:moveTo>
                    <a:pt x="1462394" y="539754"/>
                  </a:moveTo>
                  <a:lnTo>
                    <a:pt x="1452212" y="524469"/>
                  </a:lnTo>
                  <a:lnTo>
                    <a:pt x="1431639" y="582453"/>
                  </a:lnTo>
                  <a:close/>
                  <a:moveTo>
                    <a:pt x="1462394" y="539754"/>
                  </a:moveTo>
                  <a:lnTo>
                    <a:pt x="1452895" y="515660"/>
                  </a:lnTo>
                  <a:lnTo>
                    <a:pt x="1452212" y="524469"/>
                  </a:lnTo>
                  <a:close/>
                  <a:moveTo>
                    <a:pt x="1452895" y="515660"/>
                  </a:moveTo>
                  <a:lnTo>
                    <a:pt x="1430552" y="468611"/>
                  </a:lnTo>
                  <a:lnTo>
                    <a:pt x="1448054" y="508923"/>
                  </a:lnTo>
                  <a:close/>
                  <a:moveTo>
                    <a:pt x="1298840" y="412587"/>
                  </a:moveTo>
                  <a:lnTo>
                    <a:pt x="1270460" y="385145"/>
                  </a:lnTo>
                  <a:lnTo>
                    <a:pt x="1282795" y="436681"/>
                  </a:lnTo>
                  <a:close/>
                  <a:moveTo>
                    <a:pt x="1397961" y="394382"/>
                  </a:moveTo>
                  <a:lnTo>
                    <a:pt x="1421334" y="464124"/>
                  </a:lnTo>
                  <a:lnTo>
                    <a:pt x="1405378" y="412587"/>
                  </a:lnTo>
                  <a:close/>
                  <a:moveTo>
                    <a:pt x="1237657" y="79273"/>
                  </a:moveTo>
                  <a:lnTo>
                    <a:pt x="1256480" y="142015"/>
                  </a:lnTo>
                  <a:lnTo>
                    <a:pt x="1281754" y="101611"/>
                  </a:lnTo>
                  <a:close/>
                  <a:moveTo>
                    <a:pt x="1281173" y="55180"/>
                  </a:moveTo>
                  <a:lnTo>
                    <a:pt x="1281754" y="101611"/>
                  </a:lnTo>
                  <a:lnTo>
                    <a:pt x="1313816" y="86584"/>
                  </a:lnTo>
                  <a:close/>
                  <a:moveTo>
                    <a:pt x="1281173" y="55180"/>
                  </a:moveTo>
                  <a:lnTo>
                    <a:pt x="1237657" y="79273"/>
                  </a:lnTo>
                  <a:lnTo>
                    <a:pt x="1281754" y="101611"/>
                  </a:lnTo>
                  <a:close/>
                  <a:moveTo>
                    <a:pt x="1339750" y="31086"/>
                  </a:moveTo>
                  <a:lnTo>
                    <a:pt x="1354817" y="53000"/>
                  </a:lnTo>
                  <a:lnTo>
                    <a:pt x="1296113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82" name="Output_density__4181">
              <a:extLst>
                <a:ext uri="{FF2B5EF4-FFF2-40B4-BE49-F238E27FC236}">
                  <a16:creationId xmlns:a16="http://schemas.microsoft.com/office/drawing/2014/main" id="{CB7207E7-3585-C220-9642-4E8BDCE2188E}"/>
                </a:ext>
              </a:extLst>
            </p:cNvPr>
            <p:cNvSpPr>
              <a:spLocks noGrp="1"/>
            </p:cNvSpPr>
            <p:nvPr/>
          </p:nvSpPr>
          <p:spPr>
            <a:xfrm>
              <a:off x="15567481" y="3387959"/>
              <a:ext cx="1261093" cy="1162795"/>
            </a:xfrm>
            <a:custGeom>
              <a:avLst/>
              <a:gdLst/>
              <a:ahLst/>
              <a:cxnLst/>
              <a:rect l="0" t="0" r="0" b="0"/>
              <a:pathLst>
                <a:path w="1261093" h="1162795">
                  <a:moveTo>
                    <a:pt x="253099" y="1115236"/>
                  </a:moveTo>
                  <a:lnTo>
                    <a:pt x="181148" y="1133535"/>
                  </a:lnTo>
                  <a:lnTo>
                    <a:pt x="183343" y="1135353"/>
                  </a:lnTo>
                  <a:close/>
                  <a:moveTo>
                    <a:pt x="190600" y="1065321"/>
                  </a:moveTo>
                  <a:lnTo>
                    <a:pt x="181148" y="1133535"/>
                  </a:lnTo>
                  <a:lnTo>
                    <a:pt x="253099" y="1115236"/>
                  </a:lnTo>
                  <a:close/>
                  <a:moveTo>
                    <a:pt x="241372" y="1062027"/>
                  </a:moveTo>
                  <a:lnTo>
                    <a:pt x="190600" y="1065321"/>
                  </a:lnTo>
                  <a:lnTo>
                    <a:pt x="253099" y="1115236"/>
                  </a:lnTo>
                  <a:close/>
                  <a:moveTo>
                    <a:pt x="171997" y="1008185"/>
                  </a:moveTo>
                  <a:lnTo>
                    <a:pt x="190600" y="1065321"/>
                  </a:lnTo>
                  <a:lnTo>
                    <a:pt x="191199" y="1036213"/>
                  </a:lnTo>
                  <a:close/>
                  <a:moveTo>
                    <a:pt x="147385" y="1083816"/>
                  </a:moveTo>
                  <a:lnTo>
                    <a:pt x="190600" y="1065321"/>
                  </a:lnTo>
                  <a:lnTo>
                    <a:pt x="171997" y="1008185"/>
                  </a:lnTo>
                  <a:close/>
                  <a:moveTo>
                    <a:pt x="124624" y="961977"/>
                  </a:moveTo>
                  <a:lnTo>
                    <a:pt x="119521" y="959639"/>
                  </a:lnTo>
                  <a:lnTo>
                    <a:pt x="171997" y="1008185"/>
                  </a:lnTo>
                  <a:close/>
                  <a:moveTo>
                    <a:pt x="120160" y="956649"/>
                  </a:moveTo>
                  <a:lnTo>
                    <a:pt x="119521" y="959639"/>
                  </a:lnTo>
                  <a:lnTo>
                    <a:pt x="124624" y="961977"/>
                  </a:lnTo>
                  <a:close/>
                  <a:moveTo>
                    <a:pt x="120160" y="956649"/>
                  </a:moveTo>
                  <a:lnTo>
                    <a:pt x="89899" y="920978"/>
                  </a:lnTo>
                  <a:lnTo>
                    <a:pt x="119521" y="959639"/>
                  </a:lnTo>
                  <a:close/>
                  <a:moveTo>
                    <a:pt x="288144" y="1111259"/>
                  </a:moveTo>
                  <a:lnTo>
                    <a:pt x="314684" y="1162795"/>
                  </a:lnTo>
                  <a:lnTo>
                    <a:pt x="260965" y="1108840"/>
                  </a:lnTo>
                  <a:close/>
                  <a:moveTo>
                    <a:pt x="171997" y="1008185"/>
                  </a:moveTo>
                  <a:lnTo>
                    <a:pt x="191199" y="1036213"/>
                  </a:lnTo>
                  <a:lnTo>
                    <a:pt x="195156" y="998874"/>
                  </a:lnTo>
                  <a:close/>
                  <a:moveTo>
                    <a:pt x="195156" y="998874"/>
                  </a:moveTo>
                  <a:lnTo>
                    <a:pt x="124624" y="961977"/>
                  </a:lnTo>
                  <a:lnTo>
                    <a:pt x="171997" y="1008185"/>
                  </a:lnTo>
                  <a:close/>
                  <a:moveTo>
                    <a:pt x="128627" y="952236"/>
                  </a:moveTo>
                  <a:lnTo>
                    <a:pt x="124624" y="961977"/>
                  </a:lnTo>
                  <a:lnTo>
                    <a:pt x="195156" y="998874"/>
                  </a:lnTo>
                  <a:close/>
                  <a:moveTo>
                    <a:pt x="192679" y="938145"/>
                  </a:moveTo>
                  <a:lnTo>
                    <a:pt x="128627" y="952236"/>
                  </a:lnTo>
                  <a:lnTo>
                    <a:pt x="195156" y="998874"/>
                  </a:lnTo>
                  <a:close/>
                  <a:moveTo>
                    <a:pt x="195156" y="998874"/>
                  </a:moveTo>
                  <a:lnTo>
                    <a:pt x="191199" y="1036213"/>
                  </a:lnTo>
                  <a:lnTo>
                    <a:pt x="201563" y="1008185"/>
                  </a:lnTo>
                  <a:close/>
                  <a:moveTo>
                    <a:pt x="192679" y="938145"/>
                  </a:moveTo>
                  <a:lnTo>
                    <a:pt x="195156" y="998874"/>
                  </a:lnTo>
                  <a:lnTo>
                    <a:pt x="201563" y="1008185"/>
                  </a:lnTo>
                  <a:close/>
                  <a:moveTo>
                    <a:pt x="120160" y="956649"/>
                  </a:moveTo>
                  <a:lnTo>
                    <a:pt x="124624" y="961977"/>
                  </a:lnTo>
                  <a:lnTo>
                    <a:pt x="128627" y="952236"/>
                  </a:lnTo>
                  <a:close/>
                  <a:moveTo>
                    <a:pt x="120160" y="956649"/>
                  </a:moveTo>
                  <a:lnTo>
                    <a:pt x="128627" y="952236"/>
                  </a:lnTo>
                  <a:lnTo>
                    <a:pt x="104252" y="881018"/>
                  </a:lnTo>
                  <a:close/>
                  <a:moveTo>
                    <a:pt x="94968" y="905112"/>
                  </a:moveTo>
                  <a:lnTo>
                    <a:pt x="120160" y="956649"/>
                  </a:lnTo>
                  <a:lnTo>
                    <a:pt x="104252" y="881018"/>
                  </a:lnTo>
                  <a:close/>
                  <a:moveTo>
                    <a:pt x="128627" y="952236"/>
                  </a:moveTo>
                  <a:lnTo>
                    <a:pt x="192679" y="938145"/>
                  </a:lnTo>
                  <a:lnTo>
                    <a:pt x="147755" y="913561"/>
                  </a:lnTo>
                  <a:close/>
                  <a:moveTo>
                    <a:pt x="104252" y="881018"/>
                  </a:moveTo>
                  <a:lnTo>
                    <a:pt x="95913" y="829482"/>
                  </a:lnTo>
                  <a:lnTo>
                    <a:pt x="94968" y="905112"/>
                  </a:lnTo>
                  <a:close/>
                  <a:moveTo>
                    <a:pt x="298437" y="908461"/>
                  </a:moveTo>
                  <a:lnTo>
                    <a:pt x="306742" y="983958"/>
                  </a:lnTo>
                  <a:lnTo>
                    <a:pt x="328026" y="928634"/>
                  </a:lnTo>
                  <a:close/>
                  <a:moveTo>
                    <a:pt x="39010" y="726409"/>
                  </a:moveTo>
                  <a:lnTo>
                    <a:pt x="53244" y="734877"/>
                  </a:lnTo>
                  <a:lnTo>
                    <a:pt x="44781" y="702315"/>
                  </a:lnTo>
                  <a:close/>
                  <a:moveTo>
                    <a:pt x="39010" y="726409"/>
                  </a:moveTo>
                  <a:lnTo>
                    <a:pt x="44781" y="702315"/>
                  </a:lnTo>
                  <a:lnTo>
                    <a:pt x="0" y="710485"/>
                  </a:lnTo>
                  <a:close/>
                  <a:moveTo>
                    <a:pt x="298437" y="908461"/>
                  </a:moveTo>
                  <a:lnTo>
                    <a:pt x="328026" y="928634"/>
                  </a:lnTo>
                  <a:lnTo>
                    <a:pt x="334703" y="898646"/>
                  </a:lnTo>
                  <a:close/>
                  <a:moveTo>
                    <a:pt x="246130" y="832831"/>
                  </a:moveTo>
                  <a:lnTo>
                    <a:pt x="228129" y="856924"/>
                  </a:lnTo>
                  <a:lnTo>
                    <a:pt x="271385" y="891541"/>
                  </a:lnTo>
                  <a:close/>
                  <a:moveTo>
                    <a:pt x="488263" y="773681"/>
                  </a:moveTo>
                  <a:lnTo>
                    <a:pt x="431516" y="757200"/>
                  </a:lnTo>
                  <a:lnTo>
                    <a:pt x="411092" y="794729"/>
                  </a:lnTo>
                  <a:close/>
                  <a:moveTo>
                    <a:pt x="461062" y="746397"/>
                  </a:moveTo>
                  <a:lnTo>
                    <a:pt x="488263" y="773681"/>
                  </a:lnTo>
                  <a:lnTo>
                    <a:pt x="500249" y="784643"/>
                  </a:lnTo>
                  <a:close/>
                  <a:moveTo>
                    <a:pt x="417292" y="683010"/>
                  </a:moveTo>
                  <a:lnTo>
                    <a:pt x="461062" y="746397"/>
                  </a:lnTo>
                  <a:lnTo>
                    <a:pt x="472029" y="712983"/>
                  </a:lnTo>
                  <a:close/>
                  <a:moveTo>
                    <a:pt x="420037" y="705663"/>
                  </a:moveTo>
                  <a:lnTo>
                    <a:pt x="461062" y="746397"/>
                  </a:lnTo>
                  <a:lnTo>
                    <a:pt x="417292" y="683010"/>
                  </a:lnTo>
                  <a:close/>
                  <a:moveTo>
                    <a:pt x="605038" y="760549"/>
                  </a:moveTo>
                  <a:lnTo>
                    <a:pt x="586400" y="791247"/>
                  </a:lnTo>
                  <a:lnTo>
                    <a:pt x="620899" y="785330"/>
                  </a:lnTo>
                  <a:close/>
                  <a:moveTo>
                    <a:pt x="582926" y="723288"/>
                  </a:moveTo>
                  <a:lnTo>
                    <a:pt x="560619" y="709012"/>
                  </a:lnTo>
                  <a:lnTo>
                    <a:pt x="555203" y="714384"/>
                  </a:lnTo>
                  <a:close/>
                  <a:moveTo>
                    <a:pt x="555203" y="714384"/>
                  </a:moveTo>
                  <a:lnTo>
                    <a:pt x="525060" y="736582"/>
                  </a:lnTo>
                  <a:lnTo>
                    <a:pt x="582926" y="723288"/>
                  </a:lnTo>
                  <a:close/>
                  <a:moveTo>
                    <a:pt x="487451" y="662201"/>
                  </a:moveTo>
                  <a:lnTo>
                    <a:pt x="472029" y="712983"/>
                  </a:lnTo>
                  <a:lnTo>
                    <a:pt x="505070" y="657475"/>
                  </a:lnTo>
                  <a:close/>
                  <a:moveTo>
                    <a:pt x="505070" y="657475"/>
                  </a:moveTo>
                  <a:lnTo>
                    <a:pt x="472029" y="712983"/>
                  </a:lnTo>
                  <a:lnTo>
                    <a:pt x="520619" y="733106"/>
                  </a:lnTo>
                  <a:close/>
                  <a:moveTo>
                    <a:pt x="487451" y="662201"/>
                  </a:moveTo>
                  <a:lnTo>
                    <a:pt x="417292" y="683010"/>
                  </a:lnTo>
                  <a:lnTo>
                    <a:pt x="472029" y="712983"/>
                  </a:lnTo>
                  <a:close/>
                  <a:moveTo>
                    <a:pt x="487451" y="662201"/>
                  </a:moveTo>
                  <a:lnTo>
                    <a:pt x="489300" y="642660"/>
                  </a:lnTo>
                  <a:lnTo>
                    <a:pt x="445127" y="652181"/>
                  </a:lnTo>
                  <a:close/>
                  <a:moveTo>
                    <a:pt x="605038" y="760549"/>
                  </a:moveTo>
                  <a:lnTo>
                    <a:pt x="632099" y="808797"/>
                  </a:lnTo>
                  <a:lnTo>
                    <a:pt x="588809" y="743266"/>
                  </a:lnTo>
                  <a:close/>
                  <a:moveTo>
                    <a:pt x="620899" y="785330"/>
                  </a:moveTo>
                  <a:lnTo>
                    <a:pt x="632099" y="808797"/>
                  </a:lnTo>
                  <a:lnTo>
                    <a:pt x="605038" y="760549"/>
                  </a:lnTo>
                  <a:close/>
                  <a:moveTo>
                    <a:pt x="610593" y="746801"/>
                  </a:moveTo>
                  <a:lnTo>
                    <a:pt x="605038" y="760549"/>
                  </a:lnTo>
                  <a:lnTo>
                    <a:pt x="588809" y="743266"/>
                  </a:lnTo>
                  <a:close/>
                  <a:moveTo>
                    <a:pt x="551373" y="709012"/>
                  </a:moveTo>
                  <a:lnTo>
                    <a:pt x="571178" y="684918"/>
                  </a:lnTo>
                  <a:lnTo>
                    <a:pt x="505070" y="657475"/>
                  </a:lnTo>
                  <a:close/>
                  <a:moveTo>
                    <a:pt x="575865" y="656736"/>
                  </a:moveTo>
                  <a:lnTo>
                    <a:pt x="568384" y="657475"/>
                  </a:lnTo>
                  <a:lnTo>
                    <a:pt x="560733" y="640606"/>
                  </a:lnTo>
                  <a:close/>
                  <a:moveTo>
                    <a:pt x="560733" y="640606"/>
                  </a:moveTo>
                  <a:lnTo>
                    <a:pt x="532058" y="627846"/>
                  </a:lnTo>
                  <a:lnTo>
                    <a:pt x="505070" y="657475"/>
                  </a:lnTo>
                  <a:close/>
                  <a:moveTo>
                    <a:pt x="392368" y="320023"/>
                  </a:moveTo>
                  <a:lnTo>
                    <a:pt x="380999" y="324162"/>
                  </a:lnTo>
                  <a:lnTo>
                    <a:pt x="416762" y="305230"/>
                  </a:lnTo>
                  <a:close/>
                  <a:moveTo>
                    <a:pt x="942156" y="739804"/>
                  </a:moveTo>
                  <a:lnTo>
                    <a:pt x="961915" y="793316"/>
                  </a:lnTo>
                  <a:lnTo>
                    <a:pt x="962497" y="784426"/>
                  </a:lnTo>
                  <a:close/>
                  <a:moveTo>
                    <a:pt x="937667" y="826492"/>
                  </a:moveTo>
                  <a:lnTo>
                    <a:pt x="965729" y="791340"/>
                  </a:lnTo>
                  <a:lnTo>
                    <a:pt x="961915" y="793316"/>
                  </a:lnTo>
                  <a:close/>
                  <a:moveTo>
                    <a:pt x="942156" y="739804"/>
                  </a:moveTo>
                  <a:lnTo>
                    <a:pt x="891355" y="693116"/>
                  </a:lnTo>
                  <a:lnTo>
                    <a:pt x="871411" y="753449"/>
                  </a:lnTo>
                  <a:close/>
                  <a:moveTo>
                    <a:pt x="989851" y="767246"/>
                  </a:moveTo>
                  <a:lnTo>
                    <a:pt x="962497" y="784426"/>
                  </a:lnTo>
                  <a:lnTo>
                    <a:pt x="971887" y="785209"/>
                  </a:lnTo>
                  <a:close/>
                  <a:moveTo>
                    <a:pt x="942156" y="739804"/>
                  </a:moveTo>
                  <a:lnTo>
                    <a:pt x="962497" y="784426"/>
                  </a:lnTo>
                  <a:lnTo>
                    <a:pt x="989851" y="767246"/>
                  </a:lnTo>
                  <a:close/>
                  <a:moveTo>
                    <a:pt x="950455" y="664173"/>
                  </a:moveTo>
                  <a:lnTo>
                    <a:pt x="891355" y="693116"/>
                  </a:lnTo>
                  <a:lnTo>
                    <a:pt x="942156" y="739804"/>
                  </a:lnTo>
                  <a:close/>
                  <a:moveTo>
                    <a:pt x="876495" y="612637"/>
                  </a:moveTo>
                  <a:lnTo>
                    <a:pt x="886861" y="688267"/>
                  </a:lnTo>
                  <a:lnTo>
                    <a:pt x="915455" y="648323"/>
                  </a:lnTo>
                  <a:close/>
                  <a:moveTo>
                    <a:pt x="893578" y="685405"/>
                  </a:moveTo>
                  <a:lnTo>
                    <a:pt x="950455" y="664173"/>
                  </a:lnTo>
                  <a:lnTo>
                    <a:pt x="915455" y="648323"/>
                  </a:lnTo>
                  <a:close/>
                  <a:moveTo>
                    <a:pt x="876495" y="612637"/>
                  </a:moveTo>
                  <a:lnTo>
                    <a:pt x="866862" y="561100"/>
                  </a:lnTo>
                  <a:lnTo>
                    <a:pt x="862121" y="636730"/>
                  </a:lnTo>
                  <a:close/>
                  <a:moveTo>
                    <a:pt x="1047255" y="656848"/>
                  </a:moveTo>
                  <a:lnTo>
                    <a:pt x="981030" y="664173"/>
                  </a:lnTo>
                  <a:lnTo>
                    <a:pt x="1007338" y="693646"/>
                  </a:lnTo>
                  <a:close/>
                  <a:moveTo>
                    <a:pt x="1133787" y="564448"/>
                  </a:moveTo>
                  <a:lnTo>
                    <a:pt x="1093738" y="521062"/>
                  </a:lnTo>
                  <a:lnTo>
                    <a:pt x="1085107" y="518157"/>
                  </a:lnTo>
                  <a:close/>
                  <a:moveTo>
                    <a:pt x="1178060" y="615985"/>
                  </a:moveTo>
                  <a:lnTo>
                    <a:pt x="1236409" y="596601"/>
                  </a:lnTo>
                  <a:lnTo>
                    <a:pt x="1162144" y="602143"/>
                  </a:lnTo>
                  <a:close/>
                  <a:moveTo>
                    <a:pt x="1162144" y="602143"/>
                  </a:moveTo>
                  <a:lnTo>
                    <a:pt x="1236409" y="596601"/>
                  </a:lnTo>
                  <a:lnTo>
                    <a:pt x="1239838" y="583053"/>
                  </a:lnTo>
                  <a:close/>
                  <a:moveTo>
                    <a:pt x="1162144" y="602143"/>
                  </a:moveTo>
                  <a:lnTo>
                    <a:pt x="1239838" y="583053"/>
                  </a:lnTo>
                  <a:lnTo>
                    <a:pt x="1185466" y="554442"/>
                  </a:lnTo>
                  <a:close/>
                  <a:moveTo>
                    <a:pt x="1170814" y="540355"/>
                  </a:moveTo>
                  <a:lnTo>
                    <a:pt x="1162144" y="602143"/>
                  </a:lnTo>
                  <a:lnTo>
                    <a:pt x="1185466" y="554442"/>
                  </a:lnTo>
                  <a:close/>
                  <a:moveTo>
                    <a:pt x="1170814" y="540355"/>
                  </a:moveTo>
                  <a:lnTo>
                    <a:pt x="1133787" y="564448"/>
                  </a:lnTo>
                  <a:lnTo>
                    <a:pt x="1162144" y="602143"/>
                  </a:lnTo>
                  <a:close/>
                  <a:moveTo>
                    <a:pt x="1133787" y="564448"/>
                  </a:moveTo>
                  <a:lnTo>
                    <a:pt x="1170814" y="540355"/>
                  </a:lnTo>
                  <a:lnTo>
                    <a:pt x="1093738" y="521062"/>
                  </a:lnTo>
                  <a:close/>
                  <a:moveTo>
                    <a:pt x="1170814" y="540355"/>
                  </a:moveTo>
                  <a:lnTo>
                    <a:pt x="1123753" y="498386"/>
                  </a:lnTo>
                  <a:lnTo>
                    <a:pt x="1093738" y="521062"/>
                  </a:lnTo>
                  <a:close/>
                  <a:moveTo>
                    <a:pt x="1109000" y="488818"/>
                  </a:moveTo>
                  <a:lnTo>
                    <a:pt x="1093738" y="521062"/>
                  </a:lnTo>
                  <a:lnTo>
                    <a:pt x="1123753" y="498386"/>
                  </a:lnTo>
                  <a:close/>
                  <a:moveTo>
                    <a:pt x="1109000" y="488818"/>
                  </a:moveTo>
                  <a:lnTo>
                    <a:pt x="1083176" y="512912"/>
                  </a:lnTo>
                  <a:lnTo>
                    <a:pt x="1093738" y="521062"/>
                  </a:lnTo>
                  <a:close/>
                  <a:moveTo>
                    <a:pt x="1090993" y="437281"/>
                  </a:moveTo>
                  <a:lnTo>
                    <a:pt x="1081230" y="458565"/>
                  </a:lnTo>
                  <a:lnTo>
                    <a:pt x="1083176" y="512912"/>
                  </a:lnTo>
                  <a:close/>
                  <a:moveTo>
                    <a:pt x="1109000" y="488818"/>
                  </a:moveTo>
                  <a:lnTo>
                    <a:pt x="1090993" y="437281"/>
                  </a:lnTo>
                  <a:lnTo>
                    <a:pt x="1083176" y="512912"/>
                  </a:lnTo>
                  <a:close/>
                  <a:moveTo>
                    <a:pt x="1090993" y="437281"/>
                  </a:moveTo>
                  <a:lnTo>
                    <a:pt x="1079557" y="397183"/>
                  </a:lnTo>
                  <a:lnTo>
                    <a:pt x="1081230" y="458565"/>
                  </a:lnTo>
                  <a:close/>
                  <a:moveTo>
                    <a:pt x="1170814" y="540355"/>
                  </a:moveTo>
                  <a:lnTo>
                    <a:pt x="1185466" y="554442"/>
                  </a:lnTo>
                  <a:lnTo>
                    <a:pt x="1201415" y="524325"/>
                  </a:lnTo>
                  <a:close/>
                  <a:moveTo>
                    <a:pt x="1170814" y="540355"/>
                  </a:moveTo>
                  <a:lnTo>
                    <a:pt x="1201415" y="524325"/>
                  </a:lnTo>
                  <a:lnTo>
                    <a:pt x="1123753" y="498386"/>
                  </a:lnTo>
                  <a:close/>
                  <a:moveTo>
                    <a:pt x="1185466" y="554442"/>
                  </a:moveTo>
                  <a:lnTo>
                    <a:pt x="1250106" y="516261"/>
                  </a:lnTo>
                  <a:lnTo>
                    <a:pt x="1201415" y="524325"/>
                  </a:lnTo>
                  <a:close/>
                  <a:moveTo>
                    <a:pt x="1260410" y="525070"/>
                  </a:moveTo>
                  <a:lnTo>
                    <a:pt x="1250106" y="516261"/>
                  </a:lnTo>
                  <a:lnTo>
                    <a:pt x="1185466" y="554442"/>
                  </a:lnTo>
                  <a:close/>
                  <a:moveTo>
                    <a:pt x="1239838" y="583053"/>
                  </a:moveTo>
                  <a:lnTo>
                    <a:pt x="1260410" y="525070"/>
                  </a:lnTo>
                  <a:lnTo>
                    <a:pt x="1185466" y="554442"/>
                  </a:lnTo>
                  <a:close/>
                  <a:moveTo>
                    <a:pt x="1250106" y="516261"/>
                  </a:moveTo>
                  <a:lnTo>
                    <a:pt x="1260410" y="525070"/>
                  </a:lnTo>
                  <a:lnTo>
                    <a:pt x="1260551" y="514231"/>
                  </a:lnTo>
                  <a:close/>
                  <a:moveTo>
                    <a:pt x="1260551" y="514231"/>
                  </a:moveTo>
                  <a:lnTo>
                    <a:pt x="1256252" y="509523"/>
                  </a:lnTo>
                  <a:lnTo>
                    <a:pt x="1250106" y="516261"/>
                  </a:lnTo>
                  <a:close/>
                  <a:moveTo>
                    <a:pt x="1260551" y="514231"/>
                  </a:moveTo>
                  <a:lnTo>
                    <a:pt x="1260410" y="525070"/>
                  </a:lnTo>
                  <a:lnTo>
                    <a:pt x="1261093" y="516261"/>
                  </a:lnTo>
                  <a:close/>
                  <a:moveTo>
                    <a:pt x="1260551" y="514231"/>
                  </a:moveTo>
                  <a:lnTo>
                    <a:pt x="1261093" y="516261"/>
                  </a:lnTo>
                  <a:lnTo>
                    <a:pt x="1256252" y="509523"/>
                  </a:lnTo>
                  <a:close/>
                  <a:moveTo>
                    <a:pt x="1045856" y="79874"/>
                  </a:moveTo>
                  <a:lnTo>
                    <a:pt x="1089371" y="55780"/>
                  </a:lnTo>
                  <a:lnTo>
                    <a:pt x="1028689" y="47834"/>
                  </a:lnTo>
                  <a:close/>
                  <a:moveTo>
                    <a:pt x="1058330" y="0"/>
                  </a:moveTo>
                  <a:lnTo>
                    <a:pt x="1141974" y="26910"/>
                  </a:lnTo>
                  <a:lnTo>
                    <a:pt x="1104312" y="600"/>
                  </a:lnTo>
                  <a:close/>
                  <a:moveTo>
                    <a:pt x="1058330" y="0"/>
                  </a:moveTo>
                  <a:lnTo>
                    <a:pt x="1098926" y="862"/>
                  </a:lnTo>
                  <a:lnTo>
                    <a:pt x="1052234" y="963"/>
                  </a:lnTo>
                  <a:close/>
                  <a:moveTo>
                    <a:pt x="1058330" y="0"/>
                  </a:moveTo>
                  <a:lnTo>
                    <a:pt x="1104312" y="600"/>
                  </a:lnTo>
                  <a:lnTo>
                    <a:pt x="1098926" y="862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83" name="Output_density__4182">
              <a:extLst>
                <a:ext uri="{FF2B5EF4-FFF2-40B4-BE49-F238E27FC236}">
                  <a16:creationId xmlns:a16="http://schemas.microsoft.com/office/drawing/2014/main" id="{EE82D58D-8963-25A0-0F44-EB0029D293FA}"/>
                </a:ext>
              </a:extLst>
            </p:cNvPr>
            <p:cNvSpPr>
              <a:spLocks noGrp="1"/>
            </p:cNvSpPr>
            <p:nvPr/>
          </p:nvSpPr>
          <p:spPr>
            <a:xfrm>
              <a:off x="15714866" y="3388821"/>
              <a:ext cx="951541" cy="1132673"/>
            </a:xfrm>
            <a:custGeom>
              <a:avLst/>
              <a:gdLst/>
              <a:ahLst/>
              <a:cxnLst/>
              <a:rect l="0" t="0" r="0" b="0"/>
              <a:pathLst>
                <a:path w="951541" h="1132673">
                  <a:moveTo>
                    <a:pt x="0" y="1082954"/>
                  </a:moveTo>
                  <a:lnTo>
                    <a:pt x="33762" y="1132673"/>
                  </a:lnTo>
                  <a:lnTo>
                    <a:pt x="43215" y="1064459"/>
                  </a:lnTo>
                  <a:close/>
                  <a:moveTo>
                    <a:pt x="313676" y="745536"/>
                  </a:moveTo>
                  <a:lnTo>
                    <a:pt x="284131" y="756338"/>
                  </a:lnTo>
                  <a:lnTo>
                    <a:pt x="340878" y="772820"/>
                  </a:lnTo>
                  <a:close/>
                  <a:moveTo>
                    <a:pt x="313676" y="745536"/>
                  </a:moveTo>
                  <a:lnTo>
                    <a:pt x="373233" y="732244"/>
                  </a:lnTo>
                  <a:lnTo>
                    <a:pt x="324643" y="712122"/>
                  </a:lnTo>
                  <a:close/>
                  <a:moveTo>
                    <a:pt x="485049" y="827598"/>
                  </a:moveTo>
                  <a:lnTo>
                    <a:pt x="457120" y="858078"/>
                  </a:lnTo>
                  <a:lnTo>
                    <a:pt x="445164" y="853155"/>
                  </a:lnTo>
                  <a:close/>
                  <a:moveTo>
                    <a:pt x="435540" y="722427"/>
                  </a:moveTo>
                  <a:lnTo>
                    <a:pt x="457652" y="759687"/>
                  </a:lnTo>
                  <a:lnTo>
                    <a:pt x="463208" y="745939"/>
                  </a:lnTo>
                  <a:close/>
                  <a:moveTo>
                    <a:pt x="357685" y="656614"/>
                  </a:moveTo>
                  <a:lnTo>
                    <a:pt x="428480" y="655875"/>
                  </a:lnTo>
                  <a:lnTo>
                    <a:pt x="413348" y="639744"/>
                  </a:lnTo>
                  <a:close/>
                  <a:moveTo>
                    <a:pt x="244982" y="319161"/>
                  </a:moveTo>
                  <a:lnTo>
                    <a:pt x="178268" y="347394"/>
                  </a:lnTo>
                  <a:lnTo>
                    <a:pt x="233614" y="323300"/>
                  </a:lnTo>
                  <a:close/>
                  <a:moveTo>
                    <a:pt x="814530" y="792455"/>
                  </a:moveTo>
                  <a:lnTo>
                    <a:pt x="818344" y="790479"/>
                  </a:lnTo>
                  <a:lnTo>
                    <a:pt x="815111" y="783565"/>
                  </a:lnTo>
                  <a:close/>
                  <a:moveTo>
                    <a:pt x="739476" y="687406"/>
                  </a:moveTo>
                  <a:lnTo>
                    <a:pt x="724026" y="752587"/>
                  </a:lnTo>
                  <a:lnTo>
                    <a:pt x="743969" y="692254"/>
                  </a:lnTo>
                  <a:close/>
                  <a:moveTo>
                    <a:pt x="739476" y="687406"/>
                  </a:moveTo>
                  <a:lnTo>
                    <a:pt x="697019" y="711499"/>
                  </a:lnTo>
                  <a:lnTo>
                    <a:pt x="724026" y="752587"/>
                  </a:lnTo>
                  <a:close/>
                  <a:moveTo>
                    <a:pt x="739476" y="687406"/>
                  </a:moveTo>
                  <a:lnTo>
                    <a:pt x="714736" y="635869"/>
                  </a:lnTo>
                  <a:lnTo>
                    <a:pt x="697019" y="711499"/>
                  </a:lnTo>
                  <a:close/>
                  <a:moveTo>
                    <a:pt x="815111" y="783565"/>
                  </a:moveTo>
                  <a:lnTo>
                    <a:pt x="818344" y="790479"/>
                  </a:lnTo>
                  <a:lnTo>
                    <a:pt x="824502" y="784347"/>
                  </a:lnTo>
                  <a:close/>
                  <a:moveTo>
                    <a:pt x="746193" y="684543"/>
                  </a:moveTo>
                  <a:lnTo>
                    <a:pt x="743969" y="692254"/>
                  </a:lnTo>
                  <a:lnTo>
                    <a:pt x="803070" y="663311"/>
                  </a:lnTo>
                  <a:close/>
                  <a:moveTo>
                    <a:pt x="746193" y="684543"/>
                  </a:moveTo>
                  <a:lnTo>
                    <a:pt x="739476" y="687406"/>
                  </a:lnTo>
                  <a:lnTo>
                    <a:pt x="743969" y="692254"/>
                  </a:lnTo>
                  <a:close/>
                  <a:moveTo>
                    <a:pt x="739476" y="687406"/>
                  </a:moveTo>
                  <a:lnTo>
                    <a:pt x="746193" y="684543"/>
                  </a:lnTo>
                  <a:lnTo>
                    <a:pt x="768070" y="647461"/>
                  </a:lnTo>
                  <a:close/>
                  <a:moveTo>
                    <a:pt x="714736" y="635869"/>
                  </a:moveTo>
                  <a:lnTo>
                    <a:pt x="739476" y="687406"/>
                  </a:lnTo>
                  <a:lnTo>
                    <a:pt x="729109" y="611775"/>
                  </a:lnTo>
                  <a:close/>
                  <a:moveTo>
                    <a:pt x="803070" y="663311"/>
                  </a:moveTo>
                  <a:lnTo>
                    <a:pt x="859952" y="692784"/>
                  </a:lnTo>
                  <a:lnTo>
                    <a:pt x="827221" y="656651"/>
                  </a:lnTo>
                  <a:close/>
                  <a:moveTo>
                    <a:pt x="859952" y="692784"/>
                  </a:moveTo>
                  <a:lnTo>
                    <a:pt x="833645" y="663311"/>
                  </a:lnTo>
                  <a:lnTo>
                    <a:pt x="827221" y="656651"/>
                  </a:lnTo>
                  <a:close/>
                  <a:moveTo>
                    <a:pt x="881304" y="46972"/>
                  </a:moveTo>
                  <a:lnTo>
                    <a:pt x="865609" y="35996"/>
                  </a:lnTo>
                  <a:lnTo>
                    <a:pt x="898470" y="79012"/>
                  </a:lnTo>
                  <a:close/>
                  <a:moveTo>
                    <a:pt x="870531" y="27476"/>
                  </a:moveTo>
                  <a:lnTo>
                    <a:pt x="865609" y="35996"/>
                  </a:lnTo>
                  <a:lnTo>
                    <a:pt x="881304" y="46972"/>
                  </a:lnTo>
                  <a:close/>
                  <a:moveTo>
                    <a:pt x="875200" y="24153"/>
                  </a:moveTo>
                  <a:lnTo>
                    <a:pt x="865609" y="35996"/>
                  </a:lnTo>
                  <a:lnTo>
                    <a:pt x="870531" y="27476"/>
                  </a:lnTo>
                  <a:close/>
                  <a:moveTo>
                    <a:pt x="941986" y="54918"/>
                  </a:moveTo>
                  <a:lnTo>
                    <a:pt x="908597" y="14117"/>
                  </a:lnTo>
                  <a:lnTo>
                    <a:pt x="881304" y="46972"/>
                  </a:lnTo>
                  <a:close/>
                  <a:moveTo>
                    <a:pt x="908597" y="14117"/>
                  </a:moveTo>
                  <a:lnTo>
                    <a:pt x="870531" y="27476"/>
                  </a:lnTo>
                  <a:lnTo>
                    <a:pt x="881304" y="46972"/>
                  </a:lnTo>
                  <a:close/>
                  <a:moveTo>
                    <a:pt x="951541" y="0"/>
                  </a:moveTo>
                  <a:lnTo>
                    <a:pt x="875200" y="24153"/>
                  </a:lnTo>
                  <a:lnTo>
                    <a:pt x="904848" y="10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84" name="Output_density__4183">
              <a:extLst>
                <a:ext uri="{FF2B5EF4-FFF2-40B4-BE49-F238E27FC236}">
                  <a16:creationId xmlns:a16="http://schemas.microsoft.com/office/drawing/2014/main" id="{A92829E2-05FC-9450-3003-5E48A09B55BB}"/>
                </a:ext>
              </a:extLst>
            </p:cNvPr>
            <p:cNvSpPr>
              <a:spLocks noGrp="1"/>
            </p:cNvSpPr>
            <p:nvPr/>
          </p:nvSpPr>
          <p:spPr>
            <a:xfrm>
              <a:off x="15410854" y="3424620"/>
              <a:ext cx="1417720" cy="876900"/>
            </a:xfrm>
            <a:custGeom>
              <a:avLst/>
              <a:gdLst/>
              <a:ahLst/>
              <a:cxnLst/>
              <a:rect l="0" t="0" r="0" b="0"/>
              <a:pathLst>
                <a:path w="1417720" h="876900">
                  <a:moveTo>
                    <a:pt x="138244" y="739992"/>
                  </a:moveTo>
                  <a:lnTo>
                    <a:pt x="86999" y="723075"/>
                  </a:lnTo>
                  <a:lnTo>
                    <a:pt x="105849" y="753773"/>
                  </a:lnTo>
                  <a:close/>
                  <a:moveTo>
                    <a:pt x="51156" y="723961"/>
                  </a:moveTo>
                  <a:lnTo>
                    <a:pt x="75587" y="721112"/>
                  </a:lnTo>
                  <a:lnTo>
                    <a:pt x="0" y="686399"/>
                  </a:lnTo>
                  <a:close/>
                  <a:moveTo>
                    <a:pt x="185620" y="742445"/>
                  </a:moveTo>
                  <a:lnTo>
                    <a:pt x="209871" y="698217"/>
                  </a:lnTo>
                  <a:lnTo>
                    <a:pt x="138244" y="739992"/>
                  </a:lnTo>
                  <a:close/>
                  <a:moveTo>
                    <a:pt x="344428" y="842707"/>
                  </a:moveTo>
                  <a:lnTo>
                    <a:pt x="304382" y="876900"/>
                  </a:lnTo>
                  <a:lnTo>
                    <a:pt x="343747" y="849406"/>
                  </a:lnTo>
                  <a:close/>
                  <a:moveTo>
                    <a:pt x="343747" y="849406"/>
                  </a:moveTo>
                  <a:lnTo>
                    <a:pt x="346889" y="844358"/>
                  </a:lnTo>
                  <a:lnTo>
                    <a:pt x="344428" y="842707"/>
                  </a:lnTo>
                  <a:close/>
                  <a:moveTo>
                    <a:pt x="455800" y="823874"/>
                  </a:moveTo>
                  <a:lnTo>
                    <a:pt x="455063" y="871800"/>
                  </a:lnTo>
                  <a:lnTo>
                    <a:pt x="489314" y="800881"/>
                  </a:lnTo>
                  <a:close/>
                  <a:moveTo>
                    <a:pt x="489314" y="800881"/>
                  </a:moveTo>
                  <a:lnTo>
                    <a:pt x="484270" y="796170"/>
                  </a:lnTo>
                  <a:lnTo>
                    <a:pt x="455800" y="823874"/>
                  </a:lnTo>
                  <a:close/>
                  <a:moveTo>
                    <a:pt x="491330" y="861986"/>
                  </a:moveTo>
                  <a:lnTo>
                    <a:pt x="528827" y="869483"/>
                  </a:lnTo>
                  <a:lnTo>
                    <a:pt x="489314" y="800881"/>
                  </a:lnTo>
                  <a:close/>
                  <a:moveTo>
                    <a:pt x="425799" y="576805"/>
                  </a:moveTo>
                  <a:lnTo>
                    <a:pt x="461572" y="635207"/>
                  </a:lnTo>
                  <a:lnTo>
                    <a:pt x="476930" y="593299"/>
                  </a:lnTo>
                  <a:close/>
                  <a:moveTo>
                    <a:pt x="476930" y="593299"/>
                  </a:moveTo>
                  <a:lnTo>
                    <a:pt x="511274" y="594800"/>
                  </a:lnTo>
                  <a:lnTo>
                    <a:pt x="425799" y="576805"/>
                  </a:lnTo>
                  <a:close/>
                  <a:moveTo>
                    <a:pt x="540432" y="609077"/>
                  </a:moveTo>
                  <a:lnTo>
                    <a:pt x="572894" y="645429"/>
                  </a:lnTo>
                  <a:lnTo>
                    <a:pt x="511274" y="594800"/>
                  </a:lnTo>
                  <a:close/>
                  <a:moveTo>
                    <a:pt x="660928" y="569278"/>
                  </a:moveTo>
                  <a:lnTo>
                    <a:pt x="645927" y="605999"/>
                  </a:lnTo>
                  <a:lnTo>
                    <a:pt x="660183" y="587686"/>
                  </a:lnTo>
                  <a:close/>
                  <a:moveTo>
                    <a:pt x="645927" y="605999"/>
                  </a:moveTo>
                  <a:lnTo>
                    <a:pt x="660928" y="569278"/>
                  </a:lnTo>
                  <a:lnTo>
                    <a:pt x="653294" y="555305"/>
                  </a:lnTo>
                  <a:close/>
                  <a:moveTo>
                    <a:pt x="1175710" y="784658"/>
                  </a:moveTo>
                  <a:lnTo>
                    <a:pt x="1122356" y="754679"/>
                  </a:lnTo>
                  <a:lnTo>
                    <a:pt x="1094294" y="789831"/>
                  </a:lnTo>
                  <a:close/>
                  <a:moveTo>
                    <a:pt x="1142291" y="551882"/>
                  </a:moveTo>
                  <a:lnTo>
                    <a:pt x="1140608" y="558292"/>
                  </a:lnTo>
                  <a:lnTo>
                    <a:pt x="1137657" y="627512"/>
                  </a:lnTo>
                  <a:close/>
                  <a:moveTo>
                    <a:pt x="1142438" y="575976"/>
                  </a:moveTo>
                  <a:lnTo>
                    <a:pt x="1142291" y="551882"/>
                  </a:lnTo>
                  <a:lnTo>
                    <a:pt x="1137657" y="627512"/>
                  </a:lnTo>
                  <a:close/>
                  <a:moveTo>
                    <a:pt x="1142159" y="549227"/>
                  </a:moveTo>
                  <a:lnTo>
                    <a:pt x="1140608" y="558292"/>
                  </a:lnTo>
                  <a:lnTo>
                    <a:pt x="1142291" y="551882"/>
                  </a:lnTo>
                  <a:close/>
                  <a:moveTo>
                    <a:pt x="1405159" y="452157"/>
                  </a:moveTo>
                  <a:lnTo>
                    <a:pt x="1395378" y="432550"/>
                  </a:lnTo>
                  <a:lnTo>
                    <a:pt x="1417720" y="479600"/>
                  </a:lnTo>
                  <a:close/>
                  <a:moveTo>
                    <a:pt x="1395378" y="432550"/>
                  </a:moveTo>
                  <a:lnTo>
                    <a:pt x="1369549" y="390806"/>
                  </a:lnTo>
                  <a:lnTo>
                    <a:pt x="1386159" y="428063"/>
                  </a:lnTo>
                  <a:close/>
                  <a:moveTo>
                    <a:pt x="1369549" y="390806"/>
                  </a:moveTo>
                  <a:lnTo>
                    <a:pt x="1370203" y="376527"/>
                  </a:lnTo>
                  <a:lnTo>
                    <a:pt x="1386159" y="428063"/>
                  </a:lnTo>
                  <a:close/>
                  <a:moveTo>
                    <a:pt x="1331957" y="320642"/>
                  </a:moveTo>
                  <a:lnTo>
                    <a:pt x="1362786" y="358322"/>
                  </a:lnTo>
                  <a:lnTo>
                    <a:pt x="1370203" y="376527"/>
                  </a:lnTo>
                  <a:close/>
                  <a:moveTo>
                    <a:pt x="1278641" y="50523"/>
                  </a:moveTo>
                  <a:lnTo>
                    <a:pt x="1246580" y="65551"/>
                  </a:lnTo>
                  <a:lnTo>
                    <a:pt x="1320804" y="33488"/>
                  </a:lnTo>
                  <a:close/>
                  <a:moveTo>
                    <a:pt x="1278641" y="50523"/>
                  </a:moveTo>
                  <a:lnTo>
                    <a:pt x="1320804" y="33488"/>
                  </a:lnTo>
                  <a:lnTo>
                    <a:pt x="1301209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85" name="Output_density__4184">
              <a:extLst>
                <a:ext uri="{FF2B5EF4-FFF2-40B4-BE49-F238E27FC236}">
                  <a16:creationId xmlns:a16="http://schemas.microsoft.com/office/drawing/2014/main" id="{8CD72191-A1D4-EF7F-4CE8-6F01FAD536F9}"/>
                </a:ext>
              </a:extLst>
            </p:cNvPr>
            <p:cNvSpPr>
              <a:spLocks noGrp="1"/>
            </p:cNvSpPr>
            <p:nvPr/>
          </p:nvSpPr>
          <p:spPr>
            <a:xfrm>
              <a:off x="15717030" y="3424620"/>
              <a:ext cx="1014629" cy="842707"/>
            </a:xfrm>
            <a:custGeom>
              <a:avLst/>
              <a:gdLst/>
              <a:ahLst/>
              <a:cxnLst/>
              <a:rect l="0" t="0" r="0" b="0"/>
              <a:pathLst>
                <a:path w="1014629" h="842707">
                  <a:moveTo>
                    <a:pt x="31251" y="785656"/>
                  </a:moveTo>
                  <a:lnTo>
                    <a:pt x="11162" y="790442"/>
                  </a:lnTo>
                  <a:lnTo>
                    <a:pt x="0" y="835823"/>
                  </a:lnTo>
                  <a:close/>
                  <a:moveTo>
                    <a:pt x="31251" y="785656"/>
                  </a:moveTo>
                  <a:lnTo>
                    <a:pt x="0" y="835823"/>
                  </a:lnTo>
                  <a:lnTo>
                    <a:pt x="38252" y="842707"/>
                  </a:lnTo>
                  <a:close/>
                  <a:moveTo>
                    <a:pt x="350700" y="747982"/>
                  </a:moveTo>
                  <a:lnTo>
                    <a:pt x="385405" y="799519"/>
                  </a:lnTo>
                  <a:lnTo>
                    <a:pt x="344237" y="772076"/>
                  </a:lnTo>
                  <a:close/>
                  <a:moveTo>
                    <a:pt x="170754" y="593299"/>
                  </a:moveTo>
                  <a:lnTo>
                    <a:pt x="200516" y="565929"/>
                  </a:lnTo>
                  <a:lnTo>
                    <a:pt x="205098" y="594800"/>
                  </a:lnTo>
                  <a:close/>
                  <a:moveTo>
                    <a:pt x="302406" y="314944"/>
                  </a:moveTo>
                  <a:lnTo>
                    <a:pt x="274988" y="324991"/>
                  </a:lnTo>
                  <a:lnTo>
                    <a:pt x="274990" y="268743"/>
                  </a:lnTo>
                  <a:close/>
                  <a:moveTo>
                    <a:pt x="903880" y="778171"/>
                  </a:moveTo>
                  <a:lnTo>
                    <a:pt x="845502" y="734580"/>
                  </a:lnTo>
                  <a:lnTo>
                    <a:pt x="869535" y="784658"/>
                  </a:lnTo>
                  <a:close/>
                  <a:moveTo>
                    <a:pt x="938137" y="731573"/>
                  </a:moveTo>
                  <a:lnTo>
                    <a:pt x="931622" y="746993"/>
                  </a:lnTo>
                  <a:lnTo>
                    <a:pt x="903880" y="778171"/>
                  </a:lnTo>
                  <a:close/>
                  <a:moveTo>
                    <a:pt x="852954" y="500345"/>
                  </a:moveTo>
                  <a:lnTo>
                    <a:pt x="856468" y="476251"/>
                  </a:lnTo>
                  <a:lnTo>
                    <a:pt x="836115" y="551882"/>
                  </a:lnTo>
                  <a:close/>
                  <a:moveTo>
                    <a:pt x="593774" y="182541"/>
                  </a:moveTo>
                  <a:lnTo>
                    <a:pt x="619195" y="167031"/>
                  </a:lnTo>
                  <a:lnTo>
                    <a:pt x="578771" y="166225"/>
                  </a:lnTo>
                  <a:close/>
                  <a:moveTo>
                    <a:pt x="593774" y="182541"/>
                  </a:moveTo>
                  <a:lnTo>
                    <a:pt x="578771" y="166225"/>
                  </a:lnTo>
                  <a:lnTo>
                    <a:pt x="547689" y="184915"/>
                  </a:lnTo>
                  <a:close/>
                  <a:moveTo>
                    <a:pt x="1014629" y="33488"/>
                  </a:moveTo>
                  <a:lnTo>
                    <a:pt x="1013467" y="16939"/>
                  </a:lnTo>
                  <a:lnTo>
                    <a:pt x="995033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86" name="Output_density__4185">
              <a:extLst>
                <a:ext uri="{FF2B5EF4-FFF2-40B4-BE49-F238E27FC236}">
                  <a16:creationId xmlns:a16="http://schemas.microsoft.com/office/drawing/2014/main" id="{F398402C-90AE-57E6-D7B2-CF3F6B5A54D4}"/>
                </a:ext>
              </a:extLst>
            </p:cNvPr>
            <p:cNvSpPr>
              <a:spLocks noGrp="1"/>
            </p:cNvSpPr>
            <p:nvPr/>
          </p:nvSpPr>
          <p:spPr>
            <a:xfrm>
              <a:off x="16231326" y="3583346"/>
              <a:ext cx="191989" cy="36238"/>
            </a:xfrm>
            <a:custGeom>
              <a:avLst/>
              <a:gdLst/>
              <a:ahLst/>
              <a:cxnLst/>
              <a:rect l="0" t="0" r="0" b="0"/>
              <a:pathLst>
                <a:path w="191989" h="36238">
                  <a:moveTo>
                    <a:pt x="33393" y="26189"/>
                  </a:moveTo>
                  <a:lnTo>
                    <a:pt x="0" y="36238"/>
                  </a:lnTo>
                  <a:lnTo>
                    <a:pt x="79478" y="23815"/>
                  </a:lnTo>
                  <a:close/>
                  <a:moveTo>
                    <a:pt x="110255" y="9244"/>
                  </a:moveTo>
                  <a:lnTo>
                    <a:pt x="104899" y="8305"/>
                  </a:lnTo>
                  <a:lnTo>
                    <a:pt x="79478" y="23815"/>
                  </a:lnTo>
                  <a:close/>
                  <a:moveTo>
                    <a:pt x="113016" y="8305"/>
                  </a:moveTo>
                  <a:lnTo>
                    <a:pt x="110255" y="9244"/>
                  </a:lnTo>
                  <a:lnTo>
                    <a:pt x="156429" y="1947"/>
                  </a:lnTo>
                  <a:close/>
                  <a:moveTo>
                    <a:pt x="156429" y="1947"/>
                  </a:moveTo>
                  <a:lnTo>
                    <a:pt x="110255" y="9244"/>
                  </a:lnTo>
                  <a:lnTo>
                    <a:pt x="79478" y="23815"/>
                  </a:lnTo>
                  <a:close/>
                  <a:moveTo>
                    <a:pt x="156429" y="1947"/>
                  </a:moveTo>
                  <a:lnTo>
                    <a:pt x="79478" y="23815"/>
                  </a:lnTo>
                  <a:lnTo>
                    <a:pt x="125113" y="19762"/>
                  </a:lnTo>
                  <a:close/>
                  <a:moveTo>
                    <a:pt x="104899" y="8305"/>
                  </a:moveTo>
                  <a:lnTo>
                    <a:pt x="110255" y="9244"/>
                  </a:lnTo>
                  <a:lnTo>
                    <a:pt x="111459" y="8487"/>
                  </a:lnTo>
                  <a:close/>
                  <a:moveTo>
                    <a:pt x="113016" y="8305"/>
                  </a:moveTo>
                  <a:lnTo>
                    <a:pt x="111459" y="8487"/>
                  </a:lnTo>
                  <a:lnTo>
                    <a:pt x="110255" y="9244"/>
                  </a:lnTo>
                  <a:close/>
                  <a:moveTo>
                    <a:pt x="191989" y="0"/>
                  </a:moveTo>
                  <a:lnTo>
                    <a:pt x="113016" y="8305"/>
                  </a:lnTo>
                  <a:lnTo>
                    <a:pt x="163192" y="4190"/>
                  </a:lnTo>
                  <a:close/>
                  <a:moveTo>
                    <a:pt x="163192" y="4190"/>
                  </a:moveTo>
                  <a:lnTo>
                    <a:pt x="113016" y="8305"/>
                  </a:lnTo>
                  <a:lnTo>
                    <a:pt x="156429" y="194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87" name="Output_density__4186">
              <a:extLst>
                <a:ext uri="{FF2B5EF4-FFF2-40B4-BE49-F238E27FC236}">
                  <a16:creationId xmlns:a16="http://schemas.microsoft.com/office/drawing/2014/main" id="{3D03C376-D8C0-046E-1DA1-4A15C6C8EEC7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368109"/>
              <a:ext cx="1413907" cy="1221125"/>
            </a:xfrm>
            <a:custGeom>
              <a:avLst/>
              <a:gdLst/>
              <a:ahLst/>
              <a:cxnLst/>
              <a:rect l="0" t="0" r="0" b="0"/>
              <a:pathLst>
                <a:path w="1413907" h="1221125">
                  <a:moveTo>
                    <a:pt x="3581" y="718816"/>
                  </a:moveTo>
                  <a:lnTo>
                    <a:pt x="0" y="728963"/>
                  </a:lnTo>
                  <a:lnTo>
                    <a:pt x="18047" y="739626"/>
                  </a:lnTo>
                  <a:close/>
                  <a:moveTo>
                    <a:pt x="3528" y="685340"/>
                  </a:moveTo>
                  <a:lnTo>
                    <a:pt x="0" y="728963"/>
                  </a:lnTo>
                  <a:lnTo>
                    <a:pt x="3581" y="718816"/>
                  </a:lnTo>
                  <a:close/>
                  <a:moveTo>
                    <a:pt x="24394" y="694722"/>
                  </a:moveTo>
                  <a:lnTo>
                    <a:pt x="3581" y="718816"/>
                  </a:lnTo>
                  <a:lnTo>
                    <a:pt x="18047" y="739626"/>
                  </a:lnTo>
                  <a:close/>
                  <a:moveTo>
                    <a:pt x="3581" y="718816"/>
                  </a:moveTo>
                  <a:lnTo>
                    <a:pt x="1966" y="664623"/>
                  </a:lnTo>
                  <a:lnTo>
                    <a:pt x="3528" y="685340"/>
                  </a:lnTo>
                  <a:close/>
                  <a:moveTo>
                    <a:pt x="2458" y="667280"/>
                  </a:moveTo>
                  <a:lnTo>
                    <a:pt x="3528" y="685340"/>
                  </a:lnTo>
                  <a:lnTo>
                    <a:pt x="1966" y="664623"/>
                  </a:lnTo>
                  <a:close/>
                  <a:moveTo>
                    <a:pt x="498041" y="1210088"/>
                  </a:moveTo>
                  <a:lnTo>
                    <a:pt x="478596" y="1170434"/>
                  </a:lnTo>
                  <a:lnTo>
                    <a:pt x="493420" y="1221125"/>
                  </a:lnTo>
                  <a:close/>
                  <a:moveTo>
                    <a:pt x="498041" y="1210088"/>
                  </a:moveTo>
                  <a:lnTo>
                    <a:pt x="475484" y="1158551"/>
                  </a:lnTo>
                  <a:lnTo>
                    <a:pt x="478596" y="1170434"/>
                  </a:lnTo>
                  <a:close/>
                  <a:moveTo>
                    <a:pt x="475484" y="1158551"/>
                  </a:moveTo>
                  <a:lnTo>
                    <a:pt x="498041" y="1210088"/>
                  </a:lnTo>
                  <a:lnTo>
                    <a:pt x="533889" y="1185994"/>
                  </a:lnTo>
                  <a:close/>
                  <a:moveTo>
                    <a:pt x="497459" y="1134458"/>
                  </a:moveTo>
                  <a:lnTo>
                    <a:pt x="452930" y="1090575"/>
                  </a:lnTo>
                  <a:lnTo>
                    <a:pt x="448860" y="1107015"/>
                  </a:lnTo>
                  <a:close/>
                  <a:moveTo>
                    <a:pt x="497459" y="1134458"/>
                  </a:moveTo>
                  <a:lnTo>
                    <a:pt x="448860" y="1107015"/>
                  </a:lnTo>
                  <a:lnTo>
                    <a:pt x="475484" y="1158551"/>
                  </a:lnTo>
                  <a:close/>
                  <a:moveTo>
                    <a:pt x="236583" y="722165"/>
                  </a:moveTo>
                  <a:lnTo>
                    <a:pt x="225513" y="785058"/>
                  </a:lnTo>
                  <a:lnTo>
                    <a:pt x="229861" y="737734"/>
                  </a:lnTo>
                  <a:close/>
                  <a:moveTo>
                    <a:pt x="142920" y="722254"/>
                  </a:moveTo>
                  <a:lnTo>
                    <a:pt x="197649" y="670628"/>
                  </a:lnTo>
                  <a:lnTo>
                    <a:pt x="147184" y="685270"/>
                  </a:lnTo>
                  <a:close/>
                  <a:moveTo>
                    <a:pt x="191801" y="730335"/>
                  </a:moveTo>
                  <a:lnTo>
                    <a:pt x="219917" y="700554"/>
                  </a:lnTo>
                  <a:lnTo>
                    <a:pt x="142920" y="722254"/>
                  </a:lnTo>
                  <a:close/>
                  <a:moveTo>
                    <a:pt x="592443" y="1115861"/>
                  </a:moveTo>
                  <a:lnTo>
                    <a:pt x="556606" y="1085995"/>
                  </a:lnTo>
                  <a:lnTo>
                    <a:pt x="537133" y="1060102"/>
                  </a:lnTo>
                  <a:close/>
                  <a:moveTo>
                    <a:pt x="556606" y="1085995"/>
                  </a:moveTo>
                  <a:lnTo>
                    <a:pt x="592443" y="1115861"/>
                  </a:lnTo>
                  <a:lnTo>
                    <a:pt x="644710" y="1105824"/>
                  </a:lnTo>
                  <a:close/>
                  <a:moveTo>
                    <a:pt x="290853" y="769919"/>
                  </a:moveTo>
                  <a:lnTo>
                    <a:pt x="291088" y="791975"/>
                  </a:lnTo>
                  <a:lnTo>
                    <a:pt x="338419" y="749608"/>
                  </a:lnTo>
                  <a:close/>
                  <a:moveTo>
                    <a:pt x="257158" y="759331"/>
                  </a:moveTo>
                  <a:lnTo>
                    <a:pt x="309221" y="724872"/>
                  </a:lnTo>
                  <a:lnTo>
                    <a:pt x="236583" y="722165"/>
                  </a:lnTo>
                  <a:close/>
                  <a:moveTo>
                    <a:pt x="236583" y="722165"/>
                  </a:moveTo>
                  <a:lnTo>
                    <a:pt x="309221" y="724872"/>
                  </a:lnTo>
                  <a:lnTo>
                    <a:pt x="282809" y="698071"/>
                  </a:lnTo>
                  <a:close/>
                  <a:moveTo>
                    <a:pt x="290853" y="769919"/>
                  </a:moveTo>
                  <a:lnTo>
                    <a:pt x="338419" y="749608"/>
                  </a:lnTo>
                  <a:lnTo>
                    <a:pt x="309221" y="724872"/>
                  </a:lnTo>
                  <a:close/>
                  <a:moveTo>
                    <a:pt x="282809" y="698071"/>
                  </a:moveTo>
                  <a:lnTo>
                    <a:pt x="249408" y="675916"/>
                  </a:lnTo>
                  <a:lnTo>
                    <a:pt x="219917" y="700554"/>
                  </a:lnTo>
                  <a:close/>
                  <a:moveTo>
                    <a:pt x="211148" y="646534"/>
                  </a:moveTo>
                  <a:lnTo>
                    <a:pt x="219917" y="700554"/>
                  </a:lnTo>
                  <a:lnTo>
                    <a:pt x="249408" y="675916"/>
                  </a:lnTo>
                  <a:close/>
                  <a:moveTo>
                    <a:pt x="437931" y="852681"/>
                  </a:moveTo>
                  <a:lnTo>
                    <a:pt x="500749" y="838710"/>
                  </a:lnTo>
                  <a:lnTo>
                    <a:pt x="436410" y="851056"/>
                  </a:lnTo>
                  <a:close/>
                  <a:moveTo>
                    <a:pt x="766653" y="942595"/>
                  </a:moveTo>
                  <a:lnTo>
                    <a:pt x="761744" y="959103"/>
                  </a:lnTo>
                  <a:lnTo>
                    <a:pt x="776847" y="883472"/>
                  </a:lnTo>
                  <a:close/>
                  <a:moveTo>
                    <a:pt x="776847" y="883472"/>
                  </a:moveTo>
                  <a:lnTo>
                    <a:pt x="761744" y="959103"/>
                  </a:lnTo>
                  <a:lnTo>
                    <a:pt x="773729" y="935009"/>
                  </a:lnTo>
                  <a:close/>
                  <a:moveTo>
                    <a:pt x="823900" y="828648"/>
                  </a:moveTo>
                  <a:lnTo>
                    <a:pt x="860835" y="850250"/>
                  </a:lnTo>
                  <a:lnTo>
                    <a:pt x="825499" y="807842"/>
                  </a:lnTo>
                  <a:close/>
                  <a:moveTo>
                    <a:pt x="780610" y="763116"/>
                  </a:moveTo>
                  <a:lnTo>
                    <a:pt x="825499" y="807842"/>
                  </a:lnTo>
                  <a:lnTo>
                    <a:pt x="791721" y="766523"/>
                  </a:lnTo>
                  <a:close/>
                  <a:moveTo>
                    <a:pt x="780610" y="763116"/>
                  </a:moveTo>
                  <a:lnTo>
                    <a:pt x="823900" y="828648"/>
                  </a:lnTo>
                  <a:lnTo>
                    <a:pt x="825499" y="807842"/>
                  </a:lnTo>
                  <a:close/>
                  <a:moveTo>
                    <a:pt x="762980" y="704768"/>
                  </a:moveTo>
                  <a:lnTo>
                    <a:pt x="767667" y="676587"/>
                  </a:lnTo>
                  <a:lnTo>
                    <a:pt x="696872" y="677326"/>
                  </a:lnTo>
                  <a:close/>
                  <a:moveTo>
                    <a:pt x="782129" y="756305"/>
                  </a:moveTo>
                  <a:lnTo>
                    <a:pt x="780610" y="763116"/>
                  </a:lnTo>
                  <a:lnTo>
                    <a:pt x="791721" y="766523"/>
                  </a:lnTo>
                  <a:close/>
                  <a:moveTo>
                    <a:pt x="825499" y="807842"/>
                  </a:moveTo>
                  <a:lnTo>
                    <a:pt x="872651" y="783748"/>
                  </a:lnTo>
                  <a:lnTo>
                    <a:pt x="791721" y="766523"/>
                  </a:lnTo>
                  <a:close/>
                  <a:moveTo>
                    <a:pt x="761140" y="680674"/>
                  </a:moveTo>
                  <a:lnTo>
                    <a:pt x="767667" y="676587"/>
                  </a:lnTo>
                  <a:lnTo>
                    <a:pt x="762980" y="704768"/>
                  </a:lnTo>
                  <a:close/>
                  <a:moveTo>
                    <a:pt x="884735" y="779190"/>
                  </a:moveTo>
                  <a:lnTo>
                    <a:pt x="935222" y="776127"/>
                  </a:lnTo>
                  <a:lnTo>
                    <a:pt x="924528" y="722079"/>
                  </a:lnTo>
                  <a:close/>
                  <a:moveTo>
                    <a:pt x="1181653" y="787097"/>
                  </a:moveTo>
                  <a:lnTo>
                    <a:pt x="1163689" y="805059"/>
                  </a:lnTo>
                  <a:lnTo>
                    <a:pt x="1186852" y="791091"/>
                  </a:lnTo>
                  <a:close/>
                  <a:moveTo>
                    <a:pt x="1181653" y="787097"/>
                  </a:moveTo>
                  <a:lnTo>
                    <a:pt x="1186852" y="791091"/>
                  </a:lnTo>
                  <a:lnTo>
                    <a:pt x="1192443" y="781683"/>
                  </a:lnTo>
                  <a:close/>
                  <a:moveTo>
                    <a:pt x="1139177" y="735560"/>
                  </a:moveTo>
                  <a:lnTo>
                    <a:pt x="1192443" y="781683"/>
                  </a:lnTo>
                  <a:lnTo>
                    <a:pt x="1199139" y="713496"/>
                  </a:lnTo>
                  <a:close/>
                  <a:moveTo>
                    <a:pt x="1186852" y="791091"/>
                  </a:moveTo>
                  <a:lnTo>
                    <a:pt x="1226164" y="763003"/>
                  </a:lnTo>
                  <a:lnTo>
                    <a:pt x="1192443" y="781683"/>
                  </a:lnTo>
                  <a:close/>
                  <a:moveTo>
                    <a:pt x="1272972" y="803504"/>
                  </a:moveTo>
                  <a:lnTo>
                    <a:pt x="1226164" y="763003"/>
                  </a:lnTo>
                  <a:lnTo>
                    <a:pt x="1186852" y="791091"/>
                  </a:lnTo>
                  <a:close/>
                  <a:moveTo>
                    <a:pt x="1142257" y="684023"/>
                  </a:moveTo>
                  <a:lnTo>
                    <a:pt x="1139177" y="735560"/>
                  </a:lnTo>
                  <a:lnTo>
                    <a:pt x="1199139" y="713496"/>
                  </a:lnTo>
                  <a:close/>
                  <a:moveTo>
                    <a:pt x="1068296" y="632487"/>
                  </a:moveTo>
                  <a:lnTo>
                    <a:pt x="1107257" y="668173"/>
                  </a:lnTo>
                  <a:lnTo>
                    <a:pt x="1123604" y="611437"/>
                  </a:lnTo>
                  <a:close/>
                  <a:moveTo>
                    <a:pt x="1067078" y="556856"/>
                  </a:moveTo>
                  <a:lnTo>
                    <a:pt x="1068296" y="632487"/>
                  </a:lnTo>
                  <a:lnTo>
                    <a:pt x="1125449" y="601291"/>
                  </a:lnTo>
                  <a:close/>
                  <a:moveTo>
                    <a:pt x="1058664" y="580950"/>
                  </a:moveTo>
                  <a:lnTo>
                    <a:pt x="1068296" y="632487"/>
                  </a:lnTo>
                  <a:lnTo>
                    <a:pt x="1067078" y="556856"/>
                  </a:lnTo>
                  <a:close/>
                  <a:moveTo>
                    <a:pt x="755185" y="196100"/>
                  </a:moveTo>
                  <a:lnTo>
                    <a:pt x="766661" y="209771"/>
                  </a:lnTo>
                  <a:lnTo>
                    <a:pt x="790805" y="223498"/>
                  </a:lnTo>
                  <a:close/>
                  <a:moveTo>
                    <a:pt x="1067078" y="556856"/>
                  </a:moveTo>
                  <a:lnTo>
                    <a:pt x="1125449" y="601291"/>
                  </a:lnTo>
                  <a:lnTo>
                    <a:pt x="1124654" y="532762"/>
                  </a:lnTo>
                  <a:close/>
                  <a:moveTo>
                    <a:pt x="1089619" y="505319"/>
                  </a:moveTo>
                  <a:lnTo>
                    <a:pt x="1067078" y="556856"/>
                  </a:lnTo>
                  <a:lnTo>
                    <a:pt x="1124654" y="532762"/>
                  </a:lnTo>
                  <a:close/>
                  <a:moveTo>
                    <a:pt x="776632" y="170506"/>
                  </a:moveTo>
                  <a:lnTo>
                    <a:pt x="797926" y="184353"/>
                  </a:lnTo>
                  <a:lnTo>
                    <a:pt x="822990" y="169154"/>
                  </a:lnTo>
                  <a:close/>
                  <a:moveTo>
                    <a:pt x="845126" y="120469"/>
                  </a:moveTo>
                  <a:lnTo>
                    <a:pt x="797926" y="184353"/>
                  </a:lnTo>
                  <a:lnTo>
                    <a:pt x="822995" y="172006"/>
                  </a:lnTo>
                  <a:close/>
                  <a:moveTo>
                    <a:pt x="1216780" y="687372"/>
                  </a:moveTo>
                  <a:lnTo>
                    <a:pt x="1201335" y="648967"/>
                  </a:lnTo>
                  <a:lnTo>
                    <a:pt x="1205304" y="708484"/>
                  </a:lnTo>
                  <a:close/>
                  <a:moveTo>
                    <a:pt x="1315555" y="518236"/>
                  </a:moveTo>
                  <a:lnTo>
                    <a:pt x="1399654" y="523091"/>
                  </a:lnTo>
                  <a:lnTo>
                    <a:pt x="1343385" y="487388"/>
                  </a:lnTo>
                  <a:close/>
                  <a:moveTo>
                    <a:pt x="1341652" y="484574"/>
                  </a:moveTo>
                  <a:lnTo>
                    <a:pt x="1315555" y="518236"/>
                  </a:lnTo>
                  <a:lnTo>
                    <a:pt x="1343385" y="487388"/>
                  </a:lnTo>
                  <a:close/>
                  <a:moveTo>
                    <a:pt x="1341652" y="484574"/>
                  </a:moveTo>
                  <a:lnTo>
                    <a:pt x="1300801" y="508668"/>
                  </a:lnTo>
                  <a:lnTo>
                    <a:pt x="1315555" y="518236"/>
                  </a:lnTo>
                  <a:close/>
                  <a:moveTo>
                    <a:pt x="1282795" y="457132"/>
                  </a:moveTo>
                  <a:lnTo>
                    <a:pt x="1341652" y="484574"/>
                  </a:lnTo>
                  <a:lnTo>
                    <a:pt x="1298840" y="433038"/>
                  </a:lnTo>
                  <a:close/>
                  <a:moveTo>
                    <a:pt x="1298840" y="433038"/>
                  </a:moveTo>
                  <a:lnTo>
                    <a:pt x="1344245" y="483263"/>
                  </a:lnTo>
                  <a:lnTo>
                    <a:pt x="1349171" y="416516"/>
                  </a:lnTo>
                  <a:close/>
                  <a:moveTo>
                    <a:pt x="1298840" y="433038"/>
                  </a:moveTo>
                  <a:lnTo>
                    <a:pt x="1341652" y="484574"/>
                  </a:lnTo>
                  <a:lnTo>
                    <a:pt x="1344245" y="483263"/>
                  </a:lnTo>
                  <a:close/>
                  <a:moveTo>
                    <a:pt x="1413907" y="464611"/>
                  </a:moveTo>
                  <a:lnTo>
                    <a:pt x="1343385" y="487388"/>
                  </a:lnTo>
                  <a:lnTo>
                    <a:pt x="1399654" y="523091"/>
                  </a:lnTo>
                  <a:close/>
                  <a:moveTo>
                    <a:pt x="1344245" y="483263"/>
                  </a:moveTo>
                  <a:lnTo>
                    <a:pt x="1413907" y="464611"/>
                  </a:lnTo>
                  <a:lnTo>
                    <a:pt x="1397961" y="414833"/>
                  </a:lnTo>
                  <a:close/>
                  <a:moveTo>
                    <a:pt x="1344245" y="483263"/>
                  </a:moveTo>
                  <a:lnTo>
                    <a:pt x="1397961" y="414833"/>
                  </a:lnTo>
                  <a:lnTo>
                    <a:pt x="1349171" y="416516"/>
                  </a:lnTo>
                  <a:close/>
                  <a:moveTo>
                    <a:pt x="1294082" y="360577"/>
                  </a:moveTo>
                  <a:lnTo>
                    <a:pt x="1276660" y="412593"/>
                  </a:lnTo>
                  <a:lnTo>
                    <a:pt x="1349171" y="416516"/>
                  </a:lnTo>
                  <a:close/>
                  <a:moveTo>
                    <a:pt x="1340607" y="360735"/>
                  </a:moveTo>
                  <a:lnTo>
                    <a:pt x="1294082" y="360577"/>
                  </a:lnTo>
                  <a:lnTo>
                    <a:pt x="1349171" y="416516"/>
                  </a:lnTo>
                  <a:close/>
                  <a:moveTo>
                    <a:pt x="1209316" y="329965"/>
                  </a:moveTo>
                  <a:lnTo>
                    <a:pt x="1247868" y="305871"/>
                  </a:lnTo>
                  <a:lnTo>
                    <a:pt x="1206375" y="324486"/>
                  </a:lnTo>
                  <a:close/>
                  <a:moveTo>
                    <a:pt x="1197463" y="254334"/>
                  </a:moveTo>
                  <a:lnTo>
                    <a:pt x="1179245" y="278428"/>
                  </a:lnTo>
                  <a:lnTo>
                    <a:pt x="1206375" y="324486"/>
                  </a:lnTo>
                  <a:close/>
                  <a:moveTo>
                    <a:pt x="1330057" y="51536"/>
                  </a:moveTo>
                  <a:lnTo>
                    <a:pt x="1313816" y="107034"/>
                  </a:lnTo>
                  <a:lnTo>
                    <a:pt x="1336383" y="56511"/>
                  </a:lnTo>
                  <a:close/>
                  <a:moveTo>
                    <a:pt x="1330057" y="51536"/>
                  </a:moveTo>
                  <a:lnTo>
                    <a:pt x="1333775" y="46760"/>
                  </a:lnTo>
                  <a:lnTo>
                    <a:pt x="1281173" y="75630"/>
                  </a:lnTo>
                  <a:close/>
                  <a:moveTo>
                    <a:pt x="1281173" y="75630"/>
                  </a:moveTo>
                  <a:lnTo>
                    <a:pt x="1333775" y="46760"/>
                  </a:lnTo>
                  <a:lnTo>
                    <a:pt x="1250132" y="19850"/>
                  </a:lnTo>
                  <a:close/>
                  <a:moveTo>
                    <a:pt x="1281173" y="75630"/>
                  </a:moveTo>
                  <a:lnTo>
                    <a:pt x="1250132" y="19850"/>
                  </a:lnTo>
                  <a:lnTo>
                    <a:pt x="1247784" y="34829"/>
                  </a:lnTo>
                  <a:close/>
                  <a:moveTo>
                    <a:pt x="1333775" y="46760"/>
                  </a:moveTo>
                  <a:lnTo>
                    <a:pt x="1339750" y="51536"/>
                  </a:lnTo>
                  <a:lnTo>
                    <a:pt x="1296113" y="20451"/>
                  </a:lnTo>
                  <a:close/>
                  <a:moveTo>
                    <a:pt x="1244035" y="20813"/>
                  </a:moveTo>
                  <a:lnTo>
                    <a:pt x="1236045" y="0"/>
                  </a:lnTo>
                  <a:lnTo>
                    <a:pt x="1250132" y="19850"/>
                  </a:lnTo>
                  <a:close/>
                  <a:moveTo>
                    <a:pt x="1330057" y="51536"/>
                  </a:moveTo>
                  <a:lnTo>
                    <a:pt x="1336383" y="56511"/>
                  </a:lnTo>
                  <a:lnTo>
                    <a:pt x="1339742" y="47724"/>
                  </a:lnTo>
                  <a:close/>
                  <a:moveTo>
                    <a:pt x="1333775" y="46760"/>
                  </a:moveTo>
                  <a:lnTo>
                    <a:pt x="1330057" y="51536"/>
                  </a:lnTo>
                  <a:lnTo>
                    <a:pt x="1339742" y="47724"/>
                  </a:lnTo>
                  <a:close/>
                  <a:moveTo>
                    <a:pt x="1339742" y="47724"/>
                  </a:moveTo>
                  <a:lnTo>
                    <a:pt x="1336383" y="56511"/>
                  </a:lnTo>
                  <a:lnTo>
                    <a:pt x="1339750" y="51536"/>
                  </a:lnTo>
                  <a:close/>
                  <a:moveTo>
                    <a:pt x="1339742" y="47724"/>
                  </a:moveTo>
                  <a:lnTo>
                    <a:pt x="1339750" y="51536"/>
                  </a:lnTo>
                  <a:lnTo>
                    <a:pt x="1333775" y="4676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88" name="Output_density__4187">
              <a:extLst>
                <a:ext uri="{FF2B5EF4-FFF2-40B4-BE49-F238E27FC236}">
                  <a16:creationId xmlns:a16="http://schemas.microsoft.com/office/drawing/2014/main" id="{809A1C7C-667B-8C99-3340-2BC7AA05180B}"/>
                </a:ext>
              </a:extLst>
            </p:cNvPr>
            <p:cNvSpPr>
              <a:spLocks noGrp="1"/>
            </p:cNvSpPr>
            <p:nvPr/>
          </p:nvSpPr>
          <p:spPr>
            <a:xfrm>
              <a:off x="15375679" y="3419645"/>
              <a:ext cx="1421334" cy="1206528"/>
            </a:xfrm>
            <a:custGeom>
              <a:avLst/>
              <a:gdLst/>
              <a:ahLst/>
              <a:cxnLst/>
              <a:rect l="0" t="0" r="0" b="0"/>
              <a:pathLst>
                <a:path w="1421334" h="1206528">
                  <a:moveTo>
                    <a:pt x="66917" y="696131"/>
                  </a:moveTo>
                  <a:lnTo>
                    <a:pt x="18047" y="688090"/>
                  </a:lnTo>
                  <a:lnTo>
                    <a:pt x="0" y="677427"/>
                  </a:lnTo>
                  <a:close/>
                  <a:moveTo>
                    <a:pt x="512598" y="1179497"/>
                  </a:moveTo>
                  <a:lnTo>
                    <a:pt x="493420" y="1169589"/>
                  </a:lnTo>
                  <a:lnTo>
                    <a:pt x="528302" y="1198435"/>
                  </a:lnTo>
                  <a:close/>
                  <a:moveTo>
                    <a:pt x="411809" y="977342"/>
                  </a:moveTo>
                  <a:lnTo>
                    <a:pt x="399105" y="1020055"/>
                  </a:lnTo>
                  <a:lnTo>
                    <a:pt x="405865" y="1003942"/>
                  </a:lnTo>
                  <a:close/>
                  <a:moveTo>
                    <a:pt x="66917" y="696131"/>
                  </a:moveTo>
                  <a:lnTo>
                    <a:pt x="123556" y="715685"/>
                  </a:lnTo>
                  <a:lnTo>
                    <a:pt x="142920" y="670717"/>
                  </a:lnTo>
                  <a:close/>
                  <a:moveTo>
                    <a:pt x="18047" y="688090"/>
                  </a:moveTo>
                  <a:lnTo>
                    <a:pt x="66917" y="696131"/>
                  </a:lnTo>
                  <a:lnTo>
                    <a:pt x="97426" y="675299"/>
                  </a:lnTo>
                  <a:close/>
                  <a:moveTo>
                    <a:pt x="47459" y="663154"/>
                  </a:moveTo>
                  <a:lnTo>
                    <a:pt x="18047" y="688090"/>
                  </a:lnTo>
                  <a:lnTo>
                    <a:pt x="97426" y="675299"/>
                  </a:lnTo>
                  <a:close/>
                  <a:moveTo>
                    <a:pt x="475484" y="1107015"/>
                  </a:moveTo>
                  <a:lnTo>
                    <a:pt x="448860" y="1055479"/>
                  </a:lnTo>
                  <a:lnTo>
                    <a:pt x="452767" y="1077154"/>
                  </a:lnTo>
                  <a:close/>
                  <a:moveTo>
                    <a:pt x="399105" y="1020055"/>
                  </a:moveTo>
                  <a:lnTo>
                    <a:pt x="448860" y="1055479"/>
                  </a:lnTo>
                  <a:lnTo>
                    <a:pt x="424493" y="1024765"/>
                  </a:lnTo>
                  <a:close/>
                  <a:moveTo>
                    <a:pt x="405865" y="1003942"/>
                  </a:moveTo>
                  <a:lnTo>
                    <a:pt x="399105" y="1020055"/>
                  </a:lnTo>
                  <a:lnTo>
                    <a:pt x="424493" y="1024765"/>
                  </a:lnTo>
                  <a:close/>
                  <a:moveTo>
                    <a:pt x="512598" y="1179497"/>
                  </a:moveTo>
                  <a:lnTo>
                    <a:pt x="566548" y="1206528"/>
                  </a:lnTo>
                  <a:lnTo>
                    <a:pt x="590887" y="1162628"/>
                  </a:lnTo>
                  <a:close/>
                  <a:moveTo>
                    <a:pt x="424493" y="1024765"/>
                  </a:moveTo>
                  <a:lnTo>
                    <a:pt x="448860" y="1055479"/>
                  </a:lnTo>
                  <a:lnTo>
                    <a:pt x="452930" y="1039039"/>
                  </a:lnTo>
                  <a:close/>
                  <a:moveTo>
                    <a:pt x="405865" y="1003942"/>
                  </a:moveTo>
                  <a:lnTo>
                    <a:pt x="452930" y="1039039"/>
                  </a:lnTo>
                  <a:lnTo>
                    <a:pt x="399686" y="981600"/>
                  </a:lnTo>
                  <a:close/>
                  <a:moveTo>
                    <a:pt x="424493" y="1024765"/>
                  </a:moveTo>
                  <a:lnTo>
                    <a:pt x="452930" y="1039039"/>
                  </a:lnTo>
                  <a:lnTo>
                    <a:pt x="405865" y="1003942"/>
                  </a:lnTo>
                  <a:close/>
                  <a:moveTo>
                    <a:pt x="339556" y="881875"/>
                  </a:moveTo>
                  <a:lnTo>
                    <a:pt x="341350" y="840798"/>
                  </a:lnTo>
                  <a:lnTo>
                    <a:pt x="296053" y="849332"/>
                  </a:lnTo>
                  <a:close/>
                  <a:moveTo>
                    <a:pt x="287715" y="797796"/>
                  </a:moveTo>
                  <a:lnTo>
                    <a:pt x="296053" y="849332"/>
                  </a:lnTo>
                  <a:lnTo>
                    <a:pt x="309426" y="773702"/>
                  </a:lnTo>
                  <a:close/>
                  <a:moveTo>
                    <a:pt x="291088" y="740439"/>
                  </a:moveTo>
                  <a:lnTo>
                    <a:pt x="280195" y="727048"/>
                  </a:lnTo>
                  <a:lnTo>
                    <a:pt x="309426" y="773702"/>
                  </a:lnTo>
                  <a:close/>
                  <a:moveTo>
                    <a:pt x="309426" y="773702"/>
                  </a:moveTo>
                  <a:lnTo>
                    <a:pt x="280195" y="727048"/>
                  </a:lnTo>
                  <a:lnTo>
                    <a:pt x="272307" y="746259"/>
                  </a:lnTo>
                  <a:close/>
                  <a:moveTo>
                    <a:pt x="236583" y="670629"/>
                  </a:moveTo>
                  <a:lnTo>
                    <a:pt x="245045" y="703191"/>
                  </a:lnTo>
                  <a:lnTo>
                    <a:pt x="225513" y="733521"/>
                  </a:lnTo>
                  <a:close/>
                  <a:moveTo>
                    <a:pt x="225513" y="733521"/>
                  </a:moveTo>
                  <a:lnTo>
                    <a:pt x="245045" y="703191"/>
                  </a:lnTo>
                  <a:lnTo>
                    <a:pt x="280195" y="727048"/>
                  </a:lnTo>
                  <a:close/>
                  <a:moveTo>
                    <a:pt x="147184" y="633733"/>
                  </a:moveTo>
                  <a:lnTo>
                    <a:pt x="97426" y="675299"/>
                  </a:lnTo>
                  <a:lnTo>
                    <a:pt x="142920" y="670717"/>
                  </a:lnTo>
                  <a:close/>
                  <a:moveTo>
                    <a:pt x="197649" y="619092"/>
                  </a:moveTo>
                  <a:lnTo>
                    <a:pt x="174008" y="567556"/>
                  </a:lnTo>
                  <a:lnTo>
                    <a:pt x="147184" y="633733"/>
                  </a:lnTo>
                  <a:close/>
                  <a:moveTo>
                    <a:pt x="174008" y="567556"/>
                  </a:moveTo>
                  <a:lnTo>
                    <a:pt x="148500" y="569921"/>
                  </a:lnTo>
                  <a:lnTo>
                    <a:pt x="147184" y="633733"/>
                  </a:lnTo>
                  <a:close/>
                  <a:moveTo>
                    <a:pt x="108931" y="543637"/>
                  </a:moveTo>
                  <a:lnTo>
                    <a:pt x="141080" y="567556"/>
                  </a:lnTo>
                  <a:lnTo>
                    <a:pt x="148500" y="569921"/>
                  </a:lnTo>
                  <a:close/>
                  <a:moveTo>
                    <a:pt x="96992" y="538777"/>
                  </a:moveTo>
                  <a:lnTo>
                    <a:pt x="141080" y="567556"/>
                  </a:lnTo>
                  <a:lnTo>
                    <a:pt x="108931" y="543637"/>
                  </a:lnTo>
                  <a:close/>
                  <a:moveTo>
                    <a:pt x="537133" y="1008566"/>
                  </a:moveTo>
                  <a:lnTo>
                    <a:pt x="556606" y="1034459"/>
                  </a:lnTo>
                  <a:lnTo>
                    <a:pt x="553077" y="1031385"/>
                  </a:lnTo>
                  <a:close/>
                  <a:moveTo>
                    <a:pt x="515024" y="963797"/>
                  </a:moveTo>
                  <a:lnTo>
                    <a:pt x="537133" y="1008566"/>
                  </a:lnTo>
                  <a:lnTo>
                    <a:pt x="553077" y="1031385"/>
                  </a:lnTo>
                  <a:close/>
                  <a:moveTo>
                    <a:pt x="437931" y="801145"/>
                  </a:moveTo>
                  <a:lnTo>
                    <a:pt x="463186" y="859855"/>
                  </a:lnTo>
                  <a:lnTo>
                    <a:pt x="490974" y="828849"/>
                  </a:lnTo>
                  <a:close/>
                  <a:moveTo>
                    <a:pt x="257158" y="707794"/>
                  </a:moveTo>
                  <a:lnTo>
                    <a:pt x="291088" y="740439"/>
                  </a:lnTo>
                  <a:lnTo>
                    <a:pt x="290853" y="718383"/>
                  </a:lnTo>
                  <a:close/>
                  <a:moveTo>
                    <a:pt x="338419" y="698071"/>
                  </a:moveTo>
                  <a:lnTo>
                    <a:pt x="291088" y="740439"/>
                  </a:lnTo>
                  <a:lnTo>
                    <a:pt x="309426" y="773702"/>
                  </a:lnTo>
                  <a:close/>
                  <a:moveTo>
                    <a:pt x="290853" y="718383"/>
                  </a:moveTo>
                  <a:lnTo>
                    <a:pt x="309221" y="673336"/>
                  </a:lnTo>
                  <a:lnTo>
                    <a:pt x="257158" y="707794"/>
                  </a:lnTo>
                  <a:close/>
                  <a:moveTo>
                    <a:pt x="211148" y="594998"/>
                  </a:moveTo>
                  <a:lnTo>
                    <a:pt x="174008" y="567556"/>
                  </a:lnTo>
                  <a:lnTo>
                    <a:pt x="197649" y="619092"/>
                  </a:lnTo>
                  <a:close/>
                  <a:moveTo>
                    <a:pt x="182482" y="548830"/>
                  </a:moveTo>
                  <a:lnTo>
                    <a:pt x="141080" y="567556"/>
                  </a:lnTo>
                  <a:lnTo>
                    <a:pt x="168385" y="553755"/>
                  </a:lnTo>
                  <a:close/>
                  <a:moveTo>
                    <a:pt x="168385" y="553755"/>
                  </a:moveTo>
                  <a:lnTo>
                    <a:pt x="141080" y="567556"/>
                  </a:lnTo>
                  <a:lnTo>
                    <a:pt x="146109" y="509122"/>
                  </a:lnTo>
                  <a:close/>
                  <a:moveTo>
                    <a:pt x="437931" y="801145"/>
                  </a:moveTo>
                  <a:lnTo>
                    <a:pt x="490974" y="828849"/>
                  </a:lnTo>
                  <a:lnTo>
                    <a:pt x="500749" y="787174"/>
                  </a:lnTo>
                  <a:close/>
                  <a:moveTo>
                    <a:pt x="436410" y="799519"/>
                  </a:moveTo>
                  <a:lnTo>
                    <a:pt x="500749" y="787174"/>
                  </a:lnTo>
                  <a:lnTo>
                    <a:pt x="501707" y="734078"/>
                  </a:lnTo>
                  <a:close/>
                  <a:moveTo>
                    <a:pt x="346347" y="570904"/>
                  </a:moveTo>
                  <a:lnTo>
                    <a:pt x="330349" y="617429"/>
                  </a:lnTo>
                  <a:lnTo>
                    <a:pt x="353228" y="580169"/>
                  </a:lnTo>
                  <a:close/>
                  <a:moveTo>
                    <a:pt x="336241" y="622441"/>
                  </a:moveTo>
                  <a:lnTo>
                    <a:pt x="370024" y="591089"/>
                  </a:lnTo>
                  <a:lnTo>
                    <a:pt x="353228" y="580169"/>
                  </a:lnTo>
                  <a:close/>
                  <a:moveTo>
                    <a:pt x="432579" y="515398"/>
                  </a:moveTo>
                  <a:lnTo>
                    <a:pt x="476933" y="555565"/>
                  </a:lnTo>
                  <a:lnTo>
                    <a:pt x="486114" y="540876"/>
                  </a:lnTo>
                  <a:close/>
                  <a:moveTo>
                    <a:pt x="398394" y="519368"/>
                  </a:moveTo>
                  <a:lnTo>
                    <a:pt x="476933" y="555565"/>
                  </a:lnTo>
                  <a:lnTo>
                    <a:pt x="432579" y="515398"/>
                  </a:lnTo>
                  <a:close/>
                  <a:moveTo>
                    <a:pt x="386501" y="495274"/>
                  </a:moveTo>
                  <a:lnTo>
                    <a:pt x="398248" y="518808"/>
                  </a:lnTo>
                  <a:lnTo>
                    <a:pt x="432579" y="515398"/>
                  </a:lnTo>
                  <a:close/>
                  <a:moveTo>
                    <a:pt x="386501" y="495274"/>
                  </a:moveTo>
                  <a:lnTo>
                    <a:pt x="375504" y="443737"/>
                  </a:lnTo>
                  <a:lnTo>
                    <a:pt x="386341" y="465746"/>
                  </a:lnTo>
                  <a:close/>
                  <a:moveTo>
                    <a:pt x="720308" y="848108"/>
                  </a:moveTo>
                  <a:lnTo>
                    <a:pt x="718262" y="884810"/>
                  </a:lnTo>
                  <a:lnTo>
                    <a:pt x="743503" y="856030"/>
                  </a:lnTo>
                  <a:close/>
                  <a:moveTo>
                    <a:pt x="714251" y="790290"/>
                  </a:moveTo>
                  <a:lnTo>
                    <a:pt x="743503" y="856030"/>
                  </a:lnTo>
                  <a:lnTo>
                    <a:pt x="726756" y="804493"/>
                  </a:lnTo>
                  <a:close/>
                  <a:moveTo>
                    <a:pt x="720308" y="848108"/>
                  </a:moveTo>
                  <a:lnTo>
                    <a:pt x="743503" y="856030"/>
                  </a:lnTo>
                  <a:lnTo>
                    <a:pt x="714251" y="790290"/>
                  </a:lnTo>
                  <a:close/>
                  <a:moveTo>
                    <a:pt x="720308" y="848108"/>
                  </a:moveTo>
                  <a:lnTo>
                    <a:pt x="714251" y="790290"/>
                  </a:lnTo>
                  <a:lnTo>
                    <a:pt x="712306" y="831936"/>
                  </a:lnTo>
                  <a:close/>
                  <a:moveTo>
                    <a:pt x="664313" y="730163"/>
                  </a:moveTo>
                  <a:lnTo>
                    <a:pt x="714251" y="790290"/>
                  </a:lnTo>
                  <a:lnTo>
                    <a:pt x="687574" y="749235"/>
                  </a:lnTo>
                  <a:close/>
                  <a:moveTo>
                    <a:pt x="664313" y="730163"/>
                  </a:moveTo>
                  <a:lnTo>
                    <a:pt x="687574" y="749235"/>
                  </a:lnTo>
                  <a:lnTo>
                    <a:pt x="680065" y="741995"/>
                  </a:lnTo>
                  <a:close/>
                  <a:moveTo>
                    <a:pt x="549187" y="602020"/>
                  </a:moveTo>
                  <a:lnTo>
                    <a:pt x="612034" y="647180"/>
                  </a:lnTo>
                  <a:lnTo>
                    <a:pt x="636929" y="620495"/>
                  </a:lnTo>
                  <a:close/>
                  <a:moveTo>
                    <a:pt x="549187" y="602020"/>
                  </a:moveTo>
                  <a:lnTo>
                    <a:pt x="636929" y="620495"/>
                  </a:lnTo>
                  <a:lnTo>
                    <a:pt x="586139" y="605279"/>
                  </a:lnTo>
                  <a:close/>
                  <a:moveTo>
                    <a:pt x="545012" y="574253"/>
                  </a:moveTo>
                  <a:lnTo>
                    <a:pt x="549187" y="602020"/>
                  </a:lnTo>
                  <a:lnTo>
                    <a:pt x="586139" y="605279"/>
                  </a:lnTo>
                  <a:close/>
                  <a:moveTo>
                    <a:pt x="545012" y="574253"/>
                  </a:moveTo>
                  <a:lnTo>
                    <a:pt x="546664" y="598347"/>
                  </a:lnTo>
                  <a:lnTo>
                    <a:pt x="549187" y="602020"/>
                  </a:lnTo>
                  <a:close/>
                  <a:moveTo>
                    <a:pt x="516010" y="546810"/>
                  </a:moveTo>
                  <a:lnTo>
                    <a:pt x="546664" y="598347"/>
                  </a:lnTo>
                  <a:lnTo>
                    <a:pt x="545012" y="574253"/>
                  </a:lnTo>
                  <a:close/>
                  <a:moveTo>
                    <a:pt x="516010" y="546810"/>
                  </a:moveTo>
                  <a:lnTo>
                    <a:pt x="545012" y="574253"/>
                  </a:lnTo>
                  <a:lnTo>
                    <a:pt x="522262" y="522716"/>
                  </a:lnTo>
                  <a:close/>
                  <a:moveTo>
                    <a:pt x="516010" y="546810"/>
                  </a:moveTo>
                  <a:lnTo>
                    <a:pt x="522262" y="522716"/>
                  </a:lnTo>
                  <a:lnTo>
                    <a:pt x="486114" y="540876"/>
                  </a:lnTo>
                  <a:close/>
                  <a:moveTo>
                    <a:pt x="522262" y="522716"/>
                  </a:moveTo>
                  <a:lnTo>
                    <a:pt x="511778" y="501930"/>
                  </a:lnTo>
                  <a:lnTo>
                    <a:pt x="486114" y="540876"/>
                  </a:lnTo>
                  <a:close/>
                  <a:moveTo>
                    <a:pt x="437615" y="471180"/>
                  </a:moveTo>
                  <a:lnTo>
                    <a:pt x="386501" y="495274"/>
                  </a:lnTo>
                  <a:lnTo>
                    <a:pt x="432579" y="515398"/>
                  </a:lnTo>
                  <a:close/>
                  <a:moveTo>
                    <a:pt x="437615" y="471180"/>
                  </a:moveTo>
                  <a:lnTo>
                    <a:pt x="375504" y="443737"/>
                  </a:lnTo>
                  <a:lnTo>
                    <a:pt x="386501" y="495274"/>
                  </a:lnTo>
                  <a:close/>
                  <a:moveTo>
                    <a:pt x="432579" y="515398"/>
                  </a:moveTo>
                  <a:lnTo>
                    <a:pt x="486114" y="540876"/>
                  </a:lnTo>
                  <a:lnTo>
                    <a:pt x="511778" y="501930"/>
                  </a:lnTo>
                  <a:close/>
                  <a:moveTo>
                    <a:pt x="869303" y="830375"/>
                  </a:moveTo>
                  <a:lnTo>
                    <a:pt x="874022" y="831936"/>
                  </a:lnTo>
                  <a:lnTo>
                    <a:pt x="851775" y="817192"/>
                  </a:lnTo>
                  <a:close/>
                  <a:moveTo>
                    <a:pt x="869303" y="830375"/>
                  </a:moveTo>
                  <a:lnTo>
                    <a:pt x="873409" y="807842"/>
                  </a:lnTo>
                  <a:lnTo>
                    <a:pt x="882261" y="830390"/>
                  </a:lnTo>
                  <a:close/>
                  <a:moveTo>
                    <a:pt x="860835" y="798714"/>
                  </a:moveTo>
                  <a:lnTo>
                    <a:pt x="882261" y="830390"/>
                  </a:lnTo>
                  <a:lnTo>
                    <a:pt x="873409" y="807842"/>
                  </a:lnTo>
                  <a:close/>
                  <a:moveTo>
                    <a:pt x="823900" y="777111"/>
                  </a:moveTo>
                  <a:lnTo>
                    <a:pt x="882261" y="830390"/>
                  </a:lnTo>
                  <a:lnTo>
                    <a:pt x="860835" y="798714"/>
                  </a:lnTo>
                  <a:close/>
                  <a:moveTo>
                    <a:pt x="851775" y="817192"/>
                  </a:moveTo>
                  <a:lnTo>
                    <a:pt x="874022" y="831936"/>
                  </a:lnTo>
                  <a:lnTo>
                    <a:pt x="824236" y="796774"/>
                  </a:lnTo>
                  <a:close/>
                  <a:moveTo>
                    <a:pt x="782129" y="704769"/>
                  </a:moveTo>
                  <a:lnTo>
                    <a:pt x="747004" y="682698"/>
                  </a:lnTo>
                  <a:lnTo>
                    <a:pt x="780610" y="711580"/>
                  </a:lnTo>
                  <a:close/>
                  <a:moveTo>
                    <a:pt x="743174" y="677326"/>
                  </a:moveTo>
                  <a:lnTo>
                    <a:pt x="747004" y="682698"/>
                  </a:lnTo>
                  <a:lnTo>
                    <a:pt x="782129" y="704769"/>
                  </a:lnTo>
                  <a:close/>
                  <a:moveTo>
                    <a:pt x="762980" y="653232"/>
                  </a:moveTo>
                  <a:lnTo>
                    <a:pt x="743174" y="677326"/>
                  </a:lnTo>
                  <a:lnTo>
                    <a:pt x="782129" y="704769"/>
                  </a:lnTo>
                  <a:close/>
                  <a:moveTo>
                    <a:pt x="636929" y="620495"/>
                  </a:moveTo>
                  <a:lnTo>
                    <a:pt x="681102" y="610974"/>
                  </a:lnTo>
                  <a:lnTo>
                    <a:pt x="655173" y="553808"/>
                  </a:lnTo>
                  <a:close/>
                  <a:moveTo>
                    <a:pt x="511778" y="501930"/>
                  </a:moveTo>
                  <a:lnTo>
                    <a:pt x="522262" y="522716"/>
                  </a:lnTo>
                  <a:lnTo>
                    <a:pt x="519533" y="520931"/>
                  </a:lnTo>
                  <a:close/>
                  <a:moveTo>
                    <a:pt x="564020" y="397260"/>
                  </a:moveTo>
                  <a:lnTo>
                    <a:pt x="523003" y="369224"/>
                  </a:lnTo>
                  <a:lnTo>
                    <a:pt x="559640" y="395549"/>
                  </a:lnTo>
                  <a:close/>
                  <a:moveTo>
                    <a:pt x="567983" y="402499"/>
                  </a:moveTo>
                  <a:lnTo>
                    <a:pt x="564020" y="397260"/>
                  </a:lnTo>
                  <a:lnTo>
                    <a:pt x="559640" y="395549"/>
                  </a:lnTo>
                  <a:close/>
                  <a:moveTo>
                    <a:pt x="935222" y="724591"/>
                  </a:moveTo>
                  <a:lnTo>
                    <a:pt x="998999" y="710723"/>
                  </a:lnTo>
                  <a:lnTo>
                    <a:pt x="924528" y="670542"/>
                  </a:lnTo>
                  <a:close/>
                  <a:moveTo>
                    <a:pt x="998999" y="710723"/>
                  </a:moveTo>
                  <a:lnTo>
                    <a:pt x="1007095" y="732211"/>
                  </a:lnTo>
                  <a:lnTo>
                    <a:pt x="965883" y="707217"/>
                  </a:lnTo>
                  <a:close/>
                  <a:moveTo>
                    <a:pt x="1139177" y="684024"/>
                  </a:moveTo>
                  <a:lnTo>
                    <a:pt x="1181653" y="735560"/>
                  </a:lnTo>
                  <a:lnTo>
                    <a:pt x="1192443" y="730146"/>
                  </a:lnTo>
                  <a:close/>
                  <a:moveTo>
                    <a:pt x="1245231" y="783146"/>
                  </a:moveTo>
                  <a:lnTo>
                    <a:pt x="1272972" y="751967"/>
                  </a:lnTo>
                  <a:lnTo>
                    <a:pt x="1186852" y="739555"/>
                  </a:lnTo>
                  <a:close/>
                  <a:moveTo>
                    <a:pt x="1123604" y="559901"/>
                  </a:moveTo>
                  <a:lnTo>
                    <a:pt x="1107257" y="616637"/>
                  </a:lnTo>
                  <a:lnTo>
                    <a:pt x="1156686" y="556857"/>
                  </a:lnTo>
                  <a:close/>
                  <a:moveTo>
                    <a:pt x="1068296" y="580951"/>
                  </a:moveTo>
                  <a:lnTo>
                    <a:pt x="1123604" y="559901"/>
                  </a:lnTo>
                  <a:lnTo>
                    <a:pt x="1125449" y="549754"/>
                  </a:lnTo>
                  <a:close/>
                  <a:moveTo>
                    <a:pt x="1124654" y="481226"/>
                  </a:moveTo>
                  <a:lnTo>
                    <a:pt x="1125449" y="549754"/>
                  </a:lnTo>
                  <a:lnTo>
                    <a:pt x="1147476" y="497212"/>
                  </a:lnTo>
                  <a:close/>
                  <a:moveTo>
                    <a:pt x="1118603" y="556857"/>
                  </a:moveTo>
                  <a:lnTo>
                    <a:pt x="1066943" y="505690"/>
                  </a:lnTo>
                  <a:lnTo>
                    <a:pt x="1101320" y="540034"/>
                  </a:lnTo>
                  <a:close/>
                  <a:moveTo>
                    <a:pt x="1089619" y="453783"/>
                  </a:moveTo>
                  <a:lnTo>
                    <a:pt x="1124654" y="481226"/>
                  </a:lnTo>
                  <a:lnTo>
                    <a:pt x="1089374" y="429689"/>
                  </a:lnTo>
                  <a:close/>
                  <a:moveTo>
                    <a:pt x="836702" y="168885"/>
                  </a:moveTo>
                  <a:lnTo>
                    <a:pt x="869858" y="157950"/>
                  </a:lnTo>
                  <a:lnTo>
                    <a:pt x="790805" y="171962"/>
                  </a:lnTo>
                  <a:close/>
                  <a:moveTo>
                    <a:pt x="1152920" y="473324"/>
                  </a:moveTo>
                  <a:lnTo>
                    <a:pt x="1147476" y="497212"/>
                  </a:lnTo>
                  <a:lnTo>
                    <a:pt x="1197356" y="475180"/>
                  </a:lnTo>
                  <a:close/>
                  <a:moveTo>
                    <a:pt x="958471" y="147912"/>
                  </a:moveTo>
                  <a:lnTo>
                    <a:pt x="948434" y="142156"/>
                  </a:lnTo>
                  <a:lnTo>
                    <a:pt x="920121" y="171200"/>
                  </a:lnTo>
                  <a:close/>
                  <a:moveTo>
                    <a:pt x="869858" y="157950"/>
                  </a:moveTo>
                  <a:lnTo>
                    <a:pt x="920121" y="171200"/>
                  </a:lnTo>
                  <a:lnTo>
                    <a:pt x="948434" y="142156"/>
                  </a:lnTo>
                  <a:close/>
                  <a:moveTo>
                    <a:pt x="1315555" y="466700"/>
                  </a:moveTo>
                  <a:lnTo>
                    <a:pt x="1393217" y="492639"/>
                  </a:lnTo>
                  <a:lnTo>
                    <a:pt x="1399654" y="471555"/>
                  </a:lnTo>
                  <a:close/>
                  <a:moveTo>
                    <a:pt x="1298840" y="381501"/>
                  </a:moveTo>
                  <a:lnTo>
                    <a:pt x="1253723" y="341852"/>
                  </a:lnTo>
                  <a:lnTo>
                    <a:pt x="1270460" y="354059"/>
                  </a:lnTo>
                  <a:close/>
                  <a:moveTo>
                    <a:pt x="1180229" y="238133"/>
                  </a:moveTo>
                  <a:lnTo>
                    <a:pt x="1209316" y="278428"/>
                  </a:lnTo>
                  <a:lnTo>
                    <a:pt x="1206375" y="272949"/>
                  </a:lnTo>
                  <a:close/>
                  <a:moveTo>
                    <a:pt x="1179245" y="226892"/>
                  </a:moveTo>
                  <a:lnTo>
                    <a:pt x="1180229" y="238133"/>
                  </a:lnTo>
                  <a:lnTo>
                    <a:pt x="1206375" y="272949"/>
                  </a:lnTo>
                  <a:close/>
                  <a:moveTo>
                    <a:pt x="1399654" y="471555"/>
                  </a:moveTo>
                  <a:lnTo>
                    <a:pt x="1421334" y="433038"/>
                  </a:lnTo>
                  <a:lnTo>
                    <a:pt x="1413907" y="413075"/>
                  </a:lnTo>
                  <a:close/>
                  <a:moveTo>
                    <a:pt x="1397961" y="363296"/>
                  </a:moveTo>
                  <a:lnTo>
                    <a:pt x="1413907" y="413075"/>
                  </a:lnTo>
                  <a:lnTo>
                    <a:pt x="1421334" y="433038"/>
                  </a:lnTo>
                  <a:close/>
                  <a:moveTo>
                    <a:pt x="1349171" y="364979"/>
                  </a:moveTo>
                  <a:lnTo>
                    <a:pt x="1276660" y="361057"/>
                  </a:lnTo>
                  <a:lnTo>
                    <a:pt x="1298840" y="381501"/>
                  </a:lnTo>
                  <a:close/>
                  <a:moveTo>
                    <a:pt x="1349171" y="364979"/>
                  </a:moveTo>
                  <a:lnTo>
                    <a:pt x="1397961" y="363296"/>
                  </a:lnTo>
                  <a:lnTo>
                    <a:pt x="1367132" y="325617"/>
                  </a:lnTo>
                  <a:close/>
                  <a:moveTo>
                    <a:pt x="1349171" y="364979"/>
                  </a:moveTo>
                  <a:lnTo>
                    <a:pt x="1367132" y="325617"/>
                  </a:lnTo>
                  <a:lnTo>
                    <a:pt x="1340607" y="309199"/>
                  </a:lnTo>
                  <a:close/>
                  <a:moveTo>
                    <a:pt x="1323599" y="260283"/>
                  </a:moveTo>
                  <a:lnTo>
                    <a:pt x="1296035" y="298595"/>
                  </a:lnTo>
                  <a:lnTo>
                    <a:pt x="1294082" y="309041"/>
                  </a:lnTo>
                  <a:close/>
                  <a:moveTo>
                    <a:pt x="1197463" y="202798"/>
                  </a:moveTo>
                  <a:lnTo>
                    <a:pt x="1137821" y="171885"/>
                  </a:lnTo>
                  <a:lnTo>
                    <a:pt x="1147447" y="175355"/>
                  </a:lnTo>
                  <a:close/>
                  <a:moveTo>
                    <a:pt x="1197463" y="202798"/>
                  </a:moveTo>
                  <a:lnTo>
                    <a:pt x="1147447" y="175355"/>
                  </a:lnTo>
                  <a:lnTo>
                    <a:pt x="1179245" y="226892"/>
                  </a:lnTo>
                  <a:close/>
                  <a:moveTo>
                    <a:pt x="1330057" y="0"/>
                  </a:moveTo>
                  <a:lnTo>
                    <a:pt x="1281173" y="24094"/>
                  </a:lnTo>
                  <a:lnTo>
                    <a:pt x="1313816" y="55498"/>
                  </a:lnTo>
                  <a:close/>
                  <a:moveTo>
                    <a:pt x="1336383" y="4975"/>
                  </a:moveTo>
                  <a:lnTo>
                    <a:pt x="1354817" y="21914"/>
                  </a:lnTo>
                  <a:lnTo>
                    <a:pt x="1339750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89" name="Output_density__4188">
              <a:extLst>
                <a:ext uri="{FF2B5EF4-FFF2-40B4-BE49-F238E27FC236}">
                  <a16:creationId xmlns:a16="http://schemas.microsoft.com/office/drawing/2014/main" id="{1EFFC7F3-DF82-D5C7-F90A-2726D02AB380}"/>
                </a:ext>
              </a:extLst>
            </p:cNvPr>
            <p:cNvSpPr>
              <a:spLocks noGrp="1"/>
            </p:cNvSpPr>
            <p:nvPr/>
          </p:nvSpPr>
          <p:spPr>
            <a:xfrm>
              <a:off x="15442597" y="3567557"/>
              <a:ext cx="1300215" cy="1058616"/>
            </a:xfrm>
            <a:custGeom>
              <a:avLst/>
              <a:gdLst/>
              <a:ahLst/>
              <a:cxnLst/>
              <a:rect l="0" t="0" r="0" b="0"/>
              <a:pathLst>
                <a:path w="1300215" h="1058616">
                  <a:moveTo>
                    <a:pt x="499630" y="1058616"/>
                  </a:moveTo>
                  <a:lnTo>
                    <a:pt x="445681" y="1031584"/>
                  </a:lnTo>
                  <a:lnTo>
                    <a:pt x="461385" y="1050523"/>
                  </a:lnTo>
                  <a:close/>
                  <a:moveTo>
                    <a:pt x="0" y="548219"/>
                  </a:moveTo>
                  <a:lnTo>
                    <a:pt x="76003" y="522805"/>
                  </a:lnTo>
                  <a:lnTo>
                    <a:pt x="30509" y="527386"/>
                  </a:lnTo>
                  <a:close/>
                  <a:moveTo>
                    <a:pt x="523969" y="1014716"/>
                  </a:moveTo>
                  <a:lnTo>
                    <a:pt x="499630" y="1058616"/>
                  </a:lnTo>
                  <a:lnTo>
                    <a:pt x="573920" y="1026797"/>
                  </a:lnTo>
                  <a:close/>
                  <a:moveTo>
                    <a:pt x="229136" y="701420"/>
                  </a:moveTo>
                  <a:lnTo>
                    <a:pt x="274433" y="692886"/>
                  </a:lnTo>
                  <a:lnTo>
                    <a:pt x="285595" y="647504"/>
                  </a:lnTo>
                  <a:close/>
                  <a:moveTo>
                    <a:pt x="242509" y="625789"/>
                  </a:moveTo>
                  <a:lnTo>
                    <a:pt x="229136" y="701420"/>
                  </a:lnTo>
                  <a:lnTo>
                    <a:pt x="285595" y="647504"/>
                  </a:lnTo>
                  <a:close/>
                  <a:moveTo>
                    <a:pt x="42963" y="478166"/>
                  </a:moveTo>
                  <a:lnTo>
                    <a:pt x="30509" y="527386"/>
                  </a:lnTo>
                  <a:lnTo>
                    <a:pt x="80267" y="485821"/>
                  </a:lnTo>
                  <a:close/>
                  <a:moveTo>
                    <a:pt x="74163" y="419643"/>
                  </a:moveTo>
                  <a:lnTo>
                    <a:pt x="46798" y="453389"/>
                  </a:lnTo>
                  <a:lnTo>
                    <a:pt x="81583" y="422008"/>
                  </a:lnTo>
                  <a:close/>
                  <a:moveTo>
                    <a:pt x="81583" y="422008"/>
                  </a:moveTo>
                  <a:lnTo>
                    <a:pt x="42963" y="478166"/>
                  </a:lnTo>
                  <a:lnTo>
                    <a:pt x="80267" y="485821"/>
                  </a:lnTo>
                  <a:close/>
                  <a:moveTo>
                    <a:pt x="213277" y="579136"/>
                  </a:moveTo>
                  <a:lnTo>
                    <a:pt x="224171" y="592526"/>
                  </a:lnTo>
                  <a:lnTo>
                    <a:pt x="175524" y="634589"/>
                  </a:lnTo>
                  <a:close/>
                  <a:moveTo>
                    <a:pt x="573920" y="1026797"/>
                  </a:moveTo>
                  <a:lnTo>
                    <a:pt x="603361" y="1001970"/>
                  </a:lnTo>
                  <a:lnTo>
                    <a:pt x="523969" y="1014716"/>
                  </a:lnTo>
                  <a:close/>
                  <a:moveTo>
                    <a:pt x="242509" y="625789"/>
                  </a:moveTo>
                  <a:lnTo>
                    <a:pt x="285595" y="647504"/>
                  </a:lnTo>
                  <a:lnTo>
                    <a:pt x="315797" y="625525"/>
                  </a:lnTo>
                  <a:close/>
                  <a:moveTo>
                    <a:pt x="369493" y="651607"/>
                  </a:moveTo>
                  <a:lnTo>
                    <a:pt x="331853" y="621443"/>
                  </a:lnTo>
                  <a:lnTo>
                    <a:pt x="371014" y="653232"/>
                  </a:lnTo>
                  <a:close/>
                  <a:moveTo>
                    <a:pt x="315797" y="625525"/>
                  </a:moveTo>
                  <a:lnTo>
                    <a:pt x="285595" y="647504"/>
                  </a:lnTo>
                  <a:lnTo>
                    <a:pt x="369493" y="651607"/>
                  </a:lnTo>
                  <a:close/>
                  <a:moveTo>
                    <a:pt x="144231" y="447086"/>
                  </a:moveTo>
                  <a:lnTo>
                    <a:pt x="101468" y="405842"/>
                  </a:lnTo>
                  <a:lnTo>
                    <a:pt x="107091" y="419643"/>
                  </a:lnTo>
                  <a:close/>
                  <a:moveTo>
                    <a:pt x="369493" y="651607"/>
                  </a:moveTo>
                  <a:lnTo>
                    <a:pt x="434790" y="586166"/>
                  </a:lnTo>
                  <a:lnTo>
                    <a:pt x="396472" y="617579"/>
                  </a:lnTo>
                  <a:close/>
                  <a:moveTo>
                    <a:pt x="424057" y="680936"/>
                  </a:moveTo>
                  <a:lnTo>
                    <a:pt x="452527" y="653232"/>
                  </a:lnTo>
                  <a:lnTo>
                    <a:pt x="433832" y="639261"/>
                  </a:lnTo>
                  <a:close/>
                  <a:moveTo>
                    <a:pt x="452527" y="653232"/>
                  </a:moveTo>
                  <a:lnTo>
                    <a:pt x="434790" y="586166"/>
                  </a:lnTo>
                  <a:lnTo>
                    <a:pt x="433832" y="639261"/>
                  </a:lnTo>
                  <a:close/>
                  <a:moveTo>
                    <a:pt x="396472" y="617579"/>
                  </a:moveTo>
                  <a:lnTo>
                    <a:pt x="315797" y="625525"/>
                  </a:lnTo>
                  <a:lnTo>
                    <a:pt x="369493" y="651607"/>
                  </a:lnTo>
                  <a:close/>
                  <a:moveTo>
                    <a:pt x="256275" y="355951"/>
                  </a:moveTo>
                  <a:lnTo>
                    <a:pt x="279430" y="422992"/>
                  </a:lnTo>
                  <a:lnTo>
                    <a:pt x="264413" y="371455"/>
                  </a:lnTo>
                  <a:close/>
                  <a:moveTo>
                    <a:pt x="651345" y="736897"/>
                  </a:moveTo>
                  <a:lnTo>
                    <a:pt x="653391" y="700196"/>
                  </a:lnTo>
                  <a:lnTo>
                    <a:pt x="649844" y="759654"/>
                  </a:lnTo>
                  <a:close/>
                  <a:moveTo>
                    <a:pt x="620657" y="601323"/>
                  </a:moveTo>
                  <a:lnTo>
                    <a:pt x="647334" y="642377"/>
                  </a:lnTo>
                  <a:lnTo>
                    <a:pt x="659838" y="656581"/>
                  </a:lnTo>
                  <a:close/>
                  <a:moveTo>
                    <a:pt x="370698" y="323267"/>
                  </a:moveTo>
                  <a:lnTo>
                    <a:pt x="310373" y="287209"/>
                  </a:lnTo>
                  <a:lnTo>
                    <a:pt x="308587" y="295825"/>
                  </a:lnTo>
                  <a:close/>
                  <a:moveTo>
                    <a:pt x="393218" y="335611"/>
                  </a:moveTo>
                  <a:lnTo>
                    <a:pt x="365662" y="367485"/>
                  </a:lnTo>
                  <a:lnTo>
                    <a:pt x="444861" y="354017"/>
                  </a:lnTo>
                  <a:close/>
                  <a:moveTo>
                    <a:pt x="519222" y="457367"/>
                  </a:moveTo>
                  <a:lnTo>
                    <a:pt x="570011" y="472582"/>
                  </a:lnTo>
                  <a:lnTo>
                    <a:pt x="588256" y="405896"/>
                  </a:lnTo>
                  <a:close/>
                  <a:moveTo>
                    <a:pt x="614185" y="463061"/>
                  </a:moveTo>
                  <a:lnTo>
                    <a:pt x="621551" y="412367"/>
                  </a:lnTo>
                  <a:lnTo>
                    <a:pt x="588256" y="405896"/>
                  </a:lnTo>
                  <a:close/>
                  <a:moveTo>
                    <a:pt x="497103" y="249348"/>
                  </a:moveTo>
                  <a:lnTo>
                    <a:pt x="501066" y="254586"/>
                  </a:lnTo>
                  <a:lnTo>
                    <a:pt x="529189" y="299174"/>
                  </a:lnTo>
                  <a:close/>
                  <a:moveTo>
                    <a:pt x="549209" y="332472"/>
                  </a:moveTo>
                  <a:lnTo>
                    <a:pt x="582518" y="384442"/>
                  </a:lnTo>
                  <a:lnTo>
                    <a:pt x="567257" y="350710"/>
                  </a:lnTo>
                  <a:close/>
                  <a:moveTo>
                    <a:pt x="513966" y="275079"/>
                  </a:moveTo>
                  <a:lnTo>
                    <a:pt x="501066" y="254586"/>
                  </a:lnTo>
                  <a:lnTo>
                    <a:pt x="492723" y="247637"/>
                  </a:lnTo>
                  <a:close/>
                  <a:moveTo>
                    <a:pt x="549423" y="125805"/>
                  </a:moveTo>
                  <a:lnTo>
                    <a:pt x="549421" y="182053"/>
                  </a:lnTo>
                  <a:lnTo>
                    <a:pt x="545026" y="172006"/>
                  </a:lnTo>
                  <a:close/>
                  <a:moveTo>
                    <a:pt x="932082" y="562811"/>
                  </a:moveTo>
                  <a:lnTo>
                    <a:pt x="960695" y="635835"/>
                  </a:lnTo>
                  <a:lnTo>
                    <a:pt x="940178" y="584299"/>
                  </a:lnTo>
                  <a:close/>
                  <a:moveTo>
                    <a:pt x="868305" y="576679"/>
                  </a:moveTo>
                  <a:lnTo>
                    <a:pt x="936413" y="622032"/>
                  </a:lnTo>
                  <a:lnTo>
                    <a:pt x="932082" y="562811"/>
                  </a:lnTo>
                  <a:close/>
                  <a:moveTo>
                    <a:pt x="857610" y="522630"/>
                  </a:moveTo>
                  <a:lnTo>
                    <a:pt x="898966" y="559305"/>
                  </a:lnTo>
                  <a:lnTo>
                    <a:pt x="868425" y="532763"/>
                  </a:lnTo>
                  <a:close/>
                  <a:moveTo>
                    <a:pt x="932082" y="562811"/>
                  </a:moveTo>
                  <a:lnTo>
                    <a:pt x="898966" y="559305"/>
                  </a:lnTo>
                  <a:lnTo>
                    <a:pt x="857610" y="522630"/>
                  </a:lnTo>
                  <a:close/>
                  <a:moveTo>
                    <a:pt x="826265" y="510131"/>
                  </a:moveTo>
                  <a:lnTo>
                    <a:pt x="838636" y="508419"/>
                  </a:lnTo>
                  <a:lnTo>
                    <a:pt x="829775" y="457132"/>
                  </a:lnTo>
                  <a:close/>
                  <a:moveTo>
                    <a:pt x="857610" y="522630"/>
                  </a:moveTo>
                  <a:lnTo>
                    <a:pt x="838636" y="508419"/>
                  </a:lnTo>
                  <a:lnTo>
                    <a:pt x="826265" y="510131"/>
                  </a:lnTo>
                  <a:close/>
                  <a:moveTo>
                    <a:pt x="549423" y="125805"/>
                  </a:moveTo>
                  <a:lnTo>
                    <a:pt x="545026" y="172006"/>
                  </a:lnTo>
                  <a:lnTo>
                    <a:pt x="573043" y="162850"/>
                  </a:lnTo>
                  <a:close/>
                  <a:moveTo>
                    <a:pt x="1056687" y="411988"/>
                  </a:moveTo>
                  <a:lnTo>
                    <a:pt x="1089769" y="408944"/>
                  </a:lnTo>
                  <a:lnTo>
                    <a:pt x="1058532" y="401842"/>
                  </a:lnTo>
                  <a:close/>
                  <a:moveTo>
                    <a:pt x="723888" y="24050"/>
                  </a:moveTo>
                  <a:lnTo>
                    <a:pt x="699744" y="10323"/>
                  </a:lnTo>
                  <a:lnTo>
                    <a:pt x="741716" y="50929"/>
                  </a:lnTo>
                  <a:close/>
                  <a:moveTo>
                    <a:pt x="769785" y="20972"/>
                  </a:moveTo>
                  <a:lnTo>
                    <a:pt x="723888" y="24050"/>
                  </a:lnTo>
                  <a:lnTo>
                    <a:pt x="741716" y="50929"/>
                  </a:lnTo>
                  <a:close/>
                  <a:moveTo>
                    <a:pt x="1229529" y="615090"/>
                  </a:moveTo>
                  <a:lnTo>
                    <a:pt x="1246410" y="590996"/>
                  </a:lnTo>
                  <a:lnTo>
                    <a:pt x="1206055" y="604055"/>
                  </a:lnTo>
                  <a:close/>
                  <a:moveTo>
                    <a:pt x="1089769" y="408944"/>
                  </a:moveTo>
                  <a:lnTo>
                    <a:pt x="1108865" y="415354"/>
                  </a:lnTo>
                  <a:lnTo>
                    <a:pt x="1110416" y="406289"/>
                  </a:lnTo>
                  <a:close/>
                  <a:moveTo>
                    <a:pt x="1089769" y="408944"/>
                  </a:moveTo>
                  <a:lnTo>
                    <a:pt x="1110416" y="406289"/>
                  </a:lnTo>
                  <a:lnTo>
                    <a:pt x="1058532" y="401842"/>
                  </a:lnTo>
                  <a:close/>
                  <a:moveTo>
                    <a:pt x="1058532" y="401842"/>
                  </a:moveTo>
                  <a:lnTo>
                    <a:pt x="1110416" y="406289"/>
                  </a:lnTo>
                  <a:lnTo>
                    <a:pt x="1125984" y="344458"/>
                  </a:lnTo>
                  <a:close/>
                  <a:moveTo>
                    <a:pt x="1058532" y="401842"/>
                  </a:moveTo>
                  <a:lnTo>
                    <a:pt x="1125984" y="344458"/>
                  </a:lnTo>
                  <a:lnTo>
                    <a:pt x="1080559" y="349300"/>
                  </a:lnTo>
                  <a:close/>
                  <a:moveTo>
                    <a:pt x="1110548" y="408944"/>
                  </a:moveTo>
                  <a:lnTo>
                    <a:pt x="1125984" y="344458"/>
                  </a:lnTo>
                  <a:lnTo>
                    <a:pt x="1110416" y="406289"/>
                  </a:lnTo>
                  <a:close/>
                  <a:moveTo>
                    <a:pt x="1130901" y="333313"/>
                  </a:moveTo>
                  <a:lnTo>
                    <a:pt x="1125984" y="344458"/>
                  </a:lnTo>
                  <a:lnTo>
                    <a:pt x="1110548" y="408944"/>
                  </a:lnTo>
                  <a:close/>
                  <a:moveTo>
                    <a:pt x="802941" y="10038"/>
                  </a:moveTo>
                  <a:lnTo>
                    <a:pt x="769785" y="20972"/>
                  </a:lnTo>
                  <a:lnTo>
                    <a:pt x="853204" y="23288"/>
                  </a:lnTo>
                  <a:close/>
                  <a:moveTo>
                    <a:pt x="1130439" y="327268"/>
                  </a:moveTo>
                  <a:lnTo>
                    <a:pt x="1080559" y="349300"/>
                  </a:lnTo>
                  <a:lnTo>
                    <a:pt x="1125984" y="344458"/>
                  </a:lnTo>
                  <a:close/>
                  <a:moveTo>
                    <a:pt x="1136043" y="257683"/>
                  </a:moveTo>
                  <a:lnTo>
                    <a:pt x="1100415" y="288637"/>
                  </a:lnTo>
                  <a:lnTo>
                    <a:pt x="1135987" y="260014"/>
                  </a:lnTo>
                  <a:close/>
                  <a:moveTo>
                    <a:pt x="1135987" y="260014"/>
                  </a:moveTo>
                  <a:lnTo>
                    <a:pt x="1086003" y="325412"/>
                  </a:lnTo>
                  <a:lnTo>
                    <a:pt x="1130439" y="327268"/>
                  </a:lnTo>
                  <a:close/>
                  <a:moveTo>
                    <a:pt x="1130439" y="327268"/>
                  </a:moveTo>
                  <a:lnTo>
                    <a:pt x="1125984" y="344458"/>
                  </a:lnTo>
                  <a:lnTo>
                    <a:pt x="1130901" y="333313"/>
                  </a:lnTo>
                  <a:close/>
                  <a:moveTo>
                    <a:pt x="891554" y="0"/>
                  </a:moveTo>
                  <a:lnTo>
                    <a:pt x="900188" y="24275"/>
                  </a:lnTo>
                  <a:lnTo>
                    <a:pt x="935235" y="20413"/>
                  </a:lnTo>
                  <a:close/>
                  <a:moveTo>
                    <a:pt x="893628" y="24094"/>
                  </a:moveTo>
                  <a:lnTo>
                    <a:pt x="891554" y="0"/>
                  </a:lnTo>
                  <a:lnTo>
                    <a:pt x="853204" y="23288"/>
                  </a:lnTo>
                  <a:close/>
                  <a:moveTo>
                    <a:pt x="1209743" y="213145"/>
                  </a:moveTo>
                  <a:lnTo>
                    <a:pt x="1186806" y="193939"/>
                  </a:lnTo>
                  <a:lnTo>
                    <a:pt x="1231923" y="233589"/>
                  </a:lnTo>
                  <a:close/>
                  <a:moveTo>
                    <a:pt x="1160348" y="182052"/>
                  </a:moveTo>
                  <a:lnTo>
                    <a:pt x="1209743" y="213145"/>
                  </a:lnTo>
                  <a:lnTo>
                    <a:pt x="1227165" y="161128"/>
                  </a:lnTo>
                  <a:close/>
                  <a:moveTo>
                    <a:pt x="1254758" y="106422"/>
                  </a:moveTo>
                  <a:lnTo>
                    <a:pt x="1229118" y="150683"/>
                  </a:lnTo>
                  <a:lnTo>
                    <a:pt x="1256682" y="112370"/>
                  </a:lnTo>
                  <a:close/>
                  <a:moveTo>
                    <a:pt x="1256682" y="112370"/>
                  </a:moveTo>
                  <a:lnTo>
                    <a:pt x="1227165" y="161128"/>
                  </a:lnTo>
                  <a:lnTo>
                    <a:pt x="1273690" y="161286"/>
                  </a:lnTo>
                  <a:close/>
                  <a:moveTo>
                    <a:pt x="1273690" y="161286"/>
                  </a:moveTo>
                  <a:lnTo>
                    <a:pt x="1300215" y="177705"/>
                  </a:lnTo>
                  <a:lnTo>
                    <a:pt x="1256682" y="11237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90" name="Output_density__4189">
              <a:extLst>
                <a:ext uri="{FF2B5EF4-FFF2-40B4-BE49-F238E27FC236}">
                  <a16:creationId xmlns:a16="http://schemas.microsoft.com/office/drawing/2014/main" id="{B66A2E65-36CF-7A3F-ABDC-2B01522A06D0}"/>
                </a:ext>
              </a:extLst>
            </p:cNvPr>
            <p:cNvSpPr>
              <a:spLocks noGrp="1"/>
            </p:cNvSpPr>
            <p:nvPr/>
          </p:nvSpPr>
          <p:spPr>
            <a:xfrm>
              <a:off x="15377645" y="3538615"/>
              <a:ext cx="1411941" cy="1060527"/>
            </a:xfrm>
            <a:custGeom>
              <a:avLst/>
              <a:gdLst/>
              <a:ahLst/>
              <a:cxnLst/>
              <a:rect l="0" t="0" r="0" b="0"/>
              <a:pathLst>
                <a:path w="1411941" h="1060527">
                  <a:moveTo>
                    <a:pt x="7678" y="472680"/>
                  </a:moveTo>
                  <a:lnTo>
                    <a:pt x="0" y="494116"/>
                  </a:lnTo>
                  <a:lnTo>
                    <a:pt x="1615" y="548310"/>
                  </a:lnTo>
                  <a:close/>
                  <a:moveTo>
                    <a:pt x="491455" y="1050619"/>
                  </a:moveTo>
                  <a:lnTo>
                    <a:pt x="510632" y="1060527"/>
                  </a:lnTo>
                  <a:lnTo>
                    <a:pt x="496075" y="1039582"/>
                  </a:lnTo>
                  <a:close/>
                  <a:moveTo>
                    <a:pt x="20101" y="449246"/>
                  </a:moveTo>
                  <a:lnTo>
                    <a:pt x="0" y="494116"/>
                  </a:lnTo>
                  <a:lnTo>
                    <a:pt x="7678" y="472680"/>
                  </a:lnTo>
                  <a:close/>
                  <a:moveTo>
                    <a:pt x="496075" y="1039582"/>
                  </a:moveTo>
                  <a:lnTo>
                    <a:pt x="510632" y="1060527"/>
                  </a:lnTo>
                  <a:lnTo>
                    <a:pt x="536036" y="1020605"/>
                  </a:lnTo>
                  <a:close/>
                  <a:moveTo>
                    <a:pt x="234617" y="551659"/>
                  </a:moveTo>
                  <a:lnTo>
                    <a:pt x="217951" y="530047"/>
                  </a:lnTo>
                  <a:lnTo>
                    <a:pt x="189836" y="559829"/>
                  </a:lnTo>
                  <a:close/>
                  <a:moveTo>
                    <a:pt x="217951" y="530047"/>
                  </a:moveTo>
                  <a:lnTo>
                    <a:pt x="195683" y="500122"/>
                  </a:lnTo>
                  <a:lnTo>
                    <a:pt x="140955" y="551747"/>
                  </a:lnTo>
                  <a:close/>
                  <a:moveTo>
                    <a:pt x="642744" y="935317"/>
                  </a:moveTo>
                  <a:lnTo>
                    <a:pt x="590477" y="945354"/>
                  </a:lnTo>
                  <a:lnTo>
                    <a:pt x="637665" y="939857"/>
                  </a:lnTo>
                  <a:close/>
                  <a:moveTo>
                    <a:pt x="234617" y="551659"/>
                  </a:moveTo>
                  <a:lnTo>
                    <a:pt x="227896" y="567227"/>
                  </a:lnTo>
                  <a:lnTo>
                    <a:pt x="255192" y="588824"/>
                  </a:lnTo>
                  <a:close/>
                  <a:moveTo>
                    <a:pt x="234617" y="551659"/>
                  </a:moveTo>
                  <a:lnTo>
                    <a:pt x="280844" y="527565"/>
                  </a:lnTo>
                  <a:lnTo>
                    <a:pt x="217951" y="530047"/>
                  </a:lnTo>
                  <a:close/>
                  <a:moveTo>
                    <a:pt x="209182" y="476028"/>
                  </a:moveTo>
                  <a:lnTo>
                    <a:pt x="195683" y="500122"/>
                  </a:lnTo>
                  <a:lnTo>
                    <a:pt x="217951" y="530047"/>
                  </a:lnTo>
                  <a:close/>
                  <a:moveTo>
                    <a:pt x="764687" y="772089"/>
                  </a:moveTo>
                  <a:lnTo>
                    <a:pt x="774881" y="712966"/>
                  </a:lnTo>
                  <a:lnTo>
                    <a:pt x="767976" y="726769"/>
                  </a:lnTo>
                  <a:close/>
                  <a:moveTo>
                    <a:pt x="767976" y="726769"/>
                  </a:moveTo>
                  <a:lnTo>
                    <a:pt x="774881" y="712966"/>
                  </a:lnTo>
                  <a:lnTo>
                    <a:pt x="782386" y="703360"/>
                  </a:lnTo>
                  <a:close/>
                  <a:moveTo>
                    <a:pt x="782386" y="703360"/>
                  </a:moveTo>
                  <a:lnTo>
                    <a:pt x="774881" y="712966"/>
                  </a:lnTo>
                  <a:lnTo>
                    <a:pt x="793488" y="706029"/>
                  </a:lnTo>
                  <a:close/>
                  <a:moveTo>
                    <a:pt x="793488" y="706029"/>
                  </a:moveTo>
                  <a:lnTo>
                    <a:pt x="822270" y="677804"/>
                  </a:lnTo>
                  <a:lnTo>
                    <a:pt x="782386" y="703360"/>
                  </a:lnTo>
                  <a:close/>
                  <a:moveTo>
                    <a:pt x="849809" y="698222"/>
                  </a:moveTo>
                  <a:lnTo>
                    <a:pt x="822270" y="677804"/>
                  </a:lnTo>
                  <a:lnTo>
                    <a:pt x="793488" y="706029"/>
                  </a:lnTo>
                  <a:close/>
                  <a:moveTo>
                    <a:pt x="870685" y="613241"/>
                  </a:moveTo>
                  <a:lnTo>
                    <a:pt x="823533" y="637335"/>
                  </a:lnTo>
                  <a:lnTo>
                    <a:pt x="858869" y="679744"/>
                  </a:lnTo>
                  <a:close/>
                  <a:moveTo>
                    <a:pt x="1224199" y="592496"/>
                  </a:moveTo>
                  <a:lnTo>
                    <a:pt x="1202846" y="540960"/>
                  </a:lnTo>
                  <a:lnTo>
                    <a:pt x="1190477" y="611176"/>
                  </a:lnTo>
                  <a:close/>
                  <a:moveTo>
                    <a:pt x="1202846" y="540960"/>
                  </a:moveTo>
                  <a:lnTo>
                    <a:pt x="1197173" y="542990"/>
                  </a:lnTo>
                  <a:lnTo>
                    <a:pt x="1190477" y="611176"/>
                  </a:lnTo>
                  <a:close/>
                  <a:moveTo>
                    <a:pt x="1197173" y="542990"/>
                  </a:moveTo>
                  <a:lnTo>
                    <a:pt x="1202846" y="540960"/>
                  </a:lnTo>
                  <a:lnTo>
                    <a:pt x="1237091" y="506192"/>
                  </a:lnTo>
                  <a:close/>
                  <a:moveTo>
                    <a:pt x="1250283" y="568402"/>
                  </a:moveTo>
                  <a:lnTo>
                    <a:pt x="1202846" y="540960"/>
                  </a:lnTo>
                  <a:lnTo>
                    <a:pt x="1224199" y="592496"/>
                  </a:lnTo>
                  <a:close/>
                  <a:moveTo>
                    <a:pt x="1252208" y="473487"/>
                  </a:moveTo>
                  <a:lnTo>
                    <a:pt x="1202846" y="540960"/>
                  </a:lnTo>
                  <a:lnTo>
                    <a:pt x="1203338" y="537978"/>
                  </a:lnTo>
                  <a:close/>
                  <a:moveTo>
                    <a:pt x="753219" y="25594"/>
                  </a:moveTo>
                  <a:lnTo>
                    <a:pt x="788840" y="52992"/>
                  </a:lnTo>
                  <a:lnTo>
                    <a:pt x="795961" y="13846"/>
                  </a:lnTo>
                  <a:close/>
                  <a:moveTo>
                    <a:pt x="774666" y="0"/>
                  </a:moveTo>
                  <a:lnTo>
                    <a:pt x="753219" y="25594"/>
                  </a:lnTo>
                  <a:lnTo>
                    <a:pt x="795961" y="13846"/>
                  </a:lnTo>
                  <a:close/>
                  <a:moveTo>
                    <a:pt x="788840" y="52992"/>
                  </a:moveTo>
                  <a:lnTo>
                    <a:pt x="821029" y="1500"/>
                  </a:lnTo>
                  <a:lnTo>
                    <a:pt x="795961" y="13846"/>
                  </a:lnTo>
                  <a:close/>
                  <a:moveTo>
                    <a:pt x="1280829" y="286625"/>
                  </a:moveTo>
                  <a:lnTo>
                    <a:pt x="1298836" y="338162"/>
                  </a:lnTo>
                  <a:lnTo>
                    <a:pt x="1339686" y="314068"/>
                  </a:lnTo>
                  <a:close/>
                  <a:moveTo>
                    <a:pt x="1339686" y="314068"/>
                  </a:moveTo>
                  <a:lnTo>
                    <a:pt x="1341419" y="316882"/>
                  </a:lnTo>
                  <a:lnTo>
                    <a:pt x="1342280" y="312757"/>
                  </a:lnTo>
                  <a:close/>
                  <a:moveTo>
                    <a:pt x="1411941" y="294105"/>
                  </a:moveTo>
                  <a:lnTo>
                    <a:pt x="1342280" y="312757"/>
                  </a:lnTo>
                  <a:lnTo>
                    <a:pt x="1341419" y="31688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91" name="Output_density__4190">
              <a:extLst>
                <a:ext uri="{FF2B5EF4-FFF2-40B4-BE49-F238E27FC236}">
                  <a16:creationId xmlns:a16="http://schemas.microsoft.com/office/drawing/2014/main" id="{3AD1314D-39CA-73AD-06FC-F612DA92C422}"/>
                </a:ext>
              </a:extLst>
            </p:cNvPr>
            <p:cNvSpPr>
              <a:spLocks noGrp="1"/>
            </p:cNvSpPr>
            <p:nvPr/>
          </p:nvSpPr>
          <p:spPr>
            <a:xfrm>
              <a:off x="15942227" y="3551451"/>
              <a:ext cx="793323" cy="1074722"/>
            </a:xfrm>
            <a:custGeom>
              <a:avLst/>
              <a:gdLst/>
              <a:ahLst/>
              <a:cxnLst/>
              <a:rect l="0" t="0" r="0" b="0"/>
              <a:pathLst>
                <a:path w="793323" h="1074722">
                  <a:moveTo>
                    <a:pt x="0" y="1074722"/>
                  </a:moveTo>
                  <a:lnTo>
                    <a:pt x="44119" y="1064997"/>
                  </a:lnTo>
                  <a:lnTo>
                    <a:pt x="74290" y="1042903"/>
                  </a:lnTo>
                  <a:close/>
                  <a:moveTo>
                    <a:pt x="85291" y="859470"/>
                  </a:moveTo>
                  <a:lnTo>
                    <a:pt x="135888" y="828731"/>
                  </a:lnTo>
                  <a:lnTo>
                    <a:pt x="111190" y="851391"/>
                  </a:lnTo>
                  <a:close/>
                  <a:moveTo>
                    <a:pt x="111190" y="851391"/>
                  </a:moveTo>
                  <a:lnTo>
                    <a:pt x="135888" y="828731"/>
                  </a:lnTo>
                  <a:lnTo>
                    <a:pt x="116220" y="834325"/>
                  </a:lnTo>
                  <a:close/>
                  <a:moveTo>
                    <a:pt x="151714" y="753003"/>
                  </a:moveTo>
                  <a:lnTo>
                    <a:pt x="149922" y="782165"/>
                  </a:lnTo>
                  <a:lnTo>
                    <a:pt x="169250" y="799854"/>
                  </a:lnTo>
                  <a:close/>
                  <a:moveTo>
                    <a:pt x="77209" y="188112"/>
                  </a:moveTo>
                  <a:lnTo>
                    <a:pt x="65743" y="201548"/>
                  </a:lnTo>
                  <a:lnTo>
                    <a:pt x="49791" y="198159"/>
                  </a:lnTo>
                  <a:close/>
                  <a:moveTo>
                    <a:pt x="73412" y="178955"/>
                  </a:moveTo>
                  <a:lnTo>
                    <a:pt x="65743" y="201548"/>
                  </a:lnTo>
                  <a:lnTo>
                    <a:pt x="77209" y="188112"/>
                  </a:lnTo>
                  <a:close/>
                  <a:moveTo>
                    <a:pt x="793323" y="635484"/>
                  </a:moveTo>
                  <a:lnTo>
                    <a:pt x="746780" y="607102"/>
                  </a:lnTo>
                  <a:lnTo>
                    <a:pt x="758516" y="640244"/>
                  </a:lnTo>
                  <a:close/>
                  <a:moveTo>
                    <a:pt x="400557" y="40381"/>
                  </a:moveTo>
                  <a:lnTo>
                    <a:pt x="402115" y="40200"/>
                  </a:lnTo>
                  <a:lnTo>
                    <a:pt x="481087" y="31894"/>
                  </a:lnTo>
                  <a:close/>
                  <a:moveTo>
                    <a:pt x="494629" y="16106"/>
                  </a:moveTo>
                  <a:lnTo>
                    <a:pt x="508638" y="0"/>
                  </a:lnTo>
                  <a:lnTo>
                    <a:pt x="481087" y="3189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92" name="Output_density__4191">
              <a:extLst>
                <a:ext uri="{FF2B5EF4-FFF2-40B4-BE49-F238E27FC236}">
                  <a16:creationId xmlns:a16="http://schemas.microsoft.com/office/drawing/2014/main" id="{524C2521-7602-EED8-5DBB-87E5F13C3FFB}"/>
                </a:ext>
              </a:extLst>
            </p:cNvPr>
            <p:cNvSpPr>
              <a:spLocks noGrp="1"/>
            </p:cNvSpPr>
            <p:nvPr/>
          </p:nvSpPr>
          <p:spPr>
            <a:xfrm>
              <a:off x="15485560" y="3551451"/>
              <a:ext cx="1215183" cy="1042903"/>
            </a:xfrm>
            <a:custGeom>
              <a:avLst/>
              <a:gdLst/>
              <a:ahLst/>
              <a:cxnLst/>
              <a:rect l="0" t="0" r="0" b="0"/>
              <a:pathLst>
                <a:path w="1215183" h="1042903">
                  <a:moveTo>
                    <a:pt x="38620" y="438114"/>
                  </a:moveTo>
                  <a:lnTo>
                    <a:pt x="3835" y="469495"/>
                  </a:lnTo>
                  <a:lnTo>
                    <a:pt x="0" y="494272"/>
                  </a:lnTo>
                  <a:close/>
                  <a:moveTo>
                    <a:pt x="574915" y="1032576"/>
                  </a:moveTo>
                  <a:lnTo>
                    <a:pt x="560398" y="1018076"/>
                  </a:lnTo>
                  <a:lnTo>
                    <a:pt x="530957" y="1042903"/>
                  </a:lnTo>
                  <a:close/>
                  <a:moveTo>
                    <a:pt x="242633" y="663610"/>
                  </a:moveTo>
                  <a:lnTo>
                    <a:pt x="273508" y="641895"/>
                  </a:lnTo>
                  <a:lnTo>
                    <a:pt x="326530" y="667713"/>
                  </a:lnTo>
                  <a:close/>
                  <a:moveTo>
                    <a:pt x="395695" y="593707"/>
                  </a:moveTo>
                  <a:lnTo>
                    <a:pt x="391827" y="602272"/>
                  </a:lnTo>
                  <a:lnTo>
                    <a:pt x="409564" y="669338"/>
                  </a:lnTo>
                  <a:close/>
                  <a:moveTo>
                    <a:pt x="580397" y="823050"/>
                  </a:moveTo>
                  <a:lnTo>
                    <a:pt x="592556" y="828731"/>
                  </a:lnTo>
                  <a:lnTo>
                    <a:pt x="606590" y="782165"/>
                  </a:lnTo>
                  <a:close/>
                  <a:moveTo>
                    <a:pt x="608382" y="753003"/>
                  </a:moveTo>
                  <a:lnTo>
                    <a:pt x="625695" y="777956"/>
                  </a:lnTo>
                  <a:lnTo>
                    <a:pt x="633623" y="724223"/>
                  </a:lnTo>
                  <a:close/>
                  <a:moveTo>
                    <a:pt x="606881" y="775760"/>
                  </a:moveTo>
                  <a:lnTo>
                    <a:pt x="606590" y="782165"/>
                  </a:lnTo>
                  <a:lnTo>
                    <a:pt x="608382" y="753003"/>
                  </a:lnTo>
                  <a:close/>
                  <a:moveTo>
                    <a:pt x="395517" y="588845"/>
                  </a:moveTo>
                  <a:lnTo>
                    <a:pt x="387551" y="586283"/>
                  </a:lnTo>
                  <a:lnTo>
                    <a:pt x="392673" y="569613"/>
                  </a:lnTo>
                  <a:close/>
                  <a:moveTo>
                    <a:pt x="204835" y="316205"/>
                  </a:moveTo>
                  <a:lnTo>
                    <a:pt x="213312" y="372057"/>
                  </a:lnTo>
                  <a:lnTo>
                    <a:pt x="221450" y="387561"/>
                  </a:lnTo>
                  <a:close/>
                  <a:moveTo>
                    <a:pt x="776954" y="751666"/>
                  </a:moveTo>
                  <a:lnTo>
                    <a:pt x="764142" y="700129"/>
                  </a:lnTo>
                  <a:lnTo>
                    <a:pt x="759423" y="698569"/>
                  </a:lnTo>
                  <a:close/>
                  <a:moveTo>
                    <a:pt x="808893" y="731643"/>
                  </a:moveTo>
                  <a:lnTo>
                    <a:pt x="776954" y="751666"/>
                  </a:lnTo>
                  <a:lnTo>
                    <a:pt x="759423" y="698569"/>
                  </a:lnTo>
                  <a:close/>
                  <a:moveTo>
                    <a:pt x="772381" y="698584"/>
                  </a:moveTo>
                  <a:lnTo>
                    <a:pt x="808893" y="731643"/>
                  </a:lnTo>
                  <a:lnTo>
                    <a:pt x="759423" y="698569"/>
                  </a:lnTo>
                  <a:close/>
                  <a:moveTo>
                    <a:pt x="545293" y="422002"/>
                  </a:moveTo>
                  <a:lnTo>
                    <a:pt x="578588" y="428473"/>
                  </a:lnTo>
                  <a:lnTo>
                    <a:pt x="552701" y="418352"/>
                  </a:lnTo>
                  <a:close/>
                  <a:moveTo>
                    <a:pt x="539555" y="400548"/>
                  </a:moveTo>
                  <a:lnTo>
                    <a:pt x="552701" y="418352"/>
                  </a:lnTo>
                  <a:lnTo>
                    <a:pt x="524381" y="371817"/>
                  </a:lnTo>
                  <a:close/>
                  <a:moveTo>
                    <a:pt x="552701" y="418352"/>
                  </a:moveTo>
                  <a:lnTo>
                    <a:pt x="578588" y="428473"/>
                  </a:lnTo>
                  <a:lnTo>
                    <a:pt x="524381" y="371817"/>
                  </a:lnTo>
                  <a:close/>
                  <a:moveTo>
                    <a:pt x="545293" y="422002"/>
                  </a:moveTo>
                  <a:lnTo>
                    <a:pt x="552701" y="418352"/>
                  </a:lnTo>
                  <a:lnTo>
                    <a:pt x="555367" y="409369"/>
                  </a:lnTo>
                  <a:close/>
                  <a:moveTo>
                    <a:pt x="555367" y="409369"/>
                  </a:moveTo>
                  <a:lnTo>
                    <a:pt x="552701" y="418352"/>
                  </a:lnTo>
                  <a:lnTo>
                    <a:pt x="539555" y="400548"/>
                  </a:lnTo>
                  <a:close/>
                  <a:moveTo>
                    <a:pt x="502063" y="188112"/>
                  </a:moveTo>
                  <a:lnTo>
                    <a:pt x="506458" y="198159"/>
                  </a:lnTo>
                  <a:lnTo>
                    <a:pt x="522410" y="201548"/>
                  </a:lnTo>
                  <a:close/>
                  <a:moveTo>
                    <a:pt x="502063" y="188112"/>
                  </a:moveTo>
                  <a:lnTo>
                    <a:pt x="522410" y="201548"/>
                  </a:lnTo>
                  <a:lnTo>
                    <a:pt x="530080" y="178955"/>
                  </a:lnTo>
                  <a:close/>
                  <a:moveTo>
                    <a:pt x="530080" y="178955"/>
                  </a:moveTo>
                  <a:lnTo>
                    <a:pt x="533876" y="188112"/>
                  </a:lnTo>
                  <a:lnTo>
                    <a:pt x="506460" y="141911"/>
                  </a:lnTo>
                  <a:close/>
                  <a:moveTo>
                    <a:pt x="1169607" y="604742"/>
                  </a:moveTo>
                  <a:lnTo>
                    <a:pt x="1186567" y="631196"/>
                  </a:lnTo>
                  <a:lnTo>
                    <a:pt x="1163092" y="620161"/>
                  </a:lnTo>
                  <a:close/>
                  <a:moveTo>
                    <a:pt x="1215183" y="640244"/>
                  </a:moveTo>
                  <a:lnTo>
                    <a:pt x="1203447" y="607102"/>
                  </a:lnTo>
                  <a:lnTo>
                    <a:pt x="1186567" y="631196"/>
                  </a:lnTo>
                  <a:close/>
                  <a:moveTo>
                    <a:pt x="726822" y="37078"/>
                  </a:moveTo>
                  <a:lnTo>
                    <a:pt x="779159" y="58083"/>
                  </a:lnTo>
                  <a:lnTo>
                    <a:pt x="810241" y="39394"/>
                  </a:lnTo>
                  <a:close/>
                  <a:moveTo>
                    <a:pt x="1093024" y="276120"/>
                  </a:moveTo>
                  <a:lnTo>
                    <a:pt x="1087476" y="343374"/>
                  </a:lnTo>
                  <a:lnTo>
                    <a:pt x="1087938" y="349419"/>
                  </a:lnTo>
                  <a:close/>
                  <a:moveTo>
                    <a:pt x="848591" y="16106"/>
                  </a:moveTo>
                  <a:lnTo>
                    <a:pt x="850665" y="40200"/>
                  </a:lnTo>
                  <a:lnTo>
                    <a:pt x="857225" y="40381"/>
                  </a:lnTo>
                  <a:close/>
                  <a:moveTo>
                    <a:pt x="892273" y="36519"/>
                  </a:moveTo>
                  <a:lnTo>
                    <a:pt x="857225" y="40381"/>
                  </a:lnTo>
                  <a:lnTo>
                    <a:pt x="937755" y="31894"/>
                  </a:lnTo>
                  <a:close/>
                  <a:moveTo>
                    <a:pt x="937755" y="31894"/>
                  </a:moveTo>
                  <a:lnTo>
                    <a:pt x="965305" y="0"/>
                  </a:lnTo>
                  <a:lnTo>
                    <a:pt x="892273" y="36519"/>
                  </a:lnTo>
                  <a:close/>
                  <a:moveTo>
                    <a:pt x="1117385" y="198158"/>
                  </a:moveTo>
                  <a:lnTo>
                    <a:pt x="1143843" y="210045"/>
                  </a:lnTo>
                  <a:lnTo>
                    <a:pt x="1166780" y="22925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193" name="Output_density__4192">
              <a:extLst>
                <a:ext uri="{FF2B5EF4-FFF2-40B4-BE49-F238E27FC236}">
                  <a16:creationId xmlns:a16="http://schemas.microsoft.com/office/drawing/2014/main" id="{151BDA6A-B266-C922-8AEB-871484451883}"/>
                </a:ext>
              </a:extLst>
            </p:cNvPr>
            <p:cNvSpPr>
              <a:spLocks noGrp="1"/>
            </p:cNvSpPr>
            <p:nvPr/>
          </p:nvSpPr>
          <p:spPr>
            <a:xfrm>
              <a:off x="16171133" y="4076593"/>
              <a:ext cx="456795" cy="173427"/>
            </a:xfrm>
            <a:custGeom>
              <a:avLst/>
              <a:gdLst/>
              <a:ahLst/>
              <a:cxnLst/>
              <a:rect l="0" t="0" r="0" b="0"/>
              <a:pathLst>
                <a:path w="456795" h="173427">
                  <a:moveTo>
                    <a:pt x="56321" y="160244"/>
                  </a:moveTo>
                  <a:lnTo>
                    <a:pt x="0" y="168051"/>
                  </a:lnTo>
                  <a:lnTo>
                    <a:pt x="73850" y="173427"/>
                  </a:lnTo>
                  <a:close/>
                  <a:moveTo>
                    <a:pt x="456795" y="30424"/>
                  </a:moveTo>
                  <a:lnTo>
                    <a:pt x="409850" y="0"/>
                  </a:lnTo>
                  <a:lnTo>
                    <a:pt x="409358" y="298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194" name="Output_density__4193">
              <a:extLst>
                <a:ext uri="{FF2B5EF4-FFF2-40B4-BE49-F238E27FC236}">
                  <a16:creationId xmlns:a16="http://schemas.microsoft.com/office/drawing/2014/main" id="{0E9CCD28-42C5-8671-3E78-B2ABC65A9759}"/>
                </a:ext>
              </a:extLst>
            </p:cNvPr>
            <p:cNvSpPr>
              <a:spLocks noGrp="1"/>
            </p:cNvSpPr>
            <p:nvPr/>
          </p:nvSpPr>
          <p:spPr>
            <a:xfrm>
              <a:off x="15385323" y="3419987"/>
              <a:ext cx="1381863" cy="1179155"/>
            </a:xfrm>
            <a:custGeom>
              <a:avLst/>
              <a:gdLst/>
              <a:ahLst/>
              <a:cxnLst/>
              <a:rect l="0" t="0" r="0" b="0"/>
              <a:pathLst>
                <a:path w="1381863" h="1179155">
                  <a:moveTo>
                    <a:pt x="14751" y="642844"/>
                  </a:moveTo>
                  <a:lnTo>
                    <a:pt x="8404" y="687748"/>
                  </a:lnTo>
                  <a:lnTo>
                    <a:pt x="37815" y="662813"/>
                  </a:lnTo>
                  <a:close/>
                  <a:moveTo>
                    <a:pt x="465840" y="1106673"/>
                  </a:moveTo>
                  <a:lnTo>
                    <a:pt x="524245" y="1134116"/>
                  </a:lnTo>
                  <a:lnTo>
                    <a:pt x="487816" y="1082580"/>
                  </a:lnTo>
                  <a:close/>
                  <a:moveTo>
                    <a:pt x="528358" y="1139233"/>
                  </a:moveTo>
                  <a:lnTo>
                    <a:pt x="502955" y="1179155"/>
                  </a:lnTo>
                  <a:lnTo>
                    <a:pt x="581243" y="1162286"/>
                  </a:lnTo>
                  <a:close/>
                  <a:moveTo>
                    <a:pt x="456535" y="1045376"/>
                  </a:moveTo>
                  <a:lnTo>
                    <a:pt x="443287" y="1038697"/>
                  </a:lnTo>
                  <a:lnTo>
                    <a:pt x="487816" y="1082580"/>
                  </a:lnTo>
                  <a:close/>
                  <a:moveTo>
                    <a:pt x="390043" y="981258"/>
                  </a:moveTo>
                  <a:lnTo>
                    <a:pt x="441857" y="1031043"/>
                  </a:lnTo>
                  <a:lnTo>
                    <a:pt x="393324" y="983717"/>
                  </a:lnTo>
                  <a:close/>
                  <a:moveTo>
                    <a:pt x="390043" y="981258"/>
                  </a:moveTo>
                  <a:lnTo>
                    <a:pt x="443287" y="1038697"/>
                  </a:lnTo>
                  <a:lnTo>
                    <a:pt x="441857" y="1031043"/>
                  </a:lnTo>
                  <a:close/>
                  <a:moveTo>
                    <a:pt x="0" y="591308"/>
                  </a:moveTo>
                  <a:lnTo>
                    <a:pt x="14751" y="642844"/>
                  </a:lnTo>
                  <a:lnTo>
                    <a:pt x="30257" y="618750"/>
                  </a:lnTo>
                  <a:close/>
                  <a:moveTo>
                    <a:pt x="441857" y="1031043"/>
                  </a:moveTo>
                  <a:lnTo>
                    <a:pt x="443287" y="1038697"/>
                  </a:lnTo>
                  <a:lnTo>
                    <a:pt x="456535" y="1045376"/>
                  </a:lnTo>
                  <a:close/>
                  <a:moveTo>
                    <a:pt x="389370" y="979506"/>
                  </a:moveTo>
                  <a:lnTo>
                    <a:pt x="390043" y="981258"/>
                  </a:lnTo>
                  <a:lnTo>
                    <a:pt x="393324" y="983717"/>
                  </a:lnTo>
                  <a:close/>
                  <a:moveTo>
                    <a:pt x="660635" y="1149541"/>
                  </a:moveTo>
                  <a:lnTo>
                    <a:pt x="617766" y="1110022"/>
                  </a:lnTo>
                  <a:lnTo>
                    <a:pt x="581243" y="1162286"/>
                  </a:lnTo>
                  <a:close/>
                  <a:moveTo>
                    <a:pt x="527687" y="1070806"/>
                  </a:moveTo>
                  <a:lnTo>
                    <a:pt x="456535" y="1045376"/>
                  </a:lnTo>
                  <a:lnTo>
                    <a:pt x="487816" y="1082580"/>
                  </a:lnTo>
                  <a:close/>
                  <a:moveTo>
                    <a:pt x="460770" y="1024484"/>
                  </a:moveTo>
                  <a:lnTo>
                    <a:pt x="456535" y="1045376"/>
                  </a:lnTo>
                  <a:lnTo>
                    <a:pt x="527687" y="1070806"/>
                  </a:lnTo>
                  <a:close/>
                  <a:moveTo>
                    <a:pt x="527490" y="1008224"/>
                  </a:moveTo>
                  <a:lnTo>
                    <a:pt x="460770" y="1024484"/>
                  </a:lnTo>
                  <a:lnTo>
                    <a:pt x="527687" y="1070806"/>
                  </a:lnTo>
                  <a:close/>
                  <a:moveTo>
                    <a:pt x="441857" y="1031043"/>
                  </a:moveTo>
                  <a:lnTo>
                    <a:pt x="456535" y="1045376"/>
                  </a:lnTo>
                  <a:lnTo>
                    <a:pt x="460770" y="1024484"/>
                  </a:lnTo>
                  <a:close/>
                  <a:moveTo>
                    <a:pt x="395584" y="976753"/>
                  </a:moveTo>
                  <a:lnTo>
                    <a:pt x="393324" y="983717"/>
                  </a:lnTo>
                  <a:lnTo>
                    <a:pt x="466234" y="955413"/>
                  </a:lnTo>
                  <a:close/>
                  <a:moveTo>
                    <a:pt x="393324" y="983717"/>
                  </a:moveTo>
                  <a:lnTo>
                    <a:pt x="441857" y="1031043"/>
                  </a:lnTo>
                  <a:lnTo>
                    <a:pt x="466234" y="955413"/>
                  </a:lnTo>
                  <a:close/>
                  <a:moveTo>
                    <a:pt x="466234" y="955413"/>
                  </a:moveTo>
                  <a:lnTo>
                    <a:pt x="441857" y="1031043"/>
                  </a:lnTo>
                  <a:lnTo>
                    <a:pt x="469142" y="957613"/>
                  </a:lnTo>
                  <a:close/>
                  <a:moveTo>
                    <a:pt x="469142" y="957613"/>
                  </a:moveTo>
                  <a:lnTo>
                    <a:pt x="441857" y="1031043"/>
                  </a:lnTo>
                  <a:lnTo>
                    <a:pt x="460770" y="1024484"/>
                  </a:lnTo>
                  <a:close/>
                  <a:moveTo>
                    <a:pt x="389370" y="979506"/>
                  </a:moveTo>
                  <a:lnTo>
                    <a:pt x="393324" y="983717"/>
                  </a:lnTo>
                  <a:lnTo>
                    <a:pt x="395584" y="976753"/>
                  </a:lnTo>
                  <a:close/>
                  <a:moveTo>
                    <a:pt x="401641" y="903876"/>
                  </a:moveTo>
                  <a:lnTo>
                    <a:pt x="395584" y="976753"/>
                  </a:lnTo>
                  <a:lnTo>
                    <a:pt x="408705" y="906326"/>
                  </a:lnTo>
                  <a:close/>
                  <a:moveTo>
                    <a:pt x="389370" y="979506"/>
                  </a:moveTo>
                  <a:lnTo>
                    <a:pt x="395584" y="976753"/>
                  </a:lnTo>
                  <a:lnTo>
                    <a:pt x="401641" y="903876"/>
                  </a:lnTo>
                  <a:close/>
                  <a:moveTo>
                    <a:pt x="220218" y="685856"/>
                  </a:moveTo>
                  <a:lnTo>
                    <a:pt x="249728" y="697729"/>
                  </a:lnTo>
                  <a:lnTo>
                    <a:pt x="247515" y="707452"/>
                  </a:lnTo>
                  <a:close/>
                  <a:moveTo>
                    <a:pt x="617766" y="1110022"/>
                  </a:moveTo>
                  <a:lnTo>
                    <a:pt x="676283" y="1151450"/>
                  </a:lnTo>
                  <a:lnTo>
                    <a:pt x="611998" y="1102988"/>
                  </a:lnTo>
                  <a:close/>
                  <a:moveTo>
                    <a:pt x="466234" y="955413"/>
                  </a:moveTo>
                  <a:lnTo>
                    <a:pt x="469142" y="957613"/>
                  </a:lnTo>
                  <a:lnTo>
                    <a:pt x="469284" y="954819"/>
                  </a:lnTo>
                  <a:close/>
                  <a:moveTo>
                    <a:pt x="469284" y="954819"/>
                  </a:moveTo>
                  <a:lnTo>
                    <a:pt x="460717" y="926111"/>
                  </a:lnTo>
                  <a:lnTo>
                    <a:pt x="466234" y="955413"/>
                  </a:lnTo>
                  <a:close/>
                  <a:moveTo>
                    <a:pt x="408705" y="906326"/>
                  </a:moveTo>
                  <a:lnTo>
                    <a:pt x="434086" y="903876"/>
                  </a:lnTo>
                  <a:lnTo>
                    <a:pt x="408615" y="903416"/>
                  </a:lnTo>
                  <a:close/>
                  <a:moveTo>
                    <a:pt x="469284" y="954819"/>
                  </a:moveTo>
                  <a:lnTo>
                    <a:pt x="469142" y="957613"/>
                  </a:lnTo>
                  <a:lnTo>
                    <a:pt x="471226" y="955413"/>
                  </a:lnTo>
                  <a:close/>
                  <a:moveTo>
                    <a:pt x="469284" y="954819"/>
                  </a:moveTo>
                  <a:lnTo>
                    <a:pt x="471226" y="955413"/>
                  </a:lnTo>
                  <a:lnTo>
                    <a:pt x="460717" y="926111"/>
                  </a:lnTo>
                  <a:close/>
                  <a:moveTo>
                    <a:pt x="401641" y="903876"/>
                  </a:moveTo>
                  <a:lnTo>
                    <a:pt x="408705" y="906326"/>
                  </a:lnTo>
                  <a:lnTo>
                    <a:pt x="408615" y="903416"/>
                  </a:lnTo>
                  <a:close/>
                  <a:moveTo>
                    <a:pt x="320095" y="686429"/>
                  </a:moveTo>
                  <a:lnTo>
                    <a:pt x="324141" y="629930"/>
                  </a:lnTo>
                  <a:lnTo>
                    <a:pt x="328776" y="697729"/>
                  </a:lnTo>
                  <a:close/>
                  <a:moveTo>
                    <a:pt x="328776" y="697729"/>
                  </a:moveTo>
                  <a:lnTo>
                    <a:pt x="324141" y="629930"/>
                  </a:lnTo>
                  <a:lnTo>
                    <a:pt x="326598" y="622099"/>
                  </a:lnTo>
                  <a:close/>
                  <a:moveTo>
                    <a:pt x="317374" y="625898"/>
                  </a:moveTo>
                  <a:lnTo>
                    <a:pt x="299578" y="672994"/>
                  </a:lnTo>
                  <a:lnTo>
                    <a:pt x="328776" y="697729"/>
                  </a:lnTo>
                  <a:close/>
                  <a:moveTo>
                    <a:pt x="326598" y="622099"/>
                  </a:moveTo>
                  <a:lnTo>
                    <a:pt x="317374" y="625898"/>
                  </a:lnTo>
                  <a:lnTo>
                    <a:pt x="328776" y="697729"/>
                  </a:lnTo>
                  <a:close/>
                  <a:moveTo>
                    <a:pt x="273166" y="646193"/>
                  </a:moveTo>
                  <a:lnTo>
                    <a:pt x="299578" y="672994"/>
                  </a:lnTo>
                  <a:lnTo>
                    <a:pt x="317374" y="625898"/>
                  </a:lnTo>
                  <a:close/>
                  <a:moveTo>
                    <a:pt x="324141" y="629930"/>
                  </a:moveTo>
                  <a:lnTo>
                    <a:pt x="320095" y="686429"/>
                  </a:lnTo>
                  <a:lnTo>
                    <a:pt x="314798" y="673635"/>
                  </a:lnTo>
                  <a:close/>
                  <a:moveTo>
                    <a:pt x="273166" y="646193"/>
                  </a:moveTo>
                  <a:lnTo>
                    <a:pt x="317374" y="625898"/>
                  </a:lnTo>
                  <a:lnTo>
                    <a:pt x="239765" y="624038"/>
                  </a:lnTo>
                  <a:close/>
                  <a:moveTo>
                    <a:pt x="239765" y="624038"/>
                  </a:moveTo>
                  <a:lnTo>
                    <a:pt x="317374" y="625898"/>
                  </a:lnTo>
                  <a:lnTo>
                    <a:pt x="320706" y="617087"/>
                  </a:lnTo>
                  <a:close/>
                  <a:moveTo>
                    <a:pt x="317374" y="625898"/>
                  </a:moveTo>
                  <a:lnTo>
                    <a:pt x="326598" y="622099"/>
                  </a:lnTo>
                  <a:lnTo>
                    <a:pt x="343585" y="579828"/>
                  </a:lnTo>
                  <a:close/>
                  <a:moveTo>
                    <a:pt x="324141" y="629930"/>
                  </a:moveTo>
                  <a:lnTo>
                    <a:pt x="314798" y="673635"/>
                  </a:lnTo>
                  <a:lnTo>
                    <a:pt x="324189" y="620357"/>
                  </a:lnTo>
                  <a:close/>
                  <a:moveTo>
                    <a:pt x="326598" y="622099"/>
                  </a:moveTo>
                  <a:lnTo>
                    <a:pt x="324141" y="629930"/>
                  </a:lnTo>
                  <a:lnTo>
                    <a:pt x="324189" y="620357"/>
                  </a:lnTo>
                  <a:close/>
                  <a:moveTo>
                    <a:pt x="360381" y="590747"/>
                  </a:moveTo>
                  <a:lnTo>
                    <a:pt x="326598" y="622099"/>
                  </a:lnTo>
                  <a:lnTo>
                    <a:pt x="324189" y="620357"/>
                  </a:lnTo>
                  <a:close/>
                  <a:moveTo>
                    <a:pt x="764086" y="883131"/>
                  </a:moveTo>
                  <a:lnTo>
                    <a:pt x="777945" y="859037"/>
                  </a:lnTo>
                  <a:lnTo>
                    <a:pt x="767204" y="831594"/>
                  </a:lnTo>
                  <a:close/>
                  <a:moveTo>
                    <a:pt x="379480" y="395207"/>
                  </a:moveTo>
                  <a:lnTo>
                    <a:pt x="333787" y="361583"/>
                  </a:lnTo>
                  <a:lnTo>
                    <a:pt x="328607" y="367765"/>
                  </a:lnTo>
                  <a:close/>
                  <a:moveTo>
                    <a:pt x="379480" y="395207"/>
                  </a:moveTo>
                  <a:lnTo>
                    <a:pt x="328607" y="367765"/>
                  </a:lnTo>
                  <a:lnTo>
                    <a:pt x="344814" y="419301"/>
                  </a:lnTo>
                  <a:close/>
                  <a:moveTo>
                    <a:pt x="863008" y="731870"/>
                  </a:moveTo>
                  <a:lnTo>
                    <a:pt x="814635" y="701469"/>
                  </a:lnTo>
                  <a:lnTo>
                    <a:pt x="782078" y="714645"/>
                  </a:lnTo>
                  <a:close/>
                  <a:moveTo>
                    <a:pt x="790318" y="680333"/>
                  </a:moveTo>
                  <a:lnTo>
                    <a:pt x="782078" y="714645"/>
                  </a:lnTo>
                  <a:lnTo>
                    <a:pt x="814635" y="701469"/>
                  </a:lnTo>
                  <a:close/>
                  <a:moveTo>
                    <a:pt x="790318" y="680333"/>
                  </a:moveTo>
                  <a:lnTo>
                    <a:pt x="772486" y="704427"/>
                  </a:lnTo>
                  <a:lnTo>
                    <a:pt x="782078" y="714645"/>
                  </a:lnTo>
                  <a:close/>
                  <a:moveTo>
                    <a:pt x="753336" y="652890"/>
                  </a:moveTo>
                  <a:lnTo>
                    <a:pt x="772486" y="704427"/>
                  </a:lnTo>
                  <a:lnTo>
                    <a:pt x="790318" y="680333"/>
                  </a:lnTo>
                  <a:close/>
                  <a:moveTo>
                    <a:pt x="753336" y="652890"/>
                  </a:moveTo>
                  <a:lnTo>
                    <a:pt x="790318" y="680333"/>
                  </a:lnTo>
                  <a:lnTo>
                    <a:pt x="751497" y="628796"/>
                  </a:lnTo>
                  <a:close/>
                  <a:moveTo>
                    <a:pt x="956884" y="749060"/>
                  </a:moveTo>
                  <a:lnTo>
                    <a:pt x="973892" y="759312"/>
                  </a:lnTo>
                  <a:lnTo>
                    <a:pt x="925579" y="724249"/>
                  </a:lnTo>
                  <a:close/>
                  <a:moveTo>
                    <a:pt x="883539" y="657702"/>
                  </a:moveTo>
                  <a:lnTo>
                    <a:pt x="863008" y="731870"/>
                  </a:lnTo>
                  <a:lnTo>
                    <a:pt x="875091" y="727312"/>
                  </a:lnTo>
                  <a:close/>
                  <a:moveTo>
                    <a:pt x="820644" y="656239"/>
                  </a:moveTo>
                  <a:lnTo>
                    <a:pt x="790318" y="680333"/>
                  </a:lnTo>
                  <a:lnTo>
                    <a:pt x="814635" y="701469"/>
                  </a:lnTo>
                  <a:close/>
                  <a:moveTo>
                    <a:pt x="820644" y="656239"/>
                  </a:moveTo>
                  <a:lnTo>
                    <a:pt x="751497" y="628796"/>
                  </a:lnTo>
                  <a:lnTo>
                    <a:pt x="790318" y="680333"/>
                  </a:lnTo>
                  <a:close/>
                  <a:moveTo>
                    <a:pt x="969093" y="683682"/>
                  </a:moveTo>
                  <a:lnTo>
                    <a:pt x="960582" y="632145"/>
                  </a:lnTo>
                  <a:lnTo>
                    <a:pt x="960949" y="632751"/>
                  </a:lnTo>
                  <a:close/>
                  <a:moveTo>
                    <a:pt x="1242606" y="687030"/>
                  </a:moveTo>
                  <a:lnTo>
                    <a:pt x="1263329" y="751625"/>
                  </a:lnTo>
                  <a:lnTo>
                    <a:pt x="1294498" y="733261"/>
                  </a:lnTo>
                  <a:close/>
                  <a:moveTo>
                    <a:pt x="1242606" y="687030"/>
                  </a:moveTo>
                  <a:lnTo>
                    <a:pt x="1216521" y="711124"/>
                  </a:lnTo>
                  <a:lnTo>
                    <a:pt x="1263329" y="751625"/>
                  </a:lnTo>
                  <a:close/>
                  <a:moveTo>
                    <a:pt x="1091932" y="532421"/>
                  </a:moveTo>
                  <a:lnTo>
                    <a:pt x="1057300" y="505348"/>
                  </a:lnTo>
                  <a:lnTo>
                    <a:pt x="1056074" y="504978"/>
                  </a:lnTo>
                  <a:close/>
                  <a:moveTo>
                    <a:pt x="860215" y="157608"/>
                  </a:moveTo>
                  <a:lnTo>
                    <a:pt x="813352" y="120128"/>
                  </a:lnTo>
                  <a:lnTo>
                    <a:pt x="781162" y="171620"/>
                  </a:lnTo>
                  <a:close/>
                  <a:moveTo>
                    <a:pt x="1303684" y="738567"/>
                  </a:moveTo>
                  <a:lnTo>
                    <a:pt x="1345088" y="714473"/>
                  </a:lnTo>
                  <a:lnTo>
                    <a:pt x="1294498" y="733261"/>
                  </a:lnTo>
                  <a:close/>
                  <a:moveTo>
                    <a:pt x="1294498" y="733261"/>
                  </a:moveTo>
                  <a:lnTo>
                    <a:pt x="1287409" y="662937"/>
                  </a:lnTo>
                  <a:lnTo>
                    <a:pt x="1242606" y="687030"/>
                  </a:lnTo>
                  <a:close/>
                  <a:moveTo>
                    <a:pt x="1232186" y="674962"/>
                  </a:moveTo>
                  <a:lnTo>
                    <a:pt x="1197274" y="617313"/>
                  </a:lnTo>
                  <a:lnTo>
                    <a:pt x="1207137" y="635494"/>
                  </a:lnTo>
                  <a:close/>
                  <a:moveTo>
                    <a:pt x="1118753" y="405254"/>
                  </a:moveTo>
                  <a:lnTo>
                    <a:pt x="1143277" y="472982"/>
                  </a:lnTo>
                  <a:lnTo>
                    <a:pt x="1157689" y="436207"/>
                  </a:lnTo>
                  <a:close/>
                  <a:moveTo>
                    <a:pt x="1115010" y="480884"/>
                  </a:moveTo>
                  <a:lnTo>
                    <a:pt x="1143277" y="472982"/>
                  </a:lnTo>
                  <a:lnTo>
                    <a:pt x="1118753" y="405254"/>
                  </a:lnTo>
                  <a:close/>
                  <a:moveTo>
                    <a:pt x="862049" y="96034"/>
                  </a:moveTo>
                  <a:lnTo>
                    <a:pt x="860215" y="157608"/>
                  </a:lnTo>
                  <a:lnTo>
                    <a:pt x="880426" y="98274"/>
                  </a:lnTo>
                  <a:close/>
                  <a:moveTo>
                    <a:pt x="862049" y="96034"/>
                  </a:moveTo>
                  <a:lnTo>
                    <a:pt x="813352" y="120128"/>
                  </a:lnTo>
                  <a:lnTo>
                    <a:pt x="860215" y="157608"/>
                  </a:lnTo>
                  <a:close/>
                  <a:moveTo>
                    <a:pt x="862049" y="96034"/>
                  </a:moveTo>
                  <a:lnTo>
                    <a:pt x="835482" y="68591"/>
                  </a:lnTo>
                  <a:lnTo>
                    <a:pt x="813352" y="120128"/>
                  </a:lnTo>
                  <a:close/>
                  <a:moveTo>
                    <a:pt x="880426" y="98274"/>
                  </a:moveTo>
                  <a:lnTo>
                    <a:pt x="860215" y="157608"/>
                  </a:lnTo>
                  <a:lnTo>
                    <a:pt x="938791" y="141814"/>
                  </a:lnTo>
                  <a:close/>
                  <a:moveTo>
                    <a:pt x="1381863" y="615426"/>
                  </a:moveTo>
                  <a:lnTo>
                    <a:pt x="1333596" y="611400"/>
                  </a:lnTo>
                  <a:lnTo>
                    <a:pt x="1335228" y="643865"/>
                  </a:lnTo>
                  <a:close/>
                  <a:moveTo>
                    <a:pt x="1157331" y="381160"/>
                  </a:moveTo>
                  <a:lnTo>
                    <a:pt x="1118753" y="405254"/>
                  </a:lnTo>
                  <a:lnTo>
                    <a:pt x="1157689" y="436207"/>
                  </a:lnTo>
                  <a:close/>
                  <a:moveTo>
                    <a:pt x="948828" y="147571"/>
                  </a:moveTo>
                  <a:lnTo>
                    <a:pt x="1013318" y="126215"/>
                  </a:lnTo>
                  <a:lnTo>
                    <a:pt x="938791" y="141814"/>
                  </a:lnTo>
                  <a:close/>
                  <a:moveTo>
                    <a:pt x="938791" y="141814"/>
                  </a:moveTo>
                  <a:lnTo>
                    <a:pt x="1013318" y="126215"/>
                  </a:lnTo>
                  <a:lnTo>
                    <a:pt x="1015876" y="120449"/>
                  </a:lnTo>
                  <a:close/>
                  <a:moveTo>
                    <a:pt x="938791" y="141814"/>
                  </a:moveTo>
                  <a:lnTo>
                    <a:pt x="1015876" y="120449"/>
                  </a:lnTo>
                  <a:lnTo>
                    <a:pt x="958350" y="80043"/>
                  </a:lnTo>
                  <a:close/>
                  <a:moveTo>
                    <a:pt x="882370" y="93966"/>
                  </a:moveTo>
                  <a:lnTo>
                    <a:pt x="862049" y="96034"/>
                  </a:lnTo>
                  <a:lnTo>
                    <a:pt x="880426" y="98274"/>
                  </a:lnTo>
                  <a:close/>
                  <a:moveTo>
                    <a:pt x="880426" y="98274"/>
                  </a:moveTo>
                  <a:lnTo>
                    <a:pt x="945082" y="71940"/>
                  </a:lnTo>
                  <a:lnTo>
                    <a:pt x="882370" y="93966"/>
                  </a:lnTo>
                  <a:close/>
                  <a:moveTo>
                    <a:pt x="938791" y="141814"/>
                  </a:moveTo>
                  <a:lnTo>
                    <a:pt x="958350" y="80043"/>
                  </a:lnTo>
                  <a:lnTo>
                    <a:pt x="880426" y="98274"/>
                  </a:lnTo>
                  <a:close/>
                  <a:moveTo>
                    <a:pt x="1238225" y="253993"/>
                  </a:moveTo>
                  <a:lnTo>
                    <a:pt x="1284439" y="308699"/>
                  </a:lnTo>
                  <a:lnTo>
                    <a:pt x="1286392" y="298253"/>
                  </a:lnTo>
                  <a:close/>
                  <a:moveTo>
                    <a:pt x="1238225" y="253993"/>
                  </a:moveTo>
                  <a:lnTo>
                    <a:pt x="1225376" y="244802"/>
                  </a:lnTo>
                  <a:lnTo>
                    <a:pt x="1196732" y="272607"/>
                  </a:lnTo>
                  <a:close/>
                  <a:moveTo>
                    <a:pt x="1187820" y="202456"/>
                  </a:moveTo>
                  <a:lnTo>
                    <a:pt x="1196732" y="272607"/>
                  </a:lnTo>
                  <a:lnTo>
                    <a:pt x="1225376" y="244802"/>
                  </a:lnTo>
                  <a:close/>
                  <a:moveTo>
                    <a:pt x="1158416" y="169125"/>
                  </a:moveTo>
                  <a:lnTo>
                    <a:pt x="1128178" y="171543"/>
                  </a:lnTo>
                  <a:lnTo>
                    <a:pt x="1187820" y="202456"/>
                  </a:lnTo>
                  <a:close/>
                  <a:moveTo>
                    <a:pt x="1065994" y="47846"/>
                  </a:moveTo>
                  <a:lnTo>
                    <a:pt x="1015876" y="120449"/>
                  </a:lnTo>
                  <a:lnTo>
                    <a:pt x="1033129" y="123477"/>
                  </a:lnTo>
                  <a:close/>
                  <a:moveTo>
                    <a:pt x="1065994" y="47846"/>
                  </a:moveTo>
                  <a:lnTo>
                    <a:pt x="1033129" y="123477"/>
                  </a:lnTo>
                  <a:lnTo>
                    <a:pt x="1070197" y="99382"/>
                  </a:lnTo>
                  <a:close/>
                  <a:moveTo>
                    <a:pt x="963219" y="66220"/>
                  </a:moveTo>
                  <a:lnTo>
                    <a:pt x="903703" y="50404"/>
                  </a:lnTo>
                  <a:lnTo>
                    <a:pt x="945082" y="71940"/>
                  </a:lnTo>
                  <a:close/>
                  <a:moveTo>
                    <a:pt x="963219" y="66220"/>
                  </a:moveTo>
                  <a:lnTo>
                    <a:pt x="1000528" y="11127"/>
                  </a:lnTo>
                  <a:lnTo>
                    <a:pt x="961714" y="4700"/>
                  </a:lnTo>
                  <a:close/>
                  <a:moveTo>
                    <a:pt x="961714" y="4700"/>
                  </a:moveTo>
                  <a:lnTo>
                    <a:pt x="983661" y="0"/>
                  </a:lnTo>
                  <a:lnTo>
                    <a:pt x="938370" y="5341"/>
                  </a:lnTo>
                  <a:close/>
                  <a:moveTo>
                    <a:pt x="961714" y="4700"/>
                  </a:moveTo>
                  <a:lnTo>
                    <a:pt x="1000528" y="11127"/>
                  </a:lnTo>
                  <a:lnTo>
                    <a:pt x="983661" y="0"/>
                  </a:lnTo>
                  <a:close/>
                  <a:moveTo>
                    <a:pt x="1238225" y="253993"/>
                  </a:moveTo>
                  <a:lnTo>
                    <a:pt x="1286392" y="298253"/>
                  </a:lnTo>
                  <a:lnTo>
                    <a:pt x="1303300" y="230622"/>
                  </a:lnTo>
                  <a:close/>
                  <a:moveTo>
                    <a:pt x="1241087" y="180475"/>
                  </a:moveTo>
                  <a:lnTo>
                    <a:pt x="1225376" y="244802"/>
                  </a:lnTo>
                  <a:lnTo>
                    <a:pt x="1273934" y="178362"/>
                  </a:lnTo>
                  <a:close/>
                  <a:moveTo>
                    <a:pt x="1225376" y="244802"/>
                  </a:moveTo>
                  <a:lnTo>
                    <a:pt x="1238225" y="253993"/>
                  </a:lnTo>
                  <a:lnTo>
                    <a:pt x="1273934" y="178362"/>
                  </a:lnTo>
                  <a:close/>
                  <a:moveTo>
                    <a:pt x="1273934" y="178362"/>
                  </a:moveTo>
                  <a:lnTo>
                    <a:pt x="1238225" y="253993"/>
                  </a:lnTo>
                  <a:lnTo>
                    <a:pt x="1299922" y="213943"/>
                  </a:lnTo>
                  <a:close/>
                  <a:moveTo>
                    <a:pt x="1187820" y="202456"/>
                  </a:moveTo>
                  <a:lnTo>
                    <a:pt x="1225376" y="244802"/>
                  </a:lnTo>
                  <a:lnTo>
                    <a:pt x="1241087" y="180475"/>
                  </a:lnTo>
                  <a:close/>
                  <a:moveTo>
                    <a:pt x="1179896" y="129497"/>
                  </a:moveTo>
                  <a:lnTo>
                    <a:pt x="1158416" y="169125"/>
                  </a:lnTo>
                  <a:lnTo>
                    <a:pt x="1192815" y="126825"/>
                  </a:lnTo>
                  <a:close/>
                  <a:moveTo>
                    <a:pt x="1158416" y="169125"/>
                  </a:moveTo>
                  <a:lnTo>
                    <a:pt x="1187820" y="202456"/>
                  </a:lnTo>
                  <a:lnTo>
                    <a:pt x="1192815" y="126825"/>
                  </a:lnTo>
                  <a:close/>
                  <a:moveTo>
                    <a:pt x="1192815" y="126825"/>
                  </a:moveTo>
                  <a:lnTo>
                    <a:pt x="1187820" y="202456"/>
                  </a:lnTo>
                  <a:lnTo>
                    <a:pt x="1239284" y="161904"/>
                  </a:lnTo>
                  <a:close/>
                  <a:moveTo>
                    <a:pt x="1239284" y="161904"/>
                  </a:moveTo>
                  <a:lnTo>
                    <a:pt x="1187820" y="202456"/>
                  </a:lnTo>
                  <a:lnTo>
                    <a:pt x="1241087" y="180475"/>
                  </a:lnTo>
                  <a:close/>
                  <a:moveTo>
                    <a:pt x="1137494" y="150919"/>
                  </a:moveTo>
                  <a:lnTo>
                    <a:pt x="1158416" y="169125"/>
                  </a:lnTo>
                  <a:lnTo>
                    <a:pt x="1179896" y="129497"/>
                  </a:lnTo>
                  <a:close/>
                  <a:moveTo>
                    <a:pt x="1137494" y="150919"/>
                  </a:moveTo>
                  <a:lnTo>
                    <a:pt x="1179896" y="129497"/>
                  </a:lnTo>
                  <a:lnTo>
                    <a:pt x="1098612" y="120206"/>
                  </a:lnTo>
                  <a:close/>
                  <a:moveTo>
                    <a:pt x="1098612" y="120206"/>
                  </a:moveTo>
                  <a:lnTo>
                    <a:pt x="1179896" y="129497"/>
                  </a:lnTo>
                  <a:lnTo>
                    <a:pt x="1182515" y="12432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195" name="Output_density__4194">
              <a:extLst>
                <a:ext uri="{FF2B5EF4-FFF2-40B4-BE49-F238E27FC236}">
                  <a16:creationId xmlns:a16="http://schemas.microsoft.com/office/drawing/2014/main" id="{53EC13D1-73B9-E0B5-A603-5EA54DE71854}"/>
                </a:ext>
              </a:extLst>
            </p:cNvPr>
            <p:cNvSpPr>
              <a:spLocks noGrp="1"/>
            </p:cNvSpPr>
            <p:nvPr/>
          </p:nvSpPr>
          <p:spPr>
            <a:xfrm>
              <a:off x="15379260" y="3420567"/>
              <a:ext cx="1351150" cy="1161706"/>
            </a:xfrm>
            <a:custGeom>
              <a:avLst/>
              <a:gdLst/>
              <a:ahLst/>
              <a:cxnLst/>
              <a:rect l="0" t="0" r="0" b="0"/>
              <a:pathLst>
                <a:path w="1351150" h="1161706">
                  <a:moveTo>
                    <a:pt x="20813" y="642264"/>
                  </a:moveTo>
                  <a:lnTo>
                    <a:pt x="6062" y="590728"/>
                  </a:lnTo>
                  <a:lnTo>
                    <a:pt x="0" y="666358"/>
                  </a:lnTo>
                  <a:close/>
                  <a:moveTo>
                    <a:pt x="494460" y="1157630"/>
                  </a:moveTo>
                  <a:lnTo>
                    <a:pt x="534421" y="1138653"/>
                  </a:lnTo>
                  <a:lnTo>
                    <a:pt x="530308" y="1133536"/>
                  </a:lnTo>
                  <a:close/>
                  <a:moveTo>
                    <a:pt x="6062" y="590728"/>
                  </a:moveTo>
                  <a:lnTo>
                    <a:pt x="36320" y="618170"/>
                  </a:lnTo>
                  <a:lnTo>
                    <a:pt x="24198" y="566634"/>
                  </a:lnTo>
                  <a:close/>
                  <a:moveTo>
                    <a:pt x="44269" y="528793"/>
                  </a:moveTo>
                  <a:lnTo>
                    <a:pt x="6062" y="590728"/>
                  </a:lnTo>
                  <a:lnTo>
                    <a:pt x="24198" y="566634"/>
                  </a:lnTo>
                  <a:close/>
                  <a:moveTo>
                    <a:pt x="44269" y="528793"/>
                  </a:moveTo>
                  <a:lnTo>
                    <a:pt x="18485" y="567294"/>
                  </a:lnTo>
                  <a:lnTo>
                    <a:pt x="6062" y="590728"/>
                  </a:lnTo>
                  <a:close/>
                  <a:moveTo>
                    <a:pt x="530308" y="1133536"/>
                  </a:moveTo>
                  <a:lnTo>
                    <a:pt x="534421" y="1138653"/>
                  </a:lnTo>
                  <a:lnTo>
                    <a:pt x="535070" y="1131896"/>
                  </a:lnTo>
                  <a:close/>
                  <a:moveTo>
                    <a:pt x="493879" y="1081999"/>
                  </a:moveTo>
                  <a:lnTo>
                    <a:pt x="535070" y="1131896"/>
                  </a:lnTo>
                  <a:lnTo>
                    <a:pt x="533749" y="1070226"/>
                  </a:lnTo>
                  <a:close/>
                  <a:moveTo>
                    <a:pt x="493879" y="1081999"/>
                  </a:moveTo>
                  <a:lnTo>
                    <a:pt x="530308" y="1133536"/>
                  </a:lnTo>
                  <a:lnTo>
                    <a:pt x="535070" y="1131896"/>
                  </a:lnTo>
                  <a:close/>
                  <a:moveTo>
                    <a:pt x="600821" y="1116423"/>
                  </a:moveTo>
                  <a:lnTo>
                    <a:pt x="534421" y="1138653"/>
                  </a:lnTo>
                  <a:lnTo>
                    <a:pt x="587306" y="1161706"/>
                  </a:lnTo>
                  <a:close/>
                  <a:moveTo>
                    <a:pt x="600821" y="1116423"/>
                  </a:moveTo>
                  <a:lnTo>
                    <a:pt x="535070" y="1131896"/>
                  </a:lnTo>
                  <a:lnTo>
                    <a:pt x="534421" y="1138653"/>
                  </a:lnTo>
                  <a:close/>
                  <a:moveTo>
                    <a:pt x="535070" y="1131896"/>
                  </a:moveTo>
                  <a:lnTo>
                    <a:pt x="600821" y="1116423"/>
                  </a:lnTo>
                  <a:lnTo>
                    <a:pt x="588862" y="1063402"/>
                  </a:lnTo>
                  <a:close/>
                  <a:moveTo>
                    <a:pt x="535070" y="1131896"/>
                  </a:moveTo>
                  <a:lnTo>
                    <a:pt x="588862" y="1063402"/>
                  </a:lnTo>
                  <a:lnTo>
                    <a:pt x="533749" y="1070226"/>
                  </a:lnTo>
                  <a:close/>
                  <a:moveTo>
                    <a:pt x="587306" y="1161706"/>
                  </a:moveTo>
                  <a:lnTo>
                    <a:pt x="623829" y="1109442"/>
                  </a:lnTo>
                  <a:lnTo>
                    <a:pt x="600821" y="1116423"/>
                  </a:lnTo>
                  <a:close/>
                  <a:moveTo>
                    <a:pt x="623829" y="1109442"/>
                  </a:moveTo>
                  <a:lnTo>
                    <a:pt x="636050" y="1057905"/>
                  </a:lnTo>
                  <a:lnTo>
                    <a:pt x="600821" y="1116423"/>
                  </a:lnTo>
                  <a:close/>
                  <a:moveTo>
                    <a:pt x="636050" y="1057905"/>
                  </a:moveTo>
                  <a:lnTo>
                    <a:pt x="588862" y="1063402"/>
                  </a:lnTo>
                  <a:lnTo>
                    <a:pt x="600821" y="1116423"/>
                  </a:lnTo>
                  <a:close/>
                  <a:moveTo>
                    <a:pt x="533749" y="1070226"/>
                  </a:moveTo>
                  <a:lnTo>
                    <a:pt x="588862" y="1063402"/>
                  </a:lnTo>
                  <a:lnTo>
                    <a:pt x="533552" y="1007643"/>
                  </a:lnTo>
                  <a:close/>
                  <a:moveTo>
                    <a:pt x="70093" y="490447"/>
                  </a:moveTo>
                  <a:lnTo>
                    <a:pt x="69045" y="491976"/>
                  </a:lnTo>
                  <a:lnTo>
                    <a:pt x="69732" y="491003"/>
                  </a:lnTo>
                  <a:close/>
                  <a:moveTo>
                    <a:pt x="70093" y="490447"/>
                  </a:moveTo>
                  <a:lnTo>
                    <a:pt x="73813" y="491003"/>
                  </a:lnTo>
                  <a:lnTo>
                    <a:pt x="69045" y="491976"/>
                  </a:lnTo>
                  <a:close/>
                  <a:moveTo>
                    <a:pt x="623829" y="1109442"/>
                  </a:moveTo>
                  <a:lnTo>
                    <a:pt x="618060" y="1102408"/>
                  </a:lnTo>
                  <a:lnTo>
                    <a:pt x="636050" y="1057905"/>
                  </a:lnTo>
                  <a:close/>
                  <a:moveTo>
                    <a:pt x="131206" y="466909"/>
                  </a:moveTo>
                  <a:lnTo>
                    <a:pt x="130154" y="480278"/>
                  </a:lnTo>
                  <a:lnTo>
                    <a:pt x="122227" y="510691"/>
                  </a:lnTo>
                  <a:close/>
                  <a:moveTo>
                    <a:pt x="71178" y="490242"/>
                  </a:moveTo>
                  <a:lnTo>
                    <a:pt x="73813" y="491003"/>
                  </a:lnTo>
                  <a:lnTo>
                    <a:pt x="70093" y="490447"/>
                  </a:lnTo>
                  <a:close/>
                  <a:moveTo>
                    <a:pt x="773266" y="831014"/>
                  </a:moveTo>
                  <a:lnTo>
                    <a:pt x="817931" y="825445"/>
                  </a:lnTo>
                  <a:lnTo>
                    <a:pt x="791873" y="824077"/>
                  </a:lnTo>
                  <a:close/>
                  <a:moveTo>
                    <a:pt x="791873" y="824077"/>
                  </a:moveTo>
                  <a:lnTo>
                    <a:pt x="817931" y="825445"/>
                  </a:lnTo>
                  <a:lnTo>
                    <a:pt x="865723" y="829453"/>
                  </a:lnTo>
                  <a:close/>
                  <a:moveTo>
                    <a:pt x="894773" y="803167"/>
                  </a:moveTo>
                  <a:lnTo>
                    <a:pt x="865723" y="829453"/>
                  </a:lnTo>
                  <a:lnTo>
                    <a:pt x="817931" y="825445"/>
                  </a:lnTo>
                  <a:close/>
                  <a:moveTo>
                    <a:pt x="865723" y="829453"/>
                  </a:moveTo>
                  <a:lnTo>
                    <a:pt x="894773" y="803167"/>
                  </a:lnTo>
                  <a:lnTo>
                    <a:pt x="869829" y="806920"/>
                  </a:lnTo>
                  <a:close/>
                  <a:moveTo>
                    <a:pt x="894773" y="803167"/>
                  </a:moveTo>
                  <a:lnTo>
                    <a:pt x="896387" y="782826"/>
                  </a:lnTo>
                  <a:lnTo>
                    <a:pt x="869829" y="806920"/>
                  </a:lnTo>
                  <a:close/>
                  <a:moveTo>
                    <a:pt x="869829" y="806920"/>
                  </a:moveTo>
                  <a:lnTo>
                    <a:pt x="896387" y="782826"/>
                  </a:lnTo>
                  <a:lnTo>
                    <a:pt x="857254" y="797792"/>
                  </a:lnTo>
                  <a:close/>
                  <a:moveTo>
                    <a:pt x="896387" y="782826"/>
                  </a:moveTo>
                  <a:lnTo>
                    <a:pt x="882228" y="756266"/>
                  </a:lnTo>
                  <a:lnTo>
                    <a:pt x="857254" y="797792"/>
                  </a:lnTo>
                  <a:close/>
                  <a:moveTo>
                    <a:pt x="869070" y="731289"/>
                  </a:moveTo>
                  <a:lnTo>
                    <a:pt x="857254" y="797792"/>
                  </a:lnTo>
                  <a:lnTo>
                    <a:pt x="882228" y="756266"/>
                  </a:lnTo>
                  <a:close/>
                  <a:moveTo>
                    <a:pt x="894773" y="803167"/>
                  </a:moveTo>
                  <a:lnTo>
                    <a:pt x="923863" y="817496"/>
                  </a:lnTo>
                  <a:lnTo>
                    <a:pt x="896387" y="782826"/>
                  </a:lnTo>
                  <a:close/>
                  <a:moveTo>
                    <a:pt x="896387" y="782826"/>
                  </a:moveTo>
                  <a:lnTo>
                    <a:pt x="966673" y="810269"/>
                  </a:lnTo>
                  <a:lnTo>
                    <a:pt x="941057" y="758732"/>
                  </a:lnTo>
                  <a:close/>
                  <a:moveTo>
                    <a:pt x="941057" y="758732"/>
                  </a:moveTo>
                  <a:lnTo>
                    <a:pt x="962946" y="748480"/>
                  </a:lnTo>
                  <a:lnTo>
                    <a:pt x="896387" y="782826"/>
                  </a:lnTo>
                  <a:close/>
                  <a:moveTo>
                    <a:pt x="896387" y="782826"/>
                  </a:moveTo>
                  <a:lnTo>
                    <a:pt x="962946" y="748480"/>
                  </a:lnTo>
                  <a:lnTo>
                    <a:pt x="881154" y="726732"/>
                  </a:lnTo>
                  <a:close/>
                  <a:moveTo>
                    <a:pt x="881154" y="726732"/>
                  </a:moveTo>
                  <a:lnTo>
                    <a:pt x="962946" y="748480"/>
                  </a:lnTo>
                  <a:lnTo>
                    <a:pt x="931641" y="723669"/>
                  </a:lnTo>
                  <a:close/>
                  <a:moveTo>
                    <a:pt x="896387" y="782826"/>
                  </a:moveTo>
                  <a:lnTo>
                    <a:pt x="881154" y="726732"/>
                  </a:lnTo>
                  <a:lnTo>
                    <a:pt x="882228" y="756266"/>
                  </a:lnTo>
                  <a:close/>
                  <a:moveTo>
                    <a:pt x="869070" y="731289"/>
                  </a:moveTo>
                  <a:lnTo>
                    <a:pt x="882228" y="756266"/>
                  </a:lnTo>
                  <a:lnTo>
                    <a:pt x="881154" y="726732"/>
                  </a:lnTo>
                  <a:close/>
                  <a:moveTo>
                    <a:pt x="967354" y="630062"/>
                  </a:moveTo>
                  <a:lnTo>
                    <a:pt x="967012" y="632170"/>
                  </a:lnTo>
                  <a:lnTo>
                    <a:pt x="966644" y="631565"/>
                  </a:lnTo>
                  <a:close/>
                  <a:moveTo>
                    <a:pt x="1238248" y="674381"/>
                  </a:moveTo>
                  <a:lnTo>
                    <a:pt x="1201723" y="656026"/>
                  </a:lnTo>
                  <a:lnTo>
                    <a:pt x="1248668" y="686450"/>
                  </a:lnTo>
                  <a:close/>
                  <a:moveTo>
                    <a:pt x="1213200" y="634914"/>
                  </a:moveTo>
                  <a:lnTo>
                    <a:pt x="1201723" y="656026"/>
                  </a:lnTo>
                  <a:lnTo>
                    <a:pt x="1238248" y="674381"/>
                  </a:lnTo>
                  <a:close/>
                  <a:moveTo>
                    <a:pt x="1351150" y="713893"/>
                  </a:moveTo>
                  <a:lnTo>
                    <a:pt x="1326604" y="695156"/>
                  </a:lnTo>
                  <a:lnTo>
                    <a:pt x="1300560" y="732681"/>
                  </a:lnTo>
                  <a:close/>
                  <a:moveTo>
                    <a:pt x="1326604" y="695156"/>
                  </a:moveTo>
                  <a:lnTo>
                    <a:pt x="1293471" y="662356"/>
                  </a:lnTo>
                  <a:lnTo>
                    <a:pt x="1300560" y="732681"/>
                  </a:lnTo>
                  <a:close/>
                  <a:moveTo>
                    <a:pt x="1248668" y="686450"/>
                  </a:moveTo>
                  <a:lnTo>
                    <a:pt x="1293471" y="662356"/>
                  </a:lnTo>
                  <a:lnTo>
                    <a:pt x="1238248" y="674381"/>
                  </a:lnTo>
                  <a:close/>
                  <a:moveTo>
                    <a:pt x="964412" y="79463"/>
                  </a:moveTo>
                  <a:lnTo>
                    <a:pt x="951145" y="71360"/>
                  </a:lnTo>
                  <a:lnTo>
                    <a:pt x="886488" y="97693"/>
                  </a:lnTo>
                  <a:close/>
                  <a:moveTo>
                    <a:pt x="1033143" y="51703"/>
                  </a:moveTo>
                  <a:lnTo>
                    <a:pt x="1021939" y="119869"/>
                  </a:lnTo>
                  <a:lnTo>
                    <a:pt x="1072056" y="47266"/>
                  </a:lnTo>
                  <a:close/>
                  <a:moveTo>
                    <a:pt x="951145" y="71360"/>
                  </a:moveTo>
                  <a:lnTo>
                    <a:pt x="964412" y="79463"/>
                  </a:lnTo>
                  <a:lnTo>
                    <a:pt x="969281" y="65640"/>
                  </a:lnTo>
                  <a:close/>
                  <a:moveTo>
                    <a:pt x="1033143" y="51703"/>
                  </a:moveTo>
                  <a:lnTo>
                    <a:pt x="964412" y="79463"/>
                  </a:lnTo>
                  <a:lnTo>
                    <a:pt x="1021939" y="119869"/>
                  </a:lnTo>
                  <a:close/>
                  <a:moveTo>
                    <a:pt x="1033143" y="51703"/>
                  </a:moveTo>
                  <a:lnTo>
                    <a:pt x="969281" y="65640"/>
                  </a:lnTo>
                  <a:lnTo>
                    <a:pt x="964412" y="79463"/>
                  </a:lnTo>
                  <a:close/>
                  <a:moveTo>
                    <a:pt x="969281" y="65640"/>
                  </a:moveTo>
                  <a:lnTo>
                    <a:pt x="1033143" y="51703"/>
                  </a:lnTo>
                  <a:lnTo>
                    <a:pt x="1006591" y="10547"/>
                  </a:lnTo>
                  <a:close/>
                  <a:moveTo>
                    <a:pt x="1033143" y="51703"/>
                  </a:moveTo>
                  <a:lnTo>
                    <a:pt x="1079317" y="24821"/>
                  </a:lnTo>
                  <a:lnTo>
                    <a:pt x="1056989" y="7556"/>
                  </a:lnTo>
                  <a:close/>
                  <a:moveTo>
                    <a:pt x="1033143" y="51703"/>
                  </a:moveTo>
                  <a:lnTo>
                    <a:pt x="1056989" y="7556"/>
                  </a:lnTo>
                  <a:lnTo>
                    <a:pt x="1006591" y="10547"/>
                  </a:lnTo>
                  <a:close/>
                  <a:moveTo>
                    <a:pt x="1079317" y="24821"/>
                  </a:moveTo>
                  <a:lnTo>
                    <a:pt x="1072056" y="47266"/>
                  </a:lnTo>
                  <a:lnTo>
                    <a:pt x="1062040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196" name="Output_density__4195">
              <a:extLst>
                <a:ext uri="{FF2B5EF4-FFF2-40B4-BE49-F238E27FC236}">
                  <a16:creationId xmlns:a16="http://schemas.microsoft.com/office/drawing/2014/main" id="{8EC8CE12-B733-9C37-7DE5-B1E0D1211A4D}"/>
                </a:ext>
              </a:extLst>
            </p:cNvPr>
            <p:cNvSpPr>
              <a:spLocks noGrp="1"/>
            </p:cNvSpPr>
            <p:nvPr/>
          </p:nvSpPr>
          <p:spPr>
            <a:xfrm>
              <a:off x="15415580" y="3346649"/>
              <a:ext cx="1254181" cy="1056193"/>
            </a:xfrm>
            <a:custGeom>
              <a:avLst/>
              <a:gdLst/>
              <a:ahLst/>
              <a:cxnLst/>
              <a:rect l="0" t="0" r="0" b="0"/>
              <a:pathLst>
                <a:path w="1254181" h="1056193">
                  <a:moveTo>
                    <a:pt x="0" y="692088"/>
                  </a:moveTo>
                  <a:lnTo>
                    <a:pt x="7558" y="736151"/>
                  </a:lnTo>
                  <a:lnTo>
                    <a:pt x="40126" y="723017"/>
                  </a:lnTo>
                  <a:close/>
                  <a:moveTo>
                    <a:pt x="371384" y="977214"/>
                  </a:moveTo>
                  <a:lnTo>
                    <a:pt x="292621" y="945732"/>
                  </a:lnTo>
                  <a:lnTo>
                    <a:pt x="317684" y="949771"/>
                  </a:lnTo>
                  <a:close/>
                  <a:moveTo>
                    <a:pt x="371384" y="977214"/>
                  </a:moveTo>
                  <a:lnTo>
                    <a:pt x="317684" y="949771"/>
                  </a:lnTo>
                  <a:lnTo>
                    <a:pt x="314153" y="1001308"/>
                  </a:lnTo>
                  <a:close/>
                  <a:moveTo>
                    <a:pt x="292621" y="945732"/>
                  </a:moveTo>
                  <a:lnTo>
                    <a:pt x="292354" y="925677"/>
                  </a:lnTo>
                  <a:lnTo>
                    <a:pt x="285198" y="940594"/>
                  </a:lnTo>
                  <a:close/>
                  <a:moveTo>
                    <a:pt x="142581" y="621826"/>
                  </a:moveTo>
                  <a:lnTo>
                    <a:pt x="73815" y="674298"/>
                  </a:lnTo>
                  <a:lnTo>
                    <a:pt x="101179" y="640552"/>
                  </a:lnTo>
                  <a:close/>
                  <a:moveTo>
                    <a:pt x="195833" y="643900"/>
                  </a:moveTo>
                  <a:lnTo>
                    <a:pt x="209507" y="697376"/>
                  </a:lnTo>
                  <a:lnTo>
                    <a:pt x="237798" y="668249"/>
                  </a:lnTo>
                  <a:close/>
                  <a:moveTo>
                    <a:pt x="171248" y="667994"/>
                  </a:moveTo>
                  <a:lnTo>
                    <a:pt x="195833" y="643900"/>
                  </a:lnTo>
                  <a:lnTo>
                    <a:pt x="142581" y="621826"/>
                  </a:lnTo>
                  <a:close/>
                  <a:moveTo>
                    <a:pt x="195833" y="643900"/>
                  </a:moveTo>
                  <a:lnTo>
                    <a:pt x="181892" y="633903"/>
                  </a:lnTo>
                  <a:lnTo>
                    <a:pt x="142581" y="621826"/>
                  </a:lnTo>
                  <a:close/>
                  <a:moveTo>
                    <a:pt x="606819" y="1056193"/>
                  </a:moveTo>
                  <a:lnTo>
                    <a:pt x="642867" y="1039128"/>
                  </a:lnTo>
                  <a:lnTo>
                    <a:pt x="566412" y="1023499"/>
                  </a:lnTo>
                  <a:close/>
                  <a:moveTo>
                    <a:pt x="566412" y="1023499"/>
                  </a:moveTo>
                  <a:lnTo>
                    <a:pt x="642867" y="1039128"/>
                  </a:lnTo>
                  <a:lnTo>
                    <a:pt x="650377" y="1027853"/>
                  </a:lnTo>
                  <a:close/>
                  <a:moveTo>
                    <a:pt x="566412" y="1023499"/>
                  </a:moveTo>
                  <a:lnTo>
                    <a:pt x="650377" y="1027853"/>
                  </a:lnTo>
                  <a:lnTo>
                    <a:pt x="602897" y="1025009"/>
                  </a:lnTo>
                  <a:close/>
                  <a:moveTo>
                    <a:pt x="602897" y="1025009"/>
                  </a:moveTo>
                  <a:lnTo>
                    <a:pt x="522373" y="1004657"/>
                  </a:lnTo>
                  <a:lnTo>
                    <a:pt x="566412" y="1023499"/>
                  </a:lnTo>
                  <a:close/>
                  <a:moveTo>
                    <a:pt x="283292" y="576860"/>
                  </a:moveTo>
                  <a:lnTo>
                    <a:pt x="274815" y="521008"/>
                  </a:lnTo>
                  <a:lnTo>
                    <a:pt x="262264" y="568270"/>
                  </a:lnTo>
                  <a:close/>
                  <a:moveTo>
                    <a:pt x="676860" y="980563"/>
                  </a:moveTo>
                  <a:lnTo>
                    <a:pt x="668753" y="961660"/>
                  </a:lnTo>
                  <a:lnTo>
                    <a:pt x="650377" y="1027853"/>
                  </a:lnTo>
                  <a:close/>
                  <a:moveTo>
                    <a:pt x="676860" y="980563"/>
                  </a:moveTo>
                  <a:lnTo>
                    <a:pt x="673344" y="956469"/>
                  </a:lnTo>
                  <a:lnTo>
                    <a:pt x="668753" y="961660"/>
                  </a:lnTo>
                  <a:close/>
                  <a:moveTo>
                    <a:pt x="676860" y="980563"/>
                  </a:moveTo>
                  <a:lnTo>
                    <a:pt x="680408" y="921104"/>
                  </a:lnTo>
                  <a:lnTo>
                    <a:pt x="672406" y="904932"/>
                  </a:lnTo>
                  <a:close/>
                  <a:moveTo>
                    <a:pt x="676860" y="980563"/>
                  </a:moveTo>
                  <a:lnTo>
                    <a:pt x="672406" y="904932"/>
                  </a:lnTo>
                  <a:lnTo>
                    <a:pt x="673344" y="956469"/>
                  </a:lnTo>
                  <a:close/>
                  <a:moveTo>
                    <a:pt x="468803" y="752978"/>
                  </a:moveTo>
                  <a:lnTo>
                    <a:pt x="447592" y="793705"/>
                  </a:lnTo>
                  <a:lnTo>
                    <a:pt x="462652" y="774416"/>
                  </a:lnTo>
                  <a:close/>
                  <a:moveTo>
                    <a:pt x="447539" y="707522"/>
                  </a:moveTo>
                  <a:lnTo>
                    <a:pt x="462652" y="774416"/>
                  </a:lnTo>
                  <a:lnTo>
                    <a:pt x="460903" y="722880"/>
                  </a:lnTo>
                  <a:close/>
                  <a:moveTo>
                    <a:pt x="447539" y="707522"/>
                  </a:moveTo>
                  <a:lnTo>
                    <a:pt x="468803" y="752978"/>
                  </a:lnTo>
                  <a:lnTo>
                    <a:pt x="462652" y="774416"/>
                  </a:lnTo>
                  <a:close/>
                  <a:moveTo>
                    <a:pt x="397715" y="544176"/>
                  </a:moveTo>
                  <a:lnTo>
                    <a:pt x="392679" y="588394"/>
                  </a:lnTo>
                  <a:lnTo>
                    <a:pt x="420234" y="556520"/>
                  </a:lnTo>
                  <a:close/>
                  <a:moveTo>
                    <a:pt x="364478" y="522730"/>
                  </a:moveTo>
                  <a:lnTo>
                    <a:pt x="337390" y="508118"/>
                  </a:lnTo>
                  <a:lnTo>
                    <a:pt x="397715" y="544176"/>
                  </a:lnTo>
                  <a:close/>
                  <a:moveTo>
                    <a:pt x="314557" y="492639"/>
                  </a:moveTo>
                  <a:lnTo>
                    <a:pt x="337390" y="508118"/>
                  </a:lnTo>
                  <a:lnTo>
                    <a:pt x="364478" y="522730"/>
                  </a:lnTo>
                  <a:close/>
                  <a:moveTo>
                    <a:pt x="314557" y="492639"/>
                  </a:moveTo>
                  <a:lnTo>
                    <a:pt x="314831" y="463716"/>
                  </a:lnTo>
                  <a:lnTo>
                    <a:pt x="337390" y="508118"/>
                  </a:lnTo>
                  <a:close/>
                  <a:moveTo>
                    <a:pt x="647501" y="847132"/>
                  </a:moveTo>
                  <a:lnTo>
                    <a:pt x="628921" y="812734"/>
                  </a:lnTo>
                  <a:lnTo>
                    <a:pt x="599270" y="785617"/>
                  </a:lnTo>
                  <a:close/>
                  <a:moveTo>
                    <a:pt x="574345" y="648460"/>
                  </a:moveTo>
                  <a:lnTo>
                    <a:pt x="546239" y="678276"/>
                  </a:lnTo>
                  <a:lnTo>
                    <a:pt x="615272" y="626804"/>
                  </a:lnTo>
                  <a:close/>
                  <a:moveTo>
                    <a:pt x="397715" y="544176"/>
                  </a:moveTo>
                  <a:lnTo>
                    <a:pt x="444075" y="584853"/>
                  </a:lnTo>
                  <a:lnTo>
                    <a:pt x="379045" y="536996"/>
                  </a:lnTo>
                  <a:close/>
                  <a:moveTo>
                    <a:pt x="420234" y="556520"/>
                  </a:moveTo>
                  <a:lnTo>
                    <a:pt x="444075" y="584853"/>
                  </a:lnTo>
                  <a:lnTo>
                    <a:pt x="397715" y="544176"/>
                  </a:lnTo>
                  <a:close/>
                  <a:moveTo>
                    <a:pt x="364478" y="522730"/>
                  </a:moveTo>
                  <a:lnTo>
                    <a:pt x="397715" y="544176"/>
                  </a:lnTo>
                  <a:lnTo>
                    <a:pt x="379045" y="536996"/>
                  </a:lnTo>
                  <a:close/>
                  <a:moveTo>
                    <a:pt x="420234" y="556520"/>
                  </a:moveTo>
                  <a:lnTo>
                    <a:pt x="471877" y="574926"/>
                  </a:lnTo>
                  <a:lnTo>
                    <a:pt x="444075" y="584853"/>
                  </a:lnTo>
                  <a:close/>
                  <a:moveTo>
                    <a:pt x="471877" y="574926"/>
                  </a:moveTo>
                  <a:lnTo>
                    <a:pt x="479632" y="593928"/>
                  </a:lnTo>
                  <a:lnTo>
                    <a:pt x="444075" y="584853"/>
                  </a:lnTo>
                  <a:close/>
                  <a:moveTo>
                    <a:pt x="518829" y="615570"/>
                  </a:moveTo>
                  <a:lnTo>
                    <a:pt x="444075" y="584853"/>
                  </a:lnTo>
                  <a:lnTo>
                    <a:pt x="479632" y="593928"/>
                  </a:lnTo>
                  <a:close/>
                  <a:moveTo>
                    <a:pt x="625346" y="614172"/>
                  </a:moveTo>
                  <a:lnTo>
                    <a:pt x="590241" y="604730"/>
                  </a:lnTo>
                  <a:lnTo>
                    <a:pt x="574345" y="648460"/>
                  </a:lnTo>
                  <a:close/>
                  <a:moveTo>
                    <a:pt x="590241" y="604730"/>
                  </a:moveTo>
                  <a:lnTo>
                    <a:pt x="625346" y="614172"/>
                  </a:lnTo>
                  <a:lnTo>
                    <a:pt x="576226" y="553381"/>
                  </a:lnTo>
                  <a:close/>
                  <a:moveTo>
                    <a:pt x="576226" y="553381"/>
                  </a:moveTo>
                  <a:lnTo>
                    <a:pt x="551894" y="510419"/>
                  </a:lnTo>
                  <a:lnTo>
                    <a:pt x="560162" y="547525"/>
                  </a:lnTo>
                  <a:close/>
                  <a:moveTo>
                    <a:pt x="945956" y="894667"/>
                  </a:moveTo>
                  <a:lnTo>
                    <a:pt x="968169" y="901831"/>
                  </a:lnTo>
                  <a:lnTo>
                    <a:pt x="949312" y="884187"/>
                  </a:lnTo>
                  <a:close/>
                  <a:moveTo>
                    <a:pt x="963430" y="842941"/>
                  </a:moveTo>
                  <a:lnTo>
                    <a:pt x="943635" y="832650"/>
                  </a:lnTo>
                  <a:lnTo>
                    <a:pt x="949312" y="884187"/>
                  </a:lnTo>
                  <a:close/>
                  <a:moveTo>
                    <a:pt x="853282" y="731040"/>
                  </a:moveTo>
                  <a:lnTo>
                    <a:pt x="849961" y="729577"/>
                  </a:lnTo>
                  <a:lnTo>
                    <a:pt x="815402" y="755904"/>
                  </a:lnTo>
                  <a:close/>
                  <a:moveTo>
                    <a:pt x="852027" y="718161"/>
                  </a:moveTo>
                  <a:lnTo>
                    <a:pt x="853282" y="731040"/>
                  </a:lnTo>
                  <a:lnTo>
                    <a:pt x="856792" y="678041"/>
                  </a:lnTo>
                  <a:close/>
                  <a:moveTo>
                    <a:pt x="849961" y="729577"/>
                  </a:moveTo>
                  <a:lnTo>
                    <a:pt x="853282" y="731040"/>
                  </a:lnTo>
                  <a:lnTo>
                    <a:pt x="852027" y="718161"/>
                  </a:lnTo>
                  <a:close/>
                  <a:moveTo>
                    <a:pt x="943635" y="832650"/>
                  </a:moveTo>
                  <a:lnTo>
                    <a:pt x="926626" y="822398"/>
                  </a:lnTo>
                  <a:lnTo>
                    <a:pt x="986128" y="824488"/>
                  </a:lnTo>
                  <a:close/>
                  <a:moveTo>
                    <a:pt x="849740" y="671176"/>
                  </a:moveTo>
                  <a:lnTo>
                    <a:pt x="849961" y="729577"/>
                  </a:lnTo>
                  <a:lnTo>
                    <a:pt x="852027" y="718161"/>
                  </a:lnTo>
                  <a:close/>
                  <a:moveTo>
                    <a:pt x="821198" y="719141"/>
                  </a:moveTo>
                  <a:lnTo>
                    <a:pt x="849961" y="729577"/>
                  </a:lnTo>
                  <a:lnTo>
                    <a:pt x="849740" y="671176"/>
                  </a:lnTo>
                  <a:close/>
                  <a:moveTo>
                    <a:pt x="1076151" y="726540"/>
                  </a:moveTo>
                  <a:lnTo>
                    <a:pt x="1102767" y="784463"/>
                  </a:lnTo>
                  <a:lnTo>
                    <a:pt x="1086201" y="732926"/>
                  </a:lnTo>
                  <a:close/>
                  <a:moveTo>
                    <a:pt x="1082816" y="658378"/>
                  </a:moveTo>
                  <a:lnTo>
                    <a:pt x="1086201" y="732926"/>
                  </a:lnTo>
                  <a:lnTo>
                    <a:pt x="1081517" y="681389"/>
                  </a:lnTo>
                  <a:close/>
                  <a:moveTo>
                    <a:pt x="1163059" y="478592"/>
                  </a:moveTo>
                  <a:lnTo>
                    <a:pt x="1158289" y="490017"/>
                  </a:lnTo>
                  <a:lnTo>
                    <a:pt x="1127431" y="509545"/>
                  </a:lnTo>
                  <a:close/>
                  <a:moveTo>
                    <a:pt x="1035285" y="204803"/>
                  </a:moveTo>
                  <a:lnTo>
                    <a:pt x="1002872" y="196815"/>
                  </a:lnTo>
                  <a:lnTo>
                    <a:pt x="962252" y="241322"/>
                  </a:lnTo>
                  <a:close/>
                  <a:moveTo>
                    <a:pt x="1187364" y="402961"/>
                  </a:moveTo>
                  <a:lnTo>
                    <a:pt x="1254181" y="382037"/>
                  </a:lnTo>
                  <a:lnTo>
                    <a:pt x="1207968" y="327331"/>
                  </a:lnTo>
                  <a:close/>
                  <a:moveTo>
                    <a:pt x="1068354" y="193544"/>
                  </a:moveTo>
                  <a:lnTo>
                    <a:pt x="1062491" y="196815"/>
                  </a:lnTo>
                  <a:lnTo>
                    <a:pt x="1097920" y="244882"/>
                  </a:lnTo>
                  <a:close/>
                  <a:moveTo>
                    <a:pt x="1203776" y="134062"/>
                  </a:moveTo>
                  <a:lnTo>
                    <a:pt x="1215516" y="187260"/>
                  </a:lnTo>
                  <a:lnTo>
                    <a:pt x="1212589" y="200164"/>
                  </a:lnTo>
                  <a:close/>
                  <a:moveTo>
                    <a:pt x="1190196" y="19617"/>
                  </a:moveTo>
                  <a:lnTo>
                    <a:pt x="1222095" y="72996"/>
                  </a:lnTo>
                  <a:lnTo>
                    <a:pt x="1196144" y="21460"/>
                  </a:lnTo>
                  <a:close/>
                  <a:moveTo>
                    <a:pt x="1190196" y="19617"/>
                  </a:moveTo>
                  <a:lnTo>
                    <a:pt x="1213522" y="63396"/>
                  </a:lnTo>
                  <a:lnTo>
                    <a:pt x="1222095" y="72996"/>
                  </a:lnTo>
                  <a:close/>
                  <a:moveTo>
                    <a:pt x="1167606" y="0"/>
                  </a:moveTo>
                  <a:lnTo>
                    <a:pt x="1213522" y="63396"/>
                  </a:lnTo>
                  <a:lnTo>
                    <a:pt x="1190196" y="19617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197" name="Output_density__4196">
              <a:extLst>
                <a:ext uri="{FF2B5EF4-FFF2-40B4-BE49-F238E27FC236}">
                  <a16:creationId xmlns:a16="http://schemas.microsoft.com/office/drawing/2014/main" id="{7CA9C2C8-8F28-7473-AED9-B07341C28C1B}"/>
                </a:ext>
              </a:extLst>
            </p:cNvPr>
            <p:cNvSpPr>
              <a:spLocks noGrp="1"/>
            </p:cNvSpPr>
            <p:nvPr/>
          </p:nvSpPr>
          <p:spPr>
            <a:xfrm>
              <a:off x="15400074" y="3418218"/>
              <a:ext cx="1320477" cy="1153219"/>
            </a:xfrm>
            <a:custGeom>
              <a:avLst/>
              <a:gdLst/>
              <a:ahLst/>
              <a:cxnLst/>
              <a:rect l="0" t="0" r="0" b="0"/>
              <a:pathLst>
                <a:path w="1320477" h="1153219">
                  <a:moveTo>
                    <a:pt x="15506" y="620519"/>
                  </a:moveTo>
                  <a:lnTo>
                    <a:pt x="0" y="644613"/>
                  </a:lnTo>
                  <a:lnTo>
                    <a:pt x="23064" y="664581"/>
                  </a:lnTo>
                  <a:close/>
                  <a:moveTo>
                    <a:pt x="374619" y="981275"/>
                  </a:moveTo>
                  <a:lnTo>
                    <a:pt x="347222" y="943105"/>
                  </a:lnTo>
                  <a:lnTo>
                    <a:pt x="375292" y="983027"/>
                  </a:lnTo>
                  <a:close/>
                  <a:moveTo>
                    <a:pt x="374619" y="981275"/>
                  </a:moveTo>
                  <a:lnTo>
                    <a:pt x="329659" y="929739"/>
                  </a:lnTo>
                  <a:lnTo>
                    <a:pt x="347222" y="943105"/>
                  </a:lnTo>
                  <a:close/>
                  <a:moveTo>
                    <a:pt x="456475" y="957181"/>
                  </a:moveTo>
                  <a:lnTo>
                    <a:pt x="454391" y="959382"/>
                  </a:lnTo>
                  <a:lnTo>
                    <a:pt x="490630" y="965224"/>
                  </a:lnTo>
                  <a:close/>
                  <a:moveTo>
                    <a:pt x="490630" y="965224"/>
                  </a:moveTo>
                  <a:lnTo>
                    <a:pt x="454391" y="959382"/>
                  </a:lnTo>
                  <a:lnTo>
                    <a:pt x="446019" y="1026253"/>
                  </a:lnTo>
                  <a:close/>
                  <a:moveTo>
                    <a:pt x="490630" y="965224"/>
                  </a:moveTo>
                  <a:lnTo>
                    <a:pt x="446019" y="1026253"/>
                  </a:lnTo>
                  <a:lnTo>
                    <a:pt x="512739" y="1009993"/>
                  </a:lnTo>
                  <a:close/>
                  <a:moveTo>
                    <a:pt x="329659" y="929739"/>
                  </a:moveTo>
                  <a:lnTo>
                    <a:pt x="374619" y="981275"/>
                  </a:lnTo>
                  <a:lnTo>
                    <a:pt x="386890" y="905645"/>
                  </a:lnTo>
                  <a:close/>
                  <a:moveTo>
                    <a:pt x="419335" y="905645"/>
                  </a:moveTo>
                  <a:lnTo>
                    <a:pt x="393954" y="908094"/>
                  </a:lnTo>
                  <a:lnTo>
                    <a:pt x="438478" y="906897"/>
                  </a:lnTo>
                  <a:close/>
                  <a:moveTo>
                    <a:pt x="438478" y="906897"/>
                  </a:moveTo>
                  <a:lnTo>
                    <a:pt x="393954" y="908094"/>
                  </a:lnTo>
                  <a:lnTo>
                    <a:pt x="380833" y="978522"/>
                  </a:lnTo>
                  <a:close/>
                  <a:moveTo>
                    <a:pt x="451483" y="957181"/>
                  </a:moveTo>
                  <a:lnTo>
                    <a:pt x="445966" y="927880"/>
                  </a:lnTo>
                  <a:lnTo>
                    <a:pt x="438478" y="906897"/>
                  </a:lnTo>
                  <a:close/>
                  <a:moveTo>
                    <a:pt x="380833" y="978522"/>
                  </a:moveTo>
                  <a:lnTo>
                    <a:pt x="451483" y="957181"/>
                  </a:lnTo>
                  <a:lnTo>
                    <a:pt x="438478" y="906897"/>
                  </a:lnTo>
                  <a:close/>
                  <a:moveTo>
                    <a:pt x="445966" y="927880"/>
                  </a:moveTo>
                  <a:lnTo>
                    <a:pt x="456475" y="957181"/>
                  </a:lnTo>
                  <a:lnTo>
                    <a:pt x="438478" y="906897"/>
                  </a:lnTo>
                  <a:close/>
                  <a:moveTo>
                    <a:pt x="456475" y="957181"/>
                  </a:moveTo>
                  <a:lnTo>
                    <a:pt x="490630" y="965224"/>
                  </a:lnTo>
                  <a:lnTo>
                    <a:pt x="438478" y="906897"/>
                  </a:lnTo>
                  <a:close/>
                  <a:moveTo>
                    <a:pt x="342250" y="889455"/>
                  </a:moveTo>
                  <a:lnTo>
                    <a:pt x="308127" y="874163"/>
                  </a:lnTo>
                  <a:lnTo>
                    <a:pt x="386890" y="905645"/>
                  </a:lnTo>
                  <a:close/>
                  <a:moveTo>
                    <a:pt x="158087" y="550257"/>
                  </a:moveTo>
                  <a:lnTo>
                    <a:pt x="143991" y="555182"/>
                  </a:lnTo>
                  <a:lnTo>
                    <a:pt x="186754" y="596425"/>
                  </a:lnTo>
                  <a:close/>
                  <a:moveTo>
                    <a:pt x="597247" y="1104757"/>
                  </a:moveTo>
                  <a:lnTo>
                    <a:pt x="661532" y="1153219"/>
                  </a:lnTo>
                  <a:lnTo>
                    <a:pt x="647393" y="1139234"/>
                  </a:lnTo>
                  <a:close/>
                  <a:moveTo>
                    <a:pt x="645884" y="1151309"/>
                  </a:moveTo>
                  <a:lnTo>
                    <a:pt x="661532" y="1153219"/>
                  </a:lnTo>
                  <a:lnTo>
                    <a:pt x="603015" y="1111791"/>
                  </a:lnTo>
                  <a:close/>
                  <a:moveTo>
                    <a:pt x="387681" y="847469"/>
                  </a:moveTo>
                  <a:lnTo>
                    <a:pt x="393864" y="905185"/>
                  </a:lnTo>
                  <a:lnTo>
                    <a:pt x="419335" y="905645"/>
                  </a:lnTo>
                  <a:close/>
                  <a:moveTo>
                    <a:pt x="225014" y="625807"/>
                  </a:moveTo>
                  <a:lnTo>
                    <a:pt x="305955" y="618856"/>
                  </a:lnTo>
                  <a:lnTo>
                    <a:pt x="253304" y="596680"/>
                  </a:lnTo>
                  <a:close/>
                  <a:moveTo>
                    <a:pt x="328834" y="581596"/>
                  </a:moveTo>
                  <a:lnTo>
                    <a:pt x="305955" y="618856"/>
                  </a:lnTo>
                  <a:lnTo>
                    <a:pt x="302623" y="627667"/>
                  </a:lnTo>
                  <a:close/>
                  <a:moveTo>
                    <a:pt x="211339" y="572331"/>
                  </a:moveTo>
                  <a:lnTo>
                    <a:pt x="186754" y="596425"/>
                  </a:lnTo>
                  <a:lnTo>
                    <a:pt x="225014" y="625807"/>
                  </a:lnTo>
                  <a:close/>
                  <a:moveTo>
                    <a:pt x="305955" y="618856"/>
                  </a:moveTo>
                  <a:lnTo>
                    <a:pt x="321953" y="572331"/>
                  </a:lnTo>
                  <a:lnTo>
                    <a:pt x="319697" y="551043"/>
                  </a:lnTo>
                  <a:close/>
                  <a:moveTo>
                    <a:pt x="324348" y="552723"/>
                  </a:moveTo>
                  <a:lnTo>
                    <a:pt x="345630" y="592516"/>
                  </a:lnTo>
                  <a:lnTo>
                    <a:pt x="309438" y="622126"/>
                  </a:lnTo>
                  <a:close/>
                  <a:moveTo>
                    <a:pt x="253304" y="596680"/>
                  </a:moveTo>
                  <a:lnTo>
                    <a:pt x="305955" y="618856"/>
                  </a:lnTo>
                  <a:lnTo>
                    <a:pt x="301498" y="548237"/>
                  </a:lnTo>
                  <a:close/>
                  <a:moveTo>
                    <a:pt x="301498" y="548237"/>
                  </a:moveTo>
                  <a:lnTo>
                    <a:pt x="305955" y="618856"/>
                  </a:lnTo>
                  <a:lnTo>
                    <a:pt x="319697" y="551043"/>
                  </a:lnTo>
                  <a:close/>
                  <a:moveTo>
                    <a:pt x="298798" y="505290"/>
                  </a:moveTo>
                  <a:lnTo>
                    <a:pt x="319697" y="551043"/>
                  </a:lnTo>
                  <a:lnTo>
                    <a:pt x="321953" y="572331"/>
                  </a:lnTo>
                  <a:close/>
                  <a:moveTo>
                    <a:pt x="319697" y="551043"/>
                  </a:moveTo>
                  <a:lnTo>
                    <a:pt x="298798" y="505290"/>
                  </a:lnTo>
                  <a:lnTo>
                    <a:pt x="301498" y="548237"/>
                  </a:lnTo>
                  <a:close/>
                  <a:moveTo>
                    <a:pt x="298798" y="505290"/>
                  </a:moveTo>
                  <a:lnTo>
                    <a:pt x="277770" y="496701"/>
                  </a:lnTo>
                  <a:lnTo>
                    <a:pt x="301498" y="548237"/>
                  </a:lnTo>
                  <a:close/>
                  <a:moveTo>
                    <a:pt x="749335" y="884900"/>
                  </a:moveTo>
                  <a:lnTo>
                    <a:pt x="737350" y="908994"/>
                  </a:lnTo>
                  <a:lnTo>
                    <a:pt x="773750" y="936436"/>
                  </a:lnTo>
                  <a:close/>
                  <a:moveTo>
                    <a:pt x="689857" y="791717"/>
                  </a:moveTo>
                  <a:lnTo>
                    <a:pt x="666477" y="781826"/>
                  </a:lnTo>
                  <a:lnTo>
                    <a:pt x="687912" y="833363"/>
                  </a:lnTo>
                  <a:close/>
                  <a:moveTo>
                    <a:pt x="644428" y="741165"/>
                  </a:moveTo>
                  <a:lnTo>
                    <a:pt x="666477" y="781826"/>
                  </a:lnTo>
                  <a:lnTo>
                    <a:pt x="639919" y="731590"/>
                  </a:lnTo>
                  <a:close/>
                  <a:moveTo>
                    <a:pt x="639919" y="731590"/>
                  </a:moveTo>
                  <a:lnTo>
                    <a:pt x="666477" y="781826"/>
                  </a:lnTo>
                  <a:lnTo>
                    <a:pt x="689857" y="791717"/>
                  </a:lnTo>
                  <a:close/>
                  <a:moveTo>
                    <a:pt x="644428" y="741165"/>
                  </a:moveTo>
                  <a:lnTo>
                    <a:pt x="639919" y="731590"/>
                  </a:lnTo>
                  <a:lnTo>
                    <a:pt x="638958" y="730290"/>
                  </a:lnTo>
                  <a:close/>
                  <a:moveTo>
                    <a:pt x="304900" y="369534"/>
                  </a:moveTo>
                  <a:lnTo>
                    <a:pt x="305456" y="421070"/>
                  </a:lnTo>
                  <a:lnTo>
                    <a:pt x="274780" y="393628"/>
                  </a:lnTo>
                  <a:close/>
                  <a:moveTo>
                    <a:pt x="330063" y="421070"/>
                  </a:moveTo>
                  <a:lnTo>
                    <a:pt x="313856" y="369534"/>
                  </a:lnTo>
                  <a:lnTo>
                    <a:pt x="330337" y="392146"/>
                  </a:lnTo>
                  <a:close/>
                  <a:moveTo>
                    <a:pt x="686620" y="819109"/>
                  </a:moveTo>
                  <a:lnTo>
                    <a:pt x="688851" y="884900"/>
                  </a:lnTo>
                  <a:lnTo>
                    <a:pt x="687912" y="833363"/>
                  </a:lnTo>
                  <a:close/>
                  <a:moveTo>
                    <a:pt x="663007" y="775563"/>
                  </a:moveTo>
                  <a:lnTo>
                    <a:pt x="687912" y="833363"/>
                  </a:lnTo>
                  <a:lnTo>
                    <a:pt x="666477" y="781826"/>
                  </a:lnTo>
                  <a:close/>
                  <a:moveTo>
                    <a:pt x="663007" y="775563"/>
                  </a:moveTo>
                  <a:lnTo>
                    <a:pt x="686620" y="819109"/>
                  </a:lnTo>
                  <a:lnTo>
                    <a:pt x="687912" y="833363"/>
                  </a:lnTo>
                  <a:close/>
                  <a:moveTo>
                    <a:pt x="663007" y="775563"/>
                  </a:moveTo>
                  <a:lnTo>
                    <a:pt x="666477" y="781826"/>
                  </a:lnTo>
                  <a:lnTo>
                    <a:pt x="644428" y="741165"/>
                  </a:lnTo>
                  <a:close/>
                  <a:moveTo>
                    <a:pt x="545127" y="551586"/>
                  </a:moveTo>
                  <a:lnTo>
                    <a:pt x="561745" y="606706"/>
                  </a:lnTo>
                  <a:lnTo>
                    <a:pt x="589851" y="576891"/>
                  </a:lnTo>
                  <a:close/>
                  <a:moveTo>
                    <a:pt x="545127" y="551586"/>
                  </a:moveTo>
                  <a:lnTo>
                    <a:pt x="520618" y="575680"/>
                  </a:lnTo>
                  <a:lnTo>
                    <a:pt x="561745" y="606706"/>
                  </a:lnTo>
                  <a:close/>
                  <a:moveTo>
                    <a:pt x="534335" y="544001"/>
                  </a:moveTo>
                  <a:lnTo>
                    <a:pt x="495139" y="522358"/>
                  </a:lnTo>
                  <a:lnTo>
                    <a:pt x="545127" y="551586"/>
                  </a:lnTo>
                  <a:close/>
                  <a:moveTo>
                    <a:pt x="545127" y="551586"/>
                  </a:moveTo>
                  <a:lnTo>
                    <a:pt x="495139" y="522358"/>
                  </a:lnTo>
                  <a:lnTo>
                    <a:pt x="497868" y="524144"/>
                  </a:lnTo>
                  <a:close/>
                  <a:moveTo>
                    <a:pt x="545127" y="551586"/>
                  </a:moveTo>
                  <a:lnTo>
                    <a:pt x="497868" y="524144"/>
                  </a:lnTo>
                  <a:lnTo>
                    <a:pt x="520618" y="575680"/>
                  </a:lnTo>
                  <a:close/>
                  <a:moveTo>
                    <a:pt x="545127" y="551586"/>
                  </a:moveTo>
                  <a:lnTo>
                    <a:pt x="589851" y="576891"/>
                  </a:lnTo>
                  <a:lnTo>
                    <a:pt x="605747" y="533160"/>
                  </a:lnTo>
                  <a:close/>
                  <a:moveTo>
                    <a:pt x="591732" y="481812"/>
                  </a:moveTo>
                  <a:lnTo>
                    <a:pt x="545127" y="551586"/>
                  </a:lnTo>
                  <a:lnTo>
                    <a:pt x="605747" y="533160"/>
                  </a:lnTo>
                  <a:close/>
                  <a:moveTo>
                    <a:pt x="910828" y="726018"/>
                  </a:moveTo>
                  <a:lnTo>
                    <a:pt x="959141" y="761081"/>
                  </a:lnTo>
                  <a:lnTo>
                    <a:pt x="978936" y="771372"/>
                  </a:lnTo>
                  <a:close/>
                  <a:moveTo>
                    <a:pt x="799884" y="703238"/>
                  </a:moveTo>
                  <a:lnTo>
                    <a:pt x="848257" y="733638"/>
                  </a:lnTo>
                  <a:lnTo>
                    <a:pt x="830908" y="684335"/>
                  </a:lnTo>
                  <a:close/>
                  <a:moveTo>
                    <a:pt x="830908" y="684335"/>
                  </a:moveTo>
                  <a:lnTo>
                    <a:pt x="848257" y="733638"/>
                  </a:lnTo>
                  <a:lnTo>
                    <a:pt x="868788" y="659471"/>
                  </a:lnTo>
                  <a:close/>
                  <a:moveTo>
                    <a:pt x="860340" y="729081"/>
                  </a:moveTo>
                  <a:lnTo>
                    <a:pt x="900133" y="671969"/>
                  </a:lnTo>
                  <a:lnTo>
                    <a:pt x="868788" y="659471"/>
                  </a:lnTo>
                  <a:close/>
                  <a:moveTo>
                    <a:pt x="805893" y="658008"/>
                  </a:moveTo>
                  <a:lnTo>
                    <a:pt x="736751" y="628107"/>
                  </a:lnTo>
                  <a:lnTo>
                    <a:pt x="736746" y="630565"/>
                  </a:lnTo>
                  <a:close/>
                  <a:moveTo>
                    <a:pt x="720435" y="580870"/>
                  </a:moveTo>
                  <a:lnTo>
                    <a:pt x="736746" y="630565"/>
                  </a:lnTo>
                  <a:lnTo>
                    <a:pt x="736751" y="628107"/>
                  </a:lnTo>
                  <a:close/>
                  <a:moveTo>
                    <a:pt x="739540" y="606471"/>
                  </a:moveTo>
                  <a:lnTo>
                    <a:pt x="720435" y="580870"/>
                  </a:lnTo>
                  <a:lnTo>
                    <a:pt x="736751" y="628107"/>
                  </a:lnTo>
                  <a:close/>
                  <a:moveTo>
                    <a:pt x="959141" y="761081"/>
                  </a:moveTo>
                  <a:lnTo>
                    <a:pt x="961757" y="810099"/>
                  </a:lnTo>
                  <a:lnTo>
                    <a:pt x="964819" y="812618"/>
                  </a:lnTo>
                  <a:close/>
                  <a:moveTo>
                    <a:pt x="1031156" y="774096"/>
                  </a:moveTo>
                  <a:lnTo>
                    <a:pt x="961757" y="810099"/>
                  </a:lnTo>
                  <a:lnTo>
                    <a:pt x="959141" y="761081"/>
                  </a:lnTo>
                  <a:close/>
                  <a:moveTo>
                    <a:pt x="1288933" y="740336"/>
                  </a:moveTo>
                  <a:lnTo>
                    <a:pt x="1279747" y="735030"/>
                  </a:lnTo>
                  <a:lnTo>
                    <a:pt x="1248578" y="753394"/>
                  </a:lnTo>
                  <a:close/>
                  <a:moveTo>
                    <a:pt x="1098323" y="586809"/>
                  </a:moveTo>
                  <a:lnTo>
                    <a:pt x="1091657" y="654971"/>
                  </a:lnTo>
                  <a:lnTo>
                    <a:pt x="1101707" y="661357"/>
                  </a:lnTo>
                  <a:close/>
                  <a:moveTo>
                    <a:pt x="1077181" y="534190"/>
                  </a:moveTo>
                  <a:lnTo>
                    <a:pt x="1041323" y="506747"/>
                  </a:lnTo>
                  <a:lnTo>
                    <a:pt x="1059919" y="482653"/>
                  </a:lnTo>
                  <a:close/>
                  <a:moveTo>
                    <a:pt x="1192386" y="637263"/>
                  </a:moveTo>
                  <a:lnTo>
                    <a:pt x="1182523" y="619081"/>
                  </a:lnTo>
                  <a:lnTo>
                    <a:pt x="1155300" y="578470"/>
                  </a:lnTo>
                  <a:close/>
                  <a:moveTo>
                    <a:pt x="1100259" y="482653"/>
                  </a:moveTo>
                  <a:lnTo>
                    <a:pt x="1123082" y="498639"/>
                  </a:lnTo>
                  <a:lnTo>
                    <a:pt x="1128526" y="474751"/>
                  </a:lnTo>
                  <a:close/>
                  <a:moveTo>
                    <a:pt x="1064980" y="431116"/>
                  </a:moveTo>
                  <a:lnTo>
                    <a:pt x="1100259" y="482653"/>
                  </a:lnTo>
                  <a:lnTo>
                    <a:pt x="1104002" y="407023"/>
                  </a:lnTo>
                  <a:close/>
                  <a:moveTo>
                    <a:pt x="1178510" y="409354"/>
                  </a:moveTo>
                  <a:lnTo>
                    <a:pt x="1142938" y="437976"/>
                  </a:lnTo>
                  <a:lnTo>
                    <a:pt x="1128526" y="474751"/>
                  </a:lnTo>
                  <a:close/>
                  <a:moveTo>
                    <a:pt x="1123482" y="365232"/>
                  </a:moveTo>
                  <a:lnTo>
                    <a:pt x="1064980" y="431116"/>
                  </a:lnTo>
                  <a:lnTo>
                    <a:pt x="1104002" y="407023"/>
                  </a:lnTo>
                  <a:close/>
                  <a:moveTo>
                    <a:pt x="1320477" y="645634"/>
                  </a:moveTo>
                  <a:lnTo>
                    <a:pt x="1318845" y="613169"/>
                  </a:lnTo>
                  <a:lnTo>
                    <a:pt x="1303610" y="596604"/>
                  </a:lnTo>
                  <a:close/>
                  <a:moveTo>
                    <a:pt x="1107520" y="331392"/>
                  </a:moveTo>
                  <a:lnTo>
                    <a:pt x="1127298" y="350264"/>
                  </a:lnTo>
                  <a:lnTo>
                    <a:pt x="1104002" y="407023"/>
                  </a:lnTo>
                  <a:close/>
                  <a:moveTo>
                    <a:pt x="934077" y="149339"/>
                  </a:moveTo>
                  <a:lnTo>
                    <a:pt x="977759" y="169753"/>
                  </a:lnTo>
                  <a:lnTo>
                    <a:pt x="998567" y="127984"/>
                  </a:lnTo>
                  <a:close/>
                  <a:moveTo>
                    <a:pt x="977759" y="169753"/>
                  </a:moveTo>
                  <a:lnTo>
                    <a:pt x="1018378" y="125245"/>
                  </a:lnTo>
                  <a:lnTo>
                    <a:pt x="998567" y="127984"/>
                  </a:lnTo>
                  <a:close/>
                  <a:moveTo>
                    <a:pt x="998567" y="127984"/>
                  </a:moveTo>
                  <a:lnTo>
                    <a:pt x="1018378" y="125245"/>
                  </a:lnTo>
                  <a:lnTo>
                    <a:pt x="1001125" y="122218"/>
                  </a:lnTo>
                  <a:close/>
                  <a:moveTo>
                    <a:pt x="847298" y="97803"/>
                  </a:moveTo>
                  <a:lnTo>
                    <a:pt x="867619" y="95735"/>
                  </a:lnTo>
                  <a:lnTo>
                    <a:pt x="888952" y="52173"/>
                  </a:lnTo>
                  <a:close/>
                  <a:moveTo>
                    <a:pt x="867619" y="95735"/>
                  </a:moveTo>
                  <a:lnTo>
                    <a:pt x="930331" y="73709"/>
                  </a:lnTo>
                  <a:lnTo>
                    <a:pt x="888952" y="52173"/>
                  </a:lnTo>
                  <a:close/>
                  <a:moveTo>
                    <a:pt x="1184922" y="279855"/>
                  </a:moveTo>
                  <a:lnTo>
                    <a:pt x="1202871" y="331392"/>
                  </a:lnTo>
                  <a:lnTo>
                    <a:pt x="1223474" y="255761"/>
                  </a:lnTo>
                  <a:close/>
                  <a:moveTo>
                    <a:pt x="1055446" y="101151"/>
                  </a:moveTo>
                  <a:lnTo>
                    <a:pt x="1050791" y="133234"/>
                  </a:lnTo>
                  <a:lnTo>
                    <a:pt x="1083861" y="121975"/>
                  </a:lnTo>
                  <a:close/>
                  <a:moveTo>
                    <a:pt x="1055446" y="101151"/>
                  </a:moveTo>
                  <a:lnTo>
                    <a:pt x="1018378" y="125245"/>
                  </a:lnTo>
                  <a:lnTo>
                    <a:pt x="1050791" y="133234"/>
                  </a:lnTo>
                  <a:close/>
                  <a:moveTo>
                    <a:pt x="1122743" y="152688"/>
                  </a:moveTo>
                  <a:lnTo>
                    <a:pt x="1083861" y="121975"/>
                  </a:lnTo>
                  <a:lnTo>
                    <a:pt x="1113427" y="173312"/>
                  </a:lnTo>
                  <a:close/>
                  <a:moveTo>
                    <a:pt x="908201" y="0"/>
                  </a:moveTo>
                  <a:lnTo>
                    <a:pt x="946963" y="6469"/>
                  </a:lnTo>
                  <a:lnTo>
                    <a:pt x="923619" y="7110"/>
                  </a:lnTo>
                  <a:close/>
                  <a:moveTo>
                    <a:pt x="1122743" y="152688"/>
                  </a:moveTo>
                  <a:lnTo>
                    <a:pt x="1113427" y="173312"/>
                  </a:lnTo>
                  <a:lnTo>
                    <a:pt x="1143665" y="170894"/>
                  </a:lnTo>
                  <a:close/>
                  <a:moveTo>
                    <a:pt x="1285171" y="215712"/>
                  </a:moveTo>
                  <a:lnTo>
                    <a:pt x="1223474" y="255761"/>
                  </a:lnTo>
                  <a:lnTo>
                    <a:pt x="1288549" y="232390"/>
                  </a:lnTo>
                  <a:close/>
                  <a:moveTo>
                    <a:pt x="1288549" y="232390"/>
                  </a:moveTo>
                  <a:lnTo>
                    <a:pt x="1271641" y="300022"/>
                  </a:lnTo>
                  <a:lnTo>
                    <a:pt x="1297281" y="255761"/>
                  </a:lnTo>
                  <a:close/>
                  <a:moveTo>
                    <a:pt x="1297281" y="255761"/>
                  </a:moveTo>
                  <a:lnTo>
                    <a:pt x="1285171" y="215712"/>
                  </a:lnTo>
                  <a:lnTo>
                    <a:pt x="1288549" y="232390"/>
                  </a:lnTo>
                  <a:close/>
                  <a:moveTo>
                    <a:pt x="1278304" y="180131"/>
                  </a:moveTo>
                  <a:lnTo>
                    <a:pt x="1285171" y="215712"/>
                  </a:lnTo>
                  <a:lnTo>
                    <a:pt x="1297281" y="255761"/>
                  </a:lnTo>
                  <a:close/>
                  <a:moveTo>
                    <a:pt x="1228095" y="128594"/>
                  </a:moveTo>
                  <a:lnTo>
                    <a:pt x="1224533" y="163673"/>
                  </a:lnTo>
                  <a:lnTo>
                    <a:pt x="1239837" y="146507"/>
                  </a:lnTo>
                  <a:close/>
                  <a:moveTo>
                    <a:pt x="1239837" y="146507"/>
                  </a:moveTo>
                  <a:lnTo>
                    <a:pt x="1224533" y="163673"/>
                  </a:lnTo>
                  <a:lnTo>
                    <a:pt x="1226336" y="182244"/>
                  </a:lnTo>
                  <a:close/>
                  <a:moveTo>
                    <a:pt x="1259183" y="180131"/>
                  </a:moveTo>
                  <a:lnTo>
                    <a:pt x="1274425" y="175535"/>
                  </a:lnTo>
                  <a:lnTo>
                    <a:pt x="1239837" y="146507"/>
                  </a:lnTo>
                  <a:close/>
                  <a:moveTo>
                    <a:pt x="1226336" y="182244"/>
                  </a:moveTo>
                  <a:lnTo>
                    <a:pt x="1259183" y="180131"/>
                  </a:lnTo>
                  <a:lnTo>
                    <a:pt x="1239837" y="146507"/>
                  </a:lnTo>
                  <a:close/>
                  <a:moveTo>
                    <a:pt x="1259183" y="180131"/>
                  </a:moveTo>
                  <a:lnTo>
                    <a:pt x="1285171" y="215712"/>
                  </a:lnTo>
                  <a:lnTo>
                    <a:pt x="1277913" y="178295"/>
                  </a:lnTo>
                  <a:close/>
                  <a:moveTo>
                    <a:pt x="1277913" y="178295"/>
                  </a:moveTo>
                  <a:lnTo>
                    <a:pt x="1274425" y="175535"/>
                  </a:lnTo>
                  <a:lnTo>
                    <a:pt x="1259183" y="180131"/>
                  </a:lnTo>
                  <a:close/>
                  <a:moveTo>
                    <a:pt x="1224533" y="163673"/>
                  </a:moveTo>
                  <a:lnTo>
                    <a:pt x="1228095" y="128594"/>
                  </a:lnTo>
                  <a:lnTo>
                    <a:pt x="1231023" y="115691"/>
                  </a:lnTo>
                  <a:close/>
                  <a:moveTo>
                    <a:pt x="1277913" y="178295"/>
                  </a:moveTo>
                  <a:lnTo>
                    <a:pt x="1285171" y="215712"/>
                  </a:lnTo>
                  <a:lnTo>
                    <a:pt x="1278304" y="180131"/>
                  </a:lnTo>
                  <a:close/>
                  <a:moveTo>
                    <a:pt x="1277913" y="178295"/>
                  </a:moveTo>
                  <a:lnTo>
                    <a:pt x="1278304" y="180131"/>
                  </a:lnTo>
                  <a:lnTo>
                    <a:pt x="1274425" y="175535"/>
                  </a:lnTo>
                  <a:close/>
                  <a:moveTo>
                    <a:pt x="1178064" y="128594"/>
                  </a:moveTo>
                  <a:lnTo>
                    <a:pt x="1224533" y="163673"/>
                  </a:lnTo>
                  <a:lnTo>
                    <a:pt x="1231023" y="11569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198" name="Output_density__4197">
              <a:extLst>
                <a:ext uri="{FF2B5EF4-FFF2-40B4-BE49-F238E27FC236}">
                  <a16:creationId xmlns:a16="http://schemas.microsoft.com/office/drawing/2014/main" id="{FD16E952-1ED6-AA5A-E265-CD34574A07D3}"/>
                </a:ext>
              </a:extLst>
            </p:cNvPr>
            <p:cNvSpPr>
              <a:spLocks noGrp="1"/>
            </p:cNvSpPr>
            <p:nvPr/>
          </p:nvSpPr>
          <p:spPr>
            <a:xfrm>
              <a:off x="15473105" y="3419645"/>
              <a:ext cx="1164570" cy="794901"/>
            </a:xfrm>
            <a:custGeom>
              <a:avLst/>
              <a:gdLst/>
              <a:ahLst/>
              <a:cxnLst/>
              <a:rect l="0" t="0" r="0" b="0"/>
              <a:pathLst>
                <a:path w="1164570" h="794901">
                  <a:moveTo>
                    <a:pt x="0" y="675299"/>
                  </a:moveTo>
                  <a:lnTo>
                    <a:pt x="12454" y="626079"/>
                  </a:lnTo>
                  <a:lnTo>
                    <a:pt x="3055" y="619092"/>
                  </a:lnTo>
                  <a:close/>
                  <a:moveTo>
                    <a:pt x="327110" y="794901"/>
                  </a:moveTo>
                  <a:lnTo>
                    <a:pt x="309694" y="787328"/>
                  </a:lnTo>
                  <a:lnTo>
                    <a:pt x="342090" y="777051"/>
                  </a:lnTo>
                  <a:close/>
                  <a:moveTo>
                    <a:pt x="342090" y="777051"/>
                  </a:moveTo>
                  <a:lnTo>
                    <a:pt x="309694" y="787328"/>
                  </a:lnTo>
                  <a:lnTo>
                    <a:pt x="365964" y="765492"/>
                  </a:lnTo>
                  <a:close/>
                  <a:moveTo>
                    <a:pt x="217290" y="448012"/>
                  </a:moveTo>
                  <a:lnTo>
                    <a:pt x="219915" y="443737"/>
                  </a:lnTo>
                  <a:lnTo>
                    <a:pt x="204738" y="495274"/>
                  </a:lnTo>
                  <a:close/>
                  <a:moveTo>
                    <a:pt x="1019437" y="735560"/>
                  </a:moveTo>
                  <a:lnTo>
                    <a:pt x="1045242" y="711466"/>
                  </a:lnTo>
                  <a:lnTo>
                    <a:pt x="1031252" y="736506"/>
                  </a:lnTo>
                  <a:close/>
                  <a:moveTo>
                    <a:pt x="1150506" y="75631"/>
                  </a:moveTo>
                  <a:lnTo>
                    <a:pt x="1148800" y="17247"/>
                  </a:lnTo>
                  <a:lnTo>
                    <a:pt x="1146251" y="61065"/>
                  </a:lnTo>
                  <a:close/>
                  <a:moveTo>
                    <a:pt x="1164570" y="0"/>
                  </a:moveTo>
                  <a:lnTo>
                    <a:pt x="1148800" y="17247"/>
                  </a:lnTo>
                  <a:lnTo>
                    <a:pt x="1150506" y="756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199" name="Output_density__4198">
              <a:extLst>
                <a:ext uri="{FF2B5EF4-FFF2-40B4-BE49-F238E27FC236}">
                  <a16:creationId xmlns:a16="http://schemas.microsoft.com/office/drawing/2014/main" id="{38426F2B-EDDE-1A51-27B2-720A423D0656}"/>
                </a:ext>
              </a:extLst>
            </p:cNvPr>
            <p:cNvSpPr>
              <a:spLocks noGrp="1"/>
            </p:cNvSpPr>
            <p:nvPr/>
          </p:nvSpPr>
          <p:spPr>
            <a:xfrm>
              <a:off x="15423138" y="3410044"/>
              <a:ext cx="1214537" cy="1171501"/>
            </a:xfrm>
            <a:custGeom>
              <a:avLst/>
              <a:gdLst/>
              <a:ahLst/>
              <a:cxnLst/>
              <a:rect l="0" t="0" r="0" b="0"/>
              <a:pathLst>
                <a:path w="1214537" h="1171501">
                  <a:moveTo>
                    <a:pt x="0" y="672755"/>
                  </a:moveTo>
                  <a:lnTo>
                    <a:pt x="49967" y="684899"/>
                  </a:lnTo>
                  <a:lnTo>
                    <a:pt x="32568" y="659622"/>
                  </a:lnTo>
                  <a:close/>
                  <a:moveTo>
                    <a:pt x="277640" y="877199"/>
                  </a:moveTo>
                  <a:lnTo>
                    <a:pt x="259833" y="850397"/>
                  </a:lnTo>
                  <a:lnTo>
                    <a:pt x="221943" y="843634"/>
                  </a:lnTo>
                  <a:close/>
                  <a:moveTo>
                    <a:pt x="622819" y="1159483"/>
                  </a:moveTo>
                  <a:lnTo>
                    <a:pt x="663550" y="1171501"/>
                  </a:lnTo>
                  <a:lnTo>
                    <a:pt x="638468" y="1161393"/>
                  </a:lnTo>
                  <a:close/>
                  <a:moveTo>
                    <a:pt x="364617" y="855643"/>
                  </a:moveTo>
                  <a:lnTo>
                    <a:pt x="396271" y="913818"/>
                  </a:lnTo>
                  <a:lnTo>
                    <a:pt x="367674" y="862282"/>
                  </a:lnTo>
                  <a:close/>
                  <a:moveTo>
                    <a:pt x="642819" y="964458"/>
                  </a:moveTo>
                  <a:lnTo>
                    <a:pt x="669011" y="923572"/>
                  </a:lnTo>
                  <a:lnTo>
                    <a:pt x="669302" y="917167"/>
                  </a:lnTo>
                  <a:close/>
                  <a:moveTo>
                    <a:pt x="635309" y="975732"/>
                  </a:moveTo>
                  <a:lnTo>
                    <a:pt x="654977" y="970139"/>
                  </a:lnTo>
                  <a:lnTo>
                    <a:pt x="642819" y="964458"/>
                  </a:lnTo>
                  <a:close/>
                  <a:moveTo>
                    <a:pt x="394943" y="736398"/>
                  </a:moveTo>
                  <a:lnTo>
                    <a:pt x="392058" y="786651"/>
                  </a:lnTo>
                  <a:lnTo>
                    <a:pt x="415931" y="775093"/>
                  </a:lnTo>
                  <a:close/>
                  <a:moveTo>
                    <a:pt x="394943" y="736398"/>
                  </a:moveTo>
                  <a:lnTo>
                    <a:pt x="415931" y="775093"/>
                  </a:lnTo>
                  <a:lnTo>
                    <a:pt x="440034" y="730309"/>
                  </a:lnTo>
                  <a:close/>
                  <a:moveTo>
                    <a:pt x="440034" y="730309"/>
                  </a:moveTo>
                  <a:lnTo>
                    <a:pt x="457939" y="730252"/>
                  </a:lnTo>
                  <a:lnTo>
                    <a:pt x="455094" y="711021"/>
                  </a:lnTo>
                  <a:close/>
                  <a:moveTo>
                    <a:pt x="454249" y="743679"/>
                  </a:moveTo>
                  <a:lnTo>
                    <a:pt x="457939" y="730252"/>
                  </a:lnTo>
                  <a:lnTo>
                    <a:pt x="440034" y="730309"/>
                  </a:lnTo>
                  <a:close/>
                  <a:moveTo>
                    <a:pt x="415931" y="775093"/>
                  </a:moveTo>
                  <a:lnTo>
                    <a:pt x="454249" y="743679"/>
                  </a:lnTo>
                  <a:lnTo>
                    <a:pt x="440034" y="730309"/>
                  </a:lnTo>
                  <a:close/>
                  <a:moveTo>
                    <a:pt x="282391" y="429244"/>
                  </a:moveTo>
                  <a:lnTo>
                    <a:pt x="269883" y="453338"/>
                  </a:lnTo>
                  <a:lnTo>
                    <a:pt x="251716" y="401801"/>
                  </a:lnTo>
                  <a:close/>
                  <a:moveTo>
                    <a:pt x="617788" y="550776"/>
                  </a:moveTo>
                  <a:lnTo>
                    <a:pt x="566787" y="585065"/>
                  </a:lnTo>
                  <a:lnTo>
                    <a:pt x="607714" y="563409"/>
                  </a:lnTo>
                  <a:close/>
                  <a:moveTo>
                    <a:pt x="617788" y="550776"/>
                  </a:moveTo>
                  <a:lnTo>
                    <a:pt x="601976" y="541955"/>
                  </a:lnTo>
                  <a:lnTo>
                    <a:pt x="568668" y="489985"/>
                  </a:lnTo>
                  <a:close/>
                  <a:moveTo>
                    <a:pt x="938398" y="831271"/>
                  </a:moveTo>
                  <a:lnTo>
                    <a:pt x="955013" y="853616"/>
                  </a:lnTo>
                  <a:lnTo>
                    <a:pt x="960611" y="838435"/>
                  </a:lnTo>
                  <a:close/>
                  <a:moveTo>
                    <a:pt x="936384" y="882893"/>
                  </a:moveTo>
                  <a:lnTo>
                    <a:pt x="955013" y="853616"/>
                  </a:lnTo>
                  <a:lnTo>
                    <a:pt x="938398" y="831271"/>
                  </a:lnTo>
                  <a:close/>
                  <a:moveTo>
                    <a:pt x="960611" y="838435"/>
                  </a:moveTo>
                  <a:lnTo>
                    <a:pt x="955872" y="779545"/>
                  </a:lnTo>
                  <a:lnTo>
                    <a:pt x="941754" y="820792"/>
                  </a:lnTo>
                  <a:close/>
                  <a:moveTo>
                    <a:pt x="810159" y="595833"/>
                  </a:moveTo>
                  <a:lnTo>
                    <a:pt x="842182" y="607780"/>
                  </a:lnTo>
                  <a:lnTo>
                    <a:pt x="825549" y="558560"/>
                  </a:lnTo>
                  <a:close/>
                  <a:moveTo>
                    <a:pt x="844469" y="654765"/>
                  </a:moveTo>
                  <a:lnTo>
                    <a:pt x="849234" y="614645"/>
                  </a:lnTo>
                  <a:lnTo>
                    <a:pt x="842182" y="607780"/>
                  </a:lnTo>
                  <a:close/>
                  <a:moveTo>
                    <a:pt x="1078643" y="669530"/>
                  </a:moveTo>
                  <a:lnTo>
                    <a:pt x="1095209" y="721067"/>
                  </a:lnTo>
                  <a:lnTo>
                    <a:pt x="1069216" y="693624"/>
                  </a:lnTo>
                  <a:close/>
                  <a:moveTo>
                    <a:pt x="1053862" y="549635"/>
                  </a:moveTo>
                  <a:lnTo>
                    <a:pt x="1075258" y="594983"/>
                  </a:lnTo>
                  <a:lnTo>
                    <a:pt x="1073959" y="617994"/>
                  </a:lnTo>
                  <a:close/>
                  <a:moveTo>
                    <a:pt x="791409" y="91462"/>
                  </a:moveTo>
                  <a:lnTo>
                    <a:pt x="824233" y="105976"/>
                  </a:lnTo>
                  <a:lnTo>
                    <a:pt x="865888" y="60347"/>
                  </a:lnTo>
                  <a:close/>
                  <a:moveTo>
                    <a:pt x="1027727" y="141407"/>
                  </a:moveTo>
                  <a:lnTo>
                    <a:pt x="1054933" y="133419"/>
                  </a:lnTo>
                  <a:lnTo>
                    <a:pt x="1060796" y="130149"/>
                  </a:lnTo>
                  <a:close/>
                  <a:moveTo>
                    <a:pt x="1196218" y="70666"/>
                  </a:moveTo>
                  <a:lnTo>
                    <a:pt x="1205030" y="136768"/>
                  </a:lnTo>
                  <a:lnTo>
                    <a:pt x="1200474" y="85231"/>
                  </a:lnTo>
                  <a:close/>
                  <a:moveTo>
                    <a:pt x="1196218" y="70666"/>
                  </a:moveTo>
                  <a:lnTo>
                    <a:pt x="1198768" y="26848"/>
                  </a:lnTo>
                  <a:lnTo>
                    <a:pt x="1159296" y="53944"/>
                  </a:lnTo>
                  <a:close/>
                  <a:moveTo>
                    <a:pt x="1205964" y="0"/>
                  </a:moveTo>
                  <a:lnTo>
                    <a:pt x="1198768" y="26848"/>
                  </a:lnTo>
                  <a:lnTo>
                    <a:pt x="1214537" y="960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00" name="Output_density__4199">
              <a:extLst>
                <a:ext uri="{FF2B5EF4-FFF2-40B4-BE49-F238E27FC236}">
                  <a16:creationId xmlns:a16="http://schemas.microsoft.com/office/drawing/2014/main" id="{486D653F-D951-A6E8-6DE9-B0DD268F9317}"/>
                </a:ext>
              </a:extLst>
            </p:cNvPr>
            <p:cNvSpPr>
              <a:spLocks noGrp="1"/>
            </p:cNvSpPr>
            <p:nvPr/>
          </p:nvSpPr>
          <p:spPr>
            <a:xfrm>
              <a:off x="16412404" y="3445388"/>
              <a:ext cx="46174" cy="26882"/>
            </a:xfrm>
            <a:custGeom>
              <a:avLst/>
              <a:gdLst/>
              <a:ahLst/>
              <a:cxnLst/>
              <a:rect l="0" t="0" r="0" b="0"/>
              <a:pathLst>
                <a:path w="46174" h="26882">
                  <a:moveTo>
                    <a:pt x="38913" y="22445"/>
                  </a:moveTo>
                  <a:lnTo>
                    <a:pt x="46174" y="0"/>
                  </a:lnTo>
                  <a:lnTo>
                    <a:pt x="0" y="2688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01" name="Output_density__4200">
              <a:extLst>
                <a:ext uri="{FF2B5EF4-FFF2-40B4-BE49-F238E27FC236}">
                  <a16:creationId xmlns:a16="http://schemas.microsoft.com/office/drawing/2014/main" id="{4037200A-A4B5-42FF-EC5A-87DE074F621B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3153354"/>
              <a:ext cx="1309036" cy="1572364"/>
            </a:xfrm>
            <a:custGeom>
              <a:avLst/>
              <a:gdLst/>
              <a:ahLst/>
              <a:cxnLst/>
              <a:rect l="0" t="0" r="0" b="0"/>
              <a:pathLst>
                <a:path w="1309036" h="1572364">
                  <a:moveTo>
                    <a:pt x="381098" y="1572364"/>
                  </a:moveTo>
                  <a:lnTo>
                    <a:pt x="350713" y="1534304"/>
                  </a:lnTo>
                  <a:lnTo>
                    <a:pt x="357073" y="1552010"/>
                  </a:lnTo>
                  <a:close/>
                  <a:moveTo>
                    <a:pt x="362227" y="1541585"/>
                  </a:moveTo>
                  <a:lnTo>
                    <a:pt x="350713" y="1534304"/>
                  </a:lnTo>
                  <a:lnTo>
                    <a:pt x="381098" y="1572364"/>
                  </a:lnTo>
                  <a:close/>
                  <a:moveTo>
                    <a:pt x="357073" y="1552010"/>
                  </a:moveTo>
                  <a:lnTo>
                    <a:pt x="350713" y="1534304"/>
                  </a:lnTo>
                  <a:lnTo>
                    <a:pt x="322054" y="1494861"/>
                  </a:lnTo>
                  <a:close/>
                  <a:moveTo>
                    <a:pt x="348999" y="1527916"/>
                  </a:moveTo>
                  <a:lnTo>
                    <a:pt x="322054" y="1494861"/>
                  </a:lnTo>
                  <a:lnTo>
                    <a:pt x="350713" y="1534304"/>
                  </a:lnTo>
                  <a:close/>
                  <a:moveTo>
                    <a:pt x="348999" y="1527916"/>
                  </a:moveTo>
                  <a:lnTo>
                    <a:pt x="305936" y="1476379"/>
                  </a:lnTo>
                  <a:lnTo>
                    <a:pt x="322054" y="1494861"/>
                  </a:lnTo>
                  <a:close/>
                  <a:moveTo>
                    <a:pt x="330809" y="1154319"/>
                  </a:moveTo>
                  <a:lnTo>
                    <a:pt x="296419" y="1118972"/>
                  </a:lnTo>
                  <a:lnTo>
                    <a:pt x="296686" y="1139027"/>
                  </a:lnTo>
                  <a:close/>
                  <a:moveTo>
                    <a:pt x="218745" y="1067435"/>
                  </a:moveTo>
                  <a:lnTo>
                    <a:pt x="213124" y="1063669"/>
                  </a:lnTo>
                  <a:lnTo>
                    <a:pt x="178739" y="1070010"/>
                  </a:lnTo>
                  <a:close/>
                  <a:moveTo>
                    <a:pt x="4065" y="885383"/>
                  </a:moveTo>
                  <a:lnTo>
                    <a:pt x="54228" y="933241"/>
                  </a:lnTo>
                  <a:lnTo>
                    <a:pt x="0" y="876602"/>
                  </a:lnTo>
                  <a:close/>
                  <a:moveTo>
                    <a:pt x="585806" y="1369621"/>
                  </a:moveTo>
                  <a:lnTo>
                    <a:pt x="635952" y="1404098"/>
                  </a:lnTo>
                  <a:lnTo>
                    <a:pt x="618367" y="1395845"/>
                  </a:lnTo>
                  <a:close/>
                  <a:moveTo>
                    <a:pt x="296419" y="1118972"/>
                  </a:moveTo>
                  <a:lnTo>
                    <a:pt x="330809" y="1154319"/>
                  </a:lnTo>
                  <a:lnTo>
                    <a:pt x="333060" y="1109456"/>
                  </a:lnTo>
                  <a:close/>
                  <a:moveTo>
                    <a:pt x="333060" y="1109456"/>
                  </a:moveTo>
                  <a:lnTo>
                    <a:pt x="330809" y="1154319"/>
                  </a:lnTo>
                  <a:lnTo>
                    <a:pt x="382423" y="1170049"/>
                  </a:lnTo>
                  <a:close/>
                  <a:moveTo>
                    <a:pt x="218745" y="1067435"/>
                  </a:moveTo>
                  <a:lnTo>
                    <a:pt x="271456" y="1107088"/>
                  </a:lnTo>
                  <a:lnTo>
                    <a:pt x="260446" y="1043341"/>
                  </a:lnTo>
                  <a:close/>
                  <a:moveTo>
                    <a:pt x="296419" y="1118972"/>
                  </a:moveTo>
                  <a:lnTo>
                    <a:pt x="333060" y="1109456"/>
                  </a:lnTo>
                  <a:lnTo>
                    <a:pt x="271456" y="1107088"/>
                  </a:lnTo>
                  <a:close/>
                  <a:moveTo>
                    <a:pt x="574195" y="1352561"/>
                  </a:moveTo>
                  <a:lnTo>
                    <a:pt x="585806" y="1369621"/>
                  </a:lnTo>
                  <a:lnTo>
                    <a:pt x="618367" y="1395845"/>
                  </a:lnTo>
                  <a:close/>
                  <a:moveTo>
                    <a:pt x="618367" y="1395845"/>
                  </a:moveTo>
                  <a:lnTo>
                    <a:pt x="635952" y="1404098"/>
                  </a:lnTo>
                  <a:lnTo>
                    <a:pt x="633960" y="1393215"/>
                  </a:lnTo>
                  <a:close/>
                  <a:moveTo>
                    <a:pt x="618367" y="1395845"/>
                  </a:moveTo>
                  <a:lnTo>
                    <a:pt x="633960" y="1393215"/>
                  </a:lnTo>
                  <a:lnTo>
                    <a:pt x="574195" y="1352561"/>
                  </a:lnTo>
                  <a:close/>
                  <a:moveTo>
                    <a:pt x="233944" y="925842"/>
                  </a:moveTo>
                  <a:lnTo>
                    <a:pt x="237523" y="940268"/>
                  </a:lnTo>
                  <a:lnTo>
                    <a:pt x="210350" y="918398"/>
                  </a:lnTo>
                  <a:close/>
                  <a:moveTo>
                    <a:pt x="297997" y="886990"/>
                  </a:moveTo>
                  <a:lnTo>
                    <a:pt x="288606" y="940268"/>
                  </a:lnTo>
                  <a:lnTo>
                    <a:pt x="289037" y="919035"/>
                  </a:lnTo>
                  <a:close/>
                  <a:moveTo>
                    <a:pt x="297997" y="886990"/>
                  </a:moveTo>
                  <a:lnTo>
                    <a:pt x="289037" y="919035"/>
                  </a:lnTo>
                  <a:lnTo>
                    <a:pt x="259940" y="879947"/>
                  </a:lnTo>
                  <a:close/>
                  <a:moveTo>
                    <a:pt x="185957" y="827198"/>
                  </a:moveTo>
                  <a:lnTo>
                    <a:pt x="197013" y="813101"/>
                  </a:lnTo>
                  <a:lnTo>
                    <a:pt x="162529" y="779381"/>
                  </a:lnTo>
                  <a:close/>
                  <a:moveTo>
                    <a:pt x="520473" y="1196525"/>
                  </a:moveTo>
                  <a:lnTo>
                    <a:pt x="503547" y="1181005"/>
                  </a:lnTo>
                  <a:lnTo>
                    <a:pt x="504683" y="1173857"/>
                  </a:lnTo>
                  <a:close/>
                  <a:moveTo>
                    <a:pt x="466827" y="1139413"/>
                  </a:moveTo>
                  <a:lnTo>
                    <a:pt x="504683" y="1173857"/>
                  </a:lnTo>
                  <a:lnTo>
                    <a:pt x="500792" y="1170705"/>
                  </a:lnTo>
                  <a:close/>
                  <a:moveTo>
                    <a:pt x="645780" y="1258120"/>
                  </a:moveTo>
                  <a:lnTo>
                    <a:pt x="676747" y="1270926"/>
                  </a:lnTo>
                  <a:lnTo>
                    <a:pt x="661555" y="1247741"/>
                  </a:lnTo>
                  <a:close/>
                  <a:moveTo>
                    <a:pt x="580542" y="1159301"/>
                  </a:moveTo>
                  <a:lnTo>
                    <a:pt x="606962" y="1218304"/>
                  </a:lnTo>
                  <a:lnTo>
                    <a:pt x="621750" y="1152170"/>
                  </a:lnTo>
                  <a:close/>
                  <a:moveTo>
                    <a:pt x="606962" y="1218304"/>
                  </a:moveTo>
                  <a:lnTo>
                    <a:pt x="651663" y="1149763"/>
                  </a:lnTo>
                  <a:lnTo>
                    <a:pt x="621750" y="1152170"/>
                  </a:lnTo>
                  <a:close/>
                  <a:moveTo>
                    <a:pt x="416816" y="953860"/>
                  </a:moveTo>
                  <a:lnTo>
                    <a:pt x="365444" y="1014017"/>
                  </a:lnTo>
                  <a:lnTo>
                    <a:pt x="406566" y="993088"/>
                  </a:lnTo>
                  <a:close/>
                  <a:moveTo>
                    <a:pt x="406566" y="993088"/>
                  </a:moveTo>
                  <a:lnTo>
                    <a:pt x="472868" y="946273"/>
                  </a:lnTo>
                  <a:lnTo>
                    <a:pt x="416816" y="953860"/>
                  </a:lnTo>
                  <a:close/>
                  <a:moveTo>
                    <a:pt x="416816" y="953860"/>
                  </a:moveTo>
                  <a:lnTo>
                    <a:pt x="472868" y="946273"/>
                  </a:lnTo>
                  <a:lnTo>
                    <a:pt x="451605" y="900817"/>
                  </a:lnTo>
                  <a:close/>
                  <a:moveTo>
                    <a:pt x="414105" y="893322"/>
                  </a:moveTo>
                  <a:lnTo>
                    <a:pt x="451605" y="900817"/>
                  </a:lnTo>
                  <a:lnTo>
                    <a:pt x="373778" y="863364"/>
                  </a:lnTo>
                  <a:close/>
                  <a:moveTo>
                    <a:pt x="414105" y="893322"/>
                  </a:moveTo>
                  <a:lnTo>
                    <a:pt x="373778" y="863364"/>
                  </a:lnTo>
                  <a:lnTo>
                    <a:pt x="400723" y="892080"/>
                  </a:lnTo>
                  <a:close/>
                  <a:moveTo>
                    <a:pt x="651663" y="1149763"/>
                  </a:moveTo>
                  <a:lnTo>
                    <a:pt x="672818" y="1154954"/>
                  </a:lnTo>
                  <a:lnTo>
                    <a:pt x="675040" y="1146829"/>
                  </a:lnTo>
                  <a:close/>
                  <a:moveTo>
                    <a:pt x="672818" y="1154954"/>
                  </a:moveTo>
                  <a:lnTo>
                    <a:pt x="677410" y="1149763"/>
                  </a:lnTo>
                  <a:lnTo>
                    <a:pt x="675040" y="1146829"/>
                  </a:lnTo>
                  <a:close/>
                  <a:moveTo>
                    <a:pt x="675179" y="1083972"/>
                  </a:moveTo>
                  <a:lnTo>
                    <a:pt x="675040" y="1146829"/>
                  </a:lnTo>
                  <a:lnTo>
                    <a:pt x="677410" y="1149763"/>
                  </a:lnTo>
                  <a:close/>
                  <a:moveTo>
                    <a:pt x="581725" y="1028824"/>
                  </a:moveTo>
                  <a:lnTo>
                    <a:pt x="604211" y="1073119"/>
                  </a:lnTo>
                  <a:lnTo>
                    <a:pt x="604477" y="1040727"/>
                  </a:lnTo>
                  <a:close/>
                  <a:moveTo>
                    <a:pt x="564708" y="1097819"/>
                  </a:moveTo>
                  <a:lnTo>
                    <a:pt x="604211" y="1073119"/>
                  </a:lnTo>
                  <a:lnTo>
                    <a:pt x="581725" y="1028824"/>
                  </a:lnTo>
                  <a:close/>
                  <a:moveTo>
                    <a:pt x="604477" y="1040727"/>
                  </a:moveTo>
                  <a:lnTo>
                    <a:pt x="604211" y="1073119"/>
                  </a:lnTo>
                  <a:lnTo>
                    <a:pt x="675179" y="1083972"/>
                  </a:lnTo>
                  <a:close/>
                  <a:moveTo>
                    <a:pt x="651566" y="1040427"/>
                  </a:moveTo>
                  <a:lnTo>
                    <a:pt x="604477" y="1040727"/>
                  </a:lnTo>
                  <a:lnTo>
                    <a:pt x="675179" y="1083972"/>
                  </a:lnTo>
                  <a:close/>
                  <a:moveTo>
                    <a:pt x="254804" y="685934"/>
                  </a:moveTo>
                  <a:lnTo>
                    <a:pt x="310119" y="713666"/>
                  </a:lnTo>
                  <a:lnTo>
                    <a:pt x="272419" y="681574"/>
                  </a:lnTo>
                  <a:close/>
                  <a:moveTo>
                    <a:pt x="272419" y="681574"/>
                  </a:moveTo>
                  <a:lnTo>
                    <a:pt x="283917" y="737470"/>
                  </a:lnTo>
                  <a:lnTo>
                    <a:pt x="294015" y="685934"/>
                  </a:lnTo>
                  <a:close/>
                  <a:moveTo>
                    <a:pt x="318622" y="685934"/>
                  </a:moveTo>
                  <a:lnTo>
                    <a:pt x="368543" y="716025"/>
                  </a:lnTo>
                  <a:lnTo>
                    <a:pt x="381086" y="713377"/>
                  </a:lnTo>
                  <a:close/>
                  <a:moveTo>
                    <a:pt x="353288" y="661840"/>
                  </a:moveTo>
                  <a:lnTo>
                    <a:pt x="318622" y="685934"/>
                  </a:lnTo>
                  <a:lnTo>
                    <a:pt x="381086" y="713377"/>
                  </a:lnTo>
                  <a:close/>
                  <a:moveTo>
                    <a:pt x="335267" y="631389"/>
                  </a:moveTo>
                  <a:lnTo>
                    <a:pt x="307595" y="628215"/>
                  </a:lnTo>
                  <a:lnTo>
                    <a:pt x="353288" y="661840"/>
                  </a:lnTo>
                  <a:close/>
                  <a:moveTo>
                    <a:pt x="279049" y="613441"/>
                  </a:moveTo>
                  <a:lnTo>
                    <a:pt x="293459" y="634397"/>
                  </a:lnTo>
                  <a:lnTo>
                    <a:pt x="253252" y="571670"/>
                  </a:lnTo>
                  <a:close/>
                  <a:moveTo>
                    <a:pt x="218952" y="561573"/>
                  </a:moveTo>
                  <a:lnTo>
                    <a:pt x="279049" y="613441"/>
                  </a:lnTo>
                  <a:lnTo>
                    <a:pt x="253252" y="571670"/>
                  </a:lnTo>
                  <a:close/>
                  <a:moveTo>
                    <a:pt x="381086" y="713377"/>
                  </a:moveTo>
                  <a:lnTo>
                    <a:pt x="383111" y="730291"/>
                  </a:lnTo>
                  <a:lnTo>
                    <a:pt x="413023" y="747429"/>
                  </a:lnTo>
                  <a:close/>
                  <a:moveTo>
                    <a:pt x="748860" y="1124797"/>
                  </a:moveTo>
                  <a:lnTo>
                    <a:pt x="760944" y="1174864"/>
                  </a:lnTo>
                  <a:lnTo>
                    <a:pt x="723491" y="1107439"/>
                  </a:lnTo>
                  <a:close/>
                  <a:moveTo>
                    <a:pt x="460214" y="740819"/>
                  </a:moveTo>
                  <a:lnTo>
                    <a:pt x="432139" y="764913"/>
                  </a:lnTo>
                  <a:lnTo>
                    <a:pt x="478043" y="815853"/>
                  </a:lnTo>
                  <a:close/>
                  <a:moveTo>
                    <a:pt x="432139" y="764913"/>
                  </a:moveTo>
                  <a:lnTo>
                    <a:pt x="460214" y="740819"/>
                  </a:lnTo>
                  <a:lnTo>
                    <a:pt x="413023" y="747429"/>
                  </a:lnTo>
                  <a:close/>
                  <a:moveTo>
                    <a:pt x="353288" y="661840"/>
                  </a:moveTo>
                  <a:lnTo>
                    <a:pt x="381086" y="713377"/>
                  </a:lnTo>
                  <a:lnTo>
                    <a:pt x="352048" y="654818"/>
                  </a:lnTo>
                  <a:close/>
                  <a:moveTo>
                    <a:pt x="335267" y="631389"/>
                  </a:moveTo>
                  <a:lnTo>
                    <a:pt x="353288" y="661840"/>
                  </a:lnTo>
                  <a:lnTo>
                    <a:pt x="352048" y="654818"/>
                  </a:lnTo>
                  <a:close/>
                  <a:moveTo>
                    <a:pt x="794452" y="922872"/>
                  </a:moveTo>
                  <a:lnTo>
                    <a:pt x="788443" y="968102"/>
                  </a:lnTo>
                  <a:lnTo>
                    <a:pt x="819467" y="949198"/>
                  </a:lnTo>
                  <a:close/>
                  <a:moveTo>
                    <a:pt x="757463" y="892049"/>
                  </a:moveTo>
                  <a:lnTo>
                    <a:pt x="725310" y="892970"/>
                  </a:lnTo>
                  <a:lnTo>
                    <a:pt x="794452" y="922872"/>
                  </a:lnTo>
                  <a:close/>
                  <a:moveTo>
                    <a:pt x="696674" y="819798"/>
                  </a:moveTo>
                  <a:lnTo>
                    <a:pt x="708367" y="843892"/>
                  </a:lnTo>
                  <a:lnTo>
                    <a:pt x="728099" y="871335"/>
                  </a:lnTo>
                  <a:close/>
                  <a:moveTo>
                    <a:pt x="569347" y="665189"/>
                  </a:moveTo>
                  <a:lnTo>
                    <a:pt x="561240" y="682434"/>
                  </a:lnTo>
                  <a:lnTo>
                    <a:pt x="564227" y="740819"/>
                  </a:lnTo>
                  <a:close/>
                  <a:moveTo>
                    <a:pt x="569347" y="665189"/>
                  </a:moveTo>
                  <a:lnTo>
                    <a:pt x="522232" y="630409"/>
                  </a:lnTo>
                  <a:lnTo>
                    <a:pt x="552873" y="651151"/>
                  </a:lnTo>
                  <a:close/>
                  <a:moveTo>
                    <a:pt x="493798" y="615542"/>
                  </a:moveTo>
                  <a:lnTo>
                    <a:pt x="506430" y="652189"/>
                  </a:lnTo>
                  <a:lnTo>
                    <a:pt x="552873" y="651151"/>
                  </a:lnTo>
                  <a:close/>
                  <a:moveTo>
                    <a:pt x="426584" y="528331"/>
                  </a:moveTo>
                  <a:lnTo>
                    <a:pt x="464382" y="562116"/>
                  </a:lnTo>
                  <a:lnTo>
                    <a:pt x="409802" y="520362"/>
                  </a:lnTo>
                  <a:close/>
                  <a:moveTo>
                    <a:pt x="728099" y="871335"/>
                  </a:moveTo>
                  <a:lnTo>
                    <a:pt x="725310" y="892970"/>
                  </a:lnTo>
                  <a:lnTo>
                    <a:pt x="757463" y="892049"/>
                  </a:lnTo>
                  <a:close/>
                  <a:moveTo>
                    <a:pt x="757463" y="892049"/>
                  </a:moveTo>
                  <a:lnTo>
                    <a:pt x="794452" y="922872"/>
                  </a:lnTo>
                  <a:lnTo>
                    <a:pt x="784368" y="857744"/>
                  </a:lnTo>
                  <a:close/>
                  <a:moveTo>
                    <a:pt x="784368" y="857744"/>
                  </a:moveTo>
                  <a:lnTo>
                    <a:pt x="794452" y="922872"/>
                  </a:lnTo>
                  <a:lnTo>
                    <a:pt x="821782" y="852523"/>
                  </a:lnTo>
                  <a:close/>
                  <a:moveTo>
                    <a:pt x="821782" y="852523"/>
                  </a:moveTo>
                  <a:lnTo>
                    <a:pt x="794452" y="922872"/>
                  </a:lnTo>
                  <a:lnTo>
                    <a:pt x="825264" y="912435"/>
                  </a:lnTo>
                  <a:close/>
                  <a:moveTo>
                    <a:pt x="825264" y="912435"/>
                  </a:moveTo>
                  <a:lnTo>
                    <a:pt x="819467" y="949198"/>
                  </a:lnTo>
                  <a:lnTo>
                    <a:pt x="854027" y="922872"/>
                  </a:lnTo>
                  <a:close/>
                  <a:moveTo>
                    <a:pt x="769347" y="847241"/>
                  </a:moveTo>
                  <a:lnTo>
                    <a:pt x="728099" y="871335"/>
                  </a:lnTo>
                  <a:lnTo>
                    <a:pt x="757463" y="892049"/>
                  </a:lnTo>
                  <a:close/>
                  <a:moveTo>
                    <a:pt x="769347" y="847241"/>
                  </a:moveTo>
                  <a:lnTo>
                    <a:pt x="696674" y="819798"/>
                  </a:lnTo>
                  <a:lnTo>
                    <a:pt x="728099" y="871335"/>
                  </a:lnTo>
                  <a:close/>
                  <a:moveTo>
                    <a:pt x="561874" y="660923"/>
                  </a:moveTo>
                  <a:lnTo>
                    <a:pt x="561240" y="682434"/>
                  </a:lnTo>
                  <a:lnTo>
                    <a:pt x="569347" y="665189"/>
                  </a:lnTo>
                  <a:close/>
                  <a:moveTo>
                    <a:pt x="561874" y="660923"/>
                  </a:moveTo>
                  <a:lnTo>
                    <a:pt x="569347" y="665189"/>
                  </a:lnTo>
                  <a:lnTo>
                    <a:pt x="552873" y="651151"/>
                  </a:lnTo>
                  <a:close/>
                  <a:moveTo>
                    <a:pt x="1034955" y="918649"/>
                  </a:moveTo>
                  <a:lnTo>
                    <a:pt x="1080216" y="919835"/>
                  </a:lnTo>
                  <a:lnTo>
                    <a:pt x="1086882" y="851673"/>
                  </a:lnTo>
                  <a:close/>
                  <a:moveTo>
                    <a:pt x="1034955" y="918649"/>
                  </a:moveTo>
                  <a:lnTo>
                    <a:pt x="1086882" y="851673"/>
                  </a:lnTo>
                  <a:lnTo>
                    <a:pt x="1032509" y="857895"/>
                  </a:lnTo>
                  <a:close/>
                  <a:moveTo>
                    <a:pt x="984166" y="859215"/>
                  </a:moveTo>
                  <a:lnTo>
                    <a:pt x="1034955" y="918649"/>
                  </a:lnTo>
                  <a:lnTo>
                    <a:pt x="1032509" y="857895"/>
                  </a:lnTo>
                  <a:close/>
                  <a:moveTo>
                    <a:pt x="974443" y="804376"/>
                  </a:moveTo>
                  <a:lnTo>
                    <a:pt x="991402" y="837979"/>
                  </a:lnTo>
                  <a:lnTo>
                    <a:pt x="913961" y="823147"/>
                  </a:lnTo>
                  <a:close/>
                  <a:moveTo>
                    <a:pt x="1037222" y="834617"/>
                  </a:moveTo>
                  <a:lnTo>
                    <a:pt x="991402" y="837979"/>
                  </a:lnTo>
                  <a:lnTo>
                    <a:pt x="963806" y="823147"/>
                  </a:lnTo>
                  <a:close/>
                  <a:moveTo>
                    <a:pt x="984166" y="859215"/>
                  </a:moveTo>
                  <a:lnTo>
                    <a:pt x="1032509" y="857895"/>
                  </a:lnTo>
                  <a:lnTo>
                    <a:pt x="963806" y="823147"/>
                  </a:lnTo>
                  <a:close/>
                  <a:moveTo>
                    <a:pt x="1065485" y="806325"/>
                  </a:moveTo>
                  <a:lnTo>
                    <a:pt x="1032509" y="857895"/>
                  </a:lnTo>
                  <a:lnTo>
                    <a:pt x="1086882" y="851673"/>
                  </a:lnTo>
                  <a:close/>
                  <a:moveTo>
                    <a:pt x="1051938" y="779357"/>
                  </a:moveTo>
                  <a:lnTo>
                    <a:pt x="991402" y="837979"/>
                  </a:lnTo>
                  <a:lnTo>
                    <a:pt x="1037222" y="834617"/>
                  </a:lnTo>
                  <a:close/>
                  <a:moveTo>
                    <a:pt x="1051938" y="779357"/>
                  </a:moveTo>
                  <a:lnTo>
                    <a:pt x="1037222" y="834617"/>
                  </a:lnTo>
                  <a:lnTo>
                    <a:pt x="1065740" y="799053"/>
                  </a:lnTo>
                  <a:close/>
                  <a:moveTo>
                    <a:pt x="1167727" y="878032"/>
                  </a:moveTo>
                  <a:lnTo>
                    <a:pt x="1143859" y="843334"/>
                  </a:lnTo>
                  <a:lnTo>
                    <a:pt x="1171082" y="883945"/>
                  </a:lnTo>
                  <a:close/>
                  <a:moveTo>
                    <a:pt x="1292169" y="861467"/>
                  </a:moveTo>
                  <a:lnTo>
                    <a:pt x="1251489" y="856558"/>
                  </a:lnTo>
                  <a:lnTo>
                    <a:pt x="1309036" y="910498"/>
                  </a:lnTo>
                  <a:close/>
                  <a:moveTo>
                    <a:pt x="1251489" y="856558"/>
                  </a:moveTo>
                  <a:lnTo>
                    <a:pt x="1183789" y="898351"/>
                  </a:lnTo>
                  <a:lnTo>
                    <a:pt x="1233093" y="908016"/>
                  </a:lnTo>
                  <a:close/>
                  <a:moveTo>
                    <a:pt x="1251489" y="856558"/>
                  </a:moveTo>
                  <a:lnTo>
                    <a:pt x="1189513" y="868961"/>
                  </a:lnTo>
                  <a:lnTo>
                    <a:pt x="1183789" y="898351"/>
                  </a:lnTo>
                  <a:close/>
                  <a:moveTo>
                    <a:pt x="1189513" y="868961"/>
                  </a:moveTo>
                  <a:lnTo>
                    <a:pt x="1251489" y="856558"/>
                  </a:lnTo>
                  <a:lnTo>
                    <a:pt x="1203184" y="835966"/>
                  </a:lnTo>
                  <a:close/>
                  <a:moveTo>
                    <a:pt x="1251489" y="856558"/>
                  </a:moveTo>
                  <a:lnTo>
                    <a:pt x="1252365" y="845167"/>
                  </a:lnTo>
                  <a:lnTo>
                    <a:pt x="1203184" y="835966"/>
                  </a:lnTo>
                  <a:close/>
                  <a:moveTo>
                    <a:pt x="1156797" y="802402"/>
                  </a:moveTo>
                  <a:lnTo>
                    <a:pt x="1122806" y="759724"/>
                  </a:lnTo>
                  <a:lnTo>
                    <a:pt x="1134831" y="774959"/>
                  </a:lnTo>
                  <a:close/>
                  <a:moveTo>
                    <a:pt x="1156797" y="802402"/>
                  </a:moveTo>
                  <a:lnTo>
                    <a:pt x="1134831" y="774959"/>
                  </a:lnTo>
                  <a:lnTo>
                    <a:pt x="1141858" y="826496"/>
                  </a:lnTo>
                  <a:close/>
                  <a:moveTo>
                    <a:pt x="1131139" y="647792"/>
                  </a:moveTo>
                  <a:lnTo>
                    <a:pt x="1131497" y="702840"/>
                  </a:lnTo>
                  <a:lnTo>
                    <a:pt x="1162354" y="683312"/>
                  </a:lnTo>
                  <a:close/>
                  <a:moveTo>
                    <a:pt x="681702" y="132426"/>
                  </a:moveTo>
                  <a:lnTo>
                    <a:pt x="662922" y="90052"/>
                  </a:lnTo>
                  <a:lnTo>
                    <a:pt x="683346" y="136190"/>
                  </a:lnTo>
                  <a:close/>
                  <a:moveTo>
                    <a:pt x="1252365" y="845167"/>
                  </a:moveTo>
                  <a:lnTo>
                    <a:pt x="1248943" y="795884"/>
                  </a:lnTo>
                  <a:lnTo>
                    <a:pt x="1203184" y="835966"/>
                  </a:lnTo>
                  <a:close/>
                  <a:moveTo>
                    <a:pt x="1131139" y="647792"/>
                  </a:moveTo>
                  <a:lnTo>
                    <a:pt x="1162354" y="683312"/>
                  </a:lnTo>
                  <a:lnTo>
                    <a:pt x="1148181" y="623698"/>
                  </a:lnTo>
                  <a:close/>
                  <a:moveTo>
                    <a:pt x="896760" y="264864"/>
                  </a:moveTo>
                  <a:lnTo>
                    <a:pt x="877511" y="317037"/>
                  </a:lnTo>
                  <a:lnTo>
                    <a:pt x="937027" y="332853"/>
                  </a:lnTo>
                  <a:close/>
                  <a:moveTo>
                    <a:pt x="842223" y="224877"/>
                  </a:moveTo>
                  <a:lnTo>
                    <a:pt x="894619" y="262942"/>
                  </a:lnTo>
                  <a:lnTo>
                    <a:pt x="824304" y="223043"/>
                  </a:lnTo>
                  <a:close/>
                  <a:moveTo>
                    <a:pt x="894619" y="262942"/>
                  </a:moveTo>
                  <a:lnTo>
                    <a:pt x="896760" y="264864"/>
                  </a:lnTo>
                  <a:lnTo>
                    <a:pt x="824304" y="223043"/>
                  </a:lnTo>
                  <a:close/>
                  <a:moveTo>
                    <a:pt x="842223" y="224877"/>
                  </a:moveTo>
                  <a:lnTo>
                    <a:pt x="824304" y="223043"/>
                  </a:lnTo>
                  <a:lnTo>
                    <a:pt x="820175" y="211405"/>
                  </a:lnTo>
                  <a:close/>
                  <a:moveTo>
                    <a:pt x="689369" y="108332"/>
                  </a:moveTo>
                  <a:lnTo>
                    <a:pt x="656489" y="80890"/>
                  </a:lnTo>
                  <a:lnTo>
                    <a:pt x="681702" y="132426"/>
                  </a:lnTo>
                  <a:close/>
                  <a:moveTo>
                    <a:pt x="1058393" y="341921"/>
                  </a:moveTo>
                  <a:lnTo>
                    <a:pt x="1044005" y="366015"/>
                  </a:lnTo>
                  <a:lnTo>
                    <a:pt x="1072420" y="386839"/>
                  </a:lnTo>
                  <a:close/>
                  <a:moveTo>
                    <a:pt x="849952" y="32702"/>
                  </a:moveTo>
                  <a:lnTo>
                    <a:pt x="789952" y="0"/>
                  </a:lnTo>
                  <a:lnTo>
                    <a:pt x="822825" y="17452"/>
                  </a:lnTo>
                  <a:close/>
                  <a:moveTo>
                    <a:pt x="1219582" y="380554"/>
                  </a:moveTo>
                  <a:lnTo>
                    <a:pt x="1156323" y="390962"/>
                  </a:lnTo>
                  <a:lnTo>
                    <a:pt x="1166623" y="393458"/>
                  </a:lnTo>
                  <a:close/>
                  <a:moveTo>
                    <a:pt x="1171535" y="318891"/>
                  </a:moveTo>
                  <a:lnTo>
                    <a:pt x="1156323" y="390962"/>
                  </a:lnTo>
                  <a:lnTo>
                    <a:pt x="1219582" y="380554"/>
                  </a:lnTo>
                  <a:close/>
                  <a:moveTo>
                    <a:pt x="1156323" y="390962"/>
                  </a:moveTo>
                  <a:lnTo>
                    <a:pt x="1171535" y="318891"/>
                  </a:lnTo>
                  <a:lnTo>
                    <a:pt x="1128169" y="325475"/>
                  </a:lnTo>
                  <a:close/>
                  <a:moveTo>
                    <a:pt x="1101548" y="360844"/>
                  </a:moveTo>
                  <a:lnTo>
                    <a:pt x="1156323" y="390962"/>
                  </a:lnTo>
                  <a:lnTo>
                    <a:pt x="1128169" y="325475"/>
                  </a:lnTo>
                  <a:close/>
                  <a:moveTo>
                    <a:pt x="1157529" y="317828"/>
                  </a:moveTo>
                  <a:lnTo>
                    <a:pt x="1171535" y="318891"/>
                  </a:lnTo>
                  <a:lnTo>
                    <a:pt x="1170919" y="310634"/>
                  </a:lnTo>
                  <a:close/>
                  <a:moveTo>
                    <a:pt x="837041" y="24460"/>
                  </a:moveTo>
                  <a:lnTo>
                    <a:pt x="852019" y="84239"/>
                  </a:lnTo>
                  <a:lnTo>
                    <a:pt x="849952" y="32702"/>
                  </a:lnTo>
                  <a:close/>
                  <a:moveTo>
                    <a:pt x="837041" y="24460"/>
                  </a:moveTo>
                  <a:lnTo>
                    <a:pt x="845446" y="80370"/>
                  </a:lnTo>
                  <a:lnTo>
                    <a:pt x="852019" y="84239"/>
                  </a:lnTo>
                  <a:close/>
                  <a:moveTo>
                    <a:pt x="788922" y="25598"/>
                  </a:moveTo>
                  <a:lnTo>
                    <a:pt x="822825" y="17452"/>
                  </a:lnTo>
                  <a:lnTo>
                    <a:pt x="777078" y="21090"/>
                  </a:lnTo>
                  <a:close/>
                  <a:moveTo>
                    <a:pt x="788922" y="25598"/>
                  </a:moveTo>
                  <a:lnTo>
                    <a:pt x="837041" y="24460"/>
                  </a:lnTo>
                  <a:lnTo>
                    <a:pt x="822825" y="17452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02" name="Output_density__4201">
              <a:extLst>
                <a:ext uri="{FF2B5EF4-FFF2-40B4-BE49-F238E27FC236}">
                  <a16:creationId xmlns:a16="http://schemas.microsoft.com/office/drawing/2014/main" id="{22FEB387-20E8-9DE5-CC3E-F7E280C0C20B}"/>
                </a:ext>
              </a:extLst>
            </p:cNvPr>
            <p:cNvSpPr>
              <a:spLocks noGrp="1"/>
            </p:cNvSpPr>
            <p:nvPr/>
          </p:nvSpPr>
          <p:spPr>
            <a:xfrm>
              <a:off x="15576988" y="2594157"/>
              <a:ext cx="1320362" cy="2134573"/>
            </a:xfrm>
            <a:custGeom>
              <a:avLst/>
              <a:gdLst/>
              <a:ahLst/>
              <a:cxnLst/>
              <a:rect l="0" t="0" r="0" b="0"/>
              <a:pathLst>
                <a:path w="1320362" h="2134573">
                  <a:moveTo>
                    <a:pt x="252373" y="2134056"/>
                  </a:moveTo>
                  <a:lnTo>
                    <a:pt x="196754" y="2100782"/>
                  </a:lnTo>
                  <a:lnTo>
                    <a:pt x="215625" y="2131561"/>
                  </a:lnTo>
                  <a:close/>
                  <a:moveTo>
                    <a:pt x="299230" y="2134573"/>
                  </a:moveTo>
                  <a:lnTo>
                    <a:pt x="319375" y="2114555"/>
                  </a:lnTo>
                  <a:lnTo>
                    <a:pt x="276365" y="2088860"/>
                  </a:lnTo>
                  <a:close/>
                  <a:moveTo>
                    <a:pt x="299230" y="2134573"/>
                  </a:moveTo>
                  <a:lnTo>
                    <a:pt x="276365" y="2088860"/>
                  </a:lnTo>
                  <a:lnTo>
                    <a:pt x="252373" y="2134056"/>
                  </a:lnTo>
                  <a:close/>
                  <a:moveTo>
                    <a:pt x="319375" y="2114555"/>
                  </a:moveTo>
                  <a:lnTo>
                    <a:pt x="308576" y="2131938"/>
                  </a:lnTo>
                  <a:lnTo>
                    <a:pt x="332808" y="2125214"/>
                  </a:lnTo>
                  <a:close/>
                  <a:moveTo>
                    <a:pt x="68094" y="1659521"/>
                  </a:moveTo>
                  <a:lnTo>
                    <a:pt x="53272" y="1626632"/>
                  </a:lnTo>
                  <a:lnTo>
                    <a:pt x="56758" y="1650726"/>
                  </a:lnTo>
                  <a:close/>
                  <a:moveTo>
                    <a:pt x="105983" y="1666285"/>
                  </a:moveTo>
                  <a:lnTo>
                    <a:pt x="53272" y="1626632"/>
                  </a:lnTo>
                  <a:lnTo>
                    <a:pt x="68094" y="1659521"/>
                  </a:lnTo>
                  <a:close/>
                  <a:moveTo>
                    <a:pt x="56758" y="1650726"/>
                  </a:moveTo>
                  <a:lnTo>
                    <a:pt x="53272" y="1626632"/>
                  </a:lnTo>
                  <a:lnTo>
                    <a:pt x="13266" y="1629207"/>
                  </a:lnTo>
                  <a:close/>
                  <a:moveTo>
                    <a:pt x="123790" y="1693086"/>
                  </a:moveTo>
                  <a:lnTo>
                    <a:pt x="130946" y="1678169"/>
                  </a:lnTo>
                  <a:lnTo>
                    <a:pt x="105983" y="1666285"/>
                  </a:lnTo>
                  <a:close/>
                  <a:moveTo>
                    <a:pt x="210767" y="1671530"/>
                  </a:moveTo>
                  <a:lnTo>
                    <a:pt x="167587" y="1668653"/>
                  </a:lnTo>
                  <a:lnTo>
                    <a:pt x="216950" y="1729246"/>
                  </a:lnTo>
                  <a:close/>
                  <a:moveTo>
                    <a:pt x="105983" y="1666285"/>
                  </a:moveTo>
                  <a:lnTo>
                    <a:pt x="167587" y="1668653"/>
                  </a:lnTo>
                  <a:lnTo>
                    <a:pt x="176789" y="1621439"/>
                  </a:lnTo>
                  <a:close/>
                  <a:moveTo>
                    <a:pt x="105983" y="1666285"/>
                  </a:moveTo>
                  <a:lnTo>
                    <a:pt x="176789" y="1621439"/>
                  </a:lnTo>
                  <a:lnTo>
                    <a:pt x="131456" y="1626622"/>
                  </a:lnTo>
                  <a:close/>
                  <a:moveTo>
                    <a:pt x="470479" y="1963295"/>
                  </a:moveTo>
                  <a:lnTo>
                    <a:pt x="484618" y="1977280"/>
                  </a:lnTo>
                  <a:lnTo>
                    <a:pt x="506420" y="1980489"/>
                  </a:lnTo>
                  <a:close/>
                  <a:moveTo>
                    <a:pt x="408721" y="1911758"/>
                  </a:moveTo>
                  <a:lnTo>
                    <a:pt x="468487" y="1952412"/>
                  </a:lnTo>
                  <a:lnTo>
                    <a:pt x="403297" y="1904685"/>
                  </a:lnTo>
                  <a:close/>
                  <a:moveTo>
                    <a:pt x="233073" y="1590653"/>
                  </a:moveTo>
                  <a:lnTo>
                    <a:pt x="241093" y="1552285"/>
                  </a:lnTo>
                  <a:lnTo>
                    <a:pt x="199971" y="1573214"/>
                  </a:lnTo>
                  <a:close/>
                  <a:moveTo>
                    <a:pt x="94467" y="1439144"/>
                  </a:moveTo>
                  <a:lnTo>
                    <a:pt x="118057" y="1475371"/>
                  </a:lnTo>
                  <a:lnTo>
                    <a:pt x="83287" y="1423835"/>
                  </a:lnTo>
                  <a:close/>
                  <a:moveTo>
                    <a:pt x="123564" y="1478232"/>
                  </a:moveTo>
                  <a:lnTo>
                    <a:pt x="118057" y="1475371"/>
                  </a:lnTo>
                  <a:lnTo>
                    <a:pt x="94467" y="1439144"/>
                  </a:lnTo>
                  <a:close/>
                  <a:moveTo>
                    <a:pt x="11318" y="1396392"/>
                  </a:moveTo>
                  <a:lnTo>
                    <a:pt x="0" y="1377237"/>
                  </a:lnTo>
                  <a:lnTo>
                    <a:pt x="8581" y="1447929"/>
                  </a:lnTo>
                  <a:close/>
                  <a:moveTo>
                    <a:pt x="0" y="1377237"/>
                  </a:moveTo>
                  <a:lnTo>
                    <a:pt x="11318" y="1396392"/>
                  </a:lnTo>
                  <a:lnTo>
                    <a:pt x="20484" y="1386395"/>
                  </a:lnTo>
                  <a:close/>
                  <a:moveTo>
                    <a:pt x="76390" y="1420741"/>
                  </a:moveTo>
                  <a:lnTo>
                    <a:pt x="94467" y="1439144"/>
                  </a:lnTo>
                  <a:lnTo>
                    <a:pt x="34425" y="1396392"/>
                  </a:lnTo>
                  <a:close/>
                  <a:moveTo>
                    <a:pt x="480307" y="1817317"/>
                  </a:moveTo>
                  <a:lnTo>
                    <a:pt x="496082" y="1806938"/>
                  </a:lnTo>
                  <a:lnTo>
                    <a:pt x="445988" y="1794324"/>
                  </a:lnTo>
                  <a:close/>
                  <a:moveTo>
                    <a:pt x="399654" y="1782161"/>
                  </a:moveTo>
                  <a:lnTo>
                    <a:pt x="441489" y="1777501"/>
                  </a:lnTo>
                  <a:lnTo>
                    <a:pt x="415069" y="1718497"/>
                  </a:lnTo>
                  <a:close/>
                  <a:moveTo>
                    <a:pt x="507345" y="1714151"/>
                  </a:moveTo>
                  <a:lnTo>
                    <a:pt x="486190" y="1708960"/>
                  </a:lnTo>
                  <a:lnTo>
                    <a:pt x="441489" y="1777501"/>
                  </a:lnTo>
                  <a:close/>
                  <a:moveTo>
                    <a:pt x="488969" y="1780345"/>
                  </a:moveTo>
                  <a:lnTo>
                    <a:pt x="507345" y="1714151"/>
                  </a:lnTo>
                  <a:lnTo>
                    <a:pt x="441489" y="1777501"/>
                  </a:lnTo>
                  <a:close/>
                  <a:moveTo>
                    <a:pt x="286184" y="1546196"/>
                  </a:moveTo>
                  <a:lnTo>
                    <a:pt x="307395" y="1505470"/>
                  </a:lnTo>
                  <a:lnTo>
                    <a:pt x="241093" y="1552285"/>
                  </a:lnTo>
                  <a:close/>
                  <a:moveTo>
                    <a:pt x="208304" y="1422561"/>
                  </a:moveTo>
                  <a:lnTo>
                    <a:pt x="205876" y="1399741"/>
                  </a:lnTo>
                  <a:lnTo>
                    <a:pt x="235250" y="1451277"/>
                  </a:lnTo>
                  <a:close/>
                  <a:moveTo>
                    <a:pt x="128542" y="1245131"/>
                  </a:moveTo>
                  <a:lnTo>
                    <a:pt x="118443" y="1296667"/>
                  </a:lnTo>
                  <a:lnTo>
                    <a:pt x="116033" y="1269225"/>
                  </a:lnTo>
                  <a:close/>
                  <a:moveTo>
                    <a:pt x="416252" y="1588021"/>
                  </a:moveTo>
                  <a:lnTo>
                    <a:pt x="439003" y="1599924"/>
                  </a:lnTo>
                  <a:lnTo>
                    <a:pt x="422406" y="1581793"/>
                  </a:lnTo>
                  <a:close/>
                  <a:moveTo>
                    <a:pt x="439003" y="1599924"/>
                  </a:moveTo>
                  <a:lnTo>
                    <a:pt x="486093" y="1599624"/>
                  </a:lnTo>
                  <a:lnTo>
                    <a:pt x="437862" y="1538109"/>
                  </a:lnTo>
                  <a:close/>
                  <a:moveTo>
                    <a:pt x="217638" y="1289488"/>
                  </a:moveTo>
                  <a:lnTo>
                    <a:pt x="266666" y="1324110"/>
                  </a:lnTo>
                  <a:lnTo>
                    <a:pt x="247550" y="1306626"/>
                  </a:lnTo>
                  <a:close/>
                  <a:moveTo>
                    <a:pt x="217638" y="1289488"/>
                  </a:moveTo>
                  <a:lnTo>
                    <a:pt x="282667" y="1337344"/>
                  </a:lnTo>
                  <a:lnTo>
                    <a:pt x="266666" y="1324110"/>
                  </a:lnTo>
                  <a:close/>
                  <a:moveTo>
                    <a:pt x="215613" y="1272574"/>
                  </a:moveTo>
                  <a:lnTo>
                    <a:pt x="203070" y="1275222"/>
                  </a:lnTo>
                  <a:lnTo>
                    <a:pt x="217638" y="1289488"/>
                  </a:lnTo>
                  <a:close/>
                  <a:moveTo>
                    <a:pt x="266666" y="1324110"/>
                  </a:moveTo>
                  <a:lnTo>
                    <a:pt x="282667" y="1337344"/>
                  </a:lnTo>
                  <a:lnTo>
                    <a:pt x="312570" y="1375050"/>
                  </a:lnTo>
                  <a:close/>
                  <a:moveTo>
                    <a:pt x="357421" y="1368061"/>
                  </a:moveTo>
                  <a:lnTo>
                    <a:pt x="312570" y="1375050"/>
                  </a:lnTo>
                  <a:lnTo>
                    <a:pt x="282667" y="1337344"/>
                  </a:lnTo>
                  <a:close/>
                  <a:moveTo>
                    <a:pt x="357421" y="1368061"/>
                  </a:moveTo>
                  <a:lnTo>
                    <a:pt x="368213" y="1375647"/>
                  </a:lnTo>
                  <a:lnTo>
                    <a:pt x="379598" y="1316078"/>
                  </a:lnTo>
                  <a:close/>
                  <a:moveTo>
                    <a:pt x="379598" y="1316078"/>
                  </a:moveTo>
                  <a:lnTo>
                    <a:pt x="368213" y="1375647"/>
                  </a:lnTo>
                  <a:lnTo>
                    <a:pt x="414818" y="1305872"/>
                  </a:lnTo>
                  <a:close/>
                  <a:moveTo>
                    <a:pt x="414818" y="1305872"/>
                  </a:moveTo>
                  <a:lnTo>
                    <a:pt x="398754" y="1300016"/>
                  </a:lnTo>
                  <a:lnTo>
                    <a:pt x="379598" y="1316078"/>
                  </a:lnTo>
                  <a:close/>
                  <a:moveTo>
                    <a:pt x="312570" y="1375050"/>
                  </a:moveTo>
                  <a:lnTo>
                    <a:pt x="357421" y="1368061"/>
                  </a:lnTo>
                  <a:lnTo>
                    <a:pt x="379598" y="1316078"/>
                  </a:lnTo>
                  <a:close/>
                  <a:moveTo>
                    <a:pt x="336398" y="1329236"/>
                  </a:moveTo>
                  <a:lnTo>
                    <a:pt x="312570" y="1375050"/>
                  </a:lnTo>
                  <a:lnTo>
                    <a:pt x="379598" y="1316078"/>
                  </a:lnTo>
                  <a:close/>
                  <a:moveTo>
                    <a:pt x="784548" y="1647158"/>
                  </a:moveTo>
                  <a:lnTo>
                    <a:pt x="768945" y="1636679"/>
                  </a:lnTo>
                  <a:lnTo>
                    <a:pt x="782534" y="1698780"/>
                  </a:lnTo>
                  <a:close/>
                  <a:moveTo>
                    <a:pt x="782534" y="1698780"/>
                  </a:moveTo>
                  <a:lnTo>
                    <a:pt x="768945" y="1636679"/>
                  </a:lnTo>
                  <a:lnTo>
                    <a:pt x="726136" y="1643906"/>
                  </a:lnTo>
                  <a:close/>
                  <a:moveTo>
                    <a:pt x="726136" y="1643906"/>
                  </a:moveTo>
                  <a:lnTo>
                    <a:pt x="724760" y="1636679"/>
                  </a:lnTo>
                  <a:lnTo>
                    <a:pt x="748138" y="1688215"/>
                  </a:lnTo>
                  <a:close/>
                  <a:moveTo>
                    <a:pt x="394562" y="1284359"/>
                  </a:moveTo>
                  <a:lnTo>
                    <a:pt x="336398" y="1329236"/>
                  </a:lnTo>
                  <a:lnTo>
                    <a:pt x="379598" y="1316078"/>
                  </a:lnTo>
                  <a:close/>
                  <a:moveTo>
                    <a:pt x="394562" y="1284359"/>
                  </a:moveTo>
                  <a:lnTo>
                    <a:pt x="379598" y="1316078"/>
                  </a:lnTo>
                  <a:lnTo>
                    <a:pt x="398754" y="1300016"/>
                  </a:lnTo>
                  <a:close/>
                  <a:moveTo>
                    <a:pt x="398754" y="1300016"/>
                  </a:moveTo>
                  <a:lnTo>
                    <a:pt x="395767" y="1241631"/>
                  </a:lnTo>
                  <a:lnTo>
                    <a:pt x="394562" y="1284359"/>
                  </a:lnTo>
                  <a:close/>
                  <a:moveTo>
                    <a:pt x="379575" y="1248480"/>
                  </a:moveTo>
                  <a:lnTo>
                    <a:pt x="403874" y="1224386"/>
                  </a:lnTo>
                  <a:lnTo>
                    <a:pt x="398754" y="1300016"/>
                  </a:lnTo>
                  <a:close/>
                  <a:moveTo>
                    <a:pt x="359946" y="1196943"/>
                  </a:moveTo>
                  <a:lnTo>
                    <a:pt x="356759" y="1189606"/>
                  </a:lnTo>
                  <a:lnTo>
                    <a:pt x="403874" y="1224386"/>
                  </a:lnTo>
                  <a:close/>
                  <a:moveTo>
                    <a:pt x="356759" y="1189606"/>
                  </a:moveTo>
                  <a:lnTo>
                    <a:pt x="328325" y="1174739"/>
                  </a:lnTo>
                  <a:lnTo>
                    <a:pt x="387400" y="1210348"/>
                  </a:lnTo>
                  <a:close/>
                  <a:moveTo>
                    <a:pt x="755042" y="1576619"/>
                  </a:moveTo>
                  <a:lnTo>
                    <a:pt x="784843" y="1634159"/>
                  </a:lnTo>
                  <a:lnTo>
                    <a:pt x="802426" y="1579103"/>
                  </a:lnTo>
                  <a:close/>
                  <a:moveTo>
                    <a:pt x="802426" y="1579103"/>
                  </a:moveTo>
                  <a:lnTo>
                    <a:pt x="784843" y="1634159"/>
                  </a:lnTo>
                  <a:lnTo>
                    <a:pt x="854242" y="1598157"/>
                  </a:lnTo>
                  <a:close/>
                  <a:moveTo>
                    <a:pt x="656309" y="1411720"/>
                  </a:moveTo>
                  <a:lnTo>
                    <a:pt x="638020" y="1406438"/>
                  </a:lnTo>
                  <a:lnTo>
                    <a:pt x="618895" y="1416941"/>
                  </a:lnTo>
                  <a:close/>
                  <a:moveTo>
                    <a:pt x="656309" y="1411720"/>
                  </a:moveTo>
                  <a:lnTo>
                    <a:pt x="659790" y="1471632"/>
                  </a:lnTo>
                  <a:lnTo>
                    <a:pt x="688332" y="1423668"/>
                  </a:lnTo>
                  <a:close/>
                  <a:moveTo>
                    <a:pt x="603874" y="1406438"/>
                  </a:moveTo>
                  <a:lnTo>
                    <a:pt x="531279" y="1374660"/>
                  </a:lnTo>
                  <a:lnTo>
                    <a:pt x="531201" y="1378995"/>
                  </a:lnTo>
                  <a:close/>
                  <a:moveTo>
                    <a:pt x="656309" y="1411720"/>
                  </a:moveTo>
                  <a:lnTo>
                    <a:pt x="640678" y="1361684"/>
                  </a:lnTo>
                  <a:lnTo>
                    <a:pt x="638020" y="1406438"/>
                  </a:lnTo>
                  <a:close/>
                  <a:moveTo>
                    <a:pt x="624838" y="1399323"/>
                  </a:moveTo>
                  <a:lnTo>
                    <a:pt x="638020" y="1406438"/>
                  </a:lnTo>
                  <a:lnTo>
                    <a:pt x="638756" y="1354902"/>
                  </a:lnTo>
                  <a:close/>
                  <a:moveTo>
                    <a:pt x="626031" y="1335610"/>
                  </a:moveTo>
                  <a:lnTo>
                    <a:pt x="638756" y="1354902"/>
                  </a:lnTo>
                  <a:lnTo>
                    <a:pt x="601541" y="1292777"/>
                  </a:lnTo>
                  <a:close/>
                  <a:moveTo>
                    <a:pt x="888751" y="1524924"/>
                  </a:moveTo>
                  <a:lnTo>
                    <a:pt x="930127" y="1529268"/>
                  </a:lnTo>
                  <a:lnTo>
                    <a:pt x="914743" y="1479032"/>
                  </a:lnTo>
                  <a:close/>
                  <a:moveTo>
                    <a:pt x="888751" y="1524924"/>
                  </a:moveTo>
                  <a:lnTo>
                    <a:pt x="914743" y="1479032"/>
                  </a:lnTo>
                  <a:lnTo>
                    <a:pt x="869482" y="1477846"/>
                  </a:lnTo>
                  <a:close/>
                  <a:moveTo>
                    <a:pt x="914743" y="1479032"/>
                  </a:moveTo>
                  <a:lnTo>
                    <a:pt x="930127" y="1529268"/>
                  </a:lnTo>
                  <a:lnTo>
                    <a:pt x="941359" y="1536954"/>
                  </a:lnTo>
                  <a:close/>
                  <a:moveTo>
                    <a:pt x="818693" y="1418412"/>
                  </a:moveTo>
                  <a:lnTo>
                    <a:pt x="865580" y="1461323"/>
                  </a:lnTo>
                  <a:lnTo>
                    <a:pt x="869482" y="1477846"/>
                  </a:lnTo>
                  <a:close/>
                  <a:moveTo>
                    <a:pt x="900266" y="1358250"/>
                  </a:moveTo>
                  <a:lnTo>
                    <a:pt x="871749" y="1393814"/>
                  </a:lnTo>
                  <a:lnTo>
                    <a:pt x="900012" y="1365522"/>
                  </a:lnTo>
                  <a:close/>
                  <a:moveTo>
                    <a:pt x="900012" y="1365522"/>
                  </a:moveTo>
                  <a:lnTo>
                    <a:pt x="871749" y="1393814"/>
                  </a:lnTo>
                  <a:lnTo>
                    <a:pt x="867036" y="1417092"/>
                  </a:lnTo>
                  <a:close/>
                  <a:moveTo>
                    <a:pt x="900266" y="1358250"/>
                  </a:moveTo>
                  <a:lnTo>
                    <a:pt x="882309" y="1298395"/>
                  </a:lnTo>
                  <a:lnTo>
                    <a:pt x="886465" y="1338554"/>
                  </a:lnTo>
                  <a:close/>
                  <a:moveTo>
                    <a:pt x="881706" y="1282620"/>
                  </a:moveTo>
                  <a:lnTo>
                    <a:pt x="882309" y="1298395"/>
                  </a:lnTo>
                  <a:lnTo>
                    <a:pt x="900266" y="1358250"/>
                  </a:lnTo>
                  <a:close/>
                  <a:moveTo>
                    <a:pt x="1089011" y="1361599"/>
                  </a:moveTo>
                  <a:lnTo>
                    <a:pt x="1086891" y="1404364"/>
                  </a:lnTo>
                  <a:lnTo>
                    <a:pt x="1096123" y="1382777"/>
                  </a:lnTo>
                  <a:close/>
                  <a:moveTo>
                    <a:pt x="1096123" y="1382777"/>
                  </a:moveTo>
                  <a:lnTo>
                    <a:pt x="1086891" y="1404364"/>
                  </a:lnTo>
                  <a:lnTo>
                    <a:pt x="1086016" y="1415755"/>
                  </a:lnTo>
                  <a:close/>
                  <a:moveTo>
                    <a:pt x="1096123" y="1382777"/>
                  </a:moveTo>
                  <a:lnTo>
                    <a:pt x="1086016" y="1415755"/>
                  </a:lnTo>
                  <a:lnTo>
                    <a:pt x="1126696" y="1420664"/>
                  </a:lnTo>
                  <a:close/>
                  <a:moveTo>
                    <a:pt x="882309" y="1298395"/>
                  </a:moveTo>
                  <a:lnTo>
                    <a:pt x="881706" y="1282620"/>
                  </a:lnTo>
                  <a:lnTo>
                    <a:pt x="888601" y="1274074"/>
                  </a:lnTo>
                  <a:close/>
                  <a:moveTo>
                    <a:pt x="1040492" y="1289296"/>
                  </a:moveTo>
                  <a:lnTo>
                    <a:pt x="1066921" y="1329701"/>
                  </a:lnTo>
                  <a:lnTo>
                    <a:pt x="1051980" y="1310062"/>
                  </a:lnTo>
                  <a:close/>
                  <a:moveTo>
                    <a:pt x="1083470" y="1355081"/>
                  </a:moveTo>
                  <a:lnTo>
                    <a:pt x="1066921" y="1329701"/>
                  </a:lnTo>
                  <a:lnTo>
                    <a:pt x="1040492" y="1289296"/>
                  </a:lnTo>
                  <a:close/>
                  <a:moveTo>
                    <a:pt x="1083470" y="1355081"/>
                  </a:moveTo>
                  <a:lnTo>
                    <a:pt x="1086891" y="1404364"/>
                  </a:lnTo>
                  <a:lnTo>
                    <a:pt x="1089011" y="1361599"/>
                  </a:lnTo>
                  <a:close/>
                  <a:moveTo>
                    <a:pt x="1083470" y="1355081"/>
                  </a:moveTo>
                  <a:lnTo>
                    <a:pt x="1089011" y="1361599"/>
                  </a:lnTo>
                  <a:lnTo>
                    <a:pt x="1066921" y="1329701"/>
                  </a:lnTo>
                  <a:close/>
                  <a:moveTo>
                    <a:pt x="902829" y="1105317"/>
                  </a:moveTo>
                  <a:lnTo>
                    <a:pt x="890577" y="1103916"/>
                  </a:lnTo>
                  <a:lnTo>
                    <a:pt x="934729" y="1149069"/>
                  </a:lnTo>
                  <a:close/>
                  <a:moveTo>
                    <a:pt x="690991" y="897770"/>
                  </a:moveTo>
                  <a:lnTo>
                    <a:pt x="731287" y="824061"/>
                  </a:lnTo>
                  <a:lnTo>
                    <a:pt x="729146" y="822139"/>
                  </a:lnTo>
                  <a:close/>
                  <a:moveTo>
                    <a:pt x="42899" y="0"/>
                  </a:moveTo>
                  <a:lnTo>
                    <a:pt x="55865" y="52202"/>
                  </a:lnTo>
                  <a:lnTo>
                    <a:pt x="72308" y="14073"/>
                  </a:lnTo>
                  <a:close/>
                  <a:moveTo>
                    <a:pt x="1297771" y="1420291"/>
                  </a:moveTo>
                  <a:lnTo>
                    <a:pt x="1314181" y="1469693"/>
                  </a:lnTo>
                  <a:lnTo>
                    <a:pt x="1320362" y="1492115"/>
                  </a:lnTo>
                  <a:close/>
                  <a:moveTo>
                    <a:pt x="892920" y="901118"/>
                  </a:moveTo>
                  <a:lnTo>
                    <a:pt x="906946" y="946036"/>
                  </a:lnTo>
                  <a:lnTo>
                    <a:pt x="936075" y="920041"/>
                  </a:lnTo>
                  <a:close/>
                  <a:moveTo>
                    <a:pt x="881462" y="890529"/>
                  </a:moveTo>
                  <a:lnTo>
                    <a:pt x="853187" y="863665"/>
                  </a:lnTo>
                  <a:lnTo>
                    <a:pt x="892920" y="901118"/>
                  </a:lnTo>
                  <a:close/>
                  <a:moveTo>
                    <a:pt x="1042369" y="886553"/>
                  </a:moveTo>
                  <a:lnTo>
                    <a:pt x="1006062" y="878088"/>
                  </a:lnTo>
                  <a:lnTo>
                    <a:pt x="1054109" y="939751"/>
                  </a:lnTo>
                  <a:close/>
                  <a:moveTo>
                    <a:pt x="962696" y="884672"/>
                  </a:moveTo>
                  <a:lnTo>
                    <a:pt x="1006062" y="878088"/>
                  </a:lnTo>
                  <a:lnTo>
                    <a:pt x="992056" y="877024"/>
                  </a:lnTo>
                  <a:close/>
                  <a:moveTo>
                    <a:pt x="1006062" y="878088"/>
                  </a:moveTo>
                  <a:lnTo>
                    <a:pt x="1042369" y="886553"/>
                  </a:lnTo>
                  <a:lnTo>
                    <a:pt x="1005446" y="869831"/>
                  </a:lnTo>
                  <a:close/>
                  <a:moveTo>
                    <a:pt x="679973" y="639567"/>
                  </a:moveTo>
                  <a:lnTo>
                    <a:pt x="676872" y="649634"/>
                  </a:lnTo>
                  <a:lnTo>
                    <a:pt x="686546" y="64343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03" name="Output_density__4202">
              <a:extLst>
                <a:ext uri="{FF2B5EF4-FFF2-40B4-BE49-F238E27FC236}">
                  <a16:creationId xmlns:a16="http://schemas.microsoft.com/office/drawing/2014/main" id="{7ADAFD03-AA75-A374-6255-F4A58DE31BA3}"/>
                </a:ext>
              </a:extLst>
            </p:cNvPr>
            <p:cNvSpPr>
              <a:spLocks noGrp="1"/>
            </p:cNvSpPr>
            <p:nvPr/>
          </p:nvSpPr>
          <p:spPr>
            <a:xfrm>
              <a:off x="15597472" y="2770414"/>
              <a:ext cx="1299878" cy="1958316"/>
            </a:xfrm>
            <a:custGeom>
              <a:avLst/>
              <a:gdLst/>
              <a:ahLst/>
              <a:cxnLst/>
              <a:rect l="0" t="0" r="0" b="0"/>
              <a:pathLst>
                <a:path w="1299878" h="1958316">
                  <a:moveTo>
                    <a:pt x="231888" y="1957799"/>
                  </a:moveTo>
                  <a:lnTo>
                    <a:pt x="195141" y="1955304"/>
                  </a:lnTo>
                  <a:lnTo>
                    <a:pt x="278746" y="1958316"/>
                  </a:lnTo>
                  <a:close/>
                  <a:moveTo>
                    <a:pt x="288092" y="1955680"/>
                  </a:moveTo>
                  <a:lnTo>
                    <a:pt x="298891" y="1938298"/>
                  </a:lnTo>
                  <a:lnTo>
                    <a:pt x="278746" y="1958316"/>
                  </a:lnTo>
                  <a:close/>
                  <a:moveTo>
                    <a:pt x="361337" y="1957531"/>
                  </a:moveTo>
                  <a:lnTo>
                    <a:pt x="312324" y="1948957"/>
                  </a:lnTo>
                  <a:lnTo>
                    <a:pt x="288092" y="1955680"/>
                  </a:lnTo>
                  <a:close/>
                  <a:moveTo>
                    <a:pt x="94945" y="1525345"/>
                  </a:moveTo>
                  <a:lnTo>
                    <a:pt x="134969" y="1553448"/>
                  </a:lnTo>
                  <a:lnTo>
                    <a:pt x="69145" y="1563782"/>
                  </a:lnTo>
                  <a:close/>
                  <a:moveTo>
                    <a:pt x="156305" y="1445182"/>
                  </a:moveTo>
                  <a:lnTo>
                    <a:pt x="147103" y="1492395"/>
                  </a:lnTo>
                  <a:lnTo>
                    <a:pt x="138464" y="1450375"/>
                  </a:lnTo>
                  <a:close/>
                  <a:moveTo>
                    <a:pt x="524145" y="1812193"/>
                  </a:moveTo>
                  <a:lnTo>
                    <a:pt x="449995" y="1787037"/>
                  </a:lnTo>
                  <a:lnTo>
                    <a:pt x="485935" y="1804232"/>
                  </a:lnTo>
                  <a:close/>
                  <a:moveTo>
                    <a:pt x="156305" y="1445182"/>
                  </a:moveTo>
                  <a:lnTo>
                    <a:pt x="212589" y="1414396"/>
                  </a:lnTo>
                  <a:lnTo>
                    <a:pt x="179287" y="1403487"/>
                  </a:lnTo>
                  <a:close/>
                  <a:moveTo>
                    <a:pt x="212589" y="1414396"/>
                  </a:moveTo>
                  <a:lnTo>
                    <a:pt x="217724" y="1426281"/>
                  </a:lnTo>
                  <a:lnTo>
                    <a:pt x="220609" y="1376028"/>
                  </a:lnTo>
                  <a:close/>
                  <a:moveTo>
                    <a:pt x="20812" y="1205389"/>
                  </a:moveTo>
                  <a:lnTo>
                    <a:pt x="11056" y="1196041"/>
                  </a:lnTo>
                  <a:lnTo>
                    <a:pt x="0" y="1210138"/>
                  </a:lnTo>
                  <a:close/>
                  <a:moveTo>
                    <a:pt x="13941" y="1220134"/>
                  </a:moveTo>
                  <a:lnTo>
                    <a:pt x="73983" y="1262887"/>
                  </a:lnTo>
                  <a:lnTo>
                    <a:pt x="20812" y="1205389"/>
                  </a:lnTo>
                  <a:close/>
                  <a:moveTo>
                    <a:pt x="0" y="1210138"/>
                  </a:moveTo>
                  <a:lnTo>
                    <a:pt x="13941" y="1220134"/>
                  </a:lnTo>
                  <a:lnTo>
                    <a:pt x="20812" y="1205389"/>
                  </a:lnTo>
                  <a:close/>
                  <a:moveTo>
                    <a:pt x="418519" y="1423667"/>
                  </a:moveTo>
                  <a:lnTo>
                    <a:pt x="417378" y="1361852"/>
                  </a:lnTo>
                  <a:lnTo>
                    <a:pt x="401922" y="1405536"/>
                  </a:lnTo>
                  <a:close/>
                  <a:moveTo>
                    <a:pt x="762050" y="1522522"/>
                  </a:moveTo>
                  <a:lnTo>
                    <a:pt x="705651" y="1467648"/>
                  </a:lnTo>
                  <a:lnTo>
                    <a:pt x="727098" y="1512956"/>
                  </a:lnTo>
                  <a:close/>
                  <a:moveTo>
                    <a:pt x="359090" y="1072222"/>
                  </a:moveTo>
                  <a:lnTo>
                    <a:pt x="339462" y="1020686"/>
                  </a:lnTo>
                  <a:lnTo>
                    <a:pt x="383390" y="1048129"/>
                  </a:lnTo>
                  <a:close/>
                  <a:moveTo>
                    <a:pt x="620194" y="1185427"/>
                  </a:moveTo>
                  <a:lnTo>
                    <a:pt x="618272" y="1178644"/>
                  </a:lnTo>
                  <a:lnTo>
                    <a:pt x="617536" y="1230181"/>
                  </a:lnTo>
                  <a:close/>
                  <a:moveTo>
                    <a:pt x="781942" y="1402846"/>
                  </a:moveTo>
                  <a:lnTo>
                    <a:pt x="833758" y="1421900"/>
                  </a:lnTo>
                  <a:lnTo>
                    <a:pt x="864225" y="1400911"/>
                  </a:lnTo>
                  <a:close/>
                  <a:moveTo>
                    <a:pt x="864225" y="1400911"/>
                  </a:moveTo>
                  <a:lnTo>
                    <a:pt x="833758" y="1421900"/>
                  </a:lnTo>
                  <a:lnTo>
                    <a:pt x="906886" y="1385736"/>
                  </a:lnTo>
                  <a:close/>
                  <a:moveTo>
                    <a:pt x="909643" y="1353011"/>
                  </a:moveTo>
                  <a:lnTo>
                    <a:pt x="864225" y="1400911"/>
                  </a:lnTo>
                  <a:lnTo>
                    <a:pt x="906886" y="1385736"/>
                  </a:lnTo>
                  <a:close/>
                  <a:moveTo>
                    <a:pt x="909643" y="1353011"/>
                  </a:moveTo>
                  <a:lnTo>
                    <a:pt x="868266" y="1348667"/>
                  </a:lnTo>
                  <a:lnTo>
                    <a:pt x="864225" y="1400911"/>
                  </a:lnTo>
                  <a:close/>
                  <a:moveTo>
                    <a:pt x="909643" y="1353011"/>
                  </a:moveTo>
                  <a:lnTo>
                    <a:pt x="906886" y="1385736"/>
                  </a:lnTo>
                  <a:lnTo>
                    <a:pt x="920875" y="1360697"/>
                  </a:lnTo>
                  <a:close/>
                  <a:moveTo>
                    <a:pt x="862521" y="1130456"/>
                  </a:moveTo>
                  <a:lnTo>
                    <a:pt x="861222" y="1106362"/>
                  </a:lnTo>
                  <a:lnTo>
                    <a:pt x="879782" y="1181993"/>
                  </a:lnTo>
                  <a:close/>
                  <a:moveTo>
                    <a:pt x="865585" y="1054826"/>
                  </a:moveTo>
                  <a:lnTo>
                    <a:pt x="861222" y="1106362"/>
                  </a:lnTo>
                  <a:lnTo>
                    <a:pt x="851804" y="1078920"/>
                  </a:lnTo>
                  <a:close/>
                  <a:moveTo>
                    <a:pt x="865430" y="1037259"/>
                  </a:moveTo>
                  <a:lnTo>
                    <a:pt x="861222" y="1106362"/>
                  </a:lnTo>
                  <a:lnTo>
                    <a:pt x="865585" y="1054826"/>
                  </a:lnTo>
                  <a:close/>
                  <a:moveTo>
                    <a:pt x="865430" y="1037259"/>
                  </a:moveTo>
                  <a:lnTo>
                    <a:pt x="868117" y="1097816"/>
                  </a:lnTo>
                  <a:lnTo>
                    <a:pt x="861222" y="1106362"/>
                  </a:lnTo>
                  <a:close/>
                  <a:moveTo>
                    <a:pt x="854722" y="983221"/>
                  </a:moveTo>
                  <a:lnTo>
                    <a:pt x="865430" y="1037259"/>
                  </a:lnTo>
                  <a:lnTo>
                    <a:pt x="865585" y="1054826"/>
                  </a:lnTo>
                  <a:close/>
                  <a:moveTo>
                    <a:pt x="854238" y="979195"/>
                  </a:moveTo>
                  <a:lnTo>
                    <a:pt x="854722" y="983221"/>
                  </a:lnTo>
                  <a:lnTo>
                    <a:pt x="856729" y="968187"/>
                  </a:lnTo>
                  <a:close/>
                  <a:moveTo>
                    <a:pt x="40428" y="75630"/>
                  </a:moveTo>
                  <a:lnTo>
                    <a:pt x="63454" y="0"/>
                  </a:lnTo>
                  <a:lnTo>
                    <a:pt x="67674" y="51536"/>
                  </a:lnTo>
                  <a:close/>
                  <a:moveTo>
                    <a:pt x="691554" y="699976"/>
                  </a:moveTo>
                  <a:lnTo>
                    <a:pt x="710803" y="647803"/>
                  </a:lnTo>
                  <a:lnTo>
                    <a:pt x="670507" y="721512"/>
                  </a:lnTo>
                  <a:close/>
                  <a:moveTo>
                    <a:pt x="670507" y="721512"/>
                  </a:moveTo>
                  <a:lnTo>
                    <a:pt x="708662" y="645882"/>
                  </a:lnTo>
                  <a:lnTo>
                    <a:pt x="690104" y="697418"/>
                  </a:lnTo>
                  <a:close/>
                  <a:moveTo>
                    <a:pt x="1293696" y="1293436"/>
                  </a:moveTo>
                  <a:lnTo>
                    <a:pt x="1289380" y="1367394"/>
                  </a:lnTo>
                  <a:lnTo>
                    <a:pt x="1299878" y="1315858"/>
                  </a:lnTo>
                  <a:close/>
                  <a:moveTo>
                    <a:pt x="1025575" y="1006638"/>
                  </a:moveTo>
                  <a:lnTo>
                    <a:pt x="1035855" y="982544"/>
                  </a:lnTo>
                  <a:lnTo>
                    <a:pt x="1012129" y="1058175"/>
                  </a:lnTo>
                  <a:close/>
                  <a:moveTo>
                    <a:pt x="1035855" y="982544"/>
                  </a:moveTo>
                  <a:lnTo>
                    <a:pt x="1025575" y="1006638"/>
                  </a:lnTo>
                  <a:lnTo>
                    <a:pt x="1012444" y="955101"/>
                  </a:lnTo>
                  <a:close/>
                  <a:moveTo>
                    <a:pt x="611484" y="480163"/>
                  </a:moveTo>
                  <a:lnTo>
                    <a:pt x="625701" y="542809"/>
                  </a:lnTo>
                  <a:lnTo>
                    <a:pt x="637535" y="537788"/>
                  </a:lnTo>
                  <a:close/>
                  <a:moveTo>
                    <a:pt x="661119" y="491272"/>
                  </a:moveTo>
                  <a:lnTo>
                    <a:pt x="666062" y="467178"/>
                  </a:lnTo>
                  <a:lnTo>
                    <a:pt x="656388" y="473377"/>
                  </a:lnTo>
                  <a:close/>
                  <a:moveTo>
                    <a:pt x="663995" y="415641"/>
                  </a:moveTo>
                  <a:lnTo>
                    <a:pt x="666062" y="467178"/>
                  </a:lnTo>
                  <a:lnTo>
                    <a:pt x="653588" y="439735"/>
                  </a:lnTo>
                  <a:close/>
                  <a:moveTo>
                    <a:pt x="915590" y="743783"/>
                  </a:moveTo>
                  <a:lnTo>
                    <a:pt x="889596" y="703897"/>
                  </a:lnTo>
                  <a:lnTo>
                    <a:pt x="872436" y="724861"/>
                  </a:lnTo>
                  <a:close/>
                  <a:moveTo>
                    <a:pt x="984962" y="693574"/>
                  </a:moveTo>
                  <a:lnTo>
                    <a:pt x="1024434" y="666478"/>
                  </a:lnTo>
                  <a:lnTo>
                    <a:pt x="1011606" y="65829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04" name="Output_density__4203">
              <a:extLst>
                <a:ext uri="{FF2B5EF4-FFF2-40B4-BE49-F238E27FC236}">
                  <a16:creationId xmlns:a16="http://schemas.microsoft.com/office/drawing/2014/main" id="{6349ED91-C045-7123-B60D-6F3D65DA2C13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2578104"/>
              <a:ext cx="1355671" cy="1851548"/>
            </a:xfrm>
            <a:custGeom>
              <a:avLst/>
              <a:gdLst/>
              <a:ahLst/>
              <a:cxnLst/>
              <a:rect l="0" t="0" r="0" b="0"/>
              <a:pathLst>
                <a:path w="1355671" h="1851548">
                  <a:moveTo>
                    <a:pt x="0" y="1451852"/>
                  </a:moveTo>
                  <a:lnTo>
                    <a:pt x="54228" y="1508490"/>
                  </a:lnTo>
                  <a:lnTo>
                    <a:pt x="36607" y="1488075"/>
                  </a:lnTo>
                  <a:close/>
                  <a:moveTo>
                    <a:pt x="382423" y="1745298"/>
                  </a:moveTo>
                  <a:lnTo>
                    <a:pt x="330809" y="1729568"/>
                  </a:lnTo>
                  <a:lnTo>
                    <a:pt x="375449" y="1745758"/>
                  </a:lnTo>
                  <a:close/>
                  <a:moveTo>
                    <a:pt x="271260" y="1546702"/>
                  </a:moveTo>
                  <a:lnTo>
                    <a:pt x="288606" y="1515518"/>
                  </a:lnTo>
                  <a:lnTo>
                    <a:pt x="293903" y="1528311"/>
                  </a:lnTo>
                  <a:close/>
                  <a:moveTo>
                    <a:pt x="292506" y="1554207"/>
                  </a:moveTo>
                  <a:lnTo>
                    <a:pt x="271260" y="1546702"/>
                  </a:lnTo>
                  <a:lnTo>
                    <a:pt x="237523" y="1515518"/>
                  </a:lnTo>
                  <a:close/>
                  <a:moveTo>
                    <a:pt x="339845" y="1542960"/>
                  </a:moveTo>
                  <a:lnTo>
                    <a:pt x="289037" y="1494285"/>
                  </a:lnTo>
                  <a:lnTo>
                    <a:pt x="288606" y="1515518"/>
                  </a:lnTo>
                  <a:close/>
                  <a:moveTo>
                    <a:pt x="288606" y="1515518"/>
                  </a:moveTo>
                  <a:lnTo>
                    <a:pt x="271260" y="1546702"/>
                  </a:lnTo>
                  <a:lnTo>
                    <a:pt x="339845" y="1542960"/>
                  </a:lnTo>
                  <a:close/>
                  <a:moveTo>
                    <a:pt x="676747" y="1846176"/>
                  </a:moveTo>
                  <a:lnTo>
                    <a:pt x="645780" y="1833369"/>
                  </a:lnTo>
                  <a:lnTo>
                    <a:pt x="705274" y="1851548"/>
                  </a:lnTo>
                  <a:close/>
                  <a:moveTo>
                    <a:pt x="651663" y="1725013"/>
                  </a:moveTo>
                  <a:lnTo>
                    <a:pt x="629726" y="1673476"/>
                  </a:lnTo>
                  <a:lnTo>
                    <a:pt x="621750" y="1727420"/>
                  </a:lnTo>
                  <a:close/>
                  <a:moveTo>
                    <a:pt x="629726" y="1673476"/>
                  </a:moveTo>
                  <a:lnTo>
                    <a:pt x="601376" y="1681240"/>
                  </a:lnTo>
                  <a:lnTo>
                    <a:pt x="621750" y="1727420"/>
                  </a:lnTo>
                  <a:close/>
                  <a:moveTo>
                    <a:pt x="621750" y="1727420"/>
                  </a:moveTo>
                  <a:lnTo>
                    <a:pt x="601376" y="1681240"/>
                  </a:lnTo>
                  <a:lnTo>
                    <a:pt x="597776" y="1725013"/>
                  </a:lnTo>
                  <a:close/>
                  <a:moveTo>
                    <a:pt x="601376" y="1681240"/>
                  </a:moveTo>
                  <a:lnTo>
                    <a:pt x="567690" y="1673476"/>
                  </a:lnTo>
                  <a:lnTo>
                    <a:pt x="597776" y="1725013"/>
                  </a:lnTo>
                  <a:close/>
                  <a:moveTo>
                    <a:pt x="601376" y="1681240"/>
                  </a:moveTo>
                  <a:lnTo>
                    <a:pt x="629726" y="1673476"/>
                  </a:lnTo>
                  <a:lnTo>
                    <a:pt x="604211" y="1648369"/>
                  </a:lnTo>
                  <a:close/>
                  <a:moveTo>
                    <a:pt x="567690" y="1673476"/>
                  </a:moveTo>
                  <a:lnTo>
                    <a:pt x="601376" y="1681240"/>
                  </a:lnTo>
                  <a:lnTo>
                    <a:pt x="604211" y="1648369"/>
                  </a:lnTo>
                  <a:close/>
                  <a:moveTo>
                    <a:pt x="414105" y="1468571"/>
                  </a:moveTo>
                  <a:lnTo>
                    <a:pt x="357677" y="1539207"/>
                  </a:lnTo>
                  <a:lnTo>
                    <a:pt x="416816" y="1529110"/>
                  </a:lnTo>
                  <a:close/>
                  <a:moveTo>
                    <a:pt x="416816" y="1529110"/>
                  </a:moveTo>
                  <a:lnTo>
                    <a:pt x="451605" y="1476066"/>
                  </a:lnTo>
                  <a:lnTo>
                    <a:pt x="414105" y="1468571"/>
                  </a:lnTo>
                  <a:close/>
                  <a:moveTo>
                    <a:pt x="747780" y="1835796"/>
                  </a:moveTo>
                  <a:lnTo>
                    <a:pt x="771620" y="1803992"/>
                  </a:lnTo>
                  <a:lnTo>
                    <a:pt x="761931" y="1814906"/>
                  </a:lnTo>
                  <a:close/>
                  <a:moveTo>
                    <a:pt x="629726" y="1673476"/>
                  </a:moveTo>
                  <a:lnTo>
                    <a:pt x="675040" y="1722078"/>
                  </a:lnTo>
                  <a:lnTo>
                    <a:pt x="675179" y="1659222"/>
                  </a:lnTo>
                  <a:close/>
                  <a:moveTo>
                    <a:pt x="629726" y="1673476"/>
                  </a:moveTo>
                  <a:lnTo>
                    <a:pt x="651663" y="1725013"/>
                  </a:lnTo>
                  <a:lnTo>
                    <a:pt x="675040" y="1722078"/>
                  </a:lnTo>
                  <a:close/>
                  <a:moveTo>
                    <a:pt x="760944" y="1750113"/>
                  </a:moveTo>
                  <a:lnTo>
                    <a:pt x="761365" y="1752623"/>
                  </a:lnTo>
                  <a:lnTo>
                    <a:pt x="761317" y="1752456"/>
                  </a:lnTo>
                  <a:close/>
                  <a:moveTo>
                    <a:pt x="567690" y="1673476"/>
                  </a:moveTo>
                  <a:lnTo>
                    <a:pt x="604211" y="1648369"/>
                  </a:lnTo>
                  <a:lnTo>
                    <a:pt x="564708" y="1673069"/>
                  </a:lnTo>
                  <a:close/>
                  <a:moveTo>
                    <a:pt x="675179" y="1659222"/>
                  </a:moveTo>
                  <a:lnTo>
                    <a:pt x="604211" y="1648369"/>
                  </a:lnTo>
                  <a:lnTo>
                    <a:pt x="629726" y="1673476"/>
                  </a:lnTo>
                  <a:close/>
                  <a:moveTo>
                    <a:pt x="279049" y="1188690"/>
                  </a:moveTo>
                  <a:lnTo>
                    <a:pt x="254804" y="1261183"/>
                  </a:lnTo>
                  <a:lnTo>
                    <a:pt x="272419" y="1256823"/>
                  </a:lnTo>
                  <a:close/>
                  <a:moveTo>
                    <a:pt x="294015" y="1261183"/>
                  </a:moveTo>
                  <a:lnTo>
                    <a:pt x="279049" y="1188690"/>
                  </a:lnTo>
                  <a:lnTo>
                    <a:pt x="272419" y="1256823"/>
                  </a:lnTo>
                  <a:close/>
                  <a:moveTo>
                    <a:pt x="293459" y="1209647"/>
                  </a:moveTo>
                  <a:lnTo>
                    <a:pt x="279049" y="1188690"/>
                  </a:lnTo>
                  <a:lnTo>
                    <a:pt x="294015" y="1261183"/>
                  </a:lnTo>
                  <a:close/>
                  <a:moveTo>
                    <a:pt x="294177" y="1185553"/>
                  </a:moveTo>
                  <a:lnTo>
                    <a:pt x="307595" y="1203465"/>
                  </a:lnTo>
                  <a:lnTo>
                    <a:pt x="335267" y="1206639"/>
                  </a:lnTo>
                  <a:close/>
                  <a:moveTo>
                    <a:pt x="307595" y="1203465"/>
                  </a:moveTo>
                  <a:lnTo>
                    <a:pt x="294177" y="1185553"/>
                  </a:lnTo>
                  <a:lnTo>
                    <a:pt x="322577" y="1159191"/>
                  </a:lnTo>
                  <a:close/>
                  <a:moveTo>
                    <a:pt x="218952" y="1136823"/>
                  </a:moveTo>
                  <a:lnTo>
                    <a:pt x="274398" y="1185553"/>
                  </a:lnTo>
                  <a:lnTo>
                    <a:pt x="279049" y="1188690"/>
                  </a:lnTo>
                  <a:close/>
                  <a:moveTo>
                    <a:pt x="771620" y="1803992"/>
                  </a:moveTo>
                  <a:lnTo>
                    <a:pt x="761365" y="1752623"/>
                  </a:lnTo>
                  <a:lnTo>
                    <a:pt x="761931" y="1814906"/>
                  </a:lnTo>
                  <a:close/>
                  <a:moveTo>
                    <a:pt x="771620" y="1803992"/>
                  </a:moveTo>
                  <a:lnTo>
                    <a:pt x="761317" y="1752456"/>
                  </a:lnTo>
                  <a:lnTo>
                    <a:pt x="761365" y="1752623"/>
                  </a:lnTo>
                  <a:close/>
                  <a:moveTo>
                    <a:pt x="294177" y="1185553"/>
                  </a:moveTo>
                  <a:lnTo>
                    <a:pt x="336115" y="1117536"/>
                  </a:lnTo>
                  <a:lnTo>
                    <a:pt x="322577" y="1159191"/>
                  </a:lnTo>
                  <a:close/>
                  <a:moveTo>
                    <a:pt x="862518" y="1645629"/>
                  </a:moveTo>
                  <a:lnTo>
                    <a:pt x="890233" y="1652731"/>
                  </a:lnTo>
                  <a:lnTo>
                    <a:pt x="891609" y="1659958"/>
                  </a:lnTo>
                  <a:close/>
                  <a:moveTo>
                    <a:pt x="847804" y="1630392"/>
                  </a:moveTo>
                  <a:lnTo>
                    <a:pt x="890233" y="1652731"/>
                  </a:lnTo>
                  <a:lnTo>
                    <a:pt x="862518" y="1645629"/>
                  </a:lnTo>
                  <a:close/>
                  <a:moveTo>
                    <a:pt x="864133" y="1625288"/>
                  </a:moveTo>
                  <a:lnTo>
                    <a:pt x="891609" y="1659958"/>
                  </a:lnTo>
                  <a:lnTo>
                    <a:pt x="934418" y="1652731"/>
                  </a:lnTo>
                  <a:close/>
                  <a:moveTo>
                    <a:pt x="409802" y="1095612"/>
                  </a:moveTo>
                  <a:lnTo>
                    <a:pt x="349974" y="1106269"/>
                  </a:lnTo>
                  <a:lnTo>
                    <a:pt x="426584" y="1103581"/>
                  </a:lnTo>
                  <a:close/>
                  <a:moveTo>
                    <a:pt x="934418" y="1652731"/>
                  </a:moveTo>
                  <a:lnTo>
                    <a:pt x="950021" y="1663211"/>
                  </a:lnTo>
                  <a:lnTo>
                    <a:pt x="950316" y="1650212"/>
                  </a:lnTo>
                  <a:close/>
                  <a:moveTo>
                    <a:pt x="908802" y="1601195"/>
                  </a:moveTo>
                  <a:lnTo>
                    <a:pt x="950316" y="1650212"/>
                  </a:lnTo>
                  <a:lnTo>
                    <a:pt x="920515" y="1592671"/>
                  </a:lnTo>
                  <a:close/>
                  <a:moveTo>
                    <a:pt x="934418" y="1652731"/>
                  </a:moveTo>
                  <a:lnTo>
                    <a:pt x="950316" y="1650212"/>
                  </a:lnTo>
                  <a:lnTo>
                    <a:pt x="908802" y="1601195"/>
                  </a:lnTo>
                  <a:close/>
                  <a:moveTo>
                    <a:pt x="950316" y="1650212"/>
                  </a:moveTo>
                  <a:lnTo>
                    <a:pt x="950021" y="1663211"/>
                  </a:lnTo>
                  <a:lnTo>
                    <a:pt x="953378" y="1652731"/>
                  </a:lnTo>
                  <a:close/>
                  <a:moveTo>
                    <a:pt x="898569" y="1591557"/>
                  </a:moveTo>
                  <a:lnTo>
                    <a:pt x="930692" y="1590942"/>
                  </a:lnTo>
                  <a:lnTo>
                    <a:pt x="908802" y="1601195"/>
                  </a:lnTo>
                  <a:close/>
                  <a:moveTo>
                    <a:pt x="794452" y="1498122"/>
                  </a:moveTo>
                  <a:lnTo>
                    <a:pt x="819467" y="1524448"/>
                  </a:lnTo>
                  <a:lnTo>
                    <a:pt x="825264" y="1487685"/>
                  </a:lnTo>
                  <a:close/>
                  <a:moveTo>
                    <a:pt x="510536" y="1239927"/>
                  </a:moveTo>
                  <a:lnTo>
                    <a:pt x="561874" y="1236173"/>
                  </a:lnTo>
                  <a:lnTo>
                    <a:pt x="552873" y="1226400"/>
                  </a:lnTo>
                  <a:close/>
                  <a:moveTo>
                    <a:pt x="935100" y="1472524"/>
                  </a:moveTo>
                  <a:lnTo>
                    <a:pt x="934390" y="1474028"/>
                  </a:lnTo>
                  <a:lnTo>
                    <a:pt x="963189" y="1442644"/>
                  </a:lnTo>
                  <a:close/>
                  <a:moveTo>
                    <a:pt x="963806" y="1398397"/>
                  </a:moveTo>
                  <a:lnTo>
                    <a:pt x="991402" y="1413229"/>
                  </a:lnTo>
                  <a:lnTo>
                    <a:pt x="974443" y="1379626"/>
                  </a:lnTo>
                  <a:close/>
                  <a:moveTo>
                    <a:pt x="1032509" y="1433145"/>
                  </a:moveTo>
                  <a:lnTo>
                    <a:pt x="1037222" y="1409866"/>
                  </a:lnTo>
                  <a:lnTo>
                    <a:pt x="963806" y="1398397"/>
                  </a:lnTo>
                  <a:close/>
                  <a:moveTo>
                    <a:pt x="963806" y="1398397"/>
                  </a:moveTo>
                  <a:lnTo>
                    <a:pt x="974443" y="1379626"/>
                  </a:lnTo>
                  <a:lnTo>
                    <a:pt x="954336" y="1333230"/>
                  </a:lnTo>
                  <a:close/>
                  <a:moveTo>
                    <a:pt x="1183789" y="1473600"/>
                  </a:moveTo>
                  <a:lnTo>
                    <a:pt x="1171082" y="1459195"/>
                  </a:lnTo>
                  <a:lnTo>
                    <a:pt x="1205994" y="1516844"/>
                  </a:lnTo>
                  <a:close/>
                  <a:moveTo>
                    <a:pt x="1233093" y="1483266"/>
                  </a:moveTo>
                  <a:lnTo>
                    <a:pt x="1183789" y="1473600"/>
                  </a:lnTo>
                  <a:lnTo>
                    <a:pt x="1205994" y="1516844"/>
                  </a:lnTo>
                  <a:close/>
                  <a:moveTo>
                    <a:pt x="1167727" y="1453282"/>
                  </a:moveTo>
                  <a:lnTo>
                    <a:pt x="1171082" y="1459195"/>
                  </a:lnTo>
                  <a:lnTo>
                    <a:pt x="1183789" y="1473600"/>
                  </a:lnTo>
                  <a:close/>
                  <a:moveTo>
                    <a:pt x="1167727" y="1453282"/>
                  </a:moveTo>
                  <a:lnTo>
                    <a:pt x="1141858" y="1401746"/>
                  </a:lnTo>
                  <a:lnTo>
                    <a:pt x="1143859" y="1418584"/>
                  </a:lnTo>
                  <a:close/>
                  <a:moveTo>
                    <a:pt x="1336251" y="1559380"/>
                  </a:moveTo>
                  <a:lnTo>
                    <a:pt x="1302489" y="1568047"/>
                  </a:lnTo>
                  <a:lnTo>
                    <a:pt x="1311976" y="1532261"/>
                  </a:lnTo>
                  <a:close/>
                  <a:moveTo>
                    <a:pt x="1302489" y="1568047"/>
                  </a:moveTo>
                  <a:lnTo>
                    <a:pt x="1336251" y="1559380"/>
                  </a:lnTo>
                  <a:lnTo>
                    <a:pt x="1318896" y="1556355"/>
                  </a:lnTo>
                  <a:close/>
                  <a:moveTo>
                    <a:pt x="1336251" y="1559380"/>
                  </a:moveTo>
                  <a:lnTo>
                    <a:pt x="1338523" y="1532261"/>
                  </a:lnTo>
                  <a:lnTo>
                    <a:pt x="1318896" y="1556355"/>
                  </a:lnTo>
                  <a:close/>
                  <a:moveTo>
                    <a:pt x="1251489" y="1431808"/>
                  </a:moveTo>
                  <a:lnTo>
                    <a:pt x="1233093" y="1483266"/>
                  </a:lnTo>
                  <a:lnTo>
                    <a:pt x="1309036" y="1485747"/>
                  </a:lnTo>
                  <a:close/>
                  <a:moveTo>
                    <a:pt x="1309036" y="1485747"/>
                  </a:moveTo>
                  <a:lnTo>
                    <a:pt x="1323741" y="1480725"/>
                  </a:lnTo>
                  <a:lnTo>
                    <a:pt x="1355671" y="1457309"/>
                  </a:lnTo>
                  <a:close/>
                  <a:moveTo>
                    <a:pt x="1167727" y="1453282"/>
                  </a:moveTo>
                  <a:lnTo>
                    <a:pt x="1183789" y="1473600"/>
                  </a:lnTo>
                  <a:lnTo>
                    <a:pt x="1189513" y="1444211"/>
                  </a:lnTo>
                  <a:close/>
                  <a:moveTo>
                    <a:pt x="1141858" y="1401746"/>
                  </a:moveTo>
                  <a:lnTo>
                    <a:pt x="1167727" y="1453282"/>
                  </a:lnTo>
                  <a:lnTo>
                    <a:pt x="1156797" y="1377652"/>
                  </a:lnTo>
                  <a:close/>
                  <a:moveTo>
                    <a:pt x="1131139" y="1223042"/>
                  </a:moveTo>
                  <a:lnTo>
                    <a:pt x="1096079" y="1171505"/>
                  </a:lnTo>
                  <a:lnTo>
                    <a:pt x="1092561" y="1247136"/>
                  </a:lnTo>
                  <a:close/>
                  <a:moveTo>
                    <a:pt x="742324" y="910875"/>
                  </a:moveTo>
                  <a:lnTo>
                    <a:pt x="750146" y="883344"/>
                  </a:lnTo>
                  <a:lnTo>
                    <a:pt x="747990" y="892284"/>
                  </a:lnTo>
                  <a:close/>
                  <a:moveTo>
                    <a:pt x="697433" y="759213"/>
                  </a:moveTo>
                  <a:lnTo>
                    <a:pt x="683346" y="711440"/>
                  </a:lnTo>
                  <a:lnTo>
                    <a:pt x="698572" y="761804"/>
                  </a:lnTo>
                  <a:close/>
                  <a:moveTo>
                    <a:pt x="697433" y="759213"/>
                  </a:moveTo>
                  <a:lnTo>
                    <a:pt x="681702" y="707676"/>
                  </a:lnTo>
                  <a:lnTo>
                    <a:pt x="683346" y="711440"/>
                  </a:lnTo>
                  <a:close/>
                  <a:moveTo>
                    <a:pt x="1313666" y="1419241"/>
                  </a:moveTo>
                  <a:lnTo>
                    <a:pt x="1323741" y="1480725"/>
                  </a:lnTo>
                  <a:lnTo>
                    <a:pt x="1319075" y="1477586"/>
                  </a:lnTo>
                  <a:close/>
                  <a:moveTo>
                    <a:pt x="1126686" y="1164979"/>
                  </a:moveTo>
                  <a:lnTo>
                    <a:pt x="1100202" y="1165122"/>
                  </a:lnTo>
                  <a:lnTo>
                    <a:pt x="1148181" y="1198948"/>
                  </a:lnTo>
                  <a:close/>
                  <a:moveTo>
                    <a:pt x="1148181" y="1198948"/>
                  </a:moveTo>
                  <a:lnTo>
                    <a:pt x="1100202" y="1165122"/>
                  </a:lnTo>
                  <a:lnTo>
                    <a:pt x="1096079" y="1171505"/>
                  </a:lnTo>
                  <a:close/>
                  <a:moveTo>
                    <a:pt x="1148181" y="1198948"/>
                  </a:moveTo>
                  <a:lnTo>
                    <a:pt x="1096079" y="1171505"/>
                  </a:lnTo>
                  <a:lnTo>
                    <a:pt x="1131139" y="1223042"/>
                  </a:lnTo>
                  <a:close/>
                  <a:moveTo>
                    <a:pt x="935522" y="846582"/>
                  </a:moveTo>
                  <a:lnTo>
                    <a:pt x="896760" y="840113"/>
                  </a:lnTo>
                  <a:lnTo>
                    <a:pt x="937027" y="908102"/>
                  </a:lnTo>
                  <a:close/>
                  <a:moveTo>
                    <a:pt x="656489" y="656139"/>
                  </a:moveTo>
                  <a:lnTo>
                    <a:pt x="653608" y="618961"/>
                  </a:lnTo>
                  <a:lnTo>
                    <a:pt x="673231" y="580509"/>
                  </a:lnTo>
                  <a:close/>
                  <a:moveTo>
                    <a:pt x="656489" y="656139"/>
                  </a:moveTo>
                  <a:lnTo>
                    <a:pt x="673231" y="580509"/>
                  </a:lnTo>
                  <a:lnTo>
                    <a:pt x="651839" y="604603"/>
                  </a:lnTo>
                  <a:close/>
                  <a:moveTo>
                    <a:pt x="158229" y="18836"/>
                  </a:moveTo>
                  <a:lnTo>
                    <a:pt x="208372" y="16053"/>
                  </a:lnTo>
                  <a:lnTo>
                    <a:pt x="171661" y="0"/>
                  </a:lnTo>
                  <a:close/>
                  <a:moveTo>
                    <a:pt x="1107158" y="1147411"/>
                  </a:moveTo>
                  <a:lnTo>
                    <a:pt x="1100202" y="1165122"/>
                  </a:lnTo>
                  <a:lnTo>
                    <a:pt x="1126686" y="1164979"/>
                  </a:lnTo>
                  <a:close/>
                  <a:moveTo>
                    <a:pt x="1072420" y="962088"/>
                  </a:moveTo>
                  <a:lnTo>
                    <a:pt x="1156323" y="966211"/>
                  </a:lnTo>
                  <a:lnTo>
                    <a:pt x="1101548" y="936093"/>
                  </a:lnTo>
                  <a:close/>
                  <a:moveTo>
                    <a:pt x="1153704" y="971380"/>
                  </a:moveTo>
                  <a:lnTo>
                    <a:pt x="1166623" y="968708"/>
                  </a:lnTo>
                  <a:lnTo>
                    <a:pt x="1156323" y="966211"/>
                  </a:lnTo>
                  <a:close/>
                  <a:moveTo>
                    <a:pt x="1058393" y="917171"/>
                  </a:moveTo>
                  <a:lnTo>
                    <a:pt x="1018660" y="879718"/>
                  </a:lnTo>
                  <a:lnTo>
                    <a:pt x="1039802" y="889728"/>
                  </a:lnTo>
                  <a:close/>
                  <a:moveTo>
                    <a:pt x="1058393" y="917171"/>
                  </a:moveTo>
                  <a:lnTo>
                    <a:pt x="1039802" y="889728"/>
                  </a:lnTo>
                  <a:lnTo>
                    <a:pt x="1044005" y="941265"/>
                  </a:lnTo>
                  <a:close/>
                  <a:moveTo>
                    <a:pt x="752667" y="567580"/>
                  </a:moveTo>
                  <a:lnTo>
                    <a:pt x="705104" y="568265"/>
                  </a:lnTo>
                  <a:lnTo>
                    <a:pt x="777078" y="596340"/>
                  </a:lnTo>
                  <a:close/>
                  <a:moveTo>
                    <a:pt x="789952" y="575250"/>
                  </a:moveTo>
                  <a:lnTo>
                    <a:pt x="752667" y="567580"/>
                  </a:lnTo>
                  <a:lnTo>
                    <a:pt x="822825" y="592702"/>
                  </a:lnTo>
                  <a:close/>
                  <a:moveTo>
                    <a:pt x="752667" y="567580"/>
                  </a:moveTo>
                  <a:lnTo>
                    <a:pt x="777078" y="596340"/>
                  </a:lnTo>
                  <a:lnTo>
                    <a:pt x="822825" y="592702"/>
                  </a:lnTo>
                  <a:close/>
                  <a:moveTo>
                    <a:pt x="984114" y="846382"/>
                  </a:moveTo>
                  <a:lnTo>
                    <a:pt x="1018660" y="879718"/>
                  </a:lnTo>
                  <a:lnTo>
                    <a:pt x="976903" y="875683"/>
                  </a:lnTo>
                  <a:close/>
                  <a:moveTo>
                    <a:pt x="837041" y="599710"/>
                  </a:moveTo>
                  <a:lnTo>
                    <a:pt x="849952" y="607951"/>
                  </a:lnTo>
                  <a:lnTo>
                    <a:pt x="822825" y="592702"/>
                  </a:lnTo>
                  <a:close/>
                  <a:moveTo>
                    <a:pt x="1152081" y="855229"/>
                  </a:moveTo>
                  <a:lnTo>
                    <a:pt x="1157529" y="893077"/>
                  </a:lnTo>
                  <a:lnTo>
                    <a:pt x="1170919" y="885884"/>
                  </a:lnTo>
                  <a:close/>
                  <a:moveTo>
                    <a:pt x="1123987" y="769328"/>
                  </a:moveTo>
                  <a:lnTo>
                    <a:pt x="1171671" y="768544"/>
                  </a:lnTo>
                  <a:lnTo>
                    <a:pt x="1139867" y="769784"/>
                  </a:lnTo>
                  <a:close/>
                  <a:moveTo>
                    <a:pt x="1171671" y="768544"/>
                  </a:moveTo>
                  <a:lnTo>
                    <a:pt x="1123987" y="769328"/>
                  </a:lnTo>
                  <a:lnTo>
                    <a:pt x="1178631" y="77981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05" name="Output_density__4204">
              <a:extLst>
                <a:ext uri="{FF2B5EF4-FFF2-40B4-BE49-F238E27FC236}">
                  <a16:creationId xmlns:a16="http://schemas.microsoft.com/office/drawing/2014/main" id="{CCA8007D-5617-0F37-DE6D-C1A5656990DF}"/>
                </a:ext>
              </a:extLst>
            </p:cNvPr>
            <p:cNvSpPr>
              <a:spLocks noGrp="1"/>
            </p:cNvSpPr>
            <p:nvPr/>
          </p:nvSpPr>
          <p:spPr>
            <a:xfrm>
              <a:off x="15403458" y="3139662"/>
              <a:ext cx="1368326" cy="994797"/>
            </a:xfrm>
            <a:custGeom>
              <a:avLst/>
              <a:gdLst/>
              <a:ahLst/>
              <a:cxnLst/>
              <a:rect l="0" t="0" r="0" b="0"/>
              <a:pathLst>
                <a:path w="1368326" h="994797">
                  <a:moveTo>
                    <a:pt x="0" y="847538"/>
                  </a:moveTo>
                  <a:lnTo>
                    <a:pt x="12122" y="899075"/>
                  </a:lnTo>
                  <a:lnTo>
                    <a:pt x="12134" y="824235"/>
                  </a:lnTo>
                  <a:close/>
                  <a:moveTo>
                    <a:pt x="12122" y="899075"/>
                  </a:moveTo>
                  <a:lnTo>
                    <a:pt x="8056" y="890294"/>
                  </a:lnTo>
                  <a:lnTo>
                    <a:pt x="12134" y="824235"/>
                  </a:lnTo>
                  <a:close/>
                  <a:moveTo>
                    <a:pt x="45534" y="771907"/>
                  </a:moveTo>
                  <a:lnTo>
                    <a:pt x="44847" y="772880"/>
                  </a:lnTo>
                  <a:lnTo>
                    <a:pt x="12925" y="822759"/>
                  </a:lnTo>
                  <a:close/>
                  <a:moveTo>
                    <a:pt x="44847" y="772880"/>
                  </a:moveTo>
                  <a:lnTo>
                    <a:pt x="20070" y="809698"/>
                  </a:lnTo>
                  <a:lnTo>
                    <a:pt x="12925" y="822759"/>
                  </a:lnTo>
                  <a:close/>
                  <a:moveTo>
                    <a:pt x="12925" y="822759"/>
                  </a:moveTo>
                  <a:lnTo>
                    <a:pt x="20070" y="809698"/>
                  </a:lnTo>
                  <a:lnTo>
                    <a:pt x="12134" y="824235"/>
                  </a:lnTo>
                  <a:close/>
                  <a:moveTo>
                    <a:pt x="12134" y="824235"/>
                  </a:moveTo>
                  <a:lnTo>
                    <a:pt x="20070" y="809698"/>
                  </a:lnTo>
                  <a:lnTo>
                    <a:pt x="0" y="847538"/>
                  </a:lnTo>
                  <a:close/>
                  <a:moveTo>
                    <a:pt x="98029" y="791596"/>
                  </a:moveTo>
                  <a:lnTo>
                    <a:pt x="46980" y="771146"/>
                  </a:lnTo>
                  <a:lnTo>
                    <a:pt x="85143" y="783192"/>
                  </a:lnTo>
                  <a:close/>
                  <a:moveTo>
                    <a:pt x="85143" y="783192"/>
                  </a:moveTo>
                  <a:lnTo>
                    <a:pt x="107008" y="747813"/>
                  </a:lnTo>
                  <a:lnTo>
                    <a:pt x="98029" y="791596"/>
                  </a:lnTo>
                  <a:close/>
                  <a:moveTo>
                    <a:pt x="45895" y="771351"/>
                  </a:moveTo>
                  <a:lnTo>
                    <a:pt x="45534" y="771907"/>
                  </a:lnTo>
                  <a:lnTo>
                    <a:pt x="46980" y="771146"/>
                  </a:lnTo>
                  <a:close/>
                  <a:moveTo>
                    <a:pt x="279316" y="985144"/>
                  </a:moveTo>
                  <a:lnTo>
                    <a:pt x="300562" y="992649"/>
                  </a:lnTo>
                  <a:lnTo>
                    <a:pt x="347902" y="981402"/>
                  </a:lnTo>
                  <a:close/>
                  <a:moveTo>
                    <a:pt x="115896" y="723499"/>
                  </a:moveTo>
                  <a:lnTo>
                    <a:pt x="137485" y="735549"/>
                  </a:lnTo>
                  <a:lnTo>
                    <a:pt x="132038" y="696277"/>
                  </a:lnTo>
                  <a:close/>
                  <a:moveTo>
                    <a:pt x="132038" y="696277"/>
                  </a:moveTo>
                  <a:lnTo>
                    <a:pt x="137485" y="735549"/>
                  </a:lnTo>
                  <a:lnTo>
                    <a:pt x="161347" y="723719"/>
                  </a:lnTo>
                  <a:close/>
                  <a:moveTo>
                    <a:pt x="132038" y="696277"/>
                  </a:moveTo>
                  <a:lnTo>
                    <a:pt x="161347" y="723719"/>
                  </a:lnTo>
                  <a:lnTo>
                    <a:pt x="139462" y="672183"/>
                  </a:lnTo>
                  <a:close/>
                  <a:moveTo>
                    <a:pt x="262860" y="699625"/>
                  </a:moveTo>
                  <a:lnTo>
                    <a:pt x="219722" y="706674"/>
                  </a:lnTo>
                  <a:lnTo>
                    <a:pt x="240349" y="752648"/>
                  </a:lnTo>
                  <a:close/>
                  <a:moveTo>
                    <a:pt x="219722" y="706674"/>
                  </a:moveTo>
                  <a:lnTo>
                    <a:pt x="262860" y="699625"/>
                  </a:lnTo>
                  <a:lnTo>
                    <a:pt x="225522" y="688897"/>
                  </a:lnTo>
                  <a:close/>
                  <a:moveTo>
                    <a:pt x="161803" y="620646"/>
                  </a:moveTo>
                  <a:lnTo>
                    <a:pt x="139462" y="672183"/>
                  </a:lnTo>
                  <a:lnTo>
                    <a:pt x="178588" y="648089"/>
                  </a:lnTo>
                  <a:close/>
                  <a:moveTo>
                    <a:pt x="161803" y="620646"/>
                  </a:moveTo>
                  <a:lnTo>
                    <a:pt x="178588" y="648089"/>
                  </a:lnTo>
                  <a:lnTo>
                    <a:pt x="172280" y="596552"/>
                  </a:lnTo>
                  <a:close/>
                  <a:moveTo>
                    <a:pt x="191110" y="560234"/>
                  </a:moveTo>
                  <a:lnTo>
                    <a:pt x="172280" y="596552"/>
                  </a:lnTo>
                  <a:lnTo>
                    <a:pt x="227008" y="575265"/>
                  </a:lnTo>
                  <a:close/>
                  <a:moveTo>
                    <a:pt x="343097" y="548364"/>
                  </a:moveTo>
                  <a:lnTo>
                    <a:pt x="344171" y="555978"/>
                  </a:lnTo>
                  <a:lnTo>
                    <a:pt x="302234" y="623995"/>
                  </a:lnTo>
                  <a:close/>
                  <a:moveTo>
                    <a:pt x="1269273" y="943261"/>
                  </a:moveTo>
                  <a:lnTo>
                    <a:pt x="1241149" y="921708"/>
                  </a:lnTo>
                  <a:lnTo>
                    <a:pt x="1214050" y="955286"/>
                  </a:lnTo>
                  <a:close/>
                  <a:moveTo>
                    <a:pt x="1269273" y="943261"/>
                  </a:moveTo>
                  <a:lnTo>
                    <a:pt x="1302406" y="976060"/>
                  </a:lnTo>
                  <a:lnTo>
                    <a:pt x="1317092" y="924189"/>
                  </a:lnTo>
                  <a:close/>
                  <a:moveTo>
                    <a:pt x="1317092" y="924189"/>
                  </a:moveTo>
                  <a:lnTo>
                    <a:pt x="1302406" y="976060"/>
                  </a:lnTo>
                  <a:lnTo>
                    <a:pt x="1331797" y="919167"/>
                  </a:lnTo>
                  <a:close/>
                  <a:moveTo>
                    <a:pt x="1331797" y="919167"/>
                  </a:moveTo>
                  <a:lnTo>
                    <a:pt x="1302406" y="976060"/>
                  </a:lnTo>
                  <a:lnTo>
                    <a:pt x="1326952" y="994797"/>
                  </a:lnTo>
                  <a:close/>
                  <a:moveTo>
                    <a:pt x="1331797" y="919167"/>
                  </a:moveTo>
                  <a:lnTo>
                    <a:pt x="1326952" y="994797"/>
                  </a:lnTo>
                  <a:lnTo>
                    <a:pt x="1346579" y="970703"/>
                  </a:lnTo>
                  <a:close/>
                  <a:moveTo>
                    <a:pt x="1317092" y="924189"/>
                  </a:moveTo>
                  <a:lnTo>
                    <a:pt x="1241149" y="921708"/>
                  </a:lnTo>
                  <a:lnTo>
                    <a:pt x="1269273" y="943261"/>
                  </a:lnTo>
                  <a:close/>
                  <a:moveTo>
                    <a:pt x="1368326" y="946610"/>
                  </a:moveTo>
                  <a:lnTo>
                    <a:pt x="1327131" y="916028"/>
                  </a:lnTo>
                  <a:lnTo>
                    <a:pt x="1331797" y="919167"/>
                  </a:lnTo>
                  <a:close/>
                  <a:moveTo>
                    <a:pt x="693609" y="2159"/>
                  </a:moveTo>
                  <a:lnTo>
                    <a:pt x="659895" y="43045"/>
                  </a:lnTo>
                  <a:lnTo>
                    <a:pt x="681287" y="18951"/>
                  </a:lnTo>
                  <a:close/>
                  <a:moveTo>
                    <a:pt x="1037841" y="280904"/>
                  </a:moveTo>
                  <a:lnTo>
                    <a:pt x="1047858" y="328170"/>
                  </a:lnTo>
                  <a:lnTo>
                    <a:pt x="1026716" y="318160"/>
                  </a:lnTo>
                  <a:close/>
                  <a:moveTo>
                    <a:pt x="713160" y="6707"/>
                  </a:moveTo>
                  <a:lnTo>
                    <a:pt x="739751" y="0"/>
                  </a:lnTo>
                  <a:lnTo>
                    <a:pt x="693609" y="2159"/>
                  </a:lnTo>
                  <a:close/>
                  <a:moveTo>
                    <a:pt x="713160" y="6707"/>
                  </a:moveTo>
                  <a:lnTo>
                    <a:pt x="760723" y="6022"/>
                  </a:lnTo>
                  <a:lnTo>
                    <a:pt x="739751" y="0"/>
                  </a:lnTo>
                  <a:close/>
                  <a:moveTo>
                    <a:pt x="992170" y="284824"/>
                  </a:moveTo>
                  <a:lnTo>
                    <a:pt x="1037841" y="280904"/>
                  </a:lnTo>
                  <a:lnTo>
                    <a:pt x="1026716" y="318160"/>
                  </a:lnTo>
                  <a:close/>
                  <a:moveTo>
                    <a:pt x="1097057" y="228446"/>
                  </a:moveTo>
                  <a:lnTo>
                    <a:pt x="1094430" y="238349"/>
                  </a:lnTo>
                  <a:lnTo>
                    <a:pt x="1065339" y="248814"/>
                  </a:lnTo>
                  <a:close/>
                  <a:moveTo>
                    <a:pt x="1065339" y="248814"/>
                  </a:moveTo>
                  <a:lnTo>
                    <a:pt x="1094430" y="238349"/>
                  </a:lnTo>
                  <a:lnTo>
                    <a:pt x="1079245" y="261030"/>
                  </a:lnTo>
                  <a:close/>
                  <a:moveTo>
                    <a:pt x="1105064" y="222660"/>
                  </a:moveTo>
                  <a:lnTo>
                    <a:pt x="1094430" y="238349"/>
                  </a:lnTo>
                  <a:lnTo>
                    <a:pt x="1097057" y="228446"/>
                  </a:lnTo>
                  <a:close/>
                  <a:moveTo>
                    <a:pt x="1105064" y="222660"/>
                  </a:moveTo>
                  <a:lnTo>
                    <a:pt x="1097057" y="228446"/>
                  </a:lnTo>
                  <a:lnTo>
                    <a:pt x="1132043" y="207770"/>
                  </a:lnTo>
                  <a:close/>
                  <a:moveTo>
                    <a:pt x="1132043" y="207770"/>
                  </a:moveTo>
                  <a:lnTo>
                    <a:pt x="1147923" y="208226"/>
                  </a:lnTo>
                  <a:lnTo>
                    <a:pt x="1105064" y="222660"/>
                  </a:lnTo>
                  <a:close/>
                  <a:moveTo>
                    <a:pt x="1132043" y="207770"/>
                  </a:moveTo>
                  <a:lnTo>
                    <a:pt x="1136924" y="206881"/>
                  </a:lnTo>
                  <a:lnTo>
                    <a:pt x="1186687" y="218259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06" name="Output_density__4205">
              <a:extLst>
                <a:ext uri="{FF2B5EF4-FFF2-40B4-BE49-F238E27FC236}">
                  <a16:creationId xmlns:a16="http://schemas.microsoft.com/office/drawing/2014/main" id="{2F9CE1F4-5057-9B45-5DE0-6546A102AB89}"/>
                </a:ext>
              </a:extLst>
            </p:cNvPr>
            <p:cNvSpPr>
              <a:spLocks noGrp="1"/>
            </p:cNvSpPr>
            <p:nvPr/>
          </p:nvSpPr>
          <p:spPr>
            <a:xfrm>
              <a:off x="15415593" y="3141821"/>
              <a:ext cx="1124790" cy="822077"/>
            </a:xfrm>
            <a:custGeom>
              <a:avLst/>
              <a:gdLst/>
              <a:ahLst/>
              <a:cxnLst/>
              <a:rect l="0" t="0" r="0" b="0"/>
              <a:pathLst>
                <a:path w="1124790" h="822077">
                  <a:moveTo>
                    <a:pt x="790" y="820600"/>
                  </a:moveTo>
                  <a:lnTo>
                    <a:pt x="0" y="822077"/>
                  </a:lnTo>
                  <a:lnTo>
                    <a:pt x="502" y="821285"/>
                  </a:lnTo>
                  <a:close/>
                  <a:moveTo>
                    <a:pt x="790" y="820600"/>
                  </a:moveTo>
                  <a:lnTo>
                    <a:pt x="502" y="821285"/>
                  </a:lnTo>
                  <a:lnTo>
                    <a:pt x="1741" y="820662"/>
                  </a:lnTo>
                  <a:close/>
                  <a:moveTo>
                    <a:pt x="34845" y="768987"/>
                  </a:moveTo>
                  <a:lnTo>
                    <a:pt x="33399" y="769748"/>
                  </a:lnTo>
                  <a:lnTo>
                    <a:pt x="73008" y="781034"/>
                  </a:lnTo>
                  <a:close/>
                  <a:moveTo>
                    <a:pt x="33399" y="769748"/>
                  </a:moveTo>
                  <a:lnTo>
                    <a:pt x="790" y="820600"/>
                  </a:lnTo>
                  <a:lnTo>
                    <a:pt x="73008" y="781034"/>
                  </a:lnTo>
                  <a:close/>
                  <a:moveTo>
                    <a:pt x="103762" y="721341"/>
                  </a:moveTo>
                  <a:lnTo>
                    <a:pt x="93821" y="759023"/>
                  </a:lnTo>
                  <a:lnTo>
                    <a:pt x="94874" y="745655"/>
                  </a:lnTo>
                  <a:close/>
                  <a:moveTo>
                    <a:pt x="125350" y="733390"/>
                  </a:moveTo>
                  <a:lnTo>
                    <a:pt x="94874" y="745655"/>
                  </a:lnTo>
                  <a:lnTo>
                    <a:pt x="148800" y="754831"/>
                  </a:lnTo>
                  <a:close/>
                  <a:moveTo>
                    <a:pt x="94874" y="745655"/>
                  </a:moveTo>
                  <a:lnTo>
                    <a:pt x="73008" y="781034"/>
                  </a:lnTo>
                  <a:lnTo>
                    <a:pt x="148800" y="754831"/>
                  </a:lnTo>
                  <a:close/>
                  <a:moveTo>
                    <a:pt x="103762" y="721341"/>
                  </a:moveTo>
                  <a:lnTo>
                    <a:pt x="94874" y="745655"/>
                  </a:lnTo>
                  <a:lnTo>
                    <a:pt x="125350" y="733390"/>
                  </a:lnTo>
                  <a:close/>
                  <a:moveTo>
                    <a:pt x="125350" y="733390"/>
                  </a:moveTo>
                  <a:lnTo>
                    <a:pt x="148800" y="754831"/>
                  </a:lnTo>
                  <a:lnTo>
                    <a:pt x="149213" y="721561"/>
                  </a:lnTo>
                  <a:close/>
                  <a:moveTo>
                    <a:pt x="149213" y="721561"/>
                  </a:moveTo>
                  <a:lnTo>
                    <a:pt x="207587" y="704515"/>
                  </a:lnTo>
                  <a:lnTo>
                    <a:pt x="166454" y="645930"/>
                  </a:lnTo>
                  <a:close/>
                  <a:moveTo>
                    <a:pt x="127328" y="670024"/>
                  </a:moveTo>
                  <a:lnTo>
                    <a:pt x="149213" y="721561"/>
                  </a:lnTo>
                  <a:lnTo>
                    <a:pt x="166454" y="645930"/>
                  </a:lnTo>
                  <a:close/>
                  <a:moveTo>
                    <a:pt x="681474" y="0"/>
                  </a:moveTo>
                  <a:lnTo>
                    <a:pt x="669153" y="16792"/>
                  </a:lnTo>
                  <a:lnTo>
                    <a:pt x="701026" y="4549"/>
                  </a:lnTo>
                  <a:close/>
                  <a:moveTo>
                    <a:pt x="1119909" y="205611"/>
                  </a:moveTo>
                  <a:lnTo>
                    <a:pt x="1084923" y="226287"/>
                  </a:lnTo>
                  <a:lnTo>
                    <a:pt x="1124790" y="204723"/>
                  </a:lnTo>
                  <a:close/>
                  <a:moveTo>
                    <a:pt x="1084923" y="226287"/>
                  </a:moveTo>
                  <a:lnTo>
                    <a:pt x="1053205" y="246655"/>
                  </a:lnTo>
                  <a:lnTo>
                    <a:pt x="1124790" y="204723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07" name="Output_density__4206">
              <a:extLst>
                <a:ext uri="{FF2B5EF4-FFF2-40B4-BE49-F238E27FC236}">
                  <a16:creationId xmlns:a16="http://schemas.microsoft.com/office/drawing/2014/main" id="{BBD95769-8937-8547-3D72-B99127EAC2D5}"/>
                </a:ext>
              </a:extLst>
            </p:cNvPr>
            <p:cNvSpPr>
              <a:spLocks noGrp="1"/>
            </p:cNvSpPr>
            <p:nvPr/>
          </p:nvSpPr>
          <p:spPr>
            <a:xfrm>
              <a:off x="15753777" y="3243791"/>
              <a:ext cx="1137828" cy="1338816"/>
            </a:xfrm>
            <a:custGeom>
              <a:avLst/>
              <a:gdLst/>
              <a:ahLst/>
              <a:cxnLst/>
              <a:rect l="0" t="0" r="0" b="0"/>
              <a:pathLst>
                <a:path w="1137828" h="1338816">
                  <a:moveTo>
                    <a:pt x="367840" y="1338816"/>
                  </a:moveTo>
                  <a:lnTo>
                    <a:pt x="329631" y="1330855"/>
                  </a:lnTo>
                  <a:lnTo>
                    <a:pt x="411783" y="1328434"/>
                  </a:lnTo>
                  <a:close/>
                  <a:moveTo>
                    <a:pt x="46439" y="970755"/>
                  </a:moveTo>
                  <a:lnTo>
                    <a:pt x="56284" y="941019"/>
                  </a:lnTo>
                  <a:lnTo>
                    <a:pt x="0" y="971805"/>
                  </a:lnTo>
                  <a:close/>
                  <a:moveTo>
                    <a:pt x="56284" y="941019"/>
                  </a:moveTo>
                  <a:lnTo>
                    <a:pt x="46439" y="970755"/>
                  </a:lnTo>
                  <a:lnTo>
                    <a:pt x="61419" y="952904"/>
                  </a:lnTo>
                  <a:close/>
                  <a:moveTo>
                    <a:pt x="440267" y="1300031"/>
                  </a:moveTo>
                  <a:lnTo>
                    <a:pt x="367840" y="1338816"/>
                  </a:lnTo>
                  <a:lnTo>
                    <a:pt x="411783" y="1328434"/>
                  </a:lnTo>
                  <a:close/>
                  <a:moveTo>
                    <a:pt x="677453" y="948523"/>
                  </a:moveTo>
                  <a:lnTo>
                    <a:pt x="722510" y="942306"/>
                  </a:lnTo>
                  <a:lnTo>
                    <a:pt x="750581" y="912359"/>
                  </a:lnTo>
                  <a:close/>
                  <a:moveTo>
                    <a:pt x="1056381" y="952288"/>
                  </a:moveTo>
                  <a:lnTo>
                    <a:pt x="1100159" y="941292"/>
                  </a:lnTo>
                  <a:lnTo>
                    <a:pt x="1126660" y="905476"/>
                  </a:lnTo>
                  <a:close/>
                  <a:moveTo>
                    <a:pt x="1111832" y="918111"/>
                  </a:moveTo>
                  <a:lnTo>
                    <a:pt x="1133075" y="894017"/>
                  </a:lnTo>
                  <a:lnTo>
                    <a:pt x="1126660" y="905476"/>
                  </a:lnTo>
                  <a:close/>
                  <a:moveTo>
                    <a:pt x="855824" y="584798"/>
                  </a:moveTo>
                  <a:lnTo>
                    <a:pt x="850757" y="587445"/>
                  </a:lnTo>
                  <a:lnTo>
                    <a:pt x="851843" y="557355"/>
                  </a:lnTo>
                  <a:close/>
                  <a:moveTo>
                    <a:pt x="869270" y="533261"/>
                  </a:moveTo>
                  <a:lnTo>
                    <a:pt x="855824" y="584798"/>
                  </a:lnTo>
                  <a:lnTo>
                    <a:pt x="851843" y="557355"/>
                  </a:lnTo>
                  <a:close/>
                  <a:moveTo>
                    <a:pt x="1137828" y="882447"/>
                  </a:moveTo>
                  <a:lnTo>
                    <a:pt x="1126660" y="905476"/>
                  </a:lnTo>
                  <a:lnTo>
                    <a:pt x="1133075" y="894017"/>
                  </a:lnTo>
                  <a:close/>
                  <a:moveTo>
                    <a:pt x="504814" y="17895"/>
                  </a:moveTo>
                  <a:lnTo>
                    <a:pt x="500083" y="0"/>
                  </a:lnTo>
                  <a:lnTo>
                    <a:pt x="481230" y="6441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08" name="Output_density__4207">
              <a:extLst>
                <a:ext uri="{FF2B5EF4-FFF2-40B4-BE49-F238E27FC236}">
                  <a16:creationId xmlns:a16="http://schemas.microsoft.com/office/drawing/2014/main" id="{308E42F0-3124-32D3-F2C4-50A3113198FD}"/>
                </a:ext>
              </a:extLst>
            </p:cNvPr>
            <p:cNvSpPr>
              <a:spLocks noGrp="1"/>
            </p:cNvSpPr>
            <p:nvPr/>
          </p:nvSpPr>
          <p:spPr>
            <a:xfrm>
              <a:off x="15583229" y="2636791"/>
              <a:ext cx="1307940" cy="2091422"/>
            </a:xfrm>
            <a:custGeom>
              <a:avLst/>
              <a:gdLst/>
              <a:ahLst/>
              <a:cxnLst/>
              <a:rect l="0" t="0" r="0" b="0"/>
              <a:pathLst>
                <a:path w="1307940" h="2091422">
                  <a:moveTo>
                    <a:pt x="177285" y="2044479"/>
                  </a:moveTo>
                  <a:lnTo>
                    <a:pt x="178999" y="2050867"/>
                  </a:lnTo>
                  <a:lnTo>
                    <a:pt x="190513" y="2058148"/>
                  </a:lnTo>
                  <a:close/>
                  <a:moveTo>
                    <a:pt x="197945" y="2020385"/>
                  </a:moveTo>
                  <a:lnTo>
                    <a:pt x="190513" y="2058148"/>
                  </a:lnTo>
                  <a:lnTo>
                    <a:pt x="220187" y="2034195"/>
                  </a:lnTo>
                  <a:close/>
                  <a:moveTo>
                    <a:pt x="197945" y="2020385"/>
                  </a:moveTo>
                  <a:lnTo>
                    <a:pt x="177285" y="2044479"/>
                  </a:lnTo>
                  <a:lnTo>
                    <a:pt x="190513" y="2058148"/>
                  </a:lnTo>
                  <a:close/>
                  <a:moveTo>
                    <a:pt x="163683" y="1997616"/>
                  </a:moveTo>
                  <a:lnTo>
                    <a:pt x="133086" y="1987468"/>
                  </a:lnTo>
                  <a:lnTo>
                    <a:pt x="197945" y="2020385"/>
                  </a:lnTo>
                  <a:close/>
                  <a:moveTo>
                    <a:pt x="197945" y="2020385"/>
                  </a:moveTo>
                  <a:lnTo>
                    <a:pt x="133086" y="1987468"/>
                  </a:lnTo>
                  <a:lnTo>
                    <a:pt x="134222" y="1992942"/>
                  </a:lnTo>
                  <a:close/>
                  <a:moveTo>
                    <a:pt x="197945" y="2020385"/>
                  </a:moveTo>
                  <a:lnTo>
                    <a:pt x="134222" y="1992942"/>
                  </a:lnTo>
                  <a:lnTo>
                    <a:pt x="177285" y="2044479"/>
                  </a:lnTo>
                  <a:close/>
                  <a:moveTo>
                    <a:pt x="190513" y="2058148"/>
                  </a:moveTo>
                  <a:lnTo>
                    <a:pt x="246132" y="2091422"/>
                  </a:lnTo>
                  <a:lnTo>
                    <a:pt x="270124" y="2046226"/>
                  </a:lnTo>
                  <a:close/>
                  <a:moveTo>
                    <a:pt x="220187" y="2034195"/>
                  </a:moveTo>
                  <a:lnTo>
                    <a:pt x="190513" y="2058148"/>
                  </a:lnTo>
                  <a:lnTo>
                    <a:pt x="270124" y="2046226"/>
                  </a:lnTo>
                  <a:close/>
                  <a:moveTo>
                    <a:pt x="118030" y="1961824"/>
                  </a:moveTo>
                  <a:lnTo>
                    <a:pt x="134222" y="1992942"/>
                  </a:lnTo>
                  <a:lnTo>
                    <a:pt x="133086" y="1987468"/>
                  </a:lnTo>
                  <a:close/>
                  <a:moveTo>
                    <a:pt x="85549" y="1925390"/>
                  </a:moveTo>
                  <a:lnTo>
                    <a:pt x="133086" y="1987468"/>
                  </a:lnTo>
                  <a:lnTo>
                    <a:pt x="130677" y="1968848"/>
                  </a:lnTo>
                  <a:close/>
                  <a:moveTo>
                    <a:pt x="104199" y="1941406"/>
                  </a:moveTo>
                  <a:lnTo>
                    <a:pt x="133086" y="1987468"/>
                  </a:lnTo>
                  <a:lnTo>
                    <a:pt x="85549" y="1925390"/>
                  </a:lnTo>
                  <a:close/>
                  <a:moveTo>
                    <a:pt x="336484" y="2047828"/>
                  </a:moveTo>
                  <a:lnTo>
                    <a:pt x="326567" y="2082580"/>
                  </a:lnTo>
                  <a:lnTo>
                    <a:pt x="360042" y="2072837"/>
                  </a:lnTo>
                  <a:close/>
                  <a:moveTo>
                    <a:pt x="336484" y="2047828"/>
                  </a:moveTo>
                  <a:lnTo>
                    <a:pt x="313134" y="2071921"/>
                  </a:lnTo>
                  <a:lnTo>
                    <a:pt x="326567" y="2082580"/>
                  </a:lnTo>
                  <a:close/>
                  <a:moveTo>
                    <a:pt x="290784" y="1997969"/>
                  </a:moveTo>
                  <a:lnTo>
                    <a:pt x="270124" y="2046226"/>
                  </a:lnTo>
                  <a:lnTo>
                    <a:pt x="296968" y="1996291"/>
                  </a:lnTo>
                  <a:close/>
                  <a:moveTo>
                    <a:pt x="296968" y="1996291"/>
                  </a:moveTo>
                  <a:lnTo>
                    <a:pt x="270124" y="2046226"/>
                  </a:lnTo>
                  <a:lnTo>
                    <a:pt x="313134" y="2071921"/>
                  </a:lnTo>
                  <a:close/>
                  <a:moveTo>
                    <a:pt x="296968" y="1996291"/>
                  </a:moveTo>
                  <a:lnTo>
                    <a:pt x="313134" y="2071921"/>
                  </a:lnTo>
                  <a:lnTo>
                    <a:pt x="336484" y="2047828"/>
                  </a:lnTo>
                  <a:close/>
                  <a:moveTo>
                    <a:pt x="270124" y="2046226"/>
                  </a:moveTo>
                  <a:lnTo>
                    <a:pt x="290784" y="1997969"/>
                  </a:lnTo>
                  <a:lnTo>
                    <a:pt x="246646" y="1998221"/>
                  </a:lnTo>
                  <a:close/>
                  <a:moveTo>
                    <a:pt x="220187" y="2034195"/>
                  </a:moveTo>
                  <a:lnTo>
                    <a:pt x="270124" y="2046226"/>
                  </a:lnTo>
                  <a:lnTo>
                    <a:pt x="246646" y="1998221"/>
                  </a:lnTo>
                  <a:close/>
                  <a:moveTo>
                    <a:pt x="296968" y="1996291"/>
                  </a:moveTo>
                  <a:lnTo>
                    <a:pt x="334682" y="1978022"/>
                  </a:lnTo>
                  <a:lnTo>
                    <a:pt x="290784" y="1997969"/>
                  </a:lnTo>
                  <a:close/>
                  <a:moveTo>
                    <a:pt x="290784" y="1997969"/>
                  </a:moveTo>
                  <a:lnTo>
                    <a:pt x="275299" y="1947816"/>
                  </a:lnTo>
                  <a:lnTo>
                    <a:pt x="267962" y="1996291"/>
                  </a:lnTo>
                  <a:close/>
                  <a:moveTo>
                    <a:pt x="275299" y="1947816"/>
                  </a:moveTo>
                  <a:lnTo>
                    <a:pt x="267093" y="1944754"/>
                  </a:lnTo>
                  <a:lnTo>
                    <a:pt x="267962" y="1996291"/>
                  </a:lnTo>
                  <a:close/>
                  <a:moveTo>
                    <a:pt x="219239" y="1895751"/>
                  </a:moveTo>
                  <a:lnTo>
                    <a:pt x="267093" y="1944754"/>
                  </a:lnTo>
                  <a:lnTo>
                    <a:pt x="218043" y="1893639"/>
                  </a:lnTo>
                  <a:close/>
                  <a:moveTo>
                    <a:pt x="267093" y="1944754"/>
                  </a:moveTo>
                  <a:lnTo>
                    <a:pt x="275299" y="1947816"/>
                  </a:lnTo>
                  <a:lnTo>
                    <a:pt x="218043" y="1893639"/>
                  </a:lnTo>
                  <a:close/>
                  <a:moveTo>
                    <a:pt x="219239" y="1895751"/>
                  </a:moveTo>
                  <a:lnTo>
                    <a:pt x="218043" y="1893639"/>
                  </a:lnTo>
                  <a:lnTo>
                    <a:pt x="217332" y="1893218"/>
                  </a:lnTo>
                  <a:close/>
                  <a:moveTo>
                    <a:pt x="296968" y="1996291"/>
                  </a:moveTo>
                  <a:lnTo>
                    <a:pt x="336484" y="2047828"/>
                  </a:lnTo>
                  <a:lnTo>
                    <a:pt x="294336" y="1995082"/>
                  </a:lnTo>
                  <a:close/>
                  <a:moveTo>
                    <a:pt x="109188" y="1658968"/>
                  </a:moveTo>
                  <a:lnTo>
                    <a:pt x="97366" y="1654544"/>
                  </a:lnTo>
                  <a:lnTo>
                    <a:pt x="145137" y="1658475"/>
                  </a:lnTo>
                  <a:close/>
                  <a:moveTo>
                    <a:pt x="88732" y="1559904"/>
                  </a:moveTo>
                  <a:lnTo>
                    <a:pt x="99742" y="1623650"/>
                  </a:lnTo>
                  <a:lnTo>
                    <a:pt x="125215" y="1583988"/>
                  </a:lnTo>
                  <a:close/>
                  <a:moveTo>
                    <a:pt x="397056" y="1862051"/>
                  </a:moveTo>
                  <a:lnTo>
                    <a:pt x="469172" y="1896566"/>
                  </a:lnTo>
                  <a:lnTo>
                    <a:pt x="425286" y="1872297"/>
                  </a:lnTo>
                  <a:close/>
                  <a:moveTo>
                    <a:pt x="397056" y="1862051"/>
                  </a:moveTo>
                  <a:lnTo>
                    <a:pt x="462246" y="1909778"/>
                  </a:lnTo>
                  <a:lnTo>
                    <a:pt x="469172" y="1896566"/>
                  </a:lnTo>
                  <a:close/>
                  <a:moveTo>
                    <a:pt x="311980" y="1798020"/>
                  </a:moveTo>
                  <a:lnTo>
                    <a:pt x="298176" y="1803732"/>
                  </a:lnTo>
                  <a:lnTo>
                    <a:pt x="333623" y="1839162"/>
                  </a:lnTo>
                  <a:close/>
                  <a:moveTo>
                    <a:pt x="369017" y="1836594"/>
                  </a:moveTo>
                  <a:lnTo>
                    <a:pt x="311980" y="1798020"/>
                  </a:lnTo>
                  <a:lnTo>
                    <a:pt x="333623" y="1839162"/>
                  </a:lnTo>
                  <a:close/>
                  <a:moveTo>
                    <a:pt x="382547" y="1847403"/>
                  </a:moveTo>
                  <a:lnTo>
                    <a:pt x="382809" y="1845030"/>
                  </a:lnTo>
                  <a:lnTo>
                    <a:pt x="369017" y="1836594"/>
                  </a:lnTo>
                  <a:close/>
                  <a:moveTo>
                    <a:pt x="193730" y="1530579"/>
                  </a:moveTo>
                  <a:lnTo>
                    <a:pt x="168131" y="1484274"/>
                  </a:lnTo>
                  <a:lnTo>
                    <a:pt x="193531" y="1537110"/>
                  </a:lnTo>
                  <a:close/>
                  <a:moveTo>
                    <a:pt x="142117" y="1512284"/>
                  </a:moveTo>
                  <a:lnTo>
                    <a:pt x="192776" y="1535810"/>
                  </a:lnTo>
                  <a:lnTo>
                    <a:pt x="193531" y="1537110"/>
                  </a:lnTo>
                  <a:close/>
                  <a:moveTo>
                    <a:pt x="117323" y="1435598"/>
                  </a:moveTo>
                  <a:lnTo>
                    <a:pt x="123472" y="1442571"/>
                  </a:lnTo>
                  <a:lnTo>
                    <a:pt x="111816" y="1432737"/>
                  </a:lnTo>
                  <a:close/>
                  <a:moveTo>
                    <a:pt x="123472" y="1442571"/>
                  </a:moveTo>
                  <a:lnTo>
                    <a:pt x="117323" y="1435598"/>
                  </a:lnTo>
                  <a:lnTo>
                    <a:pt x="168131" y="1484274"/>
                  </a:lnTo>
                  <a:close/>
                  <a:moveTo>
                    <a:pt x="62230" y="1442405"/>
                  </a:moveTo>
                  <a:lnTo>
                    <a:pt x="38636" y="1434960"/>
                  </a:lnTo>
                  <a:lnTo>
                    <a:pt x="0" y="1392272"/>
                  </a:lnTo>
                  <a:close/>
                  <a:moveTo>
                    <a:pt x="14280" y="1443405"/>
                  </a:moveTo>
                  <a:lnTo>
                    <a:pt x="62230" y="1442405"/>
                  </a:lnTo>
                  <a:lnTo>
                    <a:pt x="0" y="1392272"/>
                  </a:lnTo>
                  <a:close/>
                  <a:moveTo>
                    <a:pt x="382809" y="1845030"/>
                  </a:moveTo>
                  <a:lnTo>
                    <a:pt x="397056" y="1862051"/>
                  </a:lnTo>
                  <a:lnTo>
                    <a:pt x="425286" y="1872297"/>
                  </a:lnTo>
                  <a:close/>
                  <a:moveTo>
                    <a:pt x="381910" y="1773639"/>
                  </a:moveTo>
                  <a:lnTo>
                    <a:pt x="432958" y="1770120"/>
                  </a:lnTo>
                  <a:lnTo>
                    <a:pt x="393413" y="1739527"/>
                  </a:lnTo>
                  <a:close/>
                  <a:moveTo>
                    <a:pt x="381910" y="1773639"/>
                  </a:moveTo>
                  <a:lnTo>
                    <a:pt x="393413" y="1739527"/>
                  </a:lnTo>
                  <a:lnTo>
                    <a:pt x="359763" y="1728902"/>
                  </a:lnTo>
                  <a:close/>
                  <a:moveTo>
                    <a:pt x="432958" y="1770120"/>
                  </a:moveTo>
                  <a:lnTo>
                    <a:pt x="474066" y="1774682"/>
                  </a:lnTo>
                  <a:lnTo>
                    <a:pt x="393413" y="1739527"/>
                  </a:lnTo>
                  <a:close/>
                  <a:moveTo>
                    <a:pt x="332969" y="1690420"/>
                  </a:moveTo>
                  <a:lnTo>
                    <a:pt x="331833" y="1697568"/>
                  </a:lnTo>
                  <a:lnTo>
                    <a:pt x="359763" y="1728902"/>
                  </a:lnTo>
                  <a:close/>
                  <a:moveTo>
                    <a:pt x="359763" y="1728902"/>
                  </a:moveTo>
                  <a:lnTo>
                    <a:pt x="393413" y="1739527"/>
                  </a:lnTo>
                  <a:lnTo>
                    <a:pt x="332969" y="1690420"/>
                  </a:lnTo>
                  <a:close/>
                  <a:moveTo>
                    <a:pt x="329078" y="1687268"/>
                  </a:moveTo>
                  <a:lnTo>
                    <a:pt x="332969" y="1690420"/>
                  </a:lnTo>
                  <a:lnTo>
                    <a:pt x="337540" y="1684226"/>
                  </a:lnTo>
                  <a:close/>
                  <a:moveTo>
                    <a:pt x="337540" y="1684226"/>
                  </a:moveTo>
                  <a:lnTo>
                    <a:pt x="347807" y="1666326"/>
                  </a:lnTo>
                  <a:lnTo>
                    <a:pt x="329078" y="1687268"/>
                  </a:lnTo>
                  <a:close/>
                  <a:moveTo>
                    <a:pt x="329078" y="1687268"/>
                  </a:moveTo>
                  <a:lnTo>
                    <a:pt x="347807" y="1666326"/>
                  </a:lnTo>
                  <a:lnTo>
                    <a:pt x="305774" y="1639917"/>
                  </a:lnTo>
                  <a:close/>
                  <a:moveTo>
                    <a:pt x="123472" y="1442571"/>
                  </a:moveTo>
                  <a:lnTo>
                    <a:pt x="185963" y="1480520"/>
                  </a:lnTo>
                  <a:lnTo>
                    <a:pt x="199421" y="1416955"/>
                  </a:lnTo>
                  <a:close/>
                  <a:moveTo>
                    <a:pt x="185963" y="1480520"/>
                  </a:moveTo>
                  <a:lnTo>
                    <a:pt x="193730" y="1530579"/>
                  </a:lnTo>
                  <a:lnTo>
                    <a:pt x="245102" y="1470423"/>
                  </a:lnTo>
                  <a:close/>
                  <a:moveTo>
                    <a:pt x="229009" y="1408643"/>
                  </a:moveTo>
                  <a:lnTo>
                    <a:pt x="199421" y="1416955"/>
                  </a:lnTo>
                  <a:lnTo>
                    <a:pt x="242390" y="1409884"/>
                  </a:lnTo>
                  <a:close/>
                  <a:moveTo>
                    <a:pt x="77046" y="1381201"/>
                  </a:moveTo>
                  <a:lnTo>
                    <a:pt x="111816" y="1432737"/>
                  </a:lnTo>
                  <a:lnTo>
                    <a:pt x="74282" y="1369864"/>
                  </a:lnTo>
                  <a:close/>
                  <a:moveTo>
                    <a:pt x="313621" y="1602947"/>
                  </a:moveTo>
                  <a:lnTo>
                    <a:pt x="356340" y="1606199"/>
                  </a:lnTo>
                  <a:lnTo>
                    <a:pt x="338214" y="1558192"/>
                  </a:lnTo>
                  <a:close/>
                  <a:moveTo>
                    <a:pt x="392994" y="1614382"/>
                  </a:moveTo>
                  <a:lnTo>
                    <a:pt x="396690" y="1539159"/>
                  </a:lnTo>
                  <a:lnTo>
                    <a:pt x="338214" y="1558192"/>
                  </a:lnTo>
                  <a:close/>
                  <a:moveTo>
                    <a:pt x="392994" y="1614382"/>
                  </a:moveTo>
                  <a:lnTo>
                    <a:pt x="338214" y="1558192"/>
                  </a:lnTo>
                  <a:lnTo>
                    <a:pt x="356340" y="1606199"/>
                  </a:lnTo>
                  <a:close/>
                  <a:moveTo>
                    <a:pt x="338214" y="1558192"/>
                  </a:moveTo>
                  <a:lnTo>
                    <a:pt x="356871" y="1521384"/>
                  </a:lnTo>
                  <a:lnTo>
                    <a:pt x="301157" y="1511716"/>
                  </a:lnTo>
                  <a:close/>
                  <a:moveTo>
                    <a:pt x="309533" y="1543527"/>
                  </a:moveTo>
                  <a:lnTo>
                    <a:pt x="338214" y="1558192"/>
                  </a:lnTo>
                  <a:lnTo>
                    <a:pt x="301157" y="1511716"/>
                  </a:lnTo>
                  <a:close/>
                  <a:moveTo>
                    <a:pt x="338214" y="1558192"/>
                  </a:moveTo>
                  <a:lnTo>
                    <a:pt x="396690" y="1539159"/>
                  </a:lnTo>
                  <a:lnTo>
                    <a:pt x="356871" y="1521384"/>
                  </a:lnTo>
                  <a:close/>
                  <a:moveTo>
                    <a:pt x="200615" y="1405864"/>
                  </a:moveTo>
                  <a:lnTo>
                    <a:pt x="199421" y="1416955"/>
                  </a:lnTo>
                  <a:lnTo>
                    <a:pt x="229009" y="1408643"/>
                  </a:lnTo>
                  <a:close/>
                  <a:moveTo>
                    <a:pt x="229009" y="1408643"/>
                  </a:moveTo>
                  <a:lnTo>
                    <a:pt x="213952" y="1336387"/>
                  </a:lnTo>
                  <a:lnTo>
                    <a:pt x="200615" y="1405864"/>
                  </a:lnTo>
                  <a:close/>
                  <a:moveTo>
                    <a:pt x="78697" y="1254033"/>
                  </a:moveTo>
                  <a:lnTo>
                    <a:pt x="138405" y="1230229"/>
                  </a:lnTo>
                  <a:lnTo>
                    <a:pt x="83090" y="1202497"/>
                  </a:lnTo>
                  <a:close/>
                  <a:moveTo>
                    <a:pt x="356871" y="1521384"/>
                  </a:moveTo>
                  <a:lnTo>
                    <a:pt x="396690" y="1539159"/>
                  </a:lnTo>
                  <a:lnTo>
                    <a:pt x="399643" y="1463529"/>
                  </a:lnTo>
                  <a:close/>
                  <a:moveTo>
                    <a:pt x="399643" y="1463529"/>
                  </a:moveTo>
                  <a:lnTo>
                    <a:pt x="396690" y="1539159"/>
                  </a:lnTo>
                  <a:lnTo>
                    <a:pt x="428771" y="1480627"/>
                  </a:lnTo>
                  <a:close/>
                  <a:moveTo>
                    <a:pt x="428771" y="1480627"/>
                  </a:moveTo>
                  <a:lnTo>
                    <a:pt x="396690" y="1539159"/>
                  </a:lnTo>
                  <a:lnTo>
                    <a:pt x="414875" y="1533850"/>
                  </a:lnTo>
                  <a:close/>
                  <a:moveTo>
                    <a:pt x="479172" y="1566602"/>
                  </a:moveTo>
                  <a:lnTo>
                    <a:pt x="474880" y="1523049"/>
                  </a:lnTo>
                  <a:lnTo>
                    <a:pt x="484494" y="1577976"/>
                  </a:lnTo>
                  <a:close/>
                  <a:moveTo>
                    <a:pt x="465517" y="1515065"/>
                  </a:moveTo>
                  <a:lnTo>
                    <a:pt x="474880" y="1523049"/>
                  </a:lnTo>
                  <a:lnTo>
                    <a:pt x="479172" y="1566602"/>
                  </a:lnTo>
                  <a:close/>
                  <a:moveTo>
                    <a:pt x="428771" y="1480627"/>
                  </a:moveTo>
                  <a:lnTo>
                    <a:pt x="474880" y="1523049"/>
                  </a:lnTo>
                  <a:lnTo>
                    <a:pt x="465517" y="1515065"/>
                  </a:lnTo>
                  <a:close/>
                  <a:moveTo>
                    <a:pt x="288500" y="1257382"/>
                  </a:moveTo>
                  <a:lnTo>
                    <a:pt x="272675" y="1246364"/>
                  </a:lnTo>
                  <a:lnTo>
                    <a:pt x="241309" y="1263992"/>
                  </a:lnTo>
                  <a:close/>
                  <a:moveTo>
                    <a:pt x="59259" y="1068363"/>
                  </a:moveTo>
                  <a:lnTo>
                    <a:pt x="83280" y="1062280"/>
                  </a:lnTo>
                  <a:lnTo>
                    <a:pt x="65923" y="1051235"/>
                  </a:lnTo>
                  <a:close/>
                  <a:moveTo>
                    <a:pt x="83280" y="1062280"/>
                  </a:moveTo>
                  <a:lnTo>
                    <a:pt x="59259" y="1068363"/>
                  </a:lnTo>
                  <a:lnTo>
                    <a:pt x="97297" y="1051235"/>
                  </a:lnTo>
                  <a:close/>
                  <a:moveTo>
                    <a:pt x="549753" y="1618138"/>
                  </a:moveTo>
                  <a:lnTo>
                    <a:pt x="551777" y="1624002"/>
                  </a:lnTo>
                  <a:lnTo>
                    <a:pt x="562009" y="1629431"/>
                  </a:lnTo>
                  <a:close/>
                  <a:moveTo>
                    <a:pt x="484494" y="1577976"/>
                  </a:moveTo>
                  <a:lnTo>
                    <a:pt x="549753" y="1618138"/>
                  </a:lnTo>
                  <a:lnTo>
                    <a:pt x="504493" y="1589065"/>
                  </a:lnTo>
                  <a:close/>
                  <a:moveTo>
                    <a:pt x="551777" y="1624002"/>
                  </a:moveTo>
                  <a:lnTo>
                    <a:pt x="549753" y="1618138"/>
                  </a:lnTo>
                  <a:lnTo>
                    <a:pt x="484494" y="1577976"/>
                  </a:lnTo>
                  <a:close/>
                  <a:moveTo>
                    <a:pt x="479172" y="1566602"/>
                  </a:moveTo>
                  <a:lnTo>
                    <a:pt x="484494" y="1577976"/>
                  </a:lnTo>
                  <a:lnTo>
                    <a:pt x="504493" y="1589065"/>
                  </a:lnTo>
                  <a:close/>
                  <a:moveTo>
                    <a:pt x="330157" y="1286602"/>
                  </a:moveTo>
                  <a:lnTo>
                    <a:pt x="343286" y="1240355"/>
                  </a:lnTo>
                  <a:lnTo>
                    <a:pt x="288500" y="1257382"/>
                  </a:lnTo>
                  <a:close/>
                  <a:moveTo>
                    <a:pt x="272675" y="1246364"/>
                  </a:moveTo>
                  <a:lnTo>
                    <a:pt x="338766" y="1183893"/>
                  </a:lnTo>
                  <a:lnTo>
                    <a:pt x="297660" y="1204879"/>
                  </a:lnTo>
                  <a:close/>
                  <a:moveTo>
                    <a:pt x="343286" y="1240355"/>
                  </a:moveTo>
                  <a:lnTo>
                    <a:pt x="330157" y="1286602"/>
                  </a:lnTo>
                  <a:lnTo>
                    <a:pt x="388321" y="1241724"/>
                  </a:lnTo>
                  <a:close/>
                  <a:moveTo>
                    <a:pt x="388321" y="1241724"/>
                  </a:moveTo>
                  <a:lnTo>
                    <a:pt x="389526" y="1198997"/>
                  </a:lnTo>
                  <a:lnTo>
                    <a:pt x="338766" y="1183893"/>
                  </a:lnTo>
                  <a:close/>
                  <a:moveTo>
                    <a:pt x="667593" y="1518414"/>
                  </a:moveTo>
                  <a:lnTo>
                    <a:pt x="676090" y="1571705"/>
                  </a:lnTo>
                  <a:lnTo>
                    <a:pt x="655683" y="1542508"/>
                  </a:lnTo>
                  <a:close/>
                  <a:moveTo>
                    <a:pt x="655975" y="1577273"/>
                  </a:moveTo>
                  <a:lnTo>
                    <a:pt x="676090" y="1571705"/>
                  </a:lnTo>
                  <a:lnTo>
                    <a:pt x="667593" y="1518414"/>
                  </a:lnTo>
                  <a:close/>
                  <a:moveTo>
                    <a:pt x="694156" y="1584215"/>
                  </a:moveTo>
                  <a:lnTo>
                    <a:pt x="676090" y="1571705"/>
                  </a:lnTo>
                  <a:lnTo>
                    <a:pt x="655975" y="1577273"/>
                  </a:lnTo>
                  <a:close/>
                  <a:moveTo>
                    <a:pt x="694156" y="1584215"/>
                  </a:moveTo>
                  <a:lnTo>
                    <a:pt x="718519" y="1594045"/>
                  </a:lnTo>
                  <a:lnTo>
                    <a:pt x="676090" y="1571705"/>
                  </a:lnTo>
                  <a:close/>
                  <a:moveTo>
                    <a:pt x="610917" y="1502711"/>
                  </a:moveTo>
                  <a:lnTo>
                    <a:pt x="591933" y="1490971"/>
                  </a:lnTo>
                  <a:lnTo>
                    <a:pt x="649402" y="1511702"/>
                  </a:lnTo>
                  <a:close/>
                  <a:moveTo>
                    <a:pt x="597633" y="1363804"/>
                  </a:moveTo>
                  <a:lnTo>
                    <a:pt x="585749" y="1408612"/>
                  </a:lnTo>
                  <a:lnTo>
                    <a:pt x="612654" y="1374307"/>
                  </a:lnTo>
                  <a:close/>
                  <a:moveTo>
                    <a:pt x="555434" y="1335046"/>
                  </a:moveTo>
                  <a:lnTo>
                    <a:pt x="525038" y="1332026"/>
                  </a:lnTo>
                  <a:lnTo>
                    <a:pt x="597633" y="1363804"/>
                  </a:lnTo>
                  <a:close/>
                  <a:moveTo>
                    <a:pt x="489783" y="1260731"/>
                  </a:moveTo>
                  <a:lnTo>
                    <a:pt x="517413" y="1327794"/>
                  </a:lnTo>
                  <a:lnTo>
                    <a:pt x="501469" y="1313205"/>
                  </a:lnTo>
                  <a:close/>
                  <a:moveTo>
                    <a:pt x="501469" y="1313205"/>
                  </a:moveTo>
                  <a:lnTo>
                    <a:pt x="517413" y="1327794"/>
                  </a:lnTo>
                  <a:lnTo>
                    <a:pt x="525038" y="1332026"/>
                  </a:lnTo>
                  <a:close/>
                  <a:moveTo>
                    <a:pt x="338822" y="1181241"/>
                  </a:moveTo>
                  <a:lnTo>
                    <a:pt x="297660" y="1204879"/>
                  </a:lnTo>
                  <a:lnTo>
                    <a:pt x="338766" y="1183893"/>
                  </a:lnTo>
                  <a:close/>
                  <a:moveTo>
                    <a:pt x="338822" y="1181241"/>
                  </a:moveTo>
                  <a:lnTo>
                    <a:pt x="312731" y="1164470"/>
                  </a:lnTo>
                  <a:lnTo>
                    <a:pt x="297660" y="1204879"/>
                  </a:lnTo>
                  <a:close/>
                  <a:moveTo>
                    <a:pt x="312731" y="1164470"/>
                  </a:moveTo>
                  <a:lnTo>
                    <a:pt x="334716" y="1168752"/>
                  </a:lnTo>
                  <a:lnTo>
                    <a:pt x="331624" y="1106121"/>
                  </a:lnTo>
                  <a:close/>
                  <a:moveTo>
                    <a:pt x="338822" y="1181241"/>
                  </a:moveTo>
                  <a:lnTo>
                    <a:pt x="334716" y="1168752"/>
                  </a:lnTo>
                  <a:lnTo>
                    <a:pt x="312731" y="1164470"/>
                  </a:lnTo>
                  <a:close/>
                  <a:moveTo>
                    <a:pt x="292668" y="1078678"/>
                  </a:moveTo>
                  <a:lnTo>
                    <a:pt x="287250" y="1059700"/>
                  </a:lnTo>
                  <a:lnTo>
                    <a:pt x="331624" y="1106121"/>
                  </a:lnTo>
                  <a:close/>
                  <a:moveTo>
                    <a:pt x="555434" y="1335046"/>
                  </a:moveTo>
                  <a:lnTo>
                    <a:pt x="501469" y="1313205"/>
                  </a:lnTo>
                  <a:lnTo>
                    <a:pt x="525038" y="1332026"/>
                  </a:lnTo>
                  <a:close/>
                  <a:moveTo>
                    <a:pt x="750784" y="1494320"/>
                  </a:moveTo>
                  <a:lnTo>
                    <a:pt x="748801" y="1533985"/>
                  </a:lnTo>
                  <a:lnTo>
                    <a:pt x="783610" y="1529231"/>
                  </a:lnTo>
                  <a:close/>
                  <a:moveTo>
                    <a:pt x="750784" y="1494320"/>
                  </a:moveTo>
                  <a:lnTo>
                    <a:pt x="726996" y="1518414"/>
                  </a:lnTo>
                  <a:lnTo>
                    <a:pt x="748801" y="1533985"/>
                  </a:lnTo>
                  <a:close/>
                  <a:moveTo>
                    <a:pt x="597633" y="1363804"/>
                  </a:moveTo>
                  <a:lnTo>
                    <a:pt x="612654" y="1374307"/>
                  </a:lnTo>
                  <a:lnTo>
                    <a:pt x="618597" y="1356689"/>
                  </a:lnTo>
                  <a:close/>
                  <a:moveTo>
                    <a:pt x="555434" y="1335046"/>
                  </a:moveTo>
                  <a:lnTo>
                    <a:pt x="597633" y="1363804"/>
                  </a:lnTo>
                  <a:lnTo>
                    <a:pt x="580700" y="1294611"/>
                  </a:lnTo>
                  <a:close/>
                  <a:moveTo>
                    <a:pt x="580700" y="1294611"/>
                  </a:moveTo>
                  <a:lnTo>
                    <a:pt x="597633" y="1363804"/>
                  </a:lnTo>
                  <a:lnTo>
                    <a:pt x="619790" y="1292976"/>
                  </a:lnTo>
                  <a:close/>
                  <a:moveTo>
                    <a:pt x="619790" y="1292976"/>
                  </a:moveTo>
                  <a:lnTo>
                    <a:pt x="597633" y="1363804"/>
                  </a:lnTo>
                  <a:lnTo>
                    <a:pt x="618597" y="1356689"/>
                  </a:lnTo>
                  <a:close/>
                  <a:moveTo>
                    <a:pt x="619790" y="1292976"/>
                  </a:moveTo>
                  <a:lnTo>
                    <a:pt x="597146" y="1288173"/>
                  </a:lnTo>
                  <a:lnTo>
                    <a:pt x="580700" y="1294611"/>
                  </a:lnTo>
                  <a:close/>
                  <a:moveTo>
                    <a:pt x="685738" y="1339710"/>
                  </a:moveTo>
                  <a:lnTo>
                    <a:pt x="685587" y="1340209"/>
                  </a:lnTo>
                  <a:lnTo>
                    <a:pt x="688376" y="1391247"/>
                  </a:lnTo>
                  <a:close/>
                  <a:moveTo>
                    <a:pt x="631779" y="1363804"/>
                  </a:moveTo>
                  <a:lnTo>
                    <a:pt x="618597" y="1356689"/>
                  </a:lnTo>
                  <a:lnTo>
                    <a:pt x="612654" y="1374307"/>
                  </a:lnTo>
                  <a:close/>
                  <a:moveTo>
                    <a:pt x="618597" y="1356689"/>
                  </a:moveTo>
                  <a:lnTo>
                    <a:pt x="632515" y="1312267"/>
                  </a:lnTo>
                  <a:lnTo>
                    <a:pt x="619790" y="1292976"/>
                  </a:lnTo>
                  <a:close/>
                  <a:moveTo>
                    <a:pt x="555434" y="1335046"/>
                  </a:moveTo>
                  <a:lnTo>
                    <a:pt x="580700" y="1294611"/>
                  </a:lnTo>
                  <a:lnTo>
                    <a:pt x="503376" y="1315089"/>
                  </a:lnTo>
                  <a:close/>
                  <a:moveTo>
                    <a:pt x="551593" y="1288173"/>
                  </a:moveTo>
                  <a:lnTo>
                    <a:pt x="489448" y="1260234"/>
                  </a:lnTo>
                  <a:lnTo>
                    <a:pt x="489783" y="1260731"/>
                  </a:lnTo>
                  <a:close/>
                  <a:moveTo>
                    <a:pt x="489783" y="1260731"/>
                  </a:moveTo>
                  <a:lnTo>
                    <a:pt x="496933" y="1291000"/>
                  </a:lnTo>
                  <a:lnTo>
                    <a:pt x="551593" y="1288173"/>
                  </a:lnTo>
                  <a:close/>
                  <a:moveTo>
                    <a:pt x="619790" y="1292976"/>
                  </a:moveTo>
                  <a:lnTo>
                    <a:pt x="595300" y="1250143"/>
                  </a:lnTo>
                  <a:lnTo>
                    <a:pt x="597146" y="1288173"/>
                  </a:lnTo>
                  <a:close/>
                  <a:moveTo>
                    <a:pt x="650463" y="1288173"/>
                  </a:moveTo>
                  <a:lnTo>
                    <a:pt x="685738" y="1339710"/>
                  </a:lnTo>
                  <a:lnTo>
                    <a:pt x="686933" y="1315616"/>
                  </a:lnTo>
                  <a:close/>
                  <a:moveTo>
                    <a:pt x="792806" y="1353767"/>
                  </a:moveTo>
                  <a:lnTo>
                    <a:pt x="823739" y="1369689"/>
                  </a:lnTo>
                  <a:lnTo>
                    <a:pt x="820985" y="1367153"/>
                  </a:lnTo>
                  <a:close/>
                  <a:moveTo>
                    <a:pt x="812233" y="1313212"/>
                  </a:moveTo>
                  <a:lnTo>
                    <a:pt x="820985" y="1367153"/>
                  </a:lnTo>
                  <a:lnTo>
                    <a:pt x="819688" y="1354542"/>
                  </a:lnTo>
                  <a:close/>
                  <a:moveTo>
                    <a:pt x="792806" y="1353767"/>
                  </a:moveTo>
                  <a:lnTo>
                    <a:pt x="820985" y="1367153"/>
                  </a:lnTo>
                  <a:lnTo>
                    <a:pt x="812233" y="1313212"/>
                  </a:lnTo>
                  <a:close/>
                  <a:moveTo>
                    <a:pt x="825308" y="1240655"/>
                  </a:moveTo>
                  <a:lnTo>
                    <a:pt x="823105" y="1239986"/>
                  </a:lnTo>
                  <a:lnTo>
                    <a:pt x="812233" y="1313212"/>
                  </a:lnTo>
                  <a:close/>
                  <a:moveTo>
                    <a:pt x="880224" y="1295920"/>
                  </a:moveTo>
                  <a:lnTo>
                    <a:pt x="812233" y="1313212"/>
                  </a:lnTo>
                  <a:lnTo>
                    <a:pt x="819688" y="1354542"/>
                  </a:lnTo>
                  <a:close/>
                  <a:moveTo>
                    <a:pt x="812233" y="1313212"/>
                  </a:moveTo>
                  <a:lnTo>
                    <a:pt x="880224" y="1295920"/>
                  </a:lnTo>
                  <a:lnTo>
                    <a:pt x="825308" y="1240655"/>
                  </a:lnTo>
                  <a:close/>
                  <a:moveTo>
                    <a:pt x="880224" y="1295920"/>
                  </a:moveTo>
                  <a:lnTo>
                    <a:pt x="876068" y="1255761"/>
                  </a:lnTo>
                  <a:lnTo>
                    <a:pt x="825308" y="1240655"/>
                  </a:lnTo>
                  <a:close/>
                  <a:moveTo>
                    <a:pt x="765626" y="1250379"/>
                  </a:moveTo>
                  <a:lnTo>
                    <a:pt x="823105" y="1239986"/>
                  </a:lnTo>
                  <a:lnTo>
                    <a:pt x="766597" y="1195819"/>
                  </a:lnTo>
                  <a:close/>
                  <a:moveTo>
                    <a:pt x="760159" y="1239986"/>
                  </a:moveTo>
                  <a:lnTo>
                    <a:pt x="765626" y="1250379"/>
                  </a:lnTo>
                  <a:lnTo>
                    <a:pt x="766597" y="1195819"/>
                  </a:lnTo>
                  <a:close/>
                  <a:moveTo>
                    <a:pt x="623183" y="1143872"/>
                  </a:moveTo>
                  <a:lnTo>
                    <a:pt x="631977" y="1161006"/>
                  </a:lnTo>
                  <a:lnTo>
                    <a:pt x="635162" y="1154993"/>
                  </a:lnTo>
                  <a:close/>
                  <a:moveTo>
                    <a:pt x="644010" y="1136913"/>
                  </a:moveTo>
                  <a:lnTo>
                    <a:pt x="623183" y="1143872"/>
                  </a:lnTo>
                  <a:lnTo>
                    <a:pt x="635162" y="1154993"/>
                  </a:lnTo>
                  <a:close/>
                  <a:moveTo>
                    <a:pt x="600530" y="1109470"/>
                  </a:moveTo>
                  <a:lnTo>
                    <a:pt x="623183" y="1143872"/>
                  </a:lnTo>
                  <a:lnTo>
                    <a:pt x="644010" y="1136913"/>
                  </a:lnTo>
                  <a:close/>
                  <a:moveTo>
                    <a:pt x="594618" y="1057933"/>
                  </a:moveTo>
                  <a:lnTo>
                    <a:pt x="600530" y="1109470"/>
                  </a:lnTo>
                  <a:lnTo>
                    <a:pt x="622020" y="1085376"/>
                  </a:lnTo>
                  <a:close/>
                  <a:moveTo>
                    <a:pt x="823105" y="1239986"/>
                  </a:moveTo>
                  <a:lnTo>
                    <a:pt x="825308" y="1240655"/>
                  </a:lnTo>
                  <a:lnTo>
                    <a:pt x="826106" y="1239191"/>
                  </a:lnTo>
                  <a:close/>
                  <a:moveTo>
                    <a:pt x="766597" y="1195819"/>
                  </a:moveTo>
                  <a:lnTo>
                    <a:pt x="823105" y="1239986"/>
                  </a:lnTo>
                  <a:lnTo>
                    <a:pt x="835815" y="1164355"/>
                  </a:lnTo>
                  <a:close/>
                  <a:moveTo>
                    <a:pt x="835815" y="1164355"/>
                  </a:moveTo>
                  <a:lnTo>
                    <a:pt x="823105" y="1239986"/>
                  </a:lnTo>
                  <a:lnTo>
                    <a:pt x="843883" y="1175205"/>
                  </a:lnTo>
                  <a:close/>
                  <a:moveTo>
                    <a:pt x="843883" y="1175205"/>
                  </a:moveTo>
                  <a:lnTo>
                    <a:pt x="823105" y="1239986"/>
                  </a:lnTo>
                  <a:lnTo>
                    <a:pt x="826106" y="1239191"/>
                  </a:lnTo>
                  <a:close/>
                  <a:moveTo>
                    <a:pt x="538034" y="756774"/>
                  </a:moveTo>
                  <a:lnTo>
                    <a:pt x="573405" y="803599"/>
                  </a:lnTo>
                  <a:lnTo>
                    <a:pt x="549681" y="773940"/>
                  </a:lnTo>
                  <a:close/>
                  <a:moveTo>
                    <a:pt x="1179541" y="1518223"/>
                  </a:moveTo>
                  <a:lnTo>
                    <a:pt x="1254885" y="1528912"/>
                  </a:lnTo>
                  <a:lnTo>
                    <a:pt x="1231898" y="1501017"/>
                  </a:lnTo>
                  <a:close/>
                  <a:moveTo>
                    <a:pt x="1084417" y="1456851"/>
                  </a:moveTo>
                  <a:lnTo>
                    <a:pt x="1122736" y="1463680"/>
                  </a:lnTo>
                  <a:lnTo>
                    <a:pt x="1105596" y="1454997"/>
                  </a:lnTo>
                  <a:close/>
                  <a:moveTo>
                    <a:pt x="969233" y="1294514"/>
                  </a:moveTo>
                  <a:lnTo>
                    <a:pt x="985083" y="1318965"/>
                  </a:lnTo>
                  <a:lnTo>
                    <a:pt x="995514" y="1257875"/>
                  </a:lnTo>
                  <a:close/>
                  <a:moveTo>
                    <a:pt x="995514" y="1257875"/>
                  </a:moveTo>
                  <a:lnTo>
                    <a:pt x="985083" y="1318965"/>
                  </a:lnTo>
                  <a:lnTo>
                    <a:pt x="1034251" y="1246662"/>
                  </a:lnTo>
                  <a:close/>
                  <a:moveTo>
                    <a:pt x="1034251" y="1246662"/>
                  </a:moveTo>
                  <a:lnTo>
                    <a:pt x="985083" y="1318965"/>
                  </a:lnTo>
                  <a:lnTo>
                    <a:pt x="1042975" y="1302313"/>
                  </a:lnTo>
                  <a:close/>
                  <a:moveTo>
                    <a:pt x="1031470" y="1352529"/>
                  </a:moveTo>
                  <a:lnTo>
                    <a:pt x="1077229" y="1312447"/>
                  </a:lnTo>
                  <a:lnTo>
                    <a:pt x="1042975" y="1302313"/>
                  </a:lnTo>
                  <a:close/>
                  <a:moveTo>
                    <a:pt x="1042975" y="1302313"/>
                  </a:moveTo>
                  <a:lnTo>
                    <a:pt x="1077229" y="1312447"/>
                  </a:lnTo>
                  <a:lnTo>
                    <a:pt x="1034251" y="1246662"/>
                  </a:lnTo>
                  <a:close/>
                  <a:moveTo>
                    <a:pt x="970036" y="1243334"/>
                  </a:moveTo>
                  <a:lnTo>
                    <a:pt x="969233" y="1294514"/>
                  </a:lnTo>
                  <a:lnTo>
                    <a:pt x="995514" y="1257875"/>
                  </a:lnTo>
                  <a:close/>
                  <a:moveTo>
                    <a:pt x="970036" y="1243334"/>
                  </a:moveTo>
                  <a:lnTo>
                    <a:pt x="951627" y="1267428"/>
                  </a:lnTo>
                  <a:lnTo>
                    <a:pt x="969233" y="1294514"/>
                  </a:lnTo>
                  <a:close/>
                  <a:moveTo>
                    <a:pt x="970036" y="1243334"/>
                  </a:moveTo>
                  <a:lnTo>
                    <a:pt x="957567" y="1250897"/>
                  </a:lnTo>
                  <a:lnTo>
                    <a:pt x="951627" y="1267428"/>
                  </a:lnTo>
                  <a:close/>
                  <a:moveTo>
                    <a:pt x="935444" y="1088724"/>
                  </a:moveTo>
                  <a:lnTo>
                    <a:pt x="896588" y="1062683"/>
                  </a:lnTo>
                  <a:lnTo>
                    <a:pt x="928488" y="1106435"/>
                  </a:lnTo>
                  <a:close/>
                  <a:moveTo>
                    <a:pt x="490652" y="593015"/>
                  </a:moveTo>
                  <a:lnTo>
                    <a:pt x="477982" y="579384"/>
                  </a:lnTo>
                  <a:lnTo>
                    <a:pt x="517655" y="624895"/>
                  </a:lnTo>
                  <a:close/>
                  <a:moveTo>
                    <a:pt x="517655" y="624895"/>
                  </a:moveTo>
                  <a:lnTo>
                    <a:pt x="477982" y="579384"/>
                  </a:lnTo>
                  <a:lnTo>
                    <a:pt x="484775" y="597452"/>
                  </a:lnTo>
                  <a:close/>
                  <a:moveTo>
                    <a:pt x="46859" y="185160"/>
                  </a:moveTo>
                  <a:lnTo>
                    <a:pt x="92477" y="225700"/>
                  </a:lnTo>
                  <a:lnTo>
                    <a:pt x="74866" y="177275"/>
                  </a:lnTo>
                  <a:close/>
                  <a:moveTo>
                    <a:pt x="17644" y="133623"/>
                  </a:moveTo>
                  <a:lnTo>
                    <a:pt x="74866" y="177275"/>
                  </a:lnTo>
                  <a:lnTo>
                    <a:pt x="60059" y="126570"/>
                  </a:lnTo>
                  <a:close/>
                  <a:moveTo>
                    <a:pt x="60059" y="126570"/>
                  </a:moveTo>
                  <a:lnTo>
                    <a:pt x="81917" y="185160"/>
                  </a:lnTo>
                  <a:lnTo>
                    <a:pt x="77697" y="133623"/>
                  </a:lnTo>
                  <a:close/>
                  <a:moveTo>
                    <a:pt x="1231898" y="1501017"/>
                  </a:moveTo>
                  <a:lnTo>
                    <a:pt x="1254885" y="1528912"/>
                  </a:lnTo>
                  <a:lnTo>
                    <a:pt x="1266916" y="1485171"/>
                  </a:lnTo>
                  <a:close/>
                  <a:moveTo>
                    <a:pt x="1301213" y="1425387"/>
                  </a:moveTo>
                  <a:lnTo>
                    <a:pt x="1272243" y="1458911"/>
                  </a:lnTo>
                  <a:lnTo>
                    <a:pt x="1307940" y="1427059"/>
                  </a:lnTo>
                  <a:close/>
                  <a:moveTo>
                    <a:pt x="1307940" y="1427059"/>
                  </a:moveTo>
                  <a:lnTo>
                    <a:pt x="1272243" y="1458911"/>
                  </a:lnTo>
                  <a:lnTo>
                    <a:pt x="1266916" y="1485171"/>
                  </a:lnTo>
                  <a:close/>
                  <a:moveTo>
                    <a:pt x="1307940" y="1427059"/>
                  </a:moveTo>
                  <a:lnTo>
                    <a:pt x="1291530" y="1377657"/>
                  </a:lnTo>
                  <a:lnTo>
                    <a:pt x="1301213" y="1425387"/>
                  </a:lnTo>
                  <a:close/>
                  <a:moveTo>
                    <a:pt x="1291530" y="1377657"/>
                  </a:moveTo>
                  <a:lnTo>
                    <a:pt x="1283622" y="1373850"/>
                  </a:lnTo>
                  <a:lnTo>
                    <a:pt x="1301213" y="1425387"/>
                  </a:lnTo>
                  <a:close/>
                  <a:moveTo>
                    <a:pt x="1186335" y="1447289"/>
                  </a:moveTo>
                  <a:lnTo>
                    <a:pt x="1129140" y="1395730"/>
                  </a:lnTo>
                  <a:lnTo>
                    <a:pt x="1130281" y="1397944"/>
                  </a:lnTo>
                  <a:close/>
                  <a:moveTo>
                    <a:pt x="1291530" y="1377657"/>
                  </a:moveTo>
                  <a:lnTo>
                    <a:pt x="1240145" y="1338903"/>
                  </a:lnTo>
                  <a:lnTo>
                    <a:pt x="1283622" y="1373850"/>
                  </a:lnTo>
                  <a:close/>
                  <a:moveTo>
                    <a:pt x="983358" y="1187312"/>
                  </a:moveTo>
                  <a:lnTo>
                    <a:pt x="1045752" y="1136128"/>
                  </a:lnTo>
                  <a:lnTo>
                    <a:pt x="976467" y="1140261"/>
                  </a:lnTo>
                  <a:close/>
                  <a:moveTo>
                    <a:pt x="976467" y="1140261"/>
                  </a:moveTo>
                  <a:lnTo>
                    <a:pt x="1045752" y="1136128"/>
                  </a:lnTo>
                  <a:lnTo>
                    <a:pt x="1028561" y="1116168"/>
                  </a:lnTo>
                  <a:close/>
                  <a:moveTo>
                    <a:pt x="1028561" y="1116168"/>
                  </a:moveTo>
                  <a:lnTo>
                    <a:pt x="986434" y="1089026"/>
                  </a:lnTo>
                  <a:lnTo>
                    <a:pt x="954971" y="1106292"/>
                  </a:lnTo>
                  <a:close/>
                  <a:moveTo>
                    <a:pt x="899986" y="1028882"/>
                  </a:moveTo>
                  <a:lnTo>
                    <a:pt x="881992" y="1088724"/>
                  </a:lnTo>
                  <a:lnTo>
                    <a:pt x="896588" y="1062683"/>
                  </a:lnTo>
                  <a:close/>
                  <a:moveTo>
                    <a:pt x="899986" y="1028882"/>
                  </a:moveTo>
                  <a:lnTo>
                    <a:pt x="879709" y="999576"/>
                  </a:lnTo>
                  <a:lnTo>
                    <a:pt x="867298" y="1017475"/>
                  </a:lnTo>
                  <a:close/>
                  <a:moveTo>
                    <a:pt x="879709" y="999576"/>
                  </a:moveTo>
                  <a:lnTo>
                    <a:pt x="899986" y="1028882"/>
                  </a:lnTo>
                  <a:lnTo>
                    <a:pt x="961798" y="996914"/>
                  </a:lnTo>
                  <a:close/>
                  <a:moveTo>
                    <a:pt x="720334" y="872760"/>
                  </a:moveTo>
                  <a:lnTo>
                    <a:pt x="704348" y="831041"/>
                  </a:lnTo>
                  <a:lnTo>
                    <a:pt x="700943" y="825782"/>
                  </a:lnTo>
                  <a:close/>
                  <a:moveTo>
                    <a:pt x="694283" y="768454"/>
                  </a:moveTo>
                  <a:lnTo>
                    <a:pt x="704348" y="831041"/>
                  </a:lnTo>
                  <a:lnTo>
                    <a:pt x="722905" y="779505"/>
                  </a:lnTo>
                  <a:close/>
                  <a:moveTo>
                    <a:pt x="694283" y="768454"/>
                  </a:moveTo>
                  <a:lnTo>
                    <a:pt x="700943" y="825782"/>
                  </a:lnTo>
                  <a:lnTo>
                    <a:pt x="704348" y="831041"/>
                  </a:lnTo>
                  <a:close/>
                  <a:moveTo>
                    <a:pt x="694283" y="768454"/>
                  </a:moveTo>
                  <a:lnTo>
                    <a:pt x="670509" y="741440"/>
                  </a:lnTo>
                  <a:lnTo>
                    <a:pt x="632921" y="717615"/>
                  </a:lnTo>
                  <a:close/>
                  <a:moveTo>
                    <a:pt x="616453" y="668261"/>
                  </a:moveTo>
                  <a:lnTo>
                    <a:pt x="582216" y="676432"/>
                  </a:lnTo>
                  <a:lnTo>
                    <a:pt x="592730" y="712308"/>
                  </a:lnTo>
                  <a:close/>
                  <a:moveTo>
                    <a:pt x="554890" y="658513"/>
                  </a:moveTo>
                  <a:lnTo>
                    <a:pt x="625727" y="613787"/>
                  </a:lnTo>
                  <a:lnTo>
                    <a:pt x="580682" y="620047"/>
                  </a:lnTo>
                  <a:close/>
                  <a:moveTo>
                    <a:pt x="490652" y="593015"/>
                  </a:moveTo>
                  <a:lnTo>
                    <a:pt x="517655" y="624895"/>
                  </a:lnTo>
                  <a:lnTo>
                    <a:pt x="517512" y="609991"/>
                  </a:lnTo>
                  <a:close/>
                  <a:moveTo>
                    <a:pt x="14672" y="0"/>
                  </a:moveTo>
                  <a:lnTo>
                    <a:pt x="41528" y="57993"/>
                  </a:lnTo>
                  <a:lnTo>
                    <a:pt x="36332" y="6456"/>
                  </a:lnTo>
                  <a:close/>
                  <a:moveTo>
                    <a:pt x="1269309" y="1357739"/>
                  </a:moveTo>
                  <a:lnTo>
                    <a:pt x="1301213" y="1425387"/>
                  </a:lnTo>
                  <a:lnTo>
                    <a:pt x="1283622" y="1373850"/>
                  </a:lnTo>
                  <a:close/>
                  <a:moveTo>
                    <a:pt x="1192256" y="1319658"/>
                  </a:moveTo>
                  <a:lnTo>
                    <a:pt x="1240145" y="1338903"/>
                  </a:lnTo>
                  <a:lnTo>
                    <a:pt x="1204031" y="1322314"/>
                  </a:lnTo>
                  <a:close/>
                  <a:moveTo>
                    <a:pt x="1269309" y="1357739"/>
                  </a:moveTo>
                  <a:lnTo>
                    <a:pt x="1240145" y="1338903"/>
                  </a:lnTo>
                  <a:lnTo>
                    <a:pt x="1192256" y="1319658"/>
                  </a:lnTo>
                  <a:close/>
                  <a:moveTo>
                    <a:pt x="1269309" y="1357739"/>
                  </a:moveTo>
                  <a:lnTo>
                    <a:pt x="1283622" y="1373850"/>
                  </a:lnTo>
                  <a:lnTo>
                    <a:pt x="1240145" y="1338903"/>
                  </a:lnTo>
                  <a:close/>
                  <a:moveTo>
                    <a:pt x="1192256" y="1319658"/>
                  </a:moveTo>
                  <a:lnTo>
                    <a:pt x="1204031" y="1322314"/>
                  </a:lnTo>
                  <a:lnTo>
                    <a:pt x="1187627" y="1317221"/>
                  </a:lnTo>
                  <a:close/>
                  <a:moveTo>
                    <a:pt x="1028561" y="1116168"/>
                  </a:moveTo>
                  <a:lnTo>
                    <a:pt x="1045752" y="1136128"/>
                  </a:lnTo>
                  <a:lnTo>
                    <a:pt x="1051247" y="1107359"/>
                  </a:lnTo>
                  <a:close/>
                  <a:moveTo>
                    <a:pt x="1028561" y="1116168"/>
                  </a:moveTo>
                  <a:lnTo>
                    <a:pt x="1051247" y="1107359"/>
                  </a:lnTo>
                  <a:lnTo>
                    <a:pt x="986434" y="1089026"/>
                  </a:lnTo>
                  <a:close/>
                  <a:moveTo>
                    <a:pt x="986434" y="1089026"/>
                  </a:moveTo>
                  <a:lnTo>
                    <a:pt x="1051247" y="1107359"/>
                  </a:lnTo>
                  <a:lnTo>
                    <a:pt x="1065253" y="1074140"/>
                  </a:lnTo>
                  <a:close/>
                  <a:moveTo>
                    <a:pt x="1051247" y="1107359"/>
                  </a:moveTo>
                  <a:lnTo>
                    <a:pt x="1045752" y="1136128"/>
                  </a:lnTo>
                  <a:lnTo>
                    <a:pt x="1050098" y="1116168"/>
                  </a:lnTo>
                  <a:close/>
                  <a:moveTo>
                    <a:pt x="673732" y="596933"/>
                  </a:moveTo>
                  <a:lnTo>
                    <a:pt x="625727" y="613787"/>
                  </a:lnTo>
                  <a:lnTo>
                    <a:pt x="670632" y="607000"/>
                  </a:lnTo>
                  <a:close/>
                  <a:moveTo>
                    <a:pt x="967649" y="823626"/>
                  </a:moveTo>
                  <a:lnTo>
                    <a:pt x="956455" y="842038"/>
                  </a:lnTo>
                  <a:lnTo>
                    <a:pt x="985815" y="834390"/>
                  </a:lnTo>
                  <a:close/>
                  <a:moveTo>
                    <a:pt x="980367" y="796542"/>
                  </a:moveTo>
                  <a:lnTo>
                    <a:pt x="999205" y="827197"/>
                  </a:lnTo>
                  <a:lnTo>
                    <a:pt x="1025849" y="79191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09" name="Output_density__4208">
              <a:extLst>
                <a:ext uri="{FF2B5EF4-FFF2-40B4-BE49-F238E27FC236}">
                  <a16:creationId xmlns:a16="http://schemas.microsoft.com/office/drawing/2014/main" id="{19BC53D7-63EF-2F41-8904-27B478B33268}"/>
                </a:ext>
              </a:extLst>
            </p:cNvPr>
            <p:cNvSpPr>
              <a:spLocks noGrp="1"/>
            </p:cNvSpPr>
            <p:nvPr/>
          </p:nvSpPr>
          <p:spPr>
            <a:xfrm>
              <a:off x="15582560" y="2646359"/>
              <a:ext cx="1309045" cy="2094289"/>
            </a:xfrm>
            <a:custGeom>
              <a:avLst/>
              <a:gdLst/>
              <a:ahLst/>
              <a:cxnLst/>
              <a:rect l="0" t="0" r="0" b="0"/>
              <a:pathLst>
                <a:path w="1309045" h="2094289">
                  <a:moveTo>
                    <a:pt x="376249" y="2081587"/>
                  </a:moveTo>
                  <a:lnTo>
                    <a:pt x="360710" y="2063269"/>
                  </a:lnTo>
                  <a:lnTo>
                    <a:pt x="327235" y="2073013"/>
                  </a:lnTo>
                  <a:close/>
                  <a:moveTo>
                    <a:pt x="83463" y="1725392"/>
                  </a:moveTo>
                  <a:lnTo>
                    <a:pt x="33805" y="1714409"/>
                  </a:lnTo>
                  <a:lnTo>
                    <a:pt x="0" y="1696962"/>
                  </a:lnTo>
                  <a:close/>
                  <a:moveTo>
                    <a:pt x="409670" y="2065703"/>
                  </a:moveTo>
                  <a:lnTo>
                    <a:pt x="403630" y="2089796"/>
                  </a:lnTo>
                  <a:lnTo>
                    <a:pt x="415727" y="2094289"/>
                  </a:lnTo>
                  <a:close/>
                  <a:moveTo>
                    <a:pt x="125883" y="1574420"/>
                  </a:moveTo>
                  <a:lnTo>
                    <a:pt x="171217" y="1569237"/>
                  </a:lnTo>
                  <a:lnTo>
                    <a:pt x="193445" y="1526243"/>
                  </a:lnTo>
                  <a:close/>
                  <a:moveTo>
                    <a:pt x="557529" y="1924016"/>
                  </a:moveTo>
                  <a:lnTo>
                    <a:pt x="571124" y="1921242"/>
                  </a:lnTo>
                  <a:lnTo>
                    <a:pt x="556999" y="1914442"/>
                  </a:lnTo>
                  <a:close/>
                  <a:moveTo>
                    <a:pt x="576253" y="1908793"/>
                  </a:moveTo>
                  <a:lnTo>
                    <a:pt x="571124" y="1921242"/>
                  </a:lnTo>
                  <a:lnTo>
                    <a:pt x="575231" y="1914442"/>
                  </a:lnTo>
                  <a:close/>
                  <a:moveTo>
                    <a:pt x="201284" y="1396297"/>
                  </a:moveTo>
                  <a:lnTo>
                    <a:pt x="167982" y="1385388"/>
                  </a:lnTo>
                  <a:lnTo>
                    <a:pt x="157175" y="1421615"/>
                  </a:lnTo>
                  <a:close/>
                  <a:moveTo>
                    <a:pt x="177822" y="1324132"/>
                  </a:moveTo>
                  <a:lnTo>
                    <a:pt x="210866" y="1312779"/>
                  </a:lnTo>
                  <a:lnTo>
                    <a:pt x="217062" y="1323445"/>
                  </a:lnTo>
                  <a:close/>
                  <a:moveTo>
                    <a:pt x="216112" y="1321499"/>
                  </a:moveTo>
                  <a:lnTo>
                    <a:pt x="210866" y="1312779"/>
                  </a:lnTo>
                  <a:lnTo>
                    <a:pt x="176831" y="1315452"/>
                  </a:lnTo>
                  <a:close/>
                  <a:moveTo>
                    <a:pt x="216112" y="1321499"/>
                  </a:moveTo>
                  <a:lnTo>
                    <a:pt x="214621" y="1326820"/>
                  </a:lnTo>
                  <a:lnTo>
                    <a:pt x="217062" y="1323445"/>
                  </a:lnTo>
                  <a:close/>
                  <a:moveTo>
                    <a:pt x="216112" y="1321499"/>
                  </a:moveTo>
                  <a:lnTo>
                    <a:pt x="217062" y="1323445"/>
                  </a:lnTo>
                  <a:lnTo>
                    <a:pt x="210866" y="1312779"/>
                  </a:lnTo>
                  <a:close/>
                  <a:moveTo>
                    <a:pt x="749470" y="1524417"/>
                  </a:moveTo>
                  <a:lnTo>
                    <a:pt x="796854" y="1526901"/>
                  </a:lnTo>
                  <a:lnTo>
                    <a:pt x="833850" y="1530324"/>
                  </a:lnTo>
                  <a:close/>
                  <a:moveTo>
                    <a:pt x="833850" y="1530324"/>
                  </a:moveTo>
                  <a:lnTo>
                    <a:pt x="796854" y="1526901"/>
                  </a:lnTo>
                  <a:lnTo>
                    <a:pt x="879137" y="1524966"/>
                  </a:lnTo>
                  <a:close/>
                  <a:moveTo>
                    <a:pt x="861949" y="1500483"/>
                  </a:moveTo>
                  <a:lnTo>
                    <a:pt x="784279" y="1519663"/>
                  </a:lnTo>
                  <a:lnTo>
                    <a:pt x="833850" y="1530324"/>
                  </a:lnTo>
                  <a:close/>
                  <a:moveTo>
                    <a:pt x="861949" y="1500483"/>
                  </a:moveTo>
                  <a:lnTo>
                    <a:pt x="883178" y="1472722"/>
                  </a:lnTo>
                  <a:lnTo>
                    <a:pt x="862723" y="1460658"/>
                  </a:lnTo>
                  <a:close/>
                  <a:moveTo>
                    <a:pt x="879137" y="1524966"/>
                  </a:moveTo>
                  <a:lnTo>
                    <a:pt x="883178" y="1472722"/>
                  </a:lnTo>
                  <a:lnTo>
                    <a:pt x="861949" y="1500483"/>
                  </a:lnTo>
                  <a:close/>
                  <a:moveTo>
                    <a:pt x="833850" y="1530324"/>
                  </a:moveTo>
                  <a:lnTo>
                    <a:pt x="879137" y="1524966"/>
                  </a:lnTo>
                  <a:lnTo>
                    <a:pt x="861949" y="1500483"/>
                  </a:lnTo>
                  <a:close/>
                  <a:moveTo>
                    <a:pt x="573684" y="1157967"/>
                  </a:moveTo>
                  <a:lnTo>
                    <a:pt x="588826" y="1208400"/>
                  </a:lnTo>
                  <a:lnTo>
                    <a:pt x="595277" y="1227069"/>
                  </a:lnTo>
                  <a:close/>
                  <a:moveTo>
                    <a:pt x="812902" y="1303645"/>
                  </a:moveTo>
                  <a:lnTo>
                    <a:pt x="766295" y="1240811"/>
                  </a:lnTo>
                  <a:lnTo>
                    <a:pt x="782088" y="1290714"/>
                  </a:lnTo>
                  <a:close/>
                  <a:moveTo>
                    <a:pt x="880342" y="1161314"/>
                  </a:moveTo>
                  <a:lnTo>
                    <a:pt x="826775" y="1229624"/>
                  </a:lnTo>
                  <a:lnTo>
                    <a:pt x="883029" y="1221872"/>
                  </a:lnTo>
                  <a:close/>
                  <a:moveTo>
                    <a:pt x="880342" y="1161314"/>
                  </a:moveTo>
                  <a:lnTo>
                    <a:pt x="869634" y="1107277"/>
                  </a:lnTo>
                  <a:lnTo>
                    <a:pt x="860727" y="1154787"/>
                  </a:lnTo>
                  <a:close/>
                  <a:moveTo>
                    <a:pt x="869634" y="1107277"/>
                  </a:moveTo>
                  <a:lnTo>
                    <a:pt x="869150" y="1103251"/>
                  </a:lnTo>
                  <a:lnTo>
                    <a:pt x="860727" y="1154787"/>
                  </a:lnTo>
                  <a:close/>
                  <a:moveTo>
                    <a:pt x="1173809" y="1567080"/>
                  </a:moveTo>
                  <a:lnTo>
                    <a:pt x="1177879" y="1538508"/>
                  </a:lnTo>
                  <a:lnTo>
                    <a:pt x="1180209" y="1508656"/>
                  </a:lnTo>
                  <a:close/>
                  <a:moveTo>
                    <a:pt x="1255554" y="1519345"/>
                  </a:moveTo>
                  <a:lnTo>
                    <a:pt x="1177879" y="1538508"/>
                  </a:lnTo>
                  <a:lnTo>
                    <a:pt x="1227597" y="1549721"/>
                  </a:lnTo>
                  <a:close/>
                  <a:moveTo>
                    <a:pt x="1255554" y="1519345"/>
                  </a:moveTo>
                  <a:lnTo>
                    <a:pt x="1227597" y="1549721"/>
                  </a:lnTo>
                  <a:lnTo>
                    <a:pt x="1297877" y="1502908"/>
                  </a:lnTo>
                  <a:close/>
                  <a:moveTo>
                    <a:pt x="911034" y="1199105"/>
                  </a:moveTo>
                  <a:lnTo>
                    <a:pt x="958236" y="1241329"/>
                  </a:lnTo>
                  <a:lnTo>
                    <a:pt x="970705" y="1233767"/>
                  </a:lnTo>
                  <a:close/>
                  <a:moveTo>
                    <a:pt x="906500" y="1130694"/>
                  </a:moveTo>
                  <a:lnTo>
                    <a:pt x="860727" y="1154787"/>
                  </a:lnTo>
                  <a:lnTo>
                    <a:pt x="869150" y="1103251"/>
                  </a:lnTo>
                  <a:close/>
                  <a:moveTo>
                    <a:pt x="882661" y="1079157"/>
                  </a:moveTo>
                  <a:lnTo>
                    <a:pt x="906500" y="1130694"/>
                  </a:lnTo>
                  <a:lnTo>
                    <a:pt x="869150" y="1103251"/>
                  </a:lnTo>
                  <a:close/>
                  <a:moveTo>
                    <a:pt x="869150" y="1103251"/>
                  </a:moveTo>
                  <a:lnTo>
                    <a:pt x="871641" y="1092242"/>
                  </a:lnTo>
                  <a:lnTo>
                    <a:pt x="897257" y="1053115"/>
                  </a:lnTo>
                  <a:close/>
                  <a:moveTo>
                    <a:pt x="4261" y="120053"/>
                  </a:moveTo>
                  <a:lnTo>
                    <a:pt x="18313" y="124056"/>
                  </a:lnTo>
                  <a:lnTo>
                    <a:pt x="23695" y="57810"/>
                  </a:lnTo>
                  <a:close/>
                  <a:moveTo>
                    <a:pt x="53199" y="60380"/>
                  </a:moveTo>
                  <a:lnTo>
                    <a:pt x="50293" y="0"/>
                  </a:lnTo>
                  <a:lnTo>
                    <a:pt x="42196" y="48425"/>
                  </a:lnTo>
                  <a:close/>
                  <a:moveTo>
                    <a:pt x="1309045" y="1479879"/>
                  </a:moveTo>
                  <a:lnTo>
                    <a:pt x="1255554" y="1519345"/>
                  </a:lnTo>
                  <a:lnTo>
                    <a:pt x="1297877" y="1502908"/>
                  </a:lnTo>
                  <a:close/>
                  <a:moveTo>
                    <a:pt x="1308608" y="1417491"/>
                  </a:moveTo>
                  <a:lnTo>
                    <a:pt x="1309045" y="1479879"/>
                  </a:lnTo>
                  <a:lnTo>
                    <a:pt x="1304292" y="1491450"/>
                  </a:lnTo>
                  <a:close/>
                  <a:moveTo>
                    <a:pt x="1028187" y="1179826"/>
                  </a:moveTo>
                  <a:lnTo>
                    <a:pt x="1018131" y="1233767"/>
                  </a:lnTo>
                  <a:lnTo>
                    <a:pt x="1028175" y="1193244"/>
                  </a:lnTo>
                  <a:close/>
                  <a:moveTo>
                    <a:pt x="1005637" y="1222919"/>
                  </a:moveTo>
                  <a:lnTo>
                    <a:pt x="1018131" y="1233767"/>
                  </a:lnTo>
                  <a:lnTo>
                    <a:pt x="1028187" y="1179826"/>
                  </a:lnTo>
                  <a:close/>
                  <a:moveTo>
                    <a:pt x="1050767" y="1106600"/>
                  </a:moveTo>
                  <a:lnTo>
                    <a:pt x="1046421" y="1126561"/>
                  </a:lnTo>
                  <a:lnTo>
                    <a:pt x="1027041" y="1182230"/>
                  </a:lnTo>
                  <a:close/>
                  <a:moveTo>
                    <a:pt x="1063963" y="1055063"/>
                  </a:moveTo>
                  <a:lnTo>
                    <a:pt x="1080158" y="1030969"/>
                  </a:lnTo>
                  <a:lnTo>
                    <a:pt x="1050767" y="1106600"/>
                  </a:lnTo>
                  <a:close/>
                  <a:moveTo>
                    <a:pt x="908855" y="826679"/>
                  </a:moveTo>
                  <a:lnTo>
                    <a:pt x="904508" y="827953"/>
                  </a:lnTo>
                  <a:lnTo>
                    <a:pt x="930502" y="867839"/>
                  </a:lnTo>
                  <a:close/>
                  <a:moveTo>
                    <a:pt x="636859" y="579904"/>
                  </a:moveTo>
                  <a:lnTo>
                    <a:pt x="645538" y="567140"/>
                  </a:lnTo>
                  <a:lnTo>
                    <a:pt x="626396" y="604219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10" name="Output_density__4209">
              <a:extLst>
                <a:ext uri="{FF2B5EF4-FFF2-40B4-BE49-F238E27FC236}">
                  <a16:creationId xmlns:a16="http://schemas.microsoft.com/office/drawing/2014/main" id="{5A4EC8C6-E0E1-FE6D-CA8F-B496FDB9702A}"/>
                </a:ext>
              </a:extLst>
            </p:cNvPr>
            <p:cNvSpPr>
              <a:spLocks noGrp="1"/>
            </p:cNvSpPr>
            <p:nvPr/>
          </p:nvSpPr>
          <p:spPr>
            <a:xfrm>
              <a:off x="15528482" y="2643247"/>
              <a:ext cx="1363123" cy="1991514"/>
            </a:xfrm>
            <a:custGeom>
              <a:avLst/>
              <a:gdLst/>
              <a:ahLst/>
              <a:cxnLst/>
              <a:rect l="0" t="0" r="0" b="0"/>
              <a:pathLst>
                <a:path w="1363123" h="1991514">
                  <a:moveTo>
                    <a:pt x="345531" y="1991514"/>
                  </a:moveTo>
                  <a:lnTo>
                    <a:pt x="352627" y="1960984"/>
                  </a:lnTo>
                  <a:lnTo>
                    <a:pt x="330046" y="1941360"/>
                  </a:lnTo>
                  <a:close/>
                  <a:moveTo>
                    <a:pt x="179575" y="1708058"/>
                  </a:moveTo>
                  <a:lnTo>
                    <a:pt x="146550" y="1732152"/>
                  </a:lnTo>
                  <a:lnTo>
                    <a:pt x="188913" y="1745899"/>
                  </a:lnTo>
                  <a:close/>
                  <a:moveTo>
                    <a:pt x="203959" y="1680615"/>
                  </a:moveTo>
                  <a:lnTo>
                    <a:pt x="163935" y="1652512"/>
                  </a:lnTo>
                  <a:lnTo>
                    <a:pt x="204403" y="1656521"/>
                  </a:lnTo>
                  <a:close/>
                  <a:moveTo>
                    <a:pt x="163935" y="1652512"/>
                  </a:moveTo>
                  <a:lnTo>
                    <a:pt x="118950" y="1622574"/>
                  </a:lnTo>
                  <a:lnTo>
                    <a:pt x="152113" y="1648088"/>
                  </a:lnTo>
                  <a:close/>
                  <a:moveTo>
                    <a:pt x="0" y="1517828"/>
                  </a:moveTo>
                  <a:lnTo>
                    <a:pt x="40896" y="1577542"/>
                  </a:lnTo>
                  <a:lnTo>
                    <a:pt x="70073" y="1516031"/>
                  </a:lnTo>
                  <a:close/>
                  <a:moveTo>
                    <a:pt x="45866" y="1560426"/>
                  </a:moveTo>
                  <a:lnTo>
                    <a:pt x="96157" y="1573776"/>
                  </a:lnTo>
                  <a:lnTo>
                    <a:pt x="120609" y="1530300"/>
                  </a:lnTo>
                  <a:close/>
                  <a:moveTo>
                    <a:pt x="70073" y="1516031"/>
                  </a:moveTo>
                  <a:lnTo>
                    <a:pt x="45866" y="1560426"/>
                  </a:lnTo>
                  <a:lnTo>
                    <a:pt x="120609" y="1530300"/>
                  </a:lnTo>
                  <a:close/>
                  <a:moveTo>
                    <a:pt x="241297" y="1759595"/>
                  </a:moveTo>
                  <a:lnTo>
                    <a:pt x="256600" y="1774860"/>
                  </a:lnTo>
                  <a:lnTo>
                    <a:pt x="283963" y="1791698"/>
                  </a:lnTo>
                  <a:close/>
                  <a:moveTo>
                    <a:pt x="388370" y="1832706"/>
                  </a:moveTo>
                  <a:lnTo>
                    <a:pt x="352923" y="1797276"/>
                  </a:lnTo>
                  <a:lnTo>
                    <a:pt x="346769" y="1811131"/>
                  </a:lnTo>
                  <a:close/>
                  <a:moveTo>
                    <a:pt x="451803" y="1855595"/>
                  </a:moveTo>
                  <a:lnTo>
                    <a:pt x="437556" y="1838574"/>
                  </a:lnTo>
                  <a:lnTo>
                    <a:pt x="437294" y="1840947"/>
                  </a:lnTo>
                  <a:close/>
                  <a:moveTo>
                    <a:pt x="437294" y="1840947"/>
                  </a:moveTo>
                  <a:lnTo>
                    <a:pt x="423764" y="1830139"/>
                  </a:lnTo>
                  <a:lnTo>
                    <a:pt x="388370" y="1832706"/>
                  </a:lnTo>
                  <a:close/>
                  <a:moveTo>
                    <a:pt x="143479" y="1553448"/>
                  </a:moveTo>
                  <a:lnTo>
                    <a:pt x="179962" y="1577532"/>
                  </a:lnTo>
                  <a:lnTo>
                    <a:pt x="171218" y="1529355"/>
                  </a:lnTo>
                  <a:close/>
                  <a:moveTo>
                    <a:pt x="57087" y="1398839"/>
                  </a:moveTo>
                  <a:lnTo>
                    <a:pt x="48506" y="1328147"/>
                  </a:lnTo>
                  <a:lnTo>
                    <a:pt x="54747" y="1385816"/>
                  </a:lnTo>
                  <a:close/>
                  <a:moveTo>
                    <a:pt x="611078" y="1917553"/>
                  </a:moveTo>
                  <a:lnTo>
                    <a:pt x="573088" y="1866017"/>
                  </a:lnTo>
                  <a:lnTo>
                    <a:pt x="593135" y="1939360"/>
                  </a:lnTo>
                  <a:close/>
                  <a:moveTo>
                    <a:pt x="448160" y="1733071"/>
                  </a:moveTo>
                  <a:lnTo>
                    <a:pt x="463575" y="1669408"/>
                  </a:lnTo>
                  <a:lnTo>
                    <a:pt x="387716" y="1683964"/>
                  </a:lnTo>
                  <a:close/>
                  <a:moveTo>
                    <a:pt x="383825" y="1680812"/>
                  </a:moveTo>
                  <a:lnTo>
                    <a:pt x="360521" y="1633461"/>
                  </a:lnTo>
                  <a:lnTo>
                    <a:pt x="329707" y="1653152"/>
                  </a:lnTo>
                  <a:close/>
                  <a:moveTo>
                    <a:pt x="178218" y="1436115"/>
                  </a:moveTo>
                  <a:lnTo>
                    <a:pt x="254168" y="1410499"/>
                  </a:lnTo>
                  <a:lnTo>
                    <a:pt x="211253" y="1424727"/>
                  </a:lnTo>
                  <a:close/>
                  <a:moveTo>
                    <a:pt x="211253" y="1424727"/>
                  </a:moveTo>
                  <a:lnTo>
                    <a:pt x="166563" y="1426281"/>
                  </a:lnTo>
                  <a:lnTo>
                    <a:pt x="178218" y="1436115"/>
                  </a:lnTo>
                  <a:close/>
                  <a:moveTo>
                    <a:pt x="163430" y="1460926"/>
                  </a:moveTo>
                  <a:lnTo>
                    <a:pt x="166563" y="1426281"/>
                  </a:lnTo>
                  <a:lnTo>
                    <a:pt x="211253" y="1424727"/>
                  </a:lnTo>
                  <a:close/>
                  <a:moveTo>
                    <a:pt x="105484" y="1350651"/>
                  </a:moveTo>
                  <a:lnTo>
                    <a:pt x="103462" y="1331290"/>
                  </a:lnTo>
                  <a:lnTo>
                    <a:pt x="129029" y="1363408"/>
                  </a:lnTo>
                  <a:close/>
                  <a:moveTo>
                    <a:pt x="80046" y="1323208"/>
                  </a:moveTo>
                  <a:lnTo>
                    <a:pt x="103462" y="1331290"/>
                  </a:lnTo>
                  <a:lnTo>
                    <a:pt x="105484" y="1350651"/>
                  </a:lnTo>
                  <a:close/>
                  <a:moveTo>
                    <a:pt x="464758" y="1538931"/>
                  </a:moveTo>
                  <a:lnTo>
                    <a:pt x="451437" y="1532703"/>
                  </a:lnTo>
                  <a:lnTo>
                    <a:pt x="447741" y="1607926"/>
                  </a:lnTo>
                  <a:close/>
                  <a:moveTo>
                    <a:pt x="411618" y="1514928"/>
                  </a:moveTo>
                  <a:lnTo>
                    <a:pt x="367699" y="1525397"/>
                  </a:lnTo>
                  <a:lnTo>
                    <a:pt x="355904" y="1505261"/>
                  </a:lnTo>
                  <a:close/>
                  <a:moveTo>
                    <a:pt x="255362" y="1399408"/>
                  </a:moveTo>
                  <a:lnTo>
                    <a:pt x="211253" y="1424727"/>
                  </a:lnTo>
                  <a:lnTo>
                    <a:pt x="254168" y="1410499"/>
                  </a:lnTo>
                  <a:close/>
                  <a:moveTo>
                    <a:pt x="255362" y="1399408"/>
                  </a:moveTo>
                  <a:lnTo>
                    <a:pt x="268699" y="1329931"/>
                  </a:lnTo>
                  <a:lnTo>
                    <a:pt x="228656" y="1354891"/>
                  </a:lnTo>
                  <a:close/>
                  <a:moveTo>
                    <a:pt x="271140" y="1326557"/>
                  </a:moveTo>
                  <a:lnTo>
                    <a:pt x="268699" y="1329931"/>
                  </a:lnTo>
                  <a:lnTo>
                    <a:pt x="283756" y="1402187"/>
                  </a:lnTo>
                  <a:close/>
                  <a:moveTo>
                    <a:pt x="254382" y="1350651"/>
                  </a:moveTo>
                  <a:lnTo>
                    <a:pt x="271140" y="1326557"/>
                  </a:lnTo>
                  <a:lnTo>
                    <a:pt x="283756" y="1402187"/>
                  </a:lnTo>
                  <a:close/>
                  <a:moveTo>
                    <a:pt x="451437" y="1532703"/>
                  </a:moveTo>
                  <a:lnTo>
                    <a:pt x="464758" y="1538931"/>
                  </a:lnTo>
                  <a:lnTo>
                    <a:pt x="469622" y="1527394"/>
                  </a:lnTo>
                  <a:close/>
                  <a:moveTo>
                    <a:pt x="470912" y="1532703"/>
                  </a:moveTo>
                  <a:lnTo>
                    <a:pt x="469622" y="1527394"/>
                  </a:lnTo>
                  <a:lnTo>
                    <a:pt x="464758" y="1538931"/>
                  </a:lnTo>
                  <a:close/>
                  <a:moveTo>
                    <a:pt x="483518" y="1474171"/>
                  </a:moveTo>
                  <a:lnTo>
                    <a:pt x="469622" y="1527394"/>
                  </a:lnTo>
                  <a:lnTo>
                    <a:pt x="470912" y="1532703"/>
                  </a:lnTo>
                  <a:close/>
                  <a:moveTo>
                    <a:pt x="470912" y="1532703"/>
                  </a:moveTo>
                  <a:lnTo>
                    <a:pt x="478246" y="1481166"/>
                  </a:lnTo>
                  <a:lnTo>
                    <a:pt x="483518" y="1474171"/>
                  </a:lnTo>
                  <a:close/>
                  <a:moveTo>
                    <a:pt x="454390" y="1457073"/>
                  </a:moveTo>
                  <a:lnTo>
                    <a:pt x="472178" y="1431773"/>
                  </a:lnTo>
                  <a:lnTo>
                    <a:pt x="425787" y="1462307"/>
                  </a:lnTo>
                  <a:close/>
                  <a:moveTo>
                    <a:pt x="343247" y="1250926"/>
                  </a:moveTo>
                  <a:lnTo>
                    <a:pt x="361076" y="1325960"/>
                  </a:lnTo>
                  <a:lnTo>
                    <a:pt x="384904" y="1280146"/>
                  </a:lnTo>
                  <a:close/>
                  <a:moveTo>
                    <a:pt x="296056" y="1257536"/>
                  </a:moveTo>
                  <a:lnTo>
                    <a:pt x="269627" y="1199583"/>
                  </a:lnTo>
                  <a:lnTo>
                    <a:pt x="264119" y="1223484"/>
                  </a:lnTo>
                  <a:close/>
                  <a:moveTo>
                    <a:pt x="270016" y="1199956"/>
                  </a:moveTo>
                  <a:lnTo>
                    <a:pt x="269627" y="1199583"/>
                  </a:lnTo>
                  <a:lnTo>
                    <a:pt x="296056" y="1257536"/>
                  </a:lnTo>
                  <a:close/>
                  <a:moveTo>
                    <a:pt x="327421" y="1239908"/>
                  </a:moveTo>
                  <a:lnTo>
                    <a:pt x="270016" y="1199956"/>
                  </a:lnTo>
                  <a:lnTo>
                    <a:pt x="296056" y="1257536"/>
                  </a:lnTo>
                  <a:close/>
                  <a:moveTo>
                    <a:pt x="264119" y="1223484"/>
                  </a:moveTo>
                  <a:lnTo>
                    <a:pt x="269627" y="1199583"/>
                  </a:lnTo>
                  <a:lnTo>
                    <a:pt x="235081" y="1164925"/>
                  </a:lnTo>
                  <a:close/>
                  <a:moveTo>
                    <a:pt x="576291" y="1579382"/>
                  </a:moveTo>
                  <a:lnTo>
                    <a:pt x="606524" y="1617546"/>
                  </a:lnTo>
                  <a:lnTo>
                    <a:pt x="539241" y="1571520"/>
                  </a:lnTo>
                  <a:close/>
                  <a:moveTo>
                    <a:pt x="270016" y="1199956"/>
                  </a:moveTo>
                  <a:lnTo>
                    <a:pt x="327421" y="1239908"/>
                  </a:lnTo>
                  <a:lnTo>
                    <a:pt x="352407" y="1198423"/>
                  </a:lnTo>
                  <a:close/>
                  <a:moveTo>
                    <a:pt x="389463" y="1162296"/>
                  </a:moveTo>
                  <a:lnTo>
                    <a:pt x="376831" y="1125650"/>
                  </a:lnTo>
                  <a:lnTo>
                    <a:pt x="377298" y="1123759"/>
                  </a:lnTo>
                  <a:close/>
                  <a:moveTo>
                    <a:pt x="386371" y="1099665"/>
                  </a:moveTo>
                  <a:lnTo>
                    <a:pt x="389463" y="1162296"/>
                  </a:lnTo>
                  <a:lnTo>
                    <a:pt x="377298" y="1123759"/>
                  </a:lnTo>
                  <a:close/>
                  <a:moveTo>
                    <a:pt x="377298" y="1123759"/>
                  </a:moveTo>
                  <a:lnTo>
                    <a:pt x="347415" y="1072223"/>
                  </a:lnTo>
                  <a:lnTo>
                    <a:pt x="386371" y="1099665"/>
                  </a:lnTo>
                  <a:close/>
                  <a:moveTo>
                    <a:pt x="838357" y="1522775"/>
                  </a:moveTo>
                  <a:lnTo>
                    <a:pt x="803548" y="1527529"/>
                  </a:lnTo>
                  <a:lnTo>
                    <a:pt x="887928" y="1533436"/>
                  </a:lnTo>
                  <a:close/>
                  <a:moveTo>
                    <a:pt x="650047" y="1243687"/>
                  </a:moveTo>
                  <a:lnTo>
                    <a:pt x="649356" y="1230181"/>
                  </a:lnTo>
                  <a:lnTo>
                    <a:pt x="651893" y="1281718"/>
                  </a:lnTo>
                  <a:close/>
                  <a:moveTo>
                    <a:pt x="937257" y="1475834"/>
                  </a:moveTo>
                  <a:lnTo>
                    <a:pt x="917988" y="1428756"/>
                  </a:lnTo>
                  <a:lnTo>
                    <a:pt x="916802" y="1463770"/>
                  </a:lnTo>
                  <a:close/>
                  <a:moveTo>
                    <a:pt x="917988" y="1428756"/>
                  </a:moveTo>
                  <a:lnTo>
                    <a:pt x="914086" y="1412234"/>
                  </a:lnTo>
                  <a:lnTo>
                    <a:pt x="916802" y="1463770"/>
                  </a:lnTo>
                  <a:close/>
                  <a:moveTo>
                    <a:pt x="878486" y="1363233"/>
                  </a:moveTo>
                  <a:lnTo>
                    <a:pt x="867199" y="1369322"/>
                  </a:lnTo>
                  <a:lnTo>
                    <a:pt x="875732" y="1360697"/>
                  </a:lnTo>
                  <a:close/>
                  <a:moveTo>
                    <a:pt x="642904" y="1211512"/>
                  </a:moveTo>
                  <a:lnTo>
                    <a:pt x="651893" y="1281718"/>
                  </a:lnTo>
                  <a:lnTo>
                    <a:pt x="649356" y="1230181"/>
                  </a:lnTo>
                  <a:close/>
                  <a:moveTo>
                    <a:pt x="836167" y="1293825"/>
                  </a:moveTo>
                  <a:lnTo>
                    <a:pt x="847553" y="1347312"/>
                  </a:lnTo>
                  <a:lnTo>
                    <a:pt x="866980" y="1306757"/>
                  </a:lnTo>
                  <a:close/>
                  <a:moveTo>
                    <a:pt x="866980" y="1306757"/>
                  </a:moveTo>
                  <a:lnTo>
                    <a:pt x="877852" y="1233530"/>
                  </a:lnTo>
                  <a:lnTo>
                    <a:pt x="820373" y="1243923"/>
                  </a:lnTo>
                  <a:close/>
                  <a:moveTo>
                    <a:pt x="937107" y="1224984"/>
                  </a:moveTo>
                  <a:lnTo>
                    <a:pt x="880055" y="1234199"/>
                  </a:lnTo>
                  <a:lnTo>
                    <a:pt x="930815" y="1249305"/>
                  </a:lnTo>
                  <a:close/>
                  <a:moveTo>
                    <a:pt x="937107" y="1224984"/>
                  </a:moveTo>
                  <a:lnTo>
                    <a:pt x="880853" y="1232736"/>
                  </a:lnTo>
                  <a:lnTo>
                    <a:pt x="880055" y="1234199"/>
                  </a:lnTo>
                  <a:close/>
                  <a:moveTo>
                    <a:pt x="914805" y="1157899"/>
                  </a:moveTo>
                  <a:lnTo>
                    <a:pt x="898630" y="1168749"/>
                  </a:lnTo>
                  <a:lnTo>
                    <a:pt x="934420" y="1164426"/>
                  </a:lnTo>
                  <a:close/>
                  <a:moveTo>
                    <a:pt x="934420" y="1164426"/>
                  </a:moveTo>
                  <a:lnTo>
                    <a:pt x="898630" y="1168749"/>
                  </a:lnTo>
                  <a:lnTo>
                    <a:pt x="880853" y="1232736"/>
                  </a:lnTo>
                  <a:close/>
                  <a:moveTo>
                    <a:pt x="101606" y="178704"/>
                  </a:moveTo>
                  <a:lnTo>
                    <a:pt x="71609" y="202798"/>
                  </a:lnTo>
                  <a:lnTo>
                    <a:pt x="108201" y="230241"/>
                  </a:lnTo>
                  <a:close/>
                  <a:moveTo>
                    <a:pt x="39606" y="151261"/>
                  </a:moveTo>
                  <a:lnTo>
                    <a:pt x="71609" y="202798"/>
                  </a:lnTo>
                  <a:lnTo>
                    <a:pt x="101606" y="178704"/>
                  </a:lnTo>
                  <a:close/>
                  <a:moveTo>
                    <a:pt x="39606" y="151261"/>
                  </a:moveTo>
                  <a:lnTo>
                    <a:pt x="101606" y="178704"/>
                  </a:lnTo>
                  <a:lnTo>
                    <a:pt x="72391" y="127167"/>
                  </a:lnTo>
                  <a:close/>
                  <a:moveTo>
                    <a:pt x="1234288" y="1511768"/>
                  </a:moveTo>
                  <a:lnTo>
                    <a:pt x="1199656" y="1501940"/>
                  </a:lnTo>
                  <a:lnTo>
                    <a:pt x="1227887" y="1570192"/>
                  </a:lnTo>
                  <a:close/>
                  <a:moveTo>
                    <a:pt x="1234288" y="1511768"/>
                  </a:moveTo>
                  <a:lnTo>
                    <a:pt x="1231957" y="1541620"/>
                  </a:lnTo>
                  <a:lnTo>
                    <a:pt x="1309632" y="1522457"/>
                  </a:lnTo>
                  <a:close/>
                  <a:moveTo>
                    <a:pt x="1088998" y="1240206"/>
                  </a:moveTo>
                  <a:lnTo>
                    <a:pt x="1072209" y="1236878"/>
                  </a:lnTo>
                  <a:lnTo>
                    <a:pt x="1050261" y="1251419"/>
                  </a:lnTo>
                  <a:close/>
                  <a:moveTo>
                    <a:pt x="926090" y="1195959"/>
                  </a:moveTo>
                  <a:lnTo>
                    <a:pt x="898630" y="1168749"/>
                  </a:lnTo>
                  <a:lnTo>
                    <a:pt x="914805" y="1157899"/>
                  </a:lnTo>
                  <a:close/>
                  <a:moveTo>
                    <a:pt x="936739" y="1082269"/>
                  </a:moveTo>
                  <a:lnTo>
                    <a:pt x="923228" y="1106363"/>
                  </a:lnTo>
                  <a:lnTo>
                    <a:pt x="951335" y="1056227"/>
                  </a:lnTo>
                  <a:close/>
                  <a:moveTo>
                    <a:pt x="129613" y="170819"/>
                  </a:moveTo>
                  <a:lnTo>
                    <a:pt x="141809" y="230241"/>
                  </a:lnTo>
                  <a:lnTo>
                    <a:pt x="136664" y="178704"/>
                  </a:lnTo>
                  <a:close/>
                  <a:moveTo>
                    <a:pt x="107277" y="63492"/>
                  </a:moveTo>
                  <a:lnTo>
                    <a:pt x="72391" y="127167"/>
                  </a:lnTo>
                  <a:lnTo>
                    <a:pt x="114805" y="120114"/>
                  </a:lnTo>
                  <a:close/>
                  <a:moveTo>
                    <a:pt x="107277" y="63492"/>
                  </a:moveTo>
                  <a:lnTo>
                    <a:pt x="114805" y="120114"/>
                  </a:lnTo>
                  <a:lnTo>
                    <a:pt x="132444" y="127167"/>
                  </a:lnTo>
                  <a:close/>
                  <a:moveTo>
                    <a:pt x="104371" y="3112"/>
                  </a:moveTo>
                  <a:lnTo>
                    <a:pt x="91079" y="0"/>
                  </a:lnTo>
                  <a:lnTo>
                    <a:pt x="96275" y="51537"/>
                  </a:lnTo>
                  <a:close/>
                  <a:moveTo>
                    <a:pt x="1363123" y="1482991"/>
                  </a:moveTo>
                  <a:lnTo>
                    <a:pt x="1321663" y="1478715"/>
                  </a:lnTo>
                  <a:lnTo>
                    <a:pt x="1309632" y="1522457"/>
                  </a:lnTo>
                  <a:close/>
                  <a:moveTo>
                    <a:pt x="1362687" y="1420603"/>
                  </a:moveTo>
                  <a:lnTo>
                    <a:pt x="1321663" y="1478715"/>
                  </a:lnTo>
                  <a:lnTo>
                    <a:pt x="1363123" y="1482991"/>
                  </a:lnTo>
                  <a:close/>
                  <a:moveTo>
                    <a:pt x="923478" y="955102"/>
                  </a:moveTo>
                  <a:lnTo>
                    <a:pt x="934456" y="993120"/>
                  </a:lnTo>
                  <a:lnTo>
                    <a:pt x="925154" y="979195"/>
                  </a:lnTo>
                  <a:close/>
                  <a:moveTo>
                    <a:pt x="922044" y="1011019"/>
                  </a:moveTo>
                  <a:lnTo>
                    <a:pt x="934456" y="993120"/>
                  </a:lnTo>
                  <a:lnTo>
                    <a:pt x="923478" y="955102"/>
                  </a:lnTo>
                  <a:close/>
                  <a:moveTo>
                    <a:pt x="687668" y="711159"/>
                  </a:moveTo>
                  <a:lnTo>
                    <a:pt x="725256" y="734984"/>
                  </a:lnTo>
                  <a:lnTo>
                    <a:pt x="703208" y="721512"/>
                  </a:lnTo>
                  <a:close/>
                  <a:moveTo>
                    <a:pt x="687668" y="711159"/>
                  </a:moveTo>
                  <a:lnTo>
                    <a:pt x="671200" y="661805"/>
                  </a:lnTo>
                  <a:lnTo>
                    <a:pt x="647477" y="705852"/>
                  </a:lnTo>
                  <a:close/>
                  <a:moveTo>
                    <a:pt x="671200" y="661805"/>
                  </a:moveTo>
                  <a:lnTo>
                    <a:pt x="703208" y="721512"/>
                  </a:lnTo>
                  <a:lnTo>
                    <a:pt x="694691" y="669976"/>
                  </a:lnTo>
                  <a:close/>
                  <a:moveTo>
                    <a:pt x="671200" y="661805"/>
                  </a:moveTo>
                  <a:lnTo>
                    <a:pt x="687668" y="711159"/>
                  </a:lnTo>
                  <a:lnTo>
                    <a:pt x="703208" y="721512"/>
                  </a:lnTo>
                  <a:close/>
                  <a:moveTo>
                    <a:pt x="671200" y="661805"/>
                  </a:moveTo>
                  <a:lnTo>
                    <a:pt x="694691" y="669976"/>
                  </a:lnTo>
                  <a:lnTo>
                    <a:pt x="680474" y="607331"/>
                  </a:lnTo>
                  <a:close/>
                  <a:moveTo>
                    <a:pt x="680474" y="607331"/>
                  </a:moveTo>
                  <a:lnTo>
                    <a:pt x="706525" y="664955"/>
                  </a:lnTo>
                  <a:lnTo>
                    <a:pt x="725378" y="600544"/>
                  </a:lnTo>
                  <a:close/>
                  <a:moveTo>
                    <a:pt x="1104845" y="1109712"/>
                  </a:moveTo>
                  <a:lnTo>
                    <a:pt x="1120000" y="1067684"/>
                  </a:lnTo>
                  <a:lnTo>
                    <a:pt x="1105994" y="1100904"/>
                  </a:lnTo>
                  <a:close/>
                  <a:moveTo>
                    <a:pt x="1134236" y="1034081"/>
                  </a:moveTo>
                  <a:lnTo>
                    <a:pt x="1120000" y="1067684"/>
                  </a:lnTo>
                  <a:lnTo>
                    <a:pt x="1104845" y="1109712"/>
                  </a:lnTo>
                  <a:close/>
                  <a:moveTo>
                    <a:pt x="1011202" y="835582"/>
                  </a:moveTo>
                  <a:lnTo>
                    <a:pt x="962933" y="829791"/>
                  </a:lnTo>
                  <a:lnTo>
                    <a:pt x="984580" y="870951"/>
                  </a:lnTo>
                  <a:close/>
                  <a:moveTo>
                    <a:pt x="728479" y="590477"/>
                  </a:moveTo>
                  <a:lnTo>
                    <a:pt x="690938" y="583015"/>
                  </a:lnTo>
                  <a:lnTo>
                    <a:pt x="680474" y="607331"/>
                  </a:lnTo>
                  <a:close/>
                  <a:moveTo>
                    <a:pt x="690938" y="583015"/>
                  </a:moveTo>
                  <a:lnTo>
                    <a:pt x="728479" y="590477"/>
                  </a:lnTo>
                  <a:lnTo>
                    <a:pt x="720074" y="534567"/>
                  </a:lnTo>
                  <a:close/>
                  <a:moveTo>
                    <a:pt x="690938" y="583015"/>
                  </a:moveTo>
                  <a:lnTo>
                    <a:pt x="720074" y="534567"/>
                  </a:lnTo>
                  <a:lnTo>
                    <a:pt x="671955" y="535705"/>
                  </a:lnTo>
                  <a:close/>
                  <a:moveTo>
                    <a:pt x="1011202" y="835582"/>
                  </a:moveTo>
                  <a:lnTo>
                    <a:pt x="1022396" y="817170"/>
                  </a:lnTo>
                  <a:lnTo>
                    <a:pt x="962933" y="829791"/>
                  </a:lnTo>
                  <a:close/>
                  <a:moveTo>
                    <a:pt x="962933" y="829791"/>
                  </a:moveTo>
                  <a:lnTo>
                    <a:pt x="1022396" y="817170"/>
                  </a:lnTo>
                  <a:lnTo>
                    <a:pt x="963352" y="82719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11" name="Output_density__4210">
              <a:extLst>
                <a:ext uri="{FF2B5EF4-FFF2-40B4-BE49-F238E27FC236}">
                  <a16:creationId xmlns:a16="http://schemas.microsoft.com/office/drawing/2014/main" id="{3D4DF07D-27DF-40C2-3FC2-8698E4782793}"/>
                </a:ext>
              </a:extLst>
            </p:cNvPr>
            <p:cNvSpPr>
              <a:spLocks noGrp="1"/>
            </p:cNvSpPr>
            <p:nvPr/>
          </p:nvSpPr>
          <p:spPr>
            <a:xfrm>
              <a:off x="15382761" y="2588835"/>
              <a:ext cx="1257515" cy="1944522"/>
            </a:xfrm>
            <a:custGeom>
              <a:avLst/>
              <a:gdLst/>
              <a:ahLst/>
              <a:cxnLst/>
              <a:rect l="0" t="0" r="0" b="0"/>
              <a:pathLst>
                <a:path w="1257515" h="1944522">
                  <a:moveTo>
                    <a:pt x="0" y="1557454"/>
                  </a:moveTo>
                  <a:lnTo>
                    <a:pt x="34479" y="1551465"/>
                  </a:lnTo>
                  <a:lnTo>
                    <a:pt x="28959" y="1552975"/>
                  </a:lnTo>
                  <a:close/>
                  <a:moveTo>
                    <a:pt x="65147" y="1491449"/>
                  </a:moveTo>
                  <a:lnTo>
                    <a:pt x="28959" y="1552975"/>
                  </a:lnTo>
                  <a:lnTo>
                    <a:pt x="53833" y="1528881"/>
                  </a:lnTo>
                  <a:close/>
                  <a:moveTo>
                    <a:pt x="28754" y="1441121"/>
                  </a:moveTo>
                  <a:lnTo>
                    <a:pt x="65361" y="1477344"/>
                  </a:lnTo>
                  <a:lnTo>
                    <a:pt x="57270" y="1462002"/>
                  </a:lnTo>
                  <a:close/>
                  <a:moveTo>
                    <a:pt x="38354" y="1425808"/>
                  </a:moveTo>
                  <a:lnTo>
                    <a:pt x="28754" y="1441121"/>
                  </a:lnTo>
                  <a:lnTo>
                    <a:pt x="57270" y="1462002"/>
                  </a:lnTo>
                  <a:close/>
                  <a:moveTo>
                    <a:pt x="289200" y="1607860"/>
                  </a:moveTo>
                  <a:lnTo>
                    <a:pt x="342585" y="1560239"/>
                  </a:lnTo>
                  <a:lnTo>
                    <a:pt x="273727" y="1544138"/>
                  </a:lnTo>
                  <a:close/>
                  <a:moveTo>
                    <a:pt x="273727" y="1544138"/>
                  </a:moveTo>
                  <a:lnTo>
                    <a:pt x="342585" y="1560239"/>
                  </a:lnTo>
                  <a:lnTo>
                    <a:pt x="321260" y="1543476"/>
                  </a:lnTo>
                  <a:close/>
                  <a:moveTo>
                    <a:pt x="273727" y="1544138"/>
                  </a:moveTo>
                  <a:lnTo>
                    <a:pt x="321260" y="1543476"/>
                  </a:lnTo>
                  <a:lnTo>
                    <a:pt x="262698" y="1490361"/>
                  </a:lnTo>
                  <a:close/>
                  <a:moveTo>
                    <a:pt x="161647" y="1433806"/>
                  </a:moveTo>
                  <a:lnTo>
                    <a:pt x="194227" y="1382559"/>
                  </a:lnTo>
                  <a:lnTo>
                    <a:pt x="140819" y="1387997"/>
                  </a:lnTo>
                  <a:close/>
                  <a:moveTo>
                    <a:pt x="637906" y="1877178"/>
                  </a:moveTo>
                  <a:lnTo>
                    <a:pt x="625754" y="1920252"/>
                  </a:lnTo>
                  <a:lnTo>
                    <a:pt x="692738" y="1868892"/>
                  </a:lnTo>
                  <a:close/>
                  <a:moveTo>
                    <a:pt x="692738" y="1868892"/>
                  </a:moveTo>
                  <a:lnTo>
                    <a:pt x="669640" y="1944522"/>
                  </a:lnTo>
                  <a:lnTo>
                    <a:pt x="696063" y="1873553"/>
                  </a:lnTo>
                  <a:close/>
                  <a:moveTo>
                    <a:pt x="696063" y="1873553"/>
                  </a:moveTo>
                  <a:lnTo>
                    <a:pt x="669640" y="1944522"/>
                  </a:lnTo>
                  <a:lnTo>
                    <a:pt x="693037" y="1933081"/>
                  </a:lnTo>
                  <a:close/>
                  <a:moveTo>
                    <a:pt x="693037" y="1933081"/>
                  </a:moveTo>
                  <a:lnTo>
                    <a:pt x="718809" y="1920428"/>
                  </a:lnTo>
                  <a:lnTo>
                    <a:pt x="696063" y="1873553"/>
                  </a:lnTo>
                  <a:close/>
                  <a:moveTo>
                    <a:pt x="692738" y="1868892"/>
                  </a:moveTo>
                  <a:lnTo>
                    <a:pt x="693909" y="1865496"/>
                  </a:lnTo>
                  <a:lnTo>
                    <a:pt x="637906" y="1877178"/>
                  </a:lnTo>
                  <a:close/>
                  <a:moveTo>
                    <a:pt x="637906" y="1877178"/>
                  </a:moveTo>
                  <a:lnTo>
                    <a:pt x="693909" y="1865496"/>
                  </a:lnTo>
                  <a:lnTo>
                    <a:pt x="674534" y="1822638"/>
                  </a:lnTo>
                  <a:close/>
                  <a:moveTo>
                    <a:pt x="674534" y="1822638"/>
                  </a:moveTo>
                  <a:lnTo>
                    <a:pt x="693909" y="1865496"/>
                  </a:lnTo>
                  <a:lnTo>
                    <a:pt x="734028" y="1840817"/>
                  </a:lnTo>
                  <a:close/>
                  <a:moveTo>
                    <a:pt x="225767" y="1377620"/>
                  </a:moveTo>
                  <a:lnTo>
                    <a:pt x="189553" y="1323616"/>
                  </a:lnTo>
                  <a:lnTo>
                    <a:pt x="191283" y="1343900"/>
                  </a:lnTo>
                  <a:close/>
                  <a:moveTo>
                    <a:pt x="279165" y="1301989"/>
                  </a:moveTo>
                  <a:lnTo>
                    <a:pt x="283558" y="1250452"/>
                  </a:lnTo>
                  <a:lnTo>
                    <a:pt x="261047" y="1303475"/>
                  </a:lnTo>
                  <a:close/>
                  <a:moveTo>
                    <a:pt x="261047" y="1303475"/>
                  </a:moveTo>
                  <a:lnTo>
                    <a:pt x="263249" y="1303391"/>
                  </a:lnTo>
                  <a:lnTo>
                    <a:pt x="279165" y="1301989"/>
                  </a:lnTo>
                  <a:close/>
                  <a:moveTo>
                    <a:pt x="199286" y="1198916"/>
                  </a:moveTo>
                  <a:lnTo>
                    <a:pt x="240420" y="1257501"/>
                  </a:lnTo>
                  <a:lnTo>
                    <a:pt x="246220" y="1239724"/>
                  </a:lnTo>
                  <a:close/>
                  <a:moveTo>
                    <a:pt x="734028" y="1840817"/>
                  </a:moveTo>
                  <a:lnTo>
                    <a:pt x="758607" y="1855014"/>
                  </a:lnTo>
                  <a:lnTo>
                    <a:pt x="776534" y="1825066"/>
                  </a:lnTo>
                  <a:close/>
                  <a:moveTo>
                    <a:pt x="776534" y="1825066"/>
                  </a:moveTo>
                  <a:lnTo>
                    <a:pt x="758607" y="1855014"/>
                  </a:lnTo>
                  <a:lnTo>
                    <a:pt x="800374" y="1793261"/>
                  </a:lnTo>
                  <a:close/>
                  <a:moveTo>
                    <a:pt x="246220" y="1239724"/>
                  </a:moveTo>
                  <a:lnTo>
                    <a:pt x="283558" y="1250452"/>
                  </a:lnTo>
                  <a:lnTo>
                    <a:pt x="273828" y="1208047"/>
                  </a:lnTo>
                  <a:close/>
                  <a:moveTo>
                    <a:pt x="273828" y="1208047"/>
                  </a:moveTo>
                  <a:lnTo>
                    <a:pt x="283558" y="1250452"/>
                  </a:lnTo>
                  <a:lnTo>
                    <a:pt x="307802" y="1177959"/>
                  </a:lnTo>
                  <a:close/>
                  <a:moveTo>
                    <a:pt x="249979" y="1174822"/>
                  </a:moveTo>
                  <a:lnTo>
                    <a:pt x="246220" y="1239724"/>
                  </a:lnTo>
                  <a:lnTo>
                    <a:pt x="273828" y="1208047"/>
                  </a:lnTo>
                  <a:close/>
                  <a:moveTo>
                    <a:pt x="249979" y="1174822"/>
                  </a:moveTo>
                  <a:lnTo>
                    <a:pt x="199286" y="1198916"/>
                  </a:lnTo>
                  <a:lnTo>
                    <a:pt x="246220" y="1239724"/>
                  </a:lnTo>
                  <a:close/>
                  <a:moveTo>
                    <a:pt x="192978" y="1147379"/>
                  </a:moveTo>
                  <a:lnTo>
                    <a:pt x="253908" y="1133567"/>
                  </a:lnTo>
                  <a:lnTo>
                    <a:pt x="247706" y="1126092"/>
                  </a:lnTo>
                  <a:close/>
                  <a:moveTo>
                    <a:pt x="253908" y="1133567"/>
                  </a:moveTo>
                  <a:lnTo>
                    <a:pt x="303152" y="1174822"/>
                  </a:lnTo>
                  <a:lnTo>
                    <a:pt x="247706" y="1126092"/>
                  </a:lnTo>
                  <a:close/>
                  <a:moveTo>
                    <a:pt x="800374" y="1793261"/>
                  </a:moveTo>
                  <a:lnTo>
                    <a:pt x="802690" y="1844798"/>
                  </a:lnTo>
                  <a:lnTo>
                    <a:pt x="841139" y="1820704"/>
                  </a:lnTo>
                  <a:close/>
                  <a:moveTo>
                    <a:pt x="800374" y="1793261"/>
                  </a:moveTo>
                  <a:lnTo>
                    <a:pt x="841139" y="1820704"/>
                  </a:lnTo>
                  <a:lnTo>
                    <a:pt x="813101" y="1769167"/>
                  </a:lnTo>
                  <a:close/>
                  <a:moveTo>
                    <a:pt x="274070" y="1167401"/>
                  </a:moveTo>
                  <a:lnTo>
                    <a:pt x="273828" y="1208047"/>
                  </a:lnTo>
                  <a:lnTo>
                    <a:pt x="303152" y="1174822"/>
                  </a:lnTo>
                  <a:close/>
                  <a:moveTo>
                    <a:pt x="303152" y="1174822"/>
                  </a:moveTo>
                  <a:lnTo>
                    <a:pt x="253908" y="1133567"/>
                  </a:lnTo>
                  <a:lnTo>
                    <a:pt x="274070" y="1167401"/>
                  </a:lnTo>
                  <a:close/>
                  <a:moveTo>
                    <a:pt x="341526" y="1150728"/>
                  </a:moveTo>
                  <a:lnTo>
                    <a:pt x="322931" y="1174822"/>
                  </a:lnTo>
                  <a:lnTo>
                    <a:pt x="355243" y="1202265"/>
                  </a:lnTo>
                  <a:close/>
                  <a:moveTo>
                    <a:pt x="341526" y="1150728"/>
                  </a:moveTo>
                  <a:lnTo>
                    <a:pt x="363795" y="1099191"/>
                  </a:lnTo>
                  <a:lnTo>
                    <a:pt x="322931" y="1174822"/>
                  </a:lnTo>
                  <a:close/>
                  <a:moveTo>
                    <a:pt x="363795" y="1099191"/>
                  </a:moveTo>
                  <a:lnTo>
                    <a:pt x="409216" y="1095086"/>
                  </a:lnTo>
                  <a:lnTo>
                    <a:pt x="378728" y="1095538"/>
                  </a:lnTo>
                  <a:close/>
                  <a:moveTo>
                    <a:pt x="378728" y="1095538"/>
                  </a:moveTo>
                  <a:lnTo>
                    <a:pt x="409216" y="1095086"/>
                  </a:lnTo>
                  <a:lnTo>
                    <a:pt x="455338" y="1092850"/>
                  </a:lnTo>
                  <a:close/>
                  <a:moveTo>
                    <a:pt x="438729" y="1109501"/>
                  </a:moveTo>
                  <a:lnTo>
                    <a:pt x="455338" y="1092850"/>
                  </a:lnTo>
                  <a:lnTo>
                    <a:pt x="409216" y="1095086"/>
                  </a:lnTo>
                  <a:close/>
                  <a:moveTo>
                    <a:pt x="438729" y="1109501"/>
                  </a:moveTo>
                  <a:lnTo>
                    <a:pt x="487718" y="1107656"/>
                  </a:lnTo>
                  <a:lnTo>
                    <a:pt x="455338" y="1092850"/>
                  </a:lnTo>
                  <a:close/>
                  <a:moveTo>
                    <a:pt x="1124829" y="1619178"/>
                  </a:moveTo>
                  <a:lnTo>
                    <a:pt x="1126208" y="1620586"/>
                  </a:lnTo>
                  <a:lnTo>
                    <a:pt x="1171671" y="1619635"/>
                  </a:lnTo>
                  <a:close/>
                  <a:moveTo>
                    <a:pt x="771798" y="1037736"/>
                  </a:moveTo>
                  <a:lnTo>
                    <a:pt x="765314" y="1033904"/>
                  </a:lnTo>
                  <a:lnTo>
                    <a:pt x="796535" y="1081795"/>
                  </a:lnTo>
                  <a:close/>
                  <a:moveTo>
                    <a:pt x="765924" y="1030259"/>
                  </a:moveTo>
                  <a:lnTo>
                    <a:pt x="765314" y="1033904"/>
                  </a:lnTo>
                  <a:lnTo>
                    <a:pt x="771798" y="1037736"/>
                  </a:lnTo>
                  <a:close/>
                  <a:moveTo>
                    <a:pt x="764942" y="1012103"/>
                  </a:moveTo>
                  <a:lnTo>
                    <a:pt x="765314" y="1033904"/>
                  </a:lnTo>
                  <a:lnTo>
                    <a:pt x="765924" y="1030259"/>
                  </a:lnTo>
                  <a:close/>
                  <a:moveTo>
                    <a:pt x="729938" y="937178"/>
                  </a:moveTo>
                  <a:lnTo>
                    <a:pt x="765867" y="978722"/>
                  </a:lnTo>
                  <a:lnTo>
                    <a:pt x="751310" y="961133"/>
                  </a:lnTo>
                  <a:close/>
                  <a:moveTo>
                    <a:pt x="730814" y="927185"/>
                  </a:moveTo>
                  <a:lnTo>
                    <a:pt x="729938" y="937178"/>
                  </a:lnTo>
                  <a:lnTo>
                    <a:pt x="751310" y="961133"/>
                  </a:lnTo>
                  <a:close/>
                  <a:moveTo>
                    <a:pt x="737065" y="907874"/>
                  </a:moveTo>
                  <a:lnTo>
                    <a:pt x="729938" y="937178"/>
                  </a:lnTo>
                  <a:lnTo>
                    <a:pt x="730814" y="927185"/>
                  </a:lnTo>
                  <a:close/>
                  <a:moveTo>
                    <a:pt x="1158035" y="1298853"/>
                  </a:moveTo>
                  <a:lnTo>
                    <a:pt x="1151559" y="1324243"/>
                  </a:lnTo>
                  <a:lnTo>
                    <a:pt x="1152095" y="1315384"/>
                  </a:lnTo>
                  <a:close/>
                  <a:moveTo>
                    <a:pt x="984849" y="1175368"/>
                  </a:moveTo>
                  <a:lnTo>
                    <a:pt x="960398" y="1160774"/>
                  </a:lnTo>
                  <a:lnTo>
                    <a:pt x="966734" y="1235071"/>
                  </a:lnTo>
                  <a:close/>
                  <a:moveTo>
                    <a:pt x="764942" y="1012103"/>
                  </a:moveTo>
                  <a:lnTo>
                    <a:pt x="765924" y="1030259"/>
                  </a:lnTo>
                  <a:lnTo>
                    <a:pt x="779916" y="1022033"/>
                  </a:lnTo>
                  <a:close/>
                  <a:moveTo>
                    <a:pt x="764942" y="1012103"/>
                  </a:moveTo>
                  <a:lnTo>
                    <a:pt x="779916" y="1022033"/>
                  </a:lnTo>
                  <a:lnTo>
                    <a:pt x="765867" y="978722"/>
                  </a:lnTo>
                  <a:close/>
                  <a:moveTo>
                    <a:pt x="771078" y="900144"/>
                  </a:moveTo>
                  <a:lnTo>
                    <a:pt x="737065" y="907874"/>
                  </a:lnTo>
                  <a:lnTo>
                    <a:pt x="730814" y="927185"/>
                  </a:lnTo>
                  <a:close/>
                  <a:moveTo>
                    <a:pt x="773873" y="851555"/>
                  </a:moveTo>
                  <a:lnTo>
                    <a:pt x="778900" y="872613"/>
                  </a:lnTo>
                  <a:lnTo>
                    <a:pt x="771078" y="900144"/>
                  </a:lnTo>
                  <a:close/>
                  <a:moveTo>
                    <a:pt x="771078" y="900144"/>
                  </a:moveTo>
                  <a:lnTo>
                    <a:pt x="776744" y="881553"/>
                  </a:lnTo>
                  <a:lnTo>
                    <a:pt x="737065" y="907874"/>
                  </a:lnTo>
                  <a:close/>
                  <a:moveTo>
                    <a:pt x="110486" y="26969"/>
                  </a:moveTo>
                  <a:lnTo>
                    <a:pt x="105079" y="36710"/>
                  </a:lnTo>
                  <a:lnTo>
                    <a:pt x="78645" y="58021"/>
                  </a:lnTo>
                  <a:close/>
                  <a:moveTo>
                    <a:pt x="1152095" y="1315384"/>
                  </a:moveTo>
                  <a:lnTo>
                    <a:pt x="1151559" y="1324243"/>
                  </a:lnTo>
                  <a:lnTo>
                    <a:pt x="1169701" y="1342470"/>
                  </a:lnTo>
                  <a:close/>
                  <a:moveTo>
                    <a:pt x="115504" y="21151"/>
                  </a:moveTo>
                  <a:lnTo>
                    <a:pt x="105079" y="36710"/>
                  </a:lnTo>
                  <a:lnTo>
                    <a:pt x="110486" y="26969"/>
                  </a:lnTo>
                  <a:close/>
                  <a:moveTo>
                    <a:pt x="773873" y="851555"/>
                  </a:moveTo>
                  <a:lnTo>
                    <a:pt x="825351" y="827461"/>
                  </a:lnTo>
                  <a:lnTo>
                    <a:pt x="750149" y="821896"/>
                  </a:lnTo>
                  <a:close/>
                  <a:moveTo>
                    <a:pt x="726187" y="748482"/>
                  </a:moveTo>
                  <a:lnTo>
                    <a:pt x="714001" y="786667"/>
                  </a:lnTo>
                  <a:lnTo>
                    <a:pt x="763441" y="736694"/>
                  </a:lnTo>
                  <a:close/>
                  <a:moveTo>
                    <a:pt x="763441" y="736694"/>
                  </a:moveTo>
                  <a:lnTo>
                    <a:pt x="739392" y="741264"/>
                  </a:lnTo>
                  <a:lnTo>
                    <a:pt x="726187" y="748482"/>
                  </a:lnTo>
                  <a:close/>
                  <a:moveTo>
                    <a:pt x="718123" y="672851"/>
                  </a:moveTo>
                  <a:lnTo>
                    <a:pt x="739392" y="741264"/>
                  </a:lnTo>
                  <a:lnTo>
                    <a:pt x="755358" y="706469"/>
                  </a:lnTo>
                  <a:close/>
                  <a:moveTo>
                    <a:pt x="123296" y="21899"/>
                  </a:moveTo>
                  <a:lnTo>
                    <a:pt x="110486" y="26969"/>
                  </a:lnTo>
                  <a:lnTo>
                    <a:pt x="155932" y="37405"/>
                  </a:lnTo>
                  <a:close/>
                  <a:moveTo>
                    <a:pt x="155932" y="37405"/>
                  </a:moveTo>
                  <a:lnTo>
                    <a:pt x="110486" y="26969"/>
                  </a:lnTo>
                  <a:lnTo>
                    <a:pt x="78645" y="58021"/>
                  </a:lnTo>
                  <a:close/>
                  <a:moveTo>
                    <a:pt x="200412" y="29036"/>
                  </a:moveTo>
                  <a:lnTo>
                    <a:pt x="236800" y="54412"/>
                  </a:lnTo>
                  <a:lnTo>
                    <a:pt x="186983" y="8105"/>
                  </a:lnTo>
                  <a:close/>
                  <a:moveTo>
                    <a:pt x="115504" y="21151"/>
                  </a:moveTo>
                  <a:lnTo>
                    <a:pt x="110486" y="26969"/>
                  </a:lnTo>
                  <a:lnTo>
                    <a:pt x="123296" y="21899"/>
                  </a:lnTo>
                  <a:close/>
                  <a:moveTo>
                    <a:pt x="123296" y="21899"/>
                  </a:moveTo>
                  <a:lnTo>
                    <a:pt x="156566" y="0"/>
                  </a:lnTo>
                  <a:lnTo>
                    <a:pt x="115504" y="21151"/>
                  </a:lnTo>
                  <a:close/>
                  <a:moveTo>
                    <a:pt x="123296" y="21899"/>
                  </a:moveTo>
                  <a:lnTo>
                    <a:pt x="186983" y="8105"/>
                  </a:lnTo>
                  <a:lnTo>
                    <a:pt x="156566" y="0"/>
                  </a:lnTo>
                  <a:close/>
                  <a:moveTo>
                    <a:pt x="186983" y="8105"/>
                  </a:moveTo>
                  <a:lnTo>
                    <a:pt x="123296" y="21899"/>
                  </a:lnTo>
                  <a:lnTo>
                    <a:pt x="200412" y="29036"/>
                  </a:lnTo>
                  <a:close/>
                  <a:moveTo>
                    <a:pt x="123296" y="21899"/>
                  </a:moveTo>
                  <a:lnTo>
                    <a:pt x="155932" y="37405"/>
                  </a:lnTo>
                  <a:lnTo>
                    <a:pt x="200412" y="29036"/>
                  </a:lnTo>
                  <a:close/>
                  <a:moveTo>
                    <a:pt x="1149364" y="1061050"/>
                  </a:moveTo>
                  <a:lnTo>
                    <a:pt x="1135912" y="1136680"/>
                  </a:lnTo>
                  <a:lnTo>
                    <a:pt x="1157286" y="1112587"/>
                  </a:lnTo>
                  <a:close/>
                  <a:moveTo>
                    <a:pt x="853042" y="875079"/>
                  </a:moveTo>
                  <a:lnTo>
                    <a:pt x="894751" y="816409"/>
                  </a:lnTo>
                  <a:lnTo>
                    <a:pt x="837488" y="824981"/>
                  </a:lnTo>
                  <a:close/>
                  <a:moveTo>
                    <a:pt x="782684" y="724388"/>
                  </a:moveTo>
                  <a:lnTo>
                    <a:pt x="816921" y="716217"/>
                  </a:lnTo>
                  <a:lnTo>
                    <a:pt x="755358" y="706469"/>
                  </a:lnTo>
                  <a:close/>
                  <a:moveTo>
                    <a:pt x="733858" y="557535"/>
                  </a:moveTo>
                  <a:lnTo>
                    <a:pt x="701985" y="569778"/>
                  </a:lnTo>
                  <a:lnTo>
                    <a:pt x="751805" y="558288"/>
                  </a:lnTo>
                  <a:close/>
                  <a:moveTo>
                    <a:pt x="751805" y="558288"/>
                  </a:moveTo>
                  <a:lnTo>
                    <a:pt x="701985" y="569778"/>
                  </a:lnTo>
                  <a:lnTo>
                    <a:pt x="682362" y="608230"/>
                  </a:lnTo>
                  <a:close/>
                  <a:moveTo>
                    <a:pt x="751805" y="558288"/>
                  </a:moveTo>
                  <a:lnTo>
                    <a:pt x="682362" y="608230"/>
                  </a:lnTo>
                  <a:lnTo>
                    <a:pt x="710277" y="577700"/>
                  </a:lnTo>
                  <a:close/>
                  <a:moveTo>
                    <a:pt x="1042559" y="811761"/>
                  </a:moveTo>
                  <a:lnTo>
                    <a:pt x="1012868" y="835651"/>
                  </a:lnTo>
                  <a:lnTo>
                    <a:pt x="985537" y="854904"/>
                  </a:lnTo>
                  <a:close/>
                  <a:moveTo>
                    <a:pt x="1086037" y="799641"/>
                  </a:moveTo>
                  <a:lnTo>
                    <a:pt x="1012868" y="835651"/>
                  </a:lnTo>
                  <a:lnTo>
                    <a:pt x="1042559" y="811761"/>
                  </a:lnTo>
                  <a:close/>
                  <a:moveTo>
                    <a:pt x="1242721" y="766301"/>
                  </a:moveTo>
                  <a:lnTo>
                    <a:pt x="1203777" y="782622"/>
                  </a:lnTo>
                  <a:lnTo>
                    <a:pt x="1257515" y="774143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12" name="Output_density__4211">
              <a:extLst>
                <a:ext uri="{FF2B5EF4-FFF2-40B4-BE49-F238E27FC236}">
                  <a16:creationId xmlns:a16="http://schemas.microsoft.com/office/drawing/2014/main" id="{10459E09-9B3F-A5AD-BB0C-E7D70AF22A14}"/>
                </a:ext>
              </a:extLst>
            </p:cNvPr>
            <p:cNvSpPr>
              <a:spLocks noGrp="1"/>
            </p:cNvSpPr>
            <p:nvPr/>
          </p:nvSpPr>
          <p:spPr>
            <a:xfrm>
              <a:off x="15447907" y="2594157"/>
              <a:ext cx="1436535" cy="1988450"/>
            </a:xfrm>
            <a:custGeom>
              <a:avLst/>
              <a:gdLst/>
              <a:ahLst/>
              <a:cxnLst/>
              <a:rect l="0" t="0" r="0" b="0"/>
              <a:pathLst>
                <a:path w="1436535" h="1988450">
                  <a:moveTo>
                    <a:pt x="0" y="1486128"/>
                  </a:moveTo>
                  <a:lnTo>
                    <a:pt x="215" y="1472023"/>
                  </a:lnTo>
                  <a:lnTo>
                    <a:pt x="17836" y="1492438"/>
                  </a:lnTo>
                  <a:close/>
                  <a:moveTo>
                    <a:pt x="182353" y="1626632"/>
                  </a:moveTo>
                  <a:lnTo>
                    <a:pt x="224053" y="1602538"/>
                  </a:lnTo>
                  <a:lnTo>
                    <a:pt x="176731" y="1622866"/>
                  </a:lnTo>
                  <a:close/>
                  <a:moveTo>
                    <a:pt x="224053" y="1602538"/>
                  </a:moveTo>
                  <a:lnTo>
                    <a:pt x="201184" y="1579390"/>
                  </a:lnTo>
                  <a:lnTo>
                    <a:pt x="176731" y="1622866"/>
                  </a:lnTo>
                  <a:close/>
                  <a:moveTo>
                    <a:pt x="577955" y="1979792"/>
                  </a:moveTo>
                  <a:lnTo>
                    <a:pt x="604493" y="1939201"/>
                  </a:lnTo>
                  <a:lnTo>
                    <a:pt x="597567" y="1952412"/>
                  </a:lnTo>
                  <a:close/>
                  <a:moveTo>
                    <a:pt x="251793" y="1578445"/>
                  </a:moveTo>
                  <a:lnTo>
                    <a:pt x="277439" y="1554918"/>
                  </a:lnTo>
                  <a:lnTo>
                    <a:pt x="224053" y="1602538"/>
                  </a:lnTo>
                  <a:close/>
                  <a:moveTo>
                    <a:pt x="224053" y="1602538"/>
                  </a:moveTo>
                  <a:lnTo>
                    <a:pt x="208580" y="1538816"/>
                  </a:lnTo>
                  <a:lnTo>
                    <a:pt x="201184" y="1579390"/>
                  </a:lnTo>
                  <a:close/>
                  <a:moveTo>
                    <a:pt x="328852" y="1579744"/>
                  </a:moveTo>
                  <a:lnTo>
                    <a:pt x="303453" y="1526908"/>
                  </a:lnTo>
                  <a:lnTo>
                    <a:pt x="256113" y="1538155"/>
                  </a:lnTo>
                  <a:close/>
                  <a:moveTo>
                    <a:pt x="256113" y="1538155"/>
                  </a:moveTo>
                  <a:lnTo>
                    <a:pt x="277439" y="1554918"/>
                  </a:lnTo>
                  <a:lnTo>
                    <a:pt x="328852" y="1579744"/>
                  </a:lnTo>
                  <a:close/>
                  <a:moveTo>
                    <a:pt x="208580" y="1538816"/>
                  </a:moveTo>
                  <a:lnTo>
                    <a:pt x="182379" y="1526908"/>
                  </a:lnTo>
                  <a:lnTo>
                    <a:pt x="201184" y="1579390"/>
                  </a:lnTo>
                  <a:close/>
                  <a:moveTo>
                    <a:pt x="197552" y="1485039"/>
                  </a:moveTo>
                  <a:lnTo>
                    <a:pt x="256113" y="1538155"/>
                  </a:lnTo>
                  <a:lnTo>
                    <a:pt x="201131" y="1499465"/>
                  </a:lnTo>
                  <a:close/>
                  <a:moveTo>
                    <a:pt x="149602" y="1486039"/>
                  </a:moveTo>
                  <a:lnTo>
                    <a:pt x="208580" y="1538816"/>
                  </a:lnTo>
                  <a:lnTo>
                    <a:pt x="197552" y="1485039"/>
                  </a:lnTo>
                  <a:close/>
                  <a:moveTo>
                    <a:pt x="96501" y="1428484"/>
                  </a:moveTo>
                  <a:lnTo>
                    <a:pt x="135322" y="1434906"/>
                  </a:lnTo>
                  <a:lnTo>
                    <a:pt x="129081" y="1377237"/>
                  </a:lnTo>
                  <a:close/>
                  <a:moveTo>
                    <a:pt x="126137" y="1338578"/>
                  </a:moveTo>
                  <a:lnTo>
                    <a:pt x="129081" y="1377237"/>
                  </a:lnTo>
                  <a:lnTo>
                    <a:pt x="149565" y="1386395"/>
                  </a:lnTo>
                  <a:close/>
                  <a:moveTo>
                    <a:pt x="627891" y="1927760"/>
                  </a:moveTo>
                  <a:lnTo>
                    <a:pt x="604493" y="1939201"/>
                  </a:lnTo>
                  <a:lnTo>
                    <a:pt x="592517" y="1981279"/>
                  </a:lnTo>
                  <a:close/>
                  <a:moveTo>
                    <a:pt x="653663" y="1915106"/>
                  </a:moveTo>
                  <a:lnTo>
                    <a:pt x="627891" y="1927760"/>
                  </a:lnTo>
                  <a:lnTo>
                    <a:pt x="673710" y="1988450"/>
                  </a:lnTo>
                  <a:close/>
                  <a:moveTo>
                    <a:pt x="560608" y="1914931"/>
                  </a:moveTo>
                  <a:lnTo>
                    <a:pt x="604493" y="1939201"/>
                  </a:lnTo>
                  <a:lnTo>
                    <a:pt x="627592" y="1863570"/>
                  </a:lnTo>
                  <a:close/>
                  <a:moveTo>
                    <a:pt x="518131" y="1887664"/>
                  </a:moveTo>
                  <a:lnTo>
                    <a:pt x="560608" y="1914931"/>
                  </a:lnTo>
                  <a:lnTo>
                    <a:pt x="572759" y="1871856"/>
                  </a:lnTo>
                  <a:close/>
                  <a:moveTo>
                    <a:pt x="572759" y="1871856"/>
                  </a:moveTo>
                  <a:lnTo>
                    <a:pt x="609388" y="1817317"/>
                  </a:lnTo>
                  <a:lnTo>
                    <a:pt x="568280" y="1812754"/>
                  </a:lnTo>
                  <a:close/>
                  <a:moveTo>
                    <a:pt x="446598" y="1772973"/>
                  </a:moveTo>
                  <a:lnTo>
                    <a:pt x="467154" y="1740202"/>
                  </a:lnTo>
                  <a:lnTo>
                    <a:pt x="423743" y="1752571"/>
                  </a:lnTo>
                  <a:close/>
                  <a:moveTo>
                    <a:pt x="495084" y="1771536"/>
                  </a:moveTo>
                  <a:lnTo>
                    <a:pt x="467154" y="1740202"/>
                  </a:lnTo>
                  <a:lnTo>
                    <a:pt x="446598" y="1772973"/>
                  </a:lnTo>
                  <a:close/>
                  <a:moveTo>
                    <a:pt x="472862" y="1726860"/>
                  </a:moveTo>
                  <a:lnTo>
                    <a:pt x="499771" y="1727253"/>
                  </a:lnTo>
                  <a:lnTo>
                    <a:pt x="483129" y="1708960"/>
                  </a:lnTo>
                  <a:close/>
                  <a:moveTo>
                    <a:pt x="544150" y="1718497"/>
                  </a:moveTo>
                  <a:lnTo>
                    <a:pt x="499771" y="1727253"/>
                  </a:lnTo>
                  <a:lnTo>
                    <a:pt x="468291" y="1733054"/>
                  </a:lnTo>
                  <a:close/>
                  <a:moveTo>
                    <a:pt x="468291" y="1733054"/>
                  </a:moveTo>
                  <a:lnTo>
                    <a:pt x="499771" y="1727253"/>
                  </a:lnTo>
                  <a:lnTo>
                    <a:pt x="472862" y="1726860"/>
                  </a:lnTo>
                  <a:close/>
                  <a:moveTo>
                    <a:pt x="544150" y="1718497"/>
                  </a:moveTo>
                  <a:lnTo>
                    <a:pt x="585357" y="1711367"/>
                  </a:lnTo>
                  <a:lnTo>
                    <a:pt x="561384" y="1708960"/>
                  </a:lnTo>
                  <a:close/>
                  <a:moveTo>
                    <a:pt x="329052" y="1573214"/>
                  </a:moveTo>
                  <a:lnTo>
                    <a:pt x="321284" y="1523154"/>
                  </a:lnTo>
                  <a:lnTo>
                    <a:pt x="303453" y="1526908"/>
                  </a:lnTo>
                  <a:close/>
                  <a:moveTo>
                    <a:pt x="303453" y="1526908"/>
                  </a:moveTo>
                  <a:lnTo>
                    <a:pt x="321284" y="1523154"/>
                  </a:lnTo>
                  <a:lnTo>
                    <a:pt x="258793" y="1485205"/>
                  </a:lnTo>
                  <a:close/>
                  <a:moveTo>
                    <a:pt x="377712" y="1452519"/>
                  </a:moveTo>
                  <a:lnTo>
                    <a:pt x="334742" y="1459589"/>
                  </a:lnTo>
                  <a:lnTo>
                    <a:pt x="321284" y="1523154"/>
                  </a:lnTo>
                  <a:close/>
                  <a:moveTo>
                    <a:pt x="247138" y="1475371"/>
                  </a:moveTo>
                  <a:lnTo>
                    <a:pt x="226835" y="1461232"/>
                  </a:lnTo>
                  <a:lnTo>
                    <a:pt x="209604" y="1412498"/>
                  </a:lnTo>
                  <a:close/>
                  <a:moveTo>
                    <a:pt x="168265" y="1348204"/>
                  </a:moveTo>
                  <a:lnTo>
                    <a:pt x="198102" y="1298069"/>
                  </a:lnTo>
                  <a:lnTo>
                    <a:pt x="160621" y="1372298"/>
                  </a:lnTo>
                  <a:close/>
                  <a:moveTo>
                    <a:pt x="160621" y="1372298"/>
                  </a:moveTo>
                  <a:lnTo>
                    <a:pt x="198102" y="1298069"/>
                  </a:lnTo>
                  <a:lnTo>
                    <a:pt x="124406" y="1318294"/>
                  </a:lnTo>
                  <a:close/>
                  <a:moveTo>
                    <a:pt x="543870" y="1707114"/>
                  </a:moveTo>
                  <a:lnTo>
                    <a:pt x="499771" y="1727253"/>
                  </a:lnTo>
                  <a:lnTo>
                    <a:pt x="544150" y="1718497"/>
                  </a:lnTo>
                  <a:close/>
                  <a:moveTo>
                    <a:pt x="543870" y="1707114"/>
                  </a:moveTo>
                  <a:lnTo>
                    <a:pt x="499694" y="1705046"/>
                  </a:lnTo>
                  <a:lnTo>
                    <a:pt x="499771" y="1727253"/>
                  </a:lnTo>
                  <a:close/>
                  <a:moveTo>
                    <a:pt x="499694" y="1705046"/>
                  </a:moveTo>
                  <a:lnTo>
                    <a:pt x="543870" y="1707114"/>
                  </a:lnTo>
                  <a:lnTo>
                    <a:pt x="528316" y="1657016"/>
                  </a:lnTo>
                  <a:close/>
                  <a:moveTo>
                    <a:pt x="499694" y="1705046"/>
                  </a:moveTo>
                  <a:lnTo>
                    <a:pt x="528316" y="1657016"/>
                  </a:lnTo>
                  <a:lnTo>
                    <a:pt x="491661" y="1648833"/>
                  </a:lnTo>
                  <a:close/>
                  <a:moveTo>
                    <a:pt x="543870" y="1707114"/>
                  </a:moveTo>
                  <a:lnTo>
                    <a:pt x="544150" y="1718497"/>
                  </a:lnTo>
                  <a:lnTo>
                    <a:pt x="561384" y="1708960"/>
                  </a:lnTo>
                  <a:close/>
                  <a:moveTo>
                    <a:pt x="528316" y="1657016"/>
                  </a:moveTo>
                  <a:lnTo>
                    <a:pt x="561384" y="1708960"/>
                  </a:lnTo>
                  <a:lnTo>
                    <a:pt x="531297" y="1657424"/>
                  </a:lnTo>
                  <a:close/>
                  <a:moveTo>
                    <a:pt x="528316" y="1657016"/>
                  </a:moveTo>
                  <a:lnTo>
                    <a:pt x="543870" y="1707114"/>
                  </a:lnTo>
                  <a:lnTo>
                    <a:pt x="561384" y="1708960"/>
                  </a:lnTo>
                  <a:close/>
                  <a:moveTo>
                    <a:pt x="242656" y="1172638"/>
                  </a:moveTo>
                  <a:lnTo>
                    <a:pt x="238005" y="1169500"/>
                  </a:lnTo>
                  <a:lnTo>
                    <a:pt x="208682" y="1202725"/>
                  </a:lnTo>
                  <a:close/>
                  <a:moveTo>
                    <a:pt x="724925" y="1736403"/>
                  </a:moveTo>
                  <a:lnTo>
                    <a:pt x="735227" y="1787939"/>
                  </a:lnTo>
                  <a:lnTo>
                    <a:pt x="747955" y="1763845"/>
                  </a:lnTo>
                  <a:close/>
                  <a:moveTo>
                    <a:pt x="724925" y="1736403"/>
                  </a:moveTo>
                  <a:lnTo>
                    <a:pt x="747955" y="1763845"/>
                  </a:lnTo>
                  <a:lnTo>
                    <a:pt x="731067" y="1712309"/>
                  </a:lnTo>
                  <a:close/>
                  <a:moveTo>
                    <a:pt x="687099" y="1666636"/>
                  </a:moveTo>
                  <a:lnTo>
                    <a:pt x="724552" y="1734061"/>
                  </a:lnTo>
                  <a:lnTo>
                    <a:pt x="731067" y="1712309"/>
                  </a:lnTo>
                  <a:close/>
                  <a:moveTo>
                    <a:pt x="731067" y="1712309"/>
                  </a:moveTo>
                  <a:lnTo>
                    <a:pt x="724552" y="1734061"/>
                  </a:lnTo>
                  <a:lnTo>
                    <a:pt x="724925" y="1736403"/>
                  </a:lnTo>
                  <a:close/>
                  <a:moveTo>
                    <a:pt x="731067" y="1712309"/>
                  </a:moveTo>
                  <a:lnTo>
                    <a:pt x="697331" y="1672065"/>
                  </a:lnTo>
                  <a:lnTo>
                    <a:pt x="687099" y="1666636"/>
                  </a:lnTo>
                  <a:close/>
                  <a:moveTo>
                    <a:pt x="486327" y="1464941"/>
                  </a:moveTo>
                  <a:lnTo>
                    <a:pt x="433148" y="1478720"/>
                  </a:lnTo>
                  <a:lnTo>
                    <a:pt x="506361" y="1511396"/>
                  </a:lnTo>
                  <a:close/>
                  <a:moveTo>
                    <a:pt x="290096" y="1196943"/>
                  </a:moveTo>
                  <a:lnTo>
                    <a:pt x="298875" y="1190586"/>
                  </a:lnTo>
                  <a:lnTo>
                    <a:pt x="315656" y="1214015"/>
                  </a:lnTo>
                  <a:close/>
                  <a:moveTo>
                    <a:pt x="257785" y="1169500"/>
                  </a:moveTo>
                  <a:lnTo>
                    <a:pt x="298875" y="1190586"/>
                  </a:lnTo>
                  <a:lnTo>
                    <a:pt x="290096" y="1196943"/>
                  </a:lnTo>
                  <a:close/>
                  <a:moveTo>
                    <a:pt x="315656" y="1214015"/>
                  </a:moveTo>
                  <a:lnTo>
                    <a:pt x="289987" y="1197135"/>
                  </a:lnTo>
                  <a:lnTo>
                    <a:pt x="290096" y="1196943"/>
                  </a:lnTo>
                  <a:close/>
                  <a:moveTo>
                    <a:pt x="731067" y="1712309"/>
                  </a:moveTo>
                  <a:lnTo>
                    <a:pt x="774076" y="1688215"/>
                  </a:lnTo>
                  <a:lnTo>
                    <a:pt x="697331" y="1672065"/>
                  </a:lnTo>
                  <a:close/>
                  <a:moveTo>
                    <a:pt x="423821" y="1300016"/>
                  </a:moveTo>
                  <a:lnTo>
                    <a:pt x="478607" y="1282989"/>
                  </a:lnTo>
                  <a:lnTo>
                    <a:pt x="407996" y="1288998"/>
                  </a:lnTo>
                  <a:close/>
                  <a:moveTo>
                    <a:pt x="407996" y="1288998"/>
                  </a:moveTo>
                  <a:lnTo>
                    <a:pt x="478607" y="1282989"/>
                  </a:lnTo>
                  <a:lnTo>
                    <a:pt x="474088" y="1226528"/>
                  </a:lnTo>
                  <a:close/>
                  <a:moveTo>
                    <a:pt x="478607" y="1282989"/>
                  </a:moveTo>
                  <a:lnTo>
                    <a:pt x="523642" y="1284359"/>
                  </a:lnTo>
                  <a:lnTo>
                    <a:pt x="474088" y="1226528"/>
                  </a:lnTo>
                  <a:close/>
                  <a:moveTo>
                    <a:pt x="746238" y="1545345"/>
                  </a:moveTo>
                  <a:lnTo>
                    <a:pt x="784724" y="1554336"/>
                  </a:lnTo>
                  <a:lnTo>
                    <a:pt x="802914" y="1561048"/>
                  </a:lnTo>
                  <a:close/>
                  <a:moveTo>
                    <a:pt x="625104" y="1303365"/>
                  </a:moveTo>
                  <a:lnTo>
                    <a:pt x="636791" y="1355839"/>
                  </a:lnTo>
                  <a:lnTo>
                    <a:pt x="632255" y="1333634"/>
                  </a:lnTo>
                  <a:close/>
                  <a:moveTo>
                    <a:pt x="525482" y="1220120"/>
                  </a:moveTo>
                  <a:lnTo>
                    <a:pt x="474088" y="1226528"/>
                  </a:lnTo>
                  <a:lnTo>
                    <a:pt x="524847" y="1241631"/>
                  </a:lnTo>
                  <a:close/>
                  <a:moveTo>
                    <a:pt x="525482" y="1220120"/>
                  </a:moveTo>
                  <a:lnTo>
                    <a:pt x="474143" y="1223875"/>
                  </a:lnTo>
                  <a:lnTo>
                    <a:pt x="474088" y="1226528"/>
                  </a:lnTo>
                  <a:close/>
                  <a:moveTo>
                    <a:pt x="474143" y="1223875"/>
                  </a:moveTo>
                  <a:lnTo>
                    <a:pt x="516480" y="1210348"/>
                  </a:lnTo>
                  <a:lnTo>
                    <a:pt x="470038" y="1211386"/>
                  </a:lnTo>
                  <a:close/>
                  <a:moveTo>
                    <a:pt x="466946" y="1148755"/>
                  </a:moveTo>
                  <a:lnTo>
                    <a:pt x="422571" y="1102334"/>
                  </a:lnTo>
                  <a:lnTo>
                    <a:pt x="433338" y="1113947"/>
                  </a:lnTo>
                  <a:close/>
                  <a:moveTo>
                    <a:pt x="422571" y="1102334"/>
                  </a:moveTo>
                  <a:lnTo>
                    <a:pt x="427989" y="1121313"/>
                  </a:lnTo>
                  <a:lnTo>
                    <a:pt x="390191" y="1087528"/>
                  </a:lnTo>
                  <a:close/>
                  <a:moveTo>
                    <a:pt x="632255" y="1333634"/>
                  </a:moveTo>
                  <a:lnTo>
                    <a:pt x="636791" y="1355839"/>
                  </a:lnTo>
                  <a:lnTo>
                    <a:pt x="636274" y="1354902"/>
                  </a:lnTo>
                  <a:close/>
                  <a:moveTo>
                    <a:pt x="690755" y="1377680"/>
                  </a:moveTo>
                  <a:lnTo>
                    <a:pt x="638698" y="1357723"/>
                  </a:lnTo>
                  <a:lnTo>
                    <a:pt x="636791" y="1355839"/>
                  </a:lnTo>
                  <a:close/>
                  <a:moveTo>
                    <a:pt x="886106" y="1536954"/>
                  </a:moveTo>
                  <a:lnTo>
                    <a:pt x="866599" y="1485418"/>
                  </a:lnTo>
                  <a:lnTo>
                    <a:pt x="862318" y="1561048"/>
                  </a:lnTo>
                  <a:close/>
                  <a:moveTo>
                    <a:pt x="823697" y="1433881"/>
                  </a:moveTo>
                  <a:lnTo>
                    <a:pt x="820908" y="1382843"/>
                  </a:lnTo>
                  <a:lnTo>
                    <a:pt x="824798" y="1442425"/>
                  </a:lnTo>
                  <a:close/>
                  <a:moveTo>
                    <a:pt x="640947" y="1352459"/>
                  </a:moveTo>
                  <a:lnTo>
                    <a:pt x="632255" y="1333634"/>
                  </a:lnTo>
                  <a:lnTo>
                    <a:pt x="636274" y="1354902"/>
                  </a:lnTo>
                  <a:close/>
                  <a:moveTo>
                    <a:pt x="824798" y="1442425"/>
                  </a:moveTo>
                  <a:lnTo>
                    <a:pt x="866599" y="1485418"/>
                  </a:lnTo>
                  <a:lnTo>
                    <a:pt x="841057" y="1455382"/>
                  </a:lnTo>
                  <a:close/>
                  <a:moveTo>
                    <a:pt x="870139" y="1506288"/>
                  </a:moveTo>
                  <a:lnTo>
                    <a:pt x="866599" y="1485418"/>
                  </a:lnTo>
                  <a:lnTo>
                    <a:pt x="824798" y="1442425"/>
                  </a:lnTo>
                  <a:close/>
                  <a:moveTo>
                    <a:pt x="823697" y="1433881"/>
                  </a:moveTo>
                  <a:lnTo>
                    <a:pt x="824798" y="1442425"/>
                  </a:lnTo>
                  <a:lnTo>
                    <a:pt x="841057" y="1455382"/>
                  </a:lnTo>
                  <a:close/>
                  <a:moveTo>
                    <a:pt x="821059" y="1382344"/>
                  </a:moveTo>
                  <a:lnTo>
                    <a:pt x="823697" y="1433881"/>
                  </a:lnTo>
                  <a:lnTo>
                    <a:pt x="859034" y="1409787"/>
                  </a:lnTo>
                  <a:close/>
                  <a:moveTo>
                    <a:pt x="791895" y="1306713"/>
                  </a:moveTo>
                  <a:lnTo>
                    <a:pt x="795362" y="1255177"/>
                  </a:lnTo>
                  <a:lnTo>
                    <a:pt x="785785" y="1330807"/>
                  </a:lnTo>
                  <a:close/>
                  <a:moveTo>
                    <a:pt x="832547" y="1231083"/>
                  </a:moveTo>
                  <a:lnTo>
                    <a:pt x="770483" y="1197627"/>
                  </a:lnTo>
                  <a:lnTo>
                    <a:pt x="767299" y="1203640"/>
                  </a:lnTo>
                  <a:close/>
                  <a:moveTo>
                    <a:pt x="832547" y="1231083"/>
                  </a:moveTo>
                  <a:lnTo>
                    <a:pt x="767299" y="1203640"/>
                  </a:lnTo>
                  <a:lnTo>
                    <a:pt x="795362" y="1255177"/>
                  </a:lnTo>
                  <a:close/>
                  <a:moveTo>
                    <a:pt x="729939" y="1100567"/>
                  </a:moveTo>
                  <a:lnTo>
                    <a:pt x="757341" y="1128010"/>
                  </a:lnTo>
                  <a:lnTo>
                    <a:pt x="731388" y="1076473"/>
                  </a:lnTo>
                  <a:close/>
                  <a:moveTo>
                    <a:pt x="731388" y="1076473"/>
                  </a:moveTo>
                  <a:lnTo>
                    <a:pt x="700167" y="1028582"/>
                  </a:lnTo>
                  <a:lnTo>
                    <a:pt x="711041" y="1049031"/>
                  </a:lnTo>
                  <a:close/>
                  <a:moveTo>
                    <a:pt x="700721" y="973400"/>
                  </a:moveTo>
                  <a:lnTo>
                    <a:pt x="720878" y="986985"/>
                  </a:lnTo>
                  <a:lnTo>
                    <a:pt x="699795" y="1006781"/>
                  </a:lnTo>
                  <a:close/>
                  <a:moveTo>
                    <a:pt x="699795" y="1006781"/>
                  </a:moveTo>
                  <a:lnTo>
                    <a:pt x="718450" y="1036750"/>
                  </a:lnTo>
                  <a:lnTo>
                    <a:pt x="700167" y="1028582"/>
                  </a:lnTo>
                  <a:close/>
                  <a:moveTo>
                    <a:pt x="1120404" y="1361599"/>
                  </a:moveTo>
                  <a:lnTo>
                    <a:pt x="1153121" y="1428158"/>
                  </a:lnTo>
                  <a:lnTo>
                    <a:pt x="1166791" y="1395163"/>
                  </a:lnTo>
                  <a:close/>
                  <a:moveTo>
                    <a:pt x="1131334" y="1437229"/>
                  </a:moveTo>
                  <a:lnTo>
                    <a:pt x="1153121" y="1428158"/>
                  </a:lnTo>
                  <a:lnTo>
                    <a:pt x="1120404" y="1361599"/>
                  </a:lnTo>
                  <a:close/>
                  <a:moveTo>
                    <a:pt x="1104555" y="1337148"/>
                  </a:moveTo>
                  <a:lnTo>
                    <a:pt x="1086413" y="1318921"/>
                  </a:lnTo>
                  <a:lnTo>
                    <a:pt x="1120404" y="1361599"/>
                  </a:lnTo>
                  <a:close/>
                  <a:moveTo>
                    <a:pt x="901587" y="1229750"/>
                  </a:moveTo>
                  <a:lnTo>
                    <a:pt x="895481" y="1282620"/>
                  </a:lnTo>
                  <a:lnTo>
                    <a:pt x="901918" y="1238454"/>
                  </a:lnTo>
                  <a:close/>
                  <a:moveTo>
                    <a:pt x="901587" y="1229750"/>
                  </a:moveTo>
                  <a:lnTo>
                    <a:pt x="901918" y="1238454"/>
                  </a:lnTo>
                  <a:lnTo>
                    <a:pt x="971136" y="1206989"/>
                  </a:lnTo>
                  <a:close/>
                  <a:moveTo>
                    <a:pt x="901587" y="1229750"/>
                  </a:moveTo>
                  <a:lnTo>
                    <a:pt x="971136" y="1206989"/>
                  </a:lnTo>
                  <a:lnTo>
                    <a:pt x="919702" y="1170046"/>
                  </a:lnTo>
                  <a:close/>
                  <a:moveTo>
                    <a:pt x="664542" y="794696"/>
                  </a:moveTo>
                  <a:lnTo>
                    <a:pt x="661041" y="743160"/>
                  </a:lnTo>
                  <a:lnTo>
                    <a:pt x="662179" y="745752"/>
                  </a:lnTo>
                  <a:close/>
                  <a:moveTo>
                    <a:pt x="1258057" y="1506314"/>
                  </a:moveTo>
                  <a:lnTo>
                    <a:pt x="1299859" y="1543327"/>
                  </a:lnTo>
                  <a:lnTo>
                    <a:pt x="1275584" y="1516209"/>
                  </a:lnTo>
                  <a:close/>
                  <a:moveTo>
                    <a:pt x="1314862" y="1560857"/>
                  </a:moveTo>
                  <a:lnTo>
                    <a:pt x="1299859" y="1543327"/>
                  </a:lnTo>
                  <a:lnTo>
                    <a:pt x="1258057" y="1506314"/>
                  </a:lnTo>
                  <a:close/>
                  <a:moveTo>
                    <a:pt x="1280231" y="1551030"/>
                  </a:moveTo>
                  <a:lnTo>
                    <a:pt x="1314862" y="1560857"/>
                  </a:lnTo>
                  <a:lnTo>
                    <a:pt x="1258057" y="1506314"/>
                  </a:lnTo>
                  <a:close/>
                  <a:moveTo>
                    <a:pt x="1299859" y="1543327"/>
                  </a:moveTo>
                  <a:lnTo>
                    <a:pt x="1314862" y="1560857"/>
                  </a:lnTo>
                  <a:lnTo>
                    <a:pt x="1302131" y="1516209"/>
                  </a:lnTo>
                  <a:close/>
                  <a:moveTo>
                    <a:pt x="1302131" y="1516209"/>
                  </a:moveTo>
                  <a:lnTo>
                    <a:pt x="1314862" y="1560857"/>
                  </a:lnTo>
                  <a:lnTo>
                    <a:pt x="1367219" y="1543651"/>
                  </a:lnTo>
                  <a:close/>
                  <a:moveTo>
                    <a:pt x="1302131" y="1516209"/>
                  </a:moveTo>
                  <a:lnTo>
                    <a:pt x="1367219" y="1543651"/>
                  </a:lnTo>
                  <a:lnTo>
                    <a:pt x="1323877" y="1492115"/>
                  </a:lnTo>
                  <a:close/>
                  <a:moveTo>
                    <a:pt x="1282683" y="1461533"/>
                  </a:moveTo>
                  <a:lnTo>
                    <a:pt x="1321656" y="1489923"/>
                  </a:lnTo>
                  <a:lnTo>
                    <a:pt x="1265602" y="1440578"/>
                  </a:lnTo>
                  <a:close/>
                  <a:moveTo>
                    <a:pt x="1321656" y="1489923"/>
                  </a:moveTo>
                  <a:lnTo>
                    <a:pt x="1282683" y="1461533"/>
                  </a:lnTo>
                  <a:lnTo>
                    <a:pt x="1323877" y="1492115"/>
                  </a:lnTo>
                  <a:close/>
                  <a:moveTo>
                    <a:pt x="1323877" y="1492115"/>
                  </a:moveTo>
                  <a:lnTo>
                    <a:pt x="1287348" y="1464672"/>
                  </a:lnTo>
                  <a:lnTo>
                    <a:pt x="1302131" y="1516209"/>
                  </a:lnTo>
                  <a:close/>
                  <a:moveTo>
                    <a:pt x="1120404" y="1361599"/>
                  </a:moveTo>
                  <a:lnTo>
                    <a:pt x="1166791" y="1395163"/>
                  </a:lnTo>
                  <a:lnTo>
                    <a:pt x="1178296" y="1344948"/>
                  </a:lnTo>
                  <a:close/>
                  <a:moveTo>
                    <a:pt x="760205" y="822139"/>
                  </a:moveTo>
                  <a:lnTo>
                    <a:pt x="717512" y="803221"/>
                  </a:lnTo>
                  <a:lnTo>
                    <a:pt x="685003" y="816574"/>
                  </a:lnTo>
                  <a:close/>
                  <a:moveTo>
                    <a:pt x="661041" y="743160"/>
                  </a:moveTo>
                  <a:lnTo>
                    <a:pt x="674245" y="735942"/>
                  </a:lnTo>
                  <a:lnTo>
                    <a:pt x="652977" y="667529"/>
                  </a:lnTo>
                  <a:close/>
                  <a:moveTo>
                    <a:pt x="645309" y="691623"/>
                  </a:moveTo>
                  <a:lnTo>
                    <a:pt x="661041" y="743160"/>
                  </a:lnTo>
                  <a:lnTo>
                    <a:pt x="652977" y="667529"/>
                  </a:lnTo>
                  <a:close/>
                  <a:moveTo>
                    <a:pt x="613303" y="622019"/>
                  </a:moveTo>
                  <a:lnTo>
                    <a:pt x="617216" y="602908"/>
                  </a:lnTo>
                  <a:lnTo>
                    <a:pt x="620097" y="640087"/>
                  </a:lnTo>
                  <a:close/>
                  <a:moveTo>
                    <a:pt x="152966" y="176257"/>
                  </a:moveTo>
                  <a:lnTo>
                    <a:pt x="182181" y="227794"/>
                  </a:lnTo>
                  <a:lnTo>
                    <a:pt x="210188" y="219909"/>
                  </a:lnTo>
                  <a:close/>
                  <a:moveTo>
                    <a:pt x="195380" y="169204"/>
                  </a:moveTo>
                  <a:lnTo>
                    <a:pt x="210188" y="219909"/>
                  </a:lnTo>
                  <a:lnTo>
                    <a:pt x="217239" y="227794"/>
                  </a:lnTo>
                  <a:close/>
                  <a:moveTo>
                    <a:pt x="121836" y="2783"/>
                  </a:moveTo>
                  <a:lnTo>
                    <a:pt x="171653" y="49090"/>
                  </a:lnTo>
                  <a:lnTo>
                    <a:pt x="184945" y="52202"/>
                  </a:lnTo>
                  <a:close/>
                  <a:moveTo>
                    <a:pt x="121836" y="2783"/>
                  </a:moveTo>
                  <a:lnTo>
                    <a:pt x="184945" y="52202"/>
                  </a:lnTo>
                  <a:lnTo>
                    <a:pt x="171980" y="0"/>
                  </a:lnTo>
                  <a:close/>
                  <a:moveTo>
                    <a:pt x="1282683" y="1461533"/>
                  </a:moveTo>
                  <a:lnTo>
                    <a:pt x="1265602" y="1440578"/>
                  </a:lnTo>
                  <a:lnTo>
                    <a:pt x="1238927" y="1396381"/>
                  </a:lnTo>
                  <a:close/>
                  <a:moveTo>
                    <a:pt x="608960" y="615992"/>
                  </a:moveTo>
                  <a:lnTo>
                    <a:pt x="613303" y="622019"/>
                  </a:lnTo>
                  <a:lnTo>
                    <a:pt x="625973" y="635649"/>
                  </a:lnTo>
                  <a:close/>
                  <a:moveTo>
                    <a:pt x="617216" y="602908"/>
                  </a:moveTo>
                  <a:lnTo>
                    <a:pt x="613303" y="622019"/>
                  </a:lnTo>
                  <a:lnTo>
                    <a:pt x="608960" y="615992"/>
                  </a:lnTo>
                  <a:close/>
                  <a:moveTo>
                    <a:pt x="1367219" y="1543651"/>
                  </a:moveTo>
                  <a:lnTo>
                    <a:pt x="1402238" y="1527805"/>
                  </a:lnTo>
                  <a:lnTo>
                    <a:pt x="1378103" y="1468021"/>
                  </a:lnTo>
                  <a:close/>
                  <a:moveTo>
                    <a:pt x="1323877" y="1492115"/>
                  </a:moveTo>
                  <a:lnTo>
                    <a:pt x="1367219" y="1543651"/>
                  </a:lnTo>
                  <a:lnTo>
                    <a:pt x="1378103" y="1468021"/>
                  </a:lnTo>
                  <a:close/>
                  <a:moveTo>
                    <a:pt x="1323877" y="1492115"/>
                  </a:moveTo>
                  <a:lnTo>
                    <a:pt x="1378103" y="1468021"/>
                  </a:lnTo>
                  <a:lnTo>
                    <a:pt x="1321656" y="1489923"/>
                  </a:lnTo>
                  <a:close/>
                  <a:moveTo>
                    <a:pt x="1111789" y="1182895"/>
                  </a:moveTo>
                  <a:lnTo>
                    <a:pt x="1163883" y="1158802"/>
                  </a:lnTo>
                  <a:lnTo>
                    <a:pt x="1090293" y="1148927"/>
                  </a:lnTo>
                  <a:close/>
                  <a:moveTo>
                    <a:pt x="1090293" y="1148927"/>
                  </a:moveTo>
                  <a:lnTo>
                    <a:pt x="1092140" y="1107265"/>
                  </a:lnTo>
                  <a:lnTo>
                    <a:pt x="1070765" y="1131359"/>
                  </a:lnTo>
                  <a:close/>
                  <a:moveTo>
                    <a:pt x="1121755" y="1131660"/>
                  </a:moveTo>
                  <a:lnTo>
                    <a:pt x="1092140" y="1107265"/>
                  </a:lnTo>
                  <a:lnTo>
                    <a:pt x="1090293" y="1148927"/>
                  </a:lnTo>
                  <a:close/>
                  <a:moveTo>
                    <a:pt x="1035308" y="1071516"/>
                  </a:moveTo>
                  <a:lnTo>
                    <a:pt x="1031910" y="1105317"/>
                  </a:lnTo>
                  <a:lnTo>
                    <a:pt x="1084217" y="1055728"/>
                  </a:lnTo>
                  <a:close/>
                  <a:moveTo>
                    <a:pt x="1084217" y="1055728"/>
                  </a:moveTo>
                  <a:lnTo>
                    <a:pt x="1031910" y="1105317"/>
                  </a:lnTo>
                  <a:lnTo>
                    <a:pt x="1070765" y="1131359"/>
                  </a:lnTo>
                  <a:close/>
                  <a:moveTo>
                    <a:pt x="1097119" y="1039548"/>
                  </a:moveTo>
                  <a:lnTo>
                    <a:pt x="1035308" y="1071516"/>
                  </a:lnTo>
                  <a:lnTo>
                    <a:pt x="1084217" y="1055728"/>
                  </a:lnTo>
                  <a:close/>
                  <a:moveTo>
                    <a:pt x="911024" y="867800"/>
                  </a:moveTo>
                  <a:lnTo>
                    <a:pt x="839669" y="873676"/>
                  </a:lnTo>
                  <a:lnTo>
                    <a:pt x="855656" y="915394"/>
                  </a:lnTo>
                  <a:close/>
                  <a:moveTo>
                    <a:pt x="787895" y="869758"/>
                  </a:moveTo>
                  <a:lnTo>
                    <a:pt x="836264" y="868417"/>
                  </a:lnTo>
                  <a:lnTo>
                    <a:pt x="829605" y="811088"/>
                  </a:lnTo>
                  <a:close/>
                  <a:moveTo>
                    <a:pt x="772342" y="819659"/>
                  </a:moveTo>
                  <a:lnTo>
                    <a:pt x="829605" y="811088"/>
                  </a:lnTo>
                  <a:lnTo>
                    <a:pt x="768242" y="760249"/>
                  </a:lnTo>
                  <a:close/>
                  <a:moveTo>
                    <a:pt x="829605" y="811088"/>
                  </a:moveTo>
                  <a:lnTo>
                    <a:pt x="858226" y="822139"/>
                  </a:lnTo>
                  <a:lnTo>
                    <a:pt x="805830" y="784074"/>
                  </a:lnTo>
                  <a:close/>
                  <a:moveTo>
                    <a:pt x="728051" y="754942"/>
                  </a:moveTo>
                  <a:lnTo>
                    <a:pt x="717537" y="719066"/>
                  </a:lnTo>
                  <a:lnTo>
                    <a:pt x="698295" y="731372"/>
                  </a:lnTo>
                  <a:close/>
                  <a:moveTo>
                    <a:pt x="690211" y="701148"/>
                  </a:moveTo>
                  <a:lnTo>
                    <a:pt x="751774" y="710895"/>
                  </a:lnTo>
                  <a:lnTo>
                    <a:pt x="761049" y="656421"/>
                  </a:lnTo>
                  <a:close/>
                  <a:moveTo>
                    <a:pt x="690211" y="701148"/>
                  </a:moveTo>
                  <a:lnTo>
                    <a:pt x="652833" y="652625"/>
                  </a:lnTo>
                  <a:lnTo>
                    <a:pt x="652977" y="667529"/>
                  </a:lnTo>
                  <a:close/>
                  <a:moveTo>
                    <a:pt x="645131" y="572378"/>
                  </a:moveTo>
                  <a:lnTo>
                    <a:pt x="617216" y="602908"/>
                  </a:lnTo>
                  <a:lnTo>
                    <a:pt x="608960" y="615992"/>
                  </a:lnTo>
                  <a:close/>
                  <a:moveTo>
                    <a:pt x="668711" y="552213"/>
                  </a:moveTo>
                  <a:lnTo>
                    <a:pt x="686659" y="552966"/>
                  </a:lnTo>
                  <a:lnTo>
                    <a:pt x="740686" y="580287"/>
                  </a:lnTo>
                  <a:close/>
                  <a:moveTo>
                    <a:pt x="149994" y="42634"/>
                  </a:moveTo>
                  <a:lnTo>
                    <a:pt x="171653" y="49090"/>
                  </a:lnTo>
                  <a:lnTo>
                    <a:pt x="135266" y="23714"/>
                  </a:lnTo>
                  <a:close/>
                  <a:moveTo>
                    <a:pt x="1420284" y="1450390"/>
                  </a:moveTo>
                  <a:lnTo>
                    <a:pt x="1407565" y="1501545"/>
                  </a:lnTo>
                  <a:lnTo>
                    <a:pt x="1436535" y="1468021"/>
                  </a:lnTo>
                  <a:close/>
                  <a:moveTo>
                    <a:pt x="1404631" y="1400373"/>
                  </a:moveTo>
                  <a:lnTo>
                    <a:pt x="1420284" y="1450390"/>
                  </a:lnTo>
                  <a:lnTo>
                    <a:pt x="1436535" y="1468021"/>
                  </a:lnTo>
                  <a:close/>
                  <a:moveTo>
                    <a:pt x="1102971" y="866260"/>
                  </a:moveTo>
                  <a:lnTo>
                    <a:pt x="1048881" y="809509"/>
                  </a:lnTo>
                  <a:lnTo>
                    <a:pt x="1043927" y="876279"/>
                  </a:lnTo>
                  <a:close/>
                  <a:moveTo>
                    <a:pt x="1102971" y="866260"/>
                  </a:moveTo>
                  <a:lnTo>
                    <a:pt x="1121137" y="877024"/>
                  </a:lnTo>
                  <a:lnTo>
                    <a:pt x="1115688" y="839176"/>
                  </a:lnTo>
                  <a:close/>
                  <a:moveTo>
                    <a:pt x="1169079" y="850498"/>
                  </a:moveTo>
                  <a:lnTo>
                    <a:pt x="1135387" y="839906"/>
                  </a:lnTo>
                  <a:lnTo>
                    <a:pt x="1138631" y="777300"/>
                  </a:lnTo>
                  <a:close/>
                  <a:moveTo>
                    <a:pt x="1115688" y="839176"/>
                  </a:moveTo>
                  <a:lnTo>
                    <a:pt x="1161170" y="834549"/>
                  </a:lnTo>
                  <a:lnTo>
                    <a:pt x="1138631" y="777300"/>
                  </a:lnTo>
                  <a:close/>
                  <a:moveTo>
                    <a:pt x="1142238" y="763764"/>
                  </a:moveTo>
                  <a:lnTo>
                    <a:pt x="1092475" y="752387"/>
                  </a:lnTo>
                  <a:lnTo>
                    <a:pt x="1177574" y="760980"/>
                  </a:lnTo>
                  <a:close/>
                  <a:moveTo>
                    <a:pt x="1192369" y="768821"/>
                  </a:moveTo>
                  <a:lnTo>
                    <a:pt x="1210013" y="777300"/>
                  </a:lnTo>
                  <a:lnTo>
                    <a:pt x="1177574" y="76098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13" name="Output_density__4212">
              <a:extLst>
                <a:ext uri="{FF2B5EF4-FFF2-40B4-BE49-F238E27FC236}">
                  <a16:creationId xmlns:a16="http://schemas.microsoft.com/office/drawing/2014/main" id="{6908A27C-D0F8-326E-5E98-693D96B3BAE4}"/>
                </a:ext>
              </a:extLst>
            </p:cNvPr>
            <p:cNvSpPr>
              <a:spLocks noGrp="1"/>
            </p:cNvSpPr>
            <p:nvPr/>
          </p:nvSpPr>
          <p:spPr>
            <a:xfrm>
              <a:off x="15517313" y="2694784"/>
              <a:ext cx="1292845" cy="2045864"/>
            </a:xfrm>
            <a:custGeom>
              <a:avLst/>
              <a:gdLst/>
              <a:ahLst/>
              <a:cxnLst/>
              <a:rect l="0" t="0" r="0" b="0"/>
              <a:pathLst>
                <a:path w="1292845" h="2045864">
                  <a:moveTo>
                    <a:pt x="468877" y="2041371"/>
                  </a:moveTo>
                  <a:lnTo>
                    <a:pt x="475580" y="2044780"/>
                  </a:lnTo>
                  <a:lnTo>
                    <a:pt x="480974" y="2045864"/>
                  </a:lnTo>
                  <a:close/>
                  <a:moveTo>
                    <a:pt x="486591" y="2041371"/>
                  </a:moveTo>
                  <a:lnTo>
                    <a:pt x="512890" y="2030292"/>
                  </a:lnTo>
                  <a:lnTo>
                    <a:pt x="480974" y="2045864"/>
                  </a:lnTo>
                  <a:close/>
                  <a:moveTo>
                    <a:pt x="486591" y="2041371"/>
                  </a:moveTo>
                  <a:lnTo>
                    <a:pt x="539548" y="2017278"/>
                  </a:lnTo>
                  <a:lnTo>
                    <a:pt x="512890" y="2030292"/>
                  </a:lnTo>
                  <a:close/>
                  <a:moveTo>
                    <a:pt x="604305" y="1887823"/>
                  </a:moveTo>
                  <a:lnTo>
                    <a:pt x="622776" y="1875591"/>
                  </a:lnTo>
                  <a:lnTo>
                    <a:pt x="622247" y="1866017"/>
                  </a:lnTo>
                  <a:close/>
                  <a:moveTo>
                    <a:pt x="640478" y="1866017"/>
                  </a:moveTo>
                  <a:lnTo>
                    <a:pt x="622776" y="1875591"/>
                  </a:lnTo>
                  <a:lnTo>
                    <a:pt x="676732" y="1849038"/>
                  </a:lnTo>
                  <a:close/>
                  <a:moveTo>
                    <a:pt x="676732" y="1849038"/>
                  </a:moveTo>
                  <a:lnTo>
                    <a:pt x="622776" y="1875591"/>
                  </a:lnTo>
                  <a:lnTo>
                    <a:pt x="604305" y="1887823"/>
                  </a:lnTo>
                  <a:close/>
                  <a:moveTo>
                    <a:pt x="640478" y="1866017"/>
                  </a:moveTo>
                  <a:lnTo>
                    <a:pt x="636372" y="1872817"/>
                  </a:lnTo>
                  <a:lnTo>
                    <a:pt x="622776" y="1875591"/>
                  </a:lnTo>
                  <a:close/>
                  <a:moveTo>
                    <a:pt x="706015" y="1823624"/>
                  </a:moveTo>
                  <a:lnTo>
                    <a:pt x="640478" y="1866017"/>
                  </a:lnTo>
                  <a:lnTo>
                    <a:pt x="676732" y="1849038"/>
                  </a:lnTo>
                  <a:close/>
                  <a:moveTo>
                    <a:pt x="1220364" y="1542749"/>
                  </a:moveTo>
                  <a:lnTo>
                    <a:pt x="1220987" y="1542208"/>
                  </a:lnTo>
                  <a:lnTo>
                    <a:pt x="1243126" y="1490083"/>
                  </a:lnTo>
                  <a:close/>
                  <a:moveTo>
                    <a:pt x="1243126" y="1490083"/>
                  </a:moveTo>
                  <a:lnTo>
                    <a:pt x="1220987" y="1542208"/>
                  </a:lnTo>
                  <a:lnTo>
                    <a:pt x="1292845" y="1501296"/>
                  </a:lnTo>
                  <a:close/>
                  <a:moveTo>
                    <a:pt x="67352" y="75631"/>
                  </a:moveTo>
                  <a:lnTo>
                    <a:pt x="0" y="95028"/>
                  </a:lnTo>
                  <a:lnTo>
                    <a:pt x="69509" y="71628"/>
                  </a:lnTo>
                  <a:close/>
                  <a:moveTo>
                    <a:pt x="1083378" y="1185342"/>
                  </a:moveTo>
                  <a:lnTo>
                    <a:pt x="1087221" y="1136452"/>
                  </a:lnTo>
                  <a:lnTo>
                    <a:pt x="1093423" y="1144819"/>
                  </a:lnTo>
                  <a:close/>
                  <a:moveTo>
                    <a:pt x="67352" y="75631"/>
                  </a:moveTo>
                  <a:lnTo>
                    <a:pt x="69509" y="71628"/>
                  </a:lnTo>
                  <a:lnTo>
                    <a:pt x="88942" y="9385"/>
                  </a:lnTo>
                  <a:close/>
                  <a:moveTo>
                    <a:pt x="88942" y="9385"/>
                  </a:moveTo>
                  <a:lnTo>
                    <a:pt x="83560" y="75631"/>
                  </a:lnTo>
                  <a:lnTo>
                    <a:pt x="118447" y="11955"/>
                  </a:lnTo>
                  <a:close/>
                  <a:moveTo>
                    <a:pt x="118447" y="11955"/>
                  </a:moveTo>
                  <a:lnTo>
                    <a:pt x="107444" y="0"/>
                  </a:lnTo>
                  <a:lnTo>
                    <a:pt x="88942" y="9385"/>
                  </a:lnTo>
                  <a:close/>
                  <a:moveTo>
                    <a:pt x="1093435" y="1131401"/>
                  </a:moveTo>
                  <a:lnTo>
                    <a:pt x="1093423" y="1144819"/>
                  </a:lnTo>
                  <a:lnTo>
                    <a:pt x="1092288" y="1133805"/>
                  </a:lnTo>
                  <a:close/>
                  <a:moveTo>
                    <a:pt x="1092288" y="1133805"/>
                  </a:moveTo>
                  <a:lnTo>
                    <a:pt x="1111668" y="1078136"/>
                  </a:lnTo>
                  <a:lnTo>
                    <a:pt x="1093435" y="1131401"/>
                  </a:lnTo>
                  <a:close/>
                  <a:moveTo>
                    <a:pt x="937221" y="852028"/>
                  </a:moveTo>
                  <a:lnTo>
                    <a:pt x="959990" y="827935"/>
                  </a:lnTo>
                  <a:lnTo>
                    <a:pt x="934647" y="903565"/>
                  </a:lnTo>
                  <a:close/>
                  <a:moveTo>
                    <a:pt x="969756" y="779528"/>
                  </a:moveTo>
                  <a:lnTo>
                    <a:pt x="974102" y="778254"/>
                  </a:lnTo>
                  <a:lnTo>
                    <a:pt x="938356" y="800492"/>
                  </a:lnTo>
                  <a:close/>
                  <a:moveTo>
                    <a:pt x="938356" y="800492"/>
                  </a:moveTo>
                  <a:lnTo>
                    <a:pt x="974102" y="778254"/>
                  </a:lnTo>
                  <a:lnTo>
                    <a:pt x="959990" y="827935"/>
                  </a:lnTo>
                  <a:close/>
                  <a:moveTo>
                    <a:pt x="941137" y="789902"/>
                  </a:moveTo>
                  <a:lnTo>
                    <a:pt x="952595" y="800492"/>
                  </a:lnTo>
                  <a:lnTo>
                    <a:pt x="969756" y="779528"/>
                  </a:lnTo>
                  <a:close/>
                  <a:moveTo>
                    <a:pt x="1143523" y="931008"/>
                  </a:moveTo>
                  <a:lnTo>
                    <a:pt x="1141383" y="906914"/>
                  </a:lnTo>
                  <a:lnTo>
                    <a:pt x="1145405" y="98254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14" name="Output_density__4213">
              <a:extLst>
                <a:ext uri="{FF2B5EF4-FFF2-40B4-BE49-F238E27FC236}">
                  <a16:creationId xmlns:a16="http://schemas.microsoft.com/office/drawing/2014/main" id="{7EE06FB7-E79B-5347-6B1B-402859FCD5A0}"/>
                </a:ext>
              </a:extLst>
            </p:cNvPr>
            <p:cNvSpPr>
              <a:spLocks noGrp="1"/>
            </p:cNvSpPr>
            <p:nvPr/>
          </p:nvSpPr>
          <p:spPr>
            <a:xfrm>
              <a:off x="15411515" y="3295305"/>
              <a:ext cx="1213967" cy="1192504"/>
            </a:xfrm>
            <a:custGeom>
              <a:avLst/>
              <a:gdLst/>
              <a:ahLst/>
              <a:cxnLst/>
              <a:rect l="0" t="0" r="0" b="0"/>
              <a:pathLst>
                <a:path w="1213967" h="1192504">
                  <a:moveTo>
                    <a:pt x="9600" y="719338"/>
                  </a:moveTo>
                  <a:lnTo>
                    <a:pt x="4078" y="668593"/>
                  </a:lnTo>
                  <a:lnTo>
                    <a:pt x="0" y="734651"/>
                  </a:lnTo>
                  <a:close/>
                  <a:moveTo>
                    <a:pt x="9600" y="719338"/>
                  </a:moveTo>
                  <a:lnTo>
                    <a:pt x="4580" y="667802"/>
                  </a:lnTo>
                  <a:lnTo>
                    <a:pt x="4078" y="668593"/>
                  </a:lnTo>
                  <a:close/>
                  <a:moveTo>
                    <a:pt x="36393" y="784980"/>
                  </a:moveTo>
                  <a:lnTo>
                    <a:pt x="65443" y="806933"/>
                  </a:lnTo>
                  <a:lnTo>
                    <a:pt x="36607" y="770875"/>
                  </a:lnTo>
                  <a:close/>
                  <a:moveTo>
                    <a:pt x="31978" y="708654"/>
                  </a:moveTo>
                  <a:lnTo>
                    <a:pt x="28516" y="755532"/>
                  </a:lnTo>
                  <a:lnTo>
                    <a:pt x="62440" y="695244"/>
                  </a:lnTo>
                  <a:close/>
                  <a:moveTo>
                    <a:pt x="62440" y="695244"/>
                  </a:moveTo>
                  <a:lnTo>
                    <a:pt x="28516" y="755532"/>
                  </a:lnTo>
                  <a:lnTo>
                    <a:pt x="36607" y="770875"/>
                  </a:lnTo>
                  <a:close/>
                  <a:moveTo>
                    <a:pt x="62440" y="695244"/>
                  </a:moveTo>
                  <a:lnTo>
                    <a:pt x="36607" y="770875"/>
                  </a:lnTo>
                  <a:lnTo>
                    <a:pt x="71563" y="746781"/>
                  </a:lnTo>
                  <a:close/>
                  <a:moveTo>
                    <a:pt x="9600" y="719338"/>
                  </a:moveTo>
                  <a:lnTo>
                    <a:pt x="28516" y="755532"/>
                  </a:lnTo>
                  <a:lnTo>
                    <a:pt x="31978" y="708654"/>
                  </a:lnTo>
                  <a:close/>
                  <a:moveTo>
                    <a:pt x="4580" y="667802"/>
                  </a:moveTo>
                  <a:lnTo>
                    <a:pt x="31978" y="708654"/>
                  </a:lnTo>
                  <a:lnTo>
                    <a:pt x="5819" y="667178"/>
                  </a:lnTo>
                  <a:close/>
                  <a:moveTo>
                    <a:pt x="4580" y="667802"/>
                  </a:moveTo>
                  <a:lnTo>
                    <a:pt x="9600" y="719338"/>
                  </a:lnTo>
                  <a:lnTo>
                    <a:pt x="31978" y="708654"/>
                  </a:lnTo>
                  <a:close/>
                  <a:moveTo>
                    <a:pt x="62440" y="695244"/>
                  </a:moveTo>
                  <a:lnTo>
                    <a:pt x="70501" y="643708"/>
                  </a:lnTo>
                  <a:lnTo>
                    <a:pt x="31978" y="708654"/>
                  </a:lnTo>
                  <a:close/>
                  <a:moveTo>
                    <a:pt x="70501" y="643708"/>
                  </a:moveTo>
                  <a:lnTo>
                    <a:pt x="5819" y="667178"/>
                  </a:lnTo>
                  <a:lnTo>
                    <a:pt x="31978" y="708654"/>
                  </a:lnTo>
                  <a:close/>
                  <a:moveTo>
                    <a:pt x="77087" y="627550"/>
                  </a:moveTo>
                  <a:lnTo>
                    <a:pt x="4869" y="667117"/>
                  </a:lnTo>
                  <a:lnTo>
                    <a:pt x="70501" y="643708"/>
                  </a:lnTo>
                  <a:close/>
                  <a:moveTo>
                    <a:pt x="70501" y="643708"/>
                  </a:moveTo>
                  <a:lnTo>
                    <a:pt x="4869" y="667117"/>
                  </a:lnTo>
                  <a:lnTo>
                    <a:pt x="5819" y="667178"/>
                  </a:lnTo>
                  <a:close/>
                  <a:moveTo>
                    <a:pt x="70501" y="643708"/>
                  </a:moveTo>
                  <a:lnTo>
                    <a:pt x="112065" y="681527"/>
                  </a:lnTo>
                  <a:lnTo>
                    <a:pt x="86905" y="639239"/>
                  </a:lnTo>
                  <a:close/>
                  <a:moveTo>
                    <a:pt x="70501" y="643708"/>
                  </a:moveTo>
                  <a:lnTo>
                    <a:pt x="62440" y="695244"/>
                  </a:lnTo>
                  <a:lnTo>
                    <a:pt x="112065" y="681527"/>
                  </a:lnTo>
                  <a:close/>
                  <a:moveTo>
                    <a:pt x="162529" y="637431"/>
                  </a:moveTo>
                  <a:lnTo>
                    <a:pt x="152399" y="619614"/>
                  </a:lnTo>
                  <a:lnTo>
                    <a:pt x="165473" y="676089"/>
                  </a:lnTo>
                  <a:close/>
                  <a:moveTo>
                    <a:pt x="165473" y="676089"/>
                  </a:moveTo>
                  <a:lnTo>
                    <a:pt x="152399" y="619614"/>
                  </a:lnTo>
                  <a:lnTo>
                    <a:pt x="86905" y="639239"/>
                  </a:lnTo>
                  <a:close/>
                  <a:moveTo>
                    <a:pt x="165473" y="676089"/>
                  </a:moveTo>
                  <a:lnTo>
                    <a:pt x="86905" y="639239"/>
                  </a:lnTo>
                  <a:lnTo>
                    <a:pt x="112065" y="681527"/>
                  </a:lnTo>
                  <a:close/>
                  <a:moveTo>
                    <a:pt x="77087" y="627550"/>
                  </a:moveTo>
                  <a:lnTo>
                    <a:pt x="70501" y="643708"/>
                  </a:lnTo>
                  <a:lnTo>
                    <a:pt x="86905" y="639239"/>
                  </a:lnTo>
                  <a:close/>
                  <a:moveTo>
                    <a:pt x="152878" y="601347"/>
                  </a:moveTo>
                  <a:lnTo>
                    <a:pt x="77087" y="627550"/>
                  </a:lnTo>
                  <a:lnTo>
                    <a:pt x="152399" y="619614"/>
                  </a:lnTo>
                  <a:close/>
                  <a:moveTo>
                    <a:pt x="152399" y="619614"/>
                  </a:moveTo>
                  <a:lnTo>
                    <a:pt x="77087" y="627550"/>
                  </a:lnTo>
                  <a:lnTo>
                    <a:pt x="86905" y="639239"/>
                  </a:lnTo>
                  <a:close/>
                  <a:moveTo>
                    <a:pt x="160799" y="617147"/>
                  </a:moveTo>
                  <a:lnTo>
                    <a:pt x="234495" y="596921"/>
                  </a:lnTo>
                  <a:lnTo>
                    <a:pt x="232293" y="597005"/>
                  </a:lnTo>
                  <a:close/>
                  <a:moveTo>
                    <a:pt x="152399" y="619614"/>
                  </a:moveTo>
                  <a:lnTo>
                    <a:pt x="162529" y="637431"/>
                  </a:lnTo>
                  <a:lnTo>
                    <a:pt x="160799" y="617147"/>
                  </a:lnTo>
                  <a:close/>
                  <a:moveTo>
                    <a:pt x="152878" y="601347"/>
                  </a:moveTo>
                  <a:lnTo>
                    <a:pt x="152399" y="619614"/>
                  </a:lnTo>
                  <a:lnTo>
                    <a:pt x="160799" y="617147"/>
                  </a:lnTo>
                  <a:close/>
                  <a:moveTo>
                    <a:pt x="160799" y="617147"/>
                  </a:moveTo>
                  <a:lnTo>
                    <a:pt x="153291" y="568077"/>
                  </a:lnTo>
                  <a:lnTo>
                    <a:pt x="152878" y="601347"/>
                  </a:lnTo>
                  <a:close/>
                  <a:moveTo>
                    <a:pt x="211666" y="551032"/>
                  </a:moveTo>
                  <a:lnTo>
                    <a:pt x="153291" y="568077"/>
                  </a:lnTo>
                  <a:lnTo>
                    <a:pt x="160799" y="617147"/>
                  </a:lnTo>
                  <a:close/>
                  <a:moveTo>
                    <a:pt x="232293" y="597005"/>
                  </a:moveTo>
                  <a:lnTo>
                    <a:pt x="211666" y="551032"/>
                  </a:lnTo>
                  <a:lnTo>
                    <a:pt x="160799" y="617147"/>
                  </a:lnTo>
                  <a:close/>
                  <a:moveTo>
                    <a:pt x="666698" y="1161906"/>
                  </a:moveTo>
                  <a:lnTo>
                    <a:pt x="667309" y="1167083"/>
                  </a:lnTo>
                  <a:lnTo>
                    <a:pt x="752957" y="1192504"/>
                  </a:lnTo>
                  <a:close/>
                  <a:moveTo>
                    <a:pt x="729853" y="1148544"/>
                  </a:moveTo>
                  <a:lnTo>
                    <a:pt x="666698" y="1161906"/>
                  </a:lnTo>
                  <a:lnTo>
                    <a:pt x="752957" y="1192504"/>
                  </a:lnTo>
                  <a:close/>
                  <a:moveTo>
                    <a:pt x="768368" y="1189865"/>
                  </a:moveTo>
                  <a:lnTo>
                    <a:pt x="773936" y="1138328"/>
                  </a:lnTo>
                  <a:lnTo>
                    <a:pt x="752957" y="1192504"/>
                  </a:lnTo>
                  <a:close/>
                  <a:moveTo>
                    <a:pt x="773936" y="1138328"/>
                  </a:moveTo>
                  <a:lnTo>
                    <a:pt x="729853" y="1148544"/>
                  </a:lnTo>
                  <a:lnTo>
                    <a:pt x="752957" y="1192504"/>
                  </a:lnTo>
                  <a:close/>
                  <a:moveTo>
                    <a:pt x="663984" y="1162422"/>
                  </a:moveTo>
                  <a:lnTo>
                    <a:pt x="667309" y="1167083"/>
                  </a:lnTo>
                  <a:lnTo>
                    <a:pt x="666698" y="1161906"/>
                  </a:lnTo>
                  <a:close/>
                  <a:moveTo>
                    <a:pt x="665155" y="1159027"/>
                  </a:moveTo>
                  <a:lnTo>
                    <a:pt x="663984" y="1162422"/>
                  </a:lnTo>
                  <a:lnTo>
                    <a:pt x="666698" y="1161906"/>
                  </a:lnTo>
                  <a:close/>
                  <a:moveTo>
                    <a:pt x="666698" y="1161906"/>
                  </a:moveTo>
                  <a:lnTo>
                    <a:pt x="705274" y="1134348"/>
                  </a:lnTo>
                  <a:lnTo>
                    <a:pt x="665155" y="1159027"/>
                  </a:lnTo>
                  <a:close/>
                  <a:moveTo>
                    <a:pt x="666698" y="1161906"/>
                  </a:moveTo>
                  <a:lnTo>
                    <a:pt x="729853" y="1148544"/>
                  </a:lnTo>
                  <a:lnTo>
                    <a:pt x="705274" y="1134348"/>
                  </a:lnTo>
                  <a:close/>
                  <a:moveTo>
                    <a:pt x="771620" y="1086792"/>
                  </a:moveTo>
                  <a:lnTo>
                    <a:pt x="729853" y="1148544"/>
                  </a:lnTo>
                  <a:lnTo>
                    <a:pt x="773936" y="1138328"/>
                  </a:lnTo>
                  <a:close/>
                  <a:moveTo>
                    <a:pt x="221225" y="468353"/>
                  </a:moveTo>
                  <a:lnTo>
                    <a:pt x="225154" y="427097"/>
                  </a:lnTo>
                  <a:lnTo>
                    <a:pt x="164224" y="440910"/>
                  </a:lnTo>
                  <a:close/>
                  <a:moveTo>
                    <a:pt x="170532" y="492447"/>
                  </a:moveTo>
                  <a:lnTo>
                    <a:pt x="221225" y="468353"/>
                  </a:lnTo>
                  <a:lnTo>
                    <a:pt x="164224" y="440910"/>
                  </a:lnTo>
                  <a:close/>
                  <a:moveTo>
                    <a:pt x="221225" y="468353"/>
                  </a:moveTo>
                  <a:lnTo>
                    <a:pt x="245074" y="501577"/>
                  </a:lnTo>
                  <a:lnTo>
                    <a:pt x="245317" y="460932"/>
                  </a:lnTo>
                  <a:close/>
                  <a:moveTo>
                    <a:pt x="221225" y="468353"/>
                  </a:moveTo>
                  <a:lnTo>
                    <a:pt x="245317" y="460932"/>
                  </a:lnTo>
                  <a:lnTo>
                    <a:pt x="225154" y="427097"/>
                  </a:lnTo>
                  <a:close/>
                  <a:moveTo>
                    <a:pt x="358820" y="420165"/>
                  </a:moveTo>
                  <a:lnTo>
                    <a:pt x="380463" y="388617"/>
                  </a:lnTo>
                  <a:lnTo>
                    <a:pt x="335041" y="392722"/>
                  </a:lnTo>
                  <a:close/>
                  <a:moveTo>
                    <a:pt x="312772" y="444259"/>
                  </a:moveTo>
                  <a:lnTo>
                    <a:pt x="358820" y="420165"/>
                  </a:lnTo>
                  <a:lnTo>
                    <a:pt x="335041" y="392722"/>
                  </a:lnTo>
                  <a:close/>
                  <a:moveTo>
                    <a:pt x="737114" y="272253"/>
                  </a:moveTo>
                  <a:lnTo>
                    <a:pt x="770066" y="248159"/>
                  </a:lnTo>
                  <a:lnTo>
                    <a:pt x="722556" y="254664"/>
                  </a:lnTo>
                  <a:close/>
                  <a:moveTo>
                    <a:pt x="770066" y="248159"/>
                  </a:moveTo>
                  <a:lnTo>
                    <a:pt x="743568" y="198325"/>
                  </a:lnTo>
                  <a:lnTo>
                    <a:pt x="722556" y="254664"/>
                  </a:lnTo>
                  <a:close/>
                  <a:moveTo>
                    <a:pt x="742393" y="196622"/>
                  </a:moveTo>
                  <a:lnTo>
                    <a:pt x="722556" y="254664"/>
                  </a:lnTo>
                  <a:lnTo>
                    <a:pt x="743568" y="198325"/>
                  </a:lnTo>
                  <a:close/>
                  <a:moveTo>
                    <a:pt x="742393" y="196622"/>
                  </a:moveTo>
                  <a:lnTo>
                    <a:pt x="702060" y="220716"/>
                  </a:lnTo>
                  <a:lnTo>
                    <a:pt x="722556" y="254664"/>
                  </a:lnTo>
                  <a:close/>
                  <a:moveTo>
                    <a:pt x="742324" y="193675"/>
                  </a:moveTo>
                  <a:lnTo>
                    <a:pt x="702060" y="220716"/>
                  </a:lnTo>
                  <a:lnTo>
                    <a:pt x="742393" y="196622"/>
                  </a:lnTo>
                  <a:close/>
                  <a:moveTo>
                    <a:pt x="742393" y="196622"/>
                  </a:moveTo>
                  <a:lnTo>
                    <a:pt x="743568" y="198325"/>
                  </a:lnTo>
                  <a:lnTo>
                    <a:pt x="743720" y="196128"/>
                  </a:lnTo>
                  <a:close/>
                  <a:moveTo>
                    <a:pt x="742324" y="193675"/>
                  </a:moveTo>
                  <a:lnTo>
                    <a:pt x="742393" y="196622"/>
                  </a:lnTo>
                  <a:lnTo>
                    <a:pt x="743720" y="196128"/>
                  </a:lnTo>
                  <a:close/>
                  <a:moveTo>
                    <a:pt x="742324" y="193675"/>
                  </a:moveTo>
                  <a:lnTo>
                    <a:pt x="743720" y="196128"/>
                  </a:lnTo>
                  <a:lnTo>
                    <a:pt x="745119" y="145086"/>
                  </a:lnTo>
                  <a:close/>
                  <a:moveTo>
                    <a:pt x="745119" y="145086"/>
                  </a:moveTo>
                  <a:lnTo>
                    <a:pt x="743720" y="196128"/>
                  </a:lnTo>
                  <a:lnTo>
                    <a:pt x="812440" y="172528"/>
                  </a:lnTo>
                  <a:close/>
                  <a:moveTo>
                    <a:pt x="745119" y="145086"/>
                  </a:moveTo>
                  <a:lnTo>
                    <a:pt x="812440" y="172528"/>
                  </a:lnTo>
                  <a:lnTo>
                    <a:pt x="796597" y="120991"/>
                  </a:lnTo>
                  <a:close/>
                  <a:moveTo>
                    <a:pt x="710638" y="34795"/>
                  </a:moveTo>
                  <a:lnTo>
                    <a:pt x="753930" y="17918"/>
                  </a:lnTo>
                  <a:lnTo>
                    <a:pt x="726604" y="0"/>
                  </a:lnTo>
                  <a:close/>
                  <a:moveTo>
                    <a:pt x="710638" y="34795"/>
                  </a:moveTo>
                  <a:lnTo>
                    <a:pt x="734687" y="30224"/>
                  </a:lnTo>
                  <a:lnTo>
                    <a:pt x="753930" y="17918"/>
                  </a:lnTo>
                  <a:close/>
                  <a:moveTo>
                    <a:pt x="1013805" y="105292"/>
                  </a:moveTo>
                  <a:lnTo>
                    <a:pt x="956783" y="148434"/>
                  </a:lnTo>
                  <a:lnTo>
                    <a:pt x="998142" y="124340"/>
                  </a:lnTo>
                  <a:close/>
                  <a:moveTo>
                    <a:pt x="1152081" y="138029"/>
                  </a:moveTo>
                  <a:lnTo>
                    <a:pt x="1117944" y="100246"/>
                  </a:lnTo>
                  <a:lnTo>
                    <a:pt x="1139364" y="165112"/>
                  </a:lnTo>
                  <a:close/>
                  <a:moveTo>
                    <a:pt x="1139364" y="165112"/>
                  </a:moveTo>
                  <a:lnTo>
                    <a:pt x="1117944" y="100246"/>
                  </a:lnTo>
                  <a:lnTo>
                    <a:pt x="1085274" y="108362"/>
                  </a:lnTo>
                  <a:close/>
                  <a:moveTo>
                    <a:pt x="1032370" y="113389"/>
                  </a:moveTo>
                  <a:lnTo>
                    <a:pt x="1057283" y="93171"/>
                  </a:lnTo>
                  <a:lnTo>
                    <a:pt x="1013805" y="105292"/>
                  </a:lnTo>
                  <a:close/>
                  <a:moveTo>
                    <a:pt x="1032370" y="113389"/>
                  </a:moveTo>
                  <a:lnTo>
                    <a:pt x="1085274" y="108362"/>
                  </a:lnTo>
                  <a:lnTo>
                    <a:pt x="1057283" y="93171"/>
                  </a:lnTo>
                  <a:close/>
                  <a:moveTo>
                    <a:pt x="1128868" y="51239"/>
                  </a:moveTo>
                  <a:lnTo>
                    <a:pt x="1057283" y="93171"/>
                  </a:lnTo>
                  <a:lnTo>
                    <a:pt x="1117944" y="100246"/>
                  </a:lnTo>
                  <a:close/>
                  <a:moveTo>
                    <a:pt x="1117944" y="100246"/>
                  </a:moveTo>
                  <a:lnTo>
                    <a:pt x="1057283" y="93171"/>
                  </a:lnTo>
                  <a:lnTo>
                    <a:pt x="1085274" y="108362"/>
                  </a:lnTo>
                  <a:close/>
                  <a:moveTo>
                    <a:pt x="1117944" y="100246"/>
                  </a:moveTo>
                  <a:lnTo>
                    <a:pt x="1152081" y="138029"/>
                  </a:lnTo>
                  <a:lnTo>
                    <a:pt x="1169569" y="77813"/>
                  </a:lnTo>
                  <a:close/>
                  <a:moveTo>
                    <a:pt x="1128868" y="51239"/>
                  </a:moveTo>
                  <a:lnTo>
                    <a:pt x="1117944" y="100246"/>
                  </a:lnTo>
                  <a:lnTo>
                    <a:pt x="1169569" y="77813"/>
                  </a:lnTo>
                  <a:close/>
                  <a:moveTo>
                    <a:pt x="1213967" y="59832"/>
                  </a:moveTo>
                  <a:lnTo>
                    <a:pt x="1169569" y="77813"/>
                  </a:lnTo>
                  <a:lnTo>
                    <a:pt x="1175023" y="76152"/>
                  </a:lnTo>
                  <a:close/>
                  <a:moveTo>
                    <a:pt x="1128868" y="51239"/>
                  </a:moveTo>
                  <a:lnTo>
                    <a:pt x="1169569" y="77813"/>
                  </a:lnTo>
                  <a:lnTo>
                    <a:pt x="1213967" y="59832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15" name="Output_density__4214">
              <a:extLst>
                <a:ext uri="{FF2B5EF4-FFF2-40B4-BE49-F238E27FC236}">
                  <a16:creationId xmlns:a16="http://schemas.microsoft.com/office/drawing/2014/main" id="{593EC714-2D59-97CA-4B9C-71B0E9EDB60B}"/>
                </a:ext>
              </a:extLst>
            </p:cNvPr>
            <p:cNvSpPr>
              <a:spLocks noGrp="1"/>
            </p:cNvSpPr>
            <p:nvPr/>
          </p:nvSpPr>
          <p:spPr>
            <a:xfrm>
              <a:off x="16194044" y="3828589"/>
              <a:ext cx="416691" cy="715233"/>
            </a:xfrm>
            <a:custGeom>
              <a:avLst/>
              <a:gdLst/>
              <a:ahLst/>
              <a:cxnLst/>
              <a:rect l="0" t="0" r="0" b="0"/>
              <a:pathLst>
                <a:path w="416691" h="715233">
                  <a:moveTo>
                    <a:pt x="29283" y="689819"/>
                  </a:moveTo>
                  <a:lnTo>
                    <a:pt x="0" y="715233"/>
                  </a:lnTo>
                  <a:lnTo>
                    <a:pt x="67483" y="657965"/>
                  </a:lnTo>
                  <a:close/>
                  <a:moveTo>
                    <a:pt x="416691" y="11013"/>
                  </a:moveTo>
                  <a:lnTo>
                    <a:pt x="410489" y="2647"/>
                  </a:lnTo>
                  <a:lnTo>
                    <a:pt x="415557" y="0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16" name="Output_density__4215">
              <a:extLst>
                <a:ext uri="{FF2B5EF4-FFF2-40B4-BE49-F238E27FC236}">
                  <a16:creationId xmlns:a16="http://schemas.microsoft.com/office/drawing/2014/main" id="{39CB5C11-FD84-3071-7385-1CA7E936BDD5}"/>
                </a:ext>
              </a:extLst>
            </p:cNvPr>
            <p:cNvSpPr>
              <a:spLocks noGrp="1"/>
            </p:cNvSpPr>
            <p:nvPr/>
          </p:nvSpPr>
          <p:spPr>
            <a:xfrm>
              <a:off x="15330055" y="2617871"/>
              <a:ext cx="1538136" cy="1993564"/>
            </a:xfrm>
            <a:custGeom>
              <a:avLst/>
              <a:gdLst/>
              <a:ahLst/>
              <a:cxnLst/>
              <a:rect l="0" t="0" r="0" b="0"/>
              <a:pathLst>
                <a:path w="1538136" h="1993564">
                  <a:moveTo>
                    <a:pt x="212" y="1651106"/>
                  </a:moveTo>
                  <a:lnTo>
                    <a:pt x="0" y="1653317"/>
                  </a:lnTo>
                  <a:lnTo>
                    <a:pt x="6433" y="1664987"/>
                  </a:lnTo>
                  <a:close/>
                  <a:moveTo>
                    <a:pt x="764" y="1643795"/>
                  </a:moveTo>
                  <a:lnTo>
                    <a:pt x="0" y="1653317"/>
                  </a:lnTo>
                  <a:lnTo>
                    <a:pt x="212" y="1651106"/>
                  </a:lnTo>
                  <a:close/>
                  <a:moveTo>
                    <a:pt x="338722" y="1944310"/>
                  </a:moveTo>
                  <a:lnTo>
                    <a:pt x="383850" y="1987768"/>
                  </a:lnTo>
                  <a:lnTo>
                    <a:pt x="353417" y="1954020"/>
                  </a:lnTo>
                  <a:close/>
                  <a:moveTo>
                    <a:pt x="212" y="1651106"/>
                  </a:moveTo>
                  <a:lnTo>
                    <a:pt x="6433" y="1664987"/>
                  </a:lnTo>
                  <a:lnTo>
                    <a:pt x="22475" y="1678549"/>
                  </a:lnTo>
                  <a:close/>
                  <a:moveTo>
                    <a:pt x="335879" y="1936231"/>
                  </a:moveTo>
                  <a:lnTo>
                    <a:pt x="338722" y="1944310"/>
                  </a:lnTo>
                  <a:lnTo>
                    <a:pt x="353417" y="1954020"/>
                  </a:lnTo>
                  <a:close/>
                  <a:moveTo>
                    <a:pt x="479210" y="1939580"/>
                  </a:moveTo>
                  <a:lnTo>
                    <a:pt x="500835" y="1951223"/>
                  </a:lnTo>
                  <a:lnTo>
                    <a:pt x="442242" y="1898132"/>
                  </a:lnTo>
                  <a:close/>
                  <a:moveTo>
                    <a:pt x="442242" y="1898132"/>
                  </a:moveTo>
                  <a:lnTo>
                    <a:pt x="500835" y="1951223"/>
                  </a:lnTo>
                  <a:lnTo>
                    <a:pt x="470506" y="1912138"/>
                  </a:lnTo>
                  <a:close/>
                  <a:moveTo>
                    <a:pt x="378002" y="1733434"/>
                  </a:moveTo>
                  <a:lnTo>
                    <a:pt x="355916" y="1693563"/>
                  </a:lnTo>
                  <a:lnTo>
                    <a:pt x="335967" y="1753880"/>
                  </a:lnTo>
                  <a:close/>
                  <a:moveTo>
                    <a:pt x="306984" y="1685295"/>
                  </a:moveTo>
                  <a:lnTo>
                    <a:pt x="286310" y="1742897"/>
                  </a:lnTo>
                  <a:lnTo>
                    <a:pt x="355916" y="1693563"/>
                  </a:lnTo>
                  <a:close/>
                  <a:moveTo>
                    <a:pt x="161773" y="1491728"/>
                  </a:moveTo>
                  <a:lnTo>
                    <a:pt x="192040" y="1527287"/>
                  </a:lnTo>
                  <a:lnTo>
                    <a:pt x="198427" y="1543204"/>
                  </a:lnTo>
                  <a:close/>
                  <a:moveTo>
                    <a:pt x="483243" y="1760876"/>
                  </a:moveTo>
                  <a:lnTo>
                    <a:pt x="482389" y="1817074"/>
                  </a:lnTo>
                  <a:lnTo>
                    <a:pt x="510183" y="1786088"/>
                  </a:lnTo>
                  <a:close/>
                  <a:moveTo>
                    <a:pt x="471153" y="1709340"/>
                  </a:moveTo>
                  <a:lnTo>
                    <a:pt x="421791" y="1765183"/>
                  </a:lnTo>
                  <a:lnTo>
                    <a:pt x="439723" y="1784971"/>
                  </a:lnTo>
                  <a:close/>
                  <a:moveTo>
                    <a:pt x="299601" y="1681897"/>
                  </a:moveTo>
                  <a:lnTo>
                    <a:pt x="306984" y="1685295"/>
                  </a:lnTo>
                  <a:lnTo>
                    <a:pt x="308114" y="1680240"/>
                  </a:lnTo>
                  <a:close/>
                  <a:moveTo>
                    <a:pt x="404544" y="1677808"/>
                  </a:moveTo>
                  <a:lnTo>
                    <a:pt x="360532" y="1675608"/>
                  </a:lnTo>
                  <a:lnTo>
                    <a:pt x="426803" y="1722455"/>
                  </a:lnTo>
                  <a:close/>
                  <a:moveTo>
                    <a:pt x="262369" y="1630361"/>
                  </a:moveTo>
                  <a:lnTo>
                    <a:pt x="299601" y="1681897"/>
                  </a:lnTo>
                  <a:lnTo>
                    <a:pt x="308114" y="1680240"/>
                  </a:lnTo>
                  <a:close/>
                  <a:moveTo>
                    <a:pt x="360532" y="1675608"/>
                  </a:moveTo>
                  <a:lnTo>
                    <a:pt x="306984" y="1685295"/>
                  </a:lnTo>
                  <a:lnTo>
                    <a:pt x="355916" y="1693563"/>
                  </a:lnTo>
                  <a:close/>
                  <a:moveTo>
                    <a:pt x="360532" y="1675608"/>
                  </a:moveTo>
                  <a:lnTo>
                    <a:pt x="308114" y="1680240"/>
                  </a:lnTo>
                  <a:lnTo>
                    <a:pt x="306984" y="1685295"/>
                  </a:lnTo>
                  <a:close/>
                  <a:moveTo>
                    <a:pt x="360532" y="1675608"/>
                  </a:moveTo>
                  <a:lnTo>
                    <a:pt x="350540" y="1673463"/>
                  </a:lnTo>
                  <a:lnTo>
                    <a:pt x="312595" y="1630361"/>
                  </a:lnTo>
                  <a:close/>
                  <a:moveTo>
                    <a:pt x="302736" y="1621869"/>
                  </a:moveTo>
                  <a:lnTo>
                    <a:pt x="360532" y="1675608"/>
                  </a:lnTo>
                  <a:lnTo>
                    <a:pt x="312595" y="1630361"/>
                  </a:lnTo>
                  <a:close/>
                  <a:moveTo>
                    <a:pt x="302736" y="1621869"/>
                  </a:moveTo>
                  <a:lnTo>
                    <a:pt x="312595" y="1630361"/>
                  </a:lnTo>
                  <a:lnTo>
                    <a:pt x="288017" y="1614377"/>
                  </a:lnTo>
                  <a:close/>
                  <a:moveTo>
                    <a:pt x="251523" y="1527287"/>
                  </a:moveTo>
                  <a:lnTo>
                    <a:pt x="292568" y="1496495"/>
                  </a:lnTo>
                  <a:lnTo>
                    <a:pt x="218617" y="1464047"/>
                  </a:lnTo>
                  <a:close/>
                  <a:moveTo>
                    <a:pt x="218617" y="1464047"/>
                  </a:moveTo>
                  <a:lnTo>
                    <a:pt x="292568" y="1496495"/>
                  </a:lnTo>
                  <a:lnTo>
                    <a:pt x="267454" y="1462325"/>
                  </a:lnTo>
                  <a:close/>
                  <a:moveTo>
                    <a:pt x="251523" y="1527287"/>
                  </a:moveTo>
                  <a:lnTo>
                    <a:pt x="218617" y="1464047"/>
                  </a:lnTo>
                  <a:lnTo>
                    <a:pt x="211437" y="1502733"/>
                  </a:lnTo>
                  <a:close/>
                  <a:moveTo>
                    <a:pt x="292568" y="1496495"/>
                  </a:moveTo>
                  <a:lnTo>
                    <a:pt x="300231" y="1503193"/>
                  </a:lnTo>
                  <a:lnTo>
                    <a:pt x="267454" y="1462325"/>
                  </a:lnTo>
                  <a:close/>
                  <a:moveTo>
                    <a:pt x="267454" y="1462325"/>
                  </a:moveTo>
                  <a:lnTo>
                    <a:pt x="300231" y="1503193"/>
                  </a:lnTo>
                  <a:lnTo>
                    <a:pt x="326432" y="1515101"/>
                  </a:lnTo>
                  <a:close/>
                  <a:moveTo>
                    <a:pt x="218617" y="1464047"/>
                  </a:moveTo>
                  <a:lnTo>
                    <a:pt x="253173" y="1411191"/>
                  </a:lnTo>
                  <a:lnTo>
                    <a:pt x="214352" y="1404770"/>
                  </a:lnTo>
                  <a:close/>
                  <a:moveTo>
                    <a:pt x="557427" y="1812413"/>
                  </a:moveTo>
                  <a:lnTo>
                    <a:pt x="551349" y="1822651"/>
                  </a:lnTo>
                  <a:lnTo>
                    <a:pt x="565154" y="1816940"/>
                  </a:lnTo>
                  <a:close/>
                  <a:moveTo>
                    <a:pt x="669625" y="1952706"/>
                  </a:moveTo>
                  <a:lnTo>
                    <a:pt x="695807" y="1956078"/>
                  </a:lnTo>
                  <a:lnTo>
                    <a:pt x="647138" y="1948789"/>
                  </a:lnTo>
                  <a:close/>
                  <a:moveTo>
                    <a:pt x="669625" y="1952706"/>
                  </a:moveTo>
                  <a:lnTo>
                    <a:pt x="710369" y="1957564"/>
                  </a:lnTo>
                  <a:lnTo>
                    <a:pt x="695807" y="1956078"/>
                  </a:lnTo>
                  <a:close/>
                  <a:moveTo>
                    <a:pt x="710369" y="1957564"/>
                  </a:moveTo>
                  <a:lnTo>
                    <a:pt x="722345" y="1915486"/>
                  </a:lnTo>
                  <a:lnTo>
                    <a:pt x="695807" y="1956078"/>
                  </a:lnTo>
                  <a:close/>
                  <a:moveTo>
                    <a:pt x="710369" y="1957564"/>
                  </a:moveTo>
                  <a:lnTo>
                    <a:pt x="741134" y="1990647"/>
                  </a:lnTo>
                  <a:lnTo>
                    <a:pt x="788634" y="1993564"/>
                  </a:lnTo>
                  <a:close/>
                  <a:moveTo>
                    <a:pt x="690611" y="1848141"/>
                  </a:moveTo>
                  <a:lnTo>
                    <a:pt x="622190" y="1855514"/>
                  </a:lnTo>
                  <a:lnTo>
                    <a:pt x="635982" y="1863950"/>
                  </a:lnTo>
                  <a:close/>
                  <a:moveTo>
                    <a:pt x="557427" y="1812413"/>
                  </a:moveTo>
                  <a:lnTo>
                    <a:pt x="565154" y="1816940"/>
                  </a:lnTo>
                  <a:lnTo>
                    <a:pt x="567170" y="1809789"/>
                  </a:lnTo>
                  <a:close/>
                  <a:moveTo>
                    <a:pt x="567170" y="1809789"/>
                  </a:moveTo>
                  <a:lnTo>
                    <a:pt x="510183" y="1786088"/>
                  </a:lnTo>
                  <a:lnTo>
                    <a:pt x="557427" y="1812413"/>
                  </a:lnTo>
                  <a:close/>
                  <a:moveTo>
                    <a:pt x="635083" y="1792559"/>
                  </a:moveTo>
                  <a:lnTo>
                    <a:pt x="565154" y="1816940"/>
                  </a:lnTo>
                  <a:lnTo>
                    <a:pt x="622190" y="1855514"/>
                  </a:lnTo>
                  <a:close/>
                  <a:moveTo>
                    <a:pt x="503776" y="1697860"/>
                  </a:moveTo>
                  <a:lnTo>
                    <a:pt x="541595" y="1728857"/>
                  </a:lnTo>
                  <a:lnTo>
                    <a:pt x="512557" y="1709340"/>
                  </a:lnTo>
                  <a:close/>
                  <a:moveTo>
                    <a:pt x="564450" y="1749258"/>
                  </a:moveTo>
                  <a:lnTo>
                    <a:pt x="541595" y="1728857"/>
                  </a:lnTo>
                  <a:lnTo>
                    <a:pt x="503776" y="1697860"/>
                  </a:lnTo>
                  <a:close/>
                  <a:moveTo>
                    <a:pt x="503776" y="1697860"/>
                  </a:moveTo>
                  <a:lnTo>
                    <a:pt x="479521" y="1671449"/>
                  </a:lnTo>
                  <a:lnTo>
                    <a:pt x="471153" y="1709340"/>
                  </a:lnTo>
                  <a:close/>
                  <a:moveTo>
                    <a:pt x="344687" y="1437518"/>
                  </a:moveTo>
                  <a:lnTo>
                    <a:pt x="300231" y="1503193"/>
                  </a:lnTo>
                  <a:lnTo>
                    <a:pt x="323726" y="1478089"/>
                  </a:lnTo>
                  <a:close/>
                  <a:moveTo>
                    <a:pt x="323726" y="1478089"/>
                  </a:moveTo>
                  <a:lnTo>
                    <a:pt x="342923" y="1427563"/>
                  </a:lnTo>
                  <a:lnTo>
                    <a:pt x="344687" y="1437518"/>
                  </a:lnTo>
                  <a:close/>
                  <a:moveTo>
                    <a:pt x="342923" y="1427563"/>
                  </a:moveTo>
                  <a:lnTo>
                    <a:pt x="327456" y="1388784"/>
                  </a:lnTo>
                  <a:lnTo>
                    <a:pt x="344687" y="1437518"/>
                  </a:lnTo>
                  <a:close/>
                  <a:moveTo>
                    <a:pt x="342923" y="1427563"/>
                  </a:moveTo>
                  <a:lnTo>
                    <a:pt x="303910" y="1376026"/>
                  </a:lnTo>
                  <a:lnTo>
                    <a:pt x="327456" y="1388784"/>
                  </a:lnTo>
                  <a:close/>
                  <a:moveTo>
                    <a:pt x="771514" y="1891392"/>
                  </a:moveTo>
                  <a:lnTo>
                    <a:pt x="828758" y="1937280"/>
                  </a:lnTo>
                  <a:lnTo>
                    <a:pt x="834416" y="1869937"/>
                  </a:lnTo>
                  <a:close/>
                  <a:moveTo>
                    <a:pt x="834416" y="1869937"/>
                  </a:moveTo>
                  <a:lnTo>
                    <a:pt x="893272" y="1900536"/>
                  </a:lnTo>
                  <a:lnTo>
                    <a:pt x="849827" y="1867298"/>
                  </a:lnTo>
                  <a:close/>
                  <a:moveTo>
                    <a:pt x="600980" y="1685246"/>
                  </a:moveTo>
                  <a:lnTo>
                    <a:pt x="617623" y="1703539"/>
                  </a:lnTo>
                  <a:lnTo>
                    <a:pt x="617546" y="1681331"/>
                  </a:lnTo>
                  <a:close/>
                  <a:moveTo>
                    <a:pt x="617546" y="1681331"/>
                  </a:moveTo>
                  <a:lnTo>
                    <a:pt x="558948" y="1658837"/>
                  </a:lnTo>
                  <a:lnTo>
                    <a:pt x="600980" y="1685246"/>
                  </a:lnTo>
                  <a:close/>
                  <a:moveTo>
                    <a:pt x="566794" y="1621866"/>
                  </a:moveTo>
                  <a:lnTo>
                    <a:pt x="558948" y="1658837"/>
                  </a:lnTo>
                  <a:lnTo>
                    <a:pt x="617546" y="1681331"/>
                  </a:lnTo>
                  <a:close/>
                  <a:moveTo>
                    <a:pt x="609513" y="1625119"/>
                  </a:moveTo>
                  <a:lnTo>
                    <a:pt x="566794" y="1621866"/>
                  </a:lnTo>
                  <a:lnTo>
                    <a:pt x="617546" y="1681331"/>
                  </a:lnTo>
                  <a:close/>
                  <a:moveTo>
                    <a:pt x="368538" y="1418127"/>
                  </a:moveTo>
                  <a:lnTo>
                    <a:pt x="342923" y="1427563"/>
                  </a:lnTo>
                  <a:lnTo>
                    <a:pt x="323726" y="1478089"/>
                  </a:lnTo>
                  <a:close/>
                  <a:moveTo>
                    <a:pt x="303910" y="1376026"/>
                  </a:moveTo>
                  <a:lnTo>
                    <a:pt x="307084" y="1367363"/>
                  </a:lnTo>
                  <a:lnTo>
                    <a:pt x="307173" y="1304547"/>
                  </a:lnTo>
                  <a:close/>
                  <a:moveTo>
                    <a:pt x="905217" y="1843204"/>
                  </a:moveTo>
                  <a:lnTo>
                    <a:pt x="849827" y="1867298"/>
                  </a:lnTo>
                  <a:lnTo>
                    <a:pt x="893272" y="1900536"/>
                  </a:lnTo>
                  <a:close/>
                  <a:moveTo>
                    <a:pt x="323185" y="1248859"/>
                  </a:moveTo>
                  <a:lnTo>
                    <a:pt x="311575" y="1297759"/>
                  </a:lnTo>
                  <a:lnTo>
                    <a:pt x="309840" y="1239637"/>
                  </a:lnTo>
                  <a:close/>
                  <a:moveTo>
                    <a:pt x="974192" y="1832267"/>
                  </a:moveTo>
                  <a:lnTo>
                    <a:pt x="936036" y="1767574"/>
                  </a:lnTo>
                  <a:lnTo>
                    <a:pt x="920894" y="1774872"/>
                  </a:lnTo>
                  <a:close/>
                  <a:moveTo>
                    <a:pt x="920894" y="1774872"/>
                  </a:moveTo>
                  <a:lnTo>
                    <a:pt x="933432" y="1780890"/>
                  </a:lnTo>
                  <a:lnTo>
                    <a:pt x="974192" y="1832267"/>
                  </a:lnTo>
                  <a:close/>
                  <a:moveTo>
                    <a:pt x="891928" y="1664501"/>
                  </a:moveTo>
                  <a:lnTo>
                    <a:pt x="849240" y="1640785"/>
                  </a:lnTo>
                  <a:lnTo>
                    <a:pt x="815183" y="1648350"/>
                  </a:lnTo>
                  <a:close/>
                  <a:moveTo>
                    <a:pt x="821425" y="1612964"/>
                  </a:moveTo>
                  <a:lnTo>
                    <a:pt x="815183" y="1648350"/>
                  </a:lnTo>
                  <a:lnTo>
                    <a:pt x="849240" y="1640785"/>
                  </a:lnTo>
                  <a:close/>
                  <a:moveTo>
                    <a:pt x="758474" y="1561428"/>
                  </a:moveTo>
                  <a:lnTo>
                    <a:pt x="757667" y="1607985"/>
                  </a:lnTo>
                  <a:lnTo>
                    <a:pt x="788326" y="1587715"/>
                  </a:lnTo>
                  <a:close/>
                  <a:moveTo>
                    <a:pt x="758474" y="1561428"/>
                  </a:moveTo>
                  <a:lnTo>
                    <a:pt x="732346" y="1585521"/>
                  </a:lnTo>
                  <a:lnTo>
                    <a:pt x="757667" y="1607985"/>
                  </a:lnTo>
                  <a:close/>
                  <a:moveTo>
                    <a:pt x="721820" y="1513738"/>
                  </a:moveTo>
                  <a:lnTo>
                    <a:pt x="717305" y="1512726"/>
                  </a:lnTo>
                  <a:lnTo>
                    <a:pt x="758474" y="1561428"/>
                  </a:lnTo>
                  <a:close/>
                  <a:moveTo>
                    <a:pt x="758474" y="1561428"/>
                  </a:moveTo>
                  <a:lnTo>
                    <a:pt x="717305" y="1512726"/>
                  </a:lnTo>
                  <a:lnTo>
                    <a:pt x="718690" y="1533985"/>
                  </a:lnTo>
                  <a:close/>
                  <a:moveTo>
                    <a:pt x="758474" y="1561428"/>
                  </a:moveTo>
                  <a:lnTo>
                    <a:pt x="718690" y="1533985"/>
                  </a:lnTo>
                  <a:lnTo>
                    <a:pt x="732346" y="1585521"/>
                  </a:lnTo>
                  <a:close/>
                  <a:moveTo>
                    <a:pt x="716959" y="1509891"/>
                  </a:moveTo>
                  <a:lnTo>
                    <a:pt x="681944" y="1499546"/>
                  </a:lnTo>
                  <a:lnTo>
                    <a:pt x="717305" y="1512726"/>
                  </a:lnTo>
                  <a:close/>
                  <a:moveTo>
                    <a:pt x="652817" y="1482448"/>
                  </a:moveTo>
                  <a:lnTo>
                    <a:pt x="681944" y="1499546"/>
                  </a:lnTo>
                  <a:lnTo>
                    <a:pt x="716959" y="1509891"/>
                  </a:lnTo>
                  <a:close/>
                  <a:moveTo>
                    <a:pt x="716959" y="1509891"/>
                  </a:moveTo>
                  <a:lnTo>
                    <a:pt x="717305" y="1512726"/>
                  </a:lnTo>
                  <a:lnTo>
                    <a:pt x="721820" y="1513738"/>
                  </a:lnTo>
                  <a:close/>
                  <a:moveTo>
                    <a:pt x="909148" y="1596192"/>
                  </a:moveTo>
                  <a:lnTo>
                    <a:pt x="860709" y="1597591"/>
                  </a:lnTo>
                  <a:lnTo>
                    <a:pt x="917447" y="1652189"/>
                  </a:lnTo>
                  <a:close/>
                  <a:moveTo>
                    <a:pt x="917447" y="1652189"/>
                  </a:moveTo>
                  <a:lnTo>
                    <a:pt x="947329" y="1603134"/>
                  </a:lnTo>
                  <a:lnTo>
                    <a:pt x="909148" y="1596192"/>
                  </a:lnTo>
                  <a:close/>
                  <a:moveTo>
                    <a:pt x="821425" y="1612964"/>
                  </a:moveTo>
                  <a:lnTo>
                    <a:pt x="849240" y="1640785"/>
                  </a:lnTo>
                  <a:lnTo>
                    <a:pt x="860709" y="1597591"/>
                  </a:lnTo>
                  <a:close/>
                  <a:moveTo>
                    <a:pt x="860709" y="1597591"/>
                  </a:moveTo>
                  <a:lnTo>
                    <a:pt x="788326" y="1587715"/>
                  </a:lnTo>
                  <a:lnTo>
                    <a:pt x="821425" y="1612964"/>
                  </a:lnTo>
                  <a:close/>
                  <a:moveTo>
                    <a:pt x="806483" y="1540950"/>
                  </a:moveTo>
                  <a:lnTo>
                    <a:pt x="788326" y="1587715"/>
                  </a:lnTo>
                  <a:lnTo>
                    <a:pt x="860709" y="1597591"/>
                  </a:lnTo>
                  <a:close/>
                  <a:moveTo>
                    <a:pt x="909209" y="1555422"/>
                  </a:moveTo>
                  <a:lnTo>
                    <a:pt x="893447" y="1537334"/>
                  </a:lnTo>
                  <a:lnTo>
                    <a:pt x="909148" y="1596192"/>
                  </a:lnTo>
                  <a:close/>
                  <a:moveTo>
                    <a:pt x="909148" y="1596192"/>
                  </a:moveTo>
                  <a:lnTo>
                    <a:pt x="893447" y="1537334"/>
                  </a:lnTo>
                  <a:lnTo>
                    <a:pt x="848464" y="1544803"/>
                  </a:lnTo>
                  <a:close/>
                  <a:moveTo>
                    <a:pt x="909148" y="1596192"/>
                  </a:moveTo>
                  <a:lnTo>
                    <a:pt x="848464" y="1544803"/>
                  </a:lnTo>
                  <a:lnTo>
                    <a:pt x="860709" y="1597591"/>
                  </a:lnTo>
                  <a:close/>
                  <a:moveTo>
                    <a:pt x="909209" y="1555422"/>
                  </a:moveTo>
                  <a:lnTo>
                    <a:pt x="909148" y="1596192"/>
                  </a:lnTo>
                  <a:lnTo>
                    <a:pt x="920766" y="1537334"/>
                  </a:lnTo>
                  <a:close/>
                  <a:moveTo>
                    <a:pt x="832445" y="1495083"/>
                  </a:moveTo>
                  <a:lnTo>
                    <a:pt x="806483" y="1540950"/>
                  </a:lnTo>
                  <a:lnTo>
                    <a:pt x="848464" y="1544803"/>
                  </a:lnTo>
                  <a:close/>
                  <a:moveTo>
                    <a:pt x="902576" y="1530622"/>
                  </a:moveTo>
                  <a:lnTo>
                    <a:pt x="845106" y="1509891"/>
                  </a:lnTo>
                  <a:lnTo>
                    <a:pt x="848464" y="1544803"/>
                  </a:lnTo>
                  <a:close/>
                  <a:moveTo>
                    <a:pt x="716959" y="1509891"/>
                  </a:moveTo>
                  <a:lnTo>
                    <a:pt x="721820" y="1513738"/>
                  </a:lnTo>
                  <a:lnTo>
                    <a:pt x="728894" y="1503304"/>
                  </a:lnTo>
                  <a:close/>
                  <a:moveTo>
                    <a:pt x="568353" y="1154402"/>
                  </a:moveTo>
                  <a:lnTo>
                    <a:pt x="534919" y="1125041"/>
                  </a:lnTo>
                  <a:lnTo>
                    <a:pt x="565904" y="1183390"/>
                  </a:lnTo>
                  <a:close/>
                  <a:moveTo>
                    <a:pt x="756550" y="1334009"/>
                  </a:moveTo>
                  <a:lnTo>
                    <a:pt x="804766" y="1307093"/>
                  </a:lnTo>
                  <a:lnTo>
                    <a:pt x="758799" y="1328745"/>
                  </a:lnTo>
                  <a:close/>
                  <a:moveTo>
                    <a:pt x="750107" y="1309920"/>
                  </a:moveTo>
                  <a:lnTo>
                    <a:pt x="758799" y="1328745"/>
                  </a:lnTo>
                  <a:lnTo>
                    <a:pt x="804766" y="1307093"/>
                  </a:lnTo>
                  <a:close/>
                  <a:moveTo>
                    <a:pt x="696206" y="1216164"/>
                  </a:moveTo>
                  <a:lnTo>
                    <a:pt x="694172" y="1255557"/>
                  </a:lnTo>
                  <a:lnTo>
                    <a:pt x="694068" y="1204020"/>
                  </a:lnTo>
                  <a:close/>
                  <a:moveTo>
                    <a:pt x="709098" y="1268426"/>
                  </a:moveTo>
                  <a:lnTo>
                    <a:pt x="694172" y="1255557"/>
                  </a:lnTo>
                  <a:lnTo>
                    <a:pt x="696206" y="1216164"/>
                  </a:lnTo>
                  <a:close/>
                  <a:moveTo>
                    <a:pt x="534919" y="1125041"/>
                  </a:moveTo>
                  <a:lnTo>
                    <a:pt x="568353" y="1154402"/>
                  </a:lnTo>
                  <a:lnTo>
                    <a:pt x="573714" y="1114298"/>
                  </a:lnTo>
                  <a:close/>
                  <a:moveTo>
                    <a:pt x="573714" y="1114298"/>
                  </a:moveTo>
                  <a:lnTo>
                    <a:pt x="568353" y="1154402"/>
                  </a:lnTo>
                  <a:lnTo>
                    <a:pt x="584798" y="1125041"/>
                  </a:lnTo>
                  <a:close/>
                  <a:moveTo>
                    <a:pt x="573714" y="1114298"/>
                  </a:moveTo>
                  <a:lnTo>
                    <a:pt x="584798" y="1125041"/>
                  </a:lnTo>
                  <a:lnTo>
                    <a:pt x="551190" y="1090233"/>
                  </a:lnTo>
                  <a:close/>
                  <a:moveTo>
                    <a:pt x="1036784" y="1548150"/>
                  </a:moveTo>
                  <a:lnTo>
                    <a:pt x="1055543" y="1490398"/>
                  </a:lnTo>
                  <a:lnTo>
                    <a:pt x="1003958" y="1513240"/>
                  </a:lnTo>
                  <a:close/>
                  <a:moveTo>
                    <a:pt x="1055543" y="1490398"/>
                  </a:moveTo>
                  <a:lnTo>
                    <a:pt x="1114454" y="1528970"/>
                  </a:lnTo>
                  <a:lnTo>
                    <a:pt x="1066368" y="1489146"/>
                  </a:lnTo>
                  <a:close/>
                  <a:moveTo>
                    <a:pt x="976886" y="1386072"/>
                  </a:moveTo>
                  <a:lnTo>
                    <a:pt x="941549" y="1410166"/>
                  </a:lnTo>
                  <a:lnTo>
                    <a:pt x="958909" y="1431668"/>
                  </a:lnTo>
                  <a:close/>
                  <a:moveTo>
                    <a:pt x="938911" y="1358630"/>
                  </a:moveTo>
                  <a:lnTo>
                    <a:pt x="976886" y="1386072"/>
                  </a:lnTo>
                  <a:lnTo>
                    <a:pt x="940106" y="1334536"/>
                  </a:lnTo>
                  <a:close/>
                  <a:moveTo>
                    <a:pt x="903637" y="1307093"/>
                  </a:moveTo>
                  <a:lnTo>
                    <a:pt x="940106" y="1334536"/>
                  </a:lnTo>
                  <a:lnTo>
                    <a:pt x="909747" y="1282999"/>
                  </a:lnTo>
                  <a:close/>
                  <a:moveTo>
                    <a:pt x="1224376" y="1590599"/>
                  </a:moveTo>
                  <a:lnTo>
                    <a:pt x="1178913" y="1591550"/>
                  </a:lnTo>
                  <a:lnTo>
                    <a:pt x="1206594" y="1516588"/>
                  </a:lnTo>
                  <a:close/>
                  <a:moveTo>
                    <a:pt x="940106" y="1334536"/>
                  </a:moveTo>
                  <a:lnTo>
                    <a:pt x="989284" y="1380797"/>
                  </a:lnTo>
                  <a:lnTo>
                    <a:pt x="988564" y="1318640"/>
                  </a:lnTo>
                  <a:close/>
                  <a:moveTo>
                    <a:pt x="970382" y="1258905"/>
                  </a:moveTo>
                  <a:lnTo>
                    <a:pt x="988564" y="1318640"/>
                  </a:lnTo>
                  <a:lnTo>
                    <a:pt x="992560" y="1287683"/>
                  </a:lnTo>
                  <a:close/>
                  <a:moveTo>
                    <a:pt x="940106" y="1334536"/>
                  </a:moveTo>
                  <a:lnTo>
                    <a:pt x="988564" y="1318640"/>
                  </a:lnTo>
                  <a:lnTo>
                    <a:pt x="970382" y="1258905"/>
                  </a:lnTo>
                  <a:close/>
                  <a:moveTo>
                    <a:pt x="913875" y="1168171"/>
                  </a:moveTo>
                  <a:lnTo>
                    <a:pt x="888335" y="1173913"/>
                  </a:lnTo>
                  <a:lnTo>
                    <a:pt x="950399" y="1207369"/>
                  </a:lnTo>
                  <a:close/>
                  <a:moveTo>
                    <a:pt x="875193" y="1104296"/>
                  </a:moveTo>
                  <a:lnTo>
                    <a:pt x="853703" y="1128390"/>
                  </a:lnTo>
                  <a:lnTo>
                    <a:pt x="897184" y="1155832"/>
                  </a:lnTo>
                  <a:close/>
                  <a:moveTo>
                    <a:pt x="897184" y="1155832"/>
                  </a:moveTo>
                  <a:lnTo>
                    <a:pt x="888335" y="1173913"/>
                  </a:lnTo>
                  <a:lnTo>
                    <a:pt x="913875" y="1168171"/>
                  </a:lnTo>
                  <a:close/>
                  <a:moveTo>
                    <a:pt x="1280379" y="1544031"/>
                  </a:moveTo>
                  <a:lnTo>
                    <a:pt x="1206594" y="1516588"/>
                  </a:lnTo>
                  <a:lnTo>
                    <a:pt x="1244911" y="1568125"/>
                  </a:lnTo>
                  <a:close/>
                  <a:moveTo>
                    <a:pt x="970382" y="1258905"/>
                  </a:moveTo>
                  <a:lnTo>
                    <a:pt x="992560" y="1287683"/>
                  </a:lnTo>
                  <a:lnTo>
                    <a:pt x="1007807" y="1240253"/>
                  </a:lnTo>
                  <a:close/>
                  <a:moveTo>
                    <a:pt x="1007807" y="1240253"/>
                  </a:moveTo>
                  <a:lnTo>
                    <a:pt x="992560" y="1287683"/>
                  </a:lnTo>
                  <a:lnTo>
                    <a:pt x="1013333" y="1258905"/>
                  </a:lnTo>
                  <a:close/>
                  <a:moveTo>
                    <a:pt x="1007807" y="1240253"/>
                  </a:moveTo>
                  <a:lnTo>
                    <a:pt x="1013333" y="1258905"/>
                  </a:lnTo>
                  <a:lnTo>
                    <a:pt x="1019439" y="1206035"/>
                  </a:lnTo>
                  <a:close/>
                  <a:moveTo>
                    <a:pt x="983335" y="1197405"/>
                  </a:moveTo>
                  <a:lnTo>
                    <a:pt x="1007807" y="1240253"/>
                  </a:lnTo>
                  <a:lnTo>
                    <a:pt x="1019439" y="1206035"/>
                  </a:lnTo>
                  <a:close/>
                  <a:moveTo>
                    <a:pt x="921982" y="1080202"/>
                  </a:moveTo>
                  <a:lnTo>
                    <a:pt x="916210" y="1151251"/>
                  </a:lnTo>
                  <a:lnTo>
                    <a:pt x="927909" y="1085741"/>
                  </a:lnTo>
                  <a:close/>
                  <a:moveTo>
                    <a:pt x="897184" y="1155832"/>
                  </a:moveTo>
                  <a:lnTo>
                    <a:pt x="916210" y="1151251"/>
                  </a:lnTo>
                  <a:lnTo>
                    <a:pt x="921982" y="1080202"/>
                  </a:lnTo>
                  <a:close/>
                  <a:moveTo>
                    <a:pt x="955255" y="1080202"/>
                  </a:moveTo>
                  <a:lnTo>
                    <a:pt x="927909" y="1085741"/>
                  </a:lnTo>
                  <a:lnTo>
                    <a:pt x="971834" y="1081269"/>
                  </a:lnTo>
                  <a:close/>
                  <a:moveTo>
                    <a:pt x="971834" y="1081269"/>
                  </a:moveTo>
                  <a:lnTo>
                    <a:pt x="927909" y="1085741"/>
                  </a:lnTo>
                  <a:lnTo>
                    <a:pt x="916210" y="1151251"/>
                  </a:lnTo>
                  <a:close/>
                  <a:moveTo>
                    <a:pt x="971834" y="1081269"/>
                  </a:moveTo>
                  <a:lnTo>
                    <a:pt x="916210" y="1151251"/>
                  </a:lnTo>
                  <a:lnTo>
                    <a:pt x="978177" y="1138856"/>
                  </a:lnTo>
                  <a:close/>
                  <a:moveTo>
                    <a:pt x="983252" y="1080202"/>
                  </a:moveTo>
                  <a:lnTo>
                    <a:pt x="971834" y="1081269"/>
                  </a:lnTo>
                  <a:lnTo>
                    <a:pt x="978177" y="1138856"/>
                  </a:lnTo>
                  <a:close/>
                  <a:moveTo>
                    <a:pt x="972276" y="1076945"/>
                  </a:moveTo>
                  <a:lnTo>
                    <a:pt x="971834" y="1081269"/>
                  </a:lnTo>
                  <a:lnTo>
                    <a:pt x="983252" y="1080202"/>
                  </a:lnTo>
                  <a:close/>
                  <a:moveTo>
                    <a:pt x="955255" y="1080202"/>
                  </a:moveTo>
                  <a:lnTo>
                    <a:pt x="971834" y="1081269"/>
                  </a:lnTo>
                  <a:lnTo>
                    <a:pt x="972276" y="1076945"/>
                  </a:lnTo>
                  <a:close/>
                  <a:moveTo>
                    <a:pt x="1371731" y="1573500"/>
                  </a:moveTo>
                  <a:lnTo>
                    <a:pt x="1412595" y="1540261"/>
                  </a:lnTo>
                  <a:lnTo>
                    <a:pt x="1398083" y="1527316"/>
                  </a:lnTo>
                  <a:close/>
                  <a:moveTo>
                    <a:pt x="1371731" y="1573500"/>
                  </a:moveTo>
                  <a:lnTo>
                    <a:pt x="1398083" y="1527316"/>
                  </a:lnTo>
                  <a:lnTo>
                    <a:pt x="1355836" y="1523680"/>
                  </a:lnTo>
                  <a:close/>
                  <a:moveTo>
                    <a:pt x="1294525" y="1535542"/>
                  </a:moveTo>
                  <a:lnTo>
                    <a:pt x="1355836" y="1523680"/>
                  </a:lnTo>
                  <a:lnTo>
                    <a:pt x="1337590" y="1475770"/>
                  </a:lnTo>
                  <a:close/>
                  <a:moveTo>
                    <a:pt x="1355836" y="1523680"/>
                  </a:moveTo>
                  <a:lnTo>
                    <a:pt x="1398083" y="1527316"/>
                  </a:lnTo>
                  <a:lnTo>
                    <a:pt x="1375909" y="1482600"/>
                  </a:lnTo>
                  <a:close/>
                  <a:moveTo>
                    <a:pt x="1355836" y="1523680"/>
                  </a:moveTo>
                  <a:lnTo>
                    <a:pt x="1375909" y="1482600"/>
                  </a:lnTo>
                  <a:lnTo>
                    <a:pt x="1337590" y="1475770"/>
                  </a:lnTo>
                  <a:close/>
                  <a:moveTo>
                    <a:pt x="1079551" y="1107644"/>
                  </a:moveTo>
                  <a:lnTo>
                    <a:pt x="1037554" y="1146332"/>
                  </a:lnTo>
                  <a:lnTo>
                    <a:pt x="1088988" y="1183275"/>
                  </a:lnTo>
                  <a:close/>
                  <a:moveTo>
                    <a:pt x="1079551" y="1107644"/>
                  </a:moveTo>
                  <a:lnTo>
                    <a:pt x="1088988" y="1183275"/>
                  </a:lnTo>
                  <a:lnTo>
                    <a:pt x="1089842" y="1159181"/>
                  </a:lnTo>
                  <a:close/>
                  <a:moveTo>
                    <a:pt x="921982" y="1080202"/>
                  </a:moveTo>
                  <a:lnTo>
                    <a:pt x="927909" y="1085741"/>
                  </a:lnTo>
                  <a:lnTo>
                    <a:pt x="930781" y="1076663"/>
                  </a:lnTo>
                  <a:close/>
                  <a:moveTo>
                    <a:pt x="930781" y="1076663"/>
                  </a:moveTo>
                  <a:lnTo>
                    <a:pt x="927909" y="1085741"/>
                  </a:lnTo>
                  <a:lnTo>
                    <a:pt x="955255" y="1080202"/>
                  </a:lnTo>
                  <a:close/>
                  <a:moveTo>
                    <a:pt x="976950" y="1014367"/>
                  </a:moveTo>
                  <a:lnTo>
                    <a:pt x="955255" y="1080202"/>
                  </a:lnTo>
                  <a:lnTo>
                    <a:pt x="972276" y="1076945"/>
                  </a:lnTo>
                  <a:close/>
                  <a:moveTo>
                    <a:pt x="930781" y="1076663"/>
                  </a:moveTo>
                  <a:lnTo>
                    <a:pt x="955255" y="1080202"/>
                  </a:lnTo>
                  <a:lnTo>
                    <a:pt x="976950" y="1014367"/>
                  </a:lnTo>
                  <a:close/>
                  <a:moveTo>
                    <a:pt x="1013020" y="1004571"/>
                  </a:moveTo>
                  <a:lnTo>
                    <a:pt x="972276" y="1076945"/>
                  </a:lnTo>
                  <a:lnTo>
                    <a:pt x="983252" y="1080202"/>
                  </a:lnTo>
                  <a:close/>
                  <a:moveTo>
                    <a:pt x="816147" y="707657"/>
                  </a:moveTo>
                  <a:lnTo>
                    <a:pt x="766707" y="757630"/>
                  </a:lnTo>
                  <a:lnTo>
                    <a:pt x="775668" y="730992"/>
                  </a:lnTo>
                  <a:close/>
                  <a:moveTo>
                    <a:pt x="1495955" y="1444307"/>
                  </a:moveTo>
                  <a:lnTo>
                    <a:pt x="1520090" y="1504091"/>
                  </a:lnTo>
                  <a:lnTo>
                    <a:pt x="1525416" y="1477831"/>
                  </a:lnTo>
                  <a:close/>
                  <a:moveTo>
                    <a:pt x="1495955" y="1444307"/>
                  </a:moveTo>
                  <a:lnTo>
                    <a:pt x="1465231" y="1427484"/>
                  </a:lnTo>
                  <a:lnTo>
                    <a:pt x="1439508" y="1466209"/>
                  </a:lnTo>
                  <a:close/>
                  <a:moveTo>
                    <a:pt x="1079551" y="1107644"/>
                  </a:moveTo>
                  <a:lnTo>
                    <a:pt x="1141249" y="1089551"/>
                  </a:lnTo>
                  <a:lnTo>
                    <a:pt x="1132419" y="1089424"/>
                  </a:lnTo>
                  <a:close/>
                  <a:moveTo>
                    <a:pt x="1120471" y="1036395"/>
                  </a:moveTo>
                  <a:lnTo>
                    <a:pt x="1067155" y="1041757"/>
                  </a:lnTo>
                  <a:lnTo>
                    <a:pt x="1132419" y="1089424"/>
                  </a:lnTo>
                  <a:close/>
                  <a:moveTo>
                    <a:pt x="1120471" y="1036395"/>
                  </a:moveTo>
                  <a:lnTo>
                    <a:pt x="1132419" y="1089424"/>
                  </a:lnTo>
                  <a:lnTo>
                    <a:pt x="1153160" y="1047801"/>
                  </a:lnTo>
                  <a:close/>
                  <a:moveTo>
                    <a:pt x="1061769" y="980477"/>
                  </a:moveTo>
                  <a:lnTo>
                    <a:pt x="1067155" y="1041757"/>
                  </a:lnTo>
                  <a:lnTo>
                    <a:pt x="1066721" y="985583"/>
                  </a:lnTo>
                  <a:close/>
                  <a:moveTo>
                    <a:pt x="1067155" y="1041757"/>
                  </a:moveTo>
                  <a:lnTo>
                    <a:pt x="1120471" y="1036395"/>
                  </a:lnTo>
                  <a:lnTo>
                    <a:pt x="1066721" y="985583"/>
                  </a:lnTo>
                  <a:close/>
                  <a:moveTo>
                    <a:pt x="1013020" y="1004571"/>
                  </a:moveTo>
                  <a:lnTo>
                    <a:pt x="1061769" y="980477"/>
                  </a:lnTo>
                  <a:lnTo>
                    <a:pt x="978585" y="965631"/>
                  </a:lnTo>
                  <a:close/>
                  <a:moveTo>
                    <a:pt x="1061769" y="980477"/>
                  </a:moveTo>
                  <a:lnTo>
                    <a:pt x="1006583" y="935413"/>
                  </a:lnTo>
                  <a:lnTo>
                    <a:pt x="978585" y="965631"/>
                  </a:lnTo>
                  <a:close/>
                  <a:moveTo>
                    <a:pt x="237623" y="5509"/>
                  </a:moveTo>
                  <a:lnTo>
                    <a:pt x="253118" y="0"/>
                  </a:lnTo>
                  <a:lnTo>
                    <a:pt x="208637" y="8369"/>
                  </a:lnTo>
                  <a:close/>
                  <a:moveTo>
                    <a:pt x="237623" y="5509"/>
                  </a:moveTo>
                  <a:lnTo>
                    <a:pt x="267846" y="18920"/>
                  </a:lnTo>
                  <a:lnTo>
                    <a:pt x="253118" y="0"/>
                  </a:lnTo>
                  <a:close/>
                  <a:moveTo>
                    <a:pt x="1525416" y="1477831"/>
                  </a:moveTo>
                  <a:lnTo>
                    <a:pt x="1538136" y="1426676"/>
                  </a:lnTo>
                  <a:lnTo>
                    <a:pt x="1495955" y="1444307"/>
                  </a:lnTo>
                  <a:close/>
                  <a:moveTo>
                    <a:pt x="1495955" y="1444307"/>
                  </a:moveTo>
                  <a:lnTo>
                    <a:pt x="1538136" y="1426676"/>
                  </a:lnTo>
                  <a:lnTo>
                    <a:pt x="1477390" y="1375336"/>
                  </a:lnTo>
                  <a:close/>
                  <a:moveTo>
                    <a:pt x="1477390" y="1375336"/>
                  </a:moveTo>
                  <a:lnTo>
                    <a:pt x="1538136" y="1426676"/>
                  </a:lnTo>
                  <a:lnTo>
                    <a:pt x="1522483" y="1376659"/>
                  </a:lnTo>
                  <a:close/>
                  <a:moveTo>
                    <a:pt x="1495955" y="1444307"/>
                  </a:moveTo>
                  <a:lnTo>
                    <a:pt x="1477390" y="1375336"/>
                  </a:lnTo>
                  <a:lnTo>
                    <a:pt x="1465231" y="1427484"/>
                  </a:lnTo>
                  <a:close/>
                  <a:moveTo>
                    <a:pt x="1461076" y="1368676"/>
                  </a:moveTo>
                  <a:lnTo>
                    <a:pt x="1465231" y="1427484"/>
                  </a:lnTo>
                  <a:lnTo>
                    <a:pt x="1477390" y="1375336"/>
                  </a:lnTo>
                  <a:close/>
                  <a:moveTo>
                    <a:pt x="1477390" y="1375336"/>
                  </a:moveTo>
                  <a:lnTo>
                    <a:pt x="1522483" y="1376659"/>
                  </a:lnTo>
                  <a:lnTo>
                    <a:pt x="1445429" y="1338578"/>
                  </a:lnTo>
                  <a:close/>
                  <a:moveTo>
                    <a:pt x="1416382" y="1324211"/>
                  </a:moveTo>
                  <a:lnTo>
                    <a:pt x="1461076" y="1368676"/>
                  </a:lnTo>
                  <a:lnTo>
                    <a:pt x="1477390" y="1375336"/>
                  </a:lnTo>
                  <a:close/>
                  <a:moveTo>
                    <a:pt x="1209992" y="1083551"/>
                  </a:moveTo>
                  <a:lnTo>
                    <a:pt x="1239607" y="1107946"/>
                  </a:lnTo>
                  <a:lnTo>
                    <a:pt x="1266556" y="1073802"/>
                  </a:lnTo>
                  <a:close/>
                  <a:moveTo>
                    <a:pt x="1209992" y="1083551"/>
                  </a:moveTo>
                  <a:lnTo>
                    <a:pt x="1266556" y="1073802"/>
                  </a:lnTo>
                  <a:lnTo>
                    <a:pt x="1242233" y="1059457"/>
                  </a:lnTo>
                  <a:close/>
                  <a:moveTo>
                    <a:pt x="1066420" y="979612"/>
                  </a:moveTo>
                  <a:lnTo>
                    <a:pt x="1061769" y="980477"/>
                  </a:lnTo>
                  <a:lnTo>
                    <a:pt x="1066721" y="985583"/>
                  </a:lnTo>
                  <a:close/>
                  <a:moveTo>
                    <a:pt x="1061769" y="980477"/>
                  </a:moveTo>
                  <a:lnTo>
                    <a:pt x="1066420" y="979612"/>
                  </a:lnTo>
                  <a:lnTo>
                    <a:pt x="1082806" y="910820"/>
                  </a:lnTo>
                  <a:close/>
                  <a:moveTo>
                    <a:pt x="1242233" y="1059457"/>
                  </a:moveTo>
                  <a:lnTo>
                    <a:pt x="1279062" y="1046170"/>
                  </a:lnTo>
                  <a:lnTo>
                    <a:pt x="1220093" y="1007920"/>
                  </a:lnTo>
                  <a:close/>
                  <a:moveTo>
                    <a:pt x="1131878" y="838892"/>
                  </a:moveTo>
                  <a:lnTo>
                    <a:pt x="1161779" y="852565"/>
                  </a:lnTo>
                  <a:lnTo>
                    <a:pt x="1166733" y="785795"/>
                  </a:lnTo>
                  <a:close/>
                  <a:moveTo>
                    <a:pt x="1348305" y="776887"/>
                  </a:moveTo>
                  <a:lnTo>
                    <a:pt x="1390916" y="832565"/>
                  </a:lnTo>
                  <a:lnTo>
                    <a:pt x="1358632" y="781028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17" name="Output_density__4216">
              <a:extLst>
                <a:ext uri="{FF2B5EF4-FFF2-40B4-BE49-F238E27FC236}">
                  <a16:creationId xmlns:a16="http://schemas.microsoft.com/office/drawing/2014/main" id="{F75D158A-F69D-EB07-1E6F-7919C2BCD283}"/>
                </a:ext>
              </a:extLst>
            </p:cNvPr>
            <p:cNvSpPr>
              <a:spLocks noGrp="1"/>
            </p:cNvSpPr>
            <p:nvPr/>
          </p:nvSpPr>
          <p:spPr>
            <a:xfrm>
              <a:off x="15336488" y="3349099"/>
              <a:ext cx="1470958" cy="1360529"/>
            </a:xfrm>
            <a:custGeom>
              <a:avLst/>
              <a:gdLst/>
              <a:ahLst/>
              <a:cxnLst/>
              <a:rect l="0" t="0" r="0" b="0"/>
              <a:pathLst>
                <a:path w="1470958" h="1360529">
                  <a:moveTo>
                    <a:pt x="16043" y="947321"/>
                  </a:moveTo>
                  <a:lnTo>
                    <a:pt x="0" y="933760"/>
                  </a:lnTo>
                  <a:lnTo>
                    <a:pt x="17351" y="965497"/>
                  </a:lnTo>
                  <a:close/>
                  <a:moveTo>
                    <a:pt x="377418" y="1256541"/>
                  </a:moveTo>
                  <a:lnTo>
                    <a:pt x="379827" y="1275161"/>
                  </a:lnTo>
                  <a:lnTo>
                    <a:pt x="410424" y="1285308"/>
                  </a:lnTo>
                  <a:close/>
                  <a:moveTo>
                    <a:pt x="490604" y="1283983"/>
                  </a:moveTo>
                  <a:lnTo>
                    <a:pt x="444686" y="1308077"/>
                  </a:lnTo>
                  <a:lnTo>
                    <a:pt x="466928" y="1321887"/>
                  </a:lnTo>
                  <a:close/>
                  <a:moveTo>
                    <a:pt x="444686" y="1308077"/>
                  </a:moveTo>
                  <a:lnTo>
                    <a:pt x="490604" y="1283983"/>
                  </a:lnTo>
                  <a:lnTo>
                    <a:pt x="410424" y="1285308"/>
                  </a:lnTo>
                  <a:close/>
                  <a:moveTo>
                    <a:pt x="490604" y="1283983"/>
                  </a:moveTo>
                  <a:lnTo>
                    <a:pt x="436020" y="1246105"/>
                  </a:lnTo>
                  <a:lnTo>
                    <a:pt x="410424" y="1285308"/>
                  </a:lnTo>
                  <a:close/>
                  <a:moveTo>
                    <a:pt x="406896" y="1232447"/>
                  </a:moveTo>
                  <a:lnTo>
                    <a:pt x="410424" y="1285308"/>
                  </a:lnTo>
                  <a:lnTo>
                    <a:pt x="436020" y="1246105"/>
                  </a:lnTo>
                  <a:close/>
                  <a:moveTo>
                    <a:pt x="406896" y="1232447"/>
                  </a:moveTo>
                  <a:lnTo>
                    <a:pt x="377418" y="1256541"/>
                  </a:lnTo>
                  <a:lnTo>
                    <a:pt x="410424" y="1285308"/>
                  </a:lnTo>
                  <a:close/>
                  <a:moveTo>
                    <a:pt x="377418" y="1256541"/>
                  </a:moveTo>
                  <a:lnTo>
                    <a:pt x="406896" y="1232447"/>
                  </a:lnTo>
                  <a:lnTo>
                    <a:pt x="346984" y="1222792"/>
                  </a:lnTo>
                  <a:close/>
                  <a:moveTo>
                    <a:pt x="406896" y="1232447"/>
                  </a:moveTo>
                  <a:lnTo>
                    <a:pt x="381857" y="1218278"/>
                  </a:lnTo>
                  <a:lnTo>
                    <a:pt x="346984" y="1222792"/>
                  </a:lnTo>
                  <a:close/>
                  <a:moveTo>
                    <a:pt x="346984" y="1222792"/>
                  </a:moveTo>
                  <a:lnTo>
                    <a:pt x="322526" y="1183037"/>
                  </a:lnTo>
                  <a:lnTo>
                    <a:pt x="329446" y="1205004"/>
                  </a:lnTo>
                  <a:close/>
                  <a:moveTo>
                    <a:pt x="329446" y="1205004"/>
                  </a:moveTo>
                  <a:lnTo>
                    <a:pt x="322526" y="1183037"/>
                  </a:lnTo>
                  <a:lnTo>
                    <a:pt x="289700" y="1146981"/>
                  </a:lnTo>
                  <a:close/>
                  <a:moveTo>
                    <a:pt x="606782" y="1360529"/>
                  </a:moveTo>
                  <a:lnTo>
                    <a:pt x="572676" y="1319828"/>
                  </a:lnTo>
                  <a:lnTo>
                    <a:pt x="583225" y="1335520"/>
                  </a:lnTo>
                  <a:close/>
                  <a:moveTo>
                    <a:pt x="588060" y="1330305"/>
                  </a:moveTo>
                  <a:lnTo>
                    <a:pt x="572676" y="1319828"/>
                  </a:lnTo>
                  <a:lnTo>
                    <a:pt x="606782" y="1360529"/>
                  </a:lnTo>
                  <a:close/>
                  <a:moveTo>
                    <a:pt x="642337" y="1358559"/>
                  </a:moveTo>
                  <a:lnTo>
                    <a:pt x="588060" y="1330305"/>
                  </a:lnTo>
                  <a:lnTo>
                    <a:pt x="606782" y="1360529"/>
                  </a:lnTo>
                  <a:close/>
                  <a:moveTo>
                    <a:pt x="583225" y="1335520"/>
                  </a:moveTo>
                  <a:lnTo>
                    <a:pt x="572676" y="1319828"/>
                  </a:lnTo>
                  <a:lnTo>
                    <a:pt x="541077" y="1282774"/>
                  </a:lnTo>
                  <a:close/>
                  <a:moveTo>
                    <a:pt x="572676" y="1319828"/>
                  </a:moveTo>
                  <a:lnTo>
                    <a:pt x="514702" y="1283983"/>
                  </a:lnTo>
                  <a:lnTo>
                    <a:pt x="541077" y="1282774"/>
                  </a:lnTo>
                  <a:close/>
                  <a:moveTo>
                    <a:pt x="513953" y="1227910"/>
                  </a:moveTo>
                  <a:lnTo>
                    <a:pt x="541077" y="1282774"/>
                  </a:lnTo>
                  <a:lnTo>
                    <a:pt x="513834" y="1232447"/>
                  </a:lnTo>
                  <a:close/>
                  <a:moveTo>
                    <a:pt x="513834" y="1232447"/>
                  </a:moveTo>
                  <a:lnTo>
                    <a:pt x="541077" y="1282774"/>
                  </a:lnTo>
                  <a:lnTo>
                    <a:pt x="514702" y="1283983"/>
                  </a:lnTo>
                  <a:close/>
                  <a:moveTo>
                    <a:pt x="513953" y="1227910"/>
                  </a:moveTo>
                  <a:lnTo>
                    <a:pt x="513834" y="1232447"/>
                  </a:lnTo>
                  <a:lnTo>
                    <a:pt x="494402" y="1219995"/>
                  </a:lnTo>
                  <a:close/>
                  <a:moveTo>
                    <a:pt x="561302" y="1230262"/>
                  </a:moveTo>
                  <a:lnTo>
                    <a:pt x="543708" y="1283983"/>
                  </a:lnTo>
                  <a:lnTo>
                    <a:pt x="541077" y="1282774"/>
                  </a:lnTo>
                  <a:close/>
                  <a:moveTo>
                    <a:pt x="494402" y="1219995"/>
                  </a:moveTo>
                  <a:lnTo>
                    <a:pt x="513834" y="1232447"/>
                  </a:lnTo>
                  <a:lnTo>
                    <a:pt x="465980" y="1183443"/>
                  </a:lnTo>
                  <a:close/>
                  <a:moveTo>
                    <a:pt x="464073" y="1180910"/>
                  </a:moveTo>
                  <a:lnTo>
                    <a:pt x="494402" y="1219995"/>
                  </a:lnTo>
                  <a:lnTo>
                    <a:pt x="465980" y="1183443"/>
                  </a:lnTo>
                  <a:close/>
                  <a:moveTo>
                    <a:pt x="435810" y="1166904"/>
                  </a:moveTo>
                  <a:lnTo>
                    <a:pt x="408794" y="1144315"/>
                  </a:lnTo>
                  <a:lnTo>
                    <a:pt x="383360" y="1108821"/>
                  </a:lnTo>
                  <a:close/>
                  <a:moveTo>
                    <a:pt x="435810" y="1166904"/>
                  </a:moveTo>
                  <a:lnTo>
                    <a:pt x="464073" y="1180910"/>
                  </a:lnTo>
                  <a:lnTo>
                    <a:pt x="408794" y="1144315"/>
                  </a:lnTo>
                  <a:close/>
                  <a:moveTo>
                    <a:pt x="371569" y="1002206"/>
                  </a:moveTo>
                  <a:lnTo>
                    <a:pt x="380907" y="1040047"/>
                  </a:lnTo>
                  <a:lnTo>
                    <a:pt x="415358" y="1033956"/>
                  </a:lnTo>
                  <a:close/>
                  <a:moveTo>
                    <a:pt x="338544" y="1026300"/>
                  </a:moveTo>
                  <a:lnTo>
                    <a:pt x="371569" y="1002206"/>
                  </a:lnTo>
                  <a:lnTo>
                    <a:pt x="329535" y="1022652"/>
                  </a:lnTo>
                  <a:close/>
                  <a:moveTo>
                    <a:pt x="300552" y="954067"/>
                  </a:moveTo>
                  <a:lnTo>
                    <a:pt x="231777" y="1006504"/>
                  </a:lnTo>
                  <a:lnTo>
                    <a:pt x="279877" y="1011669"/>
                  </a:lnTo>
                  <a:close/>
                  <a:moveTo>
                    <a:pt x="279877" y="1011669"/>
                  </a:moveTo>
                  <a:lnTo>
                    <a:pt x="329535" y="1022652"/>
                  </a:lnTo>
                  <a:lnTo>
                    <a:pt x="349483" y="962336"/>
                  </a:lnTo>
                  <a:close/>
                  <a:moveTo>
                    <a:pt x="281584" y="883150"/>
                  </a:moveTo>
                  <a:lnTo>
                    <a:pt x="232889" y="871691"/>
                  </a:lnTo>
                  <a:lnTo>
                    <a:pt x="236525" y="901259"/>
                  </a:lnTo>
                  <a:close/>
                  <a:moveTo>
                    <a:pt x="236525" y="901259"/>
                  </a:moveTo>
                  <a:lnTo>
                    <a:pt x="232889" y="871691"/>
                  </a:lnTo>
                  <a:lnTo>
                    <a:pt x="218775" y="852946"/>
                  </a:lnTo>
                  <a:close/>
                  <a:moveTo>
                    <a:pt x="191994" y="811976"/>
                  </a:moveTo>
                  <a:lnTo>
                    <a:pt x="262067" y="810180"/>
                  </a:lnTo>
                  <a:lnTo>
                    <a:pt x="245091" y="796060"/>
                  </a:lnTo>
                  <a:close/>
                  <a:moveTo>
                    <a:pt x="191994" y="811976"/>
                  </a:moveTo>
                  <a:lnTo>
                    <a:pt x="185607" y="796060"/>
                  </a:lnTo>
                  <a:lnTo>
                    <a:pt x="195199" y="847597"/>
                  </a:lnTo>
                  <a:close/>
                  <a:moveTo>
                    <a:pt x="191994" y="811976"/>
                  </a:moveTo>
                  <a:lnTo>
                    <a:pt x="245091" y="796060"/>
                  </a:lnTo>
                  <a:lnTo>
                    <a:pt x="205004" y="771506"/>
                  </a:lnTo>
                  <a:close/>
                  <a:moveTo>
                    <a:pt x="205004" y="771506"/>
                  </a:moveTo>
                  <a:lnTo>
                    <a:pt x="162577" y="744523"/>
                  </a:lnTo>
                  <a:lnTo>
                    <a:pt x="191994" y="811976"/>
                  </a:lnTo>
                  <a:close/>
                  <a:moveTo>
                    <a:pt x="476811" y="1029649"/>
                  </a:moveTo>
                  <a:lnTo>
                    <a:pt x="433291" y="1053743"/>
                  </a:lnTo>
                  <a:lnTo>
                    <a:pt x="475957" y="1085846"/>
                  </a:lnTo>
                  <a:close/>
                  <a:moveTo>
                    <a:pt x="544917" y="1091424"/>
                  </a:moveTo>
                  <a:lnTo>
                    <a:pt x="550994" y="1081186"/>
                  </a:lnTo>
                  <a:lnTo>
                    <a:pt x="524384" y="1092230"/>
                  </a:lnTo>
                  <a:close/>
                  <a:moveTo>
                    <a:pt x="524384" y="1092230"/>
                  </a:moveTo>
                  <a:lnTo>
                    <a:pt x="550994" y="1081186"/>
                  </a:lnTo>
                  <a:lnTo>
                    <a:pt x="503750" y="1054861"/>
                  </a:lnTo>
                  <a:close/>
                  <a:moveTo>
                    <a:pt x="473088" y="940221"/>
                  </a:moveTo>
                  <a:lnTo>
                    <a:pt x="396396" y="950670"/>
                  </a:lnTo>
                  <a:lnTo>
                    <a:pt x="420371" y="991228"/>
                  </a:lnTo>
                  <a:close/>
                  <a:moveTo>
                    <a:pt x="420371" y="991228"/>
                  </a:moveTo>
                  <a:lnTo>
                    <a:pt x="396396" y="950670"/>
                  </a:lnTo>
                  <a:lnTo>
                    <a:pt x="398112" y="946581"/>
                  </a:lnTo>
                  <a:close/>
                  <a:moveTo>
                    <a:pt x="354099" y="944380"/>
                  </a:moveTo>
                  <a:lnTo>
                    <a:pt x="398112" y="946581"/>
                  </a:lnTo>
                  <a:lnTo>
                    <a:pt x="391878" y="946167"/>
                  </a:lnTo>
                  <a:close/>
                  <a:moveTo>
                    <a:pt x="344107" y="942236"/>
                  </a:moveTo>
                  <a:lnTo>
                    <a:pt x="354099" y="944380"/>
                  </a:lnTo>
                  <a:lnTo>
                    <a:pt x="391878" y="946167"/>
                  </a:lnTo>
                  <a:close/>
                  <a:moveTo>
                    <a:pt x="245091" y="796060"/>
                  </a:moveTo>
                  <a:lnTo>
                    <a:pt x="262067" y="810180"/>
                  </a:lnTo>
                  <a:lnTo>
                    <a:pt x="266606" y="823503"/>
                  </a:lnTo>
                  <a:close/>
                  <a:moveTo>
                    <a:pt x="278517" y="771966"/>
                  </a:moveTo>
                  <a:lnTo>
                    <a:pt x="286136" y="765267"/>
                  </a:lnTo>
                  <a:lnTo>
                    <a:pt x="245091" y="796060"/>
                  </a:lnTo>
                  <a:close/>
                  <a:moveTo>
                    <a:pt x="312603" y="824449"/>
                  </a:moveTo>
                  <a:lnTo>
                    <a:pt x="284036" y="837872"/>
                  </a:lnTo>
                  <a:lnTo>
                    <a:pt x="262067" y="810180"/>
                  </a:lnTo>
                  <a:close/>
                  <a:moveTo>
                    <a:pt x="212184" y="732819"/>
                  </a:moveTo>
                  <a:lnTo>
                    <a:pt x="261021" y="731097"/>
                  </a:lnTo>
                  <a:lnTo>
                    <a:pt x="246741" y="679964"/>
                  </a:lnTo>
                  <a:close/>
                  <a:moveTo>
                    <a:pt x="497343" y="966633"/>
                  </a:moveTo>
                  <a:lnTo>
                    <a:pt x="506124" y="978113"/>
                  </a:lnTo>
                  <a:lnTo>
                    <a:pt x="473088" y="940221"/>
                  </a:lnTo>
                  <a:close/>
                  <a:moveTo>
                    <a:pt x="338254" y="706291"/>
                  </a:moveTo>
                  <a:lnTo>
                    <a:pt x="358557" y="720429"/>
                  </a:lnTo>
                  <a:lnTo>
                    <a:pt x="355424" y="755075"/>
                  </a:lnTo>
                  <a:close/>
                  <a:moveTo>
                    <a:pt x="279684" y="593262"/>
                  </a:moveTo>
                  <a:lnTo>
                    <a:pt x="272040" y="617356"/>
                  </a:lnTo>
                  <a:lnTo>
                    <a:pt x="297478" y="644799"/>
                  </a:lnTo>
                  <a:close/>
                  <a:moveTo>
                    <a:pt x="765082" y="1160165"/>
                  </a:moveTo>
                  <a:lnTo>
                    <a:pt x="803072" y="1211702"/>
                  </a:lnTo>
                  <a:lnTo>
                    <a:pt x="822325" y="1206053"/>
                  </a:lnTo>
                  <a:close/>
                  <a:moveTo>
                    <a:pt x="822325" y="1206053"/>
                  </a:moveTo>
                  <a:lnTo>
                    <a:pt x="821303" y="1211702"/>
                  </a:lnTo>
                  <a:lnTo>
                    <a:pt x="827984" y="1138710"/>
                  </a:lnTo>
                  <a:close/>
                  <a:moveTo>
                    <a:pt x="560362" y="890639"/>
                  </a:moveTo>
                  <a:lnTo>
                    <a:pt x="506030" y="928485"/>
                  </a:lnTo>
                  <a:lnTo>
                    <a:pt x="552515" y="927609"/>
                  </a:lnTo>
                  <a:close/>
                  <a:moveTo>
                    <a:pt x="560362" y="890639"/>
                  </a:moveTo>
                  <a:lnTo>
                    <a:pt x="510851" y="892908"/>
                  </a:lnTo>
                  <a:lnTo>
                    <a:pt x="506030" y="928485"/>
                  </a:lnTo>
                  <a:close/>
                  <a:moveTo>
                    <a:pt x="527938" y="826851"/>
                  </a:moveTo>
                  <a:lnTo>
                    <a:pt x="516123" y="831322"/>
                  </a:lnTo>
                  <a:lnTo>
                    <a:pt x="556274" y="831219"/>
                  </a:lnTo>
                  <a:close/>
                  <a:moveTo>
                    <a:pt x="556274" y="831219"/>
                  </a:moveTo>
                  <a:lnTo>
                    <a:pt x="516123" y="831322"/>
                  </a:lnTo>
                  <a:lnTo>
                    <a:pt x="510851" y="892908"/>
                  </a:lnTo>
                  <a:close/>
                  <a:moveTo>
                    <a:pt x="560362" y="890639"/>
                  </a:moveTo>
                  <a:lnTo>
                    <a:pt x="584955" y="845884"/>
                  </a:lnTo>
                  <a:lnTo>
                    <a:pt x="556274" y="831219"/>
                  </a:lnTo>
                  <a:close/>
                  <a:moveTo>
                    <a:pt x="297478" y="644799"/>
                  </a:moveTo>
                  <a:lnTo>
                    <a:pt x="336491" y="696335"/>
                  </a:lnTo>
                  <a:lnTo>
                    <a:pt x="376000" y="656781"/>
                  </a:lnTo>
                  <a:close/>
                  <a:moveTo>
                    <a:pt x="376000" y="656781"/>
                  </a:moveTo>
                  <a:lnTo>
                    <a:pt x="336491" y="696335"/>
                  </a:lnTo>
                  <a:lnTo>
                    <a:pt x="362105" y="686900"/>
                  </a:lnTo>
                  <a:close/>
                  <a:moveTo>
                    <a:pt x="300652" y="636135"/>
                  </a:moveTo>
                  <a:lnTo>
                    <a:pt x="297478" y="644799"/>
                  </a:lnTo>
                  <a:lnTo>
                    <a:pt x="376000" y="656781"/>
                  </a:lnTo>
                  <a:close/>
                  <a:moveTo>
                    <a:pt x="617781" y="756455"/>
                  </a:moveTo>
                  <a:lnTo>
                    <a:pt x="603612" y="809076"/>
                  </a:lnTo>
                  <a:lnTo>
                    <a:pt x="646384" y="751221"/>
                  </a:lnTo>
                  <a:close/>
                  <a:moveTo>
                    <a:pt x="617781" y="756455"/>
                  </a:moveTo>
                  <a:lnTo>
                    <a:pt x="544567" y="723778"/>
                  </a:lnTo>
                  <a:lnTo>
                    <a:pt x="566255" y="709179"/>
                  </a:lnTo>
                  <a:close/>
                  <a:moveTo>
                    <a:pt x="814993" y="881737"/>
                  </a:moveTo>
                  <a:lnTo>
                    <a:pt x="796493" y="905831"/>
                  </a:lnTo>
                  <a:lnTo>
                    <a:pt x="808750" y="917123"/>
                  </a:lnTo>
                  <a:close/>
                  <a:moveTo>
                    <a:pt x="796493" y="905831"/>
                  </a:moveTo>
                  <a:lnTo>
                    <a:pt x="814993" y="881737"/>
                  </a:lnTo>
                  <a:lnTo>
                    <a:pt x="751234" y="876758"/>
                  </a:lnTo>
                  <a:close/>
                  <a:moveTo>
                    <a:pt x="814993" y="881737"/>
                  </a:moveTo>
                  <a:lnTo>
                    <a:pt x="781894" y="856488"/>
                  </a:lnTo>
                  <a:lnTo>
                    <a:pt x="751234" y="876758"/>
                  </a:lnTo>
                  <a:close/>
                  <a:moveTo>
                    <a:pt x="675512" y="768319"/>
                  </a:moveTo>
                  <a:lnTo>
                    <a:pt x="712258" y="802757"/>
                  </a:lnTo>
                  <a:lnTo>
                    <a:pt x="710872" y="781498"/>
                  </a:lnTo>
                  <a:close/>
                  <a:moveTo>
                    <a:pt x="618336" y="693260"/>
                  </a:moveTo>
                  <a:lnTo>
                    <a:pt x="653288" y="725006"/>
                  </a:lnTo>
                  <a:lnTo>
                    <a:pt x="594436" y="675590"/>
                  </a:lnTo>
                  <a:close/>
                  <a:moveTo>
                    <a:pt x="655469" y="727127"/>
                  </a:moveTo>
                  <a:lnTo>
                    <a:pt x="646384" y="751221"/>
                  </a:lnTo>
                  <a:lnTo>
                    <a:pt x="710526" y="778664"/>
                  </a:lnTo>
                  <a:close/>
                  <a:moveTo>
                    <a:pt x="655469" y="727127"/>
                  </a:moveTo>
                  <a:lnTo>
                    <a:pt x="664172" y="725921"/>
                  </a:lnTo>
                  <a:lnTo>
                    <a:pt x="646384" y="751221"/>
                  </a:lnTo>
                  <a:close/>
                  <a:moveTo>
                    <a:pt x="655469" y="727127"/>
                  </a:moveTo>
                  <a:lnTo>
                    <a:pt x="653288" y="725006"/>
                  </a:lnTo>
                  <a:lnTo>
                    <a:pt x="618336" y="693260"/>
                  </a:lnTo>
                  <a:close/>
                  <a:moveTo>
                    <a:pt x="929603" y="1036347"/>
                  </a:moveTo>
                  <a:lnTo>
                    <a:pt x="980839" y="1076284"/>
                  </a:lnTo>
                  <a:lnTo>
                    <a:pt x="974355" y="1012253"/>
                  </a:lnTo>
                  <a:close/>
                  <a:moveTo>
                    <a:pt x="813485" y="754570"/>
                  </a:moveTo>
                  <a:lnTo>
                    <a:pt x="801154" y="793600"/>
                  </a:lnTo>
                  <a:lnTo>
                    <a:pt x="826012" y="763855"/>
                  </a:lnTo>
                  <a:close/>
                  <a:moveTo>
                    <a:pt x="826012" y="763855"/>
                  </a:moveTo>
                  <a:lnTo>
                    <a:pt x="801154" y="793600"/>
                  </a:lnTo>
                  <a:lnTo>
                    <a:pt x="800050" y="809723"/>
                  </a:lnTo>
                  <a:close/>
                  <a:moveTo>
                    <a:pt x="842031" y="813575"/>
                  </a:moveTo>
                  <a:lnTo>
                    <a:pt x="838674" y="778664"/>
                  </a:lnTo>
                  <a:lnTo>
                    <a:pt x="826012" y="763855"/>
                  </a:lnTo>
                  <a:close/>
                  <a:moveTo>
                    <a:pt x="757517" y="754570"/>
                  </a:moveTo>
                  <a:lnTo>
                    <a:pt x="780963" y="718111"/>
                  </a:lnTo>
                  <a:lnTo>
                    <a:pt x="772125" y="706940"/>
                  </a:lnTo>
                  <a:close/>
                  <a:moveTo>
                    <a:pt x="780963" y="718111"/>
                  </a:moveTo>
                  <a:lnTo>
                    <a:pt x="813485" y="754570"/>
                  </a:lnTo>
                  <a:lnTo>
                    <a:pt x="772125" y="706940"/>
                  </a:lnTo>
                  <a:close/>
                  <a:moveTo>
                    <a:pt x="559472" y="452162"/>
                  </a:moveTo>
                  <a:lnTo>
                    <a:pt x="502073" y="398101"/>
                  </a:lnTo>
                  <a:lnTo>
                    <a:pt x="496571" y="465318"/>
                  </a:lnTo>
                  <a:close/>
                  <a:moveTo>
                    <a:pt x="561920" y="423175"/>
                  </a:moveTo>
                  <a:lnTo>
                    <a:pt x="559472" y="452162"/>
                  </a:lnTo>
                  <a:lnTo>
                    <a:pt x="578365" y="393813"/>
                  </a:lnTo>
                  <a:close/>
                  <a:moveTo>
                    <a:pt x="801423" y="745864"/>
                  </a:moveTo>
                  <a:lnTo>
                    <a:pt x="813485" y="754570"/>
                  </a:lnTo>
                  <a:lnTo>
                    <a:pt x="780963" y="718111"/>
                  </a:lnTo>
                  <a:close/>
                  <a:moveTo>
                    <a:pt x="827440" y="582304"/>
                  </a:moveTo>
                  <a:lnTo>
                    <a:pt x="798334" y="575866"/>
                  </a:lnTo>
                  <a:lnTo>
                    <a:pt x="750117" y="602781"/>
                  </a:lnTo>
                  <a:close/>
                  <a:moveTo>
                    <a:pt x="777400" y="569889"/>
                  </a:moveTo>
                  <a:lnTo>
                    <a:pt x="736189" y="547926"/>
                  </a:lnTo>
                  <a:lnTo>
                    <a:pt x="798334" y="575866"/>
                  </a:lnTo>
                  <a:close/>
                  <a:moveTo>
                    <a:pt x="1049110" y="759170"/>
                  </a:moveTo>
                  <a:lnTo>
                    <a:pt x="1030351" y="816923"/>
                  </a:lnTo>
                  <a:lnTo>
                    <a:pt x="1108022" y="797742"/>
                  </a:lnTo>
                  <a:close/>
                  <a:moveTo>
                    <a:pt x="798334" y="575866"/>
                  </a:moveTo>
                  <a:lnTo>
                    <a:pt x="827440" y="582304"/>
                  </a:lnTo>
                  <a:lnTo>
                    <a:pt x="830048" y="572346"/>
                  </a:lnTo>
                  <a:close/>
                  <a:moveTo>
                    <a:pt x="830048" y="572346"/>
                  </a:moveTo>
                  <a:lnTo>
                    <a:pt x="827440" y="582304"/>
                  </a:lnTo>
                  <a:lnTo>
                    <a:pt x="843887" y="575866"/>
                  </a:lnTo>
                  <a:close/>
                  <a:moveTo>
                    <a:pt x="816106" y="448699"/>
                  </a:moveTo>
                  <a:lnTo>
                    <a:pt x="819756" y="455227"/>
                  </a:lnTo>
                  <a:lnTo>
                    <a:pt x="737785" y="421773"/>
                  </a:lnTo>
                  <a:close/>
                  <a:moveTo>
                    <a:pt x="1078577" y="797958"/>
                  </a:moveTo>
                  <a:lnTo>
                    <a:pt x="1107808" y="809455"/>
                  </a:lnTo>
                  <a:lnTo>
                    <a:pt x="1051492" y="761066"/>
                  </a:lnTo>
                  <a:close/>
                  <a:moveTo>
                    <a:pt x="1059935" y="757918"/>
                  </a:moveTo>
                  <a:lnTo>
                    <a:pt x="1108022" y="797742"/>
                  </a:lnTo>
                  <a:lnTo>
                    <a:pt x="1106335" y="750630"/>
                  </a:lnTo>
                  <a:close/>
                  <a:moveTo>
                    <a:pt x="1106352" y="687873"/>
                  </a:moveTo>
                  <a:lnTo>
                    <a:pt x="1057901" y="689281"/>
                  </a:lnTo>
                  <a:lnTo>
                    <a:pt x="1106335" y="750630"/>
                  </a:lnTo>
                  <a:close/>
                  <a:moveTo>
                    <a:pt x="1057901" y="689281"/>
                  </a:moveTo>
                  <a:lnTo>
                    <a:pt x="1106352" y="687873"/>
                  </a:lnTo>
                  <a:lnTo>
                    <a:pt x="1039547" y="641460"/>
                  </a:lnTo>
                  <a:close/>
                  <a:moveTo>
                    <a:pt x="982851" y="649570"/>
                  </a:moveTo>
                  <a:lnTo>
                    <a:pt x="1039547" y="641460"/>
                  </a:lnTo>
                  <a:lnTo>
                    <a:pt x="1028161" y="587974"/>
                  </a:lnTo>
                  <a:close/>
                  <a:moveTo>
                    <a:pt x="1006900" y="527678"/>
                  </a:moveTo>
                  <a:lnTo>
                    <a:pt x="986128" y="556456"/>
                  </a:lnTo>
                  <a:lnTo>
                    <a:pt x="1012367" y="538071"/>
                  </a:lnTo>
                  <a:close/>
                  <a:moveTo>
                    <a:pt x="1273946" y="812804"/>
                  </a:moveTo>
                  <a:lnTo>
                    <a:pt x="1198092" y="776758"/>
                  </a:lnTo>
                  <a:lnTo>
                    <a:pt x="1200162" y="785361"/>
                  </a:lnTo>
                  <a:close/>
                  <a:moveTo>
                    <a:pt x="1163429" y="733824"/>
                  </a:moveTo>
                  <a:lnTo>
                    <a:pt x="1198092" y="776758"/>
                  </a:lnTo>
                  <a:lnTo>
                    <a:pt x="1141201" y="722285"/>
                  </a:lnTo>
                  <a:close/>
                  <a:moveTo>
                    <a:pt x="1117307" y="678967"/>
                  </a:moveTo>
                  <a:lnTo>
                    <a:pt x="1141201" y="722285"/>
                  </a:lnTo>
                  <a:lnTo>
                    <a:pt x="1083507" y="668464"/>
                  </a:lnTo>
                  <a:close/>
                  <a:moveTo>
                    <a:pt x="1391650" y="796088"/>
                  </a:moveTo>
                  <a:lnTo>
                    <a:pt x="1406162" y="809033"/>
                  </a:lnTo>
                  <a:lnTo>
                    <a:pt x="1419881" y="864340"/>
                  </a:lnTo>
                  <a:close/>
                  <a:moveTo>
                    <a:pt x="1290159" y="739891"/>
                  </a:moveTo>
                  <a:lnTo>
                    <a:pt x="1331158" y="744543"/>
                  </a:lnTo>
                  <a:lnTo>
                    <a:pt x="1272535" y="691476"/>
                  </a:lnTo>
                  <a:close/>
                  <a:moveTo>
                    <a:pt x="1082555" y="452047"/>
                  </a:moveTo>
                  <a:lnTo>
                    <a:pt x="1090624" y="462897"/>
                  </a:lnTo>
                  <a:lnTo>
                    <a:pt x="1083409" y="427954"/>
                  </a:lnTo>
                  <a:close/>
                  <a:moveTo>
                    <a:pt x="828932" y="48279"/>
                  </a:moveTo>
                  <a:lnTo>
                    <a:pt x="778904" y="35911"/>
                  </a:lnTo>
                  <a:lnTo>
                    <a:pt x="796422" y="61632"/>
                  </a:lnTo>
                  <a:close/>
                  <a:moveTo>
                    <a:pt x="1409371" y="686131"/>
                  </a:moveTo>
                  <a:lnTo>
                    <a:pt x="1375881" y="683422"/>
                  </a:lnTo>
                  <a:lnTo>
                    <a:pt x="1433075" y="734982"/>
                  </a:lnTo>
                  <a:close/>
                  <a:moveTo>
                    <a:pt x="1458798" y="696257"/>
                  </a:moveTo>
                  <a:lnTo>
                    <a:pt x="1409371" y="686131"/>
                  </a:lnTo>
                  <a:lnTo>
                    <a:pt x="1433075" y="734982"/>
                  </a:lnTo>
                  <a:close/>
                  <a:moveTo>
                    <a:pt x="1363521" y="649607"/>
                  </a:moveTo>
                  <a:lnTo>
                    <a:pt x="1375881" y="683422"/>
                  </a:lnTo>
                  <a:lnTo>
                    <a:pt x="1351321" y="665407"/>
                  </a:lnTo>
                  <a:close/>
                  <a:moveTo>
                    <a:pt x="1125986" y="358197"/>
                  </a:moveTo>
                  <a:lnTo>
                    <a:pt x="1128733" y="376417"/>
                  </a:lnTo>
                  <a:lnTo>
                    <a:pt x="1146727" y="316574"/>
                  </a:lnTo>
                  <a:close/>
                  <a:moveTo>
                    <a:pt x="1114038" y="305167"/>
                  </a:moveTo>
                  <a:lnTo>
                    <a:pt x="1113695" y="279356"/>
                  </a:lnTo>
                  <a:lnTo>
                    <a:pt x="1060289" y="254355"/>
                  </a:lnTo>
                  <a:close/>
                  <a:moveTo>
                    <a:pt x="1113695" y="279356"/>
                  </a:moveTo>
                  <a:lnTo>
                    <a:pt x="1114038" y="305167"/>
                  </a:lnTo>
                  <a:lnTo>
                    <a:pt x="1115472" y="249250"/>
                  </a:lnTo>
                  <a:close/>
                  <a:moveTo>
                    <a:pt x="839471" y="0"/>
                  </a:moveTo>
                  <a:lnTo>
                    <a:pt x="828932" y="48279"/>
                  </a:lnTo>
                  <a:lnTo>
                    <a:pt x="883761" y="64717"/>
                  </a:lnTo>
                  <a:close/>
                  <a:moveTo>
                    <a:pt x="1409371" y="686131"/>
                  </a:moveTo>
                  <a:lnTo>
                    <a:pt x="1458798" y="696257"/>
                  </a:lnTo>
                  <a:lnTo>
                    <a:pt x="1454644" y="637449"/>
                  </a:lnTo>
                  <a:close/>
                  <a:moveTo>
                    <a:pt x="1409949" y="592983"/>
                  </a:moveTo>
                  <a:lnTo>
                    <a:pt x="1470958" y="644109"/>
                  </a:lnTo>
                  <a:lnTo>
                    <a:pt x="1438996" y="607350"/>
                  </a:lnTo>
                  <a:close/>
                  <a:moveTo>
                    <a:pt x="1369982" y="587494"/>
                  </a:moveTo>
                  <a:lnTo>
                    <a:pt x="1409949" y="592983"/>
                  </a:lnTo>
                  <a:lnTo>
                    <a:pt x="1381946" y="583595"/>
                  </a:lnTo>
                  <a:close/>
                  <a:moveTo>
                    <a:pt x="1409949" y="592983"/>
                  </a:moveTo>
                  <a:lnTo>
                    <a:pt x="1438996" y="607350"/>
                  </a:lnTo>
                  <a:lnTo>
                    <a:pt x="1434367" y="604913"/>
                  </a:lnTo>
                  <a:close/>
                  <a:moveTo>
                    <a:pt x="1233175" y="376718"/>
                  </a:moveTo>
                  <a:lnTo>
                    <a:pt x="1311994" y="361832"/>
                  </a:lnTo>
                  <a:lnTo>
                    <a:pt x="1260123" y="342575"/>
                  </a:lnTo>
                  <a:close/>
                  <a:moveTo>
                    <a:pt x="1113119" y="243171"/>
                  </a:moveTo>
                  <a:lnTo>
                    <a:pt x="1060289" y="254355"/>
                  </a:lnTo>
                  <a:lnTo>
                    <a:pt x="1113695" y="279356"/>
                  </a:lnTo>
                  <a:close/>
                  <a:moveTo>
                    <a:pt x="1113119" y="243171"/>
                  </a:moveTo>
                  <a:lnTo>
                    <a:pt x="1059987" y="248385"/>
                  </a:lnTo>
                  <a:lnTo>
                    <a:pt x="1060289" y="254355"/>
                  </a:lnTo>
                  <a:close/>
                  <a:moveTo>
                    <a:pt x="1059987" y="248385"/>
                  </a:moveTo>
                  <a:lnTo>
                    <a:pt x="1113119" y="243171"/>
                  </a:lnTo>
                  <a:lnTo>
                    <a:pt x="1076373" y="179593"/>
                  </a:lnTo>
                  <a:close/>
                  <a:moveTo>
                    <a:pt x="1113119" y="243171"/>
                  </a:moveTo>
                  <a:lnTo>
                    <a:pt x="1125379" y="188139"/>
                  </a:lnTo>
                  <a:lnTo>
                    <a:pt x="1076373" y="179593"/>
                  </a:lnTo>
                  <a:close/>
                  <a:moveTo>
                    <a:pt x="1235801" y="328229"/>
                  </a:moveTo>
                  <a:lnTo>
                    <a:pt x="1260123" y="342575"/>
                  </a:lnTo>
                  <a:lnTo>
                    <a:pt x="1272629" y="314943"/>
                  </a:lnTo>
                  <a:close/>
                  <a:moveTo>
                    <a:pt x="1213660" y="276692"/>
                  </a:moveTo>
                  <a:lnTo>
                    <a:pt x="1216462" y="259881"/>
                  </a:lnTo>
                  <a:lnTo>
                    <a:pt x="1191433" y="217486"/>
                  </a:lnTo>
                  <a:close/>
                  <a:moveTo>
                    <a:pt x="1125379" y="188139"/>
                  </a:moveTo>
                  <a:lnTo>
                    <a:pt x="1138749" y="159592"/>
                  </a:lnTo>
                  <a:lnTo>
                    <a:pt x="1076373" y="179593"/>
                  </a:lnTo>
                  <a:close/>
                  <a:moveTo>
                    <a:pt x="1125445" y="107665"/>
                  </a:moveTo>
                  <a:lnTo>
                    <a:pt x="1138749" y="159592"/>
                  </a:lnTo>
                  <a:lnTo>
                    <a:pt x="1155346" y="121338"/>
                  </a:lnTo>
                  <a:close/>
                  <a:moveTo>
                    <a:pt x="1352199" y="49801"/>
                  </a:moveTo>
                  <a:lnTo>
                    <a:pt x="1365955" y="64063"/>
                  </a:lnTo>
                  <a:lnTo>
                    <a:pt x="1303788" y="13879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18" name="Output_density__4217">
              <a:extLst>
                <a:ext uri="{FF2B5EF4-FFF2-40B4-BE49-F238E27FC236}">
                  <a16:creationId xmlns:a16="http://schemas.microsoft.com/office/drawing/2014/main" id="{71194497-7FC1-FD59-ADD5-64A6DA376F73}"/>
                </a:ext>
              </a:extLst>
            </p:cNvPr>
            <p:cNvSpPr>
              <a:spLocks noGrp="1"/>
            </p:cNvSpPr>
            <p:nvPr/>
          </p:nvSpPr>
          <p:spPr>
            <a:xfrm>
              <a:off x="15330267" y="2626240"/>
              <a:ext cx="1358420" cy="1847145"/>
            </a:xfrm>
            <a:custGeom>
              <a:avLst/>
              <a:gdLst/>
              <a:ahLst/>
              <a:cxnLst/>
              <a:rect l="0" t="0" r="0" b="0"/>
              <a:pathLst>
                <a:path w="1358420" h="1847145">
                  <a:moveTo>
                    <a:pt x="26882" y="1598970"/>
                  </a:moveTo>
                  <a:lnTo>
                    <a:pt x="0" y="1642737"/>
                  </a:lnTo>
                  <a:lnTo>
                    <a:pt x="18607" y="1618643"/>
                  </a:lnTo>
                  <a:close/>
                  <a:moveTo>
                    <a:pt x="26882" y="1598970"/>
                  </a:moveTo>
                  <a:lnTo>
                    <a:pt x="552" y="1635426"/>
                  </a:lnTo>
                  <a:lnTo>
                    <a:pt x="0" y="1642737"/>
                  </a:lnTo>
                  <a:close/>
                  <a:moveTo>
                    <a:pt x="552" y="1635426"/>
                  </a:moveTo>
                  <a:lnTo>
                    <a:pt x="26882" y="1598970"/>
                  </a:lnTo>
                  <a:lnTo>
                    <a:pt x="11581" y="1591200"/>
                  </a:lnTo>
                  <a:close/>
                  <a:moveTo>
                    <a:pt x="52493" y="1520049"/>
                  </a:moveTo>
                  <a:lnTo>
                    <a:pt x="11581" y="1591200"/>
                  </a:lnTo>
                  <a:lnTo>
                    <a:pt x="30446" y="1567107"/>
                  </a:lnTo>
                  <a:close/>
                  <a:moveTo>
                    <a:pt x="86972" y="1514060"/>
                  </a:moveTo>
                  <a:lnTo>
                    <a:pt x="106327" y="1491476"/>
                  </a:lnTo>
                  <a:lnTo>
                    <a:pt x="81452" y="1515570"/>
                  </a:lnTo>
                  <a:close/>
                  <a:moveTo>
                    <a:pt x="242745" y="1624118"/>
                  </a:moveTo>
                  <a:lnTo>
                    <a:pt x="262157" y="1621992"/>
                  </a:lnTo>
                  <a:lnTo>
                    <a:pt x="287804" y="1606008"/>
                  </a:lnTo>
                  <a:close/>
                  <a:moveTo>
                    <a:pt x="198214" y="1534835"/>
                  </a:moveTo>
                  <a:lnTo>
                    <a:pt x="168797" y="1467382"/>
                  </a:lnTo>
                  <a:lnTo>
                    <a:pt x="146691" y="1475997"/>
                  </a:lnTo>
                  <a:close/>
                  <a:moveTo>
                    <a:pt x="146691" y="1475997"/>
                  </a:moveTo>
                  <a:lnTo>
                    <a:pt x="161561" y="1483360"/>
                  </a:lnTo>
                  <a:lnTo>
                    <a:pt x="198214" y="1534835"/>
                  </a:lnTo>
                  <a:close/>
                  <a:moveTo>
                    <a:pt x="426591" y="1714086"/>
                  </a:moveTo>
                  <a:lnTo>
                    <a:pt x="421579" y="1756815"/>
                  </a:lnTo>
                  <a:lnTo>
                    <a:pt x="470941" y="1700971"/>
                  </a:lnTo>
                  <a:close/>
                  <a:moveTo>
                    <a:pt x="470941" y="1700971"/>
                  </a:moveTo>
                  <a:lnTo>
                    <a:pt x="439511" y="1776602"/>
                  </a:lnTo>
                  <a:lnTo>
                    <a:pt x="483031" y="1752508"/>
                  </a:lnTo>
                  <a:close/>
                  <a:moveTo>
                    <a:pt x="377790" y="1725065"/>
                  </a:moveTo>
                  <a:lnTo>
                    <a:pt x="421579" y="1756815"/>
                  </a:lnTo>
                  <a:lnTo>
                    <a:pt x="426591" y="1714086"/>
                  </a:lnTo>
                  <a:close/>
                  <a:moveTo>
                    <a:pt x="360319" y="1667239"/>
                  </a:moveTo>
                  <a:lnTo>
                    <a:pt x="355703" y="1685194"/>
                  </a:lnTo>
                  <a:lnTo>
                    <a:pt x="426591" y="1714086"/>
                  </a:lnTo>
                  <a:close/>
                  <a:moveTo>
                    <a:pt x="426591" y="1714086"/>
                  </a:moveTo>
                  <a:lnTo>
                    <a:pt x="470941" y="1700971"/>
                  </a:lnTo>
                  <a:lnTo>
                    <a:pt x="479309" y="1663080"/>
                  </a:lnTo>
                  <a:close/>
                  <a:moveTo>
                    <a:pt x="262157" y="1621992"/>
                  </a:moveTo>
                  <a:lnTo>
                    <a:pt x="307902" y="1671871"/>
                  </a:lnTo>
                  <a:lnTo>
                    <a:pt x="302524" y="1613501"/>
                  </a:lnTo>
                  <a:close/>
                  <a:moveTo>
                    <a:pt x="307902" y="1671871"/>
                  </a:moveTo>
                  <a:lnTo>
                    <a:pt x="360319" y="1667239"/>
                  </a:lnTo>
                  <a:lnTo>
                    <a:pt x="302524" y="1613501"/>
                  </a:lnTo>
                  <a:close/>
                  <a:moveTo>
                    <a:pt x="262157" y="1621992"/>
                  </a:moveTo>
                  <a:lnTo>
                    <a:pt x="302524" y="1613501"/>
                  </a:lnTo>
                  <a:lnTo>
                    <a:pt x="287804" y="1606008"/>
                  </a:lnTo>
                  <a:close/>
                  <a:moveTo>
                    <a:pt x="168797" y="1467382"/>
                  </a:moveTo>
                  <a:lnTo>
                    <a:pt x="211224" y="1494364"/>
                  </a:lnTo>
                  <a:lnTo>
                    <a:pt x="218404" y="1455678"/>
                  </a:lnTo>
                  <a:close/>
                  <a:moveTo>
                    <a:pt x="152811" y="1415845"/>
                  </a:moveTo>
                  <a:lnTo>
                    <a:pt x="218404" y="1455678"/>
                  </a:lnTo>
                  <a:lnTo>
                    <a:pt x="214140" y="1396401"/>
                  </a:lnTo>
                  <a:close/>
                  <a:moveTo>
                    <a:pt x="634871" y="1784190"/>
                  </a:moveTo>
                  <a:lnTo>
                    <a:pt x="621978" y="1847145"/>
                  </a:lnTo>
                  <a:lnTo>
                    <a:pt x="690399" y="1839773"/>
                  </a:lnTo>
                  <a:close/>
                  <a:moveTo>
                    <a:pt x="685920" y="1780671"/>
                  </a:moveTo>
                  <a:lnTo>
                    <a:pt x="634871" y="1784190"/>
                  </a:lnTo>
                  <a:lnTo>
                    <a:pt x="690399" y="1839773"/>
                  </a:lnTo>
                  <a:close/>
                  <a:moveTo>
                    <a:pt x="514492" y="1743350"/>
                  </a:moveTo>
                  <a:lnTo>
                    <a:pt x="509970" y="1777719"/>
                  </a:lnTo>
                  <a:lnTo>
                    <a:pt x="566958" y="1801421"/>
                  </a:lnTo>
                  <a:close/>
                  <a:moveTo>
                    <a:pt x="564238" y="1740889"/>
                  </a:moveTo>
                  <a:lnTo>
                    <a:pt x="514492" y="1743350"/>
                  </a:lnTo>
                  <a:lnTo>
                    <a:pt x="566958" y="1801421"/>
                  </a:lnTo>
                  <a:close/>
                  <a:moveTo>
                    <a:pt x="634871" y="1784190"/>
                  </a:moveTo>
                  <a:lnTo>
                    <a:pt x="566958" y="1801421"/>
                  </a:lnTo>
                  <a:lnTo>
                    <a:pt x="564942" y="1808571"/>
                  </a:lnTo>
                  <a:close/>
                  <a:moveTo>
                    <a:pt x="566958" y="1801421"/>
                  </a:moveTo>
                  <a:lnTo>
                    <a:pt x="634871" y="1784190"/>
                  </a:lnTo>
                  <a:lnTo>
                    <a:pt x="612724" y="1739453"/>
                  </a:lnTo>
                  <a:close/>
                  <a:moveTo>
                    <a:pt x="566958" y="1801421"/>
                  </a:moveTo>
                  <a:lnTo>
                    <a:pt x="612724" y="1739453"/>
                  </a:lnTo>
                  <a:lnTo>
                    <a:pt x="564238" y="1740889"/>
                  </a:lnTo>
                  <a:close/>
                  <a:moveTo>
                    <a:pt x="483031" y="1752508"/>
                  </a:moveTo>
                  <a:lnTo>
                    <a:pt x="509970" y="1777719"/>
                  </a:lnTo>
                  <a:lnTo>
                    <a:pt x="514492" y="1743350"/>
                  </a:lnTo>
                  <a:close/>
                  <a:moveTo>
                    <a:pt x="470941" y="1700971"/>
                  </a:moveTo>
                  <a:lnTo>
                    <a:pt x="514492" y="1743350"/>
                  </a:lnTo>
                  <a:lnTo>
                    <a:pt x="503563" y="1689491"/>
                  </a:lnTo>
                  <a:close/>
                  <a:moveTo>
                    <a:pt x="514492" y="1743350"/>
                  </a:moveTo>
                  <a:lnTo>
                    <a:pt x="564238" y="1740889"/>
                  </a:lnTo>
                  <a:lnTo>
                    <a:pt x="503563" y="1689491"/>
                  </a:lnTo>
                  <a:close/>
                  <a:moveTo>
                    <a:pt x="285905" y="1316121"/>
                  </a:moveTo>
                  <a:lnTo>
                    <a:pt x="303698" y="1367658"/>
                  </a:lnTo>
                  <a:lnTo>
                    <a:pt x="306961" y="1296179"/>
                  </a:lnTo>
                  <a:close/>
                  <a:moveTo>
                    <a:pt x="318087" y="1262373"/>
                  </a:moveTo>
                  <a:lnTo>
                    <a:pt x="315742" y="1265986"/>
                  </a:lnTo>
                  <a:lnTo>
                    <a:pt x="311363" y="1289390"/>
                  </a:lnTo>
                  <a:close/>
                  <a:moveTo>
                    <a:pt x="311363" y="1289390"/>
                  </a:moveTo>
                  <a:lnTo>
                    <a:pt x="315742" y="1265986"/>
                  </a:lnTo>
                  <a:lnTo>
                    <a:pt x="306961" y="1296179"/>
                  </a:lnTo>
                  <a:close/>
                  <a:moveTo>
                    <a:pt x="306961" y="1296179"/>
                  </a:moveTo>
                  <a:lnTo>
                    <a:pt x="315742" y="1265986"/>
                  </a:lnTo>
                  <a:lnTo>
                    <a:pt x="285905" y="1316121"/>
                  </a:lnTo>
                  <a:close/>
                  <a:moveTo>
                    <a:pt x="865595" y="1731762"/>
                  </a:moveTo>
                  <a:lnTo>
                    <a:pt x="893633" y="1783299"/>
                  </a:lnTo>
                  <a:lnTo>
                    <a:pt x="908533" y="1707669"/>
                  </a:lnTo>
                  <a:close/>
                  <a:moveTo>
                    <a:pt x="848707" y="1680226"/>
                  </a:moveTo>
                  <a:lnTo>
                    <a:pt x="865595" y="1731762"/>
                  </a:lnTo>
                  <a:lnTo>
                    <a:pt x="908533" y="1707669"/>
                  </a:lnTo>
                  <a:close/>
                  <a:moveTo>
                    <a:pt x="848707" y="1680226"/>
                  </a:moveTo>
                  <a:lnTo>
                    <a:pt x="908533" y="1707669"/>
                  </a:lnTo>
                  <a:lnTo>
                    <a:pt x="891716" y="1656132"/>
                  </a:lnTo>
                  <a:close/>
                  <a:moveTo>
                    <a:pt x="441659" y="1157392"/>
                  </a:moveTo>
                  <a:lnTo>
                    <a:pt x="407627" y="1165051"/>
                  </a:lnTo>
                  <a:lnTo>
                    <a:pt x="362023" y="1169222"/>
                  </a:lnTo>
                  <a:close/>
                  <a:moveTo>
                    <a:pt x="441659" y="1157392"/>
                  </a:moveTo>
                  <a:lnTo>
                    <a:pt x="362023" y="1169222"/>
                  </a:lnTo>
                  <a:lnTo>
                    <a:pt x="395476" y="1159400"/>
                  </a:lnTo>
                  <a:close/>
                  <a:moveTo>
                    <a:pt x="917235" y="1643820"/>
                  </a:moveTo>
                  <a:lnTo>
                    <a:pt x="849027" y="1632416"/>
                  </a:lnTo>
                  <a:lnTo>
                    <a:pt x="891716" y="1656132"/>
                  </a:lnTo>
                  <a:close/>
                  <a:moveTo>
                    <a:pt x="860496" y="1589222"/>
                  </a:moveTo>
                  <a:lnTo>
                    <a:pt x="849027" y="1632416"/>
                  </a:lnTo>
                  <a:lnTo>
                    <a:pt x="917235" y="1643820"/>
                  </a:lnTo>
                  <a:close/>
                  <a:moveTo>
                    <a:pt x="940657" y="1632038"/>
                  </a:moveTo>
                  <a:lnTo>
                    <a:pt x="971194" y="1604922"/>
                  </a:lnTo>
                  <a:lnTo>
                    <a:pt x="917235" y="1643820"/>
                  </a:lnTo>
                  <a:close/>
                  <a:moveTo>
                    <a:pt x="917235" y="1643820"/>
                  </a:moveTo>
                  <a:lnTo>
                    <a:pt x="971194" y="1604922"/>
                  </a:lnTo>
                  <a:lnTo>
                    <a:pt x="947117" y="1594766"/>
                  </a:lnTo>
                  <a:close/>
                  <a:moveTo>
                    <a:pt x="848252" y="1536434"/>
                  </a:moveTo>
                  <a:lnTo>
                    <a:pt x="806271" y="1532582"/>
                  </a:lnTo>
                  <a:lnTo>
                    <a:pt x="860496" y="1589222"/>
                  </a:lnTo>
                  <a:close/>
                  <a:moveTo>
                    <a:pt x="848252" y="1536434"/>
                  </a:moveTo>
                  <a:lnTo>
                    <a:pt x="893235" y="1528965"/>
                  </a:lnTo>
                  <a:lnTo>
                    <a:pt x="902364" y="1522253"/>
                  </a:lnTo>
                  <a:close/>
                  <a:moveTo>
                    <a:pt x="756337" y="1325640"/>
                  </a:moveTo>
                  <a:lnTo>
                    <a:pt x="753913" y="1322818"/>
                  </a:lnTo>
                  <a:lnTo>
                    <a:pt x="754431" y="1323756"/>
                  </a:lnTo>
                  <a:close/>
                  <a:moveTo>
                    <a:pt x="565692" y="1175021"/>
                  </a:moveTo>
                  <a:lnTo>
                    <a:pt x="534707" y="1116672"/>
                  </a:lnTo>
                  <a:lnTo>
                    <a:pt x="508294" y="1120960"/>
                  </a:lnTo>
                  <a:close/>
                  <a:moveTo>
                    <a:pt x="508294" y="1120960"/>
                  </a:moveTo>
                  <a:lnTo>
                    <a:pt x="550978" y="1081864"/>
                  </a:lnTo>
                  <a:lnTo>
                    <a:pt x="540211" y="1070251"/>
                  </a:lnTo>
                  <a:close/>
                  <a:moveTo>
                    <a:pt x="893235" y="1528965"/>
                  </a:moveTo>
                  <a:lnTo>
                    <a:pt x="908997" y="1547053"/>
                  </a:lnTo>
                  <a:lnTo>
                    <a:pt x="909510" y="1524614"/>
                  </a:lnTo>
                  <a:close/>
                  <a:moveTo>
                    <a:pt x="902364" y="1522253"/>
                  </a:moveTo>
                  <a:lnTo>
                    <a:pt x="893235" y="1528965"/>
                  </a:lnTo>
                  <a:lnTo>
                    <a:pt x="909510" y="1524614"/>
                  </a:lnTo>
                  <a:close/>
                  <a:moveTo>
                    <a:pt x="909510" y="1524614"/>
                  </a:moveTo>
                  <a:lnTo>
                    <a:pt x="908997" y="1547053"/>
                  </a:lnTo>
                  <a:lnTo>
                    <a:pt x="920554" y="1528965"/>
                  </a:lnTo>
                  <a:close/>
                  <a:moveTo>
                    <a:pt x="909510" y="1524614"/>
                  </a:moveTo>
                  <a:lnTo>
                    <a:pt x="920554" y="1528965"/>
                  </a:lnTo>
                  <a:lnTo>
                    <a:pt x="902364" y="1522253"/>
                  </a:lnTo>
                  <a:close/>
                  <a:moveTo>
                    <a:pt x="753913" y="1322818"/>
                  </a:moveTo>
                  <a:lnTo>
                    <a:pt x="756337" y="1325640"/>
                  </a:lnTo>
                  <a:lnTo>
                    <a:pt x="758587" y="1320376"/>
                  </a:lnTo>
                  <a:close/>
                  <a:moveTo>
                    <a:pt x="550978" y="1081864"/>
                  </a:moveTo>
                  <a:lnTo>
                    <a:pt x="534707" y="1116672"/>
                  </a:lnTo>
                  <a:lnTo>
                    <a:pt x="573502" y="1105929"/>
                  </a:lnTo>
                  <a:close/>
                  <a:moveTo>
                    <a:pt x="1003745" y="1504871"/>
                  </a:moveTo>
                  <a:lnTo>
                    <a:pt x="1055331" y="1482029"/>
                  </a:lnTo>
                  <a:lnTo>
                    <a:pt x="1020357" y="1429240"/>
                  </a:lnTo>
                  <a:close/>
                  <a:moveTo>
                    <a:pt x="984239" y="1453334"/>
                  </a:moveTo>
                  <a:lnTo>
                    <a:pt x="1003745" y="1504871"/>
                  </a:lnTo>
                  <a:lnTo>
                    <a:pt x="1020357" y="1429240"/>
                  </a:lnTo>
                  <a:close/>
                  <a:moveTo>
                    <a:pt x="984239" y="1453334"/>
                  </a:moveTo>
                  <a:lnTo>
                    <a:pt x="1020357" y="1429240"/>
                  </a:lnTo>
                  <a:lnTo>
                    <a:pt x="958697" y="1423299"/>
                  </a:lnTo>
                  <a:close/>
                  <a:moveTo>
                    <a:pt x="1020357" y="1429240"/>
                  </a:moveTo>
                  <a:lnTo>
                    <a:pt x="985046" y="1386913"/>
                  </a:lnTo>
                  <a:lnTo>
                    <a:pt x="958697" y="1423299"/>
                  </a:lnTo>
                  <a:close/>
                  <a:moveTo>
                    <a:pt x="976673" y="1377704"/>
                  </a:moveTo>
                  <a:lnTo>
                    <a:pt x="958697" y="1423299"/>
                  </a:lnTo>
                  <a:lnTo>
                    <a:pt x="985046" y="1386913"/>
                  </a:lnTo>
                  <a:close/>
                  <a:moveTo>
                    <a:pt x="1178701" y="1583181"/>
                  </a:moveTo>
                  <a:lnTo>
                    <a:pt x="1174325" y="1583850"/>
                  </a:lnTo>
                  <a:lnTo>
                    <a:pt x="1221141" y="1610704"/>
                  </a:lnTo>
                  <a:close/>
                  <a:moveTo>
                    <a:pt x="1177323" y="1581773"/>
                  </a:moveTo>
                  <a:lnTo>
                    <a:pt x="1174325" y="1583850"/>
                  </a:lnTo>
                  <a:lnTo>
                    <a:pt x="1178701" y="1583181"/>
                  </a:lnTo>
                  <a:close/>
                  <a:moveTo>
                    <a:pt x="1206382" y="1508220"/>
                  </a:moveTo>
                  <a:lnTo>
                    <a:pt x="1178701" y="1583181"/>
                  </a:lnTo>
                  <a:lnTo>
                    <a:pt x="1244699" y="1559756"/>
                  </a:lnTo>
                  <a:close/>
                  <a:moveTo>
                    <a:pt x="1178701" y="1583181"/>
                  </a:moveTo>
                  <a:lnTo>
                    <a:pt x="1221141" y="1610704"/>
                  </a:lnTo>
                  <a:lnTo>
                    <a:pt x="1244699" y="1559756"/>
                  </a:lnTo>
                  <a:close/>
                  <a:moveTo>
                    <a:pt x="1112555" y="1473489"/>
                  </a:moveTo>
                  <a:lnTo>
                    <a:pt x="1056214" y="1478320"/>
                  </a:lnTo>
                  <a:lnTo>
                    <a:pt x="1066155" y="1480777"/>
                  </a:lnTo>
                  <a:close/>
                  <a:moveTo>
                    <a:pt x="1064121" y="1412140"/>
                  </a:moveTo>
                  <a:lnTo>
                    <a:pt x="1056214" y="1478320"/>
                  </a:lnTo>
                  <a:lnTo>
                    <a:pt x="1112555" y="1473489"/>
                  </a:lnTo>
                  <a:close/>
                  <a:moveTo>
                    <a:pt x="1020357" y="1429240"/>
                  </a:moveTo>
                  <a:lnTo>
                    <a:pt x="1056214" y="1478320"/>
                  </a:lnTo>
                  <a:lnTo>
                    <a:pt x="1064121" y="1412140"/>
                  </a:lnTo>
                  <a:close/>
                  <a:moveTo>
                    <a:pt x="1064121" y="1412140"/>
                  </a:moveTo>
                  <a:lnTo>
                    <a:pt x="985046" y="1386913"/>
                  </a:lnTo>
                  <a:lnTo>
                    <a:pt x="1020357" y="1429240"/>
                  </a:lnTo>
                  <a:close/>
                  <a:moveTo>
                    <a:pt x="989071" y="1372429"/>
                  </a:moveTo>
                  <a:lnTo>
                    <a:pt x="985046" y="1386913"/>
                  </a:lnTo>
                  <a:lnTo>
                    <a:pt x="1064121" y="1412140"/>
                  </a:lnTo>
                  <a:close/>
                  <a:moveTo>
                    <a:pt x="1045767" y="1364318"/>
                  </a:moveTo>
                  <a:lnTo>
                    <a:pt x="989071" y="1372429"/>
                  </a:lnTo>
                  <a:lnTo>
                    <a:pt x="1064121" y="1412140"/>
                  </a:lnTo>
                  <a:close/>
                  <a:moveTo>
                    <a:pt x="976673" y="1377704"/>
                  </a:moveTo>
                  <a:lnTo>
                    <a:pt x="985046" y="1386913"/>
                  </a:lnTo>
                  <a:lnTo>
                    <a:pt x="989071" y="1372429"/>
                  </a:lnTo>
                  <a:close/>
                  <a:moveTo>
                    <a:pt x="939894" y="1326167"/>
                  </a:moveTo>
                  <a:lnTo>
                    <a:pt x="976673" y="1377704"/>
                  </a:lnTo>
                  <a:lnTo>
                    <a:pt x="989071" y="1372429"/>
                  </a:lnTo>
                  <a:close/>
                  <a:moveTo>
                    <a:pt x="909535" y="1274630"/>
                  </a:moveTo>
                  <a:lnTo>
                    <a:pt x="939894" y="1326167"/>
                  </a:lnTo>
                  <a:lnTo>
                    <a:pt x="970170" y="1250537"/>
                  </a:lnTo>
                  <a:close/>
                  <a:moveTo>
                    <a:pt x="913002" y="1223094"/>
                  </a:moveTo>
                  <a:lnTo>
                    <a:pt x="909535" y="1274630"/>
                  </a:lnTo>
                  <a:lnTo>
                    <a:pt x="970170" y="1250537"/>
                  </a:lnTo>
                  <a:close/>
                  <a:moveTo>
                    <a:pt x="913002" y="1223094"/>
                  </a:moveTo>
                  <a:lnTo>
                    <a:pt x="970170" y="1250537"/>
                  </a:lnTo>
                  <a:lnTo>
                    <a:pt x="950187" y="1199000"/>
                  </a:lnTo>
                  <a:close/>
                  <a:moveTo>
                    <a:pt x="1244699" y="1559756"/>
                  </a:moveTo>
                  <a:lnTo>
                    <a:pt x="1221141" y="1610704"/>
                  </a:lnTo>
                  <a:lnTo>
                    <a:pt x="1290891" y="1592697"/>
                  </a:lnTo>
                  <a:close/>
                  <a:moveTo>
                    <a:pt x="1280167" y="1535662"/>
                  </a:moveTo>
                  <a:lnTo>
                    <a:pt x="1244699" y="1559756"/>
                  </a:lnTo>
                  <a:lnTo>
                    <a:pt x="1290891" y="1592697"/>
                  </a:lnTo>
                  <a:close/>
                  <a:moveTo>
                    <a:pt x="950187" y="1199000"/>
                  </a:moveTo>
                  <a:lnTo>
                    <a:pt x="1007594" y="1231884"/>
                  </a:lnTo>
                  <a:lnTo>
                    <a:pt x="983122" y="1189037"/>
                  </a:lnTo>
                  <a:close/>
                  <a:moveTo>
                    <a:pt x="950187" y="1199000"/>
                  </a:moveTo>
                  <a:lnTo>
                    <a:pt x="970170" y="1250537"/>
                  </a:lnTo>
                  <a:lnTo>
                    <a:pt x="1007594" y="1231884"/>
                  </a:lnTo>
                  <a:close/>
                  <a:moveTo>
                    <a:pt x="983122" y="1189037"/>
                  </a:moveTo>
                  <a:lnTo>
                    <a:pt x="913663" y="1159802"/>
                  </a:lnTo>
                  <a:lnTo>
                    <a:pt x="950187" y="1199000"/>
                  </a:lnTo>
                  <a:close/>
                  <a:moveTo>
                    <a:pt x="915998" y="1142882"/>
                  </a:moveTo>
                  <a:lnTo>
                    <a:pt x="913663" y="1159802"/>
                  </a:lnTo>
                  <a:lnTo>
                    <a:pt x="983122" y="1189037"/>
                  </a:lnTo>
                  <a:close/>
                  <a:moveTo>
                    <a:pt x="977965" y="1130487"/>
                  </a:moveTo>
                  <a:lnTo>
                    <a:pt x="915998" y="1142882"/>
                  </a:lnTo>
                  <a:lnTo>
                    <a:pt x="983122" y="1189037"/>
                  </a:lnTo>
                  <a:close/>
                  <a:moveTo>
                    <a:pt x="1019227" y="1197666"/>
                  </a:moveTo>
                  <a:lnTo>
                    <a:pt x="1012892" y="1123370"/>
                  </a:lnTo>
                  <a:lnTo>
                    <a:pt x="977965" y="1130487"/>
                  </a:lnTo>
                  <a:close/>
                  <a:moveTo>
                    <a:pt x="1019227" y="1197666"/>
                  </a:moveTo>
                  <a:lnTo>
                    <a:pt x="977965" y="1130487"/>
                  </a:lnTo>
                  <a:lnTo>
                    <a:pt x="983122" y="1189037"/>
                  </a:lnTo>
                  <a:close/>
                  <a:moveTo>
                    <a:pt x="896971" y="1147464"/>
                  </a:moveTo>
                  <a:lnTo>
                    <a:pt x="913663" y="1159802"/>
                  </a:lnTo>
                  <a:lnTo>
                    <a:pt x="915998" y="1142882"/>
                  </a:lnTo>
                  <a:close/>
                  <a:moveTo>
                    <a:pt x="874981" y="1095927"/>
                  </a:moveTo>
                  <a:lnTo>
                    <a:pt x="896971" y="1147464"/>
                  </a:lnTo>
                  <a:lnTo>
                    <a:pt x="921770" y="1071833"/>
                  </a:lnTo>
                  <a:close/>
                  <a:moveTo>
                    <a:pt x="1012892" y="1123370"/>
                  </a:moveTo>
                  <a:lnTo>
                    <a:pt x="983040" y="1071833"/>
                  </a:lnTo>
                  <a:lnTo>
                    <a:pt x="977965" y="1130487"/>
                  </a:lnTo>
                  <a:close/>
                  <a:moveTo>
                    <a:pt x="849028" y="1044390"/>
                  </a:moveTo>
                  <a:lnTo>
                    <a:pt x="874981" y="1095927"/>
                  </a:lnTo>
                  <a:lnTo>
                    <a:pt x="921770" y="1071833"/>
                  </a:lnTo>
                  <a:close/>
                  <a:moveTo>
                    <a:pt x="849028" y="1044390"/>
                  </a:moveTo>
                  <a:lnTo>
                    <a:pt x="921770" y="1071833"/>
                  </a:lnTo>
                  <a:lnTo>
                    <a:pt x="895387" y="1020296"/>
                  </a:lnTo>
                  <a:close/>
                  <a:moveTo>
                    <a:pt x="832409" y="984628"/>
                  </a:moveTo>
                  <a:lnTo>
                    <a:pt x="824291" y="1000332"/>
                  </a:lnTo>
                  <a:lnTo>
                    <a:pt x="857843" y="968760"/>
                  </a:lnTo>
                  <a:close/>
                  <a:moveTo>
                    <a:pt x="857843" y="968760"/>
                  </a:moveTo>
                  <a:lnTo>
                    <a:pt x="824291" y="1000332"/>
                  </a:lnTo>
                  <a:lnTo>
                    <a:pt x="849028" y="1044390"/>
                  </a:lnTo>
                  <a:close/>
                  <a:moveTo>
                    <a:pt x="857843" y="968760"/>
                  </a:moveTo>
                  <a:lnTo>
                    <a:pt x="849028" y="1044390"/>
                  </a:lnTo>
                  <a:lnTo>
                    <a:pt x="895387" y="1020296"/>
                  </a:lnTo>
                  <a:close/>
                  <a:moveTo>
                    <a:pt x="818417" y="992854"/>
                  </a:moveTo>
                  <a:lnTo>
                    <a:pt x="824291" y="1000332"/>
                  </a:lnTo>
                  <a:lnTo>
                    <a:pt x="832409" y="984628"/>
                  </a:lnTo>
                  <a:close/>
                  <a:moveTo>
                    <a:pt x="818361" y="941317"/>
                  </a:moveTo>
                  <a:lnTo>
                    <a:pt x="832409" y="984628"/>
                  </a:lnTo>
                  <a:lnTo>
                    <a:pt x="857843" y="968760"/>
                  </a:lnTo>
                  <a:close/>
                  <a:moveTo>
                    <a:pt x="1050568" y="1109444"/>
                  </a:moveTo>
                  <a:lnTo>
                    <a:pt x="1037342" y="1137963"/>
                  </a:lnTo>
                  <a:lnTo>
                    <a:pt x="1079339" y="1099275"/>
                  </a:lnTo>
                  <a:close/>
                  <a:moveTo>
                    <a:pt x="1012892" y="1123370"/>
                  </a:moveTo>
                  <a:lnTo>
                    <a:pt x="1037342" y="1137963"/>
                  </a:lnTo>
                  <a:lnTo>
                    <a:pt x="1050568" y="1109444"/>
                  </a:lnTo>
                  <a:close/>
                  <a:moveTo>
                    <a:pt x="1034407" y="1047739"/>
                  </a:moveTo>
                  <a:lnTo>
                    <a:pt x="1050568" y="1109444"/>
                  </a:lnTo>
                  <a:lnTo>
                    <a:pt x="1057881" y="1079854"/>
                  </a:lnTo>
                  <a:close/>
                  <a:moveTo>
                    <a:pt x="1012892" y="1123370"/>
                  </a:moveTo>
                  <a:lnTo>
                    <a:pt x="1050568" y="1109444"/>
                  </a:lnTo>
                  <a:lnTo>
                    <a:pt x="1034407" y="1047739"/>
                  </a:lnTo>
                  <a:close/>
                  <a:moveTo>
                    <a:pt x="983040" y="1071833"/>
                  </a:moveTo>
                  <a:lnTo>
                    <a:pt x="1012892" y="1123370"/>
                  </a:lnTo>
                  <a:lnTo>
                    <a:pt x="1034407" y="1047739"/>
                  </a:lnTo>
                  <a:close/>
                  <a:moveTo>
                    <a:pt x="1050568" y="1109444"/>
                  </a:moveTo>
                  <a:lnTo>
                    <a:pt x="1079339" y="1099275"/>
                  </a:lnTo>
                  <a:lnTo>
                    <a:pt x="1057881" y="1079854"/>
                  </a:lnTo>
                  <a:close/>
                  <a:moveTo>
                    <a:pt x="895387" y="1020296"/>
                  </a:moveTo>
                  <a:lnTo>
                    <a:pt x="930569" y="1068294"/>
                  </a:lnTo>
                  <a:lnTo>
                    <a:pt x="925433" y="1009726"/>
                  </a:lnTo>
                  <a:close/>
                  <a:moveTo>
                    <a:pt x="895387" y="1020296"/>
                  </a:moveTo>
                  <a:lnTo>
                    <a:pt x="921770" y="1071833"/>
                  </a:lnTo>
                  <a:lnTo>
                    <a:pt x="930569" y="1068294"/>
                  </a:lnTo>
                  <a:close/>
                  <a:moveTo>
                    <a:pt x="925433" y="1009726"/>
                  </a:moveTo>
                  <a:lnTo>
                    <a:pt x="930569" y="1068294"/>
                  </a:lnTo>
                  <a:lnTo>
                    <a:pt x="976738" y="1005998"/>
                  </a:lnTo>
                  <a:close/>
                  <a:moveTo>
                    <a:pt x="976738" y="1005998"/>
                  </a:moveTo>
                  <a:lnTo>
                    <a:pt x="972064" y="1068577"/>
                  </a:lnTo>
                  <a:lnTo>
                    <a:pt x="1012808" y="996202"/>
                  </a:lnTo>
                  <a:close/>
                  <a:moveTo>
                    <a:pt x="1012808" y="996202"/>
                  </a:moveTo>
                  <a:lnTo>
                    <a:pt x="983040" y="1071833"/>
                  </a:lnTo>
                  <a:lnTo>
                    <a:pt x="1034407" y="1047739"/>
                  </a:lnTo>
                  <a:close/>
                  <a:moveTo>
                    <a:pt x="923851" y="944666"/>
                  </a:moveTo>
                  <a:lnTo>
                    <a:pt x="925433" y="1009726"/>
                  </a:lnTo>
                  <a:lnTo>
                    <a:pt x="930139" y="951602"/>
                  </a:lnTo>
                  <a:close/>
                  <a:moveTo>
                    <a:pt x="895387" y="1020296"/>
                  </a:moveTo>
                  <a:lnTo>
                    <a:pt x="925433" y="1009726"/>
                  </a:lnTo>
                  <a:lnTo>
                    <a:pt x="923851" y="944666"/>
                  </a:lnTo>
                  <a:close/>
                  <a:moveTo>
                    <a:pt x="925433" y="1009726"/>
                  </a:moveTo>
                  <a:lnTo>
                    <a:pt x="976738" y="1005998"/>
                  </a:lnTo>
                  <a:lnTo>
                    <a:pt x="930139" y="951602"/>
                  </a:lnTo>
                  <a:close/>
                  <a:moveTo>
                    <a:pt x="976738" y="1005998"/>
                  </a:moveTo>
                  <a:lnTo>
                    <a:pt x="978372" y="957262"/>
                  </a:lnTo>
                  <a:lnTo>
                    <a:pt x="930139" y="951602"/>
                  </a:lnTo>
                  <a:close/>
                  <a:moveTo>
                    <a:pt x="978372" y="957262"/>
                  </a:moveTo>
                  <a:lnTo>
                    <a:pt x="976738" y="1005998"/>
                  </a:lnTo>
                  <a:lnTo>
                    <a:pt x="1012808" y="996202"/>
                  </a:lnTo>
                  <a:close/>
                  <a:moveTo>
                    <a:pt x="208425" y="0"/>
                  </a:moveTo>
                  <a:lnTo>
                    <a:pt x="131138" y="20616"/>
                  </a:lnTo>
                  <a:lnTo>
                    <a:pt x="164282" y="9635"/>
                  </a:lnTo>
                  <a:close/>
                  <a:moveTo>
                    <a:pt x="1132207" y="1081055"/>
                  </a:moveTo>
                  <a:lnTo>
                    <a:pt x="1057881" y="1079854"/>
                  </a:lnTo>
                  <a:lnTo>
                    <a:pt x="1079339" y="1099275"/>
                  </a:lnTo>
                  <a:close/>
                  <a:moveTo>
                    <a:pt x="1066943" y="1033388"/>
                  </a:moveTo>
                  <a:lnTo>
                    <a:pt x="1057881" y="1079854"/>
                  </a:lnTo>
                  <a:lnTo>
                    <a:pt x="1132207" y="1081055"/>
                  </a:lnTo>
                  <a:close/>
                  <a:moveTo>
                    <a:pt x="1034407" y="1047739"/>
                  </a:moveTo>
                  <a:lnTo>
                    <a:pt x="1057881" y="1079854"/>
                  </a:lnTo>
                  <a:lnTo>
                    <a:pt x="1066943" y="1033388"/>
                  </a:lnTo>
                  <a:close/>
                  <a:moveTo>
                    <a:pt x="1034407" y="1047739"/>
                  </a:moveTo>
                  <a:lnTo>
                    <a:pt x="1066943" y="1033388"/>
                  </a:lnTo>
                  <a:lnTo>
                    <a:pt x="1061557" y="972108"/>
                  </a:lnTo>
                  <a:close/>
                  <a:moveTo>
                    <a:pt x="1012808" y="996202"/>
                  </a:moveTo>
                  <a:lnTo>
                    <a:pt x="1034407" y="1047739"/>
                  </a:lnTo>
                  <a:lnTo>
                    <a:pt x="1061557" y="972108"/>
                  </a:lnTo>
                  <a:close/>
                  <a:moveTo>
                    <a:pt x="1006371" y="927044"/>
                  </a:moveTo>
                  <a:lnTo>
                    <a:pt x="930139" y="951602"/>
                  </a:lnTo>
                  <a:lnTo>
                    <a:pt x="978372" y="957262"/>
                  </a:lnTo>
                  <a:close/>
                  <a:moveTo>
                    <a:pt x="953904" y="836333"/>
                  </a:moveTo>
                  <a:lnTo>
                    <a:pt x="905535" y="837675"/>
                  </a:lnTo>
                  <a:lnTo>
                    <a:pt x="973296" y="883311"/>
                  </a:lnTo>
                  <a:close/>
                  <a:moveTo>
                    <a:pt x="889982" y="787576"/>
                  </a:moveTo>
                  <a:lnTo>
                    <a:pt x="835152" y="771138"/>
                  </a:lnTo>
                  <a:lnTo>
                    <a:pt x="877844" y="790056"/>
                  </a:lnTo>
                  <a:close/>
                  <a:moveTo>
                    <a:pt x="762771" y="540295"/>
                  </a:moveTo>
                  <a:lnTo>
                    <a:pt x="726599" y="583909"/>
                  </a:lnTo>
                  <a:lnTo>
                    <a:pt x="743664" y="559816"/>
                  </a:lnTo>
                  <a:close/>
                  <a:moveTo>
                    <a:pt x="1201857" y="1023645"/>
                  </a:moveTo>
                  <a:lnTo>
                    <a:pt x="1209780" y="1075182"/>
                  </a:lnTo>
                  <a:lnTo>
                    <a:pt x="1242021" y="1051088"/>
                  </a:lnTo>
                  <a:close/>
                  <a:moveTo>
                    <a:pt x="1201857" y="1023645"/>
                  </a:moveTo>
                  <a:lnTo>
                    <a:pt x="1242021" y="1051088"/>
                  </a:lnTo>
                  <a:lnTo>
                    <a:pt x="1219880" y="999551"/>
                  </a:lnTo>
                  <a:close/>
                  <a:moveTo>
                    <a:pt x="790266" y="508196"/>
                  </a:moveTo>
                  <a:lnTo>
                    <a:pt x="743664" y="559816"/>
                  </a:lnTo>
                  <a:lnTo>
                    <a:pt x="764300" y="535722"/>
                  </a:lnTo>
                  <a:close/>
                  <a:moveTo>
                    <a:pt x="790266" y="508196"/>
                  </a:moveTo>
                  <a:lnTo>
                    <a:pt x="762771" y="540295"/>
                  </a:lnTo>
                  <a:lnTo>
                    <a:pt x="743664" y="559816"/>
                  </a:lnTo>
                  <a:close/>
                  <a:moveTo>
                    <a:pt x="1131666" y="830523"/>
                  </a:moveTo>
                  <a:lnTo>
                    <a:pt x="1073180" y="844941"/>
                  </a:lnTo>
                  <a:lnTo>
                    <a:pt x="1088088" y="890712"/>
                  </a:lnTo>
                  <a:close/>
                  <a:moveTo>
                    <a:pt x="1230739" y="837190"/>
                  </a:moveTo>
                  <a:lnTo>
                    <a:pt x="1253027" y="807823"/>
                  </a:lnTo>
                  <a:lnTo>
                    <a:pt x="1238604" y="826817"/>
                  </a:lnTo>
                  <a:close/>
                  <a:moveTo>
                    <a:pt x="1230739" y="837190"/>
                  </a:moveTo>
                  <a:lnTo>
                    <a:pt x="1238604" y="826817"/>
                  </a:lnTo>
                  <a:lnTo>
                    <a:pt x="1200020" y="857236"/>
                  </a:lnTo>
                  <a:close/>
                  <a:moveTo>
                    <a:pt x="1310008" y="736738"/>
                  </a:moveTo>
                  <a:lnTo>
                    <a:pt x="1256271" y="745217"/>
                  </a:lnTo>
                  <a:lnTo>
                    <a:pt x="1340016" y="761505"/>
                  </a:lnTo>
                  <a:close/>
                  <a:moveTo>
                    <a:pt x="1340016" y="761505"/>
                  </a:moveTo>
                  <a:lnTo>
                    <a:pt x="1358420" y="772660"/>
                  </a:lnTo>
                  <a:lnTo>
                    <a:pt x="1310008" y="736738"/>
                  </a:lnTo>
                  <a:close/>
                  <a:moveTo>
                    <a:pt x="1340016" y="761505"/>
                  </a:moveTo>
                  <a:lnTo>
                    <a:pt x="1325984" y="772660"/>
                  </a:lnTo>
                  <a:lnTo>
                    <a:pt x="1348093" y="768518"/>
                  </a:lnTo>
                  <a:close/>
                  <a:moveTo>
                    <a:pt x="1348093" y="768518"/>
                  </a:moveTo>
                  <a:lnTo>
                    <a:pt x="1358420" y="772660"/>
                  </a:lnTo>
                  <a:lnTo>
                    <a:pt x="1340016" y="76150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19" name="Output_density__4218">
              <a:extLst>
                <a:ext uri="{FF2B5EF4-FFF2-40B4-BE49-F238E27FC236}">
                  <a16:creationId xmlns:a16="http://schemas.microsoft.com/office/drawing/2014/main" id="{00424149-09A5-0B66-4EF0-92C4CB11A6BE}"/>
                </a:ext>
              </a:extLst>
            </p:cNvPr>
            <p:cNvSpPr>
              <a:spLocks noGrp="1"/>
            </p:cNvSpPr>
            <p:nvPr/>
          </p:nvSpPr>
          <p:spPr>
            <a:xfrm>
              <a:off x="15341848" y="3371457"/>
              <a:ext cx="1328435" cy="1137807"/>
            </a:xfrm>
            <a:custGeom>
              <a:avLst/>
              <a:gdLst/>
              <a:ahLst/>
              <a:cxnLst/>
              <a:rect l="0" t="0" r="0" b="0"/>
              <a:pathLst>
                <a:path w="1328435" h="1137807">
                  <a:moveTo>
                    <a:pt x="15302" y="853753"/>
                  </a:moveTo>
                  <a:lnTo>
                    <a:pt x="18866" y="821890"/>
                  </a:lnTo>
                  <a:lnTo>
                    <a:pt x="0" y="845983"/>
                  </a:lnTo>
                  <a:close/>
                  <a:moveTo>
                    <a:pt x="75392" y="768843"/>
                  </a:moveTo>
                  <a:lnTo>
                    <a:pt x="18866" y="821890"/>
                  </a:lnTo>
                  <a:lnTo>
                    <a:pt x="64172" y="797796"/>
                  </a:lnTo>
                  <a:close/>
                  <a:moveTo>
                    <a:pt x="75392" y="768843"/>
                  </a:moveTo>
                  <a:lnTo>
                    <a:pt x="40913" y="774832"/>
                  </a:lnTo>
                  <a:lnTo>
                    <a:pt x="18866" y="821890"/>
                  </a:lnTo>
                  <a:close/>
                  <a:moveTo>
                    <a:pt x="135110" y="730780"/>
                  </a:moveTo>
                  <a:lnTo>
                    <a:pt x="94746" y="746259"/>
                  </a:lnTo>
                  <a:lnTo>
                    <a:pt x="149981" y="738143"/>
                  </a:lnTo>
                  <a:close/>
                  <a:moveTo>
                    <a:pt x="94746" y="746259"/>
                  </a:moveTo>
                  <a:lnTo>
                    <a:pt x="75392" y="768843"/>
                  </a:lnTo>
                  <a:lnTo>
                    <a:pt x="149981" y="738143"/>
                  </a:lnTo>
                  <a:close/>
                  <a:moveTo>
                    <a:pt x="149981" y="738143"/>
                  </a:moveTo>
                  <a:lnTo>
                    <a:pt x="75392" y="768843"/>
                  </a:lnTo>
                  <a:lnTo>
                    <a:pt x="139772" y="773702"/>
                  </a:lnTo>
                  <a:close/>
                  <a:moveTo>
                    <a:pt x="106059" y="708828"/>
                  </a:moveTo>
                  <a:lnTo>
                    <a:pt x="94746" y="746259"/>
                  </a:lnTo>
                  <a:lnTo>
                    <a:pt x="135110" y="730780"/>
                  </a:lnTo>
                  <a:close/>
                  <a:moveTo>
                    <a:pt x="106274" y="694723"/>
                  </a:moveTo>
                  <a:lnTo>
                    <a:pt x="135110" y="730780"/>
                  </a:lnTo>
                  <a:lnTo>
                    <a:pt x="157216" y="722165"/>
                  </a:lnTo>
                  <a:close/>
                  <a:moveTo>
                    <a:pt x="106274" y="694723"/>
                  </a:moveTo>
                  <a:lnTo>
                    <a:pt x="157216" y="722165"/>
                  </a:lnTo>
                  <a:lnTo>
                    <a:pt x="141230" y="670629"/>
                  </a:lnTo>
                  <a:close/>
                  <a:moveTo>
                    <a:pt x="415011" y="968870"/>
                  </a:moveTo>
                  <a:lnTo>
                    <a:pt x="344123" y="939978"/>
                  </a:lnTo>
                  <a:lnTo>
                    <a:pt x="366209" y="979848"/>
                  </a:lnTo>
                  <a:close/>
                  <a:moveTo>
                    <a:pt x="141230" y="670629"/>
                  </a:moveTo>
                  <a:lnTo>
                    <a:pt x="157216" y="722165"/>
                  </a:lnTo>
                  <a:lnTo>
                    <a:pt x="206824" y="710461"/>
                  </a:lnTo>
                  <a:close/>
                  <a:moveTo>
                    <a:pt x="132106" y="619092"/>
                  </a:moveTo>
                  <a:lnTo>
                    <a:pt x="202560" y="651184"/>
                  </a:lnTo>
                  <a:lnTo>
                    <a:pt x="181731" y="605375"/>
                  </a:lnTo>
                  <a:close/>
                  <a:moveTo>
                    <a:pt x="132106" y="619092"/>
                  </a:moveTo>
                  <a:lnTo>
                    <a:pt x="141230" y="670629"/>
                  </a:lnTo>
                  <a:lnTo>
                    <a:pt x="202560" y="651184"/>
                  </a:lnTo>
                  <a:close/>
                  <a:moveTo>
                    <a:pt x="459360" y="955754"/>
                  </a:moveTo>
                  <a:lnTo>
                    <a:pt x="471450" y="1007291"/>
                  </a:lnTo>
                  <a:lnTo>
                    <a:pt x="502912" y="998133"/>
                  </a:lnTo>
                  <a:close/>
                  <a:moveTo>
                    <a:pt x="822624" y="1116352"/>
                  </a:moveTo>
                  <a:lnTo>
                    <a:pt x="736976" y="1090931"/>
                  </a:lnTo>
                  <a:lnTo>
                    <a:pt x="759722" y="1137807"/>
                  </a:lnTo>
                  <a:close/>
                  <a:moveTo>
                    <a:pt x="843602" y="1062176"/>
                  </a:moveTo>
                  <a:lnTo>
                    <a:pt x="838034" y="1113713"/>
                  </a:lnTo>
                  <a:lnTo>
                    <a:pt x="893424" y="1089619"/>
                  </a:lnTo>
                  <a:close/>
                  <a:moveTo>
                    <a:pt x="843602" y="1062176"/>
                  </a:moveTo>
                  <a:lnTo>
                    <a:pt x="893424" y="1089619"/>
                  </a:lnTo>
                  <a:lnTo>
                    <a:pt x="882052" y="1038082"/>
                  </a:lnTo>
                  <a:close/>
                  <a:moveTo>
                    <a:pt x="882052" y="1038082"/>
                  </a:moveTo>
                  <a:lnTo>
                    <a:pt x="921640" y="1027304"/>
                  </a:lnTo>
                  <a:lnTo>
                    <a:pt x="909102" y="1021286"/>
                  </a:lnTo>
                  <a:close/>
                  <a:moveTo>
                    <a:pt x="912801" y="1065525"/>
                  </a:moveTo>
                  <a:lnTo>
                    <a:pt x="921640" y="1027304"/>
                  </a:lnTo>
                  <a:lnTo>
                    <a:pt x="882052" y="1038082"/>
                  </a:lnTo>
                  <a:close/>
                  <a:moveTo>
                    <a:pt x="893424" y="1089619"/>
                  </a:moveTo>
                  <a:lnTo>
                    <a:pt x="912801" y="1065525"/>
                  </a:lnTo>
                  <a:lnTo>
                    <a:pt x="882052" y="1038082"/>
                  </a:lnTo>
                  <a:close/>
                  <a:moveTo>
                    <a:pt x="896952" y="962452"/>
                  </a:moveTo>
                  <a:lnTo>
                    <a:pt x="909102" y="1021286"/>
                  </a:lnTo>
                  <a:lnTo>
                    <a:pt x="915204" y="1003243"/>
                  </a:lnTo>
                  <a:close/>
                  <a:moveTo>
                    <a:pt x="882052" y="1038082"/>
                  </a:moveTo>
                  <a:lnTo>
                    <a:pt x="909102" y="1021286"/>
                  </a:lnTo>
                  <a:lnTo>
                    <a:pt x="896952" y="962452"/>
                  </a:lnTo>
                  <a:close/>
                  <a:moveTo>
                    <a:pt x="909102" y="1021286"/>
                  </a:moveTo>
                  <a:lnTo>
                    <a:pt x="924243" y="1013989"/>
                  </a:lnTo>
                  <a:lnTo>
                    <a:pt x="915204" y="1003243"/>
                  </a:lnTo>
                  <a:close/>
                  <a:moveTo>
                    <a:pt x="396046" y="419835"/>
                  </a:moveTo>
                  <a:lnTo>
                    <a:pt x="430078" y="412175"/>
                  </a:lnTo>
                  <a:lnTo>
                    <a:pt x="396155" y="419643"/>
                  </a:lnTo>
                  <a:close/>
                  <a:moveTo>
                    <a:pt x="430078" y="412175"/>
                  </a:moveTo>
                  <a:lnTo>
                    <a:pt x="433014" y="395549"/>
                  </a:lnTo>
                  <a:lnTo>
                    <a:pt x="396155" y="419643"/>
                  </a:lnTo>
                  <a:close/>
                  <a:moveTo>
                    <a:pt x="382439" y="368106"/>
                  </a:moveTo>
                  <a:lnTo>
                    <a:pt x="396155" y="419643"/>
                  </a:lnTo>
                  <a:lnTo>
                    <a:pt x="433014" y="395549"/>
                  </a:lnTo>
                  <a:close/>
                  <a:moveTo>
                    <a:pt x="382439" y="368106"/>
                  </a:moveTo>
                  <a:lnTo>
                    <a:pt x="433014" y="395549"/>
                  </a:lnTo>
                  <a:lnTo>
                    <a:pt x="428487" y="344013"/>
                  </a:lnTo>
                  <a:close/>
                  <a:moveTo>
                    <a:pt x="919244" y="950298"/>
                  </a:moveTo>
                  <a:lnTo>
                    <a:pt x="915204" y="1003243"/>
                  </a:lnTo>
                  <a:lnTo>
                    <a:pt x="940771" y="938358"/>
                  </a:lnTo>
                  <a:close/>
                  <a:moveTo>
                    <a:pt x="940771" y="938358"/>
                  </a:moveTo>
                  <a:lnTo>
                    <a:pt x="915204" y="1003243"/>
                  </a:lnTo>
                  <a:lnTo>
                    <a:pt x="924243" y="1013989"/>
                  </a:lnTo>
                  <a:close/>
                  <a:moveTo>
                    <a:pt x="896952" y="962452"/>
                  </a:moveTo>
                  <a:lnTo>
                    <a:pt x="915204" y="1003243"/>
                  </a:lnTo>
                  <a:lnTo>
                    <a:pt x="919244" y="950298"/>
                  </a:lnTo>
                  <a:close/>
                  <a:moveTo>
                    <a:pt x="880135" y="910915"/>
                  </a:moveTo>
                  <a:lnTo>
                    <a:pt x="919244" y="950298"/>
                  </a:lnTo>
                  <a:lnTo>
                    <a:pt x="905654" y="898603"/>
                  </a:lnTo>
                  <a:close/>
                  <a:moveTo>
                    <a:pt x="880135" y="910915"/>
                  </a:moveTo>
                  <a:lnTo>
                    <a:pt x="896952" y="962452"/>
                  </a:lnTo>
                  <a:lnTo>
                    <a:pt x="919244" y="950298"/>
                  </a:lnTo>
                  <a:close/>
                  <a:moveTo>
                    <a:pt x="940771" y="938358"/>
                  </a:moveTo>
                  <a:lnTo>
                    <a:pt x="929076" y="886821"/>
                  </a:lnTo>
                  <a:lnTo>
                    <a:pt x="919244" y="950298"/>
                  </a:lnTo>
                  <a:close/>
                  <a:moveTo>
                    <a:pt x="929076" y="886821"/>
                  </a:moveTo>
                  <a:lnTo>
                    <a:pt x="905654" y="898603"/>
                  </a:lnTo>
                  <a:lnTo>
                    <a:pt x="919244" y="950298"/>
                  </a:lnTo>
                  <a:close/>
                  <a:moveTo>
                    <a:pt x="428487" y="344013"/>
                  </a:moveTo>
                  <a:lnTo>
                    <a:pt x="496713" y="375743"/>
                  </a:lnTo>
                  <a:lnTo>
                    <a:pt x="479641" y="326879"/>
                  </a:lnTo>
                  <a:close/>
                  <a:moveTo>
                    <a:pt x="428487" y="344013"/>
                  </a:moveTo>
                  <a:lnTo>
                    <a:pt x="433014" y="395549"/>
                  </a:lnTo>
                  <a:lnTo>
                    <a:pt x="496713" y="375743"/>
                  </a:lnTo>
                  <a:close/>
                  <a:moveTo>
                    <a:pt x="523126" y="371455"/>
                  </a:moveTo>
                  <a:lnTo>
                    <a:pt x="539397" y="336647"/>
                  </a:lnTo>
                  <a:lnTo>
                    <a:pt x="496713" y="375743"/>
                  </a:lnTo>
                  <a:close/>
                  <a:moveTo>
                    <a:pt x="496713" y="375743"/>
                  </a:moveTo>
                  <a:lnTo>
                    <a:pt x="528630" y="325034"/>
                  </a:lnTo>
                  <a:lnTo>
                    <a:pt x="479641" y="326879"/>
                  </a:lnTo>
                  <a:close/>
                  <a:moveTo>
                    <a:pt x="450129" y="312465"/>
                  </a:moveTo>
                  <a:lnTo>
                    <a:pt x="428487" y="344013"/>
                  </a:lnTo>
                  <a:lnTo>
                    <a:pt x="479641" y="326879"/>
                  </a:lnTo>
                  <a:close/>
                  <a:moveTo>
                    <a:pt x="1008777" y="684024"/>
                  </a:moveTo>
                  <a:lnTo>
                    <a:pt x="1043750" y="736812"/>
                  </a:lnTo>
                  <a:lnTo>
                    <a:pt x="1044633" y="733103"/>
                  </a:lnTo>
                  <a:close/>
                  <a:moveTo>
                    <a:pt x="1043750" y="736812"/>
                  </a:moveTo>
                  <a:lnTo>
                    <a:pt x="1054575" y="735560"/>
                  </a:lnTo>
                  <a:lnTo>
                    <a:pt x="1044633" y="733103"/>
                  </a:lnTo>
                  <a:close/>
                  <a:moveTo>
                    <a:pt x="806780" y="196100"/>
                  </a:moveTo>
                  <a:lnTo>
                    <a:pt x="846262" y="223543"/>
                  </a:lnTo>
                  <a:lnTo>
                    <a:pt x="839732" y="172006"/>
                  </a:lnTo>
                  <a:close/>
                  <a:moveTo>
                    <a:pt x="846262" y="223543"/>
                  </a:moveTo>
                  <a:lnTo>
                    <a:pt x="883806" y="275079"/>
                  </a:lnTo>
                  <a:lnTo>
                    <a:pt x="912270" y="199449"/>
                  </a:lnTo>
                  <a:close/>
                  <a:moveTo>
                    <a:pt x="839732" y="172006"/>
                  </a:moveTo>
                  <a:lnTo>
                    <a:pt x="909907" y="174041"/>
                  </a:lnTo>
                  <a:lnTo>
                    <a:pt x="900705" y="149712"/>
                  </a:lnTo>
                  <a:close/>
                  <a:moveTo>
                    <a:pt x="912270" y="199449"/>
                  </a:moveTo>
                  <a:lnTo>
                    <a:pt x="909907" y="174041"/>
                  </a:lnTo>
                  <a:lnTo>
                    <a:pt x="839732" y="172006"/>
                  </a:lnTo>
                  <a:close/>
                  <a:moveTo>
                    <a:pt x="846262" y="223543"/>
                  </a:moveTo>
                  <a:lnTo>
                    <a:pt x="912270" y="199449"/>
                  </a:lnTo>
                  <a:lnTo>
                    <a:pt x="839732" y="172006"/>
                  </a:lnTo>
                  <a:close/>
                  <a:moveTo>
                    <a:pt x="813387" y="119976"/>
                  </a:moveTo>
                  <a:lnTo>
                    <a:pt x="813234" y="122172"/>
                  </a:lnTo>
                  <a:lnTo>
                    <a:pt x="882106" y="96376"/>
                  </a:lnTo>
                  <a:close/>
                  <a:moveTo>
                    <a:pt x="813234" y="122172"/>
                  </a:moveTo>
                  <a:lnTo>
                    <a:pt x="839732" y="172006"/>
                  </a:lnTo>
                  <a:lnTo>
                    <a:pt x="882106" y="96376"/>
                  </a:lnTo>
                  <a:close/>
                  <a:moveTo>
                    <a:pt x="882106" y="96376"/>
                  </a:moveTo>
                  <a:lnTo>
                    <a:pt x="839732" y="172006"/>
                  </a:lnTo>
                  <a:lnTo>
                    <a:pt x="897188" y="126484"/>
                  </a:lnTo>
                  <a:close/>
                  <a:moveTo>
                    <a:pt x="897188" y="126484"/>
                  </a:moveTo>
                  <a:lnTo>
                    <a:pt x="839732" y="172006"/>
                  </a:lnTo>
                  <a:lnTo>
                    <a:pt x="900705" y="149712"/>
                  </a:lnTo>
                  <a:close/>
                  <a:moveTo>
                    <a:pt x="900705" y="149712"/>
                  </a:moveTo>
                  <a:lnTo>
                    <a:pt x="914662" y="147912"/>
                  </a:lnTo>
                  <a:lnTo>
                    <a:pt x="897188" y="126484"/>
                  </a:lnTo>
                  <a:close/>
                  <a:moveTo>
                    <a:pt x="900705" y="149712"/>
                  </a:moveTo>
                  <a:lnTo>
                    <a:pt x="909907" y="174041"/>
                  </a:lnTo>
                  <a:lnTo>
                    <a:pt x="914662" y="147912"/>
                  </a:lnTo>
                  <a:close/>
                  <a:moveTo>
                    <a:pt x="918559" y="206385"/>
                  </a:moveTo>
                  <a:lnTo>
                    <a:pt x="926503" y="191482"/>
                  </a:lnTo>
                  <a:lnTo>
                    <a:pt x="912270" y="199449"/>
                  </a:lnTo>
                  <a:close/>
                  <a:moveTo>
                    <a:pt x="909907" y="174041"/>
                  </a:moveTo>
                  <a:lnTo>
                    <a:pt x="912270" y="199449"/>
                  </a:lnTo>
                  <a:lnTo>
                    <a:pt x="926503" y="191482"/>
                  </a:lnTo>
                  <a:close/>
                  <a:moveTo>
                    <a:pt x="961715" y="138094"/>
                  </a:moveTo>
                  <a:lnTo>
                    <a:pt x="914662" y="147912"/>
                  </a:lnTo>
                  <a:lnTo>
                    <a:pt x="991488" y="169481"/>
                  </a:lnTo>
                  <a:close/>
                  <a:moveTo>
                    <a:pt x="914662" y="147912"/>
                  </a:moveTo>
                  <a:lnTo>
                    <a:pt x="909907" y="174041"/>
                  </a:lnTo>
                  <a:lnTo>
                    <a:pt x="991488" y="169481"/>
                  </a:lnTo>
                  <a:close/>
                  <a:moveTo>
                    <a:pt x="991488" y="169481"/>
                  </a:moveTo>
                  <a:lnTo>
                    <a:pt x="909907" y="174041"/>
                  </a:lnTo>
                  <a:lnTo>
                    <a:pt x="982751" y="175355"/>
                  </a:lnTo>
                  <a:close/>
                  <a:moveTo>
                    <a:pt x="982751" y="175355"/>
                  </a:moveTo>
                  <a:lnTo>
                    <a:pt x="909907" y="174041"/>
                  </a:lnTo>
                  <a:lnTo>
                    <a:pt x="926503" y="191482"/>
                  </a:lnTo>
                  <a:close/>
                  <a:moveTo>
                    <a:pt x="961715" y="138094"/>
                  </a:moveTo>
                  <a:lnTo>
                    <a:pt x="897188" y="126484"/>
                  </a:lnTo>
                  <a:lnTo>
                    <a:pt x="914662" y="147912"/>
                  </a:lnTo>
                  <a:close/>
                  <a:moveTo>
                    <a:pt x="893954" y="92458"/>
                  </a:moveTo>
                  <a:lnTo>
                    <a:pt x="897188" y="126484"/>
                  </a:lnTo>
                  <a:lnTo>
                    <a:pt x="961715" y="138094"/>
                  </a:lnTo>
                  <a:close/>
                  <a:moveTo>
                    <a:pt x="961715" y="138094"/>
                  </a:moveTo>
                  <a:lnTo>
                    <a:pt x="1007143" y="123818"/>
                  </a:lnTo>
                  <a:lnTo>
                    <a:pt x="1017083" y="90500"/>
                  </a:lnTo>
                  <a:close/>
                  <a:moveTo>
                    <a:pt x="961715" y="138094"/>
                  </a:moveTo>
                  <a:lnTo>
                    <a:pt x="991488" y="169481"/>
                  </a:lnTo>
                  <a:lnTo>
                    <a:pt x="1007143" y="123818"/>
                  </a:lnTo>
                  <a:close/>
                  <a:moveTo>
                    <a:pt x="882106" y="96376"/>
                  </a:moveTo>
                  <a:lnTo>
                    <a:pt x="897188" y="126484"/>
                  </a:lnTo>
                  <a:lnTo>
                    <a:pt x="893954" y="92458"/>
                  </a:lnTo>
                  <a:close/>
                  <a:moveTo>
                    <a:pt x="866264" y="44839"/>
                  </a:moveTo>
                  <a:lnTo>
                    <a:pt x="893954" y="92458"/>
                  </a:lnTo>
                  <a:lnTo>
                    <a:pt x="878401" y="42359"/>
                  </a:lnTo>
                  <a:close/>
                  <a:moveTo>
                    <a:pt x="866264" y="44839"/>
                  </a:moveTo>
                  <a:lnTo>
                    <a:pt x="882106" y="96376"/>
                  </a:lnTo>
                  <a:lnTo>
                    <a:pt x="893954" y="92458"/>
                  </a:lnTo>
                  <a:close/>
                  <a:moveTo>
                    <a:pt x="1048750" y="105319"/>
                  </a:moveTo>
                  <a:lnTo>
                    <a:pt x="1007143" y="123818"/>
                  </a:lnTo>
                  <a:lnTo>
                    <a:pt x="1061672" y="122311"/>
                  </a:lnTo>
                  <a:close/>
                  <a:moveTo>
                    <a:pt x="1061672" y="122311"/>
                  </a:moveTo>
                  <a:lnTo>
                    <a:pt x="1007143" y="123818"/>
                  </a:lnTo>
                  <a:lnTo>
                    <a:pt x="991488" y="169481"/>
                  </a:lnTo>
                  <a:close/>
                  <a:moveTo>
                    <a:pt x="1017083" y="90500"/>
                  </a:moveTo>
                  <a:lnTo>
                    <a:pt x="1007143" y="123818"/>
                  </a:lnTo>
                  <a:lnTo>
                    <a:pt x="1048750" y="105319"/>
                  </a:lnTo>
                  <a:close/>
                  <a:moveTo>
                    <a:pt x="1017083" y="90500"/>
                  </a:moveTo>
                  <a:lnTo>
                    <a:pt x="1048750" y="105319"/>
                  </a:lnTo>
                  <a:lnTo>
                    <a:pt x="1026450" y="72282"/>
                  </a:lnTo>
                  <a:close/>
                  <a:moveTo>
                    <a:pt x="1026450" y="72282"/>
                  </a:moveTo>
                  <a:lnTo>
                    <a:pt x="1048750" y="105319"/>
                  </a:lnTo>
                  <a:lnTo>
                    <a:pt x="1061599" y="99725"/>
                  </a:lnTo>
                  <a:close/>
                  <a:moveTo>
                    <a:pt x="1026450" y="72282"/>
                  </a:moveTo>
                  <a:lnTo>
                    <a:pt x="1061599" y="99725"/>
                  </a:lnTo>
                  <a:lnTo>
                    <a:pt x="1067808" y="48188"/>
                  </a:lnTo>
                  <a:close/>
                  <a:moveTo>
                    <a:pt x="1048750" y="105319"/>
                  </a:moveTo>
                  <a:lnTo>
                    <a:pt x="1061672" y="122311"/>
                  </a:lnTo>
                  <a:lnTo>
                    <a:pt x="1061599" y="99725"/>
                  </a:lnTo>
                  <a:close/>
                  <a:moveTo>
                    <a:pt x="1067808" y="48188"/>
                  </a:moveTo>
                  <a:lnTo>
                    <a:pt x="1120085" y="85307"/>
                  </a:lnTo>
                  <a:lnTo>
                    <a:pt x="1102037" y="37237"/>
                  </a:lnTo>
                  <a:close/>
                  <a:moveTo>
                    <a:pt x="1067808" y="48188"/>
                  </a:moveTo>
                  <a:lnTo>
                    <a:pt x="1061599" y="99725"/>
                  </a:lnTo>
                  <a:lnTo>
                    <a:pt x="1120085" y="85307"/>
                  </a:lnTo>
                  <a:close/>
                  <a:moveTo>
                    <a:pt x="1120085" y="85307"/>
                  </a:moveTo>
                  <a:lnTo>
                    <a:pt x="1154940" y="32209"/>
                  </a:lnTo>
                  <a:lnTo>
                    <a:pt x="1102037" y="37237"/>
                  </a:lnTo>
                  <a:close/>
                  <a:moveTo>
                    <a:pt x="1083472" y="29139"/>
                  </a:moveTo>
                  <a:lnTo>
                    <a:pt x="1067808" y="48188"/>
                  </a:lnTo>
                  <a:lnTo>
                    <a:pt x="1102037" y="37237"/>
                  </a:lnTo>
                  <a:close/>
                  <a:moveTo>
                    <a:pt x="1250893" y="51536"/>
                  </a:moveTo>
                  <a:lnTo>
                    <a:pt x="1241446" y="62606"/>
                  </a:lnTo>
                  <a:lnTo>
                    <a:pt x="1219158" y="91973"/>
                  </a:lnTo>
                  <a:close/>
                  <a:moveTo>
                    <a:pt x="1243940" y="9951"/>
                  </a:moveTo>
                  <a:lnTo>
                    <a:pt x="1241446" y="62606"/>
                  </a:lnTo>
                  <a:lnTo>
                    <a:pt x="1250893" y="51536"/>
                  </a:lnTo>
                  <a:close/>
                  <a:moveTo>
                    <a:pt x="1244690" y="0"/>
                  </a:moveTo>
                  <a:lnTo>
                    <a:pt x="1241446" y="62606"/>
                  </a:lnTo>
                  <a:lnTo>
                    <a:pt x="1243940" y="9951"/>
                  </a:lnTo>
                  <a:close/>
                  <a:moveTo>
                    <a:pt x="1244690" y="0"/>
                  </a:moveTo>
                  <a:lnTo>
                    <a:pt x="1239235" y="1661"/>
                  </a:lnTo>
                  <a:lnTo>
                    <a:pt x="1221747" y="61876"/>
                  </a:lnTo>
                  <a:close/>
                  <a:moveTo>
                    <a:pt x="1263077" y="45021"/>
                  </a:moveTo>
                  <a:lnTo>
                    <a:pt x="1250893" y="51536"/>
                  </a:lnTo>
                  <a:lnTo>
                    <a:pt x="1293506" y="60370"/>
                  </a:lnTo>
                  <a:close/>
                  <a:moveTo>
                    <a:pt x="1243940" y="9951"/>
                  </a:moveTo>
                  <a:lnTo>
                    <a:pt x="1250893" y="51536"/>
                  </a:lnTo>
                  <a:lnTo>
                    <a:pt x="1263077" y="45021"/>
                  </a:lnTo>
                  <a:close/>
                  <a:moveTo>
                    <a:pt x="1244690" y="0"/>
                  </a:moveTo>
                  <a:lnTo>
                    <a:pt x="1243940" y="9951"/>
                  </a:lnTo>
                  <a:lnTo>
                    <a:pt x="1328435" y="16288"/>
                  </a:lnTo>
                  <a:close/>
                  <a:moveTo>
                    <a:pt x="1328435" y="16288"/>
                  </a:moveTo>
                  <a:lnTo>
                    <a:pt x="1243940" y="9951"/>
                  </a:lnTo>
                  <a:lnTo>
                    <a:pt x="1314404" y="27443"/>
                  </a:lnTo>
                  <a:close/>
                  <a:moveTo>
                    <a:pt x="1314404" y="27443"/>
                  </a:moveTo>
                  <a:lnTo>
                    <a:pt x="1243940" y="9951"/>
                  </a:lnTo>
                  <a:lnTo>
                    <a:pt x="1263077" y="4502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20" name="Output_density__4219">
              <a:extLst>
                <a:ext uri="{FF2B5EF4-FFF2-40B4-BE49-F238E27FC236}">
                  <a16:creationId xmlns:a16="http://schemas.microsoft.com/office/drawing/2014/main" id="{7F055CF4-25B6-3E88-E879-15AAF81E41AA}"/>
                </a:ext>
              </a:extLst>
            </p:cNvPr>
            <p:cNvSpPr>
              <a:spLocks noGrp="1"/>
            </p:cNvSpPr>
            <p:nvPr/>
          </p:nvSpPr>
          <p:spPr>
            <a:xfrm>
              <a:off x="15520307" y="2623380"/>
              <a:ext cx="1225552" cy="2112775"/>
            </a:xfrm>
            <a:custGeom>
              <a:avLst/>
              <a:gdLst/>
              <a:ahLst/>
              <a:cxnLst/>
              <a:rect l="0" t="0" r="0" b="0"/>
              <a:pathLst>
                <a:path w="1225552" h="2112775">
                  <a:moveTo>
                    <a:pt x="306785" y="2009702"/>
                  </a:moveTo>
                  <a:lnTo>
                    <a:pt x="283108" y="2047606"/>
                  </a:lnTo>
                  <a:lnTo>
                    <a:pt x="309567" y="2011632"/>
                  </a:lnTo>
                  <a:close/>
                  <a:moveTo>
                    <a:pt x="309567" y="2011632"/>
                  </a:moveTo>
                  <a:lnTo>
                    <a:pt x="353706" y="2011380"/>
                  </a:lnTo>
                  <a:lnTo>
                    <a:pt x="330883" y="2009702"/>
                  </a:lnTo>
                  <a:close/>
                  <a:moveTo>
                    <a:pt x="0" y="1700482"/>
                  </a:moveTo>
                  <a:lnTo>
                    <a:pt x="23225" y="1713687"/>
                  </a:lnTo>
                  <a:lnTo>
                    <a:pt x="47957" y="1732222"/>
                  </a:lnTo>
                  <a:close/>
                  <a:moveTo>
                    <a:pt x="96058" y="1737388"/>
                  </a:moveTo>
                  <a:lnTo>
                    <a:pt x="47957" y="1732222"/>
                  </a:lnTo>
                  <a:lnTo>
                    <a:pt x="23225" y="1713687"/>
                  </a:lnTo>
                  <a:close/>
                  <a:moveTo>
                    <a:pt x="465883" y="2112775"/>
                  </a:moveTo>
                  <a:lnTo>
                    <a:pt x="471923" y="2088681"/>
                  </a:lnTo>
                  <a:lnTo>
                    <a:pt x="422963" y="2086248"/>
                  </a:lnTo>
                  <a:close/>
                  <a:moveTo>
                    <a:pt x="471923" y="2088681"/>
                  </a:moveTo>
                  <a:lnTo>
                    <a:pt x="458517" y="2084278"/>
                  </a:lnTo>
                  <a:lnTo>
                    <a:pt x="422963" y="2086248"/>
                  </a:lnTo>
                  <a:close/>
                  <a:moveTo>
                    <a:pt x="309567" y="2011632"/>
                  </a:moveTo>
                  <a:lnTo>
                    <a:pt x="286768" y="1989836"/>
                  </a:lnTo>
                  <a:lnTo>
                    <a:pt x="306785" y="2009702"/>
                  </a:lnTo>
                  <a:close/>
                  <a:moveTo>
                    <a:pt x="349440" y="2025808"/>
                  </a:moveTo>
                  <a:lnTo>
                    <a:pt x="330883" y="2009702"/>
                  </a:lnTo>
                  <a:lnTo>
                    <a:pt x="388857" y="2045546"/>
                  </a:lnTo>
                  <a:close/>
                  <a:moveTo>
                    <a:pt x="309567" y="2011632"/>
                  </a:moveTo>
                  <a:lnTo>
                    <a:pt x="330883" y="2009702"/>
                  </a:lnTo>
                  <a:lnTo>
                    <a:pt x="349440" y="2025808"/>
                  </a:lnTo>
                  <a:close/>
                  <a:moveTo>
                    <a:pt x="249472" y="1779462"/>
                  </a:moveTo>
                  <a:lnTo>
                    <a:pt x="231539" y="1759674"/>
                  </a:lnTo>
                  <a:lnTo>
                    <a:pt x="264775" y="1794726"/>
                  </a:lnTo>
                  <a:close/>
                  <a:moveTo>
                    <a:pt x="34956" y="1578665"/>
                  </a:moveTo>
                  <a:lnTo>
                    <a:pt x="8175" y="1537695"/>
                  </a:lnTo>
                  <a:lnTo>
                    <a:pt x="11380" y="1573315"/>
                  </a:lnTo>
                  <a:close/>
                  <a:moveTo>
                    <a:pt x="505875" y="2064587"/>
                  </a:moveTo>
                  <a:lnTo>
                    <a:pt x="471923" y="2088681"/>
                  </a:lnTo>
                  <a:lnTo>
                    <a:pt x="509896" y="2101695"/>
                  </a:lnTo>
                  <a:close/>
                  <a:moveTo>
                    <a:pt x="471923" y="2088681"/>
                  </a:moveTo>
                  <a:lnTo>
                    <a:pt x="505875" y="2064587"/>
                  </a:lnTo>
                  <a:lnTo>
                    <a:pt x="458517" y="2084278"/>
                  </a:lnTo>
                  <a:close/>
                  <a:moveTo>
                    <a:pt x="340565" y="1817948"/>
                  </a:moveTo>
                  <a:lnTo>
                    <a:pt x="319931" y="1780579"/>
                  </a:lnTo>
                  <a:lnTo>
                    <a:pt x="292137" y="1811565"/>
                  </a:lnTo>
                  <a:close/>
                  <a:moveTo>
                    <a:pt x="94698" y="1497685"/>
                  </a:moveTo>
                  <a:lnTo>
                    <a:pt x="61271" y="1521778"/>
                  </a:lnTo>
                  <a:lnTo>
                    <a:pt x="82786" y="1549221"/>
                  </a:lnTo>
                  <a:close/>
                  <a:moveTo>
                    <a:pt x="109979" y="1497685"/>
                  </a:moveTo>
                  <a:lnTo>
                    <a:pt x="100217" y="1563591"/>
                  </a:lnTo>
                  <a:lnTo>
                    <a:pt x="128784" y="1550167"/>
                  </a:lnTo>
                  <a:close/>
                  <a:moveTo>
                    <a:pt x="292835" y="1646428"/>
                  </a:moveTo>
                  <a:lnTo>
                    <a:pt x="322211" y="1654204"/>
                  </a:lnTo>
                  <a:lnTo>
                    <a:pt x="255193" y="1639048"/>
                  </a:lnTo>
                  <a:close/>
                  <a:moveTo>
                    <a:pt x="301497" y="1652294"/>
                  </a:moveTo>
                  <a:lnTo>
                    <a:pt x="337882" y="1673018"/>
                  </a:lnTo>
                  <a:lnTo>
                    <a:pt x="322211" y="1654204"/>
                  </a:lnTo>
                  <a:close/>
                  <a:moveTo>
                    <a:pt x="322211" y="1654204"/>
                  </a:moveTo>
                  <a:lnTo>
                    <a:pt x="337882" y="1673018"/>
                  </a:lnTo>
                  <a:lnTo>
                    <a:pt x="368696" y="1653328"/>
                  </a:lnTo>
                  <a:close/>
                  <a:moveTo>
                    <a:pt x="301497" y="1652294"/>
                  </a:moveTo>
                  <a:lnTo>
                    <a:pt x="322211" y="1654204"/>
                  </a:lnTo>
                  <a:lnTo>
                    <a:pt x="292835" y="1646428"/>
                  </a:lnTo>
                  <a:close/>
                  <a:moveTo>
                    <a:pt x="599394" y="1988330"/>
                  </a:moveTo>
                  <a:lnTo>
                    <a:pt x="598965" y="1990235"/>
                  </a:lnTo>
                  <a:lnTo>
                    <a:pt x="598974" y="1988957"/>
                  </a:lnTo>
                  <a:close/>
                  <a:moveTo>
                    <a:pt x="599394" y="1988330"/>
                  </a:moveTo>
                  <a:lnTo>
                    <a:pt x="598974" y="1988957"/>
                  </a:lnTo>
                  <a:lnTo>
                    <a:pt x="598382" y="1988055"/>
                  </a:lnTo>
                  <a:close/>
                  <a:moveTo>
                    <a:pt x="644165" y="1864428"/>
                  </a:moveTo>
                  <a:lnTo>
                    <a:pt x="637484" y="1937420"/>
                  </a:lnTo>
                  <a:lnTo>
                    <a:pt x="703020" y="1895027"/>
                  </a:lnTo>
                  <a:close/>
                  <a:moveTo>
                    <a:pt x="372455" y="1556938"/>
                  </a:moveTo>
                  <a:lnTo>
                    <a:pt x="327032" y="1618627"/>
                  </a:lnTo>
                  <a:lnTo>
                    <a:pt x="376543" y="1616358"/>
                  </a:lnTo>
                  <a:close/>
                  <a:moveTo>
                    <a:pt x="287725" y="1525127"/>
                  </a:moveTo>
                  <a:lnTo>
                    <a:pt x="375873" y="1545264"/>
                  </a:lnTo>
                  <a:lnTo>
                    <a:pt x="344119" y="1552570"/>
                  </a:lnTo>
                  <a:close/>
                  <a:moveTo>
                    <a:pt x="344119" y="1552570"/>
                  </a:moveTo>
                  <a:lnTo>
                    <a:pt x="372455" y="1556938"/>
                  </a:lnTo>
                  <a:lnTo>
                    <a:pt x="287725" y="1525127"/>
                  </a:lnTo>
                  <a:close/>
                  <a:moveTo>
                    <a:pt x="178286" y="1412619"/>
                  </a:moveTo>
                  <a:lnTo>
                    <a:pt x="202000" y="1456082"/>
                  </a:lnTo>
                  <a:lnTo>
                    <a:pt x="230235" y="1408367"/>
                  </a:lnTo>
                  <a:close/>
                  <a:moveTo>
                    <a:pt x="178286" y="1412619"/>
                  </a:moveTo>
                  <a:lnTo>
                    <a:pt x="230235" y="1408367"/>
                  </a:lnTo>
                  <a:lnTo>
                    <a:pt x="192181" y="1382499"/>
                  </a:lnTo>
                  <a:close/>
                  <a:moveTo>
                    <a:pt x="230235" y="1408367"/>
                  </a:moveTo>
                  <a:lnTo>
                    <a:pt x="263537" y="1419275"/>
                  </a:lnTo>
                  <a:lnTo>
                    <a:pt x="236830" y="1374758"/>
                  </a:lnTo>
                  <a:close/>
                  <a:moveTo>
                    <a:pt x="714965" y="1837695"/>
                  </a:moveTo>
                  <a:lnTo>
                    <a:pt x="703020" y="1895027"/>
                  </a:lnTo>
                  <a:lnTo>
                    <a:pt x="733128" y="1872695"/>
                  </a:lnTo>
                  <a:close/>
                  <a:moveTo>
                    <a:pt x="401049" y="1504492"/>
                  </a:moveTo>
                  <a:lnTo>
                    <a:pt x="433961" y="1482173"/>
                  </a:lnTo>
                  <a:lnTo>
                    <a:pt x="426736" y="1476939"/>
                  </a:lnTo>
                  <a:close/>
                  <a:moveTo>
                    <a:pt x="419793" y="1534795"/>
                  </a:moveTo>
                  <a:lnTo>
                    <a:pt x="433961" y="1482173"/>
                  </a:lnTo>
                  <a:lnTo>
                    <a:pt x="401049" y="1504492"/>
                  </a:lnTo>
                  <a:close/>
                  <a:moveTo>
                    <a:pt x="375873" y="1545264"/>
                  </a:moveTo>
                  <a:lnTo>
                    <a:pt x="419793" y="1534795"/>
                  </a:lnTo>
                  <a:lnTo>
                    <a:pt x="401049" y="1504492"/>
                  </a:lnTo>
                  <a:close/>
                  <a:moveTo>
                    <a:pt x="433961" y="1482173"/>
                  </a:moveTo>
                  <a:lnTo>
                    <a:pt x="382435" y="1434898"/>
                  </a:lnTo>
                  <a:lnTo>
                    <a:pt x="426736" y="1476939"/>
                  </a:lnTo>
                  <a:close/>
                  <a:moveTo>
                    <a:pt x="278365" y="1344478"/>
                  </a:moveTo>
                  <a:lnTo>
                    <a:pt x="239084" y="1338430"/>
                  </a:lnTo>
                  <a:lnTo>
                    <a:pt x="236830" y="1374758"/>
                  </a:lnTo>
                  <a:close/>
                  <a:moveTo>
                    <a:pt x="797020" y="1802003"/>
                  </a:moveTo>
                  <a:lnTo>
                    <a:pt x="745784" y="1762065"/>
                  </a:lnTo>
                  <a:lnTo>
                    <a:pt x="783940" y="1826758"/>
                  </a:lnTo>
                  <a:close/>
                  <a:moveTo>
                    <a:pt x="743181" y="1775381"/>
                  </a:moveTo>
                  <a:lnTo>
                    <a:pt x="781453" y="1813602"/>
                  </a:lnTo>
                  <a:lnTo>
                    <a:pt x="783940" y="1826758"/>
                  </a:lnTo>
                  <a:close/>
                  <a:moveTo>
                    <a:pt x="415117" y="1459511"/>
                  </a:moveTo>
                  <a:lnTo>
                    <a:pt x="426736" y="1476939"/>
                  </a:lnTo>
                  <a:lnTo>
                    <a:pt x="382435" y="1434898"/>
                  </a:lnTo>
                  <a:close/>
                  <a:moveTo>
                    <a:pt x="309395" y="1201591"/>
                  </a:moveTo>
                  <a:lnTo>
                    <a:pt x="278191" y="1219823"/>
                  </a:lnTo>
                  <a:lnTo>
                    <a:pt x="360581" y="1218290"/>
                  </a:lnTo>
                  <a:close/>
                  <a:moveTo>
                    <a:pt x="146202" y="1075690"/>
                  </a:moveTo>
                  <a:lnTo>
                    <a:pt x="110588" y="1053216"/>
                  </a:lnTo>
                  <a:lnTo>
                    <a:pt x="128845" y="1064646"/>
                  </a:lnTo>
                  <a:close/>
                  <a:moveTo>
                    <a:pt x="586250" y="1428752"/>
                  </a:moveTo>
                  <a:lnTo>
                    <a:pt x="558178" y="1472817"/>
                  </a:lnTo>
                  <a:lnTo>
                    <a:pt x="588305" y="1432659"/>
                  </a:lnTo>
                  <a:close/>
                  <a:moveTo>
                    <a:pt x="629666" y="1480288"/>
                  </a:moveTo>
                  <a:lnTo>
                    <a:pt x="642193" y="1489574"/>
                  </a:lnTo>
                  <a:lnTo>
                    <a:pt x="588305" y="1432659"/>
                  </a:lnTo>
                  <a:close/>
                  <a:moveTo>
                    <a:pt x="375652" y="1177881"/>
                  </a:moveTo>
                  <a:lnTo>
                    <a:pt x="309395" y="1201591"/>
                  </a:lnTo>
                  <a:lnTo>
                    <a:pt x="360581" y="1218290"/>
                  </a:lnTo>
                  <a:close/>
                  <a:moveTo>
                    <a:pt x="312752" y="1191036"/>
                  </a:moveTo>
                  <a:lnTo>
                    <a:pt x="309395" y="1201591"/>
                  </a:lnTo>
                  <a:lnTo>
                    <a:pt x="375652" y="1177881"/>
                  </a:lnTo>
                  <a:close/>
                  <a:moveTo>
                    <a:pt x="518847" y="1262917"/>
                  </a:moveTo>
                  <a:lnTo>
                    <a:pt x="593581" y="1295608"/>
                  </a:lnTo>
                  <a:lnTo>
                    <a:pt x="539289" y="1267296"/>
                  </a:lnTo>
                  <a:close/>
                  <a:moveTo>
                    <a:pt x="552370" y="1273645"/>
                  </a:moveTo>
                  <a:lnTo>
                    <a:pt x="593581" y="1295608"/>
                  </a:lnTo>
                  <a:lnTo>
                    <a:pt x="518847" y="1262917"/>
                  </a:lnTo>
                  <a:close/>
                  <a:moveTo>
                    <a:pt x="228745" y="889292"/>
                  </a:moveTo>
                  <a:lnTo>
                    <a:pt x="203800" y="913386"/>
                  </a:lnTo>
                  <a:lnTo>
                    <a:pt x="247565" y="940828"/>
                  </a:lnTo>
                  <a:close/>
                  <a:moveTo>
                    <a:pt x="593581" y="1295608"/>
                  </a:moveTo>
                  <a:lnTo>
                    <a:pt x="614515" y="1301584"/>
                  </a:lnTo>
                  <a:lnTo>
                    <a:pt x="621790" y="1266176"/>
                  </a:lnTo>
                  <a:close/>
                  <a:moveTo>
                    <a:pt x="651079" y="1231379"/>
                  </a:moveTo>
                  <a:lnTo>
                    <a:pt x="614515" y="1301584"/>
                  </a:lnTo>
                  <a:lnTo>
                    <a:pt x="646228" y="1298065"/>
                  </a:lnTo>
                  <a:close/>
                  <a:moveTo>
                    <a:pt x="651079" y="1231379"/>
                  </a:moveTo>
                  <a:lnTo>
                    <a:pt x="646228" y="1298065"/>
                  </a:lnTo>
                  <a:lnTo>
                    <a:pt x="660068" y="1301584"/>
                  </a:lnTo>
                  <a:close/>
                  <a:moveTo>
                    <a:pt x="651079" y="1231379"/>
                  </a:moveTo>
                  <a:lnTo>
                    <a:pt x="635937" y="1180946"/>
                  </a:lnTo>
                  <a:lnTo>
                    <a:pt x="647633" y="1225954"/>
                  </a:lnTo>
                  <a:close/>
                  <a:moveTo>
                    <a:pt x="635937" y="1180946"/>
                  </a:moveTo>
                  <a:lnTo>
                    <a:pt x="632287" y="1174417"/>
                  </a:lnTo>
                  <a:lnTo>
                    <a:pt x="647633" y="1225954"/>
                  </a:lnTo>
                  <a:close/>
                  <a:moveTo>
                    <a:pt x="924202" y="1523461"/>
                  </a:moveTo>
                  <a:lnTo>
                    <a:pt x="924976" y="1483637"/>
                  </a:lnTo>
                  <a:lnTo>
                    <a:pt x="922516" y="1476349"/>
                  </a:lnTo>
                  <a:close/>
                  <a:moveTo>
                    <a:pt x="922516" y="1476349"/>
                  </a:moveTo>
                  <a:lnTo>
                    <a:pt x="924976" y="1483637"/>
                  </a:lnTo>
                  <a:lnTo>
                    <a:pt x="922533" y="1413591"/>
                  </a:lnTo>
                  <a:close/>
                  <a:moveTo>
                    <a:pt x="799032" y="1375289"/>
                  </a:moveTo>
                  <a:lnTo>
                    <a:pt x="844341" y="1313692"/>
                  </a:lnTo>
                  <a:lnTo>
                    <a:pt x="798312" y="1313131"/>
                  </a:lnTo>
                  <a:close/>
                  <a:moveTo>
                    <a:pt x="828547" y="1263790"/>
                  </a:moveTo>
                  <a:lnTo>
                    <a:pt x="802308" y="1282174"/>
                  </a:lnTo>
                  <a:lnTo>
                    <a:pt x="798312" y="1313131"/>
                  </a:lnTo>
                  <a:close/>
                  <a:moveTo>
                    <a:pt x="632287" y="1174417"/>
                  </a:moveTo>
                  <a:lnTo>
                    <a:pt x="656434" y="1150323"/>
                  </a:lnTo>
                  <a:lnTo>
                    <a:pt x="647633" y="1225954"/>
                  </a:lnTo>
                  <a:close/>
                  <a:moveTo>
                    <a:pt x="1032958" y="1256745"/>
                  </a:moveTo>
                  <a:lnTo>
                    <a:pt x="1058436" y="1271285"/>
                  </a:lnTo>
                  <a:lnTo>
                    <a:pt x="1067889" y="1245898"/>
                  </a:lnTo>
                  <a:close/>
                  <a:moveTo>
                    <a:pt x="1067889" y="1245898"/>
                  </a:moveTo>
                  <a:lnTo>
                    <a:pt x="1058436" y="1271285"/>
                  </a:lnTo>
                  <a:lnTo>
                    <a:pt x="1080384" y="1256745"/>
                  </a:lnTo>
                  <a:close/>
                  <a:moveTo>
                    <a:pt x="695842" y="731026"/>
                  </a:moveTo>
                  <a:lnTo>
                    <a:pt x="655651" y="725719"/>
                  </a:lnTo>
                  <a:lnTo>
                    <a:pt x="699942" y="790436"/>
                  </a:lnTo>
                  <a:close/>
                  <a:moveTo>
                    <a:pt x="625895" y="702149"/>
                  </a:moveTo>
                  <a:lnTo>
                    <a:pt x="648321" y="717285"/>
                  </a:lnTo>
                  <a:lnTo>
                    <a:pt x="655651" y="725719"/>
                  </a:lnTo>
                  <a:close/>
                  <a:moveTo>
                    <a:pt x="600817" y="648161"/>
                  </a:moveTo>
                  <a:lnTo>
                    <a:pt x="580433" y="623402"/>
                  </a:lnTo>
                  <a:lnTo>
                    <a:pt x="617811" y="671924"/>
                  </a:lnTo>
                  <a:close/>
                  <a:moveTo>
                    <a:pt x="643604" y="633458"/>
                  </a:moveTo>
                  <a:lnTo>
                    <a:pt x="600817" y="648161"/>
                  </a:lnTo>
                  <a:lnTo>
                    <a:pt x="617811" y="671924"/>
                  </a:lnTo>
                  <a:close/>
                  <a:moveTo>
                    <a:pt x="77594" y="13411"/>
                  </a:moveTo>
                  <a:lnTo>
                    <a:pt x="101429" y="56777"/>
                  </a:lnTo>
                  <a:lnTo>
                    <a:pt x="104449" y="71403"/>
                  </a:lnTo>
                  <a:close/>
                  <a:moveTo>
                    <a:pt x="47371" y="0"/>
                  </a:moveTo>
                  <a:lnTo>
                    <a:pt x="101429" y="56777"/>
                  </a:lnTo>
                  <a:lnTo>
                    <a:pt x="77594" y="13411"/>
                  </a:lnTo>
                  <a:close/>
                  <a:moveTo>
                    <a:pt x="1225552" y="1411850"/>
                  </a:moveTo>
                  <a:lnTo>
                    <a:pt x="1167502" y="1391126"/>
                  </a:lnTo>
                  <a:lnTo>
                    <a:pt x="1192062" y="1409141"/>
                  </a:lnTo>
                  <a:close/>
                  <a:moveTo>
                    <a:pt x="929300" y="968890"/>
                  </a:moveTo>
                  <a:lnTo>
                    <a:pt x="929876" y="1005074"/>
                  </a:lnTo>
                  <a:lnTo>
                    <a:pt x="931653" y="974968"/>
                  </a:lnTo>
                  <a:close/>
                  <a:moveTo>
                    <a:pt x="931653" y="974968"/>
                  </a:moveTo>
                  <a:lnTo>
                    <a:pt x="941559" y="913857"/>
                  </a:lnTo>
                  <a:lnTo>
                    <a:pt x="929300" y="968890"/>
                  </a:lnTo>
                  <a:close/>
                  <a:moveTo>
                    <a:pt x="1138256" y="1038445"/>
                  </a:moveTo>
                  <a:lnTo>
                    <a:pt x="1076304" y="1068293"/>
                  </a:lnTo>
                  <a:lnTo>
                    <a:pt x="1128175" y="1087551"/>
                  </a:lnTo>
                  <a:close/>
                  <a:moveTo>
                    <a:pt x="1138256" y="1038445"/>
                  </a:moveTo>
                  <a:lnTo>
                    <a:pt x="1088810" y="1040661"/>
                  </a:lnTo>
                  <a:lnTo>
                    <a:pt x="1076304" y="1068293"/>
                  </a:lnTo>
                  <a:close/>
                  <a:moveTo>
                    <a:pt x="1088810" y="1040661"/>
                  </a:moveTo>
                  <a:lnTo>
                    <a:pt x="1138256" y="1038445"/>
                  </a:lnTo>
                  <a:lnTo>
                    <a:pt x="1098986" y="1018196"/>
                  </a:lnTo>
                  <a:close/>
                  <a:moveTo>
                    <a:pt x="941559" y="913857"/>
                  </a:moveTo>
                  <a:lnTo>
                    <a:pt x="956995" y="899338"/>
                  </a:lnTo>
                  <a:lnTo>
                    <a:pt x="954930" y="885311"/>
                  </a:lnTo>
                  <a:close/>
                  <a:moveTo>
                    <a:pt x="954930" y="885311"/>
                  </a:moveTo>
                  <a:lnTo>
                    <a:pt x="956995" y="899338"/>
                  </a:lnTo>
                  <a:lnTo>
                    <a:pt x="971108" y="849658"/>
                  </a:lnTo>
                  <a:close/>
                  <a:moveTo>
                    <a:pt x="971527" y="847056"/>
                  </a:moveTo>
                  <a:lnTo>
                    <a:pt x="954930" y="885311"/>
                  </a:lnTo>
                  <a:lnTo>
                    <a:pt x="971108" y="849658"/>
                  </a:lnTo>
                  <a:close/>
                  <a:moveTo>
                    <a:pt x="1183713" y="851150"/>
                  </a:moveTo>
                  <a:lnTo>
                    <a:pt x="1168380" y="775519"/>
                  </a:lnTo>
                  <a:lnTo>
                    <a:pt x="1200664" y="82705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21" name="Output_density__4220">
              <a:extLst>
                <a:ext uri="{FF2B5EF4-FFF2-40B4-BE49-F238E27FC236}">
                  <a16:creationId xmlns:a16="http://schemas.microsoft.com/office/drawing/2014/main" id="{04B06C88-887A-0829-5A67-BA3B77D461A9}"/>
                </a:ext>
              </a:extLst>
            </p:cNvPr>
            <p:cNvSpPr>
              <a:spLocks noGrp="1"/>
            </p:cNvSpPr>
            <p:nvPr/>
          </p:nvSpPr>
          <p:spPr>
            <a:xfrm>
              <a:off x="15471606" y="2623380"/>
              <a:ext cx="1191112" cy="2117267"/>
            </a:xfrm>
            <a:custGeom>
              <a:avLst/>
              <a:gdLst/>
              <a:ahLst/>
              <a:cxnLst/>
              <a:rect l="0" t="0" r="0" b="0"/>
              <a:pathLst>
                <a:path w="1191112" h="2117267">
                  <a:moveTo>
                    <a:pt x="0" y="1671437"/>
                  </a:moveTo>
                  <a:lnTo>
                    <a:pt x="48701" y="1700482"/>
                  </a:lnTo>
                  <a:lnTo>
                    <a:pt x="39935" y="1694822"/>
                  </a:lnTo>
                  <a:close/>
                  <a:moveTo>
                    <a:pt x="0" y="1671437"/>
                  </a:moveTo>
                  <a:lnTo>
                    <a:pt x="71926" y="1713687"/>
                  </a:lnTo>
                  <a:lnTo>
                    <a:pt x="48701" y="1700482"/>
                  </a:lnTo>
                  <a:close/>
                  <a:moveTo>
                    <a:pt x="144759" y="1737388"/>
                  </a:moveTo>
                  <a:lnTo>
                    <a:pt x="71926" y="1713687"/>
                  </a:lnTo>
                  <a:lnTo>
                    <a:pt x="110954" y="1719940"/>
                  </a:lnTo>
                  <a:close/>
                  <a:moveTo>
                    <a:pt x="520624" y="2088681"/>
                  </a:moveTo>
                  <a:lnTo>
                    <a:pt x="526681" y="2117267"/>
                  </a:lnTo>
                  <a:lnTo>
                    <a:pt x="558597" y="2101695"/>
                  </a:lnTo>
                  <a:close/>
                  <a:moveTo>
                    <a:pt x="554576" y="2064587"/>
                  </a:moveTo>
                  <a:lnTo>
                    <a:pt x="558597" y="2101695"/>
                  </a:lnTo>
                  <a:lnTo>
                    <a:pt x="589485" y="2082281"/>
                  </a:lnTo>
                  <a:close/>
                  <a:moveTo>
                    <a:pt x="636892" y="2040493"/>
                  </a:moveTo>
                  <a:lnTo>
                    <a:pt x="616096" y="2064587"/>
                  </a:lnTo>
                  <a:lnTo>
                    <a:pt x="647666" y="1990235"/>
                  </a:lnTo>
                  <a:close/>
                  <a:moveTo>
                    <a:pt x="303895" y="1639048"/>
                  </a:moveTo>
                  <a:lnTo>
                    <a:pt x="279516" y="1628201"/>
                  </a:lnTo>
                  <a:lnTo>
                    <a:pt x="274598" y="1603681"/>
                  </a:lnTo>
                  <a:close/>
                  <a:moveTo>
                    <a:pt x="332243" y="1644525"/>
                  </a:moveTo>
                  <a:lnTo>
                    <a:pt x="341536" y="1646428"/>
                  </a:lnTo>
                  <a:lnTo>
                    <a:pt x="303895" y="1639048"/>
                  </a:lnTo>
                  <a:close/>
                  <a:moveTo>
                    <a:pt x="667954" y="1937420"/>
                  </a:moveTo>
                  <a:lnTo>
                    <a:pt x="682079" y="1944220"/>
                  </a:lnTo>
                  <a:lnTo>
                    <a:pt x="687207" y="1931771"/>
                  </a:lnTo>
                  <a:close/>
                  <a:moveTo>
                    <a:pt x="278937" y="1408367"/>
                  </a:moveTo>
                  <a:lnTo>
                    <a:pt x="241105" y="1473591"/>
                  </a:lnTo>
                  <a:lnTo>
                    <a:pt x="268129" y="1444593"/>
                  </a:lnTo>
                  <a:close/>
                  <a:moveTo>
                    <a:pt x="278937" y="1408367"/>
                  </a:moveTo>
                  <a:lnTo>
                    <a:pt x="285532" y="1374758"/>
                  </a:lnTo>
                  <a:lnTo>
                    <a:pt x="240882" y="1382499"/>
                  </a:lnTo>
                  <a:close/>
                  <a:moveTo>
                    <a:pt x="285532" y="1374758"/>
                  </a:moveTo>
                  <a:lnTo>
                    <a:pt x="287785" y="1338430"/>
                  </a:lnTo>
                  <a:lnTo>
                    <a:pt x="272539" y="1365960"/>
                  </a:lnTo>
                  <a:close/>
                  <a:moveTo>
                    <a:pt x="327066" y="1344478"/>
                  </a:moveTo>
                  <a:lnTo>
                    <a:pt x="285532" y="1374758"/>
                  </a:lnTo>
                  <a:lnTo>
                    <a:pt x="325575" y="1349798"/>
                  </a:lnTo>
                  <a:close/>
                  <a:moveTo>
                    <a:pt x="287785" y="1338430"/>
                  </a:moveTo>
                  <a:lnTo>
                    <a:pt x="321820" y="1335757"/>
                  </a:lnTo>
                  <a:lnTo>
                    <a:pt x="294242" y="1270793"/>
                  </a:lnTo>
                  <a:close/>
                  <a:moveTo>
                    <a:pt x="281772" y="1322330"/>
                  </a:moveTo>
                  <a:lnTo>
                    <a:pt x="287785" y="1338430"/>
                  </a:lnTo>
                  <a:lnTo>
                    <a:pt x="293904" y="1271163"/>
                  </a:lnTo>
                  <a:close/>
                  <a:moveTo>
                    <a:pt x="181032" y="1063608"/>
                  </a:moveTo>
                  <a:lnTo>
                    <a:pt x="159289" y="1053216"/>
                  </a:lnTo>
                  <a:lnTo>
                    <a:pt x="194903" y="1075690"/>
                  </a:lnTo>
                  <a:close/>
                  <a:moveTo>
                    <a:pt x="225917" y="1056746"/>
                  </a:moveTo>
                  <a:lnTo>
                    <a:pt x="181032" y="1063608"/>
                  </a:lnTo>
                  <a:lnTo>
                    <a:pt x="194903" y="1075690"/>
                  </a:lnTo>
                  <a:close/>
                  <a:moveTo>
                    <a:pt x="208920" y="1064646"/>
                  </a:moveTo>
                  <a:lnTo>
                    <a:pt x="225917" y="1056746"/>
                  </a:lnTo>
                  <a:lnTo>
                    <a:pt x="194903" y="1075690"/>
                  </a:lnTo>
                  <a:close/>
                  <a:moveTo>
                    <a:pt x="972690" y="1535173"/>
                  </a:moveTo>
                  <a:lnTo>
                    <a:pt x="910382" y="1550567"/>
                  </a:lnTo>
                  <a:lnTo>
                    <a:pt x="916374" y="1486784"/>
                  </a:lnTo>
                  <a:close/>
                  <a:moveTo>
                    <a:pt x="670491" y="1266176"/>
                  </a:moveTo>
                  <a:lnTo>
                    <a:pt x="663216" y="1301584"/>
                  </a:lnTo>
                  <a:lnTo>
                    <a:pt x="699780" y="1231379"/>
                  </a:lnTo>
                  <a:close/>
                  <a:moveTo>
                    <a:pt x="699780" y="1231379"/>
                  </a:moveTo>
                  <a:lnTo>
                    <a:pt x="696334" y="1225954"/>
                  </a:lnTo>
                  <a:lnTo>
                    <a:pt x="670491" y="1266176"/>
                  </a:lnTo>
                  <a:close/>
                  <a:moveTo>
                    <a:pt x="877249" y="1263790"/>
                  </a:moveTo>
                  <a:lnTo>
                    <a:pt x="847013" y="1313131"/>
                  </a:lnTo>
                  <a:lnTo>
                    <a:pt x="893042" y="1313692"/>
                  </a:lnTo>
                  <a:close/>
                  <a:moveTo>
                    <a:pt x="1052331" y="1241053"/>
                  </a:moveTo>
                  <a:lnTo>
                    <a:pt x="1081659" y="1256745"/>
                  </a:lnTo>
                  <a:lnTo>
                    <a:pt x="1083288" y="1221897"/>
                  </a:lnTo>
                  <a:close/>
                  <a:moveTo>
                    <a:pt x="693814" y="773998"/>
                  </a:moveTo>
                  <a:lnTo>
                    <a:pt x="704353" y="725719"/>
                  </a:lnTo>
                  <a:lnTo>
                    <a:pt x="678085" y="754971"/>
                  </a:lnTo>
                  <a:close/>
                  <a:moveTo>
                    <a:pt x="643786" y="761630"/>
                  </a:moveTo>
                  <a:lnTo>
                    <a:pt x="693814" y="773998"/>
                  </a:lnTo>
                  <a:lnTo>
                    <a:pt x="678085" y="754971"/>
                  </a:lnTo>
                  <a:close/>
                  <a:moveTo>
                    <a:pt x="117727" y="57297"/>
                  </a:moveTo>
                  <a:lnTo>
                    <a:pt x="134649" y="80789"/>
                  </a:lnTo>
                  <a:lnTo>
                    <a:pt x="150130" y="56777"/>
                  </a:lnTo>
                  <a:close/>
                  <a:moveTo>
                    <a:pt x="111211" y="122940"/>
                  </a:moveTo>
                  <a:lnTo>
                    <a:pt x="134649" y="80789"/>
                  </a:lnTo>
                  <a:lnTo>
                    <a:pt x="110706" y="113589"/>
                  </a:lnTo>
                  <a:close/>
                  <a:moveTo>
                    <a:pt x="150130" y="56777"/>
                  </a:moveTo>
                  <a:lnTo>
                    <a:pt x="134649" y="80789"/>
                  </a:lnTo>
                  <a:lnTo>
                    <a:pt x="153151" y="71403"/>
                  </a:lnTo>
                  <a:close/>
                  <a:moveTo>
                    <a:pt x="96072" y="0"/>
                  </a:moveTo>
                  <a:lnTo>
                    <a:pt x="137311" y="47310"/>
                  </a:lnTo>
                  <a:lnTo>
                    <a:pt x="150130" y="56777"/>
                  </a:lnTo>
                  <a:close/>
                  <a:moveTo>
                    <a:pt x="1005697" y="899338"/>
                  </a:moveTo>
                  <a:lnTo>
                    <a:pt x="990261" y="913857"/>
                  </a:lnTo>
                  <a:lnTo>
                    <a:pt x="980354" y="974968"/>
                  </a:lnTo>
                  <a:close/>
                  <a:moveTo>
                    <a:pt x="1186957" y="1038445"/>
                  </a:moveTo>
                  <a:lnTo>
                    <a:pt x="1185100" y="983400"/>
                  </a:lnTo>
                  <a:lnTo>
                    <a:pt x="1147687" y="1018196"/>
                  </a:lnTo>
                  <a:close/>
                  <a:moveTo>
                    <a:pt x="1186957" y="1038445"/>
                  </a:moveTo>
                  <a:lnTo>
                    <a:pt x="1176876" y="1087551"/>
                  </a:lnTo>
                  <a:lnTo>
                    <a:pt x="1191112" y="1053948"/>
                  </a:lnTo>
                  <a:close/>
                  <a:moveTo>
                    <a:pt x="1191112" y="1053948"/>
                  </a:moveTo>
                  <a:lnTo>
                    <a:pt x="1185100" y="983400"/>
                  </a:lnTo>
                  <a:lnTo>
                    <a:pt x="1186957" y="1038445"/>
                  </a:lnTo>
                  <a:close/>
                  <a:moveTo>
                    <a:pt x="1187089" y="978317"/>
                  </a:moveTo>
                  <a:lnTo>
                    <a:pt x="1185100" y="983400"/>
                  </a:lnTo>
                  <a:lnTo>
                    <a:pt x="1191112" y="1053948"/>
                  </a:lnTo>
                  <a:close/>
                  <a:moveTo>
                    <a:pt x="1186575" y="976013"/>
                  </a:moveTo>
                  <a:lnTo>
                    <a:pt x="1188775" y="954223"/>
                  </a:lnTo>
                  <a:lnTo>
                    <a:pt x="1185100" y="983400"/>
                  </a:lnTo>
                  <a:close/>
                  <a:moveTo>
                    <a:pt x="1186575" y="976013"/>
                  </a:moveTo>
                  <a:lnTo>
                    <a:pt x="1185100" y="983400"/>
                  </a:lnTo>
                  <a:lnTo>
                    <a:pt x="1187089" y="97831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22" name="Output_density__4221">
              <a:extLst>
                <a:ext uri="{FF2B5EF4-FFF2-40B4-BE49-F238E27FC236}">
                  <a16:creationId xmlns:a16="http://schemas.microsoft.com/office/drawing/2014/main" id="{BEEE688E-C9B2-84F8-019E-B3BC39C90343}"/>
                </a:ext>
              </a:extLst>
            </p:cNvPr>
            <p:cNvSpPr>
              <a:spLocks noGrp="1"/>
            </p:cNvSpPr>
            <p:nvPr/>
          </p:nvSpPr>
          <p:spPr>
            <a:xfrm>
              <a:off x="15576822" y="2704169"/>
              <a:ext cx="1099521" cy="2020907"/>
            </a:xfrm>
            <a:custGeom>
              <a:avLst/>
              <a:gdLst/>
              <a:ahLst/>
              <a:cxnLst/>
              <a:rect l="0" t="0" r="0" b="0"/>
              <a:pathLst>
                <a:path w="1099521" h="2020907">
                  <a:moveTo>
                    <a:pt x="480038" y="2007893"/>
                  </a:moveTo>
                  <a:lnTo>
                    <a:pt x="484269" y="2001492"/>
                  </a:lnTo>
                  <a:lnTo>
                    <a:pt x="453381" y="2020907"/>
                  </a:lnTo>
                  <a:close/>
                  <a:moveTo>
                    <a:pt x="480038" y="2007893"/>
                  </a:moveTo>
                  <a:lnTo>
                    <a:pt x="510880" y="1983798"/>
                  </a:lnTo>
                  <a:lnTo>
                    <a:pt x="484269" y="2001492"/>
                  </a:lnTo>
                  <a:close/>
                  <a:moveTo>
                    <a:pt x="510880" y="1983798"/>
                  </a:moveTo>
                  <a:lnTo>
                    <a:pt x="521234" y="1965024"/>
                  </a:lnTo>
                  <a:lnTo>
                    <a:pt x="542450" y="1909446"/>
                  </a:lnTo>
                  <a:close/>
                  <a:moveTo>
                    <a:pt x="676613" y="1791906"/>
                  </a:moveTo>
                  <a:lnTo>
                    <a:pt x="646505" y="1814239"/>
                  </a:lnTo>
                  <a:lnTo>
                    <a:pt x="716254" y="1765443"/>
                  </a:lnTo>
                  <a:close/>
                  <a:moveTo>
                    <a:pt x="716254" y="1765443"/>
                  </a:moveTo>
                  <a:lnTo>
                    <a:pt x="693143" y="1798601"/>
                  </a:lnTo>
                  <a:lnTo>
                    <a:pt x="676613" y="1791906"/>
                  </a:lnTo>
                  <a:close/>
                  <a:moveTo>
                    <a:pt x="189026" y="1190004"/>
                  </a:moveTo>
                  <a:lnTo>
                    <a:pt x="221676" y="1139034"/>
                  </a:lnTo>
                  <a:lnTo>
                    <a:pt x="252880" y="1120802"/>
                  </a:lnTo>
                  <a:close/>
                  <a:moveTo>
                    <a:pt x="249885" y="1165911"/>
                  </a:moveTo>
                  <a:lnTo>
                    <a:pt x="252880" y="1120802"/>
                  </a:lnTo>
                  <a:lnTo>
                    <a:pt x="256237" y="1110248"/>
                  </a:lnTo>
                  <a:close/>
                  <a:moveTo>
                    <a:pt x="1021432" y="1668147"/>
                  </a:moveTo>
                  <a:lnTo>
                    <a:pt x="981761" y="1653145"/>
                  </a:lnTo>
                  <a:lnTo>
                    <a:pt x="990815" y="1660531"/>
                  </a:lnTo>
                  <a:close/>
                  <a:moveTo>
                    <a:pt x="1029804" y="1660531"/>
                  </a:moveTo>
                  <a:lnTo>
                    <a:pt x="1052871" y="1650793"/>
                  </a:lnTo>
                  <a:lnTo>
                    <a:pt x="1021432" y="1668147"/>
                  </a:lnTo>
                  <a:close/>
                  <a:moveTo>
                    <a:pt x="1029804" y="1660531"/>
                  </a:moveTo>
                  <a:lnTo>
                    <a:pt x="1068916" y="1636437"/>
                  </a:lnTo>
                  <a:lnTo>
                    <a:pt x="1052871" y="1650793"/>
                  </a:lnTo>
                  <a:close/>
                  <a:moveTo>
                    <a:pt x="7843" y="66245"/>
                  </a:moveTo>
                  <a:lnTo>
                    <a:pt x="5995" y="42151"/>
                  </a:lnTo>
                  <a:lnTo>
                    <a:pt x="0" y="64632"/>
                  </a:lnTo>
                  <a:close/>
                  <a:moveTo>
                    <a:pt x="5995" y="42151"/>
                  </a:moveTo>
                  <a:lnTo>
                    <a:pt x="7843" y="66245"/>
                  </a:lnTo>
                  <a:lnTo>
                    <a:pt x="29433" y="0"/>
                  </a:lnTo>
                  <a:close/>
                  <a:moveTo>
                    <a:pt x="632134" y="546409"/>
                  </a:moveTo>
                  <a:lnTo>
                    <a:pt x="617937" y="566902"/>
                  </a:lnTo>
                  <a:lnTo>
                    <a:pt x="587089" y="552670"/>
                  </a:lnTo>
                  <a:close/>
                  <a:moveTo>
                    <a:pt x="1081873" y="897529"/>
                  </a:moveTo>
                  <a:lnTo>
                    <a:pt x="1099521" y="841131"/>
                  </a:lnTo>
                  <a:lnTo>
                    <a:pt x="1081359" y="895225"/>
                  </a:lnTo>
                  <a:close/>
                  <a:moveTo>
                    <a:pt x="1083559" y="873435"/>
                  </a:moveTo>
                  <a:lnTo>
                    <a:pt x="1081359" y="895225"/>
                  </a:lnTo>
                  <a:lnTo>
                    <a:pt x="1099521" y="84113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23" name="Output_density__4222">
              <a:extLst>
                <a:ext uri="{FF2B5EF4-FFF2-40B4-BE49-F238E27FC236}">
                  <a16:creationId xmlns:a16="http://schemas.microsoft.com/office/drawing/2014/main" id="{581B03D6-F82E-C366-6AB6-24BFF715B7A3}"/>
                </a:ext>
              </a:extLst>
            </p:cNvPr>
            <p:cNvSpPr>
              <a:spLocks noGrp="1"/>
            </p:cNvSpPr>
            <p:nvPr/>
          </p:nvSpPr>
          <p:spPr>
            <a:xfrm>
              <a:off x="15330267" y="3101892"/>
              <a:ext cx="1469513" cy="1573234"/>
            </a:xfrm>
            <a:custGeom>
              <a:avLst/>
              <a:gdLst/>
              <a:ahLst/>
              <a:cxnLst/>
              <a:rect l="0" t="0" r="0" b="0"/>
              <a:pathLst>
                <a:path w="1469513" h="1573234">
                  <a:moveTo>
                    <a:pt x="18607" y="1142991"/>
                  </a:moveTo>
                  <a:lnTo>
                    <a:pt x="0" y="1167085"/>
                  </a:lnTo>
                  <a:lnTo>
                    <a:pt x="22263" y="1194528"/>
                  </a:lnTo>
                  <a:close/>
                  <a:moveTo>
                    <a:pt x="22263" y="1194528"/>
                  </a:moveTo>
                  <a:lnTo>
                    <a:pt x="59393" y="1118898"/>
                  </a:lnTo>
                  <a:lnTo>
                    <a:pt x="18607" y="1142991"/>
                  </a:lnTo>
                  <a:close/>
                  <a:moveTo>
                    <a:pt x="246321" y="1208301"/>
                  </a:moveTo>
                  <a:lnTo>
                    <a:pt x="306772" y="1201274"/>
                  </a:lnTo>
                  <a:lnTo>
                    <a:pt x="299389" y="1197876"/>
                  </a:lnTo>
                  <a:close/>
                  <a:moveTo>
                    <a:pt x="299389" y="1197876"/>
                  </a:moveTo>
                  <a:lnTo>
                    <a:pt x="262157" y="1146340"/>
                  </a:lnTo>
                  <a:lnTo>
                    <a:pt x="246321" y="1208301"/>
                  </a:lnTo>
                  <a:close/>
                  <a:moveTo>
                    <a:pt x="262157" y="1146340"/>
                  </a:moveTo>
                  <a:lnTo>
                    <a:pt x="242745" y="1148466"/>
                  </a:lnTo>
                  <a:lnTo>
                    <a:pt x="246321" y="1208301"/>
                  </a:lnTo>
                  <a:close/>
                  <a:moveTo>
                    <a:pt x="193884" y="1150207"/>
                  </a:moveTo>
                  <a:lnTo>
                    <a:pt x="158739" y="1094803"/>
                  </a:lnTo>
                  <a:lnTo>
                    <a:pt x="134200" y="1098003"/>
                  </a:lnTo>
                  <a:close/>
                  <a:moveTo>
                    <a:pt x="134200" y="1098003"/>
                  </a:moveTo>
                  <a:lnTo>
                    <a:pt x="141476" y="1107288"/>
                  </a:lnTo>
                  <a:lnTo>
                    <a:pt x="193884" y="1150207"/>
                  </a:lnTo>
                  <a:close/>
                  <a:moveTo>
                    <a:pt x="190059" y="1027831"/>
                  </a:moveTo>
                  <a:lnTo>
                    <a:pt x="191828" y="1043267"/>
                  </a:lnTo>
                  <a:lnTo>
                    <a:pt x="161561" y="1007708"/>
                  </a:lnTo>
                  <a:close/>
                  <a:moveTo>
                    <a:pt x="688096" y="1516239"/>
                  </a:moveTo>
                  <a:lnTo>
                    <a:pt x="675936" y="1573234"/>
                  </a:lnTo>
                  <a:lnTo>
                    <a:pt x="734740" y="1510445"/>
                  </a:lnTo>
                  <a:close/>
                  <a:moveTo>
                    <a:pt x="627396" y="1527605"/>
                  </a:moveTo>
                  <a:lnTo>
                    <a:pt x="688096" y="1516239"/>
                  </a:lnTo>
                  <a:lnTo>
                    <a:pt x="669413" y="1468685"/>
                  </a:lnTo>
                  <a:close/>
                  <a:moveTo>
                    <a:pt x="688096" y="1516239"/>
                  </a:moveTo>
                  <a:lnTo>
                    <a:pt x="740922" y="1506627"/>
                  </a:lnTo>
                  <a:lnTo>
                    <a:pt x="710157" y="1473544"/>
                  </a:lnTo>
                  <a:close/>
                  <a:moveTo>
                    <a:pt x="688096" y="1516239"/>
                  </a:moveTo>
                  <a:lnTo>
                    <a:pt x="710157" y="1473544"/>
                  </a:lnTo>
                  <a:lnTo>
                    <a:pt x="669413" y="1468685"/>
                  </a:lnTo>
                  <a:close/>
                  <a:moveTo>
                    <a:pt x="734740" y="1510445"/>
                  </a:moveTo>
                  <a:lnTo>
                    <a:pt x="770479" y="1549989"/>
                  </a:lnTo>
                  <a:lnTo>
                    <a:pt x="745754" y="1507346"/>
                  </a:lnTo>
                  <a:close/>
                  <a:moveTo>
                    <a:pt x="740922" y="1506627"/>
                  </a:moveTo>
                  <a:lnTo>
                    <a:pt x="734740" y="1510445"/>
                  </a:lnTo>
                  <a:lnTo>
                    <a:pt x="745754" y="1507346"/>
                  </a:lnTo>
                  <a:close/>
                  <a:moveTo>
                    <a:pt x="311507" y="867912"/>
                  </a:moveTo>
                  <a:lnTo>
                    <a:pt x="310956" y="816375"/>
                  </a:lnTo>
                  <a:lnTo>
                    <a:pt x="306961" y="820527"/>
                  </a:lnTo>
                  <a:close/>
                  <a:moveTo>
                    <a:pt x="311363" y="813738"/>
                  </a:moveTo>
                  <a:lnTo>
                    <a:pt x="306961" y="820527"/>
                  </a:lnTo>
                  <a:lnTo>
                    <a:pt x="310956" y="816375"/>
                  </a:lnTo>
                  <a:close/>
                  <a:moveTo>
                    <a:pt x="310956" y="816375"/>
                  </a:moveTo>
                  <a:lnTo>
                    <a:pt x="311507" y="867912"/>
                  </a:lnTo>
                  <a:lnTo>
                    <a:pt x="315799" y="843818"/>
                  </a:lnTo>
                  <a:close/>
                  <a:moveTo>
                    <a:pt x="310956" y="816375"/>
                  </a:moveTo>
                  <a:lnTo>
                    <a:pt x="315799" y="843818"/>
                  </a:lnTo>
                  <a:lnTo>
                    <a:pt x="323941" y="792281"/>
                  </a:lnTo>
                  <a:close/>
                  <a:moveTo>
                    <a:pt x="310956" y="816375"/>
                  </a:moveTo>
                  <a:lnTo>
                    <a:pt x="309628" y="755616"/>
                  </a:lnTo>
                  <a:lnTo>
                    <a:pt x="311363" y="813738"/>
                  </a:lnTo>
                  <a:close/>
                  <a:moveTo>
                    <a:pt x="310062" y="740745"/>
                  </a:moveTo>
                  <a:lnTo>
                    <a:pt x="309628" y="755616"/>
                  </a:lnTo>
                  <a:lnTo>
                    <a:pt x="310956" y="816375"/>
                  </a:lnTo>
                  <a:close/>
                  <a:moveTo>
                    <a:pt x="323941" y="792281"/>
                  </a:moveTo>
                  <a:lnTo>
                    <a:pt x="310062" y="740745"/>
                  </a:lnTo>
                  <a:lnTo>
                    <a:pt x="310956" y="816375"/>
                  </a:lnTo>
                  <a:close/>
                  <a:moveTo>
                    <a:pt x="318953" y="707218"/>
                  </a:moveTo>
                  <a:lnTo>
                    <a:pt x="309628" y="755616"/>
                  </a:lnTo>
                  <a:lnTo>
                    <a:pt x="310062" y="740745"/>
                  </a:lnTo>
                  <a:close/>
                  <a:moveTo>
                    <a:pt x="924382" y="1335090"/>
                  </a:moveTo>
                  <a:lnTo>
                    <a:pt x="905005" y="1359184"/>
                  </a:lnTo>
                  <a:lnTo>
                    <a:pt x="932870" y="1386627"/>
                  </a:lnTo>
                  <a:close/>
                  <a:moveTo>
                    <a:pt x="395476" y="683748"/>
                  </a:moveTo>
                  <a:lnTo>
                    <a:pt x="362023" y="693570"/>
                  </a:lnTo>
                  <a:lnTo>
                    <a:pt x="318953" y="707218"/>
                  </a:lnTo>
                  <a:close/>
                  <a:moveTo>
                    <a:pt x="395476" y="683748"/>
                  </a:moveTo>
                  <a:lnTo>
                    <a:pt x="318953" y="707218"/>
                  </a:lnTo>
                  <a:lnTo>
                    <a:pt x="352594" y="698097"/>
                  </a:lnTo>
                  <a:close/>
                  <a:moveTo>
                    <a:pt x="433626" y="692790"/>
                  </a:moveTo>
                  <a:lnTo>
                    <a:pt x="441659" y="681740"/>
                  </a:lnTo>
                  <a:lnTo>
                    <a:pt x="395476" y="683748"/>
                  </a:lnTo>
                  <a:close/>
                  <a:moveTo>
                    <a:pt x="433626" y="692790"/>
                  </a:moveTo>
                  <a:lnTo>
                    <a:pt x="474887" y="697228"/>
                  </a:lnTo>
                  <a:lnTo>
                    <a:pt x="441659" y="681740"/>
                  </a:lnTo>
                  <a:close/>
                  <a:moveTo>
                    <a:pt x="508294" y="645308"/>
                  </a:moveTo>
                  <a:lnTo>
                    <a:pt x="444594" y="665114"/>
                  </a:lnTo>
                  <a:lnTo>
                    <a:pt x="474887" y="697228"/>
                  </a:lnTo>
                  <a:close/>
                  <a:moveTo>
                    <a:pt x="295572" y="562041"/>
                  </a:moveTo>
                  <a:lnTo>
                    <a:pt x="293119" y="515505"/>
                  </a:lnTo>
                  <a:lnTo>
                    <a:pt x="297777" y="486410"/>
                  </a:lnTo>
                  <a:close/>
                  <a:moveTo>
                    <a:pt x="297777" y="486410"/>
                  </a:moveTo>
                  <a:lnTo>
                    <a:pt x="319737" y="440349"/>
                  </a:lnTo>
                  <a:lnTo>
                    <a:pt x="263187" y="510504"/>
                  </a:lnTo>
                  <a:close/>
                  <a:moveTo>
                    <a:pt x="1010320" y="1235365"/>
                  </a:moveTo>
                  <a:lnTo>
                    <a:pt x="980576" y="1259460"/>
                  </a:lnTo>
                  <a:lnTo>
                    <a:pt x="1044385" y="1286902"/>
                  </a:lnTo>
                  <a:close/>
                  <a:moveTo>
                    <a:pt x="952352" y="1207923"/>
                  </a:moveTo>
                  <a:lnTo>
                    <a:pt x="980576" y="1259460"/>
                  </a:lnTo>
                  <a:lnTo>
                    <a:pt x="1010320" y="1235365"/>
                  </a:lnTo>
                  <a:close/>
                  <a:moveTo>
                    <a:pt x="952352" y="1207923"/>
                  </a:moveTo>
                  <a:lnTo>
                    <a:pt x="1010320" y="1235365"/>
                  </a:lnTo>
                  <a:lnTo>
                    <a:pt x="985408" y="1183829"/>
                  </a:lnTo>
                  <a:close/>
                  <a:moveTo>
                    <a:pt x="940657" y="1156386"/>
                  </a:moveTo>
                  <a:lnTo>
                    <a:pt x="985408" y="1183829"/>
                  </a:lnTo>
                  <a:lnTo>
                    <a:pt x="961496" y="1132292"/>
                  </a:lnTo>
                  <a:close/>
                  <a:moveTo>
                    <a:pt x="359470" y="464124"/>
                  </a:moveTo>
                  <a:lnTo>
                    <a:pt x="367539" y="444398"/>
                  </a:lnTo>
                  <a:lnTo>
                    <a:pt x="319737" y="440349"/>
                  </a:lnTo>
                  <a:close/>
                  <a:moveTo>
                    <a:pt x="359470" y="464124"/>
                  </a:moveTo>
                  <a:lnTo>
                    <a:pt x="401665" y="467803"/>
                  </a:lnTo>
                  <a:lnTo>
                    <a:pt x="367539" y="444398"/>
                  </a:lnTo>
                  <a:close/>
                  <a:moveTo>
                    <a:pt x="401665" y="467803"/>
                  </a:moveTo>
                  <a:lnTo>
                    <a:pt x="359470" y="464124"/>
                  </a:lnTo>
                  <a:lnTo>
                    <a:pt x="414810" y="486236"/>
                  </a:lnTo>
                  <a:close/>
                  <a:moveTo>
                    <a:pt x="719605" y="747442"/>
                  </a:moveTo>
                  <a:lnTo>
                    <a:pt x="693856" y="720000"/>
                  </a:lnTo>
                  <a:lnTo>
                    <a:pt x="693960" y="771536"/>
                  </a:lnTo>
                  <a:close/>
                  <a:moveTo>
                    <a:pt x="481148" y="438223"/>
                  </a:moveTo>
                  <a:lnTo>
                    <a:pt x="493115" y="431437"/>
                  </a:lnTo>
                  <a:lnTo>
                    <a:pt x="477773" y="412066"/>
                  </a:lnTo>
                  <a:close/>
                  <a:moveTo>
                    <a:pt x="1290891" y="1117046"/>
                  </a:moveTo>
                  <a:lnTo>
                    <a:pt x="1306090" y="1111547"/>
                  </a:lnTo>
                  <a:lnTo>
                    <a:pt x="1287409" y="1073242"/>
                  </a:lnTo>
                  <a:close/>
                  <a:moveTo>
                    <a:pt x="1371519" y="1089479"/>
                  </a:moveTo>
                  <a:lnTo>
                    <a:pt x="1306090" y="1111547"/>
                  </a:lnTo>
                  <a:lnTo>
                    <a:pt x="1374989" y="1091110"/>
                  </a:lnTo>
                  <a:close/>
                  <a:moveTo>
                    <a:pt x="1374989" y="1091110"/>
                  </a:moveTo>
                  <a:lnTo>
                    <a:pt x="1303067" y="1131783"/>
                  </a:lnTo>
                  <a:lnTo>
                    <a:pt x="1359650" y="1138990"/>
                  </a:lnTo>
                  <a:close/>
                  <a:moveTo>
                    <a:pt x="1371519" y="1089479"/>
                  </a:moveTo>
                  <a:lnTo>
                    <a:pt x="1287409" y="1073242"/>
                  </a:lnTo>
                  <a:lnTo>
                    <a:pt x="1306090" y="1111547"/>
                  </a:lnTo>
                  <a:close/>
                  <a:moveTo>
                    <a:pt x="1376691" y="1087453"/>
                  </a:moveTo>
                  <a:lnTo>
                    <a:pt x="1412382" y="1056240"/>
                  </a:lnTo>
                  <a:lnTo>
                    <a:pt x="1371519" y="1089479"/>
                  </a:lnTo>
                  <a:close/>
                  <a:moveTo>
                    <a:pt x="1371519" y="1089479"/>
                  </a:moveTo>
                  <a:lnTo>
                    <a:pt x="1374989" y="1091110"/>
                  </a:lnTo>
                  <a:lnTo>
                    <a:pt x="1376691" y="1087453"/>
                  </a:lnTo>
                  <a:close/>
                  <a:moveTo>
                    <a:pt x="1169722" y="982582"/>
                  </a:moveTo>
                  <a:lnTo>
                    <a:pt x="1252945" y="984428"/>
                  </a:lnTo>
                  <a:lnTo>
                    <a:pt x="1252967" y="984241"/>
                  </a:lnTo>
                  <a:close/>
                  <a:moveTo>
                    <a:pt x="1169722" y="982582"/>
                  </a:moveTo>
                  <a:lnTo>
                    <a:pt x="1252967" y="984241"/>
                  </a:lnTo>
                  <a:lnTo>
                    <a:pt x="1192769" y="933850"/>
                  </a:lnTo>
                  <a:close/>
                  <a:moveTo>
                    <a:pt x="1191951" y="932843"/>
                  </a:moveTo>
                  <a:lnTo>
                    <a:pt x="1152067" y="956937"/>
                  </a:lnTo>
                  <a:lnTo>
                    <a:pt x="1169722" y="982582"/>
                  </a:lnTo>
                  <a:close/>
                  <a:moveTo>
                    <a:pt x="1111148" y="668458"/>
                  </a:moveTo>
                  <a:lnTo>
                    <a:pt x="1110278" y="651067"/>
                  </a:lnTo>
                  <a:lnTo>
                    <a:pt x="1089630" y="675161"/>
                  </a:lnTo>
                  <a:close/>
                  <a:moveTo>
                    <a:pt x="1073253" y="391877"/>
                  </a:moveTo>
                  <a:lnTo>
                    <a:pt x="1003069" y="439046"/>
                  </a:lnTo>
                  <a:lnTo>
                    <a:pt x="1032289" y="413395"/>
                  </a:lnTo>
                  <a:close/>
                  <a:moveTo>
                    <a:pt x="1418577" y="884656"/>
                  </a:moveTo>
                  <a:lnTo>
                    <a:pt x="1469513" y="922308"/>
                  </a:lnTo>
                  <a:lnTo>
                    <a:pt x="1448611" y="876559"/>
                  </a:lnTo>
                  <a:close/>
                  <a:moveTo>
                    <a:pt x="1432724" y="862494"/>
                  </a:moveTo>
                  <a:lnTo>
                    <a:pt x="1418577" y="884656"/>
                  </a:lnTo>
                  <a:lnTo>
                    <a:pt x="1448611" y="876559"/>
                  </a:lnTo>
                  <a:close/>
                  <a:moveTo>
                    <a:pt x="1448611" y="876559"/>
                  </a:moveTo>
                  <a:lnTo>
                    <a:pt x="1460864" y="884656"/>
                  </a:lnTo>
                  <a:lnTo>
                    <a:pt x="1432724" y="862494"/>
                  </a:lnTo>
                  <a:close/>
                  <a:moveTo>
                    <a:pt x="1088088" y="415060"/>
                  </a:moveTo>
                  <a:lnTo>
                    <a:pt x="1073180" y="369290"/>
                  </a:lnTo>
                  <a:lnTo>
                    <a:pt x="1073253" y="391877"/>
                  </a:lnTo>
                  <a:close/>
                  <a:moveTo>
                    <a:pt x="1181143" y="396732"/>
                  </a:moveTo>
                  <a:lnTo>
                    <a:pt x="1166772" y="451817"/>
                  </a:lnTo>
                  <a:lnTo>
                    <a:pt x="1165895" y="428674"/>
                  </a:lnTo>
                  <a:close/>
                  <a:moveTo>
                    <a:pt x="817643" y="0"/>
                  </a:moveTo>
                  <a:lnTo>
                    <a:pt x="764300" y="60070"/>
                  </a:lnTo>
                  <a:lnTo>
                    <a:pt x="797794" y="35976"/>
                  </a:lnTo>
                  <a:close/>
                  <a:moveTo>
                    <a:pt x="1195114" y="403019"/>
                  </a:moveTo>
                  <a:lnTo>
                    <a:pt x="1165895" y="428674"/>
                  </a:lnTo>
                  <a:lnTo>
                    <a:pt x="1162480" y="448269"/>
                  </a:lnTo>
                  <a:close/>
                  <a:moveTo>
                    <a:pt x="1230739" y="361538"/>
                  </a:moveTo>
                  <a:lnTo>
                    <a:pt x="1200020" y="381585"/>
                  </a:lnTo>
                  <a:lnTo>
                    <a:pt x="1181143" y="396732"/>
                  </a:lnTo>
                  <a:close/>
                  <a:moveTo>
                    <a:pt x="1374272" y="334327"/>
                  </a:moveTo>
                  <a:lnTo>
                    <a:pt x="1348093" y="292867"/>
                  </a:lnTo>
                  <a:lnTo>
                    <a:pt x="1317325" y="34264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24" name="Output_density__4223">
              <a:extLst>
                <a:ext uri="{FF2B5EF4-FFF2-40B4-BE49-F238E27FC236}">
                  <a16:creationId xmlns:a16="http://schemas.microsoft.com/office/drawing/2014/main" id="{5C4F7058-089D-C612-28B8-DDE6EB475D29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623380"/>
              <a:ext cx="1476908" cy="2082281"/>
            </a:xfrm>
            <a:custGeom>
              <a:avLst/>
              <a:gdLst/>
              <a:ahLst/>
              <a:cxnLst/>
              <a:rect l="0" t="0" r="0" b="0"/>
              <a:pathLst>
                <a:path w="1476908" h="2082281">
                  <a:moveTo>
                    <a:pt x="0" y="1673040"/>
                  </a:moveTo>
                  <a:lnTo>
                    <a:pt x="1308" y="1691216"/>
                  </a:lnTo>
                  <a:lnTo>
                    <a:pt x="32992" y="1707911"/>
                  </a:lnTo>
                  <a:close/>
                  <a:moveTo>
                    <a:pt x="32992" y="1707911"/>
                  </a:moveTo>
                  <a:lnTo>
                    <a:pt x="61768" y="1704805"/>
                  </a:lnTo>
                  <a:lnTo>
                    <a:pt x="0" y="1673040"/>
                  </a:lnTo>
                  <a:close/>
                  <a:moveTo>
                    <a:pt x="304338" y="1906629"/>
                  </a:moveTo>
                  <a:lnTo>
                    <a:pt x="306484" y="1908756"/>
                  </a:lnTo>
                  <a:lnTo>
                    <a:pt x="310008" y="1910021"/>
                  </a:lnTo>
                  <a:close/>
                  <a:moveTo>
                    <a:pt x="304338" y="1906629"/>
                  </a:moveTo>
                  <a:lnTo>
                    <a:pt x="273657" y="1872700"/>
                  </a:lnTo>
                  <a:lnTo>
                    <a:pt x="306484" y="1908756"/>
                  </a:lnTo>
                  <a:close/>
                  <a:moveTo>
                    <a:pt x="462316" y="1995224"/>
                  </a:moveTo>
                  <a:lnTo>
                    <a:pt x="454544" y="1989836"/>
                  </a:lnTo>
                  <a:lnTo>
                    <a:pt x="477344" y="2011632"/>
                  </a:lnTo>
                  <a:close/>
                  <a:moveTo>
                    <a:pt x="517216" y="2025808"/>
                  </a:moveTo>
                  <a:lnTo>
                    <a:pt x="462316" y="1995224"/>
                  </a:lnTo>
                  <a:lnTo>
                    <a:pt x="477344" y="2011632"/>
                  </a:lnTo>
                  <a:close/>
                  <a:moveTo>
                    <a:pt x="419977" y="1971824"/>
                  </a:moveTo>
                  <a:lnTo>
                    <a:pt x="474561" y="2009702"/>
                  </a:lnTo>
                  <a:lnTo>
                    <a:pt x="454544" y="1989836"/>
                  </a:lnTo>
                  <a:close/>
                  <a:moveTo>
                    <a:pt x="538241" y="2037144"/>
                  </a:moveTo>
                  <a:lnTo>
                    <a:pt x="517216" y="2025808"/>
                  </a:lnTo>
                  <a:lnTo>
                    <a:pt x="556633" y="2045546"/>
                  </a:lnTo>
                  <a:close/>
                  <a:moveTo>
                    <a:pt x="433614" y="1985608"/>
                  </a:moveTo>
                  <a:lnTo>
                    <a:pt x="419977" y="1971824"/>
                  </a:lnTo>
                  <a:lnTo>
                    <a:pt x="454544" y="1989836"/>
                  </a:lnTo>
                  <a:close/>
                  <a:moveTo>
                    <a:pt x="390853" y="1958165"/>
                  </a:moveTo>
                  <a:lnTo>
                    <a:pt x="419977" y="1971824"/>
                  </a:lnTo>
                  <a:lnTo>
                    <a:pt x="433614" y="1985608"/>
                  </a:lnTo>
                  <a:close/>
                  <a:moveTo>
                    <a:pt x="304338" y="1906629"/>
                  </a:moveTo>
                  <a:lnTo>
                    <a:pt x="310008" y="1910021"/>
                  </a:lnTo>
                  <a:lnTo>
                    <a:pt x="322554" y="1895691"/>
                  </a:lnTo>
                  <a:close/>
                  <a:moveTo>
                    <a:pt x="304338" y="1906629"/>
                  </a:moveTo>
                  <a:lnTo>
                    <a:pt x="322554" y="1895691"/>
                  </a:lnTo>
                  <a:lnTo>
                    <a:pt x="255639" y="1855092"/>
                  </a:lnTo>
                  <a:close/>
                  <a:moveTo>
                    <a:pt x="363445" y="1830998"/>
                  </a:moveTo>
                  <a:lnTo>
                    <a:pt x="337305" y="1877180"/>
                  </a:lnTo>
                  <a:lnTo>
                    <a:pt x="367317" y="1834539"/>
                  </a:lnTo>
                  <a:close/>
                  <a:moveTo>
                    <a:pt x="367317" y="1834539"/>
                  </a:moveTo>
                  <a:lnTo>
                    <a:pt x="337305" y="1877180"/>
                  </a:lnTo>
                  <a:lnTo>
                    <a:pt x="322554" y="1895691"/>
                  </a:lnTo>
                  <a:close/>
                  <a:moveTo>
                    <a:pt x="367317" y="1834539"/>
                  </a:moveTo>
                  <a:lnTo>
                    <a:pt x="322554" y="1895691"/>
                  </a:lnTo>
                  <a:lnTo>
                    <a:pt x="372416" y="1893136"/>
                  </a:lnTo>
                  <a:close/>
                  <a:moveTo>
                    <a:pt x="171621" y="1628719"/>
                  </a:moveTo>
                  <a:lnTo>
                    <a:pt x="164504" y="1624852"/>
                  </a:lnTo>
                  <a:lnTo>
                    <a:pt x="159011" y="1694822"/>
                  </a:lnTo>
                  <a:close/>
                  <a:moveTo>
                    <a:pt x="538241" y="2037144"/>
                  </a:moveTo>
                  <a:lnTo>
                    <a:pt x="556633" y="2045546"/>
                  </a:lnTo>
                  <a:lnTo>
                    <a:pt x="572017" y="2056023"/>
                  </a:lnTo>
                  <a:close/>
                  <a:moveTo>
                    <a:pt x="572017" y="2056023"/>
                  </a:moveTo>
                  <a:lnTo>
                    <a:pt x="536546" y="2023894"/>
                  </a:lnTo>
                  <a:lnTo>
                    <a:pt x="538241" y="2037144"/>
                  </a:lnTo>
                  <a:close/>
                  <a:moveTo>
                    <a:pt x="552175" y="2021613"/>
                  </a:moveTo>
                  <a:lnTo>
                    <a:pt x="536546" y="2023894"/>
                  </a:lnTo>
                  <a:lnTo>
                    <a:pt x="572017" y="2056023"/>
                  </a:lnTo>
                  <a:close/>
                  <a:moveTo>
                    <a:pt x="599843" y="2025159"/>
                  </a:moveTo>
                  <a:lnTo>
                    <a:pt x="552175" y="2021613"/>
                  </a:lnTo>
                  <a:lnTo>
                    <a:pt x="572017" y="2056023"/>
                  </a:lnTo>
                  <a:close/>
                  <a:moveTo>
                    <a:pt x="517216" y="2025808"/>
                  </a:moveTo>
                  <a:lnTo>
                    <a:pt x="538241" y="2037144"/>
                  </a:lnTo>
                  <a:lnTo>
                    <a:pt x="536546" y="2023894"/>
                  </a:lnTo>
                  <a:close/>
                  <a:moveTo>
                    <a:pt x="358722" y="1806904"/>
                  </a:moveTo>
                  <a:lnTo>
                    <a:pt x="363445" y="1830998"/>
                  </a:lnTo>
                  <a:lnTo>
                    <a:pt x="338807" y="1779462"/>
                  </a:lnTo>
                  <a:close/>
                  <a:moveTo>
                    <a:pt x="136476" y="1573315"/>
                  </a:moveTo>
                  <a:lnTo>
                    <a:pt x="170081" y="1601313"/>
                  </a:lnTo>
                  <a:lnTo>
                    <a:pt x="194384" y="1557277"/>
                  </a:lnTo>
                  <a:close/>
                  <a:moveTo>
                    <a:pt x="179156" y="1573315"/>
                  </a:moveTo>
                  <a:lnTo>
                    <a:pt x="194384" y="1557277"/>
                  </a:lnTo>
                  <a:lnTo>
                    <a:pt x="170081" y="1601313"/>
                  </a:lnTo>
                  <a:close/>
                  <a:moveTo>
                    <a:pt x="707146" y="2040493"/>
                  </a:moveTo>
                  <a:lnTo>
                    <a:pt x="708560" y="2082281"/>
                  </a:lnTo>
                  <a:lnTo>
                    <a:pt x="735342" y="2047514"/>
                  </a:lnTo>
                  <a:close/>
                  <a:moveTo>
                    <a:pt x="707146" y="2040493"/>
                  </a:moveTo>
                  <a:lnTo>
                    <a:pt x="673651" y="2064587"/>
                  </a:lnTo>
                  <a:lnTo>
                    <a:pt x="708560" y="2082281"/>
                  </a:lnTo>
                  <a:close/>
                  <a:moveTo>
                    <a:pt x="422970" y="1639048"/>
                  </a:moveTo>
                  <a:lnTo>
                    <a:pt x="489987" y="1654204"/>
                  </a:lnTo>
                  <a:lnTo>
                    <a:pt x="444698" y="1659552"/>
                  </a:lnTo>
                  <a:close/>
                  <a:moveTo>
                    <a:pt x="357182" y="1641921"/>
                  </a:moveTo>
                  <a:lnTo>
                    <a:pt x="320223" y="1583872"/>
                  </a:lnTo>
                  <a:lnTo>
                    <a:pt x="317729" y="1600758"/>
                  </a:lnTo>
                  <a:close/>
                  <a:moveTo>
                    <a:pt x="331070" y="1584070"/>
                  </a:moveTo>
                  <a:lnTo>
                    <a:pt x="320223" y="1583872"/>
                  </a:lnTo>
                  <a:lnTo>
                    <a:pt x="357182" y="1641921"/>
                  </a:lnTo>
                  <a:close/>
                  <a:moveTo>
                    <a:pt x="388803" y="1625247"/>
                  </a:moveTo>
                  <a:lnTo>
                    <a:pt x="331070" y="1584070"/>
                  </a:lnTo>
                  <a:lnTo>
                    <a:pt x="357182" y="1641921"/>
                  </a:lnTo>
                  <a:close/>
                  <a:moveTo>
                    <a:pt x="294510" y="1582279"/>
                  </a:moveTo>
                  <a:lnTo>
                    <a:pt x="322292" y="1549221"/>
                  </a:lnTo>
                  <a:lnTo>
                    <a:pt x="320223" y="1583872"/>
                  </a:lnTo>
                  <a:close/>
                  <a:moveTo>
                    <a:pt x="335705" y="1561622"/>
                  </a:moveTo>
                  <a:lnTo>
                    <a:pt x="317729" y="1600758"/>
                  </a:lnTo>
                  <a:lnTo>
                    <a:pt x="320223" y="1583872"/>
                  </a:lnTo>
                  <a:close/>
                  <a:moveTo>
                    <a:pt x="393674" y="1603681"/>
                  </a:moveTo>
                  <a:lnTo>
                    <a:pt x="398591" y="1628201"/>
                  </a:lnTo>
                  <a:lnTo>
                    <a:pt x="388803" y="1625247"/>
                  </a:lnTo>
                  <a:close/>
                  <a:moveTo>
                    <a:pt x="243141" y="1545813"/>
                  </a:moveTo>
                  <a:lnTo>
                    <a:pt x="320223" y="1583872"/>
                  </a:lnTo>
                  <a:lnTo>
                    <a:pt x="299350" y="1576664"/>
                  </a:lnTo>
                  <a:close/>
                  <a:moveTo>
                    <a:pt x="250563" y="1549221"/>
                  </a:moveTo>
                  <a:lnTo>
                    <a:pt x="320223" y="1583872"/>
                  </a:lnTo>
                  <a:lnTo>
                    <a:pt x="243141" y="1545813"/>
                  </a:lnTo>
                  <a:close/>
                  <a:moveTo>
                    <a:pt x="294510" y="1582279"/>
                  </a:moveTo>
                  <a:lnTo>
                    <a:pt x="320223" y="1583872"/>
                  </a:lnTo>
                  <a:lnTo>
                    <a:pt x="250563" y="1549221"/>
                  </a:lnTo>
                  <a:close/>
                  <a:moveTo>
                    <a:pt x="398591" y="1628201"/>
                  </a:moveTo>
                  <a:lnTo>
                    <a:pt x="422970" y="1639048"/>
                  </a:lnTo>
                  <a:lnTo>
                    <a:pt x="444698" y="1659552"/>
                  </a:lnTo>
                  <a:close/>
                  <a:moveTo>
                    <a:pt x="748215" y="2028501"/>
                  </a:moveTo>
                  <a:lnTo>
                    <a:pt x="735342" y="2047514"/>
                  </a:lnTo>
                  <a:lnTo>
                    <a:pt x="755968" y="2040493"/>
                  </a:lnTo>
                  <a:close/>
                  <a:moveTo>
                    <a:pt x="748215" y="2028501"/>
                  </a:moveTo>
                  <a:lnTo>
                    <a:pt x="755968" y="2040493"/>
                  </a:lnTo>
                  <a:lnTo>
                    <a:pt x="767170" y="1988330"/>
                  </a:lnTo>
                  <a:close/>
                  <a:moveTo>
                    <a:pt x="398591" y="1628201"/>
                  </a:moveTo>
                  <a:lnTo>
                    <a:pt x="444698" y="1659552"/>
                  </a:lnTo>
                  <a:lnTo>
                    <a:pt x="451852" y="1615567"/>
                  </a:lnTo>
                  <a:close/>
                  <a:moveTo>
                    <a:pt x="494809" y="1618627"/>
                  </a:moveTo>
                  <a:lnTo>
                    <a:pt x="444698" y="1659552"/>
                  </a:lnTo>
                  <a:lnTo>
                    <a:pt x="489987" y="1654204"/>
                  </a:lnTo>
                  <a:close/>
                  <a:moveTo>
                    <a:pt x="494809" y="1618627"/>
                  </a:moveTo>
                  <a:lnTo>
                    <a:pt x="451852" y="1615567"/>
                  </a:lnTo>
                  <a:lnTo>
                    <a:pt x="444698" y="1659552"/>
                  </a:lnTo>
                  <a:close/>
                  <a:moveTo>
                    <a:pt x="445606" y="1557902"/>
                  </a:moveTo>
                  <a:lnTo>
                    <a:pt x="435015" y="1503769"/>
                  </a:lnTo>
                  <a:lnTo>
                    <a:pt x="434775" y="1552570"/>
                  </a:lnTo>
                  <a:close/>
                  <a:moveTo>
                    <a:pt x="477342" y="1511805"/>
                  </a:moveTo>
                  <a:lnTo>
                    <a:pt x="502289" y="1549802"/>
                  </a:lnTo>
                  <a:lnTo>
                    <a:pt x="524371" y="1512960"/>
                  </a:lnTo>
                  <a:close/>
                  <a:moveTo>
                    <a:pt x="449772" y="1501033"/>
                  </a:moveTo>
                  <a:lnTo>
                    <a:pt x="502289" y="1549802"/>
                  </a:lnTo>
                  <a:lnTo>
                    <a:pt x="477342" y="1511805"/>
                  </a:lnTo>
                  <a:close/>
                  <a:moveTo>
                    <a:pt x="524371" y="1512960"/>
                  </a:moveTo>
                  <a:lnTo>
                    <a:pt x="511895" y="1552570"/>
                  </a:lnTo>
                  <a:lnTo>
                    <a:pt x="543650" y="1545264"/>
                  </a:lnTo>
                  <a:close/>
                  <a:moveTo>
                    <a:pt x="547439" y="1464309"/>
                  </a:moveTo>
                  <a:lnTo>
                    <a:pt x="582893" y="1459511"/>
                  </a:lnTo>
                  <a:lnTo>
                    <a:pt x="562539" y="1452846"/>
                  </a:lnTo>
                  <a:close/>
                  <a:moveTo>
                    <a:pt x="212730" y="943108"/>
                  </a:moveTo>
                  <a:lnTo>
                    <a:pt x="240923" y="989016"/>
                  </a:lnTo>
                  <a:lnTo>
                    <a:pt x="226977" y="964862"/>
                  </a:lnTo>
                  <a:close/>
                  <a:moveTo>
                    <a:pt x="949230" y="1813602"/>
                  </a:moveTo>
                  <a:lnTo>
                    <a:pt x="939285" y="1798882"/>
                  </a:lnTo>
                  <a:lnTo>
                    <a:pt x="989350" y="1841044"/>
                  </a:lnTo>
                  <a:close/>
                  <a:moveTo>
                    <a:pt x="958312" y="1737971"/>
                  </a:moveTo>
                  <a:lnTo>
                    <a:pt x="964797" y="1802003"/>
                  </a:lnTo>
                  <a:lnTo>
                    <a:pt x="994939" y="1779801"/>
                  </a:lnTo>
                  <a:close/>
                  <a:moveTo>
                    <a:pt x="578262" y="1400534"/>
                  </a:moveTo>
                  <a:lnTo>
                    <a:pt x="614038" y="1434191"/>
                  </a:lnTo>
                  <a:lnTo>
                    <a:pt x="540499" y="1393252"/>
                  </a:lnTo>
                  <a:close/>
                  <a:moveTo>
                    <a:pt x="614038" y="1434191"/>
                  </a:moveTo>
                  <a:lnTo>
                    <a:pt x="578393" y="1401309"/>
                  </a:lnTo>
                  <a:lnTo>
                    <a:pt x="665379" y="1421012"/>
                  </a:lnTo>
                  <a:close/>
                  <a:moveTo>
                    <a:pt x="578262" y="1400534"/>
                  </a:moveTo>
                  <a:lnTo>
                    <a:pt x="578393" y="1401309"/>
                  </a:lnTo>
                  <a:lnTo>
                    <a:pt x="614038" y="1434191"/>
                  </a:lnTo>
                  <a:close/>
                  <a:moveTo>
                    <a:pt x="240923" y="989016"/>
                  </a:moveTo>
                  <a:lnTo>
                    <a:pt x="234689" y="925256"/>
                  </a:lnTo>
                  <a:lnTo>
                    <a:pt x="226977" y="964862"/>
                  </a:lnTo>
                  <a:close/>
                  <a:moveTo>
                    <a:pt x="1022122" y="1765414"/>
                  </a:moveTo>
                  <a:lnTo>
                    <a:pt x="994939" y="1779801"/>
                  </a:lnTo>
                  <a:lnTo>
                    <a:pt x="1021265" y="1770216"/>
                  </a:lnTo>
                  <a:close/>
                  <a:moveTo>
                    <a:pt x="729965" y="1377215"/>
                  </a:moveTo>
                  <a:lnTo>
                    <a:pt x="712562" y="1367315"/>
                  </a:lnTo>
                  <a:lnTo>
                    <a:pt x="754702" y="1404658"/>
                  </a:lnTo>
                  <a:close/>
                  <a:moveTo>
                    <a:pt x="754026" y="1428752"/>
                  </a:moveTo>
                  <a:lnTo>
                    <a:pt x="729965" y="1377215"/>
                  </a:lnTo>
                  <a:lnTo>
                    <a:pt x="754702" y="1404658"/>
                  </a:lnTo>
                  <a:close/>
                  <a:moveTo>
                    <a:pt x="678715" y="1301584"/>
                  </a:moveTo>
                  <a:lnTo>
                    <a:pt x="693150" y="1350168"/>
                  </a:lnTo>
                  <a:lnTo>
                    <a:pt x="675202" y="1325678"/>
                  </a:lnTo>
                  <a:close/>
                  <a:moveTo>
                    <a:pt x="677468" y="1357864"/>
                  </a:moveTo>
                  <a:lnTo>
                    <a:pt x="693150" y="1350168"/>
                  </a:lnTo>
                  <a:lnTo>
                    <a:pt x="678715" y="1301584"/>
                  </a:lnTo>
                  <a:close/>
                  <a:moveTo>
                    <a:pt x="712562" y="1367315"/>
                  </a:moveTo>
                  <a:lnTo>
                    <a:pt x="693150" y="1350168"/>
                  </a:lnTo>
                  <a:lnTo>
                    <a:pt x="677468" y="1357864"/>
                  </a:lnTo>
                  <a:close/>
                  <a:moveTo>
                    <a:pt x="675490" y="1323918"/>
                  </a:moveTo>
                  <a:lnTo>
                    <a:pt x="677468" y="1357864"/>
                  </a:lnTo>
                  <a:lnTo>
                    <a:pt x="678715" y="1301584"/>
                  </a:lnTo>
                  <a:close/>
                  <a:moveTo>
                    <a:pt x="266712" y="843624"/>
                  </a:moveTo>
                  <a:lnTo>
                    <a:pt x="245169" y="897978"/>
                  </a:lnTo>
                  <a:lnTo>
                    <a:pt x="321990" y="875623"/>
                  </a:lnTo>
                  <a:close/>
                  <a:moveTo>
                    <a:pt x="1079417" y="1786070"/>
                  </a:moveTo>
                  <a:lnTo>
                    <a:pt x="1030403" y="1777495"/>
                  </a:lnTo>
                  <a:lnTo>
                    <a:pt x="1021265" y="1770216"/>
                  </a:lnTo>
                  <a:close/>
                  <a:moveTo>
                    <a:pt x="1088864" y="1753241"/>
                  </a:moveTo>
                  <a:lnTo>
                    <a:pt x="1030403" y="1777495"/>
                  </a:lnTo>
                  <a:lnTo>
                    <a:pt x="1079417" y="1786070"/>
                  </a:lnTo>
                  <a:close/>
                  <a:moveTo>
                    <a:pt x="697342" y="1225954"/>
                  </a:moveTo>
                  <a:lnTo>
                    <a:pt x="707066" y="1267296"/>
                  </a:lnTo>
                  <a:lnTo>
                    <a:pt x="744634" y="1272855"/>
                  </a:lnTo>
                  <a:close/>
                  <a:moveTo>
                    <a:pt x="707066" y="1267296"/>
                  </a:moveTo>
                  <a:lnTo>
                    <a:pt x="761357" y="1295608"/>
                  </a:lnTo>
                  <a:lnTo>
                    <a:pt x="789566" y="1266176"/>
                  </a:lnTo>
                  <a:close/>
                  <a:moveTo>
                    <a:pt x="396522" y="889292"/>
                  </a:moveTo>
                  <a:lnTo>
                    <a:pt x="458885" y="916734"/>
                  </a:lnTo>
                  <a:lnTo>
                    <a:pt x="445119" y="868127"/>
                  </a:lnTo>
                  <a:close/>
                  <a:moveTo>
                    <a:pt x="321990" y="875623"/>
                  </a:moveTo>
                  <a:lnTo>
                    <a:pt x="369007" y="876734"/>
                  </a:lnTo>
                  <a:lnTo>
                    <a:pt x="349680" y="869752"/>
                  </a:lnTo>
                  <a:close/>
                  <a:moveTo>
                    <a:pt x="804983" y="1204675"/>
                  </a:moveTo>
                  <a:lnTo>
                    <a:pt x="789566" y="1266176"/>
                  </a:lnTo>
                  <a:lnTo>
                    <a:pt x="815409" y="1225954"/>
                  </a:lnTo>
                  <a:close/>
                  <a:moveTo>
                    <a:pt x="815409" y="1225954"/>
                  </a:moveTo>
                  <a:lnTo>
                    <a:pt x="806474" y="1194491"/>
                  </a:lnTo>
                  <a:lnTo>
                    <a:pt x="804983" y="1204675"/>
                  </a:lnTo>
                  <a:close/>
                  <a:moveTo>
                    <a:pt x="824210" y="1150323"/>
                  </a:moveTo>
                  <a:lnTo>
                    <a:pt x="806474" y="1194491"/>
                  </a:lnTo>
                  <a:lnTo>
                    <a:pt x="815409" y="1225954"/>
                  </a:lnTo>
                  <a:close/>
                  <a:moveTo>
                    <a:pt x="1048976" y="1346470"/>
                  </a:moveTo>
                  <a:lnTo>
                    <a:pt x="1067464" y="1394182"/>
                  </a:lnTo>
                  <a:lnTo>
                    <a:pt x="1013909" y="1336997"/>
                  </a:lnTo>
                  <a:close/>
                  <a:moveTo>
                    <a:pt x="1008175" y="1332376"/>
                  </a:moveTo>
                  <a:lnTo>
                    <a:pt x="1013909" y="1336997"/>
                  </a:lnTo>
                  <a:lnTo>
                    <a:pt x="1021540" y="1339658"/>
                  </a:lnTo>
                  <a:close/>
                  <a:moveTo>
                    <a:pt x="1008175" y="1332376"/>
                  </a:moveTo>
                  <a:lnTo>
                    <a:pt x="983737" y="1298783"/>
                  </a:lnTo>
                  <a:lnTo>
                    <a:pt x="1013909" y="1336997"/>
                  </a:lnTo>
                  <a:close/>
                  <a:moveTo>
                    <a:pt x="1234931" y="1343659"/>
                  </a:moveTo>
                  <a:lnTo>
                    <a:pt x="1215797" y="1349555"/>
                  </a:lnTo>
                  <a:lnTo>
                    <a:pt x="1289479" y="1372930"/>
                  </a:lnTo>
                  <a:close/>
                  <a:moveTo>
                    <a:pt x="1262352" y="1349688"/>
                  </a:moveTo>
                  <a:lnTo>
                    <a:pt x="1327245" y="1387261"/>
                  </a:lnTo>
                  <a:lnTo>
                    <a:pt x="1289479" y="1372930"/>
                  </a:lnTo>
                  <a:close/>
                  <a:moveTo>
                    <a:pt x="1262352" y="1349688"/>
                  </a:moveTo>
                  <a:lnTo>
                    <a:pt x="1335279" y="1391126"/>
                  </a:lnTo>
                  <a:lnTo>
                    <a:pt x="1327245" y="1387261"/>
                  </a:lnTo>
                  <a:close/>
                  <a:moveTo>
                    <a:pt x="197808" y="101600"/>
                  </a:moveTo>
                  <a:lnTo>
                    <a:pt x="229781" y="113589"/>
                  </a:lnTo>
                  <a:lnTo>
                    <a:pt x="194178" y="72609"/>
                  </a:lnTo>
                  <a:close/>
                  <a:moveTo>
                    <a:pt x="229781" y="113589"/>
                  </a:moveTo>
                  <a:lnTo>
                    <a:pt x="236802" y="57297"/>
                  </a:lnTo>
                  <a:lnTo>
                    <a:pt x="194178" y="72609"/>
                  </a:lnTo>
                  <a:close/>
                  <a:moveTo>
                    <a:pt x="224947" y="12973"/>
                  </a:moveTo>
                  <a:lnTo>
                    <a:pt x="256386" y="47310"/>
                  </a:lnTo>
                  <a:lnTo>
                    <a:pt x="215147" y="0"/>
                  </a:lnTo>
                  <a:close/>
                  <a:moveTo>
                    <a:pt x="1327245" y="1387261"/>
                  </a:moveTo>
                  <a:lnTo>
                    <a:pt x="1335279" y="1391126"/>
                  </a:lnTo>
                  <a:lnTo>
                    <a:pt x="1340973" y="1390779"/>
                  </a:lnTo>
                  <a:close/>
                  <a:moveTo>
                    <a:pt x="1393328" y="1411850"/>
                  </a:moveTo>
                  <a:lnTo>
                    <a:pt x="1340973" y="1390779"/>
                  </a:lnTo>
                  <a:lnTo>
                    <a:pt x="1335279" y="1391126"/>
                  </a:lnTo>
                  <a:close/>
                  <a:moveTo>
                    <a:pt x="1327245" y="1387261"/>
                  </a:moveTo>
                  <a:lnTo>
                    <a:pt x="1340973" y="1390779"/>
                  </a:lnTo>
                  <a:lnTo>
                    <a:pt x="1348026" y="1380762"/>
                  </a:lnTo>
                  <a:close/>
                  <a:moveTo>
                    <a:pt x="1393328" y="1411850"/>
                  </a:moveTo>
                  <a:lnTo>
                    <a:pt x="1425042" y="1418874"/>
                  </a:lnTo>
                  <a:lnTo>
                    <a:pt x="1340973" y="1390779"/>
                  </a:lnTo>
                  <a:close/>
                  <a:moveTo>
                    <a:pt x="1228587" y="1213671"/>
                  </a:moveTo>
                  <a:lnTo>
                    <a:pt x="1222680" y="1208558"/>
                  </a:lnTo>
                  <a:lnTo>
                    <a:pt x="1202364" y="1221897"/>
                  </a:lnTo>
                  <a:close/>
                  <a:moveTo>
                    <a:pt x="1241010" y="1208558"/>
                  </a:moveTo>
                  <a:lnTo>
                    <a:pt x="1228587" y="1213671"/>
                  </a:lnTo>
                  <a:lnTo>
                    <a:pt x="1232373" y="1181115"/>
                  </a:lnTo>
                  <a:close/>
                  <a:moveTo>
                    <a:pt x="1237203" y="1157021"/>
                  </a:moveTo>
                  <a:lnTo>
                    <a:pt x="1241010" y="1208558"/>
                  </a:lnTo>
                  <a:lnTo>
                    <a:pt x="1232373" y="1181115"/>
                  </a:lnTo>
                  <a:close/>
                  <a:moveTo>
                    <a:pt x="1060330" y="905311"/>
                  </a:moveTo>
                  <a:lnTo>
                    <a:pt x="1007714" y="965576"/>
                  </a:lnTo>
                  <a:lnTo>
                    <a:pt x="984108" y="929904"/>
                  </a:lnTo>
                  <a:close/>
                  <a:moveTo>
                    <a:pt x="395467" y="243082"/>
                  </a:moveTo>
                  <a:lnTo>
                    <a:pt x="403911" y="298959"/>
                  </a:lnTo>
                  <a:lnTo>
                    <a:pt x="437674" y="284294"/>
                  </a:lnTo>
                  <a:close/>
                  <a:moveTo>
                    <a:pt x="416315" y="201373"/>
                  </a:moveTo>
                  <a:lnTo>
                    <a:pt x="451744" y="235312"/>
                  </a:lnTo>
                  <a:lnTo>
                    <a:pt x="408365" y="214488"/>
                  </a:lnTo>
                  <a:close/>
                  <a:moveTo>
                    <a:pt x="1447250" y="1400820"/>
                  </a:moveTo>
                  <a:lnTo>
                    <a:pt x="1453534" y="1458453"/>
                  </a:lnTo>
                  <a:lnTo>
                    <a:pt x="1476908" y="1414690"/>
                  </a:lnTo>
                  <a:close/>
                  <a:moveTo>
                    <a:pt x="1215925" y="1002802"/>
                  </a:moveTo>
                  <a:lnTo>
                    <a:pt x="1256586" y="1040661"/>
                  </a:lnTo>
                  <a:lnTo>
                    <a:pt x="1266762" y="1018196"/>
                  </a:lnTo>
                  <a:close/>
                  <a:moveTo>
                    <a:pt x="1197617" y="1002411"/>
                  </a:moveTo>
                  <a:lnTo>
                    <a:pt x="1256586" y="1040661"/>
                  </a:lnTo>
                  <a:lnTo>
                    <a:pt x="1215925" y="1002802"/>
                  </a:lnTo>
                  <a:close/>
                  <a:moveTo>
                    <a:pt x="1060330" y="905311"/>
                  </a:moveTo>
                  <a:lnTo>
                    <a:pt x="1065825" y="893572"/>
                  </a:lnTo>
                  <a:lnTo>
                    <a:pt x="1045051" y="950874"/>
                  </a:lnTo>
                  <a:close/>
                  <a:moveTo>
                    <a:pt x="562922" y="280898"/>
                  </a:moveTo>
                  <a:lnTo>
                    <a:pt x="545462" y="259846"/>
                  </a:lnTo>
                  <a:lnTo>
                    <a:pt x="573180" y="308341"/>
                  </a:lnTo>
                  <a:close/>
                  <a:moveTo>
                    <a:pt x="527838" y="211431"/>
                  </a:moveTo>
                  <a:lnTo>
                    <a:pt x="544662" y="200049"/>
                  </a:lnTo>
                  <a:lnTo>
                    <a:pt x="544399" y="153732"/>
                  </a:lnTo>
                  <a:close/>
                  <a:moveTo>
                    <a:pt x="566984" y="217588"/>
                  </a:moveTo>
                  <a:lnTo>
                    <a:pt x="544662" y="200049"/>
                  </a:lnTo>
                  <a:lnTo>
                    <a:pt x="527838" y="211431"/>
                  </a:lnTo>
                  <a:close/>
                  <a:moveTo>
                    <a:pt x="541011" y="137979"/>
                  </a:moveTo>
                  <a:lnTo>
                    <a:pt x="544399" y="153732"/>
                  </a:lnTo>
                  <a:lnTo>
                    <a:pt x="510750" y="113036"/>
                  </a:lnTo>
                  <a:close/>
                  <a:moveTo>
                    <a:pt x="961302" y="479715"/>
                  </a:moveTo>
                  <a:lnTo>
                    <a:pt x="988212" y="479488"/>
                  </a:lnTo>
                  <a:lnTo>
                    <a:pt x="971200" y="466300"/>
                  </a:lnTo>
                  <a:close/>
                  <a:moveTo>
                    <a:pt x="1352009" y="812838"/>
                  </a:moveTo>
                  <a:lnTo>
                    <a:pt x="1371111" y="878593"/>
                  </a:lnTo>
                  <a:lnTo>
                    <a:pt x="1368441" y="827056"/>
                  </a:lnTo>
                  <a:close/>
                  <a:moveTo>
                    <a:pt x="1352009" y="812838"/>
                  </a:moveTo>
                  <a:lnTo>
                    <a:pt x="1372469" y="858948"/>
                  </a:lnTo>
                  <a:lnTo>
                    <a:pt x="1371111" y="87859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25" name="Output_density__4224">
              <a:extLst>
                <a:ext uri="{FF2B5EF4-FFF2-40B4-BE49-F238E27FC236}">
                  <a16:creationId xmlns:a16="http://schemas.microsoft.com/office/drawing/2014/main" id="{0506060A-B5F4-F967-F4BD-11C6536D8399}"/>
                </a:ext>
              </a:extLst>
            </p:cNvPr>
            <p:cNvSpPr>
              <a:spLocks noGrp="1"/>
            </p:cNvSpPr>
            <p:nvPr/>
          </p:nvSpPr>
          <p:spPr>
            <a:xfrm>
              <a:off x="15511541" y="2736416"/>
              <a:ext cx="1317897" cy="1971242"/>
            </a:xfrm>
            <a:custGeom>
              <a:avLst/>
              <a:gdLst/>
              <a:ahLst/>
              <a:cxnLst/>
              <a:rect l="0" t="0" r="0" b="0"/>
              <a:pathLst>
                <a:path w="1317897" h="1971242">
                  <a:moveTo>
                    <a:pt x="150997" y="1796985"/>
                  </a:moveTo>
                  <a:lnTo>
                    <a:pt x="147473" y="1795720"/>
                  </a:lnTo>
                  <a:lnTo>
                    <a:pt x="171931" y="1835475"/>
                  </a:lnTo>
                  <a:close/>
                  <a:moveTo>
                    <a:pt x="206804" y="1830961"/>
                  </a:moveTo>
                  <a:lnTo>
                    <a:pt x="150997" y="1796985"/>
                  </a:lnTo>
                  <a:lnTo>
                    <a:pt x="171931" y="1835475"/>
                  </a:lnTo>
                  <a:close/>
                  <a:moveTo>
                    <a:pt x="145327" y="1793593"/>
                  </a:moveTo>
                  <a:lnTo>
                    <a:pt x="96628" y="1742056"/>
                  </a:lnTo>
                  <a:lnTo>
                    <a:pt x="114647" y="1759664"/>
                  </a:lnTo>
                  <a:close/>
                  <a:moveTo>
                    <a:pt x="63583" y="1700454"/>
                  </a:moveTo>
                  <a:lnTo>
                    <a:pt x="96628" y="1742056"/>
                  </a:lnTo>
                  <a:lnTo>
                    <a:pt x="86023" y="1728735"/>
                  </a:lnTo>
                  <a:close/>
                  <a:moveTo>
                    <a:pt x="231842" y="1845129"/>
                  </a:moveTo>
                  <a:lnTo>
                    <a:pt x="284620" y="1812326"/>
                  </a:lnTo>
                  <a:lnTo>
                    <a:pt x="213406" y="1780100"/>
                  </a:lnTo>
                  <a:close/>
                  <a:moveTo>
                    <a:pt x="231842" y="1845129"/>
                  </a:moveTo>
                  <a:lnTo>
                    <a:pt x="213406" y="1780100"/>
                  </a:lnTo>
                  <a:lnTo>
                    <a:pt x="206804" y="1830961"/>
                  </a:lnTo>
                  <a:close/>
                  <a:moveTo>
                    <a:pt x="213406" y="1780100"/>
                  </a:moveTo>
                  <a:lnTo>
                    <a:pt x="150997" y="1796985"/>
                  </a:lnTo>
                  <a:lnTo>
                    <a:pt x="206804" y="1830961"/>
                  </a:lnTo>
                  <a:close/>
                  <a:moveTo>
                    <a:pt x="213406" y="1780100"/>
                  </a:moveTo>
                  <a:lnTo>
                    <a:pt x="163544" y="1782655"/>
                  </a:lnTo>
                  <a:lnTo>
                    <a:pt x="150997" y="1796985"/>
                  </a:lnTo>
                  <a:close/>
                  <a:moveTo>
                    <a:pt x="213406" y="1780100"/>
                  </a:moveTo>
                  <a:lnTo>
                    <a:pt x="260756" y="1779587"/>
                  </a:lnTo>
                  <a:lnTo>
                    <a:pt x="208306" y="1721503"/>
                  </a:lnTo>
                  <a:close/>
                  <a:moveTo>
                    <a:pt x="86023" y="1728735"/>
                  </a:moveTo>
                  <a:lnTo>
                    <a:pt x="96628" y="1742056"/>
                  </a:lnTo>
                  <a:lnTo>
                    <a:pt x="113164" y="1722888"/>
                  </a:lnTo>
                  <a:close/>
                  <a:moveTo>
                    <a:pt x="86023" y="1728735"/>
                  </a:moveTo>
                  <a:lnTo>
                    <a:pt x="113164" y="1722888"/>
                  </a:lnTo>
                  <a:lnTo>
                    <a:pt x="57135" y="1690520"/>
                  </a:lnTo>
                  <a:close/>
                  <a:moveTo>
                    <a:pt x="56723" y="1619187"/>
                  </a:moveTo>
                  <a:lnTo>
                    <a:pt x="65048" y="1573777"/>
                  </a:lnTo>
                  <a:lnTo>
                    <a:pt x="8766" y="1587446"/>
                  </a:lnTo>
                  <a:close/>
                  <a:moveTo>
                    <a:pt x="65048" y="1573777"/>
                  </a:moveTo>
                  <a:lnTo>
                    <a:pt x="0" y="1581786"/>
                  </a:lnTo>
                  <a:lnTo>
                    <a:pt x="8766" y="1587446"/>
                  </a:lnTo>
                  <a:close/>
                  <a:moveTo>
                    <a:pt x="12610" y="1515683"/>
                  </a:moveTo>
                  <a:lnTo>
                    <a:pt x="0" y="1581786"/>
                  </a:lnTo>
                  <a:lnTo>
                    <a:pt x="65048" y="1573777"/>
                  </a:lnTo>
                  <a:close/>
                  <a:moveTo>
                    <a:pt x="20146" y="1460279"/>
                  </a:moveTo>
                  <a:lnTo>
                    <a:pt x="11071" y="1488278"/>
                  </a:lnTo>
                  <a:lnTo>
                    <a:pt x="43722" y="1465629"/>
                  </a:lnTo>
                  <a:close/>
                  <a:moveTo>
                    <a:pt x="43722" y="1465629"/>
                  </a:moveTo>
                  <a:lnTo>
                    <a:pt x="11071" y="1488278"/>
                  </a:lnTo>
                  <a:lnTo>
                    <a:pt x="12610" y="1515683"/>
                  </a:lnTo>
                  <a:close/>
                  <a:moveTo>
                    <a:pt x="514641" y="1951551"/>
                  </a:moveTo>
                  <a:lnTo>
                    <a:pt x="494663" y="1938710"/>
                  </a:lnTo>
                  <a:lnTo>
                    <a:pt x="467283" y="1971242"/>
                  </a:lnTo>
                  <a:close/>
                  <a:moveTo>
                    <a:pt x="413007" y="1942987"/>
                  </a:moveTo>
                  <a:lnTo>
                    <a:pt x="467283" y="1971242"/>
                  </a:lnTo>
                  <a:lnTo>
                    <a:pt x="494663" y="1938710"/>
                  </a:lnTo>
                  <a:close/>
                  <a:moveTo>
                    <a:pt x="440832" y="1912123"/>
                  </a:moveTo>
                  <a:lnTo>
                    <a:pt x="413007" y="1942987"/>
                  </a:lnTo>
                  <a:lnTo>
                    <a:pt x="494663" y="1938710"/>
                  </a:lnTo>
                  <a:close/>
                  <a:moveTo>
                    <a:pt x="10554" y="1408743"/>
                  </a:moveTo>
                  <a:lnTo>
                    <a:pt x="8785" y="1393307"/>
                  </a:lnTo>
                  <a:lnTo>
                    <a:pt x="46329" y="1436186"/>
                  </a:lnTo>
                  <a:close/>
                  <a:moveTo>
                    <a:pt x="20146" y="1460279"/>
                  </a:moveTo>
                  <a:lnTo>
                    <a:pt x="10554" y="1408743"/>
                  </a:lnTo>
                  <a:lnTo>
                    <a:pt x="46329" y="1436186"/>
                  </a:lnTo>
                  <a:close/>
                  <a:moveTo>
                    <a:pt x="401595" y="1828556"/>
                  </a:moveTo>
                  <a:lnTo>
                    <a:pt x="416205" y="1820046"/>
                  </a:lnTo>
                  <a:lnTo>
                    <a:pt x="365330" y="1804508"/>
                  </a:lnTo>
                  <a:close/>
                  <a:moveTo>
                    <a:pt x="548136" y="1927457"/>
                  </a:moveTo>
                  <a:lnTo>
                    <a:pt x="576331" y="1934479"/>
                  </a:lnTo>
                  <a:lnTo>
                    <a:pt x="589205" y="1915465"/>
                  </a:lnTo>
                  <a:close/>
                  <a:moveTo>
                    <a:pt x="564481" y="1872822"/>
                  </a:moveTo>
                  <a:lnTo>
                    <a:pt x="589205" y="1915465"/>
                  </a:lnTo>
                  <a:lnTo>
                    <a:pt x="608160" y="1875294"/>
                  </a:lnTo>
                  <a:close/>
                  <a:moveTo>
                    <a:pt x="564481" y="1872822"/>
                  </a:moveTo>
                  <a:lnTo>
                    <a:pt x="608160" y="1875294"/>
                  </a:lnTo>
                  <a:lnTo>
                    <a:pt x="607148" y="1875020"/>
                  </a:lnTo>
                  <a:close/>
                  <a:moveTo>
                    <a:pt x="257768" y="1481907"/>
                  </a:moveTo>
                  <a:lnTo>
                    <a:pt x="239580" y="1515165"/>
                  </a:lnTo>
                  <a:lnTo>
                    <a:pt x="286596" y="1444866"/>
                  </a:lnTo>
                  <a:close/>
                  <a:moveTo>
                    <a:pt x="286596" y="1444866"/>
                  </a:moveTo>
                  <a:lnTo>
                    <a:pt x="239580" y="1515165"/>
                  </a:lnTo>
                  <a:lnTo>
                    <a:pt x="292842" y="1502531"/>
                  </a:lnTo>
                  <a:close/>
                  <a:moveTo>
                    <a:pt x="286596" y="1444866"/>
                  </a:moveTo>
                  <a:lnTo>
                    <a:pt x="275765" y="1439534"/>
                  </a:lnTo>
                  <a:lnTo>
                    <a:pt x="257768" y="1481907"/>
                  </a:lnTo>
                  <a:close/>
                  <a:moveTo>
                    <a:pt x="341070" y="1444005"/>
                  </a:moveTo>
                  <a:lnTo>
                    <a:pt x="331760" y="1439534"/>
                  </a:lnTo>
                  <a:lnTo>
                    <a:pt x="335798" y="1505591"/>
                  </a:lnTo>
                  <a:close/>
                  <a:moveTo>
                    <a:pt x="335798" y="1505591"/>
                  </a:moveTo>
                  <a:lnTo>
                    <a:pt x="331760" y="1439534"/>
                  </a:lnTo>
                  <a:lnTo>
                    <a:pt x="286596" y="1444866"/>
                  </a:lnTo>
                  <a:close/>
                  <a:moveTo>
                    <a:pt x="335798" y="1505591"/>
                  </a:moveTo>
                  <a:lnTo>
                    <a:pt x="286596" y="1444866"/>
                  </a:lnTo>
                  <a:lnTo>
                    <a:pt x="292842" y="1502531"/>
                  </a:lnTo>
                  <a:close/>
                  <a:moveTo>
                    <a:pt x="331760" y="1439534"/>
                  </a:moveTo>
                  <a:lnTo>
                    <a:pt x="290761" y="1387998"/>
                  </a:lnTo>
                  <a:lnTo>
                    <a:pt x="286596" y="1444866"/>
                  </a:lnTo>
                  <a:close/>
                  <a:moveTo>
                    <a:pt x="144751" y="1358733"/>
                  </a:moveTo>
                  <a:lnTo>
                    <a:pt x="187052" y="1299583"/>
                  </a:lnTo>
                  <a:lnTo>
                    <a:pt x="142240" y="1359544"/>
                  </a:lnTo>
                  <a:close/>
                  <a:moveTo>
                    <a:pt x="274038" y="1387998"/>
                  </a:moveTo>
                  <a:lnTo>
                    <a:pt x="259238" y="1429125"/>
                  </a:lnTo>
                  <a:lnTo>
                    <a:pt x="275765" y="1439534"/>
                  </a:lnTo>
                  <a:close/>
                  <a:moveTo>
                    <a:pt x="331760" y="1439534"/>
                  </a:moveTo>
                  <a:lnTo>
                    <a:pt x="343279" y="1436766"/>
                  </a:lnTo>
                  <a:lnTo>
                    <a:pt x="290761" y="1387998"/>
                  </a:lnTo>
                  <a:close/>
                  <a:moveTo>
                    <a:pt x="343279" y="1436766"/>
                  </a:moveTo>
                  <a:lnTo>
                    <a:pt x="352884" y="1439534"/>
                  </a:lnTo>
                  <a:lnTo>
                    <a:pt x="365361" y="1399924"/>
                  </a:lnTo>
                  <a:close/>
                  <a:moveTo>
                    <a:pt x="723731" y="1724660"/>
                  </a:moveTo>
                  <a:lnTo>
                    <a:pt x="741894" y="1759659"/>
                  </a:lnTo>
                  <a:lnTo>
                    <a:pt x="751596" y="1752102"/>
                  </a:lnTo>
                  <a:close/>
                  <a:moveTo>
                    <a:pt x="513862" y="1315716"/>
                  </a:moveTo>
                  <a:lnTo>
                    <a:pt x="547408" y="1384759"/>
                  </a:lnTo>
                  <a:lnTo>
                    <a:pt x="566944" y="1359781"/>
                  </a:lnTo>
                  <a:close/>
                  <a:moveTo>
                    <a:pt x="535473" y="1391346"/>
                  </a:moveTo>
                  <a:lnTo>
                    <a:pt x="547408" y="1384759"/>
                  </a:lnTo>
                  <a:lnTo>
                    <a:pt x="513862" y="1315716"/>
                  </a:lnTo>
                  <a:close/>
                  <a:moveTo>
                    <a:pt x="480416" y="1339810"/>
                  </a:moveTo>
                  <a:lnTo>
                    <a:pt x="535473" y="1391346"/>
                  </a:lnTo>
                  <a:lnTo>
                    <a:pt x="513862" y="1315716"/>
                  </a:lnTo>
                  <a:close/>
                  <a:moveTo>
                    <a:pt x="597071" y="1319623"/>
                  </a:moveTo>
                  <a:lnTo>
                    <a:pt x="566944" y="1359781"/>
                  </a:lnTo>
                  <a:lnTo>
                    <a:pt x="547408" y="1384759"/>
                  </a:lnTo>
                  <a:close/>
                  <a:moveTo>
                    <a:pt x="547408" y="1384759"/>
                  </a:moveTo>
                  <a:lnTo>
                    <a:pt x="582463" y="1367252"/>
                  </a:lnTo>
                  <a:lnTo>
                    <a:pt x="597071" y="1319623"/>
                  </a:lnTo>
                  <a:close/>
                  <a:moveTo>
                    <a:pt x="480416" y="1339810"/>
                  </a:moveTo>
                  <a:lnTo>
                    <a:pt x="513862" y="1315716"/>
                  </a:lnTo>
                  <a:lnTo>
                    <a:pt x="478234" y="1337689"/>
                  </a:lnTo>
                  <a:close/>
                  <a:moveTo>
                    <a:pt x="513862" y="1315716"/>
                  </a:moveTo>
                  <a:lnTo>
                    <a:pt x="506368" y="1307976"/>
                  </a:lnTo>
                  <a:lnTo>
                    <a:pt x="478234" y="1337689"/>
                  </a:lnTo>
                  <a:close/>
                  <a:moveTo>
                    <a:pt x="506368" y="1307976"/>
                  </a:moveTo>
                  <a:lnTo>
                    <a:pt x="419383" y="1288273"/>
                  </a:lnTo>
                  <a:lnTo>
                    <a:pt x="478234" y="1337689"/>
                  </a:lnTo>
                  <a:close/>
                  <a:moveTo>
                    <a:pt x="416213" y="1280478"/>
                  </a:moveTo>
                  <a:lnTo>
                    <a:pt x="419383" y="1288273"/>
                  </a:lnTo>
                  <a:lnTo>
                    <a:pt x="419251" y="1287498"/>
                  </a:lnTo>
                  <a:close/>
                  <a:moveTo>
                    <a:pt x="390820" y="1236736"/>
                  </a:moveTo>
                  <a:lnTo>
                    <a:pt x="416213" y="1280478"/>
                  </a:lnTo>
                  <a:lnTo>
                    <a:pt x="382253" y="1216852"/>
                  </a:lnTo>
                  <a:close/>
                  <a:moveTo>
                    <a:pt x="382253" y="1216852"/>
                  </a:moveTo>
                  <a:lnTo>
                    <a:pt x="416213" y="1280478"/>
                  </a:lnTo>
                  <a:lnTo>
                    <a:pt x="419251" y="1287498"/>
                  </a:lnTo>
                  <a:close/>
                  <a:moveTo>
                    <a:pt x="382253" y="1216852"/>
                  </a:moveTo>
                  <a:lnTo>
                    <a:pt x="419251" y="1287498"/>
                  </a:lnTo>
                  <a:lnTo>
                    <a:pt x="381489" y="1280216"/>
                  </a:lnTo>
                  <a:close/>
                  <a:moveTo>
                    <a:pt x="390820" y="1236736"/>
                  </a:moveTo>
                  <a:lnTo>
                    <a:pt x="382253" y="1216852"/>
                  </a:lnTo>
                  <a:lnTo>
                    <a:pt x="351346" y="1179236"/>
                  </a:lnTo>
                  <a:close/>
                  <a:moveTo>
                    <a:pt x="81913" y="875980"/>
                  </a:moveTo>
                  <a:lnTo>
                    <a:pt x="138463" y="805825"/>
                  </a:lnTo>
                  <a:lnTo>
                    <a:pt x="75679" y="812220"/>
                  </a:lnTo>
                  <a:close/>
                  <a:moveTo>
                    <a:pt x="75679" y="812220"/>
                  </a:moveTo>
                  <a:lnTo>
                    <a:pt x="138463" y="805825"/>
                  </a:lnTo>
                  <a:lnTo>
                    <a:pt x="124936" y="810157"/>
                  </a:lnTo>
                  <a:close/>
                  <a:moveTo>
                    <a:pt x="382187" y="1212643"/>
                  </a:moveTo>
                  <a:lnTo>
                    <a:pt x="351346" y="1179236"/>
                  </a:lnTo>
                  <a:lnTo>
                    <a:pt x="382253" y="1216852"/>
                  </a:lnTo>
                  <a:close/>
                  <a:moveTo>
                    <a:pt x="799302" y="1624935"/>
                  </a:moveTo>
                  <a:lnTo>
                    <a:pt x="835929" y="1666765"/>
                  </a:lnTo>
                  <a:lnTo>
                    <a:pt x="863112" y="1652378"/>
                  </a:lnTo>
                  <a:close/>
                  <a:moveTo>
                    <a:pt x="780222" y="1497768"/>
                  </a:moveTo>
                  <a:lnTo>
                    <a:pt x="815982" y="1457287"/>
                  </a:lnTo>
                  <a:lnTo>
                    <a:pt x="759383" y="1521862"/>
                  </a:lnTo>
                  <a:close/>
                  <a:moveTo>
                    <a:pt x="590357" y="1312421"/>
                  </a:moveTo>
                  <a:lnTo>
                    <a:pt x="595016" y="1315716"/>
                  </a:lnTo>
                  <a:lnTo>
                    <a:pt x="595692" y="1291622"/>
                  </a:lnTo>
                  <a:close/>
                  <a:moveTo>
                    <a:pt x="566944" y="1359781"/>
                  </a:moveTo>
                  <a:lnTo>
                    <a:pt x="595016" y="1315716"/>
                  </a:lnTo>
                  <a:lnTo>
                    <a:pt x="590357" y="1312421"/>
                  </a:lnTo>
                  <a:close/>
                  <a:moveTo>
                    <a:pt x="605910" y="1330794"/>
                  </a:moveTo>
                  <a:lnTo>
                    <a:pt x="582463" y="1367252"/>
                  </a:lnTo>
                  <a:lnTo>
                    <a:pt x="626370" y="1358547"/>
                  </a:lnTo>
                  <a:close/>
                  <a:moveTo>
                    <a:pt x="565050" y="1291622"/>
                  </a:moveTo>
                  <a:lnTo>
                    <a:pt x="566944" y="1359781"/>
                  </a:lnTo>
                  <a:lnTo>
                    <a:pt x="590357" y="1312421"/>
                  </a:lnTo>
                  <a:close/>
                  <a:moveTo>
                    <a:pt x="513862" y="1315716"/>
                  </a:moveTo>
                  <a:lnTo>
                    <a:pt x="581089" y="1277767"/>
                  </a:lnTo>
                  <a:lnTo>
                    <a:pt x="518457" y="1244828"/>
                  </a:lnTo>
                  <a:close/>
                  <a:moveTo>
                    <a:pt x="518457" y="1244828"/>
                  </a:moveTo>
                  <a:lnTo>
                    <a:pt x="581089" y="1277767"/>
                  </a:lnTo>
                  <a:lnTo>
                    <a:pt x="553551" y="1254279"/>
                  </a:lnTo>
                  <a:close/>
                  <a:moveTo>
                    <a:pt x="513862" y="1315716"/>
                  </a:moveTo>
                  <a:lnTo>
                    <a:pt x="518457" y="1244828"/>
                  </a:lnTo>
                  <a:lnTo>
                    <a:pt x="506368" y="1307976"/>
                  </a:lnTo>
                  <a:close/>
                  <a:moveTo>
                    <a:pt x="595692" y="1291622"/>
                  </a:moveTo>
                  <a:lnTo>
                    <a:pt x="553551" y="1254279"/>
                  </a:lnTo>
                  <a:lnTo>
                    <a:pt x="581089" y="1277767"/>
                  </a:lnTo>
                  <a:close/>
                  <a:moveTo>
                    <a:pt x="527613" y="1149881"/>
                  </a:moveTo>
                  <a:lnTo>
                    <a:pt x="548055" y="1154260"/>
                  </a:lnTo>
                  <a:lnTo>
                    <a:pt x="512686" y="1137012"/>
                  </a:lnTo>
                  <a:close/>
                  <a:moveTo>
                    <a:pt x="503831" y="1163592"/>
                  </a:moveTo>
                  <a:lnTo>
                    <a:pt x="519704" y="1188549"/>
                  </a:lnTo>
                  <a:lnTo>
                    <a:pt x="491886" y="1161106"/>
                  </a:lnTo>
                  <a:close/>
                  <a:moveTo>
                    <a:pt x="233537" y="851712"/>
                  </a:moveTo>
                  <a:lnTo>
                    <a:pt x="241391" y="851886"/>
                  </a:lnTo>
                  <a:lnTo>
                    <a:pt x="220391" y="833279"/>
                  </a:lnTo>
                  <a:close/>
                  <a:moveTo>
                    <a:pt x="233537" y="851712"/>
                  </a:moveTo>
                  <a:lnTo>
                    <a:pt x="256331" y="827793"/>
                  </a:lnTo>
                  <a:lnTo>
                    <a:pt x="252138" y="845451"/>
                  </a:lnTo>
                  <a:close/>
                  <a:moveTo>
                    <a:pt x="86158" y="784942"/>
                  </a:moveTo>
                  <a:lnTo>
                    <a:pt x="134488" y="790962"/>
                  </a:lnTo>
                  <a:lnTo>
                    <a:pt x="162979" y="762587"/>
                  </a:lnTo>
                  <a:close/>
                  <a:moveTo>
                    <a:pt x="162979" y="762587"/>
                  </a:moveTo>
                  <a:lnTo>
                    <a:pt x="134488" y="790962"/>
                  </a:lnTo>
                  <a:lnTo>
                    <a:pt x="209996" y="763698"/>
                  </a:lnTo>
                  <a:close/>
                  <a:moveTo>
                    <a:pt x="771155" y="1379547"/>
                  </a:moveTo>
                  <a:lnTo>
                    <a:pt x="720428" y="1446232"/>
                  </a:lnTo>
                  <a:lnTo>
                    <a:pt x="720796" y="1445248"/>
                  </a:lnTo>
                  <a:close/>
                  <a:moveTo>
                    <a:pt x="462511" y="1126843"/>
                  </a:moveTo>
                  <a:lnTo>
                    <a:pt x="503831" y="1163592"/>
                  </a:lnTo>
                  <a:lnTo>
                    <a:pt x="474499" y="1137012"/>
                  </a:lnTo>
                  <a:close/>
                  <a:moveTo>
                    <a:pt x="519104" y="1181559"/>
                  </a:moveTo>
                  <a:lnTo>
                    <a:pt x="516480" y="1210882"/>
                  </a:lnTo>
                  <a:lnTo>
                    <a:pt x="519704" y="1188549"/>
                  </a:lnTo>
                  <a:close/>
                  <a:moveTo>
                    <a:pt x="519704" y="1188549"/>
                  </a:moveTo>
                  <a:lnTo>
                    <a:pt x="503831" y="1163592"/>
                  </a:lnTo>
                  <a:lnTo>
                    <a:pt x="519104" y="1181559"/>
                  </a:lnTo>
                  <a:close/>
                  <a:moveTo>
                    <a:pt x="449763" y="1085476"/>
                  </a:moveTo>
                  <a:lnTo>
                    <a:pt x="465629" y="1061565"/>
                  </a:lnTo>
                  <a:lnTo>
                    <a:pt x="474499" y="1137012"/>
                  </a:lnTo>
                  <a:close/>
                  <a:moveTo>
                    <a:pt x="538332" y="1112918"/>
                  </a:moveTo>
                  <a:lnTo>
                    <a:pt x="497379" y="1073736"/>
                  </a:lnTo>
                  <a:lnTo>
                    <a:pt x="512583" y="1085476"/>
                  </a:lnTo>
                  <a:close/>
                  <a:moveTo>
                    <a:pt x="645972" y="1091639"/>
                  </a:moveTo>
                  <a:lnTo>
                    <a:pt x="588810" y="1100129"/>
                  </a:lnTo>
                  <a:lnTo>
                    <a:pt x="585623" y="1159820"/>
                  </a:lnTo>
                  <a:close/>
                  <a:moveTo>
                    <a:pt x="1109617" y="1482522"/>
                  </a:moveTo>
                  <a:lnTo>
                    <a:pt x="1061632" y="1447004"/>
                  </a:lnTo>
                  <a:lnTo>
                    <a:pt x="1109299" y="1477023"/>
                  </a:lnTo>
                  <a:close/>
                  <a:moveTo>
                    <a:pt x="1049925" y="1403231"/>
                  </a:moveTo>
                  <a:lnTo>
                    <a:pt x="1023039" y="1389441"/>
                  </a:lnTo>
                  <a:lnTo>
                    <a:pt x="1098893" y="1425487"/>
                  </a:lnTo>
                  <a:close/>
                  <a:moveTo>
                    <a:pt x="1018570" y="1373950"/>
                  </a:moveTo>
                  <a:lnTo>
                    <a:pt x="1023039" y="1389441"/>
                  </a:lnTo>
                  <a:lnTo>
                    <a:pt x="1049925" y="1403231"/>
                  </a:lnTo>
                  <a:close/>
                  <a:moveTo>
                    <a:pt x="854898" y="1223961"/>
                  </a:moveTo>
                  <a:lnTo>
                    <a:pt x="911529" y="1270877"/>
                  </a:lnTo>
                  <a:lnTo>
                    <a:pt x="862530" y="1226622"/>
                  </a:lnTo>
                  <a:close/>
                  <a:moveTo>
                    <a:pt x="908453" y="1281147"/>
                  </a:moveTo>
                  <a:lnTo>
                    <a:pt x="911529" y="1270877"/>
                  </a:lnTo>
                  <a:lnTo>
                    <a:pt x="854898" y="1223961"/>
                  </a:lnTo>
                  <a:close/>
                  <a:moveTo>
                    <a:pt x="849164" y="1219340"/>
                  </a:moveTo>
                  <a:lnTo>
                    <a:pt x="809089" y="1167803"/>
                  </a:lnTo>
                  <a:lnTo>
                    <a:pt x="824726" y="1185747"/>
                  </a:lnTo>
                  <a:close/>
                  <a:moveTo>
                    <a:pt x="1088794" y="1461469"/>
                  </a:moveTo>
                  <a:lnTo>
                    <a:pt x="1139069" y="1521321"/>
                  </a:lnTo>
                  <a:lnTo>
                    <a:pt x="1109299" y="1477023"/>
                  </a:lnTo>
                  <a:close/>
                  <a:moveTo>
                    <a:pt x="1109299" y="1477023"/>
                  </a:moveTo>
                  <a:lnTo>
                    <a:pt x="1139069" y="1521321"/>
                  </a:lnTo>
                  <a:lnTo>
                    <a:pt x="1121793" y="1497259"/>
                  </a:lnTo>
                  <a:close/>
                  <a:moveTo>
                    <a:pt x="1113039" y="1416997"/>
                  </a:moveTo>
                  <a:lnTo>
                    <a:pt x="1049925" y="1403231"/>
                  </a:lnTo>
                  <a:lnTo>
                    <a:pt x="1098893" y="1425487"/>
                  </a:lnTo>
                  <a:close/>
                  <a:moveTo>
                    <a:pt x="1085795" y="1298319"/>
                  </a:moveTo>
                  <a:lnTo>
                    <a:pt x="1071693" y="1349717"/>
                  </a:lnTo>
                  <a:lnTo>
                    <a:pt x="1097482" y="1304159"/>
                  </a:lnTo>
                  <a:close/>
                  <a:moveTo>
                    <a:pt x="911529" y="1270877"/>
                  </a:moveTo>
                  <a:lnTo>
                    <a:pt x="936438" y="1258396"/>
                  </a:lnTo>
                  <a:lnTo>
                    <a:pt x="862530" y="1226622"/>
                  </a:lnTo>
                  <a:close/>
                  <a:moveTo>
                    <a:pt x="1065209" y="1292414"/>
                  </a:moveTo>
                  <a:lnTo>
                    <a:pt x="1048211" y="1261922"/>
                  </a:lnTo>
                  <a:lnTo>
                    <a:pt x="1031777" y="1246783"/>
                  </a:lnTo>
                  <a:close/>
                  <a:moveTo>
                    <a:pt x="1025246" y="1224178"/>
                  </a:moveTo>
                  <a:lnTo>
                    <a:pt x="1065209" y="1292414"/>
                  </a:lnTo>
                  <a:lnTo>
                    <a:pt x="1031777" y="1246783"/>
                  </a:lnTo>
                  <a:close/>
                  <a:moveTo>
                    <a:pt x="1130468" y="1259894"/>
                  </a:moveTo>
                  <a:lnTo>
                    <a:pt x="1168234" y="1274225"/>
                  </a:lnTo>
                  <a:lnTo>
                    <a:pt x="1159253" y="1232615"/>
                  </a:lnTo>
                  <a:close/>
                  <a:moveTo>
                    <a:pt x="1159253" y="1232615"/>
                  </a:moveTo>
                  <a:lnTo>
                    <a:pt x="1168234" y="1274225"/>
                  </a:lnTo>
                  <a:lnTo>
                    <a:pt x="1194928" y="1200176"/>
                  </a:lnTo>
                  <a:close/>
                  <a:moveTo>
                    <a:pt x="1194928" y="1200176"/>
                  </a:moveTo>
                  <a:lnTo>
                    <a:pt x="1168234" y="1274225"/>
                  </a:lnTo>
                  <a:lnTo>
                    <a:pt x="1189015" y="1267727"/>
                  </a:lnTo>
                  <a:close/>
                  <a:moveTo>
                    <a:pt x="1194928" y="1200176"/>
                  </a:moveTo>
                  <a:lnTo>
                    <a:pt x="1192179" y="1198595"/>
                  </a:lnTo>
                  <a:lnTo>
                    <a:pt x="1159253" y="1232615"/>
                  </a:lnTo>
                  <a:close/>
                  <a:moveTo>
                    <a:pt x="1237303" y="1250132"/>
                  </a:moveTo>
                  <a:lnTo>
                    <a:pt x="1266031" y="1305839"/>
                  </a:lnTo>
                  <a:lnTo>
                    <a:pt x="1258292" y="1301668"/>
                  </a:lnTo>
                  <a:close/>
                  <a:moveTo>
                    <a:pt x="1181962" y="1277743"/>
                  </a:moveTo>
                  <a:lnTo>
                    <a:pt x="1266031" y="1305839"/>
                  </a:lnTo>
                  <a:lnTo>
                    <a:pt x="1237303" y="1250132"/>
                  </a:lnTo>
                  <a:close/>
                  <a:moveTo>
                    <a:pt x="1237303" y="1250132"/>
                  </a:moveTo>
                  <a:lnTo>
                    <a:pt x="1189015" y="1267727"/>
                  </a:lnTo>
                  <a:lnTo>
                    <a:pt x="1181962" y="1277743"/>
                  </a:lnTo>
                  <a:close/>
                  <a:moveTo>
                    <a:pt x="1189015" y="1267727"/>
                  </a:moveTo>
                  <a:lnTo>
                    <a:pt x="1251450" y="1227970"/>
                  </a:lnTo>
                  <a:lnTo>
                    <a:pt x="1234896" y="1205666"/>
                  </a:lnTo>
                  <a:close/>
                  <a:moveTo>
                    <a:pt x="1189015" y="1267727"/>
                  </a:moveTo>
                  <a:lnTo>
                    <a:pt x="1234896" y="1205666"/>
                  </a:lnTo>
                  <a:lnTo>
                    <a:pt x="1194928" y="1200176"/>
                  </a:lnTo>
                  <a:close/>
                  <a:moveTo>
                    <a:pt x="1266031" y="1305839"/>
                  </a:moveTo>
                  <a:lnTo>
                    <a:pt x="1234318" y="1298814"/>
                  </a:lnTo>
                  <a:lnTo>
                    <a:pt x="1279590" y="1250132"/>
                  </a:lnTo>
                  <a:close/>
                  <a:moveTo>
                    <a:pt x="1194928" y="1200176"/>
                  </a:moveTo>
                  <a:lnTo>
                    <a:pt x="1155084" y="1177248"/>
                  </a:lnTo>
                  <a:lnTo>
                    <a:pt x="1192179" y="1198595"/>
                  </a:lnTo>
                  <a:close/>
                  <a:moveTo>
                    <a:pt x="1192179" y="1198595"/>
                  </a:moveTo>
                  <a:lnTo>
                    <a:pt x="1141138" y="1171152"/>
                  </a:lnTo>
                  <a:lnTo>
                    <a:pt x="1141358" y="1147058"/>
                  </a:lnTo>
                  <a:close/>
                  <a:moveTo>
                    <a:pt x="1097610" y="1137043"/>
                  </a:moveTo>
                  <a:lnTo>
                    <a:pt x="1134160" y="1138798"/>
                  </a:lnTo>
                  <a:lnTo>
                    <a:pt x="1141358" y="1147058"/>
                  </a:lnTo>
                  <a:close/>
                  <a:moveTo>
                    <a:pt x="1043353" y="1108861"/>
                  </a:moveTo>
                  <a:lnTo>
                    <a:pt x="1026956" y="1087330"/>
                  </a:lnTo>
                  <a:lnTo>
                    <a:pt x="989691" y="1082902"/>
                  </a:lnTo>
                  <a:close/>
                  <a:moveTo>
                    <a:pt x="813058" y="810396"/>
                  </a:moveTo>
                  <a:lnTo>
                    <a:pt x="825097" y="816868"/>
                  </a:lnTo>
                  <a:lnTo>
                    <a:pt x="848703" y="852540"/>
                  </a:lnTo>
                  <a:close/>
                  <a:moveTo>
                    <a:pt x="1267337" y="1242034"/>
                  </a:moveTo>
                  <a:lnTo>
                    <a:pt x="1317874" y="1301644"/>
                  </a:lnTo>
                  <a:lnTo>
                    <a:pt x="1279590" y="1250132"/>
                  </a:lnTo>
                  <a:close/>
                  <a:moveTo>
                    <a:pt x="1288239" y="1287784"/>
                  </a:moveTo>
                  <a:lnTo>
                    <a:pt x="1317897" y="1301655"/>
                  </a:lnTo>
                  <a:lnTo>
                    <a:pt x="1267337" y="1242034"/>
                  </a:lnTo>
                  <a:close/>
                  <a:moveTo>
                    <a:pt x="1041408" y="872564"/>
                  </a:moveTo>
                  <a:lnTo>
                    <a:pt x="1038607" y="889375"/>
                  </a:lnTo>
                  <a:lnTo>
                    <a:pt x="1056915" y="889766"/>
                  </a:lnTo>
                  <a:close/>
                  <a:moveTo>
                    <a:pt x="891979" y="757352"/>
                  </a:moveTo>
                  <a:lnTo>
                    <a:pt x="916352" y="762208"/>
                  </a:lnTo>
                  <a:lnTo>
                    <a:pt x="906814" y="780536"/>
                  </a:lnTo>
                  <a:close/>
                  <a:moveTo>
                    <a:pt x="870338" y="716215"/>
                  </a:moveTo>
                  <a:lnTo>
                    <a:pt x="916352" y="762208"/>
                  </a:lnTo>
                  <a:lnTo>
                    <a:pt x="891979" y="757352"/>
                  </a:lnTo>
                  <a:close/>
                  <a:moveTo>
                    <a:pt x="368827" y="98396"/>
                  </a:moveTo>
                  <a:lnTo>
                    <a:pt x="386452" y="146810"/>
                  </a:lnTo>
                  <a:lnTo>
                    <a:pt x="407973" y="104553"/>
                  </a:lnTo>
                  <a:close/>
                  <a:moveTo>
                    <a:pt x="370994" y="71990"/>
                  </a:moveTo>
                  <a:lnTo>
                    <a:pt x="368827" y="98396"/>
                  </a:lnTo>
                  <a:lnTo>
                    <a:pt x="385389" y="40696"/>
                  </a:lnTo>
                  <a:close/>
                  <a:moveTo>
                    <a:pt x="319690" y="15071"/>
                  </a:moveTo>
                  <a:lnTo>
                    <a:pt x="311355" y="23688"/>
                  </a:lnTo>
                  <a:lnTo>
                    <a:pt x="351739" y="0"/>
                  </a:lnTo>
                  <a:close/>
                  <a:moveTo>
                    <a:pt x="1041408" y="872564"/>
                  </a:moveTo>
                  <a:lnTo>
                    <a:pt x="1029666" y="865282"/>
                  </a:lnTo>
                  <a:lnTo>
                    <a:pt x="985499" y="817292"/>
                  </a:lnTo>
                  <a:close/>
                  <a:moveTo>
                    <a:pt x="1016379" y="830169"/>
                  </a:moveTo>
                  <a:lnTo>
                    <a:pt x="1041408" y="872564"/>
                  </a:lnTo>
                  <a:lnTo>
                    <a:pt x="985499" y="817292"/>
                  </a:lnTo>
                  <a:close/>
                  <a:moveTo>
                    <a:pt x="382000" y="24944"/>
                  </a:moveTo>
                  <a:lnTo>
                    <a:pt x="370994" y="71990"/>
                  </a:lnTo>
                  <a:lnTo>
                    <a:pt x="385389" y="40696"/>
                  </a:lnTo>
                  <a:close/>
                  <a:moveTo>
                    <a:pt x="795518" y="341356"/>
                  </a:moveTo>
                  <a:lnTo>
                    <a:pt x="812190" y="353264"/>
                  </a:lnTo>
                  <a:lnTo>
                    <a:pt x="763720" y="318962"/>
                  </a:lnTo>
                  <a:close/>
                  <a:moveTo>
                    <a:pt x="1166820" y="658343"/>
                  </a:moveTo>
                  <a:lnTo>
                    <a:pt x="1192998" y="699803"/>
                  </a:lnTo>
                  <a:lnTo>
                    <a:pt x="1209430" y="71402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26" name="Output_density__4225">
              <a:extLst>
                <a:ext uri="{FF2B5EF4-FFF2-40B4-BE49-F238E27FC236}">
                  <a16:creationId xmlns:a16="http://schemas.microsoft.com/office/drawing/2014/main" id="{358FA085-5954-AC76-6DD8-089DFA4466AB}"/>
                </a:ext>
              </a:extLst>
            </p:cNvPr>
            <p:cNvSpPr>
              <a:spLocks noGrp="1"/>
            </p:cNvSpPr>
            <p:nvPr/>
          </p:nvSpPr>
          <p:spPr>
            <a:xfrm>
              <a:off x="15385522" y="2670690"/>
              <a:ext cx="1344122" cy="2034971"/>
            </a:xfrm>
            <a:custGeom>
              <a:avLst/>
              <a:gdLst/>
              <a:ahLst/>
              <a:cxnLst/>
              <a:rect l="0" t="0" r="0" b="0"/>
              <a:pathLst>
                <a:path w="1344122" h="2034971">
                  <a:moveTo>
                    <a:pt x="80259" y="1651099"/>
                  </a:moveTo>
                  <a:lnTo>
                    <a:pt x="28776" y="1657495"/>
                  </a:lnTo>
                  <a:lnTo>
                    <a:pt x="0" y="1660601"/>
                  </a:lnTo>
                  <a:close/>
                  <a:moveTo>
                    <a:pt x="131513" y="1577542"/>
                  </a:moveTo>
                  <a:lnTo>
                    <a:pt x="83335" y="1651122"/>
                  </a:lnTo>
                  <a:lnTo>
                    <a:pt x="126019" y="1647512"/>
                  </a:lnTo>
                  <a:close/>
                  <a:moveTo>
                    <a:pt x="702179" y="2017277"/>
                  </a:moveTo>
                  <a:lnTo>
                    <a:pt x="702350" y="2000205"/>
                  </a:lnTo>
                  <a:lnTo>
                    <a:pt x="675568" y="2034971"/>
                  </a:lnTo>
                  <a:close/>
                  <a:moveTo>
                    <a:pt x="702179" y="2017277"/>
                  </a:moveTo>
                  <a:lnTo>
                    <a:pt x="722976" y="1993183"/>
                  </a:lnTo>
                  <a:lnTo>
                    <a:pt x="702350" y="2000205"/>
                  </a:lnTo>
                  <a:close/>
                  <a:moveTo>
                    <a:pt x="360682" y="1556371"/>
                  </a:moveTo>
                  <a:lnTo>
                    <a:pt x="355811" y="1577937"/>
                  </a:lnTo>
                  <a:lnTo>
                    <a:pt x="324190" y="1594612"/>
                  </a:lnTo>
                  <a:close/>
                  <a:moveTo>
                    <a:pt x="734179" y="1941020"/>
                  </a:moveTo>
                  <a:lnTo>
                    <a:pt x="722976" y="1993183"/>
                  </a:lnTo>
                  <a:lnTo>
                    <a:pt x="733749" y="1942925"/>
                  </a:lnTo>
                  <a:close/>
                  <a:moveTo>
                    <a:pt x="278246" y="1355638"/>
                  </a:moveTo>
                  <a:lnTo>
                    <a:pt x="251617" y="1314544"/>
                  </a:lnTo>
                  <a:lnTo>
                    <a:pt x="326966" y="1335190"/>
                  </a:lnTo>
                  <a:close/>
                  <a:moveTo>
                    <a:pt x="491379" y="1465650"/>
                  </a:moveTo>
                  <a:lnTo>
                    <a:pt x="510658" y="1497954"/>
                  </a:lnTo>
                  <a:lnTo>
                    <a:pt x="535834" y="1457182"/>
                  </a:lnTo>
                  <a:close/>
                  <a:moveTo>
                    <a:pt x="358623" y="1318650"/>
                  </a:moveTo>
                  <a:lnTo>
                    <a:pt x="373868" y="1291121"/>
                  </a:lnTo>
                  <a:lnTo>
                    <a:pt x="367856" y="1275020"/>
                  </a:lnTo>
                  <a:close/>
                  <a:moveTo>
                    <a:pt x="326966" y="1335190"/>
                  </a:moveTo>
                  <a:lnTo>
                    <a:pt x="371615" y="1327448"/>
                  </a:lnTo>
                  <a:lnTo>
                    <a:pt x="358623" y="1318650"/>
                  </a:lnTo>
                  <a:close/>
                  <a:moveTo>
                    <a:pt x="535834" y="1457182"/>
                  </a:moveTo>
                  <a:lnTo>
                    <a:pt x="549901" y="1412202"/>
                  </a:lnTo>
                  <a:lnTo>
                    <a:pt x="514447" y="1416999"/>
                  </a:lnTo>
                  <a:close/>
                  <a:moveTo>
                    <a:pt x="491379" y="1465650"/>
                  </a:moveTo>
                  <a:lnTo>
                    <a:pt x="535834" y="1457182"/>
                  </a:lnTo>
                  <a:lnTo>
                    <a:pt x="514447" y="1416999"/>
                  </a:lnTo>
                  <a:close/>
                  <a:moveTo>
                    <a:pt x="549901" y="1412202"/>
                  </a:moveTo>
                  <a:lnTo>
                    <a:pt x="535834" y="1457182"/>
                  </a:lnTo>
                  <a:lnTo>
                    <a:pt x="561520" y="1429630"/>
                  </a:lnTo>
                  <a:close/>
                  <a:moveTo>
                    <a:pt x="529547" y="1405536"/>
                  </a:moveTo>
                  <a:lnTo>
                    <a:pt x="549901" y="1412202"/>
                  </a:lnTo>
                  <a:lnTo>
                    <a:pt x="495076" y="1356049"/>
                  </a:lnTo>
                  <a:close/>
                  <a:moveTo>
                    <a:pt x="447536" y="1143727"/>
                  </a:moveTo>
                  <a:lnTo>
                    <a:pt x="419632" y="1128430"/>
                  </a:lnTo>
                  <a:lnTo>
                    <a:pt x="441184" y="1199389"/>
                  </a:lnTo>
                  <a:close/>
                  <a:moveTo>
                    <a:pt x="201698" y="877946"/>
                  </a:moveTo>
                  <a:lnTo>
                    <a:pt x="197571" y="866076"/>
                  </a:lnTo>
                  <a:lnTo>
                    <a:pt x="193986" y="917553"/>
                  </a:lnTo>
                  <a:close/>
                  <a:moveTo>
                    <a:pt x="961947" y="1732491"/>
                  </a:moveTo>
                  <a:lnTo>
                    <a:pt x="1008153" y="1730570"/>
                  </a:lnTo>
                  <a:lnTo>
                    <a:pt x="988273" y="1722906"/>
                  </a:lnTo>
                  <a:close/>
                  <a:moveTo>
                    <a:pt x="1046425" y="1738760"/>
                  </a:moveTo>
                  <a:lnTo>
                    <a:pt x="988273" y="1722906"/>
                  </a:lnTo>
                  <a:lnTo>
                    <a:pt x="1025317" y="1730773"/>
                  </a:lnTo>
                  <a:close/>
                  <a:moveTo>
                    <a:pt x="451007" y="996592"/>
                  </a:moveTo>
                  <a:lnTo>
                    <a:pt x="458702" y="1009163"/>
                  </a:lnTo>
                  <a:lnTo>
                    <a:pt x="478528" y="1012904"/>
                  </a:lnTo>
                  <a:close/>
                  <a:moveTo>
                    <a:pt x="1055872" y="1705932"/>
                  </a:moveTo>
                  <a:lnTo>
                    <a:pt x="1068283" y="1718104"/>
                  </a:lnTo>
                  <a:lnTo>
                    <a:pt x="1068665" y="1687011"/>
                  </a:lnTo>
                  <a:close/>
                  <a:moveTo>
                    <a:pt x="711642" y="1225546"/>
                  </a:moveTo>
                  <a:lnTo>
                    <a:pt x="674074" y="1219986"/>
                  </a:lnTo>
                  <a:lnTo>
                    <a:pt x="756575" y="1218866"/>
                  </a:lnTo>
                  <a:close/>
                  <a:moveTo>
                    <a:pt x="413968" y="811300"/>
                  </a:moveTo>
                  <a:lnTo>
                    <a:pt x="357101" y="827570"/>
                  </a:lnTo>
                  <a:lnTo>
                    <a:pt x="336015" y="829424"/>
                  </a:lnTo>
                  <a:close/>
                  <a:moveTo>
                    <a:pt x="336015" y="829424"/>
                  </a:moveTo>
                  <a:lnTo>
                    <a:pt x="363530" y="841982"/>
                  </a:lnTo>
                  <a:lnTo>
                    <a:pt x="413968" y="811300"/>
                  </a:lnTo>
                  <a:close/>
                  <a:moveTo>
                    <a:pt x="336015" y="829424"/>
                  </a:moveTo>
                  <a:lnTo>
                    <a:pt x="357101" y="827570"/>
                  </a:lnTo>
                  <a:lnTo>
                    <a:pt x="316688" y="822442"/>
                  </a:lnTo>
                  <a:close/>
                  <a:moveTo>
                    <a:pt x="1162178" y="1687288"/>
                  </a:moveTo>
                  <a:lnTo>
                    <a:pt x="1182115" y="1694010"/>
                  </a:lnTo>
                  <a:lnTo>
                    <a:pt x="1173060" y="1686624"/>
                  </a:lnTo>
                  <a:close/>
                  <a:moveTo>
                    <a:pt x="1110271" y="1667895"/>
                  </a:moveTo>
                  <a:lnTo>
                    <a:pt x="1131601" y="1682348"/>
                  </a:lnTo>
                  <a:lnTo>
                    <a:pt x="1068665" y="1687011"/>
                  </a:lnTo>
                  <a:close/>
                  <a:moveTo>
                    <a:pt x="1110271" y="1667895"/>
                  </a:moveTo>
                  <a:lnTo>
                    <a:pt x="1162178" y="1687288"/>
                  </a:lnTo>
                  <a:lnTo>
                    <a:pt x="1131601" y="1682348"/>
                  </a:lnTo>
                  <a:close/>
                  <a:moveTo>
                    <a:pt x="1162178" y="1687288"/>
                  </a:moveTo>
                  <a:lnTo>
                    <a:pt x="1173060" y="1686624"/>
                  </a:lnTo>
                  <a:lnTo>
                    <a:pt x="1131601" y="1682348"/>
                  </a:lnTo>
                  <a:close/>
                  <a:moveTo>
                    <a:pt x="771991" y="1157365"/>
                  </a:moveTo>
                  <a:lnTo>
                    <a:pt x="711642" y="1225546"/>
                  </a:lnTo>
                  <a:lnTo>
                    <a:pt x="756575" y="1218866"/>
                  </a:lnTo>
                  <a:close/>
                  <a:moveTo>
                    <a:pt x="1200118" y="1694243"/>
                  </a:moveTo>
                  <a:lnTo>
                    <a:pt x="1131601" y="1682348"/>
                  </a:lnTo>
                  <a:lnTo>
                    <a:pt x="1173060" y="1686624"/>
                  </a:lnTo>
                  <a:close/>
                  <a:moveTo>
                    <a:pt x="1251552" y="1660794"/>
                  </a:moveTo>
                  <a:lnTo>
                    <a:pt x="1260215" y="1669916"/>
                  </a:lnTo>
                  <a:lnTo>
                    <a:pt x="1260737" y="1611308"/>
                  </a:lnTo>
                  <a:close/>
                  <a:moveTo>
                    <a:pt x="1260737" y="1611308"/>
                  </a:moveTo>
                  <a:lnTo>
                    <a:pt x="1283190" y="1655477"/>
                  </a:lnTo>
                  <a:lnTo>
                    <a:pt x="1311359" y="1625898"/>
                  </a:lnTo>
                  <a:close/>
                  <a:moveTo>
                    <a:pt x="1244123" y="1645822"/>
                  </a:moveTo>
                  <a:lnTo>
                    <a:pt x="1251552" y="1660794"/>
                  </a:lnTo>
                  <a:lnTo>
                    <a:pt x="1260737" y="1611308"/>
                  </a:lnTo>
                  <a:close/>
                  <a:moveTo>
                    <a:pt x="782337" y="1086211"/>
                  </a:moveTo>
                  <a:lnTo>
                    <a:pt x="773482" y="1147181"/>
                  </a:lnTo>
                  <a:lnTo>
                    <a:pt x="791219" y="1103014"/>
                  </a:lnTo>
                  <a:close/>
                  <a:moveTo>
                    <a:pt x="1311359" y="1625898"/>
                  </a:moveTo>
                  <a:lnTo>
                    <a:pt x="1344122" y="1613493"/>
                  </a:lnTo>
                  <a:lnTo>
                    <a:pt x="1260737" y="1611308"/>
                  </a:lnTo>
                  <a:close/>
                  <a:moveTo>
                    <a:pt x="1102042" y="1204436"/>
                  </a:moveTo>
                  <a:lnTo>
                    <a:pt x="1115709" y="1148628"/>
                  </a:lnTo>
                  <a:lnTo>
                    <a:pt x="1074936" y="1170860"/>
                  </a:lnTo>
                  <a:close/>
                  <a:moveTo>
                    <a:pt x="1115709" y="1148628"/>
                  </a:moveTo>
                  <a:lnTo>
                    <a:pt x="1138415" y="1193744"/>
                  </a:lnTo>
                  <a:lnTo>
                    <a:pt x="1169372" y="1174587"/>
                  </a:lnTo>
                  <a:close/>
                  <a:moveTo>
                    <a:pt x="169110" y="113542"/>
                  </a:moveTo>
                  <a:lnTo>
                    <a:pt x="188790" y="127167"/>
                  </a:lnTo>
                  <a:lnTo>
                    <a:pt x="196789" y="66279"/>
                  </a:lnTo>
                  <a:close/>
                  <a:moveTo>
                    <a:pt x="203810" y="9988"/>
                  </a:moveTo>
                  <a:lnTo>
                    <a:pt x="236214" y="9467"/>
                  </a:lnTo>
                  <a:lnTo>
                    <a:pt x="223394" y="0"/>
                  </a:lnTo>
                  <a:close/>
                  <a:moveTo>
                    <a:pt x="196789" y="66279"/>
                  </a:moveTo>
                  <a:lnTo>
                    <a:pt x="220732" y="33479"/>
                  </a:lnTo>
                  <a:lnTo>
                    <a:pt x="203810" y="9988"/>
                  </a:lnTo>
                  <a:close/>
                  <a:moveTo>
                    <a:pt x="1199381" y="1133805"/>
                  </a:moveTo>
                  <a:lnTo>
                    <a:pt x="1195595" y="1166361"/>
                  </a:lnTo>
                  <a:lnTo>
                    <a:pt x="1169372" y="1174587"/>
                  </a:lnTo>
                  <a:close/>
                  <a:moveTo>
                    <a:pt x="203810" y="9988"/>
                  </a:moveTo>
                  <a:lnTo>
                    <a:pt x="223394" y="0"/>
                  </a:lnTo>
                  <a:lnTo>
                    <a:pt x="285669" y="6468"/>
                  </a:lnTo>
                  <a:close/>
                  <a:moveTo>
                    <a:pt x="1201486" y="1098829"/>
                  </a:moveTo>
                  <a:lnTo>
                    <a:pt x="1208019" y="1161248"/>
                  </a:lnTo>
                  <a:lnTo>
                    <a:pt x="1204211" y="1109711"/>
                  </a:lnTo>
                  <a:close/>
                  <a:moveTo>
                    <a:pt x="1204211" y="1109711"/>
                  </a:moveTo>
                  <a:lnTo>
                    <a:pt x="1210001" y="1056692"/>
                  </a:lnTo>
                  <a:lnTo>
                    <a:pt x="1201486" y="1098829"/>
                  </a:lnTo>
                  <a:close/>
                  <a:moveTo>
                    <a:pt x="1217460" y="1034081"/>
                  </a:moveTo>
                  <a:lnTo>
                    <a:pt x="1210001" y="1056692"/>
                  </a:lnTo>
                  <a:lnTo>
                    <a:pt x="1204211" y="1109711"/>
                  </a:lnTo>
                  <a:close/>
                  <a:moveTo>
                    <a:pt x="1012059" y="903565"/>
                  </a:moveTo>
                  <a:lnTo>
                    <a:pt x="1032833" y="846262"/>
                  </a:lnTo>
                  <a:lnTo>
                    <a:pt x="1042371" y="827934"/>
                  </a:lnTo>
                  <a:close/>
                  <a:moveTo>
                    <a:pt x="512470" y="212536"/>
                  </a:moveTo>
                  <a:lnTo>
                    <a:pt x="529930" y="233589"/>
                  </a:lnTo>
                  <a:lnTo>
                    <a:pt x="533992" y="170279"/>
                  </a:lnTo>
                  <a:close/>
                  <a:moveTo>
                    <a:pt x="1233770" y="970886"/>
                  </a:moveTo>
                  <a:lnTo>
                    <a:pt x="1264659" y="958450"/>
                  </a:lnTo>
                  <a:lnTo>
                    <a:pt x="1211357" y="926862"/>
                  </a:lnTo>
                  <a:close/>
                  <a:moveTo>
                    <a:pt x="1233770" y="970886"/>
                  </a:moveTo>
                  <a:lnTo>
                    <a:pt x="1211357" y="926862"/>
                  </a:lnTo>
                  <a:lnTo>
                    <a:pt x="1182933" y="955492"/>
                  </a:lnTo>
                  <a:close/>
                  <a:moveTo>
                    <a:pt x="1271183" y="936090"/>
                  </a:moveTo>
                  <a:lnTo>
                    <a:pt x="1265987" y="958887"/>
                  </a:lnTo>
                  <a:lnTo>
                    <a:pt x="1233770" y="970886"/>
                  </a:lnTo>
                  <a:close/>
                  <a:moveTo>
                    <a:pt x="1274859" y="906914"/>
                  </a:moveTo>
                  <a:lnTo>
                    <a:pt x="1265987" y="958887"/>
                  </a:lnTo>
                  <a:lnTo>
                    <a:pt x="1271183" y="936090"/>
                  </a:lnTo>
                  <a:close/>
                  <a:moveTo>
                    <a:pt x="1275537" y="888381"/>
                  </a:moveTo>
                  <a:lnTo>
                    <a:pt x="1267013" y="958450"/>
                  </a:lnTo>
                  <a:lnTo>
                    <a:pt x="1274859" y="906914"/>
                  </a:lnTo>
                  <a:close/>
                  <a:moveTo>
                    <a:pt x="1275537" y="888381"/>
                  </a:moveTo>
                  <a:lnTo>
                    <a:pt x="1274859" y="906914"/>
                  </a:lnTo>
                  <a:lnTo>
                    <a:pt x="1280310" y="875093"/>
                  </a:lnTo>
                  <a:close/>
                  <a:moveTo>
                    <a:pt x="915763" y="489017"/>
                  </a:moveTo>
                  <a:lnTo>
                    <a:pt x="928255" y="546157"/>
                  </a:lnTo>
                  <a:lnTo>
                    <a:pt x="918359" y="49462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27" name="Output_density__4226">
              <a:extLst>
                <a:ext uri="{FF2B5EF4-FFF2-40B4-BE49-F238E27FC236}">
                  <a16:creationId xmlns:a16="http://schemas.microsoft.com/office/drawing/2014/main" id="{AF8216D0-E03D-86DD-50AF-69C94F5CFB8A}"/>
                </a:ext>
              </a:extLst>
            </p:cNvPr>
            <p:cNvSpPr>
              <a:spLocks noGrp="1"/>
            </p:cNvSpPr>
            <p:nvPr/>
          </p:nvSpPr>
          <p:spPr>
            <a:xfrm>
              <a:off x="15348874" y="3161962"/>
              <a:ext cx="1329486" cy="1456169"/>
            </a:xfrm>
            <a:custGeom>
              <a:avLst/>
              <a:gdLst/>
              <a:ahLst/>
              <a:cxnLst/>
              <a:rect l="0" t="0" r="0" b="0"/>
              <a:pathLst>
                <a:path w="1329486" h="1456169">
                  <a:moveTo>
                    <a:pt x="42720" y="1057133"/>
                  </a:moveTo>
                  <a:lnTo>
                    <a:pt x="0" y="1082921"/>
                  </a:lnTo>
                  <a:lnTo>
                    <a:pt x="40786" y="1058827"/>
                  </a:lnTo>
                  <a:close/>
                  <a:moveTo>
                    <a:pt x="42720" y="1057133"/>
                  </a:moveTo>
                  <a:lnTo>
                    <a:pt x="8275" y="1063248"/>
                  </a:lnTo>
                  <a:lnTo>
                    <a:pt x="0" y="1082921"/>
                  </a:lnTo>
                  <a:close/>
                  <a:moveTo>
                    <a:pt x="8275" y="1063248"/>
                  </a:moveTo>
                  <a:lnTo>
                    <a:pt x="42720" y="1057133"/>
                  </a:lnTo>
                  <a:lnTo>
                    <a:pt x="11839" y="1031385"/>
                  </a:lnTo>
                  <a:close/>
                  <a:moveTo>
                    <a:pt x="42720" y="1057133"/>
                  </a:moveTo>
                  <a:lnTo>
                    <a:pt x="57146" y="1007291"/>
                  </a:lnTo>
                  <a:lnTo>
                    <a:pt x="11839" y="1031385"/>
                  </a:lnTo>
                  <a:close/>
                  <a:moveTo>
                    <a:pt x="42720" y="1057133"/>
                  </a:moveTo>
                  <a:lnTo>
                    <a:pt x="40786" y="1058827"/>
                  </a:lnTo>
                  <a:lnTo>
                    <a:pt x="46201" y="1056366"/>
                  </a:lnTo>
                  <a:close/>
                  <a:moveTo>
                    <a:pt x="46201" y="1056366"/>
                  </a:moveTo>
                  <a:lnTo>
                    <a:pt x="57146" y="1007291"/>
                  </a:lnTo>
                  <a:lnTo>
                    <a:pt x="42720" y="1057133"/>
                  </a:lnTo>
                  <a:close/>
                  <a:moveTo>
                    <a:pt x="90148" y="995877"/>
                  </a:moveTo>
                  <a:lnTo>
                    <a:pt x="57146" y="1007291"/>
                  </a:lnTo>
                  <a:lnTo>
                    <a:pt x="46201" y="1056366"/>
                  </a:lnTo>
                  <a:close/>
                  <a:moveTo>
                    <a:pt x="115593" y="1037933"/>
                  </a:moveTo>
                  <a:lnTo>
                    <a:pt x="90148" y="995877"/>
                  </a:lnTo>
                  <a:lnTo>
                    <a:pt x="46201" y="1056366"/>
                  </a:lnTo>
                  <a:close/>
                  <a:moveTo>
                    <a:pt x="115593" y="1037933"/>
                  </a:moveTo>
                  <a:lnTo>
                    <a:pt x="46201" y="1056366"/>
                  </a:lnTo>
                  <a:lnTo>
                    <a:pt x="122869" y="1047218"/>
                  </a:lnTo>
                  <a:close/>
                  <a:moveTo>
                    <a:pt x="140132" y="1034733"/>
                  </a:moveTo>
                  <a:lnTo>
                    <a:pt x="132745" y="983197"/>
                  </a:lnTo>
                  <a:lnTo>
                    <a:pt x="115593" y="1037933"/>
                  </a:lnTo>
                  <a:close/>
                  <a:moveTo>
                    <a:pt x="132745" y="983197"/>
                  </a:moveTo>
                  <a:lnTo>
                    <a:pt x="90148" y="995877"/>
                  </a:lnTo>
                  <a:lnTo>
                    <a:pt x="115593" y="1037933"/>
                  </a:lnTo>
                  <a:close/>
                  <a:moveTo>
                    <a:pt x="68365" y="978338"/>
                  </a:moveTo>
                  <a:lnTo>
                    <a:pt x="57146" y="1007291"/>
                  </a:lnTo>
                  <a:lnTo>
                    <a:pt x="90148" y="995877"/>
                  </a:lnTo>
                  <a:close/>
                  <a:moveTo>
                    <a:pt x="132745" y="983197"/>
                  </a:moveTo>
                  <a:lnTo>
                    <a:pt x="68365" y="978338"/>
                  </a:lnTo>
                  <a:lnTo>
                    <a:pt x="90148" y="995877"/>
                  </a:lnTo>
                  <a:close/>
                  <a:moveTo>
                    <a:pt x="142954" y="947638"/>
                  </a:moveTo>
                  <a:lnTo>
                    <a:pt x="132745" y="983197"/>
                  </a:lnTo>
                  <a:lnTo>
                    <a:pt x="171452" y="967761"/>
                  </a:lnTo>
                  <a:close/>
                  <a:moveTo>
                    <a:pt x="716133" y="1450375"/>
                  </a:moveTo>
                  <a:lnTo>
                    <a:pt x="722315" y="1446557"/>
                  </a:lnTo>
                  <a:lnTo>
                    <a:pt x="669489" y="1456169"/>
                  </a:lnTo>
                  <a:close/>
                  <a:moveTo>
                    <a:pt x="333987" y="638027"/>
                  </a:moveTo>
                  <a:lnTo>
                    <a:pt x="300346" y="647148"/>
                  </a:lnTo>
                  <a:lnTo>
                    <a:pt x="291455" y="680675"/>
                  </a:lnTo>
                  <a:close/>
                  <a:moveTo>
                    <a:pt x="905774" y="1275020"/>
                  </a:moveTo>
                  <a:lnTo>
                    <a:pt x="961098" y="1275698"/>
                  </a:lnTo>
                  <a:lnTo>
                    <a:pt x="942941" y="1260301"/>
                  </a:lnTo>
                  <a:close/>
                  <a:moveTo>
                    <a:pt x="914613" y="1236799"/>
                  </a:moveTo>
                  <a:lnTo>
                    <a:pt x="905774" y="1275020"/>
                  </a:lnTo>
                  <a:lnTo>
                    <a:pt x="942941" y="1260301"/>
                  </a:lnTo>
                  <a:close/>
                  <a:moveTo>
                    <a:pt x="933744" y="1147853"/>
                  </a:moveTo>
                  <a:lnTo>
                    <a:pt x="917216" y="1223483"/>
                  </a:lnTo>
                  <a:lnTo>
                    <a:pt x="961969" y="1199389"/>
                  </a:lnTo>
                  <a:close/>
                  <a:moveTo>
                    <a:pt x="456280" y="637158"/>
                  </a:moveTo>
                  <a:lnTo>
                    <a:pt x="425987" y="605044"/>
                  </a:lnTo>
                  <a:lnTo>
                    <a:pt x="423052" y="621670"/>
                  </a:lnTo>
                  <a:close/>
                  <a:moveTo>
                    <a:pt x="922049" y="1096316"/>
                  </a:moveTo>
                  <a:lnTo>
                    <a:pt x="933744" y="1147853"/>
                  </a:lnTo>
                  <a:lnTo>
                    <a:pt x="966801" y="1123759"/>
                  </a:lnTo>
                  <a:close/>
                  <a:moveTo>
                    <a:pt x="301130" y="380279"/>
                  </a:moveTo>
                  <a:lnTo>
                    <a:pt x="279170" y="426340"/>
                  </a:lnTo>
                  <a:lnTo>
                    <a:pt x="340863" y="404054"/>
                  </a:lnTo>
                  <a:close/>
                  <a:moveTo>
                    <a:pt x="919477" y="400977"/>
                  </a:moveTo>
                  <a:lnTo>
                    <a:pt x="911532" y="415880"/>
                  </a:lnTo>
                  <a:lnTo>
                    <a:pt x="987764" y="391322"/>
                  </a:lnTo>
                  <a:close/>
                  <a:moveTo>
                    <a:pt x="919477" y="400977"/>
                  </a:moveTo>
                  <a:lnTo>
                    <a:pt x="987764" y="391322"/>
                  </a:lnTo>
                  <a:lnTo>
                    <a:pt x="975725" y="384850"/>
                  </a:lnTo>
                  <a:close/>
                  <a:moveTo>
                    <a:pt x="725057" y="24094"/>
                  </a:moveTo>
                  <a:lnTo>
                    <a:pt x="752834" y="51537"/>
                  </a:lnTo>
                  <a:lnTo>
                    <a:pt x="745693" y="0"/>
                  </a:lnTo>
                  <a:close/>
                  <a:moveTo>
                    <a:pt x="745693" y="0"/>
                  </a:moveTo>
                  <a:lnTo>
                    <a:pt x="752834" y="51537"/>
                  </a:lnTo>
                  <a:lnTo>
                    <a:pt x="800078" y="27442"/>
                  </a:lnTo>
                  <a:close/>
                  <a:moveTo>
                    <a:pt x="1147288" y="368604"/>
                  </a:moveTo>
                  <a:lnTo>
                    <a:pt x="1176507" y="342949"/>
                  </a:lnTo>
                  <a:lnTo>
                    <a:pt x="1162536" y="336662"/>
                  </a:lnTo>
                  <a:close/>
                  <a:moveTo>
                    <a:pt x="1176507" y="342949"/>
                  </a:moveTo>
                  <a:lnTo>
                    <a:pt x="1199336" y="312568"/>
                  </a:lnTo>
                  <a:lnTo>
                    <a:pt x="1162536" y="336662"/>
                  </a:lnTo>
                  <a:close/>
                  <a:moveTo>
                    <a:pt x="1212132" y="301468"/>
                  </a:moveTo>
                  <a:lnTo>
                    <a:pt x="1162536" y="336662"/>
                  </a:lnTo>
                  <a:lnTo>
                    <a:pt x="1199336" y="312568"/>
                  </a:lnTo>
                  <a:close/>
                  <a:moveTo>
                    <a:pt x="1226077" y="303645"/>
                  </a:moveTo>
                  <a:lnTo>
                    <a:pt x="1199336" y="312568"/>
                  </a:lnTo>
                  <a:lnTo>
                    <a:pt x="1250133" y="308649"/>
                  </a:lnTo>
                  <a:close/>
                  <a:moveTo>
                    <a:pt x="1212132" y="301468"/>
                  </a:moveTo>
                  <a:lnTo>
                    <a:pt x="1199336" y="312568"/>
                  </a:lnTo>
                  <a:lnTo>
                    <a:pt x="1226077" y="303645"/>
                  </a:lnTo>
                  <a:close/>
                  <a:moveTo>
                    <a:pt x="1243867" y="261031"/>
                  </a:moveTo>
                  <a:lnTo>
                    <a:pt x="1212132" y="301468"/>
                  </a:lnTo>
                  <a:lnTo>
                    <a:pt x="1286479" y="269865"/>
                  </a:lnTo>
                  <a:close/>
                  <a:moveTo>
                    <a:pt x="1286479" y="269865"/>
                  </a:moveTo>
                  <a:lnTo>
                    <a:pt x="1212132" y="301468"/>
                  </a:lnTo>
                  <a:lnTo>
                    <a:pt x="1280128" y="288474"/>
                  </a:lnTo>
                  <a:close/>
                  <a:moveTo>
                    <a:pt x="1280128" y="288474"/>
                  </a:moveTo>
                  <a:lnTo>
                    <a:pt x="1212132" y="301468"/>
                  </a:lnTo>
                  <a:lnTo>
                    <a:pt x="1226077" y="303645"/>
                  </a:lnTo>
                  <a:close/>
                  <a:moveTo>
                    <a:pt x="1256051" y="254516"/>
                  </a:moveTo>
                  <a:lnTo>
                    <a:pt x="1286479" y="269865"/>
                  </a:lnTo>
                  <a:lnTo>
                    <a:pt x="1307377" y="236938"/>
                  </a:lnTo>
                  <a:close/>
                  <a:moveTo>
                    <a:pt x="1286479" y="269865"/>
                  </a:moveTo>
                  <a:lnTo>
                    <a:pt x="1280128" y="288474"/>
                  </a:lnTo>
                  <a:lnTo>
                    <a:pt x="1298718" y="282571"/>
                  </a:lnTo>
                  <a:close/>
                  <a:moveTo>
                    <a:pt x="1298718" y="282571"/>
                  </a:moveTo>
                  <a:lnTo>
                    <a:pt x="1307377" y="236938"/>
                  </a:lnTo>
                  <a:lnTo>
                    <a:pt x="1286479" y="269865"/>
                  </a:lnTo>
                  <a:close/>
                  <a:moveTo>
                    <a:pt x="1329486" y="232797"/>
                  </a:moveTo>
                  <a:lnTo>
                    <a:pt x="1307377" y="236938"/>
                  </a:lnTo>
                  <a:lnTo>
                    <a:pt x="1298718" y="28257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28" name="Output_density__4227">
              <a:extLst>
                <a:ext uri="{FF2B5EF4-FFF2-40B4-BE49-F238E27FC236}">
                  <a16:creationId xmlns:a16="http://schemas.microsoft.com/office/drawing/2014/main" id="{44A0FD7B-051D-6ADE-50A6-8EBD24D03C7D}"/>
                </a:ext>
              </a:extLst>
            </p:cNvPr>
            <p:cNvSpPr>
              <a:spLocks noGrp="1"/>
            </p:cNvSpPr>
            <p:nvPr/>
          </p:nvSpPr>
          <p:spPr>
            <a:xfrm>
              <a:off x="15471743" y="2700485"/>
              <a:ext cx="1328037" cy="1987482"/>
            </a:xfrm>
            <a:custGeom>
              <a:avLst/>
              <a:gdLst/>
              <a:ahLst/>
              <a:cxnLst/>
              <a:rect l="0" t="0" r="0" b="0"/>
              <a:pathLst>
                <a:path w="1328037" h="1987482">
                  <a:moveTo>
                    <a:pt x="253204" y="1816031"/>
                  </a:moveTo>
                  <a:lnTo>
                    <a:pt x="324418" y="1848257"/>
                  </a:lnTo>
                  <a:lnTo>
                    <a:pt x="300554" y="1815518"/>
                  </a:lnTo>
                  <a:close/>
                  <a:moveTo>
                    <a:pt x="101270" y="1549872"/>
                  </a:moveTo>
                  <a:lnTo>
                    <a:pt x="52408" y="1551614"/>
                  </a:lnTo>
                  <a:lnTo>
                    <a:pt x="104846" y="1609708"/>
                  </a:lnTo>
                  <a:close/>
                  <a:moveTo>
                    <a:pt x="104846" y="1609708"/>
                  </a:moveTo>
                  <a:lnTo>
                    <a:pt x="96521" y="1655117"/>
                  </a:lnTo>
                  <a:lnTo>
                    <a:pt x="165296" y="1602681"/>
                  </a:lnTo>
                  <a:close/>
                  <a:moveTo>
                    <a:pt x="83520" y="1501560"/>
                  </a:moveTo>
                  <a:lnTo>
                    <a:pt x="52408" y="1551614"/>
                  </a:lnTo>
                  <a:lnTo>
                    <a:pt x="101270" y="1549872"/>
                  </a:lnTo>
                  <a:close/>
                  <a:moveTo>
                    <a:pt x="50869" y="1524208"/>
                  </a:moveTo>
                  <a:lnTo>
                    <a:pt x="17263" y="1496210"/>
                  </a:lnTo>
                  <a:lnTo>
                    <a:pt x="52408" y="1551614"/>
                  </a:lnTo>
                  <a:close/>
                  <a:moveTo>
                    <a:pt x="0" y="1508695"/>
                  </a:moveTo>
                  <a:lnTo>
                    <a:pt x="45292" y="1547747"/>
                  </a:lnTo>
                  <a:lnTo>
                    <a:pt x="52408" y="1551614"/>
                  </a:lnTo>
                  <a:close/>
                  <a:moveTo>
                    <a:pt x="9877" y="1444673"/>
                  </a:moveTo>
                  <a:lnTo>
                    <a:pt x="68780" y="1456274"/>
                  </a:lnTo>
                  <a:lnTo>
                    <a:pt x="48583" y="1429237"/>
                  </a:lnTo>
                  <a:close/>
                  <a:moveTo>
                    <a:pt x="17263" y="1496210"/>
                  </a:moveTo>
                  <a:lnTo>
                    <a:pt x="46263" y="1472116"/>
                  </a:lnTo>
                  <a:lnTo>
                    <a:pt x="9877" y="1444673"/>
                  </a:lnTo>
                  <a:close/>
                  <a:moveTo>
                    <a:pt x="593264" y="1911852"/>
                  </a:moveTo>
                  <a:lnTo>
                    <a:pt x="534461" y="1974641"/>
                  </a:lnTo>
                  <a:lnTo>
                    <a:pt x="554439" y="1987482"/>
                  </a:lnTo>
                  <a:close/>
                  <a:moveTo>
                    <a:pt x="593264" y="1911852"/>
                  </a:moveTo>
                  <a:lnTo>
                    <a:pt x="554439" y="1987482"/>
                  </a:lnTo>
                  <a:lnTo>
                    <a:pt x="587934" y="1963388"/>
                  </a:lnTo>
                  <a:close/>
                  <a:moveTo>
                    <a:pt x="546621" y="1917646"/>
                  </a:moveTo>
                  <a:lnTo>
                    <a:pt x="480630" y="1948054"/>
                  </a:lnTo>
                  <a:lnTo>
                    <a:pt x="534461" y="1974641"/>
                  </a:lnTo>
                  <a:close/>
                  <a:moveTo>
                    <a:pt x="546621" y="1917646"/>
                  </a:moveTo>
                  <a:lnTo>
                    <a:pt x="485920" y="1929012"/>
                  </a:lnTo>
                  <a:lnTo>
                    <a:pt x="480630" y="1948054"/>
                  </a:lnTo>
                  <a:close/>
                  <a:moveTo>
                    <a:pt x="485920" y="1929012"/>
                  </a:moveTo>
                  <a:lnTo>
                    <a:pt x="527937" y="1870092"/>
                  </a:lnTo>
                  <a:lnTo>
                    <a:pt x="483898" y="1867913"/>
                  </a:lnTo>
                  <a:close/>
                  <a:moveTo>
                    <a:pt x="441393" y="1864487"/>
                  </a:moveTo>
                  <a:lnTo>
                    <a:pt x="483898" y="1867913"/>
                  </a:lnTo>
                  <a:lnTo>
                    <a:pt x="456003" y="1855977"/>
                  </a:lnTo>
                  <a:close/>
                  <a:moveTo>
                    <a:pt x="483898" y="1867913"/>
                  </a:moveTo>
                  <a:lnTo>
                    <a:pt x="505450" y="1866175"/>
                  </a:lnTo>
                  <a:lnTo>
                    <a:pt x="456003" y="1855977"/>
                  </a:lnTo>
                  <a:close/>
                  <a:moveTo>
                    <a:pt x="483898" y="1867913"/>
                  </a:moveTo>
                  <a:lnTo>
                    <a:pt x="527937" y="1870092"/>
                  </a:lnTo>
                  <a:lnTo>
                    <a:pt x="505450" y="1866175"/>
                  </a:lnTo>
                  <a:close/>
                  <a:moveTo>
                    <a:pt x="593264" y="1911852"/>
                  </a:moveTo>
                  <a:lnTo>
                    <a:pt x="587934" y="1963388"/>
                  </a:lnTo>
                  <a:lnTo>
                    <a:pt x="629003" y="1951396"/>
                  </a:lnTo>
                  <a:close/>
                  <a:moveTo>
                    <a:pt x="604279" y="1908753"/>
                  </a:moveTo>
                  <a:lnTo>
                    <a:pt x="646946" y="1910950"/>
                  </a:lnTo>
                  <a:lnTo>
                    <a:pt x="599446" y="1908033"/>
                  </a:lnTo>
                  <a:close/>
                  <a:moveTo>
                    <a:pt x="170031" y="1269318"/>
                  </a:moveTo>
                  <a:lnTo>
                    <a:pt x="165485" y="1221933"/>
                  </a:lnTo>
                  <a:lnTo>
                    <a:pt x="165396" y="1284749"/>
                  </a:lnTo>
                  <a:close/>
                  <a:moveTo>
                    <a:pt x="371558" y="1475465"/>
                  </a:moveTo>
                  <a:lnTo>
                    <a:pt x="380868" y="1479936"/>
                  </a:lnTo>
                  <a:lnTo>
                    <a:pt x="383077" y="1472697"/>
                  </a:lnTo>
                  <a:close/>
                  <a:moveTo>
                    <a:pt x="383077" y="1472697"/>
                  </a:moveTo>
                  <a:lnTo>
                    <a:pt x="380868" y="1479936"/>
                  </a:lnTo>
                  <a:lnTo>
                    <a:pt x="392682" y="1475465"/>
                  </a:lnTo>
                  <a:close/>
                  <a:moveTo>
                    <a:pt x="791394" y="1788033"/>
                  </a:moveTo>
                  <a:lnTo>
                    <a:pt x="823434" y="1763939"/>
                  </a:lnTo>
                  <a:lnTo>
                    <a:pt x="782906" y="1736497"/>
                  </a:lnTo>
                  <a:close/>
                  <a:moveTo>
                    <a:pt x="870137" y="1763939"/>
                  </a:moveTo>
                  <a:lnTo>
                    <a:pt x="820073" y="1721777"/>
                  </a:lnTo>
                  <a:lnTo>
                    <a:pt x="838229" y="1737174"/>
                  </a:lnTo>
                  <a:close/>
                  <a:moveTo>
                    <a:pt x="830017" y="1736497"/>
                  </a:moveTo>
                  <a:lnTo>
                    <a:pt x="791744" y="1698276"/>
                  </a:lnTo>
                  <a:lnTo>
                    <a:pt x="820073" y="1721777"/>
                  </a:lnTo>
                  <a:close/>
                  <a:moveTo>
                    <a:pt x="616786" y="1478814"/>
                  </a:moveTo>
                  <a:lnTo>
                    <a:pt x="646638" y="1505101"/>
                  </a:lnTo>
                  <a:lnTo>
                    <a:pt x="664795" y="1458336"/>
                  </a:lnTo>
                  <a:close/>
                  <a:moveTo>
                    <a:pt x="587206" y="1420690"/>
                  </a:moveTo>
                  <a:lnTo>
                    <a:pt x="580132" y="1431124"/>
                  </a:lnTo>
                  <a:lnTo>
                    <a:pt x="622261" y="1403183"/>
                  </a:lnTo>
                  <a:close/>
                  <a:moveTo>
                    <a:pt x="580132" y="1431124"/>
                  </a:moveTo>
                  <a:lnTo>
                    <a:pt x="616786" y="1478814"/>
                  </a:lnTo>
                  <a:lnTo>
                    <a:pt x="622261" y="1403183"/>
                  </a:lnTo>
                  <a:close/>
                  <a:moveTo>
                    <a:pt x="622261" y="1403183"/>
                  </a:moveTo>
                  <a:lnTo>
                    <a:pt x="616786" y="1478814"/>
                  </a:lnTo>
                  <a:lnTo>
                    <a:pt x="665899" y="1442214"/>
                  </a:lnTo>
                  <a:close/>
                  <a:moveTo>
                    <a:pt x="665899" y="1442214"/>
                  </a:moveTo>
                  <a:lnTo>
                    <a:pt x="616786" y="1478814"/>
                  </a:lnTo>
                  <a:lnTo>
                    <a:pt x="664795" y="1458336"/>
                  </a:lnTo>
                  <a:close/>
                  <a:moveTo>
                    <a:pt x="361316" y="1113931"/>
                  </a:moveTo>
                  <a:lnTo>
                    <a:pt x="366818" y="1046715"/>
                  </a:lnTo>
                  <a:lnTo>
                    <a:pt x="333412" y="1098634"/>
                  </a:lnTo>
                  <a:close/>
                  <a:moveTo>
                    <a:pt x="154096" y="963448"/>
                  </a:moveTo>
                  <a:lnTo>
                    <a:pt x="156301" y="887817"/>
                  </a:lnTo>
                  <a:lnTo>
                    <a:pt x="121711" y="911911"/>
                  </a:lnTo>
                  <a:close/>
                  <a:moveTo>
                    <a:pt x="622261" y="1403183"/>
                  </a:moveTo>
                  <a:lnTo>
                    <a:pt x="665899" y="1442214"/>
                  </a:lnTo>
                  <a:lnTo>
                    <a:pt x="666168" y="1394477"/>
                  </a:lnTo>
                  <a:close/>
                  <a:moveTo>
                    <a:pt x="666168" y="1394477"/>
                  </a:moveTo>
                  <a:lnTo>
                    <a:pt x="665899" y="1442214"/>
                  </a:lnTo>
                  <a:lnTo>
                    <a:pt x="678230" y="1403183"/>
                  </a:lnTo>
                  <a:close/>
                  <a:moveTo>
                    <a:pt x="604848" y="1327553"/>
                  </a:moveTo>
                  <a:lnTo>
                    <a:pt x="553660" y="1351647"/>
                  </a:lnTo>
                  <a:lnTo>
                    <a:pt x="606742" y="1395712"/>
                  </a:lnTo>
                  <a:close/>
                  <a:moveTo>
                    <a:pt x="604848" y="1327553"/>
                  </a:moveTo>
                  <a:lnTo>
                    <a:pt x="620887" y="1313698"/>
                  </a:lnTo>
                  <a:lnTo>
                    <a:pt x="553660" y="1351647"/>
                  </a:lnTo>
                  <a:close/>
                  <a:moveTo>
                    <a:pt x="543629" y="1199523"/>
                  </a:moveTo>
                  <a:lnTo>
                    <a:pt x="526306" y="1181247"/>
                  </a:lnTo>
                  <a:lnTo>
                    <a:pt x="514297" y="1172943"/>
                  </a:lnTo>
                  <a:close/>
                  <a:moveTo>
                    <a:pt x="389324" y="1106855"/>
                  </a:moveTo>
                  <a:lnTo>
                    <a:pt x="340869" y="1100365"/>
                  </a:lnTo>
                  <a:lnTo>
                    <a:pt x="419481" y="1084706"/>
                  </a:lnTo>
                  <a:close/>
                  <a:moveTo>
                    <a:pt x="874839" y="1561142"/>
                  </a:moveTo>
                  <a:lnTo>
                    <a:pt x="819967" y="1533635"/>
                  </a:lnTo>
                  <a:lnTo>
                    <a:pt x="820020" y="1533699"/>
                  </a:lnTo>
                  <a:close/>
                  <a:moveTo>
                    <a:pt x="760226" y="1482162"/>
                  </a:moveTo>
                  <a:lnTo>
                    <a:pt x="819967" y="1533635"/>
                  </a:lnTo>
                  <a:lnTo>
                    <a:pt x="760594" y="1481178"/>
                  </a:lnTo>
                  <a:close/>
                  <a:moveTo>
                    <a:pt x="819846" y="1533543"/>
                  </a:moveTo>
                  <a:lnTo>
                    <a:pt x="819967" y="1533635"/>
                  </a:lnTo>
                  <a:lnTo>
                    <a:pt x="760226" y="1482162"/>
                  </a:lnTo>
                  <a:close/>
                  <a:moveTo>
                    <a:pt x="552484" y="1172943"/>
                  </a:moveTo>
                  <a:lnTo>
                    <a:pt x="587853" y="1190191"/>
                  </a:lnTo>
                  <a:lnTo>
                    <a:pt x="578129" y="1148849"/>
                  </a:lnTo>
                  <a:close/>
                  <a:moveTo>
                    <a:pt x="561872" y="1132829"/>
                  </a:moveTo>
                  <a:lnTo>
                    <a:pt x="537177" y="1109666"/>
                  </a:lnTo>
                  <a:lnTo>
                    <a:pt x="578129" y="1148849"/>
                  </a:lnTo>
                  <a:close/>
                  <a:moveTo>
                    <a:pt x="544404" y="1067520"/>
                  </a:moveTo>
                  <a:lnTo>
                    <a:pt x="537177" y="1109666"/>
                  </a:lnTo>
                  <a:lnTo>
                    <a:pt x="505792" y="1097312"/>
                  </a:lnTo>
                  <a:close/>
                  <a:moveTo>
                    <a:pt x="296129" y="863723"/>
                  </a:moveTo>
                  <a:lnTo>
                    <a:pt x="339672" y="839629"/>
                  </a:lnTo>
                  <a:lnTo>
                    <a:pt x="277309" y="812187"/>
                  </a:lnTo>
                  <a:close/>
                  <a:moveTo>
                    <a:pt x="902588" y="1441704"/>
                  </a:moveTo>
                  <a:lnTo>
                    <a:pt x="916237" y="1409679"/>
                  </a:lnTo>
                  <a:lnTo>
                    <a:pt x="874981" y="1430106"/>
                  </a:lnTo>
                  <a:close/>
                  <a:moveTo>
                    <a:pt x="902588" y="1441704"/>
                  </a:moveTo>
                  <a:lnTo>
                    <a:pt x="943321" y="1446571"/>
                  </a:lnTo>
                  <a:lnTo>
                    <a:pt x="916237" y="1409679"/>
                  </a:lnTo>
                  <a:close/>
                  <a:moveTo>
                    <a:pt x="1149415" y="1518452"/>
                  </a:moveTo>
                  <a:lnTo>
                    <a:pt x="1145934" y="1474649"/>
                  </a:lnTo>
                  <a:lnTo>
                    <a:pt x="1138691" y="1461417"/>
                  </a:lnTo>
                  <a:close/>
                  <a:moveTo>
                    <a:pt x="1149415" y="1518452"/>
                  </a:moveTo>
                  <a:lnTo>
                    <a:pt x="1161591" y="1533190"/>
                  </a:lnTo>
                  <a:lnTo>
                    <a:pt x="1164614" y="1512954"/>
                  </a:lnTo>
                  <a:close/>
                  <a:moveTo>
                    <a:pt x="1161591" y="1533190"/>
                  </a:moveTo>
                  <a:lnTo>
                    <a:pt x="1149415" y="1518452"/>
                  </a:lnTo>
                  <a:lnTo>
                    <a:pt x="1149097" y="1512954"/>
                  </a:lnTo>
                  <a:close/>
                  <a:moveTo>
                    <a:pt x="1005945" y="1370898"/>
                  </a:moveTo>
                  <a:lnTo>
                    <a:pt x="1058368" y="1409880"/>
                  </a:lnTo>
                  <a:lnTo>
                    <a:pt x="1028247" y="1383989"/>
                  </a:lnTo>
                  <a:close/>
                  <a:moveTo>
                    <a:pt x="1005945" y="1370898"/>
                  </a:moveTo>
                  <a:lnTo>
                    <a:pt x="1062837" y="1425372"/>
                  </a:lnTo>
                  <a:lnTo>
                    <a:pt x="1058368" y="1409880"/>
                  </a:lnTo>
                  <a:close/>
                  <a:moveTo>
                    <a:pt x="1010591" y="1358344"/>
                  </a:moveTo>
                  <a:lnTo>
                    <a:pt x="1005945" y="1370898"/>
                  </a:lnTo>
                  <a:lnTo>
                    <a:pt x="1028247" y="1383989"/>
                  </a:lnTo>
                  <a:close/>
                  <a:moveTo>
                    <a:pt x="948251" y="1317077"/>
                  </a:moveTo>
                  <a:lnTo>
                    <a:pt x="1010591" y="1358344"/>
                  </a:lnTo>
                  <a:lnTo>
                    <a:pt x="962990" y="1314682"/>
                  </a:lnTo>
                  <a:close/>
                  <a:moveTo>
                    <a:pt x="1005945" y="1370898"/>
                  </a:moveTo>
                  <a:lnTo>
                    <a:pt x="1010591" y="1358344"/>
                  </a:lnTo>
                  <a:lnTo>
                    <a:pt x="948251" y="1317077"/>
                  </a:lnTo>
                  <a:close/>
                  <a:moveTo>
                    <a:pt x="951327" y="1306807"/>
                  </a:moveTo>
                  <a:lnTo>
                    <a:pt x="948251" y="1317077"/>
                  </a:lnTo>
                  <a:lnTo>
                    <a:pt x="962990" y="1314682"/>
                  </a:lnTo>
                  <a:close/>
                  <a:moveTo>
                    <a:pt x="1164614" y="1512954"/>
                  </a:moveTo>
                  <a:lnTo>
                    <a:pt x="1161591" y="1533190"/>
                  </a:lnTo>
                  <a:lnTo>
                    <a:pt x="1233513" y="1492516"/>
                  </a:lnTo>
                  <a:close/>
                  <a:moveTo>
                    <a:pt x="1218174" y="1540396"/>
                  </a:moveTo>
                  <a:lnTo>
                    <a:pt x="1161591" y="1533190"/>
                  </a:lnTo>
                  <a:lnTo>
                    <a:pt x="1178867" y="1557251"/>
                  </a:lnTo>
                  <a:close/>
                  <a:moveTo>
                    <a:pt x="1138691" y="1461417"/>
                  </a:moveTo>
                  <a:lnTo>
                    <a:pt x="1145934" y="1474649"/>
                  </a:lnTo>
                  <a:lnTo>
                    <a:pt x="1152837" y="1452928"/>
                  </a:lnTo>
                  <a:close/>
                  <a:moveTo>
                    <a:pt x="1152837" y="1452928"/>
                  </a:moveTo>
                  <a:lnTo>
                    <a:pt x="1145934" y="1474649"/>
                  </a:lnTo>
                  <a:lnTo>
                    <a:pt x="1230043" y="1490886"/>
                  </a:lnTo>
                  <a:close/>
                  <a:moveTo>
                    <a:pt x="1214148" y="1441066"/>
                  </a:moveTo>
                  <a:lnTo>
                    <a:pt x="1152837" y="1452928"/>
                  </a:lnTo>
                  <a:lnTo>
                    <a:pt x="1230043" y="1490886"/>
                  </a:lnTo>
                  <a:close/>
                  <a:moveTo>
                    <a:pt x="1111469" y="1385835"/>
                  </a:moveTo>
                  <a:lnTo>
                    <a:pt x="1089723" y="1439161"/>
                  </a:lnTo>
                  <a:lnTo>
                    <a:pt x="1152837" y="1452928"/>
                  </a:lnTo>
                  <a:close/>
                  <a:moveTo>
                    <a:pt x="1154904" y="1388505"/>
                  </a:moveTo>
                  <a:lnTo>
                    <a:pt x="1111469" y="1385835"/>
                  </a:lnTo>
                  <a:lnTo>
                    <a:pt x="1152837" y="1452928"/>
                  </a:lnTo>
                  <a:close/>
                  <a:moveTo>
                    <a:pt x="1152837" y="1452928"/>
                  </a:moveTo>
                  <a:lnTo>
                    <a:pt x="1195902" y="1393156"/>
                  </a:lnTo>
                  <a:lnTo>
                    <a:pt x="1154904" y="1388505"/>
                  </a:lnTo>
                  <a:close/>
                  <a:moveTo>
                    <a:pt x="1058368" y="1409880"/>
                  </a:moveTo>
                  <a:lnTo>
                    <a:pt x="1089723" y="1439161"/>
                  </a:lnTo>
                  <a:lnTo>
                    <a:pt x="1111469" y="1385835"/>
                  </a:lnTo>
                  <a:close/>
                  <a:moveTo>
                    <a:pt x="1058368" y="1409880"/>
                  </a:moveTo>
                  <a:lnTo>
                    <a:pt x="1111469" y="1385835"/>
                  </a:lnTo>
                  <a:lnTo>
                    <a:pt x="1028247" y="1383989"/>
                  </a:lnTo>
                  <a:close/>
                  <a:moveTo>
                    <a:pt x="1137280" y="1340090"/>
                  </a:moveTo>
                  <a:lnTo>
                    <a:pt x="1111491" y="1385648"/>
                  </a:lnTo>
                  <a:lnTo>
                    <a:pt x="1111469" y="1385835"/>
                  </a:lnTo>
                  <a:close/>
                  <a:moveTo>
                    <a:pt x="1137280" y="1340090"/>
                  </a:moveTo>
                  <a:lnTo>
                    <a:pt x="1111469" y="1385835"/>
                  </a:lnTo>
                  <a:lnTo>
                    <a:pt x="1154904" y="1388505"/>
                  </a:lnTo>
                  <a:close/>
                  <a:moveTo>
                    <a:pt x="1008752" y="1282713"/>
                  </a:moveTo>
                  <a:lnTo>
                    <a:pt x="962990" y="1314682"/>
                  </a:lnTo>
                  <a:lnTo>
                    <a:pt x="1010591" y="1358344"/>
                  </a:lnTo>
                  <a:close/>
                  <a:moveTo>
                    <a:pt x="951327" y="1306807"/>
                  </a:moveTo>
                  <a:lnTo>
                    <a:pt x="962990" y="1314682"/>
                  </a:lnTo>
                  <a:lnTo>
                    <a:pt x="976235" y="1294327"/>
                  </a:lnTo>
                  <a:close/>
                  <a:moveTo>
                    <a:pt x="1233550" y="1488035"/>
                  </a:moveTo>
                  <a:lnTo>
                    <a:pt x="1233513" y="1492516"/>
                  </a:lnTo>
                  <a:lnTo>
                    <a:pt x="1213632" y="1466245"/>
                  </a:lnTo>
                  <a:close/>
                  <a:moveTo>
                    <a:pt x="1235215" y="1488860"/>
                  </a:moveTo>
                  <a:lnTo>
                    <a:pt x="1233513" y="1492516"/>
                  </a:lnTo>
                  <a:lnTo>
                    <a:pt x="1233550" y="1488035"/>
                  </a:lnTo>
                  <a:close/>
                  <a:moveTo>
                    <a:pt x="1105007" y="1328345"/>
                  </a:moveTo>
                  <a:lnTo>
                    <a:pt x="1111491" y="1385648"/>
                  </a:lnTo>
                  <a:lnTo>
                    <a:pt x="1125593" y="1334250"/>
                  </a:lnTo>
                  <a:close/>
                  <a:moveTo>
                    <a:pt x="1088009" y="1297853"/>
                  </a:moveTo>
                  <a:lnTo>
                    <a:pt x="1105007" y="1328345"/>
                  </a:lnTo>
                  <a:lnTo>
                    <a:pt x="1125593" y="1334250"/>
                  </a:lnTo>
                  <a:close/>
                  <a:moveTo>
                    <a:pt x="968802" y="1052473"/>
                  </a:moveTo>
                  <a:lnTo>
                    <a:pt x="999561" y="1006937"/>
                  </a:lnTo>
                  <a:lnTo>
                    <a:pt x="937863" y="1025030"/>
                  </a:lnTo>
                  <a:close/>
                  <a:moveTo>
                    <a:pt x="948154" y="1076567"/>
                  </a:moveTo>
                  <a:lnTo>
                    <a:pt x="968802" y="1052473"/>
                  </a:lnTo>
                  <a:lnTo>
                    <a:pt x="937863" y="1025030"/>
                  </a:lnTo>
                  <a:close/>
                  <a:moveTo>
                    <a:pt x="1277101" y="1286062"/>
                  </a:moveTo>
                  <a:lnTo>
                    <a:pt x="1291248" y="1263901"/>
                  </a:lnTo>
                  <a:lnTo>
                    <a:pt x="1228813" y="1303657"/>
                  </a:lnTo>
                  <a:close/>
                  <a:moveTo>
                    <a:pt x="1291248" y="1263901"/>
                  </a:moveTo>
                  <a:lnTo>
                    <a:pt x="1319388" y="1286062"/>
                  </a:lnTo>
                  <a:lnTo>
                    <a:pt x="1274694" y="1241597"/>
                  </a:lnTo>
                  <a:close/>
                  <a:moveTo>
                    <a:pt x="864895" y="852799"/>
                  </a:moveTo>
                  <a:lnTo>
                    <a:pt x="920081" y="897863"/>
                  </a:lnTo>
                  <a:lnTo>
                    <a:pt x="941118" y="828206"/>
                  </a:lnTo>
                  <a:close/>
                  <a:moveTo>
                    <a:pt x="861593" y="840452"/>
                  </a:moveTo>
                  <a:lnTo>
                    <a:pt x="852856" y="846327"/>
                  </a:lnTo>
                  <a:lnTo>
                    <a:pt x="833795" y="776299"/>
                  </a:lnTo>
                  <a:close/>
                  <a:moveTo>
                    <a:pt x="629966" y="513014"/>
                  </a:moveTo>
                  <a:lnTo>
                    <a:pt x="619462" y="537107"/>
                  </a:lnTo>
                  <a:lnTo>
                    <a:pt x="640813" y="564550"/>
                  </a:lnTo>
                  <a:close/>
                  <a:moveTo>
                    <a:pt x="602189" y="485570"/>
                  </a:moveTo>
                  <a:lnTo>
                    <a:pt x="619462" y="537107"/>
                  </a:lnTo>
                  <a:lnTo>
                    <a:pt x="629966" y="513014"/>
                  </a:lnTo>
                  <a:close/>
                  <a:moveTo>
                    <a:pt x="332186" y="203793"/>
                  </a:moveTo>
                  <a:lnTo>
                    <a:pt x="332463" y="152257"/>
                  </a:lnTo>
                  <a:lnTo>
                    <a:pt x="318461" y="207189"/>
                  </a:lnTo>
                  <a:close/>
                  <a:moveTo>
                    <a:pt x="318461" y="207189"/>
                  </a:moveTo>
                  <a:lnTo>
                    <a:pt x="332463" y="152257"/>
                  </a:lnTo>
                  <a:lnTo>
                    <a:pt x="332532" y="158207"/>
                  </a:lnTo>
                  <a:close/>
                  <a:moveTo>
                    <a:pt x="284699" y="221854"/>
                  </a:moveTo>
                  <a:lnTo>
                    <a:pt x="332186" y="203793"/>
                  </a:lnTo>
                  <a:lnTo>
                    <a:pt x="318461" y="207189"/>
                  </a:lnTo>
                  <a:close/>
                  <a:moveTo>
                    <a:pt x="289152" y="137383"/>
                  </a:moveTo>
                  <a:lnTo>
                    <a:pt x="332532" y="158207"/>
                  </a:lnTo>
                  <a:lnTo>
                    <a:pt x="332463" y="152257"/>
                  </a:lnTo>
                  <a:close/>
                  <a:moveTo>
                    <a:pt x="1298090" y="1337599"/>
                  </a:moveTo>
                  <a:lnTo>
                    <a:pt x="1328037" y="1323715"/>
                  </a:lnTo>
                  <a:lnTo>
                    <a:pt x="1277101" y="1286062"/>
                  </a:lnTo>
                  <a:close/>
                  <a:moveTo>
                    <a:pt x="1177808" y="1181656"/>
                  </a:moveTo>
                  <a:lnTo>
                    <a:pt x="1231977" y="1234526"/>
                  </a:lnTo>
                  <a:lnTo>
                    <a:pt x="1181156" y="1182989"/>
                  </a:lnTo>
                  <a:close/>
                  <a:moveTo>
                    <a:pt x="1177808" y="1181656"/>
                  </a:moveTo>
                  <a:lnTo>
                    <a:pt x="1173958" y="1174728"/>
                  </a:lnTo>
                  <a:lnTo>
                    <a:pt x="1163504" y="1182989"/>
                  </a:lnTo>
                  <a:close/>
                  <a:moveTo>
                    <a:pt x="1177808" y="1181656"/>
                  </a:moveTo>
                  <a:lnTo>
                    <a:pt x="1181156" y="1182989"/>
                  </a:lnTo>
                  <a:lnTo>
                    <a:pt x="1173958" y="1174728"/>
                  </a:lnTo>
                  <a:close/>
                  <a:moveTo>
                    <a:pt x="941118" y="828206"/>
                  </a:moveTo>
                  <a:lnTo>
                    <a:pt x="1003494" y="808206"/>
                  </a:lnTo>
                  <a:lnTo>
                    <a:pt x="946612" y="816467"/>
                  </a:lnTo>
                  <a:close/>
                  <a:moveTo>
                    <a:pt x="1024419" y="830081"/>
                  </a:moveTo>
                  <a:lnTo>
                    <a:pt x="1025296" y="853223"/>
                  </a:lnTo>
                  <a:lnTo>
                    <a:pt x="1021004" y="849675"/>
                  </a:lnTo>
                  <a:close/>
                  <a:moveTo>
                    <a:pt x="1003494" y="808206"/>
                  </a:moveTo>
                  <a:lnTo>
                    <a:pt x="990190" y="756278"/>
                  </a:lnTo>
                  <a:lnTo>
                    <a:pt x="946612" y="816467"/>
                  </a:lnTo>
                  <a:close/>
                  <a:moveTo>
                    <a:pt x="359488" y="51002"/>
                  </a:moveTo>
                  <a:lnTo>
                    <a:pt x="333445" y="31978"/>
                  </a:lnTo>
                  <a:lnTo>
                    <a:pt x="351153" y="59619"/>
                  </a:lnTo>
                  <a:close/>
                  <a:moveTo>
                    <a:pt x="224490" y="44592"/>
                  </a:moveTo>
                  <a:lnTo>
                    <a:pt x="280361" y="37152"/>
                  </a:lnTo>
                  <a:lnTo>
                    <a:pt x="252407" y="0"/>
                  </a:lnTo>
                  <a:close/>
                  <a:moveTo>
                    <a:pt x="280361" y="37152"/>
                  </a:moveTo>
                  <a:lnTo>
                    <a:pt x="333445" y="31978"/>
                  </a:lnTo>
                  <a:lnTo>
                    <a:pt x="303974" y="18123"/>
                  </a:lnTo>
                  <a:close/>
                  <a:moveTo>
                    <a:pt x="1175849" y="744047"/>
                  </a:moveTo>
                  <a:lnTo>
                    <a:pt x="1253256" y="781842"/>
                  </a:lnTo>
                  <a:lnTo>
                    <a:pt x="1232796" y="73573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29" name="Output_density__4228">
              <a:extLst>
                <a:ext uri="{FF2B5EF4-FFF2-40B4-BE49-F238E27FC236}">
                  <a16:creationId xmlns:a16="http://schemas.microsoft.com/office/drawing/2014/main" id="{FBA90E7D-26F1-6CC3-6AC6-C65A2AAF7998}"/>
                </a:ext>
              </a:extLst>
            </p:cNvPr>
            <p:cNvSpPr>
              <a:spLocks noGrp="1"/>
            </p:cNvSpPr>
            <p:nvPr/>
          </p:nvSpPr>
          <p:spPr>
            <a:xfrm>
              <a:off x="15465781" y="2736969"/>
              <a:ext cx="1373884" cy="1765800"/>
            </a:xfrm>
            <a:custGeom>
              <a:avLst/>
              <a:gdLst/>
              <a:ahLst/>
              <a:cxnLst/>
              <a:rect l="0" t="0" r="0" b="0"/>
              <a:pathLst>
                <a:path w="1373884" h="1765800">
                  <a:moveTo>
                    <a:pt x="45760" y="1581233"/>
                  </a:moveTo>
                  <a:lnTo>
                    <a:pt x="3076" y="1584843"/>
                  </a:lnTo>
                  <a:lnTo>
                    <a:pt x="0" y="1584820"/>
                  </a:lnTo>
                  <a:close/>
                  <a:moveTo>
                    <a:pt x="797356" y="1751549"/>
                  </a:moveTo>
                  <a:lnTo>
                    <a:pt x="787654" y="1759106"/>
                  </a:lnTo>
                  <a:lnTo>
                    <a:pt x="804184" y="1765800"/>
                  </a:lnTo>
                  <a:close/>
                  <a:moveTo>
                    <a:pt x="296649" y="1184647"/>
                  </a:moveTo>
                  <a:lnTo>
                    <a:pt x="287597" y="1208741"/>
                  </a:lnTo>
                  <a:lnTo>
                    <a:pt x="335692" y="1157135"/>
                  </a:lnTo>
                  <a:close/>
                  <a:moveTo>
                    <a:pt x="797356" y="1751549"/>
                  </a:moveTo>
                  <a:lnTo>
                    <a:pt x="804184" y="1765800"/>
                  </a:lnTo>
                  <a:lnTo>
                    <a:pt x="822943" y="1756146"/>
                  </a:lnTo>
                  <a:close/>
                  <a:moveTo>
                    <a:pt x="830880" y="1751549"/>
                  </a:moveTo>
                  <a:lnTo>
                    <a:pt x="822943" y="1756146"/>
                  </a:lnTo>
                  <a:lnTo>
                    <a:pt x="804184" y="1765800"/>
                  </a:lnTo>
                  <a:close/>
                  <a:moveTo>
                    <a:pt x="830880" y="1751549"/>
                  </a:moveTo>
                  <a:lnTo>
                    <a:pt x="854381" y="1738790"/>
                  </a:lnTo>
                  <a:lnTo>
                    <a:pt x="822943" y="1756146"/>
                  </a:lnTo>
                  <a:close/>
                  <a:moveTo>
                    <a:pt x="830880" y="1751549"/>
                  </a:moveTo>
                  <a:lnTo>
                    <a:pt x="876100" y="1727455"/>
                  </a:lnTo>
                  <a:lnTo>
                    <a:pt x="854381" y="1738790"/>
                  </a:lnTo>
                  <a:close/>
                  <a:moveTo>
                    <a:pt x="117312" y="799797"/>
                  </a:moveTo>
                  <a:lnTo>
                    <a:pt x="121439" y="811667"/>
                  </a:lnTo>
                  <a:lnTo>
                    <a:pt x="131918" y="784389"/>
                  </a:lnTo>
                  <a:close/>
                  <a:moveTo>
                    <a:pt x="927895" y="1664290"/>
                  </a:moveTo>
                  <a:lnTo>
                    <a:pt x="945058" y="1664494"/>
                  </a:lnTo>
                  <a:lnTo>
                    <a:pt x="908014" y="1656627"/>
                  </a:lnTo>
                  <a:close/>
                  <a:moveTo>
                    <a:pt x="988024" y="1651825"/>
                  </a:moveTo>
                  <a:lnTo>
                    <a:pt x="966166" y="1672481"/>
                  </a:lnTo>
                  <a:lnTo>
                    <a:pt x="945058" y="1664494"/>
                  </a:lnTo>
                  <a:close/>
                  <a:moveTo>
                    <a:pt x="975614" y="1639652"/>
                  </a:moveTo>
                  <a:lnTo>
                    <a:pt x="966166" y="1672481"/>
                  </a:lnTo>
                  <a:lnTo>
                    <a:pt x="988024" y="1651825"/>
                  </a:lnTo>
                  <a:close/>
                  <a:moveTo>
                    <a:pt x="988406" y="1620732"/>
                  </a:moveTo>
                  <a:lnTo>
                    <a:pt x="988024" y="1651825"/>
                  </a:lnTo>
                  <a:lnTo>
                    <a:pt x="1005043" y="1643159"/>
                  </a:lnTo>
                  <a:close/>
                  <a:moveTo>
                    <a:pt x="988406" y="1620732"/>
                  </a:moveTo>
                  <a:lnTo>
                    <a:pt x="1005043" y="1643159"/>
                  </a:lnTo>
                  <a:lnTo>
                    <a:pt x="1030013" y="1601616"/>
                  </a:lnTo>
                  <a:close/>
                  <a:moveTo>
                    <a:pt x="433760" y="944415"/>
                  </a:moveTo>
                  <a:lnTo>
                    <a:pt x="398270" y="946624"/>
                  </a:lnTo>
                  <a:lnTo>
                    <a:pt x="471696" y="911575"/>
                  </a:lnTo>
                  <a:close/>
                  <a:moveTo>
                    <a:pt x="327932" y="751609"/>
                  </a:moveTo>
                  <a:lnTo>
                    <a:pt x="292854" y="766946"/>
                  </a:lnTo>
                  <a:lnTo>
                    <a:pt x="276842" y="761291"/>
                  </a:lnTo>
                  <a:close/>
                  <a:moveTo>
                    <a:pt x="1119860" y="1627964"/>
                  </a:moveTo>
                  <a:lnTo>
                    <a:pt x="1092801" y="1620345"/>
                  </a:lnTo>
                  <a:lnTo>
                    <a:pt x="1132473" y="1635346"/>
                  </a:lnTo>
                  <a:close/>
                  <a:moveTo>
                    <a:pt x="1163912" y="1617992"/>
                  </a:moveTo>
                  <a:lnTo>
                    <a:pt x="1119860" y="1627964"/>
                  </a:lnTo>
                  <a:lnTo>
                    <a:pt x="1132473" y="1635346"/>
                  </a:lnTo>
                  <a:close/>
                  <a:moveTo>
                    <a:pt x="1171294" y="1594515"/>
                  </a:moveTo>
                  <a:lnTo>
                    <a:pt x="1163865" y="1579543"/>
                  </a:lnTo>
                  <a:lnTo>
                    <a:pt x="1163912" y="1617992"/>
                  </a:lnTo>
                  <a:close/>
                  <a:moveTo>
                    <a:pt x="1171294" y="1594515"/>
                  </a:moveTo>
                  <a:lnTo>
                    <a:pt x="1163912" y="1617992"/>
                  </a:lnTo>
                  <a:lnTo>
                    <a:pt x="1179957" y="1603637"/>
                  </a:lnTo>
                  <a:close/>
                  <a:moveTo>
                    <a:pt x="1180478" y="1545029"/>
                  </a:moveTo>
                  <a:lnTo>
                    <a:pt x="1179957" y="1603637"/>
                  </a:lnTo>
                  <a:lnTo>
                    <a:pt x="1202931" y="1589198"/>
                  </a:lnTo>
                  <a:close/>
                  <a:moveTo>
                    <a:pt x="1263863" y="1547214"/>
                  </a:moveTo>
                  <a:lnTo>
                    <a:pt x="1231101" y="1559619"/>
                  </a:lnTo>
                  <a:lnTo>
                    <a:pt x="1306249" y="1531012"/>
                  </a:lnTo>
                  <a:close/>
                  <a:moveTo>
                    <a:pt x="1263863" y="1547214"/>
                  </a:moveTo>
                  <a:lnTo>
                    <a:pt x="1306249" y="1531012"/>
                  </a:lnTo>
                  <a:lnTo>
                    <a:pt x="1336662" y="1509820"/>
                  </a:lnTo>
                  <a:close/>
                  <a:moveTo>
                    <a:pt x="111041" y="31831"/>
                  </a:moveTo>
                  <a:lnTo>
                    <a:pt x="117036" y="9351"/>
                  </a:lnTo>
                  <a:lnTo>
                    <a:pt x="116530" y="0"/>
                  </a:lnTo>
                  <a:close/>
                  <a:moveTo>
                    <a:pt x="1355977" y="1428282"/>
                  </a:moveTo>
                  <a:lnTo>
                    <a:pt x="1373884" y="1404188"/>
                  </a:lnTo>
                  <a:lnTo>
                    <a:pt x="1351553" y="1479819"/>
                  </a:lnTo>
                  <a:close/>
                  <a:moveTo>
                    <a:pt x="1185728" y="892608"/>
                  </a:moveTo>
                  <a:lnTo>
                    <a:pt x="1186381" y="892603"/>
                  </a:lnTo>
                  <a:lnTo>
                    <a:pt x="1184400" y="892171"/>
                  </a:lnTo>
                  <a:close/>
                  <a:moveTo>
                    <a:pt x="1185728" y="892608"/>
                  </a:moveTo>
                  <a:lnTo>
                    <a:pt x="1184400" y="892171"/>
                  </a:lnTo>
                  <a:lnTo>
                    <a:pt x="1153512" y="904607"/>
                  </a:lnTo>
                  <a:close/>
                  <a:moveTo>
                    <a:pt x="1186755" y="892171"/>
                  </a:moveTo>
                  <a:lnTo>
                    <a:pt x="1185728" y="892608"/>
                  </a:lnTo>
                  <a:lnTo>
                    <a:pt x="1194600" y="840634"/>
                  </a:lnTo>
                  <a:close/>
                  <a:moveTo>
                    <a:pt x="1186755" y="892171"/>
                  </a:moveTo>
                  <a:lnTo>
                    <a:pt x="1186381" y="892603"/>
                  </a:lnTo>
                  <a:lnTo>
                    <a:pt x="1185728" y="892608"/>
                  </a:lnTo>
                  <a:close/>
                  <a:moveTo>
                    <a:pt x="1184400" y="892171"/>
                  </a:moveTo>
                  <a:lnTo>
                    <a:pt x="1186381" y="892603"/>
                  </a:lnTo>
                  <a:lnTo>
                    <a:pt x="1186726" y="891796"/>
                  </a:lnTo>
                  <a:close/>
                  <a:moveTo>
                    <a:pt x="1186726" y="891796"/>
                  </a:moveTo>
                  <a:lnTo>
                    <a:pt x="1186381" y="892603"/>
                  </a:lnTo>
                  <a:lnTo>
                    <a:pt x="1186755" y="892171"/>
                  </a:lnTo>
                  <a:close/>
                  <a:moveTo>
                    <a:pt x="1200052" y="808814"/>
                  </a:moveTo>
                  <a:lnTo>
                    <a:pt x="1194600" y="840634"/>
                  </a:lnTo>
                  <a:lnTo>
                    <a:pt x="1210562" y="808331"/>
                  </a:lnTo>
                  <a:close/>
                  <a:moveTo>
                    <a:pt x="1200052" y="808814"/>
                  </a:moveTo>
                  <a:lnTo>
                    <a:pt x="1210562" y="808331"/>
                  </a:lnTo>
                  <a:lnTo>
                    <a:pt x="1241946" y="790772"/>
                  </a:lnTo>
                  <a:close/>
                  <a:moveTo>
                    <a:pt x="835505" y="422737"/>
                  </a:moveTo>
                  <a:lnTo>
                    <a:pt x="866731" y="396190"/>
                  </a:lnTo>
                  <a:lnTo>
                    <a:pt x="848051" y="366126"/>
                  </a:lnTo>
                  <a:close/>
                  <a:moveTo>
                    <a:pt x="1259218" y="745359"/>
                  </a:moveTo>
                  <a:lnTo>
                    <a:pt x="1241946" y="790772"/>
                  </a:lnTo>
                  <a:lnTo>
                    <a:pt x="1257860" y="765004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30" name="Output_density__4229">
              <a:extLst>
                <a:ext uri="{FF2B5EF4-FFF2-40B4-BE49-F238E27FC236}">
                  <a16:creationId xmlns:a16="http://schemas.microsoft.com/office/drawing/2014/main" id="{D0D62481-FC61-6A99-7ED2-3DE9FEC1E5B8}"/>
                </a:ext>
              </a:extLst>
            </p:cNvPr>
            <p:cNvSpPr>
              <a:spLocks noGrp="1"/>
            </p:cNvSpPr>
            <p:nvPr/>
          </p:nvSpPr>
          <p:spPr>
            <a:xfrm>
              <a:off x="15358134" y="2736416"/>
              <a:ext cx="1371510" cy="1894781"/>
            </a:xfrm>
            <a:custGeom>
              <a:avLst/>
              <a:gdLst/>
              <a:ahLst/>
              <a:cxnLst/>
              <a:rect l="0" t="0" r="0" b="0"/>
              <a:pathLst>
                <a:path w="1371510" h="1894781">
                  <a:moveTo>
                    <a:pt x="0" y="1536705"/>
                  </a:moveTo>
                  <a:lnTo>
                    <a:pt x="49435" y="1587446"/>
                  </a:lnTo>
                  <a:lnTo>
                    <a:pt x="2350" y="1541039"/>
                  </a:lnTo>
                  <a:close/>
                  <a:moveTo>
                    <a:pt x="31680" y="1511816"/>
                  </a:moveTo>
                  <a:lnTo>
                    <a:pt x="2350" y="1541039"/>
                  </a:lnTo>
                  <a:lnTo>
                    <a:pt x="49435" y="1587446"/>
                  </a:lnTo>
                  <a:close/>
                  <a:moveTo>
                    <a:pt x="550718" y="1894781"/>
                  </a:moveTo>
                  <a:lnTo>
                    <a:pt x="597506" y="1831983"/>
                  </a:lnTo>
                  <a:lnTo>
                    <a:pt x="555002" y="1828556"/>
                  </a:lnTo>
                  <a:close/>
                  <a:moveTo>
                    <a:pt x="325466" y="1471034"/>
                  </a:moveTo>
                  <a:lnTo>
                    <a:pt x="368816" y="1439534"/>
                  </a:lnTo>
                  <a:lnTo>
                    <a:pt x="334232" y="1454891"/>
                  </a:lnTo>
                  <a:close/>
                  <a:moveTo>
                    <a:pt x="334232" y="1454891"/>
                  </a:moveTo>
                  <a:lnTo>
                    <a:pt x="368816" y="1439534"/>
                  </a:lnTo>
                  <a:lnTo>
                    <a:pt x="347151" y="1417212"/>
                  </a:lnTo>
                  <a:close/>
                  <a:moveTo>
                    <a:pt x="368816" y="1439534"/>
                  </a:moveTo>
                  <a:lnTo>
                    <a:pt x="411174" y="1481907"/>
                  </a:lnTo>
                  <a:lnTo>
                    <a:pt x="412645" y="1429125"/>
                  </a:lnTo>
                  <a:close/>
                  <a:moveTo>
                    <a:pt x="350078" y="1379266"/>
                  </a:moveTo>
                  <a:lnTo>
                    <a:pt x="347151" y="1417212"/>
                  </a:lnTo>
                  <a:lnTo>
                    <a:pt x="389842" y="1363904"/>
                  </a:lnTo>
                  <a:close/>
                  <a:moveTo>
                    <a:pt x="347151" y="1417212"/>
                  </a:moveTo>
                  <a:lnTo>
                    <a:pt x="368816" y="1439534"/>
                  </a:lnTo>
                  <a:lnTo>
                    <a:pt x="389842" y="1363904"/>
                  </a:lnTo>
                  <a:close/>
                  <a:moveTo>
                    <a:pt x="389842" y="1363904"/>
                  </a:moveTo>
                  <a:lnTo>
                    <a:pt x="368816" y="1439534"/>
                  </a:lnTo>
                  <a:lnTo>
                    <a:pt x="422906" y="1390869"/>
                  </a:lnTo>
                  <a:close/>
                  <a:moveTo>
                    <a:pt x="422906" y="1390869"/>
                  </a:moveTo>
                  <a:lnTo>
                    <a:pt x="368816" y="1439534"/>
                  </a:lnTo>
                  <a:lnTo>
                    <a:pt x="412645" y="1429125"/>
                  </a:lnTo>
                  <a:close/>
                  <a:moveTo>
                    <a:pt x="412645" y="1429125"/>
                  </a:moveTo>
                  <a:lnTo>
                    <a:pt x="411174" y="1481907"/>
                  </a:lnTo>
                  <a:lnTo>
                    <a:pt x="429172" y="1439534"/>
                  </a:lnTo>
                  <a:close/>
                  <a:moveTo>
                    <a:pt x="534896" y="1280216"/>
                  </a:moveTo>
                  <a:lnTo>
                    <a:pt x="555479" y="1267383"/>
                  </a:lnTo>
                  <a:lnTo>
                    <a:pt x="549622" y="1264179"/>
                  </a:lnTo>
                  <a:close/>
                  <a:moveTo>
                    <a:pt x="534896" y="1280216"/>
                  </a:moveTo>
                  <a:lnTo>
                    <a:pt x="549622" y="1264179"/>
                  </a:lnTo>
                  <a:lnTo>
                    <a:pt x="535660" y="1216852"/>
                  </a:lnTo>
                  <a:close/>
                  <a:moveTo>
                    <a:pt x="361734" y="1181561"/>
                  </a:moveTo>
                  <a:lnTo>
                    <a:pt x="404238" y="1184988"/>
                  </a:lnTo>
                  <a:lnTo>
                    <a:pt x="419680" y="1109691"/>
                  </a:lnTo>
                  <a:close/>
                  <a:moveTo>
                    <a:pt x="419680" y="1109691"/>
                  </a:moveTo>
                  <a:lnTo>
                    <a:pt x="404296" y="1185200"/>
                  </a:lnTo>
                  <a:lnTo>
                    <a:pt x="474773" y="1140314"/>
                  </a:lnTo>
                  <a:close/>
                  <a:moveTo>
                    <a:pt x="258342" y="913920"/>
                  </a:moveTo>
                  <a:lnTo>
                    <a:pt x="265252" y="880981"/>
                  </a:lnTo>
                  <a:lnTo>
                    <a:pt x="267705" y="927517"/>
                  </a:lnTo>
                  <a:close/>
                  <a:moveTo>
                    <a:pt x="259682" y="954960"/>
                  </a:moveTo>
                  <a:lnTo>
                    <a:pt x="258342" y="913920"/>
                  </a:lnTo>
                  <a:lnTo>
                    <a:pt x="274492" y="963534"/>
                  </a:lnTo>
                  <a:close/>
                  <a:moveTo>
                    <a:pt x="937042" y="1728009"/>
                  </a:moveTo>
                  <a:lnTo>
                    <a:pt x="962028" y="1739344"/>
                  </a:lnTo>
                  <a:lnTo>
                    <a:pt x="981598" y="1709634"/>
                  </a:lnTo>
                  <a:close/>
                  <a:moveTo>
                    <a:pt x="555479" y="1267383"/>
                  </a:moveTo>
                  <a:lnTo>
                    <a:pt x="606317" y="1315716"/>
                  </a:lnTo>
                  <a:lnTo>
                    <a:pt x="618021" y="1240085"/>
                  </a:lnTo>
                  <a:close/>
                  <a:moveTo>
                    <a:pt x="535594" y="1212643"/>
                  </a:moveTo>
                  <a:lnTo>
                    <a:pt x="556264" y="1262844"/>
                  </a:lnTo>
                  <a:lnTo>
                    <a:pt x="548358" y="1206529"/>
                  </a:lnTo>
                  <a:close/>
                  <a:moveTo>
                    <a:pt x="528575" y="1137012"/>
                  </a:moveTo>
                  <a:lnTo>
                    <a:pt x="548358" y="1206529"/>
                  </a:lnTo>
                  <a:lnTo>
                    <a:pt x="566778" y="1174730"/>
                  </a:lnTo>
                  <a:close/>
                  <a:moveTo>
                    <a:pt x="535594" y="1212643"/>
                  </a:moveTo>
                  <a:lnTo>
                    <a:pt x="548358" y="1206529"/>
                  </a:lnTo>
                  <a:lnTo>
                    <a:pt x="528575" y="1137012"/>
                  </a:lnTo>
                  <a:close/>
                  <a:moveTo>
                    <a:pt x="494099" y="1161106"/>
                  </a:moveTo>
                  <a:lnTo>
                    <a:pt x="535594" y="1212643"/>
                  </a:lnTo>
                  <a:lnTo>
                    <a:pt x="528575" y="1137012"/>
                  </a:lnTo>
                  <a:close/>
                  <a:moveTo>
                    <a:pt x="548358" y="1206529"/>
                  </a:moveTo>
                  <a:lnTo>
                    <a:pt x="605776" y="1188549"/>
                  </a:lnTo>
                  <a:lnTo>
                    <a:pt x="566778" y="1174730"/>
                  </a:lnTo>
                  <a:close/>
                  <a:moveTo>
                    <a:pt x="1019370" y="1576747"/>
                  </a:moveTo>
                  <a:lnTo>
                    <a:pt x="1023570" y="1650750"/>
                  </a:lnTo>
                  <a:lnTo>
                    <a:pt x="1045500" y="1606955"/>
                  </a:lnTo>
                  <a:close/>
                  <a:moveTo>
                    <a:pt x="1016518" y="1652378"/>
                  </a:moveTo>
                  <a:lnTo>
                    <a:pt x="1023570" y="1650750"/>
                  </a:lnTo>
                  <a:lnTo>
                    <a:pt x="1019370" y="1576747"/>
                  </a:lnTo>
                  <a:close/>
                  <a:moveTo>
                    <a:pt x="973274" y="1511590"/>
                  </a:moveTo>
                  <a:lnTo>
                    <a:pt x="933575" y="1497704"/>
                  </a:lnTo>
                  <a:lnTo>
                    <a:pt x="988447" y="1525211"/>
                  </a:lnTo>
                  <a:close/>
                  <a:moveTo>
                    <a:pt x="874203" y="1445248"/>
                  </a:moveTo>
                  <a:lnTo>
                    <a:pt x="938994" y="1473674"/>
                  </a:lnTo>
                  <a:lnTo>
                    <a:pt x="906602" y="1436992"/>
                  </a:lnTo>
                  <a:close/>
                  <a:moveTo>
                    <a:pt x="874203" y="1445248"/>
                  </a:moveTo>
                  <a:lnTo>
                    <a:pt x="933575" y="1497704"/>
                  </a:lnTo>
                  <a:lnTo>
                    <a:pt x="938994" y="1473674"/>
                  </a:lnTo>
                  <a:close/>
                  <a:moveTo>
                    <a:pt x="718457" y="1291622"/>
                  </a:moveTo>
                  <a:lnTo>
                    <a:pt x="743764" y="1312421"/>
                  </a:lnTo>
                  <a:lnTo>
                    <a:pt x="750047" y="1281991"/>
                  </a:lnTo>
                  <a:close/>
                  <a:moveTo>
                    <a:pt x="734495" y="1277767"/>
                  </a:moveTo>
                  <a:lnTo>
                    <a:pt x="718457" y="1291622"/>
                  </a:lnTo>
                  <a:lnTo>
                    <a:pt x="750047" y="1281991"/>
                  </a:lnTo>
                  <a:close/>
                  <a:moveTo>
                    <a:pt x="743764" y="1312421"/>
                  </a:moveTo>
                  <a:lnTo>
                    <a:pt x="749099" y="1291622"/>
                  </a:lnTo>
                  <a:lnTo>
                    <a:pt x="750047" y="1281991"/>
                  </a:lnTo>
                  <a:close/>
                  <a:moveTo>
                    <a:pt x="750047" y="1281991"/>
                  </a:moveTo>
                  <a:lnTo>
                    <a:pt x="749099" y="1291622"/>
                  </a:lnTo>
                  <a:lnTo>
                    <a:pt x="734495" y="1277767"/>
                  </a:lnTo>
                  <a:close/>
                  <a:moveTo>
                    <a:pt x="638587" y="1233899"/>
                  </a:moveTo>
                  <a:lnTo>
                    <a:pt x="643575" y="1287187"/>
                  </a:lnTo>
                  <a:lnTo>
                    <a:pt x="648364" y="1240085"/>
                  </a:lnTo>
                  <a:close/>
                  <a:moveTo>
                    <a:pt x="638587" y="1233899"/>
                  </a:moveTo>
                  <a:lnTo>
                    <a:pt x="648364" y="1240085"/>
                  </a:lnTo>
                  <a:lnTo>
                    <a:pt x="672511" y="1181559"/>
                  </a:lnTo>
                  <a:close/>
                  <a:moveTo>
                    <a:pt x="615918" y="1126843"/>
                  </a:moveTo>
                  <a:lnTo>
                    <a:pt x="577295" y="1120261"/>
                  </a:lnTo>
                  <a:lnTo>
                    <a:pt x="621134" y="1185345"/>
                  </a:lnTo>
                  <a:close/>
                  <a:moveTo>
                    <a:pt x="621134" y="1185345"/>
                  </a:moveTo>
                  <a:lnTo>
                    <a:pt x="672511" y="1181559"/>
                  </a:lnTo>
                  <a:lnTo>
                    <a:pt x="615918" y="1126843"/>
                  </a:lnTo>
                  <a:close/>
                  <a:moveTo>
                    <a:pt x="627906" y="1137012"/>
                  </a:moveTo>
                  <a:lnTo>
                    <a:pt x="619036" y="1061565"/>
                  </a:lnTo>
                  <a:lnTo>
                    <a:pt x="615918" y="1126843"/>
                  </a:lnTo>
                  <a:close/>
                  <a:moveTo>
                    <a:pt x="619400" y="1061382"/>
                  </a:moveTo>
                  <a:lnTo>
                    <a:pt x="650785" y="1073736"/>
                  </a:lnTo>
                  <a:lnTo>
                    <a:pt x="675481" y="1096899"/>
                  </a:lnTo>
                  <a:close/>
                  <a:moveTo>
                    <a:pt x="564078" y="1068263"/>
                  </a:moveTo>
                  <a:lnTo>
                    <a:pt x="583527" y="1062674"/>
                  </a:lnTo>
                  <a:lnTo>
                    <a:pt x="533090" y="1048776"/>
                  </a:lnTo>
                  <a:close/>
                  <a:moveTo>
                    <a:pt x="564078" y="1068263"/>
                  </a:moveTo>
                  <a:lnTo>
                    <a:pt x="619036" y="1061565"/>
                  </a:lnTo>
                  <a:lnTo>
                    <a:pt x="583527" y="1062674"/>
                  </a:lnTo>
                  <a:close/>
                  <a:moveTo>
                    <a:pt x="938994" y="1473674"/>
                  </a:moveTo>
                  <a:lnTo>
                    <a:pt x="933575" y="1497704"/>
                  </a:lnTo>
                  <a:lnTo>
                    <a:pt x="973274" y="1511590"/>
                  </a:lnTo>
                  <a:close/>
                  <a:moveTo>
                    <a:pt x="894055" y="1422138"/>
                  </a:moveTo>
                  <a:lnTo>
                    <a:pt x="874203" y="1445248"/>
                  </a:lnTo>
                  <a:lnTo>
                    <a:pt x="906602" y="1436992"/>
                  </a:lnTo>
                  <a:close/>
                  <a:moveTo>
                    <a:pt x="894055" y="1422138"/>
                  </a:moveTo>
                  <a:lnTo>
                    <a:pt x="872605" y="1383804"/>
                  </a:lnTo>
                  <a:lnTo>
                    <a:pt x="874203" y="1445248"/>
                  </a:lnTo>
                  <a:close/>
                  <a:moveTo>
                    <a:pt x="1102682" y="1561674"/>
                  </a:moveTo>
                  <a:lnTo>
                    <a:pt x="1045500" y="1606955"/>
                  </a:lnTo>
                  <a:lnTo>
                    <a:pt x="1096053" y="1621285"/>
                  </a:lnTo>
                  <a:close/>
                  <a:moveTo>
                    <a:pt x="1142133" y="1552654"/>
                  </a:moveTo>
                  <a:lnTo>
                    <a:pt x="1158989" y="1616622"/>
                  </a:lnTo>
                  <a:lnTo>
                    <a:pt x="1156522" y="1604190"/>
                  </a:lnTo>
                  <a:close/>
                  <a:moveTo>
                    <a:pt x="1142133" y="1552654"/>
                  </a:moveTo>
                  <a:lnTo>
                    <a:pt x="1102682" y="1561674"/>
                  </a:lnTo>
                  <a:lnTo>
                    <a:pt x="1096053" y="1621285"/>
                  </a:lnTo>
                  <a:close/>
                  <a:moveTo>
                    <a:pt x="1142133" y="1552654"/>
                  </a:moveTo>
                  <a:lnTo>
                    <a:pt x="1148380" y="1507353"/>
                  </a:lnTo>
                  <a:lnTo>
                    <a:pt x="1102682" y="1561674"/>
                  </a:lnTo>
                  <a:close/>
                  <a:moveTo>
                    <a:pt x="1102682" y="1561674"/>
                  </a:moveTo>
                  <a:lnTo>
                    <a:pt x="1141781" y="1505126"/>
                  </a:lnTo>
                  <a:lnTo>
                    <a:pt x="1094266" y="1505772"/>
                  </a:lnTo>
                  <a:close/>
                  <a:moveTo>
                    <a:pt x="973274" y="1511590"/>
                  </a:moveTo>
                  <a:lnTo>
                    <a:pt x="1042531" y="1509850"/>
                  </a:lnTo>
                  <a:lnTo>
                    <a:pt x="1039980" y="1451417"/>
                  </a:lnTo>
                  <a:close/>
                  <a:moveTo>
                    <a:pt x="973274" y="1511590"/>
                  </a:moveTo>
                  <a:lnTo>
                    <a:pt x="1039980" y="1451417"/>
                  </a:lnTo>
                  <a:lnTo>
                    <a:pt x="993811" y="1453478"/>
                  </a:lnTo>
                  <a:close/>
                  <a:moveTo>
                    <a:pt x="1072259" y="1460921"/>
                  </a:moveTo>
                  <a:lnTo>
                    <a:pt x="1042531" y="1509850"/>
                  </a:lnTo>
                  <a:lnTo>
                    <a:pt x="1094266" y="1505772"/>
                  </a:lnTo>
                  <a:close/>
                  <a:moveTo>
                    <a:pt x="988826" y="1449580"/>
                  </a:moveTo>
                  <a:lnTo>
                    <a:pt x="938994" y="1473674"/>
                  </a:lnTo>
                  <a:lnTo>
                    <a:pt x="973274" y="1511590"/>
                  </a:lnTo>
                  <a:close/>
                  <a:moveTo>
                    <a:pt x="938994" y="1473674"/>
                  </a:moveTo>
                  <a:lnTo>
                    <a:pt x="988826" y="1449580"/>
                  </a:lnTo>
                  <a:lnTo>
                    <a:pt x="906602" y="1436992"/>
                  </a:lnTo>
                  <a:close/>
                  <a:moveTo>
                    <a:pt x="923108" y="1398044"/>
                  </a:moveTo>
                  <a:lnTo>
                    <a:pt x="894055" y="1422138"/>
                  </a:lnTo>
                  <a:lnTo>
                    <a:pt x="906602" y="1436992"/>
                  </a:lnTo>
                  <a:close/>
                  <a:moveTo>
                    <a:pt x="923108" y="1398044"/>
                  </a:moveTo>
                  <a:lnTo>
                    <a:pt x="857520" y="1370601"/>
                  </a:lnTo>
                  <a:lnTo>
                    <a:pt x="894055" y="1422138"/>
                  </a:lnTo>
                  <a:close/>
                  <a:moveTo>
                    <a:pt x="691738" y="1112918"/>
                  </a:moveTo>
                  <a:lnTo>
                    <a:pt x="742216" y="1100129"/>
                  </a:lnTo>
                  <a:lnTo>
                    <a:pt x="675481" y="1096899"/>
                  </a:lnTo>
                  <a:close/>
                  <a:moveTo>
                    <a:pt x="675481" y="1096899"/>
                  </a:moveTo>
                  <a:lnTo>
                    <a:pt x="742216" y="1100129"/>
                  </a:lnTo>
                  <a:lnTo>
                    <a:pt x="752632" y="1075776"/>
                  </a:lnTo>
                  <a:close/>
                  <a:moveTo>
                    <a:pt x="675481" y="1096899"/>
                  </a:moveTo>
                  <a:lnTo>
                    <a:pt x="752632" y="1075776"/>
                  </a:lnTo>
                  <a:lnTo>
                    <a:pt x="702774" y="1064046"/>
                  </a:lnTo>
                  <a:close/>
                  <a:moveTo>
                    <a:pt x="286493" y="640063"/>
                  </a:moveTo>
                  <a:lnTo>
                    <a:pt x="319105" y="637853"/>
                  </a:lnTo>
                  <a:lnTo>
                    <a:pt x="270553" y="631000"/>
                  </a:lnTo>
                  <a:close/>
                  <a:moveTo>
                    <a:pt x="1109395" y="1493473"/>
                  </a:moveTo>
                  <a:lnTo>
                    <a:pt x="1148380" y="1507353"/>
                  </a:lnTo>
                  <a:lnTo>
                    <a:pt x="1158186" y="1528560"/>
                  </a:lnTo>
                  <a:close/>
                  <a:moveTo>
                    <a:pt x="1158186" y="1528560"/>
                  </a:moveTo>
                  <a:lnTo>
                    <a:pt x="1148380" y="1507353"/>
                  </a:lnTo>
                  <a:lnTo>
                    <a:pt x="1142133" y="1552654"/>
                  </a:lnTo>
                  <a:close/>
                  <a:moveTo>
                    <a:pt x="1072791" y="1439193"/>
                  </a:moveTo>
                  <a:lnTo>
                    <a:pt x="1041164" y="1449580"/>
                  </a:lnTo>
                  <a:lnTo>
                    <a:pt x="1109395" y="1493473"/>
                  </a:lnTo>
                  <a:close/>
                  <a:moveTo>
                    <a:pt x="522231" y="778155"/>
                  </a:moveTo>
                  <a:lnTo>
                    <a:pt x="524535" y="779604"/>
                  </a:lnTo>
                  <a:lnTo>
                    <a:pt x="487689" y="783908"/>
                  </a:lnTo>
                  <a:close/>
                  <a:moveTo>
                    <a:pt x="434092" y="623294"/>
                  </a:moveTo>
                  <a:lnTo>
                    <a:pt x="352058" y="624995"/>
                  </a:lnTo>
                  <a:lnTo>
                    <a:pt x="351763" y="625055"/>
                  </a:lnTo>
                  <a:close/>
                  <a:moveTo>
                    <a:pt x="1288125" y="1545582"/>
                  </a:moveTo>
                  <a:lnTo>
                    <a:pt x="1331783" y="1504466"/>
                  </a:lnTo>
                  <a:lnTo>
                    <a:pt x="1292476" y="1521321"/>
                  </a:lnTo>
                  <a:close/>
                  <a:moveTo>
                    <a:pt x="1089844" y="1258396"/>
                  </a:moveTo>
                  <a:lnTo>
                    <a:pt x="1076599" y="1278751"/>
                  </a:lnTo>
                  <a:lnTo>
                    <a:pt x="1122361" y="1246783"/>
                  </a:lnTo>
                  <a:close/>
                  <a:moveTo>
                    <a:pt x="1122361" y="1246783"/>
                  </a:moveTo>
                  <a:lnTo>
                    <a:pt x="1124200" y="1322413"/>
                  </a:lnTo>
                  <a:lnTo>
                    <a:pt x="1164084" y="1298319"/>
                  </a:lnTo>
                  <a:close/>
                  <a:moveTo>
                    <a:pt x="1089844" y="1258396"/>
                  </a:moveTo>
                  <a:lnTo>
                    <a:pt x="1122361" y="1246783"/>
                  </a:lnTo>
                  <a:lnTo>
                    <a:pt x="1100677" y="1233877"/>
                  </a:lnTo>
                  <a:close/>
                  <a:moveTo>
                    <a:pt x="962496" y="1167803"/>
                  </a:moveTo>
                  <a:lnTo>
                    <a:pt x="1023703" y="1195246"/>
                  </a:lnTo>
                  <a:lnTo>
                    <a:pt x="990051" y="1143709"/>
                  </a:lnTo>
                  <a:close/>
                  <a:moveTo>
                    <a:pt x="956643" y="1102493"/>
                  </a:moveTo>
                  <a:lnTo>
                    <a:pt x="987967" y="1122052"/>
                  </a:lnTo>
                  <a:lnTo>
                    <a:pt x="990051" y="1143709"/>
                  </a:lnTo>
                  <a:close/>
                  <a:moveTo>
                    <a:pt x="990051" y="1143709"/>
                  </a:moveTo>
                  <a:lnTo>
                    <a:pt x="987967" y="1122052"/>
                  </a:lnTo>
                  <a:lnTo>
                    <a:pt x="962496" y="1167803"/>
                  </a:lnTo>
                  <a:close/>
                  <a:moveTo>
                    <a:pt x="990051" y="1143709"/>
                  </a:moveTo>
                  <a:lnTo>
                    <a:pt x="979112" y="1128716"/>
                  </a:lnTo>
                  <a:lnTo>
                    <a:pt x="956643" y="1102493"/>
                  </a:lnTo>
                  <a:close/>
                  <a:moveTo>
                    <a:pt x="951668" y="1092173"/>
                  </a:moveTo>
                  <a:lnTo>
                    <a:pt x="956643" y="1102493"/>
                  </a:lnTo>
                  <a:lnTo>
                    <a:pt x="979112" y="1128716"/>
                  </a:lnTo>
                  <a:close/>
                  <a:moveTo>
                    <a:pt x="1327241" y="1430314"/>
                  </a:moveTo>
                  <a:lnTo>
                    <a:pt x="1330390" y="1433806"/>
                  </a:lnTo>
                  <a:lnTo>
                    <a:pt x="1326248" y="1428835"/>
                  </a:lnTo>
                  <a:close/>
                  <a:moveTo>
                    <a:pt x="1356281" y="1480372"/>
                  </a:moveTo>
                  <a:lnTo>
                    <a:pt x="1331783" y="1504466"/>
                  </a:lnTo>
                  <a:lnTo>
                    <a:pt x="1371510" y="1547767"/>
                  </a:lnTo>
                  <a:close/>
                  <a:moveTo>
                    <a:pt x="1327241" y="1430314"/>
                  </a:moveTo>
                  <a:lnTo>
                    <a:pt x="1347122" y="1456586"/>
                  </a:lnTo>
                  <a:lnTo>
                    <a:pt x="1356281" y="1480372"/>
                  </a:lnTo>
                  <a:close/>
                  <a:moveTo>
                    <a:pt x="1356281" y="1480372"/>
                  </a:moveTo>
                  <a:lnTo>
                    <a:pt x="1330390" y="1433806"/>
                  </a:lnTo>
                  <a:lnTo>
                    <a:pt x="1327241" y="1430314"/>
                  </a:lnTo>
                  <a:close/>
                  <a:moveTo>
                    <a:pt x="1122361" y="1246783"/>
                  </a:moveTo>
                  <a:lnTo>
                    <a:pt x="1165060" y="1297972"/>
                  </a:lnTo>
                  <a:lnTo>
                    <a:pt x="1178653" y="1224178"/>
                  </a:lnTo>
                  <a:close/>
                  <a:moveTo>
                    <a:pt x="1165060" y="1297972"/>
                  </a:moveTo>
                  <a:lnTo>
                    <a:pt x="1218616" y="1292414"/>
                  </a:lnTo>
                  <a:lnTo>
                    <a:pt x="1178653" y="1224178"/>
                  </a:lnTo>
                  <a:close/>
                  <a:moveTo>
                    <a:pt x="1315601" y="1353205"/>
                  </a:moveTo>
                  <a:lnTo>
                    <a:pt x="1311708" y="1363959"/>
                  </a:lnTo>
                  <a:lnTo>
                    <a:pt x="1300594" y="1377299"/>
                  </a:lnTo>
                  <a:close/>
                  <a:moveTo>
                    <a:pt x="1183928" y="1100661"/>
                  </a:moveTo>
                  <a:lnTo>
                    <a:pt x="1107913" y="1126031"/>
                  </a:lnTo>
                  <a:lnTo>
                    <a:pt x="1140508" y="1113000"/>
                  </a:lnTo>
                  <a:close/>
                  <a:moveTo>
                    <a:pt x="1056246" y="1059500"/>
                  </a:moveTo>
                  <a:lnTo>
                    <a:pt x="1102324" y="1105134"/>
                  </a:lnTo>
                  <a:lnTo>
                    <a:pt x="1104582" y="1058186"/>
                  </a:lnTo>
                  <a:close/>
                  <a:moveTo>
                    <a:pt x="1056246" y="1059500"/>
                  </a:moveTo>
                  <a:lnTo>
                    <a:pt x="1083280" y="1033934"/>
                  </a:lnTo>
                  <a:lnTo>
                    <a:pt x="1032796" y="1019859"/>
                  </a:lnTo>
                  <a:close/>
                  <a:moveTo>
                    <a:pt x="1089774" y="1007481"/>
                  </a:moveTo>
                  <a:lnTo>
                    <a:pt x="1113373" y="1011546"/>
                  </a:lnTo>
                  <a:lnTo>
                    <a:pt x="1100772" y="992449"/>
                  </a:lnTo>
                  <a:close/>
                  <a:moveTo>
                    <a:pt x="1102324" y="1105134"/>
                  </a:moveTo>
                  <a:lnTo>
                    <a:pt x="1135036" y="1043985"/>
                  </a:lnTo>
                  <a:lnTo>
                    <a:pt x="1104582" y="1058186"/>
                  </a:lnTo>
                  <a:close/>
                  <a:moveTo>
                    <a:pt x="1143097" y="1082902"/>
                  </a:moveTo>
                  <a:lnTo>
                    <a:pt x="1180362" y="1087330"/>
                  </a:lnTo>
                  <a:lnTo>
                    <a:pt x="1102324" y="1105134"/>
                  </a:lnTo>
                  <a:close/>
                  <a:moveTo>
                    <a:pt x="1196760" y="1108861"/>
                  </a:moveTo>
                  <a:lnTo>
                    <a:pt x="1217076" y="1095522"/>
                  </a:lnTo>
                  <a:lnTo>
                    <a:pt x="1180362" y="1087330"/>
                  </a:lnTo>
                  <a:close/>
                  <a:moveTo>
                    <a:pt x="751695" y="532675"/>
                  </a:moveTo>
                  <a:lnTo>
                    <a:pt x="741400" y="536107"/>
                  </a:lnTo>
                  <a:lnTo>
                    <a:pt x="748272" y="528619"/>
                  </a:lnTo>
                  <a:close/>
                  <a:moveTo>
                    <a:pt x="371271" y="232665"/>
                  </a:moveTo>
                  <a:lnTo>
                    <a:pt x="398308" y="185924"/>
                  </a:lnTo>
                  <a:lnTo>
                    <a:pt x="357863" y="180822"/>
                  </a:lnTo>
                  <a:close/>
                  <a:moveTo>
                    <a:pt x="1100772" y="992449"/>
                  </a:moveTo>
                  <a:lnTo>
                    <a:pt x="1076374" y="955633"/>
                  </a:lnTo>
                  <a:lnTo>
                    <a:pt x="1089774" y="1007481"/>
                  </a:lnTo>
                  <a:close/>
                  <a:moveTo>
                    <a:pt x="1291416" y="1145725"/>
                  </a:moveTo>
                  <a:lnTo>
                    <a:pt x="1277113" y="1147058"/>
                  </a:lnTo>
                  <a:lnTo>
                    <a:pt x="1268389" y="1189207"/>
                  </a:lnTo>
                  <a:close/>
                  <a:moveTo>
                    <a:pt x="1320402" y="1184903"/>
                  </a:moveTo>
                  <a:lnTo>
                    <a:pt x="1291416" y="1145725"/>
                  </a:lnTo>
                  <a:lnTo>
                    <a:pt x="1268389" y="1189207"/>
                  </a:lnTo>
                  <a:close/>
                  <a:moveTo>
                    <a:pt x="1320402" y="1184903"/>
                  </a:moveTo>
                  <a:lnTo>
                    <a:pt x="1312659" y="1232615"/>
                  </a:lnTo>
                  <a:lnTo>
                    <a:pt x="1345585" y="1198595"/>
                  </a:lnTo>
                  <a:close/>
                  <a:moveTo>
                    <a:pt x="1291416" y="1145725"/>
                  </a:moveTo>
                  <a:lnTo>
                    <a:pt x="1320402" y="1184903"/>
                  </a:lnTo>
                  <a:lnTo>
                    <a:pt x="1345585" y="1198595"/>
                  </a:lnTo>
                  <a:close/>
                  <a:moveTo>
                    <a:pt x="1230960" y="1094150"/>
                  </a:moveTo>
                  <a:lnTo>
                    <a:pt x="1180362" y="1087330"/>
                  </a:lnTo>
                  <a:lnTo>
                    <a:pt x="1217076" y="1095522"/>
                  </a:lnTo>
                  <a:close/>
                  <a:moveTo>
                    <a:pt x="1193236" y="1024094"/>
                  </a:moveTo>
                  <a:lnTo>
                    <a:pt x="1180362" y="1087330"/>
                  </a:lnTo>
                  <a:lnTo>
                    <a:pt x="1230960" y="1094150"/>
                  </a:lnTo>
                  <a:close/>
                  <a:moveTo>
                    <a:pt x="1135036" y="1043985"/>
                  </a:moveTo>
                  <a:lnTo>
                    <a:pt x="1180362" y="1087330"/>
                  </a:lnTo>
                  <a:lnTo>
                    <a:pt x="1193236" y="1024094"/>
                  </a:lnTo>
                  <a:close/>
                  <a:moveTo>
                    <a:pt x="1135036" y="1043985"/>
                  </a:moveTo>
                  <a:lnTo>
                    <a:pt x="1193236" y="1024094"/>
                  </a:lnTo>
                  <a:lnTo>
                    <a:pt x="1113373" y="1011546"/>
                  </a:lnTo>
                  <a:close/>
                  <a:moveTo>
                    <a:pt x="1115417" y="968355"/>
                  </a:moveTo>
                  <a:lnTo>
                    <a:pt x="1100772" y="992449"/>
                  </a:lnTo>
                  <a:lnTo>
                    <a:pt x="1113373" y="1011546"/>
                  </a:lnTo>
                  <a:close/>
                  <a:moveTo>
                    <a:pt x="1115417" y="968355"/>
                  </a:moveTo>
                  <a:lnTo>
                    <a:pt x="1066377" y="940912"/>
                  </a:lnTo>
                  <a:lnTo>
                    <a:pt x="1100772" y="992449"/>
                  </a:lnTo>
                  <a:close/>
                  <a:moveTo>
                    <a:pt x="744084" y="504525"/>
                  </a:moveTo>
                  <a:lnTo>
                    <a:pt x="751695" y="532675"/>
                  </a:lnTo>
                  <a:lnTo>
                    <a:pt x="748272" y="528619"/>
                  </a:lnTo>
                  <a:close/>
                  <a:moveTo>
                    <a:pt x="772014" y="573961"/>
                  </a:moveTo>
                  <a:lnTo>
                    <a:pt x="751695" y="532675"/>
                  </a:lnTo>
                  <a:lnTo>
                    <a:pt x="721185" y="577302"/>
                  </a:lnTo>
                  <a:close/>
                  <a:moveTo>
                    <a:pt x="841578" y="559156"/>
                  </a:moveTo>
                  <a:lnTo>
                    <a:pt x="822044" y="621021"/>
                  </a:lnTo>
                  <a:lnTo>
                    <a:pt x="896972" y="591587"/>
                  </a:lnTo>
                  <a:close/>
                  <a:moveTo>
                    <a:pt x="744084" y="504525"/>
                  </a:moveTo>
                  <a:lnTo>
                    <a:pt x="748272" y="528619"/>
                  </a:lnTo>
                  <a:lnTo>
                    <a:pt x="721011" y="477083"/>
                  </a:lnTo>
                  <a:close/>
                  <a:moveTo>
                    <a:pt x="567576" y="195306"/>
                  </a:moveTo>
                  <a:lnTo>
                    <a:pt x="539858" y="146810"/>
                  </a:lnTo>
                  <a:lnTo>
                    <a:pt x="549022" y="164044"/>
                  </a:lnTo>
                  <a:close/>
                  <a:moveTo>
                    <a:pt x="402761" y="101452"/>
                  </a:moveTo>
                  <a:lnTo>
                    <a:pt x="446072" y="116327"/>
                  </a:lnTo>
                  <a:lnTo>
                    <a:pt x="446319" y="40696"/>
                  </a:lnTo>
                  <a:close/>
                  <a:moveTo>
                    <a:pt x="522234" y="98396"/>
                  </a:moveTo>
                  <a:lnTo>
                    <a:pt x="524401" y="71990"/>
                  </a:lnTo>
                  <a:lnTo>
                    <a:pt x="472508" y="52648"/>
                  </a:lnTo>
                  <a:close/>
                  <a:moveTo>
                    <a:pt x="338099" y="8662"/>
                  </a:moveTo>
                  <a:lnTo>
                    <a:pt x="413039" y="40696"/>
                  </a:lnTo>
                  <a:lnTo>
                    <a:pt x="419777" y="42983"/>
                  </a:lnTo>
                  <a:close/>
                  <a:moveTo>
                    <a:pt x="1061847" y="741232"/>
                  </a:moveTo>
                  <a:lnTo>
                    <a:pt x="1023744" y="716215"/>
                  </a:lnTo>
                  <a:lnTo>
                    <a:pt x="1011879" y="743873"/>
                  </a:lnTo>
                  <a:close/>
                  <a:moveTo>
                    <a:pt x="901747" y="481712"/>
                  </a:moveTo>
                  <a:lnTo>
                    <a:pt x="859722" y="428895"/>
                  </a:lnTo>
                  <a:lnTo>
                    <a:pt x="834362" y="435770"/>
                  </a:lnTo>
                  <a:close/>
                  <a:moveTo>
                    <a:pt x="769927" y="401452"/>
                  </a:moveTo>
                  <a:lnTo>
                    <a:pt x="834362" y="435770"/>
                  </a:lnTo>
                  <a:lnTo>
                    <a:pt x="785153" y="387970"/>
                  </a:lnTo>
                  <a:close/>
                  <a:moveTo>
                    <a:pt x="772684" y="385188"/>
                  </a:moveTo>
                  <a:lnTo>
                    <a:pt x="769927" y="401452"/>
                  </a:lnTo>
                  <a:lnTo>
                    <a:pt x="785153" y="387970"/>
                  </a:lnTo>
                  <a:close/>
                  <a:moveTo>
                    <a:pt x="795586" y="341808"/>
                  </a:moveTo>
                  <a:lnTo>
                    <a:pt x="769927" y="401452"/>
                  </a:lnTo>
                  <a:lnTo>
                    <a:pt x="772684" y="385188"/>
                  </a:lnTo>
                  <a:close/>
                  <a:moveTo>
                    <a:pt x="537630" y="195306"/>
                  </a:moveTo>
                  <a:lnTo>
                    <a:pt x="562560" y="214662"/>
                  </a:lnTo>
                  <a:lnTo>
                    <a:pt x="565202" y="188949"/>
                  </a:lnTo>
                  <a:close/>
                  <a:moveTo>
                    <a:pt x="549022" y="164044"/>
                  </a:moveTo>
                  <a:lnTo>
                    <a:pt x="537630" y="195306"/>
                  </a:lnTo>
                  <a:lnTo>
                    <a:pt x="565202" y="188949"/>
                  </a:lnTo>
                  <a:close/>
                  <a:moveTo>
                    <a:pt x="535407" y="24944"/>
                  </a:moveTo>
                  <a:lnTo>
                    <a:pt x="472508" y="52648"/>
                  </a:lnTo>
                  <a:lnTo>
                    <a:pt x="524401" y="71990"/>
                  </a:lnTo>
                  <a:close/>
                  <a:moveTo>
                    <a:pt x="483437" y="29211"/>
                  </a:moveTo>
                  <a:lnTo>
                    <a:pt x="472508" y="52648"/>
                  </a:lnTo>
                  <a:lnTo>
                    <a:pt x="535407" y="24944"/>
                  </a:lnTo>
                  <a:close/>
                  <a:moveTo>
                    <a:pt x="483437" y="29211"/>
                  </a:moveTo>
                  <a:lnTo>
                    <a:pt x="535407" y="24944"/>
                  </a:lnTo>
                  <a:lnTo>
                    <a:pt x="505146" y="0"/>
                  </a:lnTo>
                  <a:close/>
                  <a:moveTo>
                    <a:pt x="953311" y="477774"/>
                  </a:moveTo>
                  <a:lnTo>
                    <a:pt x="921773" y="480431"/>
                  </a:lnTo>
                  <a:lnTo>
                    <a:pt x="937685" y="515238"/>
                  </a:lnTo>
                  <a:close/>
                  <a:moveTo>
                    <a:pt x="901262" y="472730"/>
                  </a:moveTo>
                  <a:lnTo>
                    <a:pt x="870675" y="406247"/>
                  </a:lnTo>
                  <a:lnTo>
                    <a:pt x="859722" y="428895"/>
                  </a:lnTo>
                  <a:close/>
                  <a:moveTo>
                    <a:pt x="1267490" y="750737"/>
                  </a:moveTo>
                  <a:lnTo>
                    <a:pt x="1290885" y="817094"/>
                  </a:lnTo>
                  <a:lnTo>
                    <a:pt x="1329399" y="755600"/>
                  </a:lnTo>
                  <a:close/>
                  <a:moveTo>
                    <a:pt x="1329399" y="755600"/>
                  </a:moveTo>
                  <a:lnTo>
                    <a:pt x="1366865" y="745912"/>
                  </a:lnTo>
                  <a:lnTo>
                    <a:pt x="1331965" y="74146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31" name="Output_density__4230">
              <a:extLst>
                <a:ext uri="{FF2B5EF4-FFF2-40B4-BE49-F238E27FC236}">
                  <a16:creationId xmlns:a16="http://schemas.microsoft.com/office/drawing/2014/main" id="{2AF4E578-76CF-D603-31EB-1EB3A762BD27}"/>
                </a:ext>
              </a:extLst>
            </p:cNvPr>
            <p:cNvSpPr>
              <a:spLocks noGrp="1"/>
            </p:cNvSpPr>
            <p:nvPr/>
          </p:nvSpPr>
          <p:spPr>
            <a:xfrm>
              <a:off x="15358134" y="2677125"/>
              <a:ext cx="1465778" cy="1972063"/>
            </a:xfrm>
            <a:custGeom>
              <a:avLst/>
              <a:gdLst/>
              <a:ahLst/>
              <a:cxnLst/>
              <a:rect l="0" t="0" r="0" b="0"/>
              <a:pathLst>
                <a:path w="1465778" h="1972063">
                  <a:moveTo>
                    <a:pt x="0" y="1595996"/>
                  </a:moveTo>
                  <a:lnTo>
                    <a:pt x="56164" y="1651060"/>
                  </a:lnTo>
                  <a:lnTo>
                    <a:pt x="49435" y="1646737"/>
                  </a:lnTo>
                  <a:close/>
                  <a:moveTo>
                    <a:pt x="273903" y="1782015"/>
                  </a:moveTo>
                  <a:lnTo>
                    <a:pt x="316951" y="1841946"/>
                  </a:lnTo>
                  <a:lnTo>
                    <a:pt x="331701" y="1823435"/>
                  </a:lnTo>
                  <a:close/>
                  <a:moveTo>
                    <a:pt x="204766" y="1731700"/>
                  </a:moveTo>
                  <a:lnTo>
                    <a:pt x="199517" y="1725717"/>
                  </a:lnTo>
                  <a:lnTo>
                    <a:pt x="149126" y="1676210"/>
                  </a:lnTo>
                  <a:close/>
                  <a:moveTo>
                    <a:pt x="443922" y="1933434"/>
                  </a:moveTo>
                  <a:lnTo>
                    <a:pt x="414242" y="1926318"/>
                  </a:lnTo>
                  <a:lnTo>
                    <a:pt x="456713" y="1941480"/>
                  </a:lnTo>
                  <a:close/>
                  <a:moveTo>
                    <a:pt x="493785" y="1945187"/>
                  </a:moveTo>
                  <a:lnTo>
                    <a:pt x="443922" y="1933434"/>
                  </a:lnTo>
                  <a:lnTo>
                    <a:pt x="456713" y="1941480"/>
                  </a:lnTo>
                  <a:close/>
                  <a:moveTo>
                    <a:pt x="530942" y="1970150"/>
                  </a:moveTo>
                  <a:lnTo>
                    <a:pt x="525304" y="1959306"/>
                  </a:lnTo>
                  <a:lnTo>
                    <a:pt x="511612" y="1972063"/>
                  </a:lnTo>
                  <a:close/>
                  <a:moveTo>
                    <a:pt x="511612" y="1972063"/>
                  </a:moveTo>
                  <a:lnTo>
                    <a:pt x="525304" y="1959306"/>
                  </a:lnTo>
                  <a:lnTo>
                    <a:pt x="493785" y="1945187"/>
                  </a:lnTo>
                  <a:close/>
                  <a:moveTo>
                    <a:pt x="511612" y="1972063"/>
                  </a:moveTo>
                  <a:lnTo>
                    <a:pt x="493785" y="1945187"/>
                  </a:lnTo>
                  <a:lnTo>
                    <a:pt x="456713" y="1941480"/>
                  </a:lnTo>
                  <a:close/>
                  <a:moveTo>
                    <a:pt x="357841" y="1777253"/>
                  </a:moveTo>
                  <a:lnTo>
                    <a:pt x="352663" y="1766910"/>
                  </a:lnTo>
                  <a:lnTo>
                    <a:pt x="331701" y="1823435"/>
                  </a:lnTo>
                  <a:close/>
                  <a:moveTo>
                    <a:pt x="335411" y="1701623"/>
                  </a:moveTo>
                  <a:lnTo>
                    <a:pt x="353118" y="1753159"/>
                  </a:lnTo>
                  <a:lnTo>
                    <a:pt x="333203" y="1725717"/>
                  </a:lnTo>
                  <a:close/>
                  <a:moveTo>
                    <a:pt x="525304" y="1959306"/>
                  </a:moveTo>
                  <a:lnTo>
                    <a:pt x="530942" y="1970150"/>
                  </a:lnTo>
                  <a:lnTo>
                    <a:pt x="546571" y="1967868"/>
                  </a:lnTo>
                  <a:close/>
                  <a:moveTo>
                    <a:pt x="525304" y="1959306"/>
                  </a:moveTo>
                  <a:lnTo>
                    <a:pt x="546571" y="1967868"/>
                  </a:lnTo>
                  <a:lnTo>
                    <a:pt x="550718" y="1954072"/>
                  </a:lnTo>
                  <a:close/>
                  <a:moveTo>
                    <a:pt x="550718" y="1954072"/>
                  </a:moveTo>
                  <a:lnTo>
                    <a:pt x="493785" y="1945187"/>
                  </a:lnTo>
                  <a:lnTo>
                    <a:pt x="525304" y="1959306"/>
                  </a:lnTo>
                  <a:close/>
                  <a:moveTo>
                    <a:pt x="335438" y="1701430"/>
                  </a:moveTo>
                  <a:lnTo>
                    <a:pt x="353118" y="1753159"/>
                  </a:lnTo>
                  <a:lnTo>
                    <a:pt x="335411" y="1701623"/>
                  </a:lnTo>
                  <a:close/>
                  <a:moveTo>
                    <a:pt x="309428" y="1684594"/>
                  </a:moveTo>
                  <a:lnTo>
                    <a:pt x="335438" y="1701430"/>
                  </a:lnTo>
                  <a:lnTo>
                    <a:pt x="293412" y="1634872"/>
                  </a:lnTo>
                  <a:close/>
                  <a:moveTo>
                    <a:pt x="293746" y="1522919"/>
                  </a:moveTo>
                  <a:lnTo>
                    <a:pt x="334232" y="1514182"/>
                  </a:lnTo>
                  <a:lnTo>
                    <a:pt x="275890" y="1519645"/>
                  </a:lnTo>
                  <a:close/>
                  <a:moveTo>
                    <a:pt x="275890" y="1519645"/>
                  </a:moveTo>
                  <a:lnTo>
                    <a:pt x="347151" y="1476503"/>
                  </a:lnTo>
                  <a:lnTo>
                    <a:pt x="303498" y="1487966"/>
                  </a:lnTo>
                  <a:close/>
                  <a:moveTo>
                    <a:pt x="471738" y="1458060"/>
                  </a:moveTo>
                  <a:lnTo>
                    <a:pt x="412645" y="1488416"/>
                  </a:lnTo>
                  <a:lnTo>
                    <a:pt x="427445" y="1447288"/>
                  </a:lnTo>
                  <a:close/>
                  <a:moveTo>
                    <a:pt x="315502" y="1428684"/>
                  </a:moveTo>
                  <a:lnTo>
                    <a:pt x="350078" y="1438557"/>
                  </a:lnTo>
                  <a:lnTo>
                    <a:pt x="317381" y="1395752"/>
                  </a:lnTo>
                  <a:close/>
                  <a:moveTo>
                    <a:pt x="422906" y="1450160"/>
                  </a:moveTo>
                  <a:lnTo>
                    <a:pt x="471738" y="1458060"/>
                  </a:lnTo>
                  <a:lnTo>
                    <a:pt x="498813" y="1424388"/>
                  </a:lnTo>
                  <a:close/>
                  <a:moveTo>
                    <a:pt x="498813" y="1424388"/>
                  </a:moveTo>
                  <a:lnTo>
                    <a:pt x="471738" y="1458060"/>
                  </a:lnTo>
                  <a:lnTo>
                    <a:pt x="541835" y="1410564"/>
                  </a:lnTo>
                  <a:close/>
                  <a:moveTo>
                    <a:pt x="937042" y="1787300"/>
                  </a:moveTo>
                  <a:lnTo>
                    <a:pt x="930589" y="1815990"/>
                  </a:lnTo>
                  <a:lnTo>
                    <a:pt x="962028" y="1798634"/>
                  </a:lnTo>
                  <a:close/>
                  <a:moveTo>
                    <a:pt x="937042" y="1787300"/>
                  </a:moveTo>
                  <a:lnTo>
                    <a:pt x="905003" y="1811393"/>
                  </a:lnTo>
                  <a:lnTo>
                    <a:pt x="930589" y="1815990"/>
                  </a:lnTo>
                  <a:close/>
                  <a:moveTo>
                    <a:pt x="548739" y="1390995"/>
                  </a:moveTo>
                  <a:lnTo>
                    <a:pt x="498813" y="1424388"/>
                  </a:lnTo>
                  <a:lnTo>
                    <a:pt x="541835" y="1410564"/>
                  </a:lnTo>
                  <a:close/>
                  <a:moveTo>
                    <a:pt x="548739" y="1390995"/>
                  </a:moveTo>
                  <a:lnTo>
                    <a:pt x="511428" y="1383347"/>
                  </a:lnTo>
                  <a:lnTo>
                    <a:pt x="498813" y="1424388"/>
                  </a:lnTo>
                  <a:close/>
                  <a:moveTo>
                    <a:pt x="503717" y="1326873"/>
                  </a:moveTo>
                  <a:lnTo>
                    <a:pt x="548739" y="1390995"/>
                  </a:lnTo>
                  <a:lnTo>
                    <a:pt x="524527" y="1347564"/>
                  </a:lnTo>
                  <a:close/>
                  <a:moveTo>
                    <a:pt x="541835" y="1410564"/>
                  </a:moveTo>
                  <a:lnTo>
                    <a:pt x="556935" y="1399101"/>
                  </a:lnTo>
                  <a:lnTo>
                    <a:pt x="548739" y="1390995"/>
                  </a:lnTo>
                  <a:close/>
                  <a:moveTo>
                    <a:pt x="548739" y="1390995"/>
                  </a:moveTo>
                  <a:lnTo>
                    <a:pt x="556935" y="1399101"/>
                  </a:lnTo>
                  <a:lnTo>
                    <a:pt x="525835" y="1350741"/>
                  </a:lnTo>
                  <a:close/>
                  <a:moveTo>
                    <a:pt x="659775" y="1367267"/>
                  </a:moveTo>
                  <a:lnTo>
                    <a:pt x="629413" y="1375007"/>
                  </a:lnTo>
                  <a:lnTo>
                    <a:pt x="608434" y="1380446"/>
                  </a:lnTo>
                  <a:close/>
                  <a:moveTo>
                    <a:pt x="404296" y="1244491"/>
                  </a:moveTo>
                  <a:lnTo>
                    <a:pt x="404238" y="1244279"/>
                  </a:lnTo>
                  <a:lnTo>
                    <a:pt x="452048" y="1271934"/>
                  </a:lnTo>
                  <a:close/>
                  <a:moveTo>
                    <a:pt x="474773" y="1199605"/>
                  </a:moveTo>
                  <a:lnTo>
                    <a:pt x="404296" y="1244491"/>
                  </a:lnTo>
                  <a:lnTo>
                    <a:pt x="443339" y="1216979"/>
                  </a:lnTo>
                  <a:close/>
                  <a:moveTo>
                    <a:pt x="258342" y="973211"/>
                  </a:moveTo>
                  <a:lnTo>
                    <a:pt x="309311" y="1032500"/>
                  </a:lnTo>
                  <a:lnTo>
                    <a:pt x="274492" y="1022825"/>
                  </a:lnTo>
                  <a:close/>
                  <a:moveTo>
                    <a:pt x="274492" y="1022825"/>
                  </a:moveTo>
                  <a:lnTo>
                    <a:pt x="338794" y="1065787"/>
                  </a:lnTo>
                  <a:lnTo>
                    <a:pt x="290091" y="1033139"/>
                  </a:lnTo>
                  <a:close/>
                  <a:moveTo>
                    <a:pt x="981598" y="1768925"/>
                  </a:moveTo>
                  <a:lnTo>
                    <a:pt x="962028" y="1798634"/>
                  </a:lnTo>
                  <a:lnTo>
                    <a:pt x="983746" y="1787300"/>
                  </a:lnTo>
                  <a:close/>
                  <a:moveTo>
                    <a:pt x="643575" y="1346478"/>
                  </a:moveTo>
                  <a:lnTo>
                    <a:pt x="606317" y="1375007"/>
                  </a:lnTo>
                  <a:lnTo>
                    <a:pt x="640333" y="1354514"/>
                  </a:lnTo>
                  <a:close/>
                  <a:moveTo>
                    <a:pt x="640333" y="1354514"/>
                  </a:moveTo>
                  <a:lnTo>
                    <a:pt x="616497" y="1380137"/>
                  </a:lnTo>
                  <a:lnTo>
                    <a:pt x="629413" y="1375007"/>
                  </a:lnTo>
                  <a:close/>
                  <a:moveTo>
                    <a:pt x="629413" y="1375007"/>
                  </a:moveTo>
                  <a:lnTo>
                    <a:pt x="659775" y="1367267"/>
                  </a:lnTo>
                  <a:lnTo>
                    <a:pt x="640333" y="1354514"/>
                  </a:lnTo>
                  <a:close/>
                  <a:moveTo>
                    <a:pt x="1083260" y="1699497"/>
                  </a:moveTo>
                  <a:lnTo>
                    <a:pt x="1023570" y="1710041"/>
                  </a:lnTo>
                  <a:lnTo>
                    <a:pt x="1024799" y="1723750"/>
                  </a:lnTo>
                  <a:close/>
                  <a:moveTo>
                    <a:pt x="289233" y="760131"/>
                  </a:moveTo>
                  <a:lnTo>
                    <a:pt x="251225" y="835547"/>
                  </a:lnTo>
                  <a:lnTo>
                    <a:pt x="261108" y="789880"/>
                  </a:lnTo>
                  <a:close/>
                  <a:moveTo>
                    <a:pt x="344076" y="816007"/>
                  </a:moveTo>
                  <a:lnTo>
                    <a:pt x="345627" y="811453"/>
                  </a:lnTo>
                  <a:lnTo>
                    <a:pt x="316386" y="821878"/>
                  </a:lnTo>
                  <a:close/>
                  <a:moveTo>
                    <a:pt x="316386" y="821878"/>
                  </a:moveTo>
                  <a:lnTo>
                    <a:pt x="345627" y="811453"/>
                  </a:lnTo>
                  <a:lnTo>
                    <a:pt x="289233" y="760131"/>
                  </a:lnTo>
                  <a:close/>
                  <a:moveTo>
                    <a:pt x="316386" y="821878"/>
                  </a:moveTo>
                  <a:lnTo>
                    <a:pt x="289233" y="760131"/>
                  </a:lnTo>
                  <a:lnTo>
                    <a:pt x="261108" y="789880"/>
                  </a:lnTo>
                  <a:close/>
                  <a:moveTo>
                    <a:pt x="345627" y="811453"/>
                  </a:moveTo>
                  <a:lnTo>
                    <a:pt x="344076" y="816007"/>
                  </a:lnTo>
                  <a:lnTo>
                    <a:pt x="350509" y="814558"/>
                  </a:lnTo>
                  <a:close/>
                  <a:moveTo>
                    <a:pt x="400500" y="826790"/>
                  </a:moveTo>
                  <a:lnTo>
                    <a:pt x="350509" y="814558"/>
                  </a:lnTo>
                  <a:lnTo>
                    <a:pt x="344076" y="816007"/>
                  </a:lnTo>
                  <a:close/>
                  <a:moveTo>
                    <a:pt x="1041164" y="1508871"/>
                  </a:moveTo>
                  <a:lnTo>
                    <a:pt x="1039980" y="1510708"/>
                  </a:lnTo>
                  <a:lnTo>
                    <a:pt x="1072259" y="1520212"/>
                  </a:lnTo>
                  <a:close/>
                  <a:moveTo>
                    <a:pt x="1016197" y="1465064"/>
                  </a:moveTo>
                  <a:lnTo>
                    <a:pt x="1041164" y="1508871"/>
                  </a:lnTo>
                  <a:lnTo>
                    <a:pt x="1072259" y="1520212"/>
                  </a:lnTo>
                  <a:close/>
                  <a:moveTo>
                    <a:pt x="450752" y="805246"/>
                  </a:moveTo>
                  <a:lnTo>
                    <a:pt x="479962" y="814309"/>
                  </a:lnTo>
                  <a:lnTo>
                    <a:pt x="400500" y="826790"/>
                  </a:lnTo>
                  <a:close/>
                  <a:moveTo>
                    <a:pt x="400500" y="826790"/>
                  </a:moveTo>
                  <a:lnTo>
                    <a:pt x="479962" y="814309"/>
                  </a:lnTo>
                  <a:lnTo>
                    <a:pt x="431138" y="806440"/>
                  </a:lnTo>
                  <a:close/>
                  <a:moveTo>
                    <a:pt x="1156522" y="1663481"/>
                  </a:moveTo>
                  <a:lnTo>
                    <a:pt x="1158989" y="1675913"/>
                  </a:lnTo>
                  <a:lnTo>
                    <a:pt x="1183503" y="1697963"/>
                  </a:lnTo>
                  <a:close/>
                  <a:moveTo>
                    <a:pt x="1038995" y="1507024"/>
                  </a:moveTo>
                  <a:lnTo>
                    <a:pt x="1103282" y="1494991"/>
                  </a:lnTo>
                  <a:lnTo>
                    <a:pt x="1041164" y="1508871"/>
                  </a:lnTo>
                  <a:close/>
                  <a:moveTo>
                    <a:pt x="782992" y="1113679"/>
                  </a:moveTo>
                  <a:lnTo>
                    <a:pt x="702774" y="1123337"/>
                  </a:lnTo>
                  <a:lnTo>
                    <a:pt x="752632" y="1135067"/>
                  </a:lnTo>
                  <a:close/>
                  <a:moveTo>
                    <a:pt x="1288125" y="1604873"/>
                  </a:moveTo>
                  <a:lnTo>
                    <a:pt x="1292476" y="1580612"/>
                  </a:lnTo>
                  <a:lnTo>
                    <a:pt x="1271511" y="1639387"/>
                  </a:lnTo>
                  <a:close/>
                  <a:moveTo>
                    <a:pt x="1271511" y="1639387"/>
                  </a:moveTo>
                  <a:lnTo>
                    <a:pt x="1292476" y="1580612"/>
                  </a:lnTo>
                  <a:lnTo>
                    <a:pt x="1269790" y="1563757"/>
                  </a:lnTo>
                  <a:close/>
                  <a:moveTo>
                    <a:pt x="1271511" y="1639387"/>
                  </a:moveTo>
                  <a:lnTo>
                    <a:pt x="1269790" y="1563757"/>
                  </a:lnTo>
                  <a:lnTo>
                    <a:pt x="1300623" y="1615293"/>
                  </a:lnTo>
                  <a:close/>
                  <a:moveTo>
                    <a:pt x="1023703" y="1254537"/>
                  </a:moveTo>
                  <a:lnTo>
                    <a:pt x="1015936" y="1285913"/>
                  </a:lnTo>
                  <a:lnTo>
                    <a:pt x="1047467" y="1268900"/>
                  </a:lnTo>
                  <a:close/>
                  <a:moveTo>
                    <a:pt x="1023703" y="1254537"/>
                  </a:moveTo>
                  <a:lnTo>
                    <a:pt x="1002571" y="1278631"/>
                  </a:lnTo>
                  <a:lnTo>
                    <a:pt x="1015936" y="1285913"/>
                  </a:lnTo>
                  <a:close/>
                  <a:moveTo>
                    <a:pt x="893899" y="1112069"/>
                  </a:moveTo>
                  <a:lnTo>
                    <a:pt x="951668" y="1151464"/>
                  </a:lnTo>
                  <a:lnTo>
                    <a:pt x="915153" y="1123557"/>
                  </a:lnTo>
                  <a:close/>
                  <a:moveTo>
                    <a:pt x="1356281" y="1539663"/>
                  </a:moveTo>
                  <a:lnTo>
                    <a:pt x="1371510" y="1607058"/>
                  </a:lnTo>
                  <a:lnTo>
                    <a:pt x="1402027" y="1586259"/>
                  </a:lnTo>
                  <a:close/>
                  <a:moveTo>
                    <a:pt x="1210193" y="1295810"/>
                  </a:moveTo>
                  <a:lnTo>
                    <a:pt x="1229327" y="1289914"/>
                  </a:lnTo>
                  <a:lnTo>
                    <a:pt x="1186062" y="1281980"/>
                  </a:lnTo>
                  <a:close/>
                  <a:moveTo>
                    <a:pt x="1100677" y="1293167"/>
                  </a:moveTo>
                  <a:lnTo>
                    <a:pt x="1179869" y="1279677"/>
                  </a:lnTo>
                  <a:lnTo>
                    <a:pt x="1127422" y="1258265"/>
                  </a:lnTo>
                  <a:close/>
                  <a:moveTo>
                    <a:pt x="1178653" y="1283469"/>
                  </a:moveTo>
                  <a:lnTo>
                    <a:pt x="1212756" y="1230443"/>
                  </a:lnTo>
                  <a:lnTo>
                    <a:pt x="1179869" y="1279677"/>
                  </a:lnTo>
                  <a:close/>
                  <a:moveTo>
                    <a:pt x="1047467" y="1268900"/>
                  </a:moveTo>
                  <a:lnTo>
                    <a:pt x="1100677" y="1293167"/>
                  </a:lnTo>
                  <a:lnTo>
                    <a:pt x="1127422" y="1258265"/>
                  </a:lnTo>
                  <a:close/>
                  <a:moveTo>
                    <a:pt x="1104496" y="1180289"/>
                  </a:moveTo>
                  <a:lnTo>
                    <a:pt x="1129430" y="1198001"/>
                  </a:lnTo>
                  <a:lnTo>
                    <a:pt x="1102324" y="1164425"/>
                  </a:lnTo>
                  <a:close/>
                  <a:moveTo>
                    <a:pt x="192204" y="47855"/>
                  </a:moveTo>
                  <a:lnTo>
                    <a:pt x="196498" y="107107"/>
                  </a:lnTo>
                  <a:lnTo>
                    <a:pt x="224177" y="59844"/>
                  </a:lnTo>
                  <a:close/>
                  <a:moveTo>
                    <a:pt x="192204" y="47855"/>
                  </a:moveTo>
                  <a:lnTo>
                    <a:pt x="188574" y="18865"/>
                  </a:lnTo>
                  <a:lnTo>
                    <a:pt x="141975" y="19317"/>
                  </a:lnTo>
                  <a:close/>
                  <a:moveTo>
                    <a:pt x="133378" y="45101"/>
                  </a:moveTo>
                  <a:lnTo>
                    <a:pt x="143590" y="49395"/>
                  </a:lnTo>
                  <a:lnTo>
                    <a:pt x="141975" y="19317"/>
                  </a:lnTo>
                  <a:close/>
                  <a:moveTo>
                    <a:pt x="1447885" y="1515569"/>
                  </a:moveTo>
                  <a:lnTo>
                    <a:pt x="1457833" y="1522144"/>
                  </a:lnTo>
                  <a:lnTo>
                    <a:pt x="1462185" y="1501602"/>
                  </a:lnTo>
                  <a:close/>
                  <a:moveTo>
                    <a:pt x="1229327" y="1289914"/>
                  </a:moveTo>
                  <a:lnTo>
                    <a:pt x="1181870" y="1280854"/>
                  </a:lnTo>
                  <a:lnTo>
                    <a:pt x="1186062" y="1281980"/>
                  </a:lnTo>
                  <a:close/>
                  <a:moveTo>
                    <a:pt x="1216095" y="1280219"/>
                  </a:moveTo>
                  <a:lnTo>
                    <a:pt x="1181870" y="1280854"/>
                  </a:lnTo>
                  <a:lnTo>
                    <a:pt x="1229327" y="1289914"/>
                  </a:lnTo>
                  <a:close/>
                  <a:moveTo>
                    <a:pt x="1260019" y="1269770"/>
                  </a:moveTo>
                  <a:lnTo>
                    <a:pt x="1216095" y="1280219"/>
                  </a:lnTo>
                  <a:lnTo>
                    <a:pt x="1229327" y="1289914"/>
                  </a:lnTo>
                  <a:close/>
                  <a:moveTo>
                    <a:pt x="1237576" y="1206349"/>
                  </a:moveTo>
                  <a:lnTo>
                    <a:pt x="1248995" y="1228551"/>
                  </a:lnTo>
                  <a:lnTo>
                    <a:pt x="1181870" y="1280854"/>
                  </a:lnTo>
                  <a:close/>
                  <a:moveTo>
                    <a:pt x="1179869" y="1279677"/>
                  </a:moveTo>
                  <a:lnTo>
                    <a:pt x="1181870" y="1280854"/>
                  </a:lnTo>
                  <a:lnTo>
                    <a:pt x="1146664" y="1271493"/>
                  </a:lnTo>
                  <a:close/>
                  <a:moveTo>
                    <a:pt x="1235407" y="1154813"/>
                  </a:moveTo>
                  <a:lnTo>
                    <a:pt x="1232408" y="1166535"/>
                  </a:lnTo>
                  <a:lnTo>
                    <a:pt x="1222983" y="1159926"/>
                  </a:lnTo>
                  <a:close/>
                  <a:moveTo>
                    <a:pt x="1007797" y="1057454"/>
                  </a:moveTo>
                  <a:lnTo>
                    <a:pt x="1056246" y="1118791"/>
                  </a:lnTo>
                  <a:lnTo>
                    <a:pt x="1030738" y="1075834"/>
                  </a:lnTo>
                  <a:close/>
                  <a:moveTo>
                    <a:pt x="389863" y="189337"/>
                  </a:moveTo>
                  <a:lnTo>
                    <a:pt x="357863" y="240113"/>
                  </a:lnTo>
                  <a:lnTo>
                    <a:pt x="398308" y="245215"/>
                  </a:lnTo>
                  <a:close/>
                  <a:moveTo>
                    <a:pt x="188574" y="18865"/>
                  </a:moveTo>
                  <a:lnTo>
                    <a:pt x="231198" y="3553"/>
                  </a:lnTo>
                  <a:lnTo>
                    <a:pt x="266329" y="0"/>
                  </a:lnTo>
                  <a:close/>
                  <a:moveTo>
                    <a:pt x="1465778" y="1452942"/>
                  </a:moveTo>
                  <a:lnTo>
                    <a:pt x="1447885" y="1515569"/>
                  </a:lnTo>
                  <a:lnTo>
                    <a:pt x="1462185" y="1501602"/>
                  </a:lnTo>
                  <a:close/>
                  <a:moveTo>
                    <a:pt x="1447930" y="1404709"/>
                  </a:moveTo>
                  <a:lnTo>
                    <a:pt x="1427028" y="1446463"/>
                  </a:lnTo>
                  <a:lnTo>
                    <a:pt x="1465778" y="1452942"/>
                  </a:lnTo>
                  <a:close/>
                  <a:moveTo>
                    <a:pt x="1447930" y="1404709"/>
                  </a:moveTo>
                  <a:lnTo>
                    <a:pt x="1441646" y="1347075"/>
                  </a:lnTo>
                  <a:lnTo>
                    <a:pt x="1385274" y="1388719"/>
                  </a:lnTo>
                  <a:close/>
                  <a:moveTo>
                    <a:pt x="1232408" y="1166535"/>
                  </a:moveTo>
                  <a:lnTo>
                    <a:pt x="1235407" y="1154813"/>
                  </a:lnTo>
                  <a:lnTo>
                    <a:pt x="1230960" y="1153441"/>
                  </a:lnTo>
                  <a:close/>
                  <a:moveTo>
                    <a:pt x="1228874" y="1092394"/>
                  </a:moveTo>
                  <a:lnTo>
                    <a:pt x="1193236" y="1083385"/>
                  </a:lnTo>
                  <a:lnTo>
                    <a:pt x="1230960" y="1153441"/>
                  </a:lnTo>
                  <a:close/>
                  <a:moveTo>
                    <a:pt x="1228874" y="1092394"/>
                  </a:moveTo>
                  <a:lnTo>
                    <a:pt x="1230960" y="1153441"/>
                  </a:lnTo>
                  <a:lnTo>
                    <a:pt x="1235407" y="1154813"/>
                  </a:lnTo>
                  <a:close/>
                  <a:moveTo>
                    <a:pt x="1193236" y="1083385"/>
                  </a:moveTo>
                  <a:lnTo>
                    <a:pt x="1228874" y="1092394"/>
                  </a:lnTo>
                  <a:lnTo>
                    <a:pt x="1195516" y="1068379"/>
                  </a:lnTo>
                  <a:close/>
                  <a:moveTo>
                    <a:pt x="1228874" y="1092394"/>
                  </a:moveTo>
                  <a:lnTo>
                    <a:pt x="1237389" y="1050257"/>
                  </a:lnTo>
                  <a:lnTo>
                    <a:pt x="1195516" y="1068379"/>
                  </a:lnTo>
                  <a:close/>
                  <a:moveTo>
                    <a:pt x="822044" y="680312"/>
                  </a:moveTo>
                  <a:lnTo>
                    <a:pt x="870168" y="685565"/>
                  </a:lnTo>
                  <a:lnTo>
                    <a:pt x="896972" y="650878"/>
                  </a:lnTo>
                  <a:close/>
                  <a:moveTo>
                    <a:pt x="503854" y="260133"/>
                  </a:moveTo>
                  <a:lnTo>
                    <a:pt x="531779" y="330227"/>
                  </a:lnTo>
                  <a:lnTo>
                    <a:pt x="562560" y="273953"/>
                  </a:lnTo>
                  <a:close/>
                  <a:moveTo>
                    <a:pt x="1240979" y="1019810"/>
                  </a:moveTo>
                  <a:lnTo>
                    <a:pt x="1195516" y="1068379"/>
                  </a:lnTo>
                  <a:lnTo>
                    <a:pt x="1237389" y="1050257"/>
                  </a:lnTo>
                  <a:close/>
                  <a:moveTo>
                    <a:pt x="1240979" y="1019810"/>
                  </a:moveTo>
                  <a:lnTo>
                    <a:pt x="1210904" y="1006278"/>
                  </a:lnTo>
                  <a:lnTo>
                    <a:pt x="1195516" y="1068379"/>
                  </a:lnTo>
                  <a:close/>
                  <a:moveTo>
                    <a:pt x="1061847" y="800523"/>
                  </a:moveTo>
                  <a:lnTo>
                    <a:pt x="1061809" y="873036"/>
                  </a:lnTo>
                  <a:lnTo>
                    <a:pt x="1069759" y="821499"/>
                  </a:lnTo>
                  <a:close/>
                  <a:moveTo>
                    <a:pt x="1061847" y="800523"/>
                  </a:moveTo>
                  <a:lnTo>
                    <a:pt x="1062202" y="862977"/>
                  </a:lnTo>
                  <a:lnTo>
                    <a:pt x="1061809" y="873036"/>
                  </a:lnTo>
                  <a:close/>
                  <a:moveTo>
                    <a:pt x="1202637" y="887513"/>
                  </a:moveTo>
                  <a:lnTo>
                    <a:pt x="1233566" y="952015"/>
                  </a:lnTo>
                  <a:lnTo>
                    <a:pt x="1266318" y="888620"/>
                  </a:lnTo>
                  <a:close/>
                  <a:moveTo>
                    <a:pt x="1329399" y="814891"/>
                  </a:moveTo>
                  <a:lnTo>
                    <a:pt x="1290885" y="876385"/>
                  </a:lnTo>
                  <a:lnTo>
                    <a:pt x="1307698" y="868658"/>
                  </a:lnTo>
                  <a:close/>
                  <a:moveTo>
                    <a:pt x="1349593" y="850616"/>
                  </a:moveTo>
                  <a:lnTo>
                    <a:pt x="1366865" y="805203"/>
                  </a:lnTo>
                  <a:lnTo>
                    <a:pt x="1329399" y="814891"/>
                  </a:lnTo>
                  <a:close/>
                  <a:moveTo>
                    <a:pt x="1307698" y="868658"/>
                  </a:moveTo>
                  <a:lnTo>
                    <a:pt x="1349593" y="850616"/>
                  </a:lnTo>
                  <a:lnTo>
                    <a:pt x="1329399" y="814891"/>
                  </a:lnTo>
                  <a:close/>
                  <a:moveTo>
                    <a:pt x="957222" y="408399"/>
                  </a:moveTo>
                  <a:lnTo>
                    <a:pt x="949255" y="464092"/>
                  </a:lnTo>
                  <a:lnTo>
                    <a:pt x="955698" y="425970"/>
                  </a:lnTo>
                  <a:close/>
                  <a:moveTo>
                    <a:pt x="941209" y="446178"/>
                  </a:moveTo>
                  <a:lnTo>
                    <a:pt x="949255" y="464092"/>
                  </a:lnTo>
                  <a:lnTo>
                    <a:pt x="957222" y="408399"/>
                  </a:lnTo>
                  <a:close/>
                  <a:moveTo>
                    <a:pt x="919467" y="401111"/>
                  </a:moveTo>
                  <a:lnTo>
                    <a:pt x="941209" y="446178"/>
                  </a:lnTo>
                  <a:lnTo>
                    <a:pt x="957222" y="408399"/>
                  </a:lnTo>
                  <a:close/>
                  <a:moveTo>
                    <a:pt x="932442" y="336925"/>
                  </a:moveTo>
                  <a:lnTo>
                    <a:pt x="948925" y="400647"/>
                  </a:lnTo>
                  <a:lnTo>
                    <a:pt x="916524" y="361019"/>
                  </a:lnTo>
                  <a:close/>
                  <a:moveTo>
                    <a:pt x="919467" y="401111"/>
                  </a:moveTo>
                  <a:lnTo>
                    <a:pt x="948925" y="400647"/>
                  </a:lnTo>
                  <a:lnTo>
                    <a:pt x="932442" y="336925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32" name="Output_density__4231">
              <a:extLst>
                <a:ext uri="{FF2B5EF4-FFF2-40B4-BE49-F238E27FC236}">
                  <a16:creationId xmlns:a16="http://schemas.microsoft.com/office/drawing/2014/main" id="{070B5A25-67D6-9DE1-EEFA-86E3E8FA9DB8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696443"/>
              <a:ext cx="1377113" cy="1952097"/>
            </a:xfrm>
            <a:custGeom>
              <a:avLst/>
              <a:gdLst/>
              <a:ahLst/>
              <a:cxnLst/>
              <a:rect l="0" t="0" r="0" b="0"/>
              <a:pathLst>
                <a:path w="1377113" h="1952097">
                  <a:moveTo>
                    <a:pt x="0" y="1599977"/>
                  </a:moveTo>
                  <a:lnTo>
                    <a:pt x="61768" y="1631743"/>
                  </a:lnTo>
                  <a:lnTo>
                    <a:pt x="5604" y="1576679"/>
                  </a:lnTo>
                  <a:close/>
                  <a:moveTo>
                    <a:pt x="255639" y="1782030"/>
                  </a:moveTo>
                  <a:lnTo>
                    <a:pt x="322554" y="1822628"/>
                  </a:lnTo>
                  <a:lnTo>
                    <a:pt x="279507" y="1762697"/>
                  </a:lnTo>
                  <a:close/>
                  <a:moveTo>
                    <a:pt x="272174" y="1762862"/>
                  </a:moveTo>
                  <a:lnTo>
                    <a:pt x="255639" y="1782030"/>
                  </a:lnTo>
                  <a:lnTo>
                    <a:pt x="279507" y="1762697"/>
                  </a:lnTo>
                  <a:close/>
                  <a:moveTo>
                    <a:pt x="210370" y="1712383"/>
                  </a:moveTo>
                  <a:lnTo>
                    <a:pt x="272895" y="1757936"/>
                  </a:lnTo>
                  <a:lnTo>
                    <a:pt x="223475" y="1727883"/>
                  </a:lnTo>
                  <a:close/>
                  <a:moveTo>
                    <a:pt x="210370" y="1712383"/>
                  </a:moveTo>
                  <a:lnTo>
                    <a:pt x="272174" y="1762862"/>
                  </a:lnTo>
                  <a:lnTo>
                    <a:pt x="272895" y="1757936"/>
                  </a:lnTo>
                  <a:close/>
                  <a:moveTo>
                    <a:pt x="216145" y="1730493"/>
                  </a:moveTo>
                  <a:lnTo>
                    <a:pt x="272174" y="1762862"/>
                  </a:lnTo>
                  <a:lnTo>
                    <a:pt x="210370" y="1712383"/>
                  </a:lnTo>
                  <a:close/>
                  <a:moveTo>
                    <a:pt x="272895" y="1757936"/>
                  </a:moveTo>
                  <a:lnTo>
                    <a:pt x="272174" y="1762862"/>
                  </a:lnTo>
                  <a:lnTo>
                    <a:pt x="279507" y="1762697"/>
                  </a:lnTo>
                  <a:close/>
                  <a:moveTo>
                    <a:pt x="205121" y="1706399"/>
                  </a:moveTo>
                  <a:lnTo>
                    <a:pt x="210370" y="1712383"/>
                  </a:lnTo>
                  <a:lnTo>
                    <a:pt x="223475" y="1727883"/>
                  </a:lnTo>
                  <a:close/>
                  <a:moveTo>
                    <a:pt x="272895" y="1757936"/>
                  </a:moveTo>
                  <a:lnTo>
                    <a:pt x="279507" y="1762697"/>
                  </a:lnTo>
                  <a:lnTo>
                    <a:pt x="281151" y="1755563"/>
                  </a:lnTo>
                  <a:close/>
                  <a:moveTo>
                    <a:pt x="272895" y="1757936"/>
                  </a:moveTo>
                  <a:lnTo>
                    <a:pt x="281151" y="1755563"/>
                  </a:lnTo>
                  <a:lnTo>
                    <a:pt x="223475" y="1727883"/>
                  </a:lnTo>
                  <a:close/>
                  <a:moveTo>
                    <a:pt x="223475" y="1727883"/>
                  </a:moveTo>
                  <a:lnTo>
                    <a:pt x="281151" y="1755563"/>
                  </a:lnTo>
                  <a:lnTo>
                    <a:pt x="303079" y="1715928"/>
                  </a:lnTo>
                  <a:close/>
                  <a:moveTo>
                    <a:pt x="279507" y="1762697"/>
                  </a:moveTo>
                  <a:lnTo>
                    <a:pt x="347261" y="1733842"/>
                  </a:lnTo>
                  <a:lnTo>
                    <a:pt x="281151" y="1755563"/>
                  </a:lnTo>
                  <a:close/>
                  <a:moveTo>
                    <a:pt x="358267" y="1747593"/>
                  </a:moveTo>
                  <a:lnTo>
                    <a:pt x="347261" y="1733842"/>
                  </a:lnTo>
                  <a:lnTo>
                    <a:pt x="279507" y="1762697"/>
                  </a:lnTo>
                  <a:close/>
                  <a:moveTo>
                    <a:pt x="337305" y="1804118"/>
                  </a:moveTo>
                  <a:lnTo>
                    <a:pt x="358267" y="1747593"/>
                  </a:lnTo>
                  <a:lnTo>
                    <a:pt x="279507" y="1762697"/>
                  </a:lnTo>
                  <a:close/>
                  <a:moveTo>
                    <a:pt x="281151" y="1755563"/>
                  </a:moveTo>
                  <a:lnTo>
                    <a:pt x="347261" y="1733842"/>
                  </a:lnTo>
                  <a:lnTo>
                    <a:pt x="303079" y="1715928"/>
                  </a:lnTo>
                  <a:close/>
                  <a:moveTo>
                    <a:pt x="363445" y="1757936"/>
                  </a:moveTo>
                  <a:lnTo>
                    <a:pt x="358722" y="1733842"/>
                  </a:lnTo>
                  <a:lnTo>
                    <a:pt x="358267" y="1747593"/>
                  </a:lnTo>
                  <a:close/>
                  <a:moveTo>
                    <a:pt x="164504" y="1551790"/>
                  </a:moveTo>
                  <a:lnTo>
                    <a:pt x="119213" y="1512738"/>
                  </a:lnTo>
                  <a:lnTo>
                    <a:pt x="175596" y="1527696"/>
                  </a:lnTo>
                  <a:close/>
                  <a:moveTo>
                    <a:pt x="517582" y="1865525"/>
                  </a:moveTo>
                  <a:lnTo>
                    <a:pt x="499389" y="1925870"/>
                  </a:lnTo>
                  <a:lnTo>
                    <a:pt x="556322" y="1934755"/>
                  </a:lnTo>
                  <a:close/>
                  <a:moveTo>
                    <a:pt x="560606" y="1868529"/>
                  </a:moveTo>
                  <a:lnTo>
                    <a:pt x="517582" y="1865525"/>
                  </a:lnTo>
                  <a:lnTo>
                    <a:pt x="556322" y="1934755"/>
                  </a:lnTo>
                  <a:close/>
                  <a:moveTo>
                    <a:pt x="605132" y="1933055"/>
                  </a:moveTo>
                  <a:lnTo>
                    <a:pt x="552175" y="1948551"/>
                  </a:lnTo>
                  <a:lnTo>
                    <a:pt x="599843" y="1952097"/>
                  </a:lnTo>
                  <a:close/>
                  <a:moveTo>
                    <a:pt x="605132" y="1933055"/>
                  </a:moveTo>
                  <a:lnTo>
                    <a:pt x="556322" y="1934755"/>
                  </a:lnTo>
                  <a:lnTo>
                    <a:pt x="552175" y="1948551"/>
                  </a:lnTo>
                  <a:close/>
                  <a:moveTo>
                    <a:pt x="556322" y="1934755"/>
                  </a:moveTo>
                  <a:lnTo>
                    <a:pt x="605132" y="1933055"/>
                  </a:lnTo>
                  <a:lnTo>
                    <a:pt x="603110" y="1871956"/>
                  </a:lnTo>
                  <a:close/>
                  <a:moveTo>
                    <a:pt x="560606" y="1868529"/>
                  </a:moveTo>
                  <a:lnTo>
                    <a:pt x="524340" y="1844481"/>
                  </a:lnTo>
                  <a:lnTo>
                    <a:pt x="486383" y="1828146"/>
                  </a:lnTo>
                  <a:close/>
                  <a:moveTo>
                    <a:pt x="517582" y="1865525"/>
                  </a:moveTo>
                  <a:lnTo>
                    <a:pt x="560606" y="1868529"/>
                  </a:lnTo>
                  <a:lnTo>
                    <a:pt x="486383" y="1828146"/>
                  </a:lnTo>
                  <a:close/>
                  <a:moveTo>
                    <a:pt x="347261" y="1733842"/>
                  </a:moveTo>
                  <a:lnTo>
                    <a:pt x="358267" y="1747593"/>
                  </a:lnTo>
                  <a:lnTo>
                    <a:pt x="357619" y="1731379"/>
                  </a:lnTo>
                  <a:close/>
                  <a:moveTo>
                    <a:pt x="357619" y="1731379"/>
                  </a:moveTo>
                  <a:lnTo>
                    <a:pt x="303079" y="1715928"/>
                  </a:lnTo>
                  <a:lnTo>
                    <a:pt x="347261" y="1733842"/>
                  </a:lnTo>
                  <a:close/>
                  <a:moveTo>
                    <a:pt x="341042" y="1682112"/>
                  </a:moveTo>
                  <a:lnTo>
                    <a:pt x="315032" y="1665277"/>
                  </a:lnTo>
                  <a:lnTo>
                    <a:pt x="357619" y="1731379"/>
                  </a:lnTo>
                  <a:close/>
                  <a:moveTo>
                    <a:pt x="357619" y="1731379"/>
                  </a:moveTo>
                  <a:lnTo>
                    <a:pt x="358267" y="1747593"/>
                  </a:lnTo>
                  <a:lnTo>
                    <a:pt x="358722" y="1733842"/>
                  </a:lnTo>
                  <a:close/>
                  <a:moveTo>
                    <a:pt x="341042" y="1682112"/>
                  </a:moveTo>
                  <a:lnTo>
                    <a:pt x="357619" y="1731379"/>
                  </a:lnTo>
                  <a:lnTo>
                    <a:pt x="358722" y="1733842"/>
                  </a:lnTo>
                  <a:close/>
                  <a:moveTo>
                    <a:pt x="299350" y="1503602"/>
                  </a:moveTo>
                  <a:lnTo>
                    <a:pt x="320223" y="1510810"/>
                  </a:lnTo>
                  <a:lnTo>
                    <a:pt x="331070" y="1511008"/>
                  </a:lnTo>
                  <a:close/>
                  <a:moveTo>
                    <a:pt x="388803" y="1552185"/>
                  </a:moveTo>
                  <a:lnTo>
                    <a:pt x="398591" y="1555138"/>
                  </a:lnTo>
                  <a:lnTo>
                    <a:pt x="416778" y="1521881"/>
                  </a:lnTo>
                  <a:close/>
                  <a:moveTo>
                    <a:pt x="299350" y="1503602"/>
                  </a:moveTo>
                  <a:lnTo>
                    <a:pt x="331070" y="1511008"/>
                  </a:lnTo>
                  <a:lnTo>
                    <a:pt x="339836" y="1494865"/>
                  </a:lnTo>
                  <a:close/>
                  <a:moveTo>
                    <a:pt x="281494" y="1500327"/>
                  </a:moveTo>
                  <a:lnTo>
                    <a:pt x="339836" y="1494865"/>
                  </a:lnTo>
                  <a:lnTo>
                    <a:pt x="352755" y="1457185"/>
                  </a:lnTo>
                  <a:close/>
                  <a:moveTo>
                    <a:pt x="416778" y="1521881"/>
                  </a:moveTo>
                  <a:lnTo>
                    <a:pt x="374420" y="1479508"/>
                  </a:lnTo>
                  <a:lnTo>
                    <a:pt x="331070" y="1511008"/>
                  </a:lnTo>
                  <a:close/>
                  <a:moveTo>
                    <a:pt x="388803" y="1552185"/>
                  </a:moveTo>
                  <a:lnTo>
                    <a:pt x="416778" y="1521881"/>
                  </a:lnTo>
                  <a:lnTo>
                    <a:pt x="331070" y="1511008"/>
                  </a:lnTo>
                  <a:close/>
                  <a:moveTo>
                    <a:pt x="428510" y="1430842"/>
                  </a:moveTo>
                  <a:lnTo>
                    <a:pt x="418248" y="1469099"/>
                  </a:lnTo>
                  <a:lnTo>
                    <a:pt x="477342" y="1438743"/>
                  </a:lnTo>
                  <a:close/>
                  <a:moveTo>
                    <a:pt x="355682" y="1419239"/>
                  </a:moveTo>
                  <a:lnTo>
                    <a:pt x="309102" y="1468648"/>
                  </a:lnTo>
                  <a:lnTo>
                    <a:pt x="352755" y="1457185"/>
                  </a:lnTo>
                  <a:close/>
                  <a:moveTo>
                    <a:pt x="395446" y="1403877"/>
                  </a:moveTo>
                  <a:lnTo>
                    <a:pt x="335825" y="1393885"/>
                  </a:lnTo>
                  <a:lnTo>
                    <a:pt x="355682" y="1419239"/>
                  </a:lnTo>
                  <a:close/>
                  <a:moveTo>
                    <a:pt x="517032" y="1364029"/>
                  </a:moveTo>
                  <a:lnTo>
                    <a:pt x="554343" y="1371678"/>
                  </a:lnTo>
                  <a:lnTo>
                    <a:pt x="509321" y="1307555"/>
                  </a:lnTo>
                  <a:close/>
                  <a:moveTo>
                    <a:pt x="614038" y="1361129"/>
                  </a:moveTo>
                  <a:lnTo>
                    <a:pt x="611921" y="1355689"/>
                  </a:lnTo>
                  <a:lnTo>
                    <a:pt x="561083" y="1307356"/>
                  </a:lnTo>
                  <a:close/>
                  <a:moveTo>
                    <a:pt x="540499" y="1320189"/>
                  </a:moveTo>
                  <a:lnTo>
                    <a:pt x="614038" y="1361129"/>
                  </a:lnTo>
                  <a:lnTo>
                    <a:pt x="561083" y="1307356"/>
                  </a:lnTo>
                  <a:close/>
                  <a:moveTo>
                    <a:pt x="509321" y="1307555"/>
                  </a:moveTo>
                  <a:lnTo>
                    <a:pt x="476172" y="1299469"/>
                  </a:lnTo>
                  <a:lnTo>
                    <a:pt x="501479" y="1304153"/>
                  </a:lnTo>
                  <a:close/>
                  <a:moveTo>
                    <a:pt x="409842" y="1224962"/>
                  </a:moveTo>
                  <a:lnTo>
                    <a:pt x="409900" y="1225174"/>
                  </a:lnTo>
                  <a:lnTo>
                    <a:pt x="425284" y="1149665"/>
                  </a:lnTo>
                  <a:close/>
                  <a:moveTo>
                    <a:pt x="499703" y="1201080"/>
                  </a:moveTo>
                  <a:lnTo>
                    <a:pt x="480377" y="1180288"/>
                  </a:lnTo>
                  <a:lnTo>
                    <a:pt x="510356" y="1219210"/>
                  </a:lnTo>
                  <a:close/>
                  <a:moveTo>
                    <a:pt x="541198" y="1252616"/>
                  </a:moveTo>
                  <a:lnTo>
                    <a:pt x="499703" y="1201080"/>
                  </a:lnTo>
                  <a:lnTo>
                    <a:pt x="510356" y="1219210"/>
                  </a:lnTo>
                  <a:close/>
                  <a:moveTo>
                    <a:pt x="265286" y="994933"/>
                  </a:moveTo>
                  <a:lnTo>
                    <a:pt x="280096" y="1003508"/>
                  </a:lnTo>
                  <a:lnTo>
                    <a:pt x="295695" y="1013822"/>
                  </a:lnTo>
                  <a:close/>
                  <a:moveTo>
                    <a:pt x="987202" y="1749608"/>
                  </a:moveTo>
                  <a:lnTo>
                    <a:pt x="989350" y="1767982"/>
                  </a:lnTo>
                  <a:lnTo>
                    <a:pt x="957442" y="1741217"/>
                  </a:lnTo>
                  <a:close/>
                  <a:moveTo>
                    <a:pt x="1021265" y="1697154"/>
                  </a:moveTo>
                  <a:lnTo>
                    <a:pt x="1030403" y="1704433"/>
                  </a:lnTo>
                  <a:lnTo>
                    <a:pt x="1022122" y="1692352"/>
                  </a:lnTo>
                  <a:close/>
                  <a:moveTo>
                    <a:pt x="623625" y="1280059"/>
                  </a:moveTo>
                  <a:lnTo>
                    <a:pt x="611921" y="1355689"/>
                  </a:lnTo>
                  <a:lnTo>
                    <a:pt x="649179" y="1327160"/>
                  </a:lnTo>
                  <a:close/>
                  <a:moveTo>
                    <a:pt x="649179" y="1327160"/>
                  </a:moveTo>
                  <a:lnTo>
                    <a:pt x="677468" y="1284801"/>
                  </a:lnTo>
                  <a:lnTo>
                    <a:pt x="653968" y="1280059"/>
                  </a:lnTo>
                  <a:close/>
                  <a:moveTo>
                    <a:pt x="649179" y="1327160"/>
                  </a:moveTo>
                  <a:lnTo>
                    <a:pt x="665379" y="1347950"/>
                  </a:lnTo>
                  <a:lnTo>
                    <a:pt x="677468" y="1284801"/>
                  </a:lnTo>
                  <a:close/>
                  <a:moveTo>
                    <a:pt x="645937" y="1335196"/>
                  </a:moveTo>
                  <a:lnTo>
                    <a:pt x="665379" y="1347950"/>
                  </a:lnTo>
                  <a:lnTo>
                    <a:pt x="649179" y="1327160"/>
                  </a:lnTo>
                  <a:close/>
                  <a:moveTo>
                    <a:pt x="653968" y="1280059"/>
                  </a:moveTo>
                  <a:lnTo>
                    <a:pt x="677468" y="1284801"/>
                  </a:lnTo>
                  <a:lnTo>
                    <a:pt x="675490" y="1250855"/>
                  </a:lnTo>
                  <a:close/>
                  <a:moveTo>
                    <a:pt x="1022122" y="1692352"/>
                  </a:moveTo>
                  <a:lnTo>
                    <a:pt x="1030403" y="1704433"/>
                  </a:lnTo>
                  <a:lnTo>
                    <a:pt x="1029174" y="1690724"/>
                  </a:lnTo>
                  <a:close/>
                  <a:moveTo>
                    <a:pt x="1029174" y="1690724"/>
                  </a:moveTo>
                  <a:lnTo>
                    <a:pt x="1088864" y="1680179"/>
                  </a:lnTo>
                  <a:lnTo>
                    <a:pt x="1051104" y="1646928"/>
                  </a:lnTo>
                  <a:close/>
                  <a:moveTo>
                    <a:pt x="1088864" y="1680179"/>
                  </a:moveTo>
                  <a:lnTo>
                    <a:pt x="1101657" y="1661259"/>
                  </a:lnTo>
                  <a:lnTo>
                    <a:pt x="1051104" y="1646928"/>
                  </a:lnTo>
                  <a:close/>
                  <a:moveTo>
                    <a:pt x="678115" y="1221532"/>
                  </a:moveTo>
                  <a:lnTo>
                    <a:pt x="653968" y="1280059"/>
                  </a:lnTo>
                  <a:lnTo>
                    <a:pt x="675490" y="1250855"/>
                  </a:lnTo>
                  <a:close/>
                  <a:moveTo>
                    <a:pt x="678115" y="1221532"/>
                  </a:moveTo>
                  <a:lnTo>
                    <a:pt x="662842" y="1203566"/>
                  </a:lnTo>
                  <a:lnTo>
                    <a:pt x="621522" y="1166816"/>
                  </a:lnTo>
                  <a:close/>
                  <a:moveTo>
                    <a:pt x="899659" y="1462111"/>
                  </a:moveTo>
                  <a:lnTo>
                    <a:pt x="863124" y="1410575"/>
                  </a:lnTo>
                  <a:lnTo>
                    <a:pt x="878208" y="1423778"/>
                  </a:lnTo>
                  <a:close/>
                  <a:moveTo>
                    <a:pt x="1101657" y="1661259"/>
                  </a:moveTo>
                  <a:lnTo>
                    <a:pt x="1164593" y="1656596"/>
                  </a:lnTo>
                  <a:lnTo>
                    <a:pt x="1147737" y="1592627"/>
                  </a:lnTo>
                  <a:close/>
                  <a:moveTo>
                    <a:pt x="1077863" y="1500894"/>
                  </a:moveTo>
                  <a:lnTo>
                    <a:pt x="1045584" y="1491391"/>
                  </a:lnTo>
                  <a:lnTo>
                    <a:pt x="1048135" y="1549824"/>
                  </a:lnTo>
                  <a:close/>
                  <a:moveTo>
                    <a:pt x="1044598" y="1487707"/>
                  </a:moveTo>
                  <a:lnTo>
                    <a:pt x="1046768" y="1489554"/>
                  </a:lnTo>
                  <a:lnTo>
                    <a:pt x="1021801" y="1445747"/>
                  </a:lnTo>
                  <a:close/>
                  <a:moveTo>
                    <a:pt x="1044598" y="1487707"/>
                  </a:moveTo>
                  <a:lnTo>
                    <a:pt x="1021801" y="1445747"/>
                  </a:lnTo>
                  <a:lnTo>
                    <a:pt x="1014315" y="1438017"/>
                  </a:lnTo>
                  <a:close/>
                  <a:moveTo>
                    <a:pt x="863124" y="1410575"/>
                  </a:moveTo>
                  <a:lnTo>
                    <a:pt x="868056" y="1394049"/>
                  </a:lnTo>
                  <a:lnTo>
                    <a:pt x="835438" y="1357824"/>
                  </a:lnTo>
                  <a:close/>
                  <a:moveTo>
                    <a:pt x="697342" y="1152892"/>
                  </a:moveTo>
                  <a:lnTo>
                    <a:pt x="744634" y="1199793"/>
                  </a:lnTo>
                  <a:lnTo>
                    <a:pt x="747820" y="1140102"/>
                  </a:lnTo>
                  <a:close/>
                  <a:moveTo>
                    <a:pt x="747820" y="1140102"/>
                  </a:moveTo>
                  <a:lnTo>
                    <a:pt x="804983" y="1131613"/>
                  </a:lnTo>
                  <a:lnTo>
                    <a:pt x="758236" y="1115750"/>
                  </a:lnTo>
                  <a:close/>
                  <a:moveTo>
                    <a:pt x="804983" y="1131613"/>
                  </a:moveTo>
                  <a:lnTo>
                    <a:pt x="806474" y="1121429"/>
                  </a:lnTo>
                  <a:lnTo>
                    <a:pt x="758236" y="1115750"/>
                  </a:lnTo>
                  <a:close/>
                  <a:moveTo>
                    <a:pt x="1044598" y="1487707"/>
                  </a:moveTo>
                  <a:lnTo>
                    <a:pt x="1014315" y="1438017"/>
                  </a:lnTo>
                  <a:lnTo>
                    <a:pt x="1071911" y="1454922"/>
                  </a:lnTo>
                  <a:close/>
                  <a:moveTo>
                    <a:pt x="1071911" y="1454922"/>
                  </a:moveTo>
                  <a:lnTo>
                    <a:pt x="1014315" y="1438017"/>
                  </a:lnTo>
                  <a:lnTo>
                    <a:pt x="1002943" y="1485839"/>
                  </a:lnTo>
                  <a:close/>
                  <a:moveTo>
                    <a:pt x="1114999" y="1533446"/>
                  </a:moveTo>
                  <a:lnTo>
                    <a:pt x="1046768" y="1489554"/>
                  </a:lnTo>
                  <a:lnTo>
                    <a:pt x="1108885" y="1475674"/>
                  </a:lnTo>
                  <a:close/>
                  <a:moveTo>
                    <a:pt x="1045584" y="1491391"/>
                  </a:moveTo>
                  <a:lnTo>
                    <a:pt x="1046768" y="1489554"/>
                  </a:lnTo>
                  <a:lnTo>
                    <a:pt x="1078395" y="1479166"/>
                  </a:lnTo>
                  <a:close/>
                  <a:moveTo>
                    <a:pt x="581841" y="847380"/>
                  </a:moveTo>
                  <a:lnTo>
                    <a:pt x="530139" y="819578"/>
                  </a:lnTo>
                  <a:lnTo>
                    <a:pt x="527835" y="818129"/>
                  </a:lnTo>
                  <a:close/>
                  <a:moveTo>
                    <a:pt x="1377113" y="1587741"/>
                  </a:moveTo>
                  <a:lnTo>
                    <a:pt x="1337387" y="1544439"/>
                  </a:lnTo>
                  <a:lnTo>
                    <a:pt x="1293728" y="1585556"/>
                  </a:lnTo>
                  <a:close/>
                  <a:moveTo>
                    <a:pt x="1270965" y="1540222"/>
                  </a:moveTo>
                  <a:lnTo>
                    <a:pt x="1275394" y="1544439"/>
                  </a:lnTo>
                  <a:lnTo>
                    <a:pt x="1247805" y="1501442"/>
                  </a:lnTo>
                  <a:close/>
                  <a:moveTo>
                    <a:pt x="1275394" y="1544439"/>
                  </a:moveTo>
                  <a:lnTo>
                    <a:pt x="1298080" y="1561294"/>
                  </a:lnTo>
                  <a:lnTo>
                    <a:pt x="1247805" y="1501442"/>
                  </a:lnTo>
                  <a:close/>
                  <a:moveTo>
                    <a:pt x="1270965" y="1540222"/>
                  </a:moveTo>
                  <a:lnTo>
                    <a:pt x="1247805" y="1501442"/>
                  </a:lnTo>
                  <a:lnTo>
                    <a:pt x="1236515" y="1492902"/>
                  </a:lnTo>
                  <a:close/>
                  <a:moveTo>
                    <a:pt x="1021540" y="1266596"/>
                  </a:moveTo>
                  <a:lnTo>
                    <a:pt x="1095448" y="1298370"/>
                  </a:lnTo>
                  <a:lnTo>
                    <a:pt x="1106281" y="1273850"/>
                  </a:lnTo>
                  <a:close/>
                  <a:moveTo>
                    <a:pt x="1021540" y="1266596"/>
                  </a:moveTo>
                  <a:lnTo>
                    <a:pt x="1106281" y="1273850"/>
                  </a:lnTo>
                  <a:lnTo>
                    <a:pt x="1053070" y="1249583"/>
                  </a:lnTo>
                  <a:close/>
                  <a:moveTo>
                    <a:pt x="968100" y="1207777"/>
                  </a:moveTo>
                  <a:lnTo>
                    <a:pt x="1008175" y="1259313"/>
                  </a:lnTo>
                  <a:lnTo>
                    <a:pt x="1029307" y="1235220"/>
                  </a:lnTo>
                  <a:close/>
                  <a:moveTo>
                    <a:pt x="71332" y="125508"/>
                  </a:moveTo>
                  <a:lnTo>
                    <a:pt x="71268" y="118191"/>
                  </a:lnTo>
                  <a:lnTo>
                    <a:pt x="53769" y="69674"/>
                  </a:lnTo>
                  <a:close/>
                  <a:moveTo>
                    <a:pt x="1127965" y="1286756"/>
                  </a:moveTo>
                  <a:lnTo>
                    <a:pt x="1184257" y="1264152"/>
                  </a:lnTo>
                  <a:lnTo>
                    <a:pt x="1106281" y="1273850"/>
                  </a:lnTo>
                  <a:close/>
                  <a:moveTo>
                    <a:pt x="1106281" y="1273850"/>
                  </a:moveTo>
                  <a:lnTo>
                    <a:pt x="1184257" y="1264152"/>
                  </a:lnTo>
                  <a:lnTo>
                    <a:pt x="1185473" y="1260360"/>
                  </a:lnTo>
                  <a:close/>
                  <a:moveTo>
                    <a:pt x="1106713" y="1159589"/>
                  </a:moveTo>
                  <a:lnTo>
                    <a:pt x="1110100" y="1160972"/>
                  </a:lnTo>
                  <a:lnTo>
                    <a:pt x="1107928" y="1145108"/>
                  </a:lnTo>
                  <a:close/>
                  <a:moveTo>
                    <a:pt x="1113517" y="1166005"/>
                  </a:moveTo>
                  <a:lnTo>
                    <a:pt x="1110100" y="1160972"/>
                  </a:lnTo>
                  <a:lnTo>
                    <a:pt x="1106713" y="1159589"/>
                  </a:lnTo>
                  <a:close/>
                  <a:moveTo>
                    <a:pt x="162406" y="82080"/>
                  </a:moveTo>
                  <a:lnTo>
                    <a:pt x="202102" y="87790"/>
                  </a:lnTo>
                  <a:lnTo>
                    <a:pt x="197808" y="28537"/>
                  </a:lnTo>
                  <a:close/>
                  <a:moveTo>
                    <a:pt x="162406" y="82080"/>
                  </a:moveTo>
                  <a:lnTo>
                    <a:pt x="197808" y="28537"/>
                  </a:lnTo>
                  <a:lnTo>
                    <a:pt x="149194" y="30078"/>
                  </a:lnTo>
                  <a:close/>
                  <a:moveTo>
                    <a:pt x="149194" y="30078"/>
                  </a:moveTo>
                  <a:lnTo>
                    <a:pt x="197808" y="28537"/>
                  </a:lnTo>
                  <a:lnTo>
                    <a:pt x="147579" y="0"/>
                  </a:lnTo>
                  <a:close/>
                  <a:moveTo>
                    <a:pt x="1331852" y="1468809"/>
                  </a:moveTo>
                  <a:lnTo>
                    <a:pt x="1295508" y="1437899"/>
                  </a:lnTo>
                  <a:lnTo>
                    <a:pt x="1332845" y="1470288"/>
                  </a:lnTo>
                  <a:close/>
                  <a:moveTo>
                    <a:pt x="1331852" y="1468809"/>
                  </a:moveTo>
                  <a:lnTo>
                    <a:pt x="1306198" y="1417272"/>
                  </a:lnTo>
                  <a:lnTo>
                    <a:pt x="1295508" y="1437899"/>
                  </a:lnTo>
                  <a:close/>
                  <a:moveTo>
                    <a:pt x="1234931" y="1270597"/>
                  </a:moveTo>
                  <a:lnTo>
                    <a:pt x="1289479" y="1299868"/>
                  </a:lnTo>
                  <a:lnTo>
                    <a:pt x="1318263" y="1272588"/>
                  </a:lnTo>
                  <a:close/>
                  <a:moveTo>
                    <a:pt x="1265623" y="1250453"/>
                  </a:moveTo>
                  <a:lnTo>
                    <a:pt x="1234931" y="1270597"/>
                  </a:lnTo>
                  <a:lnTo>
                    <a:pt x="1318263" y="1272588"/>
                  </a:lnTo>
                  <a:close/>
                  <a:moveTo>
                    <a:pt x="1113517" y="1166005"/>
                  </a:moveTo>
                  <a:lnTo>
                    <a:pt x="1106713" y="1159589"/>
                  </a:lnTo>
                  <a:lnTo>
                    <a:pt x="1119522" y="1135495"/>
                  </a:lnTo>
                  <a:close/>
                  <a:moveTo>
                    <a:pt x="1238012" y="1147217"/>
                  </a:moveTo>
                  <a:lnTo>
                    <a:pt x="1222680" y="1135495"/>
                  </a:lnTo>
                  <a:lnTo>
                    <a:pt x="1228587" y="1140608"/>
                  </a:lnTo>
                  <a:close/>
                  <a:moveTo>
                    <a:pt x="1119522" y="1135495"/>
                  </a:moveTo>
                  <a:lnTo>
                    <a:pt x="1107928" y="1145108"/>
                  </a:lnTo>
                  <a:lnTo>
                    <a:pt x="1061850" y="1099473"/>
                  </a:lnTo>
                  <a:close/>
                  <a:moveTo>
                    <a:pt x="1106713" y="1159589"/>
                  </a:moveTo>
                  <a:lnTo>
                    <a:pt x="1107928" y="1145108"/>
                  </a:lnTo>
                  <a:lnTo>
                    <a:pt x="1119522" y="1135495"/>
                  </a:lnTo>
                  <a:close/>
                  <a:moveTo>
                    <a:pt x="815307" y="723202"/>
                  </a:moveTo>
                  <a:lnTo>
                    <a:pt x="772734" y="743391"/>
                  </a:lnTo>
                  <a:lnTo>
                    <a:pt x="794230" y="798833"/>
                  </a:lnTo>
                  <a:close/>
                  <a:moveTo>
                    <a:pt x="862489" y="791262"/>
                  </a:moveTo>
                  <a:lnTo>
                    <a:pt x="833247" y="816831"/>
                  </a:lnTo>
                  <a:lnTo>
                    <a:pt x="912775" y="804597"/>
                  </a:lnTo>
                  <a:close/>
                  <a:moveTo>
                    <a:pt x="765073" y="736613"/>
                  </a:moveTo>
                  <a:lnTo>
                    <a:pt x="772734" y="743391"/>
                  </a:lnTo>
                  <a:lnTo>
                    <a:pt x="833471" y="682767"/>
                  </a:lnTo>
                  <a:close/>
                  <a:moveTo>
                    <a:pt x="725483" y="628373"/>
                  </a:moveTo>
                  <a:lnTo>
                    <a:pt x="706726" y="693143"/>
                  </a:lnTo>
                  <a:lnTo>
                    <a:pt x="777972" y="649944"/>
                  </a:lnTo>
                  <a:close/>
                  <a:moveTo>
                    <a:pt x="777972" y="649944"/>
                  </a:moveTo>
                  <a:lnTo>
                    <a:pt x="750329" y="681489"/>
                  </a:lnTo>
                  <a:lnTo>
                    <a:pt x="827648" y="660994"/>
                  </a:lnTo>
                  <a:close/>
                  <a:moveTo>
                    <a:pt x="1106376" y="1032422"/>
                  </a:moveTo>
                  <a:lnTo>
                    <a:pt x="1071981" y="980886"/>
                  </a:lnTo>
                  <a:lnTo>
                    <a:pt x="1081978" y="995606"/>
                  </a:lnTo>
                  <a:close/>
                  <a:moveTo>
                    <a:pt x="1318263" y="1272588"/>
                  </a:moveTo>
                  <a:lnTo>
                    <a:pt x="1326006" y="1224876"/>
                  </a:lnTo>
                  <a:lnTo>
                    <a:pt x="1265623" y="1250453"/>
                  </a:lnTo>
                  <a:close/>
                  <a:moveTo>
                    <a:pt x="1265623" y="1250453"/>
                  </a:moveTo>
                  <a:lnTo>
                    <a:pt x="1326006" y="1224876"/>
                  </a:lnTo>
                  <a:lnTo>
                    <a:pt x="1273992" y="1229180"/>
                  </a:lnTo>
                  <a:close/>
                  <a:moveTo>
                    <a:pt x="1273992" y="1229180"/>
                  </a:moveTo>
                  <a:lnTo>
                    <a:pt x="1282716" y="1187032"/>
                  </a:lnTo>
                  <a:lnTo>
                    <a:pt x="1254599" y="1209233"/>
                  </a:lnTo>
                  <a:close/>
                  <a:moveTo>
                    <a:pt x="1225158" y="1168157"/>
                  </a:moveTo>
                  <a:lnTo>
                    <a:pt x="1243180" y="1187032"/>
                  </a:lnTo>
                  <a:lnTo>
                    <a:pt x="1189532" y="1140634"/>
                  </a:lnTo>
                  <a:close/>
                  <a:moveTo>
                    <a:pt x="1222680" y="1135495"/>
                  </a:moveTo>
                  <a:lnTo>
                    <a:pt x="1238012" y="1147217"/>
                  </a:lnTo>
                  <a:lnTo>
                    <a:pt x="1236564" y="1134123"/>
                  </a:lnTo>
                  <a:close/>
                  <a:moveTo>
                    <a:pt x="1118977" y="1051519"/>
                  </a:moveTo>
                  <a:lnTo>
                    <a:pt x="1198839" y="1064068"/>
                  </a:lnTo>
                  <a:lnTo>
                    <a:pt x="1201120" y="1049061"/>
                  </a:lnTo>
                  <a:close/>
                  <a:moveTo>
                    <a:pt x="859146" y="711121"/>
                  </a:moveTo>
                  <a:lnTo>
                    <a:pt x="879772" y="681202"/>
                  </a:lnTo>
                  <a:lnTo>
                    <a:pt x="833471" y="682767"/>
                  </a:lnTo>
                  <a:close/>
                  <a:moveTo>
                    <a:pt x="747411" y="492962"/>
                  </a:moveTo>
                  <a:lnTo>
                    <a:pt x="749688" y="544499"/>
                  </a:lnTo>
                  <a:lnTo>
                    <a:pt x="726614" y="517056"/>
                  </a:lnTo>
                  <a:close/>
                  <a:moveTo>
                    <a:pt x="418643" y="80669"/>
                  </a:moveTo>
                  <a:lnTo>
                    <a:pt x="408365" y="141426"/>
                  </a:lnTo>
                  <a:lnTo>
                    <a:pt x="425381" y="82957"/>
                  </a:lnTo>
                  <a:close/>
                  <a:moveTo>
                    <a:pt x="451923" y="80669"/>
                  </a:moveTo>
                  <a:lnTo>
                    <a:pt x="425381" y="82957"/>
                  </a:lnTo>
                  <a:lnTo>
                    <a:pt x="408365" y="141426"/>
                  </a:lnTo>
                  <a:close/>
                  <a:moveTo>
                    <a:pt x="374649" y="55145"/>
                  </a:moveTo>
                  <a:lnTo>
                    <a:pt x="418643" y="80669"/>
                  </a:lnTo>
                  <a:lnTo>
                    <a:pt x="343702" y="48635"/>
                  </a:lnTo>
                  <a:close/>
                  <a:moveTo>
                    <a:pt x="902576" y="631561"/>
                  </a:moveTo>
                  <a:lnTo>
                    <a:pt x="931331" y="604175"/>
                  </a:lnTo>
                  <a:lnTo>
                    <a:pt x="847182" y="599130"/>
                  </a:lnTo>
                  <a:close/>
                  <a:moveTo>
                    <a:pt x="790757" y="427943"/>
                  </a:moveTo>
                  <a:lnTo>
                    <a:pt x="839966" y="475743"/>
                  </a:lnTo>
                  <a:lnTo>
                    <a:pt x="847071" y="463816"/>
                  </a:lnTo>
                  <a:close/>
                  <a:moveTo>
                    <a:pt x="839966" y="475743"/>
                  </a:moveTo>
                  <a:lnTo>
                    <a:pt x="865326" y="468868"/>
                  </a:lnTo>
                  <a:lnTo>
                    <a:pt x="847071" y="463816"/>
                  </a:lnTo>
                  <a:close/>
                  <a:moveTo>
                    <a:pt x="570806" y="228922"/>
                  </a:moveTo>
                  <a:lnTo>
                    <a:pt x="568164" y="254635"/>
                  </a:lnTo>
                  <a:lnTo>
                    <a:pt x="573180" y="235279"/>
                  </a:lnTo>
                  <a:close/>
                  <a:moveTo>
                    <a:pt x="570806" y="228922"/>
                  </a:moveTo>
                  <a:lnTo>
                    <a:pt x="573180" y="235279"/>
                  </a:lnTo>
                  <a:lnTo>
                    <a:pt x="554626" y="204017"/>
                  </a:lnTo>
                  <a:close/>
                  <a:moveTo>
                    <a:pt x="973730" y="568445"/>
                  </a:moveTo>
                  <a:lnTo>
                    <a:pt x="958915" y="517747"/>
                  </a:lnTo>
                  <a:lnTo>
                    <a:pt x="943289" y="555211"/>
                  </a:lnTo>
                  <a:close/>
                  <a:moveTo>
                    <a:pt x="930631" y="466656"/>
                  </a:moveTo>
                  <a:lnTo>
                    <a:pt x="927376" y="520405"/>
                  </a:lnTo>
                  <a:lnTo>
                    <a:pt x="948755" y="463264"/>
                  </a:lnTo>
                  <a:close/>
                  <a:moveTo>
                    <a:pt x="948755" y="463264"/>
                  </a:moveTo>
                  <a:lnTo>
                    <a:pt x="927376" y="520405"/>
                  </a:lnTo>
                  <a:lnTo>
                    <a:pt x="958915" y="517747"/>
                  </a:lnTo>
                  <a:close/>
                  <a:moveTo>
                    <a:pt x="962826" y="389082"/>
                  </a:moveTo>
                  <a:lnTo>
                    <a:pt x="954529" y="381330"/>
                  </a:lnTo>
                  <a:lnTo>
                    <a:pt x="925070" y="381794"/>
                  </a:lnTo>
                  <a:close/>
                  <a:moveTo>
                    <a:pt x="962826" y="389082"/>
                  </a:moveTo>
                  <a:lnTo>
                    <a:pt x="961302" y="406652"/>
                  </a:lnTo>
                  <a:lnTo>
                    <a:pt x="971200" y="393238"/>
                  </a:lnTo>
                  <a:close/>
                  <a:moveTo>
                    <a:pt x="962826" y="389082"/>
                  </a:moveTo>
                  <a:lnTo>
                    <a:pt x="971200" y="393238"/>
                  </a:lnTo>
                  <a:lnTo>
                    <a:pt x="954529" y="38133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33" name="Output_density__4232">
              <a:extLst>
                <a:ext uri="{FF2B5EF4-FFF2-40B4-BE49-F238E27FC236}">
                  <a16:creationId xmlns:a16="http://schemas.microsoft.com/office/drawing/2014/main" id="{566A0E1C-1611-4C5E-E4A4-12E254F2B824}"/>
                </a:ext>
              </a:extLst>
            </p:cNvPr>
            <p:cNvSpPr>
              <a:spLocks noGrp="1"/>
            </p:cNvSpPr>
            <p:nvPr/>
          </p:nvSpPr>
          <p:spPr>
            <a:xfrm>
              <a:off x="15352531" y="2717792"/>
              <a:ext cx="1372469" cy="1746633"/>
            </a:xfrm>
            <a:custGeom>
              <a:avLst/>
              <a:gdLst/>
              <a:ahLst/>
              <a:cxnLst/>
              <a:rect l="0" t="0" r="0" b="0"/>
              <a:pathLst>
                <a:path w="1372469" h="1746633">
                  <a:moveTo>
                    <a:pt x="5604" y="1555329"/>
                  </a:moveTo>
                  <a:lnTo>
                    <a:pt x="6194" y="1553085"/>
                  </a:lnTo>
                  <a:lnTo>
                    <a:pt x="0" y="1578628"/>
                  </a:lnTo>
                  <a:close/>
                  <a:moveTo>
                    <a:pt x="0" y="1578628"/>
                  </a:moveTo>
                  <a:lnTo>
                    <a:pt x="6194" y="1553085"/>
                  </a:lnTo>
                  <a:lnTo>
                    <a:pt x="37130" y="1502997"/>
                  </a:lnTo>
                  <a:close/>
                  <a:moveTo>
                    <a:pt x="6007" y="1554534"/>
                  </a:moveTo>
                  <a:lnTo>
                    <a:pt x="5604" y="1555329"/>
                  </a:lnTo>
                  <a:lnTo>
                    <a:pt x="7954" y="1559663"/>
                  </a:lnTo>
                  <a:close/>
                  <a:moveTo>
                    <a:pt x="6194" y="1553085"/>
                  </a:moveTo>
                  <a:lnTo>
                    <a:pt x="5604" y="1555329"/>
                  </a:lnTo>
                  <a:lnTo>
                    <a:pt x="6007" y="1554534"/>
                  </a:lnTo>
                  <a:close/>
                  <a:moveTo>
                    <a:pt x="6007" y="1554534"/>
                  </a:moveTo>
                  <a:lnTo>
                    <a:pt x="7954" y="1559663"/>
                  </a:lnTo>
                  <a:lnTo>
                    <a:pt x="23696" y="1540620"/>
                  </a:lnTo>
                  <a:close/>
                  <a:moveTo>
                    <a:pt x="6194" y="1553085"/>
                  </a:moveTo>
                  <a:lnTo>
                    <a:pt x="6007" y="1554534"/>
                  </a:lnTo>
                  <a:lnTo>
                    <a:pt x="23696" y="1540620"/>
                  </a:lnTo>
                  <a:close/>
                  <a:moveTo>
                    <a:pt x="119213" y="1491388"/>
                  </a:moveTo>
                  <a:lnTo>
                    <a:pt x="73881" y="1496576"/>
                  </a:lnTo>
                  <a:lnTo>
                    <a:pt x="148337" y="1465378"/>
                  </a:lnTo>
                  <a:close/>
                  <a:moveTo>
                    <a:pt x="171340" y="1379179"/>
                  </a:moveTo>
                  <a:lnTo>
                    <a:pt x="188186" y="1395354"/>
                  </a:lnTo>
                  <a:lnTo>
                    <a:pt x="163890" y="1388630"/>
                  </a:lnTo>
                  <a:close/>
                  <a:moveTo>
                    <a:pt x="203020" y="1360255"/>
                  </a:moveTo>
                  <a:lnTo>
                    <a:pt x="188186" y="1395354"/>
                  </a:lnTo>
                  <a:lnTo>
                    <a:pt x="171340" y="1379179"/>
                  </a:lnTo>
                  <a:close/>
                  <a:moveTo>
                    <a:pt x="270825" y="1304188"/>
                  </a:moveTo>
                  <a:lnTo>
                    <a:pt x="225865" y="1364721"/>
                  </a:lnTo>
                  <a:lnTo>
                    <a:pt x="248463" y="1355085"/>
                  </a:lnTo>
                  <a:close/>
                  <a:moveTo>
                    <a:pt x="203020" y="1360255"/>
                  </a:moveTo>
                  <a:lnTo>
                    <a:pt x="225865" y="1364721"/>
                  </a:lnTo>
                  <a:lnTo>
                    <a:pt x="270825" y="1304188"/>
                  </a:lnTo>
                  <a:close/>
                  <a:moveTo>
                    <a:pt x="273112" y="1303548"/>
                  </a:moveTo>
                  <a:lnTo>
                    <a:pt x="290337" y="1242242"/>
                  </a:lnTo>
                  <a:lnTo>
                    <a:pt x="293536" y="1227918"/>
                  </a:lnTo>
                  <a:close/>
                  <a:moveTo>
                    <a:pt x="541264" y="1235476"/>
                  </a:moveTo>
                  <a:lnTo>
                    <a:pt x="555226" y="1282803"/>
                  </a:lnTo>
                  <a:lnTo>
                    <a:pt x="541198" y="1231267"/>
                  </a:lnTo>
                  <a:close/>
                  <a:moveTo>
                    <a:pt x="367338" y="1200185"/>
                  </a:moveTo>
                  <a:lnTo>
                    <a:pt x="425284" y="1128315"/>
                  </a:lnTo>
                  <a:lnTo>
                    <a:pt x="367947" y="1136947"/>
                  </a:lnTo>
                  <a:close/>
                  <a:moveTo>
                    <a:pt x="425284" y="1128315"/>
                  </a:moveTo>
                  <a:lnTo>
                    <a:pt x="480377" y="1158938"/>
                  </a:lnTo>
                  <a:lnTo>
                    <a:pt x="425785" y="1128194"/>
                  </a:lnTo>
                  <a:close/>
                  <a:moveTo>
                    <a:pt x="367947" y="1136947"/>
                  </a:moveTo>
                  <a:lnTo>
                    <a:pt x="425284" y="1128315"/>
                  </a:lnTo>
                  <a:lnTo>
                    <a:pt x="411363" y="1076890"/>
                  </a:lnTo>
                  <a:close/>
                  <a:moveTo>
                    <a:pt x="425785" y="1128194"/>
                  </a:moveTo>
                  <a:lnTo>
                    <a:pt x="460082" y="1083059"/>
                  </a:lnTo>
                  <a:lnTo>
                    <a:pt x="425284" y="1128315"/>
                  </a:lnTo>
                  <a:close/>
                  <a:moveTo>
                    <a:pt x="425284" y="1128315"/>
                  </a:moveTo>
                  <a:lnTo>
                    <a:pt x="460082" y="1083059"/>
                  </a:lnTo>
                  <a:lnTo>
                    <a:pt x="452624" y="1081328"/>
                  </a:lnTo>
                  <a:close/>
                  <a:moveTo>
                    <a:pt x="425284" y="1128315"/>
                  </a:moveTo>
                  <a:lnTo>
                    <a:pt x="452624" y="1081328"/>
                  </a:lnTo>
                  <a:lnTo>
                    <a:pt x="411363" y="1076890"/>
                  </a:lnTo>
                  <a:close/>
                  <a:moveTo>
                    <a:pt x="373213" y="1067848"/>
                  </a:moveTo>
                  <a:lnTo>
                    <a:pt x="350568" y="1088333"/>
                  </a:lnTo>
                  <a:lnTo>
                    <a:pt x="411363" y="1076890"/>
                  </a:lnTo>
                  <a:close/>
                  <a:moveTo>
                    <a:pt x="265286" y="973584"/>
                  </a:moveTo>
                  <a:lnTo>
                    <a:pt x="256271" y="922047"/>
                  </a:lnTo>
                  <a:lnTo>
                    <a:pt x="263946" y="932544"/>
                  </a:lnTo>
                  <a:close/>
                  <a:moveTo>
                    <a:pt x="263946" y="932544"/>
                  </a:moveTo>
                  <a:lnTo>
                    <a:pt x="256271" y="922047"/>
                  </a:lnTo>
                  <a:lnTo>
                    <a:pt x="270856" y="899605"/>
                  </a:lnTo>
                  <a:close/>
                  <a:moveTo>
                    <a:pt x="957442" y="1719868"/>
                  </a:moveTo>
                  <a:lnTo>
                    <a:pt x="942646" y="1746633"/>
                  </a:lnTo>
                  <a:lnTo>
                    <a:pt x="987202" y="1728258"/>
                  </a:lnTo>
                  <a:close/>
                  <a:moveTo>
                    <a:pt x="561868" y="1281468"/>
                  </a:moveTo>
                  <a:lnTo>
                    <a:pt x="561083" y="1286007"/>
                  </a:lnTo>
                  <a:lnTo>
                    <a:pt x="623625" y="1258709"/>
                  </a:lnTo>
                  <a:close/>
                  <a:moveTo>
                    <a:pt x="555226" y="1282803"/>
                  </a:moveTo>
                  <a:lnTo>
                    <a:pt x="561083" y="1286007"/>
                  </a:lnTo>
                  <a:lnTo>
                    <a:pt x="561868" y="1281468"/>
                  </a:lnTo>
                  <a:close/>
                  <a:moveTo>
                    <a:pt x="541198" y="1231267"/>
                  </a:moveTo>
                  <a:lnTo>
                    <a:pt x="555226" y="1282803"/>
                  </a:lnTo>
                  <a:lnTo>
                    <a:pt x="561868" y="1281468"/>
                  </a:lnTo>
                  <a:close/>
                  <a:moveTo>
                    <a:pt x="623625" y="1258709"/>
                  </a:moveTo>
                  <a:lnTo>
                    <a:pt x="611380" y="1207172"/>
                  </a:lnTo>
                  <a:lnTo>
                    <a:pt x="561868" y="1281468"/>
                  </a:lnTo>
                  <a:close/>
                  <a:moveTo>
                    <a:pt x="611380" y="1207172"/>
                  </a:moveTo>
                  <a:lnTo>
                    <a:pt x="553962" y="1225153"/>
                  </a:lnTo>
                  <a:lnTo>
                    <a:pt x="561868" y="1281468"/>
                  </a:lnTo>
                  <a:close/>
                  <a:moveTo>
                    <a:pt x="516944" y="1104100"/>
                  </a:moveTo>
                  <a:lnTo>
                    <a:pt x="480377" y="1158938"/>
                  </a:lnTo>
                  <a:lnTo>
                    <a:pt x="499703" y="1179730"/>
                  </a:lnTo>
                  <a:close/>
                  <a:moveTo>
                    <a:pt x="516944" y="1104100"/>
                  </a:moveTo>
                  <a:lnTo>
                    <a:pt x="499703" y="1179730"/>
                  </a:lnTo>
                  <a:lnTo>
                    <a:pt x="534179" y="1155636"/>
                  </a:lnTo>
                  <a:close/>
                  <a:moveTo>
                    <a:pt x="425785" y="1128194"/>
                  </a:moveTo>
                  <a:lnTo>
                    <a:pt x="480377" y="1158938"/>
                  </a:lnTo>
                  <a:lnTo>
                    <a:pt x="491887" y="1112150"/>
                  </a:lnTo>
                  <a:close/>
                  <a:moveTo>
                    <a:pt x="460082" y="1083059"/>
                  </a:moveTo>
                  <a:lnTo>
                    <a:pt x="425785" y="1128194"/>
                  </a:lnTo>
                  <a:lnTo>
                    <a:pt x="491887" y="1112150"/>
                  </a:lnTo>
                  <a:close/>
                  <a:moveTo>
                    <a:pt x="460082" y="1083059"/>
                  </a:moveTo>
                  <a:lnTo>
                    <a:pt x="491887" y="1112150"/>
                  </a:lnTo>
                  <a:lnTo>
                    <a:pt x="538694" y="1067399"/>
                  </a:lnTo>
                  <a:close/>
                  <a:moveTo>
                    <a:pt x="337206" y="848224"/>
                  </a:moveTo>
                  <a:lnTo>
                    <a:pt x="341739" y="855052"/>
                  </a:lnTo>
                  <a:lnTo>
                    <a:pt x="392547" y="870336"/>
                  </a:lnTo>
                  <a:close/>
                  <a:moveTo>
                    <a:pt x="988057" y="1619465"/>
                  </a:moveTo>
                  <a:lnTo>
                    <a:pt x="1022122" y="1671002"/>
                  </a:lnTo>
                  <a:lnTo>
                    <a:pt x="1024974" y="1595371"/>
                  </a:lnTo>
                  <a:close/>
                  <a:moveTo>
                    <a:pt x="963145" y="1567929"/>
                  </a:moveTo>
                  <a:lnTo>
                    <a:pt x="988057" y="1619465"/>
                  </a:lnTo>
                  <a:lnTo>
                    <a:pt x="1024974" y="1595371"/>
                  </a:lnTo>
                  <a:close/>
                  <a:moveTo>
                    <a:pt x="963145" y="1567929"/>
                  </a:moveTo>
                  <a:lnTo>
                    <a:pt x="1024974" y="1595371"/>
                  </a:lnTo>
                  <a:lnTo>
                    <a:pt x="994051" y="1543835"/>
                  </a:lnTo>
                  <a:close/>
                  <a:moveTo>
                    <a:pt x="994051" y="1543835"/>
                  </a:moveTo>
                  <a:lnTo>
                    <a:pt x="939233" y="1516392"/>
                  </a:lnTo>
                  <a:lnTo>
                    <a:pt x="963145" y="1567929"/>
                  </a:lnTo>
                  <a:close/>
                  <a:moveTo>
                    <a:pt x="611380" y="1207172"/>
                  </a:moveTo>
                  <a:lnTo>
                    <a:pt x="644191" y="1252523"/>
                  </a:lnTo>
                  <a:lnTo>
                    <a:pt x="626738" y="1203969"/>
                  </a:lnTo>
                  <a:close/>
                  <a:moveTo>
                    <a:pt x="611380" y="1207172"/>
                  </a:moveTo>
                  <a:lnTo>
                    <a:pt x="623625" y="1258709"/>
                  </a:lnTo>
                  <a:lnTo>
                    <a:pt x="644191" y="1252523"/>
                  </a:lnTo>
                  <a:close/>
                  <a:moveTo>
                    <a:pt x="626738" y="1203969"/>
                  </a:moveTo>
                  <a:lnTo>
                    <a:pt x="644191" y="1252523"/>
                  </a:lnTo>
                  <a:lnTo>
                    <a:pt x="678115" y="1200183"/>
                  </a:lnTo>
                  <a:close/>
                  <a:moveTo>
                    <a:pt x="626738" y="1203969"/>
                  </a:moveTo>
                  <a:lnTo>
                    <a:pt x="572382" y="1193354"/>
                  </a:lnTo>
                  <a:lnTo>
                    <a:pt x="611380" y="1207172"/>
                  </a:lnTo>
                  <a:close/>
                  <a:moveTo>
                    <a:pt x="582898" y="1138885"/>
                  </a:moveTo>
                  <a:lnTo>
                    <a:pt x="572382" y="1193354"/>
                  </a:lnTo>
                  <a:lnTo>
                    <a:pt x="626738" y="1203969"/>
                  </a:lnTo>
                  <a:close/>
                  <a:moveTo>
                    <a:pt x="516944" y="1104100"/>
                  </a:moveTo>
                  <a:lnTo>
                    <a:pt x="534179" y="1155636"/>
                  </a:lnTo>
                  <a:lnTo>
                    <a:pt x="582898" y="1138885"/>
                  </a:lnTo>
                  <a:close/>
                  <a:moveTo>
                    <a:pt x="582898" y="1138885"/>
                  </a:moveTo>
                  <a:lnTo>
                    <a:pt x="621522" y="1145467"/>
                  </a:lnTo>
                  <a:lnTo>
                    <a:pt x="624640" y="1080189"/>
                  </a:lnTo>
                  <a:close/>
                  <a:moveTo>
                    <a:pt x="392547" y="870336"/>
                  </a:moveTo>
                  <a:lnTo>
                    <a:pt x="341739" y="855052"/>
                  </a:lnTo>
                  <a:lnTo>
                    <a:pt x="423585" y="851479"/>
                  </a:lnTo>
                  <a:close/>
                  <a:moveTo>
                    <a:pt x="392547" y="870336"/>
                  </a:moveTo>
                  <a:lnTo>
                    <a:pt x="423585" y="851479"/>
                  </a:lnTo>
                  <a:lnTo>
                    <a:pt x="415342" y="846416"/>
                  </a:lnTo>
                  <a:close/>
                  <a:moveTo>
                    <a:pt x="423585" y="851479"/>
                  </a:moveTo>
                  <a:lnTo>
                    <a:pt x="458885" y="822322"/>
                  </a:lnTo>
                  <a:lnTo>
                    <a:pt x="415342" y="846416"/>
                  </a:lnTo>
                  <a:close/>
                  <a:moveTo>
                    <a:pt x="1024974" y="1595371"/>
                  </a:moveTo>
                  <a:lnTo>
                    <a:pt x="1051104" y="1625579"/>
                  </a:lnTo>
                  <a:lnTo>
                    <a:pt x="1055197" y="1585475"/>
                  </a:lnTo>
                  <a:close/>
                  <a:moveTo>
                    <a:pt x="994051" y="1543835"/>
                  </a:moveTo>
                  <a:lnTo>
                    <a:pt x="1055197" y="1585475"/>
                  </a:lnTo>
                  <a:lnTo>
                    <a:pt x="1048135" y="1528474"/>
                  </a:lnTo>
                  <a:close/>
                  <a:moveTo>
                    <a:pt x="994051" y="1543835"/>
                  </a:moveTo>
                  <a:lnTo>
                    <a:pt x="1024974" y="1595371"/>
                  </a:lnTo>
                  <a:lnTo>
                    <a:pt x="1055197" y="1585475"/>
                  </a:lnTo>
                  <a:close/>
                  <a:moveTo>
                    <a:pt x="1108286" y="1580298"/>
                  </a:moveTo>
                  <a:lnTo>
                    <a:pt x="1055197" y="1585475"/>
                  </a:lnTo>
                  <a:lnTo>
                    <a:pt x="1051104" y="1625579"/>
                  </a:lnTo>
                  <a:close/>
                  <a:moveTo>
                    <a:pt x="1055197" y="1585475"/>
                  </a:moveTo>
                  <a:lnTo>
                    <a:pt x="1108286" y="1580298"/>
                  </a:lnTo>
                  <a:lnTo>
                    <a:pt x="1099870" y="1524396"/>
                  </a:lnTo>
                  <a:close/>
                  <a:moveTo>
                    <a:pt x="1055197" y="1585475"/>
                  </a:moveTo>
                  <a:lnTo>
                    <a:pt x="1099870" y="1524396"/>
                  </a:lnTo>
                  <a:lnTo>
                    <a:pt x="1048135" y="1528474"/>
                  </a:lnTo>
                  <a:close/>
                  <a:moveTo>
                    <a:pt x="994051" y="1543835"/>
                  </a:moveTo>
                  <a:lnTo>
                    <a:pt x="1048135" y="1528474"/>
                  </a:lnTo>
                  <a:lnTo>
                    <a:pt x="978878" y="1530214"/>
                  </a:lnTo>
                  <a:close/>
                  <a:moveTo>
                    <a:pt x="677702" y="1055912"/>
                  </a:moveTo>
                  <a:lnTo>
                    <a:pt x="681085" y="1115523"/>
                  </a:lnTo>
                  <a:lnTo>
                    <a:pt x="708378" y="1082670"/>
                  </a:lnTo>
                  <a:close/>
                  <a:moveTo>
                    <a:pt x="677702" y="1055912"/>
                  </a:moveTo>
                  <a:lnTo>
                    <a:pt x="625004" y="1080005"/>
                  </a:lnTo>
                  <a:lnTo>
                    <a:pt x="681085" y="1115523"/>
                  </a:lnTo>
                  <a:close/>
                  <a:moveTo>
                    <a:pt x="691382" y="1019123"/>
                  </a:moveTo>
                  <a:lnTo>
                    <a:pt x="663617" y="1050213"/>
                  </a:lnTo>
                  <a:lnTo>
                    <a:pt x="625004" y="1080005"/>
                  </a:lnTo>
                  <a:close/>
                  <a:moveTo>
                    <a:pt x="470852" y="815537"/>
                  </a:moveTo>
                  <a:lnTo>
                    <a:pt x="458885" y="822322"/>
                  </a:lnTo>
                  <a:lnTo>
                    <a:pt x="493293" y="802532"/>
                  </a:lnTo>
                  <a:close/>
                  <a:moveTo>
                    <a:pt x="493293" y="802532"/>
                  </a:moveTo>
                  <a:lnTo>
                    <a:pt x="423585" y="851479"/>
                  </a:lnTo>
                  <a:lnTo>
                    <a:pt x="451456" y="820789"/>
                  </a:lnTo>
                  <a:close/>
                  <a:moveTo>
                    <a:pt x="470852" y="815537"/>
                  </a:moveTo>
                  <a:lnTo>
                    <a:pt x="493293" y="802532"/>
                  </a:lnTo>
                  <a:lnTo>
                    <a:pt x="530139" y="798228"/>
                  </a:lnTo>
                  <a:close/>
                  <a:moveTo>
                    <a:pt x="292097" y="658687"/>
                  </a:moveTo>
                  <a:lnTo>
                    <a:pt x="357153" y="643779"/>
                  </a:lnTo>
                  <a:lnTo>
                    <a:pt x="324709" y="656477"/>
                  </a:lnTo>
                  <a:close/>
                  <a:moveTo>
                    <a:pt x="357153" y="643779"/>
                  </a:moveTo>
                  <a:lnTo>
                    <a:pt x="292097" y="658687"/>
                  </a:lnTo>
                  <a:lnTo>
                    <a:pt x="357367" y="643679"/>
                  </a:lnTo>
                  <a:close/>
                  <a:moveTo>
                    <a:pt x="401809" y="635164"/>
                  </a:moveTo>
                  <a:lnTo>
                    <a:pt x="357153" y="643779"/>
                  </a:lnTo>
                  <a:lnTo>
                    <a:pt x="357662" y="643619"/>
                  </a:lnTo>
                  <a:close/>
                  <a:moveTo>
                    <a:pt x="324709" y="656477"/>
                  </a:moveTo>
                  <a:lnTo>
                    <a:pt x="357153" y="643779"/>
                  </a:lnTo>
                  <a:lnTo>
                    <a:pt x="401809" y="635164"/>
                  </a:lnTo>
                  <a:close/>
                  <a:moveTo>
                    <a:pt x="357153" y="643779"/>
                  </a:moveTo>
                  <a:lnTo>
                    <a:pt x="357367" y="643679"/>
                  </a:lnTo>
                  <a:lnTo>
                    <a:pt x="357662" y="643619"/>
                  </a:lnTo>
                  <a:close/>
                  <a:moveTo>
                    <a:pt x="1147737" y="1571277"/>
                  </a:moveTo>
                  <a:lnTo>
                    <a:pt x="1162126" y="1622814"/>
                  </a:lnTo>
                  <a:lnTo>
                    <a:pt x="1166757" y="1598720"/>
                  </a:lnTo>
                  <a:close/>
                  <a:moveTo>
                    <a:pt x="677702" y="1055912"/>
                  </a:moveTo>
                  <a:lnTo>
                    <a:pt x="714200" y="982618"/>
                  </a:lnTo>
                  <a:lnTo>
                    <a:pt x="691382" y="1019123"/>
                  </a:lnTo>
                  <a:close/>
                  <a:moveTo>
                    <a:pt x="1169688" y="1316943"/>
                  </a:moveTo>
                  <a:lnTo>
                    <a:pt x="1147459" y="1366682"/>
                  </a:lnTo>
                  <a:lnTo>
                    <a:pt x="1170506" y="1317950"/>
                  </a:lnTo>
                  <a:close/>
                  <a:moveTo>
                    <a:pt x="1361885" y="1498996"/>
                  </a:moveTo>
                  <a:lnTo>
                    <a:pt x="1352726" y="1475210"/>
                  </a:lnTo>
                  <a:lnTo>
                    <a:pt x="1337387" y="1523090"/>
                  </a:lnTo>
                  <a:close/>
                  <a:moveTo>
                    <a:pt x="1169688" y="1316943"/>
                  </a:moveTo>
                  <a:lnTo>
                    <a:pt x="1170506" y="1317950"/>
                  </a:lnTo>
                  <a:lnTo>
                    <a:pt x="1170664" y="1316596"/>
                  </a:lnTo>
                  <a:close/>
                  <a:moveTo>
                    <a:pt x="1127965" y="1265407"/>
                  </a:moveTo>
                  <a:lnTo>
                    <a:pt x="1169688" y="1316943"/>
                  </a:lnTo>
                  <a:lnTo>
                    <a:pt x="1170664" y="1316596"/>
                  </a:lnTo>
                  <a:close/>
                  <a:moveTo>
                    <a:pt x="1224220" y="1311038"/>
                  </a:moveTo>
                  <a:lnTo>
                    <a:pt x="1170506" y="1317950"/>
                  </a:lnTo>
                  <a:lnTo>
                    <a:pt x="1230703" y="1368341"/>
                  </a:lnTo>
                  <a:close/>
                  <a:moveTo>
                    <a:pt x="1224220" y="1311038"/>
                  </a:moveTo>
                  <a:lnTo>
                    <a:pt x="1170664" y="1316596"/>
                  </a:lnTo>
                  <a:lnTo>
                    <a:pt x="1170506" y="1317950"/>
                  </a:lnTo>
                  <a:close/>
                  <a:moveTo>
                    <a:pt x="1110186" y="1076809"/>
                  </a:moveTo>
                  <a:lnTo>
                    <a:pt x="1088884" y="1052558"/>
                  </a:lnTo>
                  <a:lnTo>
                    <a:pt x="1061850" y="1078123"/>
                  </a:lnTo>
                  <a:close/>
                  <a:moveTo>
                    <a:pt x="1185966" y="1105954"/>
                  </a:moveTo>
                  <a:lnTo>
                    <a:pt x="1140640" y="1062609"/>
                  </a:lnTo>
                  <a:lnTo>
                    <a:pt x="1107928" y="1123758"/>
                  </a:lnTo>
                  <a:close/>
                  <a:moveTo>
                    <a:pt x="1118977" y="1030170"/>
                  </a:moveTo>
                  <a:lnTo>
                    <a:pt x="1095378" y="1026105"/>
                  </a:lnTo>
                  <a:lnTo>
                    <a:pt x="1140640" y="1062609"/>
                  </a:lnTo>
                  <a:close/>
                  <a:moveTo>
                    <a:pt x="1140640" y="1062609"/>
                  </a:moveTo>
                  <a:lnTo>
                    <a:pt x="1095378" y="1026105"/>
                  </a:lnTo>
                  <a:lnTo>
                    <a:pt x="1088014" y="1035167"/>
                  </a:lnTo>
                  <a:close/>
                  <a:moveTo>
                    <a:pt x="1088884" y="1052558"/>
                  </a:moveTo>
                  <a:lnTo>
                    <a:pt x="1110186" y="1076809"/>
                  </a:lnTo>
                  <a:lnTo>
                    <a:pt x="1140640" y="1062609"/>
                  </a:lnTo>
                  <a:close/>
                  <a:moveTo>
                    <a:pt x="1088014" y="1035167"/>
                  </a:moveTo>
                  <a:lnTo>
                    <a:pt x="1088884" y="1052558"/>
                  </a:lnTo>
                  <a:lnTo>
                    <a:pt x="1140640" y="1062609"/>
                  </a:lnTo>
                  <a:close/>
                  <a:moveTo>
                    <a:pt x="833471" y="661417"/>
                  </a:moveTo>
                  <a:lnTo>
                    <a:pt x="772734" y="722041"/>
                  </a:lnTo>
                  <a:lnTo>
                    <a:pt x="815307" y="701853"/>
                  </a:lnTo>
                  <a:close/>
                  <a:moveTo>
                    <a:pt x="376875" y="251289"/>
                  </a:moveTo>
                  <a:lnTo>
                    <a:pt x="434880" y="242114"/>
                  </a:lnTo>
                  <a:lnTo>
                    <a:pt x="403911" y="204548"/>
                  </a:lnTo>
                  <a:close/>
                  <a:moveTo>
                    <a:pt x="329529" y="0"/>
                  </a:moveTo>
                  <a:lnTo>
                    <a:pt x="296378" y="55971"/>
                  </a:lnTo>
                  <a:lnTo>
                    <a:pt x="322745" y="31877"/>
                  </a:lnTo>
                  <a:close/>
                  <a:moveTo>
                    <a:pt x="777972" y="628594"/>
                  </a:moveTo>
                  <a:lnTo>
                    <a:pt x="844126" y="574685"/>
                  </a:lnTo>
                  <a:lnTo>
                    <a:pt x="777618" y="592585"/>
                  </a:lnTo>
                  <a:close/>
                  <a:moveTo>
                    <a:pt x="847182" y="577780"/>
                  </a:moveTo>
                  <a:lnTo>
                    <a:pt x="844126" y="574685"/>
                  </a:lnTo>
                  <a:lnTo>
                    <a:pt x="777972" y="628594"/>
                  </a:lnTo>
                  <a:close/>
                  <a:moveTo>
                    <a:pt x="827648" y="639645"/>
                  </a:moveTo>
                  <a:lnTo>
                    <a:pt x="847182" y="577780"/>
                  </a:lnTo>
                  <a:lnTo>
                    <a:pt x="777972" y="628594"/>
                  </a:lnTo>
                  <a:close/>
                  <a:moveTo>
                    <a:pt x="757299" y="551298"/>
                  </a:moveTo>
                  <a:lnTo>
                    <a:pt x="777618" y="592585"/>
                  </a:lnTo>
                  <a:lnTo>
                    <a:pt x="760026" y="547243"/>
                  </a:lnTo>
                  <a:close/>
                  <a:moveTo>
                    <a:pt x="760026" y="547243"/>
                  </a:moveTo>
                  <a:lnTo>
                    <a:pt x="777618" y="592585"/>
                  </a:lnTo>
                  <a:lnTo>
                    <a:pt x="844126" y="574685"/>
                  </a:lnTo>
                  <a:close/>
                  <a:moveTo>
                    <a:pt x="760026" y="547243"/>
                  </a:moveTo>
                  <a:lnTo>
                    <a:pt x="844126" y="574685"/>
                  </a:lnTo>
                  <a:lnTo>
                    <a:pt x="815282" y="523149"/>
                  </a:lnTo>
                  <a:close/>
                  <a:moveTo>
                    <a:pt x="749178" y="495707"/>
                  </a:moveTo>
                  <a:lnTo>
                    <a:pt x="760026" y="547243"/>
                  </a:lnTo>
                  <a:lnTo>
                    <a:pt x="815282" y="523149"/>
                  </a:lnTo>
                  <a:close/>
                  <a:moveTo>
                    <a:pt x="742037" y="444170"/>
                  </a:moveTo>
                  <a:lnTo>
                    <a:pt x="796422" y="471612"/>
                  </a:lnTo>
                  <a:lnTo>
                    <a:pt x="775531" y="420076"/>
                  </a:lnTo>
                  <a:close/>
                  <a:moveTo>
                    <a:pt x="509458" y="219465"/>
                  </a:moveTo>
                  <a:lnTo>
                    <a:pt x="568164" y="233286"/>
                  </a:lnTo>
                  <a:lnTo>
                    <a:pt x="543234" y="213930"/>
                  </a:lnTo>
                  <a:close/>
                  <a:moveTo>
                    <a:pt x="543234" y="213930"/>
                  </a:moveTo>
                  <a:lnTo>
                    <a:pt x="554626" y="182668"/>
                  </a:lnTo>
                  <a:lnTo>
                    <a:pt x="509458" y="219465"/>
                  </a:lnTo>
                  <a:close/>
                  <a:moveTo>
                    <a:pt x="509458" y="219465"/>
                  </a:moveTo>
                  <a:lnTo>
                    <a:pt x="554626" y="182668"/>
                  </a:lnTo>
                  <a:lnTo>
                    <a:pt x="545462" y="165434"/>
                  </a:lnTo>
                  <a:close/>
                  <a:moveTo>
                    <a:pt x="489342" y="173076"/>
                  </a:moveTo>
                  <a:lnTo>
                    <a:pt x="545462" y="165434"/>
                  </a:lnTo>
                  <a:lnTo>
                    <a:pt x="527838" y="117020"/>
                  </a:lnTo>
                  <a:close/>
                  <a:moveTo>
                    <a:pt x="451923" y="59320"/>
                  </a:moveTo>
                  <a:lnTo>
                    <a:pt x="451676" y="134950"/>
                  </a:lnTo>
                  <a:lnTo>
                    <a:pt x="478111" y="71272"/>
                  </a:lnTo>
                  <a:close/>
                  <a:moveTo>
                    <a:pt x="464532" y="130504"/>
                  </a:moveTo>
                  <a:lnTo>
                    <a:pt x="527838" y="117020"/>
                  </a:lnTo>
                  <a:lnTo>
                    <a:pt x="478111" y="71272"/>
                  </a:lnTo>
                  <a:close/>
                  <a:moveTo>
                    <a:pt x="343702" y="27286"/>
                  </a:moveTo>
                  <a:lnTo>
                    <a:pt x="322745" y="31877"/>
                  </a:lnTo>
                  <a:lnTo>
                    <a:pt x="302112" y="72169"/>
                  </a:lnTo>
                  <a:close/>
                  <a:moveTo>
                    <a:pt x="451923" y="59320"/>
                  </a:moveTo>
                  <a:lnTo>
                    <a:pt x="470366" y="42312"/>
                  </a:lnTo>
                  <a:lnTo>
                    <a:pt x="425381" y="61607"/>
                  </a:lnTo>
                  <a:close/>
                  <a:moveTo>
                    <a:pt x="425381" y="61607"/>
                  </a:moveTo>
                  <a:lnTo>
                    <a:pt x="470366" y="42312"/>
                  </a:lnTo>
                  <a:lnTo>
                    <a:pt x="452657" y="14671"/>
                  </a:lnTo>
                  <a:close/>
                  <a:moveTo>
                    <a:pt x="425381" y="61607"/>
                  </a:moveTo>
                  <a:lnTo>
                    <a:pt x="452657" y="14671"/>
                  </a:lnTo>
                  <a:lnTo>
                    <a:pt x="399574" y="19846"/>
                  </a:lnTo>
                  <a:close/>
                  <a:moveTo>
                    <a:pt x="343702" y="27286"/>
                  </a:moveTo>
                  <a:lnTo>
                    <a:pt x="425381" y="61607"/>
                  </a:lnTo>
                  <a:lnTo>
                    <a:pt x="399574" y="19846"/>
                  </a:lnTo>
                  <a:close/>
                  <a:moveTo>
                    <a:pt x="1172851" y="787119"/>
                  </a:moveTo>
                  <a:lnTo>
                    <a:pt x="1140216" y="832369"/>
                  </a:lnTo>
                  <a:lnTo>
                    <a:pt x="1160632" y="808275"/>
                  </a:lnTo>
                  <a:close/>
                  <a:moveTo>
                    <a:pt x="844126" y="574685"/>
                  </a:moveTo>
                  <a:lnTo>
                    <a:pt x="847182" y="577780"/>
                  </a:lnTo>
                  <a:lnTo>
                    <a:pt x="848472" y="572964"/>
                  </a:lnTo>
                  <a:close/>
                  <a:moveTo>
                    <a:pt x="815282" y="523149"/>
                  </a:moveTo>
                  <a:lnTo>
                    <a:pt x="844126" y="574685"/>
                  </a:lnTo>
                  <a:lnTo>
                    <a:pt x="848472" y="572964"/>
                  </a:lnTo>
                  <a:close/>
                  <a:moveTo>
                    <a:pt x="796422" y="471612"/>
                  </a:moveTo>
                  <a:lnTo>
                    <a:pt x="840874" y="516397"/>
                  </a:lnTo>
                  <a:lnTo>
                    <a:pt x="839966" y="454394"/>
                  </a:lnTo>
                  <a:close/>
                  <a:moveTo>
                    <a:pt x="906866" y="491354"/>
                  </a:moveTo>
                  <a:lnTo>
                    <a:pt x="865326" y="447519"/>
                  </a:lnTo>
                  <a:lnTo>
                    <a:pt x="907351" y="500336"/>
                  </a:lnTo>
                  <a:close/>
                  <a:moveTo>
                    <a:pt x="907351" y="500336"/>
                  </a:moveTo>
                  <a:lnTo>
                    <a:pt x="839966" y="454394"/>
                  </a:lnTo>
                  <a:lnTo>
                    <a:pt x="840874" y="516397"/>
                  </a:lnTo>
                  <a:close/>
                  <a:moveTo>
                    <a:pt x="796422" y="471612"/>
                  </a:moveTo>
                  <a:lnTo>
                    <a:pt x="839966" y="454394"/>
                  </a:lnTo>
                  <a:lnTo>
                    <a:pt x="775531" y="420076"/>
                  </a:lnTo>
                  <a:close/>
                  <a:moveTo>
                    <a:pt x="451923" y="59320"/>
                  </a:moveTo>
                  <a:lnTo>
                    <a:pt x="478111" y="71272"/>
                  </a:lnTo>
                  <a:lnTo>
                    <a:pt x="489041" y="47835"/>
                  </a:lnTo>
                  <a:close/>
                  <a:moveTo>
                    <a:pt x="489041" y="47835"/>
                  </a:moveTo>
                  <a:lnTo>
                    <a:pt x="510750" y="18624"/>
                  </a:lnTo>
                  <a:lnTo>
                    <a:pt x="470366" y="42312"/>
                  </a:lnTo>
                  <a:close/>
                  <a:moveTo>
                    <a:pt x="1192413" y="796971"/>
                  </a:moveTo>
                  <a:lnTo>
                    <a:pt x="1160632" y="808275"/>
                  </a:lnTo>
                  <a:lnTo>
                    <a:pt x="1208241" y="846846"/>
                  </a:lnTo>
                  <a:close/>
                  <a:moveTo>
                    <a:pt x="1225397" y="784181"/>
                  </a:moveTo>
                  <a:lnTo>
                    <a:pt x="1192413" y="796971"/>
                  </a:lnTo>
                  <a:lnTo>
                    <a:pt x="1208241" y="846846"/>
                  </a:lnTo>
                  <a:close/>
                  <a:moveTo>
                    <a:pt x="906866" y="491354"/>
                  </a:moveTo>
                  <a:lnTo>
                    <a:pt x="927376" y="499055"/>
                  </a:lnTo>
                  <a:lnTo>
                    <a:pt x="930631" y="445307"/>
                  </a:lnTo>
                  <a:close/>
                  <a:moveTo>
                    <a:pt x="1295062" y="726741"/>
                  </a:moveTo>
                  <a:lnTo>
                    <a:pt x="1337569" y="760087"/>
                  </a:lnTo>
                  <a:lnTo>
                    <a:pt x="1372469" y="7645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34" name="Output_density__4233">
              <a:extLst>
                <a:ext uri="{FF2B5EF4-FFF2-40B4-BE49-F238E27FC236}">
                  <a16:creationId xmlns:a16="http://schemas.microsoft.com/office/drawing/2014/main" id="{E305170F-25CE-DE92-8960-1F0E05655260}"/>
                </a:ext>
              </a:extLst>
            </p:cNvPr>
            <p:cNvSpPr>
              <a:spLocks noGrp="1"/>
            </p:cNvSpPr>
            <p:nvPr/>
          </p:nvSpPr>
          <p:spPr>
            <a:xfrm>
              <a:off x="15414299" y="3264888"/>
              <a:ext cx="1403035" cy="1104935"/>
            </a:xfrm>
            <a:custGeom>
              <a:avLst/>
              <a:gdLst/>
              <a:ahLst/>
              <a:cxnLst/>
              <a:rect l="0" t="0" r="0" b="0"/>
              <a:pathLst>
                <a:path w="1403035" h="1104935">
                  <a:moveTo>
                    <a:pt x="32902" y="1058975"/>
                  </a:moveTo>
                  <a:lnTo>
                    <a:pt x="0" y="1063298"/>
                  </a:lnTo>
                  <a:lnTo>
                    <a:pt x="51482" y="1056901"/>
                  </a:lnTo>
                  <a:close/>
                  <a:moveTo>
                    <a:pt x="32902" y="1058975"/>
                  </a:moveTo>
                  <a:lnTo>
                    <a:pt x="7255" y="1066218"/>
                  </a:lnTo>
                  <a:lnTo>
                    <a:pt x="0" y="1063298"/>
                  </a:lnTo>
                  <a:close/>
                  <a:moveTo>
                    <a:pt x="54558" y="1056925"/>
                  </a:moveTo>
                  <a:lnTo>
                    <a:pt x="32902" y="1058975"/>
                  </a:lnTo>
                  <a:lnTo>
                    <a:pt x="51482" y="1056901"/>
                  </a:lnTo>
                  <a:close/>
                  <a:moveTo>
                    <a:pt x="199452" y="935156"/>
                  </a:moveTo>
                  <a:lnTo>
                    <a:pt x="219726" y="931882"/>
                  </a:lnTo>
                  <a:lnTo>
                    <a:pt x="247333" y="900203"/>
                  </a:lnTo>
                  <a:close/>
                  <a:moveTo>
                    <a:pt x="171690" y="323415"/>
                  </a:moveTo>
                  <a:lnTo>
                    <a:pt x="179043" y="279955"/>
                  </a:lnTo>
                  <a:lnTo>
                    <a:pt x="166027" y="314114"/>
                  </a:lnTo>
                  <a:close/>
                  <a:moveTo>
                    <a:pt x="195061" y="247784"/>
                  </a:moveTo>
                  <a:lnTo>
                    <a:pt x="179043" y="279955"/>
                  </a:lnTo>
                  <a:lnTo>
                    <a:pt x="171690" y="323415"/>
                  </a:lnTo>
                  <a:close/>
                  <a:moveTo>
                    <a:pt x="168795" y="271878"/>
                  </a:moveTo>
                  <a:lnTo>
                    <a:pt x="195061" y="247784"/>
                  </a:lnTo>
                  <a:lnTo>
                    <a:pt x="171690" y="323415"/>
                  </a:lnTo>
                  <a:close/>
                  <a:moveTo>
                    <a:pt x="485242" y="416497"/>
                  </a:moveTo>
                  <a:lnTo>
                    <a:pt x="436136" y="407577"/>
                  </a:lnTo>
                  <a:lnTo>
                    <a:pt x="449752" y="418706"/>
                  </a:lnTo>
                  <a:close/>
                  <a:moveTo>
                    <a:pt x="436136" y="407577"/>
                  </a:moveTo>
                  <a:lnTo>
                    <a:pt x="485242" y="416497"/>
                  </a:lnTo>
                  <a:lnTo>
                    <a:pt x="511735" y="380650"/>
                  </a:lnTo>
                  <a:close/>
                  <a:moveTo>
                    <a:pt x="511735" y="380650"/>
                  </a:moveTo>
                  <a:lnTo>
                    <a:pt x="525434" y="375301"/>
                  </a:lnTo>
                  <a:lnTo>
                    <a:pt x="529360" y="354206"/>
                  </a:lnTo>
                  <a:close/>
                  <a:moveTo>
                    <a:pt x="485242" y="416497"/>
                  </a:moveTo>
                  <a:lnTo>
                    <a:pt x="523178" y="383656"/>
                  </a:lnTo>
                  <a:lnTo>
                    <a:pt x="511735" y="380650"/>
                  </a:lnTo>
                  <a:close/>
                  <a:moveTo>
                    <a:pt x="1206075" y="1104935"/>
                  </a:moveTo>
                  <a:lnTo>
                    <a:pt x="1200676" y="1103161"/>
                  </a:lnTo>
                  <a:lnTo>
                    <a:pt x="1171342" y="1100045"/>
                  </a:lnTo>
                  <a:close/>
                  <a:moveTo>
                    <a:pt x="1215394" y="1090074"/>
                  </a:moveTo>
                  <a:lnTo>
                    <a:pt x="1206075" y="1104935"/>
                  </a:lnTo>
                  <a:lnTo>
                    <a:pt x="1171342" y="1100045"/>
                  </a:lnTo>
                  <a:close/>
                  <a:moveTo>
                    <a:pt x="1215347" y="1051624"/>
                  </a:moveTo>
                  <a:lnTo>
                    <a:pt x="1206075" y="1104935"/>
                  </a:lnTo>
                  <a:lnTo>
                    <a:pt x="1215394" y="1090074"/>
                  </a:lnTo>
                  <a:close/>
                  <a:moveTo>
                    <a:pt x="1211317" y="1103161"/>
                  </a:moveTo>
                  <a:lnTo>
                    <a:pt x="1206075" y="1104935"/>
                  </a:lnTo>
                  <a:lnTo>
                    <a:pt x="1215347" y="1051624"/>
                  </a:lnTo>
                  <a:close/>
                  <a:moveTo>
                    <a:pt x="528706" y="334658"/>
                  </a:moveTo>
                  <a:lnTo>
                    <a:pt x="511735" y="380650"/>
                  </a:lnTo>
                  <a:lnTo>
                    <a:pt x="529360" y="354206"/>
                  </a:lnTo>
                  <a:close/>
                  <a:moveTo>
                    <a:pt x="1215347" y="1051624"/>
                  </a:moveTo>
                  <a:lnTo>
                    <a:pt x="1244459" y="1027530"/>
                  </a:lnTo>
                  <a:lnTo>
                    <a:pt x="1211317" y="1103161"/>
                  </a:lnTo>
                  <a:close/>
                  <a:moveTo>
                    <a:pt x="1345863" y="998496"/>
                  </a:moveTo>
                  <a:lnTo>
                    <a:pt x="1315345" y="1019296"/>
                  </a:lnTo>
                  <a:lnTo>
                    <a:pt x="1388144" y="981901"/>
                  </a:lnTo>
                  <a:close/>
                  <a:moveTo>
                    <a:pt x="1401668" y="934381"/>
                  </a:moveTo>
                  <a:lnTo>
                    <a:pt x="1388144" y="981901"/>
                  </a:lnTo>
                  <a:lnTo>
                    <a:pt x="1403035" y="951900"/>
                  </a:lnTo>
                  <a:close/>
                  <a:moveTo>
                    <a:pt x="840807" y="63115"/>
                  </a:moveTo>
                  <a:lnTo>
                    <a:pt x="879131" y="31723"/>
                  </a:lnTo>
                  <a:lnTo>
                    <a:pt x="909059" y="8721"/>
                  </a:lnTo>
                  <a:close/>
                  <a:moveTo>
                    <a:pt x="1246760" y="294183"/>
                  </a:moveTo>
                  <a:lnTo>
                    <a:pt x="1235882" y="364252"/>
                  </a:lnTo>
                  <a:lnTo>
                    <a:pt x="1238208" y="363878"/>
                  </a:lnTo>
                  <a:close/>
                  <a:moveTo>
                    <a:pt x="1246760" y="294183"/>
                  </a:moveTo>
                  <a:lnTo>
                    <a:pt x="1238208" y="363878"/>
                  </a:lnTo>
                  <a:lnTo>
                    <a:pt x="1238237" y="364252"/>
                  </a:lnTo>
                  <a:close/>
                  <a:moveTo>
                    <a:pt x="911962" y="0"/>
                  </a:moveTo>
                  <a:lnTo>
                    <a:pt x="909059" y="8721"/>
                  </a:lnTo>
                  <a:lnTo>
                    <a:pt x="912348" y="349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35" name="Output_density__4234">
              <a:extLst>
                <a:ext uri="{FF2B5EF4-FFF2-40B4-BE49-F238E27FC236}">
                  <a16:creationId xmlns:a16="http://schemas.microsoft.com/office/drawing/2014/main" id="{5DDF7B42-C49C-9663-F401-1F334EFB18B8}"/>
                </a:ext>
              </a:extLst>
            </p:cNvPr>
            <p:cNvSpPr>
              <a:spLocks noGrp="1"/>
            </p:cNvSpPr>
            <p:nvPr/>
          </p:nvSpPr>
          <p:spPr>
            <a:xfrm>
              <a:off x="15407570" y="2677125"/>
              <a:ext cx="1432095" cy="1697963"/>
            </a:xfrm>
            <a:custGeom>
              <a:avLst/>
              <a:gdLst/>
              <a:ahLst/>
              <a:cxnLst/>
              <a:rect l="0" t="0" r="0" b="0"/>
              <a:pathLst>
                <a:path w="1432095" h="1697963">
                  <a:moveTo>
                    <a:pt x="0" y="1646737"/>
                  </a:moveTo>
                  <a:lnTo>
                    <a:pt x="6729" y="1651060"/>
                  </a:lnTo>
                  <a:lnTo>
                    <a:pt x="13984" y="1653981"/>
                  </a:lnTo>
                  <a:close/>
                  <a:moveTo>
                    <a:pt x="0" y="1646737"/>
                  </a:moveTo>
                  <a:lnTo>
                    <a:pt x="13984" y="1653981"/>
                  </a:lnTo>
                  <a:lnTo>
                    <a:pt x="53912" y="1674180"/>
                  </a:lnTo>
                  <a:close/>
                  <a:moveTo>
                    <a:pt x="188102" y="1492069"/>
                  </a:moveTo>
                  <a:lnTo>
                    <a:pt x="244311" y="1522919"/>
                  </a:lnTo>
                  <a:lnTo>
                    <a:pt x="226455" y="1519645"/>
                  </a:lnTo>
                  <a:close/>
                  <a:moveTo>
                    <a:pt x="312216" y="1395817"/>
                  </a:moveTo>
                  <a:lnTo>
                    <a:pt x="264576" y="1392373"/>
                  </a:lnTo>
                  <a:lnTo>
                    <a:pt x="267945" y="1395752"/>
                  </a:lnTo>
                  <a:close/>
                  <a:moveTo>
                    <a:pt x="340407" y="1423195"/>
                  </a:moveTo>
                  <a:lnTo>
                    <a:pt x="312216" y="1395817"/>
                  </a:lnTo>
                  <a:lnTo>
                    <a:pt x="283467" y="1389777"/>
                  </a:lnTo>
                  <a:close/>
                  <a:moveTo>
                    <a:pt x="422303" y="1458060"/>
                  </a:moveTo>
                  <a:lnTo>
                    <a:pt x="469332" y="1459215"/>
                  </a:lnTo>
                  <a:lnTo>
                    <a:pt x="492400" y="1410564"/>
                  </a:lnTo>
                  <a:close/>
                  <a:moveTo>
                    <a:pt x="556881" y="1375007"/>
                  </a:moveTo>
                  <a:lnTo>
                    <a:pt x="558999" y="1380446"/>
                  </a:lnTo>
                  <a:lnTo>
                    <a:pt x="567062" y="1380137"/>
                  </a:lnTo>
                  <a:close/>
                  <a:moveTo>
                    <a:pt x="579978" y="1375007"/>
                  </a:moveTo>
                  <a:lnTo>
                    <a:pt x="567062" y="1380137"/>
                  </a:lnTo>
                  <a:lnTo>
                    <a:pt x="558999" y="1380446"/>
                  </a:lnTo>
                  <a:close/>
                  <a:moveTo>
                    <a:pt x="556881" y="1375007"/>
                  </a:moveTo>
                  <a:lnTo>
                    <a:pt x="567062" y="1380137"/>
                  </a:lnTo>
                  <a:lnTo>
                    <a:pt x="590897" y="1354514"/>
                  </a:lnTo>
                  <a:close/>
                  <a:moveTo>
                    <a:pt x="201790" y="835547"/>
                  </a:moveTo>
                  <a:lnTo>
                    <a:pt x="175524" y="859641"/>
                  </a:lnTo>
                  <a:lnTo>
                    <a:pt x="211673" y="789880"/>
                  </a:lnTo>
                  <a:close/>
                  <a:moveTo>
                    <a:pt x="175524" y="859641"/>
                  </a:moveTo>
                  <a:lnTo>
                    <a:pt x="190130" y="844233"/>
                  </a:lnTo>
                  <a:lnTo>
                    <a:pt x="211673" y="789880"/>
                  </a:lnTo>
                  <a:close/>
                  <a:moveTo>
                    <a:pt x="351065" y="826790"/>
                  </a:moveTo>
                  <a:lnTo>
                    <a:pt x="294641" y="816007"/>
                  </a:lnTo>
                  <a:lnTo>
                    <a:pt x="335054" y="821135"/>
                  </a:lnTo>
                  <a:close/>
                  <a:moveTo>
                    <a:pt x="301073" y="814558"/>
                  </a:moveTo>
                  <a:lnTo>
                    <a:pt x="351065" y="826790"/>
                  </a:lnTo>
                  <a:lnTo>
                    <a:pt x="381703" y="806440"/>
                  </a:lnTo>
                  <a:close/>
                  <a:moveTo>
                    <a:pt x="1178071" y="1687808"/>
                  </a:moveTo>
                  <a:lnTo>
                    <a:pt x="1134068" y="1697963"/>
                  </a:lnTo>
                  <a:lnTo>
                    <a:pt x="1109553" y="1675913"/>
                  </a:lnTo>
                  <a:close/>
                  <a:moveTo>
                    <a:pt x="1178071" y="1687808"/>
                  </a:moveTo>
                  <a:lnTo>
                    <a:pt x="1207406" y="1690924"/>
                  </a:lnTo>
                  <a:lnTo>
                    <a:pt x="1165787" y="1681657"/>
                  </a:lnTo>
                  <a:close/>
                  <a:moveTo>
                    <a:pt x="1178071" y="1687808"/>
                  </a:moveTo>
                  <a:lnTo>
                    <a:pt x="1165787" y="1681657"/>
                  </a:lnTo>
                  <a:lnTo>
                    <a:pt x="1134068" y="1697963"/>
                  </a:lnTo>
                  <a:close/>
                  <a:moveTo>
                    <a:pt x="751435" y="1140746"/>
                  </a:moveTo>
                  <a:lnTo>
                    <a:pt x="760290" y="1079776"/>
                  </a:lnTo>
                  <a:lnTo>
                    <a:pt x="733557" y="1113679"/>
                  </a:lnTo>
                  <a:close/>
                  <a:moveTo>
                    <a:pt x="703196" y="1135067"/>
                  </a:moveTo>
                  <a:lnTo>
                    <a:pt x="751435" y="1140746"/>
                  </a:lnTo>
                  <a:lnTo>
                    <a:pt x="733557" y="1113679"/>
                  </a:lnTo>
                  <a:close/>
                  <a:moveTo>
                    <a:pt x="306319" y="367313"/>
                  </a:moveTo>
                  <a:lnTo>
                    <a:pt x="289729" y="354321"/>
                  </a:lnTo>
                  <a:lnTo>
                    <a:pt x="284997" y="349751"/>
                  </a:lnTo>
                  <a:close/>
                  <a:moveTo>
                    <a:pt x="1394873" y="1569664"/>
                  </a:moveTo>
                  <a:lnTo>
                    <a:pt x="1408397" y="1522144"/>
                  </a:lnTo>
                  <a:lnTo>
                    <a:pt x="1377268" y="1543620"/>
                  </a:lnTo>
                  <a:close/>
                  <a:moveTo>
                    <a:pt x="1352592" y="1586259"/>
                  </a:moveTo>
                  <a:lnTo>
                    <a:pt x="1394873" y="1569664"/>
                  </a:lnTo>
                  <a:lnTo>
                    <a:pt x="1377268" y="1543620"/>
                  </a:lnTo>
                  <a:close/>
                  <a:moveTo>
                    <a:pt x="1409764" y="1539663"/>
                  </a:moveTo>
                  <a:lnTo>
                    <a:pt x="1412750" y="1501602"/>
                  </a:lnTo>
                  <a:lnTo>
                    <a:pt x="1408397" y="1522144"/>
                  </a:lnTo>
                  <a:close/>
                  <a:moveTo>
                    <a:pt x="1432095" y="1464032"/>
                  </a:moveTo>
                  <a:lnTo>
                    <a:pt x="1412750" y="1501602"/>
                  </a:lnTo>
                  <a:lnTo>
                    <a:pt x="1409764" y="1539663"/>
                  </a:lnTo>
                  <a:close/>
                  <a:moveTo>
                    <a:pt x="1132435" y="1280854"/>
                  </a:moveTo>
                  <a:lnTo>
                    <a:pt x="1164539" y="1232513"/>
                  </a:lnTo>
                  <a:lnTo>
                    <a:pt x="1136627" y="1281980"/>
                  </a:lnTo>
                  <a:close/>
                  <a:moveTo>
                    <a:pt x="1132435" y="1280854"/>
                  </a:moveTo>
                  <a:lnTo>
                    <a:pt x="1130434" y="1279677"/>
                  </a:lnTo>
                  <a:lnTo>
                    <a:pt x="1163320" y="1230443"/>
                  </a:lnTo>
                  <a:close/>
                  <a:moveTo>
                    <a:pt x="651687" y="712460"/>
                  </a:moveTo>
                  <a:lnTo>
                    <a:pt x="695290" y="700807"/>
                  </a:lnTo>
                  <a:lnTo>
                    <a:pt x="722933" y="669261"/>
                  </a:lnTo>
                  <a:close/>
                  <a:moveTo>
                    <a:pt x="695290" y="700807"/>
                  </a:moveTo>
                  <a:lnTo>
                    <a:pt x="742121" y="701226"/>
                  </a:lnTo>
                  <a:lnTo>
                    <a:pt x="772608" y="680312"/>
                  </a:lnTo>
                  <a:close/>
                  <a:moveTo>
                    <a:pt x="333496" y="175617"/>
                  </a:moveTo>
                  <a:lnTo>
                    <a:pt x="317456" y="201312"/>
                  </a:lnTo>
                  <a:lnTo>
                    <a:pt x="340428" y="189337"/>
                  </a:lnTo>
                  <a:close/>
                  <a:moveTo>
                    <a:pt x="340428" y="189337"/>
                  </a:moveTo>
                  <a:lnTo>
                    <a:pt x="317456" y="201312"/>
                  </a:lnTo>
                  <a:lnTo>
                    <a:pt x="308428" y="240113"/>
                  </a:lnTo>
                  <a:close/>
                  <a:moveTo>
                    <a:pt x="333496" y="175617"/>
                  </a:moveTo>
                  <a:lnTo>
                    <a:pt x="340428" y="189337"/>
                  </a:lnTo>
                  <a:lnTo>
                    <a:pt x="353325" y="160743"/>
                  </a:lnTo>
                  <a:close/>
                  <a:moveTo>
                    <a:pt x="92540" y="19317"/>
                  </a:moveTo>
                  <a:lnTo>
                    <a:pt x="139139" y="18865"/>
                  </a:lnTo>
                  <a:lnTo>
                    <a:pt x="172905" y="10210"/>
                  </a:lnTo>
                  <a:close/>
                  <a:moveTo>
                    <a:pt x="172905" y="10210"/>
                  </a:moveTo>
                  <a:lnTo>
                    <a:pt x="139139" y="18865"/>
                  </a:lnTo>
                  <a:lnTo>
                    <a:pt x="216894" y="0"/>
                  </a:lnTo>
                  <a:close/>
                  <a:moveTo>
                    <a:pt x="1416343" y="1452942"/>
                  </a:moveTo>
                  <a:lnTo>
                    <a:pt x="1412750" y="1501602"/>
                  </a:lnTo>
                  <a:lnTo>
                    <a:pt x="1432095" y="1464032"/>
                  </a:lnTo>
                  <a:close/>
                  <a:moveTo>
                    <a:pt x="1398495" y="1404709"/>
                  </a:moveTo>
                  <a:lnTo>
                    <a:pt x="1416343" y="1452942"/>
                  </a:lnTo>
                  <a:lnTo>
                    <a:pt x="1432095" y="1464032"/>
                  </a:lnTo>
                  <a:close/>
                  <a:moveTo>
                    <a:pt x="1170119" y="1187474"/>
                  </a:moveTo>
                  <a:lnTo>
                    <a:pt x="1199559" y="1228551"/>
                  </a:lnTo>
                  <a:lnTo>
                    <a:pt x="1188141" y="1206349"/>
                  </a:lnTo>
                  <a:close/>
                  <a:moveTo>
                    <a:pt x="468233" y="311645"/>
                  </a:moveTo>
                  <a:lnTo>
                    <a:pt x="478353" y="381764"/>
                  </a:lnTo>
                  <a:lnTo>
                    <a:pt x="482343" y="330227"/>
                  </a:lnTo>
                  <a:close/>
                  <a:moveTo>
                    <a:pt x="501592" y="278690"/>
                  </a:moveTo>
                  <a:lnTo>
                    <a:pt x="518141" y="254597"/>
                  </a:lnTo>
                  <a:lnTo>
                    <a:pt x="513125" y="273953"/>
                  </a:lnTo>
                  <a:close/>
                  <a:moveTo>
                    <a:pt x="333270" y="125535"/>
                  </a:moveTo>
                  <a:lnTo>
                    <a:pt x="353325" y="160743"/>
                  </a:lnTo>
                  <a:lnTo>
                    <a:pt x="363604" y="99987"/>
                  </a:lnTo>
                  <a:close/>
                  <a:moveTo>
                    <a:pt x="333496" y="175617"/>
                  </a:moveTo>
                  <a:lnTo>
                    <a:pt x="353325" y="160743"/>
                  </a:lnTo>
                  <a:lnTo>
                    <a:pt x="333270" y="125535"/>
                  </a:lnTo>
                  <a:close/>
                  <a:moveTo>
                    <a:pt x="1161469" y="1006278"/>
                  </a:moveTo>
                  <a:lnTo>
                    <a:pt x="1174126" y="998560"/>
                  </a:lnTo>
                  <a:lnTo>
                    <a:pt x="1184131" y="952015"/>
                  </a:lnTo>
                  <a:close/>
                  <a:moveTo>
                    <a:pt x="1191544" y="1019810"/>
                  </a:moveTo>
                  <a:lnTo>
                    <a:pt x="1174126" y="998560"/>
                  </a:lnTo>
                  <a:lnTo>
                    <a:pt x="1161469" y="1006278"/>
                  </a:lnTo>
                  <a:close/>
                  <a:moveTo>
                    <a:pt x="1191544" y="1019810"/>
                  </a:moveTo>
                  <a:lnTo>
                    <a:pt x="1187953" y="1050257"/>
                  </a:lnTo>
                  <a:lnTo>
                    <a:pt x="1195413" y="1027646"/>
                  </a:lnTo>
                  <a:close/>
                  <a:moveTo>
                    <a:pt x="1191544" y="1019810"/>
                  </a:moveTo>
                  <a:lnTo>
                    <a:pt x="1195413" y="1027646"/>
                  </a:lnTo>
                  <a:lnTo>
                    <a:pt x="1174126" y="998560"/>
                  </a:lnTo>
                  <a:close/>
                  <a:moveTo>
                    <a:pt x="876292" y="623492"/>
                  </a:moveTo>
                  <a:lnTo>
                    <a:pt x="847536" y="650878"/>
                  </a:lnTo>
                  <a:lnTo>
                    <a:pt x="915788" y="596484"/>
                  </a:lnTo>
                  <a:close/>
                  <a:moveTo>
                    <a:pt x="1216883" y="888620"/>
                  </a:moveTo>
                  <a:lnTo>
                    <a:pt x="1184131" y="952015"/>
                  </a:lnTo>
                  <a:lnTo>
                    <a:pt x="1189309" y="920427"/>
                  </a:lnTo>
                  <a:close/>
                  <a:moveTo>
                    <a:pt x="1189309" y="920427"/>
                  </a:moveTo>
                  <a:lnTo>
                    <a:pt x="1242611" y="952015"/>
                  </a:lnTo>
                  <a:lnTo>
                    <a:pt x="1216883" y="888620"/>
                  </a:lnTo>
                  <a:close/>
                  <a:moveTo>
                    <a:pt x="1216883" y="888620"/>
                  </a:moveTo>
                  <a:lnTo>
                    <a:pt x="1242611" y="952015"/>
                  </a:lnTo>
                  <a:lnTo>
                    <a:pt x="1253489" y="881946"/>
                  </a:lnTo>
                  <a:close/>
                  <a:moveTo>
                    <a:pt x="1253489" y="881946"/>
                  </a:moveTo>
                  <a:lnTo>
                    <a:pt x="1241450" y="876385"/>
                  </a:lnTo>
                  <a:lnTo>
                    <a:pt x="1216883" y="888620"/>
                  </a:lnTo>
                  <a:close/>
                  <a:moveTo>
                    <a:pt x="1241450" y="876385"/>
                  </a:moveTo>
                  <a:lnTo>
                    <a:pt x="1253489" y="881946"/>
                  </a:lnTo>
                  <a:lnTo>
                    <a:pt x="1258263" y="868658"/>
                  </a:lnTo>
                  <a:close/>
                  <a:moveTo>
                    <a:pt x="918691" y="587763"/>
                  </a:moveTo>
                  <a:lnTo>
                    <a:pt x="876292" y="623492"/>
                  </a:lnTo>
                  <a:lnTo>
                    <a:pt x="915788" y="596484"/>
                  </a:lnTo>
                  <a:close/>
                  <a:moveTo>
                    <a:pt x="903876" y="537064"/>
                  </a:moveTo>
                  <a:lnTo>
                    <a:pt x="919077" y="591259"/>
                  </a:lnTo>
                  <a:lnTo>
                    <a:pt x="906208" y="539722"/>
                  </a:lnTo>
                  <a:close/>
                  <a:moveTo>
                    <a:pt x="903876" y="537064"/>
                  </a:moveTo>
                  <a:lnTo>
                    <a:pt x="918691" y="587763"/>
                  </a:lnTo>
                  <a:lnTo>
                    <a:pt x="919077" y="591259"/>
                  </a:lnTo>
                  <a:close/>
                  <a:moveTo>
                    <a:pt x="893716" y="482582"/>
                  </a:moveTo>
                  <a:lnTo>
                    <a:pt x="899820" y="464092"/>
                  </a:lnTo>
                  <a:lnTo>
                    <a:pt x="875592" y="485974"/>
                  </a:lnTo>
                  <a:close/>
                  <a:moveTo>
                    <a:pt x="893716" y="482582"/>
                  </a:moveTo>
                  <a:lnTo>
                    <a:pt x="903876" y="537064"/>
                  </a:lnTo>
                  <a:lnTo>
                    <a:pt x="906208" y="539722"/>
                  </a:lnTo>
                  <a:close/>
                  <a:moveTo>
                    <a:pt x="899820" y="464092"/>
                  </a:moveTo>
                  <a:lnTo>
                    <a:pt x="893716" y="482582"/>
                  </a:lnTo>
                  <a:lnTo>
                    <a:pt x="906262" y="42597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36" name="Output_density__4235">
              <a:extLst>
                <a:ext uri="{FF2B5EF4-FFF2-40B4-BE49-F238E27FC236}">
                  <a16:creationId xmlns:a16="http://schemas.microsoft.com/office/drawing/2014/main" id="{9C97F933-D904-A991-EA11-C2F3FF1535F7}"/>
                </a:ext>
              </a:extLst>
            </p:cNvPr>
            <p:cNvSpPr>
              <a:spLocks noGrp="1"/>
            </p:cNvSpPr>
            <p:nvPr/>
          </p:nvSpPr>
          <p:spPr>
            <a:xfrm>
              <a:off x="15358725" y="2717792"/>
              <a:ext cx="1331375" cy="1746633"/>
            </a:xfrm>
            <a:custGeom>
              <a:avLst/>
              <a:gdLst/>
              <a:ahLst/>
              <a:cxnLst/>
              <a:rect l="0" t="0" r="0" b="0"/>
              <a:pathLst>
                <a:path w="1331375" h="1746633">
                  <a:moveTo>
                    <a:pt x="36351" y="1500536"/>
                  </a:moveTo>
                  <a:lnTo>
                    <a:pt x="30935" y="1502997"/>
                  </a:lnTo>
                  <a:lnTo>
                    <a:pt x="67686" y="1496576"/>
                  </a:lnTo>
                  <a:close/>
                  <a:moveTo>
                    <a:pt x="30935" y="1502997"/>
                  </a:moveTo>
                  <a:lnTo>
                    <a:pt x="0" y="1553085"/>
                  </a:lnTo>
                  <a:lnTo>
                    <a:pt x="67686" y="1496576"/>
                  </a:lnTo>
                  <a:close/>
                  <a:moveTo>
                    <a:pt x="67686" y="1496576"/>
                  </a:moveTo>
                  <a:lnTo>
                    <a:pt x="0" y="1553085"/>
                  </a:lnTo>
                  <a:lnTo>
                    <a:pt x="31090" y="1530440"/>
                  </a:lnTo>
                  <a:close/>
                  <a:moveTo>
                    <a:pt x="36351" y="1500536"/>
                  </a:moveTo>
                  <a:lnTo>
                    <a:pt x="67686" y="1496576"/>
                  </a:lnTo>
                  <a:lnTo>
                    <a:pt x="113018" y="1491388"/>
                  </a:lnTo>
                  <a:close/>
                  <a:moveTo>
                    <a:pt x="196826" y="1360255"/>
                  </a:moveTo>
                  <a:lnTo>
                    <a:pt x="165146" y="1379179"/>
                  </a:lnTo>
                  <a:lnTo>
                    <a:pt x="219671" y="1364721"/>
                  </a:lnTo>
                  <a:close/>
                  <a:moveTo>
                    <a:pt x="295484" y="1176381"/>
                  </a:moveTo>
                  <a:lnTo>
                    <a:pt x="287342" y="1227918"/>
                  </a:lnTo>
                  <a:lnTo>
                    <a:pt x="346462" y="1203824"/>
                  </a:lnTo>
                  <a:close/>
                  <a:moveTo>
                    <a:pt x="295484" y="1176381"/>
                  </a:moveTo>
                  <a:lnTo>
                    <a:pt x="346462" y="1203824"/>
                  </a:lnTo>
                  <a:lnTo>
                    <a:pt x="321494" y="1152287"/>
                  </a:lnTo>
                  <a:close/>
                  <a:moveTo>
                    <a:pt x="281605" y="1124845"/>
                  </a:moveTo>
                  <a:lnTo>
                    <a:pt x="295484" y="1176381"/>
                  </a:lnTo>
                  <a:lnTo>
                    <a:pt x="321494" y="1152287"/>
                  </a:lnTo>
                  <a:close/>
                  <a:moveTo>
                    <a:pt x="281605" y="1124845"/>
                  </a:moveTo>
                  <a:lnTo>
                    <a:pt x="321494" y="1152287"/>
                  </a:lnTo>
                  <a:lnTo>
                    <a:pt x="318659" y="1100751"/>
                  </a:lnTo>
                  <a:close/>
                  <a:moveTo>
                    <a:pt x="324137" y="1082197"/>
                  </a:moveTo>
                  <a:lnTo>
                    <a:pt x="281605" y="1124845"/>
                  </a:lnTo>
                  <a:lnTo>
                    <a:pt x="318659" y="1100751"/>
                  </a:lnTo>
                  <a:close/>
                  <a:moveTo>
                    <a:pt x="936452" y="1746633"/>
                  </a:moveTo>
                  <a:lnTo>
                    <a:pt x="951247" y="1719868"/>
                  </a:lnTo>
                  <a:lnTo>
                    <a:pt x="895924" y="1719190"/>
                  </a:lnTo>
                  <a:close/>
                  <a:moveTo>
                    <a:pt x="321494" y="1152287"/>
                  </a:moveTo>
                  <a:lnTo>
                    <a:pt x="361144" y="1200185"/>
                  </a:lnTo>
                  <a:lnTo>
                    <a:pt x="361752" y="1136947"/>
                  </a:lnTo>
                  <a:close/>
                  <a:moveTo>
                    <a:pt x="321494" y="1152287"/>
                  </a:moveTo>
                  <a:lnTo>
                    <a:pt x="346462" y="1203824"/>
                  </a:lnTo>
                  <a:lnTo>
                    <a:pt x="361144" y="1200185"/>
                  </a:lnTo>
                  <a:close/>
                  <a:moveTo>
                    <a:pt x="318659" y="1100751"/>
                  </a:moveTo>
                  <a:lnTo>
                    <a:pt x="361752" y="1136947"/>
                  </a:lnTo>
                  <a:lnTo>
                    <a:pt x="344374" y="1088333"/>
                  </a:lnTo>
                  <a:close/>
                  <a:moveTo>
                    <a:pt x="318659" y="1100751"/>
                  </a:moveTo>
                  <a:lnTo>
                    <a:pt x="321494" y="1152287"/>
                  </a:lnTo>
                  <a:lnTo>
                    <a:pt x="361752" y="1136947"/>
                  </a:lnTo>
                  <a:close/>
                  <a:moveTo>
                    <a:pt x="361752" y="1136947"/>
                  </a:moveTo>
                  <a:lnTo>
                    <a:pt x="405169" y="1076890"/>
                  </a:lnTo>
                  <a:lnTo>
                    <a:pt x="344374" y="1088333"/>
                  </a:lnTo>
                  <a:close/>
                  <a:moveTo>
                    <a:pt x="318659" y="1100751"/>
                  </a:moveTo>
                  <a:lnTo>
                    <a:pt x="344374" y="1088333"/>
                  </a:lnTo>
                  <a:lnTo>
                    <a:pt x="324137" y="1082197"/>
                  </a:lnTo>
                  <a:close/>
                  <a:moveTo>
                    <a:pt x="324137" y="1082197"/>
                  </a:moveTo>
                  <a:lnTo>
                    <a:pt x="344374" y="1088333"/>
                  </a:lnTo>
                  <a:lnTo>
                    <a:pt x="367019" y="1067848"/>
                  </a:lnTo>
                  <a:close/>
                  <a:moveTo>
                    <a:pt x="485693" y="1112150"/>
                  </a:moveTo>
                  <a:lnTo>
                    <a:pt x="474182" y="1158938"/>
                  </a:lnTo>
                  <a:lnTo>
                    <a:pt x="510749" y="1104100"/>
                  </a:lnTo>
                  <a:close/>
                  <a:moveTo>
                    <a:pt x="532500" y="1067399"/>
                  </a:moveTo>
                  <a:lnTo>
                    <a:pt x="485693" y="1112150"/>
                  </a:lnTo>
                  <a:lnTo>
                    <a:pt x="510749" y="1104100"/>
                  </a:lnTo>
                  <a:close/>
                  <a:moveTo>
                    <a:pt x="250077" y="922047"/>
                  </a:moveTo>
                  <a:lnTo>
                    <a:pt x="301245" y="959928"/>
                  </a:lnTo>
                  <a:lnTo>
                    <a:pt x="286164" y="909446"/>
                  </a:lnTo>
                  <a:close/>
                  <a:moveTo>
                    <a:pt x="286164" y="909446"/>
                  </a:moveTo>
                  <a:lnTo>
                    <a:pt x="264662" y="899605"/>
                  </a:lnTo>
                  <a:lnTo>
                    <a:pt x="250077" y="922047"/>
                  </a:lnTo>
                  <a:close/>
                  <a:moveTo>
                    <a:pt x="331012" y="848224"/>
                  </a:moveTo>
                  <a:lnTo>
                    <a:pt x="269319" y="870510"/>
                  </a:lnTo>
                  <a:lnTo>
                    <a:pt x="335545" y="855052"/>
                  </a:lnTo>
                  <a:close/>
                  <a:moveTo>
                    <a:pt x="269319" y="870510"/>
                  </a:moveTo>
                  <a:lnTo>
                    <a:pt x="264662" y="899605"/>
                  </a:lnTo>
                  <a:lnTo>
                    <a:pt x="335545" y="855052"/>
                  </a:lnTo>
                  <a:close/>
                  <a:moveTo>
                    <a:pt x="335545" y="855052"/>
                  </a:moveTo>
                  <a:lnTo>
                    <a:pt x="264662" y="899605"/>
                  </a:lnTo>
                  <a:lnTo>
                    <a:pt x="318419" y="897953"/>
                  </a:lnTo>
                  <a:close/>
                  <a:moveTo>
                    <a:pt x="318419" y="897953"/>
                  </a:moveTo>
                  <a:lnTo>
                    <a:pt x="264662" y="899605"/>
                  </a:lnTo>
                  <a:lnTo>
                    <a:pt x="286164" y="909446"/>
                  </a:lnTo>
                  <a:close/>
                  <a:moveTo>
                    <a:pt x="510749" y="1104100"/>
                  </a:moveTo>
                  <a:lnTo>
                    <a:pt x="576704" y="1138885"/>
                  </a:lnTo>
                  <a:lnTo>
                    <a:pt x="563488" y="1086887"/>
                  </a:lnTo>
                  <a:close/>
                  <a:moveTo>
                    <a:pt x="576704" y="1138885"/>
                  </a:moveTo>
                  <a:lnTo>
                    <a:pt x="618446" y="1080189"/>
                  </a:lnTo>
                  <a:lnTo>
                    <a:pt x="563488" y="1086887"/>
                  </a:lnTo>
                  <a:close/>
                  <a:moveTo>
                    <a:pt x="532500" y="1067399"/>
                  </a:moveTo>
                  <a:lnTo>
                    <a:pt x="510749" y="1104100"/>
                  </a:lnTo>
                  <a:lnTo>
                    <a:pt x="563488" y="1086887"/>
                  </a:lnTo>
                  <a:close/>
                  <a:moveTo>
                    <a:pt x="335545" y="855052"/>
                  </a:moveTo>
                  <a:lnTo>
                    <a:pt x="318419" y="897953"/>
                  </a:lnTo>
                  <a:lnTo>
                    <a:pt x="358930" y="888271"/>
                  </a:lnTo>
                  <a:close/>
                  <a:moveTo>
                    <a:pt x="417390" y="851479"/>
                  </a:moveTo>
                  <a:lnTo>
                    <a:pt x="358930" y="888271"/>
                  </a:lnTo>
                  <a:lnTo>
                    <a:pt x="405369" y="873859"/>
                  </a:lnTo>
                  <a:close/>
                  <a:moveTo>
                    <a:pt x="335545" y="855052"/>
                  </a:moveTo>
                  <a:lnTo>
                    <a:pt x="358930" y="888271"/>
                  </a:lnTo>
                  <a:lnTo>
                    <a:pt x="417390" y="851479"/>
                  </a:lnTo>
                  <a:close/>
                  <a:moveTo>
                    <a:pt x="685188" y="1019123"/>
                  </a:moveTo>
                  <a:lnTo>
                    <a:pt x="618810" y="1080005"/>
                  </a:lnTo>
                  <a:lnTo>
                    <a:pt x="671508" y="1055912"/>
                  </a:lnTo>
                  <a:close/>
                  <a:moveTo>
                    <a:pt x="487099" y="802532"/>
                  </a:moveTo>
                  <a:lnTo>
                    <a:pt x="452690" y="822322"/>
                  </a:lnTo>
                  <a:lnTo>
                    <a:pt x="417390" y="851479"/>
                  </a:lnTo>
                  <a:close/>
                  <a:moveTo>
                    <a:pt x="438727" y="238023"/>
                  </a:moveTo>
                  <a:lnTo>
                    <a:pt x="445204" y="186487"/>
                  </a:lnTo>
                  <a:lnTo>
                    <a:pt x="428685" y="242114"/>
                  </a:lnTo>
                  <a:close/>
                  <a:moveTo>
                    <a:pt x="445204" y="186487"/>
                  </a:moveTo>
                  <a:lnTo>
                    <a:pt x="397717" y="204548"/>
                  </a:lnTo>
                  <a:lnTo>
                    <a:pt x="428685" y="242114"/>
                  </a:lnTo>
                  <a:close/>
                  <a:moveTo>
                    <a:pt x="827277" y="661417"/>
                  </a:moveTo>
                  <a:lnTo>
                    <a:pt x="809113" y="701853"/>
                  </a:lnTo>
                  <a:lnTo>
                    <a:pt x="852952" y="689772"/>
                  </a:lnTo>
                  <a:close/>
                  <a:moveTo>
                    <a:pt x="742984" y="495707"/>
                  </a:moveTo>
                  <a:lnTo>
                    <a:pt x="809088" y="523149"/>
                  </a:lnTo>
                  <a:lnTo>
                    <a:pt x="790228" y="471612"/>
                  </a:lnTo>
                  <a:close/>
                  <a:moveTo>
                    <a:pt x="445204" y="186487"/>
                  </a:moveTo>
                  <a:lnTo>
                    <a:pt x="503264" y="219465"/>
                  </a:lnTo>
                  <a:lnTo>
                    <a:pt x="483148" y="173076"/>
                  </a:lnTo>
                  <a:close/>
                  <a:moveTo>
                    <a:pt x="445204" y="186487"/>
                  </a:moveTo>
                  <a:lnTo>
                    <a:pt x="438727" y="238023"/>
                  </a:lnTo>
                  <a:lnTo>
                    <a:pt x="503264" y="219465"/>
                  </a:lnTo>
                  <a:close/>
                  <a:moveTo>
                    <a:pt x="503264" y="219465"/>
                  </a:moveTo>
                  <a:lnTo>
                    <a:pt x="539268" y="165434"/>
                  </a:lnTo>
                  <a:lnTo>
                    <a:pt x="483148" y="173076"/>
                  </a:lnTo>
                  <a:close/>
                  <a:moveTo>
                    <a:pt x="483148" y="173076"/>
                  </a:moveTo>
                  <a:lnTo>
                    <a:pt x="445482" y="134950"/>
                  </a:lnTo>
                  <a:lnTo>
                    <a:pt x="445204" y="186487"/>
                  </a:lnTo>
                  <a:close/>
                  <a:moveTo>
                    <a:pt x="458338" y="130504"/>
                  </a:moveTo>
                  <a:lnTo>
                    <a:pt x="445482" y="134950"/>
                  </a:lnTo>
                  <a:lnTo>
                    <a:pt x="483148" y="173076"/>
                  </a:lnTo>
                  <a:close/>
                  <a:moveTo>
                    <a:pt x="483148" y="173076"/>
                  </a:moveTo>
                  <a:lnTo>
                    <a:pt x="521643" y="117020"/>
                  </a:lnTo>
                  <a:lnTo>
                    <a:pt x="458338" y="130504"/>
                  </a:lnTo>
                  <a:close/>
                  <a:moveTo>
                    <a:pt x="471917" y="71272"/>
                  </a:moveTo>
                  <a:lnTo>
                    <a:pt x="445482" y="134950"/>
                  </a:lnTo>
                  <a:lnTo>
                    <a:pt x="458338" y="130504"/>
                  </a:lnTo>
                  <a:close/>
                  <a:moveTo>
                    <a:pt x="316551" y="31877"/>
                  </a:moveTo>
                  <a:lnTo>
                    <a:pt x="337508" y="27286"/>
                  </a:lnTo>
                  <a:lnTo>
                    <a:pt x="323335" y="0"/>
                  </a:lnTo>
                  <a:close/>
                  <a:moveTo>
                    <a:pt x="809088" y="523149"/>
                  </a:moveTo>
                  <a:lnTo>
                    <a:pt x="842278" y="572964"/>
                  </a:lnTo>
                  <a:lnTo>
                    <a:pt x="834680" y="516397"/>
                  </a:lnTo>
                  <a:close/>
                  <a:moveTo>
                    <a:pt x="840987" y="577780"/>
                  </a:moveTo>
                  <a:lnTo>
                    <a:pt x="901713" y="550592"/>
                  </a:lnTo>
                  <a:lnTo>
                    <a:pt x="842278" y="572964"/>
                  </a:lnTo>
                  <a:close/>
                  <a:moveTo>
                    <a:pt x="901713" y="550592"/>
                  </a:moveTo>
                  <a:lnTo>
                    <a:pt x="904197" y="504532"/>
                  </a:lnTo>
                  <a:lnTo>
                    <a:pt x="842278" y="572964"/>
                  </a:lnTo>
                  <a:close/>
                  <a:moveTo>
                    <a:pt x="842278" y="572964"/>
                  </a:moveTo>
                  <a:lnTo>
                    <a:pt x="904197" y="504532"/>
                  </a:lnTo>
                  <a:lnTo>
                    <a:pt x="901156" y="500336"/>
                  </a:lnTo>
                  <a:close/>
                  <a:moveTo>
                    <a:pt x="842278" y="572964"/>
                  </a:moveTo>
                  <a:lnTo>
                    <a:pt x="901156" y="500336"/>
                  </a:lnTo>
                  <a:lnTo>
                    <a:pt x="834680" y="516397"/>
                  </a:lnTo>
                  <a:close/>
                  <a:moveTo>
                    <a:pt x="790228" y="471612"/>
                  </a:moveTo>
                  <a:lnTo>
                    <a:pt x="809088" y="523149"/>
                  </a:lnTo>
                  <a:lnTo>
                    <a:pt x="834680" y="516397"/>
                  </a:lnTo>
                  <a:close/>
                  <a:moveTo>
                    <a:pt x="901156" y="500336"/>
                  </a:moveTo>
                  <a:lnTo>
                    <a:pt x="921182" y="499055"/>
                  </a:lnTo>
                  <a:lnTo>
                    <a:pt x="900672" y="491354"/>
                  </a:lnTo>
                  <a:close/>
                  <a:moveTo>
                    <a:pt x="901156" y="500336"/>
                  </a:moveTo>
                  <a:lnTo>
                    <a:pt x="904197" y="504532"/>
                  </a:lnTo>
                  <a:lnTo>
                    <a:pt x="921182" y="499055"/>
                  </a:lnTo>
                  <a:close/>
                  <a:moveTo>
                    <a:pt x="464172" y="42312"/>
                  </a:moveTo>
                  <a:lnTo>
                    <a:pt x="445728" y="59320"/>
                  </a:lnTo>
                  <a:lnTo>
                    <a:pt x="482847" y="47835"/>
                  </a:lnTo>
                  <a:close/>
                  <a:moveTo>
                    <a:pt x="1166657" y="787119"/>
                  </a:moveTo>
                  <a:lnTo>
                    <a:pt x="1154438" y="808275"/>
                  </a:lnTo>
                  <a:lnTo>
                    <a:pt x="1186219" y="796971"/>
                  </a:lnTo>
                  <a:close/>
                  <a:moveTo>
                    <a:pt x="1189486" y="756738"/>
                  </a:moveTo>
                  <a:lnTo>
                    <a:pt x="1166657" y="787119"/>
                  </a:lnTo>
                  <a:lnTo>
                    <a:pt x="1240283" y="752819"/>
                  </a:lnTo>
                  <a:close/>
                  <a:moveTo>
                    <a:pt x="1240283" y="752819"/>
                  </a:moveTo>
                  <a:lnTo>
                    <a:pt x="1166657" y="787119"/>
                  </a:lnTo>
                  <a:lnTo>
                    <a:pt x="1219202" y="784181"/>
                  </a:lnTo>
                  <a:close/>
                  <a:moveTo>
                    <a:pt x="1219202" y="784181"/>
                  </a:moveTo>
                  <a:lnTo>
                    <a:pt x="1166657" y="787119"/>
                  </a:lnTo>
                  <a:lnTo>
                    <a:pt x="1186219" y="796971"/>
                  </a:lnTo>
                  <a:close/>
                  <a:moveTo>
                    <a:pt x="1216226" y="747815"/>
                  </a:moveTo>
                  <a:lnTo>
                    <a:pt x="1240283" y="752819"/>
                  </a:lnTo>
                  <a:lnTo>
                    <a:pt x="1270278" y="732644"/>
                  </a:lnTo>
                  <a:close/>
                  <a:moveTo>
                    <a:pt x="937095" y="533862"/>
                  </a:moveTo>
                  <a:lnTo>
                    <a:pt x="921182" y="499055"/>
                  </a:lnTo>
                  <a:lnTo>
                    <a:pt x="904197" y="504532"/>
                  </a:lnTo>
                  <a:close/>
                  <a:moveTo>
                    <a:pt x="1266900" y="769361"/>
                  </a:moveTo>
                  <a:lnTo>
                    <a:pt x="1328808" y="774224"/>
                  </a:lnTo>
                  <a:lnTo>
                    <a:pt x="1323459" y="760087"/>
                  </a:lnTo>
                  <a:close/>
                  <a:moveTo>
                    <a:pt x="1240283" y="752819"/>
                  </a:moveTo>
                  <a:lnTo>
                    <a:pt x="1219202" y="784181"/>
                  </a:lnTo>
                  <a:lnTo>
                    <a:pt x="1266900" y="769361"/>
                  </a:lnTo>
                  <a:close/>
                  <a:moveTo>
                    <a:pt x="1288868" y="726741"/>
                  </a:moveTo>
                  <a:lnTo>
                    <a:pt x="1270278" y="732644"/>
                  </a:lnTo>
                  <a:lnTo>
                    <a:pt x="1324570" y="758380"/>
                  </a:lnTo>
                  <a:close/>
                  <a:moveTo>
                    <a:pt x="1270278" y="732644"/>
                  </a:moveTo>
                  <a:lnTo>
                    <a:pt x="1240283" y="752819"/>
                  </a:lnTo>
                  <a:lnTo>
                    <a:pt x="1324570" y="758380"/>
                  </a:lnTo>
                  <a:close/>
                  <a:moveTo>
                    <a:pt x="1324570" y="758380"/>
                  </a:moveTo>
                  <a:lnTo>
                    <a:pt x="1240283" y="752819"/>
                  </a:lnTo>
                  <a:lnTo>
                    <a:pt x="1323459" y="760087"/>
                  </a:lnTo>
                  <a:close/>
                  <a:moveTo>
                    <a:pt x="1323459" y="760087"/>
                  </a:moveTo>
                  <a:lnTo>
                    <a:pt x="1240283" y="752819"/>
                  </a:lnTo>
                  <a:lnTo>
                    <a:pt x="1266900" y="769361"/>
                  </a:lnTo>
                  <a:close/>
                  <a:moveTo>
                    <a:pt x="1324570" y="758380"/>
                  </a:moveTo>
                  <a:lnTo>
                    <a:pt x="1331375" y="760087"/>
                  </a:lnTo>
                  <a:lnTo>
                    <a:pt x="1288868" y="726741"/>
                  </a:lnTo>
                  <a:close/>
                  <a:moveTo>
                    <a:pt x="1323459" y="760087"/>
                  </a:moveTo>
                  <a:lnTo>
                    <a:pt x="1328808" y="774224"/>
                  </a:lnTo>
                  <a:lnTo>
                    <a:pt x="1325906" y="759372"/>
                  </a:lnTo>
                  <a:close/>
                  <a:moveTo>
                    <a:pt x="1324570" y="758380"/>
                  </a:moveTo>
                  <a:lnTo>
                    <a:pt x="1323459" y="760087"/>
                  </a:lnTo>
                  <a:lnTo>
                    <a:pt x="1325906" y="759372"/>
                  </a:lnTo>
                  <a:close/>
                  <a:moveTo>
                    <a:pt x="1325906" y="759372"/>
                  </a:moveTo>
                  <a:lnTo>
                    <a:pt x="1328808" y="774224"/>
                  </a:lnTo>
                  <a:lnTo>
                    <a:pt x="1331375" y="760087"/>
                  </a:lnTo>
                  <a:close/>
                  <a:moveTo>
                    <a:pt x="1325906" y="759372"/>
                  </a:moveTo>
                  <a:lnTo>
                    <a:pt x="1331375" y="760087"/>
                  </a:lnTo>
                  <a:lnTo>
                    <a:pt x="1324570" y="75838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37" name="Output_density__4236">
              <a:extLst>
                <a:ext uri="{FF2B5EF4-FFF2-40B4-BE49-F238E27FC236}">
                  <a16:creationId xmlns:a16="http://schemas.microsoft.com/office/drawing/2014/main" id="{EB97BBF2-7676-03DE-830B-F52EEC1E8148}"/>
                </a:ext>
              </a:extLst>
            </p:cNvPr>
            <p:cNvSpPr>
              <a:spLocks noGrp="1"/>
            </p:cNvSpPr>
            <p:nvPr/>
          </p:nvSpPr>
          <p:spPr>
            <a:xfrm>
              <a:off x="15404000" y="2693531"/>
              <a:ext cx="1419912" cy="1928782"/>
            </a:xfrm>
            <a:custGeom>
              <a:avLst/>
              <a:gdLst/>
              <a:ahLst/>
              <a:cxnLst/>
              <a:rect l="0" t="0" r="0" b="0"/>
              <a:pathLst>
                <a:path w="1419912" h="1928782">
                  <a:moveTo>
                    <a:pt x="5933" y="1606238"/>
                  </a:moveTo>
                  <a:lnTo>
                    <a:pt x="3569" y="1630332"/>
                  </a:lnTo>
                  <a:lnTo>
                    <a:pt x="57482" y="1657775"/>
                  </a:lnTo>
                  <a:close/>
                  <a:moveTo>
                    <a:pt x="172006" y="1730795"/>
                  </a:moveTo>
                  <a:lnTo>
                    <a:pt x="251609" y="1718840"/>
                  </a:lnTo>
                  <a:lnTo>
                    <a:pt x="201540" y="1706320"/>
                  </a:lnTo>
                  <a:close/>
                  <a:moveTo>
                    <a:pt x="67299" y="1633681"/>
                  </a:moveTo>
                  <a:lnTo>
                    <a:pt x="57482" y="1657775"/>
                  </a:lnTo>
                  <a:lnTo>
                    <a:pt x="60361" y="1662727"/>
                  </a:lnTo>
                  <a:close/>
                  <a:moveTo>
                    <a:pt x="345988" y="1897034"/>
                  </a:moveTo>
                  <a:lnTo>
                    <a:pt x="407978" y="1867270"/>
                  </a:lnTo>
                  <a:lnTo>
                    <a:pt x="352759" y="1884626"/>
                  </a:lnTo>
                  <a:close/>
                  <a:moveTo>
                    <a:pt x="422944" y="1875181"/>
                  </a:moveTo>
                  <a:lnTo>
                    <a:pt x="407978" y="1867270"/>
                  </a:lnTo>
                  <a:lnTo>
                    <a:pt x="345988" y="1897034"/>
                  </a:lnTo>
                  <a:close/>
                  <a:moveTo>
                    <a:pt x="398056" y="1917028"/>
                  </a:moveTo>
                  <a:lnTo>
                    <a:pt x="422944" y="1875181"/>
                  </a:lnTo>
                  <a:lnTo>
                    <a:pt x="345988" y="1897034"/>
                  </a:lnTo>
                  <a:close/>
                  <a:moveTo>
                    <a:pt x="447919" y="1928782"/>
                  </a:moveTo>
                  <a:lnTo>
                    <a:pt x="466112" y="1868437"/>
                  </a:lnTo>
                  <a:lnTo>
                    <a:pt x="422944" y="1875181"/>
                  </a:lnTo>
                  <a:close/>
                  <a:moveTo>
                    <a:pt x="398056" y="1917028"/>
                  </a:moveTo>
                  <a:lnTo>
                    <a:pt x="447919" y="1928782"/>
                  </a:lnTo>
                  <a:lnTo>
                    <a:pt x="422944" y="1875181"/>
                  </a:lnTo>
                  <a:close/>
                  <a:moveTo>
                    <a:pt x="466112" y="1868437"/>
                  </a:moveTo>
                  <a:lnTo>
                    <a:pt x="434913" y="1831058"/>
                  </a:lnTo>
                  <a:lnTo>
                    <a:pt x="454885" y="1867270"/>
                  </a:lnTo>
                  <a:close/>
                  <a:moveTo>
                    <a:pt x="434913" y="1831058"/>
                  </a:moveTo>
                  <a:lnTo>
                    <a:pt x="426485" y="1815733"/>
                  </a:lnTo>
                  <a:lnTo>
                    <a:pt x="454885" y="1867270"/>
                  </a:lnTo>
                  <a:close/>
                  <a:moveTo>
                    <a:pt x="263562" y="1668189"/>
                  </a:moveTo>
                  <a:lnTo>
                    <a:pt x="251609" y="1718840"/>
                  </a:lnTo>
                  <a:lnTo>
                    <a:pt x="306149" y="1734290"/>
                  </a:lnTo>
                  <a:close/>
                  <a:moveTo>
                    <a:pt x="263562" y="1668189"/>
                  </a:moveTo>
                  <a:lnTo>
                    <a:pt x="201540" y="1706320"/>
                  </a:lnTo>
                  <a:lnTo>
                    <a:pt x="251609" y="1718840"/>
                  </a:lnTo>
                  <a:close/>
                  <a:moveTo>
                    <a:pt x="263562" y="1668189"/>
                  </a:moveTo>
                  <a:lnTo>
                    <a:pt x="213951" y="1670539"/>
                  </a:lnTo>
                  <a:lnTo>
                    <a:pt x="201540" y="1706320"/>
                  </a:lnTo>
                  <a:close/>
                  <a:moveTo>
                    <a:pt x="418566" y="1806366"/>
                  </a:moveTo>
                  <a:lnTo>
                    <a:pt x="454885" y="1867270"/>
                  </a:lnTo>
                  <a:lnTo>
                    <a:pt x="426485" y="1815733"/>
                  </a:lnTo>
                  <a:close/>
                  <a:moveTo>
                    <a:pt x="418566" y="1806366"/>
                  </a:moveTo>
                  <a:lnTo>
                    <a:pt x="425786" y="1863239"/>
                  </a:lnTo>
                  <a:lnTo>
                    <a:pt x="454885" y="1867270"/>
                  </a:lnTo>
                  <a:close/>
                  <a:moveTo>
                    <a:pt x="418566" y="1806366"/>
                  </a:moveTo>
                  <a:lnTo>
                    <a:pt x="426485" y="1815733"/>
                  </a:lnTo>
                  <a:lnTo>
                    <a:pt x="401235" y="1794013"/>
                  </a:lnTo>
                  <a:close/>
                  <a:moveTo>
                    <a:pt x="212028" y="1421131"/>
                  </a:moveTo>
                  <a:lnTo>
                    <a:pt x="257632" y="1471560"/>
                  </a:lnTo>
                  <a:lnTo>
                    <a:pt x="269636" y="1412279"/>
                  </a:lnTo>
                  <a:close/>
                  <a:moveTo>
                    <a:pt x="262513" y="1458326"/>
                  </a:moveTo>
                  <a:lnTo>
                    <a:pt x="257632" y="1471560"/>
                  </a:lnTo>
                  <a:lnTo>
                    <a:pt x="212028" y="1421131"/>
                  </a:lnTo>
                  <a:close/>
                  <a:moveTo>
                    <a:pt x="304212" y="1422151"/>
                  </a:moveTo>
                  <a:lnTo>
                    <a:pt x="269636" y="1412279"/>
                  </a:lnTo>
                  <a:lnTo>
                    <a:pt x="257632" y="1471560"/>
                  </a:lnTo>
                  <a:close/>
                  <a:moveTo>
                    <a:pt x="377040" y="1433754"/>
                  </a:moveTo>
                  <a:lnTo>
                    <a:pt x="351499" y="1383708"/>
                  </a:lnTo>
                  <a:lnTo>
                    <a:pt x="343977" y="1406789"/>
                  </a:lnTo>
                  <a:close/>
                  <a:moveTo>
                    <a:pt x="353286" y="1384719"/>
                  </a:moveTo>
                  <a:lnTo>
                    <a:pt x="351499" y="1383708"/>
                  </a:lnTo>
                  <a:lnTo>
                    <a:pt x="377040" y="1433754"/>
                  </a:lnTo>
                  <a:close/>
                  <a:moveTo>
                    <a:pt x="242219" y="1355252"/>
                  </a:moveTo>
                  <a:lnTo>
                    <a:pt x="268145" y="1375968"/>
                  </a:lnTo>
                  <a:lnTo>
                    <a:pt x="225913" y="1347100"/>
                  </a:lnTo>
                  <a:close/>
                  <a:moveTo>
                    <a:pt x="242219" y="1355252"/>
                  </a:moveTo>
                  <a:lnTo>
                    <a:pt x="225913" y="1347100"/>
                  </a:lnTo>
                  <a:lnTo>
                    <a:pt x="202324" y="1303534"/>
                  </a:lnTo>
                  <a:close/>
                  <a:moveTo>
                    <a:pt x="465562" y="1366941"/>
                  </a:moveTo>
                  <a:lnTo>
                    <a:pt x="457851" y="1310467"/>
                  </a:lnTo>
                  <a:lnTo>
                    <a:pt x="450182" y="1358601"/>
                  </a:lnTo>
                  <a:close/>
                  <a:moveTo>
                    <a:pt x="457851" y="1310467"/>
                  </a:moveTo>
                  <a:lnTo>
                    <a:pt x="450009" y="1307065"/>
                  </a:lnTo>
                  <a:lnTo>
                    <a:pt x="450182" y="1358601"/>
                  </a:lnTo>
                  <a:close/>
                  <a:moveTo>
                    <a:pt x="349337" y="1259980"/>
                  </a:moveTo>
                  <a:lnTo>
                    <a:pt x="400205" y="1250565"/>
                  </a:lnTo>
                  <a:lnTo>
                    <a:pt x="358372" y="1227874"/>
                  </a:lnTo>
                  <a:close/>
                  <a:moveTo>
                    <a:pt x="406182" y="1255528"/>
                  </a:moveTo>
                  <a:lnTo>
                    <a:pt x="358372" y="1227874"/>
                  </a:lnTo>
                  <a:lnTo>
                    <a:pt x="400205" y="1250565"/>
                  </a:lnTo>
                  <a:close/>
                  <a:moveTo>
                    <a:pt x="433749" y="1292080"/>
                  </a:moveTo>
                  <a:lnTo>
                    <a:pt x="450182" y="1358601"/>
                  </a:lnTo>
                  <a:lnTo>
                    <a:pt x="450009" y="1307065"/>
                  </a:lnTo>
                  <a:close/>
                  <a:moveTo>
                    <a:pt x="405401" y="1252383"/>
                  </a:moveTo>
                  <a:lnTo>
                    <a:pt x="450009" y="1307065"/>
                  </a:lnTo>
                  <a:lnTo>
                    <a:pt x="406182" y="1255528"/>
                  </a:lnTo>
                  <a:close/>
                  <a:moveTo>
                    <a:pt x="405401" y="1252383"/>
                  </a:moveTo>
                  <a:lnTo>
                    <a:pt x="433749" y="1292080"/>
                  </a:lnTo>
                  <a:lnTo>
                    <a:pt x="450009" y="1307065"/>
                  </a:lnTo>
                  <a:close/>
                  <a:moveTo>
                    <a:pt x="279203" y="1028044"/>
                  </a:moveTo>
                  <a:lnTo>
                    <a:pt x="303633" y="1064177"/>
                  </a:lnTo>
                  <a:lnTo>
                    <a:pt x="322564" y="1093517"/>
                  </a:lnTo>
                  <a:close/>
                  <a:moveTo>
                    <a:pt x="255969" y="984190"/>
                  </a:moveTo>
                  <a:lnTo>
                    <a:pt x="244225" y="1016734"/>
                  </a:lnTo>
                  <a:lnTo>
                    <a:pt x="292928" y="1049382"/>
                  </a:lnTo>
                  <a:close/>
                  <a:moveTo>
                    <a:pt x="828132" y="1397753"/>
                  </a:moveTo>
                  <a:lnTo>
                    <a:pt x="816586" y="1396961"/>
                  </a:lnTo>
                  <a:lnTo>
                    <a:pt x="877242" y="1440929"/>
                  </a:lnTo>
                  <a:close/>
                  <a:moveTo>
                    <a:pt x="877242" y="1440929"/>
                  </a:moveTo>
                  <a:lnTo>
                    <a:pt x="816586" y="1396961"/>
                  </a:lnTo>
                  <a:lnTo>
                    <a:pt x="811654" y="1413487"/>
                  </a:lnTo>
                  <a:close/>
                  <a:moveTo>
                    <a:pt x="732480" y="1301870"/>
                  </a:moveTo>
                  <a:lnTo>
                    <a:pt x="769734" y="1337856"/>
                  </a:lnTo>
                  <a:lnTo>
                    <a:pt x="763179" y="1329582"/>
                  </a:lnTo>
                  <a:close/>
                  <a:moveTo>
                    <a:pt x="732480" y="1301870"/>
                  </a:moveTo>
                  <a:lnTo>
                    <a:pt x="783968" y="1360736"/>
                  </a:lnTo>
                  <a:lnTo>
                    <a:pt x="769734" y="1337856"/>
                  </a:lnTo>
                  <a:close/>
                  <a:moveTo>
                    <a:pt x="312565" y="770954"/>
                  </a:moveTo>
                  <a:lnTo>
                    <a:pt x="274481" y="725158"/>
                  </a:lnTo>
                  <a:lnTo>
                    <a:pt x="243367" y="743725"/>
                  </a:lnTo>
                  <a:close/>
                  <a:moveTo>
                    <a:pt x="237642" y="743511"/>
                  </a:moveTo>
                  <a:lnTo>
                    <a:pt x="271761" y="714986"/>
                  </a:lnTo>
                  <a:lnTo>
                    <a:pt x="211469" y="668671"/>
                  </a:lnTo>
                  <a:close/>
                  <a:moveTo>
                    <a:pt x="224687" y="673885"/>
                  </a:moveTo>
                  <a:lnTo>
                    <a:pt x="211469" y="668671"/>
                  </a:lnTo>
                  <a:lnTo>
                    <a:pt x="240627" y="682948"/>
                  </a:lnTo>
                  <a:close/>
                  <a:moveTo>
                    <a:pt x="818235" y="1389393"/>
                  </a:moveTo>
                  <a:lnTo>
                    <a:pt x="816586" y="1396961"/>
                  </a:lnTo>
                  <a:lnTo>
                    <a:pt x="828132" y="1397753"/>
                  </a:lnTo>
                  <a:close/>
                  <a:moveTo>
                    <a:pt x="818235" y="1389393"/>
                  </a:moveTo>
                  <a:lnTo>
                    <a:pt x="783968" y="1360736"/>
                  </a:lnTo>
                  <a:lnTo>
                    <a:pt x="816586" y="1396961"/>
                  </a:lnTo>
                  <a:close/>
                  <a:moveTo>
                    <a:pt x="818235" y="1389393"/>
                  </a:moveTo>
                  <a:lnTo>
                    <a:pt x="769734" y="1337856"/>
                  </a:lnTo>
                  <a:lnTo>
                    <a:pt x="783968" y="1360736"/>
                  </a:lnTo>
                  <a:close/>
                  <a:moveTo>
                    <a:pt x="717016" y="1286319"/>
                  </a:moveTo>
                  <a:lnTo>
                    <a:pt x="732480" y="1301870"/>
                  </a:lnTo>
                  <a:lnTo>
                    <a:pt x="763179" y="1329582"/>
                  </a:lnTo>
                  <a:close/>
                  <a:moveTo>
                    <a:pt x="1115287" y="1622982"/>
                  </a:moveTo>
                  <a:lnTo>
                    <a:pt x="1137637" y="1681557"/>
                  </a:lnTo>
                  <a:lnTo>
                    <a:pt x="1169356" y="1665251"/>
                  </a:lnTo>
                  <a:close/>
                  <a:moveTo>
                    <a:pt x="1115287" y="1622982"/>
                  </a:moveTo>
                  <a:lnTo>
                    <a:pt x="1110656" y="1647075"/>
                  </a:lnTo>
                  <a:lnTo>
                    <a:pt x="1137637" y="1681557"/>
                  </a:lnTo>
                  <a:close/>
                  <a:moveTo>
                    <a:pt x="1026925" y="1482078"/>
                  </a:moveTo>
                  <a:lnTo>
                    <a:pt x="1007693" y="1468372"/>
                  </a:lnTo>
                  <a:lnTo>
                    <a:pt x="947946" y="1496363"/>
                  </a:lnTo>
                  <a:close/>
                  <a:moveTo>
                    <a:pt x="994114" y="1494303"/>
                  </a:moveTo>
                  <a:lnTo>
                    <a:pt x="1026925" y="1482078"/>
                  </a:lnTo>
                  <a:lnTo>
                    <a:pt x="947946" y="1496363"/>
                  </a:lnTo>
                  <a:close/>
                  <a:moveTo>
                    <a:pt x="951473" y="1488751"/>
                  </a:moveTo>
                  <a:lnTo>
                    <a:pt x="1007693" y="1468372"/>
                  </a:lnTo>
                  <a:lnTo>
                    <a:pt x="1020441" y="1457834"/>
                  </a:lnTo>
                  <a:close/>
                  <a:moveTo>
                    <a:pt x="828132" y="1397753"/>
                  </a:moveTo>
                  <a:lnTo>
                    <a:pt x="877242" y="1440929"/>
                  </a:lnTo>
                  <a:lnTo>
                    <a:pt x="857230" y="1371645"/>
                  </a:lnTo>
                  <a:close/>
                  <a:moveTo>
                    <a:pt x="899764" y="1367322"/>
                  </a:moveTo>
                  <a:lnTo>
                    <a:pt x="877242" y="1440929"/>
                  </a:lnTo>
                  <a:lnTo>
                    <a:pt x="895532" y="1433505"/>
                  </a:lnTo>
                  <a:close/>
                  <a:moveTo>
                    <a:pt x="769734" y="1337856"/>
                  </a:moveTo>
                  <a:lnTo>
                    <a:pt x="830770" y="1313762"/>
                  </a:lnTo>
                  <a:lnTo>
                    <a:pt x="763179" y="1329582"/>
                  </a:lnTo>
                  <a:close/>
                  <a:moveTo>
                    <a:pt x="882552" y="1318572"/>
                  </a:moveTo>
                  <a:lnTo>
                    <a:pt x="854164" y="1278907"/>
                  </a:lnTo>
                  <a:lnTo>
                    <a:pt x="855479" y="1313762"/>
                  </a:lnTo>
                  <a:close/>
                  <a:moveTo>
                    <a:pt x="854164" y="1278907"/>
                  </a:moveTo>
                  <a:lnTo>
                    <a:pt x="841135" y="1262225"/>
                  </a:lnTo>
                  <a:lnTo>
                    <a:pt x="855479" y="1313762"/>
                  </a:lnTo>
                  <a:close/>
                  <a:moveTo>
                    <a:pt x="1059545" y="1519908"/>
                  </a:moveTo>
                  <a:lnTo>
                    <a:pt x="1067230" y="1495814"/>
                  </a:lnTo>
                  <a:lnTo>
                    <a:pt x="1026925" y="1482078"/>
                  </a:lnTo>
                  <a:close/>
                  <a:moveTo>
                    <a:pt x="1026925" y="1482078"/>
                  </a:moveTo>
                  <a:lnTo>
                    <a:pt x="992217" y="1455627"/>
                  </a:lnTo>
                  <a:lnTo>
                    <a:pt x="1007693" y="1468372"/>
                  </a:lnTo>
                  <a:close/>
                  <a:moveTo>
                    <a:pt x="503505" y="834151"/>
                  </a:moveTo>
                  <a:lnTo>
                    <a:pt x="529831" y="849933"/>
                  </a:lnTo>
                  <a:lnTo>
                    <a:pt x="476366" y="821041"/>
                  </a:lnTo>
                  <a:close/>
                  <a:moveTo>
                    <a:pt x="521938" y="731662"/>
                  </a:moveTo>
                  <a:lnTo>
                    <a:pt x="547359" y="774302"/>
                  </a:lnTo>
                  <a:lnTo>
                    <a:pt x="546139" y="772337"/>
                  </a:lnTo>
                  <a:close/>
                  <a:moveTo>
                    <a:pt x="3612" y="159023"/>
                  </a:moveTo>
                  <a:lnTo>
                    <a:pt x="0" y="127826"/>
                  </a:lnTo>
                  <a:lnTo>
                    <a:pt x="19798" y="121103"/>
                  </a:lnTo>
                  <a:close/>
                  <a:moveTo>
                    <a:pt x="33048" y="173074"/>
                  </a:moveTo>
                  <a:lnTo>
                    <a:pt x="3612" y="159023"/>
                  </a:lnTo>
                  <a:lnTo>
                    <a:pt x="19798" y="121103"/>
                  </a:lnTo>
                  <a:close/>
                  <a:moveTo>
                    <a:pt x="1247991" y="1587844"/>
                  </a:moveTo>
                  <a:lnTo>
                    <a:pt x="1244482" y="1636555"/>
                  </a:lnTo>
                  <a:lnTo>
                    <a:pt x="1254758" y="1598888"/>
                  </a:lnTo>
                  <a:close/>
                  <a:moveTo>
                    <a:pt x="1222052" y="1546189"/>
                  </a:moveTo>
                  <a:lnTo>
                    <a:pt x="1254758" y="1598888"/>
                  </a:lnTo>
                  <a:lnTo>
                    <a:pt x="1223924" y="1547351"/>
                  </a:lnTo>
                  <a:close/>
                  <a:moveTo>
                    <a:pt x="1168224" y="1489226"/>
                  </a:moveTo>
                  <a:lnTo>
                    <a:pt x="1219495" y="1543134"/>
                  </a:lnTo>
                  <a:lnTo>
                    <a:pt x="1185045" y="1495814"/>
                  </a:lnTo>
                  <a:close/>
                  <a:moveTo>
                    <a:pt x="1115024" y="1431751"/>
                  </a:moveTo>
                  <a:lnTo>
                    <a:pt x="1152955" y="1469028"/>
                  </a:lnTo>
                  <a:lnTo>
                    <a:pt x="1134745" y="1444278"/>
                  </a:lnTo>
                  <a:close/>
                  <a:moveTo>
                    <a:pt x="1168224" y="1489226"/>
                  </a:moveTo>
                  <a:lnTo>
                    <a:pt x="1152955" y="1469028"/>
                  </a:lnTo>
                  <a:lnTo>
                    <a:pt x="1115024" y="1431751"/>
                  </a:lnTo>
                  <a:close/>
                  <a:moveTo>
                    <a:pt x="1168224" y="1489226"/>
                  </a:moveTo>
                  <a:lnTo>
                    <a:pt x="1185045" y="1495814"/>
                  </a:lnTo>
                  <a:lnTo>
                    <a:pt x="1152955" y="1469028"/>
                  </a:lnTo>
                  <a:close/>
                  <a:moveTo>
                    <a:pt x="1001601" y="1252495"/>
                  </a:moveTo>
                  <a:lnTo>
                    <a:pt x="970531" y="1222286"/>
                  </a:lnTo>
                  <a:lnTo>
                    <a:pt x="977837" y="1238132"/>
                  </a:lnTo>
                  <a:close/>
                  <a:moveTo>
                    <a:pt x="970531" y="1222286"/>
                  </a:moveTo>
                  <a:lnTo>
                    <a:pt x="969149" y="1170938"/>
                  </a:lnTo>
                  <a:lnTo>
                    <a:pt x="977837" y="1238132"/>
                  </a:lnTo>
                  <a:close/>
                  <a:moveTo>
                    <a:pt x="977837" y="1238132"/>
                  </a:moveTo>
                  <a:lnTo>
                    <a:pt x="969149" y="1170938"/>
                  </a:lnTo>
                  <a:lnTo>
                    <a:pt x="970625" y="1162501"/>
                  </a:lnTo>
                  <a:close/>
                  <a:moveTo>
                    <a:pt x="922933" y="1110964"/>
                  </a:moveTo>
                  <a:lnTo>
                    <a:pt x="905802" y="1135058"/>
                  </a:lnTo>
                  <a:lnTo>
                    <a:pt x="933246" y="1171602"/>
                  </a:lnTo>
                  <a:close/>
                  <a:moveTo>
                    <a:pt x="615545" y="801745"/>
                  </a:moveTo>
                  <a:lnTo>
                    <a:pt x="547359" y="774302"/>
                  </a:lnTo>
                  <a:lnTo>
                    <a:pt x="589245" y="825839"/>
                  </a:lnTo>
                  <a:close/>
                  <a:moveTo>
                    <a:pt x="509678" y="722766"/>
                  </a:moveTo>
                  <a:lnTo>
                    <a:pt x="546139" y="772337"/>
                  </a:lnTo>
                  <a:lnTo>
                    <a:pt x="563300" y="750208"/>
                  </a:lnTo>
                  <a:close/>
                  <a:moveTo>
                    <a:pt x="97462" y="207399"/>
                  </a:moveTo>
                  <a:lnTo>
                    <a:pt x="129804" y="132395"/>
                  </a:lnTo>
                  <a:lnTo>
                    <a:pt x="126891" y="131769"/>
                  </a:lnTo>
                  <a:close/>
                  <a:moveTo>
                    <a:pt x="126891" y="131769"/>
                  </a:moveTo>
                  <a:lnTo>
                    <a:pt x="131644" y="135770"/>
                  </a:lnTo>
                  <a:lnTo>
                    <a:pt x="97462" y="207399"/>
                  </a:lnTo>
                  <a:close/>
                  <a:moveTo>
                    <a:pt x="110936" y="84992"/>
                  </a:moveTo>
                  <a:lnTo>
                    <a:pt x="97724" y="32990"/>
                  </a:lnTo>
                  <a:lnTo>
                    <a:pt x="88584" y="80232"/>
                  </a:lnTo>
                  <a:close/>
                  <a:moveTo>
                    <a:pt x="969149" y="1170938"/>
                  </a:moveTo>
                  <a:lnTo>
                    <a:pt x="970531" y="1222286"/>
                  </a:lnTo>
                  <a:lnTo>
                    <a:pt x="967844" y="1214038"/>
                  </a:lnTo>
                  <a:close/>
                  <a:moveTo>
                    <a:pt x="1357202" y="1499163"/>
                  </a:moveTo>
                  <a:lnTo>
                    <a:pt x="1356161" y="1569854"/>
                  </a:lnTo>
                  <a:lnTo>
                    <a:pt x="1380838" y="1527214"/>
                  </a:lnTo>
                  <a:close/>
                  <a:moveTo>
                    <a:pt x="1357202" y="1499163"/>
                  </a:moveTo>
                  <a:lnTo>
                    <a:pt x="1310415" y="1523257"/>
                  </a:lnTo>
                  <a:lnTo>
                    <a:pt x="1356161" y="1569854"/>
                  </a:lnTo>
                  <a:close/>
                  <a:moveTo>
                    <a:pt x="970625" y="1162501"/>
                  </a:moveTo>
                  <a:lnTo>
                    <a:pt x="969149" y="1170938"/>
                  </a:lnTo>
                  <a:lnTo>
                    <a:pt x="969035" y="1160759"/>
                  </a:lnTo>
                  <a:close/>
                  <a:moveTo>
                    <a:pt x="930997" y="1090958"/>
                  </a:moveTo>
                  <a:lnTo>
                    <a:pt x="966181" y="1159842"/>
                  </a:lnTo>
                  <a:lnTo>
                    <a:pt x="969035" y="1160759"/>
                  </a:lnTo>
                  <a:close/>
                  <a:moveTo>
                    <a:pt x="989896" y="1086871"/>
                  </a:moveTo>
                  <a:lnTo>
                    <a:pt x="1010380" y="1102385"/>
                  </a:lnTo>
                  <a:lnTo>
                    <a:pt x="961931" y="1041048"/>
                  </a:lnTo>
                  <a:close/>
                  <a:moveTo>
                    <a:pt x="293298" y="337915"/>
                  </a:moveTo>
                  <a:lnTo>
                    <a:pt x="353822" y="307526"/>
                  </a:lnTo>
                  <a:lnTo>
                    <a:pt x="289271" y="266944"/>
                  </a:lnTo>
                  <a:close/>
                  <a:moveTo>
                    <a:pt x="311997" y="223707"/>
                  </a:moveTo>
                  <a:lnTo>
                    <a:pt x="289271" y="266944"/>
                  </a:lnTo>
                  <a:lnTo>
                    <a:pt x="325405" y="275550"/>
                  </a:lnTo>
                  <a:close/>
                  <a:moveTo>
                    <a:pt x="77242" y="74402"/>
                  </a:moveTo>
                  <a:lnTo>
                    <a:pt x="126891" y="131769"/>
                  </a:lnTo>
                  <a:lnTo>
                    <a:pt x="88584" y="80232"/>
                  </a:lnTo>
                  <a:close/>
                  <a:moveTo>
                    <a:pt x="1381162" y="1430057"/>
                  </a:moveTo>
                  <a:lnTo>
                    <a:pt x="1341153" y="1424602"/>
                  </a:lnTo>
                  <a:lnTo>
                    <a:pt x="1386593" y="1488385"/>
                  </a:lnTo>
                  <a:close/>
                  <a:moveTo>
                    <a:pt x="1386593" y="1488385"/>
                  </a:moveTo>
                  <a:lnTo>
                    <a:pt x="1380838" y="1527214"/>
                  </a:lnTo>
                  <a:lnTo>
                    <a:pt x="1402020" y="1499163"/>
                  </a:lnTo>
                  <a:close/>
                  <a:moveTo>
                    <a:pt x="1386593" y="1488385"/>
                  </a:moveTo>
                  <a:lnTo>
                    <a:pt x="1402020" y="1499163"/>
                  </a:lnTo>
                  <a:lnTo>
                    <a:pt x="1419912" y="1436536"/>
                  </a:lnTo>
                  <a:close/>
                  <a:moveTo>
                    <a:pt x="1381162" y="1430057"/>
                  </a:moveTo>
                  <a:lnTo>
                    <a:pt x="1386593" y="1488385"/>
                  </a:lnTo>
                  <a:lnTo>
                    <a:pt x="1419912" y="1436536"/>
                  </a:lnTo>
                  <a:close/>
                  <a:moveTo>
                    <a:pt x="1381162" y="1430057"/>
                  </a:moveTo>
                  <a:lnTo>
                    <a:pt x="1380246" y="1390101"/>
                  </a:lnTo>
                  <a:lnTo>
                    <a:pt x="1342128" y="1422263"/>
                  </a:lnTo>
                  <a:close/>
                  <a:moveTo>
                    <a:pt x="1245064" y="1320460"/>
                  </a:moveTo>
                  <a:lnTo>
                    <a:pt x="1234202" y="1328321"/>
                  </a:lnTo>
                  <a:lnTo>
                    <a:pt x="1226148" y="1344554"/>
                  </a:lnTo>
                  <a:close/>
                  <a:moveTo>
                    <a:pt x="1067507" y="1054431"/>
                  </a:moveTo>
                  <a:lnTo>
                    <a:pt x="1149650" y="1051973"/>
                  </a:lnTo>
                  <a:lnTo>
                    <a:pt x="1104944" y="1059500"/>
                  </a:lnTo>
                  <a:close/>
                  <a:moveTo>
                    <a:pt x="1035051" y="972862"/>
                  </a:moveTo>
                  <a:lnTo>
                    <a:pt x="1020597" y="968593"/>
                  </a:lnTo>
                  <a:lnTo>
                    <a:pt x="1069551" y="1011240"/>
                  </a:lnTo>
                  <a:close/>
                  <a:moveTo>
                    <a:pt x="1069551" y="1011240"/>
                  </a:moveTo>
                  <a:lnTo>
                    <a:pt x="1020597" y="968593"/>
                  </a:lnTo>
                  <a:lnTo>
                    <a:pt x="1020511" y="983798"/>
                  </a:lnTo>
                  <a:close/>
                  <a:moveTo>
                    <a:pt x="929073" y="967037"/>
                  </a:moveTo>
                  <a:lnTo>
                    <a:pt x="941593" y="983798"/>
                  </a:lnTo>
                  <a:lnTo>
                    <a:pt x="969823" y="909147"/>
                  </a:lnTo>
                  <a:close/>
                  <a:moveTo>
                    <a:pt x="969823" y="909147"/>
                  </a:moveTo>
                  <a:lnTo>
                    <a:pt x="970635" y="906697"/>
                  </a:lnTo>
                  <a:lnTo>
                    <a:pt x="923199" y="904017"/>
                  </a:lnTo>
                  <a:close/>
                  <a:moveTo>
                    <a:pt x="972070" y="908167"/>
                  </a:moveTo>
                  <a:lnTo>
                    <a:pt x="1020597" y="968593"/>
                  </a:lnTo>
                  <a:lnTo>
                    <a:pt x="1001208" y="959703"/>
                  </a:lnTo>
                  <a:close/>
                  <a:moveTo>
                    <a:pt x="972070" y="908167"/>
                  </a:moveTo>
                  <a:lnTo>
                    <a:pt x="969823" y="909147"/>
                  </a:lnTo>
                  <a:lnTo>
                    <a:pt x="948293" y="958063"/>
                  </a:lnTo>
                  <a:close/>
                  <a:moveTo>
                    <a:pt x="819109" y="767481"/>
                  </a:moveTo>
                  <a:lnTo>
                    <a:pt x="763837" y="726114"/>
                  </a:lnTo>
                  <a:lnTo>
                    <a:pt x="780031" y="718089"/>
                  </a:lnTo>
                  <a:close/>
                  <a:moveTo>
                    <a:pt x="675319" y="620187"/>
                  </a:moveTo>
                  <a:lnTo>
                    <a:pt x="632043" y="649039"/>
                  </a:lnTo>
                  <a:lnTo>
                    <a:pt x="674013" y="631285"/>
                  </a:lnTo>
                  <a:close/>
                  <a:moveTo>
                    <a:pt x="634018" y="615782"/>
                  </a:moveTo>
                  <a:lnTo>
                    <a:pt x="675319" y="620187"/>
                  </a:lnTo>
                  <a:lnTo>
                    <a:pt x="641262" y="548608"/>
                  </a:lnTo>
                  <a:close/>
                  <a:moveTo>
                    <a:pt x="675319" y="620187"/>
                  </a:moveTo>
                  <a:lnTo>
                    <a:pt x="690507" y="558053"/>
                  </a:lnTo>
                  <a:lnTo>
                    <a:pt x="641262" y="548608"/>
                  </a:lnTo>
                  <a:close/>
                  <a:moveTo>
                    <a:pt x="675319" y="620187"/>
                  </a:moveTo>
                  <a:lnTo>
                    <a:pt x="705829" y="575560"/>
                  </a:lnTo>
                  <a:lnTo>
                    <a:pt x="698219" y="547411"/>
                  </a:lnTo>
                  <a:close/>
                  <a:moveTo>
                    <a:pt x="690507" y="558053"/>
                  </a:moveTo>
                  <a:lnTo>
                    <a:pt x="675319" y="620187"/>
                  </a:lnTo>
                  <a:lnTo>
                    <a:pt x="698219" y="547411"/>
                  </a:lnTo>
                  <a:close/>
                  <a:moveTo>
                    <a:pt x="444693" y="342040"/>
                  </a:moveTo>
                  <a:lnTo>
                    <a:pt x="481856" y="349808"/>
                  </a:lnTo>
                  <a:lnTo>
                    <a:pt x="471802" y="295239"/>
                  </a:lnTo>
                  <a:close/>
                  <a:moveTo>
                    <a:pt x="471802" y="295239"/>
                  </a:moveTo>
                  <a:lnTo>
                    <a:pt x="485913" y="313822"/>
                  </a:lnTo>
                  <a:lnTo>
                    <a:pt x="457988" y="243727"/>
                  </a:lnTo>
                  <a:close/>
                  <a:moveTo>
                    <a:pt x="256990" y="42216"/>
                  </a:moveTo>
                  <a:lnTo>
                    <a:pt x="260812" y="32045"/>
                  </a:lnTo>
                  <a:lnTo>
                    <a:pt x="185023" y="0"/>
                  </a:lnTo>
                  <a:close/>
                  <a:moveTo>
                    <a:pt x="1069551" y="1011240"/>
                  </a:moveTo>
                  <a:lnTo>
                    <a:pt x="1112611" y="987146"/>
                  </a:lnTo>
                  <a:lnTo>
                    <a:pt x="1035051" y="972862"/>
                  </a:lnTo>
                  <a:close/>
                  <a:moveTo>
                    <a:pt x="1149650" y="1051973"/>
                  </a:moveTo>
                  <a:lnTo>
                    <a:pt x="1165038" y="989872"/>
                  </a:lnTo>
                  <a:lnTo>
                    <a:pt x="1124746" y="998638"/>
                  </a:lnTo>
                  <a:close/>
                  <a:moveTo>
                    <a:pt x="1104944" y="1059500"/>
                  </a:moveTo>
                  <a:lnTo>
                    <a:pt x="1149650" y="1051973"/>
                  </a:lnTo>
                  <a:lnTo>
                    <a:pt x="1124746" y="998638"/>
                  </a:lnTo>
                  <a:close/>
                  <a:moveTo>
                    <a:pt x="966013" y="786758"/>
                  </a:moveTo>
                  <a:lnTo>
                    <a:pt x="1016831" y="832536"/>
                  </a:lnTo>
                  <a:lnTo>
                    <a:pt x="1016336" y="846571"/>
                  </a:lnTo>
                  <a:close/>
                  <a:moveTo>
                    <a:pt x="969490" y="767516"/>
                  </a:moveTo>
                  <a:lnTo>
                    <a:pt x="966013" y="786758"/>
                  </a:lnTo>
                  <a:lnTo>
                    <a:pt x="982802" y="729463"/>
                  </a:lnTo>
                  <a:close/>
                  <a:moveTo>
                    <a:pt x="842447" y="685765"/>
                  </a:moveTo>
                  <a:lnTo>
                    <a:pt x="878879" y="738313"/>
                  </a:lnTo>
                  <a:lnTo>
                    <a:pt x="893264" y="729463"/>
                  </a:lnTo>
                  <a:close/>
                  <a:moveTo>
                    <a:pt x="681785" y="489445"/>
                  </a:moveTo>
                  <a:lnTo>
                    <a:pt x="695941" y="495874"/>
                  </a:lnTo>
                  <a:lnTo>
                    <a:pt x="667654" y="472607"/>
                  </a:lnTo>
                  <a:close/>
                  <a:moveTo>
                    <a:pt x="726818" y="428074"/>
                  </a:moveTo>
                  <a:lnTo>
                    <a:pt x="726815" y="420243"/>
                  </a:lnTo>
                  <a:lnTo>
                    <a:pt x="673377" y="370794"/>
                  </a:lnTo>
                  <a:close/>
                  <a:moveTo>
                    <a:pt x="1156771" y="871108"/>
                  </a:moveTo>
                  <a:lnTo>
                    <a:pt x="1121627" y="852078"/>
                  </a:lnTo>
                  <a:lnTo>
                    <a:pt x="1136495" y="859979"/>
                  </a:lnTo>
                  <a:close/>
                  <a:moveTo>
                    <a:pt x="891819" y="558123"/>
                  </a:moveTo>
                  <a:lnTo>
                    <a:pt x="879862" y="607087"/>
                  </a:lnTo>
                  <a:lnTo>
                    <a:pt x="922260" y="571357"/>
                  </a:lnTo>
                  <a:close/>
                  <a:moveTo>
                    <a:pt x="795601" y="466728"/>
                  </a:moveTo>
                  <a:lnTo>
                    <a:pt x="813856" y="471780"/>
                  </a:lnTo>
                  <a:lnTo>
                    <a:pt x="824809" y="449133"/>
                  </a:lnTo>
                  <a:close/>
                  <a:moveTo>
                    <a:pt x="766540" y="397850"/>
                  </a:moveTo>
                  <a:lnTo>
                    <a:pt x="726815" y="420243"/>
                  </a:lnTo>
                  <a:lnTo>
                    <a:pt x="739287" y="430855"/>
                  </a:lnTo>
                  <a:close/>
                  <a:moveTo>
                    <a:pt x="824809" y="449133"/>
                  </a:moveTo>
                  <a:lnTo>
                    <a:pt x="826069" y="447686"/>
                  </a:lnTo>
                  <a:lnTo>
                    <a:pt x="795601" y="466728"/>
                  </a:lnTo>
                  <a:close/>
                  <a:moveTo>
                    <a:pt x="795601" y="466728"/>
                  </a:moveTo>
                  <a:lnTo>
                    <a:pt x="766540" y="397850"/>
                  </a:lnTo>
                  <a:lnTo>
                    <a:pt x="739287" y="430855"/>
                  </a:lnTo>
                  <a:close/>
                  <a:moveTo>
                    <a:pt x="826069" y="447686"/>
                  </a:moveTo>
                  <a:lnTo>
                    <a:pt x="824809" y="449133"/>
                  </a:lnTo>
                  <a:lnTo>
                    <a:pt x="826725" y="448195"/>
                  </a:lnTo>
                  <a:close/>
                  <a:moveTo>
                    <a:pt x="1241289" y="840379"/>
                  </a:moveTo>
                  <a:lnTo>
                    <a:pt x="1220452" y="872215"/>
                  </a:lnTo>
                  <a:lnTo>
                    <a:pt x="1245019" y="859979"/>
                  </a:lnTo>
                  <a:close/>
                  <a:moveTo>
                    <a:pt x="843499" y="245710"/>
                  </a:moveTo>
                  <a:lnTo>
                    <a:pt x="855225" y="268983"/>
                  </a:lnTo>
                  <a:lnTo>
                    <a:pt x="804430" y="229939"/>
                  </a:lnTo>
                  <a:close/>
                  <a:moveTo>
                    <a:pt x="639190" y="62836"/>
                  </a:moveTo>
                  <a:lnTo>
                    <a:pt x="697783" y="99981"/>
                  </a:lnTo>
                  <a:lnTo>
                    <a:pt x="631655" y="53017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38" name="Output_density__4237">
              <a:extLst>
                <a:ext uri="{FF2B5EF4-FFF2-40B4-BE49-F238E27FC236}">
                  <a16:creationId xmlns:a16="http://schemas.microsoft.com/office/drawing/2014/main" id="{FA66C91B-20C9-2290-E47E-3F907E61CE04}"/>
                </a:ext>
              </a:extLst>
            </p:cNvPr>
            <p:cNvSpPr>
              <a:spLocks noGrp="1"/>
            </p:cNvSpPr>
            <p:nvPr/>
          </p:nvSpPr>
          <p:spPr>
            <a:xfrm>
              <a:off x="15358725" y="2937258"/>
              <a:ext cx="1286564" cy="1379255"/>
            </a:xfrm>
            <a:custGeom>
              <a:avLst/>
              <a:gdLst/>
              <a:ahLst/>
              <a:cxnLst/>
              <a:rect l="0" t="0" r="0" b="0"/>
              <a:pathLst>
                <a:path w="1286564" h="1379255">
                  <a:moveTo>
                    <a:pt x="17502" y="1321155"/>
                  </a:moveTo>
                  <a:lnTo>
                    <a:pt x="1759" y="1340198"/>
                  </a:lnTo>
                  <a:lnTo>
                    <a:pt x="31090" y="1310975"/>
                  </a:lnTo>
                  <a:close/>
                  <a:moveTo>
                    <a:pt x="31090" y="1310975"/>
                  </a:moveTo>
                  <a:lnTo>
                    <a:pt x="0" y="1333619"/>
                  </a:lnTo>
                  <a:lnTo>
                    <a:pt x="17502" y="1321155"/>
                  </a:lnTo>
                  <a:close/>
                  <a:moveTo>
                    <a:pt x="31090" y="1310975"/>
                  </a:moveTo>
                  <a:lnTo>
                    <a:pt x="106972" y="1289093"/>
                  </a:lnTo>
                  <a:lnTo>
                    <a:pt x="104885" y="1288096"/>
                  </a:lnTo>
                  <a:close/>
                  <a:moveTo>
                    <a:pt x="76672" y="1338417"/>
                  </a:moveTo>
                  <a:lnTo>
                    <a:pt x="106972" y="1289093"/>
                  </a:lnTo>
                  <a:lnTo>
                    <a:pt x="31090" y="1310975"/>
                  </a:lnTo>
                  <a:close/>
                  <a:moveTo>
                    <a:pt x="51209" y="1362511"/>
                  </a:moveTo>
                  <a:lnTo>
                    <a:pt x="76672" y="1338417"/>
                  </a:lnTo>
                  <a:lnTo>
                    <a:pt x="31090" y="1310975"/>
                  </a:lnTo>
                  <a:close/>
                  <a:moveTo>
                    <a:pt x="67686" y="1277110"/>
                  </a:moveTo>
                  <a:lnTo>
                    <a:pt x="31090" y="1310975"/>
                  </a:lnTo>
                  <a:lnTo>
                    <a:pt x="104885" y="1288096"/>
                  </a:lnTo>
                  <a:close/>
                  <a:moveTo>
                    <a:pt x="104885" y="1288096"/>
                  </a:moveTo>
                  <a:lnTo>
                    <a:pt x="106972" y="1289093"/>
                  </a:lnTo>
                  <a:lnTo>
                    <a:pt x="109688" y="1286881"/>
                  </a:lnTo>
                  <a:close/>
                  <a:moveTo>
                    <a:pt x="106972" y="1289093"/>
                  </a:moveTo>
                  <a:lnTo>
                    <a:pt x="141529" y="1283395"/>
                  </a:lnTo>
                  <a:lnTo>
                    <a:pt x="109688" y="1286881"/>
                  </a:lnTo>
                  <a:close/>
                  <a:moveTo>
                    <a:pt x="145392" y="1262787"/>
                  </a:moveTo>
                  <a:lnTo>
                    <a:pt x="146549" y="1211250"/>
                  </a:lnTo>
                  <a:lnTo>
                    <a:pt x="109688" y="1286881"/>
                  </a:lnTo>
                  <a:close/>
                  <a:moveTo>
                    <a:pt x="190828" y="1158140"/>
                  </a:moveTo>
                  <a:lnTo>
                    <a:pt x="157696" y="1169165"/>
                  </a:lnTo>
                  <a:lnTo>
                    <a:pt x="146549" y="1211250"/>
                  </a:lnTo>
                  <a:close/>
                  <a:moveTo>
                    <a:pt x="219671" y="1145256"/>
                  </a:moveTo>
                  <a:lnTo>
                    <a:pt x="165146" y="1159714"/>
                  </a:lnTo>
                  <a:lnTo>
                    <a:pt x="238172" y="1160475"/>
                  </a:lnTo>
                  <a:close/>
                  <a:moveTo>
                    <a:pt x="238172" y="1160475"/>
                  </a:moveTo>
                  <a:lnTo>
                    <a:pt x="165146" y="1159714"/>
                  </a:lnTo>
                  <a:lnTo>
                    <a:pt x="157696" y="1169165"/>
                  </a:lnTo>
                  <a:close/>
                  <a:moveTo>
                    <a:pt x="238172" y="1160475"/>
                  </a:moveTo>
                  <a:lnTo>
                    <a:pt x="157696" y="1169165"/>
                  </a:lnTo>
                  <a:lnTo>
                    <a:pt x="190828" y="1158140"/>
                  </a:lnTo>
                  <a:close/>
                  <a:moveTo>
                    <a:pt x="219671" y="1145256"/>
                  </a:moveTo>
                  <a:lnTo>
                    <a:pt x="238172" y="1160475"/>
                  </a:lnTo>
                  <a:lnTo>
                    <a:pt x="242269" y="1135619"/>
                  </a:lnTo>
                  <a:close/>
                  <a:moveTo>
                    <a:pt x="242269" y="1135619"/>
                  </a:moveTo>
                  <a:lnTo>
                    <a:pt x="238172" y="1160475"/>
                  </a:lnTo>
                  <a:lnTo>
                    <a:pt x="257303" y="1177404"/>
                  </a:lnTo>
                  <a:close/>
                  <a:moveTo>
                    <a:pt x="324753" y="769910"/>
                  </a:moveTo>
                  <a:lnTo>
                    <a:pt x="324479" y="784317"/>
                  </a:lnTo>
                  <a:lnTo>
                    <a:pt x="323454" y="781561"/>
                  </a:lnTo>
                  <a:close/>
                  <a:moveTo>
                    <a:pt x="322254" y="730024"/>
                  </a:moveTo>
                  <a:lnTo>
                    <a:pt x="318419" y="678488"/>
                  </a:lnTo>
                  <a:lnTo>
                    <a:pt x="301245" y="740463"/>
                  </a:lnTo>
                  <a:close/>
                  <a:moveTo>
                    <a:pt x="318419" y="678488"/>
                  </a:moveTo>
                  <a:lnTo>
                    <a:pt x="286164" y="689981"/>
                  </a:lnTo>
                  <a:lnTo>
                    <a:pt x="301245" y="740463"/>
                  </a:lnTo>
                  <a:close/>
                  <a:moveTo>
                    <a:pt x="144073" y="575415"/>
                  </a:moveTo>
                  <a:lnTo>
                    <a:pt x="136052" y="523878"/>
                  </a:lnTo>
                  <a:lnTo>
                    <a:pt x="120516" y="585217"/>
                  </a:lnTo>
                  <a:close/>
                  <a:moveTo>
                    <a:pt x="324753" y="769910"/>
                  </a:moveTo>
                  <a:lnTo>
                    <a:pt x="323454" y="781561"/>
                  </a:lnTo>
                  <a:lnTo>
                    <a:pt x="331434" y="778662"/>
                  </a:lnTo>
                  <a:close/>
                  <a:moveTo>
                    <a:pt x="390348" y="706005"/>
                  </a:moveTo>
                  <a:lnTo>
                    <a:pt x="322254" y="730024"/>
                  </a:lnTo>
                  <a:lnTo>
                    <a:pt x="390518" y="706221"/>
                  </a:lnTo>
                  <a:close/>
                  <a:moveTo>
                    <a:pt x="322254" y="730024"/>
                  </a:moveTo>
                  <a:lnTo>
                    <a:pt x="324753" y="769910"/>
                  </a:lnTo>
                  <a:lnTo>
                    <a:pt x="390518" y="706221"/>
                  </a:lnTo>
                  <a:close/>
                  <a:moveTo>
                    <a:pt x="318419" y="678488"/>
                  </a:moveTo>
                  <a:lnTo>
                    <a:pt x="390348" y="706005"/>
                  </a:lnTo>
                  <a:lnTo>
                    <a:pt x="358930" y="668805"/>
                  </a:lnTo>
                  <a:close/>
                  <a:moveTo>
                    <a:pt x="318419" y="678488"/>
                  </a:moveTo>
                  <a:lnTo>
                    <a:pt x="322254" y="730024"/>
                  </a:lnTo>
                  <a:lnTo>
                    <a:pt x="390348" y="706005"/>
                  </a:lnTo>
                  <a:close/>
                  <a:moveTo>
                    <a:pt x="391062" y="705930"/>
                  </a:moveTo>
                  <a:lnTo>
                    <a:pt x="405369" y="654393"/>
                  </a:lnTo>
                  <a:lnTo>
                    <a:pt x="390348" y="706005"/>
                  </a:lnTo>
                  <a:close/>
                  <a:moveTo>
                    <a:pt x="405369" y="654393"/>
                  </a:moveTo>
                  <a:lnTo>
                    <a:pt x="358930" y="668805"/>
                  </a:lnTo>
                  <a:lnTo>
                    <a:pt x="390348" y="706005"/>
                  </a:lnTo>
                  <a:close/>
                  <a:moveTo>
                    <a:pt x="390348" y="706005"/>
                  </a:moveTo>
                  <a:lnTo>
                    <a:pt x="390518" y="706221"/>
                  </a:lnTo>
                  <a:lnTo>
                    <a:pt x="391062" y="705930"/>
                  </a:lnTo>
                  <a:close/>
                  <a:moveTo>
                    <a:pt x="390660" y="705752"/>
                  </a:moveTo>
                  <a:lnTo>
                    <a:pt x="391062" y="705930"/>
                  </a:lnTo>
                  <a:lnTo>
                    <a:pt x="390518" y="706221"/>
                  </a:lnTo>
                  <a:close/>
                  <a:moveTo>
                    <a:pt x="390660" y="705752"/>
                  </a:moveTo>
                  <a:lnTo>
                    <a:pt x="412507" y="653534"/>
                  </a:lnTo>
                  <a:lnTo>
                    <a:pt x="391062" y="705930"/>
                  </a:lnTo>
                  <a:close/>
                  <a:moveTo>
                    <a:pt x="391062" y="705930"/>
                  </a:moveTo>
                  <a:lnTo>
                    <a:pt x="423236" y="630300"/>
                  </a:lnTo>
                  <a:lnTo>
                    <a:pt x="405369" y="654393"/>
                  </a:lnTo>
                  <a:close/>
                  <a:moveTo>
                    <a:pt x="1141543" y="1351812"/>
                  </a:moveTo>
                  <a:lnTo>
                    <a:pt x="1160563" y="1379255"/>
                  </a:lnTo>
                  <a:lnTo>
                    <a:pt x="1157596" y="1327718"/>
                  </a:lnTo>
                  <a:close/>
                  <a:moveTo>
                    <a:pt x="309497" y="475690"/>
                  </a:moveTo>
                  <a:lnTo>
                    <a:pt x="319757" y="481431"/>
                  </a:lnTo>
                  <a:lnTo>
                    <a:pt x="324423" y="470648"/>
                  </a:lnTo>
                  <a:close/>
                  <a:moveTo>
                    <a:pt x="317036" y="471259"/>
                  </a:moveTo>
                  <a:lnTo>
                    <a:pt x="309497" y="475690"/>
                  </a:lnTo>
                  <a:lnTo>
                    <a:pt x="324423" y="470648"/>
                  </a:lnTo>
                  <a:close/>
                  <a:moveTo>
                    <a:pt x="428685" y="22649"/>
                  </a:moveTo>
                  <a:lnTo>
                    <a:pt x="370681" y="31823"/>
                  </a:lnTo>
                  <a:lnTo>
                    <a:pt x="435664" y="25838"/>
                  </a:lnTo>
                  <a:close/>
                  <a:moveTo>
                    <a:pt x="370681" y="31823"/>
                  </a:moveTo>
                  <a:lnTo>
                    <a:pt x="399097" y="63799"/>
                  </a:lnTo>
                  <a:lnTo>
                    <a:pt x="435664" y="25838"/>
                  </a:lnTo>
                  <a:close/>
                  <a:moveTo>
                    <a:pt x="428685" y="22649"/>
                  </a:moveTo>
                  <a:lnTo>
                    <a:pt x="435664" y="25838"/>
                  </a:lnTo>
                  <a:lnTo>
                    <a:pt x="438727" y="18558"/>
                  </a:lnTo>
                  <a:close/>
                  <a:moveTo>
                    <a:pt x="406436" y="65497"/>
                  </a:moveTo>
                  <a:lnTo>
                    <a:pt x="435664" y="25838"/>
                  </a:lnTo>
                  <a:lnTo>
                    <a:pt x="399097" y="63799"/>
                  </a:lnTo>
                  <a:close/>
                  <a:moveTo>
                    <a:pt x="406436" y="65497"/>
                  </a:moveTo>
                  <a:lnTo>
                    <a:pt x="465386" y="55555"/>
                  </a:lnTo>
                  <a:lnTo>
                    <a:pt x="435664" y="25838"/>
                  </a:lnTo>
                  <a:close/>
                  <a:moveTo>
                    <a:pt x="465386" y="55555"/>
                  </a:moveTo>
                  <a:lnTo>
                    <a:pt x="438727" y="18558"/>
                  </a:lnTo>
                  <a:lnTo>
                    <a:pt x="435664" y="25838"/>
                  </a:lnTo>
                  <a:close/>
                  <a:moveTo>
                    <a:pt x="503264" y="0"/>
                  </a:moveTo>
                  <a:lnTo>
                    <a:pt x="438727" y="18558"/>
                  </a:lnTo>
                  <a:lnTo>
                    <a:pt x="465386" y="55555"/>
                  </a:lnTo>
                  <a:close/>
                  <a:moveTo>
                    <a:pt x="904197" y="285066"/>
                  </a:moveTo>
                  <a:lnTo>
                    <a:pt x="901713" y="331126"/>
                  </a:lnTo>
                  <a:lnTo>
                    <a:pt x="937095" y="314396"/>
                  </a:lnTo>
                  <a:close/>
                  <a:moveTo>
                    <a:pt x="1219202" y="564715"/>
                  </a:moveTo>
                  <a:lnTo>
                    <a:pt x="1286564" y="596652"/>
                  </a:lnTo>
                  <a:lnTo>
                    <a:pt x="1266900" y="549896"/>
                  </a:lnTo>
                  <a:close/>
                  <a:moveTo>
                    <a:pt x="810596" y="14663"/>
                  </a:moveTo>
                  <a:lnTo>
                    <a:pt x="741781" y="45522"/>
                  </a:lnTo>
                  <a:lnTo>
                    <a:pt x="803056" y="2525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39" name="Output_density__4238">
              <a:extLst>
                <a:ext uri="{FF2B5EF4-FFF2-40B4-BE49-F238E27FC236}">
                  <a16:creationId xmlns:a16="http://schemas.microsoft.com/office/drawing/2014/main" id="{6E068D22-5417-A66F-5C22-6B39033F6DF6}"/>
                </a:ext>
              </a:extLst>
            </p:cNvPr>
            <p:cNvSpPr>
              <a:spLocks noGrp="1"/>
            </p:cNvSpPr>
            <p:nvPr/>
          </p:nvSpPr>
          <p:spPr>
            <a:xfrm>
              <a:off x="15305476" y="2767683"/>
              <a:ext cx="1485118" cy="1801028"/>
            </a:xfrm>
            <a:custGeom>
              <a:avLst/>
              <a:gdLst/>
              <a:ahLst/>
              <a:cxnLst/>
              <a:rect l="0" t="0" r="0" b="0"/>
              <a:pathLst>
                <a:path w="1485118" h="1801028">
                  <a:moveTo>
                    <a:pt x="84339" y="1480549"/>
                  </a:moveTo>
                  <a:lnTo>
                    <a:pt x="102094" y="1556179"/>
                  </a:lnTo>
                  <a:lnTo>
                    <a:pt x="104458" y="1532085"/>
                  </a:lnTo>
                  <a:close/>
                  <a:moveTo>
                    <a:pt x="104458" y="1532085"/>
                  </a:moveTo>
                  <a:lnTo>
                    <a:pt x="156006" y="1583622"/>
                  </a:lnTo>
                  <a:lnTo>
                    <a:pt x="165823" y="1559528"/>
                  </a:lnTo>
                  <a:close/>
                  <a:moveTo>
                    <a:pt x="521468" y="1801028"/>
                  </a:moveTo>
                  <a:lnTo>
                    <a:pt x="564636" y="1794285"/>
                  </a:lnTo>
                  <a:lnTo>
                    <a:pt x="553410" y="1793117"/>
                  </a:lnTo>
                  <a:close/>
                  <a:moveTo>
                    <a:pt x="499759" y="1719861"/>
                  </a:moveTo>
                  <a:lnTo>
                    <a:pt x="419618" y="1729803"/>
                  </a:lnTo>
                  <a:lnTo>
                    <a:pt x="455284" y="1728253"/>
                  </a:lnTo>
                  <a:close/>
                  <a:moveTo>
                    <a:pt x="524311" y="1789086"/>
                  </a:moveTo>
                  <a:lnTo>
                    <a:pt x="521468" y="1801028"/>
                  </a:lnTo>
                  <a:lnTo>
                    <a:pt x="553410" y="1793117"/>
                  </a:lnTo>
                  <a:close/>
                  <a:moveTo>
                    <a:pt x="470894" y="1731788"/>
                  </a:moveTo>
                  <a:lnTo>
                    <a:pt x="499759" y="1719861"/>
                  </a:lnTo>
                  <a:lnTo>
                    <a:pt x="455284" y="1728253"/>
                  </a:lnTo>
                  <a:close/>
                  <a:moveTo>
                    <a:pt x="470894" y="1731788"/>
                  </a:moveTo>
                  <a:lnTo>
                    <a:pt x="517090" y="1732213"/>
                  </a:lnTo>
                  <a:lnTo>
                    <a:pt x="499759" y="1719861"/>
                  </a:lnTo>
                  <a:close/>
                  <a:moveTo>
                    <a:pt x="368161" y="1338126"/>
                  </a:moveTo>
                  <a:lnTo>
                    <a:pt x="366670" y="1301815"/>
                  </a:lnTo>
                  <a:lnTo>
                    <a:pt x="310552" y="1346978"/>
                  </a:lnTo>
                  <a:close/>
                  <a:moveTo>
                    <a:pt x="295518" y="1305194"/>
                  </a:moveTo>
                  <a:lnTo>
                    <a:pt x="366670" y="1301815"/>
                  </a:lnTo>
                  <a:lnTo>
                    <a:pt x="340744" y="1281100"/>
                  </a:lnTo>
                  <a:close/>
                  <a:moveTo>
                    <a:pt x="301110" y="1229563"/>
                  </a:moveTo>
                  <a:lnTo>
                    <a:pt x="318330" y="1253152"/>
                  </a:lnTo>
                  <a:lnTo>
                    <a:pt x="295518" y="1305194"/>
                  </a:lnTo>
                  <a:close/>
                  <a:moveTo>
                    <a:pt x="340744" y="1281100"/>
                  </a:moveTo>
                  <a:lnTo>
                    <a:pt x="301110" y="1229563"/>
                  </a:lnTo>
                  <a:lnTo>
                    <a:pt x="295518" y="1305194"/>
                  </a:lnTo>
                  <a:close/>
                  <a:moveTo>
                    <a:pt x="0" y="793177"/>
                  </a:moveTo>
                  <a:lnTo>
                    <a:pt x="1075" y="741640"/>
                  </a:lnTo>
                  <a:lnTo>
                    <a:pt x="5967" y="752501"/>
                  </a:lnTo>
                  <a:close/>
                  <a:moveTo>
                    <a:pt x="447861" y="1185827"/>
                  </a:moveTo>
                  <a:lnTo>
                    <a:pt x="456897" y="1153721"/>
                  </a:lnTo>
                  <a:lnTo>
                    <a:pt x="414393" y="1150294"/>
                  </a:lnTo>
                  <a:close/>
                  <a:moveTo>
                    <a:pt x="447861" y="1185827"/>
                  </a:moveTo>
                  <a:lnTo>
                    <a:pt x="456128" y="1191811"/>
                  </a:lnTo>
                  <a:lnTo>
                    <a:pt x="485856" y="1181375"/>
                  </a:lnTo>
                  <a:close/>
                  <a:moveTo>
                    <a:pt x="377728" y="953891"/>
                  </a:moveTo>
                  <a:lnTo>
                    <a:pt x="378002" y="939485"/>
                  </a:lnTo>
                  <a:lnTo>
                    <a:pt x="391453" y="975229"/>
                  </a:lnTo>
                  <a:close/>
                  <a:moveTo>
                    <a:pt x="391453" y="975229"/>
                  </a:moveTo>
                  <a:lnTo>
                    <a:pt x="378002" y="939485"/>
                  </a:lnTo>
                  <a:lnTo>
                    <a:pt x="375503" y="899599"/>
                  </a:lnTo>
                  <a:close/>
                  <a:moveTo>
                    <a:pt x="375503" y="899599"/>
                  </a:moveTo>
                  <a:lnTo>
                    <a:pt x="354494" y="910037"/>
                  </a:lnTo>
                  <a:lnTo>
                    <a:pt x="391453" y="975229"/>
                  </a:lnTo>
                  <a:close/>
                  <a:moveTo>
                    <a:pt x="312341" y="923693"/>
                  </a:moveTo>
                  <a:lnTo>
                    <a:pt x="342749" y="942581"/>
                  </a:lnTo>
                  <a:lnTo>
                    <a:pt x="354494" y="910037"/>
                  </a:lnTo>
                  <a:close/>
                  <a:moveTo>
                    <a:pt x="150283" y="711139"/>
                  </a:moveTo>
                  <a:lnTo>
                    <a:pt x="138829" y="704189"/>
                  </a:lnTo>
                  <a:lnTo>
                    <a:pt x="118747" y="698795"/>
                  </a:lnTo>
                  <a:close/>
                  <a:moveTo>
                    <a:pt x="138829" y="704189"/>
                  </a:moveTo>
                  <a:lnTo>
                    <a:pt x="150283" y="711139"/>
                  </a:lnTo>
                  <a:lnTo>
                    <a:pt x="207191" y="650207"/>
                  </a:lnTo>
                  <a:close/>
                  <a:moveTo>
                    <a:pt x="670680" y="1208818"/>
                  </a:moveTo>
                  <a:lnTo>
                    <a:pt x="696234" y="1255919"/>
                  </a:lnTo>
                  <a:lnTo>
                    <a:pt x="691246" y="1202632"/>
                  </a:lnTo>
                  <a:close/>
                  <a:moveTo>
                    <a:pt x="194634" y="675082"/>
                  </a:moveTo>
                  <a:lnTo>
                    <a:pt x="207191" y="650207"/>
                  </a:lnTo>
                  <a:lnTo>
                    <a:pt x="189301" y="693452"/>
                  </a:lnTo>
                  <a:close/>
                  <a:moveTo>
                    <a:pt x="1041485" y="1418313"/>
                  </a:moveTo>
                  <a:lnTo>
                    <a:pt x="1025933" y="1480323"/>
                  </a:lnTo>
                  <a:lnTo>
                    <a:pt x="1046470" y="1422210"/>
                  </a:lnTo>
                  <a:close/>
                  <a:moveTo>
                    <a:pt x="1041485" y="1418313"/>
                  </a:moveTo>
                  <a:lnTo>
                    <a:pt x="988274" y="1379299"/>
                  </a:lnTo>
                  <a:lnTo>
                    <a:pt x="959261" y="1405725"/>
                  </a:lnTo>
                  <a:close/>
                  <a:moveTo>
                    <a:pt x="975767" y="1366777"/>
                  </a:moveTo>
                  <a:lnTo>
                    <a:pt x="959261" y="1405725"/>
                  </a:lnTo>
                  <a:lnTo>
                    <a:pt x="988274" y="1379299"/>
                  </a:lnTo>
                  <a:close/>
                  <a:moveTo>
                    <a:pt x="341891" y="669573"/>
                  </a:moveTo>
                  <a:lnTo>
                    <a:pt x="362746" y="645264"/>
                  </a:lnTo>
                  <a:lnTo>
                    <a:pt x="336167" y="669358"/>
                  </a:lnTo>
                  <a:close/>
                  <a:moveTo>
                    <a:pt x="309994" y="594518"/>
                  </a:moveTo>
                  <a:lnTo>
                    <a:pt x="370285" y="640833"/>
                  </a:lnTo>
                  <a:lnTo>
                    <a:pt x="339152" y="608796"/>
                  </a:lnTo>
                  <a:close/>
                  <a:moveTo>
                    <a:pt x="1041485" y="1418313"/>
                  </a:moveTo>
                  <a:lnTo>
                    <a:pt x="1046470" y="1422210"/>
                  </a:lnTo>
                  <a:lnTo>
                    <a:pt x="1049998" y="1414598"/>
                  </a:lnTo>
                  <a:close/>
                  <a:moveTo>
                    <a:pt x="1049998" y="1414598"/>
                  </a:moveTo>
                  <a:lnTo>
                    <a:pt x="988274" y="1379299"/>
                  </a:lnTo>
                  <a:lnTo>
                    <a:pt x="1041485" y="1418313"/>
                  </a:lnTo>
                  <a:close/>
                  <a:moveTo>
                    <a:pt x="994056" y="1359352"/>
                  </a:moveTo>
                  <a:lnTo>
                    <a:pt x="988274" y="1379299"/>
                  </a:lnTo>
                  <a:lnTo>
                    <a:pt x="1049998" y="1414598"/>
                  </a:lnTo>
                  <a:close/>
                  <a:moveTo>
                    <a:pt x="1046470" y="1422210"/>
                  </a:moveTo>
                  <a:lnTo>
                    <a:pt x="1106218" y="1394219"/>
                  </a:lnTo>
                  <a:lnTo>
                    <a:pt x="1049998" y="1414598"/>
                  </a:lnTo>
                  <a:close/>
                  <a:moveTo>
                    <a:pt x="1158070" y="1445756"/>
                  </a:moveTo>
                  <a:lnTo>
                    <a:pt x="1125450" y="1407926"/>
                  </a:lnTo>
                  <a:lnTo>
                    <a:pt x="1162054" y="1462205"/>
                  </a:lnTo>
                  <a:close/>
                  <a:moveTo>
                    <a:pt x="975767" y="1366777"/>
                  </a:moveTo>
                  <a:lnTo>
                    <a:pt x="988274" y="1379299"/>
                  </a:lnTo>
                  <a:lnTo>
                    <a:pt x="994056" y="1359352"/>
                  </a:lnTo>
                  <a:close/>
                  <a:moveTo>
                    <a:pt x="763872" y="981927"/>
                  </a:moveTo>
                  <a:lnTo>
                    <a:pt x="755433" y="1032779"/>
                  </a:lnTo>
                  <a:lnTo>
                    <a:pt x="740290" y="1037274"/>
                  </a:lnTo>
                  <a:close/>
                  <a:moveTo>
                    <a:pt x="408336" y="621170"/>
                  </a:moveTo>
                  <a:lnTo>
                    <a:pt x="373006" y="651005"/>
                  </a:lnTo>
                  <a:lnTo>
                    <a:pt x="411089" y="696801"/>
                  </a:lnTo>
                  <a:close/>
                  <a:moveTo>
                    <a:pt x="1158070" y="1445756"/>
                  </a:moveTo>
                  <a:lnTo>
                    <a:pt x="1162054" y="1462205"/>
                  </a:lnTo>
                  <a:lnTo>
                    <a:pt x="1190781" y="1477509"/>
                  </a:lnTo>
                  <a:close/>
                  <a:moveTo>
                    <a:pt x="1278012" y="1531401"/>
                  </a:moveTo>
                  <a:lnTo>
                    <a:pt x="1267881" y="1591098"/>
                  </a:lnTo>
                  <a:lnTo>
                    <a:pt x="1309675" y="1524735"/>
                  </a:lnTo>
                  <a:close/>
                  <a:moveTo>
                    <a:pt x="1213812" y="1548829"/>
                  </a:moveTo>
                  <a:lnTo>
                    <a:pt x="1267881" y="1591098"/>
                  </a:lnTo>
                  <a:lnTo>
                    <a:pt x="1278012" y="1531401"/>
                  </a:lnTo>
                  <a:close/>
                  <a:moveTo>
                    <a:pt x="1210845" y="1497292"/>
                  </a:moveTo>
                  <a:lnTo>
                    <a:pt x="1263187" y="1473199"/>
                  </a:lnTo>
                  <a:lnTo>
                    <a:pt x="1190781" y="1477509"/>
                  </a:lnTo>
                  <a:close/>
                  <a:moveTo>
                    <a:pt x="1263187" y="1473199"/>
                  </a:moveTo>
                  <a:lnTo>
                    <a:pt x="1222070" y="1459594"/>
                  </a:lnTo>
                  <a:lnTo>
                    <a:pt x="1190781" y="1477509"/>
                  </a:lnTo>
                  <a:close/>
                  <a:moveTo>
                    <a:pt x="1165755" y="1421662"/>
                  </a:moveTo>
                  <a:lnTo>
                    <a:pt x="1190781" y="1477509"/>
                  </a:lnTo>
                  <a:lnTo>
                    <a:pt x="1222070" y="1459594"/>
                  </a:lnTo>
                  <a:close/>
                  <a:moveTo>
                    <a:pt x="1165755" y="1421662"/>
                  </a:moveTo>
                  <a:lnTo>
                    <a:pt x="1158070" y="1445756"/>
                  </a:lnTo>
                  <a:lnTo>
                    <a:pt x="1190781" y="1477509"/>
                  </a:lnTo>
                  <a:close/>
                  <a:moveTo>
                    <a:pt x="1309675" y="1524735"/>
                  </a:moveTo>
                  <a:lnTo>
                    <a:pt x="1343006" y="1562403"/>
                  </a:lnTo>
                  <a:lnTo>
                    <a:pt x="1346515" y="1513692"/>
                  </a:lnTo>
                  <a:close/>
                  <a:moveTo>
                    <a:pt x="1320576" y="1472037"/>
                  </a:moveTo>
                  <a:lnTo>
                    <a:pt x="1346515" y="1513692"/>
                  </a:lnTo>
                  <a:lnTo>
                    <a:pt x="1353282" y="1524735"/>
                  </a:lnTo>
                  <a:close/>
                  <a:moveTo>
                    <a:pt x="1276219" y="1470116"/>
                  </a:moveTo>
                  <a:lnTo>
                    <a:pt x="1222070" y="1459594"/>
                  </a:lnTo>
                  <a:lnTo>
                    <a:pt x="1263187" y="1473199"/>
                  </a:lnTo>
                  <a:close/>
                  <a:moveTo>
                    <a:pt x="1266748" y="1415073"/>
                  </a:moveTo>
                  <a:lnTo>
                    <a:pt x="1230121" y="1406868"/>
                  </a:lnTo>
                  <a:lnTo>
                    <a:pt x="1276219" y="1470116"/>
                  </a:lnTo>
                  <a:close/>
                  <a:moveTo>
                    <a:pt x="1320576" y="1472037"/>
                  </a:moveTo>
                  <a:lnTo>
                    <a:pt x="1318020" y="1468981"/>
                  </a:lnTo>
                  <a:lnTo>
                    <a:pt x="1266748" y="1415073"/>
                  </a:lnTo>
                  <a:close/>
                  <a:moveTo>
                    <a:pt x="1276219" y="1470116"/>
                  </a:moveTo>
                  <a:lnTo>
                    <a:pt x="1320576" y="1472037"/>
                  </a:lnTo>
                  <a:lnTo>
                    <a:pt x="1266748" y="1415073"/>
                  </a:lnTo>
                  <a:close/>
                  <a:moveTo>
                    <a:pt x="1320576" y="1472037"/>
                  </a:moveTo>
                  <a:lnTo>
                    <a:pt x="1322449" y="1473199"/>
                  </a:lnTo>
                  <a:lnTo>
                    <a:pt x="1318020" y="1468981"/>
                  </a:lnTo>
                  <a:close/>
                  <a:moveTo>
                    <a:pt x="1230121" y="1406868"/>
                  </a:moveTo>
                  <a:lnTo>
                    <a:pt x="1266748" y="1415073"/>
                  </a:lnTo>
                  <a:lnTo>
                    <a:pt x="1213549" y="1357598"/>
                  </a:lnTo>
                  <a:close/>
                  <a:moveTo>
                    <a:pt x="1076362" y="1163979"/>
                  </a:moveTo>
                  <a:lnTo>
                    <a:pt x="1069150" y="1088348"/>
                  </a:lnTo>
                  <a:lnTo>
                    <a:pt x="1042710" y="1112442"/>
                  </a:lnTo>
                  <a:close/>
                  <a:moveTo>
                    <a:pt x="1042710" y="1112442"/>
                  </a:moveTo>
                  <a:lnTo>
                    <a:pt x="1069150" y="1088348"/>
                  </a:lnTo>
                  <a:lnTo>
                    <a:pt x="1031770" y="1097449"/>
                  </a:lnTo>
                  <a:close/>
                  <a:moveTo>
                    <a:pt x="1069150" y="1088348"/>
                  </a:moveTo>
                  <a:lnTo>
                    <a:pt x="1064705" y="1085689"/>
                  </a:lnTo>
                  <a:lnTo>
                    <a:pt x="1031770" y="1097449"/>
                  </a:lnTo>
                  <a:close/>
                  <a:moveTo>
                    <a:pt x="1021458" y="1036812"/>
                  </a:moveTo>
                  <a:lnTo>
                    <a:pt x="1031770" y="1097449"/>
                  </a:lnTo>
                  <a:lnTo>
                    <a:pt x="1064705" y="1085689"/>
                  </a:lnTo>
                  <a:close/>
                  <a:moveTo>
                    <a:pt x="714069" y="727592"/>
                  </a:moveTo>
                  <a:lnTo>
                    <a:pt x="647037" y="698647"/>
                  </a:lnTo>
                  <a:lnTo>
                    <a:pt x="645883" y="700149"/>
                  </a:lnTo>
                  <a:close/>
                  <a:moveTo>
                    <a:pt x="644664" y="698184"/>
                  </a:moveTo>
                  <a:lnTo>
                    <a:pt x="645883" y="700149"/>
                  </a:lnTo>
                  <a:lnTo>
                    <a:pt x="647037" y="698647"/>
                  </a:lnTo>
                  <a:close/>
                  <a:moveTo>
                    <a:pt x="661825" y="676056"/>
                  </a:moveTo>
                  <a:lnTo>
                    <a:pt x="644664" y="698184"/>
                  </a:lnTo>
                  <a:lnTo>
                    <a:pt x="647037" y="698647"/>
                  </a:lnTo>
                  <a:close/>
                  <a:moveTo>
                    <a:pt x="228329" y="58243"/>
                  </a:moveTo>
                  <a:lnTo>
                    <a:pt x="275179" y="58136"/>
                  </a:lnTo>
                  <a:lnTo>
                    <a:pt x="249156" y="16549"/>
                  </a:lnTo>
                  <a:close/>
                  <a:moveTo>
                    <a:pt x="228329" y="58243"/>
                  </a:moveTo>
                  <a:lnTo>
                    <a:pt x="249156" y="16549"/>
                  </a:lnTo>
                  <a:lnTo>
                    <a:pt x="209461" y="10839"/>
                  </a:lnTo>
                  <a:close/>
                  <a:moveTo>
                    <a:pt x="228329" y="58243"/>
                  </a:moveTo>
                  <a:lnTo>
                    <a:pt x="209461" y="10839"/>
                  </a:lnTo>
                  <a:lnTo>
                    <a:pt x="225416" y="57617"/>
                  </a:lnTo>
                  <a:close/>
                  <a:moveTo>
                    <a:pt x="209461" y="10839"/>
                  </a:moveTo>
                  <a:lnTo>
                    <a:pt x="187108" y="6080"/>
                  </a:lnTo>
                  <a:lnTo>
                    <a:pt x="225416" y="57617"/>
                  </a:lnTo>
                  <a:close/>
                  <a:moveTo>
                    <a:pt x="1408940" y="1449105"/>
                  </a:moveTo>
                  <a:lnTo>
                    <a:pt x="1455727" y="1425011"/>
                  </a:lnTo>
                  <a:lnTo>
                    <a:pt x="1383049" y="1402539"/>
                  </a:lnTo>
                  <a:close/>
                  <a:moveTo>
                    <a:pt x="1455727" y="1425011"/>
                  </a:moveTo>
                  <a:lnTo>
                    <a:pt x="1417687" y="1397145"/>
                  </a:lnTo>
                  <a:lnTo>
                    <a:pt x="1383049" y="1402539"/>
                  </a:lnTo>
                  <a:close/>
                  <a:moveTo>
                    <a:pt x="1394389" y="1373474"/>
                  </a:moveTo>
                  <a:lnTo>
                    <a:pt x="1383049" y="1402539"/>
                  </a:lnTo>
                  <a:lnTo>
                    <a:pt x="1417687" y="1397145"/>
                  </a:lnTo>
                  <a:close/>
                  <a:moveTo>
                    <a:pt x="1394389" y="1373474"/>
                  </a:moveTo>
                  <a:lnTo>
                    <a:pt x="1378907" y="1397568"/>
                  </a:lnTo>
                  <a:lnTo>
                    <a:pt x="1383049" y="1402539"/>
                  </a:lnTo>
                  <a:close/>
                  <a:moveTo>
                    <a:pt x="1353253" y="1346032"/>
                  </a:moveTo>
                  <a:lnTo>
                    <a:pt x="1378907" y="1397568"/>
                  </a:lnTo>
                  <a:lnTo>
                    <a:pt x="1394389" y="1373474"/>
                  </a:lnTo>
                  <a:close/>
                  <a:moveTo>
                    <a:pt x="1328921" y="1277025"/>
                  </a:moveTo>
                  <a:lnTo>
                    <a:pt x="1364367" y="1332692"/>
                  </a:lnTo>
                  <a:lnTo>
                    <a:pt x="1368260" y="1321937"/>
                  </a:lnTo>
                  <a:close/>
                  <a:moveTo>
                    <a:pt x="1368260" y="1321937"/>
                  </a:moveTo>
                  <a:lnTo>
                    <a:pt x="1342611" y="1291126"/>
                  </a:lnTo>
                  <a:lnTo>
                    <a:pt x="1328921" y="1277025"/>
                  </a:lnTo>
                  <a:close/>
                  <a:moveTo>
                    <a:pt x="1064705" y="1085689"/>
                  </a:moveTo>
                  <a:lnTo>
                    <a:pt x="1069150" y="1088348"/>
                  </a:lnTo>
                  <a:lnTo>
                    <a:pt x="1067560" y="1086606"/>
                  </a:lnTo>
                  <a:close/>
                  <a:moveTo>
                    <a:pt x="896470" y="830665"/>
                  </a:moveTo>
                  <a:lnTo>
                    <a:pt x="938760" y="829257"/>
                  </a:lnTo>
                  <a:lnTo>
                    <a:pt x="926284" y="858108"/>
                  </a:lnTo>
                  <a:close/>
                  <a:moveTo>
                    <a:pt x="940013" y="863364"/>
                  </a:moveTo>
                  <a:lnTo>
                    <a:pt x="903747" y="833248"/>
                  </a:lnTo>
                  <a:lnTo>
                    <a:pt x="896470" y="830665"/>
                  </a:lnTo>
                  <a:close/>
                  <a:moveTo>
                    <a:pt x="926284" y="858108"/>
                  </a:moveTo>
                  <a:lnTo>
                    <a:pt x="940013" y="863364"/>
                  </a:lnTo>
                  <a:lnTo>
                    <a:pt x="896470" y="830665"/>
                  </a:lnTo>
                  <a:close/>
                  <a:moveTo>
                    <a:pt x="966670" y="858108"/>
                  </a:moveTo>
                  <a:lnTo>
                    <a:pt x="908802" y="825995"/>
                  </a:lnTo>
                  <a:lnTo>
                    <a:pt x="909791" y="830665"/>
                  </a:lnTo>
                  <a:close/>
                  <a:moveTo>
                    <a:pt x="903747" y="833248"/>
                  </a:moveTo>
                  <a:lnTo>
                    <a:pt x="940013" y="863364"/>
                  </a:lnTo>
                  <a:lnTo>
                    <a:pt x="966670" y="858108"/>
                  </a:lnTo>
                  <a:close/>
                  <a:moveTo>
                    <a:pt x="909791" y="830665"/>
                  </a:moveTo>
                  <a:lnTo>
                    <a:pt x="903747" y="833248"/>
                  </a:lnTo>
                  <a:lnTo>
                    <a:pt x="966670" y="858108"/>
                  </a:lnTo>
                  <a:close/>
                  <a:moveTo>
                    <a:pt x="841285" y="727592"/>
                  </a:moveTo>
                  <a:lnTo>
                    <a:pt x="852247" y="680472"/>
                  </a:lnTo>
                  <a:lnTo>
                    <a:pt x="862362" y="651962"/>
                  </a:lnTo>
                  <a:close/>
                  <a:moveTo>
                    <a:pt x="387796" y="192792"/>
                  </a:moveTo>
                  <a:lnTo>
                    <a:pt x="452346" y="233373"/>
                  </a:lnTo>
                  <a:lnTo>
                    <a:pt x="423930" y="201397"/>
                  </a:lnTo>
                  <a:close/>
                  <a:moveTo>
                    <a:pt x="225416" y="57617"/>
                  </a:moveTo>
                  <a:lnTo>
                    <a:pt x="189652" y="51704"/>
                  </a:lnTo>
                  <a:lnTo>
                    <a:pt x="230169" y="61618"/>
                  </a:lnTo>
                  <a:close/>
                  <a:moveTo>
                    <a:pt x="267388" y="65873"/>
                  </a:moveTo>
                  <a:lnTo>
                    <a:pt x="276140" y="58820"/>
                  </a:lnTo>
                  <a:lnTo>
                    <a:pt x="230169" y="61618"/>
                  </a:lnTo>
                  <a:close/>
                  <a:moveTo>
                    <a:pt x="1455727" y="1425011"/>
                  </a:moveTo>
                  <a:lnTo>
                    <a:pt x="1479362" y="1453061"/>
                  </a:lnTo>
                  <a:lnTo>
                    <a:pt x="1485118" y="1414232"/>
                  </a:lnTo>
                  <a:close/>
                  <a:moveTo>
                    <a:pt x="1485118" y="1414232"/>
                  </a:moveTo>
                  <a:lnTo>
                    <a:pt x="1417687" y="1397145"/>
                  </a:lnTo>
                  <a:lnTo>
                    <a:pt x="1455727" y="1425011"/>
                  </a:lnTo>
                  <a:close/>
                  <a:moveTo>
                    <a:pt x="1439677" y="1350449"/>
                  </a:moveTo>
                  <a:lnTo>
                    <a:pt x="1417687" y="1397145"/>
                  </a:lnTo>
                  <a:lnTo>
                    <a:pt x="1485118" y="1414232"/>
                  </a:lnTo>
                  <a:close/>
                  <a:moveTo>
                    <a:pt x="1394389" y="1373474"/>
                  </a:moveTo>
                  <a:lnTo>
                    <a:pt x="1417687" y="1397145"/>
                  </a:lnTo>
                  <a:lnTo>
                    <a:pt x="1439677" y="1350449"/>
                  </a:lnTo>
                  <a:close/>
                  <a:moveTo>
                    <a:pt x="1368260" y="1321937"/>
                  </a:moveTo>
                  <a:lnTo>
                    <a:pt x="1394389" y="1373474"/>
                  </a:lnTo>
                  <a:lnTo>
                    <a:pt x="1393464" y="1297844"/>
                  </a:lnTo>
                  <a:close/>
                  <a:moveTo>
                    <a:pt x="1368260" y="1321937"/>
                  </a:moveTo>
                  <a:lnTo>
                    <a:pt x="1393464" y="1297844"/>
                  </a:lnTo>
                  <a:lnTo>
                    <a:pt x="1342611" y="1291126"/>
                  </a:lnTo>
                  <a:close/>
                  <a:moveTo>
                    <a:pt x="1343589" y="1246307"/>
                  </a:moveTo>
                  <a:lnTo>
                    <a:pt x="1324673" y="1270401"/>
                  </a:lnTo>
                  <a:lnTo>
                    <a:pt x="1342611" y="1291126"/>
                  </a:lnTo>
                  <a:close/>
                  <a:moveTo>
                    <a:pt x="1168075" y="937087"/>
                  </a:moveTo>
                  <a:lnTo>
                    <a:pt x="1166032" y="980279"/>
                  </a:lnTo>
                  <a:lnTo>
                    <a:pt x="1203468" y="985348"/>
                  </a:lnTo>
                  <a:close/>
                  <a:moveTo>
                    <a:pt x="1068347" y="834995"/>
                  </a:moveTo>
                  <a:lnTo>
                    <a:pt x="1070595" y="834014"/>
                  </a:lnTo>
                  <a:lnTo>
                    <a:pt x="1069160" y="832545"/>
                  </a:lnTo>
                  <a:close/>
                  <a:moveTo>
                    <a:pt x="909544" y="720021"/>
                  </a:moveTo>
                  <a:lnTo>
                    <a:pt x="966612" y="679404"/>
                  </a:lnTo>
                  <a:lnTo>
                    <a:pt x="917634" y="693328"/>
                  </a:lnTo>
                  <a:close/>
                  <a:moveTo>
                    <a:pt x="959830" y="733356"/>
                  </a:moveTo>
                  <a:lnTo>
                    <a:pt x="990451" y="712942"/>
                  </a:lnTo>
                  <a:lnTo>
                    <a:pt x="909544" y="720021"/>
                  </a:lnTo>
                  <a:close/>
                  <a:moveTo>
                    <a:pt x="917634" y="693328"/>
                  </a:moveTo>
                  <a:lnTo>
                    <a:pt x="977404" y="664160"/>
                  </a:lnTo>
                  <a:lnTo>
                    <a:pt x="949719" y="642484"/>
                  </a:lnTo>
                  <a:close/>
                  <a:moveTo>
                    <a:pt x="917634" y="693328"/>
                  </a:moveTo>
                  <a:lnTo>
                    <a:pt x="949719" y="642484"/>
                  </a:lnTo>
                  <a:lnTo>
                    <a:pt x="906201" y="639881"/>
                  </a:lnTo>
                  <a:close/>
                  <a:moveTo>
                    <a:pt x="824672" y="542694"/>
                  </a:moveTo>
                  <a:lnTo>
                    <a:pt x="772538" y="557133"/>
                  </a:lnTo>
                  <a:lnTo>
                    <a:pt x="825027" y="578703"/>
                  </a:lnTo>
                  <a:close/>
                  <a:moveTo>
                    <a:pt x="824672" y="542694"/>
                  </a:moveTo>
                  <a:lnTo>
                    <a:pt x="773843" y="546035"/>
                  </a:lnTo>
                  <a:lnTo>
                    <a:pt x="772538" y="557133"/>
                  </a:lnTo>
                  <a:close/>
                  <a:moveTo>
                    <a:pt x="1211136" y="912994"/>
                  </a:moveTo>
                  <a:lnTo>
                    <a:pt x="1203468" y="985348"/>
                  </a:lnTo>
                  <a:lnTo>
                    <a:pt x="1223271" y="924486"/>
                  </a:lnTo>
                  <a:close/>
                  <a:moveTo>
                    <a:pt x="1211136" y="912994"/>
                  </a:moveTo>
                  <a:lnTo>
                    <a:pt x="1168075" y="937087"/>
                  </a:lnTo>
                  <a:lnTo>
                    <a:pt x="1203468" y="985348"/>
                  </a:lnTo>
                  <a:close/>
                  <a:moveTo>
                    <a:pt x="1069160" y="832545"/>
                  </a:moveTo>
                  <a:lnTo>
                    <a:pt x="1070595" y="834014"/>
                  </a:lnTo>
                  <a:lnTo>
                    <a:pt x="1071537" y="832402"/>
                  </a:lnTo>
                  <a:close/>
                  <a:moveTo>
                    <a:pt x="1074938" y="719248"/>
                  </a:moveTo>
                  <a:lnTo>
                    <a:pt x="1115356" y="758384"/>
                  </a:lnTo>
                  <a:lnTo>
                    <a:pt x="1064538" y="712606"/>
                  </a:lnTo>
                  <a:close/>
                  <a:moveTo>
                    <a:pt x="1064538" y="712606"/>
                  </a:moveTo>
                  <a:lnTo>
                    <a:pt x="1114861" y="772419"/>
                  </a:lnTo>
                  <a:lnTo>
                    <a:pt x="1114506" y="709965"/>
                  </a:lnTo>
                  <a:close/>
                  <a:moveTo>
                    <a:pt x="825342" y="353921"/>
                  </a:moveTo>
                  <a:lnTo>
                    <a:pt x="837812" y="356703"/>
                  </a:lnTo>
                  <a:lnTo>
                    <a:pt x="825339" y="346091"/>
                  </a:lnTo>
                  <a:close/>
                  <a:moveTo>
                    <a:pt x="481749" y="36871"/>
                  </a:moveTo>
                  <a:lnTo>
                    <a:pt x="466911" y="18027"/>
                  </a:lnTo>
                  <a:lnTo>
                    <a:pt x="486848" y="0"/>
                  </a:lnTo>
                  <a:close/>
                  <a:moveTo>
                    <a:pt x="1255296" y="796955"/>
                  </a:moveTo>
                  <a:lnTo>
                    <a:pt x="1207687" y="758384"/>
                  </a:lnTo>
                  <a:lnTo>
                    <a:pt x="1220152" y="777925"/>
                  </a:lnTo>
                  <a:close/>
                  <a:moveTo>
                    <a:pt x="1220152" y="777925"/>
                  </a:moveTo>
                  <a:lnTo>
                    <a:pt x="1207687" y="758384"/>
                  </a:lnTo>
                  <a:lnTo>
                    <a:pt x="1184217" y="778473"/>
                  </a:lnTo>
                  <a:close/>
                  <a:moveTo>
                    <a:pt x="1299158" y="785827"/>
                  </a:moveTo>
                  <a:lnTo>
                    <a:pt x="1272451" y="734290"/>
                  </a:lnTo>
                  <a:lnTo>
                    <a:pt x="1255296" y="796955"/>
                  </a:lnTo>
                  <a:close/>
                  <a:moveTo>
                    <a:pt x="925249" y="374042"/>
                  </a:moveTo>
                  <a:lnTo>
                    <a:pt x="923334" y="374980"/>
                  </a:lnTo>
                  <a:lnTo>
                    <a:pt x="953921" y="441463"/>
                  </a:lnTo>
                  <a:close/>
                  <a:moveTo>
                    <a:pt x="977686" y="395416"/>
                  </a:moveTo>
                  <a:lnTo>
                    <a:pt x="925249" y="374042"/>
                  </a:lnTo>
                  <a:lnTo>
                    <a:pt x="953921" y="441463"/>
                  </a:lnTo>
                  <a:close/>
                  <a:moveTo>
                    <a:pt x="1299158" y="785827"/>
                  </a:moveTo>
                  <a:lnTo>
                    <a:pt x="1318977" y="798062"/>
                  </a:lnTo>
                  <a:lnTo>
                    <a:pt x="1339813" y="766226"/>
                  </a:lnTo>
                  <a:close/>
                  <a:moveTo>
                    <a:pt x="1339813" y="766226"/>
                  </a:moveTo>
                  <a:lnTo>
                    <a:pt x="1343544" y="785827"/>
                  </a:lnTo>
                  <a:lnTo>
                    <a:pt x="1320149" y="71947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40" name="Output_density__4239">
              <a:extLst>
                <a:ext uri="{FF2B5EF4-FFF2-40B4-BE49-F238E27FC236}">
                  <a16:creationId xmlns:a16="http://schemas.microsoft.com/office/drawing/2014/main" id="{BFEA656E-E528-B91C-A5AB-F73BF5D2F5AC}"/>
                </a:ext>
              </a:extLst>
            </p:cNvPr>
            <p:cNvSpPr>
              <a:spLocks noGrp="1"/>
            </p:cNvSpPr>
            <p:nvPr/>
          </p:nvSpPr>
          <p:spPr>
            <a:xfrm>
              <a:off x="15424223" y="2693531"/>
              <a:ext cx="1391744" cy="1917028"/>
            </a:xfrm>
            <a:custGeom>
              <a:avLst/>
              <a:gdLst/>
              <a:ahLst/>
              <a:cxnLst/>
              <a:rect l="0" t="0" r="0" b="0"/>
              <a:pathLst>
                <a:path w="1391744" h="1917028">
                  <a:moveTo>
                    <a:pt x="151783" y="1730795"/>
                  </a:moveTo>
                  <a:lnTo>
                    <a:pt x="127992" y="1686000"/>
                  </a:lnTo>
                  <a:lnTo>
                    <a:pt x="133429" y="1709311"/>
                  </a:lnTo>
                  <a:close/>
                  <a:moveTo>
                    <a:pt x="129890" y="1688717"/>
                  </a:moveTo>
                  <a:lnTo>
                    <a:pt x="127992" y="1686000"/>
                  </a:lnTo>
                  <a:lnTo>
                    <a:pt x="151783" y="1730795"/>
                  </a:lnTo>
                  <a:close/>
                  <a:moveTo>
                    <a:pt x="181318" y="1706320"/>
                  </a:moveTo>
                  <a:lnTo>
                    <a:pt x="129890" y="1688717"/>
                  </a:lnTo>
                  <a:lnTo>
                    <a:pt x="151783" y="1730795"/>
                  </a:lnTo>
                  <a:close/>
                  <a:moveTo>
                    <a:pt x="86577" y="1661674"/>
                  </a:moveTo>
                  <a:lnTo>
                    <a:pt x="80614" y="1679157"/>
                  </a:lnTo>
                  <a:lnTo>
                    <a:pt x="40139" y="1662727"/>
                  </a:lnTo>
                  <a:close/>
                  <a:moveTo>
                    <a:pt x="313421" y="1891364"/>
                  </a:moveTo>
                  <a:lnTo>
                    <a:pt x="320742" y="1894215"/>
                  </a:lnTo>
                  <a:lnTo>
                    <a:pt x="325766" y="1897034"/>
                  </a:lnTo>
                  <a:close/>
                  <a:moveTo>
                    <a:pt x="320742" y="1894215"/>
                  </a:moveTo>
                  <a:lnTo>
                    <a:pt x="313421" y="1891364"/>
                  </a:lnTo>
                  <a:lnTo>
                    <a:pt x="250500" y="1850596"/>
                  </a:lnTo>
                  <a:close/>
                  <a:moveTo>
                    <a:pt x="377834" y="1917028"/>
                  </a:moveTo>
                  <a:lnTo>
                    <a:pt x="320742" y="1894215"/>
                  </a:lnTo>
                  <a:lnTo>
                    <a:pt x="348154" y="1909913"/>
                  </a:lnTo>
                  <a:close/>
                  <a:moveTo>
                    <a:pt x="377834" y="1917028"/>
                  </a:moveTo>
                  <a:lnTo>
                    <a:pt x="325766" y="1897034"/>
                  </a:lnTo>
                  <a:lnTo>
                    <a:pt x="320742" y="1894215"/>
                  </a:lnTo>
                  <a:close/>
                  <a:moveTo>
                    <a:pt x="313421" y="1891364"/>
                  </a:moveTo>
                  <a:lnTo>
                    <a:pt x="325766" y="1897034"/>
                  </a:lnTo>
                  <a:lnTo>
                    <a:pt x="332537" y="1884626"/>
                  </a:lnTo>
                  <a:close/>
                  <a:moveTo>
                    <a:pt x="193729" y="1670539"/>
                  </a:moveTo>
                  <a:lnTo>
                    <a:pt x="129890" y="1688717"/>
                  </a:lnTo>
                  <a:lnTo>
                    <a:pt x="181318" y="1706320"/>
                  </a:lnTo>
                  <a:close/>
                  <a:moveTo>
                    <a:pt x="227323" y="1618467"/>
                  </a:moveTo>
                  <a:lnTo>
                    <a:pt x="193729" y="1670539"/>
                  </a:lnTo>
                  <a:lnTo>
                    <a:pt x="243340" y="1668189"/>
                  </a:lnTo>
                  <a:close/>
                  <a:moveTo>
                    <a:pt x="247923" y="1375968"/>
                  </a:moveTo>
                  <a:lnTo>
                    <a:pt x="249414" y="1412279"/>
                  </a:lnTo>
                  <a:lnTo>
                    <a:pt x="251293" y="1379346"/>
                  </a:lnTo>
                  <a:close/>
                  <a:moveTo>
                    <a:pt x="387039" y="1411847"/>
                  </a:moveTo>
                  <a:lnTo>
                    <a:pt x="333063" y="1384719"/>
                  </a:lnTo>
                  <a:lnTo>
                    <a:pt x="356818" y="1433754"/>
                  </a:lnTo>
                  <a:close/>
                  <a:moveTo>
                    <a:pt x="295563" y="1379412"/>
                  </a:moveTo>
                  <a:lnTo>
                    <a:pt x="323754" y="1406789"/>
                  </a:lnTo>
                  <a:lnTo>
                    <a:pt x="331277" y="1383708"/>
                  </a:lnTo>
                  <a:close/>
                  <a:moveTo>
                    <a:pt x="387039" y="1411847"/>
                  </a:moveTo>
                  <a:lnTo>
                    <a:pt x="356818" y="1433754"/>
                  </a:lnTo>
                  <a:lnTo>
                    <a:pt x="432725" y="1407983"/>
                  </a:lnTo>
                  <a:close/>
                  <a:moveTo>
                    <a:pt x="415808" y="1384509"/>
                  </a:moveTo>
                  <a:lnTo>
                    <a:pt x="445340" y="1366941"/>
                  </a:lnTo>
                  <a:lnTo>
                    <a:pt x="429959" y="1358601"/>
                  </a:lnTo>
                  <a:close/>
                  <a:moveTo>
                    <a:pt x="272706" y="1049382"/>
                  </a:moveTo>
                  <a:lnTo>
                    <a:pt x="283411" y="1064177"/>
                  </a:lnTo>
                  <a:lnTo>
                    <a:pt x="258981" y="1028044"/>
                  </a:lnTo>
                  <a:close/>
                  <a:moveTo>
                    <a:pt x="258981" y="1028044"/>
                  </a:moveTo>
                  <a:lnTo>
                    <a:pt x="302342" y="1093517"/>
                  </a:lnTo>
                  <a:lnTo>
                    <a:pt x="269446" y="1082279"/>
                  </a:lnTo>
                  <a:close/>
                  <a:moveTo>
                    <a:pt x="0" y="772948"/>
                  </a:moveTo>
                  <a:lnTo>
                    <a:pt x="20082" y="778342"/>
                  </a:lnTo>
                  <a:lnTo>
                    <a:pt x="20833" y="716068"/>
                  </a:lnTo>
                  <a:close/>
                  <a:moveTo>
                    <a:pt x="175536" y="744187"/>
                  </a:moveTo>
                  <a:lnTo>
                    <a:pt x="223144" y="743725"/>
                  </a:lnTo>
                  <a:lnTo>
                    <a:pt x="217420" y="743511"/>
                  </a:lnTo>
                  <a:close/>
                  <a:moveTo>
                    <a:pt x="175536" y="744187"/>
                  </a:moveTo>
                  <a:lnTo>
                    <a:pt x="217420" y="743511"/>
                  </a:lnTo>
                  <a:lnTo>
                    <a:pt x="176111" y="742553"/>
                  </a:lnTo>
                  <a:close/>
                  <a:moveTo>
                    <a:pt x="292343" y="770954"/>
                  </a:moveTo>
                  <a:lnTo>
                    <a:pt x="279538" y="795047"/>
                  </a:lnTo>
                  <a:lnTo>
                    <a:pt x="284421" y="798152"/>
                  </a:lnTo>
                  <a:close/>
                  <a:moveTo>
                    <a:pt x="279538" y="795047"/>
                  </a:moveTo>
                  <a:lnTo>
                    <a:pt x="292343" y="770954"/>
                  </a:lnTo>
                  <a:lnTo>
                    <a:pt x="223144" y="743725"/>
                  </a:lnTo>
                  <a:close/>
                  <a:moveTo>
                    <a:pt x="217420" y="743511"/>
                  </a:moveTo>
                  <a:lnTo>
                    <a:pt x="191247" y="668671"/>
                  </a:lnTo>
                  <a:lnTo>
                    <a:pt x="176111" y="742553"/>
                  </a:lnTo>
                  <a:close/>
                  <a:moveTo>
                    <a:pt x="712257" y="1301870"/>
                  </a:moveTo>
                  <a:lnTo>
                    <a:pt x="696794" y="1286319"/>
                  </a:lnTo>
                  <a:lnTo>
                    <a:pt x="648286" y="1253154"/>
                  </a:lnTo>
                  <a:close/>
                  <a:moveTo>
                    <a:pt x="939858" y="1419010"/>
                  </a:moveTo>
                  <a:lnTo>
                    <a:pt x="875310" y="1433505"/>
                  </a:lnTo>
                  <a:lnTo>
                    <a:pt x="931251" y="1488751"/>
                  </a:lnTo>
                  <a:close/>
                  <a:moveTo>
                    <a:pt x="931251" y="1488751"/>
                  </a:moveTo>
                  <a:lnTo>
                    <a:pt x="942623" y="1440929"/>
                  </a:lnTo>
                  <a:lnTo>
                    <a:pt x="939858" y="1419010"/>
                  </a:lnTo>
                  <a:close/>
                  <a:moveTo>
                    <a:pt x="837007" y="1371645"/>
                  </a:moveTo>
                  <a:lnTo>
                    <a:pt x="857020" y="1440929"/>
                  </a:lnTo>
                  <a:lnTo>
                    <a:pt x="879542" y="1367322"/>
                  </a:lnTo>
                  <a:close/>
                  <a:moveTo>
                    <a:pt x="875310" y="1433505"/>
                  </a:moveTo>
                  <a:lnTo>
                    <a:pt x="918905" y="1373302"/>
                  </a:lnTo>
                  <a:lnTo>
                    <a:pt x="879542" y="1367322"/>
                  </a:lnTo>
                  <a:close/>
                  <a:moveTo>
                    <a:pt x="827904" y="1365299"/>
                  </a:moveTo>
                  <a:lnTo>
                    <a:pt x="798013" y="1389393"/>
                  </a:lnTo>
                  <a:lnTo>
                    <a:pt x="807910" y="1397753"/>
                  </a:lnTo>
                  <a:close/>
                  <a:moveTo>
                    <a:pt x="749512" y="1337856"/>
                  </a:moveTo>
                  <a:lnTo>
                    <a:pt x="798013" y="1389393"/>
                  </a:lnTo>
                  <a:lnTo>
                    <a:pt x="827904" y="1365299"/>
                  </a:lnTo>
                  <a:close/>
                  <a:moveTo>
                    <a:pt x="879542" y="1367322"/>
                  </a:moveTo>
                  <a:lnTo>
                    <a:pt x="918905" y="1373302"/>
                  </a:lnTo>
                  <a:lnTo>
                    <a:pt x="862329" y="1318572"/>
                  </a:lnTo>
                  <a:close/>
                  <a:moveTo>
                    <a:pt x="862329" y="1318572"/>
                  </a:moveTo>
                  <a:lnTo>
                    <a:pt x="835256" y="1313762"/>
                  </a:lnTo>
                  <a:lnTo>
                    <a:pt x="860215" y="1365299"/>
                  </a:lnTo>
                  <a:close/>
                  <a:moveTo>
                    <a:pt x="510149" y="850292"/>
                  </a:moveTo>
                  <a:lnTo>
                    <a:pt x="456143" y="821041"/>
                  </a:lnTo>
                  <a:lnTo>
                    <a:pt x="509609" y="849933"/>
                  </a:lnTo>
                  <a:close/>
                  <a:moveTo>
                    <a:pt x="1149134" y="1665251"/>
                  </a:moveTo>
                  <a:lnTo>
                    <a:pt x="1190753" y="1674519"/>
                  </a:lnTo>
                  <a:lnTo>
                    <a:pt x="1190928" y="1598888"/>
                  </a:lnTo>
                  <a:close/>
                  <a:moveTo>
                    <a:pt x="1190928" y="1598888"/>
                  </a:moveTo>
                  <a:lnTo>
                    <a:pt x="1190753" y="1674519"/>
                  </a:lnTo>
                  <a:lnTo>
                    <a:pt x="1224259" y="1636555"/>
                  </a:lnTo>
                  <a:close/>
                  <a:moveTo>
                    <a:pt x="835256" y="1313762"/>
                  </a:moveTo>
                  <a:lnTo>
                    <a:pt x="820912" y="1262225"/>
                  </a:lnTo>
                  <a:lnTo>
                    <a:pt x="877054" y="1289668"/>
                  </a:lnTo>
                  <a:close/>
                  <a:moveTo>
                    <a:pt x="483283" y="834151"/>
                  </a:moveTo>
                  <a:lnTo>
                    <a:pt x="520277" y="901469"/>
                  </a:lnTo>
                  <a:lnTo>
                    <a:pt x="509609" y="849933"/>
                  </a:lnTo>
                  <a:close/>
                  <a:moveTo>
                    <a:pt x="569023" y="825839"/>
                  </a:moveTo>
                  <a:lnTo>
                    <a:pt x="527136" y="774302"/>
                  </a:lnTo>
                  <a:lnTo>
                    <a:pt x="547250" y="795368"/>
                  </a:lnTo>
                  <a:close/>
                  <a:moveTo>
                    <a:pt x="965513" y="1232952"/>
                  </a:moveTo>
                  <a:lnTo>
                    <a:pt x="950309" y="1222286"/>
                  </a:lnTo>
                  <a:lnTo>
                    <a:pt x="981378" y="1252495"/>
                  </a:lnTo>
                  <a:close/>
                  <a:moveTo>
                    <a:pt x="885580" y="1135058"/>
                  </a:moveTo>
                  <a:lnTo>
                    <a:pt x="902711" y="1110964"/>
                  </a:lnTo>
                  <a:lnTo>
                    <a:pt x="849065" y="1107151"/>
                  </a:lnTo>
                  <a:close/>
                  <a:moveTo>
                    <a:pt x="902711" y="1110964"/>
                  </a:moveTo>
                  <a:lnTo>
                    <a:pt x="882017" y="1095453"/>
                  </a:lnTo>
                  <a:lnTo>
                    <a:pt x="849065" y="1107151"/>
                  </a:lnTo>
                  <a:close/>
                  <a:moveTo>
                    <a:pt x="835153" y="1059428"/>
                  </a:moveTo>
                  <a:lnTo>
                    <a:pt x="849065" y="1107151"/>
                  </a:lnTo>
                  <a:lnTo>
                    <a:pt x="882017" y="1095453"/>
                  </a:lnTo>
                  <a:close/>
                  <a:moveTo>
                    <a:pt x="835153" y="1059428"/>
                  </a:moveTo>
                  <a:lnTo>
                    <a:pt x="814520" y="1083522"/>
                  </a:lnTo>
                  <a:lnTo>
                    <a:pt x="849065" y="1107151"/>
                  </a:lnTo>
                  <a:close/>
                  <a:moveTo>
                    <a:pt x="835153" y="1059428"/>
                  </a:moveTo>
                  <a:lnTo>
                    <a:pt x="823074" y="1049752"/>
                  </a:lnTo>
                  <a:lnTo>
                    <a:pt x="783442" y="1036473"/>
                  </a:lnTo>
                  <a:close/>
                  <a:moveTo>
                    <a:pt x="595323" y="801745"/>
                  </a:moveTo>
                  <a:lnTo>
                    <a:pt x="588287" y="830849"/>
                  </a:lnTo>
                  <a:lnTo>
                    <a:pt x="620263" y="815504"/>
                  </a:lnTo>
                  <a:close/>
                  <a:moveTo>
                    <a:pt x="93471" y="203554"/>
                  </a:moveTo>
                  <a:lnTo>
                    <a:pt x="156432" y="132289"/>
                  </a:lnTo>
                  <a:lnTo>
                    <a:pt x="109582" y="132395"/>
                  </a:lnTo>
                  <a:close/>
                  <a:moveTo>
                    <a:pt x="77502" y="32990"/>
                  </a:moveTo>
                  <a:lnTo>
                    <a:pt x="67290" y="28696"/>
                  </a:lnTo>
                  <a:lnTo>
                    <a:pt x="68361" y="80232"/>
                  </a:lnTo>
                  <a:close/>
                  <a:moveTo>
                    <a:pt x="1360616" y="1527214"/>
                  </a:moveTo>
                  <a:lnTo>
                    <a:pt x="1391744" y="1505739"/>
                  </a:lnTo>
                  <a:lnTo>
                    <a:pt x="1381797" y="1499163"/>
                  </a:lnTo>
                  <a:close/>
                  <a:moveTo>
                    <a:pt x="1080576" y="1255087"/>
                  </a:moveTo>
                  <a:lnTo>
                    <a:pt x="1064807" y="1241480"/>
                  </a:lnTo>
                  <a:lnTo>
                    <a:pt x="1061334" y="1241859"/>
                  </a:lnTo>
                  <a:close/>
                  <a:moveTo>
                    <a:pt x="1061334" y="1241859"/>
                  </a:moveTo>
                  <a:lnTo>
                    <a:pt x="1113781" y="1263272"/>
                  </a:lnTo>
                  <a:lnTo>
                    <a:pt x="1080576" y="1255087"/>
                  </a:lnTo>
                  <a:close/>
                  <a:moveTo>
                    <a:pt x="902711" y="1110964"/>
                  </a:moveTo>
                  <a:lnTo>
                    <a:pt x="945959" y="1159842"/>
                  </a:lnTo>
                  <a:lnTo>
                    <a:pt x="910775" y="1090958"/>
                  </a:lnTo>
                  <a:close/>
                  <a:moveTo>
                    <a:pt x="882017" y="1095453"/>
                  </a:moveTo>
                  <a:lnTo>
                    <a:pt x="902711" y="1110964"/>
                  </a:lnTo>
                  <a:lnTo>
                    <a:pt x="910775" y="1090958"/>
                  </a:lnTo>
                  <a:close/>
                  <a:moveTo>
                    <a:pt x="930557" y="1035334"/>
                  </a:moveTo>
                  <a:lnTo>
                    <a:pt x="958633" y="1072329"/>
                  </a:lnTo>
                  <a:lnTo>
                    <a:pt x="941709" y="1041048"/>
                  </a:lnTo>
                  <a:close/>
                  <a:moveTo>
                    <a:pt x="941709" y="1041048"/>
                  </a:moveTo>
                  <a:lnTo>
                    <a:pt x="914779" y="1000199"/>
                  </a:lnTo>
                  <a:lnTo>
                    <a:pt x="930557" y="1035334"/>
                  </a:lnTo>
                  <a:close/>
                  <a:moveTo>
                    <a:pt x="612919" y="679237"/>
                  </a:moveTo>
                  <a:lnTo>
                    <a:pt x="663510" y="738833"/>
                  </a:lnTo>
                  <a:lnTo>
                    <a:pt x="634597" y="698672"/>
                  </a:lnTo>
                  <a:close/>
                  <a:moveTo>
                    <a:pt x="612919" y="679237"/>
                  </a:moveTo>
                  <a:lnTo>
                    <a:pt x="634597" y="698672"/>
                  </a:lnTo>
                  <a:lnTo>
                    <a:pt x="611820" y="649039"/>
                  </a:lnTo>
                  <a:close/>
                  <a:moveTo>
                    <a:pt x="611820" y="649039"/>
                  </a:moveTo>
                  <a:lnTo>
                    <a:pt x="635034" y="696055"/>
                  </a:lnTo>
                  <a:lnTo>
                    <a:pt x="653791" y="631285"/>
                  </a:lnTo>
                  <a:close/>
                  <a:moveTo>
                    <a:pt x="273076" y="337915"/>
                  </a:moveTo>
                  <a:lnTo>
                    <a:pt x="316059" y="376843"/>
                  </a:lnTo>
                  <a:lnTo>
                    <a:pt x="341082" y="365358"/>
                  </a:lnTo>
                  <a:close/>
                  <a:moveTo>
                    <a:pt x="273076" y="337915"/>
                  </a:moveTo>
                  <a:lnTo>
                    <a:pt x="269049" y="266944"/>
                  </a:lnTo>
                  <a:lnTo>
                    <a:pt x="254468" y="321240"/>
                  </a:lnTo>
                  <a:close/>
                  <a:moveTo>
                    <a:pt x="401157" y="385435"/>
                  </a:moveTo>
                  <a:lnTo>
                    <a:pt x="341033" y="371891"/>
                  </a:lnTo>
                  <a:lnTo>
                    <a:pt x="375270" y="382039"/>
                  </a:lnTo>
                  <a:close/>
                  <a:moveTo>
                    <a:pt x="1381842" y="1388303"/>
                  </a:moveTo>
                  <a:lnTo>
                    <a:pt x="1360023" y="1390101"/>
                  </a:lnTo>
                  <a:lnTo>
                    <a:pt x="1360940" y="1430057"/>
                  </a:lnTo>
                  <a:close/>
                  <a:moveTo>
                    <a:pt x="1193931" y="1253365"/>
                  </a:moveTo>
                  <a:lnTo>
                    <a:pt x="1202300" y="1232092"/>
                  </a:lnTo>
                  <a:lnTo>
                    <a:pt x="1150007" y="1263813"/>
                  </a:lnTo>
                  <a:close/>
                  <a:moveTo>
                    <a:pt x="1202300" y="1232092"/>
                  </a:moveTo>
                  <a:lnTo>
                    <a:pt x="1182907" y="1212145"/>
                  </a:lnTo>
                  <a:lnTo>
                    <a:pt x="1153466" y="1171069"/>
                  </a:lnTo>
                  <a:close/>
                  <a:moveTo>
                    <a:pt x="928071" y="958063"/>
                  </a:moveTo>
                  <a:lnTo>
                    <a:pt x="1000375" y="968593"/>
                  </a:lnTo>
                  <a:lnTo>
                    <a:pt x="951848" y="908167"/>
                  </a:lnTo>
                  <a:close/>
                  <a:moveTo>
                    <a:pt x="790797" y="794174"/>
                  </a:moveTo>
                  <a:lnTo>
                    <a:pt x="798887" y="767481"/>
                  </a:lnTo>
                  <a:lnTo>
                    <a:pt x="775955" y="778456"/>
                  </a:lnTo>
                  <a:close/>
                  <a:moveTo>
                    <a:pt x="798887" y="767481"/>
                  </a:moveTo>
                  <a:lnTo>
                    <a:pt x="759809" y="718089"/>
                  </a:lnTo>
                  <a:lnTo>
                    <a:pt x="790626" y="753557"/>
                  </a:lnTo>
                  <a:close/>
                  <a:moveTo>
                    <a:pt x="655097" y="620187"/>
                  </a:moveTo>
                  <a:lnTo>
                    <a:pt x="613796" y="615782"/>
                  </a:lnTo>
                  <a:lnTo>
                    <a:pt x="611820" y="649039"/>
                  </a:lnTo>
                  <a:close/>
                  <a:moveTo>
                    <a:pt x="980986" y="959703"/>
                  </a:moveTo>
                  <a:lnTo>
                    <a:pt x="1000375" y="968593"/>
                  </a:lnTo>
                  <a:lnTo>
                    <a:pt x="1014829" y="972862"/>
                  </a:lnTo>
                  <a:close/>
                  <a:moveTo>
                    <a:pt x="164800" y="0"/>
                  </a:moveTo>
                  <a:lnTo>
                    <a:pt x="240590" y="32045"/>
                  </a:lnTo>
                  <a:lnTo>
                    <a:pt x="194734" y="2782"/>
                  </a:lnTo>
                  <a:close/>
                  <a:moveTo>
                    <a:pt x="1362557" y="1366000"/>
                  </a:moveTo>
                  <a:lnTo>
                    <a:pt x="1321906" y="1422263"/>
                  </a:lnTo>
                  <a:lnTo>
                    <a:pt x="1360023" y="1390101"/>
                  </a:lnTo>
                  <a:close/>
                  <a:moveTo>
                    <a:pt x="1342480" y="1319579"/>
                  </a:moveTo>
                  <a:lnTo>
                    <a:pt x="1327625" y="1356416"/>
                  </a:lnTo>
                  <a:lnTo>
                    <a:pt x="1362557" y="1366000"/>
                  </a:lnTo>
                  <a:close/>
                  <a:moveTo>
                    <a:pt x="1104524" y="998638"/>
                  </a:moveTo>
                  <a:lnTo>
                    <a:pt x="1144816" y="989872"/>
                  </a:lnTo>
                  <a:lnTo>
                    <a:pt x="1132822" y="987146"/>
                  </a:lnTo>
                  <a:close/>
                  <a:moveTo>
                    <a:pt x="1132822" y="987146"/>
                  </a:moveTo>
                  <a:lnTo>
                    <a:pt x="1144816" y="989872"/>
                  </a:lnTo>
                  <a:lnTo>
                    <a:pt x="1145451" y="976980"/>
                  </a:lnTo>
                  <a:close/>
                  <a:moveTo>
                    <a:pt x="672199" y="543540"/>
                  </a:moveTo>
                  <a:lnTo>
                    <a:pt x="621040" y="548608"/>
                  </a:lnTo>
                  <a:lnTo>
                    <a:pt x="670285" y="558053"/>
                  </a:lnTo>
                  <a:close/>
                  <a:moveTo>
                    <a:pt x="621235" y="546991"/>
                  </a:moveTo>
                  <a:lnTo>
                    <a:pt x="672199" y="543540"/>
                  </a:lnTo>
                  <a:lnTo>
                    <a:pt x="661563" y="489445"/>
                  </a:lnTo>
                  <a:close/>
                  <a:moveTo>
                    <a:pt x="672199" y="543540"/>
                  </a:moveTo>
                  <a:lnTo>
                    <a:pt x="670285" y="558053"/>
                  </a:lnTo>
                  <a:lnTo>
                    <a:pt x="677996" y="547411"/>
                  </a:lnTo>
                  <a:close/>
                  <a:moveTo>
                    <a:pt x="661563" y="489445"/>
                  </a:moveTo>
                  <a:lnTo>
                    <a:pt x="677996" y="547411"/>
                  </a:lnTo>
                  <a:lnTo>
                    <a:pt x="675719" y="495874"/>
                  </a:lnTo>
                  <a:close/>
                  <a:moveTo>
                    <a:pt x="661563" y="489445"/>
                  </a:moveTo>
                  <a:lnTo>
                    <a:pt x="672199" y="543540"/>
                  </a:lnTo>
                  <a:lnTo>
                    <a:pt x="677996" y="547411"/>
                  </a:lnTo>
                  <a:close/>
                  <a:moveTo>
                    <a:pt x="348164" y="92180"/>
                  </a:moveTo>
                  <a:lnTo>
                    <a:pt x="316617" y="109129"/>
                  </a:lnTo>
                  <a:lnTo>
                    <a:pt x="368101" y="74153"/>
                  </a:lnTo>
                  <a:close/>
                  <a:moveTo>
                    <a:pt x="368101" y="74153"/>
                  </a:moveTo>
                  <a:lnTo>
                    <a:pt x="316617" y="109129"/>
                  </a:lnTo>
                  <a:lnTo>
                    <a:pt x="346951" y="83581"/>
                  </a:lnTo>
                  <a:close/>
                  <a:moveTo>
                    <a:pt x="1132822" y="987146"/>
                  </a:moveTo>
                  <a:lnTo>
                    <a:pt x="1145451" y="976980"/>
                  </a:lnTo>
                  <a:lnTo>
                    <a:pt x="1109914" y="980266"/>
                  </a:lnTo>
                  <a:close/>
                  <a:moveTo>
                    <a:pt x="1148110" y="924452"/>
                  </a:moveTo>
                  <a:lnTo>
                    <a:pt x="1167478" y="935609"/>
                  </a:lnTo>
                  <a:lnTo>
                    <a:pt x="1136549" y="871108"/>
                  </a:lnTo>
                  <a:close/>
                  <a:moveTo>
                    <a:pt x="1136549" y="871108"/>
                  </a:moveTo>
                  <a:lnTo>
                    <a:pt x="1200230" y="872215"/>
                  </a:lnTo>
                  <a:lnTo>
                    <a:pt x="1180411" y="859979"/>
                  </a:lnTo>
                  <a:close/>
                  <a:moveTo>
                    <a:pt x="1148110" y="924452"/>
                  </a:moveTo>
                  <a:lnTo>
                    <a:pt x="1136549" y="871108"/>
                  </a:lnTo>
                  <a:lnTo>
                    <a:pt x="1122879" y="911516"/>
                  </a:lnTo>
                  <a:close/>
                  <a:moveTo>
                    <a:pt x="1136549" y="871108"/>
                  </a:moveTo>
                  <a:lnTo>
                    <a:pt x="1116273" y="859979"/>
                  </a:lnTo>
                  <a:lnTo>
                    <a:pt x="1122879" y="911516"/>
                  </a:lnTo>
                  <a:close/>
                  <a:moveTo>
                    <a:pt x="775379" y="466728"/>
                  </a:moveTo>
                  <a:lnTo>
                    <a:pt x="805847" y="447686"/>
                  </a:lnTo>
                  <a:lnTo>
                    <a:pt x="746318" y="397850"/>
                  </a:lnTo>
                  <a:close/>
                  <a:moveTo>
                    <a:pt x="806503" y="448195"/>
                  </a:moveTo>
                  <a:lnTo>
                    <a:pt x="858939" y="469568"/>
                  </a:lnTo>
                  <a:lnTo>
                    <a:pt x="865013" y="423592"/>
                  </a:lnTo>
                  <a:close/>
                  <a:moveTo>
                    <a:pt x="861282" y="296425"/>
                  </a:moveTo>
                  <a:lnTo>
                    <a:pt x="866156" y="311575"/>
                  </a:lnTo>
                  <a:lnTo>
                    <a:pt x="823277" y="245710"/>
                  </a:lnTo>
                  <a:close/>
                  <a:moveTo>
                    <a:pt x="823277" y="245710"/>
                  </a:moveTo>
                  <a:lnTo>
                    <a:pt x="866156" y="311575"/>
                  </a:lnTo>
                  <a:lnTo>
                    <a:pt x="835003" y="268983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41" name="Output_density__4240">
              <a:extLst>
                <a:ext uri="{FF2B5EF4-FFF2-40B4-BE49-F238E27FC236}">
                  <a16:creationId xmlns:a16="http://schemas.microsoft.com/office/drawing/2014/main" id="{8F94F88B-AE88-DF25-881A-486E52D42CC6}"/>
                </a:ext>
              </a:extLst>
            </p:cNvPr>
            <p:cNvSpPr>
              <a:spLocks noGrp="1"/>
            </p:cNvSpPr>
            <p:nvPr/>
          </p:nvSpPr>
          <p:spPr>
            <a:xfrm>
              <a:off x="15491513" y="2684911"/>
              <a:ext cx="1314552" cy="1899983"/>
            </a:xfrm>
            <a:custGeom>
              <a:avLst/>
              <a:gdLst/>
              <a:ahLst/>
              <a:cxnLst/>
              <a:rect l="0" t="0" r="0" b="0"/>
              <a:pathLst>
                <a:path w="1314552" h="1899983">
                  <a:moveTo>
                    <a:pt x="19286" y="1670294"/>
                  </a:moveTo>
                  <a:lnTo>
                    <a:pt x="66139" y="1717931"/>
                  </a:lnTo>
                  <a:lnTo>
                    <a:pt x="60702" y="1694619"/>
                  </a:lnTo>
                  <a:close/>
                  <a:moveTo>
                    <a:pt x="60702" y="1694619"/>
                  </a:moveTo>
                  <a:lnTo>
                    <a:pt x="42882" y="1693837"/>
                  </a:lnTo>
                  <a:lnTo>
                    <a:pt x="19286" y="1670294"/>
                  </a:lnTo>
                  <a:close/>
                  <a:moveTo>
                    <a:pt x="183209" y="1859216"/>
                  </a:moveTo>
                  <a:lnTo>
                    <a:pt x="246131" y="1899983"/>
                  </a:lnTo>
                  <a:lnTo>
                    <a:pt x="203777" y="1875818"/>
                  </a:lnTo>
                  <a:close/>
                  <a:moveTo>
                    <a:pt x="160033" y="1627086"/>
                  </a:moveTo>
                  <a:lnTo>
                    <a:pt x="133427" y="1652572"/>
                  </a:lnTo>
                  <a:lnTo>
                    <a:pt x="126438" y="1679159"/>
                  </a:lnTo>
                  <a:close/>
                  <a:moveTo>
                    <a:pt x="180633" y="1384588"/>
                  </a:moveTo>
                  <a:lnTo>
                    <a:pt x="228273" y="1388031"/>
                  </a:lnTo>
                  <a:lnTo>
                    <a:pt x="216141" y="1393243"/>
                  </a:lnTo>
                  <a:close/>
                  <a:moveTo>
                    <a:pt x="228273" y="1388031"/>
                  </a:moveTo>
                  <a:lnTo>
                    <a:pt x="263987" y="1392328"/>
                  </a:lnTo>
                  <a:lnTo>
                    <a:pt x="216141" y="1393243"/>
                  </a:lnTo>
                  <a:close/>
                  <a:moveTo>
                    <a:pt x="265773" y="1393338"/>
                  </a:moveTo>
                  <a:lnTo>
                    <a:pt x="319749" y="1420466"/>
                  </a:lnTo>
                  <a:lnTo>
                    <a:pt x="348517" y="1393129"/>
                  </a:lnTo>
                  <a:close/>
                  <a:moveTo>
                    <a:pt x="365435" y="1416602"/>
                  </a:moveTo>
                  <a:lnTo>
                    <a:pt x="378049" y="1375561"/>
                  </a:lnTo>
                  <a:lnTo>
                    <a:pt x="348517" y="1393129"/>
                  </a:lnTo>
                  <a:close/>
                  <a:moveTo>
                    <a:pt x="319749" y="1420466"/>
                  </a:moveTo>
                  <a:lnTo>
                    <a:pt x="365435" y="1416602"/>
                  </a:lnTo>
                  <a:lnTo>
                    <a:pt x="348517" y="1393129"/>
                  </a:lnTo>
                  <a:close/>
                  <a:moveTo>
                    <a:pt x="108245" y="752806"/>
                  </a:moveTo>
                  <a:lnTo>
                    <a:pt x="117847" y="827761"/>
                  </a:lnTo>
                  <a:lnTo>
                    <a:pt x="155854" y="752345"/>
                  </a:lnTo>
                  <a:close/>
                  <a:moveTo>
                    <a:pt x="107814" y="752130"/>
                  </a:moveTo>
                  <a:lnTo>
                    <a:pt x="108245" y="752806"/>
                  </a:lnTo>
                  <a:lnTo>
                    <a:pt x="108821" y="751173"/>
                  </a:lnTo>
                  <a:close/>
                  <a:moveTo>
                    <a:pt x="225052" y="779574"/>
                  </a:moveTo>
                  <a:lnTo>
                    <a:pt x="217130" y="806772"/>
                  </a:lnTo>
                  <a:lnTo>
                    <a:pt x="250364" y="796128"/>
                  </a:lnTo>
                  <a:close/>
                  <a:moveTo>
                    <a:pt x="250364" y="796128"/>
                  </a:moveTo>
                  <a:lnTo>
                    <a:pt x="217130" y="806772"/>
                  </a:lnTo>
                  <a:lnTo>
                    <a:pt x="297760" y="798654"/>
                  </a:lnTo>
                  <a:close/>
                  <a:moveTo>
                    <a:pt x="108821" y="751173"/>
                  </a:moveTo>
                  <a:lnTo>
                    <a:pt x="123957" y="677290"/>
                  </a:lnTo>
                  <a:lnTo>
                    <a:pt x="107814" y="752130"/>
                  </a:lnTo>
                  <a:close/>
                  <a:moveTo>
                    <a:pt x="107814" y="752130"/>
                  </a:moveTo>
                  <a:lnTo>
                    <a:pt x="123957" y="677290"/>
                  </a:lnTo>
                  <a:lnTo>
                    <a:pt x="123367" y="676500"/>
                  </a:lnTo>
                  <a:close/>
                  <a:moveTo>
                    <a:pt x="808019" y="1442125"/>
                  </a:moveTo>
                  <a:lnTo>
                    <a:pt x="872568" y="1427630"/>
                  </a:lnTo>
                  <a:lnTo>
                    <a:pt x="851614" y="1381922"/>
                  </a:lnTo>
                  <a:close/>
                  <a:moveTo>
                    <a:pt x="812251" y="1375941"/>
                  </a:moveTo>
                  <a:lnTo>
                    <a:pt x="795039" y="1327192"/>
                  </a:lnTo>
                  <a:lnTo>
                    <a:pt x="792925" y="1373919"/>
                  </a:lnTo>
                  <a:close/>
                  <a:moveTo>
                    <a:pt x="442859" y="858911"/>
                  </a:moveTo>
                  <a:lnTo>
                    <a:pt x="451492" y="914636"/>
                  </a:lnTo>
                  <a:lnTo>
                    <a:pt x="452146" y="934183"/>
                  </a:lnTo>
                  <a:close/>
                  <a:moveTo>
                    <a:pt x="451492" y="914636"/>
                  </a:moveTo>
                  <a:lnTo>
                    <a:pt x="442859" y="858911"/>
                  </a:lnTo>
                  <a:lnTo>
                    <a:pt x="452986" y="910089"/>
                  </a:lnTo>
                  <a:close/>
                  <a:moveTo>
                    <a:pt x="442859" y="858911"/>
                  </a:moveTo>
                  <a:lnTo>
                    <a:pt x="442318" y="858552"/>
                  </a:lnTo>
                  <a:lnTo>
                    <a:pt x="452986" y="910089"/>
                  </a:lnTo>
                  <a:close/>
                  <a:moveTo>
                    <a:pt x="1156969" y="1645175"/>
                  </a:moveTo>
                  <a:lnTo>
                    <a:pt x="1123462" y="1683138"/>
                  </a:lnTo>
                  <a:lnTo>
                    <a:pt x="1137953" y="1677520"/>
                  </a:lnTo>
                  <a:close/>
                  <a:moveTo>
                    <a:pt x="1167245" y="1607508"/>
                  </a:moveTo>
                  <a:lnTo>
                    <a:pt x="1156969" y="1645175"/>
                  </a:lnTo>
                  <a:lnTo>
                    <a:pt x="1134102" y="1683138"/>
                  </a:lnTo>
                  <a:close/>
                  <a:moveTo>
                    <a:pt x="945721" y="1244485"/>
                  </a:moveTo>
                  <a:lnTo>
                    <a:pt x="898223" y="1241572"/>
                  </a:lnTo>
                  <a:lnTo>
                    <a:pt x="914088" y="1261114"/>
                  </a:lnTo>
                  <a:close/>
                  <a:moveTo>
                    <a:pt x="945721" y="1244485"/>
                  </a:moveTo>
                  <a:lnTo>
                    <a:pt x="914088" y="1261114"/>
                  </a:lnTo>
                  <a:lnTo>
                    <a:pt x="994044" y="1250479"/>
                  </a:lnTo>
                  <a:close/>
                  <a:moveTo>
                    <a:pt x="747230" y="1092142"/>
                  </a:moveTo>
                  <a:lnTo>
                    <a:pt x="767862" y="1068048"/>
                  </a:lnTo>
                  <a:lnTo>
                    <a:pt x="716152" y="1045093"/>
                  </a:lnTo>
                  <a:close/>
                  <a:moveTo>
                    <a:pt x="679167" y="1081488"/>
                  </a:moveTo>
                  <a:lnTo>
                    <a:pt x="716152" y="1045093"/>
                  </a:lnTo>
                  <a:lnTo>
                    <a:pt x="755784" y="1058372"/>
                  </a:lnTo>
                  <a:close/>
                  <a:moveTo>
                    <a:pt x="528032" y="810365"/>
                  </a:moveTo>
                  <a:lnTo>
                    <a:pt x="501732" y="834458"/>
                  </a:lnTo>
                  <a:lnTo>
                    <a:pt x="520996" y="839469"/>
                  </a:lnTo>
                  <a:close/>
                  <a:moveTo>
                    <a:pt x="201054" y="341965"/>
                  </a:moveTo>
                  <a:lnTo>
                    <a:pt x="205786" y="346535"/>
                  </a:lnTo>
                  <a:lnTo>
                    <a:pt x="187178" y="329860"/>
                  </a:lnTo>
                  <a:close/>
                  <a:moveTo>
                    <a:pt x="26181" y="212174"/>
                  </a:moveTo>
                  <a:lnTo>
                    <a:pt x="42292" y="141015"/>
                  </a:lnTo>
                  <a:lnTo>
                    <a:pt x="9949" y="216019"/>
                  </a:lnTo>
                  <a:close/>
                  <a:moveTo>
                    <a:pt x="205786" y="346535"/>
                  </a:moveTo>
                  <a:lnTo>
                    <a:pt x="222376" y="359528"/>
                  </a:lnTo>
                  <a:lnTo>
                    <a:pt x="248768" y="385462"/>
                  </a:lnTo>
                  <a:close/>
                  <a:moveTo>
                    <a:pt x="994044" y="1250479"/>
                  </a:moveTo>
                  <a:lnTo>
                    <a:pt x="997516" y="1250100"/>
                  </a:lnTo>
                  <a:lnTo>
                    <a:pt x="980733" y="1240490"/>
                  </a:lnTo>
                  <a:close/>
                  <a:moveTo>
                    <a:pt x="994044" y="1250479"/>
                  </a:moveTo>
                  <a:lnTo>
                    <a:pt x="980733" y="1240490"/>
                  </a:lnTo>
                  <a:lnTo>
                    <a:pt x="945721" y="1244485"/>
                  </a:lnTo>
                  <a:close/>
                  <a:moveTo>
                    <a:pt x="723507" y="802794"/>
                  </a:moveTo>
                  <a:lnTo>
                    <a:pt x="676747" y="802642"/>
                  </a:lnTo>
                  <a:lnTo>
                    <a:pt x="694265" y="828363"/>
                  </a:lnTo>
                  <a:close/>
                  <a:moveTo>
                    <a:pt x="544530" y="657659"/>
                  </a:moveTo>
                  <a:lnTo>
                    <a:pt x="567306" y="707292"/>
                  </a:lnTo>
                  <a:lnTo>
                    <a:pt x="567744" y="704674"/>
                  </a:lnTo>
                  <a:close/>
                  <a:moveTo>
                    <a:pt x="248768" y="385462"/>
                  </a:moveTo>
                  <a:lnTo>
                    <a:pt x="294610" y="382178"/>
                  </a:lnTo>
                  <a:lnTo>
                    <a:pt x="273742" y="380511"/>
                  </a:lnTo>
                  <a:close/>
                  <a:moveTo>
                    <a:pt x="294610" y="382178"/>
                  </a:moveTo>
                  <a:lnTo>
                    <a:pt x="307979" y="390659"/>
                  </a:lnTo>
                  <a:lnTo>
                    <a:pt x="273742" y="380511"/>
                  </a:lnTo>
                  <a:close/>
                  <a:moveTo>
                    <a:pt x="212305" y="219368"/>
                  </a:moveTo>
                  <a:lnTo>
                    <a:pt x="202030" y="250491"/>
                  </a:lnTo>
                  <a:lnTo>
                    <a:pt x="224485" y="232327"/>
                  </a:lnTo>
                  <a:close/>
                  <a:moveTo>
                    <a:pt x="224485" y="232327"/>
                  </a:moveTo>
                  <a:lnTo>
                    <a:pt x="202030" y="250491"/>
                  </a:lnTo>
                  <a:lnTo>
                    <a:pt x="201758" y="275564"/>
                  </a:lnTo>
                  <a:close/>
                  <a:moveTo>
                    <a:pt x="212305" y="219368"/>
                  </a:moveTo>
                  <a:lnTo>
                    <a:pt x="224485" y="232327"/>
                  </a:lnTo>
                  <a:lnTo>
                    <a:pt x="233513" y="193526"/>
                  </a:lnTo>
                  <a:close/>
                  <a:moveTo>
                    <a:pt x="0" y="37316"/>
                  </a:moveTo>
                  <a:lnTo>
                    <a:pt x="20306" y="13222"/>
                  </a:lnTo>
                  <a:lnTo>
                    <a:pt x="1071" y="88852"/>
                  </a:lnTo>
                  <a:close/>
                  <a:moveTo>
                    <a:pt x="0" y="37316"/>
                  </a:moveTo>
                  <a:lnTo>
                    <a:pt x="8597" y="11532"/>
                  </a:lnTo>
                  <a:lnTo>
                    <a:pt x="41665" y="269"/>
                  </a:lnTo>
                  <a:close/>
                  <a:moveTo>
                    <a:pt x="997516" y="1250100"/>
                  </a:moveTo>
                  <a:lnTo>
                    <a:pt x="1013286" y="1263707"/>
                  </a:lnTo>
                  <a:lnTo>
                    <a:pt x="1036389" y="1273899"/>
                  </a:lnTo>
                  <a:close/>
                  <a:moveTo>
                    <a:pt x="1082716" y="1272433"/>
                  </a:moveTo>
                  <a:lnTo>
                    <a:pt x="1013286" y="1263707"/>
                  </a:lnTo>
                  <a:lnTo>
                    <a:pt x="1048491" y="1273069"/>
                  </a:lnTo>
                  <a:close/>
                  <a:moveTo>
                    <a:pt x="1082716" y="1272433"/>
                  </a:moveTo>
                  <a:lnTo>
                    <a:pt x="1036389" y="1273899"/>
                  </a:lnTo>
                  <a:lnTo>
                    <a:pt x="1013286" y="1263707"/>
                  </a:lnTo>
                  <a:close/>
                  <a:moveTo>
                    <a:pt x="1301144" y="1380616"/>
                  </a:moveTo>
                  <a:lnTo>
                    <a:pt x="1292733" y="1398721"/>
                  </a:lnTo>
                  <a:lnTo>
                    <a:pt x="1314552" y="1396923"/>
                  </a:lnTo>
                  <a:close/>
                  <a:moveTo>
                    <a:pt x="882310" y="917767"/>
                  </a:moveTo>
                  <a:lnTo>
                    <a:pt x="854080" y="992417"/>
                  </a:lnTo>
                  <a:lnTo>
                    <a:pt x="860781" y="966683"/>
                  </a:lnTo>
                  <a:close/>
                  <a:moveTo>
                    <a:pt x="676747" y="802642"/>
                  </a:moveTo>
                  <a:lnTo>
                    <a:pt x="723507" y="802794"/>
                  </a:lnTo>
                  <a:lnTo>
                    <a:pt x="708664" y="787076"/>
                  </a:lnTo>
                  <a:close/>
                  <a:moveTo>
                    <a:pt x="394343" y="358428"/>
                  </a:moveTo>
                  <a:lnTo>
                    <a:pt x="333867" y="394055"/>
                  </a:lnTo>
                  <a:lnTo>
                    <a:pt x="380861" y="395080"/>
                  </a:lnTo>
                  <a:close/>
                  <a:moveTo>
                    <a:pt x="384290" y="303859"/>
                  </a:moveTo>
                  <a:lnTo>
                    <a:pt x="394343" y="358428"/>
                  </a:lnTo>
                  <a:lnTo>
                    <a:pt x="394410" y="373978"/>
                  </a:lnTo>
                  <a:close/>
                  <a:moveTo>
                    <a:pt x="221148" y="187069"/>
                  </a:moveTo>
                  <a:lnTo>
                    <a:pt x="241004" y="156155"/>
                  </a:lnTo>
                  <a:lnTo>
                    <a:pt x="243266" y="143737"/>
                  </a:lnTo>
                  <a:close/>
                  <a:moveTo>
                    <a:pt x="221148" y="187069"/>
                  </a:moveTo>
                  <a:lnTo>
                    <a:pt x="233513" y="193526"/>
                  </a:lnTo>
                  <a:lnTo>
                    <a:pt x="241004" y="156155"/>
                  </a:lnTo>
                  <a:close/>
                  <a:moveTo>
                    <a:pt x="212305" y="219368"/>
                  </a:moveTo>
                  <a:lnTo>
                    <a:pt x="233513" y="193526"/>
                  </a:lnTo>
                  <a:lnTo>
                    <a:pt x="210316" y="205865"/>
                  </a:lnTo>
                  <a:close/>
                  <a:moveTo>
                    <a:pt x="233513" y="193526"/>
                  </a:moveTo>
                  <a:lnTo>
                    <a:pt x="249553" y="167832"/>
                  </a:lnTo>
                  <a:lnTo>
                    <a:pt x="241004" y="156155"/>
                  </a:lnTo>
                  <a:close/>
                  <a:moveTo>
                    <a:pt x="249326" y="117749"/>
                  </a:moveTo>
                  <a:lnTo>
                    <a:pt x="241004" y="156155"/>
                  </a:lnTo>
                  <a:lnTo>
                    <a:pt x="249553" y="167832"/>
                  </a:lnTo>
                  <a:close/>
                  <a:moveTo>
                    <a:pt x="127443" y="11402"/>
                  </a:moveTo>
                  <a:lnTo>
                    <a:pt x="61393" y="0"/>
                  </a:lnTo>
                  <a:lnTo>
                    <a:pt x="97510" y="8620"/>
                  </a:lnTo>
                  <a:close/>
                  <a:moveTo>
                    <a:pt x="1259147" y="1304986"/>
                  </a:moveTo>
                  <a:lnTo>
                    <a:pt x="1257978" y="1308558"/>
                  </a:lnTo>
                  <a:lnTo>
                    <a:pt x="1275190" y="1328199"/>
                  </a:lnTo>
                  <a:close/>
                  <a:moveTo>
                    <a:pt x="1295266" y="1374620"/>
                  </a:moveTo>
                  <a:lnTo>
                    <a:pt x="1292733" y="1398721"/>
                  </a:lnTo>
                  <a:lnTo>
                    <a:pt x="1301144" y="1380616"/>
                  </a:lnTo>
                  <a:close/>
                  <a:moveTo>
                    <a:pt x="1078160" y="985600"/>
                  </a:moveTo>
                  <a:lnTo>
                    <a:pt x="1077526" y="998492"/>
                  </a:lnTo>
                  <a:lnTo>
                    <a:pt x="1100187" y="944229"/>
                  </a:lnTo>
                  <a:close/>
                  <a:moveTo>
                    <a:pt x="1051544" y="925864"/>
                  </a:moveTo>
                  <a:lnTo>
                    <a:pt x="1078160" y="985600"/>
                  </a:lnTo>
                  <a:lnTo>
                    <a:pt x="1080820" y="933071"/>
                  </a:lnTo>
                  <a:close/>
                  <a:moveTo>
                    <a:pt x="1080820" y="933071"/>
                  </a:moveTo>
                  <a:lnTo>
                    <a:pt x="1078160" y="985600"/>
                  </a:lnTo>
                  <a:lnTo>
                    <a:pt x="1100187" y="944229"/>
                  </a:lnTo>
                  <a:close/>
                  <a:moveTo>
                    <a:pt x="645125" y="456723"/>
                  </a:moveTo>
                  <a:lnTo>
                    <a:pt x="639302" y="428863"/>
                  </a:lnTo>
                  <a:lnTo>
                    <a:pt x="679027" y="406470"/>
                  </a:lnTo>
                  <a:close/>
                  <a:moveTo>
                    <a:pt x="797722" y="432212"/>
                  </a:moveTo>
                  <a:lnTo>
                    <a:pt x="791648" y="478188"/>
                  </a:lnTo>
                  <a:lnTo>
                    <a:pt x="807831" y="438393"/>
                  </a:lnTo>
                  <a:close/>
                  <a:moveTo>
                    <a:pt x="807831" y="438393"/>
                  </a:moveTo>
                  <a:lnTo>
                    <a:pt x="791648" y="478188"/>
                  </a:lnTo>
                  <a:lnTo>
                    <a:pt x="815877" y="456306"/>
                  </a:lnTo>
                  <a:close/>
                  <a:moveTo>
                    <a:pt x="807831" y="438393"/>
                  </a:moveTo>
                  <a:lnTo>
                    <a:pt x="786088" y="393326"/>
                  </a:lnTo>
                  <a:lnTo>
                    <a:pt x="797722" y="432212"/>
                  </a:lnTo>
                  <a:close/>
                  <a:moveTo>
                    <a:pt x="786088" y="393326"/>
                  </a:moveTo>
                  <a:lnTo>
                    <a:pt x="772926" y="380675"/>
                  </a:lnTo>
                  <a:lnTo>
                    <a:pt x="797722" y="432212"/>
                  </a:lnTo>
                  <a:close/>
                  <a:moveTo>
                    <a:pt x="793265" y="349330"/>
                  </a:moveTo>
                  <a:lnTo>
                    <a:pt x="786088" y="393326"/>
                  </a:lnTo>
                  <a:lnTo>
                    <a:pt x="799064" y="329139"/>
                  </a:lnTo>
                  <a:close/>
                  <a:moveTo>
                    <a:pt x="772926" y="380675"/>
                  </a:moveTo>
                  <a:lnTo>
                    <a:pt x="786088" y="393326"/>
                  </a:lnTo>
                  <a:lnTo>
                    <a:pt x="793265" y="349330"/>
                  </a:lnTo>
                  <a:close/>
                  <a:moveTo>
                    <a:pt x="793265" y="349330"/>
                  </a:moveTo>
                  <a:lnTo>
                    <a:pt x="798865" y="320195"/>
                  </a:lnTo>
                  <a:lnTo>
                    <a:pt x="772926" y="380675"/>
                  </a:lnTo>
                  <a:close/>
                  <a:moveTo>
                    <a:pt x="772926" y="380675"/>
                  </a:moveTo>
                  <a:lnTo>
                    <a:pt x="798865" y="320195"/>
                  </a:lnTo>
                  <a:lnTo>
                    <a:pt x="793992" y="305045"/>
                  </a:lnTo>
                  <a:close/>
                  <a:moveTo>
                    <a:pt x="798865" y="320195"/>
                  </a:moveTo>
                  <a:lnTo>
                    <a:pt x="793265" y="349330"/>
                  </a:lnTo>
                  <a:lnTo>
                    <a:pt x="799064" y="329139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42" name="Output_density__4241">
              <a:extLst>
                <a:ext uri="{FF2B5EF4-FFF2-40B4-BE49-F238E27FC236}">
                  <a16:creationId xmlns:a16="http://schemas.microsoft.com/office/drawing/2014/main" id="{19BA845E-25C4-62E4-0182-724CDC5AD74C}"/>
                </a:ext>
              </a:extLst>
            </p:cNvPr>
            <p:cNvSpPr>
              <a:spLocks noGrp="1"/>
            </p:cNvSpPr>
            <p:nvPr/>
          </p:nvSpPr>
          <p:spPr>
            <a:xfrm>
              <a:off x="15410086" y="2537735"/>
              <a:ext cx="1289779" cy="1778777"/>
            </a:xfrm>
            <a:custGeom>
              <a:avLst/>
              <a:gdLst/>
              <a:ahLst/>
              <a:cxnLst/>
              <a:rect l="0" t="0" r="0" b="0"/>
              <a:pathLst>
                <a:path w="1289779" h="1778777">
                  <a:moveTo>
                    <a:pt x="90781" y="1645436"/>
                  </a:moveTo>
                  <a:lnTo>
                    <a:pt x="53524" y="1687619"/>
                  </a:lnTo>
                  <a:lnTo>
                    <a:pt x="58327" y="1686403"/>
                  </a:lnTo>
                  <a:close/>
                  <a:moveTo>
                    <a:pt x="16325" y="1676633"/>
                  </a:moveTo>
                  <a:lnTo>
                    <a:pt x="53524" y="1687619"/>
                  </a:lnTo>
                  <a:lnTo>
                    <a:pt x="90781" y="1645436"/>
                  </a:lnTo>
                  <a:close/>
                  <a:moveTo>
                    <a:pt x="95188" y="1610773"/>
                  </a:moveTo>
                  <a:lnTo>
                    <a:pt x="91459" y="1632017"/>
                  </a:lnTo>
                  <a:lnTo>
                    <a:pt x="58327" y="1686403"/>
                  </a:lnTo>
                  <a:close/>
                  <a:moveTo>
                    <a:pt x="106335" y="1568687"/>
                  </a:moveTo>
                  <a:lnTo>
                    <a:pt x="91459" y="1632017"/>
                  </a:lnTo>
                  <a:lnTo>
                    <a:pt x="95188" y="1610773"/>
                  </a:lnTo>
                  <a:close/>
                  <a:moveTo>
                    <a:pt x="205942" y="1576927"/>
                  </a:moveTo>
                  <a:lnTo>
                    <a:pt x="262060" y="1531763"/>
                  </a:lnTo>
                  <a:lnTo>
                    <a:pt x="190908" y="1535142"/>
                  </a:lnTo>
                  <a:close/>
                  <a:moveTo>
                    <a:pt x="232782" y="1422299"/>
                  </a:moveTo>
                  <a:lnTo>
                    <a:pt x="196500" y="1459511"/>
                  </a:lnTo>
                  <a:lnTo>
                    <a:pt x="219614" y="1412843"/>
                  </a:lnTo>
                  <a:close/>
                  <a:moveTo>
                    <a:pt x="264548" y="1406168"/>
                  </a:moveTo>
                  <a:lnTo>
                    <a:pt x="232782" y="1422299"/>
                  </a:lnTo>
                  <a:lnTo>
                    <a:pt x="219614" y="1412843"/>
                  </a:lnTo>
                  <a:close/>
                  <a:moveTo>
                    <a:pt x="232782" y="1422299"/>
                  </a:moveTo>
                  <a:lnTo>
                    <a:pt x="264548" y="1406168"/>
                  </a:lnTo>
                  <a:lnTo>
                    <a:pt x="235981" y="1407975"/>
                  </a:lnTo>
                  <a:close/>
                  <a:moveTo>
                    <a:pt x="264548" y="1406168"/>
                  </a:moveTo>
                  <a:lnTo>
                    <a:pt x="295101" y="1383881"/>
                  </a:lnTo>
                  <a:lnTo>
                    <a:pt x="235981" y="1407975"/>
                  </a:lnTo>
                  <a:close/>
                  <a:moveTo>
                    <a:pt x="309783" y="1380242"/>
                  </a:moveTo>
                  <a:lnTo>
                    <a:pt x="295101" y="1383881"/>
                  </a:lnTo>
                  <a:lnTo>
                    <a:pt x="343251" y="1415775"/>
                  </a:lnTo>
                  <a:close/>
                  <a:moveTo>
                    <a:pt x="343251" y="1415775"/>
                  </a:moveTo>
                  <a:lnTo>
                    <a:pt x="295101" y="1383881"/>
                  </a:lnTo>
                  <a:lnTo>
                    <a:pt x="294938" y="1384889"/>
                  </a:lnTo>
                  <a:close/>
                  <a:moveTo>
                    <a:pt x="294938" y="1384889"/>
                  </a:moveTo>
                  <a:lnTo>
                    <a:pt x="295101" y="1383881"/>
                  </a:lnTo>
                  <a:lnTo>
                    <a:pt x="264548" y="1406168"/>
                  </a:lnTo>
                  <a:close/>
                  <a:moveTo>
                    <a:pt x="198716" y="1102104"/>
                  </a:moveTo>
                  <a:lnTo>
                    <a:pt x="207731" y="1153641"/>
                  </a:lnTo>
                  <a:lnTo>
                    <a:pt x="249884" y="1139985"/>
                  </a:lnTo>
                  <a:close/>
                  <a:moveTo>
                    <a:pt x="16071" y="989913"/>
                  </a:moveTo>
                  <a:lnTo>
                    <a:pt x="69155" y="984740"/>
                  </a:lnTo>
                  <a:lnTo>
                    <a:pt x="45673" y="941087"/>
                  </a:lnTo>
                  <a:close/>
                  <a:moveTo>
                    <a:pt x="84691" y="923400"/>
                  </a:moveTo>
                  <a:lnTo>
                    <a:pt x="45673" y="941087"/>
                  </a:lnTo>
                  <a:lnTo>
                    <a:pt x="69155" y="984740"/>
                  </a:lnTo>
                  <a:close/>
                  <a:moveTo>
                    <a:pt x="102581" y="880155"/>
                  </a:moveTo>
                  <a:lnTo>
                    <a:pt x="45673" y="941087"/>
                  </a:lnTo>
                  <a:lnTo>
                    <a:pt x="84691" y="923400"/>
                  </a:lnTo>
                  <a:close/>
                  <a:moveTo>
                    <a:pt x="476624" y="1335693"/>
                  </a:moveTo>
                  <a:lnTo>
                    <a:pt x="514827" y="1373411"/>
                  </a:lnTo>
                  <a:lnTo>
                    <a:pt x="525343" y="1318942"/>
                  </a:lnTo>
                  <a:close/>
                  <a:moveTo>
                    <a:pt x="393901" y="1000846"/>
                  </a:moveTo>
                  <a:lnTo>
                    <a:pt x="354008" y="1053916"/>
                  </a:lnTo>
                  <a:lnTo>
                    <a:pt x="371875" y="1029822"/>
                  </a:lnTo>
                  <a:close/>
                  <a:moveTo>
                    <a:pt x="393901" y="1000846"/>
                  </a:moveTo>
                  <a:lnTo>
                    <a:pt x="366030" y="1031536"/>
                  </a:lnTo>
                  <a:lnTo>
                    <a:pt x="354008" y="1053916"/>
                  </a:lnTo>
                  <a:close/>
                  <a:moveTo>
                    <a:pt x="268396" y="880954"/>
                  </a:moveTo>
                  <a:lnTo>
                    <a:pt x="258136" y="875212"/>
                  </a:lnTo>
                  <a:lnTo>
                    <a:pt x="237281" y="899521"/>
                  </a:lnTo>
                  <a:close/>
                  <a:moveTo>
                    <a:pt x="258136" y="875212"/>
                  </a:moveTo>
                  <a:lnTo>
                    <a:pt x="265675" y="870782"/>
                  </a:lnTo>
                  <a:lnTo>
                    <a:pt x="231557" y="899306"/>
                  </a:lnTo>
                  <a:close/>
                  <a:moveTo>
                    <a:pt x="234542" y="838744"/>
                  </a:moveTo>
                  <a:lnTo>
                    <a:pt x="265675" y="870782"/>
                  </a:lnTo>
                  <a:lnTo>
                    <a:pt x="299812" y="823736"/>
                  </a:lnTo>
                  <a:close/>
                  <a:moveTo>
                    <a:pt x="1106235" y="1727241"/>
                  </a:moveTo>
                  <a:lnTo>
                    <a:pt x="1086171" y="1707457"/>
                  </a:lnTo>
                  <a:lnTo>
                    <a:pt x="1057444" y="1692154"/>
                  </a:lnTo>
                  <a:close/>
                  <a:moveTo>
                    <a:pt x="620147" y="1235969"/>
                  </a:moveTo>
                  <a:lnTo>
                    <a:pt x="650823" y="1262727"/>
                  </a:lnTo>
                  <a:lnTo>
                    <a:pt x="659262" y="1211875"/>
                  </a:lnTo>
                  <a:close/>
                  <a:moveTo>
                    <a:pt x="658234" y="1160338"/>
                  </a:moveTo>
                  <a:lnTo>
                    <a:pt x="656645" y="1162675"/>
                  </a:lnTo>
                  <a:lnTo>
                    <a:pt x="620147" y="1235969"/>
                  </a:lnTo>
                  <a:close/>
                  <a:moveTo>
                    <a:pt x="659262" y="1211875"/>
                  </a:moveTo>
                  <a:lnTo>
                    <a:pt x="658234" y="1160338"/>
                  </a:lnTo>
                  <a:lnTo>
                    <a:pt x="620147" y="1235969"/>
                  </a:lnTo>
                  <a:close/>
                  <a:moveTo>
                    <a:pt x="470280" y="976836"/>
                  </a:moveTo>
                  <a:lnTo>
                    <a:pt x="435738" y="982589"/>
                  </a:lnTo>
                  <a:lnTo>
                    <a:pt x="393901" y="1000846"/>
                  </a:lnTo>
                  <a:close/>
                  <a:moveTo>
                    <a:pt x="331780" y="808360"/>
                  </a:moveTo>
                  <a:lnTo>
                    <a:pt x="273062" y="870170"/>
                  </a:lnTo>
                  <a:lnTo>
                    <a:pt x="303727" y="851118"/>
                  </a:lnTo>
                  <a:close/>
                  <a:moveTo>
                    <a:pt x="265675" y="870782"/>
                  </a:moveTo>
                  <a:lnTo>
                    <a:pt x="273062" y="870170"/>
                  </a:lnTo>
                  <a:lnTo>
                    <a:pt x="331780" y="808360"/>
                  </a:lnTo>
                  <a:close/>
                  <a:moveTo>
                    <a:pt x="299812" y="823736"/>
                  </a:moveTo>
                  <a:lnTo>
                    <a:pt x="265675" y="870782"/>
                  </a:lnTo>
                  <a:lnTo>
                    <a:pt x="331780" y="808360"/>
                  </a:lnTo>
                  <a:close/>
                  <a:moveTo>
                    <a:pt x="1158577" y="1703147"/>
                  </a:moveTo>
                  <a:lnTo>
                    <a:pt x="1173402" y="1761350"/>
                  </a:lnTo>
                  <a:lnTo>
                    <a:pt x="1172842" y="1721928"/>
                  </a:lnTo>
                  <a:close/>
                  <a:moveTo>
                    <a:pt x="1109202" y="1778777"/>
                  </a:moveTo>
                  <a:lnTo>
                    <a:pt x="1173402" y="1761350"/>
                  </a:lnTo>
                  <a:lnTo>
                    <a:pt x="1158577" y="1703147"/>
                  </a:lnTo>
                  <a:close/>
                  <a:moveTo>
                    <a:pt x="1106235" y="1727241"/>
                  </a:moveTo>
                  <a:lnTo>
                    <a:pt x="1109202" y="1778777"/>
                  </a:lnTo>
                  <a:lnTo>
                    <a:pt x="1158577" y="1703147"/>
                  </a:lnTo>
                  <a:close/>
                  <a:moveTo>
                    <a:pt x="1173402" y="1761350"/>
                  </a:moveTo>
                  <a:lnTo>
                    <a:pt x="1205065" y="1754683"/>
                  </a:lnTo>
                  <a:lnTo>
                    <a:pt x="1172842" y="1721928"/>
                  </a:lnTo>
                  <a:close/>
                  <a:moveTo>
                    <a:pt x="658234" y="1160338"/>
                  </a:moveTo>
                  <a:lnTo>
                    <a:pt x="659262" y="1211875"/>
                  </a:lnTo>
                  <a:lnTo>
                    <a:pt x="678461" y="1187781"/>
                  </a:lnTo>
                  <a:close/>
                  <a:moveTo>
                    <a:pt x="658234" y="1160338"/>
                  </a:moveTo>
                  <a:lnTo>
                    <a:pt x="678461" y="1187781"/>
                  </a:lnTo>
                  <a:lnTo>
                    <a:pt x="668965" y="1136244"/>
                  </a:lnTo>
                  <a:close/>
                  <a:moveTo>
                    <a:pt x="680523" y="1103969"/>
                  </a:moveTo>
                  <a:lnTo>
                    <a:pt x="658234" y="1160338"/>
                  </a:lnTo>
                  <a:lnTo>
                    <a:pt x="668965" y="1136244"/>
                  </a:lnTo>
                  <a:close/>
                  <a:moveTo>
                    <a:pt x="1241905" y="1743640"/>
                  </a:moveTo>
                  <a:lnTo>
                    <a:pt x="1172842" y="1721928"/>
                  </a:lnTo>
                  <a:lnTo>
                    <a:pt x="1205065" y="1754683"/>
                  </a:lnTo>
                  <a:close/>
                  <a:moveTo>
                    <a:pt x="1171609" y="1700064"/>
                  </a:moveTo>
                  <a:lnTo>
                    <a:pt x="1172842" y="1721928"/>
                  </a:lnTo>
                  <a:lnTo>
                    <a:pt x="1241905" y="1743640"/>
                  </a:lnTo>
                  <a:close/>
                  <a:moveTo>
                    <a:pt x="1215966" y="1701985"/>
                  </a:moveTo>
                  <a:lnTo>
                    <a:pt x="1171609" y="1700064"/>
                  </a:lnTo>
                  <a:lnTo>
                    <a:pt x="1241905" y="1743640"/>
                  </a:lnTo>
                  <a:close/>
                  <a:moveTo>
                    <a:pt x="1158577" y="1703147"/>
                  </a:moveTo>
                  <a:lnTo>
                    <a:pt x="1172842" y="1721928"/>
                  </a:lnTo>
                  <a:lnTo>
                    <a:pt x="1171609" y="1700064"/>
                  </a:lnTo>
                  <a:close/>
                  <a:moveTo>
                    <a:pt x="680523" y="1103969"/>
                  </a:moveTo>
                  <a:lnTo>
                    <a:pt x="717661" y="1107923"/>
                  </a:lnTo>
                  <a:lnTo>
                    <a:pt x="704865" y="1084707"/>
                  </a:lnTo>
                  <a:close/>
                  <a:moveTo>
                    <a:pt x="717661" y="1107923"/>
                  </a:moveTo>
                  <a:lnTo>
                    <a:pt x="735917" y="1060614"/>
                  </a:lnTo>
                  <a:lnTo>
                    <a:pt x="704865" y="1084707"/>
                  </a:lnTo>
                  <a:close/>
                  <a:moveTo>
                    <a:pt x="1248643" y="1575980"/>
                  </a:moveTo>
                  <a:lnTo>
                    <a:pt x="1289779" y="1603422"/>
                  </a:lnTo>
                  <a:lnTo>
                    <a:pt x="1263650" y="1551886"/>
                  </a:lnTo>
                  <a:close/>
                  <a:moveTo>
                    <a:pt x="834150" y="1059205"/>
                  </a:moveTo>
                  <a:lnTo>
                    <a:pt x="804192" y="1055943"/>
                  </a:lnTo>
                  <a:lnTo>
                    <a:pt x="862060" y="1088056"/>
                  </a:lnTo>
                  <a:close/>
                  <a:moveTo>
                    <a:pt x="343285" y="469617"/>
                  </a:moveTo>
                  <a:lnTo>
                    <a:pt x="347736" y="463321"/>
                  </a:lnTo>
                  <a:lnTo>
                    <a:pt x="287213" y="493711"/>
                  </a:lnTo>
                  <a:close/>
                  <a:moveTo>
                    <a:pt x="801591" y="869829"/>
                  </a:moveTo>
                  <a:lnTo>
                    <a:pt x="757752" y="881910"/>
                  </a:lnTo>
                  <a:lnTo>
                    <a:pt x="813024" y="923277"/>
                  </a:lnTo>
                  <a:close/>
                  <a:moveTo>
                    <a:pt x="885841" y="942890"/>
                  </a:moveTo>
                  <a:lnTo>
                    <a:pt x="862002" y="909352"/>
                  </a:lnTo>
                  <a:lnTo>
                    <a:pt x="804934" y="949970"/>
                  </a:lnTo>
                  <a:close/>
                  <a:moveTo>
                    <a:pt x="862002" y="909352"/>
                  </a:moveTo>
                  <a:lnTo>
                    <a:pt x="872794" y="894108"/>
                  </a:lnTo>
                  <a:lnTo>
                    <a:pt x="813024" y="923277"/>
                  </a:lnTo>
                  <a:close/>
                  <a:moveTo>
                    <a:pt x="438607" y="497835"/>
                  </a:moveTo>
                  <a:lnTo>
                    <a:pt x="465717" y="451035"/>
                  </a:lnTo>
                  <a:lnTo>
                    <a:pt x="414025" y="455077"/>
                  </a:lnTo>
                  <a:close/>
                  <a:moveTo>
                    <a:pt x="465717" y="451035"/>
                  </a:moveTo>
                  <a:lnTo>
                    <a:pt x="451903" y="399523"/>
                  </a:lnTo>
                  <a:lnTo>
                    <a:pt x="414025" y="455077"/>
                  </a:lnTo>
                  <a:close/>
                  <a:moveTo>
                    <a:pt x="40876" y="14729"/>
                  </a:moveTo>
                  <a:lnTo>
                    <a:pt x="0" y="36576"/>
                  </a:lnTo>
                  <a:lnTo>
                    <a:pt x="76022" y="11230"/>
                  </a:lnTo>
                  <a:close/>
                  <a:moveTo>
                    <a:pt x="119737" y="0"/>
                  </a:moveTo>
                  <a:lnTo>
                    <a:pt x="40876" y="14729"/>
                  </a:lnTo>
                  <a:lnTo>
                    <a:pt x="76022" y="11230"/>
                  </a:lnTo>
                  <a:close/>
                  <a:moveTo>
                    <a:pt x="959928" y="942554"/>
                  </a:moveTo>
                  <a:lnTo>
                    <a:pt x="901240" y="960889"/>
                  </a:lnTo>
                  <a:lnTo>
                    <a:pt x="970328" y="949196"/>
                  </a:lnTo>
                  <a:close/>
                  <a:moveTo>
                    <a:pt x="970328" y="949196"/>
                  </a:moveTo>
                  <a:lnTo>
                    <a:pt x="901240" y="960889"/>
                  </a:lnTo>
                  <a:lnTo>
                    <a:pt x="891807" y="965194"/>
                  </a:lnTo>
                  <a:close/>
                  <a:moveTo>
                    <a:pt x="901240" y="960889"/>
                  </a:moveTo>
                  <a:lnTo>
                    <a:pt x="959928" y="942554"/>
                  </a:lnTo>
                  <a:lnTo>
                    <a:pt x="885841" y="942890"/>
                  </a:lnTo>
                  <a:close/>
                  <a:moveTo>
                    <a:pt x="885841" y="942890"/>
                  </a:moveTo>
                  <a:lnTo>
                    <a:pt x="959928" y="942554"/>
                  </a:lnTo>
                  <a:lnTo>
                    <a:pt x="963405" y="923312"/>
                  </a:lnTo>
                  <a:close/>
                  <a:moveTo>
                    <a:pt x="885841" y="942890"/>
                  </a:moveTo>
                  <a:lnTo>
                    <a:pt x="963405" y="923312"/>
                  </a:lnTo>
                  <a:lnTo>
                    <a:pt x="912674" y="908313"/>
                  </a:lnTo>
                  <a:close/>
                  <a:moveTo>
                    <a:pt x="885841" y="942890"/>
                  </a:moveTo>
                  <a:lnTo>
                    <a:pt x="887178" y="885258"/>
                  </a:lnTo>
                  <a:lnTo>
                    <a:pt x="862002" y="909352"/>
                  </a:lnTo>
                  <a:close/>
                  <a:moveTo>
                    <a:pt x="887178" y="885258"/>
                  </a:moveTo>
                  <a:lnTo>
                    <a:pt x="872794" y="894108"/>
                  </a:lnTo>
                  <a:lnTo>
                    <a:pt x="862002" y="909352"/>
                  </a:lnTo>
                  <a:close/>
                  <a:moveTo>
                    <a:pt x="873776" y="762883"/>
                  </a:moveTo>
                  <a:lnTo>
                    <a:pt x="850352" y="730649"/>
                  </a:lnTo>
                  <a:lnTo>
                    <a:pt x="789626" y="757837"/>
                  </a:lnTo>
                  <a:close/>
                  <a:moveTo>
                    <a:pt x="873776" y="762883"/>
                  </a:moveTo>
                  <a:lnTo>
                    <a:pt x="885734" y="713919"/>
                  </a:lnTo>
                  <a:lnTo>
                    <a:pt x="850352" y="730649"/>
                  </a:lnTo>
                  <a:close/>
                  <a:moveTo>
                    <a:pt x="1167841" y="964238"/>
                  </a:moveTo>
                  <a:lnTo>
                    <a:pt x="1194548" y="1015775"/>
                  </a:lnTo>
                  <a:lnTo>
                    <a:pt x="1235203" y="996174"/>
                  </a:lnTo>
                  <a:close/>
                  <a:moveTo>
                    <a:pt x="684525" y="444433"/>
                  </a:moveTo>
                  <a:lnTo>
                    <a:pt x="690420" y="445044"/>
                  </a:lnTo>
                  <a:lnTo>
                    <a:pt x="759235" y="414186"/>
                  </a:lnTo>
                  <a:close/>
                  <a:moveTo>
                    <a:pt x="729608" y="438316"/>
                  </a:moveTo>
                  <a:lnTo>
                    <a:pt x="684525" y="444433"/>
                  </a:lnTo>
                  <a:lnTo>
                    <a:pt x="759235" y="414186"/>
                  </a:lnTo>
                  <a:close/>
                  <a:moveTo>
                    <a:pt x="798345" y="385735"/>
                  </a:moveTo>
                  <a:lnTo>
                    <a:pt x="729608" y="438316"/>
                  </a:lnTo>
                  <a:lnTo>
                    <a:pt x="759235" y="414186"/>
                  </a:lnTo>
                  <a:close/>
                  <a:moveTo>
                    <a:pt x="774637" y="414560"/>
                  </a:moveTo>
                  <a:lnTo>
                    <a:pt x="798345" y="385735"/>
                  </a:lnTo>
                  <a:lnTo>
                    <a:pt x="759235" y="414186"/>
                  </a:lnTo>
                  <a:close/>
                  <a:moveTo>
                    <a:pt x="774637" y="414560"/>
                  </a:moveTo>
                  <a:lnTo>
                    <a:pt x="837414" y="401506"/>
                  </a:lnTo>
                  <a:lnTo>
                    <a:pt x="798345" y="38573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43" name="Output_density__4242">
              <a:extLst>
                <a:ext uri="{FF2B5EF4-FFF2-40B4-BE49-F238E27FC236}">
                  <a16:creationId xmlns:a16="http://schemas.microsoft.com/office/drawing/2014/main" id="{774DF0D5-BB54-1AA8-F6FA-B6A70E3A481C}"/>
                </a:ext>
              </a:extLst>
            </p:cNvPr>
            <p:cNvSpPr>
              <a:spLocks noGrp="1"/>
            </p:cNvSpPr>
            <p:nvPr/>
          </p:nvSpPr>
          <p:spPr>
            <a:xfrm>
              <a:off x="15491513" y="2684911"/>
              <a:ext cx="1156969" cy="1686204"/>
            </a:xfrm>
            <a:custGeom>
              <a:avLst/>
              <a:gdLst/>
              <a:ahLst/>
              <a:cxnLst/>
              <a:rect l="0" t="0" r="0" b="0"/>
              <a:pathLst>
                <a:path w="1156969" h="1686204">
                  <a:moveTo>
                    <a:pt x="154646" y="1491040"/>
                  </a:moveTo>
                  <a:lnTo>
                    <a:pt x="122238" y="1515133"/>
                  </a:lnTo>
                  <a:lnTo>
                    <a:pt x="170119" y="1480180"/>
                  </a:lnTo>
                  <a:close/>
                  <a:moveTo>
                    <a:pt x="75909" y="954928"/>
                  </a:moveTo>
                  <a:lnTo>
                    <a:pt x="88813" y="894091"/>
                  </a:lnTo>
                  <a:lnTo>
                    <a:pt x="94724" y="879298"/>
                  </a:lnTo>
                  <a:close/>
                  <a:moveTo>
                    <a:pt x="75909" y="954928"/>
                  </a:moveTo>
                  <a:lnTo>
                    <a:pt x="94724" y="879298"/>
                  </a:lnTo>
                  <a:lnTo>
                    <a:pt x="84920" y="930834"/>
                  </a:lnTo>
                  <a:close/>
                  <a:moveTo>
                    <a:pt x="94724" y="879298"/>
                  </a:moveTo>
                  <a:lnTo>
                    <a:pt x="88813" y="894091"/>
                  </a:lnTo>
                  <a:lnTo>
                    <a:pt x="101829" y="859932"/>
                  </a:lnTo>
                  <a:close/>
                  <a:moveTo>
                    <a:pt x="101829" y="859932"/>
                  </a:moveTo>
                  <a:lnTo>
                    <a:pt x="115944" y="809290"/>
                  </a:lnTo>
                  <a:lnTo>
                    <a:pt x="94724" y="879298"/>
                  </a:lnTo>
                  <a:close/>
                  <a:moveTo>
                    <a:pt x="115944" y="809290"/>
                  </a:moveTo>
                  <a:lnTo>
                    <a:pt x="101829" y="859932"/>
                  </a:lnTo>
                  <a:lnTo>
                    <a:pt x="117847" y="827761"/>
                  </a:lnTo>
                  <a:close/>
                  <a:moveTo>
                    <a:pt x="115944" y="809290"/>
                  </a:moveTo>
                  <a:lnTo>
                    <a:pt x="117847" y="827761"/>
                  </a:lnTo>
                  <a:lnTo>
                    <a:pt x="108245" y="752806"/>
                  </a:lnTo>
                  <a:close/>
                  <a:moveTo>
                    <a:pt x="115944" y="809290"/>
                  </a:moveTo>
                  <a:lnTo>
                    <a:pt x="108245" y="752806"/>
                  </a:lnTo>
                  <a:lnTo>
                    <a:pt x="115092" y="803667"/>
                  </a:lnTo>
                  <a:close/>
                  <a:moveTo>
                    <a:pt x="108245" y="752806"/>
                  </a:moveTo>
                  <a:lnTo>
                    <a:pt x="107814" y="752130"/>
                  </a:lnTo>
                  <a:lnTo>
                    <a:pt x="115092" y="803667"/>
                  </a:lnTo>
                  <a:close/>
                  <a:moveTo>
                    <a:pt x="347657" y="985213"/>
                  </a:moveTo>
                  <a:lnTo>
                    <a:pt x="358922" y="987554"/>
                  </a:lnTo>
                  <a:lnTo>
                    <a:pt x="392571" y="978463"/>
                  </a:lnTo>
                  <a:close/>
                  <a:moveTo>
                    <a:pt x="392571" y="978463"/>
                  </a:moveTo>
                  <a:lnTo>
                    <a:pt x="358922" y="987554"/>
                  </a:lnTo>
                  <a:lnTo>
                    <a:pt x="434521" y="960627"/>
                  </a:lnTo>
                  <a:close/>
                  <a:moveTo>
                    <a:pt x="421543" y="951883"/>
                  </a:moveTo>
                  <a:lnTo>
                    <a:pt x="451492" y="914636"/>
                  </a:lnTo>
                  <a:lnTo>
                    <a:pt x="452986" y="910089"/>
                  </a:lnTo>
                  <a:close/>
                  <a:moveTo>
                    <a:pt x="434521" y="960627"/>
                  </a:moveTo>
                  <a:lnTo>
                    <a:pt x="451492" y="914636"/>
                  </a:lnTo>
                  <a:lnTo>
                    <a:pt x="421543" y="951883"/>
                  </a:lnTo>
                  <a:close/>
                  <a:moveTo>
                    <a:pt x="392571" y="978463"/>
                  </a:moveTo>
                  <a:lnTo>
                    <a:pt x="434521" y="960627"/>
                  </a:lnTo>
                  <a:lnTo>
                    <a:pt x="421543" y="951883"/>
                  </a:lnTo>
                  <a:close/>
                  <a:moveTo>
                    <a:pt x="1123462" y="1683138"/>
                  </a:moveTo>
                  <a:lnTo>
                    <a:pt x="1128861" y="1684912"/>
                  </a:lnTo>
                  <a:lnTo>
                    <a:pt x="1131862" y="1686204"/>
                  </a:lnTo>
                  <a:close/>
                  <a:moveTo>
                    <a:pt x="1123462" y="1683138"/>
                  </a:moveTo>
                  <a:lnTo>
                    <a:pt x="1131862" y="1686204"/>
                  </a:lnTo>
                  <a:lnTo>
                    <a:pt x="1137953" y="1677520"/>
                  </a:lnTo>
                  <a:close/>
                  <a:moveTo>
                    <a:pt x="1137953" y="1677520"/>
                  </a:moveTo>
                  <a:lnTo>
                    <a:pt x="1131862" y="1686204"/>
                  </a:lnTo>
                  <a:lnTo>
                    <a:pt x="1134102" y="1683138"/>
                  </a:lnTo>
                  <a:close/>
                  <a:moveTo>
                    <a:pt x="1134102" y="1683138"/>
                  </a:moveTo>
                  <a:lnTo>
                    <a:pt x="1156969" y="1645175"/>
                  </a:lnTo>
                  <a:lnTo>
                    <a:pt x="1137953" y="1677520"/>
                  </a:lnTo>
                  <a:close/>
                  <a:moveTo>
                    <a:pt x="501732" y="834458"/>
                  </a:moveTo>
                  <a:lnTo>
                    <a:pt x="514778" y="838425"/>
                  </a:lnTo>
                  <a:lnTo>
                    <a:pt x="520996" y="839469"/>
                  </a:lnTo>
                  <a:close/>
                  <a:moveTo>
                    <a:pt x="530015" y="834458"/>
                  </a:moveTo>
                  <a:lnTo>
                    <a:pt x="520996" y="839469"/>
                  </a:lnTo>
                  <a:lnTo>
                    <a:pt x="514778" y="838425"/>
                  </a:lnTo>
                  <a:close/>
                  <a:moveTo>
                    <a:pt x="552973" y="824124"/>
                  </a:moveTo>
                  <a:lnTo>
                    <a:pt x="520996" y="839469"/>
                  </a:lnTo>
                  <a:lnTo>
                    <a:pt x="603948" y="840038"/>
                  </a:lnTo>
                  <a:close/>
                  <a:moveTo>
                    <a:pt x="20306" y="13222"/>
                  </a:moveTo>
                  <a:lnTo>
                    <a:pt x="0" y="37316"/>
                  </a:lnTo>
                  <a:lnTo>
                    <a:pt x="41665" y="269"/>
                  </a:lnTo>
                  <a:close/>
                  <a:moveTo>
                    <a:pt x="41665" y="269"/>
                  </a:moveTo>
                  <a:lnTo>
                    <a:pt x="8597" y="11532"/>
                  </a:lnTo>
                  <a:lnTo>
                    <a:pt x="88962" y="2425"/>
                  </a:lnTo>
                  <a:close/>
                  <a:moveTo>
                    <a:pt x="380861" y="395080"/>
                  </a:moveTo>
                  <a:lnTo>
                    <a:pt x="333867" y="394055"/>
                  </a:lnTo>
                  <a:lnTo>
                    <a:pt x="307979" y="390659"/>
                  </a:lnTo>
                  <a:close/>
                  <a:moveTo>
                    <a:pt x="394343" y="358428"/>
                  </a:moveTo>
                  <a:lnTo>
                    <a:pt x="380861" y="395080"/>
                  </a:lnTo>
                  <a:lnTo>
                    <a:pt x="394410" y="373978"/>
                  </a:lnTo>
                  <a:close/>
                  <a:moveTo>
                    <a:pt x="243266" y="143737"/>
                  </a:moveTo>
                  <a:lnTo>
                    <a:pt x="241004" y="156155"/>
                  </a:lnTo>
                  <a:lnTo>
                    <a:pt x="249326" y="117749"/>
                  </a:lnTo>
                  <a:close/>
                  <a:moveTo>
                    <a:pt x="41665" y="269"/>
                  </a:moveTo>
                  <a:lnTo>
                    <a:pt x="88962" y="2425"/>
                  </a:lnTo>
                  <a:lnTo>
                    <a:pt x="61393" y="0"/>
                  </a:lnTo>
                  <a:close/>
                  <a:moveTo>
                    <a:pt x="88962" y="2425"/>
                  </a:moveTo>
                  <a:lnTo>
                    <a:pt x="97510" y="8620"/>
                  </a:lnTo>
                  <a:lnTo>
                    <a:pt x="61393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44" name="Output_density__4243">
              <a:extLst>
                <a:ext uri="{FF2B5EF4-FFF2-40B4-BE49-F238E27FC236}">
                  <a16:creationId xmlns:a16="http://schemas.microsoft.com/office/drawing/2014/main" id="{4F52068E-4E63-790F-B45F-AA7CD70013FD}"/>
                </a:ext>
              </a:extLst>
            </p:cNvPr>
            <p:cNvSpPr>
              <a:spLocks noGrp="1"/>
            </p:cNvSpPr>
            <p:nvPr/>
          </p:nvSpPr>
          <p:spPr>
            <a:xfrm>
              <a:off x="15365733" y="2573197"/>
              <a:ext cx="1208497" cy="1987532"/>
            </a:xfrm>
            <a:custGeom>
              <a:avLst/>
              <a:gdLst/>
              <a:ahLst/>
              <a:cxnLst/>
              <a:rect l="0" t="0" r="0" b="0"/>
              <a:pathLst>
                <a:path w="1208497" h="1987532">
                  <a:moveTo>
                    <a:pt x="124113" y="1932718"/>
                  </a:moveTo>
                  <a:lnTo>
                    <a:pt x="131964" y="1938159"/>
                  </a:lnTo>
                  <a:lnTo>
                    <a:pt x="140703" y="1940369"/>
                  </a:lnTo>
                  <a:close/>
                  <a:moveTo>
                    <a:pt x="188380" y="1809050"/>
                  </a:moveTo>
                  <a:lnTo>
                    <a:pt x="168662" y="1805551"/>
                  </a:lnTo>
                  <a:lnTo>
                    <a:pt x="186482" y="1806333"/>
                  </a:lnTo>
                  <a:close/>
                  <a:moveTo>
                    <a:pt x="242596" y="1960161"/>
                  </a:moveTo>
                  <a:lnTo>
                    <a:pt x="262947" y="1970379"/>
                  </a:lnTo>
                  <a:lnTo>
                    <a:pt x="279605" y="1975447"/>
                  </a:lnTo>
                  <a:close/>
                  <a:moveTo>
                    <a:pt x="329557" y="1987532"/>
                  </a:moveTo>
                  <a:lnTo>
                    <a:pt x="279605" y="1975447"/>
                  </a:lnTo>
                  <a:lnTo>
                    <a:pt x="262947" y="1970379"/>
                  </a:lnTo>
                  <a:close/>
                  <a:moveTo>
                    <a:pt x="168662" y="1805551"/>
                  </a:moveTo>
                  <a:lnTo>
                    <a:pt x="188380" y="1809050"/>
                  </a:lnTo>
                  <a:lnTo>
                    <a:pt x="205469" y="1790897"/>
                  </a:lnTo>
                  <a:close/>
                  <a:moveTo>
                    <a:pt x="205469" y="1790897"/>
                  </a:moveTo>
                  <a:lnTo>
                    <a:pt x="188380" y="1809050"/>
                  </a:lnTo>
                  <a:lnTo>
                    <a:pt x="252219" y="1790873"/>
                  </a:lnTo>
                  <a:close/>
                  <a:moveTo>
                    <a:pt x="205469" y="1790897"/>
                  </a:moveTo>
                  <a:lnTo>
                    <a:pt x="252219" y="1790873"/>
                  </a:lnTo>
                  <a:lnTo>
                    <a:pt x="216746" y="1780205"/>
                  </a:lnTo>
                  <a:close/>
                  <a:moveTo>
                    <a:pt x="252219" y="1790873"/>
                  </a:moveTo>
                  <a:lnTo>
                    <a:pt x="259208" y="1764286"/>
                  </a:lnTo>
                  <a:lnTo>
                    <a:pt x="216746" y="1780205"/>
                  </a:lnTo>
                  <a:close/>
                  <a:moveTo>
                    <a:pt x="278485" y="1769518"/>
                  </a:moveTo>
                  <a:lnTo>
                    <a:pt x="251649" y="1757363"/>
                  </a:lnTo>
                  <a:lnTo>
                    <a:pt x="259208" y="1764286"/>
                  </a:lnTo>
                  <a:close/>
                  <a:moveTo>
                    <a:pt x="389767" y="1504041"/>
                  </a:moveTo>
                  <a:lnTo>
                    <a:pt x="391553" y="1505052"/>
                  </a:lnTo>
                  <a:lnTo>
                    <a:pt x="347225" y="1563388"/>
                  </a:lnTo>
                  <a:close/>
                  <a:moveTo>
                    <a:pt x="371093" y="1554565"/>
                  </a:moveTo>
                  <a:lnTo>
                    <a:pt x="391553" y="1505052"/>
                  </a:lnTo>
                  <a:lnTo>
                    <a:pt x="421841" y="1483393"/>
                  </a:lnTo>
                  <a:close/>
                  <a:moveTo>
                    <a:pt x="421841" y="1483393"/>
                  </a:moveTo>
                  <a:lnTo>
                    <a:pt x="391553" y="1505052"/>
                  </a:lnTo>
                  <a:lnTo>
                    <a:pt x="474298" y="1504842"/>
                  </a:lnTo>
                  <a:close/>
                  <a:moveTo>
                    <a:pt x="67980" y="1033751"/>
                  </a:moveTo>
                  <a:lnTo>
                    <a:pt x="2206" y="1089285"/>
                  </a:lnTo>
                  <a:lnTo>
                    <a:pt x="0" y="1089160"/>
                  </a:lnTo>
                  <a:close/>
                  <a:moveTo>
                    <a:pt x="421791" y="1478006"/>
                  </a:moveTo>
                  <a:lnTo>
                    <a:pt x="418292" y="1530471"/>
                  </a:lnTo>
                  <a:lnTo>
                    <a:pt x="421841" y="1483393"/>
                  </a:lnTo>
                  <a:close/>
                  <a:moveTo>
                    <a:pt x="18001" y="886664"/>
                  </a:moveTo>
                  <a:lnTo>
                    <a:pt x="61212" y="873546"/>
                  </a:lnTo>
                  <a:lnTo>
                    <a:pt x="85518" y="829522"/>
                  </a:lnTo>
                  <a:close/>
                  <a:moveTo>
                    <a:pt x="79323" y="836402"/>
                  </a:moveTo>
                  <a:lnTo>
                    <a:pt x="85518" y="829522"/>
                  </a:lnTo>
                  <a:lnTo>
                    <a:pt x="61212" y="873546"/>
                  </a:lnTo>
                  <a:close/>
                  <a:moveTo>
                    <a:pt x="460304" y="1182722"/>
                  </a:moveTo>
                  <a:lnTo>
                    <a:pt x="464973" y="1167167"/>
                  </a:lnTo>
                  <a:lnTo>
                    <a:pt x="443684" y="1160363"/>
                  </a:lnTo>
                  <a:close/>
                  <a:moveTo>
                    <a:pt x="421843" y="1213602"/>
                  </a:moveTo>
                  <a:lnTo>
                    <a:pt x="460304" y="1182722"/>
                  </a:lnTo>
                  <a:lnTo>
                    <a:pt x="443684" y="1160363"/>
                  </a:lnTo>
                  <a:close/>
                  <a:moveTo>
                    <a:pt x="464973" y="1167167"/>
                  </a:moveTo>
                  <a:lnTo>
                    <a:pt x="467227" y="1102593"/>
                  </a:lnTo>
                  <a:lnTo>
                    <a:pt x="454935" y="1148970"/>
                  </a:lnTo>
                  <a:close/>
                  <a:moveTo>
                    <a:pt x="467227" y="1102593"/>
                  </a:moveTo>
                  <a:lnTo>
                    <a:pt x="470562" y="1097433"/>
                  </a:lnTo>
                  <a:lnTo>
                    <a:pt x="454935" y="1148970"/>
                  </a:lnTo>
                  <a:close/>
                  <a:moveTo>
                    <a:pt x="233594" y="863844"/>
                  </a:moveTo>
                  <a:lnTo>
                    <a:pt x="249148" y="788214"/>
                  </a:lnTo>
                  <a:lnTo>
                    <a:pt x="246682" y="839750"/>
                  </a:lnTo>
                  <a:close/>
                  <a:moveTo>
                    <a:pt x="784225" y="1425303"/>
                  </a:moveTo>
                  <a:lnTo>
                    <a:pt x="752302" y="1399217"/>
                  </a:lnTo>
                  <a:lnTo>
                    <a:pt x="801447" y="1449916"/>
                  </a:lnTo>
                  <a:close/>
                  <a:moveTo>
                    <a:pt x="827955" y="1414125"/>
                  </a:moveTo>
                  <a:lnTo>
                    <a:pt x="784225" y="1425303"/>
                  </a:lnTo>
                  <a:lnTo>
                    <a:pt x="801447" y="1449916"/>
                  </a:lnTo>
                  <a:close/>
                  <a:moveTo>
                    <a:pt x="506178" y="1084438"/>
                  </a:moveTo>
                  <a:lnTo>
                    <a:pt x="447853" y="1143104"/>
                  </a:lnTo>
                  <a:lnTo>
                    <a:pt x="470562" y="1097433"/>
                  </a:lnTo>
                  <a:close/>
                  <a:moveTo>
                    <a:pt x="355488" y="867193"/>
                  </a:moveTo>
                  <a:lnTo>
                    <a:pt x="350832" y="891287"/>
                  </a:lnTo>
                  <a:lnTo>
                    <a:pt x="376144" y="907842"/>
                  </a:lnTo>
                  <a:close/>
                  <a:moveTo>
                    <a:pt x="249509" y="783728"/>
                  </a:moveTo>
                  <a:lnTo>
                    <a:pt x="261833" y="716428"/>
                  </a:lnTo>
                  <a:lnTo>
                    <a:pt x="249148" y="788214"/>
                  </a:lnTo>
                  <a:close/>
                  <a:moveTo>
                    <a:pt x="935993" y="1508486"/>
                  </a:moveTo>
                  <a:lnTo>
                    <a:pt x="918705" y="1485632"/>
                  </a:lnTo>
                  <a:lnTo>
                    <a:pt x="972533" y="1522348"/>
                  </a:lnTo>
                  <a:close/>
                  <a:moveTo>
                    <a:pt x="827955" y="1414125"/>
                  </a:moveTo>
                  <a:lnTo>
                    <a:pt x="869037" y="1434096"/>
                  </a:lnTo>
                  <a:lnTo>
                    <a:pt x="844493" y="1424993"/>
                  </a:lnTo>
                  <a:close/>
                  <a:moveTo>
                    <a:pt x="530909" y="1042004"/>
                  </a:moveTo>
                  <a:lnTo>
                    <a:pt x="547323" y="1063597"/>
                  </a:lnTo>
                  <a:lnTo>
                    <a:pt x="560717" y="1001826"/>
                  </a:lnTo>
                  <a:close/>
                  <a:moveTo>
                    <a:pt x="560717" y="1001826"/>
                  </a:moveTo>
                  <a:lnTo>
                    <a:pt x="547323" y="1063597"/>
                  </a:lnTo>
                  <a:lnTo>
                    <a:pt x="578766" y="1021803"/>
                  </a:lnTo>
                  <a:close/>
                  <a:moveTo>
                    <a:pt x="265738" y="709506"/>
                  </a:moveTo>
                  <a:lnTo>
                    <a:pt x="235391" y="699942"/>
                  </a:lnTo>
                  <a:lnTo>
                    <a:pt x="259811" y="712583"/>
                  </a:lnTo>
                  <a:close/>
                  <a:moveTo>
                    <a:pt x="265738" y="709506"/>
                  </a:moveTo>
                  <a:lnTo>
                    <a:pt x="271442" y="708616"/>
                  </a:lnTo>
                  <a:lnTo>
                    <a:pt x="273489" y="688489"/>
                  </a:lnTo>
                  <a:close/>
                  <a:moveTo>
                    <a:pt x="946640" y="1513075"/>
                  </a:moveTo>
                  <a:lnTo>
                    <a:pt x="972533" y="1522348"/>
                  </a:lnTo>
                  <a:lnTo>
                    <a:pt x="988934" y="1531747"/>
                  </a:lnTo>
                  <a:close/>
                  <a:moveTo>
                    <a:pt x="831875" y="1158984"/>
                  </a:moveTo>
                  <a:lnTo>
                    <a:pt x="787379" y="1203855"/>
                  </a:lnTo>
                  <a:lnTo>
                    <a:pt x="804947" y="1193201"/>
                  </a:lnTo>
                  <a:close/>
                  <a:moveTo>
                    <a:pt x="75255" y="252103"/>
                  </a:moveTo>
                  <a:lnTo>
                    <a:pt x="35818" y="221541"/>
                  </a:lnTo>
                  <a:lnTo>
                    <a:pt x="75356" y="251927"/>
                  </a:lnTo>
                  <a:close/>
                  <a:moveTo>
                    <a:pt x="75356" y="251927"/>
                  </a:moveTo>
                  <a:lnTo>
                    <a:pt x="35818" y="221541"/>
                  </a:lnTo>
                  <a:lnTo>
                    <a:pt x="75703" y="252103"/>
                  </a:lnTo>
                  <a:close/>
                  <a:moveTo>
                    <a:pt x="1106513" y="1352203"/>
                  </a:moveTo>
                  <a:lnTo>
                    <a:pt x="1024003" y="1353286"/>
                  </a:lnTo>
                  <a:lnTo>
                    <a:pt x="1071501" y="1356198"/>
                  </a:lnTo>
                  <a:close/>
                  <a:moveTo>
                    <a:pt x="312958" y="441574"/>
                  </a:moveTo>
                  <a:lnTo>
                    <a:pt x="327539" y="387278"/>
                  </a:lnTo>
                  <a:lnTo>
                    <a:pt x="297002" y="458249"/>
                  </a:lnTo>
                  <a:close/>
                  <a:moveTo>
                    <a:pt x="297002" y="458249"/>
                  </a:moveTo>
                  <a:lnTo>
                    <a:pt x="327539" y="387278"/>
                  </a:lnTo>
                  <a:lnTo>
                    <a:pt x="316233" y="382618"/>
                  </a:lnTo>
                  <a:close/>
                  <a:moveTo>
                    <a:pt x="297002" y="458249"/>
                  </a:moveTo>
                  <a:lnTo>
                    <a:pt x="316233" y="382618"/>
                  </a:lnTo>
                  <a:lnTo>
                    <a:pt x="307624" y="434155"/>
                  </a:lnTo>
                  <a:close/>
                  <a:moveTo>
                    <a:pt x="316233" y="382618"/>
                  </a:moveTo>
                  <a:lnTo>
                    <a:pt x="327539" y="387278"/>
                  </a:lnTo>
                  <a:lnTo>
                    <a:pt x="327810" y="362205"/>
                  </a:lnTo>
                  <a:close/>
                  <a:moveTo>
                    <a:pt x="75255" y="252103"/>
                  </a:moveTo>
                  <a:lnTo>
                    <a:pt x="75356" y="251927"/>
                  </a:lnTo>
                  <a:lnTo>
                    <a:pt x="98609" y="203969"/>
                  </a:lnTo>
                  <a:close/>
                  <a:moveTo>
                    <a:pt x="75356" y="251927"/>
                  </a:moveTo>
                  <a:lnTo>
                    <a:pt x="75703" y="252103"/>
                  </a:lnTo>
                  <a:lnTo>
                    <a:pt x="98609" y="203969"/>
                  </a:lnTo>
                  <a:close/>
                  <a:moveTo>
                    <a:pt x="98609" y="203969"/>
                  </a:moveTo>
                  <a:lnTo>
                    <a:pt x="75703" y="252103"/>
                  </a:lnTo>
                  <a:lnTo>
                    <a:pt x="115509" y="194736"/>
                  </a:lnTo>
                  <a:close/>
                  <a:moveTo>
                    <a:pt x="115509" y="194736"/>
                  </a:moveTo>
                  <a:lnTo>
                    <a:pt x="108115" y="176472"/>
                  </a:lnTo>
                  <a:lnTo>
                    <a:pt x="98609" y="203969"/>
                  </a:lnTo>
                  <a:close/>
                  <a:moveTo>
                    <a:pt x="146087" y="124936"/>
                  </a:moveTo>
                  <a:lnTo>
                    <a:pt x="128103" y="139564"/>
                  </a:lnTo>
                  <a:lnTo>
                    <a:pt x="126851" y="200566"/>
                  </a:lnTo>
                  <a:close/>
                  <a:moveTo>
                    <a:pt x="108115" y="176472"/>
                  </a:moveTo>
                  <a:lnTo>
                    <a:pt x="115509" y="194736"/>
                  </a:lnTo>
                  <a:lnTo>
                    <a:pt x="128103" y="139564"/>
                  </a:lnTo>
                  <a:close/>
                  <a:moveTo>
                    <a:pt x="1180245" y="1337720"/>
                  </a:moveTo>
                  <a:lnTo>
                    <a:pt x="1162169" y="1385613"/>
                  </a:lnTo>
                  <a:lnTo>
                    <a:pt x="1186057" y="1340027"/>
                  </a:lnTo>
                  <a:close/>
                  <a:moveTo>
                    <a:pt x="1180245" y="1337720"/>
                  </a:moveTo>
                  <a:lnTo>
                    <a:pt x="1123296" y="1361814"/>
                  </a:lnTo>
                  <a:lnTo>
                    <a:pt x="1162169" y="1385613"/>
                  </a:lnTo>
                  <a:close/>
                  <a:moveTo>
                    <a:pt x="1123296" y="1361814"/>
                  </a:moveTo>
                  <a:lnTo>
                    <a:pt x="1180245" y="1337720"/>
                  </a:lnTo>
                  <a:lnTo>
                    <a:pt x="1106513" y="1352203"/>
                  </a:lnTo>
                  <a:close/>
                  <a:moveTo>
                    <a:pt x="1180245" y="1337720"/>
                  </a:moveTo>
                  <a:lnTo>
                    <a:pt x="1135287" y="1324885"/>
                  </a:lnTo>
                  <a:lnTo>
                    <a:pt x="1106513" y="1352203"/>
                  </a:lnTo>
                  <a:close/>
                  <a:moveTo>
                    <a:pt x="1186057" y="1340027"/>
                  </a:moveTo>
                  <a:lnTo>
                    <a:pt x="1208497" y="1384147"/>
                  </a:lnTo>
                  <a:lnTo>
                    <a:pt x="1197006" y="1337720"/>
                  </a:lnTo>
                  <a:close/>
                  <a:moveTo>
                    <a:pt x="1162169" y="1385613"/>
                  </a:moveTo>
                  <a:lnTo>
                    <a:pt x="1208497" y="1384147"/>
                  </a:lnTo>
                  <a:lnTo>
                    <a:pt x="1186057" y="1340027"/>
                  </a:lnTo>
                  <a:close/>
                  <a:moveTo>
                    <a:pt x="642329" y="722487"/>
                  </a:moveTo>
                  <a:lnTo>
                    <a:pt x="672286" y="736116"/>
                  </a:lnTo>
                  <a:lnTo>
                    <a:pt x="641664" y="702044"/>
                  </a:lnTo>
                  <a:close/>
                  <a:moveTo>
                    <a:pt x="336096" y="317578"/>
                  </a:moveTo>
                  <a:lnTo>
                    <a:pt x="316233" y="382618"/>
                  </a:lnTo>
                  <a:lnTo>
                    <a:pt x="327810" y="362205"/>
                  </a:lnTo>
                  <a:close/>
                  <a:moveTo>
                    <a:pt x="336096" y="317578"/>
                  </a:moveTo>
                  <a:lnTo>
                    <a:pt x="327810" y="362205"/>
                  </a:lnTo>
                  <a:lnTo>
                    <a:pt x="338085" y="331082"/>
                  </a:lnTo>
                  <a:close/>
                  <a:moveTo>
                    <a:pt x="336096" y="317578"/>
                  </a:moveTo>
                  <a:lnTo>
                    <a:pt x="359293" y="305240"/>
                  </a:lnTo>
                  <a:lnTo>
                    <a:pt x="346928" y="298782"/>
                  </a:lnTo>
                  <a:close/>
                  <a:moveTo>
                    <a:pt x="143882" y="108927"/>
                  </a:moveTo>
                  <a:lnTo>
                    <a:pt x="108115" y="176472"/>
                  </a:lnTo>
                  <a:lnTo>
                    <a:pt x="128103" y="139564"/>
                  </a:lnTo>
                  <a:close/>
                  <a:moveTo>
                    <a:pt x="128103" y="139564"/>
                  </a:moveTo>
                  <a:lnTo>
                    <a:pt x="146087" y="124936"/>
                  </a:lnTo>
                  <a:lnTo>
                    <a:pt x="143882" y="108927"/>
                  </a:lnTo>
                  <a:close/>
                  <a:moveTo>
                    <a:pt x="187173" y="111714"/>
                  </a:moveTo>
                  <a:lnTo>
                    <a:pt x="170244" y="100841"/>
                  </a:lnTo>
                  <a:lnTo>
                    <a:pt x="167445" y="111982"/>
                  </a:lnTo>
                  <a:close/>
                  <a:moveTo>
                    <a:pt x="143882" y="108927"/>
                  </a:moveTo>
                  <a:lnTo>
                    <a:pt x="146087" y="124936"/>
                  </a:lnTo>
                  <a:lnTo>
                    <a:pt x="167445" y="111982"/>
                  </a:lnTo>
                  <a:close/>
                  <a:moveTo>
                    <a:pt x="253223" y="123115"/>
                  </a:moveTo>
                  <a:lnTo>
                    <a:pt x="203575" y="112164"/>
                  </a:lnTo>
                  <a:lnTo>
                    <a:pt x="187173" y="111714"/>
                  </a:lnTo>
                  <a:close/>
                  <a:moveTo>
                    <a:pt x="961466" y="1024351"/>
                  </a:moveTo>
                  <a:lnTo>
                    <a:pt x="1008903" y="1027031"/>
                  </a:lnTo>
                  <a:lnTo>
                    <a:pt x="987390" y="1008327"/>
                  </a:lnTo>
                  <a:close/>
                  <a:moveTo>
                    <a:pt x="849601" y="856155"/>
                  </a:moveTo>
                  <a:lnTo>
                    <a:pt x="788801" y="902813"/>
                  </a:lnTo>
                  <a:lnTo>
                    <a:pt x="834444" y="898790"/>
                  </a:lnTo>
                  <a:close/>
                  <a:moveTo>
                    <a:pt x="834444" y="898790"/>
                  </a:moveTo>
                  <a:lnTo>
                    <a:pt x="849116" y="873890"/>
                  </a:lnTo>
                  <a:lnTo>
                    <a:pt x="849601" y="856155"/>
                  </a:lnTo>
                  <a:close/>
                  <a:moveTo>
                    <a:pt x="679529" y="668941"/>
                  </a:moveTo>
                  <a:lnTo>
                    <a:pt x="679725" y="667325"/>
                  </a:lnTo>
                  <a:lnTo>
                    <a:pt x="667789" y="664823"/>
                  </a:lnTo>
                  <a:close/>
                  <a:moveTo>
                    <a:pt x="641664" y="702044"/>
                  </a:moveTo>
                  <a:lnTo>
                    <a:pt x="679529" y="668941"/>
                  </a:lnTo>
                  <a:lnTo>
                    <a:pt x="667789" y="664823"/>
                  </a:lnTo>
                  <a:close/>
                  <a:moveTo>
                    <a:pt x="679725" y="667325"/>
                  </a:moveTo>
                  <a:lnTo>
                    <a:pt x="720052" y="609778"/>
                  </a:lnTo>
                  <a:lnTo>
                    <a:pt x="686830" y="598806"/>
                  </a:lnTo>
                  <a:close/>
                  <a:moveTo>
                    <a:pt x="354098" y="240200"/>
                  </a:moveTo>
                  <a:lnTo>
                    <a:pt x="346928" y="298782"/>
                  </a:lnTo>
                  <a:lnTo>
                    <a:pt x="369046" y="255451"/>
                  </a:lnTo>
                  <a:close/>
                  <a:moveTo>
                    <a:pt x="354098" y="240200"/>
                  </a:moveTo>
                  <a:lnTo>
                    <a:pt x="369046" y="255451"/>
                  </a:lnTo>
                  <a:lnTo>
                    <a:pt x="357902" y="204913"/>
                  </a:lnTo>
                  <a:close/>
                  <a:moveTo>
                    <a:pt x="357902" y="204913"/>
                  </a:moveTo>
                  <a:lnTo>
                    <a:pt x="369046" y="255451"/>
                  </a:lnTo>
                  <a:lnTo>
                    <a:pt x="375107" y="229463"/>
                  </a:lnTo>
                  <a:close/>
                  <a:moveTo>
                    <a:pt x="1177324" y="1037578"/>
                  </a:moveTo>
                  <a:lnTo>
                    <a:pt x="1206600" y="1044785"/>
                  </a:lnTo>
                  <a:lnTo>
                    <a:pt x="1181369" y="1031849"/>
                  </a:lnTo>
                  <a:close/>
                  <a:moveTo>
                    <a:pt x="855396" y="842223"/>
                  </a:moveTo>
                  <a:lnTo>
                    <a:pt x="897963" y="826700"/>
                  </a:lnTo>
                  <a:lnTo>
                    <a:pt x="929721" y="810538"/>
                  </a:lnTo>
                  <a:close/>
                  <a:moveTo>
                    <a:pt x="804808" y="518184"/>
                  </a:moveTo>
                  <a:lnTo>
                    <a:pt x="864337" y="568020"/>
                  </a:lnTo>
                  <a:lnTo>
                    <a:pt x="839774" y="550429"/>
                  </a:lnTo>
                  <a:close/>
                  <a:moveTo>
                    <a:pt x="450352" y="106092"/>
                  </a:moveTo>
                  <a:lnTo>
                    <a:pt x="462014" y="155727"/>
                  </a:lnTo>
                  <a:lnTo>
                    <a:pt x="469457" y="137745"/>
                  </a:lnTo>
                  <a:close/>
                  <a:moveTo>
                    <a:pt x="450352" y="106092"/>
                  </a:moveTo>
                  <a:lnTo>
                    <a:pt x="469457" y="137745"/>
                  </a:lnTo>
                  <a:lnTo>
                    <a:pt x="491573" y="85533"/>
                  </a:lnTo>
                  <a:close/>
                  <a:moveTo>
                    <a:pt x="494952" y="76166"/>
                  </a:moveTo>
                  <a:lnTo>
                    <a:pt x="491573" y="85533"/>
                  </a:lnTo>
                  <a:lnTo>
                    <a:pt x="497513" y="80096"/>
                  </a:lnTo>
                  <a:close/>
                  <a:moveTo>
                    <a:pt x="508452" y="13744"/>
                  </a:moveTo>
                  <a:lnTo>
                    <a:pt x="497513" y="80096"/>
                  </a:lnTo>
                  <a:lnTo>
                    <a:pt x="525716" y="38512"/>
                  </a:lnTo>
                  <a:close/>
                  <a:moveTo>
                    <a:pt x="508452" y="13744"/>
                  </a:moveTo>
                  <a:lnTo>
                    <a:pt x="525716" y="38512"/>
                  </a:lnTo>
                  <a:lnTo>
                    <a:pt x="554438" y="11000"/>
                  </a:lnTo>
                  <a:close/>
                  <a:moveTo>
                    <a:pt x="848689" y="277550"/>
                  </a:moveTo>
                  <a:lnTo>
                    <a:pt x="770555" y="294995"/>
                  </a:lnTo>
                  <a:lnTo>
                    <a:pt x="818700" y="300323"/>
                  </a:lnTo>
                  <a:close/>
                  <a:moveTo>
                    <a:pt x="558183" y="0"/>
                  </a:moveTo>
                  <a:lnTo>
                    <a:pt x="508452" y="13744"/>
                  </a:lnTo>
                  <a:lnTo>
                    <a:pt x="554438" y="11000"/>
                  </a:lnTo>
                  <a:close/>
                  <a:moveTo>
                    <a:pt x="558183" y="0"/>
                  </a:moveTo>
                  <a:lnTo>
                    <a:pt x="554438" y="11000"/>
                  </a:lnTo>
                  <a:lnTo>
                    <a:pt x="561152" y="4466"/>
                  </a:lnTo>
                  <a:close/>
                  <a:moveTo>
                    <a:pt x="894283" y="273342"/>
                  </a:moveTo>
                  <a:lnTo>
                    <a:pt x="911682" y="216237"/>
                  </a:lnTo>
                  <a:lnTo>
                    <a:pt x="869489" y="220419"/>
                  </a:lnTo>
                  <a:close/>
                  <a:moveTo>
                    <a:pt x="848689" y="277550"/>
                  </a:moveTo>
                  <a:lnTo>
                    <a:pt x="894283" y="273342"/>
                  </a:lnTo>
                  <a:lnTo>
                    <a:pt x="869489" y="220419"/>
                  </a:lnTo>
                  <a:close/>
                  <a:moveTo>
                    <a:pt x="915528" y="238055"/>
                  </a:moveTo>
                  <a:lnTo>
                    <a:pt x="908188" y="190432"/>
                  </a:lnTo>
                  <a:lnTo>
                    <a:pt x="911682" y="216237"/>
                  </a:lnTo>
                  <a:close/>
                  <a:moveTo>
                    <a:pt x="914514" y="162424"/>
                  </a:moveTo>
                  <a:lnTo>
                    <a:pt x="908188" y="190432"/>
                  </a:lnTo>
                  <a:lnTo>
                    <a:pt x="915528" y="238055"/>
                  </a:lnTo>
                  <a:close/>
                  <a:moveTo>
                    <a:pt x="922422" y="108750"/>
                  </a:moveTo>
                  <a:lnTo>
                    <a:pt x="914514" y="162424"/>
                  </a:lnTo>
                  <a:lnTo>
                    <a:pt x="942638" y="144557"/>
                  </a:lnTo>
                  <a:close/>
                  <a:moveTo>
                    <a:pt x="922422" y="108750"/>
                  </a:moveTo>
                  <a:lnTo>
                    <a:pt x="942638" y="144557"/>
                  </a:lnTo>
                  <a:lnTo>
                    <a:pt x="971120" y="11614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45" name="Output_density__4244">
              <a:extLst>
                <a:ext uri="{FF2B5EF4-FFF2-40B4-BE49-F238E27FC236}">
                  <a16:creationId xmlns:a16="http://schemas.microsoft.com/office/drawing/2014/main" id="{F60B52DB-7801-AF3F-AE91-C517816EC728}"/>
                </a:ext>
              </a:extLst>
            </p:cNvPr>
            <p:cNvSpPr>
              <a:spLocks noGrp="1"/>
            </p:cNvSpPr>
            <p:nvPr/>
          </p:nvSpPr>
          <p:spPr>
            <a:xfrm>
              <a:off x="15372555" y="2538180"/>
              <a:ext cx="919340" cy="1916199"/>
            </a:xfrm>
            <a:custGeom>
              <a:avLst/>
              <a:gdLst/>
              <a:ahLst/>
              <a:cxnLst/>
              <a:rect l="0" t="0" r="0" b="0"/>
              <a:pathLst>
                <a:path w="919340" h="1916199">
                  <a:moveTo>
                    <a:pt x="139648" y="1862050"/>
                  </a:moveTo>
                  <a:lnTo>
                    <a:pt x="93609" y="1916199"/>
                  </a:lnTo>
                  <a:lnTo>
                    <a:pt x="142966" y="1892105"/>
                  </a:lnTo>
                  <a:close/>
                  <a:moveTo>
                    <a:pt x="153838" y="1892105"/>
                  </a:moveTo>
                  <a:lnTo>
                    <a:pt x="139648" y="1862050"/>
                  </a:lnTo>
                  <a:lnTo>
                    <a:pt x="154958" y="1886193"/>
                  </a:lnTo>
                  <a:close/>
                  <a:moveTo>
                    <a:pt x="62842" y="1737495"/>
                  </a:moveTo>
                  <a:lnTo>
                    <a:pt x="98744" y="1789032"/>
                  </a:lnTo>
                  <a:lnTo>
                    <a:pt x="142496" y="1764938"/>
                  </a:lnTo>
                  <a:close/>
                  <a:moveTo>
                    <a:pt x="62842" y="1737495"/>
                  </a:moveTo>
                  <a:lnTo>
                    <a:pt x="142496" y="1764938"/>
                  </a:lnTo>
                  <a:lnTo>
                    <a:pt x="121362" y="1713401"/>
                  </a:lnTo>
                  <a:close/>
                  <a:moveTo>
                    <a:pt x="127699" y="1682473"/>
                  </a:moveTo>
                  <a:lnTo>
                    <a:pt x="62842" y="1737495"/>
                  </a:lnTo>
                  <a:lnTo>
                    <a:pt x="121362" y="1713401"/>
                  </a:lnTo>
                  <a:close/>
                  <a:moveTo>
                    <a:pt x="127699" y="1682473"/>
                  </a:moveTo>
                  <a:lnTo>
                    <a:pt x="93142" y="1688171"/>
                  </a:lnTo>
                  <a:lnTo>
                    <a:pt x="62842" y="1737495"/>
                  </a:lnTo>
                  <a:close/>
                  <a:moveTo>
                    <a:pt x="127699" y="1682473"/>
                  </a:moveTo>
                  <a:lnTo>
                    <a:pt x="131562" y="1661865"/>
                  </a:lnTo>
                  <a:lnTo>
                    <a:pt x="95858" y="1685959"/>
                  </a:lnTo>
                  <a:close/>
                  <a:moveTo>
                    <a:pt x="127699" y="1682473"/>
                  </a:moveTo>
                  <a:lnTo>
                    <a:pt x="121362" y="1713401"/>
                  </a:lnTo>
                  <a:lnTo>
                    <a:pt x="145355" y="1705772"/>
                  </a:lnTo>
                  <a:close/>
                  <a:moveTo>
                    <a:pt x="211937" y="1689624"/>
                  </a:moveTo>
                  <a:lnTo>
                    <a:pt x="211514" y="1686270"/>
                  </a:lnTo>
                  <a:lnTo>
                    <a:pt x="145355" y="1705772"/>
                  </a:lnTo>
                  <a:close/>
                  <a:moveTo>
                    <a:pt x="145355" y="1705772"/>
                  </a:moveTo>
                  <a:lnTo>
                    <a:pt x="211514" y="1686270"/>
                  </a:lnTo>
                  <a:lnTo>
                    <a:pt x="131562" y="1661865"/>
                  </a:lnTo>
                  <a:close/>
                  <a:moveTo>
                    <a:pt x="131562" y="1661865"/>
                  </a:moveTo>
                  <a:lnTo>
                    <a:pt x="211514" y="1686270"/>
                  </a:lnTo>
                  <a:lnTo>
                    <a:pt x="189910" y="1637771"/>
                  </a:lnTo>
                  <a:close/>
                  <a:moveTo>
                    <a:pt x="131562" y="1661865"/>
                  </a:moveTo>
                  <a:lnTo>
                    <a:pt x="127699" y="1682473"/>
                  </a:lnTo>
                  <a:lnTo>
                    <a:pt x="145355" y="1705772"/>
                  </a:lnTo>
                  <a:close/>
                  <a:moveTo>
                    <a:pt x="211937" y="1689624"/>
                  </a:moveTo>
                  <a:lnTo>
                    <a:pt x="212794" y="1689307"/>
                  </a:lnTo>
                  <a:lnTo>
                    <a:pt x="211514" y="1686270"/>
                  </a:lnTo>
                  <a:close/>
                  <a:moveTo>
                    <a:pt x="211937" y="1689624"/>
                  </a:moveTo>
                  <a:lnTo>
                    <a:pt x="213313" y="1692993"/>
                  </a:lnTo>
                  <a:lnTo>
                    <a:pt x="212794" y="1689307"/>
                  </a:lnTo>
                  <a:close/>
                  <a:moveTo>
                    <a:pt x="132719" y="1610328"/>
                  </a:moveTo>
                  <a:lnTo>
                    <a:pt x="131562" y="1661865"/>
                  </a:lnTo>
                  <a:lnTo>
                    <a:pt x="189910" y="1637771"/>
                  </a:lnTo>
                  <a:close/>
                  <a:moveTo>
                    <a:pt x="132719" y="1610328"/>
                  </a:moveTo>
                  <a:lnTo>
                    <a:pt x="189910" y="1637771"/>
                  </a:lnTo>
                  <a:lnTo>
                    <a:pt x="170193" y="1586234"/>
                  </a:lnTo>
                  <a:close/>
                  <a:moveTo>
                    <a:pt x="176998" y="1557218"/>
                  </a:moveTo>
                  <a:lnTo>
                    <a:pt x="132719" y="1610328"/>
                  </a:lnTo>
                  <a:lnTo>
                    <a:pt x="170193" y="1586234"/>
                  </a:lnTo>
                  <a:close/>
                  <a:moveTo>
                    <a:pt x="210026" y="1628435"/>
                  </a:moveTo>
                  <a:lnTo>
                    <a:pt x="211514" y="1686270"/>
                  </a:lnTo>
                  <a:lnTo>
                    <a:pt x="249046" y="1613677"/>
                  </a:lnTo>
                  <a:close/>
                  <a:moveTo>
                    <a:pt x="249046" y="1613677"/>
                  </a:moveTo>
                  <a:lnTo>
                    <a:pt x="211514" y="1686270"/>
                  </a:lnTo>
                  <a:lnTo>
                    <a:pt x="212794" y="1689307"/>
                  </a:lnTo>
                  <a:close/>
                  <a:moveTo>
                    <a:pt x="189910" y="1637771"/>
                  </a:moveTo>
                  <a:lnTo>
                    <a:pt x="211514" y="1686270"/>
                  </a:lnTo>
                  <a:lnTo>
                    <a:pt x="210026" y="1628435"/>
                  </a:lnTo>
                  <a:close/>
                  <a:moveTo>
                    <a:pt x="170193" y="1586234"/>
                  </a:moveTo>
                  <a:lnTo>
                    <a:pt x="210026" y="1628435"/>
                  </a:lnTo>
                  <a:lnTo>
                    <a:pt x="206008" y="1568958"/>
                  </a:lnTo>
                  <a:close/>
                  <a:moveTo>
                    <a:pt x="170193" y="1586234"/>
                  </a:moveTo>
                  <a:lnTo>
                    <a:pt x="189910" y="1637771"/>
                  </a:lnTo>
                  <a:lnTo>
                    <a:pt x="210026" y="1628435"/>
                  </a:lnTo>
                  <a:close/>
                  <a:moveTo>
                    <a:pt x="210026" y="1628435"/>
                  </a:moveTo>
                  <a:lnTo>
                    <a:pt x="243473" y="1576482"/>
                  </a:lnTo>
                  <a:lnTo>
                    <a:pt x="206008" y="1568958"/>
                  </a:lnTo>
                  <a:close/>
                  <a:moveTo>
                    <a:pt x="176998" y="1557218"/>
                  </a:moveTo>
                  <a:lnTo>
                    <a:pt x="170193" y="1586234"/>
                  </a:lnTo>
                  <a:lnTo>
                    <a:pt x="206008" y="1568958"/>
                  </a:lnTo>
                  <a:close/>
                  <a:moveTo>
                    <a:pt x="206008" y="1568958"/>
                  </a:moveTo>
                  <a:lnTo>
                    <a:pt x="224342" y="1559553"/>
                  </a:lnTo>
                  <a:lnTo>
                    <a:pt x="176998" y="1557218"/>
                  </a:lnTo>
                  <a:close/>
                  <a:moveTo>
                    <a:pt x="206008" y="1568958"/>
                  </a:moveTo>
                  <a:lnTo>
                    <a:pt x="243473" y="1576482"/>
                  </a:lnTo>
                  <a:lnTo>
                    <a:pt x="224342" y="1559553"/>
                  </a:lnTo>
                  <a:close/>
                  <a:moveTo>
                    <a:pt x="291418" y="1405642"/>
                  </a:moveTo>
                  <a:lnTo>
                    <a:pt x="257145" y="1412398"/>
                  </a:lnTo>
                  <a:lnTo>
                    <a:pt x="234738" y="1434973"/>
                  </a:lnTo>
                  <a:close/>
                  <a:moveTo>
                    <a:pt x="295711" y="1408528"/>
                  </a:moveTo>
                  <a:lnTo>
                    <a:pt x="332469" y="1384444"/>
                  </a:lnTo>
                  <a:lnTo>
                    <a:pt x="291418" y="1405642"/>
                  </a:lnTo>
                  <a:close/>
                  <a:moveTo>
                    <a:pt x="118439" y="1026029"/>
                  </a:moveTo>
                  <a:lnTo>
                    <a:pt x="85788" y="1101660"/>
                  </a:lnTo>
                  <a:lnTo>
                    <a:pt x="128043" y="1077566"/>
                  </a:lnTo>
                  <a:close/>
                  <a:moveTo>
                    <a:pt x="106686" y="984295"/>
                  </a:moveTo>
                  <a:lnTo>
                    <a:pt x="127060" y="1005587"/>
                  </a:lnTo>
                  <a:lnTo>
                    <a:pt x="130243" y="974493"/>
                  </a:lnTo>
                  <a:close/>
                  <a:moveTo>
                    <a:pt x="317604" y="1177740"/>
                  </a:moveTo>
                  <a:lnTo>
                    <a:pt x="309624" y="1180639"/>
                  </a:lnTo>
                  <a:lnTo>
                    <a:pt x="349431" y="1178065"/>
                  </a:lnTo>
                  <a:close/>
                  <a:moveTo>
                    <a:pt x="376688" y="1105299"/>
                  </a:moveTo>
                  <a:lnTo>
                    <a:pt x="310923" y="1168988"/>
                  </a:lnTo>
                  <a:lnTo>
                    <a:pt x="364688" y="1156545"/>
                  </a:lnTo>
                  <a:close/>
                  <a:moveTo>
                    <a:pt x="364688" y="1156545"/>
                  </a:moveTo>
                  <a:lnTo>
                    <a:pt x="310923" y="1168988"/>
                  </a:lnTo>
                  <a:lnTo>
                    <a:pt x="317604" y="1177740"/>
                  </a:lnTo>
                  <a:close/>
                  <a:moveTo>
                    <a:pt x="317604" y="1177740"/>
                  </a:moveTo>
                  <a:lnTo>
                    <a:pt x="349431" y="1178065"/>
                  </a:lnTo>
                  <a:lnTo>
                    <a:pt x="364688" y="1156545"/>
                  </a:lnTo>
                  <a:close/>
                  <a:moveTo>
                    <a:pt x="118439" y="1026029"/>
                  </a:moveTo>
                  <a:lnTo>
                    <a:pt x="160107" y="1003607"/>
                  </a:lnTo>
                  <a:lnTo>
                    <a:pt x="127060" y="1005587"/>
                  </a:lnTo>
                  <a:close/>
                  <a:moveTo>
                    <a:pt x="130243" y="974493"/>
                  </a:moveTo>
                  <a:lnTo>
                    <a:pt x="127060" y="1005587"/>
                  </a:lnTo>
                  <a:lnTo>
                    <a:pt x="162798" y="1001935"/>
                  </a:lnTo>
                  <a:close/>
                  <a:moveTo>
                    <a:pt x="364688" y="1156545"/>
                  </a:moveTo>
                  <a:lnTo>
                    <a:pt x="376830" y="1104830"/>
                  </a:lnTo>
                  <a:lnTo>
                    <a:pt x="376688" y="1105299"/>
                  </a:lnTo>
                  <a:close/>
                  <a:moveTo>
                    <a:pt x="310593" y="869726"/>
                  </a:moveTo>
                  <a:lnTo>
                    <a:pt x="305927" y="880509"/>
                  </a:lnTo>
                  <a:lnTo>
                    <a:pt x="341257" y="850674"/>
                  </a:lnTo>
                  <a:close/>
                  <a:moveTo>
                    <a:pt x="164179" y="644528"/>
                  </a:moveTo>
                  <a:lnTo>
                    <a:pt x="147258" y="700339"/>
                  </a:lnTo>
                  <a:lnTo>
                    <a:pt x="156708" y="696064"/>
                  </a:lnTo>
                  <a:close/>
                  <a:moveTo>
                    <a:pt x="164179" y="644528"/>
                  </a:moveTo>
                  <a:lnTo>
                    <a:pt x="156708" y="696064"/>
                  </a:lnTo>
                  <a:lnTo>
                    <a:pt x="196101" y="620434"/>
                  </a:lnTo>
                  <a:close/>
                  <a:moveTo>
                    <a:pt x="210179" y="602077"/>
                  </a:moveTo>
                  <a:lnTo>
                    <a:pt x="164179" y="644528"/>
                  </a:lnTo>
                  <a:lnTo>
                    <a:pt x="196101" y="620434"/>
                  </a:lnTo>
                  <a:close/>
                  <a:moveTo>
                    <a:pt x="753900" y="1111706"/>
                  </a:moveTo>
                  <a:lnTo>
                    <a:pt x="757461" y="1173523"/>
                  </a:lnTo>
                  <a:lnTo>
                    <a:pt x="757842" y="1117387"/>
                  </a:lnTo>
                  <a:close/>
                  <a:moveTo>
                    <a:pt x="715992" y="1187336"/>
                  </a:moveTo>
                  <a:lnTo>
                    <a:pt x="757461" y="1173523"/>
                  </a:lnTo>
                  <a:lnTo>
                    <a:pt x="753900" y="1111706"/>
                  </a:lnTo>
                  <a:close/>
                  <a:moveTo>
                    <a:pt x="706496" y="1135800"/>
                  </a:moveTo>
                  <a:lnTo>
                    <a:pt x="715992" y="1187336"/>
                  </a:lnTo>
                  <a:lnTo>
                    <a:pt x="753900" y="1111706"/>
                  </a:lnTo>
                  <a:close/>
                  <a:moveTo>
                    <a:pt x="757461" y="1173523"/>
                  </a:moveTo>
                  <a:lnTo>
                    <a:pt x="785633" y="1163242"/>
                  </a:lnTo>
                  <a:lnTo>
                    <a:pt x="757842" y="1117387"/>
                  </a:lnTo>
                  <a:close/>
                  <a:moveTo>
                    <a:pt x="755192" y="1107479"/>
                  </a:moveTo>
                  <a:lnTo>
                    <a:pt x="706496" y="1135800"/>
                  </a:lnTo>
                  <a:lnTo>
                    <a:pt x="753900" y="1111706"/>
                  </a:lnTo>
                  <a:close/>
                  <a:moveTo>
                    <a:pt x="755192" y="1107479"/>
                  </a:moveTo>
                  <a:lnTo>
                    <a:pt x="718054" y="1103525"/>
                  </a:lnTo>
                  <a:lnTo>
                    <a:pt x="706496" y="1135800"/>
                  </a:lnTo>
                  <a:close/>
                  <a:moveTo>
                    <a:pt x="760855" y="1108021"/>
                  </a:moveTo>
                  <a:lnTo>
                    <a:pt x="757842" y="1117387"/>
                  </a:lnTo>
                  <a:lnTo>
                    <a:pt x="807404" y="1087612"/>
                  </a:lnTo>
                  <a:close/>
                  <a:moveTo>
                    <a:pt x="757842" y="1117387"/>
                  </a:moveTo>
                  <a:lnTo>
                    <a:pt x="785633" y="1163242"/>
                  </a:lnTo>
                  <a:lnTo>
                    <a:pt x="807404" y="1087612"/>
                  </a:lnTo>
                  <a:close/>
                  <a:moveTo>
                    <a:pt x="753900" y="1111706"/>
                  </a:moveTo>
                  <a:lnTo>
                    <a:pt x="757842" y="1117387"/>
                  </a:lnTo>
                  <a:lnTo>
                    <a:pt x="760855" y="1108021"/>
                  </a:lnTo>
                  <a:close/>
                  <a:moveTo>
                    <a:pt x="755192" y="1107479"/>
                  </a:moveTo>
                  <a:lnTo>
                    <a:pt x="753900" y="1111706"/>
                  </a:lnTo>
                  <a:lnTo>
                    <a:pt x="760855" y="1108021"/>
                  </a:lnTo>
                  <a:close/>
                  <a:moveTo>
                    <a:pt x="755192" y="1107479"/>
                  </a:moveTo>
                  <a:lnTo>
                    <a:pt x="760855" y="1108021"/>
                  </a:lnTo>
                  <a:lnTo>
                    <a:pt x="773448" y="1060169"/>
                  </a:lnTo>
                  <a:close/>
                  <a:moveTo>
                    <a:pt x="773448" y="1060169"/>
                  </a:moveTo>
                  <a:lnTo>
                    <a:pt x="760855" y="1108021"/>
                  </a:lnTo>
                  <a:lnTo>
                    <a:pt x="807404" y="1087612"/>
                  </a:lnTo>
                  <a:close/>
                  <a:moveTo>
                    <a:pt x="910706" y="1190685"/>
                  </a:moveTo>
                  <a:lnTo>
                    <a:pt x="895077" y="1137608"/>
                  </a:lnTo>
                  <a:lnTo>
                    <a:pt x="898686" y="1159727"/>
                  </a:lnTo>
                  <a:close/>
                  <a:moveTo>
                    <a:pt x="884369" y="1139149"/>
                  </a:moveTo>
                  <a:lnTo>
                    <a:pt x="898686" y="1159727"/>
                  </a:lnTo>
                  <a:lnTo>
                    <a:pt x="895077" y="1137608"/>
                  </a:lnTo>
                  <a:close/>
                  <a:moveTo>
                    <a:pt x="891388" y="1132437"/>
                  </a:moveTo>
                  <a:lnTo>
                    <a:pt x="884369" y="1139149"/>
                  </a:lnTo>
                  <a:lnTo>
                    <a:pt x="895077" y="1137608"/>
                  </a:lnTo>
                  <a:close/>
                  <a:moveTo>
                    <a:pt x="842610" y="989843"/>
                  </a:moveTo>
                  <a:lnTo>
                    <a:pt x="816639" y="1027640"/>
                  </a:lnTo>
                  <a:lnTo>
                    <a:pt x="810901" y="1036075"/>
                  </a:lnTo>
                  <a:close/>
                  <a:moveTo>
                    <a:pt x="380816" y="469173"/>
                  </a:moveTo>
                  <a:lnTo>
                    <a:pt x="403449" y="518503"/>
                  </a:lnTo>
                  <a:lnTo>
                    <a:pt x="392606" y="464576"/>
                  </a:lnTo>
                  <a:close/>
                  <a:moveTo>
                    <a:pt x="385267" y="462877"/>
                  </a:moveTo>
                  <a:lnTo>
                    <a:pt x="380816" y="469173"/>
                  </a:lnTo>
                  <a:lnTo>
                    <a:pt x="392606" y="464576"/>
                  </a:lnTo>
                  <a:close/>
                  <a:moveTo>
                    <a:pt x="63838" y="40004"/>
                  </a:moveTo>
                  <a:lnTo>
                    <a:pt x="10036" y="56880"/>
                  </a:lnTo>
                  <a:lnTo>
                    <a:pt x="79192" y="56992"/>
                  </a:lnTo>
                  <a:close/>
                  <a:moveTo>
                    <a:pt x="10036" y="56880"/>
                  </a:moveTo>
                  <a:lnTo>
                    <a:pt x="0" y="70485"/>
                  </a:lnTo>
                  <a:lnTo>
                    <a:pt x="79192" y="56992"/>
                  </a:lnTo>
                  <a:close/>
                  <a:moveTo>
                    <a:pt x="113553" y="10786"/>
                  </a:moveTo>
                  <a:lnTo>
                    <a:pt x="63838" y="40004"/>
                  </a:lnTo>
                  <a:lnTo>
                    <a:pt x="92095" y="32786"/>
                  </a:lnTo>
                  <a:close/>
                  <a:moveTo>
                    <a:pt x="37531" y="36131"/>
                  </a:moveTo>
                  <a:lnTo>
                    <a:pt x="63838" y="40004"/>
                  </a:lnTo>
                  <a:lnTo>
                    <a:pt x="113553" y="10786"/>
                  </a:lnTo>
                  <a:close/>
                  <a:moveTo>
                    <a:pt x="63838" y="40004"/>
                  </a:moveTo>
                  <a:lnTo>
                    <a:pt x="79192" y="56992"/>
                  </a:lnTo>
                  <a:lnTo>
                    <a:pt x="92095" y="32786"/>
                  </a:lnTo>
                  <a:close/>
                  <a:moveTo>
                    <a:pt x="146748" y="0"/>
                  </a:moveTo>
                  <a:lnTo>
                    <a:pt x="92095" y="32786"/>
                  </a:lnTo>
                  <a:lnTo>
                    <a:pt x="140334" y="8692"/>
                  </a:lnTo>
                  <a:close/>
                  <a:moveTo>
                    <a:pt x="146748" y="0"/>
                  </a:moveTo>
                  <a:lnTo>
                    <a:pt x="113553" y="10786"/>
                  </a:lnTo>
                  <a:lnTo>
                    <a:pt x="92095" y="32786"/>
                  </a:lnTo>
                  <a:close/>
                  <a:moveTo>
                    <a:pt x="908935" y="928246"/>
                  </a:moveTo>
                  <a:lnTo>
                    <a:pt x="908475" y="936351"/>
                  </a:lnTo>
                  <a:lnTo>
                    <a:pt x="913478" y="934420"/>
                  </a:lnTo>
                  <a:close/>
                  <a:moveTo>
                    <a:pt x="919340" y="936351"/>
                  </a:moveTo>
                  <a:lnTo>
                    <a:pt x="908935" y="928246"/>
                  </a:lnTo>
                  <a:lnTo>
                    <a:pt x="913478" y="934420"/>
                  </a:lnTo>
                  <a:close/>
                  <a:moveTo>
                    <a:pt x="678623" y="456279"/>
                  </a:moveTo>
                  <a:lnTo>
                    <a:pt x="664531" y="499964"/>
                  </a:lnTo>
                  <a:lnTo>
                    <a:pt x="718054" y="477407"/>
                  </a:lnTo>
                  <a:close/>
                  <a:moveTo>
                    <a:pt x="761634" y="457066"/>
                  </a:moveTo>
                  <a:lnTo>
                    <a:pt x="678623" y="456279"/>
                  </a:lnTo>
                  <a:lnTo>
                    <a:pt x="728373" y="475870"/>
                  </a:lnTo>
                  <a:close/>
                  <a:moveTo>
                    <a:pt x="812168" y="414116"/>
                  </a:moveTo>
                  <a:lnTo>
                    <a:pt x="789226" y="424334"/>
                  </a:lnTo>
                  <a:lnTo>
                    <a:pt x="831340" y="408107"/>
                  </a:lnTo>
                  <a:close/>
                  <a:moveTo>
                    <a:pt x="831340" y="408107"/>
                  </a:moveTo>
                  <a:lnTo>
                    <a:pt x="789226" y="424334"/>
                  </a:lnTo>
                  <a:lnTo>
                    <a:pt x="761634" y="457066"/>
                  </a:lnTo>
                  <a:close/>
                  <a:moveTo>
                    <a:pt x="831340" y="408107"/>
                  </a:moveTo>
                  <a:lnTo>
                    <a:pt x="761634" y="457066"/>
                  </a:lnTo>
                  <a:lnTo>
                    <a:pt x="793152" y="440007"/>
                  </a:lnTo>
                  <a:close/>
                  <a:moveTo>
                    <a:pt x="796766" y="413741"/>
                  </a:moveTo>
                  <a:lnTo>
                    <a:pt x="789226" y="424334"/>
                  </a:lnTo>
                  <a:lnTo>
                    <a:pt x="812168" y="41411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46" name="Output_density__4245">
              <a:extLst>
                <a:ext uri="{FF2B5EF4-FFF2-40B4-BE49-F238E27FC236}">
                  <a16:creationId xmlns:a16="http://schemas.microsoft.com/office/drawing/2014/main" id="{B7DF93B1-FBF5-1C0E-B988-27509210113C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0196"/>
              <a:ext cx="1468539" cy="2367960"/>
            </a:xfrm>
            <a:custGeom>
              <a:avLst/>
              <a:gdLst/>
              <a:ahLst/>
              <a:cxnLst/>
              <a:rect l="0" t="0" r="0" b="0"/>
              <a:pathLst>
                <a:path w="1468539" h="2367960">
                  <a:moveTo>
                    <a:pt x="228894" y="2190033"/>
                  </a:moveTo>
                  <a:lnTo>
                    <a:pt x="197924" y="2209139"/>
                  </a:lnTo>
                  <a:lnTo>
                    <a:pt x="182855" y="2244182"/>
                  </a:lnTo>
                  <a:close/>
                  <a:moveTo>
                    <a:pt x="187991" y="2117015"/>
                  </a:moveTo>
                  <a:lnTo>
                    <a:pt x="181053" y="2146061"/>
                  </a:lnTo>
                  <a:lnTo>
                    <a:pt x="221528" y="2162491"/>
                  </a:lnTo>
                  <a:close/>
                  <a:moveTo>
                    <a:pt x="473451" y="2367960"/>
                  </a:moveTo>
                  <a:lnTo>
                    <a:pt x="528670" y="2350604"/>
                  </a:lnTo>
                  <a:lnTo>
                    <a:pt x="486702" y="2320328"/>
                  </a:lnTo>
                  <a:close/>
                  <a:moveTo>
                    <a:pt x="291715" y="2250231"/>
                  </a:moveTo>
                  <a:lnTo>
                    <a:pt x="243084" y="2220088"/>
                  </a:lnTo>
                  <a:lnTo>
                    <a:pt x="244204" y="2214176"/>
                  </a:lnTo>
                  <a:close/>
                  <a:moveTo>
                    <a:pt x="221528" y="2162491"/>
                  </a:moveTo>
                  <a:lnTo>
                    <a:pt x="299170" y="2143206"/>
                  </a:lnTo>
                  <a:lnTo>
                    <a:pt x="245780" y="2118264"/>
                  </a:lnTo>
                  <a:close/>
                  <a:moveTo>
                    <a:pt x="528670" y="2350604"/>
                  </a:moveTo>
                  <a:lnTo>
                    <a:pt x="543636" y="2358515"/>
                  </a:lnTo>
                  <a:lnTo>
                    <a:pt x="546478" y="2346573"/>
                  </a:lnTo>
                  <a:close/>
                  <a:moveTo>
                    <a:pt x="546478" y="2346573"/>
                  </a:moveTo>
                  <a:lnTo>
                    <a:pt x="486702" y="2320328"/>
                  </a:lnTo>
                  <a:lnTo>
                    <a:pt x="528670" y="2350604"/>
                  </a:lnTo>
                  <a:close/>
                  <a:moveTo>
                    <a:pt x="493061" y="2289275"/>
                  </a:moveTo>
                  <a:lnTo>
                    <a:pt x="486702" y="2320328"/>
                  </a:lnTo>
                  <a:lnTo>
                    <a:pt x="546478" y="2346573"/>
                  </a:lnTo>
                  <a:close/>
                  <a:moveTo>
                    <a:pt x="539258" y="2289700"/>
                  </a:moveTo>
                  <a:lnTo>
                    <a:pt x="493061" y="2289275"/>
                  </a:lnTo>
                  <a:lnTo>
                    <a:pt x="546478" y="2346573"/>
                  </a:lnTo>
                  <a:close/>
                  <a:moveTo>
                    <a:pt x="493061" y="2289275"/>
                  </a:moveTo>
                  <a:lnTo>
                    <a:pt x="440680" y="2322934"/>
                  </a:lnTo>
                  <a:lnTo>
                    <a:pt x="486702" y="2320328"/>
                  </a:lnTo>
                  <a:close/>
                  <a:moveTo>
                    <a:pt x="493061" y="2289275"/>
                  </a:moveTo>
                  <a:lnTo>
                    <a:pt x="477451" y="2285740"/>
                  </a:lnTo>
                  <a:lnTo>
                    <a:pt x="426093" y="2242994"/>
                  </a:lnTo>
                  <a:close/>
                  <a:moveTo>
                    <a:pt x="346604" y="1830434"/>
                  </a:moveTo>
                  <a:lnTo>
                    <a:pt x="316988" y="1816530"/>
                  </a:lnTo>
                  <a:lnTo>
                    <a:pt x="323016" y="1786868"/>
                  </a:lnTo>
                  <a:close/>
                  <a:moveTo>
                    <a:pt x="127174" y="1455681"/>
                  </a:moveTo>
                  <a:lnTo>
                    <a:pt x="152100" y="1505273"/>
                  </a:lnTo>
                  <a:lnTo>
                    <a:pt x="136998" y="1481527"/>
                  </a:lnTo>
                  <a:close/>
                  <a:moveTo>
                    <a:pt x="470029" y="1743314"/>
                  </a:moveTo>
                  <a:lnTo>
                    <a:pt x="421715" y="1712427"/>
                  </a:lnTo>
                  <a:lnTo>
                    <a:pt x="465724" y="1738862"/>
                  </a:lnTo>
                  <a:close/>
                  <a:moveTo>
                    <a:pt x="478296" y="1749298"/>
                  </a:moveTo>
                  <a:lnTo>
                    <a:pt x="470029" y="1743314"/>
                  </a:lnTo>
                  <a:lnTo>
                    <a:pt x="465724" y="1738862"/>
                  </a:lnTo>
                  <a:close/>
                  <a:moveTo>
                    <a:pt x="133533" y="1450511"/>
                  </a:moveTo>
                  <a:lnTo>
                    <a:pt x="175035" y="1429643"/>
                  </a:lnTo>
                  <a:lnTo>
                    <a:pt x="150405" y="1396751"/>
                  </a:lnTo>
                  <a:close/>
                  <a:moveTo>
                    <a:pt x="22167" y="1350664"/>
                  </a:moveTo>
                  <a:lnTo>
                    <a:pt x="22281" y="1401974"/>
                  </a:lnTo>
                  <a:lnTo>
                    <a:pt x="30314" y="1332976"/>
                  </a:lnTo>
                  <a:close/>
                  <a:moveTo>
                    <a:pt x="22167" y="1350664"/>
                  </a:moveTo>
                  <a:lnTo>
                    <a:pt x="31404" y="1301183"/>
                  </a:lnTo>
                  <a:lnTo>
                    <a:pt x="34025" y="1275033"/>
                  </a:lnTo>
                  <a:close/>
                  <a:moveTo>
                    <a:pt x="22167" y="1350664"/>
                  </a:moveTo>
                  <a:lnTo>
                    <a:pt x="34025" y="1275033"/>
                  </a:lnTo>
                  <a:lnTo>
                    <a:pt x="23242" y="1299127"/>
                  </a:lnTo>
                  <a:close/>
                  <a:moveTo>
                    <a:pt x="21432" y="1263898"/>
                  </a:moveTo>
                  <a:lnTo>
                    <a:pt x="1816" y="1230659"/>
                  </a:lnTo>
                  <a:lnTo>
                    <a:pt x="34025" y="1275033"/>
                  </a:lnTo>
                  <a:close/>
                  <a:moveTo>
                    <a:pt x="0" y="1223496"/>
                  </a:moveTo>
                  <a:lnTo>
                    <a:pt x="1816" y="1230659"/>
                  </a:lnTo>
                  <a:lnTo>
                    <a:pt x="21432" y="1263898"/>
                  </a:lnTo>
                  <a:close/>
                  <a:moveTo>
                    <a:pt x="4347" y="1200018"/>
                  </a:moveTo>
                  <a:lnTo>
                    <a:pt x="1816" y="1230659"/>
                  </a:lnTo>
                  <a:lnTo>
                    <a:pt x="0" y="1223496"/>
                  </a:lnTo>
                  <a:close/>
                  <a:moveTo>
                    <a:pt x="445923" y="1724930"/>
                  </a:moveTo>
                  <a:lnTo>
                    <a:pt x="478296" y="1749298"/>
                  </a:lnTo>
                  <a:lnTo>
                    <a:pt x="465724" y="1738862"/>
                  </a:lnTo>
                  <a:close/>
                  <a:moveTo>
                    <a:pt x="517364" y="1767574"/>
                  </a:moveTo>
                  <a:lnTo>
                    <a:pt x="478296" y="1749298"/>
                  </a:lnTo>
                  <a:lnTo>
                    <a:pt x="445923" y="1724930"/>
                  </a:lnTo>
                  <a:close/>
                  <a:moveTo>
                    <a:pt x="517364" y="1767574"/>
                  </a:moveTo>
                  <a:lnTo>
                    <a:pt x="508023" y="1738862"/>
                  </a:lnTo>
                  <a:lnTo>
                    <a:pt x="478296" y="1749298"/>
                  </a:lnTo>
                  <a:close/>
                  <a:moveTo>
                    <a:pt x="526093" y="1735717"/>
                  </a:moveTo>
                  <a:lnTo>
                    <a:pt x="508023" y="1738862"/>
                  </a:lnTo>
                  <a:lnTo>
                    <a:pt x="517364" y="1767574"/>
                  </a:lnTo>
                  <a:close/>
                  <a:moveTo>
                    <a:pt x="445923" y="1724930"/>
                  </a:moveTo>
                  <a:lnTo>
                    <a:pt x="465724" y="1738862"/>
                  </a:lnTo>
                  <a:lnTo>
                    <a:pt x="421715" y="1712427"/>
                  </a:lnTo>
                  <a:close/>
                  <a:moveTo>
                    <a:pt x="158227" y="1367692"/>
                  </a:moveTo>
                  <a:lnTo>
                    <a:pt x="150405" y="1396751"/>
                  </a:lnTo>
                  <a:lnTo>
                    <a:pt x="207685" y="1354012"/>
                  </a:lnTo>
                  <a:close/>
                  <a:moveTo>
                    <a:pt x="158227" y="1367692"/>
                  </a:moveTo>
                  <a:lnTo>
                    <a:pt x="195932" y="1312278"/>
                  </a:lnTo>
                  <a:lnTo>
                    <a:pt x="142849" y="1317452"/>
                  </a:lnTo>
                  <a:close/>
                  <a:moveTo>
                    <a:pt x="142849" y="1317452"/>
                  </a:moveTo>
                  <a:lnTo>
                    <a:pt x="172450" y="1268625"/>
                  </a:lnTo>
                  <a:lnTo>
                    <a:pt x="140914" y="1256282"/>
                  </a:lnTo>
                  <a:close/>
                  <a:moveTo>
                    <a:pt x="0" y="1223496"/>
                  </a:moveTo>
                  <a:lnTo>
                    <a:pt x="14572" y="1157545"/>
                  </a:lnTo>
                  <a:lnTo>
                    <a:pt x="4347" y="1200018"/>
                  </a:lnTo>
                  <a:close/>
                  <a:moveTo>
                    <a:pt x="17034" y="1147866"/>
                  </a:moveTo>
                  <a:lnTo>
                    <a:pt x="14572" y="1157545"/>
                  </a:lnTo>
                  <a:lnTo>
                    <a:pt x="0" y="1223496"/>
                  </a:lnTo>
                  <a:close/>
                  <a:moveTo>
                    <a:pt x="399895" y="1511378"/>
                  </a:moveTo>
                  <a:lnTo>
                    <a:pt x="364049" y="1536601"/>
                  </a:lnTo>
                  <a:lnTo>
                    <a:pt x="398870" y="1508622"/>
                  </a:lnTo>
                  <a:close/>
                  <a:moveTo>
                    <a:pt x="218816" y="1226845"/>
                  </a:moveTo>
                  <a:lnTo>
                    <a:pt x="218504" y="1206885"/>
                  </a:lnTo>
                  <a:lnTo>
                    <a:pt x="216802" y="1232569"/>
                  </a:lnTo>
                  <a:close/>
                  <a:moveTo>
                    <a:pt x="232292" y="1278382"/>
                  </a:moveTo>
                  <a:lnTo>
                    <a:pt x="216802" y="1232569"/>
                  </a:lnTo>
                  <a:lnTo>
                    <a:pt x="228190" y="1286053"/>
                  </a:lnTo>
                  <a:close/>
                  <a:moveTo>
                    <a:pt x="232292" y="1278382"/>
                  </a:moveTo>
                  <a:lnTo>
                    <a:pt x="218816" y="1226845"/>
                  </a:lnTo>
                  <a:lnTo>
                    <a:pt x="216802" y="1232569"/>
                  </a:lnTo>
                  <a:close/>
                  <a:moveTo>
                    <a:pt x="781584" y="1644935"/>
                  </a:moveTo>
                  <a:lnTo>
                    <a:pt x="788601" y="1698992"/>
                  </a:lnTo>
                  <a:lnTo>
                    <a:pt x="783399" y="1694023"/>
                  </a:lnTo>
                  <a:close/>
                  <a:moveTo>
                    <a:pt x="1187922" y="1979149"/>
                  </a:moveTo>
                  <a:lnTo>
                    <a:pt x="1187217" y="1978570"/>
                  </a:lnTo>
                  <a:lnTo>
                    <a:pt x="1147617" y="1965412"/>
                  </a:lnTo>
                  <a:close/>
                  <a:moveTo>
                    <a:pt x="597057" y="1304375"/>
                  </a:moveTo>
                  <a:lnTo>
                    <a:pt x="602235" y="1309173"/>
                  </a:lnTo>
                  <a:lnTo>
                    <a:pt x="624197" y="1317485"/>
                  </a:lnTo>
                  <a:close/>
                  <a:moveTo>
                    <a:pt x="584484" y="1297140"/>
                  </a:moveTo>
                  <a:lnTo>
                    <a:pt x="602235" y="1309173"/>
                  </a:lnTo>
                  <a:lnTo>
                    <a:pt x="597057" y="1304375"/>
                  </a:lnTo>
                  <a:close/>
                  <a:moveTo>
                    <a:pt x="430504" y="1178657"/>
                  </a:moveTo>
                  <a:lnTo>
                    <a:pt x="437912" y="1230194"/>
                  </a:lnTo>
                  <a:lnTo>
                    <a:pt x="433580" y="1170278"/>
                  </a:lnTo>
                  <a:close/>
                  <a:moveTo>
                    <a:pt x="331750" y="999953"/>
                  </a:moveTo>
                  <a:lnTo>
                    <a:pt x="309081" y="1007301"/>
                  </a:lnTo>
                  <a:lnTo>
                    <a:pt x="348163" y="1072507"/>
                  </a:lnTo>
                  <a:close/>
                  <a:moveTo>
                    <a:pt x="340683" y="948417"/>
                  </a:moveTo>
                  <a:lnTo>
                    <a:pt x="311169" y="973972"/>
                  </a:lnTo>
                  <a:lnTo>
                    <a:pt x="345200" y="953176"/>
                  </a:lnTo>
                  <a:close/>
                  <a:moveTo>
                    <a:pt x="331750" y="999953"/>
                  </a:moveTo>
                  <a:lnTo>
                    <a:pt x="352482" y="953757"/>
                  </a:lnTo>
                  <a:lnTo>
                    <a:pt x="345200" y="953176"/>
                  </a:lnTo>
                  <a:close/>
                  <a:moveTo>
                    <a:pt x="1252288" y="1964355"/>
                  </a:moveTo>
                  <a:lnTo>
                    <a:pt x="1244237" y="2017081"/>
                  </a:lnTo>
                  <a:lnTo>
                    <a:pt x="1298387" y="2027603"/>
                  </a:lnTo>
                  <a:close/>
                  <a:moveTo>
                    <a:pt x="1187922" y="1979149"/>
                  </a:moveTo>
                  <a:lnTo>
                    <a:pt x="1244237" y="2017081"/>
                  </a:lnTo>
                  <a:lnTo>
                    <a:pt x="1252288" y="1964355"/>
                  </a:lnTo>
                  <a:close/>
                  <a:moveTo>
                    <a:pt x="1252288" y="1964355"/>
                  </a:moveTo>
                  <a:lnTo>
                    <a:pt x="1187217" y="1978570"/>
                  </a:lnTo>
                  <a:lnTo>
                    <a:pt x="1187922" y="1979149"/>
                  </a:lnTo>
                  <a:close/>
                  <a:moveTo>
                    <a:pt x="1199572" y="1906487"/>
                  </a:moveTo>
                  <a:lnTo>
                    <a:pt x="1187217" y="1978570"/>
                  </a:lnTo>
                  <a:lnTo>
                    <a:pt x="1252288" y="1964355"/>
                  </a:lnTo>
                  <a:close/>
                  <a:moveTo>
                    <a:pt x="846707" y="1501506"/>
                  </a:moveTo>
                  <a:lnTo>
                    <a:pt x="805238" y="1515319"/>
                  </a:lnTo>
                  <a:lnTo>
                    <a:pt x="856545" y="1556251"/>
                  </a:lnTo>
                  <a:close/>
                  <a:moveTo>
                    <a:pt x="856545" y="1556251"/>
                  </a:moveTo>
                  <a:lnTo>
                    <a:pt x="805238" y="1515319"/>
                  </a:lnTo>
                  <a:lnTo>
                    <a:pt x="817390" y="1509009"/>
                  </a:lnTo>
                  <a:close/>
                  <a:moveTo>
                    <a:pt x="703237" y="1256885"/>
                  </a:moveTo>
                  <a:lnTo>
                    <a:pt x="669204" y="1256134"/>
                  </a:lnTo>
                  <a:lnTo>
                    <a:pt x="736237" y="1285079"/>
                  </a:lnTo>
                  <a:close/>
                  <a:moveTo>
                    <a:pt x="311169" y="973972"/>
                  </a:moveTo>
                  <a:lnTo>
                    <a:pt x="340683" y="948417"/>
                  </a:lnTo>
                  <a:lnTo>
                    <a:pt x="317958" y="937341"/>
                  </a:lnTo>
                  <a:close/>
                  <a:moveTo>
                    <a:pt x="317958" y="937341"/>
                  </a:moveTo>
                  <a:lnTo>
                    <a:pt x="340683" y="948417"/>
                  </a:lnTo>
                  <a:lnTo>
                    <a:pt x="299425" y="930060"/>
                  </a:lnTo>
                  <a:close/>
                  <a:moveTo>
                    <a:pt x="683992" y="1233542"/>
                  </a:moveTo>
                  <a:lnTo>
                    <a:pt x="669204" y="1256134"/>
                  </a:lnTo>
                  <a:lnTo>
                    <a:pt x="703237" y="1256885"/>
                  </a:lnTo>
                  <a:close/>
                  <a:moveTo>
                    <a:pt x="64063" y="512030"/>
                  </a:moveTo>
                  <a:lnTo>
                    <a:pt x="65510" y="463944"/>
                  </a:lnTo>
                  <a:lnTo>
                    <a:pt x="70938" y="522275"/>
                  </a:lnTo>
                  <a:close/>
                  <a:moveTo>
                    <a:pt x="64063" y="512030"/>
                  </a:moveTo>
                  <a:lnTo>
                    <a:pt x="62551" y="460494"/>
                  </a:lnTo>
                  <a:lnTo>
                    <a:pt x="65510" y="463944"/>
                  </a:lnTo>
                  <a:close/>
                  <a:moveTo>
                    <a:pt x="976067" y="1542762"/>
                  </a:moveTo>
                  <a:lnTo>
                    <a:pt x="999952" y="1518668"/>
                  </a:lnTo>
                  <a:lnTo>
                    <a:pt x="963988" y="1533086"/>
                  </a:lnTo>
                  <a:close/>
                  <a:moveTo>
                    <a:pt x="874879" y="1491226"/>
                  </a:moveTo>
                  <a:lnTo>
                    <a:pt x="914299" y="1521984"/>
                  </a:lnTo>
                  <a:lnTo>
                    <a:pt x="930826" y="1471102"/>
                  </a:lnTo>
                  <a:close/>
                  <a:moveTo>
                    <a:pt x="914299" y="1521984"/>
                  </a:moveTo>
                  <a:lnTo>
                    <a:pt x="973615" y="1467132"/>
                  </a:lnTo>
                  <a:lnTo>
                    <a:pt x="930826" y="1471102"/>
                  </a:lnTo>
                  <a:close/>
                  <a:moveTo>
                    <a:pt x="963988" y="1533086"/>
                  </a:moveTo>
                  <a:lnTo>
                    <a:pt x="987933" y="1487710"/>
                  </a:lnTo>
                  <a:lnTo>
                    <a:pt x="914299" y="1521984"/>
                  </a:lnTo>
                  <a:close/>
                  <a:moveTo>
                    <a:pt x="948451" y="1415595"/>
                  </a:moveTo>
                  <a:lnTo>
                    <a:pt x="931175" y="1450179"/>
                  </a:lnTo>
                  <a:lnTo>
                    <a:pt x="962180" y="1420851"/>
                  </a:lnTo>
                  <a:close/>
                  <a:moveTo>
                    <a:pt x="962180" y="1420851"/>
                  </a:moveTo>
                  <a:lnTo>
                    <a:pt x="931175" y="1450179"/>
                  </a:lnTo>
                  <a:lnTo>
                    <a:pt x="930826" y="1471102"/>
                  </a:lnTo>
                  <a:close/>
                  <a:moveTo>
                    <a:pt x="709781" y="1223146"/>
                  </a:moveTo>
                  <a:lnTo>
                    <a:pt x="703237" y="1256885"/>
                  </a:lnTo>
                  <a:lnTo>
                    <a:pt x="767770" y="1209448"/>
                  </a:lnTo>
                  <a:close/>
                  <a:moveTo>
                    <a:pt x="767770" y="1209448"/>
                  </a:moveTo>
                  <a:lnTo>
                    <a:pt x="703237" y="1256885"/>
                  </a:lnTo>
                  <a:lnTo>
                    <a:pt x="736237" y="1285079"/>
                  </a:lnTo>
                  <a:close/>
                  <a:moveTo>
                    <a:pt x="767770" y="1209448"/>
                  </a:moveTo>
                  <a:lnTo>
                    <a:pt x="736237" y="1285079"/>
                  </a:lnTo>
                  <a:lnTo>
                    <a:pt x="757576" y="1260985"/>
                  </a:lnTo>
                  <a:close/>
                  <a:moveTo>
                    <a:pt x="683992" y="1233542"/>
                  </a:moveTo>
                  <a:lnTo>
                    <a:pt x="703237" y="1256885"/>
                  </a:lnTo>
                  <a:lnTo>
                    <a:pt x="709781" y="1223146"/>
                  </a:lnTo>
                  <a:close/>
                  <a:moveTo>
                    <a:pt x="638290" y="1182006"/>
                  </a:moveTo>
                  <a:lnTo>
                    <a:pt x="709781" y="1223146"/>
                  </a:lnTo>
                  <a:lnTo>
                    <a:pt x="670460" y="1174117"/>
                  </a:lnTo>
                  <a:close/>
                  <a:moveTo>
                    <a:pt x="683992" y="1233542"/>
                  </a:moveTo>
                  <a:lnTo>
                    <a:pt x="709781" y="1223146"/>
                  </a:lnTo>
                  <a:lnTo>
                    <a:pt x="638290" y="1182006"/>
                  </a:lnTo>
                  <a:close/>
                  <a:moveTo>
                    <a:pt x="753833" y="1162572"/>
                  </a:moveTo>
                  <a:lnTo>
                    <a:pt x="713970" y="1162116"/>
                  </a:lnTo>
                  <a:lnTo>
                    <a:pt x="709781" y="1223146"/>
                  </a:lnTo>
                  <a:close/>
                  <a:moveTo>
                    <a:pt x="767770" y="1209448"/>
                  </a:moveTo>
                  <a:lnTo>
                    <a:pt x="771534" y="1202660"/>
                  </a:lnTo>
                  <a:lnTo>
                    <a:pt x="753833" y="1162572"/>
                  </a:lnTo>
                  <a:close/>
                  <a:moveTo>
                    <a:pt x="709781" y="1223146"/>
                  </a:moveTo>
                  <a:lnTo>
                    <a:pt x="767770" y="1209448"/>
                  </a:lnTo>
                  <a:lnTo>
                    <a:pt x="753833" y="1162572"/>
                  </a:lnTo>
                  <a:close/>
                  <a:moveTo>
                    <a:pt x="771534" y="1202660"/>
                  </a:moveTo>
                  <a:lnTo>
                    <a:pt x="776393" y="1209448"/>
                  </a:lnTo>
                  <a:lnTo>
                    <a:pt x="753833" y="1162572"/>
                  </a:lnTo>
                  <a:close/>
                  <a:moveTo>
                    <a:pt x="826908" y="1235020"/>
                  </a:moveTo>
                  <a:lnTo>
                    <a:pt x="804424" y="1222167"/>
                  </a:lnTo>
                  <a:lnTo>
                    <a:pt x="776393" y="1209448"/>
                  </a:lnTo>
                  <a:close/>
                  <a:moveTo>
                    <a:pt x="470062" y="797156"/>
                  </a:moveTo>
                  <a:lnTo>
                    <a:pt x="413990" y="821250"/>
                  </a:lnTo>
                  <a:lnTo>
                    <a:pt x="481996" y="848693"/>
                  </a:lnTo>
                  <a:close/>
                  <a:moveTo>
                    <a:pt x="252336" y="619105"/>
                  </a:moveTo>
                  <a:lnTo>
                    <a:pt x="211819" y="609191"/>
                  </a:lnTo>
                  <a:lnTo>
                    <a:pt x="244911" y="631118"/>
                  </a:lnTo>
                  <a:close/>
                  <a:moveTo>
                    <a:pt x="252336" y="619105"/>
                  </a:moveTo>
                  <a:lnTo>
                    <a:pt x="244911" y="631118"/>
                  </a:lnTo>
                  <a:lnTo>
                    <a:pt x="289555" y="623360"/>
                  </a:lnTo>
                  <a:close/>
                  <a:moveTo>
                    <a:pt x="197934" y="557736"/>
                  </a:moveTo>
                  <a:lnTo>
                    <a:pt x="211819" y="609191"/>
                  </a:lnTo>
                  <a:lnTo>
                    <a:pt x="247583" y="615103"/>
                  </a:lnTo>
                  <a:close/>
                  <a:moveTo>
                    <a:pt x="481996" y="848693"/>
                  </a:moveTo>
                  <a:lnTo>
                    <a:pt x="481947" y="855225"/>
                  </a:lnTo>
                  <a:lnTo>
                    <a:pt x="491126" y="852970"/>
                  </a:lnTo>
                  <a:close/>
                  <a:moveTo>
                    <a:pt x="1415632" y="1855331"/>
                  </a:moveTo>
                  <a:lnTo>
                    <a:pt x="1461844" y="1907936"/>
                  </a:lnTo>
                  <a:lnTo>
                    <a:pt x="1462820" y="1905598"/>
                  </a:lnTo>
                  <a:close/>
                  <a:moveTo>
                    <a:pt x="1416556" y="1930961"/>
                  </a:moveTo>
                  <a:lnTo>
                    <a:pt x="1461844" y="1907936"/>
                  </a:lnTo>
                  <a:lnTo>
                    <a:pt x="1415632" y="1855331"/>
                  </a:lnTo>
                  <a:close/>
                  <a:moveTo>
                    <a:pt x="1415632" y="1855331"/>
                  </a:moveTo>
                  <a:lnTo>
                    <a:pt x="1398819" y="1840986"/>
                  </a:lnTo>
                  <a:lnTo>
                    <a:pt x="1364778" y="1848613"/>
                  </a:lnTo>
                  <a:close/>
                  <a:moveTo>
                    <a:pt x="1365756" y="1803794"/>
                  </a:moveTo>
                  <a:lnTo>
                    <a:pt x="1364778" y="1848613"/>
                  </a:lnTo>
                  <a:lnTo>
                    <a:pt x="1398819" y="1840986"/>
                  </a:lnTo>
                  <a:close/>
                  <a:moveTo>
                    <a:pt x="1090924" y="1494574"/>
                  </a:moveTo>
                  <a:lnTo>
                    <a:pt x="1049765" y="1450371"/>
                  </a:lnTo>
                  <a:lnTo>
                    <a:pt x="1066669" y="1472516"/>
                  </a:lnTo>
                  <a:close/>
                  <a:moveTo>
                    <a:pt x="931175" y="1450179"/>
                  </a:moveTo>
                  <a:lnTo>
                    <a:pt x="948451" y="1415595"/>
                  </a:lnTo>
                  <a:lnTo>
                    <a:pt x="949239" y="1393390"/>
                  </a:lnTo>
                  <a:close/>
                  <a:moveTo>
                    <a:pt x="1037343" y="1397727"/>
                  </a:moveTo>
                  <a:lnTo>
                    <a:pt x="988837" y="1415595"/>
                  </a:lnTo>
                  <a:lnTo>
                    <a:pt x="980634" y="1460421"/>
                  </a:lnTo>
                  <a:close/>
                  <a:moveTo>
                    <a:pt x="1049765" y="1450371"/>
                  </a:moveTo>
                  <a:lnTo>
                    <a:pt x="1037343" y="1397727"/>
                  </a:lnTo>
                  <a:lnTo>
                    <a:pt x="984324" y="1465591"/>
                  </a:lnTo>
                  <a:close/>
                  <a:moveTo>
                    <a:pt x="1037343" y="1397727"/>
                  </a:moveTo>
                  <a:lnTo>
                    <a:pt x="1049765" y="1450371"/>
                  </a:lnTo>
                  <a:lnTo>
                    <a:pt x="1090515" y="1392481"/>
                  </a:lnTo>
                  <a:close/>
                  <a:moveTo>
                    <a:pt x="960928" y="1386743"/>
                  </a:moveTo>
                  <a:lnTo>
                    <a:pt x="959513" y="1391501"/>
                  </a:lnTo>
                  <a:lnTo>
                    <a:pt x="950461" y="1387384"/>
                  </a:lnTo>
                  <a:close/>
                  <a:moveTo>
                    <a:pt x="949239" y="1393390"/>
                  </a:moveTo>
                  <a:lnTo>
                    <a:pt x="948451" y="1415595"/>
                  </a:lnTo>
                  <a:lnTo>
                    <a:pt x="960928" y="1386743"/>
                  </a:lnTo>
                  <a:close/>
                  <a:moveTo>
                    <a:pt x="960928" y="1386743"/>
                  </a:moveTo>
                  <a:lnTo>
                    <a:pt x="988837" y="1415595"/>
                  </a:lnTo>
                  <a:lnTo>
                    <a:pt x="1043891" y="1387351"/>
                  </a:lnTo>
                  <a:close/>
                  <a:moveTo>
                    <a:pt x="811178" y="1215983"/>
                  </a:moveTo>
                  <a:lnTo>
                    <a:pt x="775453" y="1207738"/>
                  </a:lnTo>
                  <a:lnTo>
                    <a:pt x="767770" y="1209448"/>
                  </a:lnTo>
                  <a:close/>
                  <a:moveTo>
                    <a:pt x="776393" y="1209448"/>
                  </a:moveTo>
                  <a:lnTo>
                    <a:pt x="775453" y="1207738"/>
                  </a:lnTo>
                  <a:lnTo>
                    <a:pt x="826908" y="1235020"/>
                  </a:lnTo>
                  <a:close/>
                  <a:moveTo>
                    <a:pt x="775453" y="1207738"/>
                  </a:moveTo>
                  <a:lnTo>
                    <a:pt x="771534" y="1202660"/>
                  </a:lnTo>
                  <a:lnTo>
                    <a:pt x="767770" y="1209448"/>
                  </a:lnTo>
                  <a:close/>
                  <a:moveTo>
                    <a:pt x="775453" y="1207738"/>
                  </a:moveTo>
                  <a:lnTo>
                    <a:pt x="776393" y="1209448"/>
                  </a:lnTo>
                  <a:lnTo>
                    <a:pt x="771534" y="1202660"/>
                  </a:lnTo>
                  <a:close/>
                  <a:moveTo>
                    <a:pt x="491126" y="852970"/>
                  </a:moveTo>
                  <a:lnTo>
                    <a:pt x="492696" y="846486"/>
                  </a:lnTo>
                  <a:lnTo>
                    <a:pt x="481996" y="848693"/>
                  </a:lnTo>
                  <a:close/>
                  <a:moveTo>
                    <a:pt x="565384" y="825374"/>
                  </a:moveTo>
                  <a:lnTo>
                    <a:pt x="491126" y="852970"/>
                  </a:lnTo>
                  <a:lnTo>
                    <a:pt x="542071" y="868769"/>
                  </a:lnTo>
                  <a:close/>
                  <a:moveTo>
                    <a:pt x="565384" y="825374"/>
                  </a:moveTo>
                  <a:lnTo>
                    <a:pt x="492696" y="846486"/>
                  </a:lnTo>
                  <a:lnTo>
                    <a:pt x="491126" y="852970"/>
                  </a:lnTo>
                  <a:close/>
                  <a:moveTo>
                    <a:pt x="1415632" y="1855331"/>
                  </a:moveTo>
                  <a:lnTo>
                    <a:pt x="1462820" y="1905598"/>
                  </a:lnTo>
                  <a:lnTo>
                    <a:pt x="1468539" y="1839750"/>
                  </a:lnTo>
                  <a:close/>
                  <a:moveTo>
                    <a:pt x="1415632" y="1855331"/>
                  </a:moveTo>
                  <a:lnTo>
                    <a:pt x="1468539" y="1839750"/>
                  </a:lnTo>
                  <a:lnTo>
                    <a:pt x="1398819" y="1840986"/>
                  </a:lnTo>
                  <a:close/>
                  <a:moveTo>
                    <a:pt x="1396153" y="1779700"/>
                  </a:moveTo>
                  <a:lnTo>
                    <a:pt x="1398819" y="1840986"/>
                  </a:lnTo>
                  <a:lnTo>
                    <a:pt x="1427799" y="1814437"/>
                  </a:lnTo>
                  <a:close/>
                  <a:moveTo>
                    <a:pt x="1396153" y="1779700"/>
                  </a:moveTo>
                  <a:lnTo>
                    <a:pt x="1365756" y="1803794"/>
                  </a:lnTo>
                  <a:lnTo>
                    <a:pt x="1398819" y="1840986"/>
                  </a:lnTo>
                  <a:close/>
                  <a:moveTo>
                    <a:pt x="972864" y="1296473"/>
                  </a:moveTo>
                  <a:lnTo>
                    <a:pt x="1008586" y="1264334"/>
                  </a:lnTo>
                  <a:lnTo>
                    <a:pt x="1053304" y="1287647"/>
                  </a:lnTo>
                  <a:close/>
                  <a:moveTo>
                    <a:pt x="972864" y="1296473"/>
                  </a:moveTo>
                  <a:lnTo>
                    <a:pt x="1053304" y="1287647"/>
                  </a:lnTo>
                  <a:lnTo>
                    <a:pt x="1018584" y="1292733"/>
                  </a:lnTo>
                  <a:close/>
                  <a:moveTo>
                    <a:pt x="1097105" y="1276735"/>
                  </a:moveTo>
                  <a:lnTo>
                    <a:pt x="1018584" y="1292733"/>
                  </a:lnTo>
                  <a:lnTo>
                    <a:pt x="1053304" y="1287647"/>
                  </a:lnTo>
                  <a:close/>
                  <a:moveTo>
                    <a:pt x="1156962" y="1325854"/>
                  </a:moveTo>
                  <a:lnTo>
                    <a:pt x="1122204" y="1303975"/>
                  </a:lnTo>
                  <a:lnTo>
                    <a:pt x="1141882" y="1309246"/>
                  </a:lnTo>
                  <a:close/>
                  <a:moveTo>
                    <a:pt x="1008586" y="1264334"/>
                  </a:moveTo>
                  <a:lnTo>
                    <a:pt x="1088261" y="1293588"/>
                  </a:lnTo>
                  <a:lnTo>
                    <a:pt x="1053304" y="1287647"/>
                  </a:lnTo>
                  <a:close/>
                  <a:moveTo>
                    <a:pt x="1088261" y="1293588"/>
                  </a:moveTo>
                  <a:lnTo>
                    <a:pt x="1097105" y="1276735"/>
                  </a:lnTo>
                  <a:lnTo>
                    <a:pt x="1053304" y="1287647"/>
                  </a:lnTo>
                  <a:close/>
                  <a:moveTo>
                    <a:pt x="1088261" y="1293588"/>
                  </a:moveTo>
                  <a:lnTo>
                    <a:pt x="1122204" y="1303975"/>
                  </a:lnTo>
                  <a:lnTo>
                    <a:pt x="1097105" y="1276735"/>
                  </a:lnTo>
                  <a:close/>
                  <a:moveTo>
                    <a:pt x="1122204" y="1303975"/>
                  </a:moveTo>
                  <a:lnTo>
                    <a:pt x="1137523" y="1315870"/>
                  </a:lnTo>
                  <a:lnTo>
                    <a:pt x="1097105" y="1276735"/>
                  </a:lnTo>
                  <a:close/>
                  <a:moveTo>
                    <a:pt x="1013956" y="1212797"/>
                  </a:moveTo>
                  <a:lnTo>
                    <a:pt x="1039451" y="1235852"/>
                  </a:lnTo>
                  <a:lnTo>
                    <a:pt x="1030480" y="1188703"/>
                  </a:lnTo>
                  <a:close/>
                  <a:moveTo>
                    <a:pt x="503916" y="594358"/>
                  </a:moveTo>
                  <a:lnTo>
                    <a:pt x="517161" y="645895"/>
                  </a:lnTo>
                  <a:lnTo>
                    <a:pt x="513318" y="578748"/>
                  </a:lnTo>
                  <a:close/>
                  <a:moveTo>
                    <a:pt x="489078" y="575514"/>
                  </a:moveTo>
                  <a:lnTo>
                    <a:pt x="503916" y="594358"/>
                  </a:lnTo>
                  <a:lnTo>
                    <a:pt x="513318" y="578748"/>
                  </a:lnTo>
                  <a:close/>
                  <a:moveTo>
                    <a:pt x="1226032" y="1320290"/>
                  </a:moveTo>
                  <a:lnTo>
                    <a:pt x="1242319" y="1335412"/>
                  </a:lnTo>
                  <a:lnTo>
                    <a:pt x="1188435" y="1308627"/>
                  </a:lnTo>
                  <a:close/>
                  <a:moveTo>
                    <a:pt x="1088562" y="1105115"/>
                  </a:moveTo>
                  <a:lnTo>
                    <a:pt x="1123465" y="1105490"/>
                  </a:lnTo>
                  <a:lnTo>
                    <a:pt x="1070082" y="1080577"/>
                  </a:lnTo>
                  <a:close/>
                  <a:moveTo>
                    <a:pt x="1088562" y="1105115"/>
                  </a:moveTo>
                  <a:lnTo>
                    <a:pt x="1130280" y="1109181"/>
                  </a:lnTo>
                  <a:lnTo>
                    <a:pt x="1123465" y="1105490"/>
                  </a:lnTo>
                  <a:close/>
                  <a:moveTo>
                    <a:pt x="752347" y="536352"/>
                  </a:moveTo>
                  <a:lnTo>
                    <a:pt x="823144" y="573613"/>
                  </a:lnTo>
                  <a:lnTo>
                    <a:pt x="773132" y="534140"/>
                  </a:lnTo>
                  <a:close/>
                  <a:moveTo>
                    <a:pt x="752347" y="536352"/>
                  </a:moveTo>
                  <a:lnTo>
                    <a:pt x="818475" y="583316"/>
                  </a:lnTo>
                  <a:lnTo>
                    <a:pt x="823144" y="573613"/>
                  </a:lnTo>
                  <a:close/>
                  <a:moveTo>
                    <a:pt x="955301" y="730984"/>
                  </a:moveTo>
                  <a:lnTo>
                    <a:pt x="1008335" y="755665"/>
                  </a:lnTo>
                  <a:lnTo>
                    <a:pt x="966297" y="732319"/>
                  </a:lnTo>
                  <a:close/>
                  <a:moveTo>
                    <a:pt x="994106" y="579238"/>
                  </a:moveTo>
                  <a:lnTo>
                    <a:pt x="950633" y="525425"/>
                  </a:lnTo>
                  <a:lnTo>
                    <a:pt x="935072" y="526507"/>
                  </a:lnTo>
                  <a:close/>
                  <a:moveTo>
                    <a:pt x="787009" y="257201"/>
                  </a:moveTo>
                  <a:lnTo>
                    <a:pt x="840107" y="243648"/>
                  </a:lnTo>
                  <a:lnTo>
                    <a:pt x="793166" y="204342"/>
                  </a:lnTo>
                  <a:close/>
                  <a:moveTo>
                    <a:pt x="797502" y="185927"/>
                  </a:moveTo>
                  <a:lnTo>
                    <a:pt x="793166" y="204342"/>
                  </a:lnTo>
                  <a:lnTo>
                    <a:pt x="840107" y="243648"/>
                  </a:lnTo>
                  <a:close/>
                  <a:moveTo>
                    <a:pt x="837679" y="116481"/>
                  </a:moveTo>
                  <a:lnTo>
                    <a:pt x="848964" y="103387"/>
                  </a:lnTo>
                  <a:lnTo>
                    <a:pt x="827042" y="74408"/>
                  </a:lnTo>
                  <a:close/>
                  <a:moveTo>
                    <a:pt x="799533" y="121533"/>
                  </a:moveTo>
                  <a:lnTo>
                    <a:pt x="837679" y="116481"/>
                  </a:lnTo>
                  <a:lnTo>
                    <a:pt x="827042" y="74408"/>
                  </a:lnTo>
                  <a:close/>
                  <a:moveTo>
                    <a:pt x="775754" y="4342"/>
                  </a:moveTo>
                  <a:lnTo>
                    <a:pt x="696720" y="18425"/>
                  </a:lnTo>
                  <a:lnTo>
                    <a:pt x="727873" y="0"/>
                  </a:lnTo>
                  <a:close/>
                  <a:moveTo>
                    <a:pt x="1017935" y="308894"/>
                  </a:moveTo>
                  <a:lnTo>
                    <a:pt x="1047092" y="320123"/>
                  </a:lnTo>
                  <a:lnTo>
                    <a:pt x="995297" y="301147"/>
                  </a:lnTo>
                  <a:close/>
                  <a:moveTo>
                    <a:pt x="1017935" y="308894"/>
                  </a:moveTo>
                  <a:lnTo>
                    <a:pt x="1054482" y="317164"/>
                  </a:lnTo>
                  <a:lnTo>
                    <a:pt x="1047092" y="320123"/>
                  </a:lnTo>
                  <a:close/>
                  <a:moveTo>
                    <a:pt x="742305" y="4590"/>
                  </a:moveTo>
                  <a:lnTo>
                    <a:pt x="783131" y="9382"/>
                  </a:lnTo>
                  <a:lnTo>
                    <a:pt x="775754" y="4342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47" name="Output_density__4246">
              <a:extLst>
                <a:ext uri="{FF2B5EF4-FFF2-40B4-BE49-F238E27FC236}">
                  <a16:creationId xmlns:a16="http://schemas.microsoft.com/office/drawing/2014/main" id="{B3D1771F-231B-9167-28B6-F3A7FFD559B8}"/>
                </a:ext>
              </a:extLst>
            </p:cNvPr>
            <p:cNvSpPr>
              <a:spLocks noGrp="1"/>
            </p:cNvSpPr>
            <p:nvPr/>
          </p:nvSpPr>
          <p:spPr>
            <a:xfrm>
              <a:off x="15285124" y="2214538"/>
              <a:ext cx="1501655" cy="2363618"/>
            </a:xfrm>
            <a:custGeom>
              <a:avLst/>
              <a:gdLst/>
              <a:ahLst/>
              <a:cxnLst/>
              <a:rect l="0" t="0" r="0" b="0"/>
              <a:pathLst>
                <a:path w="1501655" h="2363618">
                  <a:moveTo>
                    <a:pt x="227078" y="2185691"/>
                  </a:moveTo>
                  <a:lnTo>
                    <a:pt x="241268" y="2215746"/>
                  </a:lnTo>
                  <a:lnTo>
                    <a:pt x="196108" y="2204797"/>
                  </a:lnTo>
                  <a:close/>
                  <a:moveTo>
                    <a:pt x="410165" y="2346190"/>
                  </a:moveTo>
                  <a:lnTo>
                    <a:pt x="471636" y="2363618"/>
                  </a:lnTo>
                  <a:lnTo>
                    <a:pt x="484886" y="2315986"/>
                  </a:lnTo>
                  <a:close/>
                  <a:moveTo>
                    <a:pt x="410165" y="2346190"/>
                  </a:moveTo>
                  <a:lnTo>
                    <a:pt x="484886" y="2315986"/>
                  </a:lnTo>
                  <a:lnTo>
                    <a:pt x="438864" y="2318592"/>
                  </a:lnTo>
                  <a:close/>
                  <a:moveTo>
                    <a:pt x="491245" y="2284933"/>
                  </a:moveTo>
                  <a:lnTo>
                    <a:pt x="448718" y="2281525"/>
                  </a:lnTo>
                  <a:lnTo>
                    <a:pt x="438864" y="2318592"/>
                  </a:lnTo>
                  <a:close/>
                  <a:moveTo>
                    <a:pt x="448718" y="2281525"/>
                  </a:moveTo>
                  <a:lnTo>
                    <a:pt x="491245" y="2284933"/>
                  </a:lnTo>
                  <a:lnTo>
                    <a:pt x="424278" y="2238652"/>
                  </a:lnTo>
                  <a:close/>
                  <a:moveTo>
                    <a:pt x="94850" y="1449395"/>
                  </a:moveTo>
                  <a:lnTo>
                    <a:pt x="125358" y="1451339"/>
                  </a:lnTo>
                  <a:lnTo>
                    <a:pt x="135182" y="1477185"/>
                  </a:lnTo>
                  <a:close/>
                  <a:moveTo>
                    <a:pt x="20469" y="1397858"/>
                  </a:moveTo>
                  <a:lnTo>
                    <a:pt x="20498" y="1397881"/>
                  </a:lnTo>
                  <a:lnTo>
                    <a:pt x="20552" y="1397956"/>
                  </a:lnTo>
                  <a:close/>
                  <a:moveTo>
                    <a:pt x="20466" y="1397632"/>
                  </a:moveTo>
                  <a:lnTo>
                    <a:pt x="20498" y="1397881"/>
                  </a:lnTo>
                  <a:lnTo>
                    <a:pt x="20469" y="1397858"/>
                  </a:lnTo>
                  <a:close/>
                  <a:moveTo>
                    <a:pt x="80608" y="1447819"/>
                  </a:moveTo>
                  <a:lnTo>
                    <a:pt x="20552" y="1397956"/>
                  </a:lnTo>
                  <a:lnTo>
                    <a:pt x="20498" y="1397881"/>
                  </a:lnTo>
                  <a:close/>
                  <a:moveTo>
                    <a:pt x="20498" y="1397881"/>
                  </a:moveTo>
                  <a:lnTo>
                    <a:pt x="20466" y="1397632"/>
                  </a:lnTo>
                  <a:lnTo>
                    <a:pt x="33599" y="1362470"/>
                  </a:lnTo>
                  <a:close/>
                  <a:moveTo>
                    <a:pt x="135182" y="1477185"/>
                  </a:moveTo>
                  <a:lnTo>
                    <a:pt x="131717" y="1446169"/>
                  </a:lnTo>
                  <a:lnTo>
                    <a:pt x="94850" y="1449395"/>
                  </a:lnTo>
                  <a:close/>
                  <a:moveTo>
                    <a:pt x="94850" y="1449395"/>
                  </a:moveTo>
                  <a:lnTo>
                    <a:pt x="131717" y="1446169"/>
                  </a:lnTo>
                  <a:lnTo>
                    <a:pt x="148589" y="1392409"/>
                  </a:lnTo>
                  <a:close/>
                  <a:moveTo>
                    <a:pt x="20469" y="1397858"/>
                  </a:moveTo>
                  <a:lnTo>
                    <a:pt x="28498" y="1328634"/>
                  </a:lnTo>
                  <a:lnTo>
                    <a:pt x="20466" y="1397632"/>
                  </a:lnTo>
                  <a:close/>
                  <a:moveTo>
                    <a:pt x="32209" y="1270691"/>
                  </a:moveTo>
                  <a:lnTo>
                    <a:pt x="0" y="1226317"/>
                  </a:lnTo>
                  <a:lnTo>
                    <a:pt x="8113" y="1243248"/>
                  </a:lnTo>
                  <a:close/>
                  <a:moveTo>
                    <a:pt x="32209" y="1270691"/>
                  </a:moveTo>
                  <a:lnTo>
                    <a:pt x="8113" y="1243248"/>
                  </a:lnTo>
                  <a:lnTo>
                    <a:pt x="21426" y="1294785"/>
                  </a:lnTo>
                  <a:close/>
                  <a:moveTo>
                    <a:pt x="502399" y="1836665"/>
                  </a:moveTo>
                  <a:lnTo>
                    <a:pt x="563345" y="1825100"/>
                  </a:lnTo>
                  <a:lnTo>
                    <a:pt x="552625" y="1771072"/>
                  </a:lnTo>
                  <a:close/>
                  <a:moveTo>
                    <a:pt x="502399" y="1836665"/>
                  </a:moveTo>
                  <a:lnTo>
                    <a:pt x="552625" y="1771072"/>
                  </a:lnTo>
                  <a:lnTo>
                    <a:pt x="515548" y="1763232"/>
                  </a:lnTo>
                  <a:close/>
                  <a:moveTo>
                    <a:pt x="552625" y="1771072"/>
                  </a:moveTo>
                  <a:lnTo>
                    <a:pt x="563345" y="1825100"/>
                  </a:lnTo>
                  <a:lnTo>
                    <a:pt x="569058" y="1837594"/>
                  </a:lnTo>
                  <a:close/>
                  <a:moveTo>
                    <a:pt x="552625" y="1771072"/>
                  </a:moveTo>
                  <a:lnTo>
                    <a:pt x="524277" y="1731375"/>
                  </a:lnTo>
                  <a:lnTo>
                    <a:pt x="515548" y="1763232"/>
                  </a:lnTo>
                  <a:close/>
                  <a:moveTo>
                    <a:pt x="141033" y="1313110"/>
                  </a:moveTo>
                  <a:lnTo>
                    <a:pt x="139349" y="1298134"/>
                  </a:lnTo>
                  <a:lnTo>
                    <a:pt x="160480" y="1349670"/>
                  </a:lnTo>
                  <a:close/>
                  <a:moveTo>
                    <a:pt x="95817" y="1249145"/>
                  </a:moveTo>
                  <a:lnTo>
                    <a:pt x="32209" y="1270691"/>
                  </a:lnTo>
                  <a:lnTo>
                    <a:pt x="29589" y="1296841"/>
                  </a:lnTo>
                  <a:close/>
                  <a:moveTo>
                    <a:pt x="95817" y="1249145"/>
                  </a:moveTo>
                  <a:lnTo>
                    <a:pt x="141033" y="1313110"/>
                  </a:lnTo>
                  <a:lnTo>
                    <a:pt x="139098" y="1251940"/>
                  </a:lnTo>
                  <a:close/>
                  <a:moveTo>
                    <a:pt x="19616" y="1259556"/>
                  </a:moveTo>
                  <a:lnTo>
                    <a:pt x="32209" y="1270691"/>
                  </a:lnTo>
                  <a:lnTo>
                    <a:pt x="98610" y="1245323"/>
                  </a:lnTo>
                  <a:close/>
                  <a:moveTo>
                    <a:pt x="888610" y="1816848"/>
                  </a:moveTo>
                  <a:lnTo>
                    <a:pt x="967002" y="1844291"/>
                  </a:lnTo>
                  <a:lnTo>
                    <a:pt x="949646" y="1792755"/>
                  </a:lnTo>
                  <a:close/>
                  <a:moveTo>
                    <a:pt x="778277" y="1713775"/>
                  </a:moveTo>
                  <a:lnTo>
                    <a:pt x="820084" y="1751553"/>
                  </a:lnTo>
                  <a:lnTo>
                    <a:pt x="786785" y="1694650"/>
                  </a:lnTo>
                  <a:close/>
                  <a:moveTo>
                    <a:pt x="786785" y="1694650"/>
                  </a:moveTo>
                  <a:lnTo>
                    <a:pt x="820084" y="1751553"/>
                  </a:lnTo>
                  <a:lnTo>
                    <a:pt x="832910" y="1757876"/>
                  </a:lnTo>
                  <a:close/>
                  <a:moveTo>
                    <a:pt x="428688" y="1174315"/>
                  </a:moveTo>
                  <a:lnTo>
                    <a:pt x="431441" y="1249946"/>
                  </a:lnTo>
                  <a:lnTo>
                    <a:pt x="436096" y="1225852"/>
                  </a:lnTo>
                  <a:close/>
                  <a:moveTo>
                    <a:pt x="1129955" y="1941600"/>
                  </a:moveTo>
                  <a:lnTo>
                    <a:pt x="1111093" y="1934619"/>
                  </a:lnTo>
                  <a:lnTo>
                    <a:pt x="1145801" y="1961070"/>
                  </a:lnTo>
                  <a:close/>
                  <a:moveTo>
                    <a:pt x="1185401" y="1974228"/>
                  </a:moveTo>
                  <a:lnTo>
                    <a:pt x="1129955" y="1941600"/>
                  </a:lnTo>
                  <a:lnTo>
                    <a:pt x="1145801" y="1961070"/>
                  </a:lnTo>
                  <a:close/>
                  <a:moveTo>
                    <a:pt x="622381" y="1313143"/>
                  </a:moveTo>
                  <a:lnTo>
                    <a:pt x="600419" y="1304831"/>
                  </a:lnTo>
                  <a:lnTo>
                    <a:pt x="638491" y="1356368"/>
                  </a:lnTo>
                  <a:close/>
                  <a:moveTo>
                    <a:pt x="436096" y="1225852"/>
                  </a:moveTo>
                  <a:lnTo>
                    <a:pt x="435683" y="1225494"/>
                  </a:lnTo>
                  <a:lnTo>
                    <a:pt x="431764" y="1165937"/>
                  </a:lnTo>
                  <a:close/>
                  <a:moveTo>
                    <a:pt x="340419" y="1071242"/>
                  </a:moveTo>
                  <a:lnTo>
                    <a:pt x="316000" y="1058601"/>
                  </a:lnTo>
                  <a:lnTo>
                    <a:pt x="315064" y="1122779"/>
                  </a:lnTo>
                  <a:close/>
                  <a:moveTo>
                    <a:pt x="307265" y="1002959"/>
                  </a:moveTo>
                  <a:lnTo>
                    <a:pt x="316000" y="1058601"/>
                  </a:lnTo>
                  <a:lnTo>
                    <a:pt x="346347" y="1068165"/>
                  </a:lnTo>
                  <a:close/>
                  <a:moveTo>
                    <a:pt x="354098" y="1047148"/>
                  </a:moveTo>
                  <a:lnTo>
                    <a:pt x="329934" y="995611"/>
                  </a:lnTo>
                  <a:lnTo>
                    <a:pt x="346347" y="1068165"/>
                  </a:lnTo>
                  <a:close/>
                  <a:moveTo>
                    <a:pt x="1108143" y="1923270"/>
                  </a:moveTo>
                  <a:lnTo>
                    <a:pt x="1111093" y="1934619"/>
                  </a:lnTo>
                  <a:lnTo>
                    <a:pt x="1129955" y="1941600"/>
                  </a:lnTo>
                  <a:close/>
                  <a:moveTo>
                    <a:pt x="1111093" y="1934619"/>
                  </a:moveTo>
                  <a:lnTo>
                    <a:pt x="1108143" y="1923270"/>
                  </a:lnTo>
                  <a:lnTo>
                    <a:pt x="1053142" y="1881007"/>
                  </a:lnTo>
                  <a:close/>
                  <a:moveTo>
                    <a:pt x="122489" y="638015"/>
                  </a:moveTo>
                  <a:lnTo>
                    <a:pt x="170430" y="686392"/>
                  </a:lnTo>
                  <a:lnTo>
                    <a:pt x="130406" y="649929"/>
                  </a:lnTo>
                  <a:close/>
                  <a:moveTo>
                    <a:pt x="111975" y="634855"/>
                  </a:moveTo>
                  <a:lnTo>
                    <a:pt x="122489" y="638015"/>
                  </a:lnTo>
                  <a:lnTo>
                    <a:pt x="130406" y="649929"/>
                  </a:lnTo>
                  <a:close/>
                  <a:moveTo>
                    <a:pt x="118876" y="606819"/>
                  </a:moveTo>
                  <a:lnTo>
                    <a:pt x="122489" y="638015"/>
                  </a:lnTo>
                  <a:lnTo>
                    <a:pt x="111975" y="634855"/>
                  </a:lnTo>
                  <a:close/>
                  <a:moveTo>
                    <a:pt x="1233901" y="1910743"/>
                  </a:moveTo>
                  <a:lnTo>
                    <a:pt x="1197756" y="1902145"/>
                  </a:lnTo>
                  <a:lnTo>
                    <a:pt x="1250473" y="1960013"/>
                  </a:lnTo>
                  <a:close/>
                  <a:moveTo>
                    <a:pt x="1129955" y="1941600"/>
                  </a:moveTo>
                  <a:lnTo>
                    <a:pt x="1146330" y="1905972"/>
                  </a:lnTo>
                  <a:lnTo>
                    <a:pt x="1108143" y="1923270"/>
                  </a:lnTo>
                  <a:close/>
                  <a:moveTo>
                    <a:pt x="1197756" y="1902145"/>
                  </a:moveTo>
                  <a:lnTo>
                    <a:pt x="1129955" y="1941600"/>
                  </a:lnTo>
                  <a:lnTo>
                    <a:pt x="1185401" y="1974228"/>
                  </a:lnTo>
                  <a:close/>
                  <a:moveTo>
                    <a:pt x="1197756" y="1902145"/>
                  </a:moveTo>
                  <a:lnTo>
                    <a:pt x="1146330" y="1905972"/>
                  </a:lnTo>
                  <a:lnTo>
                    <a:pt x="1129955" y="1941600"/>
                  </a:lnTo>
                  <a:close/>
                  <a:moveTo>
                    <a:pt x="844891" y="1497165"/>
                  </a:moveTo>
                  <a:lnTo>
                    <a:pt x="867987" y="1562514"/>
                  </a:lnTo>
                  <a:lnTo>
                    <a:pt x="912484" y="1517642"/>
                  </a:lnTo>
                  <a:close/>
                  <a:moveTo>
                    <a:pt x="636474" y="1177664"/>
                  </a:moveTo>
                  <a:lnTo>
                    <a:pt x="628554" y="1201758"/>
                  </a:lnTo>
                  <a:lnTo>
                    <a:pt x="682176" y="1229201"/>
                  </a:lnTo>
                  <a:close/>
                  <a:moveTo>
                    <a:pt x="636474" y="1177664"/>
                  </a:moveTo>
                  <a:lnTo>
                    <a:pt x="633172" y="1172051"/>
                  </a:lnTo>
                  <a:lnTo>
                    <a:pt x="608738" y="1136006"/>
                  </a:lnTo>
                  <a:close/>
                  <a:moveTo>
                    <a:pt x="379141" y="982507"/>
                  </a:moveTo>
                  <a:lnTo>
                    <a:pt x="409427" y="994434"/>
                  </a:lnTo>
                  <a:lnTo>
                    <a:pt x="350667" y="949415"/>
                  </a:lnTo>
                  <a:close/>
                  <a:moveTo>
                    <a:pt x="410699" y="994833"/>
                  </a:moveTo>
                  <a:lnTo>
                    <a:pt x="379141" y="982507"/>
                  </a:lnTo>
                  <a:lnTo>
                    <a:pt x="444747" y="991588"/>
                  </a:lnTo>
                  <a:close/>
                  <a:moveTo>
                    <a:pt x="175784" y="662298"/>
                  </a:moveTo>
                  <a:lnTo>
                    <a:pt x="170430" y="686392"/>
                  </a:lnTo>
                  <a:lnTo>
                    <a:pt x="206095" y="713835"/>
                  </a:lnTo>
                  <a:close/>
                  <a:moveTo>
                    <a:pt x="130406" y="649929"/>
                  </a:moveTo>
                  <a:lnTo>
                    <a:pt x="155451" y="611217"/>
                  </a:lnTo>
                  <a:lnTo>
                    <a:pt x="111975" y="634855"/>
                  </a:lnTo>
                  <a:close/>
                  <a:moveTo>
                    <a:pt x="1087911" y="1639751"/>
                  </a:moveTo>
                  <a:lnTo>
                    <a:pt x="1088025" y="1649930"/>
                  </a:lnTo>
                  <a:lnTo>
                    <a:pt x="1058448" y="1625722"/>
                  </a:lnTo>
                  <a:close/>
                  <a:moveTo>
                    <a:pt x="1058448" y="1625722"/>
                  </a:moveTo>
                  <a:lnTo>
                    <a:pt x="1088025" y="1649930"/>
                  </a:lnTo>
                  <a:lnTo>
                    <a:pt x="1098577" y="1668936"/>
                  </a:lnTo>
                  <a:close/>
                  <a:moveTo>
                    <a:pt x="1098577" y="1668936"/>
                  </a:moveTo>
                  <a:lnTo>
                    <a:pt x="1088025" y="1649930"/>
                  </a:lnTo>
                  <a:lnTo>
                    <a:pt x="1086720" y="1693030"/>
                  </a:lnTo>
                  <a:close/>
                  <a:moveTo>
                    <a:pt x="998137" y="1514326"/>
                  </a:moveTo>
                  <a:lnTo>
                    <a:pt x="974251" y="1538420"/>
                  </a:lnTo>
                  <a:lnTo>
                    <a:pt x="1011589" y="1565863"/>
                  </a:lnTo>
                  <a:close/>
                  <a:moveTo>
                    <a:pt x="734421" y="1280737"/>
                  </a:moveTo>
                  <a:lnTo>
                    <a:pt x="759361" y="1294496"/>
                  </a:lnTo>
                  <a:lnTo>
                    <a:pt x="755760" y="1256643"/>
                  </a:lnTo>
                  <a:close/>
                  <a:moveTo>
                    <a:pt x="668645" y="1169775"/>
                  </a:moveTo>
                  <a:lnTo>
                    <a:pt x="707965" y="1218804"/>
                  </a:lnTo>
                  <a:lnTo>
                    <a:pt x="712154" y="1157775"/>
                  </a:lnTo>
                  <a:close/>
                  <a:moveTo>
                    <a:pt x="639646" y="1173622"/>
                  </a:moveTo>
                  <a:lnTo>
                    <a:pt x="636474" y="1177664"/>
                  </a:lnTo>
                  <a:lnTo>
                    <a:pt x="668645" y="1169775"/>
                  </a:lnTo>
                  <a:close/>
                  <a:moveTo>
                    <a:pt x="715252" y="1153570"/>
                  </a:moveTo>
                  <a:lnTo>
                    <a:pt x="712154" y="1157775"/>
                  </a:lnTo>
                  <a:lnTo>
                    <a:pt x="752018" y="1158230"/>
                  </a:lnTo>
                  <a:close/>
                  <a:moveTo>
                    <a:pt x="774577" y="1205107"/>
                  </a:moveTo>
                  <a:lnTo>
                    <a:pt x="802608" y="1217826"/>
                  </a:lnTo>
                  <a:lnTo>
                    <a:pt x="752018" y="1158230"/>
                  </a:lnTo>
                  <a:close/>
                  <a:moveTo>
                    <a:pt x="633172" y="1172051"/>
                  </a:moveTo>
                  <a:lnTo>
                    <a:pt x="636474" y="1177664"/>
                  </a:lnTo>
                  <a:lnTo>
                    <a:pt x="639646" y="1173622"/>
                  </a:lnTo>
                  <a:close/>
                  <a:moveTo>
                    <a:pt x="715252" y="1153570"/>
                  </a:moveTo>
                  <a:lnTo>
                    <a:pt x="752018" y="1158230"/>
                  </a:lnTo>
                  <a:lnTo>
                    <a:pt x="750919" y="1128032"/>
                  </a:lnTo>
                  <a:close/>
                  <a:moveTo>
                    <a:pt x="599639" y="1126127"/>
                  </a:moveTo>
                  <a:lnTo>
                    <a:pt x="639646" y="1173622"/>
                  </a:lnTo>
                  <a:lnTo>
                    <a:pt x="593536" y="1110384"/>
                  </a:lnTo>
                  <a:close/>
                  <a:moveTo>
                    <a:pt x="633172" y="1172051"/>
                  </a:moveTo>
                  <a:lnTo>
                    <a:pt x="639646" y="1173622"/>
                  </a:lnTo>
                  <a:lnTo>
                    <a:pt x="599639" y="1126127"/>
                  </a:lnTo>
                  <a:close/>
                  <a:moveTo>
                    <a:pt x="480180" y="844351"/>
                  </a:moveTo>
                  <a:lnTo>
                    <a:pt x="455157" y="855835"/>
                  </a:lnTo>
                  <a:lnTo>
                    <a:pt x="480131" y="850883"/>
                  </a:lnTo>
                  <a:close/>
                  <a:moveTo>
                    <a:pt x="156312" y="610762"/>
                  </a:moveTo>
                  <a:lnTo>
                    <a:pt x="243095" y="626776"/>
                  </a:lnTo>
                  <a:lnTo>
                    <a:pt x="210003" y="604849"/>
                  </a:lnTo>
                  <a:close/>
                  <a:moveTo>
                    <a:pt x="540256" y="864427"/>
                  </a:moveTo>
                  <a:lnTo>
                    <a:pt x="489310" y="848628"/>
                  </a:lnTo>
                  <a:lnTo>
                    <a:pt x="480131" y="850883"/>
                  </a:lnTo>
                  <a:close/>
                  <a:moveTo>
                    <a:pt x="1460029" y="1903594"/>
                  </a:moveTo>
                  <a:lnTo>
                    <a:pt x="1500038" y="1909050"/>
                  </a:lnTo>
                  <a:lnTo>
                    <a:pt x="1461004" y="1901256"/>
                  </a:lnTo>
                  <a:close/>
                  <a:moveTo>
                    <a:pt x="1322565" y="1751157"/>
                  </a:moveTo>
                  <a:lnTo>
                    <a:pt x="1353078" y="1807314"/>
                  </a:lnTo>
                  <a:lnTo>
                    <a:pt x="1363940" y="1799452"/>
                  </a:lnTo>
                  <a:close/>
                  <a:moveTo>
                    <a:pt x="1363940" y="1799452"/>
                  </a:moveTo>
                  <a:lnTo>
                    <a:pt x="1328424" y="1754913"/>
                  </a:lnTo>
                  <a:lnTo>
                    <a:pt x="1322565" y="1751157"/>
                  </a:lnTo>
                  <a:close/>
                  <a:moveTo>
                    <a:pt x="1060469" y="1462790"/>
                  </a:moveTo>
                  <a:lnTo>
                    <a:pt x="1047949" y="1446029"/>
                  </a:lnTo>
                  <a:lnTo>
                    <a:pt x="1089108" y="1490232"/>
                  </a:lnTo>
                  <a:close/>
                  <a:moveTo>
                    <a:pt x="987022" y="1411253"/>
                  </a:moveTo>
                  <a:lnTo>
                    <a:pt x="1035527" y="1393385"/>
                  </a:lnTo>
                  <a:lnTo>
                    <a:pt x="1042075" y="1383009"/>
                  </a:lnTo>
                  <a:close/>
                  <a:moveTo>
                    <a:pt x="712154" y="1157775"/>
                  </a:moveTo>
                  <a:lnTo>
                    <a:pt x="715252" y="1153570"/>
                  </a:lnTo>
                  <a:lnTo>
                    <a:pt x="711883" y="1152876"/>
                  </a:lnTo>
                  <a:close/>
                  <a:moveTo>
                    <a:pt x="711883" y="1152876"/>
                  </a:moveTo>
                  <a:lnTo>
                    <a:pt x="668645" y="1169775"/>
                  </a:lnTo>
                  <a:lnTo>
                    <a:pt x="712154" y="1157775"/>
                  </a:lnTo>
                  <a:close/>
                  <a:moveTo>
                    <a:pt x="1397003" y="1836644"/>
                  </a:moveTo>
                  <a:lnTo>
                    <a:pt x="1466724" y="1835408"/>
                  </a:lnTo>
                  <a:lnTo>
                    <a:pt x="1464367" y="1778930"/>
                  </a:lnTo>
                  <a:close/>
                  <a:moveTo>
                    <a:pt x="1397003" y="1836644"/>
                  </a:moveTo>
                  <a:lnTo>
                    <a:pt x="1464367" y="1778930"/>
                  </a:lnTo>
                  <a:lnTo>
                    <a:pt x="1425983" y="1810095"/>
                  </a:lnTo>
                  <a:close/>
                  <a:moveTo>
                    <a:pt x="1501655" y="1844992"/>
                  </a:moveTo>
                  <a:lnTo>
                    <a:pt x="1466724" y="1835408"/>
                  </a:lnTo>
                  <a:lnTo>
                    <a:pt x="1461004" y="1901256"/>
                  </a:lnTo>
                  <a:close/>
                  <a:moveTo>
                    <a:pt x="1363940" y="1799452"/>
                  </a:moveTo>
                  <a:lnTo>
                    <a:pt x="1394337" y="1775358"/>
                  </a:lnTo>
                  <a:lnTo>
                    <a:pt x="1328424" y="1754913"/>
                  </a:lnTo>
                  <a:close/>
                  <a:moveTo>
                    <a:pt x="1130758" y="1405005"/>
                  </a:moveTo>
                  <a:lnTo>
                    <a:pt x="1091888" y="1385547"/>
                  </a:lnTo>
                  <a:lnTo>
                    <a:pt x="1136166" y="1414602"/>
                  </a:lnTo>
                  <a:close/>
                  <a:moveTo>
                    <a:pt x="1136166" y="1414602"/>
                  </a:moveTo>
                  <a:lnTo>
                    <a:pt x="1091888" y="1385547"/>
                  </a:lnTo>
                  <a:lnTo>
                    <a:pt x="1090946" y="1387159"/>
                  </a:lnTo>
                  <a:close/>
                  <a:moveTo>
                    <a:pt x="1136166" y="1414602"/>
                  </a:moveTo>
                  <a:lnTo>
                    <a:pt x="1090946" y="1387159"/>
                  </a:lnTo>
                  <a:lnTo>
                    <a:pt x="1120084" y="1438696"/>
                  </a:lnTo>
                  <a:close/>
                  <a:moveTo>
                    <a:pt x="811298" y="1022533"/>
                  </a:moveTo>
                  <a:lnTo>
                    <a:pt x="760333" y="1025984"/>
                  </a:lnTo>
                  <a:lnTo>
                    <a:pt x="760138" y="1027600"/>
                  </a:lnTo>
                  <a:close/>
                  <a:moveTo>
                    <a:pt x="1464879" y="1774165"/>
                  </a:moveTo>
                  <a:lnTo>
                    <a:pt x="1431428" y="1763379"/>
                  </a:lnTo>
                  <a:lnTo>
                    <a:pt x="1425983" y="1810095"/>
                  </a:lnTo>
                  <a:close/>
                  <a:moveTo>
                    <a:pt x="1431428" y="1763379"/>
                  </a:moveTo>
                  <a:lnTo>
                    <a:pt x="1464879" y="1774165"/>
                  </a:lnTo>
                  <a:lnTo>
                    <a:pt x="1459943" y="1715435"/>
                  </a:lnTo>
                  <a:close/>
                  <a:moveTo>
                    <a:pt x="1431428" y="1763379"/>
                  </a:moveTo>
                  <a:lnTo>
                    <a:pt x="1459943" y="1715435"/>
                  </a:lnTo>
                  <a:lnTo>
                    <a:pt x="1420010" y="1709918"/>
                  </a:lnTo>
                  <a:close/>
                  <a:moveTo>
                    <a:pt x="1249012" y="1459258"/>
                  </a:moveTo>
                  <a:lnTo>
                    <a:pt x="1231487" y="1466139"/>
                  </a:lnTo>
                  <a:lnTo>
                    <a:pt x="1243622" y="1477631"/>
                  </a:lnTo>
                  <a:close/>
                  <a:moveTo>
                    <a:pt x="1249012" y="1459258"/>
                  </a:moveTo>
                  <a:lnTo>
                    <a:pt x="1243622" y="1477631"/>
                  </a:lnTo>
                  <a:lnTo>
                    <a:pt x="1271921" y="1466139"/>
                  </a:lnTo>
                  <a:close/>
                  <a:moveTo>
                    <a:pt x="1083627" y="1354280"/>
                  </a:moveTo>
                  <a:lnTo>
                    <a:pt x="1140066" y="1304905"/>
                  </a:lnTo>
                  <a:lnTo>
                    <a:pt x="1120388" y="1299633"/>
                  </a:lnTo>
                  <a:close/>
                  <a:moveTo>
                    <a:pt x="1028664" y="1184361"/>
                  </a:moveTo>
                  <a:lnTo>
                    <a:pt x="1037635" y="1231510"/>
                  </a:lnTo>
                  <a:lnTo>
                    <a:pt x="1066429" y="1204267"/>
                  </a:lnTo>
                  <a:close/>
                  <a:moveTo>
                    <a:pt x="1037635" y="1231510"/>
                  </a:moveTo>
                  <a:lnTo>
                    <a:pt x="1088366" y="1246509"/>
                  </a:lnTo>
                  <a:lnTo>
                    <a:pt x="1115609" y="1213464"/>
                  </a:lnTo>
                  <a:close/>
                  <a:moveTo>
                    <a:pt x="1224216" y="1315948"/>
                  </a:moveTo>
                  <a:lnTo>
                    <a:pt x="1247609" y="1334913"/>
                  </a:lnTo>
                  <a:lnTo>
                    <a:pt x="1240503" y="1331070"/>
                  </a:lnTo>
                  <a:close/>
                  <a:moveTo>
                    <a:pt x="1247609" y="1334913"/>
                  </a:moveTo>
                  <a:lnTo>
                    <a:pt x="1224216" y="1315948"/>
                  </a:lnTo>
                  <a:lnTo>
                    <a:pt x="1284819" y="1361860"/>
                  </a:lnTo>
                  <a:close/>
                  <a:moveTo>
                    <a:pt x="1247609" y="1334913"/>
                  </a:moveTo>
                  <a:lnTo>
                    <a:pt x="1255371" y="1338972"/>
                  </a:lnTo>
                  <a:lnTo>
                    <a:pt x="1240503" y="1331070"/>
                  </a:lnTo>
                  <a:close/>
                  <a:moveTo>
                    <a:pt x="964481" y="727977"/>
                  </a:moveTo>
                  <a:lnTo>
                    <a:pt x="1000380" y="775418"/>
                  </a:lnTo>
                  <a:lnTo>
                    <a:pt x="962375" y="724702"/>
                  </a:lnTo>
                  <a:close/>
                  <a:moveTo>
                    <a:pt x="811846" y="620808"/>
                  </a:moveTo>
                  <a:lnTo>
                    <a:pt x="821328" y="569271"/>
                  </a:lnTo>
                  <a:lnTo>
                    <a:pt x="816659" y="578974"/>
                  </a:lnTo>
                  <a:close/>
                  <a:moveTo>
                    <a:pt x="746421" y="517734"/>
                  </a:moveTo>
                  <a:lnTo>
                    <a:pt x="750531" y="532010"/>
                  </a:lnTo>
                  <a:lnTo>
                    <a:pt x="771317" y="529798"/>
                  </a:lnTo>
                  <a:close/>
                  <a:moveTo>
                    <a:pt x="746421" y="517734"/>
                  </a:moveTo>
                  <a:lnTo>
                    <a:pt x="743825" y="474719"/>
                  </a:lnTo>
                  <a:lnTo>
                    <a:pt x="750531" y="532010"/>
                  </a:lnTo>
                  <a:close/>
                  <a:moveTo>
                    <a:pt x="964481" y="727977"/>
                  </a:moveTo>
                  <a:lnTo>
                    <a:pt x="1006519" y="751324"/>
                  </a:lnTo>
                  <a:lnTo>
                    <a:pt x="1006316" y="751721"/>
                  </a:lnTo>
                  <a:close/>
                  <a:moveTo>
                    <a:pt x="821328" y="569271"/>
                  </a:moveTo>
                  <a:lnTo>
                    <a:pt x="813480" y="545177"/>
                  </a:lnTo>
                  <a:lnTo>
                    <a:pt x="771317" y="529798"/>
                  </a:lnTo>
                  <a:close/>
                  <a:moveTo>
                    <a:pt x="988797" y="549091"/>
                  </a:moveTo>
                  <a:lnTo>
                    <a:pt x="948818" y="521083"/>
                  </a:lnTo>
                  <a:lnTo>
                    <a:pt x="992290" y="574896"/>
                  </a:lnTo>
                  <a:close/>
                  <a:moveTo>
                    <a:pt x="948818" y="521083"/>
                  </a:moveTo>
                  <a:lnTo>
                    <a:pt x="988797" y="549091"/>
                  </a:lnTo>
                  <a:lnTo>
                    <a:pt x="985666" y="517538"/>
                  </a:lnTo>
                  <a:close/>
                  <a:moveTo>
                    <a:pt x="1003031" y="467409"/>
                  </a:moveTo>
                  <a:lnTo>
                    <a:pt x="948818" y="521083"/>
                  </a:lnTo>
                  <a:lnTo>
                    <a:pt x="985666" y="517538"/>
                  </a:lnTo>
                  <a:close/>
                  <a:moveTo>
                    <a:pt x="785193" y="252859"/>
                  </a:moveTo>
                  <a:lnTo>
                    <a:pt x="777378" y="314937"/>
                  </a:lnTo>
                  <a:lnTo>
                    <a:pt x="793875" y="308543"/>
                  </a:lnTo>
                  <a:close/>
                  <a:moveTo>
                    <a:pt x="811273" y="60602"/>
                  </a:moveTo>
                  <a:lnTo>
                    <a:pt x="797436" y="87855"/>
                  </a:lnTo>
                  <a:lnTo>
                    <a:pt x="825226" y="70066"/>
                  </a:lnTo>
                  <a:close/>
                  <a:moveTo>
                    <a:pt x="825226" y="70066"/>
                  </a:moveTo>
                  <a:lnTo>
                    <a:pt x="797436" y="87855"/>
                  </a:lnTo>
                  <a:lnTo>
                    <a:pt x="797717" y="117191"/>
                  </a:lnTo>
                  <a:close/>
                  <a:moveTo>
                    <a:pt x="781315" y="5040"/>
                  </a:moveTo>
                  <a:lnTo>
                    <a:pt x="811273" y="60602"/>
                  </a:lnTo>
                  <a:lnTo>
                    <a:pt x="783612" y="9066"/>
                  </a:lnTo>
                  <a:close/>
                  <a:moveTo>
                    <a:pt x="781315" y="5040"/>
                  </a:moveTo>
                  <a:lnTo>
                    <a:pt x="809483" y="44883"/>
                  </a:lnTo>
                  <a:lnTo>
                    <a:pt x="811273" y="60602"/>
                  </a:lnTo>
                  <a:close/>
                  <a:moveTo>
                    <a:pt x="781315" y="5040"/>
                  </a:moveTo>
                  <a:lnTo>
                    <a:pt x="783612" y="9066"/>
                  </a:lnTo>
                  <a:lnTo>
                    <a:pt x="773938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48" name="Output_density__4247">
              <a:extLst>
                <a:ext uri="{FF2B5EF4-FFF2-40B4-BE49-F238E27FC236}">
                  <a16:creationId xmlns:a16="http://schemas.microsoft.com/office/drawing/2014/main" id="{13D82AC2-2482-BC28-EA38-D9FCCEFFF3A5}"/>
                </a:ext>
              </a:extLst>
            </p:cNvPr>
            <p:cNvSpPr>
              <a:spLocks noGrp="1"/>
            </p:cNvSpPr>
            <p:nvPr/>
          </p:nvSpPr>
          <p:spPr>
            <a:xfrm>
              <a:off x="15339578" y="2210196"/>
              <a:ext cx="1010400" cy="2162491"/>
            </a:xfrm>
            <a:custGeom>
              <a:avLst/>
              <a:gdLst/>
              <a:ahLst/>
              <a:cxnLst/>
              <a:rect l="0" t="0" r="0" b="0"/>
              <a:pathLst>
                <a:path w="1010400" h="2162491">
                  <a:moveTo>
                    <a:pt x="70356" y="2089572"/>
                  </a:moveTo>
                  <a:lnTo>
                    <a:pt x="131721" y="2117015"/>
                  </a:lnTo>
                  <a:lnTo>
                    <a:pt x="95819" y="2065478"/>
                  </a:lnTo>
                  <a:close/>
                  <a:moveTo>
                    <a:pt x="175473" y="2092921"/>
                  </a:moveTo>
                  <a:lnTo>
                    <a:pt x="131721" y="2117015"/>
                  </a:lnTo>
                  <a:lnTo>
                    <a:pt x="165259" y="2162491"/>
                  </a:lnTo>
                  <a:close/>
                  <a:moveTo>
                    <a:pt x="282023" y="1941660"/>
                  </a:moveTo>
                  <a:lnTo>
                    <a:pt x="301905" y="1919338"/>
                  </a:lnTo>
                  <a:lnTo>
                    <a:pt x="243003" y="1956418"/>
                  </a:lnTo>
                  <a:close/>
                  <a:moveTo>
                    <a:pt x="243003" y="1956418"/>
                  </a:moveTo>
                  <a:lnTo>
                    <a:pt x="301905" y="1919338"/>
                  </a:lnTo>
                  <a:lnTo>
                    <a:pt x="276450" y="1904465"/>
                  </a:lnTo>
                  <a:close/>
                  <a:moveTo>
                    <a:pt x="266747" y="1786868"/>
                  </a:moveTo>
                  <a:lnTo>
                    <a:pt x="261876" y="1809452"/>
                  </a:lnTo>
                  <a:lnTo>
                    <a:pt x="267715" y="1762956"/>
                  </a:lnTo>
                  <a:close/>
                  <a:moveTo>
                    <a:pt x="260719" y="1816530"/>
                  </a:moveTo>
                  <a:lnTo>
                    <a:pt x="261876" y="1809452"/>
                  </a:lnTo>
                  <a:lnTo>
                    <a:pt x="266747" y="1786868"/>
                  </a:lnTo>
                  <a:close/>
                  <a:moveTo>
                    <a:pt x="290121" y="1740381"/>
                  </a:moveTo>
                  <a:lnTo>
                    <a:pt x="266747" y="1786868"/>
                  </a:lnTo>
                  <a:lnTo>
                    <a:pt x="267715" y="1762956"/>
                  </a:lnTo>
                  <a:close/>
                  <a:moveTo>
                    <a:pt x="365446" y="1712427"/>
                  </a:moveTo>
                  <a:lnTo>
                    <a:pt x="335056" y="1733706"/>
                  </a:lnTo>
                  <a:lnTo>
                    <a:pt x="290121" y="1740381"/>
                  </a:lnTo>
                  <a:close/>
                  <a:moveTo>
                    <a:pt x="365446" y="1712427"/>
                  </a:moveTo>
                  <a:lnTo>
                    <a:pt x="290121" y="1740381"/>
                  </a:lnTo>
                  <a:lnTo>
                    <a:pt x="324395" y="1733626"/>
                  </a:lnTo>
                  <a:close/>
                  <a:moveTo>
                    <a:pt x="88305" y="1509853"/>
                  </a:moveTo>
                  <a:lnTo>
                    <a:pt x="121630" y="1499548"/>
                  </a:lnTo>
                  <a:lnTo>
                    <a:pt x="95831" y="1505273"/>
                  </a:lnTo>
                  <a:close/>
                  <a:moveTo>
                    <a:pt x="121630" y="1499548"/>
                  </a:moveTo>
                  <a:lnTo>
                    <a:pt x="134347" y="1481180"/>
                  </a:lnTo>
                  <a:lnTo>
                    <a:pt x="95831" y="1505273"/>
                  </a:lnTo>
                  <a:close/>
                  <a:moveTo>
                    <a:pt x="77264" y="1450511"/>
                  </a:moveTo>
                  <a:lnTo>
                    <a:pt x="80728" y="1481527"/>
                  </a:lnTo>
                  <a:lnTo>
                    <a:pt x="118765" y="1429643"/>
                  </a:lnTo>
                  <a:close/>
                  <a:moveTo>
                    <a:pt x="118765" y="1429643"/>
                  </a:moveTo>
                  <a:lnTo>
                    <a:pt x="80728" y="1481527"/>
                  </a:lnTo>
                  <a:lnTo>
                    <a:pt x="95831" y="1505273"/>
                  </a:lnTo>
                  <a:close/>
                  <a:moveTo>
                    <a:pt x="118765" y="1429643"/>
                  </a:moveTo>
                  <a:lnTo>
                    <a:pt x="95831" y="1505273"/>
                  </a:lnTo>
                  <a:lnTo>
                    <a:pt x="134347" y="1481180"/>
                  </a:lnTo>
                  <a:close/>
                  <a:moveTo>
                    <a:pt x="328688" y="1736511"/>
                  </a:moveTo>
                  <a:lnTo>
                    <a:pt x="389654" y="1724930"/>
                  </a:lnTo>
                  <a:lnTo>
                    <a:pt x="365446" y="1712427"/>
                  </a:lnTo>
                  <a:close/>
                  <a:moveTo>
                    <a:pt x="151416" y="1354012"/>
                  </a:moveTo>
                  <a:lnTo>
                    <a:pt x="94135" y="1396751"/>
                  </a:lnTo>
                  <a:lnTo>
                    <a:pt x="118765" y="1429643"/>
                  </a:lnTo>
                  <a:close/>
                  <a:moveTo>
                    <a:pt x="151416" y="1354012"/>
                  </a:moveTo>
                  <a:lnTo>
                    <a:pt x="160037" y="1333570"/>
                  </a:lnTo>
                  <a:lnTo>
                    <a:pt x="101958" y="1367692"/>
                  </a:lnTo>
                  <a:close/>
                  <a:moveTo>
                    <a:pt x="101958" y="1367692"/>
                  </a:moveTo>
                  <a:lnTo>
                    <a:pt x="160037" y="1333570"/>
                  </a:lnTo>
                  <a:lnTo>
                    <a:pt x="139663" y="1312278"/>
                  </a:lnTo>
                  <a:close/>
                  <a:moveTo>
                    <a:pt x="382408" y="1506048"/>
                  </a:moveTo>
                  <a:lnTo>
                    <a:pt x="342600" y="1508622"/>
                  </a:lnTo>
                  <a:lnTo>
                    <a:pt x="307779" y="1536601"/>
                  </a:lnTo>
                  <a:close/>
                  <a:moveTo>
                    <a:pt x="195775" y="1329918"/>
                  </a:moveTo>
                  <a:lnTo>
                    <a:pt x="171921" y="1286053"/>
                  </a:lnTo>
                  <a:lnTo>
                    <a:pt x="163220" y="1302476"/>
                  </a:lnTo>
                  <a:close/>
                  <a:moveTo>
                    <a:pt x="155199" y="1250939"/>
                  </a:moveTo>
                  <a:lnTo>
                    <a:pt x="163220" y="1302476"/>
                  </a:lnTo>
                  <a:lnTo>
                    <a:pt x="160532" y="1232569"/>
                  </a:lnTo>
                  <a:close/>
                  <a:moveTo>
                    <a:pt x="163220" y="1302476"/>
                  </a:moveTo>
                  <a:lnTo>
                    <a:pt x="171921" y="1286053"/>
                  </a:lnTo>
                  <a:lnTo>
                    <a:pt x="160532" y="1232569"/>
                  </a:lnTo>
                  <a:close/>
                  <a:moveTo>
                    <a:pt x="382408" y="1506048"/>
                  </a:moveTo>
                  <a:lnTo>
                    <a:pt x="411181" y="1519199"/>
                  </a:lnTo>
                  <a:lnTo>
                    <a:pt x="397665" y="1484528"/>
                  </a:lnTo>
                  <a:close/>
                  <a:moveTo>
                    <a:pt x="397665" y="1484528"/>
                  </a:moveTo>
                  <a:lnTo>
                    <a:pt x="448892" y="1511971"/>
                  </a:lnTo>
                  <a:lnTo>
                    <a:pt x="445549" y="1460434"/>
                  </a:lnTo>
                  <a:close/>
                  <a:moveTo>
                    <a:pt x="423546" y="1408898"/>
                  </a:moveTo>
                  <a:lnTo>
                    <a:pt x="409807" y="1432813"/>
                  </a:lnTo>
                  <a:lnTo>
                    <a:pt x="397665" y="1484528"/>
                  </a:lnTo>
                  <a:close/>
                  <a:moveTo>
                    <a:pt x="445549" y="1460434"/>
                  </a:moveTo>
                  <a:lnTo>
                    <a:pt x="423546" y="1408898"/>
                  </a:lnTo>
                  <a:lnTo>
                    <a:pt x="397665" y="1484528"/>
                  </a:lnTo>
                  <a:close/>
                  <a:moveTo>
                    <a:pt x="410208" y="1432991"/>
                  </a:moveTo>
                  <a:lnTo>
                    <a:pt x="431654" y="1380596"/>
                  </a:lnTo>
                  <a:lnTo>
                    <a:pt x="442383" y="1357361"/>
                  </a:lnTo>
                  <a:close/>
                  <a:moveTo>
                    <a:pt x="431654" y="1380596"/>
                  </a:moveTo>
                  <a:lnTo>
                    <a:pt x="409807" y="1432813"/>
                  </a:lnTo>
                  <a:lnTo>
                    <a:pt x="423546" y="1408898"/>
                  </a:lnTo>
                  <a:close/>
                  <a:moveTo>
                    <a:pt x="431654" y="1380596"/>
                  </a:moveTo>
                  <a:lnTo>
                    <a:pt x="455464" y="1334717"/>
                  </a:lnTo>
                  <a:lnTo>
                    <a:pt x="442383" y="1357361"/>
                  </a:lnTo>
                  <a:close/>
                  <a:moveTo>
                    <a:pt x="455464" y="1334717"/>
                  </a:moveTo>
                  <a:lnTo>
                    <a:pt x="456395" y="1333267"/>
                  </a:lnTo>
                  <a:lnTo>
                    <a:pt x="442383" y="1357361"/>
                  </a:lnTo>
                  <a:close/>
                  <a:moveTo>
                    <a:pt x="151257" y="1030944"/>
                  </a:moveTo>
                  <a:lnTo>
                    <a:pt x="119214" y="1048141"/>
                  </a:lnTo>
                  <a:lnTo>
                    <a:pt x="180235" y="1028322"/>
                  </a:lnTo>
                  <a:close/>
                  <a:moveTo>
                    <a:pt x="731215" y="1532096"/>
                  </a:moveTo>
                  <a:lnTo>
                    <a:pt x="748969" y="1515319"/>
                  </a:lnTo>
                  <a:lnTo>
                    <a:pt x="729769" y="1539413"/>
                  </a:lnTo>
                  <a:close/>
                  <a:moveTo>
                    <a:pt x="377311" y="1170278"/>
                  </a:moveTo>
                  <a:lnTo>
                    <a:pt x="402288" y="1135899"/>
                  </a:lnTo>
                  <a:lnTo>
                    <a:pt x="374234" y="1178657"/>
                  </a:lnTo>
                  <a:close/>
                  <a:moveTo>
                    <a:pt x="288930" y="953176"/>
                  </a:moveTo>
                  <a:lnTo>
                    <a:pt x="254900" y="973972"/>
                  </a:lnTo>
                  <a:lnTo>
                    <a:pt x="252811" y="1007301"/>
                  </a:lnTo>
                  <a:close/>
                  <a:moveTo>
                    <a:pt x="252811" y="1007301"/>
                  </a:moveTo>
                  <a:lnTo>
                    <a:pt x="275481" y="999953"/>
                  </a:lnTo>
                  <a:lnTo>
                    <a:pt x="288930" y="953176"/>
                  </a:lnTo>
                  <a:close/>
                  <a:moveTo>
                    <a:pt x="243155" y="930060"/>
                  </a:moveTo>
                  <a:lnTo>
                    <a:pt x="213333" y="953458"/>
                  </a:lnTo>
                  <a:lnTo>
                    <a:pt x="197156" y="972511"/>
                  </a:lnTo>
                  <a:close/>
                  <a:moveTo>
                    <a:pt x="761121" y="1509009"/>
                  </a:moveTo>
                  <a:lnTo>
                    <a:pt x="748969" y="1515319"/>
                  </a:lnTo>
                  <a:lnTo>
                    <a:pt x="731215" y="1532096"/>
                  </a:lnTo>
                  <a:close/>
                  <a:moveTo>
                    <a:pt x="790438" y="1501506"/>
                  </a:moveTo>
                  <a:lnTo>
                    <a:pt x="858030" y="1521984"/>
                  </a:lnTo>
                  <a:lnTo>
                    <a:pt x="818610" y="1491226"/>
                  </a:lnTo>
                  <a:close/>
                  <a:moveTo>
                    <a:pt x="324687" y="986849"/>
                  </a:moveTo>
                  <a:lnTo>
                    <a:pt x="296213" y="953757"/>
                  </a:lnTo>
                  <a:lnTo>
                    <a:pt x="275481" y="999953"/>
                  </a:lnTo>
                  <a:close/>
                  <a:moveTo>
                    <a:pt x="943683" y="1518668"/>
                  </a:moveTo>
                  <a:lnTo>
                    <a:pt x="931663" y="1487710"/>
                  </a:lnTo>
                  <a:lnTo>
                    <a:pt x="907719" y="1533086"/>
                  </a:lnTo>
                  <a:close/>
                  <a:moveTo>
                    <a:pt x="840380" y="1415595"/>
                  </a:moveTo>
                  <a:lnTo>
                    <a:pt x="818610" y="1491226"/>
                  </a:lnTo>
                  <a:lnTo>
                    <a:pt x="874906" y="1450179"/>
                  </a:lnTo>
                  <a:close/>
                  <a:moveTo>
                    <a:pt x="874906" y="1450179"/>
                  </a:moveTo>
                  <a:lnTo>
                    <a:pt x="818610" y="1491226"/>
                  </a:lnTo>
                  <a:lnTo>
                    <a:pt x="874557" y="1471102"/>
                  </a:lnTo>
                  <a:close/>
                  <a:moveTo>
                    <a:pt x="931663" y="1487710"/>
                  </a:moveTo>
                  <a:lnTo>
                    <a:pt x="917346" y="1467132"/>
                  </a:lnTo>
                  <a:lnTo>
                    <a:pt x="858030" y="1521984"/>
                  </a:lnTo>
                  <a:close/>
                  <a:moveTo>
                    <a:pt x="917346" y="1467132"/>
                  </a:moveTo>
                  <a:lnTo>
                    <a:pt x="924364" y="1460421"/>
                  </a:lnTo>
                  <a:lnTo>
                    <a:pt x="905910" y="1420851"/>
                  </a:lnTo>
                  <a:close/>
                  <a:moveTo>
                    <a:pt x="874557" y="1471102"/>
                  </a:moveTo>
                  <a:lnTo>
                    <a:pt x="917346" y="1467132"/>
                  </a:lnTo>
                  <a:lnTo>
                    <a:pt x="905910" y="1420851"/>
                  </a:lnTo>
                  <a:close/>
                  <a:moveTo>
                    <a:pt x="806425" y="1388152"/>
                  </a:moveTo>
                  <a:lnTo>
                    <a:pt x="840380" y="1415595"/>
                  </a:lnTo>
                  <a:lnTo>
                    <a:pt x="843878" y="1364058"/>
                  </a:lnTo>
                  <a:close/>
                  <a:moveTo>
                    <a:pt x="905910" y="1420851"/>
                  </a:moveTo>
                  <a:lnTo>
                    <a:pt x="924364" y="1460421"/>
                  </a:lnTo>
                  <a:lnTo>
                    <a:pt x="932568" y="1415595"/>
                  </a:lnTo>
                  <a:close/>
                  <a:moveTo>
                    <a:pt x="849615" y="1355623"/>
                  </a:moveTo>
                  <a:lnTo>
                    <a:pt x="806425" y="1388152"/>
                  </a:lnTo>
                  <a:lnTo>
                    <a:pt x="843878" y="1364058"/>
                  </a:lnTo>
                  <a:close/>
                  <a:moveTo>
                    <a:pt x="32977" y="398469"/>
                  </a:moveTo>
                  <a:lnTo>
                    <a:pt x="6282" y="460494"/>
                  </a:lnTo>
                  <a:lnTo>
                    <a:pt x="0" y="436400"/>
                  </a:lnTo>
                  <a:close/>
                  <a:moveTo>
                    <a:pt x="32977" y="398469"/>
                  </a:moveTo>
                  <a:lnTo>
                    <a:pt x="11180" y="451874"/>
                  </a:lnTo>
                  <a:lnTo>
                    <a:pt x="6282" y="460494"/>
                  </a:lnTo>
                  <a:close/>
                  <a:moveTo>
                    <a:pt x="32977" y="398469"/>
                  </a:moveTo>
                  <a:lnTo>
                    <a:pt x="43013" y="384863"/>
                  </a:lnTo>
                  <a:lnTo>
                    <a:pt x="41068" y="408957"/>
                  </a:lnTo>
                  <a:close/>
                  <a:moveTo>
                    <a:pt x="943683" y="1518668"/>
                  </a:moveTo>
                  <a:lnTo>
                    <a:pt x="1010400" y="1472516"/>
                  </a:lnTo>
                  <a:lnTo>
                    <a:pt x="928054" y="1465591"/>
                  </a:lnTo>
                  <a:close/>
                  <a:moveTo>
                    <a:pt x="928054" y="1465591"/>
                  </a:moveTo>
                  <a:lnTo>
                    <a:pt x="1010400" y="1472516"/>
                  </a:lnTo>
                  <a:lnTo>
                    <a:pt x="993495" y="1450371"/>
                  </a:lnTo>
                  <a:close/>
                  <a:moveTo>
                    <a:pt x="928054" y="1465591"/>
                  </a:moveTo>
                  <a:lnTo>
                    <a:pt x="981074" y="1397727"/>
                  </a:lnTo>
                  <a:lnTo>
                    <a:pt x="924364" y="1460421"/>
                  </a:lnTo>
                  <a:close/>
                  <a:moveTo>
                    <a:pt x="894191" y="1387384"/>
                  </a:moveTo>
                  <a:lnTo>
                    <a:pt x="892969" y="1393390"/>
                  </a:lnTo>
                  <a:lnTo>
                    <a:pt x="904658" y="1386743"/>
                  </a:lnTo>
                  <a:close/>
                  <a:moveTo>
                    <a:pt x="916595" y="1296473"/>
                  </a:moveTo>
                  <a:lnTo>
                    <a:pt x="849615" y="1355623"/>
                  </a:lnTo>
                  <a:lnTo>
                    <a:pt x="875587" y="1317826"/>
                  </a:lnTo>
                  <a:close/>
                  <a:moveTo>
                    <a:pt x="425727" y="848693"/>
                  </a:moveTo>
                  <a:lnTo>
                    <a:pt x="436426" y="846486"/>
                  </a:lnTo>
                  <a:lnTo>
                    <a:pt x="413792" y="797156"/>
                  </a:lnTo>
                  <a:close/>
                  <a:moveTo>
                    <a:pt x="436426" y="846486"/>
                  </a:moveTo>
                  <a:lnTo>
                    <a:pt x="509115" y="825374"/>
                  </a:lnTo>
                  <a:lnTo>
                    <a:pt x="484533" y="782616"/>
                  </a:lnTo>
                  <a:close/>
                  <a:moveTo>
                    <a:pt x="436426" y="846486"/>
                  </a:moveTo>
                  <a:lnTo>
                    <a:pt x="484533" y="782616"/>
                  </a:lnTo>
                  <a:lnTo>
                    <a:pt x="425583" y="792559"/>
                  </a:lnTo>
                  <a:close/>
                  <a:moveTo>
                    <a:pt x="70508" y="364114"/>
                  </a:moveTo>
                  <a:lnTo>
                    <a:pt x="43013" y="384863"/>
                  </a:lnTo>
                  <a:lnTo>
                    <a:pt x="96815" y="367987"/>
                  </a:lnTo>
                  <a:close/>
                  <a:moveTo>
                    <a:pt x="875587" y="1317826"/>
                  </a:moveTo>
                  <a:lnTo>
                    <a:pt x="901942" y="1323352"/>
                  </a:lnTo>
                  <a:lnTo>
                    <a:pt x="916595" y="1296473"/>
                  </a:lnTo>
                  <a:close/>
                  <a:moveTo>
                    <a:pt x="916595" y="1296473"/>
                  </a:moveTo>
                  <a:lnTo>
                    <a:pt x="901942" y="1323352"/>
                  </a:lnTo>
                  <a:lnTo>
                    <a:pt x="941452" y="1264334"/>
                  </a:lnTo>
                  <a:close/>
                  <a:moveTo>
                    <a:pt x="941912" y="1256229"/>
                  </a:moveTo>
                  <a:lnTo>
                    <a:pt x="938231" y="1269089"/>
                  </a:lnTo>
                  <a:lnTo>
                    <a:pt x="941452" y="1264334"/>
                  </a:lnTo>
                  <a:close/>
                  <a:moveTo>
                    <a:pt x="983182" y="1235852"/>
                  </a:moveTo>
                  <a:lnTo>
                    <a:pt x="957686" y="1212797"/>
                  </a:lnTo>
                  <a:lnTo>
                    <a:pt x="956349" y="1270428"/>
                  </a:lnTo>
                  <a:close/>
                  <a:moveTo>
                    <a:pt x="941912" y="1256229"/>
                  </a:moveTo>
                  <a:lnTo>
                    <a:pt x="952316" y="1264334"/>
                  </a:lnTo>
                  <a:lnTo>
                    <a:pt x="938231" y="1269089"/>
                  </a:lnTo>
                  <a:close/>
                  <a:moveTo>
                    <a:pt x="222960" y="314953"/>
                  </a:moveTo>
                  <a:lnTo>
                    <a:pt x="190245" y="327539"/>
                  </a:lnTo>
                  <a:lnTo>
                    <a:pt x="146529" y="338769"/>
                  </a:lnTo>
                  <a:close/>
                  <a:moveTo>
                    <a:pt x="222960" y="314953"/>
                  </a:moveTo>
                  <a:lnTo>
                    <a:pt x="146529" y="338769"/>
                  </a:lnTo>
                  <a:lnTo>
                    <a:pt x="179725" y="327983"/>
                  </a:lnTo>
                  <a:close/>
                  <a:moveTo>
                    <a:pt x="457049" y="578748"/>
                  </a:moveTo>
                  <a:lnTo>
                    <a:pt x="460939" y="570264"/>
                  </a:lnTo>
                  <a:lnTo>
                    <a:pt x="432809" y="575514"/>
                  </a:lnTo>
                  <a:close/>
                  <a:moveTo>
                    <a:pt x="697989" y="848512"/>
                  </a:moveTo>
                  <a:lnTo>
                    <a:pt x="687867" y="870204"/>
                  </a:lnTo>
                  <a:lnTo>
                    <a:pt x="697508" y="827947"/>
                  </a:lnTo>
                  <a:close/>
                  <a:moveTo>
                    <a:pt x="711600" y="784262"/>
                  </a:moveTo>
                  <a:lnTo>
                    <a:pt x="697989" y="848512"/>
                  </a:lnTo>
                  <a:lnTo>
                    <a:pt x="697508" y="827947"/>
                  </a:lnTo>
                  <a:close/>
                  <a:moveTo>
                    <a:pt x="760928" y="772583"/>
                  </a:moveTo>
                  <a:lnTo>
                    <a:pt x="739333" y="776411"/>
                  </a:lnTo>
                  <a:lnTo>
                    <a:pt x="794611" y="785049"/>
                  </a:lnTo>
                  <a:close/>
                  <a:moveTo>
                    <a:pt x="739333" y="776411"/>
                  </a:moveTo>
                  <a:lnTo>
                    <a:pt x="711600" y="784262"/>
                  </a:lnTo>
                  <a:lnTo>
                    <a:pt x="794611" y="785049"/>
                  </a:lnTo>
                  <a:close/>
                  <a:moveTo>
                    <a:pt x="760928" y="772583"/>
                  </a:moveTo>
                  <a:lnTo>
                    <a:pt x="794611" y="785049"/>
                  </a:lnTo>
                  <a:lnTo>
                    <a:pt x="822203" y="752317"/>
                  </a:lnTo>
                  <a:close/>
                  <a:moveTo>
                    <a:pt x="907921" y="729044"/>
                  </a:moveTo>
                  <a:lnTo>
                    <a:pt x="845144" y="742099"/>
                  </a:lnTo>
                  <a:lnTo>
                    <a:pt x="910027" y="732319"/>
                  </a:lnTo>
                  <a:close/>
                  <a:moveTo>
                    <a:pt x="845144" y="742099"/>
                  </a:moveTo>
                  <a:lnTo>
                    <a:pt x="864317" y="736090"/>
                  </a:lnTo>
                  <a:lnTo>
                    <a:pt x="910027" y="732319"/>
                  </a:lnTo>
                  <a:close/>
                  <a:moveTo>
                    <a:pt x="864317" y="736090"/>
                  </a:moveTo>
                  <a:lnTo>
                    <a:pt x="899031" y="730984"/>
                  </a:lnTo>
                  <a:lnTo>
                    <a:pt x="910027" y="732319"/>
                  </a:lnTo>
                  <a:close/>
                  <a:moveTo>
                    <a:pt x="589638" y="138019"/>
                  </a:moveTo>
                  <a:lnTo>
                    <a:pt x="615859" y="101158"/>
                  </a:lnTo>
                  <a:lnTo>
                    <a:pt x="592910" y="113132"/>
                  </a:lnTo>
                  <a:close/>
                  <a:moveTo>
                    <a:pt x="614119" y="89039"/>
                  </a:moveTo>
                  <a:lnTo>
                    <a:pt x="626431" y="37502"/>
                  </a:lnTo>
                  <a:lnTo>
                    <a:pt x="592910" y="113132"/>
                  </a:lnTo>
                  <a:close/>
                  <a:moveTo>
                    <a:pt x="671604" y="0"/>
                  </a:moveTo>
                  <a:lnTo>
                    <a:pt x="640451" y="18425"/>
                  </a:lnTo>
                  <a:lnTo>
                    <a:pt x="626431" y="3750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49" name="Output_density__4248">
              <a:extLst>
                <a:ext uri="{FF2B5EF4-FFF2-40B4-BE49-F238E27FC236}">
                  <a16:creationId xmlns:a16="http://schemas.microsoft.com/office/drawing/2014/main" id="{6BA2ADA2-569F-9AFB-9B55-DEBACDBFB63B}"/>
                </a:ext>
              </a:extLst>
            </p:cNvPr>
            <p:cNvSpPr>
              <a:spLocks noGrp="1"/>
            </p:cNvSpPr>
            <p:nvPr/>
          </p:nvSpPr>
          <p:spPr>
            <a:xfrm>
              <a:off x="15317333" y="2453845"/>
              <a:ext cx="1449369" cy="2131049"/>
            </a:xfrm>
            <a:custGeom>
              <a:avLst/>
              <a:gdLst/>
              <a:ahLst/>
              <a:cxnLst/>
              <a:rect l="0" t="0" r="0" b="0"/>
              <a:pathLst>
                <a:path w="1449369" h="2131049">
                  <a:moveTo>
                    <a:pt x="193466" y="1901360"/>
                  </a:moveTo>
                  <a:lnTo>
                    <a:pt x="217062" y="1924903"/>
                  </a:lnTo>
                  <a:lnTo>
                    <a:pt x="187503" y="1918843"/>
                  </a:lnTo>
                  <a:close/>
                  <a:moveTo>
                    <a:pt x="420311" y="2131049"/>
                  </a:moveTo>
                  <a:lnTo>
                    <a:pt x="439427" y="2124312"/>
                  </a:lnTo>
                  <a:lnTo>
                    <a:pt x="377956" y="2106884"/>
                  </a:lnTo>
                  <a:close/>
                  <a:moveTo>
                    <a:pt x="328004" y="2094799"/>
                  </a:moveTo>
                  <a:lnTo>
                    <a:pt x="377956" y="2106884"/>
                  </a:lnTo>
                  <a:lnTo>
                    <a:pt x="406655" y="2079285"/>
                  </a:lnTo>
                  <a:close/>
                  <a:moveTo>
                    <a:pt x="217062" y="1924903"/>
                  </a:moveTo>
                  <a:lnTo>
                    <a:pt x="253868" y="1910250"/>
                  </a:lnTo>
                  <a:lnTo>
                    <a:pt x="187503" y="1918843"/>
                  </a:lnTo>
                  <a:close/>
                  <a:moveTo>
                    <a:pt x="187503" y="1918843"/>
                  </a:moveTo>
                  <a:lnTo>
                    <a:pt x="253868" y="1910250"/>
                  </a:lnTo>
                  <a:lnTo>
                    <a:pt x="265145" y="1899558"/>
                  </a:lnTo>
                  <a:close/>
                  <a:moveTo>
                    <a:pt x="307607" y="1883638"/>
                  </a:moveTo>
                  <a:lnTo>
                    <a:pt x="293285" y="1869868"/>
                  </a:lnTo>
                  <a:lnTo>
                    <a:pt x="265145" y="1899558"/>
                  </a:lnTo>
                  <a:close/>
                  <a:moveTo>
                    <a:pt x="312580" y="1586786"/>
                  </a:moveTo>
                  <a:lnTo>
                    <a:pt x="354812" y="1615654"/>
                  </a:lnTo>
                  <a:lnTo>
                    <a:pt x="390321" y="1624309"/>
                  </a:lnTo>
                  <a:close/>
                  <a:moveTo>
                    <a:pt x="93149" y="1212032"/>
                  </a:moveTo>
                  <a:lnTo>
                    <a:pt x="62641" y="1210088"/>
                  </a:lnTo>
                  <a:lnTo>
                    <a:pt x="17729" y="1172623"/>
                  </a:lnTo>
                  <a:close/>
                  <a:moveTo>
                    <a:pt x="101972" y="1185994"/>
                  </a:moveTo>
                  <a:lnTo>
                    <a:pt x="50606" y="1208637"/>
                  </a:lnTo>
                  <a:lnTo>
                    <a:pt x="116380" y="1153103"/>
                  </a:lnTo>
                  <a:close/>
                  <a:moveTo>
                    <a:pt x="48400" y="1208513"/>
                  </a:moveTo>
                  <a:lnTo>
                    <a:pt x="62641" y="1210088"/>
                  </a:lnTo>
                  <a:lnTo>
                    <a:pt x="116380" y="1153103"/>
                  </a:lnTo>
                  <a:close/>
                  <a:moveTo>
                    <a:pt x="531136" y="1585793"/>
                  </a:moveTo>
                  <a:lnTo>
                    <a:pt x="470241" y="1602746"/>
                  </a:lnTo>
                  <a:lnTo>
                    <a:pt x="522697" y="1624195"/>
                  </a:lnTo>
                  <a:close/>
                  <a:moveTo>
                    <a:pt x="531136" y="1585793"/>
                  </a:moveTo>
                  <a:lnTo>
                    <a:pt x="470190" y="1597359"/>
                  </a:lnTo>
                  <a:lnTo>
                    <a:pt x="470241" y="1602746"/>
                  </a:lnTo>
                  <a:close/>
                  <a:moveTo>
                    <a:pt x="531136" y="1585793"/>
                  </a:moveTo>
                  <a:lnTo>
                    <a:pt x="522697" y="1624195"/>
                  </a:lnTo>
                  <a:lnTo>
                    <a:pt x="536849" y="1598287"/>
                  </a:lnTo>
                  <a:close/>
                  <a:moveTo>
                    <a:pt x="124203" y="1124044"/>
                  </a:moveTo>
                  <a:lnTo>
                    <a:pt x="108824" y="1073804"/>
                  </a:lnTo>
                  <a:lnTo>
                    <a:pt x="128271" y="1110364"/>
                  </a:lnTo>
                  <a:close/>
                  <a:moveTo>
                    <a:pt x="63608" y="1009838"/>
                  </a:moveTo>
                  <a:lnTo>
                    <a:pt x="107140" y="1058827"/>
                  </a:lnTo>
                  <a:lnTo>
                    <a:pt x="108824" y="1073804"/>
                  </a:lnTo>
                  <a:close/>
                  <a:moveTo>
                    <a:pt x="0" y="1031385"/>
                  </a:moveTo>
                  <a:lnTo>
                    <a:pt x="63608" y="1009838"/>
                  </a:lnTo>
                  <a:lnTo>
                    <a:pt x="66401" y="1006017"/>
                  </a:lnTo>
                  <a:close/>
                  <a:moveTo>
                    <a:pt x="63608" y="1009838"/>
                  </a:moveTo>
                  <a:lnTo>
                    <a:pt x="106889" y="1012633"/>
                  </a:lnTo>
                  <a:lnTo>
                    <a:pt x="66401" y="1006017"/>
                  </a:lnTo>
                  <a:close/>
                  <a:moveTo>
                    <a:pt x="106889" y="1012633"/>
                  </a:moveTo>
                  <a:lnTo>
                    <a:pt x="109612" y="992899"/>
                  </a:lnTo>
                  <a:lnTo>
                    <a:pt x="66401" y="1006017"/>
                  </a:lnTo>
                  <a:close/>
                  <a:moveTo>
                    <a:pt x="109612" y="992899"/>
                  </a:moveTo>
                  <a:lnTo>
                    <a:pt x="106889" y="1012633"/>
                  </a:lnTo>
                  <a:lnTo>
                    <a:pt x="127722" y="955754"/>
                  </a:lnTo>
                  <a:close/>
                  <a:moveTo>
                    <a:pt x="492084" y="1279715"/>
                  </a:moveTo>
                  <a:lnTo>
                    <a:pt x="513373" y="1286520"/>
                  </a:lnTo>
                  <a:lnTo>
                    <a:pt x="503335" y="1268322"/>
                  </a:lnTo>
                  <a:close/>
                  <a:moveTo>
                    <a:pt x="934793" y="1604985"/>
                  </a:moveTo>
                  <a:lnTo>
                    <a:pt x="914799" y="1637439"/>
                  </a:lnTo>
                  <a:lnTo>
                    <a:pt x="943897" y="1611331"/>
                  </a:lnTo>
                  <a:close/>
                  <a:moveTo>
                    <a:pt x="917437" y="1553448"/>
                  </a:moveTo>
                  <a:lnTo>
                    <a:pt x="876355" y="1533478"/>
                  </a:lnTo>
                  <a:lnTo>
                    <a:pt x="849846" y="1569268"/>
                  </a:lnTo>
                  <a:close/>
                  <a:moveTo>
                    <a:pt x="849846" y="1569268"/>
                  </a:moveTo>
                  <a:lnTo>
                    <a:pt x="800702" y="1518570"/>
                  </a:lnTo>
                  <a:lnTo>
                    <a:pt x="803683" y="1526005"/>
                  </a:lnTo>
                  <a:close/>
                  <a:moveTo>
                    <a:pt x="787875" y="1512247"/>
                  </a:moveTo>
                  <a:lnTo>
                    <a:pt x="803683" y="1526005"/>
                  </a:lnTo>
                  <a:lnTo>
                    <a:pt x="800702" y="1518570"/>
                  </a:lnTo>
                  <a:close/>
                  <a:moveTo>
                    <a:pt x="518962" y="1216786"/>
                  </a:moveTo>
                  <a:lnTo>
                    <a:pt x="496252" y="1262456"/>
                  </a:lnTo>
                  <a:lnTo>
                    <a:pt x="503335" y="1268322"/>
                  </a:lnTo>
                  <a:close/>
                  <a:moveTo>
                    <a:pt x="289925" y="939793"/>
                  </a:moveTo>
                  <a:lnTo>
                    <a:pt x="317467" y="976205"/>
                  </a:lnTo>
                  <a:lnTo>
                    <a:pt x="295081" y="959103"/>
                  </a:lnTo>
                  <a:close/>
                  <a:moveTo>
                    <a:pt x="403887" y="986546"/>
                  </a:moveTo>
                  <a:lnTo>
                    <a:pt x="424544" y="1027194"/>
                  </a:lnTo>
                  <a:lnTo>
                    <a:pt x="459613" y="1023410"/>
                  </a:lnTo>
                  <a:close/>
                  <a:moveTo>
                    <a:pt x="297547" y="907566"/>
                  </a:moveTo>
                  <a:lnTo>
                    <a:pt x="282855" y="883472"/>
                  </a:lnTo>
                  <a:lnTo>
                    <a:pt x="295081" y="959103"/>
                  </a:lnTo>
                  <a:close/>
                  <a:moveTo>
                    <a:pt x="297547" y="907566"/>
                  </a:moveTo>
                  <a:lnTo>
                    <a:pt x="308210" y="831936"/>
                  </a:lnTo>
                  <a:lnTo>
                    <a:pt x="282855" y="883472"/>
                  </a:lnTo>
                  <a:close/>
                  <a:moveTo>
                    <a:pt x="917437" y="1553448"/>
                  </a:moveTo>
                  <a:lnTo>
                    <a:pt x="934793" y="1604985"/>
                  </a:lnTo>
                  <a:lnTo>
                    <a:pt x="892893" y="1544346"/>
                  </a:lnTo>
                  <a:close/>
                  <a:moveTo>
                    <a:pt x="590172" y="1073837"/>
                  </a:moveTo>
                  <a:lnTo>
                    <a:pt x="609116" y="1121179"/>
                  </a:lnTo>
                  <a:lnTo>
                    <a:pt x="627166" y="1141155"/>
                  </a:lnTo>
                  <a:close/>
                  <a:moveTo>
                    <a:pt x="609116" y="1121179"/>
                  </a:moveTo>
                  <a:lnTo>
                    <a:pt x="590172" y="1073837"/>
                  </a:lnTo>
                  <a:lnTo>
                    <a:pt x="606282" y="1117061"/>
                  </a:lnTo>
                  <a:close/>
                  <a:moveTo>
                    <a:pt x="459613" y="1023410"/>
                  </a:moveTo>
                  <a:lnTo>
                    <a:pt x="403474" y="986187"/>
                  </a:lnTo>
                  <a:lnTo>
                    <a:pt x="403887" y="986546"/>
                  </a:lnTo>
                  <a:close/>
                  <a:moveTo>
                    <a:pt x="1020933" y="1641701"/>
                  </a:moveTo>
                  <a:lnTo>
                    <a:pt x="1075935" y="1683964"/>
                  </a:lnTo>
                  <a:lnTo>
                    <a:pt x="1037334" y="1651099"/>
                  </a:lnTo>
                  <a:close/>
                  <a:moveTo>
                    <a:pt x="1130755" y="1608334"/>
                  </a:moveTo>
                  <a:lnTo>
                    <a:pt x="1116539" y="1637659"/>
                  </a:lnTo>
                  <a:lnTo>
                    <a:pt x="1143547" y="1617982"/>
                  </a:lnTo>
                  <a:close/>
                  <a:moveTo>
                    <a:pt x="1143547" y="1617982"/>
                  </a:moveTo>
                  <a:lnTo>
                    <a:pt x="1116539" y="1637659"/>
                  </a:lnTo>
                  <a:lnTo>
                    <a:pt x="1114121" y="1666665"/>
                  </a:lnTo>
                  <a:close/>
                  <a:moveTo>
                    <a:pt x="1143547" y="1617982"/>
                  </a:moveTo>
                  <a:lnTo>
                    <a:pt x="1114121" y="1666665"/>
                  </a:lnTo>
                  <a:lnTo>
                    <a:pt x="1165548" y="1662839"/>
                  </a:lnTo>
                  <a:close/>
                  <a:moveTo>
                    <a:pt x="1165548" y="1662839"/>
                  </a:moveTo>
                  <a:lnTo>
                    <a:pt x="1201692" y="1671437"/>
                  </a:lnTo>
                  <a:lnTo>
                    <a:pt x="1143547" y="1617982"/>
                  </a:lnTo>
                  <a:close/>
                  <a:moveTo>
                    <a:pt x="822520" y="1312603"/>
                  </a:moveTo>
                  <a:lnTo>
                    <a:pt x="835778" y="1323208"/>
                  </a:lnTo>
                  <a:lnTo>
                    <a:pt x="812682" y="1257858"/>
                  </a:lnTo>
                  <a:close/>
                  <a:moveTo>
                    <a:pt x="880275" y="1278336"/>
                  </a:moveTo>
                  <a:lnTo>
                    <a:pt x="853346" y="1312554"/>
                  </a:lnTo>
                  <a:lnTo>
                    <a:pt x="929963" y="1289438"/>
                  </a:lnTo>
                  <a:close/>
                  <a:moveTo>
                    <a:pt x="123242" y="371911"/>
                  </a:moveTo>
                  <a:lnTo>
                    <a:pt x="98197" y="410623"/>
                  </a:lnTo>
                  <a:lnTo>
                    <a:pt x="124103" y="371455"/>
                  </a:lnTo>
                  <a:close/>
                  <a:moveTo>
                    <a:pt x="124103" y="371455"/>
                  </a:moveTo>
                  <a:lnTo>
                    <a:pt x="98197" y="410623"/>
                  </a:lnTo>
                  <a:lnTo>
                    <a:pt x="138221" y="447085"/>
                  </a:lnTo>
                  <a:close/>
                  <a:moveTo>
                    <a:pt x="124103" y="371455"/>
                  </a:moveTo>
                  <a:lnTo>
                    <a:pt x="138221" y="447085"/>
                  </a:lnTo>
                  <a:lnTo>
                    <a:pt x="143575" y="422992"/>
                  </a:lnTo>
                  <a:close/>
                  <a:moveTo>
                    <a:pt x="86667" y="367512"/>
                  </a:moveTo>
                  <a:lnTo>
                    <a:pt x="79766" y="395549"/>
                  </a:lnTo>
                  <a:lnTo>
                    <a:pt x="123242" y="371911"/>
                  </a:lnTo>
                  <a:close/>
                  <a:moveTo>
                    <a:pt x="124103" y="371455"/>
                  </a:moveTo>
                  <a:lnTo>
                    <a:pt x="84218" y="340893"/>
                  </a:lnTo>
                  <a:lnTo>
                    <a:pt x="87133" y="344012"/>
                  </a:lnTo>
                  <a:close/>
                  <a:moveTo>
                    <a:pt x="86667" y="367512"/>
                  </a:moveTo>
                  <a:lnTo>
                    <a:pt x="123242" y="371911"/>
                  </a:lnTo>
                  <a:lnTo>
                    <a:pt x="124103" y="371455"/>
                  </a:lnTo>
                  <a:close/>
                  <a:moveTo>
                    <a:pt x="87133" y="344012"/>
                  </a:moveTo>
                  <a:lnTo>
                    <a:pt x="86667" y="367512"/>
                  </a:lnTo>
                  <a:lnTo>
                    <a:pt x="124103" y="371455"/>
                  </a:lnTo>
                  <a:close/>
                  <a:moveTo>
                    <a:pt x="1116237" y="1602202"/>
                  </a:moveTo>
                  <a:lnTo>
                    <a:pt x="1130755" y="1608334"/>
                  </a:lnTo>
                  <a:lnTo>
                    <a:pt x="1102604" y="1585559"/>
                  </a:lnTo>
                  <a:close/>
                  <a:moveTo>
                    <a:pt x="942042" y="1299114"/>
                  </a:moveTo>
                  <a:lnTo>
                    <a:pt x="988907" y="1335139"/>
                  </a:lnTo>
                  <a:lnTo>
                    <a:pt x="979380" y="1326556"/>
                  </a:lnTo>
                  <a:close/>
                  <a:moveTo>
                    <a:pt x="718664" y="1070100"/>
                  </a:moveTo>
                  <a:lnTo>
                    <a:pt x="727152" y="1055190"/>
                  </a:lnTo>
                  <a:lnTo>
                    <a:pt x="752822" y="1080313"/>
                  </a:lnTo>
                  <a:close/>
                  <a:moveTo>
                    <a:pt x="163909" y="314088"/>
                  </a:moveTo>
                  <a:lnTo>
                    <a:pt x="124103" y="371455"/>
                  </a:lnTo>
                  <a:lnTo>
                    <a:pt x="177794" y="365543"/>
                  </a:lnTo>
                  <a:close/>
                  <a:moveTo>
                    <a:pt x="175251" y="319918"/>
                  </a:moveTo>
                  <a:lnTo>
                    <a:pt x="176503" y="258916"/>
                  </a:lnTo>
                  <a:lnTo>
                    <a:pt x="163909" y="314088"/>
                  </a:lnTo>
                  <a:close/>
                  <a:moveTo>
                    <a:pt x="1037446" y="1275020"/>
                  </a:moveTo>
                  <a:lnTo>
                    <a:pt x="1028260" y="1223483"/>
                  </a:lnTo>
                  <a:lnTo>
                    <a:pt x="1056899" y="1250926"/>
                  </a:lnTo>
                  <a:close/>
                  <a:moveTo>
                    <a:pt x="953805" y="1156349"/>
                  </a:moveTo>
                  <a:lnTo>
                    <a:pt x="925488" y="1147853"/>
                  </a:lnTo>
                  <a:lnTo>
                    <a:pt x="926903" y="1143095"/>
                  </a:lnTo>
                  <a:close/>
                  <a:moveTo>
                    <a:pt x="1009866" y="1143703"/>
                  </a:moveTo>
                  <a:lnTo>
                    <a:pt x="953805" y="1156349"/>
                  </a:lnTo>
                  <a:lnTo>
                    <a:pt x="926903" y="1143095"/>
                  </a:lnTo>
                  <a:close/>
                  <a:moveTo>
                    <a:pt x="1003318" y="1154078"/>
                  </a:moveTo>
                  <a:lnTo>
                    <a:pt x="1056490" y="1148833"/>
                  </a:lnTo>
                  <a:lnTo>
                    <a:pt x="1009866" y="1143703"/>
                  </a:lnTo>
                  <a:close/>
                  <a:moveTo>
                    <a:pt x="882844" y="1018142"/>
                  </a:moveTo>
                  <a:lnTo>
                    <a:pt x="905777" y="1007167"/>
                  </a:lnTo>
                  <a:lnTo>
                    <a:pt x="897515" y="993243"/>
                  </a:lnTo>
                  <a:close/>
                  <a:moveTo>
                    <a:pt x="720685" y="855468"/>
                  </a:moveTo>
                  <a:lnTo>
                    <a:pt x="683043" y="914264"/>
                  </a:lnTo>
                  <a:lnTo>
                    <a:pt x="718710" y="888725"/>
                  </a:lnTo>
                  <a:close/>
                  <a:moveTo>
                    <a:pt x="679674" y="913570"/>
                  </a:moveTo>
                  <a:lnTo>
                    <a:pt x="683043" y="914264"/>
                  </a:lnTo>
                  <a:lnTo>
                    <a:pt x="720685" y="855468"/>
                  </a:lnTo>
                  <a:close/>
                  <a:moveTo>
                    <a:pt x="690729" y="841840"/>
                  </a:moveTo>
                  <a:lnTo>
                    <a:pt x="679674" y="913570"/>
                  </a:lnTo>
                  <a:lnTo>
                    <a:pt x="720685" y="855468"/>
                  </a:lnTo>
                  <a:close/>
                  <a:moveTo>
                    <a:pt x="720685" y="855468"/>
                  </a:moveTo>
                  <a:lnTo>
                    <a:pt x="727929" y="788293"/>
                  </a:lnTo>
                  <a:lnTo>
                    <a:pt x="690063" y="821397"/>
                  </a:lnTo>
                  <a:close/>
                  <a:moveTo>
                    <a:pt x="568523" y="589494"/>
                  </a:moveTo>
                  <a:lnTo>
                    <a:pt x="531360" y="581725"/>
                  </a:lnTo>
                  <a:lnTo>
                    <a:pt x="508047" y="625121"/>
                  </a:lnTo>
                  <a:close/>
                  <a:moveTo>
                    <a:pt x="340764" y="497244"/>
                  </a:moveTo>
                  <a:lnTo>
                    <a:pt x="356024" y="553508"/>
                  </a:lnTo>
                  <a:lnTo>
                    <a:pt x="364633" y="501971"/>
                  </a:lnTo>
                  <a:close/>
                  <a:moveTo>
                    <a:pt x="340764" y="497244"/>
                  </a:moveTo>
                  <a:lnTo>
                    <a:pt x="364633" y="501971"/>
                  </a:lnTo>
                  <a:lnTo>
                    <a:pt x="384495" y="436931"/>
                  </a:lnTo>
                  <a:close/>
                  <a:moveTo>
                    <a:pt x="344664" y="431330"/>
                  </a:moveTo>
                  <a:lnTo>
                    <a:pt x="340764" y="497244"/>
                  </a:lnTo>
                  <a:lnTo>
                    <a:pt x="384495" y="436931"/>
                  </a:lnTo>
                  <a:close/>
                  <a:moveTo>
                    <a:pt x="344664" y="431330"/>
                  </a:moveTo>
                  <a:lnTo>
                    <a:pt x="384495" y="436931"/>
                  </a:lnTo>
                  <a:lnTo>
                    <a:pt x="347782" y="415049"/>
                  </a:lnTo>
                  <a:close/>
                  <a:moveTo>
                    <a:pt x="384495" y="436931"/>
                  </a:moveTo>
                  <a:lnTo>
                    <a:pt x="395327" y="418135"/>
                  </a:lnTo>
                  <a:lnTo>
                    <a:pt x="347782" y="415049"/>
                  </a:lnTo>
                  <a:close/>
                  <a:moveTo>
                    <a:pt x="218644" y="220194"/>
                  </a:moveTo>
                  <a:lnTo>
                    <a:pt x="235573" y="231066"/>
                  </a:lnTo>
                  <a:lnTo>
                    <a:pt x="251974" y="231516"/>
                  </a:lnTo>
                  <a:close/>
                  <a:moveTo>
                    <a:pt x="215845" y="231335"/>
                  </a:moveTo>
                  <a:lnTo>
                    <a:pt x="218644" y="220194"/>
                  </a:lnTo>
                  <a:lnTo>
                    <a:pt x="198641" y="206787"/>
                  </a:lnTo>
                  <a:close/>
                  <a:moveTo>
                    <a:pt x="198641" y="206787"/>
                  </a:moveTo>
                  <a:lnTo>
                    <a:pt x="192281" y="228279"/>
                  </a:lnTo>
                  <a:lnTo>
                    <a:pt x="215845" y="231335"/>
                  </a:lnTo>
                  <a:close/>
                  <a:moveTo>
                    <a:pt x="1449369" y="1559265"/>
                  </a:moveTo>
                  <a:lnTo>
                    <a:pt x="1432158" y="1539624"/>
                  </a:lnTo>
                  <a:lnTo>
                    <a:pt x="1434515" y="1596102"/>
                  </a:lnTo>
                  <a:close/>
                  <a:moveTo>
                    <a:pt x="1288161" y="1484515"/>
                  </a:moveTo>
                  <a:lnTo>
                    <a:pt x="1288496" y="1508609"/>
                  </a:lnTo>
                  <a:lnTo>
                    <a:pt x="1296215" y="1515606"/>
                  </a:lnTo>
                  <a:close/>
                  <a:moveTo>
                    <a:pt x="1199278" y="1226832"/>
                  </a:moveTo>
                  <a:lnTo>
                    <a:pt x="1156218" y="1206634"/>
                  </a:lnTo>
                  <a:lnTo>
                    <a:pt x="1121719" y="1212548"/>
                  </a:lnTo>
                  <a:close/>
                  <a:moveTo>
                    <a:pt x="1103957" y="1175295"/>
                  </a:moveTo>
                  <a:lnTo>
                    <a:pt x="1121719" y="1212548"/>
                  </a:lnTo>
                  <a:lnTo>
                    <a:pt x="1156218" y="1206634"/>
                  </a:lnTo>
                  <a:close/>
                  <a:moveTo>
                    <a:pt x="1103957" y="1175295"/>
                  </a:moveTo>
                  <a:lnTo>
                    <a:pt x="1087875" y="1199389"/>
                  </a:lnTo>
                  <a:lnTo>
                    <a:pt x="1121719" y="1212548"/>
                  </a:lnTo>
                  <a:close/>
                  <a:moveTo>
                    <a:pt x="1057303" y="1146383"/>
                  </a:moveTo>
                  <a:lnTo>
                    <a:pt x="1059679" y="1146240"/>
                  </a:lnTo>
                  <a:lnTo>
                    <a:pt x="1035790" y="1127679"/>
                  </a:lnTo>
                  <a:close/>
                  <a:moveTo>
                    <a:pt x="406301" y="324266"/>
                  </a:moveTo>
                  <a:lnTo>
                    <a:pt x="423506" y="348815"/>
                  </a:lnTo>
                  <a:lnTo>
                    <a:pt x="455053" y="331866"/>
                  </a:lnTo>
                  <a:close/>
                  <a:moveTo>
                    <a:pt x="266053" y="196100"/>
                  </a:moveTo>
                  <a:lnTo>
                    <a:pt x="218644" y="220194"/>
                  </a:lnTo>
                  <a:lnTo>
                    <a:pt x="251974" y="231516"/>
                  </a:lnTo>
                  <a:close/>
                  <a:moveTo>
                    <a:pt x="251974" y="231516"/>
                  </a:moveTo>
                  <a:lnTo>
                    <a:pt x="301623" y="242468"/>
                  </a:lnTo>
                  <a:lnTo>
                    <a:pt x="337115" y="240266"/>
                  </a:lnTo>
                  <a:close/>
                  <a:moveTo>
                    <a:pt x="280416" y="202957"/>
                  </a:moveTo>
                  <a:lnTo>
                    <a:pt x="251974" y="231516"/>
                  </a:lnTo>
                  <a:lnTo>
                    <a:pt x="337115" y="240266"/>
                  </a:lnTo>
                  <a:close/>
                  <a:moveTo>
                    <a:pt x="1098549" y="1165699"/>
                  </a:moveTo>
                  <a:lnTo>
                    <a:pt x="1035790" y="1127679"/>
                  </a:lnTo>
                  <a:lnTo>
                    <a:pt x="1059679" y="1146240"/>
                  </a:lnTo>
                  <a:close/>
                  <a:moveTo>
                    <a:pt x="1432670" y="1534858"/>
                  </a:moveTo>
                  <a:lnTo>
                    <a:pt x="1393774" y="1570789"/>
                  </a:lnTo>
                  <a:lnTo>
                    <a:pt x="1432158" y="1539624"/>
                  </a:lnTo>
                  <a:close/>
                  <a:moveTo>
                    <a:pt x="1432670" y="1534858"/>
                  </a:moveTo>
                  <a:lnTo>
                    <a:pt x="1432158" y="1539624"/>
                  </a:lnTo>
                  <a:lnTo>
                    <a:pt x="1433327" y="1536052"/>
                  </a:lnTo>
                  <a:close/>
                  <a:moveTo>
                    <a:pt x="1427734" y="1476129"/>
                  </a:moveTo>
                  <a:lnTo>
                    <a:pt x="1433327" y="1536052"/>
                  </a:lnTo>
                  <a:lnTo>
                    <a:pt x="1438171" y="1484515"/>
                  </a:lnTo>
                  <a:close/>
                  <a:moveTo>
                    <a:pt x="1427734" y="1476129"/>
                  </a:moveTo>
                  <a:lnTo>
                    <a:pt x="1432670" y="1534858"/>
                  </a:lnTo>
                  <a:lnTo>
                    <a:pt x="1433327" y="1536052"/>
                  </a:lnTo>
                  <a:close/>
                  <a:moveTo>
                    <a:pt x="1410563" y="1458881"/>
                  </a:moveTo>
                  <a:lnTo>
                    <a:pt x="1387801" y="1470612"/>
                  </a:lnTo>
                  <a:lnTo>
                    <a:pt x="1427734" y="1476129"/>
                  </a:lnTo>
                  <a:close/>
                  <a:moveTo>
                    <a:pt x="1199278" y="1226832"/>
                  </a:moveTo>
                  <a:lnTo>
                    <a:pt x="1216803" y="1219951"/>
                  </a:lnTo>
                  <a:lnTo>
                    <a:pt x="1225724" y="1156930"/>
                  </a:lnTo>
                  <a:close/>
                  <a:moveTo>
                    <a:pt x="1156218" y="1206634"/>
                  </a:moveTo>
                  <a:lnTo>
                    <a:pt x="1199278" y="1226832"/>
                  </a:lnTo>
                  <a:lnTo>
                    <a:pt x="1225724" y="1156930"/>
                  </a:lnTo>
                  <a:close/>
                  <a:moveTo>
                    <a:pt x="1216803" y="1219951"/>
                  </a:moveTo>
                  <a:lnTo>
                    <a:pt x="1252340" y="1216666"/>
                  </a:lnTo>
                  <a:lnTo>
                    <a:pt x="1225724" y="1156930"/>
                  </a:lnTo>
                  <a:close/>
                  <a:moveTo>
                    <a:pt x="1103957" y="1175295"/>
                  </a:moveTo>
                  <a:lnTo>
                    <a:pt x="1156218" y="1206634"/>
                  </a:lnTo>
                  <a:lnTo>
                    <a:pt x="1102596" y="1174092"/>
                  </a:lnTo>
                  <a:close/>
                  <a:moveTo>
                    <a:pt x="1098549" y="1165699"/>
                  </a:moveTo>
                  <a:lnTo>
                    <a:pt x="1103957" y="1175295"/>
                  </a:lnTo>
                  <a:lnTo>
                    <a:pt x="1102596" y="1174092"/>
                  </a:lnTo>
                  <a:close/>
                  <a:moveTo>
                    <a:pt x="979931" y="969149"/>
                  </a:moveTo>
                  <a:lnTo>
                    <a:pt x="996456" y="945055"/>
                  </a:lnTo>
                  <a:lnTo>
                    <a:pt x="946363" y="946053"/>
                  </a:lnTo>
                  <a:close/>
                  <a:moveTo>
                    <a:pt x="996456" y="945055"/>
                  </a:moveTo>
                  <a:lnTo>
                    <a:pt x="978121" y="929891"/>
                  </a:lnTo>
                  <a:lnTo>
                    <a:pt x="946363" y="946053"/>
                  </a:lnTo>
                  <a:close/>
                  <a:moveTo>
                    <a:pt x="1034221" y="964961"/>
                  </a:moveTo>
                  <a:lnTo>
                    <a:pt x="1005426" y="992203"/>
                  </a:lnTo>
                  <a:lnTo>
                    <a:pt x="1083400" y="974158"/>
                  </a:lnTo>
                  <a:close/>
                  <a:moveTo>
                    <a:pt x="455053" y="331866"/>
                  </a:moveTo>
                  <a:lnTo>
                    <a:pt x="436079" y="300700"/>
                  </a:lnTo>
                  <a:lnTo>
                    <a:pt x="406301" y="324266"/>
                  </a:lnTo>
                  <a:close/>
                  <a:moveTo>
                    <a:pt x="1223162" y="1099665"/>
                  </a:moveTo>
                  <a:lnTo>
                    <a:pt x="1215400" y="1095606"/>
                  </a:lnTo>
                  <a:lnTo>
                    <a:pt x="1261844" y="1127108"/>
                  </a:lnTo>
                  <a:close/>
                  <a:moveTo>
                    <a:pt x="1229768" y="1151202"/>
                  </a:moveTo>
                  <a:lnTo>
                    <a:pt x="1223162" y="1099665"/>
                  </a:lnTo>
                  <a:lnTo>
                    <a:pt x="1261844" y="1127108"/>
                  </a:lnTo>
                  <a:close/>
                  <a:moveTo>
                    <a:pt x="912737" y="687372"/>
                  </a:moveTo>
                  <a:lnTo>
                    <a:pt x="913392" y="687881"/>
                  </a:lnTo>
                  <a:lnTo>
                    <a:pt x="888174" y="669782"/>
                  </a:lnTo>
                  <a:close/>
                  <a:moveTo>
                    <a:pt x="495351" y="259304"/>
                  </a:moveTo>
                  <a:lnTo>
                    <a:pt x="525268" y="284810"/>
                  </a:lnTo>
                  <a:lnTo>
                    <a:pt x="510413" y="275079"/>
                  </a:lnTo>
                  <a:close/>
                  <a:moveTo>
                    <a:pt x="543352" y="195519"/>
                  </a:moveTo>
                  <a:lnTo>
                    <a:pt x="545913" y="199449"/>
                  </a:lnTo>
                  <a:lnTo>
                    <a:pt x="556852" y="133096"/>
                  </a:lnTo>
                  <a:close/>
                  <a:moveTo>
                    <a:pt x="974108" y="512415"/>
                  </a:moveTo>
                  <a:lnTo>
                    <a:pt x="968171" y="536111"/>
                  </a:lnTo>
                  <a:lnTo>
                    <a:pt x="932272" y="488670"/>
                  </a:lnTo>
                  <a:close/>
                  <a:moveTo>
                    <a:pt x="953457" y="278232"/>
                  </a:moveTo>
                  <a:lnTo>
                    <a:pt x="956588" y="309784"/>
                  </a:lnTo>
                  <a:lnTo>
                    <a:pt x="962914" y="281777"/>
                  </a:lnTo>
                  <a:close/>
                  <a:moveTo>
                    <a:pt x="953457" y="278232"/>
                  </a:moveTo>
                  <a:lnTo>
                    <a:pt x="962914" y="281777"/>
                  </a:lnTo>
                  <a:lnTo>
                    <a:pt x="970822" y="228102"/>
                  </a:lnTo>
                  <a:close/>
                  <a:moveTo>
                    <a:pt x="806082" y="0"/>
                  </a:moveTo>
                  <a:lnTo>
                    <a:pt x="752984" y="13553"/>
                  </a:lnTo>
                  <a:lnTo>
                    <a:pt x="799261" y="7091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50" name="Output_density__4249">
              <a:extLst>
                <a:ext uri="{FF2B5EF4-FFF2-40B4-BE49-F238E27FC236}">
                  <a16:creationId xmlns:a16="http://schemas.microsoft.com/office/drawing/2014/main" id="{782428E1-DE2A-FD57-6A19-BE35B35CDB8A}"/>
                </a:ext>
              </a:extLst>
            </p:cNvPr>
            <p:cNvSpPr>
              <a:spLocks noGrp="1"/>
            </p:cNvSpPr>
            <p:nvPr/>
          </p:nvSpPr>
          <p:spPr>
            <a:xfrm>
              <a:off x="15614880" y="2516323"/>
              <a:ext cx="886140" cy="1579222"/>
            </a:xfrm>
            <a:custGeom>
              <a:avLst/>
              <a:gdLst/>
              <a:ahLst/>
              <a:cxnLst/>
              <a:rect l="0" t="0" r="0" b="0"/>
              <a:pathLst>
                <a:path w="886140" h="1579222">
                  <a:moveTo>
                    <a:pt x="221415" y="1154307"/>
                  </a:moveTo>
                  <a:lnTo>
                    <a:pt x="218079" y="1159467"/>
                  </a:lnTo>
                  <a:lnTo>
                    <a:pt x="224290" y="1153800"/>
                  </a:lnTo>
                  <a:close/>
                  <a:moveTo>
                    <a:pt x="688884" y="1544529"/>
                  </a:moveTo>
                  <a:lnTo>
                    <a:pt x="669557" y="1542506"/>
                  </a:lnTo>
                  <a:lnTo>
                    <a:pt x="646349" y="1548852"/>
                  </a:lnTo>
                  <a:close/>
                  <a:moveTo>
                    <a:pt x="221415" y="1154307"/>
                  </a:moveTo>
                  <a:lnTo>
                    <a:pt x="225699" y="1153272"/>
                  </a:lnTo>
                  <a:lnTo>
                    <a:pt x="257030" y="1141312"/>
                  </a:lnTo>
                  <a:close/>
                  <a:moveTo>
                    <a:pt x="225699" y="1153272"/>
                  </a:moveTo>
                  <a:lnTo>
                    <a:pt x="221415" y="1154307"/>
                  </a:lnTo>
                  <a:lnTo>
                    <a:pt x="224290" y="1153800"/>
                  </a:lnTo>
                  <a:close/>
                  <a:moveTo>
                    <a:pt x="277050" y="1130213"/>
                  </a:moveTo>
                  <a:lnTo>
                    <a:pt x="225699" y="1153272"/>
                  </a:lnTo>
                  <a:lnTo>
                    <a:pt x="298175" y="1120471"/>
                  </a:lnTo>
                  <a:close/>
                  <a:moveTo>
                    <a:pt x="298175" y="1120471"/>
                  </a:moveTo>
                  <a:lnTo>
                    <a:pt x="225699" y="1153272"/>
                  </a:lnTo>
                  <a:lnTo>
                    <a:pt x="224290" y="1153800"/>
                  </a:lnTo>
                  <a:close/>
                  <a:moveTo>
                    <a:pt x="298175" y="1120471"/>
                  </a:moveTo>
                  <a:lnTo>
                    <a:pt x="224290" y="1153800"/>
                  </a:lnTo>
                  <a:lnTo>
                    <a:pt x="269204" y="1147051"/>
                  </a:lnTo>
                  <a:close/>
                  <a:moveTo>
                    <a:pt x="49004" y="932004"/>
                  </a:moveTo>
                  <a:lnTo>
                    <a:pt x="34770" y="969249"/>
                  </a:lnTo>
                  <a:lnTo>
                    <a:pt x="53596" y="948161"/>
                  </a:lnTo>
                  <a:close/>
                  <a:moveTo>
                    <a:pt x="0" y="845087"/>
                  </a:moveTo>
                  <a:lnTo>
                    <a:pt x="12685" y="773302"/>
                  </a:lnTo>
                  <a:lnTo>
                    <a:pt x="10663" y="769457"/>
                  </a:lnTo>
                  <a:close/>
                  <a:moveTo>
                    <a:pt x="10663" y="769457"/>
                  </a:moveTo>
                  <a:lnTo>
                    <a:pt x="12685" y="773302"/>
                  </a:lnTo>
                  <a:lnTo>
                    <a:pt x="16591" y="766380"/>
                  </a:lnTo>
                  <a:close/>
                  <a:moveTo>
                    <a:pt x="277050" y="1130213"/>
                  </a:moveTo>
                  <a:lnTo>
                    <a:pt x="257030" y="1141312"/>
                  </a:lnTo>
                  <a:lnTo>
                    <a:pt x="225699" y="1153272"/>
                  </a:lnTo>
                  <a:close/>
                  <a:moveTo>
                    <a:pt x="723386" y="1579222"/>
                  </a:moveTo>
                  <a:lnTo>
                    <a:pt x="669557" y="1542506"/>
                  </a:lnTo>
                  <a:lnTo>
                    <a:pt x="694592" y="1539888"/>
                  </a:lnTo>
                  <a:close/>
                  <a:moveTo>
                    <a:pt x="277050" y="1130213"/>
                  </a:moveTo>
                  <a:lnTo>
                    <a:pt x="298175" y="1120471"/>
                  </a:lnTo>
                  <a:lnTo>
                    <a:pt x="271158" y="1116314"/>
                  </a:lnTo>
                  <a:close/>
                  <a:moveTo>
                    <a:pt x="63810" y="498448"/>
                  </a:moveTo>
                  <a:lnTo>
                    <a:pt x="47854" y="515123"/>
                  </a:lnTo>
                  <a:lnTo>
                    <a:pt x="9781" y="524691"/>
                  </a:lnTo>
                  <a:close/>
                  <a:moveTo>
                    <a:pt x="511865" y="990692"/>
                  </a:moveTo>
                  <a:lnTo>
                    <a:pt x="429605" y="992712"/>
                  </a:lnTo>
                  <a:lnTo>
                    <a:pt x="480581" y="1008625"/>
                  </a:lnTo>
                  <a:close/>
                  <a:moveTo>
                    <a:pt x="836460" y="1418688"/>
                  </a:moveTo>
                  <a:lnTo>
                    <a:pt x="857366" y="1409077"/>
                  </a:lnTo>
                  <a:lnTo>
                    <a:pt x="886140" y="1381759"/>
                  </a:lnTo>
                  <a:close/>
                  <a:moveTo>
                    <a:pt x="692098" y="1085374"/>
                  </a:moveTo>
                  <a:lnTo>
                    <a:pt x="656258" y="1093871"/>
                  </a:lnTo>
                  <a:lnTo>
                    <a:pt x="712319" y="1081225"/>
                  </a:lnTo>
                  <a:close/>
                  <a:moveTo>
                    <a:pt x="539653" y="959687"/>
                  </a:moveTo>
                  <a:lnTo>
                    <a:pt x="511865" y="990692"/>
                  </a:lnTo>
                  <a:lnTo>
                    <a:pt x="585297" y="955664"/>
                  </a:lnTo>
                  <a:close/>
                  <a:moveTo>
                    <a:pt x="738243" y="1065201"/>
                  </a:moveTo>
                  <a:lnTo>
                    <a:pt x="692098" y="1085374"/>
                  </a:lnTo>
                  <a:lnTo>
                    <a:pt x="712319" y="1081225"/>
                  </a:lnTo>
                  <a:close/>
                  <a:moveTo>
                    <a:pt x="430577" y="724199"/>
                  </a:moveTo>
                  <a:lnTo>
                    <a:pt x="437682" y="655680"/>
                  </a:lnTo>
                  <a:lnTo>
                    <a:pt x="423725" y="700524"/>
                  </a:lnTo>
                  <a:close/>
                  <a:moveTo>
                    <a:pt x="238080" y="161064"/>
                  </a:moveTo>
                  <a:lnTo>
                    <a:pt x="248366" y="136970"/>
                  </a:lnTo>
                  <a:lnTo>
                    <a:pt x="242425" y="142407"/>
                  </a:lnTo>
                  <a:close/>
                  <a:moveTo>
                    <a:pt x="284356" y="85434"/>
                  </a:moveTo>
                  <a:lnTo>
                    <a:pt x="312005" y="61340"/>
                  </a:lnTo>
                  <a:lnTo>
                    <a:pt x="305290" y="67874"/>
                  </a:lnTo>
                  <a:close/>
                  <a:moveTo>
                    <a:pt x="599542" y="334424"/>
                  </a:moveTo>
                  <a:lnTo>
                    <a:pt x="569552" y="357197"/>
                  </a:lnTo>
                  <a:lnTo>
                    <a:pt x="645135" y="330216"/>
                  </a:lnTo>
                  <a:close/>
                  <a:moveTo>
                    <a:pt x="327925" y="17601"/>
                  </a:moveTo>
                  <a:lnTo>
                    <a:pt x="309036" y="56874"/>
                  </a:lnTo>
                  <a:lnTo>
                    <a:pt x="369937" y="0"/>
                  </a:lnTo>
                  <a:close/>
                  <a:moveTo>
                    <a:pt x="662534" y="273111"/>
                  </a:moveTo>
                  <a:lnTo>
                    <a:pt x="645135" y="330216"/>
                  </a:lnTo>
                  <a:lnTo>
                    <a:pt x="666381" y="29492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51" name="Output_density__4250">
              <a:extLst>
                <a:ext uri="{FF2B5EF4-FFF2-40B4-BE49-F238E27FC236}">
                  <a16:creationId xmlns:a16="http://schemas.microsoft.com/office/drawing/2014/main" id="{CF162FF1-AFDB-DB19-2055-33641C9AE8EF}"/>
                </a:ext>
              </a:extLst>
            </p:cNvPr>
            <p:cNvSpPr>
              <a:spLocks noGrp="1"/>
            </p:cNvSpPr>
            <p:nvPr/>
          </p:nvSpPr>
          <p:spPr>
            <a:xfrm>
              <a:off x="15304740" y="2219578"/>
              <a:ext cx="1411811" cy="2313552"/>
            </a:xfrm>
            <a:custGeom>
              <a:avLst/>
              <a:gdLst/>
              <a:ahLst/>
              <a:cxnLst/>
              <a:rect l="0" t="0" r="0" b="0"/>
              <a:pathLst>
                <a:path w="1411811" h="2313552">
                  <a:moveTo>
                    <a:pt x="209126" y="2262243"/>
                  </a:moveTo>
                  <a:lnTo>
                    <a:pt x="201695" y="2293988"/>
                  </a:lnTo>
                  <a:lnTo>
                    <a:pt x="235000" y="2283610"/>
                  </a:lnTo>
                  <a:close/>
                  <a:moveTo>
                    <a:pt x="302594" y="2289685"/>
                  </a:moveTo>
                  <a:lnTo>
                    <a:pt x="298670" y="2306559"/>
                  </a:lnTo>
                  <a:lnTo>
                    <a:pt x="322562" y="2301413"/>
                  </a:lnTo>
                  <a:close/>
                  <a:moveTo>
                    <a:pt x="387966" y="2271945"/>
                  </a:moveTo>
                  <a:lnTo>
                    <a:pt x="322562" y="2301413"/>
                  </a:lnTo>
                  <a:lnTo>
                    <a:pt x="372142" y="2312109"/>
                  </a:lnTo>
                  <a:close/>
                  <a:moveTo>
                    <a:pt x="429102" y="2276485"/>
                  </a:moveTo>
                  <a:lnTo>
                    <a:pt x="372142" y="2312109"/>
                  </a:lnTo>
                  <a:lnTo>
                    <a:pt x="419248" y="2313552"/>
                  </a:lnTo>
                  <a:close/>
                  <a:moveTo>
                    <a:pt x="429102" y="2276485"/>
                  </a:moveTo>
                  <a:lnTo>
                    <a:pt x="387966" y="2271945"/>
                  </a:lnTo>
                  <a:lnTo>
                    <a:pt x="372142" y="2312109"/>
                  </a:lnTo>
                  <a:close/>
                  <a:moveTo>
                    <a:pt x="387966" y="2271945"/>
                  </a:moveTo>
                  <a:lnTo>
                    <a:pt x="429102" y="2276485"/>
                  </a:lnTo>
                  <a:lnTo>
                    <a:pt x="404661" y="2233612"/>
                  </a:lnTo>
                  <a:close/>
                  <a:moveTo>
                    <a:pt x="387966" y="2271945"/>
                  </a:moveTo>
                  <a:lnTo>
                    <a:pt x="404661" y="2233612"/>
                  </a:lnTo>
                  <a:lnTo>
                    <a:pt x="367529" y="2225817"/>
                  </a:lnTo>
                  <a:close/>
                  <a:moveTo>
                    <a:pt x="320200" y="2117905"/>
                  </a:moveTo>
                  <a:lnTo>
                    <a:pt x="312642" y="2110982"/>
                  </a:lnTo>
                  <a:lnTo>
                    <a:pt x="305878" y="2104134"/>
                  </a:lnTo>
                  <a:close/>
                  <a:moveTo>
                    <a:pt x="350057" y="2086888"/>
                  </a:moveTo>
                  <a:lnTo>
                    <a:pt x="312642" y="2110982"/>
                  </a:lnTo>
                  <a:lnTo>
                    <a:pt x="361220" y="2136374"/>
                  </a:lnTo>
                  <a:close/>
                  <a:moveTo>
                    <a:pt x="26364" y="1420261"/>
                  </a:moveTo>
                  <a:lnTo>
                    <a:pt x="936" y="1392916"/>
                  </a:lnTo>
                  <a:lnTo>
                    <a:pt x="38594" y="1424925"/>
                  </a:lnTo>
                  <a:close/>
                  <a:moveTo>
                    <a:pt x="853" y="1392818"/>
                  </a:moveTo>
                  <a:lnTo>
                    <a:pt x="936" y="1392916"/>
                  </a:lnTo>
                  <a:lnTo>
                    <a:pt x="26364" y="1420261"/>
                  </a:lnTo>
                  <a:close/>
                  <a:moveTo>
                    <a:pt x="4480" y="1368724"/>
                  </a:moveTo>
                  <a:lnTo>
                    <a:pt x="853" y="1392818"/>
                  </a:lnTo>
                  <a:lnTo>
                    <a:pt x="26364" y="1420261"/>
                  </a:lnTo>
                  <a:close/>
                  <a:moveTo>
                    <a:pt x="448811" y="1821262"/>
                  </a:moveTo>
                  <a:lnTo>
                    <a:pt x="468306" y="1868156"/>
                  </a:lnTo>
                  <a:lnTo>
                    <a:pt x="482783" y="1831625"/>
                  </a:lnTo>
                  <a:close/>
                  <a:moveTo>
                    <a:pt x="448811" y="1821262"/>
                  </a:moveTo>
                  <a:lnTo>
                    <a:pt x="482783" y="1831625"/>
                  </a:lnTo>
                  <a:lnTo>
                    <a:pt x="495932" y="1758192"/>
                  </a:lnTo>
                  <a:close/>
                  <a:moveTo>
                    <a:pt x="7422" y="1262038"/>
                  </a:moveTo>
                  <a:lnTo>
                    <a:pt x="75853" y="1241557"/>
                  </a:lnTo>
                  <a:lnTo>
                    <a:pt x="9972" y="1291801"/>
                  </a:lnTo>
                  <a:close/>
                  <a:moveTo>
                    <a:pt x="78994" y="1240283"/>
                  </a:moveTo>
                  <a:lnTo>
                    <a:pt x="7422" y="1262038"/>
                  </a:lnTo>
                  <a:lnTo>
                    <a:pt x="0" y="1254516"/>
                  </a:lnTo>
                  <a:close/>
                  <a:moveTo>
                    <a:pt x="123257" y="1331334"/>
                  </a:moveTo>
                  <a:lnTo>
                    <a:pt x="116318" y="1379831"/>
                  </a:lnTo>
                  <a:lnTo>
                    <a:pt x="140864" y="1344630"/>
                  </a:lnTo>
                  <a:close/>
                  <a:moveTo>
                    <a:pt x="446019" y="1509817"/>
                  </a:moveTo>
                  <a:lnTo>
                    <a:pt x="466025" y="1578219"/>
                  </a:lnTo>
                  <a:lnTo>
                    <a:pt x="504676" y="1513981"/>
                  </a:lnTo>
                  <a:close/>
                  <a:moveTo>
                    <a:pt x="230612" y="1320536"/>
                  </a:moveTo>
                  <a:lnTo>
                    <a:pt x="244683" y="1372073"/>
                  </a:lnTo>
                  <a:lnTo>
                    <a:pt x="312445" y="1319287"/>
                  </a:lnTo>
                  <a:close/>
                  <a:moveTo>
                    <a:pt x="230444" y="1320158"/>
                  </a:moveTo>
                  <a:lnTo>
                    <a:pt x="230612" y="1320536"/>
                  </a:lnTo>
                  <a:lnTo>
                    <a:pt x="312445" y="1319287"/>
                  </a:lnTo>
                  <a:close/>
                  <a:moveTo>
                    <a:pt x="243959" y="1371913"/>
                  </a:moveTo>
                  <a:lnTo>
                    <a:pt x="230444" y="1320158"/>
                  </a:lnTo>
                  <a:lnTo>
                    <a:pt x="312445" y="1319287"/>
                  </a:lnTo>
                  <a:close/>
                  <a:moveTo>
                    <a:pt x="200402" y="1244906"/>
                  </a:moveTo>
                  <a:lnTo>
                    <a:pt x="174708" y="1202002"/>
                  </a:lnTo>
                  <a:lnTo>
                    <a:pt x="197384" y="1217463"/>
                  </a:lnTo>
                  <a:close/>
                  <a:moveTo>
                    <a:pt x="197072" y="1197503"/>
                  </a:moveTo>
                  <a:lnTo>
                    <a:pt x="197384" y="1217463"/>
                  </a:lnTo>
                  <a:lnTo>
                    <a:pt x="174708" y="1202002"/>
                  </a:lnTo>
                  <a:close/>
                  <a:moveTo>
                    <a:pt x="483729" y="1502589"/>
                  </a:moveTo>
                  <a:lnTo>
                    <a:pt x="504676" y="1513981"/>
                  </a:lnTo>
                  <a:lnTo>
                    <a:pt x="508845" y="1496723"/>
                  </a:lnTo>
                  <a:close/>
                  <a:moveTo>
                    <a:pt x="483729" y="1502589"/>
                  </a:moveTo>
                  <a:lnTo>
                    <a:pt x="508845" y="1496723"/>
                  </a:lnTo>
                  <a:lnTo>
                    <a:pt x="492939" y="1426958"/>
                  </a:lnTo>
                  <a:close/>
                  <a:moveTo>
                    <a:pt x="480387" y="1451052"/>
                  </a:moveTo>
                  <a:lnTo>
                    <a:pt x="483729" y="1502589"/>
                  </a:lnTo>
                  <a:lnTo>
                    <a:pt x="492939" y="1426958"/>
                  </a:lnTo>
                  <a:close/>
                  <a:moveTo>
                    <a:pt x="508845" y="1496723"/>
                  </a:moveTo>
                  <a:lnTo>
                    <a:pt x="504676" y="1513981"/>
                  </a:lnTo>
                  <a:lnTo>
                    <a:pt x="515927" y="1502589"/>
                  </a:lnTo>
                  <a:close/>
                  <a:moveTo>
                    <a:pt x="310990" y="1229915"/>
                  </a:moveTo>
                  <a:lnTo>
                    <a:pt x="359144" y="1228749"/>
                  </a:lnTo>
                  <a:lnTo>
                    <a:pt x="302518" y="1174059"/>
                  </a:lnTo>
                  <a:close/>
                  <a:moveTo>
                    <a:pt x="250638" y="1178255"/>
                  </a:moveTo>
                  <a:lnTo>
                    <a:pt x="304659" y="1220812"/>
                  </a:lnTo>
                  <a:lnTo>
                    <a:pt x="310990" y="1229915"/>
                  </a:lnTo>
                  <a:close/>
                  <a:moveTo>
                    <a:pt x="250638" y="1178255"/>
                  </a:moveTo>
                  <a:lnTo>
                    <a:pt x="238366" y="1125488"/>
                  </a:lnTo>
                  <a:lnTo>
                    <a:pt x="237960" y="1169275"/>
                  </a:lnTo>
                  <a:close/>
                  <a:moveTo>
                    <a:pt x="307674" y="1193369"/>
                  </a:moveTo>
                  <a:lnTo>
                    <a:pt x="295669" y="1121665"/>
                  </a:lnTo>
                  <a:lnTo>
                    <a:pt x="302518" y="1174059"/>
                  </a:lnTo>
                  <a:close/>
                  <a:moveTo>
                    <a:pt x="295448" y="1117739"/>
                  </a:moveTo>
                  <a:lnTo>
                    <a:pt x="295669" y="1121665"/>
                  </a:lnTo>
                  <a:lnTo>
                    <a:pt x="307674" y="1193369"/>
                  </a:lnTo>
                  <a:close/>
                  <a:moveTo>
                    <a:pt x="238366" y="1125488"/>
                  </a:moveTo>
                  <a:lnTo>
                    <a:pt x="293607" y="1117739"/>
                  </a:lnTo>
                  <a:lnTo>
                    <a:pt x="242534" y="1097680"/>
                  </a:lnTo>
                  <a:close/>
                  <a:moveTo>
                    <a:pt x="845217" y="1778922"/>
                  </a:moveTo>
                  <a:lnTo>
                    <a:pt x="836322" y="1763620"/>
                  </a:lnTo>
                  <a:lnTo>
                    <a:pt x="827890" y="1753915"/>
                  </a:lnTo>
                  <a:close/>
                  <a:moveTo>
                    <a:pt x="730407" y="1618773"/>
                  </a:moveTo>
                  <a:lnTo>
                    <a:pt x="760152" y="1635553"/>
                  </a:lnTo>
                  <a:lnTo>
                    <a:pt x="770494" y="1660547"/>
                  </a:lnTo>
                  <a:close/>
                  <a:moveTo>
                    <a:pt x="400327" y="1196718"/>
                  </a:moveTo>
                  <a:lnTo>
                    <a:pt x="416067" y="1220454"/>
                  </a:lnTo>
                  <a:lnTo>
                    <a:pt x="457951" y="1244156"/>
                  </a:lnTo>
                  <a:close/>
                  <a:moveTo>
                    <a:pt x="1088527" y="1918230"/>
                  </a:moveTo>
                  <a:lnTo>
                    <a:pt x="1126714" y="1900932"/>
                  </a:lnTo>
                  <a:lnTo>
                    <a:pt x="1129132" y="1871925"/>
                  </a:lnTo>
                  <a:close/>
                  <a:moveTo>
                    <a:pt x="574995" y="1292697"/>
                  </a:moveTo>
                  <a:lnTo>
                    <a:pt x="618875" y="1351328"/>
                  </a:lnTo>
                  <a:lnTo>
                    <a:pt x="580803" y="1299791"/>
                  </a:lnTo>
                  <a:close/>
                  <a:moveTo>
                    <a:pt x="542004" y="1281537"/>
                  </a:moveTo>
                  <a:lnTo>
                    <a:pt x="604704" y="1331287"/>
                  </a:lnTo>
                  <a:lnTo>
                    <a:pt x="574995" y="1292697"/>
                  </a:lnTo>
                  <a:close/>
                  <a:moveTo>
                    <a:pt x="1027043" y="1717769"/>
                  </a:moveTo>
                  <a:lnTo>
                    <a:pt x="1080658" y="1774907"/>
                  </a:lnTo>
                  <a:lnTo>
                    <a:pt x="1042353" y="1739527"/>
                  </a:lnTo>
                  <a:close/>
                  <a:moveTo>
                    <a:pt x="573920" y="1105343"/>
                  </a:moveTo>
                  <a:lnTo>
                    <a:pt x="620030" y="1168582"/>
                  </a:lnTo>
                  <a:lnTo>
                    <a:pt x="629677" y="1148530"/>
                  </a:lnTo>
                  <a:close/>
                  <a:moveTo>
                    <a:pt x="156168" y="657258"/>
                  </a:moveTo>
                  <a:lnTo>
                    <a:pt x="185361" y="633164"/>
                  </a:lnTo>
                  <a:lnTo>
                    <a:pt x="136695" y="605721"/>
                  </a:lnTo>
                  <a:close/>
                  <a:moveTo>
                    <a:pt x="730714" y="1303140"/>
                  </a:moveTo>
                  <a:lnTo>
                    <a:pt x="731257" y="1304367"/>
                  </a:lnTo>
                  <a:lnTo>
                    <a:pt x="734148" y="1308306"/>
                  </a:lnTo>
                  <a:close/>
                  <a:moveTo>
                    <a:pt x="629677" y="1148530"/>
                  </a:moveTo>
                  <a:lnTo>
                    <a:pt x="620030" y="1168582"/>
                  </a:lnTo>
                  <a:lnTo>
                    <a:pt x="649028" y="1164735"/>
                  </a:lnTo>
                  <a:close/>
                  <a:moveTo>
                    <a:pt x="1162496" y="1726867"/>
                  </a:moveTo>
                  <a:lnTo>
                    <a:pt x="1135600" y="1691339"/>
                  </a:lnTo>
                  <a:lnTo>
                    <a:pt x="1080323" y="1729212"/>
                  </a:lnTo>
                  <a:close/>
                  <a:moveTo>
                    <a:pt x="1135600" y="1691339"/>
                  </a:moveTo>
                  <a:lnTo>
                    <a:pt x="1086348" y="1644795"/>
                  </a:lnTo>
                  <a:lnTo>
                    <a:pt x="1078961" y="1663896"/>
                  </a:lnTo>
                  <a:close/>
                  <a:moveTo>
                    <a:pt x="1056146" y="1638820"/>
                  </a:moveTo>
                  <a:lnTo>
                    <a:pt x="1078961" y="1663896"/>
                  </a:lnTo>
                  <a:lnTo>
                    <a:pt x="1086348" y="1644795"/>
                  </a:lnTo>
                  <a:close/>
                  <a:moveTo>
                    <a:pt x="326229" y="778325"/>
                  </a:moveTo>
                  <a:lnTo>
                    <a:pt x="369849" y="780845"/>
                  </a:lnTo>
                  <a:lnTo>
                    <a:pt x="353357" y="731510"/>
                  </a:lnTo>
                  <a:close/>
                  <a:moveTo>
                    <a:pt x="357257" y="665596"/>
                  </a:moveTo>
                  <a:lnTo>
                    <a:pt x="319195" y="670029"/>
                  </a:lnTo>
                  <a:lnTo>
                    <a:pt x="314814" y="724863"/>
                  </a:lnTo>
                  <a:close/>
                  <a:moveTo>
                    <a:pt x="357257" y="665596"/>
                  </a:moveTo>
                  <a:lnTo>
                    <a:pt x="314814" y="724863"/>
                  </a:lnTo>
                  <a:lnTo>
                    <a:pt x="353357" y="731510"/>
                  </a:lnTo>
                  <a:close/>
                  <a:moveTo>
                    <a:pt x="160353" y="460758"/>
                  </a:moveTo>
                  <a:lnTo>
                    <a:pt x="106695" y="403656"/>
                  </a:lnTo>
                  <a:lnTo>
                    <a:pt x="113338" y="460998"/>
                  </a:lnTo>
                  <a:close/>
                  <a:moveTo>
                    <a:pt x="160353" y="460758"/>
                  </a:moveTo>
                  <a:lnTo>
                    <a:pt x="204874" y="462546"/>
                  </a:lnTo>
                  <a:lnTo>
                    <a:pt x="159596" y="422666"/>
                  </a:lnTo>
                  <a:close/>
                  <a:moveTo>
                    <a:pt x="204874" y="462546"/>
                  </a:moveTo>
                  <a:lnTo>
                    <a:pt x="211234" y="441054"/>
                  </a:lnTo>
                  <a:lnTo>
                    <a:pt x="159596" y="422666"/>
                  </a:lnTo>
                  <a:close/>
                  <a:moveTo>
                    <a:pt x="1374721" y="1770318"/>
                  </a:moveTo>
                  <a:lnTo>
                    <a:pt x="1345893" y="1753629"/>
                  </a:lnTo>
                  <a:lnTo>
                    <a:pt x="1308808" y="1749873"/>
                  </a:lnTo>
                  <a:close/>
                  <a:moveTo>
                    <a:pt x="337925" y="605156"/>
                  </a:moveTo>
                  <a:lnTo>
                    <a:pt x="335609" y="660607"/>
                  </a:lnTo>
                  <a:lnTo>
                    <a:pt x="360375" y="649315"/>
                  </a:lnTo>
                  <a:close/>
                  <a:moveTo>
                    <a:pt x="231237" y="454460"/>
                  </a:moveTo>
                  <a:lnTo>
                    <a:pt x="278645" y="430366"/>
                  </a:lnTo>
                  <a:lnTo>
                    <a:pt x="211234" y="441054"/>
                  </a:lnTo>
                  <a:close/>
                  <a:moveTo>
                    <a:pt x="278645" y="430366"/>
                  </a:moveTo>
                  <a:lnTo>
                    <a:pt x="237357" y="403824"/>
                  </a:lnTo>
                  <a:lnTo>
                    <a:pt x="211234" y="441054"/>
                  </a:lnTo>
                  <a:close/>
                  <a:moveTo>
                    <a:pt x="1400394" y="1704878"/>
                  </a:moveTo>
                  <a:lnTo>
                    <a:pt x="1374721" y="1770318"/>
                  </a:lnTo>
                  <a:lnTo>
                    <a:pt x="1411811" y="1758339"/>
                  </a:lnTo>
                  <a:close/>
                  <a:moveTo>
                    <a:pt x="1219606" y="1612423"/>
                  </a:moveTo>
                  <a:lnTo>
                    <a:pt x="1215503" y="1591614"/>
                  </a:lnTo>
                  <a:lnTo>
                    <a:pt x="1202847" y="1568156"/>
                  </a:lnTo>
                  <a:close/>
                  <a:moveTo>
                    <a:pt x="1173024" y="1612312"/>
                  </a:moveTo>
                  <a:lnTo>
                    <a:pt x="1186288" y="1615708"/>
                  </a:lnTo>
                  <a:lnTo>
                    <a:pt x="1202847" y="1568156"/>
                  </a:lnTo>
                  <a:close/>
                  <a:moveTo>
                    <a:pt x="1115189" y="1408359"/>
                  </a:moveTo>
                  <a:lnTo>
                    <a:pt x="1150277" y="1442575"/>
                  </a:lnTo>
                  <a:lnTo>
                    <a:pt x="1081914" y="1397428"/>
                  </a:lnTo>
                  <a:close/>
                  <a:moveTo>
                    <a:pt x="1111142" y="1399965"/>
                  </a:moveTo>
                  <a:lnTo>
                    <a:pt x="1115189" y="1408359"/>
                  </a:lnTo>
                  <a:lnTo>
                    <a:pt x="1084985" y="1333931"/>
                  </a:lnTo>
                  <a:close/>
                  <a:moveTo>
                    <a:pt x="1084985" y="1333931"/>
                  </a:moveTo>
                  <a:lnTo>
                    <a:pt x="1120450" y="1299865"/>
                  </a:lnTo>
                  <a:lnTo>
                    <a:pt x="1064011" y="1349240"/>
                  </a:lnTo>
                  <a:close/>
                  <a:moveTo>
                    <a:pt x="1066830" y="1284206"/>
                  </a:moveTo>
                  <a:lnTo>
                    <a:pt x="1066801" y="1282395"/>
                  </a:lnTo>
                  <a:lnTo>
                    <a:pt x="1080834" y="1333931"/>
                  </a:lnTo>
                  <a:close/>
                  <a:moveTo>
                    <a:pt x="1066801" y="1282395"/>
                  </a:moveTo>
                  <a:lnTo>
                    <a:pt x="1066830" y="1284206"/>
                  </a:lnTo>
                  <a:lnTo>
                    <a:pt x="981292" y="1253021"/>
                  </a:lnTo>
                  <a:close/>
                  <a:moveTo>
                    <a:pt x="278645" y="430366"/>
                  </a:moveTo>
                  <a:lnTo>
                    <a:pt x="301951" y="406273"/>
                  </a:lnTo>
                  <a:lnTo>
                    <a:pt x="237357" y="403824"/>
                  </a:lnTo>
                  <a:close/>
                  <a:moveTo>
                    <a:pt x="349707" y="474532"/>
                  </a:moveTo>
                  <a:lnTo>
                    <a:pt x="326675" y="428194"/>
                  </a:lnTo>
                  <a:lnTo>
                    <a:pt x="293009" y="437224"/>
                  </a:lnTo>
                  <a:close/>
                  <a:moveTo>
                    <a:pt x="1026719" y="1155227"/>
                  </a:moveTo>
                  <a:lnTo>
                    <a:pt x="1009048" y="1179321"/>
                  </a:lnTo>
                  <a:lnTo>
                    <a:pt x="1065396" y="1206764"/>
                  </a:lnTo>
                  <a:close/>
                  <a:moveTo>
                    <a:pt x="1032279" y="1052154"/>
                  </a:moveTo>
                  <a:lnTo>
                    <a:pt x="1008428" y="1095490"/>
                  </a:lnTo>
                  <a:lnTo>
                    <a:pt x="1038008" y="1056666"/>
                  </a:lnTo>
                  <a:close/>
                  <a:moveTo>
                    <a:pt x="448672" y="534967"/>
                  </a:moveTo>
                  <a:lnTo>
                    <a:pt x="495777" y="560882"/>
                  </a:lnTo>
                  <a:lnTo>
                    <a:pt x="475693" y="501093"/>
                  </a:lnTo>
                  <a:close/>
                  <a:moveTo>
                    <a:pt x="475693" y="501093"/>
                  </a:moveTo>
                  <a:lnTo>
                    <a:pt x="495777" y="560882"/>
                  </a:lnTo>
                  <a:lnTo>
                    <a:pt x="507944" y="493570"/>
                  </a:lnTo>
                  <a:close/>
                  <a:moveTo>
                    <a:pt x="577116" y="538059"/>
                  </a:moveTo>
                  <a:lnTo>
                    <a:pt x="537861" y="519076"/>
                  </a:lnTo>
                  <a:lnTo>
                    <a:pt x="507944" y="493570"/>
                  </a:lnTo>
                  <a:close/>
                  <a:moveTo>
                    <a:pt x="1261169" y="1390404"/>
                  </a:moveTo>
                  <a:lnTo>
                    <a:pt x="1289007" y="1405754"/>
                  </a:lnTo>
                  <a:lnTo>
                    <a:pt x="1269210" y="1359107"/>
                  </a:lnTo>
                  <a:close/>
                  <a:moveTo>
                    <a:pt x="1232009" y="1351368"/>
                  </a:moveTo>
                  <a:lnTo>
                    <a:pt x="1269210" y="1359107"/>
                  </a:lnTo>
                  <a:lnTo>
                    <a:pt x="1265203" y="1356820"/>
                  </a:lnTo>
                  <a:close/>
                  <a:moveTo>
                    <a:pt x="1008428" y="1095490"/>
                  </a:moveTo>
                  <a:lnTo>
                    <a:pt x="1032279" y="1052154"/>
                  </a:lnTo>
                  <a:lnTo>
                    <a:pt x="1011442" y="1040281"/>
                  </a:lnTo>
                  <a:close/>
                  <a:moveTo>
                    <a:pt x="1099730" y="857477"/>
                  </a:moveTo>
                  <a:lnTo>
                    <a:pt x="1133492" y="876799"/>
                  </a:lnTo>
                  <a:lnTo>
                    <a:pt x="1076091" y="837477"/>
                  </a:lnTo>
                  <a:close/>
                  <a:moveTo>
                    <a:pt x="1133492" y="876799"/>
                  </a:moveTo>
                  <a:lnTo>
                    <a:pt x="1145648" y="881653"/>
                  </a:lnTo>
                  <a:lnTo>
                    <a:pt x="1076091" y="837477"/>
                  </a:lnTo>
                  <a:close/>
                  <a:moveTo>
                    <a:pt x="1076091" y="837477"/>
                  </a:moveTo>
                  <a:lnTo>
                    <a:pt x="1145648" y="881653"/>
                  </a:lnTo>
                  <a:lnTo>
                    <a:pt x="1104523" y="849357"/>
                  </a:lnTo>
                  <a:close/>
                  <a:moveTo>
                    <a:pt x="1160934" y="911628"/>
                  </a:moveTo>
                  <a:lnTo>
                    <a:pt x="1145648" y="881653"/>
                  </a:lnTo>
                  <a:lnTo>
                    <a:pt x="1133492" y="876799"/>
                  </a:lnTo>
                  <a:close/>
                  <a:moveTo>
                    <a:pt x="1039516" y="829229"/>
                  </a:moveTo>
                  <a:lnTo>
                    <a:pt x="1076091" y="837477"/>
                  </a:lnTo>
                  <a:lnTo>
                    <a:pt x="1005357" y="794256"/>
                  </a:lnTo>
                  <a:close/>
                  <a:moveTo>
                    <a:pt x="958560" y="731577"/>
                  </a:moveTo>
                  <a:lnTo>
                    <a:pt x="1005357" y="794256"/>
                  </a:lnTo>
                  <a:lnTo>
                    <a:pt x="986903" y="746283"/>
                  </a:lnTo>
                  <a:close/>
                  <a:moveTo>
                    <a:pt x="919816" y="534161"/>
                  </a:moveTo>
                  <a:lnTo>
                    <a:pt x="951659" y="567580"/>
                  </a:lnTo>
                  <a:lnTo>
                    <a:pt x="972674" y="569856"/>
                  </a:lnTo>
                  <a:close/>
                  <a:moveTo>
                    <a:pt x="862651" y="495108"/>
                  </a:moveTo>
                  <a:lnTo>
                    <a:pt x="793863" y="540137"/>
                  </a:lnTo>
                  <a:lnTo>
                    <a:pt x="863893" y="519585"/>
                  </a:lnTo>
                  <a:close/>
                  <a:moveTo>
                    <a:pt x="829943" y="464507"/>
                  </a:moveTo>
                  <a:lnTo>
                    <a:pt x="793863" y="540137"/>
                  </a:lnTo>
                  <a:lnTo>
                    <a:pt x="862651" y="495108"/>
                  </a:lnTo>
                  <a:close/>
                  <a:moveTo>
                    <a:pt x="790476" y="478547"/>
                  </a:moveTo>
                  <a:lnTo>
                    <a:pt x="829943" y="464507"/>
                  </a:lnTo>
                  <a:lnTo>
                    <a:pt x="806208" y="458751"/>
                  </a:lnTo>
                  <a:close/>
                  <a:moveTo>
                    <a:pt x="789582" y="464507"/>
                  </a:moveTo>
                  <a:lnTo>
                    <a:pt x="790476" y="478547"/>
                  </a:lnTo>
                  <a:lnTo>
                    <a:pt x="806208" y="458751"/>
                  </a:lnTo>
                  <a:close/>
                  <a:moveTo>
                    <a:pt x="869631" y="521203"/>
                  </a:moveTo>
                  <a:lnTo>
                    <a:pt x="904174" y="515456"/>
                  </a:lnTo>
                  <a:lnTo>
                    <a:pt x="919816" y="534161"/>
                  </a:lnTo>
                  <a:close/>
                  <a:moveTo>
                    <a:pt x="861974" y="395660"/>
                  </a:moveTo>
                  <a:lnTo>
                    <a:pt x="829943" y="464507"/>
                  </a:lnTo>
                  <a:lnTo>
                    <a:pt x="857705" y="461874"/>
                  </a:lnTo>
                  <a:close/>
                  <a:moveTo>
                    <a:pt x="861974" y="395660"/>
                  </a:moveTo>
                  <a:lnTo>
                    <a:pt x="900923" y="388876"/>
                  </a:lnTo>
                  <a:lnTo>
                    <a:pt x="865777" y="371894"/>
                  </a:lnTo>
                  <a:close/>
                  <a:moveTo>
                    <a:pt x="765577" y="247819"/>
                  </a:moveTo>
                  <a:lnTo>
                    <a:pt x="734883" y="182730"/>
                  </a:lnTo>
                  <a:lnTo>
                    <a:pt x="718435" y="185419"/>
                  </a:lnTo>
                  <a:close/>
                  <a:moveTo>
                    <a:pt x="718435" y="185419"/>
                  </a:moveTo>
                  <a:lnTo>
                    <a:pt x="723593" y="189647"/>
                  </a:lnTo>
                  <a:lnTo>
                    <a:pt x="765577" y="247819"/>
                  </a:lnTo>
                  <a:close/>
                  <a:moveTo>
                    <a:pt x="723593" y="189647"/>
                  </a:moveTo>
                  <a:lnTo>
                    <a:pt x="718435" y="185419"/>
                  </a:lnTo>
                  <a:lnTo>
                    <a:pt x="718113" y="182730"/>
                  </a:lnTo>
                  <a:close/>
                  <a:moveTo>
                    <a:pt x="865777" y="371894"/>
                  </a:moveTo>
                  <a:lnTo>
                    <a:pt x="941417" y="345122"/>
                  </a:lnTo>
                  <a:lnTo>
                    <a:pt x="891224" y="332137"/>
                  </a:lnTo>
                  <a:close/>
                  <a:moveTo>
                    <a:pt x="749715" y="210173"/>
                  </a:moveTo>
                  <a:lnTo>
                    <a:pt x="723593" y="189647"/>
                  </a:lnTo>
                  <a:lnTo>
                    <a:pt x="718113" y="182730"/>
                  </a:lnTo>
                  <a:close/>
                  <a:moveTo>
                    <a:pt x="962599" y="289420"/>
                  </a:moveTo>
                  <a:lnTo>
                    <a:pt x="941417" y="345122"/>
                  </a:lnTo>
                  <a:lnTo>
                    <a:pt x="996503" y="299512"/>
                  </a:lnTo>
                  <a:close/>
                  <a:moveTo>
                    <a:pt x="996503" y="299512"/>
                  </a:moveTo>
                  <a:lnTo>
                    <a:pt x="973865" y="291765"/>
                  </a:lnTo>
                  <a:lnTo>
                    <a:pt x="963308" y="289152"/>
                  </a:lnTo>
                  <a:close/>
                  <a:moveTo>
                    <a:pt x="777820" y="82815"/>
                  </a:moveTo>
                  <a:lnTo>
                    <a:pt x="791657" y="55562"/>
                  </a:lnTo>
                  <a:lnTo>
                    <a:pt x="789867" y="39843"/>
                  </a:lnTo>
                  <a:close/>
                  <a:moveTo>
                    <a:pt x="777820" y="82815"/>
                  </a:moveTo>
                  <a:lnTo>
                    <a:pt x="789867" y="39843"/>
                  </a:lnTo>
                  <a:lnTo>
                    <a:pt x="728929" y="74698"/>
                  </a:lnTo>
                  <a:close/>
                  <a:moveTo>
                    <a:pt x="728929" y="74698"/>
                  </a:moveTo>
                  <a:lnTo>
                    <a:pt x="789867" y="39843"/>
                  </a:lnTo>
                  <a:lnTo>
                    <a:pt x="747209" y="36540"/>
                  </a:lnTo>
                  <a:close/>
                  <a:moveTo>
                    <a:pt x="747209" y="36540"/>
                  </a:moveTo>
                  <a:lnTo>
                    <a:pt x="789867" y="39843"/>
                  </a:lnTo>
                  <a:lnTo>
                    <a:pt x="761699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52" name="Output_density__4251">
              <a:extLst>
                <a:ext uri="{FF2B5EF4-FFF2-40B4-BE49-F238E27FC236}">
                  <a16:creationId xmlns:a16="http://schemas.microsoft.com/office/drawing/2014/main" id="{E080F269-9ECE-5A2F-0151-DB2E28DF9157}"/>
                </a:ext>
              </a:extLst>
            </p:cNvPr>
            <p:cNvSpPr>
              <a:spLocks noGrp="1"/>
            </p:cNvSpPr>
            <p:nvPr/>
          </p:nvSpPr>
          <p:spPr>
            <a:xfrm>
              <a:off x="15305677" y="2326677"/>
              <a:ext cx="1399457" cy="2221967"/>
            </a:xfrm>
            <a:custGeom>
              <a:avLst/>
              <a:gdLst/>
              <a:ahLst/>
              <a:cxnLst/>
              <a:rect l="0" t="0" r="0" b="0"/>
              <a:pathLst>
                <a:path w="1399457" h="2221967">
                  <a:moveTo>
                    <a:pt x="208190" y="2155144"/>
                  </a:moveTo>
                  <a:lnTo>
                    <a:pt x="184169" y="2179238"/>
                  </a:lnTo>
                  <a:lnTo>
                    <a:pt x="200759" y="2186889"/>
                  </a:lnTo>
                  <a:close/>
                  <a:moveTo>
                    <a:pt x="339661" y="2221967"/>
                  </a:moveTo>
                  <a:lnTo>
                    <a:pt x="297734" y="2199460"/>
                  </a:lnTo>
                  <a:lnTo>
                    <a:pt x="302652" y="2206680"/>
                  </a:lnTo>
                  <a:close/>
                  <a:moveTo>
                    <a:pt x="321626" y="2194314"/>
                  </a:moveTo>
                  <a:lnTo>
                    <a:pt x="297734" y="2199460"/>
                  </a:lnTo>
                  <a:lnTo>
                    <a:pt x="339661" y="2221967"/>
                  </a:lnTo>
                  <a:close/>
                  <a:moveTo>
                    <a:pt x="371206" y="2205010"/>
                  </a:moveTo>
                  <a:lnTo>
                    <a:pt x="321626" y="2194314"/>
                  </a:lnTo>
                  <a:lnTo>
                    <a:pt x="339661" y="2221967"/>
                  </a:lnTo>
                  <a:close/>
                  <a:moveTo>
                    <a:pt x="371206" y="2205010"/>
                  </a:moveTo>
                  <a:lnTo>
                    <a:pt x="339661" y="2221967"/>
                  </a:lnTo>
                  <a:lnTo>
                    <a:pt x="418312" y="2206453"/>
                  </a:lnTo>
                  <a:close/>
                  <a:moveTo>
                    <a:pt x="284662" y="2191011"/>
                  </a:moveTo>
                  <a:lnTo>
                    <a:pt x="297734" y="2199460"/>
                  </a:lnTo>
                  <a:lnTo>
                    <a:pt x="234064" y="2176511"/>
                  </a:lnTo>
                  <a:close/>
                  <a:moveTo>
                    <a:pt x="349121" y="1979789"/>
                  </a:moveTo>
                  <a:lnTo>
                    <a:pt x="360284" y="2029275"/>
                  </a:lnTo>
                  <a:lnTo>
                    <a:pt x="391472" y="2010981"/>
                  </a:lnTo>
                  <a:close/>
                  <a:moveTo>
                    <a:pt x="438289" y="2011344"/>
                  </a:moveTo>
                  <a:lnTo>
                    <a:pt x="417273" y="1972548"/>
                  </a:lnTo>
                  <a:lnTo>
                    <a:pt x="391472" y="2010981"/>
                  </a:lnTo>
                  <a:close/>
                  <a:moveTo>
                    <a:pt x="0" y="1285817"/>
                  </a:moveTo>
                  <a:lnTo>
                    <a:pt x="60056" y="1335680"/>
                  </a:lnTo>
                  <a:lnTo>
                    <a:pt x="37658" y="1317826"/>
                  </a:lnTo>
                  <a:close/>
                  <a:moveTo>
                    <a:pt x="95235" y="1332310"/>
                  </a:moveTo>
                  <a:lnTo>
                    <a:pt x="46157" y="1323489"/>
                  </a:lnTo>
                  <a:lnTo>
                    <a:pt x="37658" y="1317826"/>
                  </a:lnTo>
                  <a:close/>
                  <a:moveTo>
                    <a:pt x="467370" y="1761057"/>
                  </a:moveTo>
                  <a:lnTo>
                    <a:pt x="478348" y="1776991"/>
                  </a:lnTo>
                  <a:lnTo>
                    <a:pt x="481847" y="1724526"/>
                  </a:lnTo>
                  <a:close/>
                  <a:moveTo>
                    <a:pt x="105649" y="1300532"/>
                  </a:moveTo>
                  <a:lnTo>
                    <a:pt x="46157" y="1323489"/>
                  </a:lnTo>
                  <a:lnTo>
                    <a:pt x="95235" y="1332310"/>
                  </a:lnTo>
                  <a:close/>
                  <a:moveTo>
                    <a:pt x="105649" y="1300532"/>
                  </a:moveTo>
                  <a:lnTo>
                    <a:pt x="50965" y="1307007"/>
                  </a:lnTo>
                  <a:lnTo>
                    <a:pt x="46157" y="1323489"/>
                  </a:lnTo>
                  <a:close/>
                  <a:moveTo>
                    <a:pt x="115381" y="1272732"/>
                  </a:moveTo>
                  <a:lnTo>
                    <a:pt x="135859" y="1251211"/>
                  </a:lnTo>
                  <a:lnTo>
                    <a:pt x="139928" y="1237531"/>
                  </a:lnTo>
                  <a:close/>
                  <a:moveTo>
                    <a:pt x="115381" y="1272732"/>
                  </a:moveTo>
                  <a:lnTo>
                    <a:pt x="128037" y="1280270"/>
                  </a:lnTo>
                  <a:lnTo>
                    <a:pt x="135859" y="1251211"/>
                  </a:lnTo>
                  <a:close/>
                  <a:moveTo>
                    <a:pt x="105649" y="1300532"/>
                  </a:moveTo>
                  <a:lnTo>
                    <a:pt x="128037" y="1280270"/>
                  </a:lnTo>
                  <a:lnTo>
                    <a:pt x="115381" y="1272732"/>
                  </a:lnTo>
                  <a:close/>
                  <a:moveTo>
                    <a:pt x="113629" y="1313162"/>
                  </a:moveTo>
                  <a:lnTo>
                    <a:pt x="128037" y="1280270"/>
                  </a:lnTo>
                  <a:lnTo>
                    <a:pt x="105649" y="1300532"/>
                  </a:lnTo>
                  <a:close/>
                  <a:moveTo>
                    <a:pt x="9036" y="1184702"/>
                  </a:moveTo>
                  <a:lnTo>
                    <a:pt x="74917" y="1134458"/>
                  </a:lnTo>
                  <a:lnTo>
                    <a:pt x="80039" y="1140593"/>
                  </a:lnTo>
                  <a:close/>
                  <a:moveTo>
                    <a:pt x="80039" y="1140593"/>
                  </a:moveTo>
                  <a:lnTo>
                    <a:pt x="75264" y="1137006"/>
                  </a:lnTo>
                  <a:lnTo>
                    <a:pt x="9036" y="1184702"/>
                  </a:lnTo>
                  <a:close/>
                  <a:moveTo>
                    <a:pt x="80039" y="1140593"/>
                  </a:moveTo>
                  <a:lnTo>
                    <a:pt x="118797" y="1185995"/>
                  </a:lnTo>
                  <a:lnTo>
                    <a:pt x="75264" y="1137006"/>
                  </a:lnTo>
                  <a:close/>
                  <a:moveTo>
                    <a:pt x="74917" y="1134458"/>
                  </a:moveTo>
                  <a:lnTo>
                    <a:pt x="6486" y="1154939"/>
                  </a:lnTo>
                  <a:lnTo>
                    <a:pt x="78058" y="1133184"/>
                  </a:lnTo>
                  <a:close/>
                  <a:moveTo>
                    <a:pt x="106942" y="1173995"/>
                  </a:moveTo>
                  <a:lnTo>
                    <a:pt x="139928" y="1237531"/>
                  </a:lnTo>
                  <a:lnTo>
                    <a:pt x="118797" y="1185995"/>
                  </a:lnTo>
                  <a:close/>
                  <a:moveTo>
                    <a:pt x="106942" y="1173995"/>
                  </a:moveTo>
                  <a:lnTo>
                    <a:pt x="122321" y="1224235"/>
                  </a:lnTo>
                  <a:lnTo>
                    <a:pt x="139928" y="1237531"/>
                  </a:lnTo>
                  <a:close/>
                  <a:moveTo>
                    <a:pt x="58733" y="1112463"/>
                  </a:moveTo>
                  <a:lnTo>
                    <a:pt x="106942" y="1173995"/>
                  </a:lnTo>
                  <a:lnTo>
                    <a:pt x="74917" y="1134458"/>
                  </a:lnTo>
                  <a:close/>
                  <a:moveTo>
                    <a:pt x="58733" y="1112463"/>
                  </a:moveTo>
                  <a:lnTo>
                    <a:pt x="74917" y="1134458"/>
                  </a:lnTo>
                  <a:lnTo>
                    <a:pt x="59725" y="1104418"/>
                  </a:lnTo>
                  <a:close/>
                  <a:moveTo>
                    <a:pt x="59725" y="1104418"/>
                  </a:moveTo>
                  <a:lnTo>
                    <a:pt x="74917" y="1134458"/>
                  </a:lnTo>
                  <a:lnTo>
                    <a:pt x="78058" y="1133184"/>
                  </a:lnTo>
                  <a:close/>
                  <a:moveTo>
                    <a:pt x="59725" y="1104418"/>
                  </a:moveTo>
                  <a:lnTo>
                    <a:pt x="78058" y="1133184"/>
                  </a:lnTo>
                  <a:lnTo>
                    <a:pt x="98221" y="1073672"/>
                  </a:lnTo>
                  <a:close/>
                  <a:moveTo>
                    <a:pt x="445083" y="1402718"/>
                  </a:moveTo>
                  <a:lnTo>
                    <a:pt x="414700" y="1452179"/>
                  </a:lnTo>
                  <a:lnTo>
                    <a:pt x="450566" y="1461003"/>
                  </a:lnTo>
                  <a:close/>
                  <a:moveTo>
                    <a:pt x="450566" y="1461003"/>
                  </a:moveTo>
                  <a:lnTo>
                    <a:pt x="465089" y="1471120"/>
                  </a:lnTo>
                  <a:lnTo>
                    <a:pt x="445083" y="1402718"/>
                  </a:lnTo>
                  <a:close/>
                  <a:moveTo>
                    <a:pt x="173771" y="1094903"/>
                  </a:moveTo>
                  <a:lnTo>
                    <a:pt x="162421" y="1086270"/>
                  </a:lnTo>
                  <a:lnTo>
                    <a:pt x="145574" y="1076041"/>
                  </a:lnTo>
                  <a:close/>
                  <a:moveTo>
                    <a:pt x="492002" y="1319859"/>
                  </a:moveTo>
                  <a:lnTo>
                    <a:pt x="507909" y="1389624"/>
                  </a:lnTo>
                  <a:lnTo>
                    <a:pt x="519573" y="1331178"/>
                  </a:lnTo>
                  <a:close/>
                  <a:moveTo>
                    <a:pt x="519573" y="1331178"/>
                  </a:moveTo>
                  <a:lnTo>
                    <a:pt x="507909" y="1389624"/>
                  </a:lnTo>
                  <a:lnTo>
                    <a:pt x="566234" y="1330958"/>
                  </a:lnTo>
                  <a:close/>
                  <a:moveTo>
                    <a:pt x="310054" y="1122816"/>
                  </a:moveTo>
                  <a:lnTo>
                    <a:pt x="309978" y="1185620"/>
                  </a:lnTo>
                  <a:lnTo>
                    <a:pt x="358208" y="1121650"/>
                  </a:lnTo>
                  <a:close/>
                  <a:moveTo>
                    <a:pt x="358208" y="1121650"/>
                  </a:moveTo>
                  <a:lnTo>
                    <a:pt x="329123" y="1103372"/>
                  </a:lnTo>
                  <a:lnTo>
                    <a:pt x="301582" y="1066960"/>
                  </a:lnTo>
                  <a:close/>
                  <a:moveTo>
                    <a:pt x="826954" y="1646816"/>
                  </a:moveTo>
                  <a:lnTo>
                    <a:pt x="814429" y="1668814"/>
                  </a:lnTo>
                  <a:lnTo>
                    <a:pt x="844281" y="1671823"/>
                  </a:lnTo>
                  <a:close/>
                  <a:moveTo>
                    <a:pt x="457014" y="1137057"/>
                  </a:moveTo>
                  <a:lnTo>
                    <a:pt x="415131" y="1113354"/>
                  </a:lnTo>
                  <a:lnTo>
                    <a:pt x="471269" y="1150578"/>
                  </a:lnTo>
                  <a:close/>
                  <a:moveTo>
                    <a:pt x="333545" y="935009"/>
                  </a:moveTo>
                  <a:lnTo>
                    <a:pt x="331498" y="955135"/>
                  </a:lnTo>
                  <a:lnTo>
                    <a:pt x="361628" y="955103"/>
                  </a:lnTo>
                  <a:close/>
                  <a:moveTo>
                    <a:pt x="1048990" y="1778267"/>
                  </a:moveTo>
                  <a:lnTo>
                    <a:pt x="1087591" y="1811131"/>
                  </a:lnTo>
                  <a:lnTo>
                    <a:pt x="1128196" y="1764826"/>
                  </a:lnTo>
                  <a:close/>
                  <a:moveTo>
                    <a:pt x="574059" y="1185598"/>
                  </a:moveTo>
                  <a:lnTo>
                    <a:pt x="603768" y="1224188"/>
                  </a:lnTo>
                  <a:lnTo>
                    <a:pt x="617939" y="1244229"/>
                  </a:lnTo>
                  <a:close/>
                  <a:moveTo>
                    <a:pt x="1128196" y="1764826"/>
                  </a:moveTo>
                  <a:lnTo>
                    <a:pt x="1127894" y="1729370"/>
                  </a:lnTo>
                  <a:lnTo>
                    <a:pt x="1107980" y="1787037"/>
                  </a:lnTo>
                  <a:close/>
                  <a:moveTo>
                    <a:pt x="1127894" y="1729370"/>
                  </a:moveTo>
                  <a:lnTo>
                    <a:pt x="1128196" y="1764826"/>
                  </a:lnTo>
                  <a:lnTo>
                    <a:pt x="1142411" y="1735501"/>
                  </a:lnTo>
                  <a:close/>
                  <a:moveTo>
                    <a:pt x="1106404" y="1711407"/>
                  </a:moveTo>
                  <a:lnTo>
                    <a:pt x="1127894" y="1729370"/>
                  </a:lnTo>
                  <a:lnTo>
                    <a:pt x="1079721" y="1667808"/>
                  </a:lnTo>
                  <a:close/>
                  <a:moveTo>
                    <a:pt x="1079721" y="1667808"/>
                  </a:moveTo>
                  <a:lnTo>
                    <a:pt x="1127894" y="1729370"/>
                  </a:lnTo>
                  <a:lnTo>
                    <a:pt x="1093252" y="1683964"/>
                  </a:lnTo>
                  <a:close/>
                  <a:moveTo>
                    <a:pt x="1079386" y="1622113"/>
                  </a:moveTo>
                  <a:lnTo>
                    <a:pt x="1064287" y="1617613"/>
                  </a:lnTo>
                  <a:lnTo>
                    <a:pt x="1132473" y="1645918"/>
                  </a:lnTo>
                  <a:close/>
                  <a:moveTo>
                    <a:pt x="523305" y="1013988"/>
                  </a:moveTo>
                  <a:lnTo>
                    <a:pt x="587828" y="1006995"/>
                  </a:lnTo>
                  <a:lnTo>
                    <a:pt x="575732" y="1041431"/>
                  </a:lnTo>
                  <a:close/>
                  <a:moveTo>
                    <a:pt x="523305" y="1013988"/>
                  </a:moveTo>
                  <a:lnTo>
                    <a:pt x="575732" y="1041431"/>
                  </a:lnTo>
                  <a:lnTo>
                    <a:pt x="555933" y="1065525"/>
                  </a:lnTo>
                  <a:close/>
                  <a:moveTo>
                    <a:pt x="572983" y="998244"/>
                  </a:moveTo>
                  <a:lnTo>
                    <a:pt x="628741" y="1041431"/>
                  </a:lnTo>
                  <a:lnTo>
                    <a:pt x="587828" y="1006995"/>
                  </a:lnTo>
                  <a:close/>
                  <a:moveTo>
                    <a:pt x="1132473" y="1645918"/>
                  </a:moveTo>
                  <a:lnTo>
                    <a:pt x="1161560" y="1619768"/>
                  </a:lnTo>
                  <a:lnTo>
                    <a:pt x="1079386" y="1622113"/>
                  </a:lnTo>
                  <a:close/>
                  <a:moveTo>
                    <a:pt x="1004624" y="1502650"/>
                  </a:moveTo>
                  <a:lnTo>
                    <a:pt x="1085412" y="1537696"/>
                  </a:lnTo>
                  <a:lnTo>
                    <a:pt x="1073964" y="1532703"/>
                  </a:lnTo>
                  <a:close/>
                  <a:moveTo>
                    <a:pt x="1055210" y="1531721"/>
                  </a:moveTo>
                  <a:lnTo>
                    <a:pt x="1085412" y="1537696"/>
                  </a:lnTo>
                  <a:lnTo>
                    <a:pt x="1010973" y="1505261"/>
                  </a:lnTo>
                  <a:close/>
                  <a:moveTo>
                    <a:pt x="628741" y="1041431"/>
                  </a:moveTo>
                  <a:lnTo>
                    <a:pt x="648092" y="1057636"/>
                  </a:lnTo>
                  <a:lnTo>
                    <a:pt x="650979" y="1035560"/>
                  </a:lnTo>
                  <a:close/>
                  <a:moveTo>
                    <a:pt x="628741" y="1041431"/>
                  </a:moveTo>
                  <a:lnTo>
                    <a:pt x="650979" y="1035560"/>
                  </a:lnTo>
                  <a:lnTo>
                    <a:pt x="587828" y="1006995"/>
                  </a:lnTo>
                  <a:close/>
                  <a:moveTo>
                    <a:pt x="691331" y="1040737"/>
                  </a:moveTo>
                  <a:lnTo>
                    <a:pt x="650979" y="1035560"/>
                  </a:lnTo>
                  <a:lnTo>
                    <a:pt x="648092" y="1057636"/>
                  </a:lnTo>
                  <a:close/>
                  <a:moveTo>
                    <a:pt x="702385" y="969007"/>
                  </a:moveTo>
                  <a:lnTo>
                    <a:pt x="650979" y="1035560"/>
                  </a:lnTo>
                  <a:lnTo>
                    <a:pt x="691331" y="1040737"/>
                  </a:lnTo>
                  <a:close/>
                  <a:moveTo>
                    <a:pt x="334673" y="553508"/>
                  </a:moveTo>
                  <a:lnTo>
                    <a:pt x="318259" y="562930"/>
                  </a:lnTo>
                  <a:lnTo>
                    <a:pt x="356321" y="558497"/>
                  </a:lnTo>
                  <a:close/>
                  <a:moveTo>
                    <a:pt x="334673" y="553508"/>
                  </a:moveTo>
                  <a:lnTo>
                    <a:pt x="356321" y="558497"/>
                  </a:lnTo>
                  <a:lnTo>
                    <a:pt x="359439" y="542216"/>
                  </a:lnTo>
                  <a:close/>
                  <a:moveTo>
                    <a:pt x="159417" y="353659"/>
                  </a:moveTo>
                  <a:lnTo>
                    <a:pt x="161804" y="414461"/>
                  </a:lnTo>
                  <a:lnTo>
                    <a:pt x="203938" y="355447"/>
                  </a:lnTo>
                  <a:close/>
                  <a:moveTo>
                    <a:pt x="112402" y="353899"/>
                  </a:moveTo>
                  <a:lnTo>
                    <a:pt x="161804" y="414461"/>
                  </a:lnTo>
                  <a:lnTo>
                    <a:pt x="159417" y="353659"/>
                  </a:lnTo>
                  <a:close/>
                  <a:moveTo>
                    <a:pt x="1299817" y="1611682"/>
                  </a:moveTo>
                  <a:lnTo>
                    <a:pt x="1307872" y="1642774"/>
                  </a:lnTo>
                  <a:lnTo>
                    <a:pt x="1344957" y="1646530"/>
                  </a:lnTo>
                  <a:close/>
                  <a:moveTo>
                    <a:pt x="1195344" y="1571405"/>
                  </a:moveTo>
                  <a:lnTo>
                    <a:pt x="1211457" y="1511188"/>
                  </a:lnTo>
                  <a:lnTo>
                    <a:pt x="1177165" y="1584240"/>
                  </a:lnTo>
                  <a:close/>
                  <a:moveTo>
                    <a:pt x="1216638" y="1516122"/>
                  </a:moveTo>
                  <a:lnTo>
                    <a:pt x="1208282" y="1576512"/>
                  </a:lnTo>
                  <a:lnTo>
                    <a:pt x="1177165" y="1584240"/>
                  </a:lnTo>
                  <a:close/>
                  <a:moveTo>
                    <a:pt x="1208282" y="1576512"/>
                  </a:moveTo>
                  <a:lnTo>
                    <a:pt x="1216638" y="1516122"/>
                  </a:lnTo>
                  <a:lnTo>
                    <a:pt x="1240302" y="1584240"/>
                  </a:lnTo>
                  <a:close/>
                  <a:moveTo>
                    <a:pt x="1211457" y="1511188"/>
                  </a:moveTo>
                  <a:lnTo>
                    <a:pt x="1195344" y="1571405"/>
                  </a:lnTo>
                  <a:lnTo>
                    <a:pt x="1240302" y="1584240"/>
                  </a:lnTo>
                  <a:close/>
                  <a:moveTo>
                    <a:pt x="978657" y="1285280"/>
                  </a:moveTo>
                  <a:lnTo>
                    <a:pt x="931380" y="1273243"/>
                  </a:lnTo>
                  <a:lnTo>
                    <a:pt x="937145" y="1275020"/>
                  </a:lnTo>
                  <a:close/>
                  <a:moveTo>
                    <a:pt x="964198" y="1270996"/>
                  </a:moveTo>
                  <a:lnTo>
                    <a:pt x="931380" y="1273243"/>
                  </a:lnTo>
                  <a:lnTo>
                    <a:pt x="978657" y="1285280"/>
                  </a:lnTo>
                  <a:close/>
                  <a:moveTo>
                    <a:pt x="320035" y="550015"/>
                  </a:moveTo>
                  <a:lnTo>
                    <a:pt x="318259" y="562930"/>
                  </a:lnTo>
                  <a:lnTo>
                    <a:pt x="334673" y="553508"/>
                  </a:lnTo>
                  <a:close/>
                  <a:moveTo>
                    <a:pt x="320035" y="550015"/>
                  </a:moveTo>
                  <a:lnTo>
                    <a:pt x="334673" y="553508"/>
                  </a:lnTo>
                  <a:lnTo>
                    <a:pt x="336989" y="498057"/>
                  </a:lnTo>
                  <a:close/>
                  <a:moveTo>
                    <a:pt x="336989" y="498057"/>
                  </a:moveTo>
                  <a:lnTo>
                    <a:pt x="359439" y="542216"/>
                  </a:lnTo>
                  <a:lnTo>
                    <a:pt x="383867" y="498651"/>
                  </a:lnTo>
                  <a:close/>
                  <a:moveTo>
                    <a:pt x="383867" y="498651"/>
                  </a:moveTo>
                  <a:lnTo>
                    <a:pt x="414154" y="486720"/>
                  </a:lnTo>
                  <a:lnTo>
                    <a:pt x="404814" y="477877"/>
                  </a:lnTo>
                  <a:close/>
                  <a:moveTo>
                    <a:pt x="359439" y="542216"/>
                  </a:moveTo>
                  <a:lnTo>
                    <a:pt x="406984" y="545302"/>
                  </a:lnTo>
                  <a:lnTo>
                    <a:pt x="383867" y="498651"/>
                  </a:lnTo>
                  <a:close/>
                  <a:moveTo>
                    <a:pt x="404814" y="477877"/>
                  </a:moveTo>
                  <a:lnTo>
                    <a:pt x="414154" y="486720"/>
                  </a:lnTo>
                  <a:lnTo>
                    <a:pt x="417958" y="451433"/>
                  </a:lnTo>
                  <a:close/>
                  <a:moveTo>
                    <a:pt x="277709" y="323267"/>
                  </a:moveTo>
                  <a:lnTo>
                    <a:pt x="263631" y="358684"/>
                  </a:lnTo>
                  <a:lnTo>
                    <a:pt x="292073" y="330125"/>
                  </a:lnTo>
                  <a:close/>
                  <a:moveTo>
                    <a:pt x="1344957" y="1646530"/>
                  </a:moveTo>
                  <a:lnTo>
                    <a:pt x="1373785" y="1663219"/>
                  </a:lnTo>
                  <a:lnTo>
                    <a:pt x="1374233" y="1621088"/>
                  </a:lnTo>
                  <a:close/>
                  <a:moveTo>
                    <a:pt x="1374233" y="1621088"/>
                  </a:moveTo>
                  <a:lnTo>
                    <a:pt x="1373785" y="1663219"/>
                  </a:lnTo>
                  <a:lnTo>
                    <a:pt x="1399457" y="1597779"/>
                  </a:lnTo>
                  <a:close/>
                  <a:moveTo>
                    <a:pt x="1344957" y="1646530"/>
                  </a:moveTo>
                  <a:lnTo>
                    <a:pt x="1312415" y="1592579"/>
                  </a:lnTo>
                  <a:lnTo>
                    <a:pt x="1299817" y="1611682"/>
                  </a:lnTo>
                  <a:close/>
                  <a:moveTo>
                    <a:pt x="1054446" y="1259067"/>
                  </a:moveTo>
                  <a:lnTo>
                    <a:pt x="1110206" y="1292866"/>
                  </a:lnTo>
                  <a:lnTo>
                    <a:pt x="1084049" y="1226832"/>
                  </a:lnTo>
                  <a:close/>
                  <a:moveTo>
                    <a:pt x="1063075" y="1242141"/>
                  </a:moveTo>
                  <a:lnTo>
                    <a:pt x="1099836" y="1187494"/>
                  </a:lnTo>
                  <a:lnTo>
                    <a:pt x="1065893" y="1177107"/>
                  </a:lnTo>
                  <a:close/>
                  <a:moveTo>
                    <a:pt x="1063075" y="1242141"/>
                  </a:moveTo>
                  <a:lnTo>
                    <a:pt x="1065893" y="1177107"/>
                  </a:lnTo>
                  <a:lnTo>
                    <a:pt x="1079898" y="1226832"/>
                  </a:lnTo>
                  <a:close/>
                  <a:moveTo>
                    <a:pt x="870674" y="1096004"/>
                  </a:moveTo>
                  <a:lnTo>
                    <a:pt x="915452" y="1088743"/>
                  </a:lnTo>
                  <a:lnTo>
                    <a:pt x="942408" y="1054628"/>
                  </a:lnTo>
                  <a:close/>
                  <a:moveTo>
                    <a:pt x="894345" y="1049605"/>
                  </a:moveTo>
                  <a:lnTo>
                    <a:pt x="870674" y="1096004"/>
                  </a:lnTo>
                  <a:lnTo>
                    <a:pt x="942408" y="1054628"/>
                  </a:lnTo>
                  <a:close/>
                  <a:moveTo>
                    <a:pt x="942408" y="1054628"/>
                  </a:moveTo>
                  <a:lnTo>
                    <a:pt x="915452" y="1088743"/>
                  </a:lnTo>
                  <a:lnTo>
                    <a:pt x="989777" y="1057058"/>
                  </a:lnTo>
                  <a:close/>
                  <a:moveTo>
                    <a:pt x="400865" y="427303"/>
                  </a:moveTo>
                  <a:lnTo>
                    <a:pt x="417958" y="451433"/>
                  </a:lnTo>
                  <a:lnTo>
                    <a:pt x="447736" y="427868"/>
                  </a:lnTo>
                  <a:close/>
                  <a:moveTo>
                    <a:pt x="292073" y="330125"/>
                  </a:moveTo>
                  <a:lnTo>
                    <a:pt x="301015" y="299174"/>
                  </a:lnTo>
                  <a:lnTo>
                    <a:pt x="277709" y="323267"/>
                  </a:lnTo>
                  <a:close/>
                  <a:moveTo>
                    <a:pt x="325738" y="321095"/>
                  </a:moveTo>
                  <a:lnTo>
                    <a:pt x="301015" y="299174"/>
                  </a:lnTo>
                  <a:lnTo>
                    <a:pt x="292073" y="330125"/>
                  </a:lnTo>
                  <a:close/>
                  <a:moveTo>
                    <a:pt x="1008112" y="1072222"/>
                  </a:moveTo>
                  <a:lnTo>
                    <a:pt x="1045877" y="1092128"/>
                  </a:lnTo>
                  <a:lnTo>
                    <a:pt x="1064459" y="1099665"/>
                  </a:lnTo>
                  <a:close/>
                  <a:moveTo>
                    <a:pt x="618239" y="246520"/>
                  </a:moveTo>
                  <a:lnTo>
                    <a:pt x="574472" y="244119"/>
                  </a:lnTo>
                  <a:lnTo>
                    <a:pt x="568509" y="260264"/>
                  </a:lnTo>
                  <a:close/>
                  <a:moveTo>
                    <a:pt x="1169163" y="821237"/>
                  </a:moveTo>
                  <a:lnTo>
                    <a:pt x="1144712" y="774554"/>
                  </a:lnTo>
                  <a:lnTo>
                    <a:pt x="1159997" y="804529"/>
                  </a:lnTo>
                  <a:close/>
                  <a:moveTo>
                    <a:pt x="1152841" y="793794"/>
                  </a:moveTo>
                  <a:lnTo>
                    <a:pt x="1144712" y="774554"/>
                  </a:lnTo>
                  <a:lnTo>
                    <a:pt x="1169163" y="821237"/>
                  </a:lnTo>
                  <a:close/>
                  <a:moveTo>
                    <a:pt x="929545" y="466938"/>
                  </a:moveTo>
                  <a:lnTo>
                    <a:pt x="971738" y="462757"/>
                  </a:lnTo>
                  <a:lnTo>
                    <a:pt x="950723" y="460481"/>
                  </a:lnTo>
                  <a:close/>
                  <a:moveTo>
                    <a:pt x="789844" y="433038"/>
                  </a:moveTo>
                  <a:lnTo>
                    <a:pt x="789540" y="371448"/>
                  </a:lnTo>
                  <a:lnTo>
                    <a:pt x="788646" y="357408"/>
                  </a:lnTo>
                  <a:close/>
                  <a:moveTo>
                    <a:pt x="788646" y="357408"/>
                  </a:moveTo>
                  <a:lnTo>
                    <a:pt x="809931" y="369072"/>
                  </a:lnTo>
                  <a:lnTo>
                    <a:pt x="789844" y="433038"/>
                  </a:lnTo>
                  <a:close/>
                  <a:moveTo>
                    <a:pt x="829006" y="357408"/>
                  </a:moveTo>
                  <a:lnTo>
                    <a:pt x="789540" y="371448"/>
                  </a:lnTo>
                  <a:lnTo>
                    <a:pt x="788033" y="422099"/>
                  </a:lnTo>
                  <a:close/>
                  <a:moveTo>
                    <a:pt x="937547" y="452572"/>
                  </a:moveTo>
                  <a:lnTo>
                    <a:pt x="929545" y="466938"/>
                  </a:lnTo>
                  <a:lnTo>
                    <a:pt x="950723" y="460481"/>
                  </a:lnTo>
                  <a:close/>
                  <a:moveTo>
                    <a:pt x="937547" y="452572"/>
                  </a:moveTo>
                  <a:lnTo>
                    <a:pt x="950723" y="460481"/>
                  </a:lnTo>
                  <a:lnTo>
                    <a:pt x="918880" y="427062"/>
                  </a:lnTo>
                  <a:close/>
                  <a:moveTo>
                    <a:pt x="805271" y="351652"/>
                  </a:moveTo>
                  <a:lnTo>
                    <a:pt x="829006" y="357408"/>
                  </a:lnTo>
                  <a:lnTo>
                    <a:pt x="826214" y="295054"/>
                  </a:lnTo>
                  <a:close/>
                  <a:moveTo>
                    <a:pt x="826214" y="295054"/>
                  </a:moveTo>
                  <a:lnTo>
                    <a:pt x="829006" y="357408"/>
                  </a:lnTo>
                  <a:lnTo>
                    <a:pt x="861038" y="288561"/>
                  </a:lnTo>
                  <a:close/>
                  <a:moveTo>
                    <a:pt x="840511" y="281777"/>
                  </a:moveTo>
                  <a:lnTo>
                    <a:pt x="861038" y="288561"/>
                  </a:lnTo>
                  <a:lnTo>
                    <a:pt x="864841" y="264795"/>
                  </a:lnTo>
                  <a:close/>
                  <a:moveTo>
                    <a:pt x="722657" y="82548"/>
                  </a:moveTo>
                  <a:lnTo>
                    <a:pt x="755142" y="127167"/>
                  </a:lnTo>
                  <a:lnTo>
                    <a:pt x="764641" y="140720"/>
                  </a:lnTo>
                  <a:close/>
                  <a:moveTo>
                    <a:pt x="1019100" y="309220"/>
                  </a:moveTo>
                  <a:lnTo>
                    <a:pt x="1012454" y="366912"/>
                  </a:lnTo>
                  <a:lnTo>
                    <a:pt x="1012203" y="331506"/>
                  </a:lnTo>
                  <a:close/>
                  <a:moveTo>
                    <a:pt x="982479" y="355270"/>
                  </a:moveTo>
                  <a:lnTo>
                    <a:pt x="1031176" y="362667"/>
                  </a:lnTo>
                  <a:lnTo>
                    <a:pt x="1019100" y="309220"/>
                  </a:lnTo>
                  <a:close/>
                  <a:moveTo>
                    <a:pt x="840511" y="281777"/>
                  </a:moveTo>
                  <a:lnTo>
                    <a:pt x="864841" y="264795"/>
                  </a:lnTo>
                  <a:lnTo>
                    <a:pt x="890287" y="225038"/>
                  </a:lnTo>
                  <a:close/>
                  <a:moveTo>
                    <a:pt x="755142" y="127167"/>
                  </a:moveTo>
                  <a:lnTo>
                    <a:pt x="722657" y="82548"/>
                  </a:lnTo>
                  <a:lnTo>
                    <a:pt x="754048" y="111350"/>
                  </a:lnTo>
                  <a:close/>
                  <a:moveTo>
                    <a:pt x="717177" y="75631"/>
                  </a:moveTo>
                  <a:lnTo>
                    <a:pt x="712065" y="19995"/>
                  </a:lnTo>
                  <a:lnTo>
                    <a:pt x="707766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53" name="Output_density__4252">
              <a:extLst>
                <a:ext uri="{FF2B5EF4-FFF2-40B4-BE49-F238E27FC236}">
                  <a16:creationId xmlns:a16="http://schemas.microsoft.com/office/drawing/2014/main" id="{FB855017-300A-5BEF-84A5-42118A44A675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4786"/>
              <a:ext cx="1433243" cy="2311351"/>
            </a:xfrm>
            <a:custGeom>
              <a:avLst/>
              <a:gdLst/>
              <a:ahLst/>
              <a:cxnLst/>
              <a:rect l="0" t="0" r="0" b="0"/>
              <a:pathLst>
                <a:path w="1433243" h="2311351">
                  <a:moveTo>
                    <a:pt x="182855" y="2239592"/>
                  </a:moveTo>
                  <a:lnTo>
                    <a:pt x="206538" y="2291129"/>
                  </a:lnTo>
                  <a:lnTo>
                    <a:pt x="230558" y="2267035"/>
                  </a:lnTo>
                  <a:close/>
                  <a:moveTo>
                    <a:pt x="293636" y="2242941"/>
                  </a:moveTo>
                  <a:lnTo>
                    <a:pt x="320102" y="2311351"/>
                  </a:lnTo>
                  <a:lnTo>
                    <a:pt x="324026" y="2294477"/>
                  </a:lnTo>
                  <a:close/>
                  <a:moveTo>
                    <a:pt x="256432" y="2288402"/>
                  </a:moveTo>
                  <a:lnTo>
                    <a:pt x="320102" y="2311351"/>
                  </a:lnTo>
                  <a:lnTo>
                    <a:pt x="293636" y="2242941"/>
                  </a:lnTo>
                  <a:close/>
                  <a:moveTo>
                    <a:pt x="268388" y="2252669"/>
                  </a:moveTo>
                  <a:lnTo>
                    <a:pt x="293636" y="2242941"/>
                  </a:lnTo>
                  <a:lnTo>
                    <a:pt x="291715" y="2245641"/>
                  </a:lnTo>
                  <a:close/>
                  <a:moveTo>
                    <a:pt x="244204" y="2209586"/>
                  </a:moveTo>
                  <a:lnTo>
                    <a:pt x="268388" y="2252669"/>
                  </a:lnTo>
                  <a:lnTo>
                    <a:pt x="291715" y="2245641"/>
                  </a:lnTo>
                  <a:close/>
                  <a:moveTo>
                    <a:pt x="353150" y="2284484"/>
                  </a:moveTo>
                  <a:lnTo>
                    <a:pt x="409398" y="2276737"/>
                  </a:lnTo>
                  <a:lnTo>
                    <a:pt x="388961" y="2230609"/>
                  </a:lnTo>
                  <a:close/>
                  <a:moveTo>
                    <a:pt x="353150" y="2284484"/>
                  </a:moveTo>
                  <a:lnTo>
                    <a:pt x="388961" y="2230609"/>
                  </a:lnTo>
                  <a:lnTo>
                    <a:pt x="351142" y="2223373"/>
                  </a:lnTo>
                  <a:close/>
                  <a:moveTo>
                    <a:pt x="351142" y="2223373"/>
                  </a:moveTo>
                  <a:lnTo>
                    <a:pt x="388961" y="2230609"/>
                  </a:lnTo>
                  <a:lnTo>
                    <a:pt x="316745" y="2188594"/>
                  </a:lnTo>
                  <a:close/>
                  <a:moveTo>
                    <a:pt x="299170" y="2138616"/>
                  </a:moveTo>
                  <a:lnTo>
                    <a:pt x="327310" y="2108926"/>
                  </a:lnTo>
                  <a:lnTo>
                    <a:pt x="245780" y="2113674"/>
                  </a:lnTo>
                  <a:close/>
                  <a:moveTo>
                    <a:pt x="338097" y="1861440"/>
                  </a:moveTo>
                  <a:lnTo>
                    <a:pt x="365629" y="1873121"/>
                  </a:lnTo>
                  <a:lnTo>
                    <a:pt x="338292" y="1937070"/>
                  </a:lnTo>
                  <a:close/>
                  <a:moveTo>
                    <a:pt x="365629" y="1873121"/>
                  </a:moveTo>
                  <a:lnTo>
                    <a:pt x="338097" y="1861440"/>
                  </a:lnTo>
                  <a:lnTo>
                    <a:pt x="316988" y="1811940"/>
                  </a:lnTo>
                  <a:close/>
                  <a:moveTo>
                    <a:pt x="427138" y="1823114"/>
                  </a:moveTo>
                  <a:lnTo>
                    <a:pt x="470243" y="1826054"/>
                  </a:lnTo>
                  <a:lnTo>
                    <a:pt x="469266" y="1764104"/>
                  </a:lnTo>
                  <a:close/>
                  <a:moveTo>
                    <a:pt x="470243" y="1826054"/>
                  </a:moveTo>
                  <a:lnTo>
                    <a:pt x="517364" y="1762984"/>
                  </a:lnTo>
                  <a:lnTo>
                    <a:pt x="469266" y="1764104"/>
                  </a:lnTo>
                  <a:close/>
                  <a:moveTo>
                    <a:pt x="30003" y="1246349"/>
                  </a:moveTo>
                  <a:lnTo>
                    <a:pt x="28854" y="1266830"/>
                  </a:lnTo>
                  <a:lnTo>
                    <a:pt x="33085" y="1321980"/>
                  </a:lnTo>
                  <a:close/>
                  <a:moveTo>
                    <a:pt x="30003" y="1246349"/>
                  </a:moveTo>
                  <a:lnTo>
                    <a:pt x="21432" y="1259308"/>
                  </a:lnTo>
                  <a:lnTo>
                    <a:pt x="28854" y="1266830"/>
                  </a:lnTo>
                  <a:close/>
                  <a:moveTo>
                    <a:pt x="0" y="1218906"/>
                  </a:moveTo>
                  <a:lnTo>
                    <a:pt x="21432" y="1259308"/>
                  </a:lnTo>
                  <a:lnTo>
                    <a:pt x="30003" y="1246349"/>
                  </a:lnTo>
                  <a:close/>
                  <a:moveTo>
                    <a:pt x="228190" y="1281463"/>
                  </a:moveTo>
                  <a:lnTo>
                    <a:pt x="250101" y="1320433"/>
                  </a:lnTo>
                  <a:lnTo>
                    <a:pt x="232292" y="1273792"/>
                  </a:lnTo>
                  <a:close/>
                  <a:moveTo>
                    <a:pt x="250101" y="1320433"/>
                  </a:moveTo>
                  <a:lnTo>
                    <a:pt x="228190" y="1281463"/>
                  </a:lnTo>
                  <a:lnTo>
                    <a:pt x="252044" y="1325328"/>
                  </a:lnTo>
                  <a:close/>
                  <a:moveTo>
                    <a:pt x="684164" y="1816600"/>
                  </a:moveTo>
                  <a:lnTo>
                    <a:pt x="627690" y="1840694"/>
                  </a:lnTo>
                  <a:lnTo>
                    <a:pt x="682609" y="1889447"/>
                  </a:lnTo>
                  <a:close/>
                  <a:moveTo>
                    <a:pt x="467451" y="1514609"/>
                  </a:moveTo>
                  <a:lnTo>
                    <a:pt x="526108" y="1518773"/>
                  </a:lnTo>
                  <a:lnTo>
                    <a:pt x="505161" y="1507381"/>
                  </a:lnTo>
                  <a:close/>
                  <a:moveTo>
                    <a:pt x="438678" y="1501458"/>
                  </a:moveTo>
                  <a:lnTo>
                    <a:pt x="460217" y="1507381"/>
                  </a:lnTo>
                  <a:lnTo>
                    <a:pt x="467451" y="1514609"/>
                  </a:lnTo>
                  <a:close/>
                  <a:moveTo>
                    <a:pt x="250101" y="1320433"/>
                  </a:moveTo>
                  <a:lnTo>
                    <a:pt x="252044" y="1325328"/>
                  </a:lnTo>
                  <a:lnTo>
                    <a:pt x="251876" y="1324949"/>
                  </a:lnTo>
                  <a:close/>
                  <a:moveTo>
                    <a:pt x="247208" y="1301234"/>
                  </a:moveTo>
                  <a:lnTo>
                    <a:pt x="250101" y="1320433"/>
                  </a:lnTo>
                  <a:lnTo>
                    <a:pt x="251876" y="1324949"/>
                  </a:lnTo>
                  <a:close/>
                  <a:moveTo>
                    <a:pt x="232292" y="1273792"/>
                  </a:moveTo>
                  <a:lnTo>
                    <a:pt x="250101" y="1320433"/>
                  </a:lnTo>
                  <a:lnTo>
                    <a:pt x="247208" y="1301234"/>
                  </a:lnTo>
                  <a:close/>
                  <a:moveTo>
                    <a:pt x="221834" y="1249698"/>
                  </a:moveTo>
                  <a:lnTo>
                    <a:pt x="218816" y="1222255"/>
                  </a:lnTo>
                  <a:lnTo>
                    <a:pt x="232292" y="1273792"/>
                  </a:lnTo>
                  <a:close/>
                  <a:moveTo>
                    <a:pt x="694151" y="1757967"/>
                  </a:moveTo>
                  <a:lnTo>
                    <a:pt x="729526" y="1755287"/>
                  </a:lnTo>
                  <a:lnTo>
                    <a:pt x="674710" y="1725017"/>
                  </a:lnTo>
                  <a:close/>
                  <a:moveTo>
                    <a:pt x="776792" y="1740970"/>
                  </a:moveTo>
                  <a:lnTo>
                    <a:pt x="748034" y="1814886"/>
                  </a:lnTo>
                  <a:lnTo>
                    <a:pt x="768839" y="1767370"/>
                  </a:lnTo>
                  <a:close/>
                  <a:moveTo>
                    <a:pt x="792144" y="1754264"/>
                  </a:moveTo>
                  <a:lnTo>
                    <a:pt x="776792" y="1740970"/>
                  </a:lnTo>
                  <a:lnTo>
                    <a:pt x="788601" y="1694402"/>
                  </a:lnTo>
                  <a:close/>
                  <a:moveTo>
                    <a:pt x="514371" y="1431750"/>
                  </a:moveTo>
                  <a:lnTo>
                    <a:pt x="479816" y="1404308"/>
                  </a:lnTo>
                  <a:lnTo>
                    <a:pt x="501818" y="1455844"/>
                  </a:lnTo>
                  <a:close/>
                  <a:moveTo>
                    <a:pt x="272070" y="1183047"/>
                  </a:moveTo>
                  <a:lnTo>
                    <a:pt x="332422" y="1234707"/>
                  </a:lnTo>
                  <a:lnTo>
                    <a:pt x="323950" y="1178851"/>
                  </a:lnTo>
                  <a:close/>
                  <a:moveTo>
                    <a:pt x="317100" y="1126457"/>
                  </a:moveTo>
                  <a:lnTo>
                    <a:pt x="315039" y="1122531"/>
                  </a:lnTo>
                  <a:lnTo>
                    <a:pt x="323950" y="1178851"/>
                  </a:lnTo>
                  <a:close/>
                  <a:moveTo>
                    <a:pt x="323950" y="1178851"/>
                  </a:moveTo>
                  <a:lnTo>
                    <a:pt x="315039" y="1122531"/>
                  </a:lnTo>
                  <a:lnTo>
                    <a:pt x="259798" y="1130280"/>
                  </a:lnTo>
                  <a:close/>
                  <a:moveTo>
                    <a:pt x="323950" y="1178851"/>
                  </a:moveTo>
                  <a:lnTo>
                    <a:pt x="259798" y="1130280"/>
                  </a:lnTo>
                  <a:lnTo>
                    <a:pt x="272070" y="1183047"/>
                  </a:lnTo>
                  <a:close/>
                  <a:moveTo>
                    <a:pt x="263966" y="1102471"/>
                  </a:moveTo>
                  <a:lnTo>
                    <a:pt x="219815" y="1070994"/>
                  </a:lnTo>
                  <a:lnTo>
                    <a:pt x="259798" y="1130280"/>
                  </a:lnTo>
                  <a:close/>
                  <a:moveTo>
                    <a:pt x="211593" y="1081334"/>
                  </a:moveTo>
                  <a:lnTo>
                    <a:pt x="253346" y="1122531"/>
                  </a:lnTo>
                  <a:lnTo>
                    <a:pt x="259798" y="1130280"/>
                  </a:lnTo>
                  <a:close/>
                  <a:moveTo>
                    <a:pt x="791926" y="1665339"/>
                  </a:moveTo>
                  <a:lnTo>
                    <a:pt x="781584" y="1640345"/>
                  </a:lnTo>
                  <a:lnTo>
                    <a:pt x="783399" y="1689433"/>
                  </a:lnTo>
                  <a:close/>
                  <a:moveTo>
                    <a:pt x="736056" y="1573652"/>
                  </a:moveTo>
                  <a:lnTo>
                    <a:pt x="781053" y="1637796"/>
                  </a:lnTo>
                  <a:lnTo>
                    <a:pt x="751838" y="1623565"/>
                  </a:lnTo>
                  <a:close/>
                  <a:moveTo>
                    <a:pt x="315039" y="1122531"/>
                  </a:moveTo>
                  <a:lnTo>
                    <a:pt x="317100" y="1126457"/>
                  </a:lnTo>
                  <a:lnTo>
                    <a:pt x="316490" y="1122173"/>
                  </a:lnTo>
                  <a:close/>
                  <a:moveTo>
                    <a:pt x="316490" y="1122173"/>
                  </a:moveTo>
                  <a:lnTo>
                    <a:pt x="263966" y="1102471"/>
                  </a:lnTo>
                  <a:lnTo>
                    <a:pt x="315039" y="1122531"/>
                  </a:lnTo>
                  <a:close/>
                  <a:moveTo>
                    <a:pt x="267585" y="1061207"/>
                  </a:moveTo>
                  <a:lnTo>
                    <a:pt x="263966" y="1102471"/>
                  </a:lnTo>
                  <a:lnTo>
                    <a:pt x="316490" y="1122173"/>
                  </a:lnTo>
                  <a:close/>
                  <a:moveTo>
                    <a:pt x="316490" y="1122173"/>
                  </a:moveTo>
                  <a:lnTo>
                    <a:pt x="317100" y="1126457"/>
                  </a:lnTo>
                  <a:lnTo>
                    <a:pt x="316880" y="1122531"/>
                  </a:lnTo>
                  <a:close/>
                  <a:moveTo>
                    <a:pt x="316880" y="1122531"/>
                  </a:moveTo>
                  <a:lnTo>
                    <a:pt x="317816" y="1058353"/>
                  </a:lnTo>
                  <a:lnTo>
                    <a:pt x="316490" y="1122173"/>
                  </a:lnTo>
                  <a:close/>
                  <a:moveTo>
                    <a:pt x="754281" y="1613803"/>
                  </a:moveTo>
                  <a:lnTo>
                    <a:pt x="736056" y="1573652"/>
                  </a:lnTo>
                  <a:lnTo>
                    <a:pt x="751838" y="1623565"/>
                  </a:lnTo>
                  <a:close/>
                  <a:moveTo>
                    <a:pt x="421759" y="1201510"/>
                  </a:moveTo>
                  <a:lnTo>
                    <a:pt x="433580" y="1165688"/>
                  </a:lnTo>
                  <a:lnTo>
                    <a:pt x="437499" y="1225245"/>
                  </a:lnTo>
                  <a:close/>
                  <a:moveTo>
                    <a:pt x="584484" y="1292550"/>
                  </a:moveTo>
                  <a:lnTo>
                    <a:pt x="563436" y="1286328"/>
                  </a:lnTo>
                  <a:lnTo>
                    <a:pt x="596427" y="1297489"/>
                  </a:lnTo>
                  <a:close/>
                  <a:moveTo>
                    <a:pt x="596427" y="1297489"/>
                  </a:moveTo>
                  <a:lnTo>
                    <a:pt x="602235" y="1304583"/>
                  </a:lnTo>
                  <a:lnTo>
                    <a:pt x="584484" y="1292550"/>
                  </a:lnTo>
                  <a:close/>
                  <a:moveTo>
                    <a:pt x="355913" y="1046900"/>
                  </a:moveTo>
                  <a:lnTo>
                    <a:pt x="383997" y="1066994"/>
                  </a:lnTo>
                  <a:lnTo>
                    <a:pt x="387210" y="1022806"/>
                  </a:lnTo>
                  <a:close/>
                  <a:moveTo>
                    <a:pt x="1086655" y="1729503"/>
                  </a:moveTo>
                  <a:lnTo>
                    <a:pt x="1101754" y="1734004"/>
                  </a:lnTo>
                  <a:lnTo>
                    <a:pt x="1079764" y="1720224"/>
                  </a:lnTo>
                  <a:close/>
                  <a:moveTo>
                    <a:pt x="1086655" y="1729503"/>
                  </a:moveTo>
                  <a:lnTo>
                    <a:pt x="1079764" y="1720224"/>
                  </a:lnTo>
                  <a:lnTo>
                    <a:pt x="1095629" y="1711104"/>
                  </a:lnTo>
                  <a:close/>
                  <a:moveTo>
                    <a:pt x="1100393" y="1668688"/>
                  </a:moveTo>
                  <a:lnTo>
                    <a:pt x="1086655" y="1729503"/>
                  </a:lnTo>
                  <a:lnTo>
                    <a:pt x="1095629" y="1711104"/>
                  </a:lnTo>
                  <a:close/>
                  <a:moveTo>
                    <a:pt x="757576" y="1256395"/>
                  </a:moveTo>
                  <a:lnTo>
                    <a:pt x="761177" y="1294248"/>
                  </a:lnTo>
                  <a:lnTo>
                    <a:pt x="752689" y="1309159"/>
                  </a:lnTo>
                  <a:close/>
                  <a:moveTo>
                    <a:pt x="757576" y="1256395"/>
                  </a:moveTo>
                  <a:lnTo>
                    <a:pt x="752689" y="1309159"/>
                  </a:lnTo>
                  <a:lnTo>
                    <a:pt x="752210" y="1300497"/>
                  </a:lnTo>
                  <a:close/>
                  <a:moveTo>
                    <a:pt x="402976" y="1003054"/>
                  </a:moveTo>
                  <a:lnTo>
                    <a:pt x="431172" y="973577"/>
                  </a:lnTo>
                  <a:lnTo>
                    <a:pt x="446562" y="991340"/>
                  </a:lnTo>
                  <a:close/>
                  <a:moveTo>
                    <a:pt x="260950" y="741029"/>
                  </a:moveTo>
                  <a:lnTo>
                    <a:pt x="214683" y="689775"/>
                  </a:lnTo>
                  <a:lnTo>
                    <a:pt x="207911" y="713586"/>
                  </a:lnTo>
                  <a:close/>
                  <a:moveTo>
                    <a:pt x="260950" y="741029"/>
                  </a:moveTo>
                  <a:lnTo>
                    <a:pt x="207911" y="713586"/>
                  </a:lnTo>
                  <a:lnTo>
                    <a:pt x="212936" y="765123"/>
                  </a:lnTo>
                  <a:close/>
                  <a:moveTo>
                    <a:pt x="214683" y="689775"/>
                  </a:moveTo>
                  <a:lnTo>
                    <a:pt x="213678" y="684433"/>
                  </a:lnTo>
                  <a:lnTo>
                    <a:pt x="207911" y="713586"/>
                  </a:lnTo>
                  <a:close/>
                  <a:moveTo>
                    <a:pt x="752210" y="1300497"/>
                  </a:moveTo>
                  <a:lnTo>
                    <a:pt x="752689" y="1309159"/>
                  </a:lnTo>
                  <a:lnTo>
                    <a:pt x="752146" y="1307932"/>
                  </a:lnTo>
                  <a:close/>
                  <a:moveTo>
                    <a:pt x="1100393" y="1668688"/>
                  </a:moveTo>
                  <a:lnTo>
                    <a:pt x="1095629" y="1711104"/>
                  </a:lnTo>
                  <a:lnTo>
                    <a:pt x="1157032" y="1696131"/>
                  </a:lnTo>
                  <a:close/>
                  <a:moveTo>
                    <a:pt x="907970" y="1335374"/>
                  </a:moveTo>
                  <a:lnTo>
                    <a:pt x="949239" y="1388800"/>
                  </a:lnTo>
                  <a:lnTo>
                    <a:pt x="950461" y="1382794"/>
                  </a:lnTo>
                  <a:close/>
                  <a:moveTo>
                    <a:pt x="896650" y="1411005"/>
                  </a:moveTo>
                  <a:lnTo>
                    <a:pt x="949239" y="1388800"/>
                  </a:lnTo>
                  <a:lnTo>
                    <a:pt x="907970" y="1335374"/>
                  </a:lnTo>
                  <a:close/>
                  <a:moveTo>
                    <a:pt x="900147" y="1359468"/>
                  </a:moveTo>
                  <a:lnTo>
                    <a:pt x="896650" y="1411005"/>
                  </a:lnTo>
                  <a:lnTo>
                    <a:pt x="907970" y="1335374"/>
                  </a:lnTo>
                  <a:close/>
                  <a:moveTo>
                    <a:pt x="931856" y="1313236"/>
                  </a:moveTo>
                  <a:lnTo>
                    <a:pt x="900147" y="1359468"/>
                  </a:lnTo>
                  <a:lnTo>
                    <a:pt x="907970" y="1335374"/>
                  </a:lnTo>
                  <a:close/>
                  <a:moveTo>
                    <a:pt x="757576" y="1256395"/>
                  </a:moveTo>
                  <a:lnTo>
                    <a:pt x="768868" y="1233263"/>
                  </a:lnTo>
                  <a:lnTo>
                    <a:pt x="767770" y="1204858"/>
                  </a:lnTo>
                  <a:close/>
                  <a:moveTo>
                    <a:pt x="552353" y="1077296"/>
                  </a:moveTo>
                  <a:lnTo>
                    <a:pt x="576375" y="1087580"/>
                  </a:lnTo>
                  <a:lnTo>
                    <a:pt x="594796" y="1061309"/>
                  </a:lnTo>
                  <a:close/>
                  <a:moveTo>
                    <a:pt x="347661" y="783117"/>
                  </a:moveTo>
                  <a:lnTo>
                    <a:pt x="374789" y="736302"/>
                  </a:lnTo>
                  <a:lnTo>
                    <a:pt x="336245" y="729655"/>
                  </a:lnTo>
                  <a:close/>
                  <a:moveTo>
                    <a:pt x="181028" y="427458"/>
                  </a:moveTo>
                  <a:lnTo>
                    <a:pt x="132282" y="407716"/>
                  </a:lnTo>
                  <a:lnTo>
                    <a:pt x="181785" y="465550"/>
                  </a:lnTo>
                  <a:close/>
                  <a:moveTo>
                    <a:pt x="1199533" y="1696131"/>
                  </a:moveTo>
                  <a:lnTo>
                    <a:pt x="1233825" y="1623079"/>
                  </a:lnTo>
                  <a:lnTo>
                    <a:pt x="1207720" y="1620500"/>
                  </a:lnTo>
                  <a:close/>
                  <a:moveTo>
                    <a:pt x="1207720" y="1620500"/>
                  </a:moveTo>
                  <a:lnTo>
                    <a:pt x="1239007" y="1628013"/>
                  </a:lnTo>
                  <a:lnTo>
                    <a:pt x="1199533" y="1696131"/>
                  </a:lnTo>
                  <a:close/>
                  <a:moveTo>
                    <a:pt x="1262670" y="1696131"/>
                  </a:moveTo>
                  <a:lnTo>
                    <a:pt x="1239007" y="1628013"/>
                  </a:lnTo>
                  <a:lnTo>
                    <a:pt x="1244154" y="1620500"/>
                  </a:lnTo>
                  <a:close/>
                  <a:moveTo>
                    <a:pt x="1244154" y="1620500"/>
                  </a:moveTo>
                  <a:lnTo>
                    <a:pt x="1233825" y="1623079"/>
                  </a:lnTo>
                  <a:lnTo>
                    <a:pt x="1262670" y="1696131"/>
                  </a:lnTo>
                  <a:close/>
                  <a:moveTo>
                    <a:pt x="1207720" y="1620500"/>
                  </a:moveTo>
                  <a:lnTo>
                    <a:pt x="1233825" y="1623079"/>
                  </a:lnTo>
                  <a:lnTo>
                    <a:pt x="1224279" y="1572948"/>
                  </a:lnTo>
                  <a:close/>
                  <a:moveTo>
                    <a:pt x="953748" y="1385134"/>
                  </a:moveTo>
                  <a:lnTo>
                    <a:pt x="971445" y="1326351"/>
                  </a:lnTo>
                  <a:lnTo>
                    <a:pt x="959513" y="1386911"/>
                  </a:lnTo>
                  <a:close/>
                  <a:moveTo>
                    <a:pt x="959513" y="1386911"/>
                  </a:moveTo>
                  <a:lnTo>
                    <a:pt x="971445" y="1326351"/>
                  </a:lnTo>
                  <a:lnTo>
                    <a:pt x="974063" y="1311280"/>
                  </a:lnTo>
                  <a:close/>
                  <a:moveTo>
                    <a:pt x="958211" y="1318762"/>
                  </a:moveTo>
                  <a:lnTo>
                    <a:pt x="950461" y="1382794"/>
                  </a:lnTo>
                  <a:lnTo>
                    <a:pt x="959513" y="1386911"/>
                  </a:lnTo>
                  <a:close/>
                  <a:moveTo>
                    <a:pt x="907970" y="1335374"/>
                  </a:moveTo>
                  <a:lnTo>
                    <a:pt x="950461" y="1382794"/>
                  </a:lnTo>
                  <a:lnTo>
                    <a:pt x="958211" y="1318762"/>
                  </a:lnTo>
                  <a:close/>
                  <a:moveTo>
                    <a:pt x="971445" y="1326351"/>
                  </a:moveTo>
                  <a:lnTo>
                    <a:pt x="953748" y="1385134"/>
                  </a:lnTo>
                  <a:lnTo>
                    <a:pt x="962396" y="1362817"/>
                  </a:lnTo>
                  <a:close/>
                  <a:moveTo>
                    <a:pt x="931856" y="1313236"/>
                  </a:moveTo>
                  <a:lnTo>
                    <a:pt x="907970" y="1335374"/>
                  </a:lnTo>
                  <a:lnTo>
                    <a:pt x="958211" y="1318762"/>
                  </a:lnTo>
                  <a:close/>
                  <a:moveTo>
                    <a:pt x="258788" y="408616"/>
                  </a:moveTo>
                  <a:lnTo>
                    <a:pt x="225448" y="383622"/>
                  </a:lnTo>
                  <a:lnTo>
                    <a:pt x="181028" y="427458"/>
                  </a:lnTo>
                  <a:close/>
                  <a:moveTo>
                    <a:pt x="232665" y="445846"/>
                  </a:moveTo>
                  <a:lnTo>
                    <a:pt x="258788" y="408616"/>
                  </a:lnTo>
                  <a:lnTo>
                    <a:pt x="181028" y="427458"/>
                  </a:lnTo>
                  <a:close/>
                  <a:moveTo>
                    <a:pt x="1396153" y="1775110"/>
                  </a:moveTo>
                  <a:lnTo>
                    <a:pt x="1427799" y="1809847"/>
                  </a:lnTo>
                  <a:lnTo>
                    <a:pt x="1433243" y="1763130"/>
                  </a:lnTo>
                  <a:close/>
                  <a:moveTo>
                    <a:pt x="1103346" y="1402220"/>
                  </a:moveTo>
                  <a:lnTo>
                    <a:pt x="1171709" y="1447367"/>
                  </a:lnTo>
                  <a:lnTo>
                    <a:pt x="1122406" y="1406517"/>
                  </a:lnTo>
                  <a:close/>
                  <a:moveTo>
                    <a:pt x="1136621" y="1413150"/>
                  </a:moveTo>
                  <a:lnTo>
                    <a:pt x="1103346" y="1402220"/>
                  </a:lnTo>
                  <a:lnTo>
                    <a:pt x="1106417" y="1338723"/>
                  </a:lnTo>
                  <a:close/>
                  <a:moveTo>
                    <a:pt x="1037690" y="1264454"/>
                  </a:moveTo>
                  <a:lnTo>
                    <a:pt x="1088233" y="1287187"/>
                  </a:lnTo>
                  <a:lnTo>
                    <a:pt x="1002724" y="1257813"/>
                  </a:lnTo>
                  <a:close/>
                  <a:moveTo>
                    <a:pt x="1002724" y="1257813"/>
                  </a:moveTo>
                  <a:lnTo>
                    <a:pt x="1088261" y="1288998"/>
                  </a:lnTo>
                  <a:lnTo>
                    <a:pt x="1008586" y="1259744"/>
                  </a:lnTo>
                  <a:close/>
                  <a:moveTo>
                    <a:pt x="489078" y="570924"/>
                  </a:moveTo>
                  <a:lnTo>
                    <a:pt x="517209" y="565674"/>
                  </a:lnTo>
                  <a:lnTo>
                    <a:pt x="470104" y="539759"/>
                  </a:lnTo>
                  <a:close/>
                  <a:moveTo>
                    <a:pt x="258788" y="408616"/>
                  </a:moveTo>
                  <a:lnTo>
                    <a:pt x="225937" y="366913"/>
                  </a:lnTo>
                  <a:lnTo>
                    <a:pt x="225448" y="383622"/>
                  </a:lnTo>
                  <a:close/>
                  <a:moveTo>
                    <a:pt x="506596" y="617211"/>
                  </a:moveTo>
                  <a:lnTo>
                    <a:pt x="513318" y="574158"/>
                  </a:lnTo>
                  <a:lnTo>
                    <a:pt x="510062" y="639549"/>
                  </a:lnTo>
                  <a:close/>
                  <a:moveTo>
                    <a:pt x="1226032" y="1315700"/>
                  </a:moveTo>
                  <a:lnTo>
                    <a:pt x="1228555" y="1319137"/>
                  </a:lnTo>
                  <a:lnTo>
                    <a:pt x="1286635" y="1361612"/>
                  </a:lnTo>
                  <a:close/>
                  <a:moveTo>
                    <a:pt x="1044127" y="1108483"/>
                  </a:moveTo>
                  <a:lnTo>
                    <a:pt x="1012145" y="1168949"/>
                  </a:lnTo>
                  <a:lnTo>
                    <a:pt x="1030480" y="1184113"/>
                  </a:lnTo>
                  <a:close/>
                  <a:moveTo>
                    <a:pt x="1026182" y="1113256"/>
                  </a:moveTo>
                  <a:lnTo>
                    <a:pt x="964776" y="1166519"/>
                  </a:lnTo>
                  <a:lnTo>
                    <a:pt x="1012145" y="1168949"/>
                  </a:lnTo>
                  <a:close/>
                  <a:moveTo>
                    <a:pt x="1026182" y="1113256"/>
                  </a:moveTo>
                  <a:lnTo>
                    <a:pt x="970732" y="1120354"/>
                  </a:lnTo>
                  <a:lnTo>
                    <a:pt x="964776" y="1166519"/>
                  </a:lnTo>
                  <a:close/>
                  <a:moveTo>
                    <a:pt x="970732" y="1120354"/>
                  </a:moveTo>
                  <a:lnTo>
                    <a:pt x="1026182" y="1113256"/>
                  </a:lnTo>
                  <a:lnTo>
                    <a:pt x="979352" y="1086115"/>
                  </a:lnTo>
                  <a:close/>
                  <a:moveTo>
                    <a:pt x="1059439" y="1061458"/>
                  </a:moveTo>
                  <a:lnTo>
                    <a:pt x="1029860" y="1100281"/>
                  </a:lnTo>
                  <a:lnTo>
                    <a:pt x="1026182" y="1113256"/>
                  </a:lnTo>
                  <a:close/>
                  <a:moveTo>
                    <a:pt x="1044127" y="1108483"/>
                  </a:moveTo>
                  <a:lnTo>
                    <a:pt x="1070082" y="1075987"/>
                  </a:lnTo>
                  <a:lnTo>
                    <a:pt x="1059439" y="1061458"/>
                  </a:lnTo>
                  <a:close/>
                  <a:moveTo>
                    <a:pt x="1026182" y="1113256"/>
                  </a:moveTo>
                  <a:lnTo>
                    <a:pt x="1044127" y="1108483"/>
                  </a:lnTo>
                  <a:lnTo>
                    <a:pt x="1059439" y="1061458"/>
                  </a:lnTo>
                  <a:close/>
                  <a:moveTo>
                    <a:pt x="529375" y="498362"/>
                  </a:moveTo>
                  <a:lnTo>
                    <a:pt x="517209" y="565674"/>
                  </a:lnTo>
                  <a:lnTo>
                    <a:pt x="534699" y="556776"/>
                  </a:lnTo>
                  <a:close/>
                  <a:moveTo>
                    <a:pt x="534699" y="556776"/>
                  </a:moveTo>
                  <a:lnTo>
                    <a:pt x="598547" y="542851"/>
                  </a:lnTo>
                  <a:lnTo>
                    <a:pt x="529375" y="498362"/>
                  </a:lnTo>
                  <a:close/>
                  <a:moveTo>
                    <a:pt x="598547" y="542851"/>
                  </a:moveTo>
                  <a:lnTo>
                    <a:pt x="600694" y="543760"/>
                  </a:lnTo>
                  <a:lnTo>
                    <a:pt x="650692" y="556019"/>
                  </a:lnTo>
                  <a:close/>
                  <a:moveTo>
                    <a:pt x="308437" y="284669"/>
                  </a:moveTo>
                  <a:lnTo>
                    <a:pt x="341161" y="283897"/>
                  </a:lnTo>
                  <a:lnTo>
                    <a:pt x="343935" y="284204"/>
                  </a:lnTo>
                  <a:close/>
                  <a:moveTo>
                    <a:pt x="296374" y="279342"/>
                  </a:moveTo>
                  <a:lnTo>
                    <a:pt x="341161" y="283897"/>
                  </a:lnTo>
                  <a:lnTo>
                    <a:pt x="308437" y="284669"/>
                  </a:lnTo>
                  <a:close/>
                  <a:moveTo>
                    <a:pt x="1253441" y="1356160"/>
                  </a:moveTo>
                  <a:lnTo>
                    <a:pt x="1286635" y="1361612"/>
                  </a:lnTo>
                  <a:lnTo>
                    <a:pt x="1228555" y="1319137"/>
                  </a:lnTo>
                  <a:close/>
                  <a:moveTo>
                    <a:pt x="1130280" y="1104591"/>
                  </a:moveTo>
                  <a:lnTo>
                    <a:pt x="1088562" y="1100525"/>
                  </a:lnTo>
                  <a:lnTo>
                    <a:pt x="1161661" y="1108810"/>
                  </a:lnTo>
                  <a:close/>
                  <a:moveTo>
                    <a:pt x="1032874" y="1045073"/>
                  </a:moveTo>
                  <a:lnTo>
                    <a:pt x="979352" y="1086115"/>
                  </a:lnTo>
                  <a:lnTo>
                    <a:pt x="1029860" y="1100281"/>
                  </a:lnTo>
                  <a:close/>
                  <a:moveTo>
                    <a:pt x="979992" y="736369"/>
                  </a:moveTo>
                  <a:lnTo>
                    <a:pt x="1008335" y="751075"/>
                  </a:lnTo>
                  <a:lnTo>
                    <a:pt x="955301" y="726394"/>
                  </a:lnTo>
                  <a:close/>
                  <a:moveTo>
                    <a:pt x="935072" y="521916"/>
                  </a:moveTo>
                  <a:lnTo>
                    <a:pt x="941248" y="538953"/>
                  </a:lnTo>
                  <a:lnTo>
                    <a:pt x="994106" y="574648"/>
                  </a:lnTo>
                  <a:close/>
                  <a:moveTo>
                    <a:pt x="885325" y="524377"/>
                  </a:moveTo>
                  <a:lnTo>
                    <a:pt x="935072" y="521916"/>
                  </a:lnTo>
                  <a:lnTo>
                    <a:pt x="884083" y="499900"/>
                  </a:lnTo>
                  <a:close/>
                  <a:moveTo>
                    <a:pt x="935072" y="521916"/>
                  </a:moveTo>
                  <a:lnTo>
                    <a:pt x="885325" y="524377"/>
                  </a:lnTo>
                  <a:lnTo>
                    <a:pt x="941248" y="538953"/>
                  </a:lnTo>
                  <a:close/>
                  <a:moveTo>
                    <a:pt x="885325" y="524377"/>
                  </a:moveTo>
                  <a:lnTo>
                    <a:pt x="891063" y="525995"/>
                  </a:lnTo>
                  <a:lnTo>
                    <a:pt x="941248" y="538953"/>
                  </a:lnTo>
                  <a:close/>
                  <a:moveTo>
                    <a:pt x="851374" y="469299"/>
                  </a:moveTo>
                  <a:lnTo>
                    <a:pt x="884083" y="499900"/>
                  </a:lnTo>
                  <a:lnTo>
                    <a:pt x="879136" y="466666"/>
                  </a:lnTo>
                  <a:close/>
                  <a:moveTo>
                    <a:pt x="975176" y="445205"/>
                  </a:moveTo>
                  <a:lnTo>
                    <a:pt x="950633" y="520835"/>
                  </a:lnTo>
                  <a:lnTo>
                    <a:pt x="1004847" y="467161"/>
                  </a:lnTo>
                  <a:close/>
                  <a:moveTo>
                    <a:pt x="933400" y="460533"/>
                  </a:moveTo>
                  <a:lnTo>
                    <a:pt x="879136" y="466666"/>
                  </a:lnTo>
                  <a:lnTo>
                    <a:pt x="884083" y="499900"/>
                  </a:lnTo>
                  <a:close/>
                  <a:moveTo>
                    <a:pt x="933400" y="460533"/>
                  </a:moveTo>
                  <a:lnTo>
                    <a:pt x="922354" y="393668"/>
                  </a:lnTo>
                  <a:lnTo>
                    <a:pt x="883406" y="400452"/>
                  </a:lnTo>
                  <a:close/>
                  <a:moveTo>
                    <a:pt x="933400" y="460533"/>
                  </a:moveTo>
                  <a:lnTo>
                    <a:pt x="883406" y="400452"/>
                  </a:lnTo>
                  <a:lnTo>
                    <a:pt x="879136" y="466666"/>
                  </a:lnTo>
                  <a:close/>
                  <a:moveTo>
                    <a:pt x="793166" y="199752"/>
                  </a:moveTo>
                  <a:lnTo>
                    <a:pt x="756314" y="187521"/>
                  </a:lnTo>
                  <a:lnTo>
                    <a:pt x="787009" y="252611"/>
                  </a:lnTo>
                  <a:close/>
                  <a:moveTo>
                    <a:pt x="739867" y="190211"/>
                  </a:moveTo>
                  <a:lnTo>
                    <a:pt x="756314" y="187521"/>
                  </a:lnTo>
                  <a:lnTo>
                    <a:pt x="737629" y="166783"/>
                  </a:lnTo>
                  <a:close/>
                  <a:moveTo>
                    <a:pt x="739545" y="187521"/>
                  </a:moveTo>
                  <a:lnTo>
                    <a:pt x="739867" y="190211"/>
                  </a:lnTo>
                  <a:lnTo>
                    <a:pt x="737629" y="166783"/>
                  </a:lnTo>
                  <a:close/>
                  <a:moveTo>
                    <a:pt x="1004847" y="467161"/>
                  </a:moveTo>
                  <a:lnTo>
                    <a:pt x="1020890" y="427387"/>
                  </a:lnTo>
                  <a:lnTo>
                    <a:pt x="975176" y="445205"/>
                  </a:lnTo>
                  <a:close/>
                  <a:moveTo>
                    <a:pt x="1041468" y="421110"/>
                  </a:moveTo>
                  <a:lnTo>
                    <a:pt x="1020890" y="427387"/>
                  </a:lnTo>
                  <a:lnTo>
                    <a:pt x="1004847" y="467161"/>
                  </a:lnTo>
                  <a:close/>
                  <a:moveTo>
                    <a:pt x="1020890" y="427387"/>
                  </a:moveTo>
                  <a:lnTo>
                    <a:pt x="1041468" y="421110"/>
                  </a:lnTo>
                  <a:lnTo>
                    <a:pt x="1026741" y="414120"/>
                  </a:lnTo>
                  <a:close/>
                  <a:moveTo>
                    <a:pt x="922354" y="393668"/>
                  </a:moveTo>
                  <a:lnTo>
                    <a:pt x="951634" y="382967"/>
                  </a:lnTo>
                  <a:lnTo>
                    <a:pt x="887209" y="376686"/>
                  </a:lnTo>
                  <a:close/>
                  <a:moveTo>
                    <a:pt x="887209" y="376686"/>
                  </a:moveTo>
                  <a:lnTo>
                    <a:pt x="951634" y="382967"/>
                  </a:lnTo>
                  <a:lnTo>
                    <a:pt x="962849" y="349914"/>
                  </a:lnTo>
                  <a:close/>
                  <a:moveTo>
                    <a:pt x="847660" y="266501"/>
                  </a:moveTo>
                  <a:lnTo>
                    <a:pt x="840107" y="239058"/>
                  </a:lnTo>
                  <a:lnTo>
                    <a:pt x="837551" y="290595"/>
                  </a:lnTo>
                  <a:close/>
                  <a:moveTo>
                    <a:pt x="756314" y="187521"/>
                  </a:moveTo>
                  <a:lnTo>
                    <a:pt x="793166" y="199752"/>
                  </a:lnTo>
                  <a:lnTo>
                    <a:pt x="797502" y="181337"/>
                  </a:lnTo>
                  <a:close/>
                  <a:moveTo>
                    <a:pt x="737629" y="166783"/>
                  </a:moveTo>
                  <a:lnTo>
                    <a:pt x="734433" y="131886"/>
                  </a:lnTo>
                  <a:lnTo>
                    <a:pt x="739545" y="187521"/>
                  </a:lnTo>
                  <a:close/>
                  <a:moveTo>
                    <a:pt x="797502" y="181337"/>
                  </a:moveTo>
                  <a:lnTo>
                    <a:pt x="737629" y="166783"/>
                  </a:lnTo>
                  <a:lnTo>
                    <a:pt x="756314" y="187521"/>
                  </a:lnTo>
                  <a:close/>
                  <a:moveTo>
                    <a:pt x="734433" y="131886"/>
                  </a:moveTo>
                  <a:lnTo>
                    <a:pt x="737629" y="166783"/>
                  </a:lnTo>
                  <a:lnTo>
                    <a:pt x="797502" y="181337"/>
                  </a:lnTo>
                  <a:close/>
                  <a:moveTo>
                    <a:pt x="799533" y="116943"/>
                  </a:moveTo>
                  <a:lnTo>
                    <a:pt x="734433" y="131886"/>
                  </a:lnTo>
                  <a:lnTo>
                    <a:pt x="797502" y="181337"/>
                  </a:lnTo>
                  <a:close/>
                  <a:moveTo>
                    <a:pt x="672129" y="96568"/>
                  </a:moveTo>
                  <a:lnTo>
                    <a:pt x="702620" y="75672"/>
                  </a:lnTo>
                  <a:lnTo>
                    <a:pt x="734433" y="131886"/>
                  </a:lnTo>
                  <a:close/>
                  <a:moveTo>
                    <a:pt x="734433" y="131886"/>
                  </a:moveTo>
                  <a:lnTo>
                    <a:pt x="750361" y="79490"/>
                  </a:lnTo>
                  <a:lnTo>
                    <a:pt x="712839" y="60354"/>
                  </a:lnTo>
                  <a:close/>
                  <a:moveTo>
                    <a:pt x="734433" y="131886"/>
                  </a:moveTo>
                  <a:lnTo>
                    <a:pt x="799533" y="116943"/>
                  </a:lnTo>
                  <a:lnTo>
                    <a:pt x="750361" y="79490"/>
                  </a:lnTo>
                  <a:close/>
                  <a:moveTo>
                    <a:pt x="799533" y="116943"/>
                  </a:moveTo>
                  <a:lnTo>
                    <a:pt x="799252" y="87607"/>
                  </a:lnTo>
                  <a:lnTo>
                    <a:pt x="750361" y="79490"/>
                  </a:lnTo>
                  <a:close/>
                  <a:moveTo>
                    <a:pt x="1041468" y="421110"/>
                  </a:moveTo>
                  <a:lnTo>
                    <a:pt x="1034571" y="443397"/>
                  </a:lnTo>
                  <a:lnTo>
                    <a:pt x="1039607" y="412170"/>
                  </a:lnTo>
                  <a:close/>
                  <a:moveTo>
                    <a:pt x="962849" y="349914"/>
                  </a:moveTo>
                  <a:lnTo>
                    <a:pt x="979025" y="369574"/>
                  </a:lnTo>
                  <a:lnTo>
                    <a:pt x="1017935" y="304304"/>
                  </a:lnTo>
                  <a:close/>
                  <a:moveTo>
                    <a:pt x="856729" y="139333"/>
                  </a:moveTo>
                  <a:lnTo>
                    <a:pt x="833290" y="89499"/>
                  </a:lnTo>
                  <a:lnTo>
                    <a:pt x="837679" y="111891"/>
                  </a:lnTo>
                  <a:close/>
                  <a:moveTo>
                    <a:pt x="712839" y="60354"/>
                  </a:moveTo>
                  <a:lnTo>
                    <a:pt x="750361" y="79490"/>
                  </a:lnTo>
                  <a:lnTo>
                    <a:pt x="768641" y="41332"/>
                  </a:lnTo>
                  <a:close/>
                  <a:moveTo>
                    <a:pt x="848964" y="98797"/>
                  </a:moveTo>
                  <a:lnTo>
                    <a:pt x="837679" y="111891"/>
                  </a:lnTo>
                  <a:lnTo>
                    <a:pt x="833290" y="89499"/>
                  </a:lnTo>
                  <a:close/>
                  <a:moveTo>
                    <a:pt x="768641" y="41332"/>
                  </a:moveTo>
                  <a:lnTo>
                    <a:pt x="783131" y="4792"/>
                  </a:lnTo>
                  <a:lnTo>
                    <a:pt x="742305" y="0"/>
                  </a:lnTo>
                  <a:close/>
                  <a:moveTo>
                    <a:pt x="1078997" y="299921"/>
                  </a:moveTo>
                  <a:lnTo>
                    <a:pt x="1064693" y="269849"/>
                  </a:lnTo>
                  <a:lnTo>
                    <a:pt x="1086911" y="28621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54" name="Output_density__4253">
              <a:extLst>
                <a:ext uri="{FF2B5EF4-FFF2-40B4-BE49-F238E27FC236}">
                  <a16:creationId xmlns:a16="http://schemas.microsoft.com/office/drawing/2014/main" id="{5E7EE4D0-B3F4-289F-C22C-48696751FDA3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210196"/>
              <a:ext cx="1218243" cy="2271625"/>
            </a:xfrm>
            <a:custGeom>
              <a:avLst/>
              <a:gdLst/>
              <a:ahLst/>
              <a:cxnLst/>
              <a:rect l="0" t="0" r="0" b="0"/>
              <a:pathLst>
                <a:path w="1218243" h="2271625">
                  <a:moveTo>
                    <a:pt x="156945" y="2244182"/>
                  </a:moveTo>
                  <a:lnTo>
                    <a:pt x="204647" y="2271625"/>
                  </a:lnTo>
                  <a:lnTo>
                    <a:pt x="206301" y="2220088"/>
                  </a:lnTo>
                  <a:close/>
                  <a:moveTo>
                    <a:pt x="206301" y="2220088"/>
                  </a:moveTo>
                  <a:lnTo>
                    <a:pt x="242477" y="2257259"/>
                  </a:lnTo>
                  <a:lnTo>
                    <a:pt x="218294" y="2214176"/>
                  </a:lnTo>
                  <a:close/>
                  <a:moveTo>
                    <a:pt x="206301" y="2220088"/>
                  </a:moveTo>
                  <a:lnTo>
                    <a:pt x="204647" y="2271625"/>
                  </a:lnTo>
                  <a:lnTo>
                    <a:pt x="242477" y="2257259"/>
                  </a:lnTo>
                  <a:close/>
                  <a:moveTo>
                    <a:pt x="202984" y="2190033"/>
                  </a:moveTo>
                  <a:lnTo>
                    <a:pt x="206301" y="2220088"/>
                  </a:lnTo>
                  <a:lnTo>
                    <a:pt x="218294" y="2214176"/>
                  </a:lnTo>
                  <a:close/>
                  <a:moveTo>
                    <a:pt x="205831" y="2092921"/>
                  </a:moveTo>
                  <a:lnTo>
                    <a:pt x="219869" y="2118264"/>
                  </a:lnTo>
                  <a:lnTo>
                    <a:pt x="219716" y="2087535"/>
                  </a:lnTo>
                  <a:close/>
                  <a:moveTo>
                    <a:pt x="184698" y="2041384"/>
                  </a:moveTo>
                  <a:lnTo>
                    <a:pt x="219716" y="2087535"/>
                  </a:lnTo>
                  <a:lnTo>
                    <a:pt x="208691" y="2033755"/>
                  </a:lnTo>
                  <a:close/>
                  <a:moveTo>
                    <a:pt x="184698" y="2041384"/>
                  </a:moveTo>
                  <a:lnTo>
                    <a:pt x="205831" y="2092921"/>
                  </a:lnTo>
                  <a:lnTo>
                    <a:pt x="219716" y="2087535"/>
                  </a:lnTo>
                  <a:close/>
                  <a:moveTo>
                    <a:pt x="219869" y="2118264"/>
                  </a:moveTo>
                  <a:lnTo>
                    <a:pt x="277426" y="2068827"/>
                  </a:lnTo>
                  <a:lnTo>
                    <a:pt x="219716" y="2087535"/>
                  </a:lnTo>
                  <a:close/>
                  <a:moveTo>
                    <a:pt x="301399" y="2113516"/>
                  </a:moveTo>
                  <a:lnTo>
                    <a:pt x="277426" y="2068827"/>
                  </a:lnTo>
                  <a:lnTo>
                    <a:pt x="219869" y="2118264"/>
                  </a:lnTo>
                  <a:close/>
                  <a:moveTo>
                    <a:pt x="277426" y="2068827"/>
                  </a:moveTo>
                  <a:lnTo>
                    <a:pt x="276648" y="2020977"/>
                  </a:lnTo>
                  <a:lnTo>
                    <a:pt x="219716" y="2087535"/>
                  </a:lnTo>
                  <a:close/>
                  <a:moveTo>
                    <a:pt x="219716" y="2087535"/>
                  </a:moveTo>
                  <a:lnTo>
                    <a:pt x="276648" y="2020977"/>
                  </a:lnTo>
                  <a:lnTo>
                    <a:pt x="275273" y="2017607"/>
                  </a:lnTo>
                  <a:close/>
                  <a:moveTo>
                    <a:pt x="219716" y="2087535"/>
                  </a:moveTo>
                  <a:lnTo>
                    <a:pt x="275273" y="2017607"/>
                  </a:lnTo>
                  <a:lnTo>
                    <a:pt x="208691" y="2033755"/>
                  </a:lnTo>
                  <a:close/>
                  <a:moveTo>
                    <a:pt x="317502" y="2044733"/>
                  </a:moveTo>
                  <a:lnTo>
                    <a:pt x="301399" y="2113516"/>
                  </a:lnTo>
                  <a:lnTo>
                    <a:pt x="320795" y="2051134"/>
                  </a:lnTo>
                  <a:close/>
                  <a:moveTo>
                    <a:pt x="317502" y="2044733"/>
                  </a:moveTo>
                  <a:lnTo>
                    <a:pt x="277426" y="2068827"/>
                  </a:lnTo>
                  <a:lnTo>
                    <a:pt x="301399" y="2113516"/>
                  </a:lnTo>
                  <a:close/>
                  <a:moveTo>
                    <a:pt x="316182" y="2033886"/>
                  </a:moveTo>
                  <a:lnTo>
                    <a:pt x="277426" y="2068827"/>
                  </a:lnTo>
                  <a:lnTo>
                    <a:pt x="317502" y="2044733"/>
                  </a:lnTo>
                  <a:close/>
                  <a:moveTo>
                    <a:pt x="316182" y="2033886"/>
                  </a:moveTo>
                  <a:lnTo>
                    <a:pt x="276648" y="2020977"/>
                  </a:lnTo>
                  <a:lnTo>
                    <a:pt x="277426" y="2068827"/>
                  </a:lnTo>
                  <a:close/>
                  <a:moveTo>
                    <a:pt x="276648" y="2020977"/>
                  </a:moveTo>
                  <a:lnTo>
                    <a:pt x="316182" y="2033886"/>
                  </a:lnTo>
                  <a:lnTo>
                    <a:pt x="276129" y="2017290"/>
                  </a:lnTo>
                  <a:close/>
                  <a:moveTo>
                    <a:pt x="316182" y="2033886"/>
                  </a:moveTo>
                  <a:lnTo>
                    <a:pt x="307540" y="1993196"/>
                  </a:lnTo>
                  <a:lnTo>
                    <a:pt x="276129" y="2017290"/>
                  </a:lnTo>
                  <a:close/>
                  <a:moveTo>
                    <a:pt x="312382" y="1941660"/>
                  </a:moveTo>
                  <a:lnTo>
                    <a:pt x="276129" y="2017290"/>
                  </a:lnTo>
                  <a:lnTo>
                    <a:pt x="307540" y="1993196"/>
                  </a:lnTo>
                  <a:close/>
                  <a:moveTo>
                    <a:pt x="316182" y="2033886"/>
                  </a:moveTo>
                  <a:lnTo>
                    <a:pt x="317502" y="2044733"/>
                  </a:lnTo>
                  <a:lnTo>
                    <a:pt x="321058" y="2043127"/>
                  </a:lnTo>
                  <a:close/>
                  <a:moveTo>
                    <a:pt x="316182" y="2033886"/>
                  </a:moveTo>
                  <a:lnTo>
                    <a:pt x="321058" y="2043127"/>
                  </a:lnTo>
                  <a:lnTo>
                    <a:pt x="307540" y="1993196"/>
                  </a:lnTo>
                  <a:close/>
                  <a:moveTo>
                    <a:pt x="312382" y="1941660"/>
                  </a:moveTo>
                  <a:lnTo>
                    <a:pt x="307540" y="1993196"/>
                  </a:lnTo>
                  <a:lnTo>
                    <a:pt x="347585" y="1969103"/>
                  </a:lnTo>
                  <a:close/>
                  <a:moveTo>
                    <a:pt x="312382" y="1941660"/>
                  </a:moveTo>
                  <a:lnTo>
                    <a:pt x="347585" y="1969103"/>
                  </a:lnTo>
                  <a:lnTo>
                    <a:pt x="337426" y="1917566"/>
                  </a:lnTo>
                  <a:close/>
                  <a:moveTo>
                    <a:pt x="337426" y="1917566"/>
                  </a:moveTo>
                  <a:lnTo>
                    <a:pt x="312186" y="1866030"/>
                  </a:lnTo>
                  <a:lnTo>
                    <a:pt x="312382" y="1941660"/>
                  </a:lnTo>
                  <a:close/>
                  <a:moveTo>
                    <a:pt x="309388" y="1801644"/>
                  </a:moveTo>
                  <a:lnTo>
                    <a:pt x="300816" y="1841537"/>
                  </a:lnTo>
                  <a:lnTo>
                    <a:pt x="325627" y="1790399"/>
                  </a:lnTo>
                  <a:close/>
                  <a:moveTo>
                    <a:pt x="325627" y="1790399"/>
                  </a:moveTo>
                  <a:lnTo>
                    <a:pt x="300816" y="1841537"/>
                  </a:lnTo>
                  <a:lnTo>
                    <a:pt x="312186" y="1866030"/>
                  </a:lnTo>
                  <a:close/>
                  <a:moveTo>
                    <a:pt x="292234" y="1809452"/>
                  </a:moveTo>
                  <a:lnTo>
                    <a:pt x="309388" y="1801644"/>
                  </a:lnTo>
                  <a:lnTo>
                    <a:pt x="298074" y="1762956"/>
                  </a:lnTo>
                  <a:close/>
                  <a:moveTo>
                    <a:pt x="298074" y="1762956"/>
                  </a:moveTo>
                  <a:lnTo>
                    <a:pt x="309388" y="1801644"/>
                  </a:lnTo>
                  <a:lnTo>
                    <a:pt x="325627" y="1790399"/>
                  </a:lnTo>
                  <a:close/>
                  <a:moveTo>
                    <a:pt x="298074" y="1762956"/>
                  </a:moveTo>
                  <a:lnTo>
                    <a:pt x="325627" y="1790399"/>
                  </a:lnTo>
                  <a:lnTo>
                    <a:pt x="350264" y="1738862"/>
                  </a:lnTo>
                  <a:close/>
                  <a:moveTo>
                    <a:pt x="354754" y="1733626"/>
                  </a:moveTo>
                  <a:lnTo>
                    <a:pt x="298074" y="1762956"/>
                  </a:lnTo>
                  <a:lnTo>
                    <a:pt x="350264" y="1738862"/>
                  </a:lnTo>
                  <a:close/>
                  <a:moveTo>
                    <a:pt x="401228" y="1827704"/>
                  </a:moveTo>
                  <a:lnTo>
                    <a:pt x="443356" y="1768694"/>
                  </a:lnTo>
                  <a:lnTo>
                    <a:pt x="387317" y="1776271"/>
                  </a:lnTo>
                  <a:close/>
                  <a:moveTo>
                    <a:pt x="350264" y="1738862"/>
                  </a:moveTo>
                  <a:lnTo>
                    <a:pt x="387317" y="1776271"/>
                  </a:lnTo>
                  <a:lnTo>
                    <a:pt x="359047" y="1736511"/>
                  </a:lnTo>
                  <a:close/>
                  <a:moveTo>
                    <a:pt x="350264" y="1738862"/>
                  </a:moveTo>
                  <a:lnTo>
                    <a:pt x="325627" y="1790399"/>
                  </a:lnTo>
                  <a:lnTo>
                    <a:pt x="387317" y="1776271"/>
                  </a:lnTo>
                  <a:close/>
                  <a:moveTo>
                    <a:pt x="387317" y="1776271"/>
                  </a:moveTo>
                  <a:lnTo>
                    <a:pt x="420012" y="1724930"/>
                  </a:lnTo>
                  <a:lnTo>
                    <a:pt x="359047" y="1736511"/>
                  </a:lnTo>
                  <a:close/>
                  <a:moveTo>
                    <a:pt x="354754" y="1733626"/>
                  </a:moveTo>
                  <a:lnTo>
                    <a:pt x="350264" y="1738862"/>
                  </a:lnTo>
                  <a:lnTo>
                    <a:pt x="359047" y="1736511"/>
                  </a:lnTo>
                  <a:close/>
                  <a:moveTo>
                    <a:pt x="185942" y="1491595"/>
                  </a:moveTo>
                  <a:lnTo>
                    <a:pt x="151989" y="1499548"/>
                  </a:lnTo>
                  <a:lnTo>
                    <a:pt x="113749" y="1531253"/>
                  </a:lnTo>
                  <a:close/>
                  <a:moveTo>
                    <a:pt x="151989" y="1499548"/>
                  </a:moveTo>
                  <a:lnTo>
                    <a:pt x="185942" y="1491595"/>
                  </a:lnTo>
                  <a:lnTo>
                    <a:pt x="164705" y="1481180"/>
                  </a:lnTo>
                  <a:close/>
                  <a:moveTo>
                    <a:pt x="185942" y="1491595"/>
                  </a:moveTo>
                  <a:lnTo>
                    <a:pt x="199651" y="1457085"/>
                  </a:lnTo>
                  <a:lnTo>
                    <a:pt x="164705" y="1481180"/>
                  </a:lnTo>
                  <a:close/>
                  <a:moveTo>
                    <a:pt x="149124" y="1429643"/>
                  </a:moveTo>
                  <a:lnTo>
                    <a:pt x="164705" y="1481180"/>
                  </a:lnTo>
                  <a:lnTo>
                    <a:pt x="199651" y="1457085"/>
                  </a:lnTo>
                  <a:close/>
                  <a:moveTo>
                    <a:pt x="149124" y="1429643"/>
                  </a:moveTo>
                  <a:lnTo>
                    <a:pt x="199651" y="1457085"/>
                  </a:lnTo>
                  <a:lnTo>
                    <a:pt x="191379" y="1405549"/>
                  </a:lnTo>
                  <a:close/>
                  <a:moveTo>
                    <a:pt x="236722" y="1432991"/>
                  </a:moveTo>
                  <a:lnTo>
                    <a:pt x="239504" y="1382277"/>
                  </a:lnTo>
                  <a:lnTo>
                    <a:pt x="191379" y="1405549"/>
                  </a:lnTo>
                  <a:close/>
                  <a:moveTo>
                    <a:pt x="199651" y="1457085"/>
                  </a:moveTo>
                  <a:lnTo>
                    <a:pt x="236722" y="1432991"/>
                  </a:lnTo>
                  <a:lnTo>
                    <a:pt x="191379" y="1405549"/>
                  </a:lnTo>
                  <a:close/>
                  <a:moveTo>
                    <a:pt x="181775" y="1354012"/>
                  </a:moveTo>
                  <a:lnTo>
                    <a:pt x="191379" y="1405549"/>
                  </a:lnTo>
                  <a:lnTo>
                    <a:pt x="238730" y="1381905"/>
                  </a:lnTo>
                  <a:close/>
                  <a:moveTo>
                    <a:pt x="54847" y="1081007"/>
                  </a:moveTo>
                  <a:lnTo>
                    <a:pt x="18298" y="1079256"/>
                  </a:lnTo>
                  <a:lnTo>
                    <a:pt x="0" y="1123772"/>
                  </a:lnTo>
                  <a:close/>
                  <a:moveTo>
                    <a:pt x="94529" y="1054693"/>
                  </a:moveTo>
                  <a:lnTo>
                    <a:pt x="18298" y="1079256"/>
                  </a:lnTo>
                  <a:lnTo>
                    <a:pt x="54847" y="1081007"/>
                  </a:lnTo>
                  <a:close/>
                  <a:moveTo>
                    <a:pt x="648800" y="1729607"/>
                  </a:moveTo>
                  <a:lnTo>
                    <a:pt x="647018" y="1769654"/>
                  </a:lnTo>
                  <a:lnTo>
                    <a:pt x="668240" y="1762557"/>
                  </a:lnTo>
                  <a:close/>
                  <a:moveTo>
                    <a:pt x="128917" y="1081502"/>
                  </a:moveTo>
                  <a:lnTo>
                    <a:pt x="179591" y="1078288"/>
                  </a:lnTo>
                  <a:lnTo>
                    <a:pt x="140339" y="1051293"/>
                  </a:lnTo>
                  <a:close/>
                  <a:moveTo>
                    <a:pt x="210594" y="1028322"/>
                  </a:moveTo>
                  <a:lnTo>
                    <a:pt x="149573" y="1048141"/>
                  </a:lnTo>
                  <a:lnTo>
                    <a:pt x="217376" y="1029745"/>
                  </a:lnTo>
                  <a:close/>
                  <a:moveTo>
                    <a:pt x="217376" y="1029745"/>
                  </a:moveTo>
                  <a:lnTo>
                    <a:pt x="140339" y="1051293"/>
                  </a:lnTo>
                  <a:lnTo>
                    <a:pt x="193905" y="1075584"/>
                  </a:lnTo>
                  <a:close/>
                  <a:moveTo>
                    <a:pt x="193905" y="1075584"/>
                  </a:moveTo>
                  <a:lnTo>
                    <a:pt x="140339" y="1051293"/>
                  </a:lnTo>
                  <a:lnTo>
                    <a:pt x="179591" y="1078288"/>
                  </a:lnTo>
                  <a:close/>
                  <a:moveTo>
                    <a:pt x="210594" y="1028322"/>
                  </a:moveTo>
                  <a:lnTo>
                    <a:pt x="217376" y="1029745"/>
                  </a:lnTo>
                  <a:lnTo>
                    <a:pt x="220043" y="1024047"/>
                  </a:lnTo>
                  <a:close/>
                  <a:moveTo>
                    <a:pt x="217376" y="1029745"/>
                  </a:moveTo>
                  <a:lnTo>
                    <a:pt x="193905" y="1075584"/>
                  </a:lnTo>
                  <a:lnTo>
                    <a:pt x="241674" y="1065797"/>
                  </a:lnTo>
                  <a:close/>
                  <a:moveTo>
                    <a:pt x="241674" y="1065797"/>
                  </a:moveTo>
                  <a:lnTo>
                    <a:pt x="220043" y="1024047"/>
                  </a:lnTo>
                  <a:lnTo>
                    <a:pt x="217376" y="1029745"/>
                  </a:lnTo>
                  <a:close/>
                  <a:moveTo>
                    <a:pt x="283170" y="1007301"/>
                  </a:moveTo>
                  <a:lnTo>
                    <a:pt x="220043" y="1024047"/>
                  </a:lnTo>
                  <a:lnTo>
                    <a:pt x="241674" y="1065797"/>
                  </a:lnTo>
                  <a:close/>
                  <a:moveTo>
                    <a:pt x="259436" y="948417"/>
                  </a:moveTo>
                  <a:lnTo>
                    <a:pt x="283170" y="1007301"/>
                  </a:lnTo>
                  <a:lnTo>
                    <a:pt x="285259" y="973972"/>
                  </a:lnTo>
                  <a:close/>
                  <a:moveTo>
                    <a:pt x="220043" y="1024047"/>
                  </a:moveTo>
                  <a:lnTo>
                    <a:pt x="283170" y="1007301"/>
                  </a:lnTo>
                  <a:lnTo>
                    <a:pt x="259436" y="948417"/>
                  </a:lnTo>
                  <a:close/>
                  <a:moveTo>
                    <a:pt x="305839" y="999953"/>
                  </a:moveTo>
                  <a:lnTo>
                    <a:pt x="377065" y="1007644"/>
                  </a:lnTo>
                  <a:lnTo>
                    <a:pt x="355046" y="986849"/>
                  </a:lnTo>
                  <a:close/>
                  <a:moveTo>
                    <a:pt x="1053853" y="1724815"/>
                  </a:moveTo>
                  <a:lnTo>
                    <a:pt x="1075844" y="1738594"/>
                  </a:lnTo>
                  <a:lnTo>
                    <a:pt x="1077097" y="1720799"/>
                  </a:lnTo>
                  <a:close/>
                  <a:moveTo>
                    <a:pt x="1053853" y="1724815"/>
                  </a:moveTo>
                  <a:lnTo>
                    <a:pt x="1077097" y="1720799"/>
                  </a:lnTo>
                  <a:lnTo>
                    <a:pt x="1069719" y="1715694"/>
                  </a:lnTo>
                  <a:close/>
                  <a:moveTo>
                    <a:pt x="142527" y="384976"/>
                  </a:moveTo>
                  <a:lnTo>
                    <a:pt x="63336" y="398469"/>
                  </a:lnTo>
                  <a:lnTo>
                    <a:pt x="106372" y="412306"/>
                  </a:lnTo>
                  <a:close/>
                  <a:moveTo>
                    <a:pt x="593831" y="1024264"/>
                  </a:moveTo>
                  <a:lnTo>
                    <a:pt x="575195" y="1047304"/>
                  </a:lnTo>
                  <a:lnTo>
                    <a:pt x="589629" y="1030745"/>
                  </a:lnTo>
                  <a:close/>
                  <a:moveTo>
                    <a:pt x="593831" y="1024264"/>
                  </a:moveTo>
                  <a:lnTo>
                    <a:pt x="602350" y="1025228"/>
                  </a:lnTo>
                  <a:lnTo>
                    <a:pt x="632279" y="993339"/>
                  </a:lnTo>
                  <a:close/>
                  <a:moveTo>
                    <a:pt x="632279" y="993339"/>
                  </a:moveTo>
                  <a:lnTo>
                    <a:pt x="602350" y="1025228"/>
                  </a:lnTo>
                  <a:lnTo>
                    <a:pt x="639752" y="955114"/>
                  </a:lnTo>
                  <a:close/>
                  <a:moveTo>
                    <a:pt x="142527" y="384976"/>
                  </a:moveTo>
                  <a:lnTo>
                    <a:pt x="164012" y="400781"/>
                  </a:lnTo>
                  <a:lnTo>
                    <a:pt x="155430" y="360769"/>
                  </a:lnTo>
                  <a:close/>
                  <a:moveTo>
                    <a:pt x="1218243" y="1625090"/>
                  </a:moveTo>
                  <a:lnTo>
                    <a:pt x="1213096" y="1632603"/>
                  </a:lnTo>
                  <a:lnTo>
                    <a:pt x="1215127" y="1621805"/>
                  </a:lnTo>
                  <a:close/>
                  <a:moveTo>
                    <a:pt x="480685" y="621801"/>
                  </a:moveTo>
                  <a:lnTo>
                    <a:pt x="491298" y="570264"/>
                  </a:lnTo>
                  <a:lnTo>
                    <a:pt x="487408" y="578748"/>
                  </a:lnTo>
                  <a:close/>
                  <a:moveTo>
                    <a:pt x="806929" y="892274"/>
                  </a:moveTo>
                  <a:lnTo>
                    <a:pt x="781666" y="855390"/>
                  </a:lnTo>
                  <a:lnTo>
                    <a:pt x="808485" y="908848"/>
                  </a:lnTo>
                  <a:close/>
                  <a:moveTo>
                    <a:pt x="808485" y="908848"/>
                  </a:moveTo>
                  <a:lnTo>
                    <a:pt x="781666" y="855390"/>
                  </a:lnTo>
                  <a:lnTo>
                    <a:pt x="728345" y="873275"/>
                  </a:lnTo>
                  <a:close/>
                  <a:moveTo>
                    <a:pt x="718226" y="870204"/>
                  </a:moveTo>
                  <a:lnTo>
                    <a:pt x="713628" y="879484"/>
                  </a:lnTo>
                  <a:lnTo>
                    <a:pt x="728345" y="873275"/>
                  </a:lnTo>
                  <a:close/>
                  <a:moveTo>
                    <a:pt x="781389" y="805390"/>
                  </a:moveTo>
                  <a:lnTo>
                    <a:pt x="727867" y="827947"/>
                  </a:lnTo>
                  <a:lnTo>
                    <a:pt x="786207" y="814797"/>
                  </a:lnTo>
                  <a:close/>
                  <a:moveTo>
                    <a:pt x="727867" y="827947"/>
                  </a:moveTo>
                  <a:lnTo>
                    <a:pt x="718226" y="870204"/>
                  </a:lnTo>
                  <a:lnTo>
                    <a:pt x="786207" y="814797"/>
                  </a:lnTo>
                  <a:close/>
                  <a:moveTo>
                    <a:pt x="786207" y="814797"/>
                  </a:moveTo>
                  <a:lnTo>
                    <a:pt x="718226" y="870204"/>
                  </a:lnTo>
                  <a:lnTo>
                    <a:pt x="781666" y="855390"/>
                  </a:lnTo>
                  <a:close/>
                  <a:moveTo>
                    <a:pt x="781666" y="855390"/>
                  </a:moveTo>
                  <a:lnTo>
                    <a:pt x="718226" y="870204"/>
                  </a:lnTo>
                  <a:lnTo>
                    <a:pt x="728345" y="873275"/>
                  </a:lnTo>
                  <a:close/>
                  <a:moveTo>
                    <a:pt x="791709" y="803853"/>
                  </a:moveTo>
                  <a:lnTo>
                    <a:pt x="741959" y="784262"/>
                  </a:lnTo>
                  <a:lnTo>
                    <a:pt x="781389" y="805390"/>
                  </a:lnTo>
                  <a:close/>
                  <a:moveTo>
                    <a:pt x="781389" y="805390"/>
                  </a:moveTo>
                  <a:lnTo>
                    <a:pt x="786207" y="814797"/>
                  </a:lnTo>
                  <a:lnTo>
                    <a:pt x="791709" y="803853"/>
                  </a:lnTo>
                  <a:close/>
                  <a:moveTo>
                    <a:pt x="491298" y="570264"/>
                  </a:moveTo>
                  <a:lnTo>
                    <a:pt x="531547" y="561374"/>
                  </a:lnTo>
                  <a:lnTo>
                    <a:pt x="508789" y="561366"/>
                  </a:lnTo>
                  <a:close/>
                  <a:moveTo>
                    <a:pt x="508789" y="561366"/>
                  </a:moveTo>
                  <a:lnTo>
                    <a:pt x="531547" y="561374"/>
                  </a:lnTo>
                  <a:lnTo>
                    <a:pt x="574783" y="548350"/>
                  </a:lnTo>
                  <a:close/>
                  <a:moveTo>
                    <a:pt x="786207" y="814797"/>
                  </a:moveTo>
                  <a:lnTo>
                    <a:pt x="781666" y="855390"/>
                  </a:lnTo>
                  <a:lnTo>
                    <a:pt x="817935" y="838422"/>
                  </a:lnTo>
                  <a:close/>
                  <a:moveTo>
                    <a:pt x="786207" y="814797"/>
                  </a:moveTo>
                  <a:lnTo>
                    <a:pt x="817935" y="838422"/>
                  </a:lnTo>
                  <a:lnTo>
                    <a:pt x="791709" y="803853"/>
                  </a:lnTo>
                  <a:close/>
                  <a:moveTo>
                    <a:pt x="791709" y="803853"/>
                  </a:moveTo>
                  <a:lnTo>
                    <a:pt x="831199" y="831296"/>
                  </a:lnTo>
                  <a:lnTo>
                    <a:pt x="836149" y="779759"/>
                  </a:lnTo>
                  <a:close/>
                  <a:moveTo>
                    <a:pt x="856488" y="767990"/>
                  </a:moveTo>
                  <a:lnTo>
                    <a:pt x="791709" y="803853"/>
                  </a:lnTo>
                  <a:lnTo>
                    <a:pt x="836149" y="779759"/>
                  </a:lnTo>
                  <a:close/>
                  <a:moveTo>
                    <a:pt x="856488" y="767990"/>
                  </a:moveTo>
                  <a:lnTo>
                    <a:pt x="824969" y="785049"/>
                  </a:lnTo>
                  <a:lnTo>
                    <a:pt x="791709" y="803853"/>
                  </a:lnTo>
                  <a:close/>
                  <a:moveTo>
                    <a:pt x="856488" y="767990"/>
                  </a:moveTo>
                  <a:lnTo>
                    <a:pt x="836149" y="779759"/>
                  </a:lnTo>
                  <a:lnTo>
                    <a:pt x="869638" y="771627"/>
                  </a:lnTo>
                  <a:close/>
                  <a:moveTo>
                    <a:pt x="929390" y="730984"/>
                  </a:moveTo>
                  <a:lnTo>
                    <a:pt x="869638" y="771627"/>
                  </a:lnTo>
                  <a:lnTo>
                    <a:pt x="904685" y="755665"/>
                  </a:lnTo>
                  <a:close/>
                  <a:moveTo>
                    <a:pt x="856488" y="767990"/>
                  </a:moveTo>
                  <a:lnTo>
                    <a:pt x="869638" y="771627"/>
                  </a:lnTo>
                  <a:lnTo>
                    <a:pt x="929390" y="730984"/>
                  </a:lnTo>
                  <a:close/>
                  <a:moveTo>
                    <a:pt x="894675" y="736090"/>
                  </a:moveTo>
                  <a:lnTo>
                    <a:pt x="856488" y="767990"/>
                  </a:lnTo>
                  <a:lnTo>
                    <a:pt x="929390" y="730984"/>
                  </a:lnTo>
                  <a:close/>
                  <a:moveTo>
                    <a:pt x="812346" y="168018"/>
                  </a:moveTo>
                  <a:lnTo>
                    <a:pt x="811768" y="116481"/>
                  </a:lnTo>
                  <a:lnTo>
                    <a:pt x="771591" y="185927"/>
                  </a:lnTo>
                  <a:close/>
                  <a:moveTo>
                    <a:pt x="656789" y="37502"/>
                  </a:moveTo>
                  <a:lnTo>
                    <a:pt x="644478" y="89039"/>
                  </a:lnTo>
                  <a:lnTo>
                    <a:pt x="686929" y="64944"/>
                  </a:lnTo>
                  <a:close/>
                  <a:moveTo>
                    <a:pt x="656789" y="37502"/>
                  </a:moveTo>
                  <a:lnTo>
                    <a:pt x="686929" y="64944"/>
                  </a:lnTo>
                  <a:lnTo>
                    <a:pt x="690771" y="13408"/>
                  </a:lnTo>
                  <a:close/>
                  <a:moveTo>
                    <a:pt x="701962" y="0"/>
                  </a:moveTo>
                  <a:lnTo>
                    <a:pt x="656789" y="37502"/>
                  </a:lnTo>
                  <a:lnTo>
                    <a:pt x="690771" y="13408"/>
                  </a:lnTo>
                  <a:close/>
                  <a:moveTo>
                    <a:pt x="992024" y="308894"/>
                  </a:moveTo>
                  <a:lnTo>
                    <a:pt x="1015178" y="350070"/>
                  </a:lnTo>
                  <a:lnTo>
                    <a:pt x="1015768" y="339663"/>
                  </a:lnTo>
                  <a:close/>
                  <a:moveTo>
                    <a:pt x="806303" y="215435"/>
                  </a:moveTo>
                  <a:lnTo>
                    <a:pt x="813466" y="214627"/>
                  </a:lnTo>
                  <a:lnTo>
                    <a:pt x="812346" y="168018"/>
                  </a:lnTo>
                  <a:close/>
                  <a:moveTo>
                    <a:pt x="701962" y="0"/>
                  </a:moveTo>
                  <a:lnTo>
                    <a:pt x="690771" y="13408"/>
                  </a:lnTo>
                  <a:lnTo>
                    <a:pt x="716394" y="459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55" name="Output_density__4254">
              <a:extLst>
                <a:ext uri="{FF2B5EF4-FFF2-40B4-BE49-F238E27FC236}">
                  <a16:creationId xmlns:a16="http://schemas.microsoft.com/office/drawing/2014/main" id="{47EBA00D-D7E2-F850-F81C-B29B327048D1}"/>
                </a:ext>
              </a:extLst>
            </p:cNvPr>
            <p:cNvSpPr>
              <a:spLocks noGrp="1"/>
            </p:cNvSpPr>
            <p:nvPr/>
          </p:nvSpPr>
          <p:spPr>
            <a:xfrm>
              <a:off x="15343334" y="2481287"/>
              <a:ext cx="1363817" cy="2036401"/>
            </a:xfrm>
            <a:custGeom>
              <a:avLst/>
              <a:gdLst/>
              <a:ahLst/>
              <a:cxnLst/>
              <a:rect l="0" t="0" r="0" b="0"/>
              <a:pathLst>
                <a:path w="1363817" h="2036401">
                  <a:moveTo>
                    <a:pt x="196406" y="2021902"/>
                  </a:moveTo>
                  <a:lnTo>
                    <a:pt x="163101" y="2032279"/>
                  </a:lnTo>
                  <a:lnTo>
                    <a:pt x="247004" y="2036401"/>
                  </a:lnTo>
                  <a:close/>
                  <a:moveTo>
                    <a:pt x="300884" y="1861428"/>
                  </a:moveTo>
                  <a:lnTo>
                    <a:pt x="322627" y="1874665"/>
                  </a:lnTo>
                  <a:lnTo>
                    <a:pt x="274048" y="1849273"/>
                  </a:lnTo>
                  <a:close/>
                  <a:moveTo>
                    <a:pt x="431914" y="1855628"/>
                  </a:moveTo>
                  <a:lnTo>
                    <a:pt x="431777" y="1852622"/>
                  </a:lnTo>
                  <a:lnTo>
                    <a:pt x="400631" y="1856735"/>
                  </a:lnTo>
                  <a:close/>
                  <a:moveTo>
                    <a:pt x="24605" y="1181195"/>
                  </a:moveTo>
                  <a:lnTo>
                    <a:pt x="75971" y="1158552"/>
                  </a:lnTo>
                  <a:lnTo>
                    <a:pt x="57578" y="1177700"/>
                  </a:lnTo>
                  <a:close/>
                  <a:moveTo>
                    <a:pt x="22398" y="1181070"/>
                  </a:moveTo>
                  <a:lnTo>
                    <a:pt x="24605" y="1181195"/>
                  </a:lnTo>
                  <a:lnTo>
                    <a:pt x="0" y="1163216"/>
                  </a:lnTo>
                  <a:close/>
                  <a:moveTo>
                    <a:pt x="57578" y="1177700"/>
                  </a:moveTo>
                  <a:lnTo>
                    <a:pt x="0" y="1163216"/>
                  </a:lnTo>
                  <a:lnTo>
                    <a:pt x="24605" y="1181195"/>
                  </a:lnTo>
                  <a:close/>
                  <a:moveTo>
                    <a:pt x="67991" y="1145922"/>
                  </a:moveTo>
                  <a:lnTo>
                    <a:pt x="57578" y="1177700"/>
                  </a:lnTo>
                  <a:lnTo>
                    <a:pt x="75971" y="1158552"/>
                  </a:lnTo>
                  <a:close/>
                  <a:moveTo>
                    <a:pt x="69284" y="1019385"/>
                  </a:moveTo>
                  <a:lnTo>
                    <a:pt x="81139" y="1031385"/>
                  </a:lnTo>
                  <a:lnTo>
                    <a:pt x="42381" y="985983"/>
                  </a:lnTo>
                  <a:close/>
                  <a:moveTo>
                    <a:pt x="37260" y="979848"/>
                  </a:moveTo>
                  <a:lnTo>
                    <a:pt x="69284" y="1019385"/>
                  </a:lnTo>
                  <a:lnTo>
                    <a:pt x="42381" y="985983"/>
                  </a:lnTo>
                  <a:close/>
                  <a:moveTo>
                    <a:pt x="60563" y="919062"/>
                  </a:moveTo>
                  <a:lnTo>
                    <a:pt x="40400" y="978574"/>
                  </a:lnTo>
                  <a:lnTo>
                    <a:pt x="107917" y="921432"/>
                  </a:lnTo>
                  <a:close/>
                  <a:moveTo>
                    <a:pt x="639198" y="1574193"/>
                  </a:moveTo>
                  <a:lnTo>
                    <a:pt x="651429" y="1595898"/>
                  </a:lnTo>
                  <a:lnTo>
                    <a:pt x="622583" y="1622946"/>
                  </a:lnTo>
                  <a:close/>
                  <a:moveTo>
                    <a:pt x="466083" y="1252273"/>
                  </a:moveTo>
                  <a:lnTo>
                    <a:pt x="427431" y="1316510"/>
                  </a:lnTo>
                  <a:lnTo>
                    <a:pt x="444242" y="1305512"/>
                  </a:lnTo>
                  <a:close/>
                  <a:moveTo>
                    <a:pt x="107917" y="921432"/>
                  </a:moveTo>
                  <a:lnTo>
                    <a:pt x="137161" y="904218"/>
                  </a:lnTo>
                  <a:lnTo>
                    <a:pt x="136114" y="940293"/>
                  </a:lnTo>
                  <a:close/>
                  <a:moveTo>
                    <a:pt x="107917" y="921432"/>
                  </a:moveTo>
                  <a:lnTo>
                    <a:pt x="124764" y="931660"/>
                  </a:lnTo>
                  <a:lnTo>
                    <a:pt x="93400" y="906935"/>
                  </a:lnTo>
                  <a:close/>
                  <a:moveTo>
                    <a:pt x="107917" y="921432"/>
                  </a:moveTo>
                  <a:lnTo>
                    <a:pt x="93400" y="906935"/>
                  </a:lnTo>
                  <a:lnTo>
                    <a:pt x="60563" y="919062"/>
                  </a:lnTo>
                  <a:close/>
                  <a:moveTo>
                    <a:pt x="320550" y="967040"/>
                  </a:moveTo>
                  <a:lnTo>
                    <a:pt x="271758" y="1034733"/>
                  </a:lnTo>
                  <a:lnTo>
                    <a:pt x="306316" y="1004285"/>
                  </a:lnTo>
                  <a:close/>
                  <a:moveTo>
                    <a:pt x="272320" y="1031010"/>
                  </a:moveTo>
                  <a:lnTo>
                    <a:pt x="271758" y="1034733"/>
                  </a:lnTo>
                  <a:lnTo>
                    <a:pt x="320550" y="967040"/>
                  </a:lnTo>
                  <a:close/>
                  <a:moveTo>
                    <a:pt x="272320" y="1031010"/>
                  </a:moveTo>
                  <a:lnTo>
                    <a:pt x="272396" y="968206"/>
                  </a:lnTo>
                  <a:lnTo>
                    <a:pt x="277587" y="1010640"/>
                  </a:lnTo>
                  <a:close/>
                  <a:moveTo>
                    <a:pt x="816147" y="1520175"/>
                  </a:moveTo>
                  <a:lnTo>
                    <a:pt x="797728" y="1501912"/>
                  </a:lnTo>
                  <a:lnTo>
                    <a:pt x="806624" y="1517213"/>
                  </a:lnTo>
                  <a:close/>
                  <a:moveTo>
                    <a:pt x="481915" y="1176569"/>
                  </a:moveTo>
                  <a:lnTo>
                    <a:pt x="435993" y="1162141"/>
                  </a:lnTo>
                  <a:lnTo>
                    <a:pt x="454345" y="1165249"/>
                  </a:lnTo>
                  <a:close/>
                  <a:moveTo>
                    <a:pt x="553308" y="1133914"/>
                  </a:moveTo>
                  <a:lnTo>
                    <a:pt x="583115" y="1093736"/>
                  </a:lnTo>
                  <a:lnTo>
                    <a:pt x="580281" y="1089619"/>
                  </a:lnTo>
                  <a:close/>
                  <a:moveTo>
                    <a:pt x="1070322" y="1632428"/>
                  </a:moveTo>
                  <a:lnTo>
                    <a:pt x="1045342" y="1636019"/>
                  </a:lnTo>
                  <a:lnTo>
                    <a:pt x="1090538" y="1610216"/>
                  </a:lnTo>
                  <a:close/>
                  <a:moveTo>
                    <a:pt x="1090538" y="1610216"/>
                  </a:moveTo>
                  <a:lnTo>
                    <a:pt x="1045342" y="1636019"/>
                  </a:lnTo>
                  <a:lnTo>
                    <a:pt x="1011333" y="1623657"/>
                  </a:lnTo>
                  <a:close/>
                  <a:moveTo>
                    <a:pt x="553308" y="1133914"/>
                  </a:moveTo>
                  <a:lnTo>
                    <a:pt x="566111" y="1069579"/>
                  </a:lnTo>
                  <a:lnTo>
                    <a:pt x="546619" y="1141155"/>
                  </a:lnTo>
                  <a:close/>
                  <a:moveTo>
                    <a:pt x="566111" y="1069579"/>
                  </a:moveTo>
                  <a:lnTo>
                    <a:pt x="553308" y="1133914"/>
                  </a:lnTo>
                  <a:lnTo>
                    <a:pt x="580281" y="1089619"/>
                  </a:lnTo>
                  <a:close/>
                  <a:moveTo>
                    <a:pt x="468273" y="985651"/>
                  </a:moveTo>
                  <a:lnTo>
                    <a:pt x="508972" y="1007929"/>
                  </a:lnTo>
                  <a:lnTo>
                    <a:pt x="428417" y="980071"/>
                  </a:lnTo>
                  <a:close/>
                  <a:moveTo>
                    <a:pt x="29433" y="361613"/>
                  </a:moveTo>
                  <a:lnTo>
                    <a:pt x="97653" y="344013"/>
                  </a:lnTo>
                  <a:lnTo>
                    <a:pt x="60069" y="377616"/>
                  </a:lnTo>
                  <a:close/>
                  <a:moveTo>
                    <a:pt x="1070322" y="1632428"/>
                  </a:moveTo>
                  <a:lnTo>
                    <a:pt x="1090236" y="1574760"/>
                  </a:lnTo>
                  <a:lnTo>
                    <a:pt x="1068746" y="1556797"/>
                  </a:lnTo>
                  <a:close/>
                  <a:moveTo>
                    <a:pt x="927804" y="1128907"/>
                  </a:moveTo>
                  <a:lnTo>
                    <a:pt x="940999" y="1130670"/>
                  </a:lnTo>
                  <a:lnTo>
                    <a:pt x="899487" y="1120410"/>
                  </a:lnTo>
                  <a:close/>
                  <a:moveTo>
                    <a:pt x="550170" y="852385"/>
                  </a:moveTo>
                  <a:lnTo>
                    <a:pt x="613322" y="880950"/>
                  </a:lnTo>
                  <a:lnTo>
                    <a:pt x="629092" y="837885"/>
                  </a:lnTo>
                  <a:close/>
                  <a:moveTo>
                    <a:pt x="659158" y="811190"/>
                  </a:moveTo>
                  <a:lnTo>
                    <a:pt x="629092" y="837885"/>
                  </a:lnTo>
                  <a:lnTo>
                    <a:pt x="664728" y="814397"/>
                  </a:lnTo>
                  <a:close/>
                  <a:moveTo>
                    <a:pt x="664728" y="814397"/>
                  </a:moveTo>
                  <a:lnTo>
                    <a:pt x="629092" y="837885"/>
                  </a:lnTo>
                  <a:lnTo>
                    <a:pt x="613322" y="880950"/>
                  </a:lnTo>
                  <a:close/>
                  <a:moveTo>
                    <a:pt x="659158" y="811190"/>
                  </a:moveTo>
                  <a:lnTo>
                    <a:pt x="664728" y="814397"/>
                  </a:lnTo>
                  <a:lnTo>
                    <a:pt x="664062" y="793954"/>
                  </a:lnTo>
                  <a:close/>
                  <a:moveTo>
                    <a:pt x="314763" y="469802"/>
                  </a:moveTo>
                  <a:lnTo>
                    <a:pt x="331255" y="519136"/>
                  </a:lnTo>
                  <a:lnTo>
                    <a:pt x="330023" y="526065"/>
                  </a:lnTo>
                  <a:close/>
                  <a:moveTo>
                    <a:pt x="124147" y="259851"/>
                  </a:moveTo>
                  <a:lnTo>
                    <a:pt x="121008" y="295879"/>
                  </a:lnTo>
                  <a:lnTo>
                    <a:pt x="130514" y="268382"/>
                  </a:lnTo>
                  <a:close/>
                  <a:moveTo>
                    <a:pt x="124147" y="259851"/>
                  </a:moveTo>
                  <a:lnTo>
                    <a:pt x="130514" y="268382"/>
                  </a:lnTo>
                  <a:lnTo>
                    <a:pt x="166280" y="200837"/>
                  </a:lnTo>
                  <a:close/>
                  <a:moveTo>
                    <a:pt x="1246935" y="1440904"/>
                  </a:moveTo>
                  <a:lnTo>
                    <a:pt x="1202644" y="1429630"/>
                  </a:lnTo>
                  <a:lnTo>
                    <a:pt x="1208456" y="1431937"/>
                  </a:lnTo>
                  <a:close/>
                  <a:moveTo>
                    <a:pt x="871999" y="948065"/>
                  </a:moveTo>
                  <a:lnTo>
                    <a:pt x="832862" y="941900"/>
                  </a:lnTo>
                  <a:lnTo>
                    <a:pt x="811199" y="994723"/>
                  </a:lnTo>
                  <a:close/>
                  <a:moveTo>
                    <a:pt x="832862" y="941900"/>
                  </a:moveTo>
                  <a:lnTo>
                    <a:pt x="871999" y="948065"/>
                  </a:lnTo>
                  <a:lnTo>
                    <a:pt x="805818" y="914264"/>
                  </a:lnTo>
                  <a:close/>
                  <a:moveTo>
                    <a:pt x="877794" y="934133"/>
                  </a:moveTo>
                  <a:lnTo>
                    <a:pt x="833017" y="941394"/>
                  </a:lnTo>
                  <a:lnTo>
                    <a:pt x="805818" y="914264"/>
                  </a:lnTo>
                  <a:close/>
                  <a:moveTo>
                    <a:pt x="369326" y="390692"/>
                  </a:moveTo>
                  <a:lnTo>
                    <a:pt x="376496" y="332110"/>
                  </a:lnTo>
                  <a:lnTo>
                    <a:pt x="346209" y="344041"/>
                  </a:lnTo>
                  <a:close/>
                  <a:moveTo>
                    <a:pt x="1361800" y="1443169"/>
                  </a:moveTo>
                  <a:lnTo>
                    <a:pt x="1353148" y="1432979"/>
                  </a:lnTo>
                  <a:lnTo>
                    <a:pt x="1336575" y="1466479"/>
                  </a:lnTo>
                  <a:close/>
                  <a:moveTo>
                    <a:pt x="1246935" y="1440904"/>
                  </a:moveTo>
                  <a:lnTo>
                    <a:pt x="1262160" y="1457072"/>
                  </a:lnTo>
                  <a:lnTo>
                    <a:pt x="1274757" y="1437969"/>
                  </a:lnTo>
                  <a:close/>
                  <a:moveTo>
                    <a:pt x="979665" y="1140334"/>
                  </a:moveTo>
                  <a:lnTo>
                    <a:pt x="1016789" y="1104457"/>
                  </a:lnTo>
                  <a:lnTo>
                    <a:pt x="1042240" y="1072223"/>
                  </a:lnTo>
                  <a:close/>
                  <a:moveTo>
                    <a:pt x="832939" y="941706"/>
                  </a:moveTo>
                  <a:lnTo>
                    <a:pt x="833017" y="941394"/>
                  </a:lnTo>
                  <a:lnTo>
                    <a:pt x="856687" y="894995"/>
                  </a:lnTo>
                  <a:close/>
                  <a:moveTo>
                    <a:pt x="357836" y="309298"/>
                  </a:moveTo>
                  <a:lnTo>
                    <a:pt x="346209" y="344041"/>
                  </a:lnTo>
                  <a:lnTo>
                    <a:pt x="367156" y="323267"/>
                  </a:lnTo>
                  <a:close/>
                  <a:moveTo>
                    <a:pt x="357836" y="309298"/>
                  </a:moveTo>
                  <a:lnTo>
                    <a:pt x="367156" y="323267"/>
                  </a:lnTo>
                  <a:lnTo>
                    <a:pt x="363207" y="272693"/>
                  </a:lnTo>
                  <a:close/>
                  <a:moveTo>
                    <a:pt x="363207" y="272693"/>
                  </a:moveTo>
                  <a:lnTo>
                    <a:pt x="367156" y="323267"/>
                  </a:lnTo>
                  <a:lnTo>
                    <a:pt x="380300" y="296823"/>
                  </a:lnTo>
                  <a:close/>
                  <a:moveTo>
                    <a:pt x="1353148" y="1432979"/>
                  </a:moveTo>
                  <a:lnTo>
                    <a:pt x="1363817" y="1393653"/>
                  </a:lnTo>
                  <a:lnTo>
                    <a:pt x="1349560" y="1415138"/>
                  </a:lnTo>
                  <a:close/>
                  <a:moveTo>
                    <a:pt x="469350" y="231861"/>
                  </a:moveTo>
                  <a:lnTo>
                    <a:pt x="458730" y="223543"/>
                  </a:lnTo>
                  <a:lnTo>
                    <a:pt x="437099" y="239384"/>
                  </a:lnTo>
                  <a:close/>
                  <a:moveTo>
                    <a:pt x="469350" y="231861"/>
                  </a:moveTo>
                  <a:lnTo>
                    <a:pt x="484412" y="247637"/>
                  </a:lnTo>
                  <a:lnTo>
                    <a:pt x="472750" y="198002"/>
                  </a:lnTo>
                  <a:close/>
                  <a:moveTo>
                    <a:pt x="458730" y="223543"/>
                  </a:moveTo>
                  <a:lnTo>
                    <a:pt x="469350" y="231861"/>
                  </a:lnTo>
                  <a:lnTo>
                    <a:pt x="472750" y="198002"/>
                  </a:lnTo>
                  <a:close/>
                  <a:moveTo>
                    <a:pt x="981740" y="743395"/>
                  </a:moveTo>
                  <a:lnTo>
                    <a:pt x="972848" y="778572"/>
                  </a:lnTo>
                  <a:lnTo>
                    <a:pt x="1024545" y="728758"/>
                  </a:lnTo>
                  <a:close/>
                  <a:moveTo>
                    <a:pt x="457076" y="179176"/>
                  </a:moveTo>
                  <a:lnTo>
                    <a:pt x="472750" y="198002"/>
                  </a:lnTo>
                  <a:lnTo>
                    <a:pt x="480377" y="160153"/>
                  </a:lnTo>
                  <a:close/>
                  <a:moveTo>
                    <a:pt x="458730" y="223543"/>
                  </a:moveTo>
                  <a:lnTo>
                    <a:pt x="472750" y="198002"/>
                  </a:lnTo>
                  <a:lnTo>
                    <a:pt x="448612" y="210739"/>
                  </a:lnTo>
                  <a:close/>
                  <a:moveTo>
                    <a:pt x="517351" y="168076"/>
                  </a:moveTo>
                  <a:lnTo>
                    <a:pt x="472750" y="198002"/>
                  </a:lnTo>
                  <a:lnTo>
                    <a:pt x="513971" y="177443"/>
                  </a:lnTo>
                  <a:close/>
                  <a:moveTo>
                    <a:pt x="517351" y="168076"/>
                  </a:moveTo>
                  <a:lnTo>
                    <a:pt x="480377" y="160153"/>
                  </a:lnTo>
                  <a:lnTo>
                    <a:pt x="472750" y="198002"/>
                  </a:lnTo>
                  <a:close/>
                  <a:moveTo>
                    <a:pt x="480377" y="160153"/>
                  </a:moveTo>
                  <a:lnTo>
                    <a:pt x="517351" y="168076"/>
                  </a:lnTo>
                  <a:lnTo>
                    <a:pt x="486585" y="114830"/>
                  </a:lnTo>
                  <a:close/>
                  <a:moveTo>
                    <a:pt x="517351" y="168076"/>
                  </a:moveTo>
                  <a:lnTo>
                    <a:pt x="530851" y="105654"/>
                  </a:lnTo>
                  <a:lnTo>
                    <a:pt x="486585" y="114830"/>
                  </a:lnTo>
                  <a:close/>
                  <a:moveTo>
                    <a:pt x="477497" y="147912"/>
                  </a:moveTo>
                  <a:lnTo>
                    <a:pt x="480377" y="160153"/>
                  </a:lnTo>
                  <a:lnTo>
                    <a:pt x="486585" y="114830"/>
                  </a:lnTo>
                  <a:close/>
                  <a:moveTo>
                    <a:pt x="1024545" y="728758"/>
                  </a:moveTo>
                  <a:lnTo>
                    <a:pt x="1059813" y="745854"/>
                  </a:lnTo>
                  <a:lnTo>
                    <a:pt x="981740" y="743395"/>
                  </a:lnTo>
                  <a:close/>
                  <a:moveTo>
                    <a:pt x="871088" y="369460"/>
                  </a:moveTo>
                  <a:lnTo>
                    <a:pt x="820958" y="386892"/>
                  </a:lnTo>
                  <a:lnTo>
                    <a:pt x="792953" y="386905"/>
                  </a:lnTo>
                  <a:close/>
                  <a:moveTo>
                    <a:pt x="530851" y="105654"/>
                  </a:moveTo>
                  <a:lnTo>
                    <a:pt x="536815" y="89510"/>
                  </a:lnTo>
                  <a:lnTo>
                    <a:pt x="513695" y="81290"/>
                  </a:lnTo>
                  <a:close/>
                  <a:moveTo>
                    <a:pt x="486585" y="114830"/>
                  </a:moveTo>
                  <a:lnTo>
                    <a:pt x="530851" y="105654"/>
                  </a:lnTo>
                  <a:lnTo>
                    <a:pt x="513695" y="81290"/>
                  </a:lnTo>
                  <a:close/>
                  <a:moveTo>
                    <a:pt x="536815" y="89510"/>
                  </a:moveTo>
                  <a:lnTo>
                    <a:pt x="580582" y="91910"/>
                  </a:lnTo>
                  <a:lnTo>
                    <a:pt x="552724" y="52534"/>
                  </a:lnTo>
                  <a:close/>
                  <a:moveTo>
                    <a:pt x="526357" y="72282"/>
                  </a:moveTo>
                  <a:lnTo>
                    <a:pt x="536815" y="89510"/>
                  </a:lnTo>
                  <a:lnTo>
                    <a:pt x="552724" y="52534"/>
                  </a:lnTo>
                  <a:close/>
                  <a:moveTo>
                    <a:pt x="836023" y="381501"/>
                  </a:moveTo>
                  <a:lnTo>
                    <a:pt x="871088" y="369460"/>
                  </a:lnTo>
                  <a:lnTo>
                    <a:pt x="891888" y="312329"/>
                  </a:lnTo>
                  <a:close/>
                  <a:moveTo>
                    <a:pt x="891888" y="312329"/>
                  </a:moveTo>
                  <a:lnTo>
                    <a:pt x="899889" y="297962"/>
                  </a:lnTo>
                  <a:lnTo>
                    <a:pt x="864385" y="357408"/>
                  </a:lnTo>
                  <a:close/>
                  <a:moveTo>
                    <a:pt x="881222" y="272452"/>
                  </a:moveTo>
                  <a:lnTo>
                    <a:pt x="908434" y="281777"/>
                  </a:lnTo>
                  <a:lnTo>
                    <a:pt x="899889" y="297962"/>
                  </a:lnTo>
                  <a:close/>
                  <a:moveTo>
                    <a:pt x="993519" y="208057"/>
                  </a:moveTo>
                  <a:lnTo>
                    <a:pt x="1026347" y="208375"/>
                  </a:lnTo>
                  <a:lnTo>
                    <a:pt x="981442" y="154610"/>
                  </a:lnTo>
                  <a:close/>
                  <a:moveTo>
                    <a:pt x="924714" y="27443"/>
                  </a:moveTo>
                  <a:lnTo>
                    <a:pt x="935271" y="30056"/>
                  </a:lnTo>
                  <a:lnTo>
                    <a:pt x="912123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56" name="Output_density__4255">
              <a:extLst>
                <a:ext uri="{FF2B5EF4-FFF2-40B4-BE49-F238E27FC236}">
                  <a16:creationId xmlns:a16="http://schemas.microsoft.com/office/drawing/2014/main" id="{ADFE7F02-189A-AB56-8AF7-7B140EBF6A62}"/>
                </a:ext>
              </a:extLst>
            </p:cNvPr>
            <p:cNvSpPr>
              <a:spLocks noGrp="1"/>
            </p:cNvSpPr>
            <p:nvPr/>
          </p:nvSpPr>
          <p:spPr>
            <a:xfrm>
              <a:off x="15283309" y="2210196"/>
              <a:ext cx="1228555" cy="2292992"/>
            </a:xfrm>
            <a:custGeom>
              <a:avLst/>
              <a:gdLst/>
              <a:ahLst/>
              <a:cxnLst/>
              <a:rect l="0" t="0" r="0" b="0"/>
              <a:pathLst>
                <a:path w="1228555" h="2292992">
                  <a:moveTo>
                    <a:pt x="230558" y="2271625"/>
                  </a:moveTo>
                  <a:lnTo>
                    <a:pt x="256432" y="2292992"/>
                  </a:lnTo>
                  <a:lnTo>
                    <a:pt x="268388" y="2257259"/>
                  </a:lnTo>
                  <a:close/>
                  <a:moveTo>
                    <a:pt x="293636" y="2247531"/>
                  </a:moveTo>
                  <a:lnTo>
                    <a:pt x="268388" y="2257259"/>
                  </a:lnTo>
                  <a:lnTo>
                    <a:pt x="256432" y="2292992"/>
                  </a:lnTo>
                  <a:close/>
                  <a:moveTo>
                    <a:pt x="231742" y="2092921"/>
                  </a:moveTo>
                  <a:lnTo>
                    <a:pt x="221528" y="2162491"/>
                  </a:lnTo>
                  <a:lnTo>
                    <a:pt x="245780" y="2118264"/>
                  </a:lnTo>
                  <a:close/>
                  <a:moveTo>
                    <a:pt x="308607" y="2195994"/>
                  </a:moveTo>
                  <a:lnTo>
                    <a:pt x="293636" y="2247531"/>
                  </a:lnTo>
                  <a:lnTo>
                    <a:pt x="351142" y="2227963"/>
                  </a:lnTo>
                  <a:close/>
                  <a:moveTo>
                    <a:pt x="334074" y="2120364"/>
                  </a:moveTo>
                  <a:lnTo>
                    <a:pt x="371489" y="2096270"/>
                  </a:lnTo>
                  <a:lnTo>
                    <a:pt x="327310" y="2113516"/>
                  </a:lnTo>
                  <a:close/>
                  <a:moveTo>
                    <a:pt x="371489" y="2096270"/>
                  </a:moveTo>
                  <a:lnTo>
                    <a:pt x="346705" y="2051134"/>
                  </a:lnTo>
                  <a:lnTo>
                    <a:pt x="327310" y="2113516"/>
                  </a:lnTo>
                  <a:close/>
                  <a:moveTo>
                    <a:pt x="316988" y="1816530"/>
                  </a:moveTo>
                  <a:lnTo>
                    <a:pt x="338097" y="1866030"/>
                  </a:lnTo>
                  <a:lnTo>
                    <a:pt x="326727" y="1841537"/>
                  </a:lnTo>
                  <a:close/>
                  <a:moveTo>
                    <a:pt x="317808" y="1814493"/>
                  </a:moveTo>
                  <a:lnTo>
                    <a:pt x="316988" y="1816530"/>
                  </a:lnTo>
                  <a:lnTo>
                    <a:pt x="326727" y="1841537"/>
                  </a:lnTo>
                  <a:close/>
                  <a:moveTo>
                    <a:pt x="318145" y="1809452"/>
                  </a:moveTo>
                  <a:lnTo>
                    <a:pt x="316988" y="1816530"/>
                  </a:lnTo>
                  <a:lnTo>
                    <a:pt x="317808" y="1814493"/>
                  </a:lnTo>
                  <a:close/>
                  <a:moveTo>
                    <a:pt x="338097" y="1866030"/>
                  </a:moveTo>
                  <a:lnTo>
                    <a:pt x="363337" y="1917566"/>
                  </a:lnTo>
                  <a:lnTo>
                    <a:pt x="405518" y="1893472"/>
                  </a:lnTo>
                  <a:close/>
                  <a:moveTo>
                    <a:pt x="317808" y="1814493"/>
                  </a:moveTo>
                  <a:lnTo>
                    <a:pt x="326727" y="1841537"/>
                  </a:lnTo>
                  <a:lnTo>
                    <a:pt x="335298" y="1801644"/>
                  </a:lnTo>
                  <a:close/>
                  <a:moveTo>
                    <a:pt x="318145" y="1809452"/>
                  </a:moveTo>
                  <a:lnTo>
                    <a:pt x="317808" y="1814493"/>
                  </a:lnTo>
                  <a:lnTo>
                    <a:pt x="335298" y="1801644"/>
                  </a:lnTo>
                  <a:close/>
                  <a:moveTo>
                    <a:pt x="177899" y="1499548"/>
                  </a:moveTo>
                  <a:lnTo>
                    <a:pt x="144574" y="1509853"/>
                  </a:lnTo>
                  <a:lnTo>
                    <a:pt x="139659" y="1531253"/>
                  </a:lnTo>
                  <a:close/>
                  <a:moveTo>
                    <a:pt x="413227" y="1776271"/>
                  </a:moveTo>
                  <a:lnTo>
                    <a:pt x="469266" y="1768694"/>
                  </a:lnTo>
                  <a:lnTo>
                    <a:pt x="445923" y="1724930"/>
                  </a:lnTo>
                  <a:close/>
                  <a:moveTo>
                    <a:pt x="469266" y="1768694"/>
                  </a:moveTo>
                  <a:lnTo>
                    <a:pt x="517364" y="1767574"/>
                  </a:lnTo>
                  <a:lnTo>
                    <a:pt x="445923" y="1724930"/>
                  </a:lnTo>
                  <a:close/>
                  <a:moveTo>
                    <a:pt x="21136" y="1199402"/>
                  </a:moveTo>
                  <a:lnTo>
                    <a:pt x="0" y="1223496"/>
                  </a:lnTo>
                  <a:lnTo>
                    <a:pt x="30003" y="1250939"/>
                  </a:lnTo>
                  <a:close/>
                  <a:moveTo>
                    <a:pt x="21136" y="1199402"/>
                  </a:moveTo>
                  <a:lnTo>
                    <a:pt x="17034" y="1147866"/>
                  </a:lnTo>
                  <a:lnTo>
                    <a:pt x="0" y="1223496"/>
                  </a:lnTo>
                  <a:close/>
                  <a:moveTo>
                    <a:pt x="217290" y="1405549"/>
                  </a:moveTo>
                  <a:lnTo>
                    <a:pt x="265414" y="1382277"/>
                  </a:lnTo>
                  <a:lnTo>
                    <a:pt x="264641" y="1381905"/>
                  </a:lnTo>
                  <a:close/>
                  <a:moveTo>
                    <a:pt x="207685" y="1354012"/>
                  </a:moveTo>
                  <a:lnTo>
                    <a:pt x="264641" y="1381905"/>
                  </a:lnTo>
                  <a:lnTo>
                    <a:pt x="249353" y="1331590"/>
                  </a:lnTo>
                  <a:close/>
                  <a:moveTo>
                    <a:pt x="266115" y="1381455"/>
                  </a:moveTo>
                  <a:lnTo>
                    <a:pt x="252044" y="1329918"/>
                  </a:lnTo>
                  <a:lnTo>
                    <a:pt x="264641" y="1381905"/>
                  </a:lnTo>
                  <a:close/>
                  <a:moveTo>
                    <a:pt x="252044" y="1329918"/>
                  </a:moveTo>
                  <a:lnTo>
                    <a:pt x="249353" y="1331590"/>
                  </a:lnTo>
                  <a:lnTo>
                    <a:pt x="264641" y="1381905"/>
                  </a:lnTo>
                  <a:close/>
                  <a:moveTo>
                    <a:pt x="264641" y="1381905"/>
                  </a:moveTo>
                  <a:lnTo>
                    <a:pt x="265414" y="1382277"/>
                  </a:lnTo>
                  <a:lnTo>
                    <a:pt x="266115" y="1381455"/>
                  </a:lnTo>
                  <a:close/>
                  <a:moveTo>
                    <a:pt x="216307" y="1333570"/>
                  </a:moveTo>
                  <a:lnTo>
                    <a:pt x="249353" y="1331590"/>
                  </a:lnTo>
                  <a:lnTo>
                    <a:pt x="252044" y="1329918"/>
                  </a:lnTo>
                  <a:close/>
                  <a:moveTo>
                    <a:pt x="21136" y="1199402"/>
                  </a:moveTo>
                  <a:lnTo>
                    <a:pt x="30003" y="1250939"/>
                  </a:lnTo>
                  <a:lnTo>
                    <a:pt x="52459" y="1175308"/>
                  </a:lnTo>
                  <a:close/>
                  <a:moveTo>
                    <a:pt x="17034" y="1147866"/>
                  </a:moveTo>
                  <a:lnTo>
                    <a:pt x="21136" y="1199402"/>
                  </a:lnTo>
                  <a:lnTo>
                    <a:pt x="52459" y="1175308"/>
                  </a:lnTo>
                  <a:close/>
                  <a:moveTo>
                    <a:pt x="17034" y="1147866"/>
                  </a:moveTo>
                  <a:lnTo>
                    <a:pt x="52459" y="1175308"/>
                  </a:lnTo>
                  <a:lnTo>
                    <a:pt x="25911" y="1123772"/>
                  </a:lnTo>
                  <a:close/>
                  <a:moveTo>
                    <a:pt x="44209" y="1079256"/>
                  </a:moveTo>
                  <a:lnTo>
                    <a:pt x="17034" y="1147866"/>
                  </a:lnTo>
                  <a:lnTo>
                    <a:pt x="25911" y="1123772"/>
                  </a:lnTo>
                  <a:close/>
                  <a:moveTo>
                    <a:pt x="639428" y="1793747"/>
                  </a:moveTo>
                  <a:lnTo>
                    <a:pt x="627690" y="1845284"/>
                  </a:lnTo>
                  <a:lnTo>
                    <a:pt x="684164" y="1821190"/>
                  </a:lnTo>
                  <a:close/>
                  <a:moveTo>
                    <a:pt x="639428" y="1793747"/>
                  </a:moveTo>
                  <a:lnTo>
                    <a:pt x="684164" y="1821190"/>
                  </a:lnTo>
                  <a:lnTo>
                    <a:pt x="672929" y="1769654"/>
                  </a:lnTo>
                  <a:close/>
                  <a:moveTo>
                    <a:pt x="674710" y="1729607"/>
                  </a:moveTo>
                  <a:lnTo>
                    <a:pt x="639428" y="1793747"/>
                  </a:lnTo>
                  <a:lnTo>
                    <a:pt x="672929" y="1769654"/>
                  </a:lnTo>
                  <a:close/>
                  <a:moveTo>
                    <a:pt x="453934" y="1484528"/>
                  </a:moveTo>
                  <a:lnTo>
                    <a:pt x="467451" y="1519199"/>
                  </a:lnTo>
                  <a:lnTo>
                    <a:pt x="505161" y="1511971"/>
                  </a:lnTo>
                  <a:close/>
                  <a:moveTo>
                    <a:pt x="262633" y="1432991"/>
                  </a:moveTo>
                  <a:lnTo>
                    <a:pt x="265391" y="1381295"/>
                  </a:lnTo>
                  <a:lnTo>
                    <a:pt x="265414" y="1382277"/>
                  </a:lnTo>
                  <a:close/>
                  <a:moveTo>
                    <a:pt x="106165" y="1058321"/>
                  </a:moveTo>
                  <a:lnTo>
                    <a:pt x="61994" y="1072235"/>
                  </a:lnTo>
                  <a:lnTo>
                    <a:pt x="120439" y="1054693"/>
                  </a:lnTo>
                  <a:close/>
                  <a:moveTo>
                    <a:pt x="120439" y="1054693"/>
                  </a:moveTo>
                  <a:lnTo>
                    <a:pt x="61994" y="1072235"/>
                  </a:lnTo>
                  <a:lnTo>
                    <a:pt x="44209" y="1079256"/>
                  </a:lnTo>
                  <a:close/>
                  <a:moveTo>
                    <a:pt x="788601" y="1698992"/>
                  </a:moveTo>
                  <a:lnTo>
                    <a:pt x="776792" y="1745560"/>
                  </a:lnTo>
                  <a:lnTo>
                    <a:pt x="783399" y="1694023"/>
                  </a:lnTo>
                  <a:close/>
                  <a:moveTo>
                    <a:pt x="259798" y="1134870"/>
                  </a:moveTo>
                  <a:lnTo>
                    <a:pt x="219815" y="1075584"/>
                  </a:lnTo>
                  <a:lnTo>
                    <a:pt x="205501" y="1078288"/>
                  </a:lnTo>
                  <a:close/>
                  <a:moveTo>
                    <a:pt x="205501" y="1078288"/>
                  </a:moveTo>
                  <a:lnTo>
                    <a:pt x="211593" y="1085924"/>
                  </a:lnTo>
                  <a:lnTo>
                    <a:pt x="259798" y="1134870"/>
                  </a:lnTo>
                  <a:close/>
                  <a:moveTo>
                    <a:pt x="154828" y="1081502"/>
                  </a:moveTo>
                  <a:lnTo>
                    <a:pt x="166249" y="1051293"/>
                  </a:lnTo>
                  <a:lnTo>
                    <a:pt x="120439" y="1054693"/>
                  </a:lnTo>
                  <a:close/>
                  <a:moveTo>
                    <a:pt x="175483" y="1048141"/>
                  </a:moveTo>
                  <a:lnTo>
                    <a:pt x="166249" y="1051293"/>
                  </a:lnTo>
                  <a:lnTo>
                    <a:pt x="243286" y="1029745"/>
                  </a:lnTo>
                  <a:close/>
                  <a:moveTo>
                    <a:pt x="783399" y="1694023"/>
                  </a:moveTo>
                  <a:lnTo>
                    <a:pt x="776792" y="1745560"/>
                  </a:lnTo>
                  <a:lnTo>
                    <a:pt x="821769" y="1721466"/>
                  </a:lnTo>
                  <a:close/>
                  <a:moveTo>
                    <a:pt x="783399" y="1694023"/>
                  </a:moveTo>
                  <a:lnTo>
                    <a:pt x="821769" y="1721466"/>
                  </a:lnTo>
                  <a:lnTo>
                    <a:pt x="791926" y="1669929"/>
                  </a:lnTo>
                  <a:close/>
                  <a:moveTo>
                    <a:pt x="219815" y="1075584"/>
                  </a:moveTo>
                  <a:lnTo>
                    <a:pt x="263966" y="1107061"/>
                  </a:lnTo>
                  <a:lnTo>
                    <a:pt x="267585" y="1065797"/>
                  </a:lnTo>
                  <a:close/>
                  <a:moveTo>
                    <a:pt x="317816" y="1062943"/>
                  </a:moveTo>
                  <a:lnTo>
                    <a:pt x="267585" y="1065797"/>
                  </a:lnTo>
                  <a:lnTo>
                    <a:pt x="316490" y="1126763"/>
                  </a:lnTo>
                  <a:close/>
                  <a:moveTo>
                    <a:pt x="317816" y="1062943"/>
                  </a:moveTo>
                  <a:lnTo>
                    <a:pt x="309081" y="1007301"/>
                  </a:lnTo>
                  <a:lnTo>
                    <a:pt x="267585" y="1065797"/>
                  </a:lnTo>
                  <a:close/>
                  <a:moveTo>
                    <a:pt x="754281" y="1618393"/>
                  </a:moveTo>
                  <a:lnTo>
                    <a:pt x="737805" y="1566856"/>
                  </a:lnTo>
                  <a:lnTo>
                    <a:pt x="736056" y="1578242"/>
                  </a:lnTo>
                  <a:close/>
                  <a:moveTo>
                    <a:pt x="745888" y="1551250"/>
                  </a:moveTo>
                  <a:lnTo>
                    <a:pt x="736056" y="1578242"/>
                  </a:lnTo>
                  <a:lnTo>
                    <a:pt x="737805" y="1566856"/>
                  </a:lnTo>
                  <a:close/>
                  <a:moveTo>
                    <a:pt x="421759" y="1206100"/>
                  </a:moveTo>
                  <a:lnTo>
                    <a:pt x="439216" y="1154563"/>
                  </a:lnTo>
                  <a:lnTo>
                    <a:pt x="433580" y="1170278"/>
                  </a:lnTo>
                  <a:close/>
                  <a:moveTo>
                    <a:pt x="443548" y="1119559"/>
                  </a:moveTo>
                  <a:lnTo>
                    <a:pt x="433580" y="1170278"/>
                  </a:lnTo>
                  <a:lnTo>
                    <a:pt x="439216" y="1154563"/>
                  </a:lnTo>
                  <a:close/>
                  <a:moveTo>
                    <a:pt x="775502" y="1527073"/>
                  </a:moveTo>
                  <a:lnTo>
                    <a:pt x="745888" y="1551250"/>
                  </a:lnTo>
                  <a:lnTo>
                    <a:pt x="737805" y="1566856"/>
                  </a:lnTo>
                  <a:close/>
                  <a:moveTo>
                    <a:pt x="817390" y="1509009"/>
                  </a:moveTo>
                  <a:lnTo>
                    <a:pt x="745888" y="1551250"/>
                  </a:lnTo>
                  <a:lnTo>
                    <a:pt x="775502" y="1527073"/>
                  </a:lnTo>
                  <a:close/>
                  <a:moveTo>
                    <a:pt x="421759" y="1206100"/>
                  </a:moveTo>
                  <a:lnTo>
                    <a:pt x="480705" y="1130469"/>
                  </a:lnTo>
                  <a:lnTo>
                    <a:pt x="439216" y="1154563"/>
                  </a:lnTo>
                  <a:close/>
                  <a:moveTo>
                    <a:pt x="480705" y="1130469"/>
                  </a:moveTo>
                  <a:lnTo>
                    <a:pt x="443548" y="1119559"/>
                  </a:lnTo>
                  <a:lnTo>
                    <a:pt x="439216" y="1154563"/>
                  </a:lnTo>
                  <a:close/>
                  <a:moveTo>
                    <a:pt x="387210" y="1027396"/>
                  </a:moveTo>
                  <a:lnTo>
                    <a:pt x="402976" y="1007644"/>
                  </a:lnTo>
                  <a:lnTo>
                    <a:pt x="331750" y="999953"/>
                  </a:lnTo>
                  <a:close/>
                  <a:moveTo>
                    <a:pt x="355913" y="1051490"/>
                  </a:moveTo>
                  <a:lnTo>
                    <a:pt x="387210" y="1027396"/>
                  </a:lnTo>
                  <a:lnTo>
                    <a:pt x="331750" y="999953"/>
                  </a:lnTo>
                  <a:close/>
                  <a:moveTo>
                    <a:pt x="380957" y="986849"/>
                  </a:moveTo>
                  <a:lnTo>
                    <a:pt x="402976" y="1007644"/>
                  </a:lnTo>
                  <a:lnTo>
                    <a:pt x="446562" y="995930"/>
                  </a:lnTo>
                  <a:close/>
                  <a:moveTo>
                    <a:pt x="285347" y="948417"/>
                  </a:moveTo>
                  <a:lnTo>
                    <a:pt x="311169" y="973972"/>
                  </a:lnTo>
                  <a:lnTo>
                    <a:pt x="317958" y="937341"/>
                  </a:lnTo>
                  <a:close/>
                  <a:moveTo>
                    <a:pt x="299425" y="930060"/>
                  </a:moveTo>
                  <a:lnTo>
                    <a:pt x="285347" y="948417"/>
                  </a:lnTo>
                  <a:lnTo>
                    <a:pt x="317958" y="937341"/>
                  </a:lnTo>
                  <a:close/>
                  <a:moveTo>
                    <a:pt x="1101754" y="1738594"/>
                  </a:moveTo>
                  <a:lnTo>
                    <a:pt x="1157032" y="1700721"/>
                  </a:lnTo>
                  <a:lnTo>
                    <a:pt x="1103008" y="1720799"/>
                  </a:lnTo>
                  <a:close/>
                  <a:moveTo>
                    <a:pt x="1095629" y="1715694"/>
                  </a:moveTo>
                  <a:lnTo>
                    <a:pt x="1103008" y="1720799"/>
                  </a:lnTo>
                  <a:lnTo>
                    <a:pt x="1157032" y="1700721"/>
                  </a:lnTo>
                  <a:close/>
                  <a:moveTo>
                    <a:pt x="1045891" y="1494574"/>
                  </a:moveTo>
                  <a:lnTo>
                    <a:pt x="1066669" y="1472516"/>
                  </a:lnTo>
                  <a:lnTo>
                    <a:pt x="999952" y="1518668"/>
                  </a:lnTo>
                  <a:close/>
                  <a:moveTo>
                    <a:pt x="896650" y="1415595"/>
                  </a:moveTo>
                  <a:lnTo>
                    <a:pt x="931175" y="1450179"/>
                  </a:lnTo>
                  <a:lnTo>
                    <a:pt x="949239" y="1393390"/>
                  </a:lnTo>
                  <a:close/>
                  <a:moveTo>
                    <a:pt x="594796" y="1065899"/>
                  </a:moveTo>
                  <a:lnTo>
                    <a:pt x="576375" y="1092170"/>
                  </a:lnTo>
                  <a:lnTo>
                    <a:pt x="615540" y="1030745"/>
                  </a:lnTo>
                  <a:close/>
                  <a:moveTo>
                    <a:pt x="594796" y="1065899"/>
                  </a:moveTo>
                  <a:lnTo>
                    <a:pt x="615540" y="1030745"/>
                  </a:lnTo>
                  <a:lnTo>
                    <a:pt x="601106" y="1047304"/>
                  </a:lnTo>
                  <a:close/>
                  <a:moveTo>
                    <a:pt x="593770" y="1054839"/>
                  </a:moveTo>
                  <a:lnTo>
                    <a:pt x="594796" y="1065899"/>
                  </a:lnTo>
                  <a:lnTo>
                    <a:pt x="601106" y="1047304"/>
                  </a:lnTo>
                  <a:close/>
                  <a:moveTo>
                    <a:pt x="619741" y="1024264"/>
                  </a:moveTo>
                  <a:lnTo>
                    <a:pt x="593770" y="1054839"/>
                  </a:lnTo>
                  <a:lnTo>
                    <a:pt x="601106" y="1047304"/>
                  </a:lnTo>
                  <a:close/>
                  <a:moveTo>
                    <a:pt x="627487" y="1013447"/>
                  </a:moveTo>
                  <a:lnTo>
                    <a:pt x="593770" y="1054839"/>
                  </a:lnTo>
                  <a:lnTo>
                    <a:pt x="619741" y="1024264"/>
                  </a:lnTo>
                  <a:close/>
                  <a:moveTo>
                    <a:pt x="658190" y="993339"/>
                  </a:moveTo>
                  <a:lnTo>
                    <a:pt x="627487" y="1013447"/>
                  </a:lnTo>
                  <a:lnTo>
                    <a:pt x="619741" y="1024264"/>
                  </a:lnTo>
                  <a:close/>
                  <a:moveTo>
                    <a:pt x="181785" y="470140"/>
                  </a:moveTo>
                  <a:lnTo>
                    <a:pt x="132282" y="412306"/>
                  </a:lnTo>
                  <a:lnTo>
                    <a:pt x="128127" y="413038"/>
                  </a:lnTo>
                  <a:close/>
                  <a:moveTo>
                    <a:pt x="89246" y="398469"/>
                  </a:moveTo>
                  <a:lnTo>
                    <a:pt x="56269" y="436400"/>
                  </a:lnTo>
                  <a:lnTo>
                    <a:pt x="128127" y="413038"/>
                  </a:lnTo>
                  <a:close/>
                  <a:moveTo>
                    <a:pt x="132282" y="412306"/>
                  </a:moveTo>
                  <a:lnTo>
                    <a:pt x="89246" y="398469"/>
                  </a:lnTo>
                  <a:lnTo>
                    <a:pt x="128127" y="413038"/>
                  </a:lnTo>
                  <a:close/>
                  <a:moveTo>
                    <a:pt x="974063" y="1315870"/>
                  </a:moveTo>
                  <a:lnTo>
                    <a:pt x="958211" y="1323352"/>
                  </a:lnTo>
                  <a:lnTo>
                    <a:pt x="959513" y="1391501"/>
                  </a:lnTo>
                  <a:close/>
                  <a:moveTo>
                    <a:pt x="997721" y="1264334"/>
                  </a:moveTo>
                  <a:lnTo>
                    <a:pt x="958211" y="1323352"/>
                  </a:lnTo>
                  <a:lnTo>
                    <a:pt x="974063" y="1315870"/>
                  </a:lnTo>
                  <a:close/>
                  <a:moveTo>
                    <a:pt x="658190" y="993339"/>
                  </a:moveTo>
                  <a:lnTo>
                    <a:pt x="665663" y="955114"/>
                  </a:lnTo>
                  <a:lnTo>
                    <a:pt x="665554" y="970149"/>
                  </a:lnTo>
                  <a:close/>
                  <a:moveTo>
                    <a:pt x="667362" y="979208"/>
                  </a:moveTo>
                  <a:lnTo>
                    <a:pt x="658190" y="993339"/>
                  </a:lnTo>
                  <a:lnTo>
                    <a:pt x="665554" y="970149"/>
                  </a:lnTo>
                  <a:close/>
                  <a:moveTo>
                    <a:pt x="678384" y="933943"/>
                  </a:moveTo>
                  <a:lnTo>
                    <a:pt x="667362" y="979208"/>
                  </a:lnTo>
                  <a:lnTo>
                    <a:pt x="665554" y="970149"/>
                  </a:lnTo>
                  <a:close/>
                  <a:moveTo>
                    <a:pt x="189923" y="400781"/>
                  </a:moveTo>
                  <a:lnTo>
                    <a:pt x="132282" y="412306"/>
                  </a:lnTo>
                  <a:lnTo>
                    <a:pt x="181028" y="432048"/>
                  </a:lnTo>
                  <a:close/>
                  <a:moveTo>
                    <a:pt x="168438" y="384976"/>
                  </a:moveTo>
                  <a:lnTo>
                    <a:pt x="132282" y="412306"/>
                  </a:lnTo>
                  <a:lnTo>
                    <a:pt x="189923" y="400781"/>
                  </a:lnTo>
                  <a:close/>
                  <a:moveTo>
                    <a:pt x="181028" y="432048"/>
                  </a:moveTo>
                  <a:lnTo>
                    <a:pt x="225448" y="388212"/>
                  </a:lnTo>
                  <a:lnTo>
                    <a:pt x="189923" y="400781"/>
                  </a:lnTo>
                  <a:close/>
                  <a:moveTo>
                    <a:pt x="181341" y="360769"/>
                  </a:moveTo>
                  <a:lnTo>
                    <a:pt x="189923" y="400781"/>
                  </a:lnTo>
                  <a:lnTo>
                    <a:pt x="225448" y="388212"/>
                  </a:lnTo>
                  <a:close/>
                  <a:moveTo>
                    <a:pt x="181341" y="360769"/>
                  </a:moveTo>
                  <a:lnTo>
                    <a:pt x="225448" y="388212"/>
                  </a:lnTo>
                  <a:lnTo>
                    <a:pt x="229580" y="336675"/>
                  </a:lnTo>
                  <a:close/>
                  <a:moveTo>
                    <a:pt x="678384" y="933943"/>
                  </a:moveTo>
                  <a:lnTo>
                    <a:pt x="665554" y="970149"/>
                  </a:lnTo>
                  <a:lnTo>
                    <a:pt x="665663" y="955114"/>
                  </a:lnTo>
                  <a:close/>
                  <a:moveTo>
                    <a:pt x="974063" y="1315870"/>
                  </a:moveTo>
                  <a:lnTo>
                    <a:pt x="971445" y="1330941"/>
                  </a:lnTo>
                  <a:lnTo>
                    <a:pt x="972798" y="1311493"/>
                  </a:lnTo>
                  <a:close/>
                  <a:moveTo>
                    <a:pt x="1102266" y="1343313"/>
                  </a:moveTo>
                  <a:lnTo>
                    <a:pt x="1107706" y="1356148"/>
                  </a:lnTo>
                  <a:lnTo>
                    <a:pt x="1103346" y="1406810"/>
                  </a:lnTo>
                  <a:close/>
                  <a:moveTo>
                    <a:pt x="1106417" y="1343313"/>
                  </a:moveTo>
                  <a:lnTo>
                    <a:pt x="1103346" y="1406810"/>
                  </a:lnTo>
                  <a:lnTo>
                    <a:pt x="1107706" y="1356148"/>
                  </a:lnTo>
                  <a:close/>
                  <a:moveTo>
                    <a:pt x="974063" y="1315870"/>
                  </a:moveTo>
                  <a:lnTo>
                    <a:pt x="972798" y="1311493"/>
                  </a:lnTo>
                  <a:lnTo>
                    <a:pt x="997721" y="1264334"/>
                  </a:lnTo>
                  <a:close/>
                  <a:moveTo>
                    <a:pt x="997721" y="1264334"/>
                  </a:moveTo>
                  <a:lnTo>
                    <a:pt x="972798" y="1311493"/>
                  </a:lnTo>
                  <a:lnTo>
                    <a:pt x="1037690" y="1269044"/>
                  </a:lnTo>
                  <a:close/>
                  <a:moveTo>
                    <a:pt x="1037690" y="1269044"/>
                  </a:moveTo>
                  <a:lnTo>
                    <a:pt x="1002724" y="1262403"/>
                  </a:lnTo>
                  <a:lnTo>
                    <a:pt x="997721" y="1264334"/>
                  </a:lnTo>
                  <a:close/>
                  <a:moveTo>
                    <a:pt x="678384" y="933943"/>
                  </a:moveTo>
                  <a:lnTo>
                    <a:pt x="710727" y="933423"/>
                  </a:lnTo>
                  <a:lnTo>
                    <a:pt x="718915" y="910804"/>
                  </a:lnTo>
                  <a:close/>
                  <a:moveTo>
                    <a:pt x="718915" y="910804"/>
                  </a:moveTo>
                  <a:lnTo>
                    <a:pt x="710727" y="933423"/>
                  </a:lnTo>
                  <a:lnTo>
                    <a:pt x="739539" y="879484"/>
                  </a:lnTo>
                  <a:close/>
                  <a:moveTo>
                    <a:pt x="496417" y="642728"/>
                  </a:moveTo>
                  <a:lnTo>
                    <a:pt x="468560" y="673475"/>
                  </a:lnTo>
                  <a:lnTo>
                    <a:pt x="458601" y="697431"/>
                  </a:lnTo>
                  <a:close/>
                  <a:moveTo>
                    <a:pt x="225448" y="388212"/>
                  </a:moveTo>
                  <a:lnTo>
                    <a:pt x="240517" y="312581"/>
                  </a:lnTo>
                  <a:lnTo>
                    <a:pt x="229580" y="336675"/>
                  </a:lnTo>
                  <a:close/>
                  <a:moveTo>
                    <a:pt x="261749" y="289376"/>
                  </a:moveTo>
                  <a:lnTo>
                    <a:pt x="229580" y="336675"/>
                  </a:lnTo>
                  <a:lnTo>
                    <a:pt x="240517" y="312581"/>
                  </a:lnTo>
                  <a:close/>
                  <a:moveTo>
                    <a:pt x="261749" y="289376"/>
                  </a:moveTo>
                  <a:lnTo>
                    <a:pt x="235994" y="327983"/>
                  </a:lnTo>
                  <a:lnTo>
                    <a:pt x="229580" y="336675"/>
                  </a:lnTo>
                  <a:close/>
                  <a:moveTo>
                    <a:pt x="744136" y="870204"/>
                  </a:moveTo>
                  <a:lnTo>
                    <a:pt x="731774" y="891552"/>
                  </a:lnTo>
                  <a:lnTo>
                    <a:pt x="739539" y="879484"/>
                  </a:lnTo>
                  <a:close/>
                  <a:moveTo>
                    <a:pt x="1176149" y="1322862"/>
                  </a:moveTo>
                  <a:lnTo>
                    <a:pt x="1106417" y="1343313"/>
                  </a:lnTo>
                  <a:lnTo>
                    <a:pt x="1183805" y="1331089"/>
                  </a:lnTo>
                  <a:close/>
                  <a:moveTo>
                    <a:pt x="1106417" y="1343313"/>
                  </a:moveTo>
                  <a:lnTo>
                    <a:pt x="1107706" y="1356148"/>
                  </a:lnTo>
                  <a:lnTo>
                    <a:pt x="1183805" y="1331089"/>
                  </a:lnTo>
                  <a:close/>
                  <a:moveTo>
                    <a:pt x="1141882" y="1309246"/>
                  </a:moveTo>
                  <a:lnTo>
                    <a:pt x="1106417" y="1343313"/>
                  </a:lnTo>
                  <a:lnTo>
                    <a:pt x="1176149" y="1322862"/>
                  </a:lnTo>
                  <a:close/>
                  <a:moveTo>
                    <a:pt x="1176149" y="1322862"/>
                  </a:moveTo>
                  <a:lnTo>
                    <a:pt x="1188435" y="1308627"/>
                  </a:lnTo>
                  <a:lnTo>
                    <a:pt x="1141882" y="1309246"/>
                  </a:lnTo>
                  <a:close/>
                  <a:moveTo>
                    <a:pt x="1176149" y="1322862"/>
                  </a:moveTo>
                  <a:lnTo>
                    <a:pt x="1226032" y="1320290"/>
                  </a:lnTo>
                  <a:lnTo>
                    <a:pt x="1188435" y="1308627"/>
                  </a:lnTo>
                  <a:close/>
                  <a:moveTo>
                    <a:pt x="1226032" y="1320290"/>
                  </a:moveTo>
                  <a:lnTo>
                    <a:pt x="1176149" y="1322862"/>
                  </a:lnTo>
                  <a:lnTo>
                    <a:pt x="1228555" y="1323728"/>
                  </a:lnTo>
                  <a:close/>
                  <a:moveTo>
                    <a:pt x="1176149" y="1322862"/>
                  </a:moveTo>
                  <a:lnTo>
                    <a:pt x="1183805" y="1331089"/>
                  </a:lnTo>
                  <a:lnTo>
                    <a:pt x="1228555" y="1323728"/>
                  </a:lnTo>
                  <a:close/>
                  <a:moveTo>
                    <a:pt x="1026182" y="1117846"/>
                  </a:moveTo>
                  <a:lnTo>
                    <a:pt x="1012145" y="1173539"/>
                  </a:lnTo>
                  <a:lnTo>
                    <a:pt x="1044127" y="1113073"/>
                  </a:lnTo>
                  <a:close/>
                  <a:moveTo>
                    <a:pt x="1044127" y="1113073"/>
                  </a:moveTo>
                  <a:lnTo>
                    <a:pt x="1030480" y="1188703"/>
                  </a:lnTo>
                  <a:lnTo>
                    <a:pt x="1048151" y="1164609"/>
                  </a:lnTo>
                  <a:close/>
                  <a:moveTo>
                    <a:pt x="1026182" y="1117846"/>
                  </a:moveTo>
                  <a:lnTo>
                    <a:pt x="1029860" y="1104871"/>
                  </a:lnTo>
                  <a:lnTo>
                    <a:pt x="979352" y="1090705"/>
                  </a:lnTo>
                  <a:close/>
                  <a:moveTo>
                    <a:pt x="598547" y="547441"/>
                  </a:moveTo>
                  <a:lnTo>
                    <a:pt x="534699" y="561366"/>
                  </a:lnTo>
                  <a:lnTo>
                    <a:pt x="600694" y="548350"/>
                  </a:lnTo>
                  <a:close/>
                  <a:moveTo>
                    <a:pt x="343935" y="288794"/>
                  </a:moveTo>
                  <a:lnTo>
                    <a:pt x="344461" y="289046"/>
                  </a:lnTo>
                  <a:lnTo>
                    <a:pt x="391383" y="289804"/>
                  </a:lnTo>
                  <a:close/>
                  <a:moveTo>
                    <a:pt x="344461" y="289046"/>
                  </a:moveTo>
                  <a:lnTo>
                    <a:pt x="343935" y="288794"/>
                  </a:lnTo>
                  <a:lnTo>
                    <a:pt x="341161" y="288487"/>
                  </a:lnTo>
                  <a:close/>
                  <a:moveTo>
                    <a:pt x="1044127" y="1113073"/>
                  </a:moveTo>
                  <a:lnTo>
                    <a:pt x="1115378" y="1115034"/>
                  </a:lnTo>
                  <a:lnTo>
                    <a:pt x="1088562" y="1105115"/>
                  </a:lnTo>
                  <a:close/>
                  <a:moveTo>
                    <a:pt x="1088562" y="1105115"/>
                  </a:moveTo>
                  <a:lnTo>
                    <a:pt x="1070082" y="1080577"/>
                  </a:lnTo>
                  <a:lnTo>
                    <a:pt x="1044127" y="1113073"/>
                  </a:lnTo>
                  <a:close/>
                  <a:moveTo>
                    <a:pt x="1088562" y="1105115"/>
                  </a:moveTo>
                  <a:lnTo>
                    <a:pt x="1115378" y="1115034"/>
                  </a:lnTo>
                  <a:lnTo>
                    <a:pt x="1161661" y="1113400"/>
                  </a:lnTo>
                  <a:close/>
                  <a:moveTo>
                    <a:pt x="631623" y="529089"/>
                  </a:moveTo>
                  <a:lnTo>
                    <a:pt x="600694" y="548350"/>
                  </a:lnTo>
                  <a:lnTo>
                    <a:pt x="557458" y="561374"/>
                  </a:lnTo>
                  <a:close/>
                  <a:moveTo>
                    <a:pt x="420711" y="264555"/>
                  </a:moveTo>
                  <a:lnTo>
                    <a:pt x="391383" y="289804"/>
                  </a:lnTo>
                  <a:lnTo>
                    <a:pt x="344461" y="289046"/>
                  </a:lnTo>
                  <a:close/>
                  <a:moveTo>
                    <a:pt x="955301" y="730984"/>
                  </a:moveTo>
                  <a:lnTo>
                    <a:pt x="930595" y="755665"/>
                  </a:lnTo>
                  <a:lnTo>
                    <a:pt x="979992" y="740959"/>
                  </a:lnTo>
                  <a:close/>
                  <a:moveTo>
                    <a:pt x="935072" y="526507"/>
                  </a:moveTo>
                  <a:lnTo>
                    <a:pt x="934252" y="517385"/>
                  </a:lnTo>
                  <a:lnTo>
                    <a:pt x="884083" y="504490"/>
                  </a:lnTo>
                  <a:close/>
                  <a:moveTo>
                    <a:pt x="934252" y="517385"/>
                  </a:moveTo>
                  <a:lnTo>
                    <a:pt x="935072" y="526507"/>
                  </a:lnTo>
                  <a:lnTo>
                    <a:pt x="950633" y="525425"/>
                  </a:lnTo>
                  <a:close/>
                  <a:moveTo>
                    <a:pt x="933400" y="465123"/>
                  </a:moveTo>
                  <a:lnTo>
                    <a:pt x="934252" y="517385"/>
                  </a:lnTo>
                  <a:lnTo>
                    <a:pt x="975176" y="449795"/>
                  </a:lnTo>
                  <a:close/>
                  <a:moveTo>
                    <a:pt x="934252" y="517385"/>
                  </a:moveTo>
                  <a:lnTo>
                    <a:pt x="950633" y="525425"/>
                  </a:lnTo>
                  <a:lnTo>
                    <a:pt x="975176" y="449795"/>
                  </a:lnTo>
                  <a:close/>
                  <a:moveTo>
                    <a:pt x="933400" y="465123"/>
                  </a:moveTo>
                  <a:lnTo>
                    <a:pt x="884083" y="504490"/>
                  </a:lnTo>
                  <a:lnTo>
                    <a:pt x="934252" y="517385"/>
                  </a:lnTo>
                  <a:close/>
                  <a:moveTo>
                    <a:pt x="943463" y="416925"/>
                  </a:moveTo>
                  <a:lnTo>
                    <a:pt x="922354" y="398258"/>
                  </a:lnTo>
                  <a:lnTo>
                    <a:pt x="933400" y="465123"/>
                  </a:lnTo>
                  <a:close/>
                  <a:moveTo>
                    <a:pt x="933400" y="465123"/>
                  </a:moveTo>
                  <a:lnTo>
                    <a:pt x="975176" y="449795"/>
                  </a:lnTo>
                  <a:lnTo>
                    <a:pt x="943463" y="416925"/>
                  </a:lnTo>
                  <a:close/>
                  <a:moveTo>
                    <a:pt x="672129" y="101158"/>
                  </a:moveTo>
                  <a:lnTo>
                    <a:pt x="670389" y="89039"/>
                  </a:lnTo>
                  <a:lnTo>
                    <a:pt x="649179" y="113132"/>
                  </a:lnTo>
                  <a:close/>
                  <a:moveTo>
                    <a:pt x="951634" y="387557"/>
                  </a:moveTo>
                  <a:lnTo>
                    <a:pt x="943463" y="416925"/>
                  </a:lnTo>
                  <a:lnTo>
                    <a:pt x="979025" y="374164"/>
                  </a:lnTo>
                  <a:close/>
                  <a:moveTo>
                    <a:pt x="943463" y="416925"/>
                  </a:moveTo>
                  <a:lnTo>
                    <a:pt x="975176" y="449795"/>
                  </a:lnTo>
                  <a:lnTo>
                    <a:pt x="979025" y="374164"/>
                  </a:lnTo>
                  <a:close/>
                  <a:moveTo>
                    <a:pt x="979025" y="374164"/>
                  </a:moveTo>
                  <a:lnTo>
                    <a:pt x="975176" y="449795"/>
                  </a:lnTo>
                  <a:lnTo>
                    <a:pt x="1026741" y="418710"/>
                  </a:lnTo>
                  <a:close/>
                  <a:moveTo>
                    <a:pt x="1026741" y="418710"/>
                  </a:moveTo>
                  <a:lnTo>
                    <a:pt x="975176" y="449795"/>
                  </a:lnTo>
                  <a:lnTo>
                    <a:pt x="1020890" y="431977"/>
                  </a:lnTo>
                  <a:close/>
                  <a:moveTo>
                    <a:pt x="922354" y="398258"/>
                  </a:moveTo>
                  <a:lnTo>
                    <a:pt x="943463" y="416925"/>
                  </a:lnTo>
                  <a:lnTo>
                    <a:pt x="951634" y="387557"/>
                  </a:lnTo>
                  <a:close/>
                  <a:moveTo>
                    <a:pt x="951634" y="387557"/>
                  </a:moveTo>
                  <a:lnTo>
                    <a:pt x="979025" y="374164"/>
                  </a:lnTo>
                  <a:lnTo>
                    <a:pt x="962849" y="354504"/>
                  </a:lnTo>
                  <a:close/>
                  <a:moveTo>
                    <a:pt x="847660" y="271091"/>
                  </a:moveTo>
                  <a:lnTo>
                    <a:pt x="831164" y="221303"/>
                  </a:lnTo>
                  <a:lnTo>
                    <a:pt x="840107" y="243648"/>
                  </a:lnTo>
                  <a:close/>
                  <a:moveTo>
                    <a:pt x="831164" y="221303"/>
                  </a:moveTo>
                  <a:lnTo>
                    <a:pt x="832213" y="215435"/>
                  </a:lnTo>
                  <a:lnTo>
                    <a:pt x="840107" y="243648"/>
                  </a:lnTo>
                  <a:close/>
                  <a:moveTo>
                    <a:pt x="840107" y="243648"/>
                  </a:moveTo>
                  <a:lnTo>
                    <a:pt x="832213" y="215435"/>
                  </a:lnTo>
                  <a:lnTo>
                    <a:pt x="838257" y="168018"/>
                  </a:lnTo>
                  <a:close/>
                  <a:moveTo>
                    <a:pt x="838257" y="168018"/>
                  </a:moveTo>
                  <a:lnTo>
                    <a:pt x="797502" y="185927"/>
                  </a:lnTo>
                  <a:lnTo>
                    <a:pt x="840107" y="243648"/>
                  </a:lnTo>
                  <a:close/>
                  <a:moveTo>
                    <a:pt x="837679" y="116481"/>
                  </a:moveTo>
                  <a:lnTo>
                    <a:pt x="799533" y="121533"/>
                  </a:lnTo>
                  <a:lnTo>
                    <a:pt x="797502" y="185927"/>
                  </a:lnTo>
                  <a:close/>
                  <a:moveTo>
                    <a:pt x="670389" y="89039"/>
                  </a:moveTo>
                  <a:lnTo>
                    <a:pt x="672129" y="101158"/>
                  </a:lnTo>
                  <a:lnTo>
                    <a:pt x="734433" y="136476"/>
                  </a:lnTo>
                  <a:close/>
                  <a:moveTo>
                    <a:pt x="712839" y="64944"/>
                  </a:moveTo>
                  <a:lnTo>
                    <a:pt x="670389" y="89039"/>
                  </a:lnTo>
                  <a:lnTo>
                    <a:pt x="734433" y="136476"/>
                  </a:lnTo>
                  <a:close/>
                  <a:moveTo>
                    <a:pt x="1026741" y="418710"/>
                  </a:moveTo>
                  <a:lnTo>
                    <a:pt x="1041468" y="425701"/>
                  </a:lnTo>
                  <a:lnTo>
                    <a:pt x="1039607" y="416760"/>
                  </a:lnTo>
                  <a:close/>
                  <a:moveTo>
                    <a:pt x="979025" y="374164"/>
                  </a:moveTo>
                  <a:lnTo>
                    <a:pt x="1026741" y="418710"/>
                  </a:lnTo>
                  <a:lnTo>
                    <a:pt x="1045633" y="401607"/>
                  </a:lnTo>
                  <a:close/>
                  <a:moveTo>
                    <a:pt x="979025" y="374164"/>
                  </a:moveTo>
                  <a:lnTo>
                    <a:pt x="1041089" y="350070"/>
                  </a:lnTo>
                  <a:lnTo>
                    <a:pt x="1017935" y="308894"/>
                  </a:lnTo>
                  <a:close/>
                  <a:moveTo>
                    <a:pt x="1017935" y="308894"/>
                  </a:moveTo>
                  <a:lnTo>
                    <a:pt x="1041679" y="339663"/>
                  </a:lnTo>
                  <a:lnTo>
                    <a:pt x="1078997" y="304511"/>
                  </a:lnTo>
                  <a:close/>
                  <a:moveTo>
                    <a:pt x="856729" y="143923"/>
                  </a:moveTo>
                  <a:lnTo>
                    <a:pt x="837679" y="116481"/>
                  </a:lnTo>
                  <a:lnTo>
                    <a:pt x="838257" y="168018"/>
                  </a:lnTo>
                  <a:close/>
                  <a:moveTo>
                    <a:pt x="716682" y="13408"/>
                  </a:moveTo>
                  <a:lnTo>
                    <a:pt x="768641" y="45922"/>
                  </a:lnTo>
                  <a:lnTo>
                    <a:pt x="742305" y="4590"/>
                  </a:lnTo>
                  <a:close/>
                  <a:moveTo>
                    <a:pt x="712839" y="64944"/>
                  </a:moveTo>
                  <a:lnTo>
                    <a:pt x="768641" y="45922"/>
                  </a:lnTo>
                  <a:lnTo>
                    <a:pt x="716682" y="13408"/>
                  </a:lnTo>
                  <a:close/>
                  <a:moveTo>
                    <a:pt x="742305" y="4590"/>
                  </a:moveTo>
                  <a:lnTo>
                    <a:pt x="775754" y="4342"/>
                  </a:lnTo>
                  <a:lnTo>
                    <a:pt x="727873" y="0"/>
                  </a:lnTo>
                  <a:close/>
                  <a:moveTo>
                    <a:pt x="1041679" y="339663"/>
                  </a:moveTo>
                  <a:lnTo>
                    <a:pt x="1057549" y="339431"/>
                  </a:lnTo>
                  <a:lnTo>
                    <a:pt x="1078997" y="30451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57" name="Output_density__4256">
              <a:extLst>
                <a:ext uri="{FF2B5EF4-FFF2-40B4-BE49-F238E27FC236}">
                  <a16:creationId xmlns:a16="http://schemas.microsoft.com/office/drawing/2014/main" id="{4AB114ED-C67D-6CCE-F868-95D18200FF7F}"/>
                </a:ext>
              </a:extLst>
            </p:cNvPr>
            <p:cNvSpPr>
              <a:spLocks noGrp="1"/>
            </p:cNvSpPr>
            <p:nvPr/>
          </p:nvSpPr>
          <p:spPr>
            <a:xfrm>
              <a:off x="15440988" y="2519975"/>
              <a:ext cx="1268155" cy="1835977"/>
            </a:xfrm>
            <a:custGeom>
              <a:avLst/>
              <a:gdLst/>
              <a:ahLst/>
              <a:cxnLst/>
              <a:rect l="0" t="0" r="0" b="0"/>
              <a:pathLst>
                <a:path w="1268155" h="1835977">
                  <a:moveTo>
                    <a:pt x="256161" y="1817683"/>
                  </a:moveTo>
                  <a:lnTo>
                    <a:pt x="224973" y="1835977"/>
                  </a:lnTo>
                  <a:lnTo>
                    <a:pt x="302978" y="1818047"/>
                  </a:lnTo>
                  <a:close/>
                  <a:moveTo>
                    <a:pt x="334261" y="1816940"/>
                  </a:moveTo>
                  <a:lnTo>
                    <a:pt x="302978" y="1818047"/>
                  </a:lnTo>
                  <a:lnTo>
                    <a:pt x="345467" y="1813933"/>
                  </a:lnTo>
                  <a:close/>
                  <a:moveTo>
                    <a:pt x="315255" y="1267705"/>
                  </a:moveTo>
                  <a:lnTo>
                    <a:pt x="265167" y="1311756"/>
                  </a:lnTo>
                  <a:lnTo>
                    <a:pt x="307502" y="1295362"/>
                  </a:lnTo>
                  <a:close/>
                  <a:moveTo>
                    <a:pt x="315255" y="1267705"/>
                  </a:moveTo>
                  <a:lnTo>
                    <a:pt x="307502" y="1295362"/>
                  </a:lnTo>
                  <a:lnTo>
                    <a:pt x="329778" y="1277822"/>
                  </a:lnTo>
                  <a:close/>
                  <a:moveTo>
                    <a:pt x="174667" y="992322"/>
                  </a:moveTo>
                  <a:lnTo>
                    <a:pt x="176197" y="1018890"/>
                  </a:lnTo>
                  <a:lnTo>
                    <a:pt x="174105" y="996045"/>
                  </a:lnTo>
                  <a:close/>
                  <a:moveTo>
                    <a:pt x="678633" y="1487317"/>
                  </a:moveTo>
                  <a:lnTo>
                    <a:pt x="679118" y="1475516"/>
                  </a:lnTo>
                  <a:lnTo>
                    <a:pt x="675044" y="1526358"/>
                  </a:lnTo>
                  <a:close/>
                  <a:moveTo>
                    <a:pt x="679118" y="1475516"/>
                  </a:moveTo>
                  <a:lnTo>
                    <a:pt x="678633" y="1487317"/>
                  </a:lnTo>
                  <a:lnTo>
                    <a:pt x="708970" y="1478525"/>
                  </a:lnTo>
                  <a:close/>
                  <a:moveTo>
                    <a:pt x="419094" y="1133210"/>
                  </a:moveTo>
                  <a:lnTo>
                    <a:pt x="445051" y="1112661"/>
                  </a:lnTo>
                  <a:lnTo>
                    <a:pt x="448965" y="1102467"/>
                  </a:lnTo>
                  <a:close/>
                  <a:moveTo>
                    <a:pt x="430923" y="1137660"/>
                  </a:moveTo>
                  <a:lnTo>
                    <a:pt x="445051" y="1112661"/>
                  </a:lnTo>
                  <a:lnTo>
                    <a:pt x="419094" y="1133210"/>
                  </a:lnTo>
                  <a:close/>
                  <a:moveTo>
                    <a:pt x="384262" y="1137880"/>
                  </a:moveTo>
                  <a:lnTo>
                    <a:pt x="430923" y="1137660"/>
                  </a:lnTo>
                  <a:lnTo>
                    <a:pt x="419094" y="1133210"/>
                  </a:lnTo>
                  <a:close/>
                  <a:moveTo>
                    <a:pt x="445051" y="1112661"/>
                  </a:moveTo>
                  <a:lnTo>
                    <a:pt x="430923" y="1137660"/>
                  </a:lnTo>
                  <a:lnTo>
                    <a:pt x="450943" y="1126561"/>
                  </a:lnTo>
                  <a:close/>
                  <a:moveTo>
                    <a:pt x="445051" y="1112661"/>
                  </a:moveTo>
                  <a:lnTo>
                    <a:pt x="472068" y="1116819"/>
                  </a:lnTo>
                  <a:lnTo>
                    <a:pt x="455654" y="1095226"/>
                  </a:lnTo>
                  <a:close/>
                  <a:moveTo>
                    <a:pt x="448965" y="1102467"/>
                  </a:moveTo>
                  <a:lnTo>
                    <a:pt x="445051" y="1112661"/>
                  </a:lnTo>
                  <a:lnTo>
                    <a:pt x="455654" y="1095226"/>
                  </a:lnTo>
                  <a:close/>
                  <a:moveTo>
                    <a:pt x="12014" y="281230"/>
                  </a:moveTo>
                  <a:lnTo>
                    <a:pt x="0" y="305325"/>
                  </a:lnTo>
                  <a:lnTo>
                    <a:pt x="23355" y="257190"/>
                  </a:lnTo>
                  <a:close/>
                  <a:moveTo>
                    <a:pt x="1010353" y="1415036"/>
                  </a:moveTo>
                  <a:lnTo>
                    <a:pt x="1026249" y="1426470"/>
                  </a:lnTo>
                  <a:lnTo>
                    <a:pt x="997162" y="1452620"/>
                  </a:lnTo>
                  <a:close/>
                  <a:moveTo>
                    <a:pt x="1010353" y="1415036"/>
                  </a:moveTo>
                  <a:lnTo>
                    <a:pt x="1041854" y="1390942"/>
                  </a:lnTo>
                  <a:lnTo>
                    <a:pt x="1026249" y="1426470"/>
                  </a:lnTo>
                  <a:close/>
                  <a:moveTo>
                    <a:pt x="1041854" y="1390942"/>
                  </a:moveTo>
                  <a:lnTo>
                    <a:pt x="1010353" y="1415036"/>
                  </a:lnTo>
                  <a:lnTo>
                    <a:pt x="1060033" y="1378107"/>
                  </a:lnTo>
                  <a:close/>
                  <a:moveTo>
                    <a:pt x="1101924" y="1422418"/>
                  </a:moveTo>
                  <a:lnTo>
                    <a:pt x="1104991" y="1390942"/>
                  </a:lnTo>
                  <a:lnTo>
                    <a:pt x="1149281" y="1402216"/>
                  </a:lnTo>
                  <a:close/>
                  <a:moveTo>
                    <a:pt x="713546" y="956035"/>
                  </a:moveTo>
                  <a:lnTo>
                    <a:pt x="735209" y="903211"/>
                  </a:lnTo>
                  <a:lnTo>
                    <a:pt x="705146" y="978649"/>
                  </a:lnTo>
                  <a:close/>
                  <a:moveTo>
                    <a:pt x="705146" y="978649"/>
                  </a:moveTo>
                  <a:lnTo>
                    <a:pt x="735209" y="903211"/>
                  </a:lnTo>
                  <a:lnTo>
                    <a:pt x="735286" y="903018"/>
                  </a:lnTo>
                  <a:close/>
                  <a:moveTo>
                    <a:pt x="705146" y="978649"/>
                  </a:moveTo>
                  <a:lnTo>
                    <a:pt x="735286" y="903018"/>
                  </a:lnTo>
                  <a:lnTo>
                    <a:pt x="717719" y="954555"/>
                  </a:lnTo>
                  <a:close/>
                  <a:moveTo>
                    <a:pt x="735286" y="903018"/>
                  </a:moveTo>
                  <a:lnTo>
                    <a:pt x="735209" y="903211"/>
                  </a:lnTo>
                  <a:lnTo>
                    <a:pt x="735363" y="902706"/>
                  </a:lnTo>
                  <a:close/>
                  <a:moveTo>
                    <a:pt x="565767" y="801533"/>
                  </a:moveTo>
                  <a:lnTo>
                    <a:pt x="531439" y="799197"/>
                  </a:lnTo>
                  <a:lnTo>
                    <a:pt x="561505" y="772502"/>
                  </a:lnTo>
                  <a:close/>
                  <a:moveTo>
                    <a:pt x="561505" y="772502"/>
                  </a:moveTo>
                  <a:lnTo>
                    <a:pt x="566409" y="755266"/>
                  </a:lnTo>
                  <a:lnTo>
                    <a:pt x="592534" y="718045"/>
                  </a:lnTo>
                  <a:close/>
                  <a:moveTo>
                    <a:pt x="592534" y="718045"/>
                  </a:moveTo>
                  <a:lnTo>
                    <a:pt x="604470" y="720547"/>
                  </a:lnTo>
                  <a:lnTo>
                    <a:pt x="597618" y="696872"/>
                  </a:lnTo>
                  <a:close/>
                  <a:moveTo>
                    <a:pt x="1250584" y="1336493"/>
                  </a:moveTo>
                  <a:lnTo>
                    <a:pt x="1268155" y="1338479"/>
                  </a:lnTo>
                  <a:lnTo>
                    <a:pt x="1252092" y="1318660"/>
                  </a:lnTo>
                  <a:close/>
                  <a:moveTo>
                    <a:pt x="738370" y="342813"/>
                  </a:moveTo>
                  <a:lnTo>
                    <a:pt x="723304" y="348204"/>
                  </a:lnTo>
                  <a:lnTo>
                    <a:pt x="773434" y="330772"/>
                  </a:lnTo>
                  <a:close/>
                  <a:moveTo>
                    <a:pt x="482928" y="53222"/>
                  </a:moveTo>
                  <a:lnTo>
                    <a:pt x="501818" y="13949"/>
                  </a:lnTo>
                  <a:lnTo>
                    <a:pt x="455070" y="13846"/>
                  </a:lnTo>
                  <a:close/>
                  <a:moveTo>
                    <a:pt x="738370" y="342813"/>
                  </a:moveTo>
                  <a:lnTo>
                    <a:pt x="731292" y="347886"/>
                  </a:lnTo>
                  <a:lnTo>
                    <a:pt x="723304" y="348204"/>
                  </a:lnTo>
                  <a:close/>
                  <a:moveTo>
                    <a:pt x="738370" y="342813"/>
                  </a:moveTo>
                  <a:lnTo>
                    <a:pt x="761272" y="325076"/>
                  </a:lnTo>
                  <a:lnTo>
                    <a:pt x="731292" y="347886"/>
                  </a:lnTo>
                  <a:close/>
                  <a:moveTo>
                    <a:pt x="766731" y="318719"/>
                  </a:moveTo>
                  <a:lnTo>
                    <a:pt x="738370" y="342813"/>
                  </a:lnTo>
                  <a:lnTo>
                    <a:pt x="794234" y="273641"/>
                  </a:lnTo>
                  <a:close/>
                  <a:moveTo>
                    <a:pt x="455070" y="13846"/>
                  </a:moveTo>
                  <a:lnTo>
                    <a:pt x="501818" y="13949"/>
                  </a:lnTo>
                  <a:lnTo>
                    <a:pt x="534167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58" name="Output_density__4257">
              <a:extLst>
                <a:ext uri="{FF2B5EF4-FFF2-40B4-BE49-F238E27FC236}">
                  <a16:creationId xmlns:a16="http://schemas.microsoft.com/office/drawing/2014/main" id="{674F81A2-DBD2-1EDB-48E3-4E4F8B04009C}"/>
                </a:ext>
              </a:extLst>
            </p:cNvPr>
            <p:cNvSpPr>
              <a:spLocks noGrp="1"/>
            </p:cNvSpPr>
            <p:nvPr/>
          </p:nvSpPr>
          <p:spPr>
            <a:xfrm>
              <a:off x="15725145" y="3797798"/>
              <a:ext cx="45621" cy="17540"/>
            </a:xfrm>
            <a:custGeom>
              <a:avLst/>
              <a:gdLst/>
              <a:ahLst/>
              <a:cxnLst/>
              <a:rect l="0" t="0" r="0" b="0"/>
              <a:pathLst>
                <a:path w="45621" h="17540">
                  <a:moveTo>
                    <a:pt x="45621" y="0"/>
                  </a:moveTo>
                  <a:lnTo>
                    <a:pt x="23345" y="17540"/>
                  </a:lnTo>
                  <a:lnTo>
                    <a:pt x="0" y="15165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59" name="Output_density__4258">
              <a:extLst>
                <a:ext uri="{FF2B5EF4-FFF2-40B4-BE49-F238E27FC236}">
                  <a16:creationId xmlns:a16="http://schemas.microsoft.com/office/drawing/2014/main" id="{94C33AA9-CF63-43AE-F493-D4F8FE86E114}"/>
                </a:ext>
              </a:extLst>
            </p:cNvPr>
            <p:cNvSpPr>
              <a:spLocks noGrp="1"/>
            </p:cNvSpPr>
            <p:nvPr/>
          </p:nvSpPr>
          <p:spPr>
            <a:xfrm>
              <a:off x="15313312" y="2468150"/>
              <a:ext cx="1318937" cy="2052842"/>
            </a:xfrm>
            <a:custGeom>
              <a:avLst/>
              <a:gdLst/>
              <a:ahLst/>
              <a:cxnLst/>
              <a:rect l="0" t="0" r="0" b="0"/>
              <a:pathLst>
                <a:path w="1318937" h="2052842">
                  <a:moveTo>
                    <a:pt x="294023" y="2041114"/>
                  </a:moveTo>
                  <a:lnTo>
                    <a:pt x="313991" y="2052842"/>
                  </a:lnTo>
                  <a:lnTo>
                    <a:pt x="323147" y="2031120"/>
                  </a:lnTo>
                  <a:close/>
                  <a:moveTo>
                    <a:pt x="379395" y="2023374"/>
                  </a:moveTo>
                  <a:lnTo>
                    <a:pt x="323147" y="2031120"/>
                  </a:lnTo>
                  <a:lnTo>
                    <a:pt x="313991" y="2052842"/>
                  </a:lnTo>
                  <a:close/>
                  <a:moveTo>
                    <a:pt x="393263" y="1814222"/>
                  </a:moveTo>
                  <a:lnTo>
                    <a:pt x="383837" y="1869509"/>
                  </a:lnTo>
                  <a:lnTo>
                    <a:pt x="409638" y="1831075"/>
                  </a:lnTo>
                  <a:close/>
                  <a:moveTo>
                    <a:pt x="393263" y="1814222"/>
                  </a:moveTo>
                  <a:lnTo>
                    <a:pt x="341486" y="1838316"/>
                  </a:lnTo>
                  <a:lnTo>
                    <a:pt x="383837" y="1869509"/>
                  </a:lnTo>
                  <a:close/>
                  <a:moveTo>
                    <a:pt x="445203" y="1790128"/>
                  </a:moveTo>
                  <a:lnTo>
                    <a:pt x="409638" y="1831075"/>
                  </a:lnTo>
                  <a:lnTo>
                    <a:pt x="461800" y="1865759"/>
                  </a:lnTo>
                  <a:close/>
                  <a:moveTo>
                    <a:pt x="406491" y="1624888"/>
                  </a:moveTo>
                  <a:lnTo>
                    <a:pt x="459735" y="1619584"/>
                  </a:lnTo>
                  <a:lnTo>
                    <a:pt x="440240" y="1572690"/>
                  </a:lnTo>
                  <a:close/>
                  <a:moveTo>
                    <a:pt x="406491" y="1624888"/>
                  </a:moveTo>
                  <a:lnTo>
                    <a:pt x="440240" y="1572690"/>
                  </a:lnTo>
                  <a:lnTo>
                    <a:pt x="397135" y="1569751"/>
                  </a:lnTo>
                  <a:close/>
                  <a:moveTo>
                    <a:pt x="0" y="992985"/>
                  </a:moveTo>
                  <a:lnTo>
                    <a:pt x="51098" y="970991"/>
                  </a:lnTo>
                  <a:lnTo>
                    <a:pt x="22456" y="917355"/>
                  </a:lnTo>
                  <a:close/>
                  <a:moveTo>
                    <a:pt x="224417" y="1099407"/>
                  </a:moveTo>
                  <a:lnTo>
                    <a:pt x="235388" y="1123341"/>
                  </a:lnTo>
                  <a:lnTo>
                    <a:pt x="232630" y="1175038"/>
                  </a:lnTo>
                  <a:close/>
                  <a:moveTo>
                    <a:pt x="251400" y="1150944"/>
                  </a:moveTo>
                  <a:lnTo>
                    <a:pt x="224417" y="1099407"/>
                  </a:lnTo>
                  <a:lnTo>
                    <a:pt x="232630" y="1175038"/>
                  </a:lnTo>
                  <a:close/>
                  <a:moveTo>
                    <a:pt x="191831" y="996334"/>
                  </a:moveTo>
                  <a:lnTo>
                    <a:pt x="202289" y="1020428"/>
                  </a:lnTo>
                  <a:lnTo>
                    <a:pt x="217205" y="1047871"/>
                  </a:lnTo>
                  <a:close/>
                  <a:moveTo>
                    <a:pt x="52090" y="962945"/>
                  </a:moveTo>
                  <a:lnTo>
                    <a:pt x="51070" y="893261"/>
                  </a:lnTo>
                  <a:lnTo>
                    <a:pt x="22456" y="917355"/>
                  </a:lnTo>
                  <a:close/>
                  <a:moveTo>
                    <a:pt x="224417" y="1099407"/>
                  </a:moveTo>
                  <a:lnTo>
                    <a:pt x="221873" y="1071586"/>
                  </a:lnTo>
                  <a:lnTo>
                    <a:pt x="235388" y="1123341"/>
                  </a:lnTo>
                  <a:close/>
                  <a:moveTo>
                    <a:pt x="224417" y="1099407"/>
                  </a:moveTo>
                  <a:lnTo>
                    <a:pt x="217205" y="1047871"/>
                  </a:lnTo>
                  <a:lnTo>
                    <a:pt x="221873" y="1071586"/>
                  </a:lnTo>
                  <a:close/>
                  <a:moveTo>
                    <a:pt x="718031" y="1561522"/>
                  </a:moveTo>
                  <a:lnTo>
                    <a:pt x="701684" y="1539143"/>
                  </a:lnTo>
                  <a:lnTo>
                    <a:pt x="738836" y="1514006"/>
                  </a:lnTo>
                  <a:close/>
                  <a:moveTo>
                    <a:pt x="664148" y="1504603"/>
                  </a:moveTo>
                  <a:lnTo>
                    <a:pt x="696331" y="1541182"/>
                  </a:lnTo>
                  <a:lnTo>
                    <a:pt x="705096" y="1509296"/>
                  </a:lnTo>
                  <a:close/>
                  <a:moveTo>
                    <a:pt x="191831" y="996334"/>
                  </a:moveTo>
                  <a:lnTo>
                    <a:pt x="217205" y="1047871"/>
                  </a:lnTo>
                  <a:lnTo>
                    <a:pt x="249873" y="1023777"/>
                  </a:lnTo>
                  <a:close/>
                  <a:moveTo>
                    <a:pt x="191831" y="996334"/>
                  </a:moveTo>
                  <a:lnTo>
                    <a:pt x="249873" y="1023777"/>
                  </a:lnTo>
                  <a:lnTo>
                    <a:pt x="220438" y="972240"/>
                  </a:lnTo>
                  <a:close/>
                  <a:moveTo>
                    <a:pt x="191831" y="996334"/>
                  </a:moveTo>
                  <a:lnTo>
                    <a:pt x="220438" y="972240"/>
                  </a:lnTo>
                  <a:lnTo>
                    <a:pt x="242067" y="929683"/>
                  </a:lnTo>
                  <a:close/>
                  <a:moveTo>
                    <a:pt x="242067" y="929683"/>
                  </a:moveTo>
                  <a:lnTo>
                    <a:pt x="220438" y="972240"/>
                  </a:lnTo>
                  <a:lnTo>
                    <a:pt x="257108" y="935643"/>
                  </a:lnTo>
                  <a:close/>
                  <a:moveTo>
                    <a:pt x="189582" y="992751"/>
                  </a:moveTo>
                  <a:lnTo>
                    <a:pt x="191831" y="996334"/>
                  </a:lnTo>
                  <a:lnTo>
                    <a:pt x="242067" y="929683"/>
                  </a:lnTo>
                  <a:close/>
                  <a:moveTo>
                    <a:pt x="242067" y="929683"/>
                  </a:moveTo>
                  <a:lnTo>
                    <a:pt x="229389" y="920704"/>
                  </a:lnTo>
                  <a:lnTo>
                    <a:pt x="219983" y="971517"/>
                  </a:lnTo>
                  <a:close/>
                  <a:moveTo>
                    <a:pt x="219983" y="971517"/>
                  </a:moveTo>
                  <a:lnTo>
                    <a:pt x="189582" y="992751"/>
                  </a:lnTo>
                  <a:lnTo>
                    <a:pt x="242067" y="929683"/>
                  </a:lnTo>
                  <a:close/>
                  <a:moveTo>
                    <a:pt x="257108" y="935643"/>
                  </a:moveTo>
                  <a:lnTo>
                    <a:pt x="296088" y="972240"/>
                  </a:lnTo>
                  <a:lnTo>
                    <a:pt x="242067" y="929683"/>
                  </a:lnTo>
                  <a:close/>
                  <a:moveTo>
                    <a:pt x="806794" y="1527342"/>
                  </a:moveTo>
                  <a:lnTo>
                    <a:pt x="819319" y="1505344"/>
                  </a:lnTo>
                  <a:lnTo>
                    <a:pt x="759393" y="1527896"/>
                  </a:lnTo>
                  <a:close/>
                  <a:moveTo>
                    <a:pt x="761923" y="1411976"/>
                  </a:moveTo>
                  <a:lnTo>
                    <a:pt x="739180" y="1380393"/>
                  </a:lnTo>
                  <a:lnTo>
                    <a:pt x="721835" y="1370201"/>
                  </a:lnTo>
                  <a:close/>
                  <a:moveTo>
                    <a:pt x="257108" y="935643"/>
                  </a:moveTo>
                  <a:lnTo>
                    <a:pt x="220438" y="972240"/>
                  </a:lnTo>
                  <a:lnTo>
                    <a:pt x="294518" y="940613"/>
                  </a:lnTo>
                  <a:close/>
                  <a:moveTo>
                    <a:pt x="257108" y="935643"/>
                  </a:moveTo>
                  <a:lnTo>
                    <a:pt x="304236" y="948146"/>
                  </a:lnTo>
                  <a:lnTo>
                    <a:pt x="296088" y="972240"/>
                  </a:lnTo>
                  <a:close/>
                  <a:moveTo>
                    <a:pt x="257108" y="935643"/>
                  </a:moveTo>
                  <a:lnTo>
                    <a:pt x="294518" y="940613"/>
                  </a:lnTo>
                  <a:lnTo>
                    <a:pt x="304236" y="948146"/>
                  </a:lnTo>
                  <a:close/>
                  <a:moveTo>
                    <a:pt x="181590" y="827971"/>
                  </a:moveTo>
                  <a:lnTo>
                    <a:pt x="140195" y="847878"/>
                  </a:lnTo>
                  <a:lnTo>
                    <a:pt x="221103" y="840805"/>
                  </a:lnTo>
                  <a:close/>
                  <a:moveTo>
                    <a:pt x="724278" y="1360439"/>
                  </a:moveTo>
                  <a:lnTo>
                    <a:pt x="721835" y="1370201"/>
                  </a:lnTo>
                  <a:lnTo>
                    <a:pt x="739180" y="1380393"/>
                  </a:lnTo>
                  <a:close/>
                  <a:moveTo>
                    <a:pt x="761923" y="1411976"/>
                  </a:moveTo>
                  <a:lnTo>
                    <a:pt x="832152" y="1439419"/>
                  </a:lnTo>
                  <a:lnTo>
                    <a:pt x="778126" y="1387882"/>
                  </a:lnTo>
                  <a:close/>
                  <a:moveTo>
                    <a:pt x="761923" y="1411976"/>
                  </a:moveTo>
                  <a:lnTo>
                    <a:pt x="778126" y="1387882"/>
                  </a:lnTo>
                  <a:lnTo>
                    <a:pt x="739180" y="1380393"/>
                  </a:lnTo>
                  <a:close/>
                  <a:moveTo>
                    <a:pt x="778126" y="1387882"/>
                  </a:moveTo>
                  <a:lnTo>
                    <a:pt x="776707" y="1385803"/>
                  </a:lnTo>
                  <a:lnTo>
                    <a:pt x="739180" y="1380393"/>
                  </a:lnTo>
                  <a:close/>
                  <a:moveTo>
                    <a:pt x="533433" y="1032965"/>
                  </a:moveTo>
                  <a:lnTo>
                    <a:pt x="475996" y="1051219"/>
                  </a:lnTo>
                  <a:lnTo>
                    <a:pt x="542287" y="1033377"/>
                  </a:lnTo>
                  <a:close/>
                  <a:moveTo>
                    <a:pt x="542287" y="1033377"/>
                  </a:moveTo>
                  <a:lnTo>
                    <a:pt x="475996" y="1051219"/>
                  </a:lnTo>
                  <a:lnTo>
                    <a:pt x="465108" y="1054392"/>
                  </a:lnTo>
                  <a:close/>
                  <a:moveTo>
                    <a:pt x="542287" y="1033377"/>
                  </a:moveTo>
                  <a:lnTo>
                    <a:pt x="465108" y="1054392"/>
                  </a:lnTo>
                  <a:lnTo>
                    <a:pt x="494578" y="1029675"/>
                  </a:lnTo>
                  <a:close/>
                  <a:moveTo>
                    <a:pt x="391756" y="948146"/>
                  </a:moveTo>
                  <a:lnTo>
                    <a:pt x="449380" y="995585"/>
                  </a:lnTo>
                  <a:lnTo>
                    <a:pt x="392734" y="945900"/>
                  </a:lnTo>
                  <a:close/>
                  <a:moveTo>
                    <a:pt x="1032852" y="1520250"/>
                  </a:moveTo>
                  <a:lnTo>
                    <a:pt x="1072086" y="1526335"/>
                  </a:lnTo>
                  <a:lnTo>
                    <a:pt x="1018472" y="1469198"/>
                  </a:lnTo>
                  <a:close/>
                  <a:moveTo>
                    <a:pt x="1032852" y="1520250"/>
                  </a:moveTo>
                  <a:lnTo>
                    <a:pt x="1037856" y="1528590"/>
                  </a:lnTo>
                  <a:lnTo>
                    <a:pt x="1093991" y="1563791"/>
                  </a:lnTo>
                  <a:close/>
                  <a:moveTo>
                    <a:pt x="1018472" y="1469198"/>
                  </a:moveTo>
                  <a:lnTo>
                    <a:pt x="994956" y="1425573"/>
                  </a:lnTo>
                  <a:lnTo>
                    <a:pt x="987837" y="1466861"/>
                  </a:lnTo>
                  <a:close/>
                  <a:moveTo>
                    <a:pt x="787387" y="1251055"/>
                  </a:moveTo>
                  <a:lnTo>
                    <a:pt x="745499" y="1269120"/>
                  </a:lnTo>
                  <a:lnTo>
                    <a:pt x="821881" y="1245123"/>
                  </a:lnTo>
                  <a:close/>
                  <a:moveTo>
                    <a:pt x="184680" y="436412"/>
                  </a:moveTo>
                  <a:lnTo>
                    <a:pt x="185135" y="436527"/>
                  </a:lnTo>
                  <a:lnTo>
                    <a:pt x="184343" y="436129"/>
                  </a:lnTo>
                  <a:close/>
                  <a:moveTo>
                    <a:pt x="183675" y="431069"/>
                  </a:moveTo>
                  <a:lnTo>
                    <a:pt x="184680" y="436412"/>
                  </a:lnTo>
                  <a:lnTo>
                    <a:pt x="184343" y="436129"/>
                  </a:lnTo>
                  <a:close/>
                  <a:moveTo>
                    <a:pt x="962237" y="1466861"/>
                  </a:moveTo>
                  <a:lnTo>
                    <a:pt x="983797" y="1501148"/>
                  </a:lnTo>
                  <a:lnTo>
                    <a:pt x="977435" y="1464578"/>
                  </a:lnTo>
                  <a:close/>
                  <a:moveTo>
                    <a:pt x="977435" y="1464578"/>
                  </a:moveTo>
                  <a:lnTo>
                    <a:pt x="983797" y="1501148"/>
                  </a:lnTo>
                  <a:lnTo>
                    <a:pt x="987837" y="1466861"/>
                  </a:lnTo>
                  <a:close/>
                  <a:moveTo>
                    <a:pt x="972961" y="1405472"/>
                  </a:moveTo>
                  <a:lnTo>
                    <a:pt x="977435" y="1464578"/>
                  </a:lnTo>
                  <a:lnTo>
                    <a:pt x="987837" y="1466861"/>
                  </a:lnTo>
                  <a:close/>
                  <a:moveTo>
                    <a:pt x="972961" y="1405472"/>
                  </a:moveTo>
                  <a:lnTo>
                    <a:pt x="964099" y="1339694"/>
                  </a:lnTo>
                  <a:lnTo>
                    <a:pt x="910426" y="1355587"/>
                  </a:lnTo>
                  <a:close/>
                  <a:moveTo>
                    <a:pt x="894137" y="1340601"/>
                  </a:moveTo>
                  <a:lnTo>
                    <a:pt x="910426" y="1355587"/>
                  </a:lnTo>
                  <a:lnTo>
                    <a:pt x="964099" y="1339694"/>
                  </a:lnTo>
                  <a:close/>
                  <a:moveTo>
                    <a:pt x="722143" y="1054569"/>
                  </a:moveTo>
                  <a:lnTo>
                    <a:pt x="725577" y="1059734"/>
                  </a:lnTo>
                  <a:lnTo>
                    <a:pt x="730934" y="1082011"/>
                  </a:lnTo>
                  <a:close/>
                  <a:moveTo>
                    <a:pt x="546372" y="834217"/>
                  </a:moveTo>
                  <a:lnTo>
                    <a:pt x="614108" y="857425"/>
                  </a:lnTo>
                  <a:lnTo>
                    <a:pt x="575224" y="824328"/>
                  </a:lnTo>
                  <a:close/>
                  <a:moveTo>
                    <a:pt x="511684" y="824436"/>
                  </a:moveTo>
                  <a:lnTo>
                    <a:pt x="561682" y="884513"/>
                  </a:lnTo>
                  <a:lnTo>
                    <a:pt x="546372" y="834217"/>
                  </a:lnTo>
                  <a:close/>
                  <a:moveTo>
                    <a:pt x="511684" y="824436"/>
                  </a:moveTo>
                  <a:lnTo>
                    <a:pt x="546372" y="834217"/>
                  </a:lnTo>
                  <a:lnTo>
                    <a:pt x="490792" y="778678"/>
                  </a:lnTo>
                  <a:close/>
                  <a:moveTo>
                    <a:pt x="428910" y="728262"/>
                  </a:moveTo>
                  <a:lnTo>
                    <a:pt x="450650" y="745349"/>
                  </a:lnTo>
                  <a:lnTo>
                    <a:pt x="401169" y="720213"/>
                  </a:lnTo>
                  <a:close/>
                  <a:moveTo>
                    <a:pt x="237400" y="519038"/>
                  </a:moveTo>
                  <a:lnTo>
                    <a:pt x="230947" y="487666"/>
                  </a:lnTo>
                  <a:lnTo>
                    <a:pt x="208256" y="522974"/>
                  </a:lnTo>
                  <a:close/>
                  <a:moveTo>
                    <a:pt x="250290" y="483798"/>
                  </a:moveTo>
                  <a:lnTo>
                    <a:pt x="230947" y="487666"/>
                  </a:lnTo>
                  <a:lnTo>
                    <a:pt x="237400" y="519038"/>
                  </a:lnTo>
                  <a:close/>
                  <a:moveTo>
                    <a:pt x="271443" y="529344"/>
                  </a:moveTo>
                  <a:lnTo>
                    <a:pt x="250290" y="483798"/>
                  </a:lnTo>
                  <a:lnTo>
                    <a:pt x="237400" y="519038"/>
                  </a:lnTo>
                  <a:close/>
                  <a:moveTo>
                    <a:pt x="271443" y="529344"/>
                  </a:moveTo>
                  <a:lnTo>
                    <a:pt x="317658" y="529754"/>
                  </a:lnTo>
                  <a:lnTo>
                    <a:pt x="306243" y="476292"/>
                  </a:lnTo>
                  <a:close/>
                  <a:moveTo>
                    <a:pt x="271443" y="529344"/>
                  </a:moveTo>
                  <a:lnTo>
                    <a:pt x="295154" y="538292"/>
                  </a:lnTo>
                  <a:lnTo>
                    <a:pt x="341584" y="537210"/>
                  </a:lnTo>
                  <a:close/>
                  <a:moveTo>
                    <a:pt x="184343" y="436129"/>
                  </a:moveTo>
                  <a:lnTo>
                    <a:pt x="185135" y="436527"/>
                  </a:lnTo>
                  <a:lnTo>
                    <a:pt x="185464" y="435775"/>
                  </a:lnTo>
                  <a:close/>
                  <a:moveTo>
                    <a:pt x="185464" y="435775"/>
                  </a:moveTo>
                  <a:lnTo>
                    <a:pt x="185135" y="436527"/>
                  </a:lnTo>
                  <a:lnTo>
                    <a:pt x="225680" y="412035"/>
                  </a:lnTo>
                  <a:close/>
                  <a:moveTo>
                    <a:pt x="185135" y="436527"/>
                  </a:moveTo>
                  <a:lnTo>
                    <a:pt x="230947" y="487666"/>
                  </a:lnTo>
                  <a:lnTo>
                    <a:pt x="225680" y="412035"/>
                  </a:lnTo>
                  <a:close/>
                  <a:moveTo>
                    <a:pt x="225680" y="412035"/>
                  </a:moveTo>
                  <a:lnTo>
                    <a:pt x="230947" y="487666"/>
                  </a:lnTo>
                  <a:lnTo>
                    <a:pt x="267116" y="433464"/>
                  </a:lnTo>
                  <a:close/>
                  <a:moveTo>
                    <a:pt x="250290" y="483798"/>
                  </a:moveTo>
                  <a:lnTo>
                    <a:pt x="306243" y="476292"/>
                  </a:lnTo>
                  <a:lnTo>
                    <a:pt x="267116" y="433464"/>
                  </a:lnTo>
                  <a:close/>
                  <a:moveTo>
                    <a:pt x="185464" y="435775"/>
                  </a:moveTo>
                  <a:lnTo>
                    <a:pt x="183675" y="431069"/>
                  </a:lnTo>
                  <a:lnTo>
                    <a:pt x="184343" y="436129"/>
                  </a:lnTo>
                  <a:close/>
                  <a:moveTo>
                    <a:pt x="183675" y="431069"/>
                  </a:moveTo>
                  <a:lnTo>
                    <a:pt x="185464" y="435775"/>
                  </a:lnTo>
                  <a:lnTo>
                    <a:pt x="225680" y="412035"/>
                  </a:lnTo>
                  <a:close/>
                  <a:moveTo>
                    <a:pt x="1151843" y="1418673"/>
                  </a:moveTo>
                  <a:lnTo>
                    <a:pt x="1127029" y="1442767"/>
                  </a:lnTo>
                  <a:lnTo>
                    <a:pt x="1157094" y="1470210"/>
                  </a:lnTo>
                  <a:close/>
                  <a:moveTo>
                    <a:pt x="1093394" y="1383527"/>
                  </a:moveTo>
                  <a:lnTo>
                    <a:pt x="1086614" y="1401310"/>
                  </a:lnTo>
                  <a:lnTo>
                    <a:pt x="1152085" y="1367137"/>
                  </a:lnTo>
                  <a:close/>
                  <a:moveTo>
                    <a:pt x="1152085" y="1367137"/>
                  </a:moveTo>
                  <a:lnTo>
                    <a:pt x="1086614" y="1401310"/>
                  </a:lnTo>
                  <a:lnTo>
                    <a:pt x="1127029" y="1442767"/>
                  </a:lnTo>
                  <a:close/>
                  <a:moveTo>
                    <a:pt x="1152085" y="1367137"/>
                  </a:moveTo>
                  <a:lnTo>
                    <a:pt x="1127029" y="1442767"/>
                  </a:lnTo>
                  <a:lnTo>
                    <a:pt x="1151843" y="1418673"/>
                  </a:lnTo>
                  <a:close/>
                  <a:moveTo>
                    <a:pt x="1093394" y="1383527"/>
                  </a:moveTo>
                  <a:lnTo>
                    <a:pt x="1152085" y="1367137"/>
                  </a:lnTo>
                  <a:lnTo>
                    <a:pt x="1110434" y="1355468"/>
                  </a:lnTo>
                  <a:close/>
                  <a:moveTo>
                    <a:pt x="772168" y="1006380"/>
                  </a:moveTo>
                  <a:lnTo>
                    <a:pt x="706007" y="968629"/>
                  </a:lnTo>
                  <a:lnTo>
                    <a:pt x="737740" y="978937"/>
                  </a:lnTo>
                  <a:close/>
                  <a:moveTo>
                    <a:pt x="772168" y="1006380"/>
                  </a:moveTo>
                  <a:lnTo>
                    <a:pt x="737740" y="978937"/>
                  </a:lnTo>
                  <a:lnTo>
                    <a:pt x="735960" y="1030474"/>
                  </a:lnTo>
                  <a:close/>
                  <a:moveTo>
                    <a:pt x="575224" y="824328"/>
                  </a:moveTo>
                  <a:lnTo>
                    <a:pt x="614108" y="857425"/>
                  </a:lnTo>
                  <a:lnTo>
                    <a:pt x="632388" y="802269"/>
                  </a:lnTo>
                  <a:close/>
                  <a:moveTo>
                    <a:pt x="637131" y="800234"/>
                  </a:moveTo>
                  <a:lnTo>
                    <a:pt x="632388" y="802269"/>
                  </a:lnTo>
                  <a:lnTo>
                    <a:pt x="614108" y="857425"/>
                  </a:lnTo>
                  <a:close/>
                  <a:moveTo>
                    <a:pt x="1110434" y="1355468"/>
                  </a:moveTo>
                  <a:lnTo>
                    <a:pt x="1152085" y="1367137"/>
                  </a:lnTo>
                  <a:lnTo>
                    <a:pt x="1133746" y="1291506"/>
                  </a:lnTo>
                  <a:close/>
                  <a:moveTo>
                    <a:pt x="1082631" y="1204049"/>
                  </a:moveTo>
                  <a:lnTo>
                    <a:pt x="1040196" y="1212527"/>
                  </a:lnTo>
                  <a:lnTo>
                    <a:pt x="1111150" y="1223247"/>
                  </a:lnTo>
                  <a:close/>
                  <a:moveTo>
                    <a:pt x="1040196" y="1212527"/>
                  </a:moveTo>
                  <a:lnTo>
                    <a:pt x="1026076" y="1214746"/>
                  </a:lnTo>
                  <a:lnTo>
                    <a:pt x="1111150" y="1223247"/>
                  </a:lnTo>
                  <a:close/>
                  <a:moveTo>
                    <a:pt x="1111150" y="1223247"/>
                  </a:moveTo>
                  <a:lnTo>
                    <a:pt x="1082414" y="1212527"/>
                  </a:lnTo>
                  <a:lnTo>
                    <a:pt x="1082631" y="1204049"/>
                  </a:lnTo>
                  <a:close/>
                  <a:moveTo>
                    <a:pt x="195934" y="113549"/>
                  </a:moveTo>
                  <a:lnTo>
                    <a:pt x="209828" y="124151"/>
                  </a:lnTo>
                  <a:lnTo>
                    <a:pt x="185482" y="106165"/>
                  </a:lnTo>
                  <a:close/>
                  <a:moveTo>
                    <a:pt x="209828" y="124151"/>
                  </a:moveTo>
                  <a:lnTo>
                    <a:pt x="195934" y="113549"/>
                  </a:lnTo>
                  <a:lnTo>
                    <a:pt x="228786" y="155252"/>
                  </a:lnTo>
                  <a:close/>
                  <a:moveTo>
                    <a:pt x="1094662" y="1131524"/>
                  </a:moveTo>
                  <a:lnTo>
                    <a:pt x="1045336" y="1151858"/>
                  </a:lnTo>
                  <a:lnTo>
                    <a:pt x="1092403" y="1153154"/>
                  </a:lnTo>
                  <a:close/>
                  <a:moveTo>
                    <a:pt x="1052006" y="1065478"/>
                  </a:moveTo>
                  <a:lnTo>
                    <a:pt x="1077703" y="1098195"/>
                  </a:lnTo>
                  <a:lnTo>
                    <a:pt x="1072263" y="1085360"/>
                  </a:lnTo>
                  <a:close/>
                  <a:moveTo>
                    <a:pt x="1094662" y="1131524"/>
                  </a:moveTo>
                  <a:lnTo>
                    <a:pt x="1077703" y="1098195"/>
                  </a:lnTo>
                  <a:lnTo>
                    <a:pt x="1052006" y="1065478"/>
                  </a:lnTo>
                  <a:close/>
                  <a:moveTo>
                    <a:pt x="897335" y="812956"/>
                  </a:moveTo>
                  <a:lnTo>
                    <a:pt x="884016" y="803583"/>
                  </a:lnTo>
                  <a:lnTo>
                    <a:pt x="892039" y="868593"/>
                  </a:lnTo>
                  <a:close/>
                  <a:moveTo>
                    <a:pt x="892039" y="868593"/>
                  </a:moveTo>
                  <a:lnTo>
                    <a:pt x="834589" y="814573"/>
                  </a:lnTo>
                  <a:lnTo>
                    <a:pt x="859158" y="857342"/>
                  </a:lnTo>
                  <a:close/>
                  <a:moveTo>
                    <a:pt x="892039" y="868593"/>
                  </a:moveTo>
                  <a:lnTo>
                    <a:pt x="940729" y="866991"/>
                  </a:lnTo>
                  <a:lnTo>
                    <a:pt x="897335" y="812956"/>
                  </a:lnTo>
                  <a:close/>
                  <a:moveTo>
                    <a:pt x="940729" y="866991"/>
                  </a:moveTo>
                  <a:lnTo>
                    <a:pt x="949349" y="832752"/>
                  </a:lnTo>
                  <a:lnTo>
                    <a:pt x="897335" y="812956"/>
                  </a:lnTo>
                  <a:close/>
                  <a:moveTo>
                    <a:pt x="780426" y="820625"/>
                  </a:moveTo>
                  <a:lnTo>
                    <a:pt x="827924" y="757249"/>
                  </a:lnTo>
                  <a:lnTo>
                    <a:pt x="776181" y="761333"/>
                  </a:lnTo>
                  <a:close/>
                  <a:moveTo>
                    <a:pt x="1252598" y="1141833"/>
                  </a:moveTo>
                  <a:lnTo>
                    <a:pt x="1260639" y="1110535"/>
                  </a:lnTo>
                  <a:lnTo>
                    <a:pt x="1223438" y="1102797"/>
                  </a:lnTo>
                  <a:close/>
                  <a:moveTo>
                    <a:pt x="1056824" y="958193"/>
                  </a:moveTo>
                  <a:lnTo>
                    <a:pt x="1049055" y="895962"/>
                  </a:lnTo>
                  <a:lnTo>
                    <a:pt x="1063886" y="882562"/>
                  </a:lnTo>
                  <a:close/>
                  <a:moveTo>
                    <a:pt x="1056824" y="958193"/>
                  </a:moveTo>
                  <a:lnTo>
                    <a:pt x="1063886" y="882562"/>
                  </a:lnTo>
                  <a:lnTo>
                    <a:pt x="1018148" y="906656"/>
                  </a:lnTo>
                  <a:close/>
                  <a:moveTo>
                    <a:pt x="955538" y="792208"/>
                  </a:moveTo>
                  <a:lnTo>
                    <a:pt x="897335" y="812956"/>
                  </a:lnTo>
                  <a:lnTo>
                    <a:pt x="949349" y="832752"/>
                  </a:lnTo>
                  <a:close/>
                  <a:moveTo>
                    <a:pt x="955538" y="792208"/>
                  </a:moveTo>
                  <a:lnTo>
                    <a:pt x="1002871" y="791709"/>
                  </a:lnTo>
                  <a:lnTo>
                    <a:pt x="961379" y="742831"/>
                  </a:lnTo>
                  <a:close/>
                  <a:moveTo>
                    <a:pt x="1275839" y="1185681"/>
                  </a:moveTo>
                  <a:lnTo>
                    <a:pt x="1318937" y="1188625"/>
                  </a:lnTo>
                  <a:lnTo>
                    <a:pt x="1309229" y="1170002"/>
                  </a:lnTo>
                  <a:close/>
                  <a:moveTo>
                    <a:pt x="1166773" y="851836"/>
                  </a:moveTo>
                  <a:lnTo>
                    <a:pt x="1131658" y="855446"/>
                  </a:lnTo>
                  <a:lnTo>
                    <a:pt x="1085376" y="857080"/>
                  </a:lnTo>
                  <a:close/>
                  <a:moveTo>
                    <a:pt x="1024601" y="711300"/>
                  </a:moveTo>
                  <a:lnTo>
                    <a:pt x="961379" y="742831"/>
                  </a:lnTo>
                  <a:lnTo>
                    <a:pt x="1011763" y="756532"/>
                  </a:lnTo>
                  <a:close/>
                  <a:moveTo>
                    <a:pt x="1024601" y="711300"/>
                  </a:moveTo>
                  <a:lnTo>
                    <a:pt x="1029262" y="687058"/>
                  </a:lnTo>
                  <a:lnTo>
                    <a:pt x="978963" y="673674"/>
                  </a:lnTo>
                  <a:close/>
                  <a:moveTo>
                    <a:pt x="1056089" y="703858"/>
                  </a:moveTo>
                  <a:lnTo>
                    <a:pt x="1024601" y="711300"/>
                  </a:lnTo>
                  <a:lnTo>
                    <a:pt x="1011763" y="756532"/>
                  </a:lnTo>
                  <a:close/>
                  <a:moveTo>
                    <a:pt x="1024601" y="711300"/>
                  </a:moveTo>
                  <a:lnTo>
                    <a:pt x="1056089" y="703858"/>
                  </a:lnTo>
                  <a:lnTo>
                    <a:pt x="1029262" y="687058"/>
                  </a:lnTo>
                  <a:close/>
                  <a:moveTo>
                    <a:pt x="885693" y="676416"/>
                  </a:moveTo>
                  <a:lnTo>
                    <a:pt x="902618" y="671763"/>
                  </a:lnTo>
                  <a:lnTo>
                    <a:pt x="886314" y="600785"/>
                  </a:lnTo>
                  <a:close/>
                  <a:moveTo>
                    <a:pt x="868293" y="624879"/>
                  </a:moveTo>
                  <a:lnTo>
                    <a:pt x="885693" y="676416"/>
                  </a:lnTo>
                  <a:lnTo>
                    <a:pt x="886314" y="600785"/>
                  </a:lnTo>
                  <a:close/>
                  <a:moveTo>
                    <a:pt x="902618" y="671763"/>
                  </a:moveTo>
                  <a:lnTo>
                    <a:pt x="954657" y="652322"/>
                  </a:lnTo>
                  <a:lnTo>
                    <a:pt x="915896" y="612557"/>
                  </a:lnTo>
                  <a:close/>
                  <a:moveTo>
                    <a:pt x="827107" y="573342"/>
                  </a:moveTo>
                  <a:lnTo>
                    <a:pt x="868293" y="624879"/>
                  </a:lnTo>
                  <a:lnTo>
                    <a:pt x="886314" y="600785"/>
                  </a:lnTo>
                  <a:close/>
                  <a:moveTo>
                    <a:pt x="827107" y="573342"/>
                  </a:moveTo>
                  <a:lnTo>
                    <a:pt x="886314" y="600785"/>
                  </a:lnTo>
                  <a:lnTo>
                    <a:pt x="865381" y="549248"/>
                  </a:lnTo>
                  <a:close/>
                  <a:moveTo>
                    <a:pt x="1081541" y="755395"/>
                  </a:moveTo>
                  <a:lnTo>
                    <a:pt x="1072054" y="679764"/>
                  </a:lnTo>
                  <a:lnTo>
                    <a:pt x="1056089" y="703858"/>
                  </a:lnTo>
                  <a:close/>
                  <a:moveTo>
                    <a:pt x="989430" y="639169"/>
                  </a:moveTo>
                  <a:lnTo>
                    <a:pt x="1030945" y="580658"/>
                  </a:lnTo>
                  <a:lnTo>
                    <a:pt x="986849" y="578525"/>
                  </a:lnTo>
                  <a:close/>
                  <a:moveTo>
                    <a:pt x="1067520" y="588905"/>
                  </a:moveTo>
                  <a:lnTo>
                    <a:pt x="1030945" y="580658"/>
                  </a:lnTo>
                  <a:lnTo>
                    <a:pt x="1091159" y="608905"/>
                  </a:lnTo>
                  <a:close/>
                  <a:moveTo>
                    <a:pt x="1030945" y="580658"/>
                  </a:moveTo>
                  <a:lnTo>
                    <a:pt x="1040251" y="593243"/>
                  </a:lnTo>
                  <a:lnTo>
                    <a:pt x="1091159" y="608905"/>
                  </a:lnTo>
                  <a:close/>
                  <a:moveTo>
                    <a:pt x="970159" y="505857"/>
                  </a:moveTo>
                  <a:lnTo>
                    <a:pt x="994581" y="525155"/>
                  </a:lnTo>
                  <a:lnTo>
                    <a:pt x="949989" y="483006"/>
                  </a:lnTo>
                  <a:close/>
                  <a:moveTo>
                    <a:pt x="1102665" y="623075"/>
                  </a:moveTo>
                  <a:lnTo>
                    <a:pt x="1124921" y="628228"/>
                  </a:lnTo>
                  <a:lnTo>
                    <a:pt x="1091159" y="608905"/>
                  </a:lnTo>
                  <a:close/>
                  <a:moveTo>
                    <a:pt x="984421" y="517756"/>
                  </a:moveTo>
                  <a:lnTo>
                    <a:pt x="994581" y="525155"/>
                  </a:lnTo>
                  <a:lnTo>
                    <a:pt x="970159" y="505857"/>
                  </a:lnTo>
                  <a:close/>
                  <a:moveTo>
                    <a:pt x="687527" y="112862"/>
                  </a:moveTo>
                  <a:lnTo>
                    <a:pt x="686220" y="142966"/>
                  </a:lnTo>
                  <a:lnTo>
                    <a:pt x="687431" y="105331"/>
                  </a:lnTo>
                  <a:close/>
                  <a:moveTo>
                    <a:pt x="987256" y="165083"/>
                  </a:moveTo>
                  <a:lnTo>
                    <a:pt x="1009604" y="158807"/>
                  </a:lnTo>
                  <a:lnTo>
                    <a:pt x="1004568" y="190033"/>
                  </a:lnTo>
                  <a:close/>
                  <a:moveTo>
                    <a:pt x="1034690" y="16486"/>
                  </a:moveTo>
                  <a:lnTo>
                    <a:pt x="1120080" y="42536"/>
                  </a:lnTo>
                  <a:lnTo>
                    <a:pt x="1090598" y="5457"/>
                  </a:lnTo>
                  <a:close/>
                  <a:moveTo>
                    <a:pt x="1120971" y="43929"/>
                  </a:moveTo>
                  <a:lnTo>
                    <a:pt x="1090598" y="5457"/>
                  </a:lnTo>
                  <a:lnTo>
                    <a:pt x="1120080" y="42536"/>
                  </a:lnTo>
                  <a:close/>
                  <a:moveTo>
                    <a:pt x="1090598" y="5457"/>
                  </a:moveTo>
                  <a:lnTo>
                    <a:pt x="1072623" y="0"/>
                  </a:lnTo>
                  <a:lnTo>
                    <a:pt x="1034690" y="16486"/>
                  </a:lnTo>
                  <a:close/>
                  <a:moveTo>
                    <a:pt x="1120080" y="42536"/>
                  </a:moveTo>
                  <a:lnTo>
                    <a:pt x="1119340" y="43929"/>
                  </a:lnTo>
                  <a:lnTo>
                    <a:pt x="1121049" y="43444"/>
                  </a:lnTo>
                  <a:close/>
                  <a:moveTo>
                    <a:pt x="1121049" y="43444"/>
                  </a:moveTo>
                  <a:lnTo>
                    <a:pt x="1120971" y="43929"/>
                  </a:lnTo>
                  <a:lnTo>
                    <a:pt x="1120080" y="42536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60" name="Output_density__4259">
              <a:extLst>
                <a:ext uri="{FF2B5EF4-FFF2-40B4-BE49-F238E27FC236}">
                  <a16:creationId xmlns:a16="http://schemas.microsoft.com/office/drawing/2014/main" id="{A47027F3-B111-71EF-DFFF-AD8B7020CB3D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354120"/>
              <a:ext cx="1313322" cy="2155144"/>
            </a:xfrm>
            <a:custGeom>
              <a:avLst/>
              <a:gdLst/>
              <a:ahLst/>
              <a:cxnLst/>
              <a:rect l="0" t="0" r="0" b="0"/>
              <a:pathLst>
                <a:path w="1313322" h="2155144">
                  <a:moveTo>
                    <a:pt x="267726" y="2103607"/>
                  </a:moveTo>
                  <a:lnTo>
                    <a:pt x="327239" y="2145150"/>
                  </a:lnTo>
                  <a:lnTo>
                    <a:pt x="325231" y="2084040"/>
                  </a:lnTo>
                  <a:close/>
                  <a:moveTo>
                    <a:pt x="267726" y="2103607"/>
                  </a:moveTo>
                  <a:lnTo>
                    <a:pt x="298116" y="2155144"/>
                  </a:lnTo>
                  <a:lnTo>
                    <a:pt x="327239" y="2145150"/>
                  </a:lnTo>
                  <a:close/>
                  <a:moveTo>
                    <a:pt x="361811" y="1876716"/>
                  </a:moveTo>
                  <a:lnTo>
                    <a:pt x="345579" y="1952346"/>
                  </a:lnTo>
                  <a:lnTo>
                    <a:pt x="397356" y="1928252"/>
                  </a:lnTo>
                  <a:close/>
                  <a:moveTo>
                    <a:pt x="425023" y="1915407"/>
                  </a:moveTo>
                  <a:lnTo>
                    <a:pt x="413731" y="1945105"/>
                  </a:lnTo>
                  <a:lnTo>
                    <a:pt x="449295" y="1904158"/>
                  </a:lnTo>
                  <a:close/>
                  <a:moveTo>
                    <a:pt x="397356" y="1928252"/>
                  </a:moveTo>
                  <a:lnTo>
                    <a:pt x="413731" y="1945105"/>
                  </a:lnTo>
                  <a:lnTo>
                    <a:pt x="425023" y="1915407"/>
                  </a:lnTo>
                  <a:close/>
                  <a:moveTo>
                    <a:pt x="361811" y="1876716"/>
                  </a:moveTo>
                  <a:lnTo>
                    <a:pt x="397356" y="1928252"/>
                  </a:lnTo>
                  <a:lnTo>
                    <a:pt x="425023" y="1915407"/>
                  </a:lnTo>
                  <a:close/>
                  <a:moveTo>
                    <a:pt x="449295" y="1904158"/>
                  </a:moveTo>
                  <a:lnTo>
                    <a:pt x="426184" y="1852622"/>
                  </a:lnTo>
                  <a:lnTo>
                    <a:pt x="425023" y="1915407"/>
                  </a:lnTo>
                  <a:close/>
                  <a:moveTo>
                    <a:pt x="312186" y="1722106"/>
                  </a:moveTo>
                  <a:lnTo>
                    <a:pt x="379607" y="1749549"/>
                  </a:lnTo>
                  <a:lnTo>
                    <a:pt x="346952" y="1698012"/>
                  </a:lnTo>
                  <a:close/>
                  <a:moveTo>
                    <a:pt x="486077" y="1778268"/>
                  </a:moveTo>
                  <a:lnTo>
                    <a:pt x="491454" y="1776991"/>
                  </a:lnTo>
                  <a:lnTo>
                    <a:pt x="521733" y="1729755"/>
                  </a:lnTo>
                  <a:close/>
                  <a:moveTo>
                    <a:pt x="562148" y="1817149"/>
                  </a:moveTo>
                  <a:lnTo>
                    <a:pt x="554254" y="1760824"/>
                  </a:lnTo>
                  <a:lnTo>
                    <a:pt x="502269" y="1827848"/>
                  </a:lnTo>
                  <a:close/>
                  <a:moveTo>
                    <a:pt x="521733" y="1729755"/>
                  </a:moveTo>
                  <a:lnTo>
                    <a:pt x="491454" y="1776991"/>
                  </a:lnTo>
                  <a:lnTo>
                    <a:pt x="554254" y="1760824"/>
                  </a:lnTo>
                  <a:close/>
                  <a:moveTo>
                    <a:pt x="185942" y="1347672"/>
                  </a:moveTo>
                  <a:lnTo>
                    <a:pt x="211514" y="1347611"/>
                  </a:lnTo>
                  <a:lnTo>
                    <a:pt x="199651" y="1313162"/>
                  </a:lnTo>
                  <a:close/>
                  <a:moveTo>
                    <a:pt x="199651" y="1313162"/>
                  </a:moveTo>
                  <a:lnTo>
                    <a:pt x="234582" y="1340604"/>
                  </a:lnTo>
                  <a:lnTo>
                    <a:pt x="236722" y="1289068"/>
                  </a:lnTo>
                  <a:close/>
                  <a:moveTo>
                    <a:pt x="234582" y="1340604"/>
                  </a:moveTo>
                  <a:lnTo>
                    <a:pt x="255492" y="1264974"/>
                  </a:lnTo>
                  <a:lnTo>
                    <a:pt x="236722" y="1289068"/>
                  </a:lnTo>
                  <a:close/>
                  <a:moveTo>
                    <a:pt x="0" y="979848"/>
                  </a:moveTo>
                  <a:lnTo>
                    <a:pt x="26548" y="1031385"/>
                  </a:lnTo>
                  <a:lnTo>
                    <a:pt x="55162" y="1007291"/>
                  </a:lnTo>
                  <a:close/>
                  <a:moveTo>
                    <a:pt x="846402" y="1680615"/>
                  </a:moveTo>
                  <a:lnTo>
                    <a:pt x="847184" y="1708258"/>
                  </a:lnTo>
                  <a:lnTo>
                    <a:pt x="854243" y="1668867"/>
                  </a:lnTo>
                  <a:close/>
                  <a:moveTo>
                    <a:pt x="846402" y="1680615"/>
                  </a:moveTo>
                  <a:lnTo>
                    <a:pt x="874316" y="1604985"/>
                  </a:lnTo>
                  <a:lnTo>
                    <a:pt x="831843" y="1629079"/>
                  </a:lnTo>
                  <a:close/>
                  <a:moveTo>
                    <a:pt x="831843" y="1629079"/>
                  </a:moveTo>
                  <a:lnTo>
                    <a:pt x="874316" y="1604985"/>
                  </a:lnTo>
                  <a:lnTo>
                    <a:pt x="823411" y="1619374"/>
                  </a:lnTo>
                  <a:close/>
                  <a:moveTo>
                    <a:pt x="874316" y="1604985"/>
                  </a:moveTo>
                  <a:lnTo>
                    <a:pt x="845609" y="1567467"/>
                  </a:lnTo>
                  <a:lnTo>
                    <a:pt x="823411" y="1619374"/>
                  </a:lnTo>
                  <a:close/>
                  <a:moveTo>
                    <a:pt x="836244" y="1553449"/>
                  </a:moveTo>
                  <a:lnTo>
                    <a:pt x="823411" y="1619374"/>
                  </a:lnTo>
                  <a:lnTo>
                    <a:pt x="845609" y="1567467"/>
                  </a:lnTo>
                  <a:close/>
                  <a:moveTo>
                    <a:pt x="836244" y="1553449"/>
                  </a:moveTo>
                  <a:lnTo>
                    <a:pt x="795859" y="1577542"/>
                  </a:lnTo>
                  <a:lnTo>
                    <a:pt x="823411" y="1619374"/>
                  </a:lnTo>
                  <a:close/>
                  <a:moveTo>
                    <a:pt x="766015" y="1526006"/>
                  </a:moveTo>
                  <a:lnTo>
                    <a:pt x="795859" y="1577542"/>
                  </a:lnTo>
                  <a:lnTo>
                    <a:pt x="836244" y="1553449"/>
                  </a:lnTo>
                  <a:close/>
                  <a:moveTo>
                    <a:pt x="748636" y="1450375"/>
                  </a:moveTo>
                  <a:lnTo>
                    <a:pt x="743272" y="1494423"/>
                  </a:lnTo>
                  <a:lnTo>
                    <a:pt x="780800" y="1499833"/>
                  </a:lnTo>
                  <a:close/>
                  <a:moveTo>
                    <a:pt x="748636" y="1450375"/>
                  </a:moveTo>
                  <a:lnTo>
                    <a:pt x="728370" y="1474469"/>
                  </a:lnTo>
                  <a:lnTo>
                    <a:pt x="743272" y="1494423"/>
                  </a:lnTo>
                  <a:close/>
                  <a:moveTo>
                    <a:pt x="711895" y="1422933"/>
                  </a:moveTo>
                  <a:lnTo>
                    <a:pt x="728370" y="1474469"/>
                  </a:lnTo>
                  <a:lnTo>
                    <a:pt x="748636" y="1450375"/>
                  </a:lnTo>
                  <a:close/>
                  <a:moveTo>
                    <a:pt x="396826" y="1059930"/>
                  </a:moveTo>
                  <a:lnTo>
                    <a:pt x="416765" y="1012152"/>
                  </a:lnTo>
                  <a:lnTo>
                    <a:pt x="395849" y="1062176"/>
                  </a:lnTo>
                  <a:close/>
                  <a:moveTo>
                    <a:pt x="395849" y="1062176"/>
                  </a:moveTo>
                  <a:lnTo>
                    <a:pt x="416765" y="1012152"/>
                  </a:lnTo>
                  <a:lnTo>
                    <a:pt x="454795" y="986546"/>
                  </a:lnTo>
                  <a:close/>
                  <a:moveTo>
                    <a:pt x="416765" y="1012152"/>
                  </a:moveTo>
                  <a:lnTo>
                    <a:pt x="396826" y="1059930"/>
                  </a:lnTo>
                  <a:lnTo>
                    <a:pt x="402017" y="1038083"/>
                  </a:lnTo>
                  <a:close/>
                  <a:moveTo>
                    <a:pt x="991929" y="1580891"/>
                  </a:moveTo>
                  <a:lnTo>
                    <a:pt x="987890" y="1615178"/>
                  </a:lnTo>
                  <a:lnTo>
                    <a:pt x="1022564" y="1583228"/>
                  </a:lnTo>
                  <a:close/>
                  <a:moveTo>
                    <a:pt x="1022564" y="1583228"/>
                  </a:moveTo>
                  <a:lnTo>
                    <a:pt x="987890" y="1615178"/>
                  </a:lnTo>
                  <a:lnTo>
                    <a:pt x="990402" y="1634136"/>
                  </a:lnTo>
                  <a:close/>
                  <a:moveTo>
                    <a:pt x="1022564" y="1583228"/>
                  </a:moveTo>
                  <a:lnTo>
                    <a:pt x="990402" y="1634136"/>
                  </a:lnTo>
                  <a:lnTo>
                    <a:pt x="1036944" y="1634280"/>
                  </a:lnTo>
                  <a:close/>
                  <a:moveTo>
                    <a:pt x="1036944" y="1634280"/>
                  </a:moveTo>
                  <a:lnTo>
                    <a:pt x="990402" y="1634136"/>
                  </a:lnTo>
                  <a:lnTo>
                    <a:pt x="1041949" y="1642620"/>
                  </a:lnTo>
                  <a:close/>
                  <a:moveTo>
                    <a:pt x="836244" y="1553449"/>
                  </a:moveTo>
                  <a:lnTo>
                    <a:pt x="845609" y="1567467"/>
                  </a:lnTo>
                  <a:lnTo>
                    <a:pt x="847740" y="1548668"/>
                  </a:lnTo>
                  <a:close/>
                  <a:moveTo>
                    <a:pt x="825973" y="1359153"/>
                  </a:moveTo>
                  <a:lnTo>
                    <a:pt x="773600" y="1382731"/>
                  </a:lnTo>
                  <a:lnTo>
                    <a:pt x="796878" y="1374745"/>
                  </a:lnTo>
                  <a:close/>
                  <a:moveTo>
                    <a:pt x="749591" y="1383150"/>
                  </a:moveTo>
                  <a:lnTo>
                    <a:pt x="773600" y="1382731"/>
                  </a:lnTo>
                  <a:lnTo>
                    <a:pt x="825973" y="1359153"/>
                  </a:lnTo>
                  <a:close/>
                  <a:moveTo>
                    <a:pt x="377065" y="863720"/>
                  </a:moveTo>
                  <a:lnTo>
                    <a:pt x="361299" y="883473"/>
                  </a:lnTo>
                  <a:lnTo>
                    <a:pt x="362366" y="848542"/>
                  </a:lnTo>
                  <a:close/>
                  <a:moveTo>
                    <a:pt x="177944" y="643272"/>
                  </a:moveTo>
                  <a:lnTo>
                    <a:pt x="151827" y="677326"/>
                  </a:lnTo>
                  <a:lnTo>
                    <a:pt x="212349" y="637004"/>
                  </a:lnTo>
                  <a:close/>
                  <a:moveTo>
                    <a:pt x="177944" y="643272"/>
                  </a:moveTo>
                  <a:lnTo>
                    <a:pt x="212349" y="637004"/>
                  </a:lnTo>
                  <a:lnTo>
                    <a:pt x="187025" y="625790"/>
                  </a:lnTo>
                  <a:close/>
                  <a:moveTo>
                    <a:pt x="212349" y="637004"/>
                  </a:moveTo>
                  <a:lnTo>
                    <a:pt x="235039" y="601696"/>
                  </a:lnTo>
                  <a:lnTo>
                    <a:pt x="187025" y="625790"/>
                  </a:lnTo>
                  <a:close/>
                  <a:moveTo>
                    <a:pt x="189227" y="550557"/>
                  </a:moveTo>
                  <a:lnTo>
                    <a:pt x="188773" y="550442"/>
                  </a:lnTo>
                  <a:lnTo>
                    <a:pt x="235039" y="601696"/>
                  </a:lnTo>
                  <a:close/>
                  <a:moveTo>
                    <a:pt x="740053" y="1144504"/>
                  </a:moveTo>
                  <a:lnTo>
                    <a:pt x="726235" y="1168599"/>
                  </a:lnTo>
                  <a:lnTo>
                    <a:pt x="735026" y="1196041"/>
                  </a:lnTo>
                  <a:close/>
                  <a:moveTo>
                    <a:pt x="275535" y="643374"/>
                  </a:moveTo>
                  <a:lnTo>
                    <a:pt x="310335" y="590322"/>
                  </a:lnTo>
                  <a:lnTo>
                    <a:pt x="254383" y="597828"/>
                  </a:lnTo>
                  <a:close/>
                  <a:moveTo>
                    <a:pt x="321750" y="643784"/>
                  </a:moveTo>
                  <a:lnTo>
                    <a:pt x="275535" y="643374"/>
                  </a:lnTo>
                  <a:lnTo>
                    <a:pt x="345676" y="651240"/>
                  </a:lnTo>
                  <a:close/>
                  <a:moveTo>
                    <a:pt x="271208" y="547494"/>
                  </a:moveTo>
                  <a:lnTo>
                    <a:pt x="235039" y="601696"/>
                  </a:lnTo>
                  <a:lnTo>
                    <a:pt x="254383" y="597828"/>
                  </a:lnTo>
                  <a:close/>
                  <a:moveTo>
                    <a:pt x="389268" y="605044"/>
                  </a:moveTo>
                  <a:lnTo>
                    <a:pt x="393322" y="623579"/>
                  </a:lnTo>
                  <a:lnTo>
                    <a:pt x="379359" y="642276"/>
                  </a:lnTo>
                  <a:close/>
                  <a:moveTo>
                    <a:pt x="379359" y="642276"/>
                  </a:moveTo>
                  <a:lnTo>
                    <a:pt x="389121" y="638998"/>
                  </a:lnTo>
                  <a:lnTo>
                    <a:pt x="345676" y="651240"/>
                  </a:lnTo>
                  <a:close/>
                  <a:moveTo>
                    <a:pt x="1156178" y="1481167"/>
                  </a:moveTo>
                  <a:lnTo>
                    <a:pt x="1197277" y="1517154"/>
                  </a:lnTo>
                  <a:lnTo>
                    <a:pt x="1168545" y="1477770"/>
                  </a:lnTo>
                  <a:close/>
                  <a:moveTo>
                    <a:pt x="1213096" y="1488680"/>
                  </a:moveTo>
                  <a:lnTo>
                    <a:pt x="1211024" y="1457073"/>
                  </a:lnTo>
                  <a:lnTo>
                    <a:pt x="1215127" y="1477881"/>
                  </a:lnTo>
                  <a:close/>
                  <a:moveTo>
                    <a:pt x="1213096" y="1488680"/>
                  </a:moveTo>
                  <a:lnTo>
                    <a:pt x="1181810" y="1481167"/>
                  </a:lnTo>
                  <a:lnTo>
                    <a:pt x="1168545" y="1477770"/>
                  </a:lnTo>
                  <a:close/>
                  <a:moveTo>
                    <a:pt x="1137838" y="1405536"/>
                  </a:moveTo>
                  <a:lnTo>
                    <a:pt x="1156178" y="1481167"/>
                  </a:lnTo>
                  <a:lnTo>
                    <a:pt x="1187926" y="1434352"/>
                  </a:lnTo>
                  <a:close/>
                  <a:moveTo>
                    <a:pt x="1187926" y="1434352"/>
                  </a:moveTo>
                  <a:lnTo>
                    <a:pt x="1156178" y="1481167"/>
                  </a:lnTo>
                  <a:lnTo>
                    <a:pt x="1168545" y="1477770"/>
                  </a:lnTo>
                  <a:close/>
                  <a:moveTo>
                    <a:pt x="1115242" y="1337277"/>
                  </a:moveTo>
                  <a:lnTo>
                    <a:pt x="1030168" y="1328776"/>
                  </a:lnTo>
                  <a:lnTo>
                    <a:pt x="1107588" y="1353999"/>
                  </a:lnTo>
                  <a:close/>
                  <a:moveTo>
                    <a:pt x="1107588" y="1353999"/>
                  </a:moveTo>
                  <a:lnTo>
                    <a:pt x="1030168" y="1328776"/>
                  </a:lnTo>
                  <a:lnTo>
                    <a:pt x="1067125" y="1358772"/>
                  </a:lnTo>
                  <a:close/>
                  <a:moveTo>
                    <a:pt x="940147" y="1147853"/>
                  </a:moveTo>
                  <a:lnTo>
                    <a:pt x="946887" y="1167570"/>
                  </a:lnTo>
                  <a:lnTo>
                    <a:pt x="929595" y="1167202"/>
                  </a:lnTo>
                  <a:close/>
                  <a:moveTo>
                    <a:pt x="946887" y="1167570"/>
                  </a:moveTo>
                  <a:lnTo>
                    <a:pt x="945534" y="1187018"/>
                  </a:lnTo>
                  <a:lnTo>
                    <a:pt x="929595" y="1167202"/>
                  </a:lnTo>
                  <a:close/>
                  <a:moveTo>
                    <a:pt x="1011779" y="1125121"/>
                  </a:moveTo>
                  <a:lnTo>
                    <a:pt x="946887" y="1167570"/>
                  </a:lnTo>
                  <a:lnTo>
                    <a:pt x="963611" y="1119706"/>
                  </a:lnTo>
                  <a:close/>
                  <a:moveTo>
                    <a:pt x="409770" y="581301"/>
                  </a:moveTo>
                  <a:lnTo>
                    <a:pt x="444774" y="577275"/>
                  </a:lnTo>
                  <a:lnTo>
                    <a:pt x="432690" y="553508"/>
                  </a:lnTo>
                  <a:close/>
                  <a:moveTo>
                    <a:pt x="444774" y="577275"/>
                  </a:moveTo>
                  <a:lnTo>
                    <a:pt x="447651" y="529414"/>
                  </a:lnTo>
                  <a:lnTo>
                    <a:pt x="432690" y="553508"/>
                  </a:lnTo>
                  <a:close/>
                  <a:moveTo>
                    <a:pt x="205675" y="207353"/>
                  </a:moveTo>
                  <a:lnTo>
                    <a:pt x="200026" y="227579"/>
                  </a:lnTo>
                  <a:lnTo>
                    <a:pt x="189575" y="220195"/>
                  </a:lnTo>
                  <a:close/>
                  <a:moveTo>
                    <a:pt x="200026" y="227579"/>
                  </a:moveTo>
                  <a:lnTo>
                    <a:pt x="205675" y="207353"/>
                  </a:lnTo>
                  <a:lnTo>
                    <a:pt x="199538" y="244288"/>
                  </a:lnTo>
                  <a:close/>
                  <a:moveTo>
                    <a:pt x="199538" y="244288"/>
                  </a:moveTo>
                  <a:lnTo>
                    <a:pt x="205675" y="207353"/>
                  </a:lnTo>
                  <a:lnTo>
                    <a:pt x="214606" y="168658"/>
                  </a:lnTo>
                  <a:close/>
                  <a:moveTo>
                    <a:pt x="963611" y="1119706"/>
                  </a:moveTo>
                  <a:lnTo>
                    <a:pt x="946887" y="1167570"/>
                  </a:lnTo>
                  <a:lnTo>
                    <a:pt x="940147" y="1147853"/>
                  </a:lnTo>
                  <a:close/>
                  <a:moveTo>
                    <a:pt x="1115242" y="1337277"/>
                  </a:moveTo>
                  <a:lnTo>
                    <a:pt x="1124542" y="1350075"/>
                  </a:lnTo>
                  <a:lnTo>
                    <a:pt x="1135430" y="1302463"/>
                  </a:lnTo>
                  <a:close/>
                  <a:moveTo>
                    <a:pt x="1135430" y="1302463"/>
                  </a:moveTo>
                  <a:lnTo>
                    <a:pt x="1124542" y="1350075"/>
                  </a:lnTo>
                  <a:lnTo>
                    <a:pt x="1187434" y="1329906"/>
                  </a:lnTo>
                  <a:close/>
                  <a:moveTo>
                    <a:pt x="1135430" y="1302463"/>
                  </a:moveTo>
                  <a:lnTo>
                    <a:pt x="1187434" y="1329906"/>
                  </a:lnTo>
                  <a:lnTo>
                    <a:pt x="1167644" y="1278369"/>
                  </a:lnTo>
                  <a:close/>
                  <a:moveTo>
                    <a:pt x="1143236" y="1226832"/>
                  </a:moveTo>
                  <a:lnTo>
                    <a:pt x="1096495" y="1267184"/>
                  </a:lnTo>
                  <a:lnTo>
                    <a:pt x="1135430" y="1302463"/>
                  </a:lnTo>
                  <a:close/>
                  <a:moveTo>
                    <a:pt x="1143236" y="1226832"/>
                  </a:moveTo>
                  <a:lnTo>
                    <a:pt x="1135430" y="1302463"/>
                  </a:lnTo>
                  <a:lnTo>
                    <a:pt x="1167644" y="1278369"/>
                  </a:lnTo>
                  <a:close/>
                  <a:moveTo>
                    <a:pt x="896131" y="982623"/>
                  </a:moveTo>
                  <a:lnTo>
                    <a:pt x="888108" y="917613"/>
                  </a:lnTo>
                  <a:lnTo>
                    <a:pt x="838682" y="928603"/>
                  </a:lnTo>
                  <a:close/>
                  <a:moveTo>
                    <a:pt x="784519" y="934655"/>
                  </a:moveTo>
                  <a:lnTo>
                    <a:pt x="838682" y="928603"/>
                  </a:lnTo>
                  <a:lnTo>
                    <a:pt x="832016" y="871279"/>
                  </a:lnTo>
                  <a:close/>
                  <a:moveTo>
                    <a:pt x="888108" y="917613"/>
                  </a:moveTo>
                  <a:lnTo>
                    <a:pt x="855910" y="866076"/>
                  </a:lnTo>
                  <a:lnTo>
                    <a:pt x="838682" y="928603"/>
                  </a:lnTo>
                  <a:close/>
                  <a:moveTo>
                    <a:pt x="855910" y="866076"/>
                  </a:moveTo>
                  <a:lnTo>
                    <a:pt x="832016" y="871279"/>
                  </a:lnTo>
                  <a:lnTo>
                    <a:pt x="838682" y="928603"/>
                  </a:lnTo>
                  <a:close/>
                  <a:moveTo>
                    <a:pt x="832998" y="845819"/>
                  </a:moveTo>
                  <a:lnTo>
                    <a:pt x="798031" y="814540"/>
                  </a:lnTo>
                  <a:lnTo>
                    <a:pt x="832016" y="871279"/>
                  </a:lnTo>
                  <a:close/>
                  <a:moveTo>
                    <a:pt x="832016" y="871279"/>
                  </a:moveTo>
                  <a:lnTo>
                    <a:pt x="798031" y="814540"/>
                  </a:lnTo>
                  <a:lnTo>
                    <a:pt x="765989" y="824234"/>
                  </a:lnTo>
                  <a:close/>
                  <a:moveTo>
                    <a:pt x="832016" y="871279"/>
                  </a:moveTo>
                  <a:lnTo>
                    <a:pt x="765989" y="824234"/>
                  </a:lnTo>
                  <a:lnTo>
                    <a:pt x="780273" y="875363"/>
                  </a:lnTo>
                  <a:close/>
                  <a:moveTo>
                    <a:pt x="832998" y="845819"/>
                  </a:moveTo>
                  <a:lnTo>
                    <a:pt x="832016" y="871279"/>
                  </a:lnTo>
                  <a:lnTo>
                    <a:pt x="855910" y="866076"/>
                  </a:lnTo>
                  <a:close/>
                  <a:moveTo>
                    <a:pt x="504416" y="453783"/>
                  </a:moveTo>
                  <a:lnTo>
                    <a:pt x="531547" y="417450"/>
                  </a:lnTo>
                  <a:lnTo>
                    <a:pt x="491298" y="426341"/>
                  </a:lnTo>
                  <a:close/>
                  <a:moveTo>
                    <a:pt x="480685" y="477877"/>
                  </a:moveTo>
                  <a:lnTo>
                    <a:pt x="504416" y="453783"/>
                  </a:lnTo>
                  <a:lnTo>
                    <a:pt x="491298" y="426341"/>
                  </a:lnTo>
                  <a:close/>
                  <a:moveTo>
                    <a:pt x="232957" y="174456"/>
                  </a:moveTo>
                  <a:lnTo>
                    <a:pt x="205675" y="207353"/>
                  </a:lnTo>
                  <a:lnTo>
                    <a:pt x="189575" y="220195"/>
                  </a:lnTo>
                  <a:close/>
                  <a:moveTo>
                    <a:pt x="205675" y="207353"/>
                  </a:moveTo>
                  <a:lnTo>
                    <a:pt x="232957" y="174456"/>
                  </a:lnTo>
                  <a:lnTo>
                    <a:pt x="214606" y="168658"/>
                  </a:lnTo>
                  <a:close/>
                  <a:moveTo>
                    <a:pt x="232957" y="174456"/>
                  </a:moveTo>
                  <a:lnTo>
                    <a:pt x="263195" y="144564"/>
                  </a:lnTo>
                  <a:lnTo>
                    <a:pt x="214606" y="168658"/>
                  </a:lnTo>
                  <a:close/>
                  <a:moveTo>
                    <a:pt x="270463" y="140008"/>
                  </a:moveTo>
                  <a:lnTo>
                    <a:pt x="214606" y="168658"/>
                  </a:lnTo>
                  <a:lnTo>
                    <a:pt x="263195" y="144564"/>
                  </a:lnTo>
                  <a:close/>
                  <a:moveTo>
                    <a:pt x="270463" y="140008"/>
                  </a:moveTo>
                  <a:lnTo>
                    <a:pt x="235839" y="145453"/>
                  </a:lnTo>
                  <a:lnTo>
                    <a:pt x="214606" y="168658"/>
                  </a:lnTo>
                  <a:close/>
                  <a:moveTo>
                    <a:pt x="1193501" y="1269253"/>
                  </a:moveTo>
                  <a:lnTo>
                    <a:pt x="1256690" y="1255863"/>
                  </a:lnTo>
                  <a:lnTo>
                    <a:pt x="1227530" y="1216827"/>
                  </a:lnTo>
                  <a:close/>
                  <a:moveTo>
                    <a:pt x="1193501" y="1269253"/>
                  </a:moveTo>
                  <a:lnTo>
                    <a:pt x="1227530" y="1216827"/>
                  </a:lnTo>
                  <a:lnTo>
                    <a:pt x="1180951" y="1216712"/>
                  </a:lnTo>
                  <a:close/>
                  <a:moveTo>
                    <a:pt x="1256690" y="1255863"/>
                  </a:moveTo>
                  <a:lnTo>
                    <a:pt x="1261966" y="1266698"/>
                  </a:lnTo>
                  <a:lnTo>
                    <a:pt x="1313322" y="1284032"/>
                  </a:lnTo>
                  <a:close/>
                  <a:moveTo>
                    <a:pt x="1180951" y="1216712"/>
                  </a:moveTo>
                  <a:lnTo>
                    <a:pt x="1202644" y="1179804"/>
                  </a:lnTo>
                  <a:lnTo>
                    <a:pt x="1157894" y="1187166"/>
                  </a:lnTo>
                  <a:close/>
                  <a:moveTo>
                    <a:pt x="1180951" y="1216712"/>
                  </a:moveTo>
                  <a:lnTo>
                    <a:pt x="1227530" y="1216827"/>
                  </a:lnTo>
                  <a:lnTo>
                    <a:pt x="1202644" y="1179804"/>
                  </a:lnTo>
                  <a:close/>
                  <a:moveTo>
                    <a:pt x="888108" y="917613"/>
                  </a:moveTo>
                  <a:lnTo>
                    <a:pt x="901427" y="926986"/>
                  </a:lnTo>
                  <a:lnTo>
                    <a:pt x="901794" y="915276"/>
                  </a:lnTo>
                  <a:close/>
                  <a:moveTo>
                    <a:pt x="855910" y="866076"/>
                  </a:moveTo>
                  <a:lnTo>
                    <a:pt x="901794" y="915276"/>
                  </a:lnTo>
                  <a:lnTo>
                    <a:pt x="895073" y="857997"/>
                  </a:lnTo>
                  <a:close/>
                  <a:moveTo>
                    <a:pt x="855910" y="866076"/>
                  </a:moveTo>
                  <a:lnTo>
                    <a:pt x="888108" y="917613"/>
                  </a:lnTo>
                  <a:lnTo>
                    <a:pt x="901794" y="915276"/>
                  </a:lnTo>
                  <a:close/>
                  <a:moveTo>
                    <a:pt x="959630" y="906238"/>
                  </a:moveTo>
                  <a:lnTo>
                    <a:pt x="901794" y="915276"/>
                  </a:lnTo>
                  <a:lnTo>
                    <a:pt x="901427" y="926986"/>
                  </a:lnTo>
                  <a:close/>
                  <a:moveTo>
                    <a:pt x="965471" y="856861"/>
                  </a:moveTo>
                  <a:lnTo>
                    <a:pt x="949321" y="841982"/>
                  </a:lnTo>
                  <a:lnTo>
                    <a:pt x="959630" y="906238"/>
                  </a:lnTo>
                  <a:close/>
                  <a:moveTo>
                    <a:pt x="959630" y="906238"/>
                  </a:moveTo>
                  <a:lnTo>
                    <a:pt x="949321" y="841982"/>
                  </a:lnTo>
                  <a:lnTo>
                    <a:pt x="895073" y="857997"/>
                  </a:lnTo>
                  <a:close/>
                  <a:moveTo>
                    <a:pt x="959630" y="906238"/>
                  </a:moveTo>
                  <a:lnTo>
                    <a:pt x="895073" y="857997"/>
                  </a:lnTo>
                  <a:lnTo>
                    <a:pt x="901794" y="915276"/>
                  </a:lnTo>
                  <a:close/>
                  <a:moveTo>
                    <a:pt x="836439" y="804941"/>
                  </a:moveTo>
                  <a:lnTo>
                    <a:pt x="832998" y="845819"/>
                  </a:lnTo>
                  <a:lnTo>
                    <a:pt x="889785" y="790446"/>
                  </a:lnTo>
                  <a:close/>
                  <a:moveTo>
                    <a:pt x="832998" y="845819"/>
                  </a:moveTo>
                  <a:lnTo>
                    <a:pt x="855910" y="866076"/>
                  </a:lnTo>
                  <a:lnTo>
                    <a:pt x="889785" y="790446"/>
                  </a:lnTo>
                  <a:close/>
                  <a:moveTo>
                    <a:pt x="889785" y="790446"/>
                  </a:moveTo>
                  <a:lnTo>
                    <a:pt x="855910" y="866076"/>
                  </a:lnTo>
                  <a:lnTo>
                    <a:pt x="903493" y="799811"/>
                  </a:lnTo>
                  <a:close/>
                  <a:moveTo>
                    <a:pt x="903493" y="799811"/>
                  </a:moveTo>
                  <a:lnTo>
                    <a:pt x="855910" y="866076"/>
                  </a:lnTo>
                  <a:lnTo>
                    <a:pt x="895073" y="857997"/>
                  </a:lnTo>
                  <a:close/>
                  <a:moveTo>
                    <a:pt x="895073" y="857997"/>
                  </a:moveTo>
                  <a:lnTo>
                    <a:pt x="949321" y="841982"/>
                  </a:lnTo>
                  <a:lnTo>
                    <a:pt x="903493" y="799811"/>
                  </a:lnTo>
                  <a:close/>
                  <a:moveTo>
                    <a:pt x="815470" y="763003"/>
                  </a:moveTo>
                  <a:lnTo>
                    <a:pt x="889785" y="790446"/>
                  </a:lnTo>
                  <a:lnTo>
                    <a:pt x="872385" y="738909"/>
                  </a:lnTo>
                  <a:close/>
                  <a:moveTo>
                    <a:pt x="278977" y="138633"/>
                  </a:moveTo>
                  <a:lnTo>
                    <a:pt x="263195" y="144564"/>
                  </a:lnTo>
                  <a:lnTo>
                    <a:pt x="304194" y="131222"/>
                  </a:lnTo>
                  <a:close/>
                  <a:moveTo>
                    <a:pt x="315251" y="144564"/>
                  </a:moveTo>
                  <a:lnTo>
                    <a:pt x="278977" y="138633"/>
                  </a:lnTo>
                  <a:lnTo>
                    <a:pt x="318551" y="145123"/>
                  </a:lnTo>
                  <a:close/>
                  <a:moveTo>
                    <a:pt x="318551" y="145123"/>
                  </a:moveTo>
                  <a:lnTo>
                    <a:pt x="278977" y="138633"/>
                  </a:lnTo>
                  <a:lnTo>
                    <a:pt x="304194" y="131222"/>
                  </a:lnTo>
                  <a:close/>
                  <a:moveTo>
                    <a:pt x="318551" y="145123"/>
                  </a:moveTo>
                  <a:lnTo>
                    <a:pt x="304194" y="131222"/>
                  </a:lnTo>
                  <a:lnTo>
                    <a:pt x="356873" y="153505"/>
                  </a:lnTo>
                  <a:close/>
                  <a:moveTo>
                    <a:pt x="394800" y="120631"/>
                  </a:moveTo>
                  <a:lnTo>
                    <a:pt x="318551" y="145123"/>
                  </a:lnTo>
                  <a:lnTo>
                    <a:pt x="356873" y="153505"/>
                  </a:lnTo>
                  <a:close/>
                  <a:moveTo>
                    <a:pt x="270463" y="140008"/>
                  </a:moveTo>
                  <a:lnTo>
                    <a:pt x="263195" y="144564"/>
                  </a:lnTo>
                  <a:lnTo>
                    <a:pt x="278977" y="138633"/>
                  </a:lnTo>
                  <a:close/>
                  <a:moveTo>
                    <a:pt x="278977" y="138633"/>
                  </a:moveTo>
                  <a:lnTo>
                    <a:pt x="315251" y="144564"/>
                  </a:lnTo>
                  <a:lnTo>
                    <a:pt x="270463" y="140008"/>
                  </a:lnTo>
                  <a:close/>
                  <a:moveTo>
                    <a:pt x="1279932" y="1299711"/>
                  </a:moveTo>
                  <a:lnTo>
                    <a:pt x="1313322" y="1284032"/>
                  </a:lnTo>
                  <a:lnTo>
                    <a:pt x="1261966" y="1266698"/>
                  </a:lnTo>
                  <a:close/>
                  <a:moveTo>
                    <a:pt x="949321" y="841982"/>
                  </a:moveTo>
                  <a:lnTo>
                    <a:pt x="965471" y="856861"/>
                  </a:lnTo>
                  <a:lnTo>
                    <a:pt x="970052" y="835023"/>
                  </a:lnTo>
                  <a:close/>
                  <a:moveTo>
                    <a:pt x="906711" y="785793"/>
                  </a:moveTo>
                  <a:lnTo>
                    <a:pt x="903493" y="799811"/>
                  </a:lnTo>
                  <a:lnTo>
                    <a:pt x="958750" y="766352"/>
                  </a:lnTo>
                  <a:close/>
                  <a:moveTo>
                    <a:pt x="903493" y="799811"/>
                  </a:moveTo>
                  <a:lnTo>
                    <a:pt x="949321" y="841982"/>
                  </a:lnTo>
                  <a:lnTo>
                    <a:pt x="958750" y="766352"/>
                  </a:lnTo>
                  <a:close/>
                  <a:moveTo>
                    <a:pt x="958750" y="766352"/>
                  </a:moveTo>
                  <a:lnTo>
                    <a:pt x="949321" y="841982"/>
                  </a:lnTo>
                  <a:lnTo>
                    <a:pt x="983055" y="787704"/>
                  </a:lnTo>
                  <a:close/>
                  <a:moveTo>
                    <a:pt x="983055" y="787704"/>
                  </a:moveTo>
                  <a:lnTo>
                    <a:pt x="949321" y="841982"/>
                  </a:lnTo>
                  <a:lnTo>
                    <a:pt x="970052" y="835023"/>
                  </a:lnTo>
                  <a:close/>
                  <a:moveTo>
                    <a:pt x="1028694" y="825330"/>
                  </a:moveTo>
                  <a:lnTo>
                    <a:pt x="970052" y="835023"/>
                  </a:lnTo>
                  <a:lnTo>
                    <a:pt x="965471" y="856861"/>
                  </a:lnTo>
                  <a:close/>
                  <a:moveTo>
                    <a:pt x="970052" y="835023"/>
                  </a:moveTo>
                  <a:lnTo>
                    <a:pt x="1028694" y="825330"/>
                  </a:lnTo>
                  <a:lnTo>
                    <a:pt x="983055" y="787704"/>
                  </a:lnTo>
                  <a:close/>
                  <a:moveTo>
                    <a:pt x="889785" y="790446"/>
                  </a:moveTo>
                  <a:lnTo>
                    <a:pt x="903493" y="799811"/>
                  </a:lnTo>
                  <a:lnTo>
                    <a:pt x="906711" y="785793"/>
                  </a:lnTo>
                  <a:close/>
                  <a:moveTo>
                    <a:pt x="429314" y="114775"/>
                  </a:moveTo>
                  <a:lnTo>
                    <a:pt x="394800" y="120631"/>
                  </a:lnTo>
                  <a:lnTo>
                    <a:pt x="356873" y="153505"/>
                  </a:lnTo>
                  <a:close/>
                  <a:moveTo>
                    <a:pt x="458606" y="106544"/>
                  </a:moveTo>
                  <a:lnTo>
                    <a:pt x="395632" y="120470"/>
                  </a:lnTo>
                  <a:lnTo>
                    <a:pt x="473211" y="104220"/>
                  </a:lnTo>
                  <a:close/>
                  <a:moveTo>
                    <a:pt x="473211" y="104220"/>
                  </a:moveTo>
                  <a:lnTo>
                    <a:pt x="395632" y="120470"/>
                  </a:lnTo>
                  <a:lnTo>
                    <a:pt x="394800" y="120631"/>
                  </a:lnTo>
                  <a:close/>
                  <a:moveTo>
                    <a:pt x="473211" y="104220"/>
                  </a:moveTo>
                  <a:lnTo>
                    <a:pt x="394800" y="120631"/>
                  </a:lnTo>
                  <a:lnTo>
                    <a:pt x="429314" y="114775"/>
                  </a:lnTo>
                  <a:close/>
                  <a:moveTo>
                    <a:pt x="1060181" y="817888"/>
                  </a:moveTo>
                  <a:lnTo>
                    <a:pt x="1076146" y="793795"/>
                  </a:lnTo>
                  <a:lnTo>
                    <a:pt x="1033354" y="801088"/>
                  </a:lnTo>
                  <a:close/>
                  <a:moveTo>
                    <a:pt x="1076146" y="793795"/>
                  </a:moveTo>
                  <a:lnTo>
                    <a:pt x="1063301" y="778154"/>
                  </a:lnTo>
                  <a:lnTo>
                    <a:pt x="1033354" y="801088"/>
                  </a:lnTo>
                  <a:close/>
                  <a:moveTo>
                    <a:pt x="1033354" y="801088"/>
                  </a:moveTo>
                  <a:lnTo>
                    <a:pt x="1063301" y="778154"/>
                  </a:lnTo>
                  <a:lnTo>
                    <a:pt x="983055" y="787704"/>
                  </a:lnTo>
                  <a:close/>
                  <a:moveTo>
                    <a:pt x="993522" y="753199"/>
                  </a:moveTo>
                  <a:lnTo>
                    <a:pt x="1044343" y="707273"/>
                  </a:lnTo>
                  <a:lnTo>
                    <a:pt x="1035037" y="694688"/>
                  </a:lnTo>
                  <a:close/>
                  <a:moveTo>
                    <a:pt x="954081" y="597036"/>
                  </a:moveTo>
                  <a:lnTo>
                    <a:pt x="904685" y="611742"/>
                  </a:lnTo>
                  <a:lnTo>
                    <a:pt x="974251" y="619887"/>
                  </a:lnTo>
                  <a:close/>
                  <a:moveTo>
                    <a:pt x="974251" y="619887"/>
                  </a:moveTo>
                  <a:lnTo>
                    <a:pt x="904685" y="611742"/>
                  </a:lnTo>
                  <a:lnTo>
                    <a:pt x="894109" y="629825"/>
                  </a:lnTo>
                  <a:close/>
                  <a:moveTo>
                    <a:pt x="974251" y="619887"/>
                  </a:moveTo>
                  <a:lnTo>
                    <a:pt x="894109" y="629825"/>
                  </a:lnTo>
                  <a:lnTo>
                    <a:pt x="928820" y="624705"/>
                  </a:lnTo>
                  <a:close/>
                  <a:moveTo>
                    <a:pt x="626339" y="327387"/>
                  </a:moveTo>
                  <a:lnTo>
                    <a:pt x="656161" y="335614"/>
                  </a:lnTo>
                  <a:lnTo>
                    <a:pt x="644168" y="302522"/>
                  </a:lnTo>
                  <a:close/>
                  <a:moveTo>
                    <a:pt x="644168" y="302522"/>
                  </a:moveTo>
                  <a:lnTo>
                    <a:pt x="670142" y="329965"/>
                  </a:lnTo>
                  <a:lnTo>
                    <a:pt x="685792" y="278428"/>
                  </a:lnTo>
                  <a:close/>
                  <a:moveTo>
                    <a:pt x="690313" y="256996"/>
                  </a:moveTo>
                  <a:lnTo>
                    <a:pt x="644168" y="302522"/>
                  </a:lnTo>
                  <a:lnTo>
                    <a:pt x="685792" y="278428"/>
                  </a:lnTo>
                  <a:close/>
                  <a:moveTo>
                    <a:pt x="523688" y="72282"/>
                  </a:moveTo>
                  <a:lnTo>
                    <a:pt x="519245" y="95227"/>
                  </a:lnTo>
                  <a:lnTo>
                    <a:pt x="513424" y="119669"/>
                  </a:lnTo>
                  <a:close/>
                  <a:moveTo>
                    <a:pt x="513424" y="119669"/>
                  </a:moveTo>
                  <a:lnTo>
                    <a:pt x="519245" y="95227"/>
                  </a:lnTo>
                  <a:lnTo>
                    <a:pt x="518752" y="99813"/>
                  </a:lnTo>
                  <a:close/>
                  <a:moveTo>
                    <a:pt x="513424" y="119669"/>
                  </a:moveTo>
                  <a:lnTo>
                    <a:pt x="518752" y="99813"/>
                  </a:lnTo>
                  <a:lnTo>
                    <a:pt x="473211" y="104220"/>
                  </a:lnTo>
                  <a:close/>
                  <a:moveTo>
                    <a:pt x="541161" y="48696"/>
                  </a:moveTo>
                  <a:lnTo>
                    <a:pt x="519245" y="95227"/>
                  </a:lnTo>
                  <a:lnTo>
                    <a:pt x="523688" y="72282"/>
                  </a:lnTo>
                  <a:close/>
                  <a:moveTo>
                    <a:pt x="1106758" y="737105"/>
                  </a:moveTo>
                  <a:lnTo>
                    <a:pt x="1063290" y="734461"/>
                  </a:lnTo>
                  <a:lnTo>
                    <a:pt x="1132580" y="778855"/>
                  </a:lnTo>
                  <a:close/>
                  <a:moveTo>
                    <a:pt x="1063290" y="734461"/>
                  </a:moveTo>
                  <a:lnTo>
                    <a:pt x="1095251" y="722935"/>
                  </a:lnTo>
                  <a:lnTo>
                    <a:pt x="1044343" y="707273"/>
                  </a:lnTo>
                  <a:close/>
                  <a:moveTo>
                    <a:pt x="1063290" y="734461"/>
                  </a:moveTo>
                  <a:lnTo>
                    <a:pt x="1106758" y="737105"/>
                  </a:lnTo>
                  <a:lnTo>
                    <a:pt x="1095251" y="722935"/>
                  </a:lnTo>
                  <a:close/>
                  <a:moveTo>
                    <a:pt x="569246" y="18804"/>
                  </a:moveTo>
                  <a:lnTo>
                    <a:pt x="541161" y="48696"/>
                  </a:lnTo>
                  <a:lnTo>
                    <a:pt x="523688" y="72282"/>
                  </a:lnTo>
                  <a:close/>
                  <a:moveTo>
                    <a:pt x="817281" y="112556"/>
                  </a:moveTo>
                  <a:lnTo>
                    <a:pt x="805253" y="77380"/>
                  </a:lnTo>
                  <a:lnTo>
                    <a:pt x="821749" y="127167"/>
                  </a:lnTo>
                  <a:close/>
                  <a:moveTo>
                    <a:pt x="799928" y="75631"/>
                  </a:moveTo>
                  <a:lnTo>
                    <a:pt x="805253" y="77380"/>
                  </a:lnTo>
                  <a:lnTo>
                    <a:pt x="817281" y="112556"/>
                  </a:lnTo>
                  <a:close/>
                  <a:moveTo>
                    <a:pt x="805253" y="77380"/>
                  </a:moveTo>
                  <a:lnTo>
                    <a:pt x="799928" y="75631"/>
                  </a:lnTo>
                  <a:lnTo>
                    <a:pt x="806303" y="71511"/>
                  </a:lnTo>
                  <a:close/>
                  <a:moveTo>
                    <a:pt x="1019723" y="257683"/>
                  </a:moveTo>
                  <a:lnTo>
                    <a:pt x="1013697" y="272837"/>
                  </a:lnTo>
                  <a:lnTo>
                    <a:pt x="991348" y="279113"/>
                  </a:lnTo>
                  <a:close/>
                  <a:moveTo>
                    <a:pt x="1019723" y="257683"/>
                  </a:moveTo>
                  <a:lnTo>
                    <a:pt x="1000830" y="274786"/>
                  </a:lnTo>
                  <a:lnTo>
                    <a:pt x="1013697" y="272837"/>
                  </a:lnTo>
                  <a:close/>
                  <a:moveTo>
                    <a:pt x="1015178" y="206147"/>
                  </a:moveTo>
                  <a:lnTo>
                    <a:pt x="953114" y="230241"/>
                  </a:lnTo>
                  <a:lnTo>
                    <a:pt x="1019723" y="257683"/>
                  </a:lnTo>
                  <a:close/>
                  <a:moveTo>
                    <a:pt x="821394" y="127936"/>
                  </a:moveTo>
                  <a:lnTo>
                    <a:pt x="834793" y="103074"/>
                  </a:lnTo>
                  <a:lnTo>
                    <a:pt x="822935" y="125748"/>
                  </a:lnTo>
                  <a:close/>
                  <a:moveTo>
                    <a:pt x="821749" y="127167"/>
                  </a:moveTo>
                  <a:lnTo>
                    <a:pt x="821394" y="127936"/>
                  </a:lnTo>
                  <a:lnTo>
                    <a:pt x="822935" y="125748"/>
                  </a:lnTo>
                  <a:close/>
                  <a:moveTo>
                    <a:pt x="822935" y="125748"/>
                  </a:moveTo>
                  <a:lnTo>
                    <a:pt x="842292" y="71170"/>
                  </a:lnTo>
                  <a:lnTo>
                    <a:pt x="821749" y="127167"/>
                  </a:lnTo>
                  <a:close/>
                  <a:moveTo>
                    <a:pt x="813466" y="70703"/>
                  </a:moveTo>
                  <a:lnTo>
                    <a:pt x="817281" y="112556"/>
                  </a:lnTo>
                  <a:lnTo>
                    <a:pt x="821749" y="127167"/>
                  </a:lnTo>
                  <a:close/>
                  <a:moveTo>
                    <a:pt x="841372" y="51537"/>
                  </a:moveTo>
                  <a:lnTo>
                    <a:pt x="813466" y="70703"/>
                  </a:lnTo>
                  <a:lnTo>
                    <a:pt x="821749" y="127167"/>
                  </a:lnTo>
                  <a:close/>
                  <a:moveTo>
                    <a:pt x="799928" y="75631"/>
                  </a:moveTo>
                  <a:lnTo>
                    <a:pt x="817281" y="112556"/>
                  </a:lnTo>
                  <a:lnTo>
                    <a:pt x="813466" y="70703"/>
                  </a:lnTo>
                  <a:close/>
                  <a:moveTo>
                    <a:pt x="842292" y="71170"/>
                  </a:moveTo>
                  <a:lnTo>
                    <a:pt x="822935" y="125748"/>
                  </a:lnTo>
                  <a:lnTo>
                    <a:pt x="834793" y="103074"/>
                  </a:lnTo>
                  <a:close/>
                  <a:moveTo>
                    <a:pt x="806303" y="71511"/>
                  </a:moveTo>
                  <a:lnTo>
                    <a:pt x="799928" y="75631"/>
                  </a:lnTo>
                  <a:lnTo>
                    <a:pt x="813466" y="70703"/>
                  </a:lnTo>
                  <a:close/>
                  <a:moveTo>
                    <a:pt x="812346" y="24094"/>
                  </a:moveTo>
                  <a:lnTo>
                    <a:pt x="841372" y="51537"/>
                  </a:lnTo>
                  <a:lnTo>
                    <a:pt x="830818" y="0"/>
                  </a:lnTo>
                  <a:close/>
                  <a:moveTo>
                    <a:pt x="1019723" y="257683"/>
                  </a:moveTo>
                  <a:lnTo>
                    <a:pt x="1031309" y="233589"/>
                  </a:lnTo>
                  <a:lnTo>
                    <a:pt x="1015178" y="206147"/>
                  </a:lnTo>
                  <a:close/>
                  <a:moveTo>
                    <a:pt x="1053087" y="160588"/>
                  </a:moveTo>
                  <a:lnTo>
                    <a:pt x="1031638" y="195508"/>
                  </a:lnTo>
                  <a:lnTo>
                    <a:pt x="1038782" y="130516"/>
                  </a:lnTo>
                  <a:close/>
                  <a:moveTo>
                    <a:pt x="868406" y="27443"/>
                  </a:moveTo>
                  <a:lnTo>
                    <a:pt x="830818" y="0"/>
                  </a:lnTo>
                  <a:lnTo>
                    <a:pt x="841372" y="51537"/>
                  </a:lnTo>
                  <a:close/>
                  <a:moveTo>
                    <a:pt x="1123432" y="157959"/>
                  </a:moveTo>
                  <a:lnTo>
                    <a:pt x="1124172" y="156566"/>
                  </a:lnTo>
                  <a:lnTo>
                    <a:pt x="1038782" y="130516"/>
                  </a:lnTo>
                  <a:close/>
                  <a:moveTo>
                    <a:pt x="1051494" y="182053"/>
                  </a:moveTo>
                  <a:lnTo>
                    <a:pt x="1123432" y="157959"/>
                  </a:lnTo>
                  <a:lnTo>
                    <a:pt x="1038782" y="13051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61" name="Output_density__4260">
              <a:extLst>
                <a:ext uri="{FF2B5EF4-FFF2-40B4-BE49-F238E27FC236}">
                  <a16:creationId xmlns:a16="http://schemas.microsoft.com/office/drawing/2014/main" id="{746DBEB3-0D9A-258A-68C6-F2AD4F682C49}"/>
                </a:ext>
              </a:extLst>
            </p:cNvPr>
            <p:cNvSpPr>
              <a:spLocks noGrp="1"/>
            </p:cNvSpPr>
            <p:nvPr/>
          </p:nvSpPr>
          <p:spPr>
            <a:xfrm>
              <a:off x="15309219" y="2378214"/>
              <a:ext cx="1261966" cy="1928252"/>
            </a:xfrm>
            <a:custGeom>
              <a:avLst/>
              <a:gdLst/>
              <a:ahLst/>
              <a:cxnLst/>
              <a:rect l="0" t="0" r="0" b="0"/>
              <a:pathLst>
                <a:path w="1261966" h="1928252">
                  <a:moveTo>
                    <a:pt x="321058" y="1875110"/>
                  </a:moveTo>
                  <a:lnTo>
                    <a:pt x="320795" y="1883116"/>
                  </a:lnTo>
                  <a:lnTo>
                    <a:pt x="361811" y="1852622"/>
                  </a:lnTo>
                  <a:close/>
                  <a:moveTo>
                    <a:pt x="361811" y="1852622"/>
                  </a:moveTo>
                  <a:lnTo>
                    <a:pt x="320795" y="1883116"/>
                  </a:lnTo>
                  <a:lnTo>
                    <a:pt x="345579" y="1928252"/>
                  </a:lnTo>
                  <a:close/>
                  <a:moveTo>
                    <a:pt x="317502" y="1876715"/>
                  </a:moveTo>
                  <a:lnTo>
                    <a:pt x="320795" y="1883116"/>
                  </a:lnTo>
                  <a:lnTo>
                    <a:pt x="321058" y="1875110"/>
                  </a:lnTo>
                  <a:close/>
                  <a:moveTo>
                    <a:pt x="307540" y="1825179"/>
                  </a:moveTo>
                  <a:lnTo>
                    <a:pt x="321058" y="1875110"/>
                  </a:lnTo>
                  <a:lnTo>
                    <a:pt x="361811" y="1852622"/>
                  </a:lnTo>
                  <a:close/>
                  <a:moveTo>
                    <a:pt x="307540" y="1825179"/>
                  </a:moveTo>
                  <a:lnTo>
                    <a:pt x="361811" y="1852622"/>
                  </a:lnTo>
                  <a:lnTo>
                    <a:pt x="347585" y="1801085"/>
                  </a:lnTo>
                  <a:close/>
                  <a:moveTo>
                    <a:pt x="361811" y="1852622"/>
                  </a:moveTo>
                  <a:lnTo>
                    <a:pt x="425023" y="1891313"/>
                  </a:lnTo>
                  <a:lnTo>
                    <a:pt x="424564" y="1828943"/>
                  </a:lnTo>
                  <a:close/>
                  <a:moveTo>
                    <a:pt x="426184" y="1828528"/>
                  </a:moveTo>
                  <a:lnTo>
                    <a:pt x="424564" y="1828943"/>
                  </a:lnTo>
                  <a:lnTo>
                    <a:pt x="425023" y="1891313"/>
                  </a:lnTo>
                  <a:close/>
                  <a:moveTo>
                    <a:pt x="405061" y="1776991"/>
                  </a:moveTo>
                  <a:lnTo>
                    <a:pt x="424564" y="1828943"/>
                  </a:lnTo>
                  <a:lnTo>
                    <a:pt x="424038" y="1824650"/>
                  </a:lnTo>
                  <a:close/>
                  <a:moveTo>
                    <a:pt x="361811" y="1852622"/>
                  </a:moveTo>
                  <a:lnTo>
                    <a:pt x="424564" y="1828943"/>
                  </a:lnTo>
                  <a:lnTo>
                    <a:pt x="405061" y="1776991"/>
                  </a:lnTo>
                  <a:close/>
                  <a:moveTo>
                    <a:pt x="347585" y="1801085"/>
                  </a:moveTo>
                  <a:lnTo>
                    <a:pt x="361811" y="1852622"/>
                  </a:lnTo>
                  <a:lnTo>
                    <a:pt x="405061" y="1776991"/>
                  </a:lnTo>
                  <a:close/>
                  <a:moveTo>
                    <a:pt x="424564" y="1828943"/>
                  </a:moveTo>
                  <a:lnTo>
                    <a:pt x="426184" y="1828528"/>
                  </a:lnTo>
                  <a:lnTo>
                    <a:pt x="424038" y="1824650"/>
                  </a:lnTo>
                  <a:close/>
                  <a:moveTo>
                    <a:pt x="337426" y="1749548"/>
                  </a:moveTo>
                  <a:lnTo>
                    <a:pt x="347585" y="1801085"/>
                  </a:lnTo>
                  <a:lnTo>
                    <a:pt x="405061" y="1776991"/>
                  </a:lnTo>
                  <a:close/>
                  <a:moveTo>
                    <a:pt x="337426" y="1749548"/>
                  </a:moveTo>
                  <a:lnTo>
                    <a:pt x="405061" y="1776991"/>
                  </a:lnTo>
                  <a:lnTo>
                    <a:pt x="379607" y="1725454"/>
                  </a:lnTo>
                  <a:close/>
                  <a:moveTo>
                    <a:pt x="325627" y="1622381"/>
                  </a:moveTo>
                  <a:lnTo>
                    <a:pt x="312186" y="1698012"/>
                  </a:lnTo>
                  <a:lnTo>
                    <a:pt x="346952" y="1673918"/>
                  </a:lnTo>
                  <a:close/>
                  <a:moveTo>
                    <a:pt x="500089" y="1804433"/>
                  </a:moveTo>
                  <a:lnTo>
                    <a:pt x="497358" y="1789203"/>
                  </a:lnTo>
                  <a:lnTo>
                    <a:pt x="426184" y="1828528"/>
                  </a:lnTo>
                  <a:close/>
                  <a:moveTo>
                    <a:pt x="426184" y="1828528"/>
                  </a:moveTo>
                  <a:lnTo>
                    <a:pt x="497358" y="1789203"/>
                  </a:lnTo>
                  <a:lnTo>
                    <a:pt x="416923" y="1772412"/>
                  </a:lnTo>
                  <a:close/>
                  <a:moveTo>
                    <a:pt x="416923" y="1772412"/>
                  </a:moveTo>
                  <a:lnTo>
                    <a:pt x="497358" y="1789203"/>
                  </a:lnTo>
                  <a:lnTo>
                    <a:pt x="486077" y="1754174"/>
                  </a:lnTo>
                  <a:close/>
                  <a:moveTo>
                    <a:pt x="426184" y="1828528"/>
                  </a:moveTo>
                  <a:lnTo>
                    <a:pt x="416923" y="1772412"/>
                  </a:lnTo>
                  <a:lnTo>
                    <a:pt x="424038" y="1824650"/>
                  </a:lnTo>
                  <a:close/>
                  <a:moveTo>
                    <a:pt x="405061" y="1776991"/>
                  </a:moveTo>
                  <a:lnTo>
                    <a:pt x="424038" y="1824650"/>
                  </a:lnTo>
                  <a:lnTo>
                    <a:pt x="416923" y="1772412"/>
                  </a:lnTo>
                  <a:close/>
                  <a:moveTo>
                    <a:pt x="379607" y="1725454"/>
                  </a:moveTo>
                  <a:lnTo>
                    <a:pt x="416923" y="1772412"/>
                  </a:lnTo>
                  <a:lnTo>
                    <a:pt x="410583" y="1714824"/>
                  </a:lnTo>
                  <a:close/>
                  <a:moveTo>
                    <a:pt x="379607" y="1725454"/>
                  </a:moveTo>
                  <a:lnTo>
                    <a:pt x="405061" y="1776991"/>
                  </a:lnTo>
                  <a:lnTo>
                    <a:pt x="416923" y="1772412"/>
                  </a:lnTo>
                  <a:close/>
                  <a:moveTo>
                    <a:pt x="416923" y="1772412"/>
                  </a:moveTo>
                  <a:lnTo>
                    <a:pt x="486077" y="1754174"/>
                  </a:lnTo>
                  <a:lnTo>
                    <a:pt x="463827" y="1709520"/>
                  </a:lnTo>
                  <a:close/>
                  <a:moveTo>
                    <a:pt x="416923" y="1772412"/>
                  </a:moveTo>
                  <a:lnTo>
                    <a:pt x="463827" y="1709520"/>
                  </a:lnTo>
                  <a:lnTo>
                    <a:pt x="410583" y="1714824"/>
                  </a:lnTo>
                  <a:close/>
                  <a:moveTo>
                    <a:pt x="486077" y="1754174"/>
                  </a:moveTo>
                  <a:lnTo>
                    <a:pt x="497358" y="1789203"/>
                  </a:lnTo>
                  <a:lnTo>
                    <a:pt x="491454" y="1752897"/>
                  </a:lnTo>
                  <a:close/>
                  <a:moveTo>
                    <a:pt x="346952" y="1673918"/>
                  </a:moveTo>
                  <a:lnTo>
                    <a:pt x="410583" y="1714824"/>
                  </a:lnTo>
                  <a:lnTo>
                    <a:pt x="401228" y="1659687"/>
                  </a:lnTo>
                  <a:close/>
                  <a:moveTo>
                    <a:pt x="346952" y="1673918"/>
                  </a:moveTo>
                  <a:lnTo>
                    <a:pt x="379607" y="1725454"/>
                  </a:lnTo>
                  <a:lnTo>
                    <a:pt x="410583" y="1714824"/>
                  </a:lnTo>
                  <a:close/>
                  <a:moveTo>
                    <a:pt x="325627" y="1622381"/>
                  </a:moveTo>
                  <a:lnTo>
                    <a:pt x="401228" y="1659687"/>
                  </a:lnTo>
                  <a:lnTo>
                    <a:pt x="387317" y="1608253"/>
                  </a:lnTo>
                  <a:close/>
                  <a:moveTo>
                    <a:pt x="325627" y="1622381"/>
                  </a:moveTo>
                  <a:lnTo>
                    <a:pt x="346952" y="1673918"/>
                  </a:lnTo>
                  <a:lnTo>
                    <a:pt x="401228" y="1659687"/>
                  </a:lnTo>
                  <a:close/>
                  <a:moveTo>
                    <a:pt x="502269" y="1803753"/>
                  </a:moveTo>
                  <a:lnTo>
                    <a:pt x="491454" y="1752897"/>
                  </a:lnTo>
                  <a:lnTo>
                    <a:pt x="497358" y="1789203"/>
                  </a:lnTo>
                  <a:close/>
                  <a:moveTo>
                    <a:pt x="554254" y="1736729"/>
                  </a:moveTo>
                  <a:lnTo>
                    <a:pt x="491454" y="1752897"/>
                  </a:lnTo>
                  <a:lnTo>
                    <a:pt x="502269" y="1803753"/>
                  </a:lnTo>
                  <a:close/>
                  <a:moveTo>
                    <a:pt x="0" y="955754"/>
                  </a:moveTo>
                  <a:lnTo>
                    <a:pt x="55162" y="983197"/>
                  </a:lnTo>
                  <a:lnTo>
                    <a:pt x="47210" y="931660"/>
                  </a:lnTo>
                  <a:close/>
                  <a:moveTo>
                    <a:pt x="54847" y="912989"/>
                  </a:moveTo>
                  <a:lnTo>
                    <a:pt x="0" y="955754"/>
                  </a:lnTo>
                  <a:lnTo>
                    <a:pt x="47210" y="931660"/>
                  </a:lnTo>
                  <a:close/>
                  <a:moveTo>
                    <a:pt x="658253" y="1653172"/>
                  </a:moveTo>
                  <a:lnTo>
                    <a:pt x="685544" y="1698971"/>
                  </a:lnTo>
                  <a:lnTo>
                    <a:pt x="700423" y="1631118"/>
                  </a:lnTo>
                  <a:close/>
                  <a:moveTo>
                    <a:pt x="647018" y="1601636"/>
                  </a:moveTo>
                  <a:lnTo>
                    <a:pt x="700423" y="1631118"/>
                  </a:lnTo>
                  <a:lnTo>
                    <a:pt x="668240" y="1594539"/>
                  </a:lnTo>
                  <a:close/>
                  <a:moveTo>
                    <a:pt x="647018" y="1601636"/>
                  </a:moveTo>
                  <a:lnTo>
                    <a:pt x="658253" y="1653172"/>
                  </a:lnTo>
                  <a:lnTo>
                    <a:pt x="700423" y="1631118"/>
                  </a:lnTo>
                  <a:close/>
                  <a:moveTo>
                    <a:pt x="47210" y="931660"/>
                  </a:moveTo>
                  <a:lnTo>
                    <a:pt x="98102" y="939813"/>
                  </a:lnTo>
                  <a:lnTo>
                    <a:pt x="69271" y="923994"/>
                  </a:lnTo>
                  <a:close/>
                  <a:moveTo>
                    <a:pt x="54847" y="912989"/>
                  </a:moveTo>
                  <a:lnTo>
                    <a:pt x="47210" y="931660"/>
                  </a:lnTo>
                  <a:lnTo>
                    <a:pt x="69271" y="923994"/>
                  </a:lnTo>
                  <a:close/>
                  <a:moveTo>
                    <a:pt x="69271" y="923994"/>
                  </a:moveTo>
                  <a:lnTo>
                    <a:pt x="94529" y="886676"/>
                  </a:lnTo>
                  <a:lnTo>
                    <a:pt x="54847" y="912989"/>
                  </a:lnTo>
                  <a:close/>
                  <a:moveTo>
                    <a:pt x="69271" y="923994"/>
                  </a:moveTo>
                  <a:lnTo>
                    <a:pt x="128917" y="913484"/>
                  </a:lnTo>
                  <a:lnTo>
                    <a:pt x="94529" y="886676"/>
                  </a:lnTo>
                  <a:close/>
                  <a:moveTo>
                    <a:pt x="128917" y="913484"/>
                  </a:moveTo>
                  <a:lnTo>
                    <a:pt x="69271" y="923994"/>
                  </a:lnTo>
                  <a:lnTo>
                    <a:pt x="144287" y="937814"/>
                  </a:lnTo>
                  <a:close/>
                  <a:moveTo>
                    <a:pt x="69271" y="923994"/>
                  </a:moveTo>
                  <a:lnTo>
                    <a:pt x="98102" y="939813"/>
                  </a:lnTo>
                  <a:lnTo>
                    <a:pt x="144287" y="937814"/>
                  </a:lnTo>
                  <a:close/>
                  <a:moveTo>
                    <a:pt x="179591" y="910270"/>
                  </a:moveTo>
                  <a:lnTo>
                    <a:pt x="128917" y="913484"/>
                  </a:lnTo>
                  <a:lnTo>
                    <a:pt x="185682" y="917906"/>
                  </a:lnTo>
                  <a:close/>
                  <a:moveTo>
                    <a:pt x="128917" y="913484"/>
                  </a:moveTo>
                  <a:lnTo>
                    <a:pt x="144287" y="937814"/>
                  </a:lnTo>
                  <a:lnTo>
                    <a:pt x="185682" y="917906"/>
                  </a:lnTo>
                  <a:close/>
                  <a:moveTo>
                    <a:pt x="705777" y="1629079"/>
                  </a:moveTo>
                  <a:lnTo>
                    <a:pt x="786271" y="1631095"/>
                  </a:lnTo>
                  <a:lnTo>
                    <a:pt x="763486" y="1617831"/>
                  </a:lnTo>
                  <a:close/>
                  <a:moveTo>
                    <a:pt x="763486" y="1617831"/>
                  </a:moveTo>
                  <a:lnTo>
                    <a:pt x="786271" y="1631095"/>
                  </a:lnTo>
                  <a:lnTo>
                    <a:pt x="822115" y="1656521"/>
                  </a:lnTo>
                  <a:close/>
                  <a:moveTo>
                    <a:pt x="742928" y="1603942"/>
                  </a:moveTo>
                  <a:lnTo>
                    <a:pt x="705777" y="1629079"/>
                  </a:lnTo>
                  <a:lnTo>
                    <a:pt x="763486" y="1617831"/>
                  </a:lnTo>
                  <a:close/>
                  <a:moveTo>
                    <a:pt x="763486" y="1617831"/>
                  </a:moveTo>
                  <a:lnTo>
                    <a:pt x="823411" y="1595279"/>
                  </a:lnTo>
                  <a:lnTo>
                    <a:pt x="750882" y="1577542"/>
                  </a:lnTo>
                  <a:close/>
                  <a:moveTo>
                    <a:pt x="750882" y="1577542"/>
                  </a:moveTo>
                  <a:lnTo>
                    <a:pt x="823411" y="1595279"/>
                  </a:lnTo>
                  <a:lnTo>
                    <a:pt x="795859" y="1553448"/>
                  </a:lnTo>
                  <a:close/>
                  <a:moveTo>
                    <a:pt x="750882" y="1577542"/>
                  </a:moveTo>
                  <a:lnTo>
                    <a:pt x="742928" y="1603942"/>
                  </a:lnTo>
                  <a:lnTo>
                    <a:pt x="763486" y="1617831"/>
                  </a:lnTo>
                  <a:close/>
                  <a:moveTo>
                    <a:pt x="711895" y="1398838"/>
                  </a:moveTo>
                  <a:lnTo>
                    <a:pt x="748636" y="1426281"/>
                  </a:lnTo>
                  <a:lnTo>
                    <a:pt x="743832" y="1374745"/>
                  </a:lnTo>
                  <a:close/>
                  <a:moveTo>
                    <a:pt x="749591" y="1359056"/>
                  </a:moveTo>
                  <a:lnTo>
                    <a:pt x="711895" y="1398838"/>
                  </a:lnTo>
                  <a:lnTo>
                    <a:pt x="743832" y="1374745"/>
                  </a:lnTo>
                  <a:close/>
                  <a:moveTo>
                    <a:pt x="743832" y="1374745"/>
                  </a:moveTo>
                  <a:lnTo>
                    <a:pt x="795286" y="1395002"/>
                  </a:lnTo>
                  <a:lnTo>
                    <a:pt x="773600" y="1358637"/>
                  </a:lnTo>
                  <a:close/>
                  <a:moveTo>
                    <a:pt x="749591" y="1359056"/>
                  </a:moveTo>
                  <a:lnTo>
                    <a:pt x="743832" y="1374745"/>
                  </a:lnTo>
                  <a:lnTo>
                    <a:pt x="773600" y="1358637"/>
                  </a:lnTo>
                  <a:close/>
                  <a:moveTo>
                    <a:pt x="589629" y="862727"/>
                  </a:moveTo>
                  <a:lnTo>
                    <a:pt x="550464" y="924153"/>
                  </a:lnTo>
                  <a:lnTo>
                    <a:pt x="579316" y="914263"/>
                  </a:lnTo>
                  <a:close/>
                  <a:moveTo>
                    <a:pt x="589629" y="862727"/>
                  </a:moveTo>
                  <a:lnTo>
                    <a:pt x="636481" y="892205"/>
                  </a:lnTo>
                  <a:lnTo>
                    <a:pt x="602350" y="857210"/>
                  </a:lnTo>
                  <a:close/>
                  <a:moveTo>
                    <a:pt x="589629" y="862727"/>
                  </a:moveTo>
                  <a:lnTo>
                    <a:pt x="579316" y="914263"/>
                  </a:lnTo>
                  <a:lnTo>
                    <a:pt x="636481" y="892205"/>
                  </a:lnTo>
                  <a:close/>
                  <a:moveTo>
                    <a:pt x="641223" y="890170"/>
                  </a:moveTo>
                  <a:lnTo>
                    <a:pt x="646852" y="838633"/>
                  </a:lnTo>
                  <a:lnTo>
                    <a:pt x="636481" y="892205"/>
                  </a:lnTo>
                  <a:close/>
                  <a:moveTo>
                    <a:pt x="646852" y="838633"/>
                  </a:moveTo>
                  <a:lnTo>
                    <a:pt x="602350" y="857210"/>
                  </a:lnTo>
                  <a:lnTo>
                    <a:pt x="636481" y="892205"/>
                  </a:lnTo>
                  <a:close/>
                  <a:moveTo>
                    <a:pt x="593831" y="856247"/>
                  </a:moveTo>
                  <a:lnTo>
                    <a:pt x="589629" y="862727"/>
                  </a:lnTo>
                  <a:lnTo>
                    <a:pt x="602350" y="857210"/>
                  </a:lnTo>
                  <a:close/>
                  <a:moveTo>
                    <a:pt x="639752" y="787097"/>
                  </a:moveTo>
                  <a:lnTo>
                    <a:pt x="602350" y="857210"/>
                  </a:lnTo>
                  <a:lnTo>
                    <a:pt x="646852" y="838633"/>
                  </a:lnTo>
                  <a:close/>
                  <a:moveTo>
                    <a:pt x="1156178" y="1457072"/>
                  </a:moveTo>
                  <a:lnTo>
                    <a:pt x="1155935" y="1508609"/>
                  </a:lnTo>
                  <a:lnTo>
                    <a:pt x="1197277" y="1493060"/>
                  </a:lnTo>
                  <a:close/>
                  <a:moveTo>
                    <a:pt x="1223374" y="1484515"/>
                  </a:moveTo>
                  <a:lnTo>
                    <a:pt x="1211024" y="1432979"/>
                  </a:lnTo>
                  <a:lnTo>
                    <a:pt x="1213096" y="1464586"/>
                  </a:lnTo>
                  <a:close/>
                  <a:moveTo>
                    <a:pt x="1197277" y="1493060"/>
                  </a:moveTo>
                  <a:lnTo>
                    <a:pt x="1223374" y="1484515"/>
                  </a:lnTo>
                  <a:lnTo>
                    <a:pt x="1213096" y="1464586"/>
                  </a:lnTo>
                  <a:close/>
                  <a:moveTo>
                    <a:pt x="1168545" y="1453676"/>
                  </a:moveTo>
                  <a:lnTo>
                    <a:pt x="1197277" y="1493060"/>
                  </a:lnTo>
                  <a:lnTo>
                    <a:pt x="1213096" y="1464586"/>
                  </a:lnTo>
                  <a:close/>
                  <a:moveTo>
                    <a:pt x="639752" y="787097"/>
                  </a:moveTo>
                  <a:lnTo>
                    <a:pt x="689056" y="767802"/>
                  </a:lnTo>
                  <a:lnTo>
                    <a:pt x="684816" y="765406"/>
                  </a:lnTo>
                  <a:close/>
                  <a:moveTo>
                    <a:pt x="682371" y="814539"/>
                  </a:moveTo>
                  <a:lnTo>
                    <a:pt x="689056" y="767802"/>
                  </a:lnTo>
                  <a:lnTo>
                    <a:pt x="639752" y="787097"/>
                  </a:lnTo>
                  <a:close/>
                  <a:moveTo>
                    <a:pt x="646852" y="838633"/>
                  </a:moveTo>
                  <a:lnTo>
                    <a:pt x="682371" y="814539"/>
                  </a:lnTo>
                  <a:lnTo>
                    <a:pt x="639752" y="787097"/>
                  </a:lnTo>
                  <a:close/>
                  <a:moveTo>
                    <a:pt x="652473" y="765925"/>
                  </a:moveTo>
                  <a:lnTo>
                    <a:pt x="639752" y="787097"/>
                  </a:lnTo>
                  <a:lnTo>
                    <a:pt x="684816" y="765406"/>
                  </a:lnTo>
                  <a:close/>
                  <a:moveTo>
                    <a:pt x="713628" y="711466"/>
                  </a:moveTo>
                  <a:lnTo>
                    <a:pt x="684816" y="765406"/>
                  </a:lnTo>
                  <a:lnTo>
                    <a:pt x="689631" y="763003"/>
                  </a:lnTo>
                  <a:close/>
                  <a:moveTo>
                    <a:pt x="684816" y="765406"/>
                  </a:moveTo>
                  <a:lnTo>
                    <a:pt x="689056" y="767802"/>
                  </a:lnTo>
                  <a:lnTo>
                    <a:pt x="689631" y="763003"/>
                  </a:lnTo>
                  <a:close/>
                  <a:moveTo>
                    <a:pt x="444774" y="553180"/>
                  </a:moveTo>
                  <a:lnTo>
                    <a:pt x="409770" y="557207"/>
                  </a:lnTo>
                  <a:lnTo>
                    <a:pt x="389268" y="580950"/>
                  </a:lnTo>
                  <a:close/>
                  <a:moveTo>
                    <a:pt x="1115242" y="1313183"/>
                  </a:moveTo>
                  <a:lnTo>
                    <a:pt x="1107588" y="1329905"/>
                  </a:lnTo>
                  <a:lnTo>
                    <a:pt x="1124542" y="1325981"/>
                  </a:lnTo>
                  <a:close/>
                  <a:moveTo>
                    <a:pt x="1098755" y="1221460"/>
                  </a:moveTo>
                  <a:lnTo>
                    <a:pt x="1096495" y="1243089"/>
                  </a:lnTo>
                  <a:lnTo>
                    <a:pt x="1143236" y="1202738"/>
                  </a:lnTo>
                  <a:close/>
                  <a:moveTo>
                    <a:pt x="1157894" y="1163072"/>
                  </a:moveTo>
                  <a:lnTo>
                    <a:pt x="1081795" y="1188130"/>
                  </a:lnTo>
                  <a:lnTo>
                    <a:pt x="1143236" y="1202738"/>
                  </a:lnTo>
                  <a:close/>
                  <a:moveTo>
                    <a:pt x="1143236" y="1202738"/>
                  </a:moveTo>
                  <a:lnTo>
                    <a:pt x="1081795" y="1188130"/>
                  </a:lnTo>
                  <a:lnTo>
                    <a:pt x="1098755" y="1221460"/>
                  </a:lnTo>
                  <a:close/>
                  <a:moveTo>
                    <a:pt x="689056" y="767802"/>
                  </a:moveTo>
                  <a:lnTo>
                    <a:pt x="682371" y="814539"/>
                  </a:lnTo>
                  <a:lnTo>
                    <a:pt x="716125" y="802695"/>
                  </a:lnTo>
                  <a:close/>
                  <a:moveTo>
                    <a:pt x="716125" y="802695"/>
                  </a:moveTo>
                  <a:lnTo>
                    <a:pt x="689631" y="763003"/>
                  </a:lnTo>
                  <a:lnTo>
                    <a:pt x="689056" y="767802"/>
                  </a:lnTo>
                  <a:close/>
                  <a:moveTo>
                    <a:pt x="760451" y="741899"/>
                  </a:moveTo>
                  <a:lnTo>
                    <a:pt x="689631" y="763003"/>
                  </a:lnTo>
                  <a:lnTo>
                    <a:pt x="716125" y="802695"/>
                  </a:lnTo>
                  <a:close/>
                  <a:moveTo>
                    <a:pt x="765989" y="800139"/>
                  </a:moveTo>
                  <a:lnTo>
                    <a:pt x="760451" y="741899"/>
                  </a:lnTo>
                  <a:lnTo>
                    <a:pt x="716125" y="802695"/>
                  </a:lnTo>
                  <a:close/>
                  <a:moveTo>
                    <a:pt x="798031" y="790445"/>
                  </a:moveTo>
                  <a:lnTo>
                    <a:pt x="812876" y="746491"/>
                  </a:lnTo>
                  <a:lnTo>
                    <a:pt x="765989" y="800139"/>
                  </a:lnTo>
                  <a:close/>
                  <a:moveTo>
                    <a:pt x="765989" y="800139"/>
                  </a:moveTo>
                  <a:lnTo>
                    <a:pt x="812876" y="746491"/>
                  </a:lnTo>
                  <a:lnTo>
                    <a:pt x="808485" y="740830"/>
                  </a:lnTo>
                  <a:close/>
                  <a:moveTo>
                    <a:pt x="765989" y="800139"/>
                  </a:moveTo>
                  <a:lnTo>
                    <a:pt x="808485" y="740830"/>
                  </a:lnTo>
                  <a:lnTo>
                    <a:pt x="760451" y="741899"/>
                  </a:lnTo>
                  <a:close/>
                  <a:moveTo>
                    <a:pt x="815470" y="738909"/>
                  </a:moveTo>
                  <a:lnTo>
                    <a:pt x="808485" y="740830"/>
                  </a:lnTo>
                  <a:lnTo>
                    <a:pt x="812876" y="746491"/>
                  </a:lnTo>
                  <a:close/>
                  <a:moveTo>
                    <a:pt x="713628" y="711466"/>
                  </a:moveTo>
                  <a:lnTo>
                    <a:pt x="760451" y="741899"/>
                  </a:lnTo>
                  <a:lnTo>
                    <a:pt x="728345" y="705257"/>
                  </a:lnTo>
                  <a:close/>
                  <a:moveTo>
                    <a:pt x="713628" y="711466"/>
                  </a:moveTo>
                  <a:lnTo>
                    <a:pt x="689631" y="763003"/>
                  </a:lnTo>
                  <a:lnTo>
                    <a:pt x="760451" y="741899"/>
                  </a:lnTo>
                  <a:close/>
                  <a:moveTo>
                    <a:pt x="808485" y="740830"/>
                  </a:moveTo>
                  <a:lnTo>
                    <a:pt x="728345" y="705257"/>
                  </a:lnTo>
                  <a:lnTo>
                    <a:pt x="760451" y="741899"/>
                  </a:lnTo>
                  <a:close/>
                  <a:moveTo>
                    <a:pt x="808485" y="740830"/>
                  </a:moveTo>
                  <a:lnTo>
                    <a:pt x="815470" y="738909"/>
                  </a:lnTo>
                  <a:lnTo>
                    <a:pt x="806929" y="724257"/>
                  </a:lnTo>
                  <a:close/>
                  <a:moveTo>
                    <a:pt x="1202211" y="1300820"/>
                  </a:moveTo>
                  <a:lnTo>
                    <a:pt x="1261966" y="1242604"/>
                  </a:lnTo>
                  <a:lnTo>
                    <a:pt x="1256690" y="1231769"/>
                  </a:lnTo>
                  <a:close/>
                  <a:moveTo>
                    <a:pt x="1202211" y="1300820"/>
                  </a:moveTo>
                  <a:lnTo>
                    <a:pt x="1256690" y="1231769"/>
                  </a:lnTo>
                  <a:lnTo>
                    <a:pt x="1193501" y="1245158"/>
                  </a:lnTo>
                  <a:close/>
                  <a:moveTo>
                    <a:pt x="1143236" y="1202738"/>
                  </a:moveTo>
                  <a:lnTo>
                    <a:pt x="1193501" y="1245158"/>
                  </a:lnTo>
                  <a:lnTo>
                    <a:pt x="1180951" y="1192618"/>
                  </a:lnTo>
                  <a:close/>
                  <a:moveTo>
                    <a:pt x="1143236" y="1202738"/>
                  </a:moveTo>
                  <a:lnTo>
                    <a:pt x="1167644" y="1254275"/>
                  </a:lnTo>
                  <a:lnTo>
                    <a:pt x="1193501" y="1245158"/>
                  </a:lnTo>
                  <a:close/>
                  <a:moveTo>
                    <a:pt x="1157894" y="1163072"/>
                  </a:moveTo>
                  <a:lnTo>
                    <a:pt x="1143236" y="1202738"/>
                  </a:lnTo>
                  <a:lnTo>
                    <a:pt x="1180951" y="1192618"/>
                  </a:lnTo>
                  <a:close/>
                  <a:moveTo>
                    <a:pt x="1067979" y="972497"/>
                  </a:moveTo>
                  <a:lnTo>
                    <a:pt x="1089468" y="947016"/>
                  </a:lnTo>
                  <a:lnTo>
                    <a:pt x="1018216" y="945055"/>
                  </a:lnTo>
                  <a:close/>
                  <a:moveTo>
                    <a:pt x="1022240" y="996592"/>
                  </a:moveTo>
                  <a:lnTo>
                    <a:pt x="1067979" y="972497"/>
                  </a:lnTo>
                  <a:lnTo>
                    <a:pt x="1018216" y="945055"/>
                  </a:lnTo>
                  <a:close/>
                  <a:moveTo>
                    <a:pt x="798031" y="790445"/>
                  </a:moveTo>
                  <a:lnTo>
                    <a:pt x="832998" y="821725"/>
                  </a:lnTo>
                  <a:lnTo>
                    <a:pt x="836439" y="780846"/>
                  </a:lnTo>
                  <a:close/>
                  <a:moveTo>
                    <a:pt x="812876" y="746491"/>
                  </a:moveTo>
                  <a:lnTo>
                    <a:pt x="798031" y="790445"/>
                  </a:lnTo>
                  <a:lnTo>
                    <a:pt x="836439" y="780846"/>
                  </a:lnTo>
                  <a:close/>
                  <a:moveTo>
                    <a:pt x="812876" y="746491"/>
                  </a:moveTo>
                  <a:lnTo>
                    <a:pt x="836439" y="780846"/>
                  </a:lnTo>
                  <a:lnTo>
                    <a:pt x="815470" y="738909"/>
                  </a:lnTo>
                  <a:close/>
                  <a:moveTo>
                    <a:pt x="815470" y="738909"/>
                  </a:moveTo>
                  <a:lnTo>
                    <a:pt x="836439" y="780846"/>
                  </a:lnTo>
                  <a:lnTo>
                    <a:pt x="889785" y="766351"/>
                  </a:lnTo>
                  <a:close/>
                  <a:moveTo>
                    <a:pt x="817935" y="670404"/>
                  </a:moveTo>
                  <a:lnTo>
                    <a:pt x="806929" y="724257"/>
                  </a:lnTo>
                  <a:lnTo>
                    <a:pt x="831199" y="663278"/>
                  </a:lnTo>
                  <a:close/>
                  <a:moveTo>
                    <a:pt x="831199" y="663278"/>
                  </a:moveTo>
                  <a:lnTo>
                    <a:pt x="806929" y="724257"/>
                  </a:lnTo>
                  <a:lnTo>
                    <a:pt x="815470" y="738909"/>
                  </a:lnTo>
                  <a:close/>
                  <a:moveTo>
                    <a:pt x="831199" y="663278"/>
                  </a:moveTo>
                  <a:lnTo>
                    <a:pt x="815470" y="738909"/>
                  </a:lnTo>
                  <a:lnTo>
                    <a:pt x="872385" y="714815"/>
                  </a:lnTo>
                  <a:close/>
                  <a:moveTo>
                    <a:pt x="781666" y="687372"/>
                  </a:moveTo>
                  <a:lnTo>
                    <a:pt x="806929" y="724257"/>
                  </a:lnTo>
                  <a:lnTo>
                    <a:pt x="817935" y="670404"/>
                  </a:lnTo>
                  <a:close/>
                  <a:moveTo>
                    <a:pt x="791709" y="635835"/>
                  </a:moveTo>
                  <a:lnTo>
                    <a:pt x="817935" y="670404"/>
                  </a:lnTo>
                  <a:lnTo>
                    <a:pt x="831199" y="663278"/>
                  </a:lnTo>
                  <a:close/>
                  <a:moveTo>
                    <a:pt x="836149" y="611742"/>
                  </a:moveTo>
                  <a:lnTo>
                    <a:pt x="894109" y="605731"/>
                  </a:lnTo>
                  <a:lnTo>
                    <a:pt x="869638" y="603610"/>
                  </a:lnTo>
                  <a:close/>
                  <a:moveTo>
                    <a:pt x="869473" y="639184"/>
                  </a:moveTo>
                  <a:lnTo>
                    <a:pt x="894109" y="605731"/>
                  </a:lnTo>
                  <a:lnTo>
                    <a:pt x="836149" y="611742"/>
                  </a:lnTo>
                  <a:close/>
                  <a:moveTo>
                    <a:pt x="831199" y="663278"/>
                  </a:moveTo>
                  <a:lnTo>
                    <a:pt x="869473" y="639184"/>
                  </a:lnTo>
                  <a:lnTo>
                    <a:pt x="836149" y="611742"/>
                  </a:lnTo>
                  <a:close/>
                  <a:moveTo>
                    <a:pt x="869638" y="603610"/>
                  </a:moveTo>
                  <a:lnTo>
                    <a:pt x="894109" y="605731"/>
                  </a:lnTo>
                  <a:lnTo>
                    <a:pt x="904685" y="587648"/>
                  </a:lnTo>
                  <a:close/>
                  <a:moveTo>
                    <a:pt x="928820" y="600611"/>
                  </a:moveTo>
                  <a:lnTo>
                    <a:pt x="894109" y="605731"/>
                  </a:lnTo>
                  <a:lnTo>
                    <a:pt x="869473" y="639184"/>
                  </a:lnTo>
                  <a:close/>
                  <a:moveTo>
                    <a:pt x="473211" y="80126"/>
                  </a:moveTo>
                  <a:lnTo>
                    <a:pt x="429314" y="90680"/>
                  </a:lnTo>
                  <a:lnTo>
                    <a:pt x="513424" y="95575"/>
                  </a:lnTo>
                  <a:close/>
                  <a:moveTo>
                    <a:pt x="821749" y="103073"/>
                  </a:moveTo>
                  <a:lnTo>
                    <a:pt x="842292" y="47075"/>
                  </a:lnTo>
                  <a:lnTo>
                    <a:pt x="841372" y="27442"/>
                  </a:lnTo>
                  <a:close/>
                  <a:moveTo>
                    <a:pt x="812346" y="0"/>
                  </a:moveTo>
                  <a:lnTo>
                    <a:pt x="813466" y="46609"/>
                  </a:lnTo>
                  <a:lnTo>
                    <a:pt x="841372" y="27442"/>
                  </a:lnTo>
                  <a:close/>
                  <a:moveTo>
                    <a:pt x="1015178" y="182052"/>
                  </a:moveTo>
                  <a:lnTo>
                    <a:pt x="1049394" y="162465"/>
                  </a:lnTo>
                  <a:lnTo>
                    <a:pt x="1031638" y="171414"/>
                  </a:lnTo>
                  <a:close/>
                  <a:moveTo>
                    <a:pt x="1031309" y="209495"/>
                  </a:moveTo>
                  <a:lnTo>
                    <a:pt x="1049394" y="162465"/>
                  </a:lnTo>
                  <a:lnTo>
                    <a:pt x="1015178" y="182052"/>
                  </a:lnTo>
                  <a:close/>
                  <a:moveTo>
                    <a:pt x="1031638" y="171414"/>
                  </a:moveTo>
                  <a:lnTo>
                    <a:pt x="1015768" y="171645"/>
                  </a:lnTo>
                  <a:lnTo>
                    <a:pt x="1015178" y="182052"/>
                  </a:lnTo>
                  <a:close/>
                  <a:moveTo>
                    <a:pt x="1038782" y="106422"/>
                  </a:moveTo>
                  <a:lnTo>
                    <a:pt x="1031638" y="171414"/>
                  </a:lnTo>
                  <a:lnTo>
                    <a:pt x="1051494" y="157958"/>
                  </a:lnTo>
                  <a:close/>
                  <a:moveTo>
                    <a:pt x="1031638" y="171414"/>
                  </a:moveTo>
                  <a:lnTo>
                    <a:pt x="1049394" y="162465"/>
                  </a:lnTo>
                  <a:lnTo>
                    <a:pt x="1051494" y="157958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62" name="Output_density__4261">
              <a:extLst>
                <a:ext uri="{FF2B5EF4-FFF2-40B4-BE49-F238E27FC236}">
                  <a16:creationId xmlns:a16="http://schemas.microsoft.com/office/drawing/2014/main" id="{9653531C-7DC7-65B8-9F1E-E2C3B1A2C2A5}"/>
                </a:ext>
              </a:extLst>
            </p:cNvPr>
            <p:cNvSpPr>
              <a:spLocks noGrp="1"/>
            </p:cNvSpPr>
            <p:nvPr/>
          </p:nvSpPr>
          <p:spPr>
            <a:xfrm>
              <a:off x="15331105" y="2378214"/>
              <a:ext cx="1371772" cy="1959808"/>
            </a:xfrm>
            <a:custGeom>
              <a:avLst/>
              <a:gdLst/>
              <a:ahLst/>
              <a:cxnLst/>
              <a:rect l="0" t="0" r="0" b="0"/>
              <a:pathLst>
                <a:path w="1371772" h="1959808">
                  <a:moveTo>
                    <a:pt x="412861" y="1959808"/>
                  </a:moveTo>
                  <a:lnTo>
                    <a:pt x="444007" y="1955695"/>
                  </a:lnTo>
                  <a:lnTo>
                    <a:pt x="391845" y="1921011"/>
                  </a:lnTo>
                  <a:close/>
                  <a:moveTo>
                    <a:pt x="476875" y="1931601"/>
                  </a:moveTo>
                  <a:lnTo>
                    <a:pt x="448905" y="1959670"/>
                  </a:lnTo>
                  <a:lnTo>
                    <a:pt x="477636" y="1932193"/>
                  </a:lnTo>
                  <a:close/>
                  <a:moveTo>
                    <a:pt x="476875" y="1931601"/>
                  </a:moveTo>
                  <a:lnTo>
                    <a:pt x="444007" y="1955695"/>
                  </a:lnTo>
                  <a:lnTo>
                    <a:pt x="448905" y="1959670"/>
                  </a:lnTo>
                  <a:close/>
                  <a:moveTo>
                    <a:pt x="455350" y="1955695"/>
                  </a:moveTo>
                  <a:lnTo>
                    <a:pt x="477636" y="1932193"/>
                  </a:lnTo>
                  <a:lnTo>
                    <a:pt x="448905" y="1959670"/>
                  </a:lnTo>
                  <a:close/>
                  <a:moveTo>
                    <a:pt x="455350" y="1955695"/>
                  </a:moveTo>
                  <a:lnTo>
                    <a:pt x="483528" y="1931601"/>
                  </a:lnTo>
                  <a:lnTo>
                    <a:pt x="477636" y="1932193"/>
                  </a:lnTo>
                  <a:close/>
                  <a:moveTo>
                    <a:pt x="0" y="1261625"/>
                  </a:moveTo>
                  <a:lnTo>
                    <a:pt x="12230" y="1266289"/>
                  </a:lnTo>
                  <a:lnTo>
                    <a:pt x="20729" y="1271953"/>
                  </a:lnTo>
                  <a:close/>
                  <a:moveTo>
                    <a:pt x="495533" y="1864206"/>
                  </a:moveTo>
                  <a:lnTo>
                    <a:pt x="483528" y="1931601"/>
                  </a:lnTo>
                  <a:lnTo>
                    <a:pt x="522392" y="1924850"/>
                  </a:lnTo>
                  <a:close/>
                  <a:moveTo>
                    <a:pt x="25537" y="1255470"/>
                  </a:moveTo>
                  <a:lnTo>
                    <a:pt x="0" y="1261625"/>
                  </a:lnTo>
                  <a:lnTo>
                    <a:pt x="20729" y="1271953"/>
                  </a:lnTo>
                  <a:close/>
                  <a:moveTo>
                    <a:pt x="38205" y="1202395"/>
                  </a:moveTo>
                  <a:lnTo>
                    <a:pt x="0" y="1261625"/>
                  </a:lnTo>
                  <a:lnTo>
                    <a:pt x="25537" y="1255470"/>
                  </a:lnTo>
                  <a:close/>
                  <a:moveTo>
                    <a:pt x="25537" y="1255470"/>
                  </a:moveTo>
                  <a:lnTo>
                    <a:pt x="80221" y="1248995"/>
                  </a:lnTo>
                  <a:lnTo>
                    <a:pt x="38205" y="1202395"/>
                  </a:lnTo>
                  <a:close/>
                  <a:moveTo>
                    <a:pt x="80221" y="1248995"/>
                  </a:moveTo>
                  <a:lnTo>
                    <a:pt x="89953" y="1221195"/>
                  </a:lnTo>
                  <a:lnTo>
                    <a:pt x="38205" y="1202395"/>
                  </a:lnTo>
                  <a:close/>
                  <a:moveTo>
                    <a:pt x="548881" y="1848791"/>
                  </a:moveTo>
                  <a:lnTo>
                    <a:pt x="549288" y="1890512"/>
                  </a:lnTo>
                  <a:lnTo>
                    <a:pt x="582280" y="1855970"/>
                  </a:lnTo>
                  <a:close/>
                  <a:moveTo>
                    <a:pt x="96892" y="1172699"/>
                  </a:moveTo>
                  <a:lnTo>
                    <a:pt x="48997" y="1173655"/>
                  </a:lnTo>
                  <a:lnTo>
                    <a:pt x="38205" y="1202395"/>
                  </a:lnTo>
                  <a:close/>
                  <a:moveTo>
                    <a:pt x="412421" y="1343953"/>
                  </a:moveTo>
                  <a:lnTo>
                    <a:pt x="391902" y="1381626"/>
                  </a:lnTo>
                  <a:lnTo>
                    <a:pt x="419655" y="1351182"/>
                  </a:lnTo>
                  <a:close/>
                  <a:moveTo>
                    <a:pt x="419655" y="1351182"/>
                  </a:moveTo>
                  <a:lnTo>
                    <a:pt x="391902" y="1381626"/>
                  </a:lnTo>
                  <a:lnTo>
                    <a:pt x="389272" y="1400642"/>
                  </a:lnTo>
                  <a:close/>
                  <a:moveTo>
                    <a:pt x="34297" y="1052881"/>
                  </a:moveTo>
                  <a:lnTo>
                    <a:pt x="72793" y="1022135"/>
                  </a:lnTo>
                  <a:lnTo>
                    <a:pt x="105630" y="1010008"/>
                  </a:lnTo>
                  <a:close/>
                  <a:moveTo>
                    <a:pt x="284626" y="1071279"/>
                  </a:moveTo>
                  <a:lnTo>
                    <a:pt x="278295" y="1062176"/>
                  </a:lnTo>
                  <a:lnTo>
                    <a:pt x="289816" y="1113713"/>
                  </a:lnTo>
                  <a:close/>
                  <a:moveTo>
                    <a:pt x="707822" y="1680615"/>
                  </a:moveTo>
                  <a:lnTo>
                    <a:pt x="715824" y="1701530"/>
                  </a:lnTo>
                  <a:lnTo>
                    <a:pt x="754375" y="1728568"/>
                  </a:lnTo>
                  <a:close/>
                  <a:moveTo>
                    <a:pt x="741600" y="1617831"/>
                  </a:moveTo>
                  <a:lnTo>
                    <a:pt x="784927" y="1668119"/>
                  </a:lnTo>
                  <a:lnTo>
                    <a:pt x="789001" y="1617278"/>
                  </a:lnTo>
                  <a:close/>
                  <a:moveTo>
                    <a:pt x="202190" y="1061453"/>
                  </a:moveTo>
                  <a:lnTo>
                    <a:pt x="211596" y="1010639"/>
                  </a:lnTo>
                  <a:lnTo>
                    <a:pt x="201344" y="1000278"/>
                  </a:lnTo>
                  <a:close/>
                  <a:moveTo>
                    <a:pt x="440647" y="1083144"/>
                  </a:moveTo>
                  <a:lnTo>
                    <a:pt x="521202" y="1111002"/>
                  </a:lnTo>
                  <a:lnTo>
                    <a:pt x="473542" y="1107486"/>
                  </a:lnTo>
                  <a:close/>
                  <a:moveTo>
                    <a:pt x="374941" y="1035836"/>
                  </a:moveTo>
                  <a:lnTo>
                    <a:pt x="431586" y="1085520"/>
                  </a:lnTo>
                  <a:lnTo>
                    <a:pt x="440647" y="1083144"/>
                  </a:lnTo>
                  <a:close/>
                  <a:moveTo>
                    <a:pt x="1076198" y="1653726"/>
                  </a:moveTo>
                  <a:lnTo>
                    <a:pt x="1080976" y="1659870"/>
                  </a:lnTo>
                  <a:lnTo>
                    <a:pt x="1054293" y="1616271"/>
                  </a:lnTo>
                  <a:close/>
                  <a:moveTo>
                    <a:pt x="552124" y="1155982"/>
                  </a:moveTo>
                  <a:lnTo>
                    <a:pt x="568429" y="1220134"/>
                  </a:lnTo>
                  <a:lnTo>
                    <a:pt x="570805" y="1168598"/>
                  </a:lnTo>
                  <a:close/>
                  <a:moveTo>
                    <a:pt x="552124" y="1155982"/>
                  </a:moveTo>
                  <a:lnTo>
                    <a:pt x="570805" y="1168598"/>
                  </a:lnTo>
                  <a:lnTo>
                    <a:pt x="524494" y="1123313"/>
                  </a:lnTo>
                  <a:close/>
                  <a:moveTo>
                    <a:pt x="518398" y="1041431"/>
                  </a:moveTo>
                  <a:lnTo>
                    <a:pt x="483624" y="1110947"/>
                  </a:lnTo>
                  <a:lnTo>
                    <a:pt x="521202" y="1111002"/>
                  </a:lnTo>
                  <a:close/>
                  <a:moveTo>
                    <a:pt x="905469" y="1404530"/>
                  </a:moveTo>
                  <a:lnTo>
                    <a:pt x="879863" y="1393161"/>
                  </a:lnTo>
                  <a:lnTo>
                    <a:pt x="946306" y="1429629"/>
                  </a:lnTo>
                  <a:close/>
                  <a:moveTo>
                    <a:pt x="979196" y="1451113"/>
                  </a:moveTo>
                  <a:lnTo>
                    <a:pt x="1048536" y="1481166"/>
                  </a:lnTo>
                  <a:lnTo>
                    <a:pt x="1017168" y="1472801"/>
                  </a:lnTo>
                  <a:close/>
                  <a:moveTo>
                    <a:pt x="543888" y="974449"/>
                  </a:moveTo>
                  <a:lnTo>
                    <a:pt x="550304" y="989894"/>
                  </a:lnTo>
                  <a:lnTo>
                    <a:pt x="528579" y="924153"/>
                  </a:lnTo>
                  <a:close/>
                  <a:moveTo>
                    <a:pt x="528579" y="924153"/>
                  </a:moveTo>
                  <a:lnTo>
                    <a:pt x="550304" y="989894"/>
                  </a:lnTo>
                  <a:lnTo>
                    <a:pt x="596315" y="947361"/>
                  </a:lnTo>
                  <a:close/>
                  <a:moveTo>
                    <a:pt x="1109236" y="1532703"/>
                  </a:moveTo>
                  <a:lnTo>
                    <a:pt x="1136131" y="1568231"/>
                  </a:lnTo>
                  <a:lnTo>
                    <a:pt x="1139300" y="1560145"/>
                  </a:lnTo>
                  <a:close/>
                  <a:moveTo>
                    <a:pt x="1017168" y="1472801"/>
                  </a:moveTo>
                  <a:lnTo>
                    <a:pt x="1092641" y="1445404"/>
                  </a:lnTo>
                  <a:lnTo>
                    <a:pt x="1045303" y="1443096"/>
                  </a:lnTo>
                  <a:close/>
                  <a:moveTo>
                    <a:pt x="675650" y="943294"/>
                  </a:moveTo>
                  <a:lnTo>
                    <a:pt x="617518" y="952572"/>
                  </a:lnTo>
                  <a:lnTo>
                    <a:pt x="619337" y="890170"/>
                  </a:lnTo>
                  <a:close/>
                  <a:moveTo>
                    <a:pt x="641322" y="940958"/>
                  </a:moveTo>
                  <a:lnTo>
                    <a:pt x="675650" y="943294"/>
                  </a:lnTo>
                  <a:lnTo>
                    <a:pt x="619337" y="890170"/>
                  </a:lnTo>
                  <a:close/>
                  <a:moveTo>
                    <a:pt x="596315" y="947361"/>
                  </a:moveTo>
                  <a:lnTo>
                    <a:pt x="641322" y="940958"/>
                  </a:lnTo>
                  <a:lnTo>
                    <a:pt x="619337" y="890170"/>
                  </a:lnTo>
                  <a:close/>
                  <a:moveTo>
                    <a:pt x="193685" y="490058"/>
                  </a:moveTo>
                  <a:lnTo>
                    <a:pt x="259433" y="489092"/>
                  </a:lnTo>
                  <a:lnTo>
                    <a:pt x="262237" y="436784"/>
                  </a:lnTo>
                  <a:close/>
                  <a:moveTo>
                    <a:pt x="294607" y="498479"/>
                  </a:moveTo>
                  <a:lnTo>
                    <a:pt x="249323" y="523400"/>
                  </a:lnTo>
                  <a:lnTo>
                    <a:pt x="292831" y="511393"/>
                  </a:lnTo>
                  <a:close/>
                  <a:moveTo>
                    <a:pt x="294607" y="498479"/>
                  </a:moveTo>
                  <a:lnTo>
                    <a:pt x="259433" y="489092"/>
                  </a:lnTo>
                  <a:lnTo>
                    <a:pt x="249323" y="523400"/>
                  </a:lnTo>
                  <a:close/>
                  <a:moveTo>
                    <a:pt x="259433" y="489092"/>
                  </a:moveTo>
                  <a:lnTo>
                    <a:pt x="294607" y="498479"/>
                  </a:lnTo>
                  <a:lnTo>
                    <a:pt x="262237" y="436784"/>
                  </a:lnTo>
                  <a:close/>
                  <a:moveTo>
                    <a:pt x="294607" y="498479"/>
                  </a:moveTo>
                  <a:lnTo>
                    <a:pt x="311561" y="446521"/>
                  </a:lnTo>
                  <a:lnTo>
                    <a:pt x="262237" y="436784"/>
                  </a:lnTo>
                  <a:close/>
                  <a:moveTo>
                    <a:pt x="1123913" y="1283939"/>
                  </a:moveTo>
                  <a:lnTo>
                    <a:pt x="1127936" y="1343412"/>
                  </a:lnTo>
                  <a:lnTo>
                    <a:pt x="1093357" y="1313183"/>
                  </a:lnTo>
                  <a:close/>
                  <a:moveTo>
                    <a:pt x="1018220" y="1231159"/>
                  </a:moveTo>
                  <a:lnTo>
                    <a:pt x="1074610" y="1243089"/>
                  </a:lnTo>
                  <a:lnTo>
                    <a:pt x="1027543" y="1241793"/>
                  </a:lnTo>
                  <a:close/>
                  <a:moveTo>
                    <a:pt x="827602" y="1096316"/>
                  </a:moveTo>
                  <a:lnTo>
                    <a:pt x="850286" y="1072222"/>
                  </a:lnTo>
                  <a:lnTo>
                    <a:pt x="837348" y="1147853"/>
                  </a:lnTo>
                  <a:close/>
                  <a:moveTo>
                    <a:pt x="837713" y="1020686"/>
                  </a:moveTo>
                  <a:lnTo>
                    <a:pt x="850286" y="1072222"/>
                  </a:lnTo>
                  <a:lnTo>
                    <a:pt x="845169" y="1044779"/>
                  </a:lnTo>
                  <a:close/>
                  <a:moveTo>
                    <a:pt x="837713" y="1020686"/>
                  </a:moveTo>
                  <a:lnTo>
                    <a:pt x="845169" y="1044779"/>
                  </a:lnTo>
                  <a:lnTo>
                    <a:pt x="868917" y="998068"/>
                  </a:lnTo>
                  <a:close/>
                  <a:moveTo>
                    <a:pt x="483625" y="609003"/>
                  </a:moveTo>
                  <a:lnTo>
                    <a:pt x="484801" y="632487"/>
                  </a:lnTo>
                  <a:lnTo>
                    <a:pt x="483838" y="606383"/>
                  </a:lnTo>
                  <a:close/>
                  <a:moveTo>
                    <a:pt x="335829" y="402357"/>
                  </a:moveTo>
                  <a:lnTo>
                    <a:pt x="333320" y="402247"/>
                  </a:lnTo>
                  <a:lnTo>
                    <a:pt x="262237" y="436784"/>
                  </a:lnTo>
                  <a:close/>
                  <a:moveTo>
                    <a:pt x="311561" y="446521"/>
                  </a:moveTo>
                  <a:lnTo>
                    <a:pt x="335829" y="402357"/>
                  </a:lnTo>
                  <a:lnTo>
                    <a:pt x="262237" y="436784"/>
                  </a:lnTo>
                  <a:close/>
                  <a:moveTo>
                    <a:pt x="311561" y="446521"/>
                  </a:moveTo>
                  <a:lnTo>
                    <a:pt x="358439" y="447114"/>
                  </a:lnTo>
                  <a:lnTo>
                    <a:pt x="335829" y="402357"/>
                  </a:lnTo>
                  <a:close/>
                  <a:moveTo>
                    <a:pt x="275587" y="247637"/>
                  </a:moveTo>
                  <a:lnTo>
                    <a:pt x="245517" y="239370"/>
                  </a:lnTo>
                  <a:lnTo>
                    <a:pt x="210992" y="245188"/>
                  </a:lnTo>
                  <a:close/>
                  <a:moveTo>
                    <a:pt x="1076869" y="1221460"/>
                  </a:moveTo>
                  <a:lnTo>
                    <a:pt x="1031701" y="1220199"/>
                  </a:lnTo>
                  <a:lnTo>
                    <a:pt x="1027543" y="1241793"/>
                  </a:lnTo>
                  <a:close/>
                  <a:moveTo>
                    <a:pt x="1031701" y="1220199"/>
                  </a:moveTo>
                  <a:lnTo>
                    <a:pt x="1076869" y="1221460"/>
                  </a:lnTo>
                  <a:lnTo>
                    <a:pt x="1034213" y="1155414"/>
                  </a:lnTo>
                  <a:close/>
                  <a:moveTo>
                    <a:pt x="1020156" y="1104099"/>
                  </a:moveTo>
                  <a:lnTo>
                    <a:pt x="1034213" y="1155414"/>
                  </a:lnTo>
                  <a:lnTo>
                    <a:pt x="1054470" y="1175296"/>
                  </a:lnTo>
                  <a:close/>
                  <a:moveTo>
                    <a:pt x="874245" y="958528"/>
                  </a:moveTo>
                  <a:lnTo>
                    <a:pt x="837713" y="1020686"/>
                  </a:lnTo>
                  <a:lnTo>
                    <a:pt x="868917" y="998068"/>
                  </a:lnTo>
                  <a:close/>
                  <a:moveTo>
                    <a:pt x="335829" y="402357"/>
                  </a:moveTo>
                  <a:lnTo>
                    <a:pt x="335946" y="402127"/>
                  </a:lnTo>
                  <a:lnTo>
                    <a:pt x="333320" y="402247"/>
                  </a:lnTo>
                  <a:close/>
                  <a:moveTo>
                    <a:pt x="335946" y="402127"/>
                  </a:moveTo>
                  <a:lnTo>
                    <a:pt x="335829" y="402357"/>
                  </a:lnTo>
                  <a:lnTo>
                    <a:pt x="336021" y="402247"/>
                  </a:lnTo>
                  <a:close/>
                  <a:moveTo>
                    <a:pt x="358432" y="351963"/>
                  </a:moveTo>
                  <a:lnTo>
                    <a:pt x="336021" y="402247"/>
                  </a:lnTo>
                  <a:lnTo>
                    <a:pt x="375437" y="375766"/>
                  </a:lnTo>
                  <a:close/>
                  <a:moveTo>
                    <a:pt x="1307164" y="1281717"/>
                  </a:moveTo>
                  <a:lnTo>
                    <a:pt x="1262643" y="1247119"/>
                  </a:lnTo>
                  <a:lnTo>
                    <a:pt x="1291436" y="1259937"/>
                  </a:lnTo>
                  <a:close/>
                  <a:moveTo>
                    <a:pt x="1317213" y="1328240"/>
                  </a:moveTo>
                  <a:lnTo>
                    <a:pt x="1371414" y="1384285"/>
                  </a:lnTo>
                  <a:lnTo>
                    <a:pt x="1323755" y="1333254"/>
                  </a:lnTo>
                  <a:close/>
                  <a:moveTo>
                    <a:pt x="1371693" y="1384674"/>
                  </a:moveTo>
                  <a:lnTo>
                    <a:pt x="1371414" y="1384285"/>
                  </a:lnTo>
                  <a:lnTo>
                    <a:pt x="1317213" y="1328240"/>
                  </a:lnTo>
                  <a:close/>
                  <a:moveTo>
                    <a:pt x="1371693" y="1384674"/>
                  </a:moveTo>
                  <a:lnTo>
                    <a:pt x="1371772" y="1384791"/>
                  </a:lnTo>
                  <a:lnTo>
                    <a:pt x="1371414" y="1384285"/>
                  </a:lnTo>
                  <a:close/>
                  <a:moveTo>
                    <a:pt x="993970" y="846468"/>
                  </a:moveTo>
                  <a:lnTo>
                    <a:pt x="1072042" y="848927"/>
                  </a:lnTo>
                  <a:lnTo>
                    <a:pt x="1038295" y="793794"/>
                  </a:lnTo>
                  <a:close/>
                  <a:moveTo>
                    <a:pt x="1153276" y="946353"/>
                  </a:moveTo>
                  <a:lnTo>
                    <a:pt x="1180036" y="999940"/>
                  </a:lnTo>
                  <a:lnTo>
                    <a:pt x="1154672" y="948404"/>
                  </a:lnTo>
                  <a:close/>
                  <a:moveTo>
                    <a:pt x="1153276" y="946353"/>
                  </a:moveTo>
                  <a:lnTo>
                    <a:pt x="1173523" y="992636"/>
                  </a:lnTo>
                  <a:lnTo>
                    <a:pt x="1180036" y="999940"/>
                  </a:lnTo>
                  <a:close/>
                  <a:moveTo>
                    <a:pt x="976788" y="615090"/>
                  </a:moveTo>
                  <a:lnTo>
                    <a:pt x="968712" y="656910"/>
                  </a:lnTo>
                  <a:lnTo>
                    <a:pt x="978993" y="635621"/>
                  </a:lnTo>
                  <a:close/>
                  <a:moveTo>
                    <a:pt x="978993" y="635621"/>
                  </a:moveTo>
                  <a:lnTo>
                    <a:pt x="968712" y="656910"/>
                  </a:lnTo>
                  <a:lnTo>
                    <a:pt x="969055" y="668461"/>
                  </a:lnTo>
                  <a:close/>
                  <a:moveTo>
                    <a:pt x="1110694" y="754760"/>
                  </a:moveTo>
                  <a:lnTo>
                    <a:pt x="1146095" y="796086"/>
                  </a:lnTo>
                  <a:lnTo>
                    <a:pt x="1141157" y="767978"/>
                  </a:lnTo>
                  <a:close/>
                  <a:moveTo>
                    <a:pt x="1141157" y="767978"/>
                  </a:moveTo>
                  <a:lnTo>
                    <a:pt x="1146095" y="796086"/>
                  </a:lnTo>
                  <a:lnTo>
                    <a:pt x="1143735" y="769700"/>
                  </a:lnTo>
                  <a:close/>
                  <a:moveTo>
                    <a:pt x="1141157" y="767978"/>
                  </a:moveTo>
                  <a:lnTo>
                    <a:pt x="1143735" y="769700"/>
                  </a:lnTo>
                  <a:lnTo>
                    <a:pt x="1134569" y="752993"/>
                  </a:lnTo>
                  <a:close/>
                  <a:moveTo>
                    <a:pt x="750986" y="292601"/>
                  </a:moveTo>
                  <a:lnTo>
                    <a:pt x="784503" y="317535"/>
                  </a:lnTo>
                  <a:lnTo>
                    <a:pt x="763217" y="305871"/>
                  </a:lnTo>
                  <a:close/>
                  <a:moveTo>
                    <a:pt x="807546" y="347343"/>
                  </a:moveTo>
                  <a:lnTo>
                    <a:pt x="784503" y="317535"/>
                  </a:lnTo>
                  <a:lnTo>
                    <a:pt x="750986" y="292601"/>
                  </a:lnTo>
                  <a:close/>
                  <a:moveTo>
                    <a:pt x="762618" y="275490"/>
                  </a:moveTo>
                  <a:lnTo>
                    <a:pt x="763217" y="305871"/>
                  </a:lnTo>
                  <a:lnTo>
                    <a:pt x="779843" y="300115"/>
                  </a:lnTo>
                  <a:close/>
                  <a:moveTo>
                    <a:pt x="723351" y="51537"/>
                  </a:moveTo>
                  <a:lnTo>
                    <a:pt x="691749" y="24094"/>
                  </a:lnTo>
                  <a:lnTo>
                    <a:pt x="695185" y="0"/>
                  </a:lnTo>
                  <a:close/>
                  <a:moveTo>
                    <a:pt x="970139" y="140876"/>
                  </a:moveTo>
                  <a:lnTo>
                    <a:pt x="936943" y="130516"/>
                  </a:lnTo>
                  <a:lnTo>
                    <a:pt x="936235" y="130784"/>
                  </a:lnTo>
                  <a:close/>
                  <a:moveTo>
                    <a:pt x="864859" y="173501"/>
                  </a:moveTo>
                  <a:lnTo>
                    <a:pt x="915052" y="186486"/>
                  </a:lnTo>
                  <a:lnTo>
                    <a:pt x="936235" y="130784"/>
                  </a:lnTo>
                  <a:close/>
                  <a:moveTo>
                    <a:pt x="1103177" y="133865"/>
                  </a:moveTo>
                  <a:lnTo>
                    <a:pt x="1136379" y="185401"/>
                  </a:lnTo>
                  <a:lnTo>
                    <a:pt x="1107168" y="157958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63" name="Output_density__4262">
              <a:extLst>
                <a:ext uri="{FF2B5EF4-FFF2-40B4-BE49-F238E27FC236}">
                  <a16:creationId xmlns:a16="http://schemas.microsoft.com/office/drawing/2014/main" id="{D1776BCC-FB17-83F5-FFA0-FEBC13630B8C}"/>
                </a:ext>
              </a:extLst>
            </p:cNvPr>
            <p:cNvSpPr>
              <a:spLocks noGrp="1"/>
            </p:cNvSpPr>
            <p:nvPr/>
          </p:nvSpPr>
          <p:spPr>
            <a:xfrm>
              <a:off x="15380102" y="2465391"/>
              <a:ext cx="1327049" cy="1872493"/>
            </a:xfrm>
            <a:custGeom>
              <a:avLst/>
              <a:gdLst/>
              <a:ahLst/>
              <a:cxnLst/>
              <a:rect l="0" t="0" r="0" b="0"/>
              <a:pathLst>
                <a:path w="1327049" h="1872493">
                  <a:moveTo>
                    <a:pt x="395010" y="1868518"/>
                  </a:moveTo>
                  <a:lnTo>
                    <a:pt x="395147" y="1871524"/>
                  </a:lnTo>
                  <a:lnTo>
                    <a:pt x="399908" y="1872493"/>
                  </a:lnTo>
                  <a:close/>
                  <a:moveTo>
                    <a:pt x="406353" y="1868518"/>
                  </a:moveTo>
                  <a:lnTo>
                    <a:pt x="399908" y="1872493"/>
                  </a:lnTo>
                  <a:lnTo>
                    <a:pt x="395147" y="1871524"/>
                  </a:lnTo>
                  <a:close/>
                  <a:moveTo>
                    <a:pt x="434531" y="1844424"/>
                  </a:moveTo>
                  <a:lnTo>
                    <a:pt x="406353" y="1868518"/>
                  </a:lnTo>
                  <a:lnTo>
                    <a:pt x="473395" y="1837673"/>
                  </a:lnTo>
                  <a:close/>
                  <a:moveTo>
                    <a:pt x="487224" y="1792887"/>
                  </a:moveTo>
                  <a:lnTo>
                    <a:pt x="533284" y="1768793"/>
                  </a:lnTo>
                  <a:lnTo>
                    <a:pt x="500291" y="1803335"/>
                  </a:lnTo>
                  <a:close/>
                  <a:moveTo>
                    <a:pt x="499884" y="1761613"/>
                  </a:moveTo>
                  <a:lnTo>
                    <a:pt x="533284" y="1768793"/>
                  </a:lnTo>
                  <a:lnTo>
                    <a:pt x="526484" y="1715228"/>
                  </a:lnTo>
                  <a:close/>
                  <a:moveTo>
                    <a:pt x="491265" y="1705878"/>
                  </a:moveTo>
                  <a:lnTo>
                    <a:pt x="526484" y="1715228"/>
                  </a:lnTo>
                  <a:lnTo>
                    <a:pt x="520868" y="1657050"/>
                  </a:lnTo>
                  <a:close/>
                  <a:moveTo>
                    <a:pt x="32517" y="1035281"/>
                  </a:moveTo>
                  <a:lnTo>
                    <a:pt x="0" y="1086478"/>
                  </a:lnTo>
                  <a:lnTo>
                    <a:pt x="47896" y="1085522"/>
                  </a:lnTo>
                  <a:close/>
                  <a:moveTo>
                    <a:pt x="293063" y="1376609"/>
                  </a:moveTo>
                  <a:lnTo>
                    <a:pt x="287319" y="1396196"/>
                  </a:lnTo>
                  <a:lnTo>
                    <a:pt x="302441" y="1383943"/>
                  </a:lnTo>
                  <a:close/>
                  <a:moveTo>
                    <a:pt x="303455" y="1321628"/>
                  </a:moveTo>
                  <a:lnTo>
                    <a:pt x="340276" y="1313465"/>
                  </a:lnTo>
                  <a:lnTo>
                    <a:pt x="323093" y="1308313"/>
                  </a:lnTo>
                  <a:close/>
                  <a:moveTo>
                    <a:pt x="303455" y="1321628"/>
                  </a:moveTo>
                  <a:lnTo>
                    <a:pt x="326053" y="1366340"/>
                  </a:lnTo>
                  <a:lnTo>
                    <a:pt x="340276" y="1313465"/>
                  </a:lnTo>
                  <a:close/>
                  <a:moveTo>
                    <a:pt x="293063" y="1376609"/>
                  </a:moveTo>
                  <a:lnTo>
                    <a:pt x="326053" y="1366340"/>
                  </a:lnTo>
                  <a:lnTo>
                    <a:pt x="303455" y="1321628"/>
                  </a:lnTo>
                  <a:close/>
                  <a:moveTo>
                    <a:pt x="302441" y="1383943"/>
                  </a:moveTo>
                  <a:lnTo>
                    <a:pt x="326053" y="1366340"/>
                  </a:lnTo>
                  <a:lnTo>
                    <a:pt x="293063" y="1376609"/>
                  </a:lnTo>
                  <a:close/>
                  <a:moveTo>
                    <a:pt x="376141" y="1322289"/>
                  </a:moveTo>
                  <a:lnTo>
                    <a:pt x="340276" y="1313465"/>
                  </a:lnTo>
                  <a:lnTo>
                    <a:pt x="326053" y="1366340"/>
                  </a:lnTo>
                  <a:close/>
                  <a:moveTo>
                    <a:pt x="323093" y="1308313"/>
                  </a:moveTo>
                  <a:lnTo>
                    <a:pt x="340276" y="1313465"/>
                  </a:lnTo>
                  <a:lnTo>
                    <a:pt x="342905" y="1294448"/>
                  </a:lnTo>
                  <a:close/>
                  <a:moveTo>
                    <a:pt x="363424" y="1256776"/>
                  </a:moveTo>
                  <a:lnTo>
                    <a:pt x="369980" y="1260775"/>
                  </a:lnTo>
                  <a:lnTo>
                    <a:pt x="342905" y="1294448"/>
                  </a:lnTo>
                  <a:close/>
                  <a:moveTo>
                    <a:pt x="156553" y="871926"/>
                  </a:moveTo>
                  <a:lnTo>
                    <a:pt x="158305" y="847832"/>
                  </a:lnTo>
                  <a:lnTo>
                    <a:pt x="162599" y="923462"/>
                  </a:lnTo>
                  <a:close/>
                  <a:moveTo>
                    <a:pt x="509851" y="1157051"/>
                  </a:moveTo>
                  <a:lnTo>
                    <a:pt x="529343" y="1085474"/>
                  </a:lnTo>
                  <a:lnTo>
                    <a:pt x="521808" y="1081421"/>
                  </a:lnTo>
                  <a:close/>
                  <a:moveTo>
                    <a:pt x="509851" y="1157051"/>
                  </a:moveTo>
                  <a:lnTo>
                    <a:pt x="521808" y="1081421"/>
                  </a:lnTo>
                  <a:lnTo>
                    <a:pt x="519433" y="1132957"/>
                  </a:lnTo>
                  <a:close/>
                  <a:moveTo>
                    <a:pt x="480780" y="961488"/>
                  </a:moveTo>
                  <a:lnTo>
                    <a:pt x="469402" y="954254"/>
                  </a:lnTo>
                  <a:lnTo>
                    <a:pt x="472205" y="1023825"/>
                  </a:lnTo>
                  <a:close/>
                  <a:moveTo>
                    <a:pt x="480780" y="961488"/>
                  </a:moveTo>
                  <a:lnTo>
                    <a:pt x="472205" y="1023825"/>
                  </a:lnTo>
                  <a:lnTo>
                    <a:pt x="490016" y="978348"/>
                  </a:lnTo>
                  <a:close/>
                  <a:moveTo>
                    <a:pt x="469402" y="954254"/>
                  </a:moveTo>
                  <a:lnTo>
                    <a:pt x="480780" y="961488"/>
                  </a:lnTo>
                  <a:lnTo>
                    <a:pt x="484725" y="935735"/>
                  </a:lnTo>
                  <a:close/>
                  <a:moveTo>
                    <a:pt x="892336" y="1366547"/>
                  </a:moveTo>
                  <a:lnTo>
                    <a:pt x="906171" y="1408231"/>
                  </a:lnTo>
                  <a:lnTo>
                    <a:pt x="912857" y="1418083"/>
                  </a:lnTo>
                  <a:close/>
                  <a:moveTo>
                    <a:pt x="968171" y="1385624"/>
                  </a:moveTo>
                  <a:lnTo>
                    <a:pt x="906171" y="1408231"/>
                  </a:lnTo>
                  <a:lnTo>
                    <a:pt x="892336" y="1366547"/>
                  </a:lnTo>
                  <a:close/>
                  <a:moveTo>
                    <a:pt x="494892" y="887272"/>
                  </a:moveTo>
                  <a:lnTo>
                    <a:pt x="484725" y="935735"/>
                  </a:lnTo>
                  <a:lnTo>
                    <a:pt x="501307" y="902717"/>
                  </a:lnTo>
                  <a:close/>
                  <a:moveTo>
                    <a:pt x="547318" y="860184"/>
                  </a:moveTo>
                  <a:lnTo>
                    <a:pt x="501307" y="902717"/>
                  </a:lnTo>
                  <a:lnTo>
                    <a:pt x="513403" y="868281"/>
                  </a:lnTo>
                  <a:close/>
                  <a:moveTo>
                    <a:pt x="513403" y="868281"/>
                  </a:moveTo>
                  <a:lnTo>
                    <a:pt x="592325" y="853781"/>
                  </a:lnTo>
                  <a:lnTo>
                    <a:pt x="547318" y="860184"/>
                  </a:lnTo>
                  <a:close/>
                  <a:moveTo>
                    <a:pt x="58487" y="386740"/>
                  </a:moveTo>
                  <a:lnTo>
                    <a:pt x="144689" y="402880"/>
                  </a:lnTo>
                  <a:lnTo>
                    <a:pt x="98251" y="403934"/>
                  </a:lnTo>
                  <a:close/>
                  <a:moveTo>
                    <a:pt x="778605" y="1009139"/>
                  </a:moveTo>
                  <a:lnTo>
                    <a:pt x="788351" y="1060676"/>
                  </a:lnTo>
                  <a:lnTo>
                    <a:pt x="766032" y="1033233"/>
                  </a:lnTo>
                  <a:close/>
                  <a:moveTo>
                    <a:pt x="1246151" y="1456438"/>
                  </a:moveTo>
                  <a:lnTo>
                    <a:pt x="1183861" y="1472968"/>
                  </a:lnTo>
                  <a:lnTo>
                    <a:pt x="1237990" y="1453865"/>
                  </a:lnTo>
                  <a:close/>
                  <a:moveTo>
                    <a:pt x="1237990" y="1453865"/>
                  </a:moveTo>
                  <a:lnTo>
                    <a:pt x="1183861" y="1472968"/>
                  </a:lnTo>
                  <a:lnTo>
                    <a:pt x="1210167" y="1456800"/>
                  </a:lnTo>
                  <a:close/>
                  <a:moveTo>
                    <a:pt x="1246151" y="1456438"/>
                  </a:moveTo>
                  <a:lnTo>
                    <a:pt x="1237990" y="1453865"/>
                  </a:lnTo>
                  <a:lnTo>
                    <a:pt x="1270532" y="1507816"/>
                  </a:lnTo>
                  <a:close/>
                  <a:moveTo>
                    <a:pt x="1299808" y="1482375"/>
                  </a:moveTo>
                  <a:lnTo>
                    <a:pt x="1246151" y="1456438"/>
                  </a:lnTo>
                  <a:lnTo>
                    <a:pt x="1270532" y="1507816"/>
                  </a:lnTo>
                  <a:close/>
                  <a:moveTo>
                    <a:pt x="969223" y="1143982"/>
                  </a:moveTo>
                  <a:lnTo>
                    <a:pt x="942897" y="1156230"/>
                  </a:lnTo>
                  <a:lnTo>
                    <a:pt x="1005473" y="1088119"/>
                  </a:lnTo>
                  <a:close/>
                  <a:moveTo>
                    <a:pt x="801289" y="985045"/>
                  </a:moveTo>
                  <a:lnTo>
                    <a:pt x="778605" y="1009139"/>
                  </a:lnTo>
                  <a:lnTo>
                    <a:pt x="796172" y="957602"/>
                  </a:lnTo>
                  <a:close/>
                  <a:moveTo>
                    <a:pt x="286832" y="315180"/>
                  </a:moveTo>
                  <a:lnTo>
                    <a:pt x="321068" y="325194"/>
                  </a:lnTo>
                  <a:lnTo>
                    <a:pt x="287025" y="315069"/>
                  </a:lnTo>
                  <a:close/>
                  <a:moveTo>
                    <a:pt x="309442" y="359937"/>
                  </a:moveTo>
                  <a:lnTo>
                    <a:pt x="321068" y="325194"/>
                  </a:lnTo>
                  <a:lnTo>
                    <a:pt x="286832" y="315180"/>
                  </a:lnTo>
                  <a:close/>
                  <a:moveTo>
                    <a:pt x="287025" y="315069"/>
                  </a:moveTo>
                  <a:lnTo>
                    <a:pt x="321068" y="325194"/>
                  </a:lnTo>
                  <a:lnTo>
                    <a:pt x="326440" y="288589"/>
                  </a:lnTo>
                  <a:close/>
                  <a:moveTo>
                    <a:pt x="1312793" y="1431034"/>
                  </a:moveTo>
                  <a:lnTo>
                    <a:pt x="1246151" y="1456438"/>
                  </a:lnTo>
                  <a:lnTo>
                    <a:pt x="1299808" y="1482375"/>
                  </a:lnTo>
                  <a:close/>
                  <a:moveTo>
                    <a:pt x="1312793" y="1431034"/>
                  </a:moveTo>
                  <a:lnTo>
                    <a:pt x="1258417" y="1437257"/>
                  </a:lnTo>
                  <a:lnTo>
                    <a:pt x="1246151" y="1456438"/>
                  </a:lnTo>
                  <a:close/>
                  <a:moveTo>
                    <a:pt x="1258417" y="1437257"/>
                  </a:moveTo>
                  <a:lnTo>
                    <a:pt x="1312793" y="1431034"/>
                  </a:lnTo>
                  <a:lnTo>
                    <a:pt x="1272377" y="1419592"/>
                  </a:lnTo>
                  <a:close/>
                  <a:moveTo>
                    <a:pt x="1312793" y="1431034"/>
                  </a:moveTo>
                  <a:lnTo>
                    <a:pt x="1311470" y="1391077"/>
                  </a:lnTo>
                  <a:lnTo>
                    <a:pt x="1272377" y="1419592"/>
                  </a:lnTo>
                  <a:close/>
                  <a:moveTo>
                    <a:pt x="1312793" y="1431034"/>
                  </a:moveTo>
                  <a:lnTo>
                    <a:pt x="1299808" y="1482375"/>
                  </a:lnTo>
                  <a:lnTo>
                    <a:pt x="1316381" y="1448875"/>
                  </a:lnTo>
                  <a:close/>
                  <a:moveTo>
                    <a:pt x="1312793" y="1431034"/>
                  </a:moveTo>
                  <a:lnTo>
                    <a:pt x="1327049" y="1409549"/>
                  </a:lnTo>
                  <a:lnTo>
                    <a:pt x="1311470" y="1391077"/>
                  </a:lnTo>
                  <a:close/>
                  <a:moveTo>
                    <a:pt x="474605" y="493200"/>
                  </a:moveTo>
                  <a:lnTo>
                    <a:pt x="503275" y="465494"/>
                  </a:lnTo>
                  <a:lnTo>
                    <a:pt x="434841" y="519206"/>
                  </a:lnTo>
                  <a:close/>
                  <a:moveTo>
                    <a:pt x="309435" y="264786"/>
                  </a:moveTo>
                  <a:lnTo>
                    <a:pt x="326440" y="288589"/>
                  </a:lnTo>
                  <a:lnTo>
                    <a:pt x="356765" y="267068"/>
                  </a:lnTo>
                  <a:close/>
                  <a:moveTo>
                    <a:pt x="326440" y="288589"/>
                  </a:moveTo>
                  <a:lnTo>
                    <a:pt x="373311" y="289154"/>
                  </a:lnTo>
                  <a:lnTo>
                    <a:pt x="400332" y="255280"/>
                  </a:lnTo>
                  <a:close/>
                  <a:moveTo>
                    <a:pt x="356765" y="267068"/>
                  </a:moveTo>
                  <a:lnTo>
                    <a:pt x="326440" y="288589"/>
                  </a:lnTo>
                  <a:lnTo>
                    <a:pt x="400332" y="255280"/>
                  </a:lnTo>
                  <a:close/>
                  <a:moveTo>
                    <a:pt x="196520" y="152193"/>
                  </a:moveTo>
                  <a:lnTo>
                    <a:pt x="226590" y="160460"/>
                  </a:lnTo>
                  <a:lnTo>
                    <a:pt x="208709" y="152348"/>
                  </a:lnTo>
                  <a:close/>
                  <a:moveTo>
                    <a:pt x="411845" y="226635"/>
                  </a:moveTo>
                  <a:lnTo>
                    <a:pt x="356765" y="267068"/>
                  </a:lnTo>
                  <a:lnTo>
                    <a:pt x="400332" y="255280"/>
                  </a:lnTo>
                  <a:close/>
                  <a:moveTo>
                    <a:pt x="411845" y="226635"/>
                  </a:moveTo>
                  <a:lnTo>
                    <a:pt x="420309" y="195071"/>
                  </a:lnTo>
                  <a:lnTo>
                    <a:pt x="377776" y="210725"/>
                  </a:lnTo>
                  <a:close/>
                  <a:moveTo>
                    <a:pt x="411845" y="226635"/>
                  </a:moveTo>
                  <a:lnTo>
                    <a:pt x="400332" y="255280"/>
                  </a:lnTo>
                  <a:lnTo>
                    <a:pt x="421962" y="239439"/>
                  </a:lnTo>
                  <a:close/>
                  <a:moveTo>
                    <a:pt x="420309" y="195071"/>
                  </a:moveTo>
                  <a:lnTo>
                    <a:pt x="443610" y="176049"/>
                  </a:lnTo>
                  <a:lnTo>
                    <a:pt x="440730" y="163808"/>
                  </a:lnTo>
                  <a:close/>
                  <a:moveTo>
                    <a:pt x="411845" y="226635"/>
                  </a:moveTo>
                  <a:lnTo>
                    <a:pt x="435983" y="213898"/>
                  </a:lnTo>
                  <a:lnTo>
                    <a:pt x="420309" y="195071"/>
                  </a:lnTo>
                  <a:close/>
                  <a:moveTo>
                    <a:pt x="440730" y="163808"/>
                  </a:moveTo>
                  <a:lnTo>
                    <a:pt x="443657" y="147469"/>
                  </a:lnTo>
                  <a:lnTo>
                    <a:pt x="420309" y="195071"/>
                  </a:lnTo>
                  <a:close/>
                  <a:moveTo>
                    <a:pt x="440730" y="163808"/>
                  </a:moveTo>
                  <a:lnTo>
                    <a:pt x="449754" y="139714"/>
                  </a:lnTo>
                  <a:lnTo>
                    <a:pt x="443657" y="147469"/>
                  </a:lnTo>
                  <a:close/>
                  <a:moveTo>
                    <a:pt x="1124526" y="905459"/>
                  </a:moveTo>
                  <a:lnTo>
                    <a:pt x="1124381" y="945814"/>
                  </a:lnTo>
                  <a:lnTo>
                    <a:pt x="1131039" y="912763"/>
                  </a:lnTo>
                  <a:close/>
                  <a:moveTo>
                    <a:pt x="1100898" y="734060"/>
                  </a:moveTo>
                  <a:lnTo>
                    <a:pt x="1097098" y="708909"/>
                  </a:lnTo>
                  <a:lnTo>
                    <a:pt x="1086788" y="709966"/>
                  </a:lnTo>
                  <a:close/>
                  <a:moveTo>
                    <a:pt x="701989" y="205423"/>
                  </a:moveTo>
                  <a:lnTo>
                    <a:pt x="714221" y="218694"/>
                  </a:lnTo>
                  <a:lnTo>
                    <a:pt x="713621" y="188313"/>
                  </a:lnTo>
                  <a:close/>
                  <a:moveTo>
                    <a:pt x="713621" y="188313"/>
                  </a:moveTo>
                  <a:lnTo>
                    <a:pt x="730847" y="212938"/>
                  </a:lnTo>
                  <a:lnTo>
                    <a:pt x="751789" y="156340"/>
                  </a:lnTo>
                  <a:close/>
                  <a:moveTo>
                    <a:pt x="786613" y="149847"/>
                  </a:moveTo>
                  <a:lnTo>
                    <a:pt x="766087" y="143063"/>
                  </a:lnTo>
                  <a:lnTo>
                    <a:pt x="751789" y="156340"/>
                  </a:lnTo>
                  <a:close/>
                  <a:moveTo>
                    <a:pt x="558273" y="58069"/>
                  </a:moveTo>
                  <a:lnTo>
                    <a:pt x="559659" y="39990"/>
                  </a:lnTo>
                  <a:lnTo>
                    <a:pt x="549497" y="58934"/>
                  </a:lnTo>
                  <a:close/>
                  <a:moveTo>
                    <a:pt x="508052" y="60916"/>
                  </a:moveTo>
                  <a:lnTo>
                    <a:pt x="521011" y="64084"/>
                  </a:lnTo>
                  <a:lnTo>
                    <a:pt x="549497" y="58934"/>
                  </a:lnTo>
                  <a:close/>
                  <a:moveTo>
                    <a:pt x="887238" y="43607"/>
                  </a:moveTo>
                  <a:lnTo>
                    <a:pt x="887947" y="43339"/>
                  </a:lnTo>
                  <a:lnTo>
                    <a:pt x="887453" y="43105"/>
                  </a:lnTo>
                  <a:close/>
                  <a:moveTo>
                    <a:pt x="912142" y="1818"/>
                  </a:moveTo>
                  <a:lnTo>
                    <a:pt x="887453" y="43105"/>
                  </a:lnTo>
                  <a:lnTo>
                    <a:pt x="958375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64" name="Output_density__4263">
              <a:extLst>
                <a:ext uri="{FF2B5EF4-FFF2-40B4-BE49-F238E27FC236}">
                  <a16:creationId xmlns:a16="http://schemas.microsoft.com/office/drawing/2014/main" id="{D307BEC2-7F51-B0A2-289D-905EBF45F5D8}"/>
                </a:ext>
              </a:extLst>
            </p:cNvPr>
            <p:cNvSpPr>
              <a:spLocks noGrp="1"/>
            </p:cNvSpPr>
            <p:nvPr/>
          </p:nvSpPr>
          <p:spPr>
            <a:xfrm>
              <a:off x="15302039" y="2347406"/>
              <a:ext cx="1352821" cy="1986502"/>
            </a:xfrm>
            <a:custGeom>
              <a:avLst/>
              <a:gdLst/>
              <a:ahLst/>
              <a:cxnLst/>
              <a:rect l="0" t="0" r="0" b="0"/>
              <a:pathLst>
                <a:path w="1352821" h="1986502">
                  <a:moveTo>
                    <a:pt x="456475" y="1910872"/>
                  </a:moveTo>
                  <a:lnTo>
                    <a:pt x="473073" y="1986502"/>
                  </a:lnTo>
                  <a:lnTo>
                    <a:pt x="505941" y="1962409"/>
                  </a:lnTo>
                  <a:close/>
                  <a:moveTo>
                    <a:pt x="524599" y="1895014"/>
                  </a:moveTo>
                  <a:lnTo>
                    <a:pt x="551458" y="1955658"/>
                  </a:lnTo>
                  <a:lnTo>
                    <a:pt x="578354" y="1921320"/>
                  </a:lnTo>
                  <a:close/>
                  <a:moveTo>
                    <a:pt x="493258" y="1784982"/>
                  </a:moveTo>
                  <a:lnTo>
                    <a:pt x="481986" y="1756262"/>
                  </a:lnTo>
                  <a:lnTo>
                    <a:pt x="471008" y="1740328"/>
                  </a:lnTo>
                  <a:close/>
                  <a:moveTo>
                    <a:pt x="7181" y="1240896"/>
                  </a:moveTo>
                  <a:lnTo>
                    <a:pt x="29066" y="1292433"/>
                  </a:lnTo>
                  <a:lnTo>
                    <a:pt x="67271" y="1233203"/>
                  </a:lnTo>
                  <a:close/>
                  <a:moveTo>
                    <a:pt x="0" y="1229944"/>
                  </a:moveTo>
                  <a:lnTo>
                    <a:pt x="7181" y="1240896"/>
                  </a:lnTo>
                  <a:lnTo>
                    <a:pt x="67271" y="1233203"/>
                  </a:lnTo>
                  <a:close/>
                  <a:moveTo>
                    <a:pt x="569328" y="1823863"/>
                  </a:moveTo>
                  <a:lnTo>
                    <a:pt x="577947" y="1879598"/>
                  </a:lnTo>
                  <a:lnTo>
                    <a:pt x="604546" y="1833213"/>
                  </a:lnTo>
                  <a:close/>
                  <a:moveTo>
                    <a:pt x="569328" y="1823863"/>
                  </a:moveTo>
                  <a:lnTo>
                    <a:pt x="598930" y="1775035"/>
                  </a:lnTo>
                  <a:lnTo>
                    <a:pt x="561434" y="1767537"/>
                  </a:lnTo>
                  <a:close/>
                  <a:moveTo>
                    <a:pt x="125958" y="1203507"/>
                  </a:moveTo>
                  <a:lnTo>
                    <a:pt x="67271" y="1233203"/>
                  </a:lnTo>
                  <a:lnTo>
                    <a:pt x="119019" y="1252003"/>
                  </a:lnTo>
                  <a:close/>
                  <a:moveTo>
                    <a:pt x="33728" y="1038098"/>
                  </a:moveTo>
                  <a:lnTo>
                    <a:pt x="62371" y="1091734"/>
                  </a:lnTo>
                  <a:lnTo>
                    <a:pt x="63362" y="1083689"/>
                  </a:lnTo>
                  <a:close/>
                  <a:moveTo>
                    <a:pt x="665434" y="1683980"/>
                  </a:moveTo>
                  <a:lnTo>
                    <a:pt x="663878" y="1756827"/>
                  </a:lnTo>
                  <a:lnTo>
                    <a:pt x="692724" y="1729779"/>
                  </a:lnTo>
                  <a:close/>
                  <a:moveTo>
                    <a:pt x="200854" y="1113494"/>
                  </a:moveTo>
                  <a:lnTo>
                    <a:pt x="177409" y="1074174"/>
                  </a:lnTo>
                  <a:lnTo>
                    <a:pt x="203104" y="1117078"/>
                  </a:lnTo>
                  <a:close/>
                  <a:moveTo>
                    <a:pt x="166059" y="1065541"/>
                  </a:moveTo>
                  <a:lnTo>
                    <a:pt x="177409" y="1074174"/>
                  </a:lnTo>
                  <a:lnTo>
                    <a:pt x="200854" y="1113494"/>
                  </a:lnTo>
                  <a:close/>
                  <a:moveTo>
                    <a:pt x="712957" y="1659887"/>
                  </a:moveTo>
                  <a:lnTo>
                    <a:pt x="729304" y="1682266"/>
                  </a:lnTo>
                  <a:lnTo>
                    <a:pt x="736888" y="1711423"/>
                  </a:lnTo>
                  <a:close/>
                  <a:moveTo>
                    <a:pt x="722595" y="1683980"/>
                  </a:moveTo>
                  <a:lnTo>
                    <a:pt x="707603" y="1661926"/>
                  </a:lnTo>
                  <a:lnTo>
                    <a:pt x="692724" y="1729779"/>
                  </a:lnTo>
                  <a:close/>
                  <a:moveTo>
                    <a:pt x="235690" y="1220151"/>
                  </a:moveTo>
                  <a:lnTo>
                    <a:pt x="261145" y="1144520"/>
                  </a:lnTo>
                  <a:lnTo>
                    <a:pt x="228477" y="1168614"/>
                  </a:lnTo>
                  <a:close/>
                  <a:moveTo>
                    <a:pt x="231256" y="1092261"/>
                  </a:moveTo>
                  <a:lnTo>
                    <a:pt x="178793" y="1070790"/>
                  </a:lnTo>
                  <a:lnTo>
                    <a:pt x="200854" y="1113494"/>
                  </a:lnTo>
                  <a:close/>
                  <a:moveTo>
                    <a:pt x="241068" y="997661"/>
                  </a:moveTo>
                  <a:lnTo>
                    <a:pt x="234615" y="989911"/>
                  </a:lnTo>
                  <a:lnTo>
                    <a:pt x="240661" y="1041447"/>
                  </a:lnTo>
                  <a:close/>
                  <a:moveTo>
                    <a:pt x="829295" y="1687329"/>
                  </a:moveTo>
                  <a:lnTo>
                    <a:pt x="813993" y="1698927"/>
                  </a:lnTo>
                  <a:lnTo>
                    <a:pt x="770666" y="1648639"/>
                  </a:lnTo>
                  <a:close/>
                  <a:moveTo>
                    <a:pt x="839024" y="1635792"/>
                  </a:moveTo>
                  <a:lnTo>
                    <a:pt x="857443" y="1654056"/>
                  </a:lnTo>
                  <a:lnTo>
                    <a:pt x="853582" y="1687329"/>
                  </a:lnTo>
                  <a:close/>
                  <a:moveTo>
                    <a:pt x="234615" y="989911"/>
                  </a:moveTo>
                  <a:lnTo>
                    <a:pt x="192862" y="948714"/>
                  </a:lnTo>
                  <a:lnTo>
                    <a:pt x="236368" y="965817"/>
                  </a:lnTo>
                  <a:close/>
                  <a:moveTo>
                    <a:pt x="553560" y="1154120"/>
                  </a:moveTo>
                  <a:lnTo>
                    <a:pt x="599870" y="1199406"/>
                  </a:lnTo>
                  <a:lnTo>
                    <a:pt x="544705" y="1153709"/>
                  </a:lnTo>
                  <a:close/>
                  <a:moveTo>
                    <a:pt x="544705" y="1153709"/>
                  </a:moveTo>
                  <a:lnTo>
                    <a:pt x="599870" y="1199406"/>
                  </a:lnTo>
                  <a:lnTo>
                    <a:pt x="607406" y="1203459"/>
                  </a:lnTo>
                  <a:close/>
                  <a:moveTo>
                    <a:pt x="1083359" y="1647079"/>
                  </a:moveTo>
                  <a:lnTo>
                    <a:pt x="1044125" y="1640994"/>
                  </a:lnTo>
                  <a:lnTo>
                    <a:pt x="1105264" y="1684534"/>
                  </a:lnTo>
                  <a:close/>
                  <a:moveTo>
                    <a:pt x="1006228" y="1546317"/>
                  </a:moveTo>
                  <a:lnTo>
                    <a:pt x="990919" y="1536068"/>
                  </a:lnTo>
                  <a:lnTo>
                    <a:pt x="999110" y="1587605"/>
                  </a:lnTo>
                  <a:close/>
                  <a:moveTo>
                    <a:pt x="505851" y="1150419"/>
                  </a:moveTo>
                  <a:lnTo>
                    <a:pt x="581190" y="1186790"/>
                  </a:lnTo>
                  <a:lnTo>
                    <a:pt x="553560" y="1154120"/>
                  </a:lnTo>
                  <a:close/>
                  <a:moveTo>
                    <a:pt x="461975" y="993259"/>
                  </a:moveTo>
                  <a:lnTo>
                    <a:pt x="423945" y="1018865"/>
                  </a:lnTo>
                  <a:lnTo>
                    <a:pt x="445288" y="970340"/>
                  </a:lnTo>
                  <a:close/>
                  <a:moveTo>
                    <a:pt x="984234" y="1526216"/>
                  </a:moveTo>
                  <a:lnTo>
                    <a:pt x="999110" y="1587605"/>
                  </a:lnTo>
                  <a:lnTo>
                    <a:pt x="990919" y="1536068"/>
                  </a:lnTo>
                  <a:close/>
                  <a:moveTo>
                    <a:pt x="1089049" y="1516967"/>
                  </a:moveTo>
                  <a:lnTo>
                    <a:pt x="1097887" y="1522053"/>
                  </a:lnTo>
                  <a:lnTo>
                    <a:pt x="1077601" y="1511974"/>
                  </a:lnTo>
                  <a:close/>
                  <a:moveTo>
                    <a:pt x="1097887" y="1522053"/>
                  </a:moveTo>
                  <a:lnTo>
                    <a:pt x="1089049" y="1516967"/>
                  </a:lnTo>
                  <a:lnTo>
                    <a:pt x="1138302" y="1563511"/>
                  </a:lnTo>
                  <a:close/>
                  <a:moveTo>
                    <a:pt x="990418" y="1469599"/>
                  </a:moveTo>
                  <a:lnTo>
                    <a:pt x="975372" y="1460437"/>
                  </a:lnTo>
                  <a:lnTo>
                    <a:pt x="984234" y="1526216"/>
                  </a:lnTo>
                  <a:close/>
                  <a:moveTo>
                    <a:pt x="990418" y="1469599"/>
                  </a:moveTo>
                  <a:lnTo>
                    <a:pt x="984234" y="1526216"/>
                  </a:lnTo>
                  <a:lnTo>
                    <a:pt x="1046234" y="1503609"/>
                  </a:lnTo>
                  <a:close/>
                  <a:moveTo>
                    <a:pt x="887638" y="1432995"/>
                  </a:moveTo>
                  <a:lnTo>
                    <a:pt x="921699" y="1476330"/>
                  </a:lnTo>
                  <a:lnTo>
                    <a:pt x="905410" y="1461345"/>
                  </a:lnTo>
                  <a:close/>
                  <a:moveTo>
                    <a:pt x="918069" y="1432995"/>
                  </a:moveTo>
                  <a:lnTo>
                    <a:pt x="905410" y="1461345"/>
                  </a:lnTo>
                  <a:lnTo>
                    <a:pt x="975372" y="1460437"/>
                  </a:lnTo>
                  <a:close/>
                  <a:moveTo>
                    <a:pt x="557645" y="954960"/>
                  </a:moveTo>
                  <a:lnTo>
                    <a:pt x="533622" y="944676"/>
                  </a:lnTo>
                  <a:lnTo>
                    <a:pt x="502064" y="899422"/>
                  </a:lnTo>
                  <a:close/>
                  <a:moveTo>
                    <a:pt x="440183" y="849005"/>
                  </a:moveTo>
                  <a:lnTo>
                    <a:pt x="502064" y="899422"/>
                  </a:lnTo>
                  <a:lnTo>
                    <a:pt x="461923" y="866093"/>
                  </a:lnTo>
                  <a:close/>
                  <a:moveTo>
                    <a:pt x="461923" y="866093"/>
                  </a:moveTo>
                  <a:lnTo>
                    <a:pt x="502064" y="899422"/>
                  </a:lnTo>
                  <a:lnTo>
                    <a:pt x="467138" y="870780"/>
                  </a:lnTo>
                  <a:close/>
                  <a:moveTo>
                    <a:pt x="328931" y="650497"/>
                  </a:moveTo>
                  <a:lnTo>
                    <a:pt x="352857" y="657954"/>
                  </a:lnTo>
                  <a:lnTo>
                    <a:pt x="367316" y="711483"/>
                  </a:lnTo>
                  <a:close/>
                  <a:moveTo>
                    <a:pt x="317515" y="597035"/>
                  </a:moveTo>
                  <a:lnTo>
                    <a:pt x="321897" y="542201"/>
                  </a:lnTo>
                  <a:lnTo>
                    <a:pt x="278389" y="554208"/>
                  </a:lnTo>
                  <a:close/>
                  <a:moveTo>
                    <a:pt x="222751" y="520865"/>
                  </a:moveTo>
                  <a:lnTo>
                    <a:pt x="183690" y="504383"/>
                  </a:lnTo>
                  <a:lnTo>
                    <a:pt x="236952" y="532779"/>
                  </a:lnTo>
                  <a:close/>
                  <a:moveTo>
                    <a:pt x="188062" y="505336"/>
                  </a:moveTo>
                  <a:lnTo>
                    <a:pt x="194948" y="551813"/>
                  </a:lnTo>
                  <a:lnTo>
                    <a:pt x="236952" y="532779"/>
                  </a:lnTo>
                  <a:close/>
                  <a:moveTo>
                    <a:pt x="1077601" y="1511974"/>
                  </a:moveTo>
                  <a:lnTo>
                    <a:pt x="1097887" y="1522053"/>
                  </a:lnTo>
                  <a:lnTo>
                    <a:pt x="1104667" y="1504270"/>
                  </a:lnTo>
                  <a:close/>
                  <a:moveTo>
                    <a:pt x="1077601" y="1511974"/>
                  </a:moveTo>
                  <a:lnTo>
                    <a:pt x="1104667" y="1504270"/>
                  </a:lnTo>
                  <a:lnTo>
                    <a:pt x="1046234" y="1503609"/>
                  </a:lnTo>
                  <a:close/>
                  <a:moveTo>
                    <a:pt x="1046234" y="1503609"/>
                  </a:moveTo>
                  <a:lnTo>
                    <a:pt x="1104667" y="1504270"/>
                  </a:lnTo>
                  <a:lnTo>
                    <a:pt x="1121706" y="1476211"/>
                  </a:lnTo>
                  <a:close/>
                  <a:moveTo>
                    <a:pt x="990418" y="1469599"/>
                  </a:moveTo>
                  <a:lnTo>
                    <a:pt x="1046234" y="1503609"/>
                  </a:lnTo>
                  <a:lnTo>
                    <a:pt x="1074369" y="1473904"/>
                  </a:lnTo>
                  <a:close/>
                  <a:moveTo>
                    <a:pt x="236952" y="532779"/>
                  </a:moveTo>
                  <a:lnTo>
                    <a:pt x="278389" y="554208"/>
                  </a:lnTo>
                  <a:lnTo>
                    <a:pt x="288498" y="519900"/>
                  </a:lnTo>
                  <a:close/>
                  <a:moveTo>
                    <a:pt x="236952" y="532779"/>
                  </a:moveTo>
                  <a:lnTo>
                    <a:pt x="288498" y="519900"/>
                  </a:lnTo>
                  <a:lnTo>
                    <a:pt x="222751" y="520865"/>
                  </a:lnTo>
                  <a:close/>
                  <a:moveTo>
                    <a:pt x="943665" y="1230197"/>
                  </a:moveTo>
                  <a:lnTo>
                    <a:pt x="935018" y="1252514"/>
                  </a:lnTo>
                  <a:lnTo>
                    <a:pt x="967836" y="1250267"/>
                  </a:lnTo>
                  <a:close/>
                  <a:moveTo>
                    <a:pt x="1205548" y="1440329"/>
                  </a:moveTo>
                  <a:lnTo>
                    <a:pt x="1218204" y="1463787"/>
                  </a:lnTo>
                  <a:lnTo>
                    <a:pt x="1195107" y="1441065"/>
                  </a:lnTo>
                  <a:close/>
                  <a:moveTo>
                    <a:pt x="1195107" y="1441065"/>
                  </a:moveTo>
                  <a:lnTo>
                    <a:pt x="1175725" y="1484484"/>
                  </a:lnTo>
                  <a:lnTo>
                    <a:pt x="1205548" y="1440329"/>
                  </a:lnTo>
                  <a:close/>
                  <a:moveTo>
                    <a:pt x="1011980" y="1315430"/>
                  </a:moveTo>
                  <a:lnTo>
                    <a:pt x="1037349" y="1335490"/>
                  </a:lnTo>
                  <a:lnTo>
                    <a:pt x="1029228" y="1333271"/>
                  </a:lnTo>
                  <a:close/>
                  <a:moveTo>
                    <a:pt x="1131009" y="1384807"/>
                  </a:moveTo>
                  <a:lnTo>
                    <a:pt x="1093686" y="1333271"/>
                  </a:lnTo>
                  <a:lnTo>
                    <a:pt x="1122423" y="1343990"/>
                  </a:lnTo>
                  <a:close/>
                  <a:moveTo>
                    <a:pt x="1122423" y="1343990"/>
                  </a:moveTo>
                  <a:lnTo>
                    <a:pt x="1142610" y="1309177"/>
                  </a:lnTo>
                  <a:lnTo>
                    <a:pt x="1152979" y="1314747"/>
                  </a:lnTo>
                  <a:close/>
                  <a:moveTo>
                    <a:pt x="1084616" y="1269600"/>
                  </a:moveTo>
                  <a:lnTo>
                    <a:pt x="1103676" y="1273897"/>
                  </a:lnTo>
                  <a:lnTo>
                    <a:pt x="1047285" y="1261967"/>
                  </a:lnTo>
                  <a:close/>
                  <a:moveTo>
                    <a:pt x="1152979" y="1314747"/>
                  </a:moveTo>
                  <a:lnTo>
                    <a:pt x="1142610" y="1309177"/>
                  </a:lnTo>
                  <a:lnTo>
                    <a:pt x="1103676" y="1273897"/>
                  </a:lnTo>
                  <a:close/>
                  <a:moveTo>
                    <a:pt x="1084616" y="1269600"/>
                  </a:moveTo>
                  <a:lnTo>
                    <a:pt x="1047285" y="1261967"/>
                  </a:lnTo>
                  <a:lnTo>
                    <a:pt x="1083535" y="1206104"/>
                  </a:lnTo>
                  <a:close/>
                  <a:moveTo>
                    <a:pt x="274583" y="270178"/>
                  </a:moveTo>
                  <a:lnTo>
                    <a:pt x="221100" y="244895"/>
                  </a:lnTo>
                  <a:lnTo>
                    <a:pt x="240058" y="275996"/>
                  </a:lnTo>
                  <a:close/>
                  <a:moveTo>
                    <a:pt x="1049222" y="1134907"/>
                  </a:moveTo>
                  <a:lnTo>
                    <a:pt x="1083535" y="1206104"/>
                  </a:lnTo>
                  <a:lnTo>
                    <a:pt x="1069502" y="1154567"/>
                  </a:lnTo>
                  <a:close/>
                  <a:moveTo>
                    <a:pt x="861977" y="1047701"/>
                  </a:moveTo>
                  <a:lnTo>
                    <a:pt x="866779" y="1051493"/>
                  </a:lnTo>
                  <a:lnTo>
                    <a:pt x="903311" y="989336"/>
                  </a:lnTo>
                  <a:close/>
                  <a:moveTo>
                    <a:pt x="952001" y="987735"/>
                  </a:moveTo>
                  <a:lnTo>
                    <a:pt x="897982" y="1028876"/>
                  </a:lnTo>
                  <a:lnTo>
                    <a:pt x="946046" y="1033899"/>
                  </a:lnTo>
                  <a:close/>
                  <a:moveTo>
                    <a:pt x="952001" y="987735"/>
                  </a:moveTo>
                  <a:lnTo>
                    <a:pt x="903311" y="989336"/>
                  </a:lnTo>
                  <a:lnTo>
                    <a:pt x="897982" y="1028876"/>
                  </a:lnTo>
                  <a:close/>
                  <a:moveTo>
                    <a:pt x="1291709" y="1277926"/>
                  </a:moveTo>
                  <a:lnTo>
                    <a:pt x="1263871" y="1262577"/>
                  </a:lnTo>
                  <a:lnTo>
                    <a:pt x="1320502" y="1290745"/>
                  </a:lnTo>
                  <a:close/>
                  <a:moveTo>
                    <a:pt x="1014144" y="912453"/>
                  </a:moveTo>
                  <a:lnTo>
                    <a:pt x="966811" y="912952"/>
                  </a:lnTo>
                  <a:lnTo>
                    <a:pt x="960622" y="953496"/>
                  </a:lnTo>
                  <a:close/>
                  <a:moveTo>
                    <a:pt x="1014144" y="912453"/>
                  </a:moveTo>
                  <a:lnTo>
                    <a:pt x="1023036" y="877276"/>
                  </a:lnTo>
                  <a:lnTo>
                    <a:pt x="972652" y="863575"/>
                  </a:lnTo>
                  <a:close/>
                  <a:moveTo>
                    <a:pt x="1330210" y="1309369"/>
                  </a:moveTo>
                  <a:lnTo>
                    <a:pt x="1352821" y="1364062"/>
                  </a:lnTo>
                  <a:lnTo>
                    <a:pt x="1336230" y="1312525"/>
                  </a:lnTo>
                  <a:close/>
                  <a:moveTo>
                    <a:pt x="1330210" y="1309369"/>
                  </a:moveTo>
                  <a:lnTo>
                    <a:pt x="1346279" y="1359048"/>
                  </a:lnTo>
                  <a:lnTo>
                    <a:pt x="1352821" y="1364062"/>
                  </a:lnTo>
                  <a:close/>
                  <a:moveTo>
                    <a:pt x="1330210" y="1309369"/>
                  </a:moveTo>
                  <a:lnTo>
                    <a:pt x="1336230" y="1312525"/>
                  </a:lnTo>
                  <a:lnTo>
                    <a:pt x="1320502" y="1290745"/>
                  </a:lnTo>
                  <a:close/>
                  <a:moveTo>
                    <a:pt x="1142931" y="976190"/>
                  </a:moveTo>
                  <a:lnTo>
                    <a:pt x="1178046" y="972580"/>
                  </a:lnTo>
                  <a:lnTo>
                    <a:pt x="1183738" y="979212"/>
                  </a:lnTo>
                  <a:close/>
                  <a:moveTo>
                    <a:pt x="1182342" y="977161"/>
                  </a:moveTo>
                  <a:lnTo>
                    <a:pt x="1183738" y="979212"/>
                  </a:lnTo>
                  <a:lnTo>
                    <a:pt x="1178046" y="972580"/>
                  </a:lnTo>
                  <a:close/>
                  <a:moveTo>
                    <a:pt x="1008059" y="666428"/>
                  </a:moveTo>
                  <a:lnTo>
                    <a:pt x="998121" y="699269"/>
                  </a:lnTo>
                  <a:lnTo>
                    <a:pt x="1042217" y="701402"/>
                  </a:lnTo>
                  <a:close/>
                  <a:moveTo>
                    <a:pt x="1005854" y="645898"/>
                  </a:moveTo>
                  <a:lnTo>
                    <a:pt x="1008059" y="666428"/>
                  </a:lnTo>
                  <a:lnTo>
                    <a:pt x="961262" y="603749"/>
                  </a:lnTo>
                  <a:close/>
                  <a:moveTo>
                    <a:pt x="1113938" y="743819"/>
                  </a:moveTo>
                  <a:lnTo>
                    <a:pt x="1163635" y="783801"/>
                  </a:lnTo>
                  <a:lnTo>
                    <a:pt x="1136193" y="748971"/>
                  </a:lnTo>
                  <a:close/>
                  <a:moveTo>
                    <a:pt x="1170223" y="798785"/>
                  </a:moveTo>
                  <a:lnTo>
                    <a:pt x="1163635" y="783801"/>
                  </a:lnTo>
                  <a:lnTo>
                    <a:pt x="1113938" y="743819"/>
                  </a:lnTo>
                  <a:close/>
                  <a:moveTo>
                    <a:pt x="1139760" y="785568"/>
                  </a:moveTo>
                  <a:lnTo>
                    <a:pt x="1170223" y="798785"/>
                  </a:lnTo>
                  <a:lnTo>
                    <a:pt x="1113938" y="743819"/>
                  </a:lnTo>
                  <a:close/>
                  <a:moveTo>
                    <a:pt x="995694" y="638499"/>
                  </a:moveTo>
                  <a:lnTo>
                    <a:pt x="997778" y="687718"/>
                  </a:lnTo>
                  <a:lnTo>
                    <a:pt x="1005854" y="645898"/>
                  </a:lnTo>
                  <a:close/>
                  <a:moveTo>
                    <a:pt x="862491" y="388215"/>
                  </a:moveTo>
                  <a:lnTo>
                    <a:pt x="836612" y="378151"/>
                  </a:lnTo>
                  <a:lnTo>
                    <a:pt x="872332" y="393375"/>
                  </a:lnTo>
                  <a:close/>
                  <a:moveTo>
                    <a:pt x="798496" y="371156"/>
                  </a:moveTo>
                  <a:lnTo>
                    <a:pt x="836612" y="378151"/>
                  </a:lnTo>
                  <a:lnTo>
                    <a:pt x="780052" y="323408"/>
                  </a:lnTo>
                  <a:close/>
                  <a:moveTo>
                    <a:pt x="836612" y="378151"/>
                  </a:moveTo>
                  <a:lnTo>
                    <a:pt x="862491" y="388215"/>
                  </a:lnTo>
                  <a:lnTo>
                    <a:pt x="813569" y="348343"/>
                  </a:lnTo>
                  <a:close/>
                  <a:moveTo>
                    <a:pt x="757685" y="90621"/>
                  </a:moveTo>
                  <a:lnTo>
                    <a:pt x="726295" y="61819"/>
                  </a:lnTo>
                  <a:lnTo>
                    <a:pt x="752417" y="82345"/>
                  </a:lnTo>
                  <a:close/>
                  <a:moveTo>
                    <a:pt x="875586" y="34157"/>
                  </a:moveTo>
                  <a:lnTo>
                    <a:pt x="838696" y="0"/>
                  </a:lnTo>
                  <a:lnTo>
                    <a:pt x="837999" y="6714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65" name="Output_density__4264">
              <a:extLst>
                <a:ext uri="{FF2B5EF4-FFF2-40B4-BE49-F238E27FC236}">
                  <a16:creationId xmlns:a16="http://schemas.microsoft.com/office/drawing/2014/main" id="{638F8E45-A36D-F106-E4C2-694108C08AFA}"/>
                </a:ext>
              </a:extLst>
            </p:cNvPr>
            <p:cNvSpPr>
              <a:spLocks noGrp="1"/>
            </p:cNvSpPr>
            <p:nvPr/>
          </p:nvSpPr>
          <p:spPr>
            <a:xfrm>
              <a:off x="15354842" y="2429867"/>
              <a:ext cx="1368226" cy="1873197"/>
            </a:xfrm>
            <a:custGeom>
              <a:avLst/>
              <a:gdLst/>
              <a:ahLst/>
              <a:cxnLst/>
              <a:rect l="0" t="0" r="0" b="0"/>
              <a:pathLst>
                <a:path w="1368226" h="1873197">
                  <a:moveTo>
                    <a:pt x="512484" y="1828411"/>
                  </a:moveTo>
                  <a:lnTo>
                    <a:pt x="525551" y="1838859"/>
                  </a:lnTo>
                  <a:lnTo>
                    <a:pt x="498655" y="1873197"/>
                  </a:lnTo>
                  <a:close/>
                  <a:moveTo>
                    <a:pt x="237879" y="1462004"/>
                  </a:moveTo>
                  <a:lnTo>
                    <a:pt x="279742" y="1443850"/>
                  </a:lnTo>
                  <a:lnTo>
                    <a:pt x="312579" y="1431720"/>
                  </a:lnTo>
                  <a:close/>
                  <a:moveTo>
                    <a:pt x="279980" y="1443561"/>
                  </a:moveTo>
                  <a:lnTo>
                    <a:pt x="312579" y="1431720"/>
                  </a:lnTo>
                  <a:lnTo>
                    <a:pt x="279742" y="1443850"/>
                  </a:lnTo>
                  <a:close/>
                  <a:moveTo>
                    <a:pt x="279980" y="1443561"/>
                  </a:moveTo>
                  <a:lnTo>
                    <a:pt x="327701" y="1419467"/>
                  </a:lnTo>
                  <a:lnTo>
                    <a:pt x="312579" y="1431720"/>
                  </a:lnTo>
                  <a:close/>
                  <a:moveTo>
                    <a:pt x="327701" y="1419467"/>
                  </a:moveTo>
                  <a:lnTo>
                    <a:pt x="279980" y="1443561"/>
                  </a:lnTo>
                  <a:lnTo>
                    <a:pt x="351313" y="1401864"/>
                  </a:lnTo>
                  <a:close/>
                  <a:moveTo>
                    <a:pt x="14468" y="1150742"/>
                  </a:moveTo>
                  <a:lnTo>
                    <a:pt x="25260" y="1122002"/>
                  </a:lnTo>
                  <a:lnTo>
                    <a:pt x="0" y="1185878"/>
                  </a:lnTo>
                  <a:close/>
                  <a:moveTo>
                    <a:pt x="348353" y="1343837"/>
                  </a:moveTo>
                  <a:lnTo>
                    <a:pt x="368165" y="1329972"/>
                  </a:lnTo>
                  <a:lnTo>
                    <a:pt x="395240" y="1296299"/>
                  </a:lnTo>
                  <a:close/>
                  <a:moveTo>
                    <a:pt x="736746" y="1676313"/>
                  </a:moveTo>
                  <a:lnTo>
                    <a:pt x="730638" y="1676914"/>
                  </a:lnTo>
                  <a:lnTo>
                    <a:pt x="761685" y="1628962"/>
                  </a:lnTo>
                  <a:close/>
                  <a:moveTo>
                    <a:pt x="505240" y="1223319"/>
                  </a:moveTo>
                  <a:lnTo>
                    <a:pt x="462407" y="1237848"/>
                  </a:lnTo>
                  <a:lnTo>
                    <a:pt x="470408" y="1227988"/>
                  </a:lnTo>
                  <a:close/>
                  <a:moveTo>
                    <a:pt x="535111" y="1192575"/>
                  </a:moveTo>
                  <a:lnTo>
                    <a:pt x="532991" y="1192175"/>
                  </a:lnTo>
                  <a:lnTo>
                    <a:pt x="505240" y="1223319"/>
                  </a:lnTo>
                  <a:close/>
                  <a:moveTo>
                    <a:pt x="535111" y="1192575"/>
                  </a:moveTo>
                  <a:lnTo>
                    <a:pt x="544693" y="1168481"/>
                  </a:lnTo>
                  <a:lnTo>
                    <a:pt x="532991" y="1192175"/>
                  </a:lnTo>
                  <a:close/>
                  <a:moveTo>
                    <a:pt x="515276" y="1013872"/>
                  </a:moveTo>
                  <a:lnTo>
                    <a:pt x="509985" y="971259"/>
                  </a:lnTo>
                  <a:lnTo>
                    <a:pt x="506040" y="997012"/>
                  </a:lnTo>
                  <a:close/>
                  <a:moveTo>
                    <a:pt x="526567" y="938241"/>
                  </a:moveTo>
                  <a:lnTo>
                    <a:pt x="509985" y="971259"/>
                  </a:lnTo>
                  <a:lnTo>
                    <a:pt x="515276" y="1013872"/>
                  </a:lnTo>
                  <a:close/>
                  <a:moveTo>
                    <a:pt x="1112395" y="1516578"/>
                  </a:moveTo>
                  <a:lnTo>
                    <a:pt x="1128000" y="1481050"/>
                  </a:lnTo>
                  <a:lnTo>
                    <a:pt x="1132710" y="1519551"/>
                  </a:lnTo>
                  <a:close/>
                  <a:moveTo>
                    <a:pt x="459888" y="557350"/>
                  </a:moveTo>
                  <a:lnTo>
                    <a:pt x="441627" y="620558"/>
                  </a:lnTo>
                  <a:lnTo>
                    <a:pt x="461064" y="580834"/>
                  </a:lnTo>
                  <a:close/>
                  <a:moveTo>
                    <a:pt x="460101" y="554730"/>
                  </a:moveTo>
                  <a:lnTo>
                    <a:pt x="461064" y="580834"/>
                  </a:lnTo>
                  <a:lnTo>
                    <a:pt x="471023" y="555787"/>
                  </a:lnTo>
                  <a:close/>
                  <a:moveTo>
                    <a:pt x="460101" y="554730"/>
                  </a:moveTo>
                  <a:lnTo>
                    <a:pt x="471023" y="555787"/>
                  </a:lnTo>
                  <a:lnTo>
                    <a:pt x="499865" y="528724"/>
                  </a:lnTo>
                  <a:close/>
                  <a:moveTo>
                    <a:pt x="515280" y="505203"/>
                  </a:moveTo>
                  <a:lnTo>
                    <a:pt x="528535" y="501018"/>
                  </a:lnTo>
                  <a:lnTo>
                    <a:pt x="499865" y="528724"/>
                  </a:lnTo>
                  <a:close/>
                  <a:moveTo>
                    <a:pt x="515280" y="505203"/>
                  </a:moveTo>
                  <a:lnTo>
                    <a:pt x="540913" y="481109"/>
                  </a:lnTo>
                  <a:lnTo>
                    <a:pt x="528535" y="501018"/>
                  </a:lnTo>
                  <a:close/>
                  <a:moveTo>
                    <a:pt x="1368226" y="1409460"/>
                  </a:moveTo>
                  <a:lnTo>
                    <a:pt x="1297637" y="1455116"/>
                  </a:lnTo>
                  <a:lnTo>
                    <a:pt x="1336730" y="1426601"/>
                  </a:lnTo>
                  <a:close/>
                  <a:moveTo>
                    <a:pt x="1338238" y="1408768"/>
                  </a:moveTo>
                  <a:lnTo>
                    <a:pt x="1368226" y="1409460"/>
                  </a:lnTo>
                  <a:lnTo>
                    <a:pt x="1336730" y="1426601"/>
                  </a:lnTo>
                  <a:close/>
                  <a:moveTo>
                    <a:pt x="536764" y="429573"/>
                  </a:moveTo>
                  <a:lnTo>
                    <a:pt x="538549" y="468639"/>
                  </a:lnTo>
                  <a:lnTo>
                    <a:pt x="540913" y="481109"/>
                  </a:lnTo>
                  <a:close/>
                  <a:moveTo>
                    <a:pt x="594638" y="438587"/>
                  </a:moveTo>
                  <a:lnTo>
                    <a:pt x="538549" y="468639"/>
                  </a:lnTo>
                  <a:lnTo>
                    <a:pt x="536764" y="429573"/>
                  </a:lnTo>
                  <a:close/>
                  <a:moveTo>
                    <a:pt x="1138015" y="972381"/>
                  </a:moveTo>
                  <a:lnTo>
                    <a:pt x="1156299" y="948287"/>
                  </a:lnTo>
                  <a:lnTo>
                    <a:pt x="1149641" y="981338"/>
                  </a:lnTo>
                  <a:close/>
                  <a:moveTo>
                    <a:pt x="475014" y="175238"/>
                  </a:moveTo>
                  <a:lnTo>
                    <a:pt x="465990" y="199332"/>
                  </a:lnTo>
                  <a:lnTo>
                    <a:pt x="502188" y="132710"/>
                  </a:lnTo>
                  <a:close/>
                  <a:moveTo>
                    <a:pt x="465990" y="199332"/>
                  </a:moveTo>
                  <a:lnTo>
                    <a:pt x="475078" y="166250"/>
                  </a:lnTo>
                  <a:lnTo>
                    <a:pt x="502188" y="132710"/>
                  </a:lnTo>
                  <a:close/>
                  <a:moveTo>
                    <a:pt x="502188" y="132710"/>
                  </a:moveTo>
                  <a:lnTo>
                    <a:pt x="525307" y="140930"/>
                  </a:lnTo>
                  <a:lnTo>
                    <a:pt x="514850" y="123702"/>
                  </a:lnTo>
                  <a:close/>
                  <a:moveTo>
                    <a:pt x="806334" y="436256"/>
                  </a:moveTo>
                  <a:lnTo>
                    <a:pt x="817438" y="437994"/>
                  </a:lnTo>
                  <a:lnTo>
                    <a:pt x="847418" y="415184"/>
                  </a:lnTo>
                  <a:close/>
                  <a:moveTo>
                    <a:pt x="824516" y="432921"/>
                  </a:moveTo>
                  <a:lnTo>
                    <a:pt x="852877" y="408828"/>
                  </a:lnTo>
                  <a:lnTo>
                    <a:pt x="847418" y="415184"/>
                  </a:lnTo>
                  <a:close/>
                  <a:moveTo>
                    <a:pt x="514850" y="123702"/>
                  </a:moveTo>
                  <a:lnTo>
                    <a:pt x="530637" y="104177"/>
                  </a:lnTo>
                  <a:lnTo>
                    <a:pt x="502188" y="132710"/>
                  </a:lnTo>
                  <a:close/>
                  <a:moveTo>
                    <a:pt x="514850" y="123702"/>
                  </a:moveTo>
                  <a:lnTo>
                    <a:pt x="546271" y="99608"/>
                  </a:lnTo>
                  <a:lnTo>
                    <a:pt x="530637" y="104177"/>
                  </a:lnTo>
                  <a:close/>
                  <a:moveTo>
                    <a:pt x="546271" y="99608"/>
                  </a:moveTo>
                  <a:lnTo>
                    <a:pt x="514850" y="123702"/>
                  </a:lnTo>
                  <a:lnTo>
                    <a:pt x="574757" y="94458"/>
                  </a:lnTo>
                  <a:close/>
                  <a:moveTo>
                    <a:pt x="514850" y="123702"/>
                  </a:moveTo>
                  <a:lnTo>
                    <a:pt x="541216" y="103954"/>
                  </a:lnTo>
                  <a:lnTo>
                    <a:pt x="574757" y="94458"/>
                  </a:lnTo>
                  <a:close/>
                  <a:moveTo>
                    <a:pt x="574757" y="94458"/>
                  </a:moveTo>
                  <a:lnTo>
                    <a:pt x="541216" y="103954"/>
                  </a:lnTo>
                  <a:lnTo>
                    <a:pt x="620313" y="90108"/>
                  </a:lnTo>
                  <a:close/>
                  <a:moveTo>
                    <a:pt x="574757" y="94458"/>
                  </a:moveTo>
                  <a:lnTo>
                    <a:pt x="620313" y="90108"/>
                  </a:lnTo>
                  <a:lnTo>
                    <a:pt x="583533" y="93593"/>
                  </a:lnTo>
                  <a:close/>
                  <a:moveTo>
                    <a:pt x="738881" y="223837"/>
                  </a:moveTo>
                  <a:lnTo>
                    <a:pt x="777049" y="191864"/>
                  </a:lnTo>
                  <a:lnTo>
                    <a:pt x="808617" y="174990"/>
                  </a:lnTo>
                  <a:close/>
                  <a:moveTo>
                    <a:pt x="791346" y="178587"/>
                  </a:moveTo>
                  <a:lnTo>
                    <a:pt x="808617" y="174990"/>
                  </a:lnTo>
                  <a:lnTo>
                    <a:pt x="777049" y="191864"/>
                  </a:lnTo>
                  <a:close/>
                  <a:moveTo>
                    <a:pt x="791346" y="178587"/>
                  </a:moveTo>
                  <a:lnTo>
                    <a:pt x="820647" y="154493"/>
                  </a:lnTo>
                  <a:lnTo>
                    <a:pt x="808617" y="174990"/>
                  </a:lnTo>
                  <a:close/>
                  <a:moveTo>
                    <a:pt x="820647" y="154493"/>
                  </a:moveTo>
                  <a:lnTo>
                    <a:pt x="791346" y="178587"/>
                  </a:lnTo>
                  <a:lnTo>
                    <a:pt x="841122" y="121848"/>
                  </a:lnTo>
                  <a:close/>
                  <a:moveTo>
                    <a:pt x="820647" y="154493"/>
                  </a:moveTo>
                  <a:lnTo>
                    <a:pt x="841122" y="121848"/>
                  </a:lnTo>
                  <a:lnTo>
                    <a:pt x="872874" y="105661"/>
                  </a:lnTo>
                  <a:close/>
                  <a:moveTo>
                    <a:pt x="872874" y="105661"/>
                  </a:moveTo>
                  <a:lnTo>
                    <a:pt x="841122" y="121848"/>
                  </a:lnTo>
                  <a:lnTo>
                    <a:pt x="912498" y="79131"/>
                  </a:lnTo>
                  <a:close/>
                  <a:moveTo>
                    <a:pt x="912498" y="79131"/>
                  </a:moveTo>
                  <a:lnTo>
                    <a:pt x="912713" y="78629"/>
                  </a:lnTo>
                  <a:lnTo>
                    <a:pt x="906009" y="94648"/>
                  </a:lnTo>
                  <a:close/>
                  <a:moveTo>
                    <a:pt x="931522" y="27326"/>
                  </a:moveTo>
                  <a:lnTo>
                    <a:pt x="912713" y="78629"/>
                  </a:lnTo>
                  <a:lnTo>
                    <a:pt x="913207" y="78863"/>
                  </a:lnTo>
                  <a:close/>
                  <a:moveTo>
                    <a:pt x="983635" y="35524"/>
                  </a:moveTo>
                  <a:lnTo>
                    <a:pt x="912713" y="78629"/>
                  </a:lnTo>
                  <a:lnTo>
                    <a:pt x="931522" y="27326"/>
                  </a:lnTo>
                  <a:close/>
                  <a:moveTo>
                    <a:pt x="917731" y="54769"/>
                  </a:moveTo>
                  <a:lnTo>
                    <a:pt x="912713" y="78629"/>
                  </a:lnTo>
                  <a:lnTo>
                    <a:pt x="937402" y="37342"/>
                  </a:lnTo>
                  <a:close/>
                  <a:moveTo>
                    <a:pt x="983635" y="35524"/>
                  </a:moveTo>
                  <a:lnTo>
                    <a:pt x="978510" y="377"/>
                  </a:lnTo>
                  <a:lnTo>
                    <a:pt x="963495" y="0"/>
                  </a:lnTo>
                  <a:close/>
                  <a:moveTo>
                    <a:pt x="937402" y="37342"/>
                  </a:moveTo>
                  <a:lnTo>
                    <a:pt x="983635" y="35524"/>
                  </a:lnTo>
                  <a:lnTo>
                    <a:pt x="963495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66" name="Output_density__4265">
              <a:extLst>
                <a:ext uri="{FF2B5EF4-FFF2-40B4-BE49-F238E27FC236}">
                  <a16:creationId xmlns:a16="http://schemas.microsoft.com/office/drawing/2014/main" id="{00566D5F-D30C-52E0-0096-FBC65FBDCEF7}"/>
                </a:ext>
              </a:extLst>
            </p:cNvPr>
            <p:cNvSpPr>
              <a:spLocks noGrp="1"/>
            </p:cNvSpPr>
            <p:nvPr/>
          </p:nvSpPr>
          <p:spPr>
            <a:xfrm>
              <a:off x="15413208" y="2347406"/>
              <a:ext cx="1289590" cy="1963001"/>
            </a:xfrm>
            <a:custGeom>
              <a:avLst/>
              <a:gdLst/>
              <a:ahLst/>
              <a:cxnLst/>
              <a:rect l="0" t="0" r="0" b="0"/>
              <a:pathLst>
                <a:path w="1289590" h="1963001">
                  <a:moveTo>
                    <a:pt x="394772" y="1962409"/>
                  </a:moveTo>
                  <a:lnTo>
                    <a:pt x="395533" y="1963001"/>
                  </a:lnTo>
                  <a:lnTo>
                    <a:pt x="395951" y="1961940"/>
                  </a:lnTo>
                  <a:close/>
                  <a:moveTo>
                    <a:pt x="395951" y="1961940"/>
                  </a:moveTo>
                  <a:lnTo>
                    <a:pt x="395533" y="1963001"/>
                  </a:lnTo>
                  <a:lnTo>
                    <a:pt x="401425" y="1962409"/>
                  </a:lnTo>
                  <a:close/>
                  <a:moveTo>
                    <a:pt x="37887" y="1526022"/>
                  </a:moveTo>
                  <a:lnTo>
                    <a:pt x="0" y="1491262"/>
                  </a:lnTo>
                  <a:lnTo>
                    <a:pt x="28625" y="1498579"/>
                  </a:lnTo>
                  <a:close/>
                  <a:moveTo>
                    <a:pt x="37887" y="1526022"/>
                  </a:moveTo>
                  <a:lnTo>
                    <a:pt x="28625" y="1498579"/>
                  </a:lnTo>
                  <a:lnTo>
                    <a:pt x="9064" y="1550116"/>
                  </a:lnTo>
                  <a:close/>
                  <a:moveTo>
                    <a:pt x="210304" y="1496978"/>
                  </a:moveTo>
                  <a:lnTo>
                    <a:pt x="160454" y="1512986"/>
                  </a:lnTo>
                  <a:lnTo>
                    <a:pt x="206261" y="1509576"/>
                  </a:lnTo>
                  <a:close/>
                  <a:moveTo>
                    <a:pt x="210304" y="1496978"/>
                  </a:moveTo>
                  <a:lnTo>
                    <a:pt x="165530" y="1495396"/>
                  </a:lnTo>
                  <a:lnTo>
                    <a:pt x="160454" y="1512986"/>
                  </a:lnTo>
                  <a:close/>
                  <a:moveTo>
                    <a:pt x="224935" y="1444497"/>
                  </a:moveTo>
                  <a:lnTo>
                    <a:pt x="193845" y="1426298"/>
                  </a:lnTo>
                  <a:lnTo>
                    <a:pt x="210304" y="1496978"/>
                  </a:lnTo>
                  <a:close/>
                  <a:moveTo>
                    <a:pt x="131917" y="1334495"/>
                  </a:moveTo>
                  <a:lnTo>
                    <a:pt x="156407" y="1362957"/>
                  </a:lnTo>
                  <a:lnTo>
                    <a:pt x="111367" y="1347318"/>
                  </a:lnTo>
                  <a:close/>
                  <a:moveTo>
                    <a:pt x="156364" y="1377362"/>
                  </a:moveTo>
                  <a:lnTo>
                    <a:pt x="120509" y="1363641"/>
                  </a:lnTo>
                  <a:lnTo>
                    <a:pt x="111367" y="1347318"/>
                  </a:lnTo>
                  <a:close/>
                  <a:moveTo>
                    <a:pt x="147466" y="1374761"/>
                  </a:moveTo>
                  <a:lnTo>
                    <a:pt x="156364" y="1377362"/>
                  </a:lnTo>
                  <a:lnTo>
                    <a:pt x="111367" y="1347318"/>
                  </a:lnTo>
                  <a:close/>
                  <a:moveTo>
                    <a:pt x="163498" y="1374761"/>
                  </a:moveTo>
                  <a:lnTo>
                    <a:pt x="131917" y="1334495"/>
                  </a:lnTo>
                  <a:lnTo>
                    <a:pt x="130593" y="1347318"/>
                  </a:lnTo>
                  <a:close/>
                  <a:moveTo>
                    <a:pt x="130593" y="1347318"/>
                  </a:moveTo>
                  <a:lnTo>
                    <a:pt x="120509" y="1363641"/>
                  </a:lnTo>
                  <a:lnTo>
                    <a:pt x="163498" y="1374761"/>
                  </a:lnTo>
                  <a:close/>
                  <a:moveTo>
                    <a:pt x="153319" y="1216511"/>
                  </a:moveTo>
                  <a:lnTo>
                    <a:pt x="132748" y="1208333"/>
                  </a:lnTo>
                  <a:lnTo>
                    <a:pt x="201342" y="1247594"/>
                  </a:lnTo>
                  <a:close/>
                  <a:moveTo>
                    <a:pt x="201342" y="1247594"/>
                  </a:moveTo>
                  <a:lnTo>
                    <a:pt x="132748" y="1208333"/>
                  </a:lnTo>
                  <a:lnTo>
                    <a:pt x="124520" y="1220151"/>
                  </a:lnTo>
                  <a:close/>
                  <a:moveTo>
                    <a:pt x="678380" y="1758774"/>
                  </a:moveTo>
                  <a:lnTo>
                    <a:pt x="731777" y="1790402"/>
                  </a:lnTo>
                  <a:lnTo>
                    <a:pt x="713458" y="1778462"/>
                  </a:lnTo>
                  <a:close/>
                  <a:moveTo>
                    <a:pt x="233509" y="1071852"/>
                  </a:moveTo>
                  <a:lnTo>
                    <a:pt x="204339" y="1068890"/>
                  </a:lnTo>
                  <a:lnTo>
                    <a:pt x="203053" y="1063673"/>
                  </a:lnTo>
                  <a:close/>
                  <a:moveTo>
                    <a:pt x="891690" y="1762046"/>
                  </a:moveTo>
                  <a:lnTo>
                    <a:pt x="878797" y="1742214"/>
                  </a:lnTo>
                  <a:lnTo>
                    <a:pt x="881215" y="1746748"/>
                  </a:lnTo>
                  <a:close/>
                  <a:moveTo>
                    <a:pt x="271380" y="983363"/>
                  </a:moveTo>
                  <a:lnTo>
                    <a:pt x="312776" y="1018865"/>
                  </a:lnTo>
                  <a:lnTo>
                    <a:pt x="316486" y="1020702"/>
                  </a:lnTo>
                  <a:close/>
                  <a:moveTo>
                    <a:pt x="316486" y="1020702"/>
                  </a:moveTo>
                  <a:lnTo>
                    <a:pt x="297375" y="1001061"/>
                  </a:lnTo>
                  <a:lnTo>
                    <a:pt x="271380" y="983363"/>
                  </a:lnTo>
                  <a:close/>
                  <a:moveTo>
                    <a:pt x="767794" y="1473092"/>
                  </a:moveTo>
                  <a:lnTo>
                    <a:pt x="810530" y="1476330"/>
                  </a:lnTo>
                  <a:lnTo>
                    <a:pt x="776468" y="1432995"/>
                  </a:lnTo>
                  <a:close/>
                  <a:moveTo>
                    <a:pt x="771875" y="1417501"/>
                  </a:moveTo>
                  <a:lnTo>
                    <a:pt x="767794" y="1473092"/>
                  </a:lnTo>
                  <a:lnTo>
                    <a:pt x="776468" y="1432995"/>
                  </a:lnTo>
                  <a:close/>
                  <a:moveTo>
                    <a:pt x="823366" y="1435338"/>
                  </a:moveTo>
                  <a:lnTo>
                    <a:pt x="771875" y="1417501"/>
                  </a:lnTo>
                  <a:lnTo>
                    <a:pt x="776468" y="1432995"/>
                  </a:lnTo>
                  <a:close/>
                  <a:moveTo>
                    <a:pt x="681467" y="1317063"/>
                  </a:moveTo>
                  <a:lnTo>
                    <a:pt x="721984" y="1365866"/>
                  </a:lnTo>
                  <a:lnTo>
                    <a:pt x="722530" y="1357364"/>
                  </a:lnTo>
                  <a:close/>
                  <a:moveTo>
                    <a:pt x="722530" y="1357364"/>
                  </a:moveTo>
                  <a:lnTo>
                    <a:pt x="706807" y="1348900"/>
                  </a:lnTo>
                  <a:lnTo>
                    <a:pt x="681467" y="1317063"/>
                  </a:lnTo>
                  <a:close/>
                  <a:moveTo>
                    <a:pt x="427169" y="1002083"/>
                  </a:moveTo>
                  <a:lnTo>
                    <a:pt x="461785" y="1005257"/>
                  </a:lnTo>
                  <a:lnTo>
                    <a:pt x="429666" y="996608"/>
                  </a:lnTo>
                  <a:close/>
                  <a:moveTo>
                    <a:pt x="427169" y="1002083"/>
                  </a:moveTo>
                  <a:lnTo>
                    <a:pt x="421115" y="996608"/>
                  </a:lnTo>
                  <a:lnTo>
                    <a:pt x="428411" y="1057150"/>
                  </a:lnTo>
                  <a:close/>
                  <a:moveTo>
                    <a:pt x="337409" y="967665"/>
                  </a:moveTo>
                  <a:lnTo>
                    <a:pt x="305623" y="955524"/>
                  </a:lnTo>
                  <a:lnTo>
                    <a:pt x="373499" y="1001068"/>
                  </a:lnTo>
                  <a:close/>
                  <a:moveTo>
                    <a:pt x="358026" y="918249"/>
                  </a:moveTo>
                  <a:lnTo>
                    <a:pt x="313336" y="893535"/>
                  </a:lnTo>
                  <a:lnTo>
                    <a:pt x="337409" y="967665"/>
                  </a:lnTo>
                  <a:close/>
                  <a:moveTo>
                    <a:pt x="337409" y="967665"/>
                  </a:moveTo>
                  <a:lnTo>
                    <a:pt x="313336" y="893535"/>
                  </a:lnTo>
                  <a:lnTo>
                    <a:pt x="303073" y="894854"/>
                  </a:lnTo>
                  <a:close/>
                  <a:moveTo>
                    <a:pt x="390895" y="899422"/>
                  </a:moveTo>
                  <a:lnTo>
                    <a:pt x="358026" y="918249"/>
                  </a:lnTo>
                  <a:lnTo>
                    <a:pt x="337409" y="967665"/>
                  </a:lnTo>
                  <a:close/>
                  <a:moveTo>
                    <a:pt x="390895" y="899422"/>
                  </a:moveTo>
                  <a:lnTo>
                    <a:pt x="337409" y="967665"/>
                  </a:lnTo>
                  <a:lnTo>
                    <a:pt x="411787" y="945179"/>
                  </a:lnTo>
                  <a:close/>
                  <a:moveTo>
                    <a:pt x="682344" y="1305828"/>
                  </a:moveTo>
                  <a:lnTo>
                    <a:pt x="642456" y="1254291"/>
                  </a:lnTo>
                  <a:lnTo>
                    <a:pt x="658638" y="1272880"/>
                  </a:lnTo>
                  <a:close/>
                  <a:moveTo>
                    <a:pt x="869149" y="1436344"/>
                  </a:moveTo>
                  <a:lnTo>
                    <a:pt x="879249" y="1469599"/>
                  </a:lnTo>
                  <a:lnTo>
                    <a:pt x="912393" y="1458622"/>
                  </a:lnTo>
                  <a:close/>
                  <a:moveTo>
                    <a:pt x="869149" y="1436344"/>
                  </a:moveTo>
                  <a:lnTo>
                    <a:pt x="864202" y="1460437"/>
                  </a:lnTo>
                  <a:lnTo>
                    <a:pt x="879249" y="1469599"/>
                  </a:lnTo>
                  <a:close/>
                  <a:moveTo>
                    <a:pt x="864202" y="1460437"/>
                  </a:moveTo>
                  <a:lnTo>
                    <a:pt x="869149" y="1436344"/>
                  </a:lnTo>
                  <a:lnTo>
                    <a:pt x="823366" y="1435338"/>
                  </a:lnTo>
                  <a:close/>
                  <a:moveTo>
                    <a:pt x="869149" y="1436344"/>
                  </a:moveTo>
                  <a:lnTo>
                    <a:pt x="858273" y="1430953"/>
                  </a:lnTo>
                  <a:lnTo>
                    <a:pt x="823366" y="1435338"/>
                  </a:lnTo>
                  <a:close/>
                  <a:moveTo>
                    <a:pt x="912393" y="1458622"/>
                  </a:moveTo>
                  <a:lnTo>
                    <a:pt x="879249" y="1469599"/>
                  </a:lnTo>
                  <a:lnTo>
                    <a:pt x="963200" y="1473904"/>
                  </a:lnTo>
                  <a:close/>
                  <a:moveTo>
                    <a:pt x="771875" y="1417501"/>
                  </a:moveTo>
                  <a:lnTo>
                    <a:pt x="823366" y="1435338"/>
                  </a:lnTo>
                  <a:lnTo>
                    <a:pt x="858273" y="1430953"/>
                  </a:lnTo>
                  <a:close/>
                  <a:moveTo>
                    <a:pt x="734729" y="1318392"/>
                  </a:moveTo>
                  <a:lnTo>
                    <a:pt x="722530" y="1357364"/>
                  </a:lnTo>
                  <a:lnTo>
                    <a:pt x="758293" y="1292587"/>
                  </a:lnTo>
                  <a:close/>
                  <a:moveTo>
                    <a:pt x="758293" y="1292587"/>
                  </a:moveTo>
                  <a:lnTo>
                    <a:pt x="722530" y="1357364"/>
                  </a:lnTo>
                  <a:lnTo>
                    <a:pt x="773142" y="1343258"/>
                  </a:lnTo>
                  <a:close/>
                  <a:moveTo>
                    <a:pt x="716964" y="1281734"/>
                  </a:moveTo>
                  <a:lnTo>
                    <a:pt x="682344" y="1305828"/>
                  </a:lnTo>
                  <a:lnTo>
                    <a:pt x="706807" y="1348900"/>
                  </a:lnTo>
                  <a:close/>
                  <a:moveTo>
                    <a:pt x="537309" y="929626"/>
                  </a:moveTo>
                  <a:lnTo>
                    <a:pt x="535415" y="983380"/>
                  </a:lnTo>
                  <a:lnTo>
                    <a:pt x="535923" y="972514"/>
                  </a:lnTo>
                  <a:close/>
                  <a:moveTo>
                    <a:pt x="178108" y="669514"/>
                  </a:moveTo>
                  <a:lnTo>
                    <a:pt x="195257" y="659036"/>
                  </a:lnTo>
                  <a:lnTo>
                    <a:pt x="142830" y="637694"/>
                  </a:lnTo>
                  <a:close/>
                  <a:moveTo>
                    <a:pt x="606619" y="1075587"/>
                  </a:moveTo>
                  <a:lnTo>
                    <a:pt x="606110" y="1089373"/>
                  </a:lnTo>
                  <a:lnTo>
                    <a:pt x="628078" y="1094322"/>
                  </a:lnTo>
                  <a:close/>
                  <a:moveTo>
                    <a:pt x="617449" y="1054580"/>
                  </a:moveTo>
                  <a:lnTo>
                    <a:pt x="606110" y="1089373"/>
                  </a:lnTo>
                  <a:lnTo>
                    <a:pt x="606619" y="1075587"/>
                  </a:lnTo>
                  <a:close/>
                  <a:moveTo>
                    <a:pt x="1057197" y="1590953"/>
                  </a:moveTo>
                  <a:lnTo>
                    <a:pt x="1092202" y="1606865"/>
                  </a:lnTo>
                  <a:lnTo>
                    <a:pt x="1080689" y="1603598"/>
                  </a:lnTo>
                  <a:close/>
                  <a:moveTo>
                    <a:pt x="1028120" y="1413380"/>
                  </a:moveTo>
                  <a:lnTo>
                    <a:pt x="963200" y="1473904"/>
                  </a:lnTo>
                  <a:lnTo>
                    <a:pt x="1010537" y="1476211"/>
                  </a:lnTo>
                  <a:close/>
                  <a:moveTo>
                    <a:pt x="844078" y="1260828"/>
                  </a:moveTo>
                  <a:lnTo>
                    <a:pt x="849567" y="1263503"/>
                  </a:lnTo>
                  <a:lnTo>
                    <a:pt x="838595" y="1257640"/>
                  </a:lnTo>
                  <a:close/>
                  <a:moveTo>
                    <a:pt x="768182" y="1103030"/>
                  </a:moveTo>
                  <a:lnTo>
                    <a:pt x="772589" y="1150369"/>
                  </a:lnTo>
                  <a:lnTo>
                    <a:pt x="755245" y="1178660"/>
                  </a:lnTo>
                  <a:close/>
                  <a:moveTo>
                    <a:pt x="628078" y="1094322"/>
                  </a:moveTo>
                  <a:lnTo>
                    <a:pt x="703094" y="1065217"/>
                  </a:lnTo>
                  <a:lnTo>
                    <a:pt x="662386" y="1087694"/>
                  </a:lnTo>
                  <a:close/>
                  <a:moveTo>
                    <a:pt x="628078" y="1094322"/>
                  </a:moveTo>
                  <a:lnTo>
                    <a:pt x="592594" y="1062379"/>
                  </a:lnTo>
                  <a:lnTo>
                    <a:pt x="606619" y="1075587"/>
                  </a:lnTo>
                  <a:close/>
                  <a:moveTo>
                    <a:pt x="362934" y="695943"/>
                  </a:moveTo>
                  <a:lnTo>
                    <a:pt x="383260" y="703019"/>
                  </a:lnTo>
                  <a:lnTo>
                    <a:pt x="358539" y="650365"/>
                  </a:lnTo>
                  <a:close/>
                  <a:moveTo>
                    <a:pt x="392442" y="639201"/>
                  </a:moveTo>
                  <a:lnTo>
                    <a:pt x="401521" y="639811"/>
                  </a:lnTo>
                  <a:lnTo>
                    <a:pt x="401735" y="637191"/>
                  </a:lnTo>
                  <a:close/>
                  <a:moveTo>
                    <a:pt x="152639" y="439248"/>
                  </a:moveTo>
                  <a:lnTo>
                    <a:pt x="201714" y="437333"/>
                  </a:lnTo>
                  <a:lnTo>
                    <a:pt x="155801" y="416394"/>
                  </a:lnTo>
                  <a:close/>
                  <a:moveTo>
                    <a:pt x="201714" y="437333"/>
                  </a:moveTo>
                  <a:lnTo>
                    <a:pt x="206559" y="431491"/>
                  </a:lnTo>
                  <a:lnTo>
                    <a:pt x="155801" y="416394"/>
                  </a:lnTo>
                  <a:close/>
                  <a:moveTo>
                    <a:pt x="1197174" y="1554862"/>
                  </a:moveTo>
                  <a:lnTo>
                    <a:pt x="1177542" y="1542765"/>
                  </a:lnTo>
                  <a:lnTo>
                    <a:pt x="1128477" y="1607594"/>
                  </a:lnTo>
                  <a:close/>
                  <a:moveTo>
                    <a:pt x="849567" y="1263503"/>
                  </a:moveTo>
                  <a:lnTo>
                    <a:pt x="907086" y="1303881"/>
                  </a:lnTo>
                  <a:lnTo>
                    <a:pt x="934014" y="1269657"/>
                  </a:lnTo>
                  <a:close/>
                  <a:moveTo>
                    <a:pt x="886419" y="1138901"/>
                  </a:moveTo>
                  <a:lnTo>
                    <a:pt x="947586" y="1182009"/>
                  </a:lnTo>
                  <a:lnTo>
                    <a:pt x="952109" y="1186222"/>
                  </a:lnTo>
                  <a:close/>
                  <a:moveTo>
                    <a:pt x="766867" y="1097389"/>
                  </a:moveTo>
                  <a:lnTo>
                    <a:pt x="703094" y="1065217"/>
                  </a:lnTo>
                  <a:lnTo>
                    <a:pt x="748315" y="1103030"/>
                  </a:lnTo>
                  <a:close/>
                  <a:moveTo>
                    <a:pt x="705055" y="1046915"/>
                  </a:moveTo>
                  <a:lnTo>
                    <a:pt x="703094" y="1065217"/>
                  </a:lnTo>
                  <a:lnTo>
                    <a:pt x="766867" y="1097389"/>
                  </a:lnTo>
                  <a:close/>
                  <a:moveTo>
                    <a:pt x="750808" y="1047701"/>
                  </a:moveTo>
                  <a:lnTo>
                    <a:pt x="705055" y="1046915"/>
                  </a:lnTo>
                  <a:lnTo>
                    <a:pt x="766867" y="1097389"/>
                  </a:lnTo>
                  <a:close/>
                  <a:moveTo>
                    <a:pt x="766867" y="1097389"/>
                  </a:moveTo>
                  <a:lnTo>
                    <a:pt x="772589" y="1150369"/>
                  </a:lnTo>
                  <a:lnTo>
                    <a:pt x="768182" y="1103030"/>
                  </a:lnTo>
                  <a:close/>
                  <a:moveTo>
                    <a:pt x="750808" y="1047701"/>
                  </a:moveTo>
                  <a:lnTo>
                    <a:pt x="768182" y="1103030"/>
                  </a:lnTo>
                  <a:lnTo>
                    <a:pt x="755610" y="1051493"/>
                  </a:lnTo>
                  <a:close/>
                  <a:moveTo>
                    <a:pt x="750808" y="1047701"/>
                  </a:moveTo>
                  <a:lnTo>
                    <a:pt x="766867" y="1097389"/>
                  </a:lnTo>
                  <a:lnTo>
                    <a:pt x="768182" y="1103030"/>
                  </a:lnTo>
                  <a:close/>
                  <a:moveTo>
                    <a:pt x="705055" y="1046915"/>
                  </a:moveTo>
                  <a:lnTo>
                    <a:pt x="750808" y="1047701"/>
                  </a:lnTo>
                  <a:lnTo>
                    <a:pt x="759261" y="978086"/>
                  </a:lnTo>
                  <a:close/>
                  <a:moveTo>
                    <a:pt x="759261" y="978086"/>
                  </a:moveTo>
                  <a:lnTo>
                    <a:pt x="750808" y="1047701"/>
                  </a:lnTo>
                  <a:lnTo>
                    <a:pt x="792142" y="989336"/>
                  </a:lnTo>
                  <a:close/>
                  <a:moveTo>
                    <a:pt x="650946" y="990180"/>
                  </a:moveTo>
                  <a:lnTo>
                    <a:pt x="680530" y="941368"/>
                  </a:lnTo>
                  <a:lnTo>
                    <a:pt x="640558" y="935882"/>
                  </a:lnTo>
                  <a:close/>
                  <a:moveTo>
                    <a:pt x="358064" y="637159"/>
                  </a:moveTo>
                  <a:lnTo>
                    <a:pt x="401735" y="637191"/>
                  </a:lnTo>
                  <a:lnTo>
                    <a:pt x="372676" y="568323"/>
                  </a:lnTo>
                  <a:close/>
                  <a:moveTo>
                    <a:pt x="335821" y="529757"/>
                  </a:moveTo>
                  <a:lnTo>
                    <a:pt x="339183" y="587664"/>
                  </a:lnTo>
                  <a:lnTo>
                    <a:pt x="314842" y="571573"/>
                  </a:lnTo>
                  <a:close/>
                  <a:moveTo>
                    <a:pt x="1197174" y="1554862"/>
                  </a:moveTo>
                  <a:lnTo>
                    <a:pt x="1207923" y="1542765"/>
                  </a:lnTo>
                  <a:lnTo>
                    <a:pt x="1201587" y="1536547"/>
                  </a:lnTo>
                  <a:close/>
                  <a:moveTo>
                    <a:pt x="1239271" y="1537577"/>
                  </a:moveTo>
                  <a:lnTo>
                    <a:pt x="1201587" y="1536547"/>
                  </a:lnTo>
                  <a:lnTo>
                    <a:pt x="1207923" y="1542765"/>
                  </a:lnTo>
                  <a:close/>
                  <a:moveTo>
                    <a:pt x="1258371" y="1518671"/>
                  </a:moveTo>
                  <a:lnTo>
                    <a:pt x="1210106" y="1467135"/>
                  </a:lnTo>
                  <a:lnTo>
                    <a:pt x="1239271" y="1537577"/>
                  </a:lnTo>
                  <a:close/>
                  <a:moveTo>
                    <a:pt x="905968" y="1123009"/>
                  </a:moveTo>
                  <a:lnTo>
                    <a:pt x="901404" y="1147733"/>
                  </a:lnTo>
                  <a:lnTo>
                    <a:pt x="937806" y="1157916"/>
                  </a:lnTo>
                  <a:close/>
                  <a:moveTo>
                    <a:pt x="1258951" y="1402408"/>
                  </a:moveTo>
                  <a:lnTo>
                    <a:pt x="1289590" y="1415482"/>
                  </a:lnTo>
                  <a:lnTo>
                    <a:pt x="1235110" y="1359048"/>
                  </a:lnTo>
                  <a:close/>
                  <a:moveTo>
                    <a:pt x="786417" y="721529"/>
                  </a:moveTo>
                  <a:lnTo>
                    <a:pt x="802722" y="792507"/>
                  </a:lnTo>
                  <a:lnTo>
                    <a:pt x="816000" y="733300"/>
                  </a:lnTo>
                  <a:close/>
                  <a:moveTo>
                    <a:pt x="886952" y="699269"/>
                  </a:moveTo>
                  <a:lnTo>
                    <a:pt x="854761" y="773065"/>
                  </a:lnTo>
                  <a:lnTo>
                    <a:pt x="889533" y="759913"/>
                  </a:lnTo>
                  <a:close/>
                  <a:moveTo>
                    <a:pt x="1053681" y="827951"/>
                  </a:moveTo>
                  <a:lnTo>
                    <a:pt x="1063992" y="826894"/>
                  </a:lnTo>
                  <a:lnTo>
                    <a:pt x="1028591" y="785568"/>
                  </a:lnTo>
                  <a:close/>
                  <a:moveTo>
                    <a:pt x="1028591" y="785568"/>
                  </a:moveTo>
                  <a:lnTo>
                    <a:pt x="1053601" y="827823"/>
                  </a:lnTo>
                  <a:lnTo>
                    <a:pt x="1053681" y="827951"/>
                  </a:lnTo>
                  <a:close/>
                  <a:moveTo>
                    <a:pt x="898496" y="673341"/>
                  </a:moveTo>
                  <a:lnTo>
                    <a:pt x="886609" y="687718"/>
                  </a:lnTo>
                  <a:lnTo>
                    <a:pt x="839245" y="637328"/>
                  </a:lnTo>
                  <a:close/>
                  <a:moveTo>
                    <a:pt x="639595" y="371979"/>
                  </a:moveTo>
                  <a:lnTo>
                    <a:pt x="687327" y="371156"/>
                  </a:lnTo>
                  <a:lnTo>
                    <a:pt x="668882" y="323408"/>
                  </a:lnTo>
                  <a:close/>
                  <a:moveTo>
                    <a:pt x="639595" y="371979"/>
                  </a:moveTo>
                  <a:lnTo>
                    <a:pt x="668882" y="323408"/>
                  </a:lnTo>
                  <a:lnTo>
                    <a:pt x="625962" y="320319"/>
                  </a:lnTo>
                  <a:close/>
                  <a:moveTo>
                    <a:pt x="580022" y="279925"/>
                  </a:moveTo>
                  <a:lnTo>
                    <a:pt x="625962" y="320319"/>
                  </a:lnTo>
                  <a:lnTo>
                    <a:pt x="629880" y="291662"/>
                  </a:lnTo>
                  <a:close/>
                  <a:moveTo>
                    <a:pt x="625962" y="320319"/>
                  </a:moveTo>
                  <a:lnTo>
                    <a:pt x="668882" y="323408"/>
                  </a:lnTo>
                  <a:lnTo>
                    <a:pt x="629880" y="291662"/>
                  </a:lnTo>
                  <a:close/>
                  <a:moveTo>
                    <a:pt x="474945" y="178901"/>
                  </a:moveTo>
                  <a:lnTo>
                    <a:pt x="431961" y="175864"/>
                  </a:lnTo>
                  <a:lnTo>
                    <a:pt x="432291" y="211838"/>
                  </a:lnTo>
                  <a:close/>
                  <a:moveTo>
                    <a:pt x="516391" y="176919"/>
                  </a:moveTo>
                  <a:lnTo>
                    <a:pt x="526552" y="157975"/>
                  </a:lnTo>
                  <a:lnTo>
                    <a:pt x="490246" y="118944"/>
                  </a:lnTo>
                  <a:close/>
                  <a:moveTo>
                    <a:pt x="552922" y="178605"/>
                  </a:moveTo>
                  <a:lnTo>
                    <a:pt x="581563" y="209511"/>
                  </a:lnTo>
                  <a:lnTo>
                    <a:pt x="576355" y="197182"/>
                  </a:lnTo>
                  <a:close/>
                  <a:moveTo>
                    <a:pt x="526552" y="157975"/>
                  </a:moveTo>
                  <a:lnTo>
                    <a:pt x="552922" y="178605"/>
                  </a:lnTo>
                  <a:lnTo>
                    <a:pt x="559048" y="185418"/>
                  </a:lnTo>
                  <a:close/>
                  <a:moveTo>
                    <a:pt x="705798" y="161324"/>
                  </a:moveTo>
                  <a:lnTo>
                    <a:pt x="669965" y="133881"/>
                  </a:lnTo>
                  <a:lnTo>
                    <a:pt x="668382" y="109787"/>
                  </a:lnTo>
                  <a:close/>
                  <a:moveTo>
                    <a:pt x="641248" y="82345"/>
                  </a:moveTo>
                  <a:lnTo>
                    <a:pt x="630415" y="65727"/>
                  </a:lnTo>
                  <a:lnTo>
                    <a:pt x="668382" y="109787"/>
                  </a:lnTo>
                  <a:close/>
                  <a:moveTo>
                    <a:pt x="669965" y="133881"/>
                  </a:moveTo>
                  <a:lnTo>
                    <a:pt x="641248" y="82345"/>
                  </a:lnTo>
                  <a:lnTo>
                    <a:pt x="668382" y="109787"/>
                  </a:lnTo>
                  <a:close/>
                  <a:moveTo>
                    <a:pt x="761600" y="30085"/>
                  </a:moveTo>
                  <a:lnTo>
                    <a:pt x="727526" y="0"/>
                  </a:lnTo>
                  <a:lnTo>
                    <a:pt x="764417" y="34157"/>
                  </a:lnTo>
                  <a:close/>
                  <a:moveTo>
                    <a:pt x="761600" y="30085"/>
                  </a:moveTo>
                  <a:lnTo>
                    <a:pt x="764880" y="32375"/>
                  </a:lnTo>
                  <a:lnTo>
                    <a:pt x="731089" y="21864"/>
                  </a:lnTo>
                  <a:close/>
                  <a:moveTo>
                    <a:pt x="1021152" y="164187"/>
                  </a:moveTo>
                  <a:lnTo>
                    <a:pt x="1019443" y="164673"/>
                  </a:lnTo>
                  <a:lnTo>
                    <a:pt x="1057526" y="197360"/>
                  </a:lnTo>
                  <a:close/>
                  <a:moveTo>
                    <a:pt x="1021152" y="164187"/>
                  </a:moveTo>
                  <a:lnTo>
                    <a:pt x="1054276" y="216209"/>
                  </a:lnTo>
                  <a:lnTo>
                    <a:pt x="1021074" y="16467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67" name="Output_density__4266">
              <a:extLst>
                <a:ext uri="{FF2B5EF4-FFF2-40B4-BE49-F238E27FC236}">
                  <a16:creationId xmlns:a16="http://schemas.microsoft.com/office/drawing/2014/main" id="{25CE4545-00DE-B62E-F80B-770A6B6D8E1A}"/>
                </a:ext>
              </a:extLst>
            </p:cNvPr>
            <p:cNvSpPr>
              <a:spLocks noGrp="1"/>
            </p:cNvSpPr>
            <p:nvPr/>
          </p:nvSpPr>
          <p:spPr>
            <a:xfrm>
              <a:off x="15072191" y="2203903"/>
              <a:ext cx="1617437" cy="2105912"/>
            </a:xfrm>
            <a:custGeom>
              <a:avLst/>
              <a:gdLst/>
              <a:ahLst/>
              <a:cxnLst/>
              <a:rect l="0" t="0" r="0" b="0"/>
              <a:pathLst>
                <a:path w="1617437" h="2105912">
                  <a:moveTo>
                    <a:pt x="746727" y="2030282"/>
                  </a:moveTo>
                  <a:lnTo>
                    <a:pt x="736968" y="2105443"/>
                  </a:lnTo>
                  <a:lnTo>
                    <a:pt x="754447" y="2038518"/>
                  </a:lnTo>
                  <a:close/>
                  <a:moveTo>
                    <a:pt x="686323" y="2054375"/>
                  </a:moveTo>
                  <a:lnTo>
                    <a:pt x="735789" y="2105912"/>
                  </a:lnTo>
                  <a:lnTo>
                    <a:pt x="746727" y="2030282"/>
                  </a:lnTo>
                  <a:close/>
                  <a:moveTo>
                    <a:pt x="746727" y="2030282"/>
                  </a:moveTo>
                  <a:lnTo>
                    <a:pt x="754447" y="2038518"/>
                  </a:lnTo>
                  <a:lnTo>
                    <a:pt x="754779" y="2028221"/>
                  </a:lnTo>
                  <a:close/>
                  <a:moveTo>
                    <a:pt x="807795" y="2023102"/>
                  </a:moveTo>
                  <a:lnTo>
                    <a:pt x="754779" y="2028221"/>
                  </a:lnTo>
                  <a:lnTo>
                    <a:pt x="754447" y="2038518"/>
                  </a:lnTo>
                  <a:close/>
                  <a:moveTo>
                    <a:pt x="754779" y="2028221"/>
                  </a:moveTo>
                  <a:lnTo>
                    <a:pt x="807795" y="2023102"/>
                  </a:lnTo>
                  <a:lnTo>
                    <a:pt x="799176" y="1967366"/>
                  </a:lnTo>
                  <a:close/>
                  <a:moveTo>
                    <a:pt x="754779" y="2028221"/>
                  </a:moveTo>
                  <a:lnTo>
                    <a:pt x="799176" y="1967366"/>
                  </a:lnTo>
                  <a:lnTo>
                    <a:pt x="739297" y="1978065"/>
                  </a:lnTo>
                  <a:close/>
                  <a:moveTo>
                    <a:pt x="484188" y="1456974"/>
                  </a:moveTo>
                  <a:lnTo>
                    <a:pt x="508931" y="1448733"/>
                  </a:lnTo>
                  <a:lnTo>
                    <a:pt x="492520" y="1415191"/>
                  </a:lnTo>
                  <a:close/>
                  <a:moveTo>
                    <a:pt x="492520" y="1415191"/>
                  </a:moveTo>
                  <a:lnTo>
                    <a:pt x="519235" y="1442634"/>
                  </a:lnTo>
                  <a:lnTo>
                    <a:pt x="542359" y="1391097"/>
                  </a:lnTo>
                  <a:close/>
                  <a:moveTo>
                    <a:pt x="320519" y="1133414"/>
                  </a:moveTo>
                  <a:lnTo>
                    <a:pt x="335130" y="1114125"/>
                  </a:lnTo>
                  <a:lnTo>
                    <a:pt x="284238" y="1105972"/>
                  </a:lnTo>
                  <a:close/>
                  <a:moveTo>
                    <a:pt x="0" y="780952"/>
                  </a:moveTo>
                  <a:lnTo>
                    <a:pt x="36408" y="772658"/>
                  </a:lnTo>
                  <a:lnTo>
                    <a:pt x="6260" y="757916"/>
                  </a:lnTo>
                  <a:close/>
                  <a:moveTo>
                    <a:pt x="0" y="780952"/>
                  </a:moveTo>
                  <a:lnTo>
                    <a:pt x="15805" y="793606"/>
                  </a:lnTo>
                  <a:lnTo>
                    <a:pt x="36408" y="772658"/>
                  </a:lnTo>
                  <a:close/>
                  <a:moveTo>
                    <a:pt x="535638" y="1204860"/>
                  </a:moveTo>
                  <a:lnTo>
                    <a:pt x="461558" y="1236487"/>
                  </a:lnTo>
                  <a:lnTo>
                    <a:pt x="522854" y="1212393"/>
                  </a:lnTo>
                  <a:close/>
                  <a:moveTo>
                    <a:pt x="1080104" y="1858275"/>
                  </a:moveTo>
                  <a:lnTo>
                    <a:pt x="1065943" y="1806739"/>
                  </a:lnTo>
                  <a:lnTo>
                    <a:pt x="1084212" y="1858475"/>
                  </a:lnTo>
                  <a:close/>
                  <a:moveTo>
                    <a:pt x="1084212" y="1858475"/>
                  </a:moveTo>
                  <a:lnTo>
                    <a:pt x="1065943" y="1806739"/>
                  </a:lnTo>
                  <a:lnTo>
                    <a:pt x="1091271" y="1819084"/>
                  </a:lnTo>
                  <a:close/>
                  <a:moveTo>
                    <a:pt x="1064391" y="1865697"/>
                  </a:moveTo>
                  <a:lnTo>
                    <a:pt x="1080104" y="1858275"/>
                  </a:lnTo>
                  <a:lnTo>
                    <a:pt x="1084212" y="1858475"/>
                  </a:lnTo>
                  <a:close/>
                  <a:moveTo>
                    <a:pt x="1084212" y="1858475"/>
                  </a:moveTo>
                  <a:lnTo>
                    <a:pt x="1059143" y="1830832"/>
                  </a:lnTo>
                  <a:lnTo>
                    <a:pt x="1057091" y="1808889"/>
                  </a:lnTo>
                  <a:close/>
                  <a:moveTo>
                    <a:pt x="1057091" y="1808889"/>
                  </a:moveTo>
                  <a:lnTo>
                    <a:pt x="1064391" y="1865697"/>
                  </a:lnTo>
                  <a:lnTo>
                    <a:pt x="1084212" y="1858475"/>
                  </a:lnTo>
                  <a:close/>
                  <a:moveTo>
                    <a:pt x="69223" y="548851"/>
                  </a:moveTo>
                  <a:lnTo>
                    <a:pt x="7292" y="593954"/>
                  </a:lnTo>
                  <a:lnTo>
                    <a:pt x="43485" y="569860"/>
                  </a:lnTo>
                  <a:close/>
                  <a:moveTo>
                    <a:pt x="69223" y="548851"/>
                  </a:moveTo>
                  <a:lnTo>
                    <a:pt x="37903" y="566650"/>
                  </a:lnTo>
                  <a:lnTo>
                    <a:pt x="7292" y="593954"/>
                  </a:lnTo>
                  <a:close/>
                  <a:moveTo>
                    <a:pt x="1222232" y="1890252"/>
                  </a:moveTo>
                  <a:lnTo>
                    <a:pt x="1219814" y="1885718"/>
                  </a:lnTo>
                  <a:lnTo>
                    <a:pt x="1203020" y="1858202"/>
                  </a:lnTo>
                  <a:close/>
                  <a:moveTo>
                    <a:pt x="1159128" y="1739156"/>
                  </a:moveTo>
                  <a:lnTo>
                    <a:pt x="1111344" y="1755202"/>
                  </a:lnTo>
                  <a:lnTo>
                    <a:pt x="1114927" y="1799852"/>
                  </a:lnTo>
                  <a:close/>
                  <a:moveTo>
                    <a:pt x="1162336" y="1799291"/>
                  </a:moveTo>
                  <a:lnTo>
                    <a:pt x="1159128" y="1739156"/>
                  </a:lnTo>
                  <a:lnTo>
                    <a:pt x="1114927" y="1799852"/>
                  </a:lnTo>
                  <a:close/>
                  <a:moveTo>
                    <a:pt x="1224918" y="1765395"/>
                  </a:moveTo>
                  <a:lnTo>
                    <a:pt x="1203357" y="1731108"/>
                  </a:lnTo>
                  <a:lnTo>
                    <a:pt x="1227430" y="1784353"/>
                  </a:lnTo>
                  <a:close/>
                  <a:moveTo>
                    <a:pt x="1227430" y="1784353"/>
                  </a:moveTo>
                  <a:lnTo>
                    <a:pt x="1203357" y="1731108"/>
                  </a:lnTo>
                  <a:lnTo>
                    <a:pt x="1159128" y="1739156"/>
                  </a:lnTo>
                  <a:close/>
                  <a:moveTo>
                    <a:pt x="1227430" y="1784353"/>
                  </a:moveTo>
                  <a:lnTo>
                    <a:pt x="1159128" y="1739156"/>
                  </a:lnTo>
                  <a:lnTo>
                    <a:pt x="1162336" y="1799291"/>
                  </a:lnTo>
                  <a:close/>
                  <a:moveTo>
                    <a:pt x="1227430" y="1784353"/>
                  </a:moveTo>
                  <a:lnTo>
                    <a:pt x="1162336" y="1799291"/>
                  </a:lnTo>
                  <a:lnTo>
                    <a:pt x="1233793" y="1798579"/>
                  </a:lnTo>
                  <a:close/>
                  <a:moveTo>
                    <a:pt x="1227430" y="1784353"/>
                  </a:moveTo>
                  <a:lnTo>
                    <a:pt x="1233793" y="1798579"/>
                  </a:lnTo>
                  <a:lnTo>
                    <a:pt x="1278977" y="1792837"/>
                  </a:lnTo>
                  <a:close/>
                  <a:moveTo>
                    <a:pt x="1084768" y="1698885"/>
                  </a:moveTo>
                  <a:lnTo>
                    <a:pt x="1082637" y="1717684"/>
                  </a:lnTo>
                  <a:lnTo>
                    <a:pt x="1127373" y="1679572"/>
                  </a:lnTo>
                  <a:close/>
                  <a:moveTo>
                    <a:pt x="1082637" y="1717684"/>
                  </a:moveTo>
                  <a:lnTo>
                    <a:pt x="1111344" y="1755202"/>
                  </a:lnTo>
                  <a:lnTo>
                    <a:pt x="1127373" y="1679572"/>
                  </a:lnTo>
                  <a:close/>
                  <a:moveTo>
                    <a:pt x="1127373" y="1679572"/>
                  </a:moveTo>
                  <a:lnTo>
                    <a:pt x="1111344" y="1755202"/>
                  </a:lnTo>
                  <a:lnTo>
                    <a:pt x="1165549" y="1718102"/>
                  </a:lnTo>
                  <a:close/>
                  <a:moveTo>
                    <a:pt x="1165549" y="1718102"/>
                  </a:moveTo>
                  <a:lnTo>
                    <a:pt x="1111344" y="1755202"/>
                  </a:lnTo>
                  <a:lnTo>
                    <a:pt x="1159128" y="1739156"/>
                  </a:lnTo>
                  <a:close/>
                  <a:moveTo>
                    <a:pt x="1159128" y="1739156"/>
                  </a:moveTo>
                  <a:lnTo>
                    <a:pt x="1203357" y="1731108"/>
                  </a:lnTo>
                  <a:lnTo>
                    <a:pt x="1165549" y="1718102"/>
                  </a:lnTo>
                  <a:close/>
                  <a:moveTo>
                    <a:pt x="1066518" y="1628035"/>
                  </a:moveTo>
                  <a:lnTo>
                    <a:pt x="1084768" y="1698885"/>
                  </a:lnTo>
                  <a:lnTo>
                    <a:pt x="1101662" y="1653917"/>
                  </a:lnTo>
                  <a:close/>
                  <a:moveTo>
                    <a:pt x="1073272" y="1703666"/>
                  </a:moveTo>
                  <a:lnTo>
                    <a:pt x="1084768" y="1698885"/>
                  </a:lnTo>
                  <a:lnTo>
                    <a:pt x="1066518" y="1628035"/>
                  </a:lnTo>
                  <a:close/>
                  <a:moveTo>
                    <a:pt x="1019247" y="1652129"/>
                  </a:moveTo>
                  <a:lnTo>
                    <a:pt x="1073272" y="1703666"/>
                  </a:lnTo>
                  <a:lnTo>
                    <a:pt x="1066518" y="1628035"/>
                  </a:lnTo>
                  <a:close/>
                  <a:moveTo>
                    <a:pt x="1084768" y="1698885"/>
                  </a:moveTo>
                  <a:lnTo>
                    <a:pt x="1127373" y="1679572"/>
                  </a:lnTo>
                  <a:lnTo>
                    <a:pt x="1101662" y="1653917"/>
                  </a:lnTo>
                  <a:close/>
                  <a:moveTo>
                    <a:pt x="1019247" y="1652129"/>
                  </a:moveTo>
                  <a:lnTo>
                    <a:pt x="1066518" y="1628035"/>
                  </a:lnTo>
                  <a:lnTo>
                    <a:pt x="1017828" y="1650050"/>
                  </a:lnTo>
                  <a:close/>
                  <a:moveTo>
                    <a:pt x="1066518" y="1628035"/>
                  </a:moveTo>
                  <a:lnTo>
                    <a:pt x="1035069" y="1579612"/>
                  </a:lnTo>
                  <a:lnTo>
                    <a:pt x="1017828" y="1650050"/>
                  </a:lnTo>
                  <a:close/>
                  <a:moveTo>
                    <a:pt x="1033256" y="1576498"/>
                  </a:moveTo>
                  <a:lnTo>
                    <a:pt x="985664" y="1600592"/>
                  </a:lnTo>
                  <a:lnTo>
                    <a:pt x="1017828" y="1650050"/>
                  </a:lnTo>
                  <a:close/>
                  <a:moveTo>
                    <a:pt x="657503" y="1164206"/>
                  </a:moveTo>
                  <a:lnTo>
                    <a:pt x="653793" y="1162369"/>
                  </a:lnTo>
                  <a:lnTo>
                    <a:pt x="639045" y="1188300"/>
                  </a:lnTo>
                  <a:close/>
                  <a:moveTo>
                    <a:pt x="1278977" y="1792837"/>
                  </a:moveTo>
                  <a:lnTo>
                    <a:pt x="1233793" y="1798579"/>
                  </a:lnTo>
                  <a:lnTo>
                    <a:pt x="1317738" y="1802860"/>
                  </a:lnTo>
                  <a:close/>
                  <a:moveTo>
                    <a:pt x="1174658" y="1663788"/>
                  </a:moveTo>
                  <a:lnTo>
                    <a:pt x="1165549" y="1718102"/>
                  </a:lnTo>
                  <a:lnTo>
                    <a:pt x="1218555" y="1728826"/>
                  </a:lnTo>
                  <a:close/>
                  <a:moveTo>
                    <a:pt x="1127373" y="1679572"/>
                  </a:moveTo>
                  <a:lnTo>
                    <a:pt x="1165549" y="1718102"/>
                  </a:lnTo>
                  <a:lnTo>
                    <a:pt x="1174658" y="1663788"/>
                  </a:lnTo>
                  <a:close/>
                  <a:moveTo>
                    <a:pt x="1174658" y="1663788"/>
                  </a:moveTo>
                  <a:lnTo>
                    <a:pt x="1101662" y="1653917"/>
                  </a:lnTo>
                  <a:lnTo>
                    <a:pt x="1127373" y="1679572"/>
                  </a:lnTo>
                  <a:close/>
                  <a:moveTo>
                    <a:pt x="1108811" y="1616595"/>
                  </a:moveTo>
                  <a:lnTo>
                    <a:pt x="1101662" y="1653917"/>
                  </a:lnTo>
                  <a:lnTo>
                    <a:pt x="1174658" y="1663788"/>
                  </a:lnTo>
                  <a:close/>
                  <a:moveTo>
                    <a:pt x="1151547" y="1619834"/>
                  </a:moveTo>
                  <a:lnTo>
                    <a:pt x="1108811" y="1616595"/>
                  </a:lnTo>
                  <a:lnTo>
                    <a:pt x="1174658" y="1663788"/>
                  </a:lnTo>
                  <a:close/>
                  <a:moveTo>
                    <a:pt x="1066518" y="1628035"/>
                  </a:moveTo>
                  <a:lnTo>
                    <a:pt x="1101662" y="1653917"/>
                  </a:lnTo>
                  <a:lnTo>
                    <a:pt x="1108811" y="1616595"/>
                  </a:lnTo>
                  <a:close/>
                  <a:moveTo>
                    <a:pt x="1036068" y="1575009"/>
                  </a:moveTo>
                  <a:lnTo>
                    <a:pt x="1035069" y="1579612"/>
                  </a:lnTo>
                  <a:lnTo>
                    <a:pt x="1098573" y="1552404"/>
                  </a:lnTo>
                  <a:close/>
                  <a:moveTo>
                    <a:pt x="1035069" y="1579612"/>
                  </a:moveTo>
                  <a:lnTo>
                    <a:pt x="1066518" y="1628035"/>
                  </a:lnTo>
                  <a:lnTo>
                    <a:pt x="1098573" y="1552404"/>
                  </a:lnTo>
                  <a:close/>
                  <a:moveTo>
                    <a:pt x="1098573" y="1552404"/>
                  </a:moveTo>
                  <a:lnTo>
                    <a:pt x="1066518" y="1628035"/>
                  </a:lnTo>
                  <a:lnTo>
                    <a:pt x="1112892" y="1561004"/>
                  </a:lnTo>
                  <a:close/>
                  <a:moveTo>
                    <a:pt x="1033906" y="1524962"/>
                  </a:moveTo>
                  <a:lnTo>
                    <a:pt x="1036068" y="1575009"/>
                  </a:lnTo>
                  <a:lnTo>
                    <a:pt x="1098573" y="1552404"/>
                  </a:lnTo>
                  <a:close/>
                  <a:moveTo>
                    <a:pt x="1033906" y="1524962"/>
                  </a:moveTo>
                  <a:lnTo>
                    <a:pt x="1098573" y="1552404"/>
                  </a:lnTo>
                  <a:lnTo>
                    <a:pt x="1063547" y="1500868"/>
                  </a:lnTo>
                  <a:close/>
                  <a:moveTo>
                    <a:pt x="1063547" y="1500868"/>
                  </a:moveTo>
                  <a:lnTo>
                    <a:pt x="1063001" y="1509370"/>
                  </a:lnTo>
                  <a:lnTo>
                    <a:pt x="1033906" y="1524962"/>
                  </a:lnTo>
                  <a:close/>
                  <a:moveTo>
                    <a:pt x="762132" y="1140111"/>
                  </a:moveTo>
                  <a:lnTo>
                    <a:pt x="754425" y="1094139"/>
                  </a:lnTo>
                  <a:lnTo>
                    <a:pt x="714516" y="1144571"/>
                  </a:lnTo>
                  <a:close/>
                  <a:moveTo>
                    <a:pt x="714516" y="1144571"/>
                  </a:moveTo>
                  <a:lnTo>
                    <a:pt x="754425" y="1094139"/>
                  </a:lnTo>
                  <a:lnTo>
                    <a:pt x="752804" y="1088683"/>
                  </a:lnTo>
                  <a:close/>
                  <a:moveTo>
                    <a:pt x="754425" y="1094139"/>
                  </a:moveTo>
                  <a:lnTo>
                    <a:pt x="770683" y="1140111"/>
                  </a:lnTo>
                  <a:lnTo>
                    <a:pt x="752804" y="1088683"/>
                  </a:lnTo>
                  <a:close/>
                  <a:moveTo>
                    <a:pt x="565577" y="1001463"/>
                  </a:moveTo>
                  <a:lnTo>
                    <a:pt x="644090" y="1038358"/>
                  </a:lnTo>
                  <a:lnTo>
                    <a:pt x="614951" y="999305"/>
                  </a:lnTo>
                  <a:close/>
                  <a:moveTo>
                    <a:pt x="251557" y="521672"/>
                  </a:moveTo>
                  <a:lnTo>
                    <a:pt x="246461" y="544284"/>
                  </a:lnTo>
                  <a:lnTo>
                    <a:pt x="234393" y="547238"/>
                  </a:lnTo>
                  <a:close/>
                  <a:moveTo>
                    <a:pt x="251557" y="521672"/>
                  </a:moveTo>
                  <a:lnTo>
                    <a:pt x="247611" y="480606"/>
                  </a:lnTo>
                  <a:lnTo>
                    <a:pt x="246461" y="544284"/>
                  </a:lnTo>
                  <a:close/>
                  <a:moveTo>
                    <a:pt x="251557" y="521672"/>
                  </a:moveTo>
                  <a:lnTo>
                    <a:pt x="244292" y="470136"/>
                  </a:lnTo>
                  <a:lnTo>
                    <a:pt x="247611" y="480606"/>
                  </a:lnTo>
                  <a:close/>
                  <a:moveTo>
                    <a:pt x="253674" y="444650"/>
                  </a:moveTo>
                  <a:lnTo>
                    <a:pt x="247611" y="480606"/>
                  </a:lnTo>
                  <a:lnTo>
                    <a:pt x="244292" y="470136"/>
                  </a:lnTo>
                  <a:close/>
                  <a:moveTo>
                    <a:pt x="972054" y="1346258"/>
                  </a:moveTo>
                  <a:lnTo>
                    <a:pt x="983473" y="1397795"/>
                  </a:lnTo>
                  <a:lnTo>
                    <a:pt x="1019679" y="1373701"/>
                  </a:lnTo>
                  <a:close/>
                  <a:moveTo>
                    <a:pt x="754425" y="1094139"/>
                  </a:moveTo>
                  <a:lnTo>
                    <a:pt x="762132" y="1140111"/>
                  </a:lnTo>
                  <a:lnTo>
                    <a:pt x="767622" y="1139379"/>
                  </a:lnTo>
                  <a:close/>
                  <a:moveTo>
                    <a:pt x="767622" y="1139379"/>
                  </a:moveTo>
                  <a:lnTo>
                    <a:pt x="770683" y="1140111"/>
                  </a:lnTo>
                  <a:lnTo>
                    <a:pt x="754425" y="1094139"/>
                  </a:lnTo>
                  <a:close/>
                  <a:moveTo>
                    <a:pt x="536274" y="802539"/>
                  </a:moveTo>
                  <a:lnTo>
                    <a:pt x="562000" y="816143"/>
                  </a:lnTo>
                  <a:lnTo>
                    <a:pt x="616387" y="792493"/>
                  </a:lnTo>
                  <a:close/>
                  <a:moveTo>
                    <a:pt x="582704" y="801457"/>
                  </a:moveTo>
                  <a:lnTo>
                    <a:pt x="536274" y="802539"/>
                  </a:lnTo>
                  <a:lnTo>
                    <a:pt x="616387" y="792493"/>
                  </a:lnTo>
                  <a:close/>
                  <a:moveTo>
                    <a:pt x="283596" y="421627"/>
                  </a:moveTo>
                  <a:lnTo>
                    <a:pt x="253674" y="444650"/>
                  </a:lnTo>
                  <a:lnTo>
                    <a:pt x="244292" y="470136"/>
                  </a:lnTo>
                  <a:close/>
                  <a:moveTo>
                    <a:pt x="253674" y="444650"/>
                  </a:moveTo>
                  <a:lnTo>
                    <a:pt x="283596" y="421627"/>
                  </a:lnTo>
                  <a:lnTo>
                    <a:pt x="276527" y="418599"/>
                  </a:lnTo>
                  <a:close/>
                  <a:moveTo>
                    <a:pt x="283596" y="421627"/>
                  </a:moveTo>
                  <a:lnTo>
                    <a:pt x="301667" y="394505"/>
                  </a:lnTo>
                  <a:lnTo>
                    <a:pt x="276527" y="418599"/>
                  </a:lnTo>
                  <a:close/>
                  <a:moveTo>
                    <a:pt x="1261389" y="1568517"/>
                  </a:moveTo>
                  <a:lnTo>
                    <a:pt x="1316826" y="1561429"/>
                  </a:lnTo>
                  <a:lnTo>
                    <a:pt x="1304153" y="1508989"/>
                  </a:lnTo>
                  <a:close/>
                  <a:moveTo>
                    <a:pt x="1261389" y="1568517"/>
                  </a:moveTo>
                  <a:lnTo>
                    <a:pt x="1304153" y="1508989"/>
                  </a:lnTo>
                  <a:lnTo>
                    <a:pt x="1257108" y="1509254"/>
                  </a:lnTo>
                  <a:close/>
                  <a:moveTo>
                    <a:pt x="1366577" y="1540984"/>
                  </a:moveTo>
                  <a:lnTo>
                    <a:pt x="1344616" y="1504216"/>
                  </a:lnTo>
                  <a:lnTo>
                    <a:pt x="1369137" y="1556884"/>
                  </a:lnTo>
                  <a:close/>
                  <a:moveTo>
                    <a:pt x="1369137" y="1556884"/>
                  </a:moveTo>
                  <a:lnTo>
                    <a:pt x="1344616" y="1504216"/>
                  </a:lnTo>
                  <a:lnTo>
                    <a:pt x="1304153" y="1508989"/>
                  </a:lnTo>
                  <a:close/>
                  <a:moveTo>
                    <a:pt x="1369137" y="1556884"/>
                  </a:moveTo>
                  <a:lnTo>
                    <a:pt x="1304153" y="1508989"/>
                  </a:lnTo>
                  <a:lnTo>
                    <a:pt x="1316826" y="1561429"/>
                  </a:lnTo>
                  <a:close/>
                  <a:moveTo>
                    <a:pt x="1366577" y="1540984"/>
                  </a:moveTo>
                  <a:lnTo>
                    <a:pt x="1369137" y="1556884"/>
                  </a:lnTo>
                  <a:lnTo>
                    <a:pt x="1374866" y="1555753"/>
                  </a:lnTo>
                  <a:close/>
                  <a:moveTo>
                    <a:pt x="1207577" y="1511539"/>
                  </a:moveTo>
                  <a:lnTo>
                    <a:pt x="1241828" y="1458934"/>
                  </a:lnTo>
                  <a:lnTo>
                    <a:pt x="1190495" y="1462684"/>
                  </a:lnTo>
                  <a:close/>
                  <a:moveTo>
                    <a:pt x="1129889" y="1476774"/>
                  </a:moveTo>
                  <a:lnTo>
                    <a:pt x="1190495" y="1462684"/>
                  </a:lnTo>
                  <a:lnTo>
                    <a:pt x="1164537" y="1444519"/>
                  </a:lnTo>
                  <a:close/>
                  <a:moveTo>
                    <a:pt x="1112251" y="1300084"/>
                  </a:moveTo>
                  <a:lnTo>
                    <a:pt x="1031109" y="1265327"/>
                  </a:lnTo>
                  <a:lnTo>
                    <a:pt x="1057664" y="1306480"/>
                  </a:lnTo>
                  <a:close/>
                  <a:moveTo>
                    <a:pt x="1112251" y="1300084"/>
                  </a:moveTo>
                  <a:lnTo>
                    <a:pt x="1057664" y="1306480"/>
                  </a:lnTo>
                  <a:lnTo>
                    <a:pt x="1114887" y="1298664"/>
                  </a:lnTo>
                  <a:close/>
                  <a:moveTo>
                    <a:pt x="1013288" y="1270627"/>
                  </a:moveTo>
                  <a:lnTo>
                    <a:pt x="1031109" y="1265327"/>
                  </a:lnTo>
                  <a:lnTo>
                    <a:pt x="969095" y="1237826"/>
                  </a:lnTo>
                  <a:close/>
                  <a:moveTo>
                    <a:pt x="907124" y="1045901"/>
                  </a:moveTo>
                  <a:lnTo>
                    <a:pt x="876940" y="1116018"/>
                  </a:lnTo>
                  <a:lnTo>
                    <a:pt x="892206" y="1091924"/>
                  </a:lnTo>
                  <a:close/>
                  <a:moveTo>
                    <a:pt x="907124" y="1045901"/>
                  </a:moveTo>
                  <a:lnTo>
                    <a:pt x="878326" y="1073130"/>
                  </a:lnTo>
                  <a:lnTo>
                    <a:pt x="876940" y="1116018"/>
                  </a:lnTo>
                  <a:close/>
                  <a:moveTo>
                    <a:pt x="699556" y="793869"/>
                  </a:moveTo>
                  <a:lnTo>
                    <a:pt x="692811" y="782704"/>
                  </a:lnTo>
                  <a:lnTo>
                    <a:pt x="703951" y="839446"/>
                  </a:lnTo>
                  <a:close/>
                  <a:moveTo>
                    <a:pt x="348244" y="374033"/>
                  </a:moveTo>
                  <a:lnTo>
                    <a:pt x="301667" y="394505"/>
                  </a:lnTo>
                  <a:lnTo>
                    <a:pt x="353265" y="372528"/>
                  </a:lnTo>
                  <a:close/>
                  <a:moveTo>
                    <a:pt x="301667" y="394505"/>
                  </a:moveTo>
                  <a:lnTo>
                    <a:pt x="283596" y="421627"/>
                  </a:lnTo>
                  <a:lnTo>
                    <a:pt x="353265" y="372528"/>
                  </a:lnTo>
                  <a:close/>
                  <a:moveTo>
                    <a:pt x="319035" y="379448"/>
                  </a:moveTo>
                  <a:lnTo>
                    <a:pt x="301667" y="394505"/>
                  </a:lnTo>
                  <a:lnTo>
                    <a:pt x="348244" y="374033"/>
                  </a:lnTo>
                  <a:close/>
                  <a:moveTo>
                    <a:pt x="1448052" y="1607290"/>
                  </a:moveTo>
                  <a:lnTo>
                    <a:pt x="1460402" y="1658826"/>
                  </a:lnTo>
                  <a:lnTo>
                    <a:pt x="1519887" y="1634732"/>
                  </a:lnTo>
                  <a:close/>
                  <a:moveTo>
                    <a:pt x="1448052" y="1607290"/>
                  </a:moveTo>
                  <a:lnTo>
                    <a:pt x="1519887" y="1634732"/>
                  </a:lnTo>
                  <a:lnTo>
                    <a:pt x="1473244" y="1583196"/>
                  </a:lnTo>
                  <a:close/>
                  <a:moveTo>
                    <a:pt x="1448052" y="1607290"/>
                  </a:moveTo>
                  <a:lnTo>
                    <a:pt x="1473244" y="1583196"/>
                  </a:lnTo>
                  <a:lnTo>
                    <a:pt x="1424954" y="1584569"/>
                  </a:lnTo>
                  <a:close/>
                  <a:moveTo>
                    <a:pt x="1473244" y="1583196"/>
                  </a:moveTo>
                  <a:lnTo>
                    <a:pt x="1454901" y="1561637"/>
                  </a:lnTo>
                  <a:lnTo>
                    <a:pt x="1424954" y="1584569"/>
                  </a:lnTo>
                  <a:close/>
                  <a:moveTo>
                    <a:pt x="1432663" y="1531659"/>
                  </a:moveTo>
                  <a:lnTo>
                    <a:pt x="1424954" y="1584569"/>
                  </a:lnTo>
                  <a:lnTo>
                    <a:pt x="1454901" y="1561637"/>
                  </a:lnTo>
                  <a:close/>
                  <a:moveTo>
                    <a:pt x="1432663" y="1531659"/>
                  </a:moveTo>
                  <a:lnTo>
                    <a:pt x="1374866" y="1555753"/>
                  </a:lnTo>
                  <a:lnTo>
                    <a:pt x="1424954" y="1584569"/>
                  </a:lnTo>
                  <a:close/>
                  <a:moveTo>
                    <a:pt x="1034174" y="1137348"/>
                  </a:moveTo>
                  <a:lnTo>
                    <a:pt x="1100278" y="1121589"/>
                  </a:lnTo>
                  <a:lnTo>
                    <a:pt x="1075710" y="1078820"/>
                  </a:lnTo>
                  <a:close/>
                  <a:moveTo>
                    <a:pt x="1034174" y="1137348"/>
                  </a:moveTo>
                  <a:lnTo>
                    <a:pt x="1075710" y="1078820"/>
                  </a:lnTo>
                  <a:lnTo>
                    <a:pt x="1021547" y="1084872"/>
                  </a:lnTo>
                  <a:close/>
                  <a:moveTo>
                    <a:pt x="970714" y="1025473"/>
                  </a:moveTo>
                  <a:lnTo>
                    <a:pt x="910866" y="1040387"/>
                  </a:lnTo>
                  <a:lnTo>
                    <a:pt x="907124" y="1045901"/>
                  </a:lnTo>
                  <a:close/>
                  <a:moveTo>
                    <a:pt x="919399" y="988851"/>
                  </a:moveTo>
                  <a:lnTo>
                    <a:pt x="970714" y="1025473"/>
                  </a:lnTo>
                  <a:lnTo>
                    <a:pt x="953153" y="977007"/>
                  </a:lnTo>
                  <a:close/>
                  <a:moveTo>
                    <a:pt x="910866" y="1040387"/>
                  </a:moveTo>
                  <a:lnTo>
                    <a:pt x="970714" y="1025473"/>
                  </a:lnTo>
                  <a:lnTo>
                    <a:pt x="919399" y="988851"/>
                  </a:lnTo>
                  <a:close/>
                  <a:moveTo>
                    <a:pt x="970714" y="1025473"/>
                  </a:moveTo>
                  <a:lnTo>
                    <a:pt x="1003017" y="974451"/>
                  </a:lnTo>
                  <a:lnTo>
                    <a:pt x="953153" y="977007"/>
                  </a:lnTo>
                  <a:close/>
                  <a:moveTo>
                    <a:pt x="692811" y="782704"/>
                  </a:moveTo>
                  <a:lnTo>
                    <a:pt x="699556" y="793869"/>
                  </a:lnTo>
                  <a:lnTo>
                    <a:pt x="699081" y="780662"/>
                  </a:lnTo>
                  <a:close/>
                  <a:moveTo>
                    <a:pt x="699081" y="780662"/>
                  </a:moveTo>
                  <a:lnTo>
                    <a:pt x="699556" y="793869"/>
                  </a:lnTo>
                  <a:lnTo>
                    <a:pt x="733459" y="782704"/>
                  </a:lnTo>
                  <a:close/>
                  <a:moveTo>
                    <a:pt x="681802" y="727492"/>
                  </a:moveTo>
                  <a:lnTo>
                    <a:pt x="680200" y="731168"/>
                  </a:lnTo>
                  <a:lnTo>
                    <a:pt x="676838" y="673260"/>
                  </a:lnTo>
                  <a:close/>
                  <a:moveTo>
                    <a:pt x="469985" y="324673"/>
                  </a:moveTo>
                  <a:lnTo>
                    <a:pt x="426603" y="370412"/>
                  </a:lnTo>
                  <a:lnTo>
                    <a:pt x="452745" y="346318"/>
                  </a:lnTo>
                  <a:close/>
                  <a:moveTo>
                    <a:pt x="1519887" y="1634732"/>
                  </a:moveTo>
                  <a:lnTo>
                    <a:pt x="1542604" y="1680050"/>
                  </a:lnTo>
                  <a:lnTo>
                    <a:pt x="1543912" y="1616245"/>
                  </a:lnTo>
                  <a:close/>
                  <a:moveTo>
                    <a:pt x="1519887" y="1634732"/>
                  </a:moveTo>
                  <a:lnTo>
                    <a:pt x="1518559" y="1686269"/>
                  </a:lnTo>
                  <a:lnTo>
                    <a:pt x="1542604" y="1680050"/>
                  </a:lnTo>
                  <a:close/>
                  <a:moveTo>
                    <a:pt x="1473244" y="1583196"/>
                  </a:moveTo>
                  <a:lnTo>
                    <a:pt x="1519887" y="1634732"/>
                  </a:lnTo>
                  <a:lnTo>
                    <a:pt x="1529838" y="1559102"/>
                  </a:lnTo>
                  <a:close/>
                  <a:moveTo>
                    <a:pt x="1505390" y="1507565"/>
                  </a:moveTo>
                  <a:lnTo>
                    <a:pt x="1454901" y="1561637"/>
                  </a:lnTo>
                  <a:lnTo>
                    <a:pt x="1473244" y="1583196"/>
                  </a:lnTo>
                  <a:close/>
                  <a:moveTo>
                    <a:pt x="1505390" y="1507565"/>
                  </a:moveTo>
                  <a:lnTo>
                    <a:pt x="1473244" y="1583196"/>
                  </a:lnTo>
                  <a:lnTo>
                    <a:pt x="1529838" y="1559102"/>
                  </a:lnTo>
                  <a:close/>
                  <a:moveTo>
                    <a:pt x="497190" y="291488"/>
                  </a:moveTo>
                  <a:lnTo>
                    <a:pt x="469985" y="324673"/>
                  </a:lnTo>
                  <a:lnTo>
                    <a:pt x="452745" y="346318"/>
                  </a:lnTo>
                  <a:close/>
                  <a:moveTo>
                    <a:pt x="541222" y="281439"/>
                  </a:moveTo>
                  <a:lnTo>
                    <a:pt x="500223" y="294781"/>
                  </a:lnTo>
                  <a:lnTo>
                    <a:pt x="469985" y="324673"/>
                  </a:lnTo>
                  <a:close/>
                  <a:moveTo>
                    <a:pt x="541222" y="281439"/>
                  </a:moveTo>
                  <a:lnTo>
                    <a:pt x="469985" y="324673"/>
                  </a:lnTo>
                  <a:lnTo>
                    <a:pt x="497190" y="291488"/>
                  </a:lnTo>
                  <a:close/>
                  <a:moveTo>
                    <a:pt x="1599968" y="1545911"/>
                  </a:moveTo>
                  <a:lnTo>
                    <a:pt x="1541972" y="1555079"/>
                  </a:lnTo>
                  <a:lnTo>
                    <a:pt x="1617437" y="1594452"/>
                  </a:lnTo>
                  <a:close/>
                  <a:moveTo>
                    <a:pt x="1541972" y="1555079"/>
                  </a:moveTo>
                  <a:lnTo>
                    <a:pt x="1576127" y="1502551"/>
                  </a:lnTo>
                  <a:lnTo>
                    <a:pt x="1534965" y="1498033"/>
                  </a:lnTo>
                  <a:close/>
                  <a:moveTo>
                    <a:pt x="1534965" y="1498033"/>
                  </a:moveTo>
                  <a:lnTo>
                    <a:pt x="1560058" y="1452872"/>
                  </a:lnTo>
                  <a:lnTo>
                    <a:pt x="1516960" y="1449928"/>
                  </a:lnTo>
                  <a:close/>
                  <a:moveTo>
                    <a:pt x="935846" y="748590"/>
                  </a:moveTo>
                  <a:lnTo>
                    <a:pt x="959926" y="710423"/>
                  </a:lnTo>
                  <a:lnTo>
                    <a:pt x="931481" y="734516"/>
                  </a:lnTo>
                  <a:close/>
                  <a:moveTo>
                    <a:pt x="966336" y="687912"/>
                  </a:moveTo>
                  <a:lnTo>
                    <a:pt x="931481" y="734516"/>
                  </a:lnTo>
                  <a:lnTo>
                    <a:pt x="959926" y="710423"/>
                  </a:lnTo>
                  <a:close/>
                  <a:moveTo>
                    <a:pt x="966336" y="687912"/>
                  </a:moveTo>
                  <a:lnTo>
                    <a:pt x="939291" y="721691"/>
                  </a:lnTo>
                  <a:lnTo>
                    <a:pt x="931481" y="734516"/>
                  </a:lnTo>
                  <a:close/>
                  <a:moveTo>
                    <a:pt x="1007305" y="666411"/>
                  </a:moveTo>
                  <a:lnTo>
                    <a:pt x="939291" y="721691"/>
                  </a:lnTo>
                  <a:lnTo>
                    <a:pt x="966336" y="687912"/>
                  </a:lnTo>
                  <a:close/>
                  <a:moveTo>
                    <a:pt x="575810" y="275858"/>
                  </a:moveTo>
                  <a:lnTo>
                    <a:pt x="541222" y="281439"/>
                  </a:lnTo>
                  <a:lnTo>
                    <a:pt x="497190" y="291488"/>
                  </a:lnTo>
                  <a:close/>
                  <a:moveTo>
                    <a:pt x="627249" y="293505"/>
                  </a:moveTo>
                  <a:lnTo>
                    <a:pt x="593901" y="303722"/>
                  </a:lnTo>
                  <a:lnTo>
                    <a:pt x="541222" y="281439"/>
                  </a:lnTo>
                  <a:close/>
                  <a:moveTo>
                    <a:pt x="666342" y="264992"/>
                  </a:moveTo>
                  <a:lnTo>
                    <a:pt x="593901" y="303722"/>
                  </a:lnTo>
                  <a:lnTo>
                    <a:pt x="627249" y="293505"/>
                  </a:lnTo>
                  <a:close/>
                  <a:moveTo>
                    <a:pt x="1220083" y="937921"/>
                  </a:moveTo>
                  <a:lnTo>
                    <a:pt x="1272983" y="892475"/>
                  </a:lnTo>
                  <a:lnTo>
                    <a:pt x="1230550" y="903416"/>
                  </a:lnTo>
                  <a:close/>
                  <a:moveTo>
                    <a:pt x="1300329" y="928371"/>
                  </a:moveTo>
                  <a:lnTo>
                    <a:pt x="1272983" y="892475"/>
                  </a:lnTo>
                  <a:lnTo>
                    <a:pt x="1220083" y="937921"/>
                  </a:lnTo>
                  <a:close/>
                  <a:moveTo>
                    <a:pt x="1272983" y="892475"/>
                  </a:moveTo>
                  <a:lnTo>
                    <a:pt x="1281371" y="857490"/>
                  </a:lnTo>
                  <a:lnTo>
                    <a:pt x="1230550" y="903416"/>
                  </a:lnTo>
                  <a:close/>
                  <a:moveTo>
                    <a:pt x="1127434" y="865032"/>
                  </a:moveTo>
                  <a:lnTo>
                    <a:pt x="1153716" y="789402"/>
                  </a:lnTo>
                  <a:lnTo>
                    <a:pt x="1106501" y="813495"/>
                  </a:lnTo>
                  <a:close/>
                  <a:moveTo>
                    <a:pt x="966336" y="687912"/>
                  </a:moveTo>
                  <a:lnTo>
                    <a:pt x="990537" y="695642"/>
                  </a:lnTo>
                  <a:lnTo>
                    <a:pt x="1038324" y="647483"/>
                  </a:lnTo>
                  <a:close/>
                  <a:moveTo>
                    <a:pt x="901747" y="486200"/>
                  </a:moveTo>
                  <a:lnTo>
                    <a:pt x="838024" y="504276"/>
                  </a:lnTo>
                  <a:lnTo>
                    <a:pt x="825348" y="510133"/>
                  </a:lnTo>
                  <a:close/>
                  <a:moveTo>
                    <a:pt x="901747" y="486200"/>
                  </a:moveTo>
                  <a:lnTo>
                    <a:pt x="825348" y="510133"/>
                  </a:lnTo>
                  <a:lnTo>
                    <a:pt x="862116" y="512702"/>
                  </a:lnTo>
                  <a:close/>
                  <a:moveTo>
                    <a:pt x="863367" y="477604"/>
                  </a:moveTo>
                  <a:lnTo>
                    <a:pt x="838024" y="504276"/>
                  </a:lnTo>
                  <a:lnTo>
                    <a:pt x="893189" y="485831"/>
                  </a:lnTo>
                  <a:close/>
                  <a:moveTo>
                    <a:pt x="881196" y="452739"/>
                  </a:moveTo>
                  <a:lnTo>
                    <a:pt x="893189" y="485831"/>
                  </a:lnTo>
                  <a:lnTo>
                    <a:pt x="907170" y="480182"/>
                  </a:lnTo>
                  <a:close/>
                  <a:moveTo>
                    <a:pt x="632396" y="294951"/>
                  </a:moveTo>
                  <a:lnTo>
                    <a:pt x="666342" y="264992"/>
                  </a:lnTo>
                  <a:lnTo>
                    <a:pt x="627249" y="293505"/>
                  </a:lnTo>
                  <a:close/>
                  <a:moveTo>
                    <a:pt x="632396" y="294951"/>
                  </a:moveTo>
                  <a:lnTo>
                    <a:pt x="695595" y="281554"/>
                  </a:lnTo>
                  <a:lnTo>
                    <a:pt x="666342" y="264992"/>
                  </a:lnTo>
                  <a:close/>
                  <a:moveTo>
                    <a:pt x="695595" y="281554"/>
                  </a:moveTo>
                  <a:lnTo>
                    <a:pt x="632396" y="294951"/>
                  </a:lnTo>
                  <a:lnTo>
                    <a:pt x="716616" y="318056"/>
                  </a:lnTo>
                  <a:close/>
                  <a:moveTo>
                    <a:pt x="1339349" y="939361"/>
                  </a:moveTo>
                  <a:lnTo>
                    <a:pt x="1307356" y="954643"/>
                  </a:lnTo>
                  <a:lnTo>
                    <a:pt x="1266280" y="975742"/>
                  </a:lnTo>
                  <a:close/>
                  <a:moveTo>
                    <a:pt x="1394618" y="971326"/>
                  </a:moveTo>
                  <a:lnTo>
                    <a:pt x="1313174" y="944011"/>
                  </a:lnTo>
                  <a:lnTo>
                    <a:pt x="1307356" y="954643"/>
                  </a:lnTo>
                  <a:close/>
                  <a:moveTo>
                    <a:pt x="1300318" y="884678"/>
                  </a:moveTo>
                  <a:lnTo>
                    <a:pt x="1300329" y="928371"/>
                  </a:lnTo>
                  <a:lnTo>
                    <a:pt x="1369608" y="929072"/>
                  </a:lnTo>
                  <a:close/>
                  <a:moveTo>
                    <a:pt x="1281371" y="857490"/>
                  </a:moveTo>
                  <a:lnTo>
                    <a:pt x="1272983" y="892475"/>
                  </a:lnTo>
                  <a:lnTo>
                    <a:pt x="1300318" y="884678"/>
                  </a:lnTo>
                  <a:close/>
                  <a:moveTo>
                    <a:pt x="1180262" y="780831"/>
                  </a:moveTo>
                  <a:lnTo>
                    <a:pt x="1153716" y="789402"/>
                  </a:lnTo>
                  <a:lnTo>
                    <a:pt x="1206356" y="791476"/>
                  </a:lnTo>
                  <a:close/>
                  <a:moveTo>
                    <a:pt x="1180262" y="780831"/>
                  </a:moveTo>
                  <a:lnTo>
                    <a:pt x="1211279" y="770104"/>
                  </a:lnTo>
                  <a:lnTo>
                    <a:pt x="1165848" y="774922"/>
                  </a:lnTo>
                  <a:close/>
                  <a:moveTo>
                    <a:pt x="966979" y="463823"/>
                  </a:moveTo>
                  <a:lnTo>
                    <a:pt x="907170" y="480182"/>
                  </a:lnTo>
                  <a:lnTo>
                    <a:pt x="938647" y="511617"/>
                  </a:lnTo>
                  <a:close/>
                  <a:moveTo>
                    <a:pt x="1028344" y="514660"/>
                  </a:moveTo>
                  <a:lnTo>
                    <a:pt x="980612" y="515482"/>
                  </a:lnTo>
                  <a:lnTo>
                    <a:pt x="1040138" y="519369"/>
                  </a:lnTo>
                  <a:close/>
                  <a:moveTo>
                    <a:pt x="907170" y="480182"/>
                  </a:moveTo>
                  <a:lnTo>
                    <a:pt x="966979" y="463823"/>
                  </a:lnTo>
                  <a:lnTo>
                    <a:pt x="922820" y="428645"/>
                  </a:lnTo>
                  <a:close/>
                  <a:moveTo>
                    <a:pt x="908748" y="410439"/>
                  </a:moveTo>
                  <a:lnTo>
                    <a:pt x="927341" y="407213"/>
                  </a:lnTo>
                  <a:lnTo>
                    <a:pt x="922820" y="428645"/>
                  </a:lnTo>
                  <a:close/>
                  <a:moveTo>
                    <a:pt x="772978" y="319367"/>
                  </a:moveTo>
                  <a:lnTo>
                    <a:pt x="754359" y="271762"/>
                  </a:lnTo>
                  <a:lnTo>
                    <a:pt x="720553" y="324006"/>
                  </a:lnTo>
                  <a:close/>
                  <a:moveTo>
                    <a:pt x="837200" y="242395"/>
                  </a:moveTo>
                  <a:lnTo>
                    <a:pt x="831263" y="262447"/>
                  </a:lnTo>
                  <a:lnTo>
                    <a:pt x="871421" y="225848"/>
                  </a:lnTo>
                  <a:close/>
                  <a:moveTo>
                    <a:pt x="816361" y="249942"/>
                  </a:moveTo>
                  <a:lnTo>
                    <a:pt x="831263" y="262447"/>
                  </a:lnTo>
                  <a:lnTo>
                    <a:pt x="837200" y="242395"/>
                  </a:lnTo>
                  <a:close/>
                  <a:moveTo>
                    <a:pt x="816361" y="249942"/>
                  </a:moveTo>
                  <a:lnTo>
                    <a:pt x="837200" y="242395"/>
                  </a:lnTo>
                  <a:lnTo>
                    <a:pt x="821761" y="174311"/>
                  </a:lnTo>
                  <a:close/>
                  <a:moveTo>
                    <a:pt x="806275" y="169021"/>
                  </a:moveTo>
                  <a:lnTo>
                    <a:pt x="832408" y="131829"/>
                  </a:lnTo>
                  <a:lnTo>
                    <a:pt x="836061" y="146869"/>
                  </a:lnTo>
                  <a:close/>
                  <a:moveTo>
                    <a:pt x="832408" y="131829"/>
                  </a:moveTo>
                  <a:lnTo>
                    <a:pt x="834544" y="122775"/>
                  </a:lnTo>
                  <a:lnTo>
                    <a:pt x="836061" y="146869"/>
                  </a:lnTo>
                  <a:close/>
                  <a:moveTo>
                    <a:pt x="1058422" y="278153"/>
                  </a:moveTo>
                  <a:lnTo>
                    <a:pt x="1050366" y="308528"/>
                  </a:lnTo>
                  <a:lnTo>
                    <a:pt x="1071821" y="253291"/>
                  </a:lnTo>
                  <a:close/>
                  <a:moveTo>
                    <a:pt x="1071821" y="253291"/>
                  </a:moveTo>
                  <a:lnTo>
                    <a:pt x="1050366" y="308528"/>
                  </a:lnTo>
                  <a:lnTo>
                    <a:pt x="1059782" y="304827"/>
                  </a:lnTo>
                  <a:close/>
                  <a:moveTo>
                    <a:pt x="1050366" y="308528"/>
                  </a:moveTo>
                  <a:lnTo>
                    <a:pt x="1056108" y="309276"/>
                  </a:lnTo>
                  <a:lnTo>
                    <a:pt x="1059782" y="304827"/>
                  </a:lnTo>
                  <a:close/>
                  <a:moveTo>
                    <a:pt x="893454" y="50496"/>
                  </a:moveTo>
                  <a:lnTo>
                    <a:pt x="834544" y="122775"/>
                  </a:lnTo>
                  <a:lnTo>
                    <a:pt x="860615" y="98681"/>
                  </a:lnTo>
                  <a:close/>
                  <a:moveTo>
                    <a:pt x="1228376" y="429330"/>
                  </a:moveTo>
                  <a:lnTo>
                    <a:pt x="1186075" y="445849"/>
                  </a:lnTo>
                  <a:lnTo>
                    <a:pt x="1256640" y="400100"/>
                  </a:lnTo>
                  <a:close/>
                  <a:moveTo>
                    <a:pt x="1228376" y="429330"/>
                  </a:moveTo>
                  <a:lnTo>
                    <a:pt x="1256640" y="400100"/>
                  </a:lnTo>
                  <a:lnTo>
                    <a:pt x="1256751" y="407900"/>
                  </a:lnTo>
                  <a:close/>
                  <a:moveTo>
                    <a:pt x="1256640" y="400100"/>
                  </a:moveTo>
                  <a:lnTo>
                    <a:pt x="1268337" y="383806"/>
                  </a:lnTo>
                  <a:lnTo>
                    <a:pt x="1256751" y="407900"/>
                  </a:lnTo>
                  <a:close/>
                  <a:moveTo>
                    <a:pt x="1071821" y="253291"/>
                  </a:moveTo>
                  <a:lnTo>
                    <a:pt x="1059782" y="304827"/>
                  </a:lnTo>
                  <a:lnTo>
                    <a:pt x="1088536" y="280733"/>
                  </a:lnTo>
                  <a:close/>
                  <a:moveTo>
                    <a:pt x="1104809" y="181786"/>
                  </a:moveTo>
                  <a:lnTo>
                    <a:pt x="1071821" y="253291"/>
                  </a:lnTo>
                  <a:lnTo>
                    <a:pt x="1101948" y="229197"/>
                  </a:lnTo>
                  <a:close/>
                  <a:moveTo>
                    <a:pt x="1104809" y="181786"/>
                  </a:moveTo>
                  <a:lnTo>
                    <a:pt x="1079320" y="221386"/>
                  </a:lnTo>
                  <a:lnTo>
                    <a:pt x="1071821" y="253291"/>
                  </a:lnTo>
                  <a:close/>
                  <a:moveTo>
                    <a:pt x="1079320" y="221386"/>
                  </a:moveTo>
                  <a:lnTo>
                    <a:pt x="1104809" y="181786"/>
                  </a:lnTo>
                  <a:lnTo>
                    <a:pt x="1078400" y="201754"/>
                  </a:lnTo>
                  <a:close/>
                  <a:moveTo>
                    <a:pt x="1104809" y="181786"/>
                  </a:moveTo>
                  <a:lnTo>
                    <a:pt x="1105434" y="177660"/>
                  </a:lnTo>
                  <a:lnTo>
                    <a:pt x="1078400" y="201754"/>
                  </a:lnTo>
                  <a:close/>
                  <a:moveTo>
                    <a:pt x="893454" y="50496"/>
                  </a:moveTo>
                  <a:lnTo>
                    <a:pt x="926873" y="40542"/>
                  </a:lnTo>
                  <a:lnTo>
                    <a:pt x="915533" y="47144"/>
                  </a:lnTo>
                  <a:close/>
                  <a:moveTo>
                    <a:pt x="926873" y="40542"/>
                  </a:moveTo>
                  <a:lnTo>
                    <a:pt x="955201" y="23050"/>
                  </a:lnTo>
                  <a:lnTo>
                    <a:pt x="915533" y="47144"/>
                  </a:lnTo>
                  <a:close/>
                  <a:moveTo>
                    <a:pt x="1321325" y="332372"/>
                  </a:moveTo>
                  <a:lnTo>
                    <a:pt x="1268337" y="383806"/>
                  </a:lnTo>
                  <a:lnTo>
                    <a:pt x="1303285" y="359712"/>
                  </a:lnTo>
                  <a:close/>
                  <a:moveTo>
                    <a:pt x="1321325" y="332372"/>
                  </a:moveTo>
                  <a:lnTo>
                    <a:pt x="1360460" y="308176"/>
                  </a:lnTo>
                  <a:lnTo>
                    <a:pt x="1288522" y="332270"/>
                  </a:lnTo>
                  <a:close/>
                  <a:moveTo>
                    <a:pt x="1153553" y="205102"/>
                  </a:moveTo>
                  <a:lnTo>
                    <a:pt x="1105897" y="175878"/>
                  </a:lnTo>
                  <a:lnTo>
                    <a:pt x="1105434" y="177660"/>
                  </a:lnTo>
                  <a:close/>
                  <a:moveTo>
                    <a:pt x="1105434" y="177660"/>
                  </a:moveTo>
                  <a:lnTo>
                    <a:pt x="1104809" y="181786"/>
                  </a:lnTo>
                  <a:lnTo>
                    <a:pt x="1153553" y="205102"/>
                  </a:lnTo>
                  <a:close/>
                  <a:moveTo>
                    <a:pt x="966638" y="14542"/>
                  </a:moveTo>
                  <a:lnTo>
                    <a:pt x="955201" y="23050"/>
                  </a:lnTo>
                  <a:lnTo>
                    <a:pt x="977583" y="16002"/>
                  </a:lnTo>
                  <a:close/>
                  <a:moveTo>
                    <a:pt x="1041027" y="2406"/>
                  </a:moveTo>
                  <a:lnTo>
                    <a:pt x="977583" y="16002"/>
                  </a:lnTo>
                  <a:lnTo>
                    <a:pt x="1045549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68" name="Output_density__4267">
              <a:extLst>
                <a:ext uri="{FF2B5EF4-FFF2-40B4-BE49-F238E27FC236}">
                  <a16:creationId xmlns:a16="http://schemas.microsoft.com/office/drawing/2014/main" id="{66D6C04D-9ED0-F874-E372-6C6738570B3B}"/>
                </a:ext>
              </a:extLst>
            </p:cNvPr>
            <p:cNvSpPr>
              <a:spLocks noGrp="1"/>
            </p:cNvSpPr>
            <p:nvPr/>
          </p:nvSpPr>
          <p:spPr>
            <a:xfrm>
              <a:off x="15393879" y="2377492"/>
              <a:ext cx="1308919" cy="1932323"/>
            </a:xfrm>
            <a:custGeom>
              <a:avLst/>
              <a:gdLst/>
              <a:ahLst/>
              <a:cxnLst/>
              <a:rect l="0" t="0" r="0" b="0"/>
              <a:pathLst>
                <a:path w="1308919" h="1932323">
                  <a:moveTo>
                    <a:pt x="414101" y="1932323"/>
                  </a:moveTo>
                  <a:lnTo>
                    <a:pt x="415281" y="1931854"/>
                  </a:lnTo>
                  <a:lnTo>
                    <a:pt x="425039" y="1856693"/>
                  </a:lnTo>
                  <a:close/>
                  <a:moveTo>
                    <a:pt x="415281" y="1931854"/>
                  </a:moveTo>
                  <a:lnTo>
                    <a:pt x="420754" y="1932323"/>
                  </a:lnTo>
                  <a:lnTo>
                    <a:pt x="432759" y="1864929"/>
                  </a:lnTo>
                  <a:close/>
                  <a:moveTo>
                    <a:pt x="15106" y="1444400"/>
                  </a:moveTo>
                  <a:lnTo>
                    <a:pt x="3752" y="1411098"/>
                  </a:lnTo>
                  <a:lnTo>
                    <a:pt x="19330" y="1461177"/>
                  </a:lnTo>
                  <a:close/>
                  <a:moveTo>
                    <a:pt x="15106" y="1444400"/>
                  </a:moveTo>
                  <a:lnTo>
                    <a:pt x="0" y="1392863"/>
                  </a:lnTo>
                  <a:lnTo>
                    <a:pt x="3752" y="1411098"/>
                  </a:lnTo>
                  <a:close/>
                  <a:moveTo>
                    <a:pt x="486107" y="1849513"/>
                  </a:moveTo>
                  <a:lnTo>
                    <a:pt x="432759" y="1864929"/>
                  </a:lnTo>
                  <a:lnTo>
                    <a:pt x="486514" y="1891234"/>
                  </a:lnTo>
                  <a:close/>
                  <a:moveTo>
                    <a:pt x="229634" y="1466893"/>
                  </a:moveTo>
                  <a:lnTo>
                    <a:pt x="213174" y="1396212"/>
                  </a:lnTo>
                  <a:lnTo>
                    <a:pt x="177128" y="1408853"/>
                  </a:lnTo>
                  <a:close/>
                  <a:moveTo>
                    <a:pt x="229634" y="1466893"/>
                  </a:moveTo>
                  <a:lnTo>
                    <a:pt x="177128" y="1408853"/>
                  </a:lnTo>
                  <a:lnTo>
                    <a:pt x="184860" y="1465310"/>
                  </a:lnTo>
                  <a:close/>
                  <a:moveTo>
                    <a:pt x="130697" y="1317233"/>
                  </a:moveTo>
                  <a:lnTo>
                    <a:pt x="175737" y="1332872"/>
                  </a:lnTo>
                  <a:lnTo>
                    <a:pt x="166796" y="1344675"/>
                  </a:lnTo>
                  <a:close/>
                  <a:moveTo>
                    <a:pt x="175737" y="1332872"/>
                  </a:moveTo>
                  <a:lnTo>
                    <a:pt x="151246" y="1304409"/>
                  </a:lnTo>
                  <a:lnTo>
                    <a:pt x="182827" y="1344675"/>
                  </a:lnTo>
                  <a:close/>
                  <a:moveTo>
                    <a:pt x="139839" y="1333555"/>
                  </a:moveTo>
                  <a:lnTo>
                    <a:pt x="175694" y="1347277"/>
                  </a:lnTo>
                  <a:lnTo>
                    <a:pt x="182827" y="1344675"/>
                  </a:lnTo>
                  <a:close/>
                  <a:moveTo>
                    <a:pt x="149923" y="1317233"/>
                  </a:moveTo>
                  <a:lnTo>
                    <a:pt x="162501" y="1283385"/>
                  </a:lnTo>
                  <a:lnTo>
                    <a:pt x="170833" y="1241602"/>
                  </a:lnTo>
                  <a:close/>
                  <a:moveTo>
                    <a:pt x="170833" y="1241602"/>
                  </a:moveTo>
                  <a:lnTo>
                    <a:pt x="187243" y="1275145"/>
                  </a:lnTo>
                  <a:lnTo>
                    <a:pt x="197547" y="1269045"/>
                  </a:lnTo>
                  <a:close/>
                  <a:moveTo>
                    <a:pt x="220672" y="1217508"/>
                  </a:moveTo>
                  <a:lnTo>
                    <a:pt x="143850" y="1190066"/>
                  </a:lnTo>
                  <a:lnTo>
                    <a:pt x="170833" y="1241602"/>
                  </a:lnTo>
                  <a:close/>
                  <a:moveTo>
                    <a:pt x="645048" y="1681338"/>
                  </a:moveTo>
                  <a:lnTo>
                    <a:pt x="691601" y="1729290"/>
                  </a:lnTo>
                  <a:lnTo>
                    <a:pt x="709490" y="1708780"/>
                  </a:lnTo>
                  <a:close/>
                  <a:moveTo>
                    <a:pt x="169306" y="1114435"/>
                  </a:moveTo>
                  <a:lnTo>
                    <a:pt x="201167" y="1038804"/>
                  </a:lnTo>
                  <a:lnTo>
                    <a:pt x="139871" y="1062899"/>
                  </a:lnTo>
                  <a:close/>
                  <a:moveTo>
                    <a:pt x="709490" y="1708780"/>
                  </a:moveTo>
                  <a:lnTo>
                    <a:pt x="697709" y="1728688"/>
                  </a:lnTo>
                  <a:lnTo>
                    <a:pt x="732787" y="1748377"/>
                  </a:lnTo>
                  <a:close/>
                  <a:moveTo>
                    <a:pt x="222382" y="1033588"/>
                  </a:moveTo>
                  <a:lnTo>
                    <a:pt x="201167" y="1038804"/>
                  </a:lnTo>
                  <a:lnTo>
                    <a:pt x="252838" y="1041767"/>
                  </a:lnTo>
                  <a:close/>
                  <a:moveTo>
                    <a:pt x="213951" y="1031272"/>
                  </a:moveTo>
                  <a:lnTo>
                    <a:pt x="201167" y="1038804"/>
                  </a:lnTo>
                  <a:lnTo>
                    <a:pt x="222382" y="1033588"/>
                  </a:lnTo>
                  <a:close/>
                  <a:moveTo>
                    <a:pt x="222382" y="1033588"/>
                  </a:moveTo>
                  <a:lnTo>
                    <a:pt x="223669" y="1038804"/>
                  </a:lnTo>
                  <a:lnTo>
                    <a:pt x="213951" y="1031272"/>
                  </a:lnTo>
                  <a:close/>
                  <a:moveTo>
                    <a:pt x="122191" y="732934"/>
                  </a:moveTo>
                  <a:lnTo>
                    <a:pt x="113927" y="681397"/>
                  </a:lnTo>
                  <a:lnTo>
                    <a:pt x="108274" y="736677"/>
                  </a:lnTo>
                  <a:close/>
                  <a:moveTo>
                    <a:pt x="1038922" y="1614884"/>
                  </a:moveTo>
                  <a:lnTo>
                    <a:pt x="957289" y="1619248"/>
                  </a:lnTo>
                  <a:lnTo>
                    <a:pt x="996051" y="1629272"/>
                  </a:lnTo>
                  <a:close/>
                  <a:moveTo>
                    <a:pt x="896868" y="1555237"/>
                  </a:moveTo>
                  <a:lnTo>
                    <a:pt x="843861" y="1544513"/>
                  </a:lnTo>
                  <a:lnTo>
                    <a:pt x="881669" y="1557519"/>
                  </a:lnTo>
                  <a:close/>
                  <a:moveTo>
                    <a:pt x="892394" y="1496130"/>
                  </a:moveTo>
                  <a:lnTo>
                    <a:pt x="852970" y="1490199"/>
                  </a:lnTo>
                  <a:lnTo>
                    <a:pt x="896868" y="1555237"/>
                  </a:lnTo>
                  <a:close/>
                  <a:moveTo>
                    <a:pt x="892394" y="1496130"/>
                  </a:moveTo>
                  <a:lnTo>
                    <a:pt x="829859" y="1446245"/>
                  </a:lnTo>
                  <a:lnTo>
                    <a:pt x="852970" y="1490199"/>
                  </a:lnTo>
                  <a:close/>
                  <a:moveTo>
                    <a:pt x="791205" y="1387416"/>
                  </a:moveTo>
                  <a:lnTo>
                    <a:pt x="744831" y="1454446"/>
                  </a:lnTo>
                  <a:lnTo>
                    <a:pt x="787124" y="1443006"/>
                  </a:lnTo>
                  <a:close/>
                  <a:moveTo>
                    <a:pt x="447741" y="1027065"/>
                  </a:moveTo>
                  <a:lnTo>
                    <a:pt x="440444" y="966523"/>
                  </a:lnTo>
                  <a:lnTo>
                    <a:pt x="392828" y="970982"/>
                  </a:lnTo>
                  <a:close/>
                  <a:moveTo>
                    <a:pt x="392828" y="970982"/>
                  </a:moveTo>
                  <a:lnTo>
                    <a:pt x="431117" y="915094"/>
                  </a:lnTo>
                  <a:lnTo>
                    <a:pt x="356739" y="937580"/>
                  </a:lnTo>
                  <a:close/>
                  <a:moveTo>
                    <a:pt x="431117" y="915094"/>
                  </a:moveTo>
                  <a:lnTo>
                    <a:pt x="448995" y="966523"/>
                  </a:lnTo>
                  <a:lnTo>
                    <a:pt x="481115" y="975172"/>
                  </a:lnTo>
                  <a:close/>
                  <a:moveTo>
                    <a:pt x="398916" y="863450"/>
                  </a:moveTo>
                  <a:lnTo>
                    <a:pt x="377356" y="888164"/>
                  </a:lnTo>
                  <a:lnTo>
                    <a:pt x="410225" y="869336"/>
                  </a:lnTo>
                  <a:close/>
                  <a:moveTo>
                    <a:pt x="332666" y="863450"/>
                  </a:moveTo>
                  <a:lnTo>
                    <a:pt x="363498" y="836353"/>
                  </a:lnTo>
                  <a:lnTo>
                    <a:pt x="322403" y="864769"/>
                  </a:lnTo>
                  <a:close/>
                  <a:moveTo>
                    <a:pt x="322403" y="864769"/>
                  </a:moveTo>
                  <a:lnTo>
                    <a:pt x="363498" y="836353"/>
                  </a:lnTo>
                  <a:lnTo>
                    <a:pt x="348343" y="818920"/>
                  </a:lnTo>
                  <a:close/>
                  <a:moveTo>
                    <a:pt x="322403" y="864769"/>
                  </a:moveTo>
                  <a:lnTo>
                    <a:pt x="348343" y="818920"/>
                  </a:lnTo>
                  <a:lnTo>
                    <a:pt x="293264" y="825716"/>
                  </a:lnTo>
                  <a:close/>
                  <a:moveTo>
                    <a:pt x="363498" y="836353"/>
                  </a:moveTo>
                  <a:lnTo>
                    <a:pt x="398916" y="863450"/>
                  </a:lnTo>
                  <a:lnTo>
                    <a:pt x="348343" y="818920"/>
                  </a:lnTo>
                  <a:close/>
                  <a:moveTo>
                    <a:pt x="398916" y="863450"/>
                  </a:moveTo>
                  <a:lnTo>
                    <a:pt x="410225" y="869336"/>
                  </a:lnTo>
                  <a:lnTo>
                    <a:pt x="348343" y="818920"/>
                  </a:lnTo>
                  <a:close/>
                  <a:moveTo>
                    <a:pt x="661786" y="1224206"/>
                  </a:moveTo>
                  <a:lnTo>
                    <a:pt x="650367" y="1172669"/>
                  </a:lnTo>
                  <a:lnTo>
                    <a:pt x="664707" y="1190833"/>
                  </a:lnTo>
                  <a:close/>
                  <a:moveTo>
                    <a:pt x="1067588" y="1587161"/>
                  </a:moveTo>
                  <a:lnTo>
                    <a:pt x="996051" y="1629272"/>
                  </a:lnTo>
                  <a:lnTo>
                    <a:pt x="1023117" y="1595566"/>
                  </a:lnTo>
                  <a:close/>
                  <a:moveTo>
                    <a:pt x="661786" y="1224206"/>
                  </a:moveTo>
                  <a:lnTo>
                    <a:pt x="701673" y="1275742"/>
                  </a:lnTo>
                  <a:lnTo>
                    <a:pt x="736293" y="1251648"/>
                  </a:lnTo>
                  <a:close/>
                  <a:moveTo>
                    <a:pt x="647408" y="1064237"/>
                  </a:moveTo>
                  <a:lnTo>
                    <a:pt x="625440" y="1059288"/>
                  </a:lnTo>
                  <a:lnTo>
                    <a:pt x="691601" y="1097039"/>
                  </a:lnTo>
                  <a:close/>
                  <a:moveTo>
                    <a:pt x="440444" y="966523"/>
                  </a:moveTo>
                  <a:lnTo>
                    <a:pt x="446498" y="971998"/>
                  </a:lnTo>
                  <a:lnTo>
                    <a:pt x="445935" y="965790"/>
                  </a:lnTo>
                  <a:close/>
                  <a:moveTo>
                    <a:pt x="445935" y="965790"/>
                  </a:moveTo>
                  <a:lnTo>
                    <a:pt x="446498" y="971998"/>
                  </a:lnTo>
                  <a:lnTo>
                    <a:pt x="448995" y="966523"/>
                  </a:lnTo>
                  <a:close/>
                  <a:moveTo>
                    <a:pt x="556564" y="890892"/>
                  </a:moveTo>
                  <a:lnTo>
                    <a:pt x="554744" y="953294"/>
                  </a:lnTo>
                  <a:lnTo>
                    <a:pt x="556638" y="899541"/>
                  </a:lnTo>
                  <a:close/>
                  <a:moveTo>
                    <a:pt x="332666" y="863450"/>
                  </a:moveTo>
                  <a:lnTo>
                    <a:pt x="377356" y="888164"/>
                  </a:lnTo>
                  <a:lnTo>
                    <a:pt x="379160" y="856608"/>
                  </a:lnTo>
                  <a:close/>
                  <a:moveTo>
                    <a:pt x="363498" y="836353"/>
                  </a:moveTo>
                  <a:lnTo>
                    <a:pt x="332666" y="863450"/>
                  </a:lnTo>
                  <a:lnTo>
                    <a:pt x="379160" y="856608"/>
                  </a:lnTo>
                  <a:close/>
                  <a:moveTo>
                    <a:pt x="379160" y="856608"/>
                  </a:moveTo>
                  <a:lnTo>
                    <a:pt x="377356" y="888164"/>
                  </a:lnTo>
                  <a:lnTo>
                    <a:pt x="398916" y="863450"/>
                  </a:lnTo>
                  <a:close/>
                  <a:moveTo>
                    <a:pt x="379160" y="856608"/>
                  </a:moveTo>
                  <a:lnTo>
                    <a:pt x="398916" y="863450"/>
                  </a:lnTo>
                  <a:lnTo>
                    <a:pt x="363498" y="836353"/>
                  </a:lnTo>
                  <a:close/>
                  <a:moveTo>
                    <a:pt x="197437" y="639428"/>
                  </a:moveTo>
                  <a:lnTo>
                    <a:pt x="240313" y="642554"/>
                  </a:lnTo>
                  <a:lnTo>
                    <a:pt x="214587" y="628950"/>
                  </a:lnTo>
                  <a:close/>
                  <a:moveTo>
                    <a:pt x="1076527" y="1560868"/>
                  </a:moveTo>
                  <a:lnTo>
                    <a:pt x="1100019" y="1573513"/>
                  </a:lnTo>
                  <a:lnTo>
                    <a:pt x="1070885" y="1552471"/>
                  </a:lnTo>
                  <a:close/>
                  <a:moveTo>
                    <a:pt x="1076527" y="1560868"/>
                  </a:moveTo>
                  <a:lnTo>
                    <a:pt x="1070885" y="1552471"/>
                  </a:lnTo>
                  <a:lnTo>
                    <a:pt x="1071276" y="1509331"/>
                  </a:lnTo>
                  <a:close/>
                  <a:moveTo>
                    <a:pt x="1047449" y="1383295"/>
                  </a:moveTo>
                  <a:lnTo>
                    <a:pt x="1029867" y="1446126"/>
                  </a:lnTo>
                  <a:lnTo>
                    <a:pt x="1053179" y="1382164"/>
                  </a:lnTo>
                  <a:close/>
                  <a:moveTo>
                    <a:pt x="888478" y="1406258"/>
                  </a:moveTo>
                  <a:lnTo>
                    <a:pt x="931723" y="1428536"/>
                  </a:lnTo>
                  <a:lnTo>
                    <a:pt x="939702" y="1394928"/>
                  </a:lnTo>
                  <a:close/>
                  <a:moveTo>
                    <a:pt x="995139" y="1387840"/>
                  </a:moveTo>
                  <a:lnTo>
                    <a:pt x="931723" y="1428536"/>
                  </a:lnTo>
                  <a:lnTo>
                    <a:pt x="982530" y="1443819"/>
                  </a:lnTo>
                  <a:close/>
                  <a:moveTo>
                    <a:pt x="995139" y="1387840"/>
                  </a:moveTo>
                  <a:lnTo>
                    <a:pt x="939702" y="1394928"/>
                  </a:lnTo>
                  <a:lnTo>
                    <a:pt x="931723" y="1428536"/>
                  </a:lnTo>
                  <a:close/>
                  <a:moveTo>
                    <a:pt x="1047449" y="1383295"/>
                  </a:moveTo>
                  <a:lnTo>
                    <a:pt x="995139" y="1387840"/>
                  </a:lnTo>
                  <a:lnTo>
                    <a:pt x="982530" y="1443819"/>
                  </a:lnTo>
                  <a:close/>
                  <a:moveTo>
                    <a:pt x="885890" y="1337950"/>
                  </a:moveTo>
                  <a:lnTo>
                    <a:pt x="935421" y="1335665"/>
                  </a:lnTo>
                  <a:lnTo>
                    <a:pt x="920140" y="1285345"/>
                  </a:lnTo>
                  <a:close/>
                  <a:moveTo>
                    <a:pt x="982465" y="1335400"/>
                  </a:moveTo>
                  <a:lnTo>
                    <a:pt x="945509" y="1305404"/>
                  </a:lnTo>
                  <a:lnTo>
                    <a:pt x="920140" y="1285345"/>
                  </a:lnTo>
                  <a:close/>
                  <a:moveTo>
                    <a:pt x="935421" y="1335665"/>
                  </a:moveTo>
                  <a:lnTo>
                    <a:pt x="982465" y="1335400"/>
                  </a:lnTo>
                  <a:lnTo>
                    <a:pt x="920140" y="1285345"/>
                  </a:lnTo>
                  <a:close/>
                  <a:moveTo>
                    <a:pt x="868807" y="1289095"/>
                  </a:moveTo>
                  <a:lnTo>
                    <a:pt x="920140" y="1285345"/>
                  </a:lnTo>
                  <a:lnTo>
                    <a:pt x="893031" y="1283871"/>
                  </a:lnTo>
                  <a:close/>
                  <a:moveTo>
                    <a:pt x="793200" y="1125075"/>
                  </a:moveTo>
                  <a:lnTo>
                    <a:pt x="774574" y="1148575"/>
                  </a:lnTo>
                  <a:lnTo>
                    <a:pt x="790564" y="1126495"/>
                  </a:lnTo>
                  <a:close/>
                  <a:moveTo>
                    <a:pt x="791918" y="1120284"/>
                  </a:moveTo>
                  <a:lnTo>
                    <a:pt x="767644" y="1072945"/>
                  </a:lnTo>
                  <a:lnTo>
                    <a:pt x="790564" y="1126495"/>
                  </a:lnTo>
                  <a:close/>
                  <a:moveTo>
                    <a:pt x="790564" y="1126495"/>
                  </a:moveTo>
                  <a:lnTo>
                    <a:pt x="767644" y="1072945"/>
                  </a:lnTo>
                  <a:lnTo>
                    <a:pt x="709422" y="1091738"/>
                  </a:lnTo>
                  <a:close/>
                  <a:moveTo>
                    <a:pt x="774574" y="1148575"/>
                  </a:moveTo>
                  <a:lnTo>
                    <a:pt x="791918" y="1120284"/>
                  </a:lnTo>
                  <a:lnTo>
                    <a:pt x="790564" y="1126495"/>
                  </a:lnTo>
                  <a:close/>
                  <a:moveTo>
                    <a:pt x="647408" y="1064237"/>
                  </a:moveTo>
                  <a:lnTo>
                    <a:pt x="709422" y="1091738"/>
                  </a:lnTo>
                  <a:lnTo>
                    <a:pt x="722424" y="1035132"/>
                  </a:lnTo>
                  <a:close/>
                  <a:moveTo>
                    <a:pt x="709422" y="1091738"/>
                  </a:moveTo>
                  <a:lnTo>
                    <a:pt x="767644" y="1072945"/>
                  </a:lnTo>
                  <a:lnTo>
                    <a:pt x="722424" y="1035132"/>
                  </a:lnTo>
                  <a:close/>
                  <a:moveTo>
                    <a:pt x="377868" y="620280"/>
                  </a:moveTo>
                  <a:lnTo>
                    <a:pt x="420851" y="609726"/>
                  </a:lnTo>
                  <a:lnTo>
                    <a:pt x="411772" y="609116"/>
                  </a:lnTo>
                  <a:close/>
                  <a:moveTo>
                    <a:pt x="920733" y="1117647"/>
                  </a:moveTo>
                  <a:lnTo>
                    <a:pt x="966915" y="1151924"/>
                  </a:lnTo>
                  <a:lnTo>
                    <a:pt x="905749" y="1108816"/>
                  </a:lnTo>
                  <a:close/>
                  <a:moveTo>
                    <a:pt x="767644" y="1072945"/>
                  </a:moveTo>
                  <a:lnTo>
                    <a:pt x="791918" y="1120284"/>
                  </a:lnTo>
                  <a:lnTo>
                    <a:pt x="786197" y="1067303"/>
                  </a:lnTo>
                  <a:close/>
                  <a:moveTo>
                    <a:pt x="724385" y="1016830"/>
                  </a:moveTo>
                  <a:lnTo>
                    <a:pt x="778591" y="948001"/>
                  </a:lnTo>
                  <a:lnTo>
                    <a:pt x="712487" y="963759"/>
                  </a:lnTo>
                  <a:close/>
                  <a:moveTo>
                    <a:pt x="670276" y="960094"/>
                  </a:moveTo>
                  <a:lnTo>
                    <a:pt x="712487" y="963759"/>
                  </a:lnTo>
                  <a:lnTo>
                    <a:pt x="699859" y="911283"/>
                  </a:lnTo>
                  <a:close/>
                  <a:moveTo>
                    <a:pt x="659888" y="905797"/>
                  </a:moveTo>
                  <a:lnTo>
                    <a:pt x="699859" y="911283"/>
                  </a:lnTo>
                  <a:lnTo>
                    <a:pt x="695614" y="851991"/>
                  </a:lnTo>
                  <a:close/>
                  <a:moveTo>
                    <a:pt x="659888" y="905797"/>
                  </a:moveTo>
                  <a:lnTo>
                    <a:pt x="695614" y="851991"/>
                  </a:lnTo>
                  <a:lnTo>
                    <a:pt x="649027" y="851884"/>
                  </a:lnTo>
                  <a:close/>
                  <a:moveTo>
                    <a:pt x="649027" y="851884"/>
                  </a:moveTo>
                  <a:lnTo>
                    <a:pt x="695614" y="851991"/>
                  </a:lnTo>
                  <a:lnTo>
                    <a:pt x="681329" y="800862"/>
                  </a:lnTo>
                  <a:close/>
                  <a:moveTo>
                    <a:pt x="411772" y="609116"/>
                  </a:moveTo>
                  <a:lnTo>
                    <a:pt x="421064" y="607105"/>
                  </a:lnTo>
                  <a:lnTo>
                    <a:pt x="377394" y="607074"/>
                  </a:lnTo>
                  <a:close/>
                  <a:moveTo>
                    <a:pt x="1222224" y="1442656"/>
                  </a:moveTo>
                  <a:lnTo>
                    <a:pt x="1220917" y="1506461"/>
                  </a:lnTo>
                  <a:lnTo>
                    <a:pt x="1258600" y="1507492"/>
                  </a:lnTo>
                  <a:close/>
                  <a:moveTo>
                    <a:pt x="1229436" y="1437050"/>
                  </a:moveTo>
                  <a:lnTo>
                    <a:pt x="1222224" y="1442656"/>
                  </a:lnTo>
                  <a:lnTo>
                    <a:pt x="1258600" y="1507492"/>
                  </a:lnTo>
                  <a:close/>
                  <a:moveTo>
                    <a:pt x="1295749" y="1420864"/>
                  </a:moveTo>
                  <a:lnTo>
                    <a:pt x="1308919" y="1385396"/>
                  </a:lnTo>
                  <a:lnTo>
                    <a:pt x="1278281" y="1372323"/>
                  </a:lnTo>
                  <a:close/>
                  <a:moveTo>
                    <a:pt x="1220285" y="1381490"/>
                  </a:moveTo>
                  <a:lnTo>
                    <a:pt x="1278281" y="1372323"/>
                  </a:lnTo>
                  <a:lnTo>
                    <a:pt x="1254439" y="1328962"/>
                  </a:lnTo>
                  <a:close/>
                  <a:moveTo>
                    <a:pt x="1213277" y="1324444"/>
                  </a:moveTo>
                  <a:lnTo>
                    <a:pt x="1254439" y="1328962"/>
                  </a:lnTo>
                  <a:lnTo>
                    <a:pt x="1238370" y="1279283"/>
                  </a:lnTo>
                  <a:close/>
                  <a:moveTo>
                    <a:pt x="305562" y="119916"/>
                  </a:moveTo>
                  <a:lnTo>
                    <a:pt x="219534" y="107850"/>
                  </a:lnTo>
                  <a:lnTo>
                    <a:pt x="254122" y="102270"/>
                  </a:lnTo>
                  <a:close/>
                  <a:moveTo>
                    <a:pt x="1000974" y="846053"/>
                  </a:moveTo>
                  <a:lnTo>
                    <a:pt x="985668" y="781055"/>
                  </a:lnTo>
                  <a:lnTo>
                    <a:pt x="991487" y="770423"/>
                  </a:lnTo>
                  <a:close/>
                  <a:moveTo>
                    <a:pt x="874090" y="742980"/>
                  </a:moveTo>
                  <a:lnTo>
                    <a:pt x="898396" y="764332"/>
                  </a:lnTo>
                  <a:lnTo>
                    <a:pt x="908863" y="729827"/>
                  </a:lnTo>
                  <a:close/>
                  <a:moveTo>
                    <a:pt x="805747" y="691443"/>
                  </a:moveTo>
                  <a:lnTo>
                    <a:pt x="809091" y="644891"/>
                  </a:lnTo>
                  <a:lnTo>
                    <a:pt x="832029" y="615813"/>
                  </a:lnTo>
                  <a:close/>
                  <a:moveTo>
                    <a:pt x="685618" y="492822"/>
                  </a:moveTo>
                  <a:lnTo>
                    <a:pt x="644649" y="514323"/>
                  </a:lnTo>
                  <a:lnTo>
                    <a:pt x="716636" y="473894"/>
                  </a:lnTo>
                  <a:close/>
                  <a:moveTo>
                    <a:pt x="1047920" y="755483"/>
                  </a:moveTo>
                  <a:lnTo>
                    <a:pt x="991487" y="770423"/>
                  </a:lnTo>
                  <a:lnTo>
                    <a:pt x="1072931" y="797737"/>
                  </a:lnTo>
                  <a:close/>
                  <a:moveTo>
                    <a:pt x="1072931" y="797737"/>
                  </a:moveTo>
                  <a:lnTo>
                    <a:pt x="985668" y="781055"/>
                  </a:lnTo>
                  <a:lnTo>
                    <a:pt x="1017661" y="765772"/>
                  </a:lnTo>
                  <a:close/>
                  <a:moveTo>
                    <a:pt x="858575" y="607243"/>
                  </a:moveTo>
                  <a:lnTo>
                    <a:pt x="905938" y="657633"/>
                  </a:lnTo>
                  <a:lnTo>
                    <a:pt x="903854" y="608414"/>
                  </a:lnTo>
                  <a:close/>
                  <a:moveTo>
                    <a:pt x="858575" y="607243"/>
                  </a:moveTo>
                  <a:lnTo>
                    <a:pt x="903854" y="608414"/>
                  </a:lnTo>
                  <a:lnTo>
                    <a:pt x="889592" y="596515"/>
                  </a:lnTo>
                  <a:close/>
                  <a:moveTo>
                    <a:pt x="658925" y="341894"/>
                  </a:moveTo>
                  <a:lnTo>
                    <a:pt x="673504" y="352409"/>
                  </a:lnTo>
                  <a:lnTo>
                    <a:pt x="718451" y="345780"/>
                  </a:lnTo>
                  <a:close/>
                  <a:moveTo>
                    <a:pt x="744772" y="348066"/>
                  </a:moveTo>
                  <a:lnTo>
                    <a:pt x="706656" y="341071"/>
                  </a:lnTo>
                  <a:lnTo>
                    <a:pt x="767886" y="355931"/>
                  </a:lnTo>
                  <a:close/>
                  <a:moveTo>
                    <a:pt x="706656" y="341071"/>
                  </a:moveTo>
                  <a:lnTo>
                    <a:pt x="718451" y="345780"/>
                  </a:lnTo>
                  <a:lnTo>
                    <a:pt x="767886" y="355931"/>
                  </a:lnTo>
                  <a:close/>
                  <a:moveTo>
                    <a:pt x="601133" y="255057"/>
                  </a:moveTo>
                  <a:lnTo>
                    <a:pt x="645292" y="290234"/>
                  </a:lnTo>
                  <a:lnTo>
                    <a:pt x="599351" y="249839"/>
                  </a:lnTo>
                  <a:close/>
                  <a:moveTo>
                    <a:pt x="587060" y="236850"/>
                  </a:moveTo>
                  <a:lnTo>
                    <a:pt x="601133" y="255057"/>
                  </a:lnTo>
                  <a:lnTo>
                    <a:pt x="599351" y="249839"/>
                  </a:lnTo>
                  <a:close/>
                  <a:moveTo>
                    <a:pt x="606864" y="195989"/>
                  </a:moveTo>
                  <a:lnTo>
                    <a:pt x="605653" y="233624"/>
                  </a:lnTo>
                  <a:lnTo>
                    <a:pt x="589823" y="214215"/>
                  </a:lnTo>
                  <a:close/>
                  <a:moveTo>
                    <a:pt x="589823" y="214215"/>
                  </a:moveTo>
                  <a:lnTo>
                    <a:pt x="605653" y="233624"/>
                  </a:lnTo>
                  <a:lnTo>
                    <a:pt x="587060" y="236850"/>
                  </a:lnTo>
                  <a:close/>
                  <a:moveTo>
                    <a:pt x="509575" y="88859"/>
                  </a:moveTo>
                  <a:lnTo>
                    <a:pt x="494673" y="76353"/>
                  </a:lnTo>
                  <a:lnTo>
                    <a:pt x="494274" y="148816"/>
                  </a:lnTo>
                  <a:close/>
                  <a:moveTo>
                    <a:pt x="494274" y="148816"/>
                  </a:moveTo>
                  <a:lnTo>
                    <a:pt x="494673" y="76353"/>
                  </a:lnTo>
                  <a:lnTo>
                    <a:pt x="432672" y="98173"/>
                  </a:lnTo>
                  <a:close/>
                  <a:moveTo>
                    <a:pt x="494274" y="148816"/>
                  </a:moveTo>
                  <a:lnTo>
                    <a:pt x="432672" y="98173"/>
                  </a:lnTo>
                  <a:lnTo>
                    <a:pt x="451291" y="145779"/>
                  </a:lnTo>
                  <a:close/>
                  <a:moveTo>
                    <a:pt x="794750" y="321471"/>
                  </a:moveTo>
                  <a:lnTo>
                    <a:pt x="767886" y="355931"/>
                  </a:lnTo>
                  <a:lnTo>
                    <a:pt x="718451" y="345780"/>
                  </a:lnTo>
                  <a:close/>
                  <a:moveTo>
                    <a:pt x="549733" y="52259"/>
                  </a:moveTo>
                  <a:lnTo>
                    <a:pt x="509575" y="88859"/>
                  </a:lnTo>
                  <a:lnTo>
                    <a:pt x="545882" y="127890"/>
                  </a:lnTo>
                  <a:close/>
                  <a:moveTo>
                    <a:pt x="780930" y="0"/>
                  </a:moveTo>
                  <a:lnTo>
                    <a:pt x="783746" y="4071"/>
                  </a:lnTo>
                  <a:lnTo>
                    <a:pt x="784210" y="229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69" name="Output_density__4268">
              <a:extLst>
                <a:ext uri="{FF2B5EF4-FFF2-40B4-BE49-F238E27FC236}">
                  <a16:creationId xmlns:a16="http://schemas.microsoft.com/office/drawing/2014/main" id="{DCFF86F0-BFD0-8D3C-6191-BB9F0A585C11}"/>
                </a:ext>
              </a:extLst>
            </p:cNvPr>
            <p:cNvSpPr>
              <a:spLocks noGrp="1"/>
            </p:cNvSpPr>
            <p:nvPr/>
          </p:nvSpPr>
          <p:spPr>
            <a:xfrm>
              <a:off x="15316483" y="2309942"/>
              <a:ext cx="1299619" cy="1948336"/>
            </a:xfrm>
            <a:custGeom>
              <a:avLst/>
              <a:gdLst/>
              <a:ahLst/>
              <a:cxnLst/>
              <a:rect l="0" t="0" r="0" b="0"/>
              <a:pathLst>
                <a:path w="1299619" h="1948336">
                  <a:moveTo>
                    <a:pt x="418920" y="1896800"/>
                  </a:moveTo>
                  <a:lnTo>
                    <a:pt x="442031" y="1948336"/>
                  </a:lnTo>
                  <a:lnTo>
                    <a:pt x="502434" y="1924242"/>
                  </a:lnTo>
                  <a:close/>
                  <a:moveTo>
                    <a:pt x="418920" y="1896800"/>
                  </a:moveTo>
                  <a:lnTo>
                    <a:pt x="502434" y="1924242"/>
                  </a:lnTo>
                  <a:lnTo>
                    <a:pt x="492825" y="1872706"/>
                  </a:lnTo>
                  <a:close/>
                  <a:moveTo>
                    <a:pt x="492825" y="1872706"/>
                  </a:moveTo>
                  <a:lnTo>
                    <a:pt x="510487" y="1922181"/>
                  </a:lnTo>
                  <a:lnTo>
                    <a:pt x="495005" y="1872025"/>
                  </a:lnTo>
                  <a:close/>
                  <a:moveTo>
                    <a:pt x="492825" y="1872706"/>
                  </a:moveTo>
                  <a:lnTo>
                    <a:pt x="502434" y="1924242"/>
                  </a:lnTo>
                  <a:lnTo>
                    <a:pt x="510487" y="1922181"/>
                  </a:lnTo>
                  <a:close/>
                  <a:moveTo>
                    <a:pt x="490094" y="1857475"/>
                  </a:moveTo>
                  <a:lnTo>
                    <a:pt x="492825" y="1872706"/>
                  </a:lnTo>
                  <a:lnTo>
                    <a:pt x="495005" y="1872025"/>
                  </a:lnTo>
                  <a:close/>
                  <a:moveTo>
                    <a:pt x="47898" y="1051469"/>
                  </a:moveTo>
                  <a:lnTo>
                    <a:pt x="76227" y="1027375"/>
                  </a:lnTo>
                  <a:lnTo>
                    <a:pt x="39946" y="999932"/>
                  </a:lnTo>
                  <a:close/>
                  <a:moveTo>
                    <a:pt x="766137" y="1724793"/>
                  </a:moveTo>
                  <a:lnTo>
                    <a:pt x="722443" y="1748887"/>
                  </a:lnTo>
                  <a:lnTo>
                    <a:pt x="786885" y="1776330"/>
                  </a:lnTo>
                  <a:close/>
                  <a:moveTo>
                    <a:pt x="766137" y="1724793"/>
                  </a:moveTo>
                  <a:lnTo>
                    <a:pt x="779007" y="1699367"/>
                  </a:lnTo>
                  <a:lnTo>
                    <a:pt x="698512" y="1697351"/>
                  </a:lnTo>
                  <a:close/>
                  <a:moveTo>
                    <a:pt x="722443" y="1748887"/>
                  </a:moveTo>
                  <a:lnTo>
                    <a:pt x="766137" y="1724793"/>
                  </a:lnTo>
                  <a:lnTo>
                    <a:pt x="698512" y="1697351"/>
                  </a:lnTo>
                  <a:close/>
                  <a:moveTo>
                    <a:pt x="766137" y="1724793"/>
                  </a:moveTo>
                  <a:lnTo>
                    <a:pt x="820099" y="1759658"/>
                  </a:lnTo>
                  <a:lnTo>
                    <a:pt x="812799" y="1702849"/>
                  </a:lnTo>
                  <a:close/>
                  <a:moveTo>
                    <a:pt x="766137" y="1724793"/>
                  </a:moveTo>
                  <a:lnTo>
                    <a:pt x="786885" y="1776330"/>
                  </a:lnTo>
                  <a:lnTo>
                    <a:pt x="820099" y="1759658"/>
                  </a:lnTo>
                  <a:close/>
                  <a:moveTo>
                    <a:pt x="779007" y="1699367"/>
                  </a:moveTo>
                  <a:lnTo>
                    <a:pt x="766137" y="1724793"/>
                  </a:lnTo>
                  <a:lnTo>
                    <a:pt x="812799" y="1702849"/>
                  </a:lnTo>
                  <a:close/>
                  <a:moveTo>
                    <a:pt x="858266" y="1686127"/>
                  </a:moveTo>
                  <a:lnTo>
                    <a:pt x="846978" y="1713045"/>
                  </a:lnTo>
                  <a:lnTo>
                    <a:pt x="821651" y="1700699"/>
                  </a:lnTo>
                  <a:close/>
                  <a:moveTo>
                    <a:pt x="812799" y="1702849"/>
                  </a:moveTo>
                  <a:lnTo>
                    <a:pt x="814851" y="1724793"/>
                  </a:lnTo>
                  <a:lnTo>
                    <a:pt x="779007" y="1699367"/>
                  </a:lnTo>
                  <a:close/>
                  <a:moveTo>
                    <a:pt x="846978" y="1713045"/>
                  </a:moveTo>
                  <a:lnTo>
                    <a:pt x="858266" y="1686127"/>
                  </a:lnTo>
                  <a:lnTo>
                    <a:pt x="839137" y="1724793"/>
                  </a:lnTo>
                  <a:close/>
                  <a:moveTo>
                    <a:pt x="839137" y="1724793"/>
                  </a:moveTo>
                  <a:lnTo>
                    <a:pt x="858266" y="1686127"/>
                  </a:lnTo>
                  <a:lnTo>
                    <a:pt x="867052" y="1649163"/>
                  </a:lnTo>
                  <a:close/>
                  <a:moveTo>
                    <a:pt x="897333" y="1734850"/>
                  </a:moveTo>
                  <a:lnTo>
                    <a:pt x="949647" y="1718209"/>
                  </a:lnTo>
                  <a:lnTo>
                    <a:pt x="918044" y="1693252"/>
                  </a:lnTo>
                  <a:close/>
                  <a:moveTo>
                    <a:pt x="897333" y="1734850"/>
                  </a:moveTo>
                  <a:lnTo>
                    <a:pt x="918044" y="1693252"/>
                  </a:lnTo>
                  <a:lnTo>
                    <a:pt x="870635" y="1693812"/>
                  </a:lnTo>
                  <a:close/>
                  <a:moveTo>
                    <a:pt x="858266" y="1686127"/>
                  </a:moveTo>
                  <a:lnTo>
                    <a:pt x="821651" y="1700699"/>
                  </a:lnTo>
                  <a:lnTo>
                    <a:pt x="870635" y="1693812"/>
                  </a:lnTo>
                  <a:close/>
                  <a:moveTo>
                    <a:pt x="870635" y="1693812"/>
                  </a:moveTo>
                  <a:lnTo>
                    <a:pt x="867052" y="1649163"/>
                  </a:lnTo>
                  <a:lnTo>
                    <a:pt x="858266" y="1686127"/>
                  </a:lnTo>
                  <a:close/>
                  <a:moveTo>
                    <a:pt x="918044" y="1693252"/>
                  </a:moveTo>
                  <a:lnTo>
                    <a:pt x="949647" y="1718209"/>
                  </a:lnTo>
                  <a:lnTo>
                    <a:pt x="989501" y="1692540"/>
                  </a:lnTo>
                  <a:close/>
                  <a:moveTo>
                    <a:pt x="788964" y="1470459"/>
                  </a:moveTo>
                  <a:lnTo>
                    <a:pt x="773535" y="1544010"/>
                  </a:lnTo>
                  <a:lnTo>
                    <a:pt x="790777" y="1473573"/>
                  </a:lnTo>
                  <a:close/>
                  <a:moveTo>
                    <a:pt x="788964" y="1470459"/>
                  </a:moveTo>
                  <a:lnTo>
                    <a:pt x="788022" y="1463274"/>
                  </a:lnTo>
                  <a:lnTo>
                    <a:pt x="736568" y="1443017"/>
                  </a:lnTo>
                  <a:close/>
                  <a:moveTo>
                    <a:pt x="741372" y="1494553"/>
                  </a:moveTo>
                  <a:lnTo>
                    <a:pt x="788964" y="1470459"/>
                  </a:lnTo>
                  <a:lnTo>
                    <a:pt x="736568" y="1443017"/>
                  </a:lnTo>
                  <a:close/>
                  <a:moveTo>
                    <a:pt x="766336" y="1426909"/>
                  </a:moveTo>
                  <a:lnTo>
                    <a:pt x="788022" y="1463274"/>
                  </a:lnTo>
                  <a:lnTo>
                    <a:pt x="789614" y="1418923"/>
                  </a:lnTo>
                  <a:close/>
                  <a:moveTo>
                    <a:pt x="404356" y="1076873"/>
                  </a:moveTo>
                  <a:lnTo>
                    <a:pt x="413211" y="1058167"/>
                  </a:lnTo>
                  <a:lnTo>
                    <a:pt x="394753" y="1082260"/>
                  </a:lnTo>
                  <a:close/>
                  <a:moveTo>
                    <a:pt x="955178" y="1725805"/>
                  </a:moveTo>
                  <a:lnTo>
                    <a:pt x="989501" y="1692540"/>
                  </a:lnTo>
                  <a:lnTo>
                    <a:pt x="949647" y="1718209"/>
                  </a:lnTo>
                  <a:close/>
                  <a:moveTo>
                    <a:pt x="955178" y="1725805"/>
                  </a:moveTo>
                  <a:lnTo>
                    <a:pt x="1023323" y="1708386"/>
                  </a:lnTo>
                  <a:lnTo>
                    <a:pt x="989501" y="1692540"/>
                  </a:lnTo>
                  <a:close/>
                  <a:moveTo>
                    <a:pt x="1073446" y="1696821"/>
                  </a:moveTo>
                  <a:lnTo>
                    <a:pt x="1023323" y="1708386"/>
                  </a:lnTo>
                  <a:lnTo>
                    <a:pt x="1042642" y="1704048"/>
                  </a:lnTo>
                  <a:close/>
                  <a:moveTo>
                    <a:pt x="989501" y="1692540"/>
                  </a:moveTo>
                  <a:lnTo>
                    <a:pt x="1023323" y="1708386"/>
                  </a:lnTo>
                  <a:lnTo>
                    <a:pt x="1073446" y="1696821"/>
                  </a:lnTo>
                  <a:close/>
                  <a:moveTo>
                    <a:pt x="788964" y="1470459"/>
                  </a:moveTo>
                  <a:lnTo>
                    <a:pt x="790777" y="1473573"/>
                  </a:lnTo>
                  <a:lnTo>
                    <a:pt x="791776" y="1468970"/>
                  </a:lnTo>
                  <a:close/>
                  <a:moveTo>
                    <a:pt x="788022" y="1463274"/>
                  </a:moveTo>
                  <a:lnTo>
                    <a:pt x="788964" y="1470459"/>
                  </a:lnTo>
                  <a:lnTo>
                    <a:pt x="791776" y="1468970"/>
                  </a:lnTo>
                  <a:close/>
                  <a:moveTo>
                    <a:pt x="788022" y="1463274"/>
                  </a:moveTo>
                  <a:lnTo>
                    <a:pt x="791776" y="1468970"/>
                  </a:lnTo>
                  <a:lnTo>
                    <a:pt x="789614" y="1418923"/>
                  </a:lnTo>
                  <a:close/>
                  <a:moveTo>
                    <a:pt x="883835" y="1377027"/>
                  </a:moveTo>
                  <a:lnTo>
                    <a:pt x="869867" y="1380722"/>
                  </a:lnTo>
                  <a:lnTo>
                    <a:pt x="819254" y="1394828"/>
                  </a:lnTo>
                  <a:close/>
                  <a:moveTo>
                    <a:pt x="869867" y="1380722"/>
                  </a:moveTo>
                  <a:lnTo>
                    <a:pt x="885597" y="1370735"/>
                  </a:lnTo>
                  <a:lnTo>
                    <a:pt x="920244" y="1338479"/>
                  </a:lnTo>
                  <a:close/>
                  <a:moveTo>
                    <a:pt x="869867" y="1380722"/>
                  </a:moveTo>
                  <a:lnTo>
                    <a:pt x="883835" y="1377027"/>
                  </a:lnTo>
                  <a:lnTo>
                    <a:pt x="885597" y="1370735"/>
                  </a:lnTo>
                  <a:close/>
                  <a:moveTo>
                    <a:pt x="727762" y="1240219"/>
                  </a:moveTo>
                  <a:lnTo>
                    <a:pt x="775387" y="1267661"/>
                  </a:lnTo>
                  <a:lnTo>
                    <a:pt x="763873" y="1216125"/>
                  </a:lnTo>
                  <a:close/>
                  <a:moveTo>
                    <a:pt x="732788" y="1188682"/>
                  </a:moveTo>
                  <a:lnTo>
                    <a:pt x="727762" y="1240219"/>
                  </a:lnTo>
                  <a:lnTo>
                    <a:pt x="763873" y="1216125"/>
                  </a:lnTo>
                  <a:close/>
                  <a:moveTo>
                    <a:pt x="732788" y="1188682"/>
                  </a:moveTo>
                  <a:lnTo>
                    <a:pt x="763873" y="1216125"/>
                  </a:lnTo>
                  <a:lnTo>
                    <a:pt x="768996" y="1164588"/>
                  </a:lnTo>
                  <a:close/>
                  <a:moveTo>
                    <a:pt x="356169" y="700759"/>
                  </a:moveTo>
                  <a:lnTo>
                    <a:pt x="317708" y="710103"/>
                  </a:lnTo>
                  <a:lnTo>
                    <a:pt x="327521" y="764868"/>
                  </a:lnTo>
                  <a:close/>
                  <a:moveTo>
                    <a:pt x="372095" y="686453"/>
                  </a:moveTo>
                  <a:lnTo>
                    <a:pt x="317708" y="710103"/>
                  </a:lnTo>
                  <a:lnTo>
                    <a:pt x="356169" y="700759"/>
                  </a:lnTo>
                  <a:close/>
                  <a:moveTo>
                    <a:pt x="0" y="364096"/>
                  </a:moveTo>
                  <a:lnTo>
                    <a:pt x="7265" y="415633"/>
                  </a:lnTo>
                  <a:lnTo>
                    <a:pt x="31538" y="340003"/>
                  </a:lnTo>
                  <a:close/>
                  <a:moveTo>
                    <a:pt x="39304" y="315588"/>
                  </a:moveTo>
                  <a:lnTo>
                    <a:pt x="0" y="364096"/>
                  </a:lnTo>
                  <a:lnTo>
                    <a:pt x="31538" y="340003"/>
                  </a:lnTo>
                  <a:close/>
                  <a:moveTo>
                    <a:pt x="1148671" y="1576881"/>
                  </a:moveTo>
                  <a:lnTo>
                    <a:pt x="1148280" y="1620020"/>
                  </a:lnTo>
                  <a:lnTo>
                    <a:pt x="1208634" y="1583113"/>
                  </a:lnTo>
                  <a:close/>
                  <a:moveTo>
                    <a:pt x="1208634" y="1583113"/>
                  </a:moveTo>
                  <a:lnTo>
                    <a:pt x="1148280" y="1620020"/>
                  </a:lnTo>
                  <a:lnTo>
                    <a:pt x="1162389" y="1584886"/>
                  </a:lnTo>
                  <a:close/>
                  <a:moveTo>
                    <a:pt x="1208634" y="1583113"/>
                  </a:moveTo>
                  <a:lnTo>
                    <a:pt x="1190013" y="1561332"/>
                  </a:lnTo>
                  <a:lnTo>
                    <a:pt x="1148671" y="1576881"/>
                  </a:lnTo>
                  <a:close/>
                  <a:moveTo>
                    <a:pt x="1190013" y="1561332"/>
                  </a:moveTo>
                  <a:lnTo>
                    <a:pt x="1208634" y="1583113"/>
                  </a:lnTo>
                  <a:lnTo>
                    <a:pt x="1216110" y="1552787"/>
                  </a:lnTo>
                  <a:close/>
                  <a:moveTo>
                    <a:pt x="768996" y="1164588"/>
                  </a:moveTo>
                  <a:lnTo>
                    <a:pt x="813372" y="1200441"/>
                  </a:lnTo>
                  <a:lnTo>
                    <a:pt x="786817" y="1159287"/>
                  </a:lnTo>
                  <a:close/>
                  <a:moveTo>
                    <a:pt x="768996" y="1164588"/>
                  </a:moveTo>
                  <a:lnTo>
                    <a:pt x="763873" y="1216125"/>
                  </a:lnTo>
                  <a:lnTo>
                    <a:pt x="813372" y="1200441"/>
                  </a:lnTo>
                  <a:close/>
                  <a:moveTo>
                    <a:pt x="634033" y="967090"/>
                  </a:moveTo>
                  <a:lnTo>
                    <a:pt x="662831" y="939862"/>
                  </a:lnTo>
                  <a:lnTo>
                    <a:pt x="633959" y="958442"/>
                  </a:lnTo>
                  <a:close/>
                  <a:moveTo>
                    <a:pt x="662831" y="939862"/>
                  </a:moveTo>
                  <a:lnTo>
                    <a:pt x="666574" y="934348"/>
                  </a:lnTo>
                  <a:lnTo>
                    <a:pt x="633959" y="958442"/>
                  </a:lnTo>
                  <a:close/>
                  <a:moveTo>
                    <a:pt x="639588" y="906905"/>
                  </a:moveTo>
                  <a:lnTo>
                    <a:pt x="633959" y="958442"/>
                  </a:lnTo>
                  <a:lnTo>
                    <a:pt x="666574" y="934348"/>
                  </a:lnTo>
                  <a:close/>
                  <a:moveTo>
                    <a:pt x="639588" y="906905"/>
                  </a:moveTo>
                  <a:lnTo>
                    <a:pt x="666574" y="934348"/>
                  </a:lnTo>
                  <a:lnTo>
                    <a:pt x="675107" y="882811"/>
                  </a:lnTo>
                  <a:close/>
                  <a:moveTo>
                    <a:pt x="356169" y="700759"/>
                  </a:moveTo>
                  <a:lnTo>
                    <a:pt x="406998" y="738237"/>
                  </a:lnTo>
                  <a:lnTo>
                    <a:pt x="382053" y="695774"/>
                  </a:lnTo>
                  <a:close/>
                  <a:moveTo>
                    <a:pt x="459659" y="733407"/>
                  </a:moveTo>
                  <a:lnTo>
                    <a:pt x="448518" y="676665"/>
                  </a:lnTo>
                  <a:lnTo>
                    <a:pt x="382053" y="695774"/>
                  </a:lnTo>
                  <a:close/>
                  <a:moveTo>
                    <a:pt x="372095" y="686453"/>
                  </a:moveTo>
                  <a:lnTo>
                    <a:pt x="356169" y="700759"/>
                  </a:lnTo>
                  <a:lnTo>
                    <a:pt x="382053" y="695774"/>
                  </a:lnTo>
                  <a:close/>
                  <a:moveTo>
                    <a:pt x="372095" y="686453"/>
                  </a:moveTo>
                  <a:lnTo>
                    <a:pt x="382053" y="695774"/>
                  </a:lnTo>
                  <a:lnTo>
                    <a:pt x="382004" y="649222"/>
                  </a:lnTo>
                  <a:close/>
                  <a:moveTo>
                    <a:pt x="382004" y="649222"/>
                  </a:moveTo>
                  <a:lnTo>
                    <a:pt x="382053" y="695774"/>
                  </a:lnTo>
                  <a:lnTo>
                    <a:pt x="448518" y="676665"/>
                  </a:lnTo>
                  <a:close/>
                  <a:moveTo>
                    <a:pt x="382004" y="649222"/>
                  </a:moveTo>
                  <a:lnTo>
                    <a:pt x="448518" y="676665"/>
                  </a:lnTo>
                  <a:lnTo>
                    <a:pt x="435908" y="625128"/>
                  </a:lnTo>
                  <a:close/>
                  <a:moveTo>
                    <a:pt x="437510" y="621452"/>
                  </a:moveTo>
                  <a:lnTo>
                    <a:pt x="382004" y="649222"/>
                  </a:lnTo>
                  <a:lnTo>
                    <a:pt x="435908" y="625128"/>
                  </a:lnTo>
                  <a:close/>
                  <a:moveTo>
                    <a:pt x="1208634" y="1583113"/>
                  </a:moveTo>
                  <a:lnTo>
                    <a:pt x="1235705" y="1586928"/>
                  </a:lnTo>
                  <a:lnTo>
                    <a:pt x="1216110" y="1552787"/>
                  </a:lnTo>
                  <a:close/>
                  <a:moveTo>
                    <a:pt x="1216110" y="1552787"/>
                  </a:moveTo>
                  <a:lnTo>
                    <a:pt x="1235705" y="1586928"/>
                  </a:lnTo>
                  <a:lnTo>
                    <a:pt x="1274267" y="1580230"/>
                  </a:lnTo>
                  <a:close/>
                  <a:moveTo>
                    <a:pt x="1216110" y="1552787"/>
                  </a:moveTo>
                  <a:lnTo>
                    <a:pt x="1274267" y="1580230"/>
                  </a:lnTo>
                  <a:lnTo>
                    <a:pt x="1275595" y="1528693"/>
                  </a:lnTo>
                  <a:close/>
                  <a:moveTo>
                    <a:pt x="1117278" y="1394253"/>
                  </a:moveTo>
                  <a:lnTo>
                    <a:pt x="1122285" y="1434945"/>
                  </a:lnTo>
                  <a:lnTo>
                    <a:pt x="1180170" y="1374083"/>
                  </a:lnTo>
                  <a:close/>
                  <a:moveTo>
                    <a:pt x="1180170" y="1374083"/>
                  </a:moveTo>
                  <a:lnTo>
                    <a:pt x="1122285" y="1434945"/>
                  </a:lnTo>
                  <a:lnTo>
                    <a:pt x="1130574" y="1449714"/>
                  </a:lnTo>
                  <a:close/>
                  <a:moveTo>
                    <a:pt x="1180170" y="1374083"/>
                  </a:moveTo>
                  <a:lnTo>
                    <a:pt x="1130574" y="1449714"/>
                  </a:lnTo>
                  <a:lnTo>
                    <a:pt x="1188370" y="1425620"/>
                  </a:lnTo>
                  <a:close/>
                  <a:moveTo>
                    <a:pt x="1100324" y="1398177"/>
                  </a:moveTo>
                  <a:lnTo>
                    <a:pt x="1122285" y="1434945"/>
                  </a:lnTo>
                  <a:lnTo>
                    <a:pt x="1117278" y="1394253"/>
                  </a:lnTo>
                  <a:close/>
                  <a:moveTo>
                    <a:pt x="448518" y="676665"/>
                  </a:moveTo>
                  <a:lnTo>
                    <a:pt x="454789" y="674623"/>
                  </a:lnTo>
                  <a:lnTo>
                    <a:pt x="435908" y="625128"/>
                  </a:lnTo>
                  <a:close/>
                  <a:moveTo>
                    <a:pt x="1275595" y="1528693"/>
                  </a:moveTo>
                  <a:lnTo>
                    <a:pt x="1299619" y="1510206"/>
                  </a:lnTo>
                  <a:lnTo>
                    <a:pt x="1285545" y="1453063"/>
                  </a:lnTo>
                  <a:close/>
                  <a:moveTo>
                    <a:pt x="1213923" y="1416407"/>
                  </a:moveTo>
                  <a:lnTo>
                    <a:pt x="1210609" y="1455597"/>
                  </a:lnTo>
                  <a:lnTo>
                    <a:pt x="1261098" y="1401526"/>
                  </a:lnTo>
                  <a:close/>
                  <a:moveTo>
                    <a:pt x="1188370" y="1425620"/>
                  </a:moveTo>
                  <a:lnTo>
                    <a:pt x="1210609" y="1455597"/>
                  </a:lnTo>
                  <a:lnTo>
                    <a:pt x="1213923" y="1416407"/>
                  </a:lnTo>
                  <a:close/>
                  <a:moveTo>
                    <a:pt x="1180170" y="1374083"/>
                  </a:moveTo>
                  <a:lnTo>
                    <a:pt x="1213923" y="1416407"/>
                  </a:lnTo>
                  <a:lnTo>
                    <a:pt x="1194947" y="1369092"/>
                  </a:lnTo>
                  <a:close/>
                  <a:moveTo>
                    <a:pt x="1180170" y="1374083"/>
                  </a:moveTo>
                  <a:lnTo>
                    <a:pt x="1188370" y="1425620"/>
                  </a:lnTo>
                  <a:lnTo>
                    <a:pt x="1213923" y="1416407"/>
                  </a:lnTo>
                  <a:close/>
                  <a:moveTo>
                    <a:pt x="1261098" y="1401526"/>
                  </a:moveTo>
                  <a:lnTo>
                    <a:pt x="1253003" y="1349989"/>
                  </a:lnTo>
                  <a:lnTo>
                    <a:pt x="1213923" y="1416407"/>
                  </a:lnTo>
                  <a:close/>
                  <a:moveTo>
                    <a:pt x="1253003" y="1349989"/>
                  </a:moveTo>
                  <a:lnTo>
                    <a:pt x="1194947" y="1369092"/>
                  </a:lnTo>
                  <a:lnTo>
                    <a:pt x="1213923" y="1416407"/>
                  </a:lnTo>
                  <a:close/>
                  <a:moveTo>
                    <a:pt x="1160380" y="1322547"/>
                  </a:moveTo>
                  <a:lnTo>
                    <a:pt x="1194947" y="1369092"/>
                  </a:lnTo>
                  <a:lnTo>
                    <a:pt x="1186237" y="1313430"/>
                  </a:lnTo>
                  <a:close/>
                  <a:moveTo>
                    <a:pt x="1160380" y="1322547"/>
                  </a:moveTo>
                  <a:lnTo>
                    <a:pt x="1180170" y="1374083"/>
                  </a:lnTo>
                  <a:lnTo>
                    <a:pt x="1194947" y="1369092"/>
                  </a:lnTo>
                  <a:close/>
                  <a:moveTo>
                    <a:pt x="1253003" y="1349989"/>
                  </a:moveTo>
                  <a:lnTo>
                    <a:pt x="1254701" y="1310876"/>
                  </a:lnTo>
                  <a:lnTo>
                    <a:pt x="1194947" y="1369092"/>
                  </a:lnTo>
                  <a:close/>
                  <a:moveTo>
                    <a:pt x="1261098" y="1401526"/>
                  </a:moveTo>
                  <a:lnTo>
                    <a:pt x="1297680" y="1449040"/>
                  </a:lnTo>
                  <a:lnTo>
                    <a:pt x="1290672" y="1391993"/>
                  </a:lnTo>
                  <a:close/>
                  <a:moveTo>
                    <a:pt x="1261098" y="1401526"/>
                  </a:moveTo>
                  <a:lnTo>
                    <a:pt x="1285545" y="1453063"/>
                  </a:lnTo>
                  <a:lnTo>
                    <a:pt x="1297680" y="1449040"/>
                  </a:lnTo>
                  <a:close/>
                  <a:moveTo>
                    <a:pt x="1253003" y="1349989"/>
                  </a:moveTo>
                  <a:lnTo>
                    <a:pt x="1290672" y="1391993"/>
                  </a:lnTo>
                  <a:lnTo>
                    <a:pt x="1272667" y="1343889"/>
                  </a:lnTo>
                  <a:close/>
                  <a:moveTo>
                    <a:pt x="1253003" y="1349989"/>
                  </a:moveTo>
                  <a:lnTo>
                    <a:pt x="1261098" y="1401526"/>
                  </a:lnTo>
                  <a:lnTo>
                    <a:pt x="1290672" y="1391993"/>
                  </a:lnTo>
                  <a:close/>
                  <a:moveTo>
                    <a:pt x="1254701" y="1310876"/>
                  </a:moveTo>
                  <a:lnTo>
                    <a:pt x="1253003" y="1349989"/>
                  </a:lnTo>
                  <a:lnTo>
                    <a:pt x="1272667" y="1343889"/>
                  </a:lnTo>
                  <a:close/>
                  <a:moveTo>
                    <a:pt x="921556" y="668883"/>
                  </a:moveTo>
                  <a:lnTo>
                    <a:pt x="862209" y="707456"/>
                  </a:lnTo>
                  <a:lnTo>
                    <a:pt x="909424" y="683362"/>
                  </a:lnTo>
                  <a:close/>
                  <a:moveTo>
                    <a:pt x="722044" y="581872"/>
                  </a:moveTo>
                  <a:lnTo>
                    <a:pt x="715634" y="604383"/>
                  </a:lnTo>
                  <a:lnTo>
                    <a:pt x="746245" y="589603"/>
                  </a:lnTo>
                  <a:close/>
                  <a:moveTo>
                    <a:pt x="648896" y="379792"/>
                  </a:moveTo>
                  <a:lnTo>
                    <a:pt x="593732" y="398237"/>
                  </a:lnTo>
                  <a:lnTo>
                    <a:pt x="657455" y="380161"/>
                  </a:lnTo>
                  <a:close/>
                  <a:moveTo>
                    <a:pt x="648896" y="379792"/>
                  </a:moveTo>
                  <a:lnTo>
                    <a:pt x="657455" y="380161"/>
                  </a:lnTo>
                  <a:lnTo>
                    <a:pt x="662878" y="374143"/>
                  </a:lnTo>
                  <a:close/>
                  <a:moveTo>
                    <a:pt x="506160" y="163847"/>
                  </a:moveTo>
                  <a:lnTo>
                    <a:pt x="451303" y="175514"/>
                  </a:lnTo>
                  <a:lnTo>
                    <a:pt x="502126" y="167996"/>
                  </a:lnTo>
                  <a:close/>
                  <a:moveTo>
                    <a:pt x="422050" y="158952"/>
                  </a:moveTo>
                  <a:lnTo>
                    <a:pt x="451303" y="175514"/>
                  </a:lnTo>
                  <a:lnTo>
                    <a:pt x="506160" y="163847"/>
                  </a:lnTo>
                  <a:close/>
                  <a:moveTo>
                    <a:pt x="451303" y="175514"/>
                  </a:moveTo>
                  <a:lnTo>
                    <a:pt x="472324" y="212017"/>
                  </a:lnTo>
                  <a:lnTo>
                    <a:pt x="502126" y="167996"/>
                  </a:lnTo>
                  <a:close/>
                  <a:moveTo>
                    <a:pt x="1125315" y="823032"/>
                  </a:moveTo>
                  <a:lnTo>
                    <a:pt x="1056036" y="822331"/>
                  </a:lnTo>
                  <a:lnTo>
                    <a:pt x="1068882" y="837972"/>
                  </a:lnTo>
                  <a:close/>
                  <a:moveTo>
                    <a:pt x="1028691" y="786435"/>
                  </a:moveTo>
                  <a:lnTo>
                    <a:pt x="1056036" y="822331"/>
                  </a:lnTo>
                  <a:lnTo>
                    <a:pt x="1056026" y="778638"/>
                  </a:lnTo>
                  <a:close/>
                  <a:moveTo>
                    <a:pt x="921556" y="668883"/>
                  </a:moveTo>
                  <a:lnTo>
                    <a:pt x="909424" y="683362"/>
                  </a:lnTo>
                  <a:lnTo>
                    <a:pt x="935970" y="674792"/>
                  </a:lnTo>
                  <a:close/>
                  <a:moveTo>
                    <a:pt x="694355" y="405578"/>
                  </a:moveTo>
                  <a:lnTo>
                    <a:pt x="662878" y="374143"/>
                  </a:lnTo>
                  <a:lnTo>
                    <a:pt x="657455" y="380161"/>
                  </a:lnTo>
                  <a:close/>
                  <a:moveTo>
                    <a:pt x="510067" y="165722"/>
                  </a:moveTo>
                  <a:lnTo>
                    <a:pt x="502126" y="167996"/>
                  </a:lnTo>
                  <a:lnTo>
                    <a:pt x="476261" y="217967"/>
                  </a:lnTo>
                  <a:close/>
                  <a:moveTo>
                    <a:pt x="506160" y="163847"/>
                  </a:moveTo>
                  <a:lnTo>
                    <a:pt x="502126" y="167996"/>
                  </a:lnTo>
                  <a:lnTo>
                    <a:pt x="510067" y="165722"/>
                  </a:lnTo>
                  <a:close/>
                  <a:moveTo>
                    <a:pt x="506160" y="163847"/>
                  </a:moveTo>
                  <a:lnTo>
                    <a:pt x="510067" y="165722"/>
                  </a:lnTo>
                  <a:lnTo>
                    <a:pt x="516424" y="116460"/>
                  </a:lnTo>
                  <a:close/>
                  <a:moveTo>
                    <a:pt x="516424" y="116460"/>
                  </a:moveTo>
                  <a:lnTo>
                    <a:pt x="510067" y="165722"/>
                  </a:lnTo>
                  <a:lnTo>
                    <a:pt x="572068" y="143903"/>
                  </a:lnTo>
                  <a:close/>
                  <a:moveTo>
                    <a:pt x="516424" y="116460"/>
                  </a:moveTo>
                  <a:lnTo>
                    <a:pt x="572068" y="143903"/>
                  </a:lnTo>
                  <a:lnTo>
                    <a:pt x="546343" y="92366"/>
                  </a:lnTo>
                  <a:close/>
                  <a:moveTo>
                    <a:pt x="561982" y="62982"/>
                  </a:moveTo>
                  <a:lnTo>
                    <a:pt x="516424" y="116460"/>
                  </a:lnTo>
                  <a:lnTo>
                    <a:pt x="546343" y="92366"/>
                  </a:lnTo>
                  <a:close/>
                  <a:moveTo>
                    <a:pt x="546343" y="92366"/>
                  </a:moveTo>
                  <a:lnTo>
                    <a:pt x="572068" y="143903"/>
                  </a:lnTo>
                  <a:lnTo>
                    <a:pt x="577469" y="68272"/>
                  </a:lnTo>
                  <a:close/>
                  <a:moveTo>
                    <a:pt x="588115" y="25790"/>
                  </a:moveTo>
                  <a:lnTo>
                    <a:pt x="546343" y="92366"/>
                  </a:lnTo>
                  <a:lnTo>
                    <a:pt x="577469" y="68272"/>
                  </a:lnTo>
                  <a:close/>
                  <a:moveTo>
                    <a:pt x="588115" y="25790"/>
                  </a:moveTo>
                  <a:lnTo>
                    <a:pt x="561982" y="62982"/>
                  </a:lnTo>
                  <a:lnTo>
                    <a:pt x="546343" y="92366"/>
                  </a:lnTo>
                  <a:close/>
                  <a:moveTo>
                    <a:pt x="941783" y="339810"/>
                  </a:moveTo>
                  <a:lnTo>
                    <a:pt x="884478" y="377492"/>
                  </a:lnTo>
                  <a:lnTo>
                    <a:pt x="931066" y="353398"/>
                  </a:lnTo>
                  <a:close/>
                  <a:moveTo>
                    <a:pt x="588115" y="25790"/>
                  </a:moveTo>
                  <a:lnTo>
                    <a:pt x="617298" y="0"/>
                  </a:lnTo>
                  <a:lnTo>
                    <a:pt x="590252" y="16735"/>
                  </a:lnTo>
                  <a:close/>
                  <a:moveTo>
                    <a:pt x="941783" y="339810"/>
                  </a:moveTo>
                  <a:lnTo>
                    <a:pt x="953900" y="346501"/>
                  </a:lnTo>
                  <a:lnTo>
                    <a:pt x="1012347" y="294061"/>
                  </a:lnTo>
                  <a:close/>
                  <a:moveTo>
                    <a:pt x="1077032" y="226332"/>
                  </a:moveTo>
                  <a:lnTo>
                    <a:pt x="1042130" y="230737"/>
                  </a:lnTo>
                  <a:lnTo>
                    <a:pt x="1024045" y="277767"/>
                  </a:lnTo>
                  <a:close/>
                  <a:moveTo>
                    <a:pt x="1042130" y="230737"/>
                  </a:moveTo>
                  <a:lnTo>
                    <a:pt x="1077032" y="226332"/>
                  </a:lnTo>
                  <a:lnTo>
                    <a:pt x="1044230" y="22623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70" name="Output_density__4269">
              <a:extLst>
                <a:ext uri="{FF2B5EF4-FFF2-40B4-BE49-F238E27FC236}">
                  <a16:creationId xmlns:a16="http://schemas.microsoft.com/office/drawing/2014/main" id="{8D106607-EFDA-92B3-E36B-64C8968D9CBD}"/>
                </a:ext>
              </a:extLst>
            </p:cNvPr>
            <p:cNvSpPr>
              <a:spLocks noGrp="1"/>
            </p:cNvSpPr>
            <p:nvPr/>
          </p:nvSpPr>
          <p:spPr>
            <a:xfrm>
              <a:off x="15422272" y="2278621"/>
              <a:ext cx="1299693" cy="1868046"/>
            </a:xfrm>
            <a:custGeom>
              <a:avLst/>
              <a:gdLst/>
              <a:ahLst/>
              <a:cxnLst/>
              <a:rect l="0" t="0" r="0" b="0"/>
              <a:pathLst>
                <a:path w="1299693" h="1868046">
                  <a:moveTo>
                    <a:pt x="28824" y="1594807"/>
                  </a:moveTo>
                  <a:lnTo>
                    <a:pt x="48312" y="1640854"/>
                  </a:lnTo>
                  <a:lnTo>
                    <a:pt x="81227" y="1629020"/>
                  </a:lnTo>
                  <a:close/>
                  <a:moveTo>
                    <a:pt x="28824" y="1594807"/>
                  </a:moveTo>
                  <a:lnTo>
                    <a:pt x="0" y="1618901"/>
                  </a:lnTo>
                  <a:lnTo>
                    <a:pt x="48312" y="1640854"/>
                  </a:lnTo>
                  <a:close/>
                  <a:moveTo>
                    <a:pt x="126270" y="1622750"/>
                  </a:moveTo>
                  <a:lnTo>
                    <a:pt x="151390" y="1581772"/>
                  </a:lnTo>
                  <a:lnTo>
                    <a:pt x="81227" y="1629020"/>
                  </a:lnTo>
                  <a:close/>
                  <a:moveTo>
                    <a:pt x="151390" y="1581772"/>
                  </a:moveTo>
                  <a:lnTo>
                    <a:pt x="126270" y="1622750"/>
                  </a:lnTo>
                  <a:lnTo>
                    <a:pt x="197198" y="1578361"/>
                  </a:lnTo>
                  <a:close/>
                  <a:moveTo>
                    <a:pt x="250893" y="1563379"/>
                  </a:moveTo>
                  <a:lnTo>
                    <a:pt x="197198" y="1578361"/>
                  </a:lnTo>
                  <a:lnTo>
                    <a:pt x="245149" y="1582966"/>
                  </a:lnTo>
                  <a:close/>
                  <a:moveTo>
                    <a:pt x="250893" y="1563379"/>
                  </a:moveTo>
                  <a:lnTo>
                    <a:pt x="201240" y="1565763"/>
                  </a:lnTo>
                  <a:lnTo>
                    <a:pt x="197198" y="1578361"/>
                  </a:lnTo>
                  <a:close/>
                  <a:moveTo>
                    <a:pt x="201240" y="1565763"/>
                  </a:moveTo>
                  <a:lnTo>
                    <a:pt x="250893" y="1563379"/>
                  </a:lnTo>
                  <a:lnTo>
                    <a:pt x="215872" y="1513282"/>
                  </a:lnTo>
                  <a:close/>
                  <a:moveTo>
                    <a:pt x="681097" y="1807651"/>
                  </a:moveTo>
                  <a:lnTo>
                    <a:pt x="663208" y="1828161"/>
                  </a:lnTo>
                  <a:lnTo>
                    <a:pt x="669316" y="1827559"/>
                  </a:lnTo>
                  <a:close/>
                  <a:moveTo>
                    <a:pt x="872151" y="1815533"/>
                  </a:moveTo>
                  <a:lnTo>
                    <a:pt x="886848" y="1835094"/>
                  </a:lnTo>
                  <a:lnTo>
                    <a:pt x="882626" y="1830831"/>
                  </a:lnTo>
                  <a:close/>
                  <a:moveTo>
                    <a:pt x="872151" y="1815533"/>
                  </a:moveTo>
                  <a:lnTo>
                    <a:pt x="852940" y="1783484"/>
                  </a:lnTo>
                  <a:lnTo>
                    <a:pt x="829738" y="1831634"/>
                  </a:lnTo>
                  <a:close/>
                  <a:moveTo>
                    <a:pt x="444748" y="1244097"/>
                  </a:moveTo>
                  <a:lnTo>
                    <a:pt x="435662" y="1271410"/>
                  </a:lnTo>
                  <a:lnTo>
                    <a:pt x="460957" y="1255576"/>
                  </a:lnTo>
                  <a:close/>
                  <a:moveTo>
                    <a:pt x="460957" y="1255576"/>
                  </a:moveTo>
                  <a:lnTo>
                    <a:pt x="435662" y="1271410"/>
                  </a:lnTo>
                  <a:lnTo>
                    <a:pt x="437396" y="1299491"/>
                  </a:lnTo>
                  <a:close/>
                  <a:moveTo>
                    <a:pt x="460957" y="1255576"/>
                  </a:moveTo>
                  <a:lnTo>
                    <a:pt x="437396" y="1299491"/>
                  </a:lnTo>
                  <a:lnTo>
                    <a:pt x="470518" y="1310545"/>
                  </a:lnTo>
                  <a:close/>
                  <a:moveTo>
                    <a:pt x="444748" y="1244097"/>
                  </a:moveTo>
                  <a:lnTo>
                    <a:pt x="460957" y="1255576"/>
                  </a:lnTo>
                  <a:lnTo>
                    <a:pt x="434029" y="1192560"/>
                  </a:lnTo>
                  <a:close/>
                  <a:moveTo>
                    <a:pt x="899117" y="1862536"/>
                  </a:moveTo>
                  <a:lnTo>
                    <a:pt x="882626" y="1830831"/>
                  </a:lnTo>
                  <a:lnTo>
                    <a:pt x="914026" y="1868046"/>
                  </a:lnTo>
                  <a:close/>
                  <a:moveTo>
                    <a:pt x="418105" y="1070868"/>
                  </a:moveTo>
                  <a:lnTo>
                    <a:pt x="442555" y="1122505"/>
                  </a:lnTo>
                  <a:lnTo>
                    <a:pt x="452722" y="1074042"/>
                  </a:lnTo>
                  <a:close/>
                  <a:moveTo>
                    <a:pt x="419348" y="1125935"/>
                  </a:moveTo>
                  <a:lnTo>
                    <a:pt x="442555" y="1122505"/>
                  </a:lnTo>
                  <a:lnTo>
                    <a:pt x="418105" y="1070868"/>
                  </a:lnTo>
                  <a:close/>
                  <a:moveTo>
                    <a:pt x="328346" y="1036450"/>
                  </a:moveTo>
                  <a:lnTo>
                    <a:pt x="294010" y="963640"/>
                  </a:lnTo>
                  <a:lnTo>
                    <a:pt x="296560" y="1024309"/>
                  </a:lnTo>
                  <a:close/>
                  <a:moveTo>
                    <a:pt x="165827" y="826350"/>
                  </a:moveTo>
                  <a:lnTo>
                    <a:pt x="184720" y="857212"/>
                  </a:lnTo>
                  <a:lnTo>
                    <a:pt x="220675" y="856741"/>
                  </a:lnTo>
                  <a:close/>
                  <a:moveTo>
                    <a:pt x="673280" y="1374613"/>
                  </a:moveTo>
                  <a:lnTo>
                    <a:pt x="672403" y="1385849"/>
                  </a:lnTo>
                  <a:lnTo>
                    <a:pt x="697744" y="1417685"/>
                  </a:lnTo>
                  <a:close/>
                  <a:moveTo>
                    <a:pt x="673280" y="1374613"/>
                  </a:moveTo>
                  <a:lnTo>
                    <a:pt x="649575" y="1341665"/>
                  </a:lnTo>
                  <a:lnTo>
                    <a:pt x="672403" y="1385849"/>
                  </a:lnTo>
                  <a:close/>
                  <a:moveTo>
                    <a:pt x="1003285" y="1726449"/>
                  </a:moveTo>
                  <a:lnTo>
                    <a:pt x="998394" y="1786906"/>
                  </a:lnTo>
                  <a:lnTo>
                    <a:pt x="1021509" y="1754806"/>
                  </a:lnTo>
                  <a:close/>
                  <a:moveTo>
                    <a:pt x="1003285" y="1726449"/>
                  </a:moveTo>
                  <a:lnTo>
                    <a:pt x="1021509" y="1754806"/>
                  </a:lnTo>
                  <a:lnTo>
                    <a:pt x="1048752" y="1721763"/>
                  </a:lnTo>
                  <a:close/>
                  <a:moveTo>
                    <a:pt x="102519" y="589651"/>
                  </a:moveTo>
                  <a:lnTo>
                    <a:pt x="171070" y="536377"/>
                  </a:lnTo>
                  <a:lnTo>
                    <a:pt x="130556" y="559577"/>
                  </a:lnTo>
                  <a:close/>
                  <a:moveTo>
                    <a:pt x="1071625" y="1672383"/>
                  </a:moveTo>
                  <a:lnTo>
                    <a:pt x="1083138" y="1675650"/>
                  </a:lnTo>
                  <a:lnTo>
                    <a:pt x="1119414" y="1676379"/>
                  </a:lnTo>
                  <a:close/>
                  <a:moveTo>
                    <a:pt x="840504" y="1332288"/>
                  </a:moveTo>
                  <a:lnTo>
                    <a:pt x="866474" y="1342019"/>
                  </a:lnTo>
                  <a:lnTo>
                    <a:pt x="898023" y="1372666"/>
                  </a:lnTo>
                  <a:close/>
                  <a:moveTo>
                    <a:pt x="835015" y="1329613"/>
                  </a:moveTo>
                  <a:lnTo>
                    <a:pt x="866474" y="1342019"/>
                  </a:lnTo>
                  <a:lnTo>
                    <a:pt x="840504" y="1332288"/>
                  </a:lnTo>
                  <a:close/>
                  <a:moveTo>
                    <a:pt x="349475" y="719151"/>
                  </a:moveTo>
                  <a:lnTo>
                    <a:pt x="374197" y="771804"/>
                  </a:lnTo>
                  <a:lnTo>
                    <a:pt x="392458" y="708596"/>
                  </a:lnTo>
                  <a:close/>
                  <a:moveTo>
                    <a:pt x="143575" y="508033"/>
                  </a:moveTo>
                  <a:lnTo>
                    <a:pt x="130556" y="559577"/>
                  </a:lnTo>
                  <a:lnTo>
                    <a:pt x="192651" y="506118"/>
                  </a:lnTo>
                  <a:close/>
                  <a:moveTo>
                    <a:pt x="171070" y="536377"/>
                  </a:moveTo>
                  <a:lnTo>
                    <a:pt x="242153" y="501840"/>
                  </a:lnTo>
                  <a:lnTo>
                    <a:pt x="192651" y="506118"/>
                  </a:lnTo>
                  <a:close/>
                  <a:moveTo>
                    <a:pt x="192651" y="506118"/>
                  </a:moveTo>
                  <a:lnTo>
                    <a:pt x="242153" y="501840"/>
                  </a:lnTo>
                  <a:lnTo>
                    <a:pt x="197495" y="500276"/>
                  </a:lnTo>
                  <a:close/>
                  <a:moveTo>
                    <a:pt x="1188110" y="1623648"/>
                  </a:moveTo>
                  <a:lnTo>
                    <a:pt x="1216247" y="1624028"/>
                  </a:lnTo>
                  <a:lnTo>
                    <a:pt x="1198860" y="1611551"/>
                  </a:lnTo>
                  <a:close/>
                  <a:moveTo>
                    <a:pt x="1203981" y="1643208"/>
                  </a:moveTo>
                  <a:lnTo>
                    <a:pt x="1216247" y="1624028"/>
                  </a:lnTo>
                  <a:lnTo>
                    <a:pt x="1188110" y="1623648"/>
                  </a:lnTo>
                  <a:close/>
                  <a:moveTo>
                    <a:pt x="363612" y="637108"/>
                  </a:moveTo>
                  <a:lnTo>
                    <a:pt x="392671" y="705976"/>
                  </a:lnTo>
                  <a:lnTo>
                    <a:pt x="407267" y="633814"/>
                  </a:lnTo>
                  <a:close/>
                  <a:moveTo>
                    <a:pt x="396061" y="632355"/>
                  </a:moveTo>
                  <a:lnTo>
                    <a:pt x="407267" y="633814"/>
                  </a:lnTo>
                  <a:lnTo>
                    <a:pt x="408575" y="630535"/>
                  </a:lnTo>
                  <a:close/>
                  <a:moveTo>
                    <a:pt x="392671" y="705976"/>
                  </a:moveTo>
                  <a:lnTo>
                    <a:pt x="412989" y="632355"/>
                  </a:lnTo>
                  <a:lnTo>
                    <a:pt x="407267" y="633814"/>
                  </a:lnTo>
                  <a:close/>
                  <a:moveTo>
                    <a:pt x="461105" y="652264"/>
                  </a:moveTo>
                  <a:lnTo>
                    <a:pt x="412989" y="632355"/>
                  </a:lnTo>
                  <a:lnTo>
                    <a:pt x="392671" y="705976"/>
                  </a:lnTo>
                  <a:close/>
                  <a:moveTo>
                    <a:pt x="407267" y="633814"/>
                  </a:moveTo>
                  <a:lnTo>
                    <a:pt x="412989" y="632355"/>
                  </a:lnTo>
                  <a:lnTo>
                    <a:pt x="408575" y="630535"/>
                  </a:lnTo>
                  <a:close/>
                  <a:moveTo>
                    <a:pt x="242153" y="501840"/>
                  </a:moveTo>
                  <a:lnTo>
                    <a:pt x="244779" y="501720"/>
                  </a:lnTo>
                  <a:lnTo>
                    <a:pt x="197495" y="500276"/>
                  </a:lnTo>
                  <a:close/>
                  <a:moveTo>
                    <a:pt x="197495" y="500276"/>
                  </a:moveTo>
                  <a:lnTo>
                    <a:pt x="244779" y="501720"/>
                  </a:lnTo>
                  <a:lnTo>
                    <a:pt x="267265" y="451556"/>
                  </a:lnTo>
                  <a:close/>
                  <a:moveTo>
                    <a:pt x="244779" y="501720"/>
                  </a:moveTo>
                  <a:lnTo>
                    <a:pt x="244854" y="501840"/>
                  </a:lnTo>
                  <a:lnTo>
                    <a:pt x="267265" y="451556"/>
                  </a:lnTo>
                  <a:close/>
                  <a:moveTo>
                    <a:pt x="146737" y="485179"/>
                  </a:moveTo>
                  <a:lnTo>
                    <a:pt x="197495" y="500276"/>
                  </a:lnTo>
                  <a:lnTo>
                    <a:pt x="223169" y="461367"/>
                  </a:lnTo>
                  <a:close/>
                  <a:moveTo>
                    <a:pt x="461105" y="652264"/>
                  </a:moveTo>
                  <a:lnTo>
                    <a:pt x="471119" y="619885"/>
                  </a:lnTo>
                  <a:lnTo>
                    <a:pt x="412989" y="632355"/>
                  </a:lnTo>
                  <a:close/>
                  <a:moveTo>
                    <a:pt x="408575" y="630535"/>
                  </a:moveTo>
                  <a:lnTo>
                    <a:pt x="412989" y="632355"/>
                  </a:lnTo>
                  <a:lnTo>
                    <a:pt x="482775" y="598385"/>
                  </a:lnTo>
                  <a:close/>
                  <a:moveTo>
                    <a:pt x="1267356" y="1519734"/>
                  </a:moveTo>
                  <a:lnTo>
                    <a:pt x="1264057" y="1585160"/>
                  </a:lnTo>
                  <a:lnTo>
                    <a:pt x="1299693" y="1531427"/>
                  </a:lnTo>
                  <a:close/>
                  <a:moveTo>
                    <a:pt x="1267356" y="1519734"/>
                  </a:moveTo>
                  <a:lnTo>
                    <a:pt x="1299693" y="1531427"/>
                  </a:lnTo>
                  <a:lnTo>
                    <a:pt x="1280526" y="1484267"/>
                  </a:lnTo>
                  <a:close/>
                  <a:moveTo>
                    <a:pt x="1049289" y="1081130"/>
                  </a:moveTo>
                  <a:lnTo>
                    <a:pt x="1045525" y="1146932"/>
                  </a:lnTo>
                  <a:lnTo>
                    <a:pt x="1082356" y="1092229"/>
                  </a:lnTo>
                  <a:close/>
                  <a:moveTo>
                    <a:pt x="1062109" y="1045946"/>
                  </a:moveTo>
                  <a:lnTo>
                    <a:pt x="1044012" y="1029542"/>
                  </a:lnTo>
                  <a:lnTo>
                    <a:pt x="1049289" y="1081130"/>
                  </a:lnTo>
                  <a:close/>
                  <a:moveTo>
                    <a:pt x="1062109" y="1045946"/>
                  </a:moveTo>
                  <a:lnTo>
                    <a:pt x="1049289" y="1081130"/>
                  </a:lnTo>
                  <a:lnTo>
                    <a:pt x="1082356" y="1092229"/>
                  </a:lnTo>
                  <a:close/>
                  <a:moveTo>
                    <a:pt x="806936" y="802085"/>
                  </a:moveTo>
                  <a:lnTo>
                    <a:pt x="845697" y="841850"/>
                  </a:lnTo>
                  <a:lnTo>
                    <a:pt x="842214" y="799084"/>
                  </a:lnTo>
                  <a:close/>
                  <a:moveTo>
                    <a:pt x="842214" y="799084"/>
                  </a:moveTo>
                  <a:lnTo>
                    <a:pt x="845697" y="841850"/>
                  </a:lnTo>
                  <a:lnTo>
                    <a:pt x="877888" y="768054"/>
                  </a:lnTo>
                  <a:close/>
                  <a:moveTo>
                    <a:pt x="876839" y="766220"/>
                  </a:moveTo>
                  <a:lnTo>
                    <a:pt x="877888" y="768054"/>
                  </a:lnTo>
                  <a:lnTo>
                    <a:pt x="877545" y="756503"/>
                  </a:lnTo>
                  <a:close/>
                  <a:moveTo>
                    <a:pt x="876839" y="766220"/>
                  </a:moveTo>
                  <a:lnTo>
                    <a:pt x="877545" y="756503"/>
                  </a:lnTo>
                  <a:lnTo>
                    <a:pt x="889432" y="742126"/>
                  </a:lnTo>
                  <a:close/>
                  <a:moveTo>
                    <a:pt x="465881" y="247686"/>
                  </a:moveTo>
                  <a:lnTo>
                    <a:pt x="423228" y="280623"/>
                  </a:lnTo>
                  <a:lnTo>
                    <a:pt x="463207" y="255423"/>
                  </a:lnTo>
                  <a:close/>
                  <a:moveTo>
                    <a:pt x="517488" y="226760"/>
                  </a:moveTo>
                  <a:lnTo>
                    <a:pt x="516103" y="244839"/>
                  </a:lnTo>
                  <a:lnTo>
                    <a:pt x="543859" y="247391"/>
                  </a:lnTo>
                  <a:close/>
                  <a:moveTo>
                    <a:pt x="481182" y="187729"/>
                  </a:moveTo>
                  <a:lnTo>
                    <a:pt x="465881" y="247686"/>
                  </a:lnTo>
                  <a:lnTo>
                    <a:pt x="507327" y="245704"/>
                  </a:lnTo>
                  <a:close/>
                  <a:moveTo>
                    <a:pt x="516103" y="244839"/>
                  </a:moveTo>
                  <a:lnTo>
                    <a:pt x="572499" y="278297"/>
                  </a:lnTo>
                  <a:lnTo>
                    <a:pt x="543859" y="247391"/>
                  </a:lnTo>
                  <a:close/>
                  <a:moveTo>
                    <a:pt x="1044597" y="896715"/>
                  </a:moveTo>
                  <a:lnTo>
                    <a:pt x="1053434" y="948272"/>
                  </a:lnTo>
                  <a:lnTo>
                    <a:pt x="1044680" y="897140"/>
                  </a:lnTo>
                  <a:close/>
                  <a:moveTo>
                    <a:pt x="1044597" y="896715"/>
                  </a:moveTo>
                  <a:lnTo>
                    <a:pt x="1044680" y="897140"/>
                  </a:lnTo>
                  <a:lnTo>
                    <a:pt x="1044618" y="896736"/>
                  </a:lnTo>
                  <a:close/>
                  <a:moveTo>
                    <a:pt x="1044597" y="896715"/>
                  </a:moveTo>
                  <a:lnTo>
                    <a:pt x="1044618" y="896736"/>
                  </a:lnTo>
                  <a:lnTo>
                    <a:pt x="1044538" y="896608"/>
                  </a:lnTo>
                  <a:close/>
                  <a:moveTo>
                    <a:pt x="659318" y="178572"/>
                  </a:moveTo>
                  <a:lnTo>
                    <a:pt x="621352" y="134513"/>
                  </a:lnTo>
                  <a:lnTo>
                    <a:pt x="636829" y="150515"/>
                  </a:lnTo>
                  <a:close/>
                  <a:moveTo>
                    <a:pt x="705308" y="96966"/>
                  </a:moveTo>
                  <a:lnTo>
                    <a:pt x="752537" y="98871"/>
                  </a:lnTo>
                  <a:lnTo>
                    <a:pt x="722026" y="90650"/>
                  </a:lnTo>
                  <a:close/>
                  <a:moveTo>
                    <a:pt x="1012089" y="232972"/>
                  </a:moveTo>
                  <a:lnTo>
                    <a:pt x="1048462" y="266145"/>
                  </a:lnTo>
                  <a:lnTo>
                    <a:pt x="1045212" y="284994"/>
                  </a:lnTo>
                  <a:close/>
                  <a:moveTo>
                    <a:pt x="894092" y="1966"/>
                  </a:moveTo>
                  <a:lnTo>
                    <a:pt x="915575" y="54754"/>
                  </a:lnTo>
                  <a:lnTo>
                    <a:pt x="894438" y="3217"/>
                  </a:lnTo>
                  <a:close/>
                  <a:moveTo>
                    <a:pt x="894092" y="1966"/>
                  </a:moveTo>
                  <a:lnTo>
                    <a:pt x="921220" y="42655"/>
                  </a:lnTo>
                  <a:lnTo>
                    <a:pt x="915575" y="54754"/>
                  </a:lnTo>
                  <a:close/>
                  <a:moveTo>
                    <a:pt x="894092" y="1966"/>
                  </a:moveTo>
                  <a:lnTo>
                    <a:pt x="894438" y="3217"/>
                  </a:lnTo>
                  <a:lnTo>
                    <a:pt x="891693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71" name="Output_density__4270">
              <a:extLst>
                <a:ext uri="{FF2B5EF4-FFF2-40B4-BE49-F238E27FC236}">
                  <a16:creationId xmlns:a16="http://schemas.microsoft.com/office/drawing/2014/main" id="{627B5556-C4B2-9402-5F6E-AC1B5669E22C}"/>
                </a:ext>
              </a:extLst>
            </p:cNvPr>
            <p:cNvSpPr>
              <a:spLocks noGrp="1"/>
            </p:cNvSpPr>
            <p:nvPr/>
          </p:nvSpPr>
          <p:spPr>
            <a:xfrm>
              <a:off x="15470583" y="2396730"/>
              <a:ext cx="1252484" cy="1771264"/>
            </a:xfrm>
            <a:custGeom>
              <a:avLst/>
              <a:gdLst/>
              <a:ahLst/>
              <a:cxnLst/>
              <a:rect l="0" t="0" r="0" b="0"/>
              <a:pathLst>
                <a:path w="1252484" h="1771264">
                  <a:moveTo>
                    <a:pt x="32915" y="1510911"/>
                  </a:moveTo>
                  <a:lnTo>
                    <a:pt x="0" y="1522745"/>
                  </a:lnTo>
                  <a:lnTo>
                    <a:pt x="77958" y="1504641"/>
                  </a:lnTo>
                  <a:close/>
                  <a:moveTo>
                    <a:pt x="77958" y="1504641"/>
                  </a:moveTo>
                  <a:lnTo>
                    <a:pt x="122137" y="1495141"/>
                  </a:lnTo>
                  <a:lnTo>
                    <a:pt x="148886" y="1460252"/>
                  </a:lnTo>
                  <a:close/>
                  <a:moveTo>
                    <a:pt x="148886" y="1460252"/>
                  </a:moveTo>
                  <a:lnTo>
                    <a:pt x="122137" y="1495141"/>
                  </a:lnTo>
                  <a:lnTo>
                    <a:pt x="196837" y="1464857"/>
                  </a:lnTo>
                  <a:close/>
                  <a:moveTo>
                    <a:pt x="202581" y="1445270"/>
                  </a:moveTo>
                  <a:lnTo>
                    <a:pt x="212973" y="1390290"/>
                  </a:lnTo>
                  <a:lnTo>
                    <a:pt x="167560" y="1395173"/>
                  </a:lnTo>
                  <a:close/>
                  <a:moveTo>
                    <a:pt x="167560" y="1395173"/>
                  </a:moveTo>
                  <a:lnTo>
                    <a:pt x="212973" y="1390290"/>
                  </a:lnTo>
                  <a:lnTo>
                    <a:pt x="247162" y="1383213"/>
                  </a:lnTo>
                  <a:close/>
                  <a:moveTo>
                    <a:pt x="232611" y="1376974"/>
                  </a:moveTo>
                  <a:lnTo>
                    <a:pt x="247162" y="1383213"/>
                  </a:lnTo>
                  <a:lnTo>
                    <a:pt x="212973" y="1390290"/>
                  </a:lnTo>
                  <a:close/>
                  <a:moveTo>
                    <a:pt x="62711" y="1042937"/>
                  </a:moveTo>
                  <a:lnTo>
                    <a:pt x="61865" y="981763"/>
                  </a:lnTo>
                  <a:lnTo>
                    <a:pt x="37429" y="988190"/>
                  </a:lnTo>
                  <a:close/>
                  <a:moveTo>
                    <a:pt x="10249" y="1021467"/>
                  </a:moveTo>
                  <a:lnTo>
                    <a:pt x="62711" y="1042937"/>
                  </a:lnTo>
                  <a:lnTo>
                    <a:pt x="37429" y="988190"/>
                  </a:lnTo>
                  <a:close/>
                  <a:moveTo>
                    <a:pt x="697182" y="1748244"/>
                  </a:moveTo>
                  <a:lnTo>
                    <a:pt x="674402" y="1741079"/>
                  </a:lnTo>
                  <a:lnTo>
                    <a:pt x="621005" y="1709450"/>
                  </a:lnTo>
                  <a:close/>
                  <a:moveTo>
                    <a:pt x="720285" y="1741079"/>
                  </a:moveTo>
                  <a:lnTo>
                    <a:pt x="746043" y="1771264"/>
                  </a:lnTo>
                  <a:lnTo>
                    <a:pt x="711412" y="1761332"/>
                  </a:lnTo>
                  <a:close/>
                  <a:moveTo>
                    <a:pt x="804628" y="1665375"/>
                  </a:moveTo>
                  <a:lnTo>
                    <a:pt x="779730" y="1716985"/>
                  </a:lnTo>
                  <a:lnTo>
                    <a:pt x="781426" y="1713526"/>
                  </a:lnTo>
                  <a:close/>
                  <a:moveTo>
                    <a:pt x="422207" y="1192437"/>
                  </a:moveTo>
                  <a:lnTo>
                    <a:pt x="376200" y="1246514"/>
                  </a:lnTo>
                  <a:lnTo>
                    <a:pt x="417249" y="1225312"/>
                  </a:lnTo>
                  <a:close/>
                  <a:moveTo>
                    <a:pt x="422207" y="1192437"/>
                  </a:moveTo>
                  <a:lnTo>
                    <a:pt x="389084" y="1181382"/>
                  </a:lnTo>
                  <a:lnTo>
                    <a:pt x="376200" y="1246514"/>
                  </a:lnTo>
                  <a:close/>
                  <a:moveTo>
                    <a:pt x="422207" y="1192437"/>
                  </a:moveTo>
                  <a:lnTo>
                    <a:pt x="417249" y="1225312"/>
                  </a:lnTo>
                  <a:lnTo>
                    <a:pt x="428951" y="1201619"/>
                  </a:lnTo>
                  <a:close/>
                  <a:moveTo>
                    <a:pt x="412645" y="1137467"/>
                  </a:moveTo>
                  <a:lnTo>
                    <a:pt x="422207" y="1192437"/>
                  </a:lnTo>
                  <a:lnTo>
                    <a:pt x="428951" y="1201619"/>
                  </a:lnTo>
                  <a:close/>
                  <a:moveTo>
                    <a:pt x="92101" y="831696"/>
                  </a:moveTo>
                  <a:lnTo>
                    <a:pt x="105938" y="765232"/>
                  </a:lnTo>
                  <a:lnTo>
                    <a:pt x="99830" y="777020"/>
                  </a:lnTo>
                  <a:close/>
                  <a:moveTo>
                    <a:pt x="240000" y="951737"/>
                  </a:moveTo>
                  <a:lnTo>
                    <a:pt x="156165" y="943081"/>
                  </a:lnTo>
                  <a:lnTo>
                    <a:pt x="214005" y="934040"/>
                  </a:lnTo>
                  <a:close/>
                  <a:moveTo>
                    <a:pt x="929850" y="1744428"/>
                  </a:moveTo>
                  <a:lnTo>
                    <a:pt x="950082" y="1668797"/>
                  </a:lnTo>
                  <a:lnTo>
                    <a:pt x="961257" y="1720333"/>
                  </a:lnTo>
                  <a:close/>
                  <a:moveTo>
                    <a:pt x="950082" y="1668797"/>
                  </a:moveTo>
                  <a:lnTo>
                    <a:pt x="968250" y="1679799"/>
                  </a:lnTo>
                  <a:lnTo>
                    <a:pt x="973197" y="1636697"/>
                  </a:lnTo>
                  <a:close/>
                  <a:moveTo>
                    <a:pt x="376841" y="1065850"/>
                  </a:moveTo>
                  <a:lnTo>
                    <a:pt x="396436" y="1125988"/>
                  </a:lnTo>
                  <a:lnTo>
                    <a:pt x="385717" y="1074452"/>
                  </a:lnTo>
                  <a:close/>
                  <a:moveTo>
                    <a:pt x="378920" y="1022915"/>
                  </a:moveTo>
                  <a:lnTo>
                    <a:pt x="394243" y="1004396"/>
                  </a:lnTo>
                  <a:lnTo>
                    <a:pt x="371036" y="1007827"/>
                  </a:lnTo>
                  <a:close/>
                  <a:moveTo>
                    <a:pt x="99830" y="777020"/>
                  </a:moveTo>
                  <a:lnTo>
                    <a:pt x="105938" y="765232"/>
                  </a:lnTo>
                  <a:lnTo>
                    <a:pt x="100711" y="761953"/>
                  </a:lnTo>
                  <a:close/>
                  <a:moveTo>
                    <a:pt x="117515" y="708241"/>
                  </a:moveTo>
                  <a:lnTo>
                    <a:pt x="105938" y="765232"/>
                  </a:lnTo>
                  <a:lnTo>
                    <a:pt x="136408" y="739103"/>
                  </a:lnTo>
                  <a:close/>
                  <a:moveTo>
                    <a:pt x="82244" y="441468"/>
                  </a:moveTo>
                  <a:lnTo>
                    <a:pt x="7769" y="472596"/>
                  </a:lnTo>
                  <a:lnTo>
                    <a:pt x="54207" y="471542"/>
                  </a:lnTo>
                  <a:close/>
                  <a:moveTo>
                    <a:pt x="1014245" y="1579663"/>
                  </a:moveTo>
                  <a:lnTo>
                    <a:pt x="1000440" y="1603654"/>
                  </a:lnTo>
                  <a:lnTo>
                    <a:pt x="1006145" y="1593166"/>
                  </a:lnTo>
                  <a:close/>
                  <a:moveTo>
                    <a:pt x="1014245" y="1579663"/>
                  </a:moveTo>
                  <a:lnTo>
                    <a:pt x="1006145" y="1593166"/>
                  </a:lnTo>
                  <a:lnTo>
                    <a:pt x="990884" y="1567923"/>
                  </a:lnTo>
                  <a:close/>
                  <a:moveTo>
                    <a:pt x="849711" y="1254557"/>
                  </a:moveTo>
                  <a:lnTo>
                    <a:pt x="818162" y="1223910"/>
                  </a:lnTo>
                  <a:lnTo>
                    <a:pt x="888065" y="1223278"/>
                  </a:lnTo>
                  <a:close/>
                  <a:moveTo>
                    <a:pt x="741187" y="1198156"/>
                  </a:moveTo>
                  <a:lnTo>
                    <a:pt x="726305" y="1180874"/>
                  </a:lnTo>
                  <a:lnTo>
                    <a:pt x="786703" y="1211504"/>
                  </a:lnTo>
                  <a:close/>
                  <a:moveTo>
                    <a:pt x="269285" y="717044"/>
                  </a:moveTo>
                  <a:lnTo>
                    <a:pt x="291781" y="700863"/>
                  </a:lnTo>
                  <a:lnTo>
                    <a:pt x="305559" y="646619"/>
                  </a:lnTo>
                  <a:close/>
                  <a:moveTo>
                    <a:pt x="305559" y="646619"/>
                  </a:moveTo>
                  <a:lnTo>
                    <a:pt x="291781" y="700863"/>
                  </a:lnTo>
                  <a:lnTo>
                    <a:pt x="320237" y="665508"/>
                  </a:lnTo>
                  <a:close/>
                  <a:moveTo>
                    <a:pt x="320237" y="665508"/>
                  </a:moveTo>
                  <a:lnTo>
                    <a:pt x="325885" y="653695"/>
                  </a:lnTo>
                  <a:lnTo>
                    <a:pt x="305559" y="646619"/>
                  </a:lnTo>
                  <a:close/>
                  <a:moveTo>
                    <a:pt x="57040" y="459361"/>
                  </a:moveTo>
                  <a:lnTo>
                    <a:pt x="82244" y="441468"/>
                  </a:lnTo>
                  <a:lnTo>
                    <a:pt x="95264" y="389924"/>
                  </a:lnTo>
                  <a:close/>
                  <a:moveTo>
                    <a:pt x="144339" y="388009"/>
                  </a:moveTo>
                  <a:lnTo>
                    <a:pt x="82244" y="441468"/>
                  </a:lnTo>
                  <a:lnTo>
                    <a:pt x="122758" y="418268"/>
                  </a:lnTo>
                  <a:close/>
                  <a:moveTo>
                    <a:pt x="1116489" y="1553289"/>
                  </a:moveTo>
                  <a:lnTo>
                    <a:pt x="1139799" y="1505539"/>
                  </a:lnTo>
                  <a:lnTo>
                    <a:pt x="1071102" y="1558270"/>
                  </a:lnTo>
                  <a:close/>
                  <a:moveTo>
                    <a:pt x="1116489" y="1553289"/>
                  </a:moveTo>
                  <a:lnTo>
                    <a:pt x="1155669" y="1525099"/>
                  </a:lnTo>
                  <a:lnTo>
                    <a:pt x="1139799" y="1505539"/>
                  </a:lnTo>
                  <a:close/>
                  <a:moveTo>
                    <a:pt x="1150548" y="1493442"/>
                  </a:moveTo>
                  <a:lnTo>
                    <a:pt x="1167936" y="1505919"/>
                  </a:lnTo>
                  <a:lnTo>
                    <a:pt x="1181896" y="1488254"/>
                  </a:lnTo>
                  <a:close/>
                  <a:moveTo>
                    <a:pt x="876639" y="1220334"/>
                  </a:moveTo>
                  <a:lnTo>
                    <a:pt x="892222" y="1201683"/>
                  </a:lnTo>
                  <a:lnTo>
                    <a:pt x="908654" y="1184222"/>
                  </a:lnTo>
                  <a:close/>
                  <a:moveTo>
                    <a:pt x="849711" y="1254557"/>
                  </a:moveTo>
                  <a:lnTo>
                    <a:pt x="888065" y="1223278"/>
                  </a:lnTo>
                  <a:lnTo>
                    <a:pt x="876639" y="1220334"/>
                  </a:lnTo>
                  <a:close/>
                  <a:moveTo>
                    <a:pt x="892222" y="1201683"/>
                  </a:moveTo>
                  <a:lnTo>
                    <a:pt x="894734" y="1136898"/>
                  </a:lnTo>
                  <a:lnTo>
                    <a:pt x="908654" y="1184222"/>
                  </a:lnTo>
                  <a:close/>
                  <a:moveTo>
                    <a:pt x="894734" y="1136898"/>
                  </a:moveTo>
                  <a:lnTo>
                    <a:pt x="890211" y="1132686"/>
                  </a:lnTo>
                  <a:lnTo>
                    <a:pt x="908654" y="1184222"/>
                  </a:lnTo>
                  <a:close/>
                  <a:moveTo>
                    <a:pt x="315301" y="518999"/>
                  </a:moveTo>
                  <a:lnTo>
                    <a:pt x="358956" y="515705"/>
                  </a:lnTo>
                  <a:lnTo>
                    <a:pt x="347749" y="514246"/>
                  </a:lnTo>
                  <a:close/>
                  <a:moveTo>
                    <a:pt x="149184" y="382168"/>
                  </a:moveTo>
                  <a:lnTo>
                    <a:pt x="218953" y="333447"/>
                  </a:lnTo>
                  <a:lnTo>
                    <a:pt x="174858" y="343258"/>
                  </a:lnTo>
                  <a:close/>
                  <a:moveTo>
                    <a:pt x="1181896" y="1488254"/>
                  </a:moveTo>
                  <a:lnTo>
                    <a:pt x="1204142" y="1476484"/>
                  </a:lnTo>
                  <a:lnTo>
                    <a:pt x="1200996" y="1469348"/>
                  </a:lnTo>
                  <a:close/>
                  <a:moveTo>
                    <a:pt x="1224216" y="1469348"/>
                  </a:moveTo>
                  <a:lnTo>
                    <a:pt x="1204142" y="1476484"/>
                  </a:lnTo>
                  <a:lnTo>
                    <a:pt x="1252484" y="1442598"/>
                  </a:lnTo>
                  <a:close/>
                  <a:moveTo>
                    <a:pt x="1252484" y="1442598"/>
                  </a:moveTo>
                  <a:lnTo>
                    <a:pt x="1204142" y="1476484"/>
                  </a:lnTo>
                  <a:lnTo>
                    <a:pt x="1181896" y="1488254"/>
                  </a:lnTo>
                  <a:close/>
                  <a:moveTo>
                    <a:pt x="890211" y="1132686"/>
                  </a:moveTo>
                  <a:lnTo>
                    <a:pt x="884560" y="1108592"/>
                  </a:lnTo>
                  <a:lnTo>
                    <a:pt x="908654" y="1184222"/>
                  </a:lnTo>
                  <a:close/>
                  <a:moveTo>
                    <a:pt x="890211" y="1132686"/>
                  </a:moveTo>
                  <a:lnTo>
                    <a:pt x="924682" y="1090386"/>
                  </a:lnTo>
                  <a:lnTo>
                    <a:pt x="884560" y="1108592"/>
                  </a:lnTo>
                  <a:close/>
                  <a:moveTo>
                    <a:pt x="374747" y="502866"/>
                  </a:moveTo>
                  <a:lnTo>
                    <a:pt x="347749" y="514246"/>
                  </a:lnTo>
                  <a:lnTo>
                    <a:pt x="360263" y="512427"/>
                  </a:lnTo>
                  <a:close/>
                  <a:moveTo>
                    <a:pt x="395016" y="490152"/>
                  </a:moveTo>
                  <a:lnTo>
                    <a:pt x="374747" y="502866"/>
                  </a:lnTo>
                  <a:lnTo>
                    <a:pt x="434464" y="480276"/>
                  </a:lnTo>
                  <a:close/>
                  <a:moveTo>
                    <a:pt x="434464" y="480276"/>
                  </a:moveTo>
                  <a:lnTo>
                    <a:pt x="374747" y="502866"/>
                  </a:lnTo>
                  <a:lnTo>
                    <a:pt x="360263" y="512427"/>
                  </a:lnTo>
                  <a:close/>
                  <a:moveTo>
                    <a:pt x="364677" y="514246"/>
                  </a:moveTo>
                  <a:lnTo>
                    <a:pt x="422808" y="501776"/>
                  </a:lnTo>
                  <a:lnTo>
                    <a:pt x="434464" y="480276"/>
                  </a:lnTo>
                  <a:close/>
                  <a:moveTo>
                    <a:pt x="422808" y="501776"/>
                  </a:moveTo>
                  <a:lnTo>
                    <a:pt x="412793" y="534155"/>
                  </a:lnTo>
                  <a:lnTo>
                    <a:pt x="425171" y="514246"/>
                  </a:lnTo>
                  <a:close/>
                  <a:moveTo>
                    <a:pt x="321363" y="295296"/>
                  </a:moveTo>
                  <a:lnTo>
                    <a:pt x="286212" y="285890"/>
                  </a:lnTo>
                  <a:lnTo>
                    <a:pt x="266283" y="335729"/>
                  </a:lnTo>
                  <a:close/>
                  <a:moveTo>
                    <a:pt x="286212" y="285890"/>
                  </a:moveTo>
                  <a:lnTo>
                    <a:pt x="321363" y="295296"/>
                  </a:lnTo>
                  <a:lnTo>
                    <a:pt x="287294" y="279386"/>
                  </a:lnTo>
                  <a:close/>
                  <a:moveTo>
                    <a:pt x="283210" y="284006"/>
                  </a:moveTo>
                  <a:lnTo>
                    <a:pt x="286212" y="285890"/>
                  </a:lnTo>
                  <a:lnTo>
                    <a:pt x="287294" y="279386"/>
                  </a:lnTo>
                  <a:close/>
                  <a:moveTo>
                    <a:pt x="1224216" y="1469348"/>
                  </a:moveTo>
                  <a:lnTo>
                    <a:pt x="1214649" y="1475813"/>
                  </a:lnTo>
                  <a:lnTo>
                    <a:pt x="1204142" y="1476484"/>
                  </a:lnTo>
                  <a:close/>
                  <a:moveTo>
                    <a:pt x="1251382" y="1413318"/>
                  </a:moveTo>
                  <a:lnTo>
                    <a:pt x="1224216" y="1469348"/>
                  </a:lnTo>
                  <a:lnTo>
                    <a:pt x="1252484" y="1442598"/>
                  </a:lnTo>
                  <a:close/>
                  <a:moveTo>
                    <a:pt x="1215745" y="1467051"/>
                  </a:moveTo>
                  <a:lnTo>
                    <a:pt x="1224216" y="1469348"/>
                  </a:lnTo>
                  <a:lnTo>
                    <a:pt x="1251382" y="1413318"/>
                  </a:lnTo>
                  <a:close/>
                  <a:moveTo>
                    <a:pt x="462695" y="450930"/>
                  </a:moveTo>
                  <a:lnTo>
                    <a:pt x="434464" y="480276"/>
                  </a:lnTo>
                  <a:lnTo>
                    <a:pt x="510101" y="453494"/>
                  </a:lnTo>
                  <a:close/>
                  <a:moveTo>
                    <a:pt x="287294" y="279386"/>
                  </a:moveTo>
                  <a:lnTo>
                    <a:pt x="329827" y="263733"/>
                  </a:lnTo>
                  <a:lnTo>
                    <a:pt x="353176" y="216130"/>
                  </a:lnTo>
                  <a:close/>
                  <a:moveTo>
                    <a:pt x="997214" y="1028823"/>
                  </a:moveTo>
                  <a:lnTo>
                    <a:pt x="994241" y="1040877"/>
                  </a:lnTo>
                  <a:lnTo>
                    <a:pt x="1009539" y="1032961"/>
                  </a:lnTo>
                  <a:close/>
                  <a:moveTo>
                    <a:pt x="1034045" y="974120"/>
                  </a:moveTo>
                  <a:lnTo>
                    <a:pt x="1009539" y="1032961"/>
                  </a:lnTo>
                  <a:lnTo>
                    <a:pt x="1033899" y="1014475"/>
                  </a:lnTo>
                  <a:close/>
                  <a:moveTo>
                    <a:pt x="997214" y="1028823"/>
                  </a:moveTo>
                  <a:lnTo>
                    <a:pt x="1009539" y="1032961"/>
                  </a:lnTo>
                  <a:lnTo>
                    <a:pt x="1034045" y="974120"/>
                  </a:lnTo>
                  <a:close/>
                  <a:moveTo>
                    <a:pt x="996132" y="905794"/>
                  </a:moveTo>
                  <a:lnTo>
                    <a:pt x="995700" y="911433"/>
                  </a:lnTo>
                  <a:lnTo>
                    <a:pt x="1013797" y="927838"/>
                  </a:lnTo>
                  <a:close/>
                  <a:moveTo>
                    <a:pt x="829577" y="649945"/>
                  </a:moveTo>
                  <a:lnTo>
                    <a:pt x="828528" y="648111"/>
                  </a:lnTo>
                  <a:lnTo>
                    <a:pt x="793903" y="680976"/>
                  </a:lnTo>
                  <a:close/>
                  <a:moveTo>
                    <a:pt x="793903" y="680976"/>
                  </a:moveTo>
                  <a:lnTo>
                    <a:pt x="729042" y="672205"/>
                  </a:lnTo>
                  <a:lnTo>
                    <a:pt x="758625" y="683977"/>
                  </a:lnTo>
                  <a:close/>
                  <a:moveTo>
                    <a:pt x="363549" y="198256"/>
                  </a:moveTo>
                  <a:lnTo>
                    <a:pt x="369149" y="184282"/>
                  </a:lnTo>
                  <a:lnTo>
                    <a:pt x="353176" y="216130"/>
                  </a:lnTo>
                  <a:close/>
                  <a:moveTo>
                    <a:pt x="363549" y="198256"/>
                  </a:moveTo>
                  <a:lnTo>
                    <a:pt x="353176" y="216130"/>
                  </a:lnTo>
                  <a:lnTo>
                    <a:pt x="359272" y="208376"/>
                  </a:lnTo>
                  <a:close/>
                  <a:moveTo>
                    <a:pt x="363549" y="198256"/>
                  </a:moveTo>
                  <a:lnTo>
                    <a:pt x="359272" y="208376"/>
                  </a:lnTo>
                  <a:lnTo>
                    <a:pt x="374916" y="162514"/>
                  </a:lnTo>
                  <a:close/>
                  <a:moveTo>
                    <a:pt x="374916" y="162514"/>
                  </a:moveTo>
                  <a:lnTo>
                    <a:pt x="359272" y="208376"/>
                  </a:lnTo>
                  <a:lnTo>
                    <a:pt x="386446" y="165847"/>
                  </a:lnTo>
                  <a:close/>
                  <a:moveTo>
                    <a:pt x="374916" y="162514"/>
                  </a:moveTo>
                  <a:lnTo>
                    <a:pt x="386446" y="165847"/>
                  </a:lnTo>
                  <a:lnTo>
                    <a:pt x="414895" y="137315"/>
                  </a:lnTo>
                  <a:close/>
                  <a:moveTo>
                    <a:pt x="369149" y="184282"/>
                  </a:moveTo>
                  <a:lnTo>
                    <a:pt x="363549" y="198256"/>
                  </a:lnTo>
                  <a:lnTo>
                    <a:pt x="374916" y="162514"/>
                  </a:lnTo>
                  <a:close/>
                  <a:moveTo>
                    <a:pt x="1004005" y="854257"/>
                  </a:moveTo>
                  <a:lnTo>
                    <a:pt x="996369" y="779031"/>
                  </a:lnTo>
                  <a:lnTo>
                    <a:pt x="1004946" y="834309"/>
                  </a:lnTo>
                  <a:close/>
                  <a:moveTo>
                    <a:pt x="996306" y="778627"/>
                  </a:moveTo>
                  <a:lnTo>
                    <a:pt x="996369" y="779031"/>
                  </a:lnTo>
                  <a:lnTo>
                    <a:pt x="1004005" y="854257"/>
                  </a:lnTo>
                  <a:close/>
                  <a:moveTo>
                    <a:pt x="1010416" y="802721"/>
                  </a:moveTo>
                  <a:lnTo>
                    <a:pt x="996306" y="778627"/>
                  </a:lnTo>
                  <a:lnTo>
                    <a:pt x="1004005" y="854257"/>
                  </a:lnTo>
                  <a:close/>
                  <a:moveTo>
                    <a:pt x="611507" y="274085"/>
                  </a:moveTo>
                  <a:lnTo>
                    <a:pt x="623140" y="256974"/>
                  </a:lnTo>
                  <a:lnTo>
                    <a:pt x="572505" y="242338"/>
                  </a:lnTo>
                  <a:close/>
                  <a:moveTo>
                    <a:pt x="414895" y="137315"/>
                  </a:moveTo>
                  <a:lnTo>
                    <a:pt x="430529" y="132745"/>
                  </a:lnTo>
                  <a:lnTo>
                    <a:pt x="417570" y="129577"/>
                  </a:lnTo>
                  <a:close/>
                  <a:moveTo>
                    <a:pt x="572505" y="242338"/>
                  </a:moveTo>
                  <a:lnTo>
                    <a:pt x="623140" y="256974"/>
                  </a:lnTo>
                  <a:lnTo>
                    <a:pt x="651935" y="229735"/>
                  </a:lnTo>
                  <a:close/>
                  <a:moveTo>
                    <a:pt x="583872" y="33021"/>
                  </a:moveTo>
                  <a:lnTo>
                    <a:pt x="579850" y="0"/>
                  </a:lnTo>
                  <a:lnTo>
                    <a:pt x="573040" y="16404"/>
                  </a:lnTo>
                  <a:close/>
                  <a:moveTo>
                    <a:pt x="588518" y="32406"/>
                  </a:moveTo>
                  <a:lnTo>
                    <a:pt x="573040" y="16404"/>
                  </a:lnTo>
                  <a:lnTo>
                    <a:pt x="556690" y="892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72" name="Output_density__4271">
              <a:extLst>
                <a:ext uri="{FF2B5EF4-FFF2-40B4-BE49-F238E27FC236}">
                  <a16:creationId xmlns:a16="http://schemas.microsoft.com/office/drawing/2014/main" id="{273563DD-77A1-B4E4-0D3E-FF3BDEBBA389}"/>
                </a:ext>
              </a:extLst>
            </p:cNvPr>
            <p:cNvSpPr>
              <a:spLocks noGrp="1"/>
            </p:cNvSpPr>
            <p:nvPr/>
          </p:nvSpPr>
          <p:spPr>
            <a:xfrm>
              <a:off x="14995177" y="2396730"/>
              <a:ext cx="1509305" cy="1766625"/>
            </a:xfrm>
            <a:custGeom>
              <a:avLst/>
              <a:gdLst/>
              <a:ahLst/>
              <a:cxnLst/>
              <a:rect l="0" t="0" r="0" b="0"/>
              <a:pathLst>
                <a:path w="1509305" h="1766625">
                  <a:moveTo>
                    <a:pt x="75157" y="804541"/>
                  </a:moveTo>
                  <a:lnTo>
                    <a:pt x="26161" y="796030"/>
                  </a:lnTo>
                  <a:lnTo>
                    <a:pt x="0" y="800983"/>
                  </a:lnTo>
                  <a:close/>
                  <a:moveTo>
                    <a:pt x="708017" y="1376974"/>
                  </a:moveTo>
                  <a:lnTo>
                    <a:pt x="750613" y="1352880"/>
                  </a:lnTo>
                  <a:lnTo>
                    <a:pt x="722567" y="1383213"/>
                  </a:lnTo>
                  <a:close/>
                  <a:moveTo>
                    <a:pt x="750613" y="1352880"/>
                  </a:moveTo>
                  <a:lnTo>
                    <a:pt x="708017" y="1376974"/>
                  </a:lnTo>
                  <a:lnTo>
                    <a:pt x="754904" y="1329437"/>
                  </a:lnTo>
                  <a:close/>
                  <a:moveTo>
                    <a:pt x="197035" y="810071"/>
                  </a:moveTo>
                  <a:lnTo>
                    <a:pt x="210141" y="744089"/>
                  </a:lnTo>
                  <a:lnTo>
                    <a:pt x="209975" y="734441"/>
                  </a:lnTo>
                  <a:close/>
                  <a:moveTo>
                    <a:pt x="209975" y="734441"/>
                  </a:moveTo>
                  <a:lnTo>
                    <a:pt x="210141" y="744089"/>
                  </a:lnTo>
                  <a:lnTo>
                    <a:pt x="221135" y="731178"/>
                  </a:lnTo>
                  <a:close/>
                  <a:moveTo>
                    <a:pt x="250524" y="682904"/>
                  </a:moveTo>
                  <a:lnTo>
                    <a:pt x="245058" y="685722"/>
                  </a:lnTo>
                  <a:lnTo>
                    <a:pt x="221135" y="731178"/>
                  </a:lnTo>
                  <a:close/>
                  <a:moveTo>
                    <a:pt x="250524" y="682904"/>
                  </a:moveTo>
                  <a:lnTo>
                    <a:pt x="263616" y="658810"/>
                  </a:lnTo>
                  <a:lnTo>
                    <a:pt x="245058" y="685722"/>
                  </a:lnTo>
                  <a:close/>
                  <a:moveTo>
                    <a:pt x="838311" y="1253156"/>
                  </a:moveTo>
                  <a:lnTo>
                    <a:pt x="816112" y="1277249"/>
                  </a:lnTo>
                  <a:lnTo>
                    <a:pt x="851606" y="1246514"/>
                  </a:lnTo>
                  <a:close/>
                  <a:moveTo>
                    <a:pt x="816112" y="1277249"/>
                  </a:moveTo>
                  <a:lnTo>
                    <a:pt x="822071" y="1270985"/>
                  </a:lnTo>
                  <a:lnTo>
                    <a:pt x="851606" y="1246514"/>
                  </a:lnTo>
                  <a:close/>
                  <a:moveTo>
                    <a:pt x="822071" y="1270985"/>
                  </a:moveTo>
                  <a:lnTo>
                    <a:pt x="864904" y="1256456"/>
                  </a:lnTo>
                  <a:lnTo>
                    <a:pt x="892655" y="1225312"/>
                  </a:lnTo>
                  <a:close/>
                  <a:moveTo>
                    <a:pt x="851606" y="1246514"/>
                  </a:moveTo>
                  <a:lnTo>
                    <a:pt x="822071" y="1270985"/>
                  </a:lnTo>
                  <a:lnTo>
                    <a:pt x="892655" y="1225312"/>
                  </a:lnTo>
                  <a:close/>
                  <a:moveTo>
                    <a:pt x="1405256" y="1744428"/>
                  </a:moveTo>
                  <a:lnTo>
                    <a:pt x="1433074" y="1753311"/>
                  </a:lnTo>
                  <a:lnTo>
                    <a:pt x="1400554" y="1766625"/>
                  </a:lnTo>
                  <a:close/>
                  <a:moveTo>
                    <a:pt x="1405256" y="1744428"/>
                  </a:moveTo>
                  <a:lnTo>
                    <a:pt x="1443656" y="1679799"/>
                  </a:lnTo>
                  <a:lnTo>
                    <a:pt x="1425488" y="1668797"/>
                  </a:lnTo>
                  <a:close/>
                  <a:moveTo>
                    <a:pt x="846442" y="1007827"/>
                  </a:moveTo>
                  <a:lnTo>
                    <a:pt x="861123" y="1074452"/>
                  </a:lnTo>
                  <a:lnTo>
                    <a:pt x="854326" y="1022915"/>
                  </a:lnTo>
                  <a:close/>
                  <a:moveTo>
                    <a:pt x="1159974" y="1232410"/>
                  </a:moveTo>
                  <a:lnTo>
                    <a:pt x="1176324" y="1243263"/>
                  </a:lnTo>
                  <a:lnTo>
                    <a:pt x="1186789" y="1221622"/>
                  </a:lnTo>
                  <a:close/>
                  <a:moveTo>
                    <a:pt x="1363470" y="1223278"/>
                  </a:moveTo>
                  <a:lnTo>
                    <a:pt x="1367628" y="1201683"/>
                  </a:lnTo>
                  <a:lnTo>
                    <a:pt x="1352045" y="1220334"/>
                  </a:lnTo>
                  <a:close/>
                  <a:moveTo>
                    <a:pt x="909870" y="480276"/>
                  </a:moveTo>
                  <a:lnTo>
                    <a:pt x="898214" y="501776"/>
                  </a:lnTo>
                  <a:lnTo>
                    <a:pt x="954302" y="471725"/>
                  </a:lnTo>
                  <a:close/>
                  <a:moveTo>
                    <a:pt x="724345" y="310662"/>
                  </a:moveTo>
                  <a:lnTo>
                    <a:pt x="650264" y="343258"/>
                  </a:lnTo>
                  <a:lnTo>
                    <a:pt x="694359" y="333447"/>
                  </a:lnTo>
                  <a:close/>
                  <a:moveTo>
                    <a:pt x="724345" y="310662"/>
                  </a:moveTo>
                  <a:lnTo>
                    <a:pt x="761618" y="285890"/>
                  </a:lnTo>
                  <a:lnTo>
                    <a:pt x="758616" y="284006"/>
                  </a:lnTo>
                  <a:close/>
                  <a:moveTo>
                    <a:pt x="741689" y="335729"/>
                  </a:moveTo>
                  <a:lnTo>
                    <a:pt x="761618" y="285890"/>
                  </a:lnTo>
                  <a:lnTo>
                    <a:pt x="724345" y="310662"/>
                  </a:lnTo>
                  <a:close/>
                  <a:moveTo>
                    <a:pt x="694359" y="333447"/>
                  </a:moveTo>
                  <a:lnTo>
                    <a:pt x="741689" y="335729"/>
                  </a:lnTo>
                  <a:lnTo>
                    <a:pt x="724345" y="310662"/>
                  </a:lnTo>
                  <a:close/>
                  <a:moveTo>
                    <a:pt x="1400088" y="1090386"/>
                  </a:moveTo>
                  <a:lnTo>
                    <a:pt x="1438112" y="1057873"/>
                  </a:lnTo>
                  <a:lnTo>
                    <a:pt x="1469647" y="1040877"/>
                  </a:lnTo>
                  <a:close/>
                  <a:moveTo>
                    <a:pt x="1439498" y="1057055"/>
                  </a:moveTo>
                  <a:lnTo>
                    <a:pt x="1469647" y="1040877"/>
                  </a:lnTo>
                  <a:lnTo>
                    <a:pt x="1438112" y="1057873"/>
                  </a:lnTo>
                  <a:close/>
                  <a:moveTo>
                    <a:pt x="1439498" y="1057055"/>
                  </a:moveTo>
                  <a:lnTo>
                    <a:pt x="1484945" y="1032961"/>
                  </a:lnTo>
                  <a:lnTo>
                    <a:pt x="1469647" y="1040877"/>
                  </a:lnTo>
                  <a:close/>
                  <a:moveTo>
                    <a:pt x="1484945" y="1032961"/>
                  </a:moveTo>
                  <a:lnTo>
                    <a:pt x="1439498" y="1057055"/>
                  </a:lnTo>
                  <a:lnTo>
                    <a:pt x="1509305" y="1014475"/>
                  </a:lnTo>
                  <a:close/>
                  <a:moveTo>
                    <a:pt x="909870" y="480276"/>
                  </a:moveTo>
                  <a:lnTo>
                    <a:pt x="954302" y="471725"/>
                  </a:lnTo>
                  <a:lnTo>
                    <a:pt x="985507" y="453494"/>
                  </a:lnTo>
                  <a:close/>
                  <a:moveTo>
                    <a:pt x="985507" y="453494"/>
                  </a:moveTo>
                  <a:lnTo>
                    <a:pt x="954302" y="471725"/>
                  </a:lnTo>
                  <a:lnTo>
                    <a:pt x="1031397" y="450396"/>
                  </a:lnTo>
                  <a:close/>
                  <a:moveTo>
                    <a:pt x="1471454" y="904285"/>
                  </a:moveTo>
                  <a:lnTo>
                    <a:pt x="1471106" y="911433"/>
                  </a:lnTo>
                  <a:lnTo>
                    <a:pt x="1471538" y="905794"/>
                  </a:lnTo>
                  <a:close/>
                  <a:moveTo>
                    <a:pt x="1480351" y="834309"/>
                  </a:moveTo>
                  <a:lnTo>
                    <a:pt x="1471454" y="904285"/>
                  </a:lnTo>
                  <a:lnTo>
                    <a:pt x="1471538" y="905794"/>
                  </a:lnTo>
                  <a:close/>
                  <a:moveTo>
                    <a:pt x="1157453" y="493502"/>
                  </a:moveTo>
                  <a:lnTo>
                    <a:pt x="1163690" y="469408"/>
                  </a:lnTo>
                  <a:lnTo>
                    <a:pt x="1160525" y="545038"/>
                  </a:lnTo>
                  <a:close/>
                  <a:moveTo>
                    <a:pt x="1127341" y="229735"/>
                  </a:moveTo>
                  <a:lnTo>
                    <a:pt x="1098545" y="256974"/>
                  </a:lnTo>
                  <a:lnTo>
                    <a:pt x="1168281" y="208128"/>
                  </a:lnTo>
                  <a:close/>
                  <a:moveTo>
                    <a:pt x="1032096" y="8927"/>
                  </a:moveTo>
                  <a:lnTo>
                    <a:pt x="1048446" y="16404"/>
                  </a:lnTo>
                  <a:lnTo>
                    <a:pt x="1055256" y="0"/>
                  </a:lnTo>
                  <a:close/>
                  <a:moveTo>
                    <a:pt x="1265674" y="127786"/>
                  </a:moveTo>
                  <a:lnTo>
                    <a:pt x="1272378" y="111767"/>
                  </a:lnTo>
                  <a:lnTo>
                    <a:pt x="1277395" y="87906"/>
                  </a:lnTo>
                  <a:close/>
                  <a:moveTo>
                    <a:pt x="1277395" y="87906"/>
                  </a:moveTo>
                  <a:lnTo>
                    <a:pt x="1297066" y="70479"/>
                  </a:lnTo>
                  <a:lnTo>
                    <a:pt x="1323159" y="3313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73" name="Output_density__4272">
              <a:extLst>
                <a:ext uri="{FF2B5EF4-FFF2-40B4-BE49-F238E27FC236}">
                  <a16:creationId xmlns:a16="http://schemas.microsoft.com/office/drawing/2014/main" id="{9D705D43-DC98-03F0-DD20-15268C1394C3}"/>
                </a:ext>
              </a:extLst>
            </p:cNvPr>
            <p:cNvSpPr>
              <a:spLocks noGrp="1"/>
            </p:cNvSpPr>
            <p:nvPr/>
          </p:nvSpPr>
          <p:spPr>
            <a:xfrm>
              <a:off x="14994166" y="2210993"/>
              <a:ext cx="1695462" cy="1957001"/>
            </a:xfrm>
            <a:custGeom>
              <a:avLst/>
              <a:gdLst/>
              <a:ahLst/>
              <a:cxnLst/>
              <a:rect l="0" t="0" r="0" b="0"/>
              <a:pathLst>
                <a:path w="1695462" h="1957001">
                  <a:moveTo>
                    <a:pt x="452312" y="1658135"/>
                  </a:moveTo>
                  <a:lnTo>
                    <a:pt x="419043" y="1627675"/>
                  </a:lnTo>
                  <a:lnTo>
                    <a:pt x="456930" y="1662435"/>
                  </a:lnTo>
                  <a:close/>
                  <a:moveTo>
                    <a:pt x="414819" y="1610899"/>
                  </a:moveTo>
                  <a:lnTo>
                    <a:pt x="419043" y="1627675"/>
                  </a:lnTo>
                  <a:lnTo>
                    <a:pt x="452312" y="1658135"/>
                  </a:lnTo>
                  <a:close/>
                  <a:moveTo>
                    <a:pt x="456930" y="1662435"/>
                  </a:moveTo>
                  <a:lnTo>
                    <a:pt x="527707" y="1640058"/>
                  </a:lnTo>
                  <a:lnTo>
                    <a:pt x="452312" y="1658135"/>
                  </a:lnTo>
                  <a:close/>
                  <a:moveTo>
                    <a:pt x="452312" y="1658135"/>
                  </a:moveTo>
                  <a:lnTo>
                    <a:pt x="527707" y="1640058"/>
                  </a:lnTo>
                  <a:lnTo>
                    <a:pt x="528014" y="1631592"/>
                  </a:lnTo>
                  <a:close/>
                  <a:moveTo>
                    <a:pt x="452312" y="1658135"/>
                  </a:moveTo>
                  <a:lnTo>
                    <a:pt x="528014" y="1631592"/>
                  </a:lnTo>
                  <a:lnTo>
                    <a:pt x="476889" y="1615123"/>
                  </a:lnTo>
                  <a:close/>
                  <a:moveTo>
                    <a:pt x="527707" y="1640058"/>
                  </a:moveTo>
                  <a:lnTo>
                    <a:pt x="538219" y="1638341"/>
                  </a:lnTo>
                  <a:lnTo>
                    <a:pt x="528014" y="1631592"/>
                  </a:lnTo>
                  <a:close/>
                  <a:moveTo>
                    <a:pt x="440688" y="1586805"/>
                  </a:moveTo>
                  <a:lnTo>
                    <a:pt x="452312" y="1658135"/>
                  </a:lnTo>
                  <a:lnTo>
                    <a:pt x="476889" y="1615123"/>
                  </a:lnTo>
                  <a:close/>
                  <a:moveTo>
                    <a:pt x="440688" y="1586805"/>
                  </a:moveTo>
                  <a:lnTo>
                    <a:pt x="414819" y="1610899"/>
                  </a:lnTo>
                  <a:lnTo>
                    <a:pt x="452312" y="1658135"/>
                  </a:lnTo>
                  <a:close/>
                  <a:moveTo>
                    <a:pt x="440688" y="1586805"/>
                  </a:moveTo>
                  <a:lnTo>
                    <a:pt x="399713" y="1559362"/>
                  </a:lnTo>
                  <a:lnTo>
                    <a:pt x="414819" y="1610899"/>
                  </a:lnTo>
                  <a:close/>
                  <a:moveTo>
                    <a:pt x="538219" y="1638341"/>
                  </a:moveTo>
                  <a:lnTo>
                    <a:pt x="579496" y="1649400"/>
                  </a:lnTo>
                  <a:lnTo>
                    <a:pt x="584573" y="1631809"/>
                  </a:lnTo>
                  <a:close/>
                  <a:moveTo>
                    <a:pt x="584573" y="1631809"/>
                  </a:moveTo>
                  <a:lnTo>
                    <a:pt x="528014" y="1631592"/>
                  </a:lnTo>
                  <a:lnTo>
                    <a:pt x="538219" y="1638341"/>
                  </a:lnTo>
                  <a:close/>
                  <a:moveTo>
                    <a:pt x="528650" y="1576549"/>
                  </a:moveTo>
                  <a:lnTo>
                    <a:pt x="528014" y="1631592"/>
                  </a:lnTo>
                  <a:lnTo>
                    <a:pt x="584573" y="1631809"/>
                  </a:lnTo>
                  <a:close/>
                  <a:moveTo>
                    <a:pt x="576841" y="1575352"/>
                  </a:moveTo>
                  <a:lnTo>
                    <a:pt x="528650" y="1576549"/>
                  </a:lnTo>
                  <a:lnTo>
                    <a:pt x="584573" y="1631809"/>
                  </a:lnTo>
                  <a:close/>
                  <a:moveTo>
                    <a:pt x="528650" y="1576549"/>
                  </a:moveTo>
                  <a:lnTo>
                    <a:pt x="476889" y="1615123"/>
                  </a:lnTo>
                  <a:lnTo>
                    <a:pt x="528014" y="1631592"/>
                  </a:lnTo>
                  <a:close/>
                  <a:moveTo>
                    <a:pt x="566509" y="1511174"/>
                  </a:moveTo>
                  <a:lnTo>
                    <a:pt x="534688" y="1521648"/>
                  </a:lnTo>
                  <a:lnTo>
                    <a:pt x="575407" y="1513775"/>
                  </a:lnTo>
                  <a:close/>
                  <a:moveTo>
                    <a:pt x="575407" y="1513775"/>
                  </a:moveTo>
                  <a:lnTo>
                    <a:pt x="534688" y="1521648"/>
                  </a:lnTo>
                  <a:lnTo>
                    <a:pt x="528650" y="1576549"/>
                  </a:lnTo>
                  <a:close/>
                  <a:moveTo>
                    <a:pt x="575407" y="1513775"/>
                  </a:moveTo>
                  <a:lnTo>
                    <a:pt x="528650" y="1576549"/>
                  </a:lnTo>
                  <a:lnTo>
                    <a:pt x="576841" y="1575352"/>
                  </a:lnTo>
                  <a:close/>
                  <a:moveTo>
                    <a:pt x="50232" y="946704"/>
                  </a:moveTo>
                  <a:lnTo>
                    <a:pt x="52790" y="942646"/>
                  </a:lnTo>
                  <a:lnTo>
                    <a:pt x="0" y="919951"/>
                  </a:lnTo>
                  <a:close/>
                  <a:moveTo>
                    <a:pt x="50232" y="946704"/>
                  </a:moveTo>
                  <a:lnTo>
                    <a:pt x="54374" y="944272"/>
                  </a:lnTo>
                  <a:lnTo>
                    <a:pt x="52790" y="942646"/>
                  </a:lnTo>
                  <a:close/>
                  <a:moveTo>
                    <a:pt x="582540" y="1511174"/>
                  </a:moveTo>
                  <a:lnTo>
                    <a:pt x="612887" y="1562711"/>
                  </a:lnTo>
                  <a:lnTo>
                    <a:pt x="639483" y="1538617"/>
                  </a:lnTo>
                  <a:close/>
                  <a:moveTo>
                    <a:pt x="551743" y="1450514"/>
                  </a:moveTo>
                  <a:lnTo>
                    <a:pt x="575450" y="1499371"/>
                  </a:lnTo>
                  <a:lnTo>
                    <a:pt x="586956" y="1441643"/>
                  </a:lnTo>
                  <a:close/>
                  <a:moveTo>
                    <a:pt x="566509" y="1511174"/>
                  </a:moveTo>
                  <a:lnTo>
                    <a:pt x="575450" y="1499371"/>
                  </a:lnTo>
                  <a:lnTo>
                    <a:pt x="539504" y="1504982"/>
                  </a:lnTo>
                  <a:close/>
                  <a:moveTo>
                    <a:pt x="586956" y="1441643"/>
                  </a:moveTo>
                  <a:lnTo>
                    <a:pt x="575450" y="1499371"/>
                  </a:lnTo>
                  <a:lnTo>
                    <a:pt x="597260" y="1435544"/>
                  </a:lnTo>
                  <a:close/>
                  <a:moveTo>
                    <a:pt x="597260" y="1435544"/>
                  </a:moveTo>
                  <a:lnTo>
                    <a:pt x="582540" y="1511174"/>
                  </a:lnTo>
                  <a:lnTo>
                    <a:pt x="648906" y="1487080"/>
                  </a:lnTo>
                  <a:close/>
                  <a:moveTo>
                    <a:pt x="25829" y="841845"/>
                  </a:moveTo>
                  <a:lnTo>
                    <a:pt x="60115" y="875927"/>
                  </a:lnTo>
                  <a:lnTo>
                    <a:pt x="88439" y="868641"/>
                  </a:lnTo>
                  <a:close/>
                  <a:moveTo>
                    <a:pt x="26611" y="841198"/>
                  </a:moveTo>
                  <a:lnTo>
                    <a:pt x="25829" y="841845"/>
                  </a:lnTo>
                  <a:lnTo>
                    <a:pt x="88439" y="868641"/>
                  </a:lnTo>
                  <a:close/>
                  <a:moveTo>
                    <a:pt x="380297" y="1158859"/>
                  </a:moveTo>
                  <a:lnTo>
                    <a:pt x="340787" y="1176131"/>
                  </a:lnTo>
                  <a:lnTo>
                    <a:pt x="390885" y="1102230"/>
                  </a:lnTo>
                  <a:close/>
                  <a:moveTo>
                    <a:pt x="191595" y="907743"/>
                  </a:moveTo>
                  <a:lnTo>
                    <a:pt x="210987" y="920178"/>
                  </a:lnTo>
                  <a:lnTo>
                    <a:pt x="200283" y="874944"/>
                  </a:lnTo>
                  <a:close/>
                  <a:moveTo>
                    <a:pt x="115474" y="806160"/>
                  </a:moveTo>
                  <a:lnTo>
                    <a:pt x="56197" y="816369"/>
                  </a:lnTo>
                  <a:lnTo>
                    <a:pt x="129350" y="857622"/>
                  </a:lnTo>
                  <a:close/>
                  <a:moveTo>
                    <a:pt x="93831" y="786516"/>
                  </a:moveTo>
                  <a:lnTo>
                    <a:pt x="56197" y="816369"/>
                  </a:lnTo>
                  <a:lnTo>
                    <a:pt x="115474" y="806160"/>
                  </a:lnTo>
                  <a:close/>
                  <a:moveTo>
                    <a:pt x="1190939" y="1902722"/>
                  </a:moveTo>
                  <a:lnTo>
                    <a:pt x="1150820" y="1926816"/>
                  </a:lnTo>
                  <a:lnTo>
                    <a:pt x="1224826" y="1954258"/>
                  </a:lnTo>
                  <a:close/>
                  <a:moveTo>
                    <a:pt x="1158129" y="1851185"/>
                  </a:moveTo>
                  <a:lnTo>
                    <a:pt x="1132500" y="1914876"/>
                  </a:lnTo>
                  <a:lnTo>
                    <a:pt x="1150820" y="1926816"/>
                  </a:lnTo>
                  <a:close/>
                  <a:moveTo>
                    <a:pt x="160151" y="665843"/>
                  </a:moveTo>
                  <a:lnTo>
                    <a:pt x="124260" y="614307"/>
                  </a:lnTo>
                  <a:lnTo>
                    <a:pt x="112813" y="682838"/>
                  </a:lnTo>
                  <a:close/>
                  <a:moveTo>
                    <a:pt x="124260" y="614307"/>
                  </a:moveTo>
                  <a:lnTo>
                    <a:pt x="113554" y="619493"/>
                  </a:lnTo>
                  <a:lnTo>
                    <a:pt x="112813" y="682838"/>
                  </a:lnTo>
                  <a:close/>
                  <a:moveTo>
                    <a:pt x="85318" y="586864"/>
                  </a:moveTo>
                  <a:lnTo>
                    <a:pt x="113554" y="619493"/>
                  </a:lnTo>
                  <a:lnTo>
                    <a:pt x="124260" y="614307"/>
                  </a:lnTo>
                  <a:close/>
                  <a:moveTo>
                    <a:pt x="1224826" y="1954258"/>
                  </a:moveTo>
                  <a:lnTo>
                    <a:pt x="1222460" y="1957001"/>
                  </a:lnTo>
                  <a:lnTo>
                    <a:pt x="1226222" y="1955710"/>
                  </a:lnTo>
                  <a:close/>
                  <a:moveTo>
                    <a:pt x="1224826" y="1954258"/>
                  </a:moveTo>
                  <a:lnTo>
                    <a:pt x="1226222" y="1955710"/>
                  </a:lnTo>
                  <a:lnTo>
                    <a:pt x="1227231" y="1953122"/>
                  </a:lnTo>
                  <a:close/>
                  <a:moveTo>
                    <a:pt x="1190939" y="1902722"/>
                  </a:moveTo>
                  <a:lnTo>
                    <a:pt x="1224826" y="1954258"/>
                  </a:lnTo>
                  <a:lnTo>
                    <a:pt x="1227231" y="1953122"/>
                  </a:lnTo>
                  <a:close/>
                  <a:moveTo>
                    <a:pt x="1232498" y="1886098"/>
                  </a:moveTo>
                  <a:lnTo>
                    <a:pt x="1227231" y="1953122"/>
                  </a:lnTo>
                  <a:lnTo>
                    <a:pt x="1249228" y="1954258"/>
                  </a:lnTo>
                  <a:close/>
                  <a:moveTo>
                    <a:pt x="1219651" y="1833799"/>
                  </a:moveTo>
                  <a:lnTo>
                    <a:pt x="1256148" y="1902722"/>
                  </a:lnTo>
                  <a:lnTo>
                    <a:pt x="1281046" y="1851112"/>
                  </a:lnTo>
                  <a:close/>
                  <a:moveTo>
                    <a:pt x="568519" y="1017433"/>
                  </a:moveTo>
                  <a:lnTo>
                    <a:pt x="532908" y="1008402"/>
                  </a:lnTo>
                  <a:lnTo>
                    <a:pt x="592266" y="1022644"/>
                  </a:lnTo>
                  <a:close/>
                  <a:moveTo>
                    <a:pt x="532908" y="1008402"/>
                  </a:moveTo>
                  <a:lnTo>
                    <a:pt x="543852" y="1016309"/>
                  </a:lnTo>
                  <a:lnTo>
                    <a:pt x="592266" y="1022644"/>
                  </a:lnTo>
                  <a:close/>
                  <a:moveTo>
                    <a:pt x="403009" y="923526"/>
                  </a:moveTo>
                  <a:lnTo>
                    <a:pt x="455460" y="907897"/>
                  </a:lnTo>
                  <a:lnTo>
                    <a:pt x="398262" y="871990"/>
                  </a:lnTo>
                  <a:close/>
                  <a:moveTo>
                    <a:pt x="493546" y="852174"/>
                  </a:moveTo>
                  <a:lnTo>
                    <a:pt x="455460" y="907897"/>
                  </a:lnTo>
                  <a:lnTo>
                    <a:pt x="507987" y="903176"/>
                  </a:lnTo>
                  <a:close/>
                  <a:moveTo>
                    <a:pt x="1327223" y="1930165"/>
                  </a:moveTo>
                  <a:lnTo>
                    <a:pt x="1297840" y="1878628"/>
                  </a:lnTo>
                  <a:lnTo>
                    <a:pt x="1310732" y="1898459"/>
                  </a:lnTo>
                  <a:close/>
                  <a:moveTo>
                    <a:pt x="1369952" y="1906070"/>
                  </a:moveTo>
                  <a:lnTo>
                    <a:pt x="1356000" y="1956674"/>
                  </a:lnTo>
                  <a:lnTo>
                    <a:pt x="1382799" y="1921969"/>
                  </a:lnTo>
                  <a:close/>
                  <a:moveTo>
                    <a:pt x="1369952" y="1906070"/>
                  </a:moveTo>
                  <a:lnTo>
                    <a:pt x="1327223" y="1930165"/>
                  </a:lnTo>
                  <a:lnTo>
                    <a:pt x="1356000" y="1956674"/>
                  </a:lnTo>
                  <a:close/>
                  <a:moveTo>
                    <a:pt x="792541" y="1137481"/>
                  </a:moveTo>
                  <a:lnTo>
                    <a:pt x="801167" y="1144762"/>
                  </a:lnTo>
                  <a:lnTo>
                    <a:pt x="847454" y="1193563"/>
                  </a:lnTo>
                  <a:close/>
                  <a:moveTo>
                    <a:pt x="724666" y="1091938"/>
                  </a:moveTo>
                  <a:lnTo>
                    <a:pt x="716418" y="1137474"/>
                  </a:lnTo>
                  <a:lnTo>
                    <a:pt x="792541" y="1137481"/>
                  </a:lnTo>
                  <a:close/>
                  <a:moveTo>
                    <a:pt x="715846" y="1029948"/>
                  </a:moveTo>
                  <a:lnTo>
                    <a:pt x="685143" y="1060321"/>
                  </a:lnTo>
                  <a:lnTo>
                    <a:pt x="722116" y="1031268"/>
                  </a:lnTo>
                  <a:close/>
                  <a:moveTo>
                    <a:pt x="577128" y="947690"/>
                  </a:moveTo>
                  <a:lnTo>
                    <a:pt x="540751" y="939282"/>
                  </a:lnTo>
                  <a:lnTo>
                    <a:pt x="536246" y="987870"/>
                  </a:lnTo>
                  <a:close/>
                  <a:moveTo>
                    <a:pt x="521904" y="899432"/>
                  </a:moveTo>
                  <a:lnTo>
                    <a:pt x="593933" y="893978"/>
                  </a:lnTo>
                  <a:lnTo>
                    <a:pt x="552571" y="875339"/>
                  </a:lnTo>
                  <a:close/>
                  <a:moveTo>
                    <a:pt x="232535" y="535984"/>
                  </a:moveTo>
                  <a:lnTo>
                    <a:pt x="236627" y="538676"/>
                  </a:lnTo>
                  <a:lnTo>
                    <a:pt x="228453" y="535793"/>
                  </a:lnTo>
                  <a:close/>
                  <a:moveTo>
                    <a:pt x="1433272" y="1899561"/>
                  </a:moveTo>
                  <a:lnTo>
                    <a:pt x="1382308" y="1903012"/>
                  </a:lnTo>
                  <a:lnTo>
                    <a:pt x="1382799" y="1921969"/>
                  </a:lnTo>
                  <a:close/>
                  <a:moveTo>
                    <a:pt x="1382308" y="1903012"/>
                  </a:moveTo>
                  <a:lnTo>
                    <a:pt x="1433272" y="1899561"/>
                  </a:lnTo>
                  <a:lnTo>
                    <a:pt x="1425837" y="1842863"/>
                  </a:lnTo>
                  <a:close/>
                  <a:moveTo>
                    <a:pt x="1190918" y="1553914"/>
                  </a:moveTo>
                  <a:lnTo>
                    <a:pt x="1155084" y="1534594"/>
                  </a:lnTo>
                  <a:lnTo>
                    <a:pt x="1176598" y="1545314"/>
                  </a:lnTo>
                  <a:close/>
                  <a:moveTo>
                    <a:pt x="1224522" y="1544654"/>
                  </a:moveTo>
                  <a:lnTo>
                    <a:pt x="1176386" y="1539359"/>
                  </a:lnTo>
                  <a:lnTo>
                    <a:pt x="1190918" y="1553914"/>
                  </a:lnTo>
                  <a:close/>
                  <a:moveTo>
                    <a:pt x="1176598" y="1545314"/>
                  </a:moveTo>
                  <a:lnTo>
                    <a:pt x="1155084" y="1534594"/>
                  </a:lnTo>
                  <a:lnTo>
                    <a:pt x="1141572" y="1493778"/>
                  </a:lnTo>
                  <a:close/>
                  <a:moveTo>
                    <a:pt x="1224522" y="1544654"/>
                  </a:moveTo>
                  <a:lnTo>
                    <a:pt x="1190918" y="1553914"/>
                  </a:lnTo>
                  <a:lnTo>
                    <a:pt x="1277316" y="1567366"/>
                  </a:lnTo>
                  <a:close/>
                  <a:moveTo>
                    <a:pt x="1125850" y="1485313"/>
                  </a:moveTo>
                  <a:lnTo>
                    <a:pt x="1141572" y="1493778"/>
                  </a:lnTo>
                  <a:lnTo>
                    <a:pt x="1153771" y="1454805"/>
                  </a:lnTo>
                  <a:close/>
                  <a:moveTo>
                    <a:pt x="1136006" y="1418147"/>
                  </a:moveTo>
                  <a:lnTo>
                    <a:pt x="1125850" y="1485313"/>
                  </a:lnTo>
                  <a:lnTo>
                    <a:pt x="1153771" y="1454805"/>
                  </a:lnTo>
                  <a:close/>
                  <a:moveTo>
                    <a:pt x="830677" y="1169220"/>
                  </a:moveTo>
                  <a:lnTo>
                    <a:pt x="848587" y="1184558"/>
                  </a:lnTo>
                  <a:lnTo>
                    <a:pt x="801167" y="1144762"/>
                  </a:lnTo>
                  <a:close/>
                  <a:moveTo>
                    <a:pt x="686354" y="1022359"/>
                  </a:moveTo>
                  <a:lnTo>
                    <a:pt x="685143" y="1060321"/>
                  </a:lnTo>
                  <a:lnTo>
                    <a:pt x="715846" y="1029948"/>
                  </a:lnTo>
                  <a:close/>
                  <a:moveTo>
                    <a:pt x="649839" y="863817"/>
                  </a:moveTo>
                  <a:lnTo>
                    <a:pt x="593933" y="893978"/>
                  </a:lnTo>
                  <a:lnTo>
                    <a:pt x="648781" y="924370"/>
                  </a:lnTo>
                  <a:close/>
                  <a:moveTo>
                    <a:pt x="649839" y="863817"/>
                  </a:moveTo>
                  <a:lnTo>
                    <a:pt x="600621" y="865848"/>
                  </a:lnTo>
                  <a:lnTo>
                    <a:pt x="593933" y="893978"/>
                  </a:lnTo>
                  <a:close/>
                  <a:moveTo>
                    <a:pt x="600621" y="865848"/>
                  </a:moveTo>
                  <a:lnTo>
                    <a:pt x="640026" y="809052"/>
                  </a:lnTo>
                  <a:lnTo>
                    <a:pt x="597150" y="805927"/>
                  </a:lnTo>
                  <a:close/>
                  <a:moveTo>
                    <a:pt x="560275" y="799708"/>
                  </a:moveTo>
                  <a:lnTo>
                    <a:pt x="597150" y="805927"/>
                  </a:lnTo>
                  <a:lnTo>
                    <a:pt x="541393" y="750531"/>
                  </a:lnTo>
                  <a:close/>
                  <a:moveTo>
                    <a:pt x="1159323" y="1475562"/>
                  </a:moveTo>
                  <a:lnTo>
                    <a:pt x="1155084" y="1534594"/>
                  </a:lnTo>
                  <a:lnTo>
                    <a:pt x="1146030" y="1521220"/>
                  </a:lnTo>
                  <a:close/>
                  <a:moveTo>
                    <a:pt x="1490663" y="1765400"/>
                  </a:moveTo>
                  <a:lnTo>
                    <a:pt x="1432393" y="1774790"/>
                  </a:lnTo>
                  <a:lnTo>
                    <a:pt x="1431392" y="1794077"/>
                  </a:lnTo>
                  <a:close/>
                  <a:moveTo>
                    <a:pt x="1339415" y="1561426"/>
                  </a:moveTo>
                  <a:lnTo>
                    <a:pt x="1277316" y="1567366"/>
                  </a:lnTo>
                  <a:lnTo>
                    <a:pt x="1288191" y="1572757"/>
                  </a:lnTo>
                  <a:close/>
                  <a:moveTo>
                    <a:pt x="1285603" y="1504449"/>
                  </a:moveTo>
                  <a:lnTo>
                    <a:pt x="1277316" y="1567366"/>
                  </a:lnTo>
                  <a:lnTo>
                    <a:pt x="1339415" y="1561426"/>
                  </a:lnTo>
                  <a:close/>
                  <a:moveTo>
                    <a:pt x="1231638" y="1510340"/>
                  </a:moveTo>
                  <a:lnTo>
                    <a:pt x="1176386" y="1539359"/>
                  </a:lnTo>
                  <a:lnTo>
                    <a:pt x="1224522" y="1544654"/>
                  </a:lnTo>
                  <a:close/>
                  <a:moveTo>
                    <a:pt x="1285603" y="1504449"/>
                  </a:moveTo>
                  <a:lnTo>
                    <a:pt x="1224522" y="1544654"/>
                  </a:lnTo>
                  <a:lnTo>
                    <a:pt x="1277316" y="1567366"/>
                  </a:lnTo>
                  <a:close/>
                  <a:moveTo>
                    <a:pt x="1285603" y="1504449"/>
                  </a:moveTo>
                  <a:lnTo>
                    <a:pt x="1231638" y="1510340"/>
                  </a:lnTo>
                  <a:lnTo>
                    <a:pt x="1224522" y="1544654"/>
                  </a:lnTo>
                  <a:close/>
                  <a:moveTo>
                    <a:pt x="1136006" y="1418147"/>
                  </a:moveTo>
                  <a:lnTo>
                    <a:pt x="1153771" y="1454805"/>
                  </a:lnTo>
                  <a:lnTo>
                    <a:pt x="1151430" y="1412079"/>
                  </a:lnTo>
                  <a:close/>
                  <a:moveTo>
                    <a:pt x="1136006" y="1418147"/>
                  </a:moveTo>
                  <a:lnTo>
                    <a:pt x="1151430" y="1412079"/>
                  </a:lnTo>
                  <a:lnTo>
                    <a:pt x="1155531" y="1342517"/>
                  </a:lnTo>
                  <a:close/>
                  <a:moveTo>
                    <a:pt x="1151430" y="1412079"/>
                  </a:moveTo>
                  <a:lnTo>
                    <a:pt x="1153771" y="1454805"/>
                  </a:lnTo>
                  <a:lnTo>
                    <a:pt x="1160986" y="1418147"/>
                  </a:lnTo>
                  <a:close/>
                  <a:moveTo>
                    <a:pt x="1151430" y="1412079"/>
                  </a:moveTo>
                  <a:lnTo>
                    <a:pt x="1160986" y="1418147"/>
                  </a:lnTo>
                  <a:lnTo>
                    <a:pt x="1162829" y="1353772"/>
                  </a:lnTo>
                  <a:close/>
                  <a:moveTo>
                    <a:pt x="729316" y="837186"/>
                  </a:moveTo>
                  <a:lnTo>
                    <a:pt x="748747" y="853650"/>
                  </a:lnTo>
                  <a:lnTo>
                    <a:pt x="745703" y="902781"/>
                  </a:lnTo>
                  <a:close/>
                  <a:moveTo>
                    <a:pt x="1558023" y="1685877"/>
                  </a:moveTo>
                  <a:lnTo>
                    <a:pt x="1499732" y="1740012"/>
                  </a:lnTo>
                  <a:lnTo>
                    <a:pt x="1547520" y="1744007"/>
                  </a:lnTo>
                  <a:close/>
                  <a:moveTo>
                    <a:pt x="1547520" y="1744007"/>
                  </a:moveTo>
                  <a:lnTo>
                    <a:pt x="1596585" y="1679179"/>
                  </a:lnTo>
                  <a:lnTo>
                    <a:pt x="1558023" y="1685877"/>
                  </a:lnTo>
                  <a:close/>
                  <a:moveTo>
                    <a:pt x="1271659" y="1369959"/>
                  </a:moveTo>
                  <a:lnTo>
                    <a:pt x="1268610" y="1399916"/>
                  </a:lnTo>
                  <a:lnTo>
                    <a:pt x="1300900" y="1385745"/>
                  </a:lnTo>
                  <a:close/>
                  <a:moveTo>
                    <a:pt x="1271659" y="1369959"/>
                  </a:moveTo>
                  <a:lnTo>
                    <a:pt x="1242962" y="1343801"/>
                  </a:lnTo>
                  <a:lnTo>
                    <a:pt x="1217605" y="1383893"/>
                  </a:lnTo>
                  <a:close/>
                  <a:moveTo>
                    <a:pt x="1059601" y="1072296"/>
                  </a:moveTo>
                  <a:lnTo>
                    <a:pt x="1048740" y="1018382"/>
                  </a:lnTo>
                  <a:lnTo>
                    <a:pt x="1017504" y="1068537"/>
                  </a:lnTo>
                  <a:close/>
                  <a:moveTo>
                    <a:pt x="758226" y="724077"/>
                  </a:moveTo>
                  <a:lnTo>
                    <a:pt x="777107" y="773572"/>
                  </a:lnTo>
                  <a:lnTo>
                    <a:pt x="746339" y="709747"/>
                  </a:lnTo>
                  <a:close/>
                  <a:moveTo>
                    <a:pt x="1596585" y="1679179"/>
                  </a:moveTo>
                  <a:lnTo>
                    <a:pt x="1616217" y="1691276"/>
                  </a:lnTo>
                  <a:lnTo>
                    <a:pt x="1620630" y="1672960"/>
                  </a:lnTo>
                  <a:close/>
                  <a:moveTo>
                    <a:pt x="1271659" y="1369959"/>
                  </a:moveTo>
                  <a:lnTo>
                    <a:pt x="1300900" y="1385745"/>
                  </a:lnTo>
                  <a:lnTo>
                    <a:pt x="1309546" y="1359498"/>
                  </a:lnTo>
                  <a:close/>
                  <a:moveTo>
                    <a:pt x="1363207" y="1353855"/>
                  </a:moveTo>
                  <a:lnTo>
                    <a:pt x="1309546" y="1359498"/>
                  </a:lnTo>
                  <a:lnTo>
                    <a:pt x="1300900" y="1385745"/>
                  </a:lnTo>
                  <a:close/>
                  <a:moveTo>
                    <a:pt x="1363207" y="1353855"/>
                  </a:moveTo>
                  <a:lnTo>
                    <a:pt x="1304652" y="1300734"/>
                  </a:lnTo>
                  <a:lnTo>
                    <a:pt x="1309546" y="1359498"/>
                  </a:lnTo>
                  <a:close/>
                  <a:moveTo>
                    <a:pt x="1254177" y="1303787"/>
                  </a:moveTo>
                  <a:lnTo>
                    <a:pt x="1304652" y="1300734"/>
                  </a:lnTo>
                  <a:lnTo>
                    <a:pt x="1276296" y="1293756"/>
                  </a:lnTo>
                  <a:close/>
                  <a:moveTo>
                    <a:pt x="1629149" y="1603549"/>
                  </a:moveTo>
                  <a:lnTo>
                    <a:pt x="1692163" y="1652788"/>
                  </a:lnTo>
                  <a:lnTo>
                    <a:pt x="1695462" y="1587362"/>
                  </a:lnTo>
                  <a:close/>
                  <a:moveTo>
                    <a:pt x="868729" y="674325"/>
                  </a:moveTo>
                  <a:lnTo>
                    <a:pt x="840219" y="600259"/>
                  </a:lnTo>
                  <a:lnTo>
                    <a:pt x="834395" y="601512"/>
                  </a:lnTo>
                  <a:close/>
                  <a:moveTo>
                    <a:pt x="948769" y="584492"/>
                  </a:moveTo>
                  <a:lnTo>
                    <a:pt x="891204" y="632218"/>
                  </a:lnTo>
                  <a:lnTo>
                    <a:pt x="939113" y="636667"/>
                  </a:lnTo>
                  <a:close/>
                  <a:moveTo>
                    <a:pt x="948769" y="584492"/>
                  </a:moveTo>
                  <a:lnTo>
                    <a:pt x="905453" y="581726"/>
                  </a:lnTo>
                  <a:lnTo>
                    <a:pt x="891204" y="632218"/>
                  </a:lnTo>
                  <a:close/>
                  <a:moveTo>
                    <a:pt x="989283" y="576165"/>
                  </a:moveTo>
                  <a:lnTo>
                    <a:pt x="948769" y="584492"/>
                  </a:lnTo>
                  <a:lnTo>
                    <a:pt x="939113" y="636667"/>
                  </a:lnTo>
                  <a:close/>
                  <a:moveTo>
                    <a:pt x="710422" y="287861"/>
                  </a:moveTo>
                  <a:lnTo>
                    <a:pt x="677752" y="276439"/>
                  </a:lnTo>
                  <a:lnTo>
                    <a:pt x="747337" y="308780"/>
                  </a:lnTo>
                  <a:close/>
                  <a:moveTo>
                    <a:pt x="1258288" y="773741"/>
                  </a:moveTo>
                  <a:lnTo>
                    <a:pt x="1284381" y="784386"/>
                  </a:lnTo>
                  <a:lnTo>
                    <a:pt x="1317538" y="809754"/>
                  </a:lnTo>
                  <a:close/>
                  <a:moveTo>
                    <a:pt x="1088956" y="679239"/>
                  </a:moveTo>
                  <a:lnTo>
                    <a:pt x="1119758" y="692915"/>
                  </a:lnTo>
                  <a:lnTo>
                    <a:pt x="1093026" y="668664"/>
                  </a:lnTo>
                  <a:close/>
                  <a:moveTo>
                    <a:pt x="1120088" y="709406"/>
                  </a:moveTo>
                  <a:lnTo>
                    <a:pt x="1160854" y="714247"/>
                  </a:lnTo>
                  <a:lnTo>
                    <a:pt x="1088956" y="679239"/>
                  </a:lnTo>
                  <a:close/>
                  <a:moveTo>
                    <a:pt x="1016672" y="504527"/>
                  </a:moveTo>
                  <a:lnTo>
                    <a:pt x="961934" y="511046"/>
                  </a:lnTo>
                  <a:lnTo>
                    <a:pt x="989283" y="576165"/>
                  </a:lnTo>
                  <a:close/>
                  <a:moveTo>
                    <a:pt x="989283" y="576165"/>
                  </a:moveTo>
                  <a:lnTo>
                    <a:pt x="961934" y="511046"/>
                  </a:lnTo>
                  <a:lnTo>
                    <a:pt x="947884" y="534563"/>
                  </a:lnTo>
                  <a:close/>
                  <a:moveTo>
                    <a:pt x="978590" y="514466"/>
                  </a:moveTo>
                  <a:lnTo>
                    <a:pt x="1023968" y="509451"/>
                  </a:lnTo>
                  <a:lnTo>
                    <a:pt x="989283" y="576165"/>
                  </a:lnTo>
                  <a:close/>
                  <a:moveTo>
                    <a:pt x="961934" y="511046"/>
                  </a:moveTo>
                  <a:lnTo>
                    <a:pt x="979773" y="479110"/>
                  </a:lnTo>
                  <a:lnTo>
                    <a:pt x="940141" y="505612"/>
                  </a:lnTo>
                  <a:close/>
                  <a:moveTo>
                    <a:pt x="961934" y="511046"/>
                  </a:moveTo>
                  <a:lnTo>
                    <a:pt x="1016672" y="504527"/>
                  </a:lnTo>
                  <a:lnTo>
                    <a:pt x="979773" y="479110"/>
                  </a:lnTo>
                  <a:close/>
                  <a:moveTo>
                    <a:pt x="1058638" y="508392"/>
                  </a:moveTo>
                  <a:lnTo>
                    <a:pt x="1016672" y="504527"/>
                  </a:lnTo>
                  <a:lnTo>
                    <a:pt x="1073217" y="518908"/>
                  </a:lnTo>
                  <a:close/>
                  <a:moveTo>
                    <a:pt x="1016672" y="504527"/>
                  </a:moveTo>
                  <a:lnTo>
                    <a:pt x="1023968" y="509451"/>
                  </a:lnTo>
                  <a:lnTo>
                    <a:pt x="1073217" y="518908"/>
                  </a:lnTo>
                  <a:close/>
                  <a:moveTo>
                    <a:pt x="798578" y="316916"/>
                  </a:moveTo>
                  <a:lnTo>
                    <a:pt x="828247" y="355539"/>
                  </a:lnTo>
                  <a:lnTo>
                    <a:pt x="851004" y="312277"/>
                  </a:lnTo>
                  <a:close/>
                  <a:moveTo>
                    <a:pt x="754142" y="315060"/>
                  </a:moveTo>
                  <a:lnTo>
                    <a:pt x="828247" y="355539"/>
                  </a:lnTo>
                  <a:lnTo>
                    <a:pt x="798578" y="316916"/>
                  </a:lnTo>
                  <a:close/>
                  <a:moveTo>
                    <a:pt x="754142" y="315060"/>
                  </a:moveTo>
                  <a:lnTo>
                    <a:pt x="794642" y="310966"/>
                  </a:lnTo>
                  <a:lnTo>
                    <a:pt x="747337" y="308780"/>
                  </a:lnTo>
                  <a:close/>
                  <a:moveTo>
                    <a:pt x="1396612" y="950240"/>
                  </a:moveTo>
                  <a:lnTo>
                    <a:pt x="1440168" y="952812"/>
                  </a:lnTo>
                  <a:lnTo>
                    <a:pt x="1417374" y="932271"/>
                  </a:lnTo>
                  <a:close/>
                  <a:moveTo>
                    <a:pt x="1440168" y="952812"/>
                  </a:moveTo>
                  <a:lnTo>
                    <a:pt x="1472644" y="964236"/>
                  </a:lnTo>
                  <a:lnTo>
                    <a:pt x="1417374" y="932271"/>
                  </a:lnTo>
                  <a:close/>
                  <a:moveTo>
                    <a:pt x="978332" y="270294"/>
                  </a:moveTo>
                  <a:lnTo>
                    <a:pt x="945595" y="294388"/>
                  </a:lnTo>
                  <a:lnTo>
                    <a:pt x="978091" y="321831"/>
                  </a:lnTo>
                  <a:close/>
                  <a:moveTo>
                    <a:pt x="949446" y="218758"/>
                  </a:moveTo>
                  <a:lnTo>
                    <a:pt x="945595" y="294388"/>
                  </a:lnTo>
                  <a:lnTo>
                    <a:pt x="978332" y="270294"/>
                  </a:lnTo>
                  <a:close/>
                  <a:moveTo>
                    <a:pt x="1148584" y="491113"/>
                  </a:moveTo>
                  <a:lnTo>
                    <a:pt x="1112416" y="476441"/>
                  </a:lnTo>
                  <a:lnTo>
                    <a:pt x="1181470" y="479168"/>
                  </a:lnTo>
                  <a:close/>
                  <a:moveTo>
                    <a:pt x="978332" y="270294"/>
                  </a:moveTo>
                  <a:lnTo>
                    <a:pt x="977554" y="240792"/>
                  </a:lnTo>
                  <a:lnTo>
                    <a:pt x="994420" y="194664"/>
                  </a:lnTo>
                  <a:close/>
                  <a:moveTo>
                    <a:pt x="978332" y="270294"/>
                  </a:moveTo>
                  <a:lnTo>
                    <a:pt x="994420" y="194664"/>
                  </a:lnTo>
                  <a:lnTo>
                    <a:pt x="949446" y="218758"/>
                  </a:lnTo>
                  <a:close/>
                  <a:moveTo>
                    <a:pt x="949446" y="218758"/>
                  </a:moveTo>
                  <a:lnTo>
                    <a:pt x="994420" y="194664"/>
                  </a:lnTo>
                  <a:lnTo>
                    <a:pt x="931408" y="203161"/>
                  </a:lnTo>
                  <a:close/>
                  <a:moveTo>
                    <a:pt x="1363469" y="531326"/>
                  </a:moveTo>
                  <a:lnTo>
                    <a:pt x="1322938" y="479789"/>
                  </a:lnTo>
                  <a:lnTo>
                    <a:pt x="1311137" y="542548"/>
                  </a:lnTo>
                  <a:close/>
                  <a:moveTo>
                    <a:pt x="1124841" y="297737"/>
                  </a:moveTo>
                  <a:lnTo>
                    <a:pt x="1104467" y="282906"/>
                  </a:lnTo>
                  <a:lnTo>
                    <a:pt x="1134133" y="302186"/>
                  </a:lnTo>
                  <a:close/>
                  <a:moveTo>
                    <a:pt x="1134133" y="302186"/>
                  </a:moveTo>
                  <a:lnTo>
                    <a:pt x="1104467" y="282906"/>
                  </a:lnTo>
                  <a:lnTo>
                    <a:pt x="1123611" y="302622"/>
                  </a:lnTo>
                  <a:close/>
                  <a:moveTo>
                    <a:pt x="1079850" y="240176"/>
                  </a:moveTo>
                  <a:lnTo>
                    <a:pt x="1124841" y="297737"/>
                  </a:lnTo>
                  <a:lnTo>
                    <a:pt x="1087425" y="246200"/>
                  </a:lnTo>
                  <a:close/>
                  <a:moveTo>
                    <a:pt x="1041043" y="168588"/>
                  </a:moveTo>
                  <a:lnTo>
                    <a:pt x="1037824" y="173617"/>
                  </a:lnTo>
                  <a:lnTo>
                    <a:pt x="1056268" y="185737"/>
                  </a:lnTo>
                  <a:close/>
                  <a:moveTo>
                    <a:pt x="1183923" y="168788"/>
                  </a:moveTo>
                  <a:lnTo>
                    <a:pt x="1222354" y="187552"/>
                  </a:lnTo>
                  <a:lnTo>
                    <a:pt x="1150132" y="158278"/>
                  </a:lnTo>
                  <a:close/>
                  <a:moveTo>
                    <a:pt x="1285747" y="173919"/>
                  </a:moveTo>
                  <a:lnTo>
                    <a:pt x="1244433" y="135202"/>
                  </a:lnTo>
                  <a:lnTo>
                    <a:pt x="1222354" y="187552"/>
                  </a:lnTo>
                  <a:close/>
                  <a:moveTo>
                    <a:pt x="1222354" y="187552"/>
                  </a:moveTo>
                  <a:lnTo>
                    <a:pt x="1244433" y="135202"/>
                  </a:lnTo>
                  <a:lnTo>
                    <a:pt x="1166116" y="151962"/>
                  </a:lnTo>
                  <a:close/>
                  <a:moveTo>
                    <a:pt x="1237187" y="0"/>
                  </a:moveTo>
                  <a:lnTo>
                    <a:pt x="1291057" y="46751"/>
                  </a:lnTo>
                  <a:lnTo>
                    <a:pt x="1299911" y="497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74" name="Output_density__4273">
              <a:extLst>
                <a:ext uri="{FF2B5EF4-FFF2-40B4-BE49-F238E27FC236}">
                  <a16:creationId xmlns:a16="http://schemas.microsoft.com/office/drawing/2014/main" id="{F9A3C086-83D7-FB0E-385E-72AB5565C1E5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10993"/>
              <a:ext cx="1665552" cy="1957001"/>
            </a:xfrm>
            <a:custGeom>
              <a:avLst/>
              <a:gdLst/>
              <a:ahLst/>
              <a:cxnLst/>
              <a:rect l="0" t="0" r="0" b="0"/>
              <a:pathLst>
                <a:path w="1665552" h="1957001">
                  <a:moveTo>
                    <a:pt x="430319" y="1662435"/>
                  </a:moveTo>
                  <a:lnTo>
                    <a:pt x="482722" y="1696648"/>
                  </a:lnTo>
                  <a:lnTo>
                    <a:pt x="501096" y="1640058"/>
                  </a:lnTo>
                  <a:close/>
                  <a:moveTo>
                    <a:pt x="482722" y="1696648"/>
                  </a:moveTo>
                  <a:lnTo>
                    <a:pt x="511608" y="1638341"/>
                  </a:lnTo>
                  <a:lnTo>
                    <a:pt x="501096" y="1640058"/>
                  </a:lnTo>
                  <a:close/>
                  <a:moveTo>
                    <a:pt x="552885" y="1649400"/>
                  </a:moveTo>
                  <a:lnTo>
                    <a:pt x="511608" y="1638341"/>
                  </a:lnTo>
                  <a:lnTo>
                    <a:pt x="482722" y="1696648"/>
                  </a:lnTo>
                  <a:close/>
                  <a:moveTo>
                    <a:pt x="414077" y="1586805"/>
                  </a:moveTo>
                  <a:lnTo>
                    <a:pt x="369531" y="1545568"/>
                  </a:lnTo>
                  <a:lnTo>
                    <a:pt x="373102" y="1559362"/>
                  </a:lnTo>
                  <a:close/>
                  <a:moveTo>
                    <a:pt x="341771" y="1519007"/>
                  </a:moveTo>
                  <a:lnTo>
                    <a:pt x="373102" y="1559362"/>
                  </a:lnTo>
                  <a:lnTo>
                    <a:pt x="369531" y="1545568"/>
                  </a:lnTo>
                  <a:close/>
                  <a:moveTo>
                    <a:pt x="502039" y="1576549"/>
                  </a:moveTo>
                  <a:lnTo>
                    <a:pt x="456870" y="1575288"/>
                  </a:lnTo>
                  <a:lnTo>
                    <a:pt x="450278" y="1615123"/>
                  </a:lnTo>
                  <a:close/>
                  <a:moveTo>
                    <a:pt x="502039" y="1576549"/>
                  </a:moveTo>
                  <a:lnTo>
                    <a:pt x="508078" y="1521648"/>
                  </a:lnTo>
                  <a:lnTo>
                    <a:pt x="463333" y="1529033"/>
                  </a:lnTo>
                  <a:close/>
                  <a:moveTo>
                    <a:pt x="308971" y="1301253"/>
                  </a:moveTo>
                  <a:lnTo>
                    <a:pt x="266856" y="1277345"/>
                  </a:lnTo>
                  <a:lnTo>
                    <a:pt x="342730" y="1305028"/>
                  </a:lnTo>
                  <a:close/>
                  <a:moveTo>
                    <a:pt x="266986" y="1279176"/>
                  </a:moveTo>
                  <a:lnTo>
                    <a:pt x="304054" y="1309846"/>
                  </a:lnTo>
                  <a:lnTo>
                    <a:pt x="342730" y="1305028"/>
                  </a:lnTo>
                  <a:close/>
                  <a:moveTo>
                    <a:pt x="562" y="981767"/>
                  </a:moveTo>
                  <a:lnTo>
                    <a:pt x="27763" y="944272"/>
                  </a:lnTo>
                  <a:lnTo>
                    <a:pt x="23621" y="946704"/>
                  </a:lnTo>
                  <a:close/>
                  <a:moveTo>
                    <a:pt x="612872" y="1538617"/>
                  </a:moveTo>
                  <a:lnTo>
                    <a:pt x="586277" y="1562711"/>
                  </a:lnTo>
                  <a:lnTo>
                    <a:pt x="617367" y="1580910"/>
                  </a:lnTo>
                  <a:close/>
                  <a:moveTo>
                    <a:pt x="555930" y="1511174"/>
                  </a:moveTo>
                  <a:lnTo>
                    <a:pt x="612872" y="1538617"/>
                  </a:lnTo>
                  <a:lnTo>
                    <a:pt x="622295" y="1487080"/>
                  </a:lnTo>
                  <a:close/>
                  <a:moveTo>
                    <a:pt x="512893" y="1504982"/>
                  </a:moveTo>
                  <a:lnTo>
                    <a:pt x="508078" y="1521648"/>
                  </a:lnTo>
                  <a:lnTo>
                    <a:pt x="539898" y="1511174"/>
                  </a:lnTo>
                  <a:close/>
                  <a:moveTo>
                    <a:pt x="525133" y="1450514"/>
                  </a:moveTo>
                  <a:lnTo>
                    <a:pt x="560346" y="1441643"/>
                  </a:lnTo>
                  <a:lnTo>
                    <a:pt x="556076" y="1435544"/>
                  </a:lnTo>
                  <a:close/>
                  <a:moveTo>
                    <a:pt x="512893" y="1504982"/>
                  </a:moveTo>
                  <a:lnTo>
                    <a:pt x="548839" y="1499371"/>
                  </a:lnTo>
                  <a:lnTo>
                    <a:pt x="525133" y="1450514"/>
                  </a:lnTo>
                  <a:close/>
                  <a:moveTo>
                    <a:pt x="61828" y="868641"/>
                  </a:moveTo>
                  <a:lnTo>
                    <a:pt x="13903" y="829120"/>
                  </a:lnTo>
                  <a:lnTo>
                    <a:pt x="0" y="841198"/>
                  </a:lnTo>
                  <a:close/>
                  <a:moveTo>
                    <a:pt x="17335" y="774680"/>
                  </a:moveTo>
                  <a:lnTo>
                    <a:pt x="67220" y="786516"/>
                  </a:lnTo>
                  <a:lnTo>
                    <a:pt x="0" y="841198"/>
                  </a:lnTo>
                  <a:close/>
                  <a:moveTo>
                    <a:pt x="51415" y="773862"/>
                  </a:moveTo>
                  <a:lnTo>
                    <a:pt x="57674" y="750826"/>
                  </a:lnTo>
                  <a:lnTo>
                    <a:pt x="14863" y="765438"/>
                  </a:lnTo>
                  <a:close/>
                  <a:moveTo>
                    <a:pt x="570650" y="1435544"/>
                  </a:moveTo>
                  <a:lnTo>
                    <a:pt x="622295" y="1487080"/>
                  </a:lnTo>
                  <a:lnTo>
                    <a:pt x="570213" y="1433621"/>
                  </a:lnTo>
                  <a:close/>
                  <a:moveTo>
                    <a:pt x="593774" y="1384007"/>
                  </a:moveTo>
                  <a:lnTo>
                    <a:pt x="570650" y="1435544"/>
                  </a:lnTo>
                  <a:lnTo>
                    <a:pt x="562400" y="1377230"/>
                  </a:lnTo>
                  <a:close/>
                  <a:moveTo>
                    <a:pt x="182649" y="908509"/>
                  </a:moveTo>
                  <a:lnTo>
                    <a:pt x="184376" y="920178"/>
                  </a:lnTo>
                  <a:lnTo>
                    <a:pt x="164984" y="907743"/>
                  </a:lnTo>
                  <a:close/>
                  <a:moveTo>
                    <a:pt x="81637" y="705519"/>
                  </a:moveTo>
                  <a:lnTo>
                    <a:pt x="14863" y="765438"/>
                  </a:lnTo>
                  <a:lnTo>
                    <a:pt x="57674" y="750826"/>
                  </a:lnTo>
                  <a:close/>
                  <a:moveTo>
                    <a:pt x="1198216" y="1954258"/>
                  </a:moveTo>
                  <a:lnTo>
                    <a:pt x="1161219" y="1947069"/>
                  </a:lnTo>
                  <a:lnTo>
                    <a:pt x="1195850" y="1957001"/>
                  </a:lnTo>
                  <a:close/>
                  <a:moveTo>
                    <a:pt x="81637" y="705519"/>
                  </a:moveTo>
                  <a:lnTo>
                    <a:pt x="86202" y="682838"/>
                  </a:lnTo>
                  <a:lnTo>
                    <a:pt x="56595" y="741474"/>
                  </a:lnTo>
                  <a:close/>
                  <a:moveTo>
                    <a:pt x="54540" y="604207"/>
                  </a:moveTo>
                  <a:lnTo>
                    <a:pt x="88403" y="614307"/>
                  </a:lnTo>
                  <a:lnTo>
                    <a:pt x="86943" y="619493"/>
                  </a:lnTo>
                  <a:close/>
                  <a:moveTo>
                    <a:pt x="1222617" y="1954258"/>
                  </a:moveTo>
                  <a:lnTo>
                    <a:pt x="1199611" y="1955710"/>
                  </a:lnTo>
                  <a:lnTo>
                    <a:pt x="1195850" y="1957001"/>
                  </a:lnTo>
                  <a:close/>
                  <a:moveTo>
                    <a:pt x="1200621" y="1953122"/>
                  </a:moveTo>
                  <a:lnTo>
                    <a:pt x="1199611" y="1955710"/>
                  </a:lnTo>
                  <a:lnTo>
                    <a:pt x="1222617" y="1954258"/>
                  </a:lnTo>
                  <a:close/>
                  <a:moveTo>
                    <a:pt x="1205887" y="1886098"/>
                  </a:moveTo>
                  <a:lnTo>
                    <a:pt x="1229537" y="1902722"/>
                  </a:lnTo>
                  <a:lnTo>
                    <a:pt x="1193041" y="1833799"/>
                  </a:lnTo>
                  <a:close/>
                  <a:moveTo>
                    <a:pt x="801914" y="1381949"/>
                  </a:moveTo>
                  <a:lnTo>
                    <a:pt x="838891" y="1367119"/>
                  </a:lnTo>
                  <a:lnTo>
                    <a:pt x="824484" y="1363262"/>
                  </a:lnTo>
                  <a:close/>
                  <a:moveTo>
                    <a:pt x="824484" y="1363262"/>
                  </a:moveTo>
                  <a:lnTo>
                    <a:pt x="838891" y="1367119"/>
                  </a:lnTo>
                  <a:lnTo>
                    <a:pt x="837157" y="1339038"/>
                  </a:lnTo>
                  <a:close/>
                  <a:moveTo>
                    <a:pt x="506297" y="1008402"/>
                  </a:moveTo>
                  <a:lnTo>
                    <a:pt x="541908" y="1017433"/>
                  </a:lnTo>
                  <a:lnTo>
                    <a:pt x="509635" y="987870"/>
                  </a:lnTo>
                  <a:close/>
                  <a:moveTo>
                    <a:pt x="541908" y="1017433"/>
                  </a:moveTo>
                  <a:lnTo>
                    <a:pt x="549637" y="962757"/>
                  </a:lnTo>
                  <a:lnTo>
                    <a:pt x="509635" y="987870"/>
                  </a:lnTo>
                  <a:close/>
                  <a:moveTo>
                    <a:pt x="265520" y="773872"/>
                  </a:moveTo>
                  <a:lnTo>
                    <a:pt x="271106" y="768917"/>
                  </a:lnTo>
                  <a:lnTo>
                    <a:pt x="244894" y="755274"/>
                  </a:lnTo>
                  <a:close/>
                  <a:moveTo>
                    <a:pt x="97649" y="614307"/>
                  </a:moveTo>
                  <a:lnTo>
                    <a:pt x="133540" y="665843"/>
                  </a:lnTo>
                  <a:lnTo>
                    <a:pt x="96803" y="611477"/>
                  </a:lnTo>
                  <a:close/>
                  <a:moveTo>
                    <a:pt x="1356188" y="1921969"/>
                  </a:moveTo>
                  <a:lnTo>
                    <a:pt x="1329389" y="1956674"/>
                  </a:lnTo>
                  <a:lnTo>
                    <a:pt x="1407475" y="1939048"/>
                  </a:lnTo>
                  <a:close/>
                  <a:moveTo>
                    <a:pt x="838143" y="1304985"/>
                  </a:moveTo>
                  <a:lnTo>
                    <a:pt x="824484" y="1363262"/>
                  </a:lnTo>
                  <a:lnTo>
                    <a:pt x="837157" y="1339038"/>
                  </a:lnTo>
                  <a:close/>
                  <a:moveTo>
                    <a:pt x="805865" y="1355987"/>
                  </a:moveTo>
                  <a:lnTo>
                    <a:pt x="824484" y="1363262"/>
                  </a:lnTo>
                  <a:lnTo>
                    <a:pt x="838143" y="1304985"/>
                  </a:lnTo>
                  <a:close/>
                  <a:moveTo>
                    <a:pt x="800574" y="1297545"/>
                  </a:moveTo>
                  <a:lnTo>
                    <a:pt x="805865" y="1355987"/>
                  </a:lnTo>
                  <a:lnTo>
                    <a:pt x="838143" y="1304985"/>
                  </a:lnTo>
                  <a:close/>
                  <a:moveTo>
                    <a:pt x="838143" y="1304985"/>
                  </a:moveTo>
                  <a:lnTo>
                    <a:pt x="837157" y="1339038"/>
                  </a:lnTo>
                  <a:lnTo>
                    <a:pt x="846243" y="1311725"/>
                  </a:lnTo>
                  <a:close/>
                  <a:moveTo>
                    <a:pt x="774556" y="1144762"/>
                  </a:moveTo>
                  <a:lnTo>
                    <a:pt x="821976" y="1184558"/>
                  </a:lnTo>
                  <a:lnTo>
                    <a:pt x="820843" y="1193563"/>
                  </a:lnTo>
                  <a:close/>
                  <a:moveTo>
                    <a:pt x="695505" y="1031268"/>
                  </a:moveTo>
                  <a:lnTo>
                    <a:pt x="658533" y="1060321"/>
                  </a:lnTo>
                  <a:lnTo>
                    <a:pt x="653723" y="1089997"/>
                  </a:lnTo>
                  <a:close/>
                  <a:moveTo>
                    <a:pt x="695505" y="1031268"/>
                  </a:moveTo>
                  <a:lnTo>
                    <a:pt x="653723" y="1089997"/>
                  </a:lnTo>
                  <a:lnTo>
                    <a:pt x="698055" y="1091938"/>
                  </a:lnTo>
                  <a:close/>
                  <a:moveTo>
                    <a:pt x="550518" y="947690"/>
                  </a:moveTo>
                  <a:lnTo>
                    <a:pt x="567322" y="893978"/>
                  </a:lnTo>
                  <a:lnTo>
                    <a:pt x="514140" y="939282"/>
                  </a:lnTo>
                  <a:close/>
                  <a:moveTo>
                    <a:pt x="525960" y="875339"/>
                  </a:moveTo>
                  <a:lnTo>
                    <a:pt x="487029" y="847896"/>
                  </a:lnTo>
                  <a:lnTo>
                    <a:pt x="495294" y="899432"/>
                  </a:lnTo>
                  <a:close/>
                  <a:moveTo>
                    <a:pt x="1406662" y="1899561"/>
                  </a:moveTo>
                  <a:lnTo>
                    <a:pt x="1356188" y="1921969"/>
                  </a:lnTo>
                  <a:lnTo>
                    <a:pt x="1407475" y="1939048"/>
                  </a:lnTo>
                  <a:close/>
                  <a:moveTo>
                    <a:pt x="1399226" y="1842863"/>
                  </a:moveTo>
                  <a:lnTo>
                    <a:pt x="1399889" y="1854534"/>
                  </a:lnTo>
                  <a:lnTo>
                    <a:pt x="1404781" y="1794077"/>
                  </a:lnTo>
                  <a:close/>
                  <a:moveTo>
                    <a:pt x="1149775" y="1539359"/>
                  </a:moveTo>
                  <a:lnTo>
                    <a:pt x="1128474" y="1534594"/>
                  </a:lnTo>
                  <a:lnTo>
                    <a:pt x="1164307" y="1553914"/>
                  </a:lnTo>
                  <a:close/>
                  <a:moveTo>
                    <a:pt x="567322" y="893978"/>
                  </a:moveTo>
                  <a:lnTo>
                    <a:pt x="574011" y="865848"/>
                  </a:lnTo>
                  <a:lnTo>
                    <a:pt x="525960" y="875339"/>
                  </a:lnTo>
                  <a:close/>
                  <a:moveTo>
                    <a:pt x="570540" y="805927"/>
                  </a:moveTo>
                  <a:lnTo>
                    <a:pt x="533664" y="799708"/>
                  </a:lnTo>
                  <a:lnTo>
                    <a:pt x="514316" y="870474"/>
                  </a:lnTo>
                  <a:close/>
                  <a:moveTo>
                    <a:pt x="574011" y="865848"/>
                  </a:moveTo>
                  <a:lnTo>
                    <a:pt x="570540" y="805927"/>
                  </a:lnTo>
                  <a:lnTo>
                    <a:pt x="514316" y="870474"/>
                  </a:lnTo>
                  <a:close/>
                  <a:moveTo>
                    <a:pt x="658003" y="851245"/>
                  </a:moveTo>
                  <a:lnTo>
                    <a:pt x="673892" y="923353"/>
                  </a:lnTo>
                  <a:lnTo>
                    <a:pt x="676356" y="902781"/>
                  </a:lnTo>
                  <a:close/>
                  <a:moveTo>
                    <a:pt x="622171" y="924370"/>
                  </a:moveTo>
                  <a:lnTo>
                    <a:pt x="673892" y="923353"/>
                  </a:lnTo>
                  <a:lnTo>
                    <a:pt x="658003" y="851245"/>
                  </a:lnTo>
                  <a:close/>
                  <a:moveTo>
                    <a:pt x="514782" y="750531"/>
                  </a:moveTo>
                  <a:lnTo>
                    <a:pt x="570540" y="805927"/>
                  </a:lnTo>
                  <a:lnTo>
                    <a:pt x="533025" y="772265"/>
                  </a:lnTo>
                  <a:close/>
                  <a:moveTo>
                    <a:pt x="1464052" y="1765400"/>
                  </a:moveTo>
                  <a:lnTo>
                    <a:pt x="1404781" y="1794077"/>
                  </a:lnTo>
                  <a:lnTo>
                    <a:pt x="1450247" y="1789391"/>
                  </a:lnTo>
                  <a:close/>
                  <a:moveTo>
                    <a:pt x="1464052" y="1765400"/>
                  </a:moveTo>
                  <a:lnTo>
                    <a:pt x="1440691" y="1753660"/>
                  </a:lnTo>
                  <a:lnTo>
                    <a:pt x="1405782" y="1774790"/>
                  </a:lnTo>
                  <a:close/>
                  <a:moveTo>
                    <a:pt x="1136218" y="1353772"/>
                  </a:moveTo>
                  <a:lnTo>
                    <a:pt x="1134375" y="1418147"/>
                  </a:lnTo>
                  <a:lnTo>
                    <a:pt x="1161190" y="1407359"/>
                  </a:lnTo>
                  <a:close/>
                  <a:moveTo>
                    <a:pt x="1136218" y="1353772"/>
                  </a:moveTo>
                  <a:lnTo>
                    <a:pt x="1161190" y="1407359"/>
                  </a:lnTo>
                  <a:lnTo>
                    <a:pt x="1190994" y="1383893"/>
                  </a:lnTo>
                  <a:close/>
                  <a:moveTo>
                    <a:pt x="1002682" y="1203857"/>
                  </a:moveTo>
                  <a:lnTo>
                    <a:pt x="985026" y="1198793"/>
                  </a:lnTo>
                  <a:lnTo>
                    <a:pt x="1020510" y="1230736"/>
                  </a:lnTo>
                  <a:close/>
                  <a:moveTo>
                    <a:pt x="722136" y="853650"/>
                  </a:moveTo>
                  <a:lnTo>
                    <a:pt x="766192" y="843689"/>
                  </a:lnTo>
                  <a:lnTo>
                    <a:pt x="719092" y="902781"/>
                  </a:lnTo>
                  <a:close/>
                  <a:moveTo>
                    <a:pt x="755366" y="832356"/>
                  </a:moveTo>
                  <a:lnTo>
                    <a:pt x="702705" y="837186"/>
                  </a:lnTo>
                  <a:lnTo>
                    <a:pt x="719092" y="902781"/>
                  </a:lnTo>
                  <a:close/>
                  <a:moveTo>
                    <a:pt x="1245048" y="1369959"/>
                  </a:moveTo>
                  <a:lnTo>
                    <a:pt x="1231026" y="1394053"/>
                  </a:lnTo>
                  <a:lnTo>
                    <a:pt x="1241999" y="1399916"/>
                  </a:lnTo>
                  <a:close/>
                  <a:moveTo>
                    <a:pt x="1231026" y="1394053"/>
                  </a:moveTo>
                  <a:lnTo>
                    <a:pt x="1245048" y="1369959"/>
                  </a:lnTo>
                  <a:lnTo>
                    <a:pt x="1190994" y="1383893"/>
                  </a:lnTo>
                  <a:close/>
                  <a:moveTo>
                    <a:pt x="1274290" y="1385745"/>
                  </a:moveTo>
                  <a:lnTo>
                    <a:pt x="1241999" y="1399916"/>
                  </a:lnTo>
                  <a:lnTo>
                    <a:pt x="1326446" y="1406071"/>
                  </a:lnTo>
                  <a:close/>
                  <a:moveTo>
                    <a:pt x="1070843" y="1167007"/>
                  </a:moveTo>
                  <a:lnTo>
                    <a:pt x="1097487" y="1183328"/>
                  </a:lnTo>
                  <a:lnTo>
                    <a:pt x="1085589" y="1130258"/>
                  </a:lnTo>
                  <a:close/>
                  <a:moveTo>
                    <a:pt x="1005460" y="1079343"/>
                  </a:moveTo>
                  <a:lnTo>
                    <a:pt x="1034593" y="1112276"/>
                  </a:lnTo>
                  <a:lnTo>
                    <a:pt x="990893" y="1068537"/>
                  </a:lnTo>
                  <a:close/>
                  <a:moveTo>
                    <a:pt x="990893" y="1068537"/>
                  </a:moveTo>
                  <a:lnTo>
                    <a:pt x="1034593" y="1112276"/>
                  </a:lnTo>
                  <a:lnTo>
                    <a:pt x="1043378" y="1126593"/>
                  </a:lnTo>
                  <a:close/>
                  <a:moveTo>
                    <a:pt x="990893" y="1068537"/>
                  </a:moveTo>
                  <a:lnTo>
                    <a:pt x="1043378" y="1126593"/>
                  </a:lnTo>
                  <a:lnTo>
                    <a:pt x="1032990" y="1072296"/>
                  </a:lnTo>
                  <a:close/>
                  <a:moveTo>
                    <a:pt x="707273" y="707986"/>
                  </a:moveTo>
                  <a:lnTo>
                    <a:pt x="731615" y="724077"/>
                  </a:lnTo>
                  <a:lnTo>
                    <a:pt x="719729" y="709747"/>
                  </a:lnTo>
                  <a:close/>
                  <a:moveTo>
                    <a:pt x="1336597" y="1353855"/>
                  </a:moveTo>
                  <a:lnTo>
                    <a:pt x="1274290" y="1385745"/>
                  </a:lnTo>
                  <a:lnTo>
                    <a:pt x="1326446" y="1406071"/>
                  </a:lnTo>
                  <a:close/>
                  <a:moveTo>
                    <a:pt x="1336597" y="1353855"/>
                  </a:moveTo>
                  <a:lnTo>
                    <a:pt x="1330238" y="1294329"/>
                  </a:lnTo>
                  <a:lnTo>
                    <a:pt x="1278041" y="1300734"/>
                  </a:lnTo>
                  <a:close/>
                  <a:moveTo>
                    <a:pt x="1293836" y="1284146"/>
                  </a:moveTo>
                  <a:lnTo>
                    <a:pt x="1249686" y="1293756"/>
                  </a:lnTo>
                  <a:lnTo>
                    <a:pt x="1330238" y="1294329"/>
                  </a:lnTo>
                  <a:close/>
                  <a:moveTo>
                    <a:pt x="1330238" y="1294329"/>
                  </a:moveTo>
                  <a:lnTo>
                    <a:pt x="1249686" y="1293756"/>
                  </a:lnTo>
                  <a:lnTo>
                    <a:pt x="1278041" y="1300734"/>
                  </a:lnTo>
                  <a:close/>
                  <a:moveTo>
                    <a:pt x="1602538" y="1603549"/>
                  </a:moveTo>
                  <a:lnTo>
                    <a:pt x="1650803" y="1655085"/>
                  </a:lnTo>
                  <a:lnTo>
                    <a:pt x="1665552" y="1652788"/>
                  </a:lnTo>
                  <a:close/>
                  <a:moveTo>
                    <a:pt x="864593" y="632218"/>
                  </a:moveTo>
                  <a:lnTo>
                    <a:pt x="813608" y="600259"/>
                  </a:lnTo>
                  <a:lnTo>
                    <a:pt x="842118" y="674325"/>
                  </a:lnTo>
                  <a:close/>
                  <a:moveTo>
                    <a:pt x="1412794" y="1149539"/>
                  </a:moveTo>
                  <a:lnTo>
                    <a:pt x="1393580" y="1143068"/>
                  </a:lnTo>
                  <a:lnTo>
                    <a:pt x="1407832" y="1208438"/>
                  </a:lnTo>
                  <a:close/>
                  <a:moveTo>
                    <a:pt x="1407832" y="1208438"/>
                  </a:moveTo>
                  <a:lnTo>
                    <a:pt x="1393580" y="1143068"/>
                  </a:lnTo>
                  <a:lnTo>
                    <a:pt x="1360222" y="1146419"/>
                  </a:lnTo>
                  <a:close/>
                  <a:moveTo>
                    <a:pt x="1421357" y="1143068"/>
                  </a:moveTo>
                  <a:lnTo>
                    <a:pt x="1412794" y="1149539"/>
                  </a:lnTo>
                  <a:lnTo>
                    <a:pt x="1450784" y="1148758"/>
                  </a:lnTo>
                  <a:close/>
                  <a:moveTo>
                    <a:pt x="1351023" y="1115625"/>
                  </a:moveTo>
                  <a:lnTo>
                    <a:pt x="1360222" y="1146419"/>
                  </a:lnTo>
                  <a:lnTo>
                    <a:pt x="1393580" y="1143068"/>
                  </a:lnTo>
                  <a:close/>
                  <a:moveTo>
                    <a:pt x="1351023" y="1115625"/>
                  </a:moveTo>
                  <a:lnTo>
                    <a:pt x="1393580" y="1143068"/>
                  </a:lnTo>
                  <a:lnTo>
                    <a:pt x="1352519" y="1091531"/>
                  </a:lnTo>
                  <a:close/>
                  <a:moveTo>
                    <a:pt x="922159" y="584492"/>
                  </a:moveTo>
                  <a:lnTo>
                    <a:pt x="921274" y="534563"/>
                  </a:lnTo>
                  <a:lnTo>
                    <a:pt x="882136" y="562909"/>
                  </a:lnTo>
                  <a:close/>
                  <a:moveTo>
                    <a:pt x="912502" y="636667"/>
                  </a:moveTo>
                  <a:lnTo>
                    <a:pt x="977760" y="640014"/>
                  </a:lnTo>
                  <a:lnTo>
                    <a:pt x="962672" y="576165"/>
                  </a:lnTo>
                  <a:close/>
                  <a:moveTo>
                    <a:pt x="1393580" y="1143068"/>
                  </a:moveTo>
                  <a:lnTo>
                    <a:pt x="1412794" y="1149539"/>
                  </a:lnTo>
                  <a:lnTo>
                    <a:pt x="1414073" y="1140621"/>
                  </a:lnTo>
                  <a:close/>
                  <a:moveTo>
                    <a:pt x="1393580" y="1143068"/>
                  </a:moveTo>
                  <a:lnTo>
                    <a:pt x="1414073" y="1140621"/>
                  </a:lnTo>
                  <a:lnTo>
                    <a:pt x="1352519" y="1091531"/>
                  </a:lnTo>
                  <a:close/>
                  <a:moveTo>
                    <a:pt x="1414073" y="1140621"/>
                  </a:moveTo>
                  <a:lnTo>
                    <a:pt x="1412794" y="1149539"/>
                  </a:lnTo>
                  <a:lnTo>
                    <a:pt x="1421357" y="1143068"/>
                  </a:lnTo>
                  <a:close/>
                  <a:moveTo>
                    <a:pt x="1132560" y="665596"/>
                  </a:moveTo>
                  <a:lnTo>
                    <a:pt x="1093147" y="692915"/>
                  </a:lnTo>
                  <a:lnTo>
                    <a:pt x="1062346" y="679239"/>
                  </a:lnTo>
                  <a:close/>
                  <a:moveTo>
                    <a:pt x="1134243" y="714247"/>
                  </a:moveTo>
                  <a:lnTo>
                    <a:pt x="1132560" y="665596"/>
                  </a:lnTo>
                  <a:lnTo>
                    <a:pt x="1062346" y="679239"/>
                  </a:lnTo>
                  <a:close/>
                  <a:moveTo>
                    <a:pt x="1092182" y="622955"/>
                  </a:moveTo>
                  <a:lnTo>
                    <a:pt x="1062346" y="679239"/>
                  </a:lnTo>
                  <a:lnTo>
                    <a:pt x="1066415" y="668664"/>
                  </a:lnTo>
                  <a:close/>
                  <a:moveTo>
                    <a:pt x="962672" y="576165"/>
                  </a:moveTo>
                  <a:lnTo>
                    <a:pt x="968770" y="627702"/>
                  </a:lnTo>
                  <a:lnTo>
                    <a:pt x="952173" y="560090"/>
                  </a:lnTo>
                  <a:close/>
                  <a:moveTo>
                    <a:pt x="824393" y="312277"/>
                  </a:moveTo>
                  <a:lnTo>
                    <a:pt x="818956" y="370019"/>
                  </a:lnTo>
                  <a:lnTo>
                    <a:pt x="824723" y="348251"/>
                  </a:lnTo>
                  <a:close/>
                  <a:moveTo>
                    <a:pt x="801636" y="355539"/>
                  </a:moveTo>
                  <a:lnTo>
                    <a:pt x="818956" y="370019"/>
                  </a:lnTo>
                  <a:lnTo>
                    <a:pt x="824393" y="312277"/>
                  </a:lnTo>
                  <a:close/>
                  <a:moveTo>
                    <a:pt x="1413558" y="952812"/>
                  </a:moveTo>
                  <a:lnTo>
                    <a:pt x="1431450" y="1001008"/>
                  </a:lnTo>
                  <a:lnTo>
                    <a:pt x="1446093" y="964343"/>
                  </a:lnTo>
                  <a:close/>
                  <a:moveTo>
                    <a:pt x="1413558" y="952812"/>
                  </a:moveTo>
                  <a:lnTo>
                    <a:pt x="1446093" y="964343"/>
                  </a:lnTo>
                  <a:lnTo>
                    <a:pt x="1446033" y="964236"/>
                  </a:lnTo>
                  <a:close/>
                  <a:moveTo>
                    <a:pt x="1278905" y="798089"/>
                  </a:moveTo>
                  <a:lnTo>
                    <a:pt x="1290928" y="809754"/>
                  </a:lnTo>
                  <a:lnTo>
                    <a:pt x="1257771" y="784386"/>
                  </a:lnTo>
                  <a:close/>
                  <a:moveTo>
                    <a:pt x="1284526" y="542548"/>
                  </a:moveTo>
                  <a:lnTo>
                    <a:pt x="1347232" y="539490"/>
                  </a:lnTo>
                  <a:lnTo>
                    <a:pt x="1336858" y="531326"/>
                  </a:lnTo>
                  <a:close/>
                  <a:moveTo>
                    <a:pt x="1053240" y="240176"/>
                  </a:moveTo>
                  <a:lnTo>
                    <a:pt x="1077856" y="282906"/>
                  </a:lnTo>
                  <a:lnTo>
                    <a:pt x="1098230" y="297737"/>
                  </a:lnTo>
                  <a:close/>
                  <a:moveTo>
                    <a:pt x="1077856" y="282906"/>
                  </a:moveTo>
                  <a:lnTo>
                    <a:pt x="1053240" y="240176"/>
                  </a:lnTo>
                  <a:lnTo>
                    <a:pt x="1079376" y="273643"/>
                  </a:lnTo>
                  <a:close/>
                  <a:moveTo>
                    <a:pt x="1060814" y="246200"/>
                  </a:moveTo>
                  <a:lnTo>
                    <a:pt x="1038325" y="218143"/>
                  </a:lnTo>
                  <a:lnTo>
                    <a:pt x="1053240" y="240176"/>
                  </a:lnTo>
                  <a:close/>
                  <a:moveTo>
                    <a:pt x="1011213" y="173617"/>
                  </a:moveTo>
                  <a:lnTo>
                    <a:pt x="1053240" y="240176"/>
                  </a:lnTo>
                  <a:lnTo>
                    <a:pt x="1006497" y="194664"/>
                  </a:lnTo>
                  <a:close/>
                  <a:moveTo>
                    <a:pt x="1050684" y="222107"/>
                  </a:moveTo>
                  <a:lnTo>
                    <a:pt x="1053240" y="240176"/>
                  </a:lnTo>
                  <a:lnTo>
                    <a:pt x="1011213" y="173617"/>
                  </a:lnTo>
                  <a:close/>
                  <a:moveTo>
                    <a:pt x="1123521" y="158278"/>
                  </a:moveTo>
                  <a:lnTo>
                    <a:pt x="1195743" y="187552"/>
                  </a:lnTo>
                  <a:lnTo>
                    <a:pt x="1139505" y="151962"/>
                  </a:lnTo>
                  <a:close/>
                  <a:moveTo>
                    <a:pt x="1284241" y="73955"/>
                  </a:moveTo>
                  <a:lnTo>
                    <a:pt x="1315750" y="98288"/>
                  </a:lnTo>
                  <a:lnTo>
                    <a:pt x="1273300" y="49731"/>
                  </a:lnTo>
                  <a:close/>
                  <a:moveTo>
                    <a:pt x="1273300" y="49731"/>
                  </a:moveTo>
                  <a:lnTo>
                    <a:pt x="1315750" y="98288"/>
                  </a:lnTo>
                  <a:lnTo>
                    <a:pt x="1322715" y="110283"/>
                  </a:lnTo>
                  <a:close/>
                  <a:moveTo>
                    <a:pt x="1273300" y="49731"/>
                  </a:moveTo>
                  <a:lnTo>
                    <a:pt x="1322715" y="110283"/>
                  </a:lnTo>
                  <a:lnTo>
                    <a:pt x="1295588" y="69594"/>
                  </a:lnTo>
                  <a:close/>
                  <a:moveTo>
                    <a:pt x="1210576" y="0"/>
                  </a:moveTo>
                  <a:lnTo>
                    <a:pt x="1273300" y="49731"/>
                  </a:lnTo>
                  <a:lnTo>
                    <a:pt x="1242329" y="12167"/>
                  </a:lnTo>
                  <a:close/>
                  <a:moveTo>
                    <a:pt x="1284241" y="73955"/>
                  </a:moveTo>
                  <a:lnTo>
                    <a:pt x="1273300" y="49731"/>
                  </a:lnTo>
                  <a:lnTo>
                    <a:pt x="1264447" y="4675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75" name="Output_density__4274">
              <a:extLst>
                <a:ext uri="{FF2B5EF4-FFF2-40B4-BE49-F238E27FC236}">
                  <a16:creationId xmlns:a16="http://schemas.microsoft.com/office/drawing/2014/main" id="{BC750EF2-CA69-9B76-1724-DA85991600A8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23160"/>
              <a:ext cx="1674023" cy="1944834"/>
            </a:xfrm>
            <a:custGeom>
              <a:avLst/>
              <a:gdLst/>
              <a:ahLst/>
              <a:cxnLst/>
              <a:rect l="0" t="0" r="0" b="0"/>
              <a:pathLst>
                <a:path w="1674023" h="1944834">
                  <a:moveTo>
                    <a:pt x="327630" y="1495658"/>
                  </a:moveTo>
                  <a:lnTo>
                    <a:pt x="369531" y="1533401"/>
                  </a:lnTo>
                  <a:lnTo>
                    <a:pt x="317405" y="1475053"/>
                  </a:lnTo>
                  <a:close/>
                  <a:moveTo>
                    <a:pt x="317405" y="1475053"/>
                  </a:moveTo>
                  <a:lnTo>
                    <a:pt x="313816" y="1471564"/>
                  </a:lnTo>
                  <a:lnTo>
                    <a:pt x="282148" y="1458598"/>
                  </a:lnTo>
                  <a:close/>
                  <a:moveTo>
                    <a:pt x="84821" y="975055"/>
                  </a:moveTo>
                  <a:lnTo>
                    <a:pt x="27763" y="932105"/>
                  </a:lnTo>
                  <a:lnTo>
                    <a:pt x="562" y="969600"/>
                  </a:lnTo>
                  <a:close/>
                  <a:moveTo>
                    <a:pt x="612872" y="1526450"/>
                  </a:moveTo>
                  <a:lnTo>
                    <a:pt x="617367" y="1568743"/>
                  </a:lnTo>
                  <a:lnTo>
                    <a:pt x="649558" y="1554200"/>
                  </a:lnTo>
                  <a:close/>
                  <a:moveTo>
                    <a:pt x="512893" y="1492815"/>
                  </a:moveTo>
                  <a:lnTo>
                    <a:pt x="463333" y="1516865"/>
                  </a:lnTo>
                  <a:lnTo>
                    <a:pt x="508078" y="1509480"/>
                  </a:lnTo>
                  <a:close/>
                  <a:moveTo>
                    <a:pt x="342730" y="1292860"/>
                  </a:moveTo>
                  <a:lnTo>
                    <a:pt x="311318" y="1297860"/>
                  </a:lnTo>
                  <a:lnTo>
                    <a:pt x="319930" y="1284772"/>
                  </a:lnTo>
                  <a:close/>
                  <a:moveTo>
                    <a:pt x="308971" y="1289086"/>
                  </a:moveTo>
                  <a:lnTo>
                    <a:pt x="342730" y="1292860"/>
                  </a:lnTo>
                  <a:lnTo>
                    <a:pt x="319930" y="1284772"/>
                  </a:lnTo>
                  <a:close/>
                  <a:moveTo>
                    <a:pt x="103285" y="983641"/>
                  </a:moveTo>
                  <a:lnTo>
                    <a:pt x="140359" y="1008027"/>
                  </a:lnTo>
                  <a:lnTo>
                    <a:pt x="101382" y="972044"/>
                  </a:lnTo>
                  <a:close/>
                  <a:moveTo>
                    <a:pt x="84821" y="975055"/>
                  </a:moveTo>
                  <a:lnTo>
                    <a:pt x="103285" y="983641"/>
                  </a:lnTo>
                  <a:lnTo>
                    <a:pt x="101382" y="972044"/>
                  </a:lnTo>
                  <a:close/>
                  <a:moveTo>
                    <a:pt x="29072" y="806396"/>
                  </a:moveTo>
                  <a:lnTo>
                    <a:pt x="13903" y="816952"/>
                  </a:lnTo>
                  <a:lnTo>
                    <a:pt x="61828" y="856474"/>
                  </a:lnTo>
                  <a:close/>
                  <a:moveTo>
                    <a:pt x="51415" y="761695"/>
                  </a:moveTo>
                  <a:lnTo>
                    <a:pt x="13566" y="754483"/>
                  </a:lnTo>
                  <a:lnTo>
                    <a:pt x="0" y="829031"/>
                  </a:lnTo>
                  <a:close/>
                  <a:moveTo>
                    <a:pt x="173672" y="862777"/>
                  </a:moveTo>
                  <a:lnTo>
                    <a:pt x="184376" y="908011"/>
                  </a:lnTo>
                  <a:lnTo>
                    <a:pt x="195536" y="904748"/>
                  </a:lnTo>
                  <a:close/>
                  <a:moveTo>
                    <a:pt x="173672" y="862777"/>
                  </a:moveTo>
                  <a:lnTo>
                    <a:pt x="195536" y="904748"/>
                  </a:lnTo>
                  <a:lnTo>
                    <a:pt x="219459" y="859291"/>
                  </a:lnTo>
                  <a:close/>
                  <a:moveTo>
                    <a:pt x="29586" y="804202"/>
                  </a:moveTo>
                  <a:lnTo>
                    <a:pt x="29072" y="806396"/>
                  </a:lnTo>
                  <a:lnTo>
                    <a:pt x="102740" y="845455"/>
                  </a:lnTo>
                  <a:close/>
                  <a:moveTo>
                    <a:pt x="17335" y="762513"/>
                  </a:moveTo>
                  <a:lnTo>
                    <a:pt x="29586" y="804202"/>
                  </a:lnTo>
                  <a:lnTo>
                    <a:pt x="67220" y="774348"/>
                  </a:lnTo>
                  <a:close/>
                  <a:moveTo>
                    <a:pt x="1124209" y="1914648"/>
                  </a:moveTo>
                  <a:lnTo>
                    <a:pt x="1161219" y="1934901"/>
                  </a:lnTo>
                  <a:lnTo>
                    <a:pt x="1198216" y="1942091"/>
                  </a:lnTo>
                  <a:close/>
                  <a:moveTo>
                    <a:pt x="1222617" y="1942091"/>
                  </a:moveTo>
                  <a:lnTo>
                    <a:pt x="1195850" y="1944834"/>
                  </a:lnTo>
                  <a:lnTo>
                    <a:pt x="1170092" y="1914648"/>
                  </a:lnTo>
                  <a:close/>
                  <a:moveTo>
                    <a:pt x="86202" y="670671"/>
                  </a:moveTo>
                  <a:lnTo>
                    <a:pt x="86943" y="607326"/>
                  </a:lnTo>
                  <a:lnTo>
                    <a:pt x="91136" y="653676"/>
                  </a:lnTo>
                  <a:close/>
                  <a:moveTo>
                    <a:pt x="1205887" y="1873930"/>
                  </a:moveTo>
                  <a:lnTo>
                    <a:pt x="1222617" y="1942091"/>
                  </a:lnTo>
                  <a:lnTo>
                    <a:pt x="1229537" y="1890555"/>
                  </a:lnTo>
                  <a:close/>
                  <a:moveTo>
                    <a:pt x="801914" y="1369782"/>
                  </a:moveTo>
                  <a:lnTo>
                    <a:pt x="826007" y="1420084"/>
                  </a:lnTo>
                  <a:lnTo>
                    <a:pt x="838891" y="1354952"/>
                  </a:lnTo>
                  <a:close/>
                  <a:moveTo>
                    <a:pt x="792673" y="1417287"/>
                  </a:moveTo>
                  <a:lnTo>
                    <a:pt x="826007" y="1420084"/>
                  </a:lnTo>
                  <a:lnTo>
                    <a:pt x="801914" y="1369782"/>
                  </a:lnTo>
                  <a:close/>
                  <a:moveTo>
                    <a:pt x="371651" y="859823"/>
                  </a:moveTo>
                  <a:lnTo>
                    <a:pt x="428850" y="895730"/>
                  </a:lnTo>
                  <a:lnTo>
                    <a:pt x="390317" y="878949"/>
                  </a:lnTo>
                  <a:close/>
                  <a:moveTo>
                    <a:pt x="466935" y="840006"/>
                  </a:moveTo>
                  <a:lnTo>
                    <a:pt x="433130" y="864343"/>
                  </a:lnTo>
                  <a:lnTo>
                    <a:pt x="428850" y="895730"/>
                  </a:lnTo>
                  <a:close/>
                  <a:moveTo>
                    <a:pt x="244894" y="743107"/>
                  </a:moveTo>
                  <a:lnTo>
                    <a:pt x="271106" y="756749"/>
                  </a:lnTo>
                  <a:lnTo>
                    <a:pt x="244612" y="683536"/>
                  </a:lnTo>
                  <a:close/>
                  <a:moveTo>
                    <a:pt x="244612" y="683536"/>
                  </a:moveTo>
                  <a:lnTo>
                    <a:pt x="273881" y="753192"/>
                  </a:lnTo>
                  <a:lnTo>
                    <a:pt x="302811" y="726456"/>
                  </a:lnTo>
                  <a:close/>
                  <a:moveTo>
                    <a:pt x="1300612" y="1917997"/>
                  </a:moveTo>
                  <a:lnTo>
                    <a:pt x="1315521" y="1923507"/>
                  </a:lnTo>
                  <a:lnTo>
                    <a:pt x="1329389" y="1944507"/>
                  </a:lnTo>
                  <a:close/>
                  <a:moveTo>
                    <a:pt x="826648" y="1239420"/>
                  </a:moveTo>
                  <a:lnTo>
                    <a:pt x="800574" y="1285378"/>
                  </a:lnTo>
                  <a:lnTo>
                    <a:pt x="838143" y="1292818"/>
                  </a:lnTo>
                  <a:close/>
                  <a:moveTo>
                    <a:pt x="826648" y="1239420"/>
                  </a:moveTo>
                  <a:lnTo>
                    <a:pt x="838143" y="1292818"/>
                  </a:lnTo>
                  <a:lnTo>
                    <a:pt x="846243" y="1299558"/>
                  </a:lnTo>
                  <a:close/>
                  <a:moveTo>
                    <a:pt x="698055" y="1079770"/>
                  </a:moveTo>
                  <a:lnTo>
                    <a:pt x="640723" y="1116469"/>
                  </a:lnTo>
                  <a:lnTo>
                    <a:pt x="689807" y="1125307"/>
                  </a:lnTo>
                  <a:close/>
                  <a:moveTo>
                    <a:pt x="550518" y="935523"/>
                  </a:moveTo>
                  <a:lnTo>
                    <a:pt x="509635" y="975703"/>
                  </a:lnTo>
                  <a:lnTo>
                    <a:pt x="549637" y="950590"/>
                  </a:lnTo>
                  <a:close/>
                  <a:moveTo>
                    <a:pt x="550518" y="935523"/>
                  </a:moveTo>
                  <a:lnTo>
                    <a:pt x="555745" y="938802"/>
                  </a:lnTo>
                  <a:lnTo>
                    <a:pt x="567322" y="881811"/>
                  </a:lnTo>
                  <a:close/>
                  <a:moveTo>
                    <a:pt x="463933" y="844610"/>
                  </a:moveTo>
                  <a:lnTo>
                    <a:pt x="433130" y="864343"/>
                  </a:lnTo>
                  <a:lnTo>
                    <a:pt x="514316" y="858307"/>
                  </a:lnTo>
                  <a:close/>
                  <a:moveTo>
                    <a:pt x="1406662" y="1887394"/>
                  </a:moveTo>
                  <a:lnTo>
                    <a:pt x="1407475" y="1926881"/>
                  </a:lnTo>
                  <a:lnTo>
                    <a:pt x="1411064" y="1893903"/>
                  </a:lnTo>
                  <a:close/>
                  <a:moveTo>
                    <a:pt x="1399226" y="1830696"/>
                  </a:moveTo>
                  <a:lnTo>
                    <a:pt x="1411064" y="1893903"/>
                  </a:lnTo>
                  <a:lnTo>
                    <a:pt x="1399889" y="1842367"/>
                  </a:lnTo>
                  <a:close/>
                  <a:moveTo>
                    <a:pt x="1399226" y="1830696"/>
                  </a:moveTo>
                  <a:lnTo>
                    <a:pt x="1406662" y="1887394"/>
                  </a:lnTo>
                  <a:lnTo>
                    <a:pt x="1411064" y="1893903"/>
                  </a:lnTo>
                  <a:close/>
                  <a:moveTo>
                    <a:pt x="1150725" y="1416833"/>
                  </a:moveTo>
                  <a:lnTo>
                    <a:pt x="1134375" y="1405980"/>
                  </a:lnTo>
                  <a:lnTo>
                    <a:pt x="1127160" y="1442638"/>
                  </a:lnTo>
                  <a:close/>
                  <a:moveTo>
                    <a:pt x="804066" y="1157053"/>
                  </a:moveTo>
                  <a:lnTo>
                    <a:pt x="826249" y="1223927"/>
                  </a:lnTo>
                  <a:lnTo>
                    <a:pt x="821976" y="1172391"/>
                  </a:lnTo>
                  <a:close/>
                  <a:moveTo>
                    <a:pt x="514316" y="858307"/>
                  </a:moveTo>
                  <a:lnTo>
                    <a:pt x="525960" y="863171"/>
                  </a:lnTo>
                  <a:lnTo>
                    <a:pt x="574011" y="853681"/>
                  </a:lnTo>
                  <a:close/>
                  <a:moveTo>
                    <a:pt x="533025" y="760098"/>
                  </a:moveTo>
                  <a:lnTo>
                    <a:pt x="516127" y="730179"/>
                  </a:lnTo>
                  <a:lnTo>
                    <a:pt x="514782" y="738364"/>
                  </a:lnTo>
                  <a:close/>
                  <a:moveTo>
                    <a:pt x="507325" y="736004"/>
                  </a:moveTo>
                  <a:lnTo>
                    <a:pt x="514782" y="738364"/>
                  </a:lnTo>
                  <a:lnTo>
                    <a:pt x="516127" y="730179"/>
                  </a:lnTo>
                  <a:close/>
                  <a:moveTo>
                    <a:pt x="1231026" y="1381886"/>
                  </a:moveTo>
                  <a:lnTo>
                    <a:pt x="1190994" y="1371726"/>
                  </a:lnTo>
                  <a:lnTo>
                    <a:pt x="1236510" y="1385074"/>
                  </a:lnTo>
                  <a:close/>
                  <a:moveTo>
                    <a:pt x="1054818" y="1211940"/>
                  </a:moveTo>
                  <a:lnTo>
                    <a:pt x="1002682" y="1191690"/>
                  </a:lnTo>
                  <a:lnTo>
                    <a:pt x="1020510" y="1218568"/>
                  </a:lnTo>
                  <a:close/>
                  <a:moveTo>
                    <a:pt x="501326" y="561076"/>
                  </a:moveTo>
                  <a:lnTo>
                    <a:pt x="545071" y="563494"/>
                  </a:lnTo>
                  <a:lnTo>
                    <a:pt x="505203" y="554436"/>
                  </a:lnTo>
                  <a:close/>
                  <a:moveTo>
                    <a:pt x="545071" y="563494"/>
                  </a:moveTo>
                  <a:lnTo>
                    <a:pt x="548233" y="540640"/>
                  </a:lnTo>
                  <a:lnTo>
                    <a:pt x="505203" y="554436"/>
                  </a:lnTo>
                  <a:close/>
                  <a:moveTo>
                    <a:pt x="977034" y="1175740"/>
                  </a:moveTo>
                  <a:lnTo>
                    <a:pt x="985026" y="1186626"/>
                  </a:lnTo>
                  <a:lnTo>
                    <a:pt x="1002682" y="1191690"/>
                  </a:lnTo>
                  <a:close/>
                  <a:moveTo>
                    <a:pt x="977034" y="1175740"/>
                  </a:moveTo>
                  <a:lnTo>
                    <a:pt x="958536" y="1145418"/>
                  </a:lnTo>
                  <a:lnTo>
                    <a:pt x="985026" y="1186626"/>
                  </a:lnTo>
                  <a:close/>
                  <a:moveTo>
                    <a:pt x="977034" y="1175740"/>
                  </a:moveTo>
                  <a:lnTo>
                    <a:pt x="951626" y="1124203"/>
                  </a:lnTo>
                  <a:lnTo>
                    <a:pt x="958536" y="1145418"/>
                  </a:lnTo>
                  <a:close/>
                  <a:moveTo>
                    <a:pt x="1097487" y="1171161"/>
                  </a:moveTo>
                  <a:lnTo>
                    <a:pt x="1054818" y="1211940"/>
                  </a:lnTo>
                  <a:lnTo>
                    <a:pt x="1095526" y="1189463"/>
                  </a:lnTo>
                  <a:close/>
                  <a:moveTo>
                    <a:pt x="1070843" y="1154840"/>
                  </a:moveTo>
                  <a:lnTo>
                    <a:pt x="1085589" y="1118091"/>
                  </a:lnTo>
                  <a:lnTo>
                    <a:pt x="1043378" y="1114426"/>
                  </a:lnTo>
                  <a:close/>
                  <a:moveTo>
                    <a:pt x="719729" y="697580"/>
                  </a:moveTo>
                  <a:lnTo>
                    <a:pt x="750496" y="761405"/>
                  </a:lnTo>
                  <a:lnTo>
                    <a:pt x="765108" y="692569"/>
                  </a:lnTo>
                  <a:close/>
                  <a:moveTo>
                    <a:pt x="1650803" y="1642918"/>
                  </a:moveTo>
                  <a:lnTo>
                    <a:pt x="1653949" y="1650054"/>
                  </a:lnTo>
                  <a:lnTo>
                    <a:pt x="1664456" y="1649383"/>
                  </a:lnTo>
                  <a:close/>
                  <a:moveTo>
                    <a:pt x="1332955" y="1283340"/>
                  </a:moveTo>
                  <a:lnTo>
                    <a:pt x="1330238" y="1282162"/>
                  </a:lnTo>
                  <a:lnTo>
                    <a:pt x="1336597" y="1341688"/>
                  </a:lnTo>
                  <a:close/>
                  <a:moveTo>
                    <a:pt x="1336597" y="1341688"/>
                  </a:moveTo>
                  <a:lnTo>
                    <a:pt x="1326446" y="1393904"/>
                  </a:lnTo>
                  <a:lnTo>
                    <a:pt x="1358461" y="1357792"/>
                  </a:lnTo>
                  <a:close/>
                  <a:moveTo>
                    <a:pt x="1358461" y="1357792"/>
                  </a:moveTo>
                  <a:lnTo>
                    <a:pt x="1332955" y="1283340"/>
                  </a:lnTo>
                  <a:lnTo>
                    <a:pt x="1336597" y="1341688"/>
                  </a:lnTo>
                  <a:close/>
                  <a:moveTo>
                    <a:pt x="1236071" y="1270462"/>
                  </a:moveTo>
                  <a:lnTo>
                    <a:pt x="1259003" y="1241301"/>
                  </a:lnTo>
                  <a:lnTo>
                    <a:pt x="1281858" y="1266976"/>
                  </a:lnTo>
                  <a:close/>
                  <a:moveTo>
                    <a:pt x="1650803" y="1642918"/>
                  </a:moveTo>
                  <a:lnTo>
                    <a:pt x="1664456" y="1649383"/>
                  </a:lnTo>
                  <a:lnTo>
                    <a:pt x="1665552" y="1640621"/>
                  </a:lnTo>
                  <a:close/>
                  <a:moveTo>
                    <a:pt x="1665552" y="1640621"/>
                  </a:moveTo>
                  <a:lnTo>
                    <a:pt x="1664456" y="1649383"/>
                  </a:lnTo>
                  <a:lnTo>
                    <a:pt x="1674023" y="1642918"/>
                  </a:lnTo>
                  <a:close/>
                  <a:moveTo>
                    <a:pt x="1345058" y="1258068"/>
                  </a:moveTo>
                  <a:lnTo>
                    <a:pt x="1330238" y="1282162"/>
                  </a:lnTo>
                  <a:lnTo>
                    <a:pt x="1332955" y="1283340"/>
                  </a:lnTo>
                  <a:close/>
                  <a:moveTo>
                    <a:pt x="1330238" y="1282162"/>
                  </a:moveTo>
                  <a:lnTo>
                    <a:pt x="1345058" y="1258068"/>
                  </a:lnTo>
                  <a:lnTo>
                    <a:pt x="1281858" y="1266976"/>
                  </a:lnTo>
                  <a:close/>
                  <a:moveTo>
                    <a:pt x="1334367" y="1282162"/>
                  </a:moveTo>
                  <a:lnTo>
                    <a:pt x="1365784" y="1271184"/>
                  </a:lnTo>
                  <a:lnTo>
                    <a:pt x="1332955" y="1283340"/>
                  </a:lnTo>
                  <a:close/>
                  <a:moveTo>
                    <a:pt x="1334367" y="1282162"/>
                  </a:moveTo>
                  <a:lnTo>
                    <a:pt x="1395025" y="1258068"/>
                  </a:lnTo>
                  <a:lnTo>
                    <a:pt x="1365784" y="1271184"/>
                  </a:lnTo>
                  <a:close/>
                  <a:moveTo>
                    <a:pt x="842118" y="662157"/>
                  </a:moveTo>
                  <a:lnTo>
                    <a:pt x="835223" y="692523"/>
                  </a:lnTo>
                  <a:lnTo>
                    <a:pt x="841115" y="667171"/>
                  </a:lnTo>
                  <a:close/>
                  <a:moveTo>
                    <a:pt x="842118" y="662157"/>
                  </a:moveTo>
                  <a:lnTo>
                    <a:pt x="844823" y="663722"/>
                  </a:lnTo>
                  <a:lnTo>
                    <a:pt x="864593" y="620051"/>
                  </a:lnTo>
                  <a:close/>
                  <a:moveTo>
                    <a:pt x="864593" y="620051"/>
                  </a:moveTo>
                  <a:lnTo>
                    <a:pt x="844823" y="663722"/>
                  </a:lnTo>
                  <a:lnTo>
                    <a:pt x="884271" y="653846"/>
                  </a:lnTo>
                  <a:close/>
                  <a:moveTo>
                    <a:pt x="864593" y="620051"/>
                  </a:moveTo>
                  <a:lnTo>
                    <a:pt x="884271" y="653846"/>
                  </a:lnTo>
                  <a:lnTo>
                    <a:pt x="912502" y="624500"/>
                  </a:lnTo>
                  <a:close/>
                  <a:moveTo>
                    <a:pt x="1372232" y="1249974"/>
                  </a:moveTo>
                  <a:lnTo>
                    <a:pt x="1395025" y="1258068"/>
                  </a:lnTo>
                  <a:lnTo>
                    <a:pt x="1407832" y="1196271"/>
                  </a:lnTo>
                  <a:close/>
                  <a:moveTo>
                    <a:pt x="1450784" y="1136591"/>
                  </a:moveTo>
                  <a:lnTo>
                    <a:pt x="1412794" y="1137372"/>
                  </a:lnTo>
                  <a:lnTo>
                    <a:pt x="1407832" y="1196271"/>
                  </a:lnTo>
                  <a:close/>
                  <a:moveTo>
                    <a:pt x="1450784" y="1136591"/>
                  </a:moveTo>
                  <a:lnTo>
                    <a:pt x="1407832" y="1196271"/>
                  </a:lnTo>
                  <a:lnTo>
                    <a:pt x="1447021" y="1202393"/>
                  </a:lnTo>
                  <a:close/>
                  <a:moveTo>
                    <a:pt x="1421357" y="1130901"/>
                  </a:moveTo>
                  <a:lnTo>
                    <a:pt x="1450784" y="1136591"/>
                  </a:lnTo>
                  <a:lnTo>
                    <a:pt x="1445507" y="1085003"/>
                  </a:lnTo>
                  <a:close/>
                  <a:moveTo>
                    <a:pt x="1350137" y="1077780"/>
                  </a:moveTo>
                  <a:lnTo>
                    <a:pt x="1310173" y="1049455"/>
                  </a:lnTo>
                  <a:lnTo>
                    <a:pt x="1352519" y="1079364"/>
                  </a:lnTo>
                  <a:close/>
                  <a:moveTo>
                    <a:pt x="962672" y="563998"/>
                  </a:moveTo>
                  <a:lnTo>
                    <a:pt x="977760" y="627847"/>
                  </a:lnTo>
                  <a:lnTo>
                    <a:pt x="968770" y="615535"/>
                  </a:lnTo>
                  <a:close/>
                  <a:moveTo>
                    <a:pt x="1414073" y="1128454"/>
                  </a:moveTo>
                  <a:lnTo>
                    <a:pt x="1445507" y="1085003"/>
                  </a:lnTo>
                  <a:lnTo>
                    <a:pt x="1428069" y="1059580"/>
                  </a:lnTo>
                  <a:close/>
                  <a:moveTo>
                    <a:pt x="1421357" y="1130901"/>
                  </a:moveTo>
                  <a:lnTo>
                    <a:pt x="1445507" y="1085003"/>
                  </a:lnTo>
                  <a:lnTo>
                    <a:pt x="1414073" y="1128454"/>
                  </a:lnTo>
                  <a:close/>
                  <a:moveTo>
                    <a:pt x="1350137" y="1077780"/>
                  </a:moveTo>
                  <a:lnTo>
                    <a:pt x="1352519" y="1079364"/>
                  </a:lnTo>
                  <a:lnTo>
                    <a:pt x="1354535" y="1076132"/>
                  </a:lnTo>
                  <a:close/>
                  <a:moveTo>
                    <a:pt x="942705" y="488367"/>
                  </a:moveTo>
                  <a:lnTo>
                    <a:pt x="921274" y="522395"/>
                  </a:lnTo>
                  <a:lnTo>
                    <a:pt x="935323" y="498879"/>
                  </a:lnTo>
                  <a:close/>
                  <a:moveTo>
                    <a:pt x="935323" y="498879"/>
                  </a:moveTo>
                  <a:lnTo>
                    <a:pt x="913530" y="493444"/>
                  </a:lnTo>
                  <a:lnTo>
                    <a:pt x="942705" y="488367"/>
                  </a:lnTo>
                  <a:close/>
                  <a:moveTo>
                    <a:pt x="1431450" y="988841"/>
                  </a:moveTo>
                  <a:lnTo>
                    <a:pt x="1432075" y="1055270"/>
                  </a:lnTo>
                  <a:lnTo>
                    <a:pt x="1454929" y="1003733"/>
                  </a:lnTo>
                  <a:close/>
                  <a:moveTo>
                    <a:pt x="1431450" y="988841"/>
                  </a:moveTo>
                  <a:lnTo>
                    <a:pt x="1454929" y="1003733"/>
                  </a:lnTo>
                  <a:lnTo>
                    <a:pt x="1446093" y="952176"/>
                  </a:lnTo>
                  <a:close/>
                  <a:moveTo>
                    <a:pt x="1278905" y="785921"/>
                  </a:moveTo>
                  <a:lnTo>
                    <a:pt x="1297641" y="849124"/>
                  </a:lnTo>
                  <a:lnTo>
                    <a:pt x="1290928" y="797587"/>
                  </a:lnTo>
                  <a:close/>
                  <a:moveTo>
                    <a:pt x="972453" y="404171"/>
                  </a:moveTo>
                  <a:lnTo>
                    <a:pt x="1022312" y="415908"/>
                  </a:lnTo>
                  <a:lnTo>
                    <a:pt x="1056121" y="407413"/>
                  </a:lnTo>
                  <a:close/>
                  <a:moveTo>
                    <a:pt x="1284526" y="530380"/>
                  </a:moveTo>
                  <a:lnTo>
                    <a:pt x="1283746" y="594790"/>
                  </a:lnTo>
                  <a:lnTo>
                    <a:pt x="1347232" y="527322"/>
                  </a:lnTo>
                  <a:close/>
                  <a:moveTo>
                    <a:pt x="1006497" y="182496"/>
                  </a:moveTo>
                  <a:lnTo>
                    <a:pt x="1053240" y="228009"/>
                  </a:lnTo>
                  <a:lnTo>
                    <a:pt x="1038325" y="205976"/>
                  </a:lnTo>
                  <a:close/>
                  <a:moveTo>
                    <a:pt x="1029657" y="173570"/>
                  </a:moveTo>
                  <a:lnTo>
                    <a:pt x="1047565" y="158403"/>
                  </a:lnTo>
                  <a:lnTo>
                    <a:pt x="1014432" y="156421"/>
                  </a:lnTo>
                  <a:close/>
                  <a:moveTo>
                    <a:pt x="1011213" y="161450"/>
                  </a:moveTo>
                  <a:lnTo>
                    <a:pt x="1006497" y="182496"/>
                  </a:lnTo>
                  <a:lnTo>
                    <a:pt x="1029657" y="173570"/>
                  </a:lnTo>
                  <a:close/>
                  <a:moveTo>
                    <a:pt x="1394838" y="530635"/>
                  </a:moveTo>
                  <a:lnTo>
                    <a:pt x="1376572" y="502118"/>
                  </a:lnTo>
                  <a:lnTo>
                    <a:pt x="1347232" y="527322"/>
                  </a:lnTo>
                  <a:close/>
                  <a:moveTo>
                    <a:pt x="1118835" y="134309"/>
                  </a:moveTo>
                  <a:lnTo>
                    <a:pt x="1123521" y="146111"/>
                  </a:lnTo>
                  <a:lnTo>
                    <a:pt x="1139505" y="139795"/>
                  </a:lnTo>
                  <a:close/>
                  <a:moveTo>
                    <a:pt x="1273300" y="37564"/>
                  </a:moveTo>
                  <a:lnTo>
                    <a:pt x="1295588" y="57427"/>
                  </a:lnTo>
                  <a:lnTo>
                    <a:pt x="1242329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76" name="Output_density__4275">
              <a:extLst>
                <a:ext uri="{FF2B5EF4-FFF2-40B4-BE49-F238E27FC236}">
                  <a16:creationId xmlns:a16="http://schemas.microsoft.com/office/drawing/2014/main" id="{CF7FB1D8-8DA4-6212-4B7C-FD271832E073}"/>
                </a:ext>
              </a:extLst>
            </p:cNvPr>
            <p:cNvSpPr>
              <a:spLocks noGrp="1"/>
            </p:cNvSpPr>
            <p:nvPr/>
          </p:nvSpPr>
          <p:spPr>
            <a:xfrm>
              <a:off x="15020776" y="2203077"/>
              <a:ext cx="1668852" cy="1961037"/>
            </a:xfrm>
            <a:custGeom>
              <a:avLst/>
              <a:gdLst/>
              <a:ahLst/>
              <a:cxnLst/>
              <a:rect l="0" t="0" r="0" b="0"/>
              <a:pathLst>
                <a:path w="1668852" h="1961037">
                  <a:moveTo>
                    <a:pt x="586277" y="1570626"/>
                  </a:moveTo>
                  <a:lnTo>
                    <a:pt x="555930" y="1519090"/>
                  </a:lnTo>
                  <a:lnTo>
                    <a:pt x="550231" y="1583268"/>
                  </a:lnTo>
                  <a:close/>
                  <a:moveTo>
                    <a:pt x="555930" y="1519090"/>
                  </a:moveTo>
                  <a:lnTo>
                    <a:pt x="548796" y="1521691"/>
                  </a:lnTo>
                  <a:lnTo>
                    <a:pt x="550231" y="1583268"/>
                  </a:lnTo>
                  <a:close/>
                  <a:moveTo>
                    <a:pt x="342730" y="1312943"/>
                  </a:moveTo>
                  <a:lnTo>
                    <a:pt x="266856" y="1285261"/>
                  </a:lnTo>
                  <a:lnTo>
                    <a:pt x="266929" y="1285501"/>
                  </a:lnTo>
                  <a:close/>
                  <a:moveTo>
                    <a:pt x="266929" y="1285501"/>
                  </a:moveTo>
                  <a:lnTo>
                    <a:pt x="266986" y="1287092"/>
                  </a:lnTo>
                  <a:lnTo>
                    <a:pt x="342730" y="1312943"/>
                  </a:lnTo>
                  <a:close/>
                  <a:moveTo>
                    <a:pt x="570650" y="1443459"/>
                  </a:moveTo>
                  <a:lnTo>
                    <a:pt x="548839" y="1507286"/>
                  </a:lnTo>
                  <a:lnTo>
                    <a:pt x="555930" y="1519090"/>
                  </a:lnTo>
                  <a:close/>
                  <a:moveTo>
                    <a:pt x="311504" y="1183739"/>
                  </a:moveTo>
                  <a:lnTo>
                    <a:pt x="259219" y="1209870"/>
                  </a:lnTo>
                  <a:lnTo>
                    <a:pt x="308387" y="1185776"/>
                  </a:lnTo>
                  <a:close/>
                  <a:moveTo>
                    <a:pt x="353686" y="1166774"/>
                  </a:moveTo>
                  <a:lnTo>
                    <a:pt x="278365" y="1194737"/>
                  </a:lnTo>
                  <a:lnTo>
                    <a:pt x="311504" y="1183739"/>
                  </a:lnTo>
                  <a:close/>
                  <a:moveTo>
                    <a:pt x="33504" y="883842"/>
                  </a:moveTo>
                  <a:lnTo>
                    <a:pt x="26179" y="950561"/>
                  </a:lnTo>
                  <a:lnTo>
                    <a:pt x="61828" y="876557"/>
                  </a:lnTo>
                  <a:close/>
                  <a:moveTo>
                    <a:pt x="61828" y="876557"/>
                  </a:moveTo>
                  <a:lnTo>
                    <a:pt x="26179" y="950561"/>
                  </a:lnTo>
                  <a:lnTo>
                    <a:pt x="27763" y="952187"/>
                  </a:lnTo>
                  <a:close/>
                  <a:moveTo>
                    <a:pt x="67220" y="794431"/>
                  </a:moveTo>
                  <a:lnTo>
                    <a:pt x="51415" y="781778"/>
                  </a:lnTo>
                  <a:lnTo>
                    <a:pt x="0" y="849114"/>
                  </a:lnTo>
                  <a:close/>
                  <a:moveTo>
                    <a:pt x="311504" y="1183739"/>
                  </a:moveTo>
                  <a:lnTo>
                    <a:pt x="314176" y="1184047"/>
                  </a:lnTo>
                  <a:lnTo>
                    <a:pt x="353686" y="1166774"/>
                  </a:lnTo>
                  <a:close/>
                  <a:moveTo>
                    <a:pt x="87823" y="773483"/>
                  </a:moveTo>
                  <a:lnTo>
                    <a:pt x="118487" y="800926"/>
                  </a:lnTo>
                  <a:lnTo>
                    <a:pt x="107530" y="749389"/>
                  </a:lnTo>
                  <a:close/>
                  <a:moveTo>
                    <a:pt x="87823" y="773483"/>
                  </a:moveTo>
                  <a:lnTo>
                    <a:pt x="107530" y="749389"/>
                  </a:lnTo>
                  <a:lnTo>
                    <a:pt x="57674" y="758741"/>
                  </a:lnTo>
                  <a:close/>
                  <a:moveTo>
                    <a:pt x="107530" y="749389"/>
                  </a:moveTo>
                  <a:lnTo>
                    <a:pt x="81637" y="713434"/>
                  </a:lnTo>
                  <a:lnTo>
                    <a:pt x="57674" y="758741"/>
                  </a:lnTo>
                  <a:close/>
                  <a:moveTo>
                    <a:pt x="1115806" y="1866522"/>
                  </a:moveTo>
                  <a:lnTo>
                    <a:pt x="1105890" y="1922791"/>
                  </a:lnTo>
                  <a:lnTo>
                    <a:pt x="1131519" y="1859101"/>
                  </a:lnTo>
                  <a:close/>
                  <a:moveTo>
                    <a:pt x="1131519" y="1859101"/>
                  </a:moveTo>
                  <a:lnTo>
                    <a:pt x="1124209" y="1934731"/>
                  </a:lnTo>
                  <a:lnTo>
                    <a:pt x="1164329" y="1910637"/>
                  </a:lnTo>
                  <a:close/>
                  <a:moveTo>
                    <a:pt x="1082592" y="1883195"/>
                  </a:moveTo>
                  <a:lnTo>
                    <a:pt x="1105890" y="1922791"/>
                  </a:lnTo>
                  <a:lnTo>
                    <a:pt x="1115806" y="1866522"/>
                  </a:lnTo>
                  <a:close/>
                  <a:moveTo>
                    <a:pt x="369568" y="956355"/>
                  </a:moveTo>
                  <a:lnTo>
                    <a:pt x="376398" y="931442"/>
                  </a:lnTo>
                  <a:lnTo>
                    <a:pt x="340862" y="955536"/>
                  </a:lnTo>
                  <a:close/>
                  <a:moveTo>
                    <a:pt x="107530" y="749389"/>
                  </a:moveTo>
                  <a:lnTo>
                    <a:pt x="118487" y="800926"/>
                  </a:lnTo>
                  <a:lnTo>
                    <a:pt x="169964" y="776832"/>
                  </a:lnTo>
                  <a:close/>
                  <a:moveTo>
                    <a:pt x="86202" y="690753"/>
                  </a:moveTo>
                  <a:lnTo>
                    <a:pt x="81637" y="713434"/>
                  </a:lnTo>
                  <a:lnTo>
                    <a:pt x="133540" y="673759"/>
                  </a:lnTo>
                  <a:close/>
                  <a:moveTo>
                    <a:pt x="133540" y="673759"/>
                  </a:moveTo>
                  <a:lnTo>
                    <a:pt x="81637" y="713434"/>
                  </a:lnTo>
                  <a:lnTo>
                    <a:pt x="107530" y="749389"/>
                  </a:lnTo>
                  <a:close/>
                  <a:moveTo>
                    <a:pt x="133540" y="673759"/>
                  </a:moveTo>
                  <a:lnTo>
                    <a:pt x="107530" y="749389"/>
                  </a:lnTo>
                  <a:lnTo>
                    <a:pt x="139960" y="725295"/>
                  </a:lnTo>
                  <a:close/>
                  <a:moveTo>
                    <a:pt x="54540" y="612122"/>
                  </a:moveTo>
                  <a:lnTo>
                    <a:pt x="86943" y="627409"/>
                  </a:lnTo>
                  <a:lnTo>
                    <a:pt x="58707" y="594779"/>
                  </a:lnTo>
                  <a:close/>
                  <a:moveTo>
                    <a:pt x="58707" y="594779"/>
                  </a:moveTo>
                  <a:lnTo>
                    <a:pt x="97649" y="622222"/>
                  </a:lnTo>
                  <a:lnTo>
                    <a:pt x="94900" y="570686"/>
                  </a:lnTo>
                  <a:close/>
                  <a:moveTo>
                    <a:pt x="1164329" y="1910637"/>
                  </a:moveTo>
                  <a:lnTo>
                    <a:pt x="1200621" y="1961037"/>
                  </a:lnTo>
                  <a:lnTo>
                    <a:pt x="1205887" y="1894013"/>
                  </a:lnTo>
                  <a:close/>
                  <a:moveTo>
                    <a:pt x="509635" y="995786"/>
                  </a:moveTo>
                  <a:lnTo>
                    <a:pt x="476873" y="958885"/>
                  </a:lnTo>
                  <a:lnTo>
                    <a:pt x="506297" y="1016317"/>
                  </a:lnTo>
                  <a:close/>
                  <a:moveTo>
                    <a:pt x="506297" y="1016317"/>
                  </a:moveTo>
                  <a:lnTo>
                    <a:pt x="476873" y="958885"/>
                  </a:lnTo>
                  <a:lnTo>
                    <a:pt x="433548" y="974736"/>
                  </a:lnTo>
                  <a:close/>
                  <a:moveTo>
                    <a:pt x="506297" y="1016317"/>
                  </a:moveTo>
                  <a:lnTo>
                    <a:pt x="433548" y="974736"/>
                  </a:lnTo>
                  <a:lnTo>
                    <a:pt x="463123" y="1013434"/>
                  </a:lnTo>
                  <a:close/>
                  <a:moveTo>
                    <a:pt x="391142" y="971228"/>
                  </a:moveTo>
                  <a:lnTo>
                    <a:pt x="376398" y="931442"/>
                  </a:lnTo>
                  <a:lnTo>
                    <a:pt x="369568" y="956355"/>
                  </a:lnTo>
                  <a:close/>
                  <a:moveTo>
                    <a:pt x="428850" y="915812"/>
                  </a:moveTo>
                  <a:lnTo>
                    <a:pt x="376398" y="931442"/>
                  </a:lnTo>
                  <a:lnTo>
                    <a:pt x="391142" y="971228"/>
                  </a:lnTo>
                  <a:close/>
                  <a:moveTo>
                    <a:pt x="433548" y="974736"/>
                  </a:moveTo>
                  <a:lnTo>
                    <a:pt x="428850" y="915812"/>
                  </a:lnTo>
                  <a:lnTo>
                    <a:pt x="391142" y="971228"/>
                  </a:lnTo>
                  <a:close/>
                  <a:moveTo>
                    <a:pt x="159301" y="559330"/>
                  </a:moveTo>
                  <a:lnTo>
                    <a:pt x="148614" y="552510"/>
                  </a:lnTo>
                  <a:lnTo>
                    <a:pt x="94900" y="570686"/>
                  </a:lnTo>
                  <a:close/>
                  <a:moveTo>
                    <a:pt x="120638" y="549676"/>
                  </a:moveTo>
                  <a:lnTo>
                    <a:pt x="94900" y="570686"/>
                  </a:lnTo>
                  <a:lnTo>
                    <a:pt x="148614" y="552510"/>
                  </a:lnTo>
                  <a:close/>
                  <a:moveTo>
                    <a:pt x="201842" y="543709"/>
                  </a:moveTo>
                  <a:lnTo>
                    <a:pt x="148614" y="552510"/>
                  </a:lnTo>
                  <a:lnTo>
                    <a:pt x="191885" y="546592"/>
                  </a:lnTo>
                  <a:close/>
                  <a:moveTo>
                    <a:pt x="120638" y="549676"/>
                  </a:moveTo>
                  <a:lnTo>
                    <a:pt x="148614" y="552510"/>
                  </a:lnTo>
                  <a:lnTo>
                    <a:pt x="201842" y="543709"/>
                  </a:lnTo>
                  <a:close/>
                  <a:moveTo>
                    <a:pt x="148614" y="552510"/>
                  </a:moveTo>
                  <a:lnTo>
                    <a:pt x="159301" y="559330"/>
                  </a:lnTo>
                  <a:lnTo>
                    <a:pt x="191885" y="546592"/>
                  </a:lnTo>
                  <a:close/>
                  <a:moveTo>
                    <a:pt x="1271229" y="1886543"/>
                  </a:moveTo>
                  <a:lnTo>
                    <a:pt x="1300612" y="1938080"/>
                  </a:lnTo>
                  <a:lnTo>
                    <a:pt x="1343341" y="1913986"/>
                  </a:lnTo>
                  <a:close/>
                  <a:moveTo>
                    <a:pt x="733139" y="1172500"/>
                  </a:moveTo>
                  <a:lnTo>
                    <a:pt x="700064" y="1183738"/>
                  </a:lnTo>
                  <a:lnTo>
                    <a:pt x="653948" y="1185995"/>
                  </a:lnTo>
                  <a:close/>
                  <a:moveTo>
                    <a:pt x="774556" y="1152677"/>
                  </a:moveTo>
                  <a:lnTo>
                    <a:pt x="700064" y="1183738"/>
                  </a:lnTo>
                  <a:lnTo>
                    <a:pt x="733139" y="1172500"/>
                  </a:lnTo>
                  <a:close/>
                  <a:moveTo>
                    <a:pt x="765931" y="1145397"/>
                  </a:moveTo>
                  <a:lnTo>
                    <a:pt x="689807" y="1145390"/>
                  </a:lnTo>
                  <a:lnTo>
                    <a:pt x="708918" y="1165031"/>
                  </a:lnTo>
                  <a:close/>
                  <a:moveTo>
                    <a:pt x="616992" y="1002288"/>
                  </a:moveTo>
                  <a:lnTo>
                    <a:pt x="594083" y="1010421"/>
                  </a:lnTo>
                  <a:lnTo>
                    <a:pt x="642852" y="1009608"/>
                  </a:lnTo>
                  <a:close/>
                  <a:moveTo>
                    <a:pt x="642852" y="1009608"/>
                  </a:moveTo>
                  <a:lnTo>
                    <a:pt x="689235" y="1037864"/>
                  </a:lnTo>
                  <a:lnTo>
                    <a:pt x="616992" y="1002288"/>
                  </a:lnTo>
                  <a:close/>
                  <a:moveTo>
                    <a:pt x="616992" y="1002288"/>
                  </a:moveTo>
                  <a:lnTo>
                    <a:pt x="689235" y="1037864"/>
                  </a:lnTo>
                  <a:lnTo>
                    <a:pt x="695505" y="1039183"/>
                  </a:lnTo>
                  <a:close/>
                  <a:moveTo>
                    <a:pt x="476873" y="958885"/>
                  </a:moveTo>
                  <a:lnTo>
                    <a:pt x="509635" y="995786"/>
                  </a:lnTo>
                  <a:lnTo>
                    <a:pt x="514140" y="947198"/>
                  </a:lnTo>
                  <a:close/>
                  <a:moveTo>
                    <a:pt x="514140" y="947198"/>
                  </a:moveTo>
                  <a:lnTo>
                    <a:pt x="567322" y="901894"/>
                  </a:lnTo>
                  <a:lnTo>
                    <a:pt x="495294" y="907348"/>
                  </a:lnTo>
                  <a:close/>
                  <a:moveTo>
                    <a:pt x="205924" y="543900"/>
                  </a:moveTo>
                  <a:lnTo>
                    <a:pt x="191885" y="546592"/>
                  </a:lnTo>
                  <a:lnTo>
                    <a:pt x="236539" y="538532"/>
                  </a:lnTo>
                  <a:close/>
                  <a:moveTo>
                    <a:pt x="236539" y="538532"/>
                  </a:moveTo>
                  <a:lnTo>
                    <a:pt x="191885" y="546592"/>
                  </a:lnTo>
                  <a:lnTo>
                    <a:pt x="159301" y="559330"/>
                  </a:lnTo>
                  <a:close/>
                  <a:moveTo>
                    <a:pt x="201842" y="543709"/>
                  </a:moveTo>
                  <a:lnTo>
                    <a:pt x="191885" y="546592"/>
                  </a:lnTo>
                  <a:lnTo>
                    <a:pt x="205924" y="543900"/>
                  </a:lnTo>
                  <a:close/>
                  <a:moveTo>
                    <a:pt x="1355697" y="1910927"/>
                  </a:moveTo>
                  <a:lnTo>
                    <a:pt x="1399226" y="1850778"/>
                  </a:lnTo>
                  <a:lnTo>
                    <a:pt x="1342932" y="1858563"/>
                  </a:lnTo>
                  <a:close/>
                  <a:moveTo>
                    <a:pt x="1399226" y="1850778"/>
                  </a:moveTo>
                  <a:lnTo>
                    <a:pt x="1404781" y="1801992"/>
                  </a:lnTo>
                  <a:lnTo>
                    <a:pt x="1342932" y="1858563"/>
                  </a:lnTo>
                  <a:close/>
                  <a:moveTo>
                    <a:pt x="1114961" y="1501693"/>
                  </a:moveTo>
                  <a:lnTo>
                    <a:pt x="1128474" y="1542510"/>
                  </a:lnTo>
                  <a:lnTo>
                    <a:pt x="1179542" y="1483891"/>
                  </a:lnTo>
                  <a:close/>
                  <a:moveTo>
                    <a:pt x="1179542" y="1483891"/>
                  </a:moveTo>
                  <a:lnTo>
                    <a:pt x="1128474" y="1542510"/>
                  </a:lnTo>
                  <a:lnTo>
                    <a:pt x="1132712" y="1483478"/>
                  </a:lnTo>
                  <a:close/>
                  <a:moveTo>
                    <a:pt x="1034888" y="1398620"/>
                  </a:moveTo>
                  <a:lnTo>
                    <a:pt x="1109396" y="1426063"/>
                  </a:lnTo>
                  <a:lnTo>
                    <a:pt x="1071094" y="1374526"/>
                  </a:lnTo>
                  <a:close/>
                  <a:moveTo>
                    <a:pt x="642852" y="1009608"/>
                  </a:moveTo>
                  <a:lnTo>
                    <a:pt x="624225" y="1037864"/>
                  </a:lnTo>
                  <a:lnTo>
                    <a:pt x="659744" y="1030275"/>
                  </a:lnTo>
                  <a:close/>
                  <a:moveTo>
                    <a:pt x="659744" y="1030275"/>
                  </a:moveTo>
                  <a:lnTo>
                    <a:pt x="689235" y="1037864"/>
                  </a:lnTo>
                  <a:lnTo>
                    <a:pt x="642852" y="1009608"/>
                  </a:lnTo>
                  <a:close/>
                  <a:moveTo>
                    <a:pt x="574011" y="873763"/>
                  </a:moveTo>
                  <a:lnTo>
                    <a:pt x="623228" y="871733"/>
                  </a:lnTo>
                  <a:lnTo>
                    <a:pt x="613415" y="816968"/>
                  </a:lnTo>
                  <a:close/>
                  <a:moveTo>
                    <a:pt x="658003" y="859160"/>
                  </a:moveTo>
                  <a:lnTo>
                    <a:pt x="623228" y="871733"/>
                  </a:lnTo>
                  <a:lnTo>
                    <a:pt x="622171" y="932285"/>
                  </a:lnTo>
                  <a:close/>
                  <a:moveTo>
                    <a:pt x="310527" y="559585"/>
                  </a:moveTo>
                  <a:lnTo>
                    <a:pt x="302972" y="522498"/>
                  </a:lnTo>
                  <a:lnTo>
                    <a:pt x="285807" y="548064"/>
                  </a:lnTo>
                  <a:close/>
                  <a:moveTo>
                    <a:pt x="354183" y="499333"/>
                  </a:moveTo>
                  <a:lnTo>
                    <a:pt x="302972" y="522498"/>
                  </a:lnTo>
                  <a:lnTo>
                    <a:pt x="310527" y="559585"/>
                  </a:lnTo>
                  <a:close/>
                  <a:moveTo>
                    <a:pt x="361510" y="556119"/>
                  </a:moveTo>
                  <a:lnTo>
                    <a:pt x="354183" y="499333"/>
                  </a:lnTo>
                  <a:lnTo>
                    <a:pt x="310527" y="559585"/>
                  </a:lnTo>
                  <a:close/>
                  <a:moveTo>
                    <a:pt x="1405782" y="1782706"/>
                  </a:moveTo>
                  <a:lnTo>
                    <a:pt x="1440691" y="1761576"/>
                  </a:lnTo>
                  <a:lnTo>
                    <a:pt x="1396219" y="1769980"/>
                  </a:lnTo>
                  <a:close/>
                  <a:moveTo>
                    <a:pt x="1443987" y="1726885"/>
                  </a:moveTo>
                  <a:lnTo>
                    <a:pt x="1473121" y="1747927"/>
                  </a:lnTo>
                  <a:lnTo>
                    <a:pt x="1451325" y="1711188"/>
                  </a:lnTo>
                  <a:close/>
                  <a:moveTo>
                    <a:pt x="1308523" y="1510079"/>
                  </a:moveTo>
                  <a:lnTo>
                    <a:pt x="1258992" y="1512365"/>
                  </a:lnTo>
                  <a:lnTo>
                    <a:pt x="1312804" y="1569342"/>
                  </a:lnTo>
                  <a:close/>
                  <a:moveTo>
                    <a:pt x="1168244" y="1510177"/>
                  </a:moveTo>
                  <a:lnTo>
                    <a:pt x="1179542" y="1483891"/>
                  </a:lnTo>
                  <a:lnTo>
                    <a:pt x="1132712" y="1483478"/>
                  </a:lnTo>
                  <a:close/>
                  <a:moveTo>
                    <a:pt x="1168244" y="1510177"/>
                  </a:moveTo>
                  <a:lnTo>
                    <a:pt x="1205027" y="1518256"/>
                  </a:lnTo>
                  <a:lnTo>
                    <a:pt x="1179542" y="1483891"/>
                  </a:lnTo>
                  <a:close/>
                  <a:moveTo>
                    <a:pt x="1258992" y="1512365"/>
                  </a:moveTo>
                  <a:lnTo>
                    <a:pt x="1241910" y="1463510"/>
                  </a:lnTo>
                  <a:lnTo>
                    <a:pt x="1205027" y="1518256"/>
                  </a:lnTo>
                  <a:close/>
                  <a:moveTo>
                    <a:pt x="1128920" y="1350432"/>
                  </a:moveTo>
                  <a:lnTo>
                    <a:pt x="1124820" y="1419995"/>
                  </a:lnTo>
                  <a:lnTo>
                    <a:pt x="1136218" y="1361687"/>
                  </a:lnTo>
                  <a:close/>
                  <a:moveTo>
                    <a:pt x="1071094" y="1374526"/>
                  </a:moveTo>
                  <a:lnTo>
                    <a:pt x="1109396" y="1426063"/>
                  </a:lnTo>
                  <a:lnTo>
                    <a:pt x="1128920" y="1350432"/>
                  </a:lnTo>
                  <a:close/>
                  <a:moveTo>
                    <a:pt x="943620" y="1092749"/>
                  </a:moveTo>
                  <a:lnTo>
                    <a:pt x="928355" y="1116843"/>
                  </a:lnTo>
                  <a:lnTo>
                    <a:pt x="951626" y="1144286"/>
                  </a:lnTo>
                  <a:close/>
                  <a:moveTo>
                    <a:pt x="688646" y="886603"/>
                  </a:moveTo>
                  <a:lnTo>
                    <a:pt x="722136" y="861566"/>
                  </a:lnTo>
                  <a:lnTo>
                    <a:pt x="658003" y="859160"/>
                  </a:lnTo>
                  <a:close/>
                  <a:moveTo>
                    <a:pt x="676356" y="910697"/>
                  </a:moveTo>
                  <a:lnTo>
                    <a:pt x="688646" y="886603"/>
                  </a:lnTo>
                  <a:lnTo>
                    <a:pt x="658003" y="859160"/>
                  </a:lnTo>
                  <a:close/>
                  <a:moveTo>
                    <a:pt x="1190994" y="1391808"/>
                  </a:moveTo>
                  <a:lnTo>
                    <a:pt x="1216352" y="1351717"/>
                  </a:lnTo>
                  <a:lnTo>
                    <a:pt x="1136218" y="1361687"/>
                  </a:lnTo>
                  <a:close/>
                  <a:moveTo>
                    <a:pt x="1249686" y="1301671"/>
                  </a:moveTo>
                  <a:lnTo>
                    <a:pt x="1166302" y="1299489"/>
                  </a:lnTo>
                  <a:lnTo>
                    <a:pt x="1202280" y="1299105"/>
                  </a:lnTo>
                  <a:close/>
                  <a:moveTo>
                    <a:pt x="951626" y="1144286"/>
                  </a:moveTo>
                  <a:lnTo>
                    <a:pt x="951888" y="1132924"/>
                  </a:lnTo>
                  <a:lnTo>
                    <a:pt x="943620" y="1092749"/>
                  </a:lnTo>
                  <a:close/>
                  <a:moveTo>
                    <a:pt x="943620" y="1092749"/>
                  </a:moveTo>
                  <a:lnTo>
                    <a:pt x="951888" y="1132924"/>
                  </a:lnTo>
                  <a:lnTo>
                    <a:pt x="1005460" y="1087259"/>
                  </a:lnTo>
                  <a:close/>
                  <a:moveTo>
                    <a:pt x="1005460" y="1087259"/>
                  </a:moveTo>
                  <a:lnTo>
                    <a:pt x="990893" y="1076453"/>
                  </a:lnTo>
                  <a:lnTo>
                    <a:pt x="943620" y="1092749"/>
                  </a:lnTo>
                  <a:close/>
                  <a:moveTo>
                    <a:pt x="990893" y="1076453"/>
                  </a:moveTo>
                  <a:lnTo>
                    <a:pt x="1022129" y="1026298"/>
                  </a:lnTo>
                  <a:lnTo>
                    <a:pt x="958538" y="1046727"/>
                  </a:lnTo>
                  <a:close/>
                  <a:moveTo>
                    <a:pt x="796933" y="831640"/>
                  </a:moveTo>
                  <a:lnTo>
                    <a:pt x="766192" y="851605"/>
                  </a:lnTo>
                  <a:lnTo>
                    <a:pt x="722136" y="861566"/>
                  </a:lnTo>
                  <a:close/>
                  <a:moveTo>
                    <a:pt x="483462" y="358331"/>
                  </a:moveTo>
                  <a:lnTo>
                    <a:pt x="404679" y="373354"/>
                  </a:lnTo>
                  <a:lnTo>
                    <a:pt x="440572" y="372649"/>
                  </a:lnTo>
                  <a:close/>
                  <a:moveTo>
                    <a:pt x="1282935" y="1367414"/>
                  </a:moveTo>
                  <a:lnTo>
                    <a:pt x="1216352" y="1351717"/>
                  </a:lnTo>
                  <a:lnTo>
                    <a:pt x="1245048" y="1377875"/>
                  </a:lnTo>
                  <a:close/>
                  <a:moveTo>
                    <a:pt x="1202280" y="1299105"/>
                  </a:moveTo>
                  <a:lnTo>
                    <a:pt x="1227566" y="1311703"/>
                  </a:lnTo>
                  <a:lnTo>
                    <a:pt x="1249686" y="1301671"/>
                  </a:lnTo>
                  <a:close/>
                  <a:moveTo>
                    <a:pt x="483462" y="358331"/>
                  </a:moveTo>
                  <a:lnTo>
                    <a:pt x="515820" y="344412"/>
                  </a:lnTo>
                  <a:lnTo>
                    <a:pt x="504159" y="347143"/>
                  </a:lnTo>
                  <a:close/>
                  <a:moveTo>
                    <a:pt x="548605" y="292313"/>
                  </a:moveTo>
                  <a:lnTo>
                    <a:pt x="504159" y="347143"/>
                  </a:lnTo>
                  <a:lnTo>
                    <a:pt x="523445" y="323049"/>
                  </a:lnTo>
                  <a:close/>
                  <a:moveTo>
                    <a:pt x="1668852" y="1595278"/>
                  </a:moveTo>
                  <a:lnTo>
                    <a:pt x="1601745" y="1609677"/>
                  </a:lnTo>
                  <a:lnTo>
                    <a:pt x="1602538" y="1611464"/>
                  </a:lnTo>
                  <a:close/>
                  <a:moveTo>
                    <a:pt x="1593387" y="1555905"/>
                  </a:moveTo>
                  <a:lnTo>
                    <a:pt x="1601745" y="1609677"/>
                  </a:lnTo>
                  <a:lnTo>
                    <a:pt x="1668852" y="1595278"/>
                  </a:lnTo>
                  <a:close/>
                  <a:moveTo>
                    <a:pt x="627225" y="276684"/>
                  </a:moveTo>
                  <a:lnTo>
                    <a:pt x="548605" y="292313"/>
                  </a:lnTo>
                  <a:lnTo>
                    <a:pt x="581069" y="278792"/>
                  </a:lnTo>
                  <a:close/>
                  <a:moveTo>
                    <a:pt x="1089739" y="648309"/>
                  </a:moveTo>
                  <a:lnTo>
                    <a:pt x="1041952" y="696468"/>
                  </a:lnTo>
                  <a:lnTo>
                    <a:pt x="1062346" y="687154"/>
                  </a:lnTo>
                  <a:close/>
                  <a:moveTo>
                    <a:pt x="922159" y="592407"/>
                  </a:moveTo>
                  <a:lnTo>
                    <a:pt x="962672" y="584081"/>
                  </a:lnTo>
                  <a:lnTo>
                    <a:pt x="921274" y="542478"/>
                  </a:lnTo>
                  <a:close/>
                  <a:moveTo>
                    <a:pt x="600786" y="287310"/>
                  </a:moveTo>
                  <a:lnTo>
                    <a:pt x="627225" y="276684"/>
                  </a:lnTo>
                  <a:lnTo>
                    <a:pt x="581069" y="278792"/>
                  </a:lnTo>
                  <a:close/>
                  <a:moveTo>
                    <a:pt x="600786" y="287310"/>
                  </a:moveTo>
                  <a:lnTo>
                    <a:pt x="651141" y="284354"/>
                  </a:lnTo>
                  <a:lnTo>
                    <a:pt x="627225" y="276684"/>
                  </a:lnTo>
                  <a:close/>
                  <a:moveTo>
                    <a:pt x="651141" y="284354"/>
                  </a:moveTo>
                  <a:lnTo>
                    <a:pt x="678664" y="294330"/>
                  </a:lnTo>
                  <a:lnTo>
                    <a:pt x="627225" y="276684"/>
                  </a:lnTo>
                  <a:close/>
                  <a:moveTo>
                    <a:pt x="651141" y="284354"/>
                  </a:moveTo>
                  <a:lnTo>
                    <a:pt x="683811" y="295776"/>
                  </a:lnTo>
                  <a:lnTo>
                    <a:pt x="678664" y="294330"/>
                  </a:lnTo>
                  <a:close/>
                  <a:moveTo>
                    <a:pt x="651141" y="284354"/>
                  </a:moveTo>
                  <a:lnTo>
                    <a:pt x="668701" y="296857"/>
                  </a:lnTo>
                  <a:lnTo>
                    <a:pt x="720727" y="316695"/>
                  </a:lnTo>
                  <a:close/>
                  <a:moveTo>
                    <a:pt x="683811" y="295776"/>
                  </a:moveTo>
                  <a:lnTo>
                    <a:pt x="720727" y="316695"/>
                  </a:lnTo>
                  <a:lnTo>
                    <a:pt x="768031" y="318881"/>
                  </a:lnTo>
                  <a:close/>
                  <a:moveTo>
                    <a:pt x="1257771" y="792301"/>
                  </a:moveTo>
                  <a:lnTo>
                    <a:pt x="1205131" y="790227"/>
                  </a:lnTo>
                  <a:lnTo>
                    <a:pt x="1182193" y="819305"/>
                  </a:lnTo>
                  <a:close/>
                  <a:moveTo>
                    <a:pt x="1257771" y="792301"/>
                  </a:moveTo>
                  <a:lnTo>
                    <a:pt x="1182193" y="819305"/>
                  </a:lnTo>
                  <a:lnTo>
                    <a:pt x="1213111" y="800002"/>
                  </a:lnTo>
                  <a:close/>
                  <a:moveTo>
                    <a:pt x="1062346" y="687154"/>
                  </a:moveTo>
                  <a:lnTo>
                    <a:pt x="1056370" y="698228"/>
                  </a:lnTo>
                  <a:lnTo>
                    <a:pt x="1093477" y="717322"/>
                  </a:lnTo>
                  <a:close/>
                  <a:moveTo>
                    <a:pt x="997358" y="517366"/>
                  </a:moveTo>
                  <a:lnTo>
                    <a:pt x="990062" y="512443"/>
                  </a:lnTo>
                  <a:lnTo>
                    <a:pt x="962672" y="584081"/>
                  </a:lnTo>
                  <a:close/>
                  <a:moveTo>
                    <a:pt x="1032027" y="516308"/>
                  </a:moveTo>
                  <a:lnTo>
                    <a:pt x="1018394" y="464648"/>
                  </a:lnTo>
                  <a:lnTo>
                    <a:pt x="990062" y="512443"/>
                  </a:lnTo>
                  <a:close/>
                  <a:moveTo>
                    <a:pt x="727531" y="322975"/>
                  </a:moveTo>
                  <a:lnTo>
                    <a:pt x="771968" y="324831"/>
                  </a:lnTo>
                  <a:lnTo>
                    <a:pt x="768031" y="318881"/>
                  </a:lnTo>
                  <a:close/>
                  <a:moveTo>
                    <a:pt x="771968" y="324831"/>
                  </a:moveTo>
                  <a:lnTo>
                    <a:pt x="797834" y="274861"/>
                  </a:lnTo>
                  <a:lnTo>
                    <a:pt x="768031" y="318881"/>
                  </a:lnTo>
                  <a:close/>
                  <a:moveTo>
                    <a:pt x="1370002" y="958156"/>
                  </a:moveTo>
                  <a:lnTo>
                    <a:pt x="1390764" y="940186"/>
                  </a:lnTo>
                  <a:lnTo>
                    <a:pt x="1346868" y="950741"/>
                  </a:lnTo>
                  <a:close/>
                  <a:moveTo>
                    <a:pt x="1230079" y="807717"/>
                  </a:moveTo>
                  <a:lnTo>
                    <a:pt x="1257771" y="792301"/>
                  </a:lnTo>
                  <a:lnTo>
                    <a:pt x="1213111" y="800002"/>
                  </a:lnTo>
                  <a:close/>
                  <a:moveTo>
                    <a:pt x="1230079" y="807717"/>
                  </a:moveTo>
                  <a:lnTo>
                    <a:pt x="1278905" y="806004"/>
                  </a:lnTo>
                  <a:lnTo>
                    <a:pt x="1257771" y="792301"/>
                  </a:lnTo>
                  <a:close/>
                  <a:moveTo>
                    <a:pt x="873176" y="175137"/>
                  </a:moveTo>
                  <a:lnTo>
                    <a:pt x="888615" y="243221"/>
                  </a:lnTo>
                  <a:lnTo>
                    <a:pt x="904797" y="211076"/>
                  </a:lnTo>
                  <a:close/>
                  <a:moveTo>
                    <a:pt x="888615" y="243221"/>
                  </a:moveTo>
                  <a:lnTo>
                    <a:pt x="922835" y="226674"/>
                  </a:lnTo>
                  <a:lnTo>
                    <a:pt x="904797" y="211076"/>
                  </a:lnTo>
                  <a:close/>
                  <a:moveTo>
                    <a:pt x="1202722" y="491357"/>
                  </a:moveTo>
                  <a:lnTo>
                    <a:pt x="1167852" y="495885"/>
                  </a:lnTo>
                  <a:lnTo>
                    <a:pt x="1121973" y="499029"/>
                  </a:lnTo>
                  <a:close/>
                  <a:moveTo>
                    <a:pt x="1202722" y="491357"/>
                  </a:moveTo>
                  <a:lnTo>
                    <a:pt x="1121973" y="499029"/>
                  </a:lnTo>
                  <a:lnTo>
                    <a:pt x="1154859" y="487083"/>
                  </a:lnTo>
                  <a:close/>
                  <a:moveTo>
                    <a:pt x="1167852" y="495885"/>
                  </a:moveTo>
                  <a:lnTo>
                    <a:pt x="1202722" y="491357"/>
                  </a:lnTo>
                  <a:lnTo>
                    <a:pt x="1180185" y="484356"/>
                  </a:lnTo>
                  <a:close/>
                  <a:moveTo>
                    <a:pt x="1107523" y="310101"/>
                  </a:moveTo>
                  <a:lnTo>
                    <a:pt x="1101781" y="309353"/>
                  </a:lnTo>
                  <a:lnTo>
                    <a:pt x="1098230" y="305652"/>
                  </a:lnTo>
                  <a:close/>
                  <a:moveTo>
                    <a:pt x="967809" y="202579"/>
                  </a:moveTo>
                  <a:lnTo>
                    <a:pt x="929906" y="170054"/>
                  </a:lnTo>
                  <a:lnTo>
                    <a:pt x="904797" y="211076"/>
                  </a:lnTo>
                  <a:close/>
                  <a:moveTo>
                    <a:pt x="1296328" y="487705"/>
                  </a:moveTo>
                  <a:lnTo>
                    <a:pt x="1279647" y="491687"/>
                  </a:lnTo>
                  <a:lnTo>
                    <a:pt x="1284526" y="550463"/>
                  </a:lnTo>
                  <a:close/>
                  <a:moveTo>
                    <a:pt x="1107523" y="310101"/>
                  </a:moveTo>
                  <a:lnTo>
                    <a:pt x="1097000" y="310538"/>
                  </a:lnTo>
                  <a:lnTo>
                    <a:pt x="1136881" y="284966"/>
                  </a:lnTo>
                  <a:close/>
                  <a:moveTo>
                    <a:pt x="1107523" y="310101"/>
                  </a:moveTo>
                  <a:lnTo>
                    <a:pt x="1136881" y="284966"/>
                  </a:lnTo>
                  <a:lnTo>
                    <a:pt x="1111197" y="305652"/>
                  </a:lnTo>
                  <a:close/>
                  <a:moveTo>
                    <a:pt x="1136881" y="284966"/>
                  </a:moveTo>
                  <a:lnTo>
                    <a:pt x="1139951" y="281558"/>
                  </a:lnTo>
                  <a:lnTo>
                    <a:pt x="1111197" y="305652"/>
                  </a:lnTo>
                  <a:close/>
                  <a:moveTo>
                    <a:pt x="929906" y="170054"/>
                  </a:moveTo>
                  <a:lnTo>
                    <a:pt x="967809" y="202579"/>
                  </a:lnTo>
                  <a:lnTo>
                    <a:pt x="973245" y="126949"/>
                  </a:lnTo>
                  <a:close/>
                  <a:moveTo>
                    <a:pt x="1342322" y="394148"/>
                  </a:moveTo>
                  <a:lnTo>
                    <a:pt x="1354700" y="360538"/>
                  </a:lnTo>
                  <a:lnTo>
                    <a:pt x="1319752" y="384632"/>
                  </a:lnTo>
                  <a:close/>
                  <a:moveTo>
                    <a:pt x="1195743" y="195467"/>
                  </a:moveTo>
                  <a:lnTo>
                    <a:pt x="1157312" y="176704"/>
                  </a:lnTo>
                  <a:lnTo>
                    <a:pt x="1204968" y="205928"/>
                  </a:lnTo>
                  <a:close/>
                  <a:moveTo>
                    <a:pt x="1028997" y="16828"/>
                  </a:moveTo>
                  <a:lnTo>
                    <a:pt x="1006616" y="23875"/>
                  </a:lnTo>
                  <a:lnTo>
                    <a:pt x="1054013" y="14915"/>
                  </a:lnTo>
                  <a:close/>
                  <a:moveTo>
                    <a:pt x="1028997" y="16828"/>
                  </a:moveTo>
                  <a:lnTo>
                    <a:pt x="1054013" y="14915"/>
                  </a:lnTo>
                  <a:lnTo>
                    <a:pt x="1096964" y="825"/>
                  </a:lnTo>
                  <a:close/>
                  <a:moveTo>
                    <a:pt x="1096964" y="825"/>
                  </a:moveTo>
                  <a:lnTo>
                    <a:pt x="1054013" y="14915"/>
                  </a:lnTo>
                  <a:lnTo>
                    <a:pt x="1134721" y="7094"/>
                  </a:lnTo>
                  <a:close/>
                  <a:moveTo>
                    <a:pt x="1179544" y="0"/>
                  </a:moveTo>
                  <a:lnTo>
                    <a:pt x="1096964" y="825"/>
                  </a:lnTo>
                  <a:lnTo>
                    <a:pt x="1134721" y="7094"/>
                  </a:lnTo>
                  <a:close/>
                  <a:moveTo>
                    <a:pt x="1154041" y="15895"/>
                  </a:moveTo>
                  <a:lnTo>
                    <a:pt x="1179544" y="0"/>
                  </a:lnTo>
                  <a:lnTo>
                    <a:pt x="1134721" y="7094"/>
                  </a:lnTo>
                  <a:close/>
                  <a:moveTo>
                    <a:pt x="1154041" y="15895"/>
                  </a:moveTo>
                  <a:lnTo>
                    <a:pt x="1210576" y="7916"/>
                  </a:lnTo>
                  <a:lnTo>
                    <a:pt x="1179544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77" name="Output_density__4276">
              <a:extLst>
                <a:ext uri="{FF2B5EF4-FFF2-40B4-BE49-F238E27FC236}">
                  <a16:creationId xmlns:a16="http://schemas.microsoft.com/office/drawing/2014/main" id="{8773E11E-CC7D-A764-87B4-E4EC65C639DF}"/>
                </a:ext>
              </a:extLst>
            </p:cNvPr>
            <p:cNvSpPr>
              <a:spLocks noGrp="1"/>
            </p:cNvSpPr>
            <p:nvPr/>
          </p:nvSpPr>
          <p:spPr>
            <a:xfrm>
              <a:off x="15002377" y="2347596"/>
              <a:ext cx="1473328" cy="1820071"/>
            </a:xfrm>
            <a:custGeom>
              <a:avLst/>
              <a:gdLst/>
              <a:ahLst/>
              <a:cxnLst/>
              <a:rect l="0" t="0" r="0" b="0"/>
              <a:pathLst>
                <a:path w="1473328" h="1820071">
                  <a:moveTo>
                    <a:pt x="42020" y="810101"/>
                  </a:moveTo>
                  <a:lnTo>
                    <a:pt x="0" y="883299"/>
                  </a:lnTo>
                  <a:lnTo>
                    <a:pt x="18961" y="845164"/>
                  </a:lnTo>
                  <a:close/>
                  <a:moveTo>
                    <a:pt x="67957" y="853675"/>
                  </a:moveTo>
                  <a:lnTo>
                    <a:pt x="103220" y="850619"/>
                  </a:lnTo>
                  <a:lnTo>
                    <a:pt x="18961" y="845164"/>
                  </a:lnTo>
                  <a:close/>
                  <a:moveTo>
                    <a:pt x="112653" y="846111"/>
                  </a:moveTo>
                  <a:lnTo>
                    <a:pt x="121684" y="859205"/>
                  </a:lnTo>
                  <a:lnTo>
                    <a:pt x="103220" y="850619"/>
                  </a:lnTo>
                  <a:close/>
                  <a:moveTo>
                    <a:pt x="667957" y="1429764"/>
                  </a:moveTo>
                  <a:lnTo>
                    <a:pt x="635766" y="1444307"/>
                  </a:lnTo>
                  <a:lnTo>
                    <a:pt x="715368" y="1432347"/>
                  </a:lnTo>
                  <a:close/>
                  <a:moveTo>
                    <a:pt x="31965" y="630047"/>
                  </a:moveTo>
                  <a:lnTo>
                    <a:pt x="69814" y="637259"/>
                  </a:lnTo>
                  <a:lnTo>
                    <a:pt x="33262" y="628835"/>
                  </a:lnTo>
                  <a:close/>
                  <a:moveTo>
                    <a:pt x="667957" y="1429764"/>
                  </a:moveTo>
                  <a:lnTo>
                    <a:pt x="715368" y="1432347"/>
                  </a:lnTo>
                  <a:lnTo>
                    <a:pt x="740282" y="1390596"/>
                  </a:lnTo>
                  <a:close/>
                  <a:moveTo>
                    <a:pt x="74994" y="604871"/>
                  </a:moveTo>
                  <a:lnTo>
                    <a:pt x="33789" y="628564"/>
                  </a:lnTo>
                  <a:lnTo>
                    <a:pt x="100036" y="568916"/>
                  </a:lnTo>
                  <a:close/>
                  <a:moveTo>
                    <a:pt x="100036" y="568916"/>
                  </a:moveTo>
                  <a:lnTo>
                    <a:pt x="33789" y="628564"/>
                  </a:lnTo>
                  <a:lnTo>
                    <a:pt x="33262" y="628835"/>
                  </a:lnTo>
                  <a:close/>
                  <a:moveTo>
                    <a:pt x="751719" y="1365865"/>
                  </a:moveTo>
                  <a:lnTo>
                    <a:pt x="740282" y="1390596"/>
                  </a:lnTo>
                  <a:lnTo>
                    <a:pt x="756051" y="1377920"/>
                  </a:lnTo>
                  <a:close/>
                  <a:moveTo>
                    <a:pt x="763225" y="1341477"/>
                  </a:moveTo>
                  <a:lnTo>
                    <a:pt x="778621" y="1359266"/>
                  </a:lnTo>
                  <a:lnTo>
                    <a:pt x="803504" y="1317398"/>
                  </a:lnTo>
                  <a:close/>
                  <a:moveTo>
                    <a:pt x="811072" y="1292851"/>
                  </a:moveTo>
                  <a:lnTo>
                    <a:pt x="803504" y="1317398"/>
                  </a:lnTo>
                  <a:lnTo>
                    <a:pt x="831111" y="1302289"/>
                  </a:lnTo>
                  <a:close/>
                  <a:moveTo>
                    <a:pt x="831111" y="1302289"/>
                  </a:moveTo>
                  <a:lnTo>
                    <a:pt x="844406" y="1295648"/>
                  </a:lnTo>
                  <a:lnTo>
                    <a:pt x="811072" y="1292851"/>
                  </a:lnTo>
                  <a:close/>
                  <a:moveTo>
                    <a:pt x="408716" y="754513"/>
                  </a:moveTo>
                  <a:lnTo>
                    <a:pt x="447249" y="771294"/>
                  </a:lnTo>
                  <a:lnTo>
                    <a:pt x="451529" y="739907"/>
                  </a:lnTo>
                  <a:close/>
                  <a:moveTo>
                    <a:pt x="708206" y="1000871"/>
                  </a:moveTo>
                  <a:lnTo>
                    <a:pt x="659122" y="992033"/>
                  </a:lnTo>
                  <a:lnTo>
                    <a:pt x="624371" y="992215"/>
                  </a:lnTo>
                  <a:close/>
                  <a:moveTo>
                    <a:pt x="1347788" y="1820071"/>
                  </a:moveTo>
                  <a:lnTo>
                    <a:pt x="1393354" y="1815759"/>
                  </a:lnTo>
                  <a:lnTo>
                    <a:pt x="1425874" y="1802445"/>
                  </a:lnTo>
                  <a:close/>
                  <a:moveTo>
                    <a:pt x="1398056" y="1793561"/>
                  </a:moveTo>
                  <a:lnTo>
                    <a:pt x="1429463" y="1769467"/>
                  </a:lnTo>
                  <a:lnTo>
                    <a:pt x="1425874" y="1802445"/>
                  </a:lnTo>
                  <a:close/>
                  <a:moveTo>
                    <a:pt x="844648" y="1099491"/>
                  </a:moveTo>
                  <a:lnTo>
                    <a:pt x="825898" y="1131326"/>
                  </a:lnTo>
                  <a:lnTo>
                    <a:pt x="845047" y="1114984"/>
                  </a:lnTo>
                  <a:close/>
                  <a:moveTo>
                    <a:pt x="845047" y="1114984"/>
                  </a:moveTo>
                  <a:lnTo>
                    <a:pt x="825898" y="1131326"/>
                  </a:lnTo>
                  <a:lnTo>
                    <a:pt x="818973" y="1160942"/>
                  </a:lnTo>
                  <a:close/>
                  <a:moveTo>
                    <a:pt x="845047" y="1114984"/>
                  </a:moveTo>
                  <a:lnTo>
                    <a:pt x="839242" y="1056960"/>
                  </a:lnTo>
                  <a:lnTo>
                    <a:pt x="844648" y="1099491"/>
                  </a:lnTo>
                  <a:close/>
                  <a:moveTo>
                    <a:pt x="839242" y="1056960"/>
                  </a:moveTo>
                  <a:lnTo>
                    <a:pt x="840376" y="1047955"/>
                  </a:lnTo>
                  <a:lnTo>
                    <a:pt x="844648" y="1099491"/>
                  </a:lnTo>
                  <a:close/>
                  <a:moveTo>
                    <a:pt x="716454" y="955334"/>
                  </a:moveTo>
                  <a:lnTo>
                    <a:pt x="672122" y="953393"/>
                  </a:lnTo>
                  <a:lnTo>
                    <a:pt x="659122" y="992033"/>
                  </a:lnTo>
                  <a:close/>
                  <a:moveTo>
                    <a:pt x="532715" y="733871"/>
                  </a:moveTo>
                  <a:lnTo>
                    <a:pt x="493956" y="708560"/>
                  </a:lnTo>
                  <a:lnTo>
                    <a:pt x="544359" y="738736"/>
                  </a:lnTo>
                  <a:close/>
                  <a:moveTo>
                    <a:pt x="560514" y="568006"/>
                  </a:moveTo>
                  <a:lnTo>
                    <a:pt x="554852" y="560032"/>
                  </a:lnTo>
                  <a:lnTo>
                    <a:pt x="607198" y="591736"/>
                  </a:lnTo>
                  <a:close/>
                  <a:moveTo>
                    <a:pt x="534526" y="605743"/>
                  </a:moveTo>
                  <a:lnTo>
                    <a:pt x="554852" y="560032"/>
                  </a:lnTo>
                  <a:lnTo>
                    <a:pt x="560514" y="568006"/>
                  </a:lnTo>
                  <a:close/>
                  <a:moveTo>
                    <a:pt x="563470" y="439058"/>
                  </a:moveTo>
                  <a:lnTo>
                    <a:pt x="519725" y="436640"/>
                  </a:lnTo>
                  <a:lnTo>
                    <a:pt x="525246" y="508495"/>
                  </a:lnTo>
                  <a:close/>
                  <a:moveTo>
                    <a:pt x="514898" y="432865"/>
                  </a:moveTo>
                  <a:lnTo>
                    <a:pt x="519725" y="436640"/>
                  </a:lnTo>
                  <a:lnTo>
                    <a:pt x="523602" y="430000"/>
                  </a:lnTo>
                  <a:close/>
                  <a:moveTo>
                    <a:pt x="525069" y="435483"/>
                  </a:moveTo>
                  <a:lnTo>
                    <a:pt x="519725" y="436640"/>
                  </a:lnTo>
                  <a:lnTo>
                    <a:pt x="514898" y="432865"/>
                  </a:lnTo>
                  <a:close/>
                  <a:moveTo>
                    <a:pt x="1115886" y="1046725"/>
                  </a:moveTo>
                  <a:lnTo>
                    <a:pt x="1089242" y="1030404"/>
                  </a:lnTo>
                  <a:lnTo>
                    <a:pt x="1073217" y="1087505"/>
                  </a:lnTo>
                  <a:close/>
                  <a:moveTo>
                    <a:pt x="523602" y="430000"/>
                  </a:moveTo>
                  <a:lnTo>
                    <a:pt x="566632" y="416204"/>
                  </a:lnTo>
                  <a:lnTo>
                    <a:pt x="597355" y="396170"/>
                  </a:lnTo>
                  <a:close/>
                  <a:moveTo>
                    <a:pt x="597355" y="396170"/>
                  </a:moveTo>
                  <a:lnTo>
                    <a:pt x="566632" y="416204"/>
                  </a:lnTo>
                  <a:lnTo>
                    <a:pt x="643064" y="392392"/>
                  </a:lnTo>
                  <a:close/>
                  <a:moveTo>
                    <a:pt x="738128" y="573144"/>
                  </a:moveTo>
                  <a:lnTo>
                    <a:pt x="681077" y="569656"/>
                  </a:lnTo>
                  <a:lnTo>
                    <a:pt x="725672" y="571383"/>
                  </a:lnTo>
                  <a:close/>
                  <a:moveTo>
                    <a:pt x="1352766" y="1157726"/>
                  </a:moveTo>
                  <a:lnTo>
                    <a:pt x="1351354" y="1158904"/>
                  </a:lnTo>
                  <a:lnTo>
                    <a:pt x="1376860" y="1233356"/>
                  </a:lnTo>
                  <a:close/>
                  <a:moveTo>
                    <a:pt x="1348637" y="1157726"/>
                  </a:moveTo>
                  <a:lnTo>
                    <a:pt x="1300257" y="1142540"/>
                  </a:lnTo>
                  <a:lnTo>
                    <a:pt x="1277402" y="1116865"/>
                  </a:lnTo>
                  <a:close/>
                  <a:moveTo>
                    <a:pt x="783507" y="568133"/>
                  </a:moveTo>
                  <a:lnTo>
                    <a:pt x="819355" y="595946"/>
                  </a:lnTo>
                  <a:lnTo>
                    <a:pt x="738128" y="573144"/>
                  </a:lnTo>
                  <a:close/>
                  <a:moveTo>
                    <a:pt x="859514" y="542735"/>
                  </a:moveTo>
                  <a:lnTo>
                    <a:pt x="815955" y="563380"/>
                  </a:lnTo>
                  <a:lnTo>
                    <a:pt x="842953" y="552000"/>
                  </a:lnTo>
                  <a:close/>
                  <a:moveTo>
                    <a:pt x="1413424" y="1133632"/>
                  </a:moveTo>
                  <a:lnTo>
                    <a:pt x="1352766" y="1157726"/>
                  </a:lnTo>
                  <a:lnTo>
                    <a:pt x="1424015" y="1120997"/>
                  </a:lnTo>
                  <a:close/>
                  <a:moveTo>
                    <a:pt x="1426231" y="1071835"/>
                  </a:moveTo>
                  <a:lnTo>
                    <a:pt x="1413424" y="1133632"/>
                  </a:lnTo>
                  <a:lnTo>
                    <a:pt x="1424015" y="1120997"/>
                  </a:lnTo>
                  <a:close/>
                  <a:moveTo>
                    <a:pt x="1465420" y="1077957"/>
                  </a:moveTo>
                  <a:lnTo>
                    <a:pt x="1424015" y="1120997"/>
                  </a:lnTo>
                  <a:lnTo>
                    <a:pt x="1462447" y="1090010"/>
                  </a:lnTo>
                  <a:close/>
                  <a:moveTo>
                    <a:pt x="1465420" y="1077957"/>
                  </a:moveTo>
                  <a:lnTo>
                    <a:pt x="1426231" y="1071835"/>
                  </a:lnTo>
                  <a:lnTo>
                    <a:pt x="1424015" y="1120997"/>
                  </a:lnTo>
                  <a:close/>
                  <a:moveTo>
                    <a:pt x="978307" y="502628"/>
                  </a:moveTo>
                  <a:lnTo>
                    <a:pt x="996159" y="503411"/>
                  </a:lnTo>
                  <a:lnTo>
                    <a:pt x="930901" y="500064"/>
                  </a:lnTo>
                  <a:close/>
                  <a:moveTo>
                    <a:pt x="1446468" y="935144"/>
                  </a:moveTo>
                  <a:lnTo>
                    <a:pt x="1464254" y="953419"/>
                  </a:lnTo>
                  <a:lnTo>
                    <a:pt x="1450474" y="930834"/>
                  </a:lnTo>
                  <a:close/>
                  <a:moveTo>
                    <a:pt x="1446468" y="935144"/>
                  </a:moveTo>
                  <a:lnTo>
                    <a:pt x="1463906" y="960567"/>
                  </a:lnTo>
                  <a:lnTo>
                    <a:pt x="1464254" y="953419"/>
                  </a:lnTo>
                  <a:close/>
                  <a:moveTo>
                    <a:pt x="1464254" y="953419"/>
                  </a:moveTo>
                  <a:lnTo>
                    <a:pt x="1473152" y="883443"/>
                  </a:lnTo>
                  <a:lnTo>
                    <a:pt x="1450474" y="930834"/>
                  </a:lnTo>
                  <a:close/>
                  <a:moveTo>
                    <a:pt x="1473152" y="883443"/>
                  </a:moveTo>
                  <a:lnTo>
                    <a:pt x="1473328" y="879298"/>
                  </a:lnTo>
                  <a:lnTo>
                    <a:pt x="1450474" y="930834"/>
                  </a:lnTo>
                  <a:close/>
                  <a:moveTo>
                    <a:pt x="1473328" y="879298"/>
                  </a:moveTo>
                  <a:lnTo>
                    <a:pt x="1473152" y="883443"/>
                  </a:lnTo>
                  <a:lnTo>
                    <a:pt x="1464575" y="828165"/>
                  </a:lnTo>
                  <a:close/>
                  <a:moveTo>
                    <a:pt x="1309327" y="673151"/>
                  </a:moveTo>
                  <a:lnTo>
                    <a:pt x="1316040" y="724688"/>
                  </a:lnTo>
                  <a:lnTo>
                    <a:pt x="1296734" y="697245"/>
                  </a:lnTo>
                  <a:close/>
                  <a:moveTo>
                    <a:pt x="1153325" y="594172"/>
                  </a:moveTo>
                  <a:lnTo>
                    <a:pt x="1150959" y="528993"/>
                  </a:lnTo>
                  <a:lnTo>
                    <a:pt x="1152642" y="577644"/>
                  </a:lnTo>
                  <a:close/>
                  <a:moveTo>
                    <a:pt x="1297304" y="661486"/>
                  </a:moveTo>
                  <a:lnTo>
                    <a:pt x="1312285" y="712049"/>
                  </a:lnTo>
                  <a:lnTo>
                    <a:pt x="1316040" y="724688"/>
                  </a:lnTo>
                  <a:close/>
                  <a:moveTo>
                    <a:pt x="1074520" y="282977"/>
                  </a:moveTo>
                  <a:lnTo>
                    <a:pt x="1040711" y="291472"/>
                  </a:lnTo>
                  <a:lnTo>
                    <a:pt x="1120141" y="278869"/>
                  </a:lnTo>
                  <a:close/>
                  <a:moveTo>
                    <a:pt x="1302172" y="469299"/>
                  </a:moveTo>
                  <a:lnTo>
                    <a:pt x="1302145" y="470354"/>
                  </a:lnTo>
                  <a:lnTo>
                    <a:pt x="1302925" y="405945"/>
                  </a:lnTo>
                  <a:close/>
                  <a:moveTo>
                    <a:pt x="1080277" y="34703"/>
                  </a:moveTo>
                  <a:lnTo>
                    <a:pt x="1078616" y="35157"/>
                  </a:lnTo>
                  <a:lnTo>
                    <a:pt x="1083058" y="33967"/>
                  </a:lnTo>
                  <a:close/>
                  <a:moveTo>
                    <a:pt x="1078616" y="35157"/>
                  </a:moveTo>
                  <a:lnTo>
                    <a:pt x="1080277" y="34703"/>
                  </a:lnTo>
                  <a:lnTo>
                    <a:pt x="1065964" y="33967"/>
                  </a:lnTo>
                  <a:close/>
                  <a:moveTo>
                    <a:pt x="1065964" y="33967"/>
                  </a:moveTo>
                  <a:lnTo>
                    <a:pt x="1080277" y="34703"/>
                  </a:lnTo>
                  <a:lnTo>
                    <a:pt x="1081478" y="32831"/>
                  </a:lnTo>
                  <a:close/>
                  <a:moveTo>
                    <a:pt x="1107076" y="0"/>
                  </a:moveTo>
                  <a:lnTo>
                    <a:pt x="1065964" y="33967"/>
                  </a:lnTo>
                  <a:lnTo>
                    <a:pt x="1081478" y="32831"/>
                  </a:lnTo>
                  <a:close/>
                  <a:moveTo>
                    <a:pt x="1080277" y="34703"/>
                  </a:moveTo>
                  <a:lnTo>
                    <a:pt x="1083058" y="33967"/>
                  </a:lnTo>
                  <a:lnTo>
                    <a:pt x="1081478" y="32831"/>
                  </a:lnTo>
                  <a:close/>
                  <a:moveTo>
                    <a:pt x="1141920" y="21675"/>
                  </a:moveTo>
                  <a:lnTo>
                    <a:pt x="1137234" y="9873"/>
                  </a:lnTo>
                  <a:lnTo>
                    <a:pt x="1125202" y="27991"/>
                  </a:lnTo>
                  <a:close/>
                  <a:moveTo>
                    <a:pt x="1125202" y="27991"/>
                  </a:moveTo>
                  <a:lnTo>
                    <a:pt x="1137234" y="9873"/>
                  </a:lnTo>
                  <a:lnTo>
                    <a:pt x="1107076" y="0"/>
                  </a:lnTo>
                  <a:close/>
                  <a:moveTo>
                    <a:pt x="1081478" y="32831"/>
                  </a:moveTo>
                  <a:lnTo>
                    <a:pt x="1083058" y="33967"/>
                  </a:lnTo>
                  <a:lnTo>
                    <a:pt x="1125202" y="27991"/>
                  </a:lnTo>
                  <a:close/>
                  <a:moveTo>
                    <a:pt x="1107076" y="0"/>
                  </a:moveTo>
                  <a:lnTo>
                    <a:pt x="1081478" y="32831"/>
                  </a:lnTo>
                  <a:lnTo>
                    <a:pt x="1125202" y="2799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78" name="Output_density__4277">
              <a:extLst>
                <a:ext uri="{FF2B5EF4-FFF2-40B4-BE49-F238E27FC236}">
                  <a16:creationId xmlns:a16="http://schemas.microsoft.com/office/drawing/2014/main" id="{87A25D00-8666-718C-8C09-9152945592BB}"/>
                </a:ext>
              </a:extLst>
            </p:cNvPr>
            <p:cNvSpPr>
              <a:spLocks noGrp="1"/>
            </p:cNvSpPr>
            <p:nvPr/>
          </p:nvSpPr>
          <p:spPr>
            <a:xfrm>
              <a:off x="15124062" y="2375587"/>
              <a:ext cx="1340763" cy="1404356"/>
            </a:xfrm>
            <a:custGeom>
              <a:avLst/>
              <a:gdLst/>
              <a:ahLst/>
              <a:cxnLst/>
              <a:rect l="0" t="0" r="0" b="0"/>
              <a:pathLst>
                <a:path w="1340763" h="1404356">
                  <a:moveTo>
                    <a:pt x="0" y="831214"/>
                  </a:moveTo>
                  <a:lnTo>
                    <a:pt x="19343" y="840327"/>
                  </a:lnTo>
                  <a:lnTo>
                    <a:pt x="37074" y="855600"/>
                  </a:lnTo>
                  <a:close/>
                  <a:moveTo>
                    <a:pt x="621729" y="1374023"/>
                  </a:moveTo>
                  <a:lnTo>
                    <a:pt x="618597" y="1362605"/>
                  </a:lnTo>
                  <a:lnTo>
                    <a:pt x="593683" y="1404356"/>
                  </a:lnTo>
                  <a:close/>
                  <a:moveTo>
                    <a:pt x="621729" y="1374023"/>
                  </a:moveTo>
                  <a:lnTo>
                    <a:pt x="634366" y="1349929"/>
                  </a:lnTo>
                  <a:lnTo>
                    <a:pt x="618597" y="1362605"/>
                  </a:lnTo>
                  <a:close/>
                  <a:moveTo>
                    <a:pt x="634366" y="1349929"/>
                  </a:moveTo>
                  <a:lnTo>
                    <a:pt x="621729" y="1374023"/>
                  </a:lnTo>
                  <a:lnTo>
                    <a:pt x="656937" y="1331275"/>
                  </a:lnTo>
                  <a:close/>
                  <a:moveTo>
                    <a:pt x="641540" y="1313486"/>
                  </a:moveTo>
                  <a:lnTo>
                    <a:pt x="634366" y="1349929"/>
                  </a:lnTo>
                  <a:lnTo>
                    <a:pt x="656937" y="1331275"/>
                  </a:lnTo>
                  <a:close/>
                  <a:moveTo>
                    <a:pt x="687228" y="1298392"/>
                  </a:moveTo>
                  <a:lnTo>
                    <a:pt x="681820" y="1289408"/>
                  </a:lnTo>
                  <a:lnTo>
                    <a:pt x="656937" y="1331275"/>
                  </a:lnTo>
                  <a:close/>
                  <a:moveTo>
                    <a:pt x="687228" y="1298392"/>
                  </a:moveTo>
                  <a:lnTo>
                    <a:pt x="709426" y="1274299"/>
                  </a:lnTo>
                  <a:lnTo>
                    <a:pt x="681820" y="1289408"/>
                  </a:lnTo>
                  <a:close/>
                  <a:moveTo>
                    <a:pt x="141327" y="531109"/>
                  </a:moveTo>
                  <a:lnTo>
                    <a:pt x="167821" y="604323"/>
                  </a:lnTo>
                  <a:lnTo>
                    <a:pt x="170596" y="600765"/>
                  </a:lnTo>
                  <a:close/>
                  <a:moveTo>
                    <a:pt x="537438" y="964042"/>
                  </a:moveTo>
                  <a:lnTo>
                    <a:pt x="550438" y="925403"/>
                  </a:lnTo>
                  <a:lnTo>
                    <a:pt x="504638" y="992522"/>
                  </a:lnTo>
                  <a:close/>
                  <a:moveTo>
                    <a:pt x="329845" y="711917"/>
                  </a:moveTo>
                  <a:lnTo>
                    <a:pt x="357907" y="683302"/>
                  </a:lnTo>
                  <a:lnTo>
                    <a:pt x="411031" y="705880"/>
                  </a:lnTo>
                  <a:close/>
                  <a:moveTo>
                    <a:pt x="485513" y="563746"/>
                  </a:moveTo>
                  <a:lnTo>
                    <a:pt x="531434" y="536896"/>
                  </a:lnTo>
                  <a:lnTo>
                    <a:pt x="495958" y="559484"/>
                  </a:lnTo>
                  <a:close/>
                  <a:moveTo>
                    <a:pt x="499873" y="552071"/>
                  </a:moveTo>
                  <a:lnTo>
                    <a:pt x="495958" y="559484"/>
                  </a:lnTo>
                  <a:lnTo>
                    <a:pt x="531434" y="536896"/>
                  </a:lnTo>
                  <a:close/>
                  <a:moveTo>
                    <a:pt x="737830" y="514744"/>
                  </a:moveTo>
                  <a:lnTo>
                    <a:pt x="661822" y="540142"/>
                  </a:lnTo>
                  <a:lnTo>
                    <a:pt x="694271" y="535390"/>
                  </a:lnTo>
                  <a:close/>
                  <a:moveTo>
                    <a:pt x="721269" y="524009"/>
                  </a:moveTo>
                  <a:lnTo>
                    <a:pt x="741537" y="511296"/>
                  </a:lnTo>
                  <a:lnTo>
                    <a:pt x="737830" y="514744"/>
                  </a:lnTo>
                  <a:close/>
                  <a:moveTo>
                    <a:pt x="1231081" y="1129735"/>
                  </a:moveTo>
                  <a:lnTo>
                    <a:pt x="1271204" y="1111529"/>
                  </a:lnTo>
                  <a:lnTo>
                    <a:pt x="1302331" y="1093006"/>
                  </a:lnTo>
                  <a:close/>
                  <a:moveTo>
                    <a:pt x="1302331" y="1093006"/>
                  </a:moveTo>
                  <a:lnTo>
                    <a:pt x="1271204" y="1111529"/>
                  </a:lnTo>
                  <a:lnTo>
                    <a:pt x="1340763" y="1062020"/>
                  </a:lnTo>
                  <a:close/>
                  <a:moveTo>
                    <a:pt x="738833" y="509731"/>
                  </a:moveTo>
                  <a:lnTo>
                    <a:pt x="737830" y="514744"/>
                  </a:lnTo>
                  <a:lnTo>
                    <a:pt x="741537" y="511296"/>
                  </a:lnTo>
                  <a:close/>
                  <a:moveTo>
                    <a:pt x="1030957" y="549653"/>
                  </a:moveTo>
                  <a:lnTo>
                    <a:pt x="1020234" y="602101"/>
                  </a:lnTo>
                  <a:lnTo>
                    <a:pt x="1031640" y="566181"/>
                  </a:lnTo>
                  <a:close/>
                  <a:moveTo>
                    <a:pt x="1034806" y="490551"/>
                  </a:moveTo>
                  <a:lnTo>
                    <a:pt x="1029275" y="501002"/>
                  </a:lnTo>
                  <a:lnTo>
                    <a:pt x="1031640" y="566181"/>
                  </a:lnTo>
                  <a:close/>
                  <a:moveTo>
                    <a:pt x="1105003" y="474563"/>
                  </a:moveTo>
                  <a:lnTo>
                    <a:pt x="1034806" y="490551"/>
                  </a:lnTo>
                  <a:lnTo>
                    <a:pt x="1095449" y="472462"/>
                  </a:lnTo>
                  <a:close/>
                  <a:moveTo>
                    <a:pt x="1029275" y="501002"/>
                  </a:moveTo>
                  <a:lnTo>
                    <a:pt x="1034806" y="490551"/>
                  </a:lnTo>
                  <a:lnTo>
                    <a:pt x="1105003" y="474563"/>
                  </a:lnTo>
                  <a:close/>
                  <a:moveTo>
                    <a:pt x="1095449" y="472462"/>
                  </a:moveTo>
                  <a:lnTo>
                    <a:pt x="1034806" y="490551"/>
                  </a:lnTo>
                  <a:lnTo>
                    <a:pt x="1069866" y="478092"/>
                  </a:lnTo>
                  <a:close/>
                  <a:moveTo>
                    <a:pt x="1243947" y="374896"/>
                  </a:moveTo>
                  <a:lnTo>
                    <a:pt x="1180461" y="442363"/>
                  </a:lnTo>
                  <a:lnTo>
                    <a:pt x="1215833" y="404684"/>
                  </a:lnTo>
                  <a:close/>
                  <a:moveTo>
                    <a:pt x="1243947" y="374896"/>
                  </a:moveTo>
                  <a:lnTo>
                    <a:pt x="1215833" y="404684"/>
                  </a:lnTo>
                  <a:lnTo>
                    <a:pt x="1291552" y="378208"/>
                  </a:lnTo>
                  <a:close/>
                  <a:moveTo>
                    <a:pt x="956932" y="7166"/>
                  </a:moveTo>
                  <a:lnTo>
                    <a:pt x="944280" y="5976"/>
                  </a:lnTo>
                  <a:lnTo>
                    <a:pt x="926372" y="21143"/>
                  </a:lnTo>
                  <a:close/>
                  <a:moveTo>
                    <a:pt x="961374" y="5976"/>
                  </a:moveTo>
                  <a:lnTo>
                    <a:pt x="926372" y="21143"/>
                  </a:lnTo>
                  <a:lnTo>
                    <a:pt x="1003517" y="0"/>
                  </a:lnTo>
                  <a:close/>
                  <a:moveTo>
                    <a:pt x="956932" y="7166"/>
                  </a:moveTo>
                  <a:lnTo>
                    <a:pt x="926372" y="21143"/>
                  </a:lnTo>
                  <a:lnTo>
                    <a:pt x="961374" y="597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79" name="Output_density__4278">
              <a:extLst>
                <a:ext uri="{FF2B5EF4-FFF2-40B4-BE49-F238E27FC236}">
                  <a16:creationId xmlns:a16="http://schemas.microsoft.com/office/drawing/2014/main" id="{ACB49599-DED1-8157-FA41-D882D310A237}"/>
                </a:ext>
              </a:extLst>
            </p:cNvPr>
            <p:cNvSpPr>
              <a:spLocks noGrp="1"/>
            </p:cNvSpPr>
            <p:nvPr/>
          </p:nvSpPr>
          <p:spPr>
            <a:xfrm>
              <a:off x="15087996" y="2210172"/>
              <a:ext cx="1535318" cy="1906892"/>
            </a:xfrm>
            <a:custGeom>
              <a:avLst/>
              <a:gdLst/>
              <a:ahLst/>
              <a:cxnLst/>
              <a:rect l="0" t="0" r="0" b="0"/>
              <a:pathLst>
                <a:path w="1535318" h="1906892">
                  <a:moveTo>
                    <a:pt x="51267" y="793832"/>
                  </a:moveTo>
                  <a:lnTo>
                    <a:pt x="21643" y="806982"/>
                  </a:lnTo>
                  <a:lnTo>
                    <a:pt x="35519" y="858443"/>
                  </a:lnTo>
                  <a:close/>
                  <a:moveTo>
                    <a:pt x="0" y="787337"/>
                  </a:moveTo>
                  <a:lnTo>
                    <a:pt x="21643" y="806982"/>
                  </a:lnTo>
                  <a:lnTo>
                    <a:pt x="20603" y="766389"/>
                  </a:lnTo>
                  <a:close/>
                  <a:moveTo>
                    <a:pt x="20603" y="766389"/>
                  </a:moveTo>
                  <a:lnTo>
                    <a:pt x="21643" y="806982"/>
                  </a:lnTo>
                  <a:lnTo>
                    <a:pt x="51267" y="793832"/>
                  </a:lnTo>
                  <a:close/>
                  <a:moveTo>
                    <a:pt x="1064298" y="1852007"/>
                  </a:moveTo>
                  <a:lnTo>
                    <a:pt x="1138667" y="1886919"/>
                  </a:lnTo>
                  <a:lnTo>
                    <a:pt x="1125820" y="1834620"/>
                  </a:lnTo>
                  <a:close/>
                  <a:moveTo>
                    <a:pt x="1064298" y="1852007"/>
                  </a:moveTo>
                  <a:lnTo>
                    <a:pt x="1097109" y="1903543"/>
                  </a:lnTo>
                  <a:lnTo>
                    <a:pt x="1138667" y="1886919"/>
                  </a:lnTo>
                  <a:close/>
                  <a:moveTo>
                    <a:pt x="1125820" y="1834620"/>
                  </a:moveTo>
                  <a:lnTo>
                    <a:pt x="1187215" y="1851934"/>
                  </a:lnTo>
                  <a:lnTo>
                    <a:pt x="1169159" y="1827913"/>
                  </a:lnTo>
                  <a:close/>
                  <a:moveTo>
                    <a:pt x="1050138" y="1800470"/>
                  </a:moveTo>
                  <a:lnTo>
                    <a:pt x="1125820" y="1834620"/>
                  </a:lnTo>
                  <a:lnTo>
                    <a:pt x="1099122" y="1793583"/>
                  </a:lnTo>
                  <a:close/>
                  <a:moveTo>
                    <a:pt x="1050138" y="1800470"/>
                  </a:moveTo>
                  <a:lnTo>
                    <a:pt x="1064298" y="1852007"/>
                  </a:lnTo>
                  <a:lnTo>
                    <a:pt x="1125820" y="1834620"/>
                  </a:lnTo>
                  <a:close/>
                  <a:moveTo>
                    <a:pt x="1169159" y="1827913"/>
                  </a:moveTo>
                  <a:lnTo>
                    <a:pt x="1178134" y="1817980"/>
                  </a:lnTo>
                  <a:lnTo>
                    <a:pt x="1125820" y="1834620"/>
                  </a:lnTo>
                  <a:close/>
                  <a:moveTo>
                    <a:pt x="409652" y="951791"/>
                  </a:moveTo>
                  <a:lnTo>
                    <a:pt x="422082" y="912673"/>
                  </a:lnTo>
                  <a:lnTo>
                    <a:pt x="366328" y="967641"/>
                  </a:lnTo>
                  <a:close/>
                  <a:moveTo>
                    <a:pt x="366328" y="967641"/>
                  </a:moveTo>
                  <a:lnTo>
                    <a:pt x="422082" y="912673"/>
                  </a:lnTo>
                  <a:lnTo>
                    <a:pt x="414156" y="903998"/>
                  </a:lnTo>
                  <a:close/>
                  <a:moveTo>
                    <a:pt x="366328" y="967641"/>
                  </a:moveTo>
                  <a:lnTo>
                    <a:pt x="414156" y="903998"/>
                  </a:lnTo>
                  <a:lnTo>
                    <a:pt x="361629" y="908718"/>
                  </a:lnTo>
                  <a:close/>
                  <a:moveTo>
                    <a:pt x="414156" y="903998"/>
                  </a:moveTo>
                  <a:lnTo>
                    <a:pt x="422082" y="912673"/>
                  </a:lnTo>
                  <a:lnTo>
                    <a:pt x="428074" y="900254"/>
                  </a:lnTo>
                  <a:close/>
                  <a:moveTo>
                    <a:pt x="1204009" y="1879449"/>
                  </a:moveTo>
                  <a:lnTo>
                    <a:pt x="1276121" y="1906892"/>
                  </a:lnTo>
                  <a:lnTo>
                    <a:pt x="1263148" y="1855355"/>
                  </a:lnTo>
                  <a:close/>
                  <a:moveTo>
                    <a:pt x="1263148" y="1855355"/>
                  </a:moveTo>
                  <a:lnTo>
                    <a:pt x="1261381" y="1819650"/>
                  </a:lnTo>
                  <a:lnTo>
                    <a:pt x="1204009" y="1879449"/>
                  </a:lnTo>
                  <a:close/>
                  <a:moveTo>
                    <a:pt x="1204009" y="1879449"/>
                  </a:moveTo>
                  <a:lnTo>
                    <a:pt x="1261381" y="1819650"/>
                  </a:lnTo>
                  <a:lnTo>
                    <a:pt x="1183665" y="1825575"/>
                  </a:lnTo>
                  <a:close/>
                  <a:moveTo>
                    <a:pt x="1183665" y="1825575"/>
                  </a:moveTo>
                  <a:lnTo>
                    <a:pt x="1261381" y="1819650"/>
                  </a:lnTo>
                  <a:lnTo>
                    <a:pt x="1251810" y="1808157"/>
                  </a:lnTo>
                  <a:close/>
                  <a:moveTo>
                    <a:pt x="1204009" y="1879449"/>
                  </a:moveTo>
                  <a:lnTo>
                    <a:pt x="1183665" y="1825575"/>
                  </a:lnTo>
                  <a:lnTo>
                    <a:pt x="1187215" y="1851934"/>
                  </a:lnTo>
                  <a:close/>
                  <a:moveTo>
                    <a:pt x="1169159" y="1827913"/>
                  </a:moveTo>
                  <a:lnTo>
                    <a:pt x="1187215" y="1851934"/>
                  </a:lnTo>
                  <a:lnTo>
                    <a:pt x="1183665" y="1825575"/>
                  </a:lnTo>
                  <a:close/>
                  <a:moveTo>
                    <a:pt x="1178134" y="1817980"/>
                  </a:moveTo>
                  <a:lnTo>
                    <a:pt x="1169159" y="1827913"/>
                  </a:lnTo>
                  <a:lnTo>
                    <a:pt x="1183665" y="1825575"/>
                  </a:lnTo>
                  <a:close/>
                  <a:moveTo>
                    <a:pt x="1251810" y="1808157"/>
                  </a:moveTo>
                  <a:lnTo>
                    <a:pt x="1261381" y="1819650"/>
                  </a:lnTo>
                  <a:lnTo>
                    <a:pt x="1271129" y="1803819"/>
                  </a:lnTo>
                  <a:close/>
                  <a:moveTo>
                    <a:pt x="698711" y="1138303"/>
                  </a:moveTo>
                  <a:lnTo>
                    <a:pt x="641698" y="1157937"/>
                  </a:lnTo>
                  <a:lnTo>
                    <a:pt x="707336" y="1145583"/>
                  </a:lnTo>
                  <a:close/>
                  <a:moveTo>
                    <a:pt x="707336" y="1145583"/>
                  </a:moveTo>
                  <a:lnTo>
                    <a:pt x="641698" y="1157937"/>
                  </a:lnTo>
                  <a:lnTo>
                    <a:pt x="632843" y="1176644"/>
                  </a:lnTo>
                  <a:close/>
                  <a:moveTo>
                    <a:pt x="526863" y="1003327"/>
                  </a:moveTo>
                  <a:lnTo>
                    <a:pt x="498435" y="1023466"/>
                  </a:lnTo>
                  <a:lnTo>
                    <a:pt x="575631" y="1002514"/>
                  </a:lnTo>
                  <a:close/>
                  <a:moveTo>
                    <a:pt x="575631" y="1002514"/>
                  </a:moveTo>
                  <a:lnTo>
                    <a:pt x="498435" y="1023466"/>
                  </a:lnTo>
                  <a:lnTo>
                    <a:pt x="557005" y="1030770"/>
                  </a:lnTo>
                  <a:close/>
                  <a:moveTo>
                    <a:pt x="557005" y="1030770"/>
                  </a:moveTo>
                  <a:lnTo>
                    <a:pt x="498435" y="1023466"/>
                  </a:lnTo>
                  <a:lnTo>
                    <a:pt x="527170" y="1038330"/>
                  </a:lnTo>
                  <a:close/>
                  <a:moveTo>
                    <a:pt x="422082" y="912673"/>
                  </a:moveTo>
                  <a:lnTo>
                    <a:pt x="409652" y="951791"/>
                  </a:lnTo>
                  <a:lnTo>
                    <a:pt x="446920" y="940104"/>
                  </a:lnTo>
                  <a:close/>
                  <a:moveTo>
                    <a:pt x="428074" y="900254"/>
                  </a:moveTo>
                  <a:lnTo>
                    <a:pt x="422082" y="912673"/>
                  </a:lnTo>
                  <a:lnTo>
                    <a:pt x="446920" y="940104"/>
                  </a:lnTo>
                  <a:close/>
                  <a:moveTo>
                    <a:pt x="1263148" y="1855355"/>
                  </a:moveTo>
                  <a:lnTo>
                    <a:pt x="1288477" y="1903833"/>
                  </a:lnTo>
                  <a:lnTo>
                    <a:pt x="1275712" y="1851468"/>
                  </a:lnTo>
                  <a:close/>
                  <a:moveTo>
                    <a:pt x="1263148" y="1855355"/>
                  </a:moveTo>
                  <a:lnTo>
                    <a:pt x="1276121" y="1906892"/>
                  </a:lnTo>
                  <a:lnTo>
                    <a:pt x="1288477" y="1903833"/>
                  </a:lnTo>
                  <a:close/>
                  <a:moveTo>
                    <a:pt x="1261381" y="1819650"/>
                  </a:moveTo>
                  <a:lnTo>
                    <a:pt x="1263148" y="1855355"/>
                  </a:lnTo>
                  <a:lnTo>
                    <a:pt x="1275712" y="1851468"/>
                  </a:lnTo>
                  <a:close/>
                  <a:moveTo>
                    <a:pt x="1275712" y="1851468"/>
                  </a:moveTo>
                  <a:lnTo>
                    <a:pt x="1337561" y="1794898"/>
                  </a:lnTo>
                  <a:lnTo>
                    <a:pt x="1271129" y="1803819"/>
                  </a:lnTo>
                  <a:close/>
                  <a:moveTo>
                    <a:pt x="1271129" y="1803819"/>
                  </a:moveTo>
                  <a:lnTo>
                    <a:pt x="1337561" y="1794898"/>
                  </a:lnTo>
                  <a:lnTo>
                    <a:pt x="1318584" y="1779725"/>
                  </a:lnTo>
                  <a:close/>
                  <a:moveTo>
                    <a:pt x="1271129" y="1803819"/>
                  </a:moveTo>
                  <a:lnTo>
                    <a:pt x="1261381" y="1819650"/>
                  </a:lnTo>
                  <a:lnTo>
                    <a:pt x="1275712" y="1851468"/>
                  </a:lnTo>
                  <a:close/>
                  <a:moveTo>
                    <a:pt x="1328999" y="1762886"/>
                  </a:moveTo>
                  <a:lnTo>
                    <a:pt x="1271129" y="1803819"/>
                  </a:lnTo>
                  <a:lnTo>
                    <a:pt x="1318584" y="1779725"/>
                  </a:lnTo>
                  <a:close/>
                  <a:moveTo>
                    <a:pt x="1328999" y="1762886"/>
                  </a:moveTo>
                  <a:lnTo>
                    <a:pt x="1301933" y="1796592"/>
                  </a:lnTo>
                  <a:lnTo>
                    <a:pt x="1271129" y="1803819"/>
                  </a:lnTo>
                  <a:close/>
                  <a:moveTo>
                    <a:pt x="590783" y="852066"/>
                  </a:moveTo>
                  <a:lnTo>
                    <a:pt x="584656" y="800529"/>
                  </a:lnTo>
                  <a:lnTo>
                    <a:pt x="556008" y="864638"/>
                  </a:lnTo>
                  <a:close/>
                  <a:moveTo>
                    <a:pt x="294290" y="549025"/>
                  </a:moveTo>
                  <a:lnTo>
                    <a:pt x="243307" y="552491"/>
                  </a:lnTo>
                  <a:lnTo>
                    <a:pt x="304231" y="551599"/>
                  </a:lnTo>
                  <a:close/>
                  <a:moveTo>
                    <a:pt x="309967" y="542846"/>
                  </a:moveTo>
                  <a:lnTo>
                    <a:pt x="288506" y="491310"/>
                  </a:lnTo>
                  <a:lnTo>
                    <a:pt x="294290" y="549025"/>
                  </a:lnTo>
                  <a:close/>
                  <a:moveTo>
                    <a:pt x="288506" y="491310"/>
                  </a:moveTo>
                  <a:lnTo>
                    <a:pt x="286963" y="492239"/>
                  </a:lnTo>
                  <a:lnTo>
                    <a:pt x="294290" y="549025"/>
                  </a:lnTo>
                  <a:close/>
                  <a:moveTo>
                    <a:pt x="294290" y="549025"/>
                  </a:moveTo>
                  <a:lnTo>
                    <a:pt x="304231" y="551599"/>
                  </a:lnTo>
                  <a:lnTo>
                    <a:pt x="309967" y="542846"/>
                  </a:lnTo>
                  <a:close/>
                  <a:moveTo>
                    <a:pt x="260025" y="439773"/>
                  </a:moveTo>
                  <a:lnTo>
                    <a:pt x="286963" y="492239"/>
                  </a:lnTo>
                  <a:lnTo>
                    <a:pt x="287584" y="489362"/>
                  </a:lnTo>
                  <a:close/>
                  <a:moveTo>
                    <a:pt x="235752" y="515404"/>
                  </a:moveTo>
                  <a:lnTo>
                    <a:pt x="286963" y="492239"/>
                  </a:lnTo>
                  <a:lnTo>
                    <a:pt x="260025" y="439773"/>
                  </a:lnTo>
                  <a:close/>
                  <a:moveTo>
                    <a:pt x="286963" y="492239"/>
                  </a:moveTo>
                  <a:lnTo>
                    <a:pt x="288506" y="491310"/>
                  </a:lnTo>
                  <a:lnTo>
                    <a:pt x="287584" y="489362"/>
                  </a:lnTo>
                  <a:close/>
                  <a:moveTo>
                    <a:pt x="1318584" y="1779725"/>
                  </a:moveTo>
                  <a:lnTo>
                    <a:pt x="1337561" y="1794898"/>
                  </a:lnTo>
                  <a:lnTo>
                    <a:pt x="1338562" y="1775611"/>
                  </a:lnTo>
                  <a:close/>
                  <a:moveTo>
                    <a:pt x="1328999" y="1762886"/>
                  </a:moveTo>
                  <a:lnTo>
                    <a:pt x="1318584" y="1779725"/>
                  </a:lnTo>
                  <a:lnTo>
                    <a:pt x="1338562" y="1775611"/>
                  </a:lnTo>
                  <a:close/>
                  <a:moveTo>
                    <a:pt x="1137807" y="1511161"/>
                  </a:moveTo>
                  <a:lnTo>
                    <a:pt x="1114084" y="1470505"/>
                  </a:lnTo>
                  <a:lnTo>
                    <a:pt x="1112322" y="1476797"/>
                  </a:lnTo>
                  <a:close/>
                  <a:moveTo>
                    <a:pt x="1174689" y="1456416"/>
                  </a:moveTo>
                  <a:lnTo>
                    <a:pt x="1114084" y="1470505"/>
                  </a:lnTo>
                  <a:lnTo>
                    <a:pt x="1137807" y="1511161"/>
                  </a:lnTo>
                  <a:close/>
                  <a:moveTo>
                    <a:pt x="992360" y="1315895"/>
                  </a:moveTo>
                  <a:lnTo>
                    <a:pt x="1063329" y="1333399"/>
                  </a:lnTo>
                  <a:lnTo>
                    <a:pt x="1041859" y="1300212"/>
                  </a:lnTo>
                  <a:close/>
                  <a:moveTo>
                    <a:pt x="1061700" y="1343338"/>
                  </a:moveTo>
                  <a:lnTo>
                    <a:pt x="1063329" y="1333399"/>
                  </a:lnTo>
                  <a:lnTo>
                    <a:pt x="992360" y="1315895"/>
                  </a:lnTo>
                  <a:close/>
                  <a:moveTo>
                    <a:pt x="1003874" y="1367432"/>
                  </a:moveTo>
                  <a:lnTo>
                    <a:pt x="1061700" y="1343338"/>
                  </a:lnTo>
                  <a:lnTo>
                    <a:pt x="992360" y="1315895"/>
                  </a:lnTo>
                  <a:close/>
                  <a:moveTo>
                    <a:pt x="1041859" y="1300212"/>
                  </a:moveTo>
                  <a:lnTo>
                    <a:pt x="1063329" y="1333399"/>
                  </a:lnTo>
                  <a:lnTo>
                    <a:pt x="1099082" y="1292395"/>
                  </a:lnTo>
                  <a:close/>
                  <a:moveTo>
                    <a:pt x="590783" y="852066"/>
                  </a:moveTo>
                  <a:lnTo>
                    <a:pt x="654916" y="854472"/>
                  </a:lnTo>
                  <a:lnTo>
                    <a:pt x="635485" y="838007"/>
                  </a:lnTo>
                  <a:close/>
                  <a:moveTo>
                    <a:pt x="584656" y="800529"/>
                  </a:moveTo>
                  <a:lnTo>
                    <a:pt x="590783" y="852066"/>
                  </a:lnTo>
                  <a:lnTo>
                    <a:pt x="635485" y="838007"/>
                  </a:lnTo>
                  <a:close/>
                  <a:moveTo>
                    <a:pt x="688146" y="833177"/>
                  </a:moveTo>
                  <a:lnTo>
                    <a:pt x="610540" y="795544"/>
                  </a:lnTo>
                  <a:lnTo>
                    <a:pt x="635485" y="838007"/>
                  </a:lnTo>
                  <a:close/>
                  <a:moveTo>
                    <a:pt x="288506" y="491310"/>
                  </a:moveTo>
                  <a:lnTo>
                    <a:pt x="309967" y="542846"/>
                  </a:lnTo>
                  <a:lnTo>
                    <a:pt x="354805" y="518753"/>
                  </a:lnTo>
                  <a:close/>
                  <a:moveTo>
                    <a:pt x="288506" y="491310"/>
                  </a:moveTo>
                  <a:lnTo>
                    <a:pt x="354805" y="518753"/>
                  </a:lnTo>
                  <a:lnTo>
                    <a:pt x="321965" y="467216"/>
                  </a:lnTo>
                  <a:close/>
                  <a:moveTo>
                    <a:pt x="296078" y="422085"/>
                  </a:moveTo>
                  <a:lnTo>
                    <a:pt x="287584" y="489362"/>
                  </a:lnTo>
                  <a:lnTo>
                    <a:pt x="307951" y="415679"/>
                  </a:lnTo>
                  <a:close/>
                  <a:moveTo>
                    <a:pt x="307951" y="415679"/>
                  </a:moveTo>
                  <a:lnTo>
                    <a:pt x="287584" y="489362"/>
                  </a:lnTo>
                  <a:lnTo>
                    <a:pt x="288506" y="491310"/>
                  </a:lnTo>
                  <a:close/>
                  <a:moveTo>
                    <a:pt x="307951" y="415679"/>
                  </a:moveTo>
                  <a:lnTo>
                    <a:pt x="288506" y="491310"/>
                  </a:lnTo>
                  <a:lnTo>
                    <a:pt x="321965" y="467216"/>
                  </a:lnTo>
                  <a:close/>
                  <a:moveTo>
                    <a:pt x="260025" y="439773"/>
                  </a:moveTo>
                  <a:lnTo>
                    <a:pt x="287584" y="489362"/>
                  </a:lnTo>
                  <a:lnTo>
                    <a:pt x="296078" y="422085"/>
                  </a:lnTo>
                  <a:close/>
                  <a:moveTo>
                    <a:pt x="267791" y="415358"/>
                  </a:moveTo>
                  <a:lnTo>
                    <a:pt x="260025" y="439773"/>
                  </a:lnTo>
                  <a:lnTo>
                    <a:pt x="296078" y="422085"/>
                  </a:lnTo>
                  <a:close/>
                  <a:moveTo>
                    <a:pt x="337459" y="366260"/>
                  </a:moveTo>
                  <a:lnTo>
                    <a:pt x="267791" y="415358"/>
                  </a:lnTo>
                  <a:lnTo>
                    <a:pt x="307951" y="415679"/>
                  </a:lnTo>
                  <a:close/>
                  <a:moveTo>
                    <a:pt x="307951" y="415679"/>
                  </a:moveTo>
                  <a:lnTo>
                    <a:pt x="267791" y="415358"/>
                  </a:lnTo>
                  <a:lnTo>
                    <a:pt x="296078" y="422085"/>
                  </a:lnTo>
                  <a:close/>
                  <a:moveTo>
                    <a:pt x="1390876" y="1684656"/>
                  </a:moveTo>
                  <a:lnTo>
                    <a:pt x="1376767" y="1719791"/>
                  </a:lnTo>
                  <a:lnTo>
                    <a:pt x="1384105" y="1704094"/>
                  </a:lnTo>
                  <a:close/>
                  <a:moveTo>
                    <a:pt x="1384105" y="1704094"/>
                  </a:moveTo>
                  <a:lnTo>
                    <a:pt x="1405901" y="1740833"/>
                  </a:lnTo>
                  <a:lnTo>
                    <a:pt x="1406096" y="1695947"/>
                  </a:lnTo>
                  <a:close/>
                  <a:moveTo>
                    <a:pt x="1390876" y="1684656"/>
                  </a:moveTo>
                  <a:lnTo>
                    <a:pt x="1384105" y="1704094"/>
                  </a:lnTo>
                  <a:lnTo>
                    <a:pt x="1406096" y="1695947"/>
                  </a:lnTo>
                  <a:close/>
                  <a:moveTo>
                    <a:pt x="1464192" y="1686698"/>
                  </a:moveTo>
                  <a:lnTo>
                    <a:pt x="1406096" y="1695947"/>
                  </a:lnTo>
                  <a:lnTo>
                    <a:pt x="1405901" y="1740833"/>
                  </a:lnTo>
                  <a:close/>
                  <a:moveTo>
                    <a:pt x="1406096" y="1695947"/>
                  </a:moveTo>
                  <a:lnTo>
                    <a:pt x="1437121" y="1682884"/>
                  </a:lnTo>
                  <a:lnTo>
                    <a:pt x="1390876" y="1684656"/>
                  </a:lnTo>
                  <a:close/>
                  <a:moveTo>
                    <a:pt x="1406096" y="1695947"/>
                  </a:moveTo>
                  <a:lnTo>
                    <a:pt x="1464192" y="1686698"/>
                  </a:lnTo>
                  <a:lnTo>
                    <a:pt x="1437121" y="1682884"/>
                  </a:lnTo>
                  <a:close/>
                  <a:moveTo>
                    <a:pt x="1061700" y="1343338"/>
                  </a:moveTo>
                  <a:lnTo>
                    <a:pt x="1068998" y="1354593"/>
                  </a:lnTo>
                  <a:lnTo>
                    <a:pt x="1069773" y="1340261"/>
                  </a:lnTo>
                  <a:close/>
                  <a:moveTo>
                    <a:pt x="1063329" y="1333399"/>
                  </a:moveTo>
                  <a:lnTo>
                    <a:pt x="1061700" y="1343338"/>
                  </a:lnTo>
                  <a:lnTo>
                    <a:pt x="1069773" y="1340261"/>
                  </a:lnTo>
                  <a:close/>
                  <a:moveTo>
                    <a:pt x="1068998" y="1354593"/>
                  </a:moveTo>
                  <a:lnTo>
                    <a:pt x="1125552" y="1319244"/>
                  </a:lnTo>
                  <a:lnTo>
                    <a:pt x="1069773" y="1340261"/>
                  </a:lnTo>
                  <a:close/>
                  <a:moveTo>
                    <a:pt x="1149132" y="1344622"/>
                  </a:moveTo>
                  <a:lnTo>
                    <a:pt x="1125552" y="1319244"/>
                  </a:lnTo>
                  <a:lnTo>
                    <a:pt x="1068998" y="1354593"/>
                  </a:lnTo>
                  <a:close/>
                  <a:moveTo>
                    <a:pt x="1135060" y="1292011"/>
                  </a:moveTo>
                  <a:lnTo>
                    <a:pt x="1069773" y="1340261"/>
                  </a:lnTo>
                  <a:lnTo>
                    <a:pt x="1125552" y="1319244"/>
                  </a:lnTo>
                  <a:close/>
                  <a:moveTo>
                    <a:pt x="1063329" y="1333399"/>
                  </a:moveTo>
                  <a:lnTo>
                    <a:pt x="1069773" y="1340261"/>
                  </a:lnTo>
                  <a:lnTo>
                    <a:pt x="1135060" y="1292011"/>
                  </a:lnTo>
                  <a:close/>
                  <a:moveTo>
                    <a:pt x="1099082" y="1292395"/>
                  </a:moveTo>
                  <a:lnTo>
                    <a:pt x="1063329" y="1333399"/>
                  </a:lnTo>
                  <a:lnTo>
                    <a:pt x="1135060" y="1292011"/>
                  </a:lnTo>
                  <a:close/>
                  <a:moveTo>
                    <a:pt x="876400" y="1085655"/>
                  </a:moveTo>
                  <a:lnTo>
                    <a:pt x="923673" y="1069358"/>
                  </a:lnTo>
                  <a:lnTo>
                    <a:pt x="891318" y="1039633"/>
                  </a:lnTo>
                  <a:close/>
                  <a:moveTo>
                    <a:pt x="373352" y="365555"/>
                  </a:moveTo>
                  <a:lnTo>
                    <a:pt x="307951" y="415679"/>
                  </a:lnTo>
                  <a:lnTo>
                    <a:pt x="358021" y="391585"/>
                  </a:lnTo>
                  <a:close/>
                  <a:moveTo>
                    <a:pt x="373352" y="365555"/>
                  </a:moveTo>
                  <a:lnTo>
                    <a:pt x="337459" y="366260"/>
                  </a:lnTo>
                  <a:lnTo>
                    <a:pt x="307951" y="415679"/>
                  </a:lnTo>
                  <a:close/>
                  <a:moveTo>
                    <a:pt x="1514033" y="1552833"/>
                  </a:moveTo>
                  <a:lnTo>
                    <a:pt x="1528106" y="1609976"/>
                  </a:lnTo>
                  <a:lnTo>
                    <a:pt x="1534525" y="1602583"/>
                  </a:lnTo>
                  <a:close/>
                  <a:moveTo>
                    <a:pt x="1528106" y="1609976"/>
                  </a:moveTo>
                  <a:lnTo>
                    <a:pt x="1535318" y="1604370"/>
                  </a:lnTo>
                  <a:lnTo>
                    <a:pt x="1534525" y="1602583"/>
                  </a:lnTo>
                  <a:close/>
                  <a:moveTo>
                    <a:pt x="416242" y="351236"/>
                  </a:moveTo>
                  <a:lnTo>
                    <a:pt x="373352" y="365555"/>
                  </a:lnTo>
                  <a:lnTo>
                    <a:pt x="448599" y="337318"/>
                  </a:lnTo>
                  <a:close/>
                  <a:moveTo>
                    <a:pt x="448599" y="337318"/>
                  </a:moveTo>
                  <a:lnTo>
                    <a:pt x="456225" y="315955"/>
                  </a:lnTo>
                  <a:lnTo>
                    <a:pt x="436939" y="340049"/>
                  </a:lnTo>
                  <a:close/>
                  <a:moveTo>
                    <a:pt x="1514033" y="1552833"/>
                  </a:moveTo>
                  <a:lnTo>
                    <a:pt x="1534525" y="1602583"/>
                  </a:lnTo>
                  <a:lnTo>
                    <a:pt x="1526167" y="1548811"/>
                  </a:lnTo>
                  <a:close/>
                  <a:moveTo>
                    <a:pt x="513849" y="271698"/>
                  </a:moveTo>
                  <a:lnTo>
                    <a:pt x="456225" y="315955"/>
                  </a:lnTo>
                  <a:lnTo>
                    <a:pt x="498323" y="291861"/>
                  </a:lnTo>
                  <a:close/>
                  <a:moveTo>
                    <a:pt x="513849" y="271698"/>
                  </a:moveTo>
                  <a:lnTo>
                    <a:pt x="481385" y="285219"/>
                  </a:lnTo>
                  <a:lnTo>
                    <a:pt x="456225" y="315955"/>
                  </a:lnTo>
                  <a:close/>
                  <a:moveTo>
                    <a:pt x="974732" y="689374"/>
                  </a:moveTo>
                  <a:lnTo>
                    <a:pt x="944121" y="704154"/>
                  </a:lnTo>
                  <a:lnTo>
                    <a:pt x="989150" y="691133"/>
                  </a:lnTo>
                  <a:close/>
                  <a:moveTo>
                    <a:pt x="989150" y="691133"/>
                  </a:moveTo>
                  <a:lnTo>
                    <a:pt x="944121" y="704154"/>
                  </a:lnTo>
                  <a:lnTo>
                    <a:pt x="920041" y="742322"/>
                  </a:lnTo>
                  <a:close/>
                  <a:moveTo>
                    <a:pt x="989150" y="691133"/>
                  </a:moveTo>
                  <a:lnTo>
                    <a:pt x="920041" y="742322"/>
                  </a:lnTo>
                  <a:lnTo>
                    <a:pt x="948851" y="715136"/>
                  </a:lnTo>
                  <a:close/>
                  <a:moveTo>
                    <a:pt x="974732" y="689374"/>
                  </a:moveTo>
                  <a:lnTo>
                    <a:pt x="989150" y="691133"/>
                  </a:lnTo>
                  <a:lnTo>
                    <a:pt x="995125" y="680060"/>
                  </a:lnTo>
                  <a:close/>
                  <a:moveTo>
                    <a:pt x="1135501" y="484263"/>
                  </a:moveTo>
                  <a:lnTo>
                    <a:pt x="1159553" y="453168"/>
                  </a:lnTo>
                  <a:lnTo>
                    <a:pt x="1112965" y="477262"/>
                  </a:lnTo>
                  <a:close/>
                  <a:moveTo>
                    <a:pt x="848842" y="143948"/>
                  </a:moveTo>
                  <a:lnTo>
                    <a:pt x="837577" y="203982"/>
                  </a:lnTo>
                  <a:lnTo>
                    <a:pt x="862686" y="162960"/>
                  </a:lnTo>
                  <a:close/>
                  <a:moveTo>
                    <a:pt x="848842" y="143948"/>
                  </a:moveTo>
                  <a:lnTo>
                    <a:pt x="805956" y="168043"/>
                  </a:lnTo>
                  <a:lnTo>
                    <a:pt x="837577" y="203982"/>
                  </a:lnTo>
                  <a:close/>
                  <a:moveTo>
                    <a:pt x="845785" y="99771"/>
                  </a:moveTo>
                  <a:lnTo>
                    <a:pt x="805956" y="168043"/>
                  </a:lnTo>
                  <a:lnTo>
                    <a:pt x="848842" y="143948"/>
                  </a:lnTo>
                  <a:close/>
                  <a:moveTo>
                    <a:pt x="845785" y="99771"/>
                  </a:moveTo>
                  <a:lnTo>
                    <a:pt x="816602" y="125560"/>
                  </a:lnTo>
                  <a:lnTo>
                    <a:pt x="805956" y="168043"/>
                  </a:lnTo>
                  <a:close/>
                  <a:moveTo>
                    <a:pt x="845785" y="99771"/>
                  </a:moveTo>
                  <a:lnTo>
                    <a:pt x="844810" y="92412"/>
                  </a:lnTo>
                  <a:lnTo>
                    <a:pt x="818739" y="116506"/>
                  </a:lnTo>
                  <a:close/>
                  <a:moveTo>
                    <a:pt x="1149526" y="497748"/>
                  </a:moveTo>
                  <a:lnTo>
                    <a:pt x="1159553" y="453168"/>
                  </a:lnTo>
                  <a:lnTo>
                    <a:pt x="1135501" y="484263"/>
                  </a:lnTo>
                  <a:close/>
                  <a:moveTo>
                    <a:pt x="1182387" y="446271"/>
                  </a:moveTo>
                  <a:lnTo>
                    <a:pt x="1159553" y="453168"/>
                  </a:lnTo>
                  <a:lnTo>
                    <a:pt x="1149526" y="497748"/>
                  </a:lnTo>
                  <a:close/>
                  <a:moveTo>
                    <a:pt x="1212427" y="484593"/>
                  </a:moveTo>
                  <a:lnTo>
                    <a:pt x="1182387" y="446271"/>
                  </a:lnTo>
                  <a:lnTo>
                    <a:pt x="1149526" y="497748"/>
                  </a:lnTo>
                  <a:close/>
                  <a:moveTo>
                    <a:pt x="1229107" y="480611"/>
                  </a:moveTo>
                  <a:lnTo>
                    <a:pt x="1226367" y="429074"/>
                  </a:lnTo>
                  <a:lnTo>
                    <a:pt x="1212427" y="484593"/>
                  </a:lnTo>
                  <a:close/>
                  <a:moveTo>
                    <a:pt x="1226367" y="429074"/>
                  </a:moveTo>
                  <a:lnTo>
                    <a:pt x="1182387" y="446271"/>
                  </a:lnTo>
                  <a:lnTo>
                    <a:pt x="1212427" y="484593"/>
                  </a:lnTo>
                  <a:close/>
                  <a:moveTo>
                    <a:pt x="1170270" y="439581"/>
                  </a:moveTo>
                  <a:lnTo>
                    <a:pt x="1159553" y="453168"/>
                  </a:lnTo>
                  <a:lnTo>
                    <a:pt x="1182387" y="446271"/>
                  </a:lnTo>
                  <a:close/>
                  <a:moveTo>
                    <a:pt x="1240834" y="393832"/>
                  </a:moveTo>
                  <a:lnTo>
                    <a:pt x="1182387" y="446271"/>
                  </a:lnTo>
                  <a:lnTo>
                    <a:pt x="1226367" y="429074"/>
                  </a:lnTo>
                  <a:close/>
                  <a:moveTo>
                    <a:pt x="1056016" y="247022"/>
                  </a:moveTo>
                  <a:lnTo>
                    <a:pt x="1072731" y="274464"/>
                  </a:lnTo>
                  <a:lnTo>
                    <a:pt x="1086143" y="222928"/>
                  </a:lnTo>
                  <a:close/>
                  <a:moveTo>
                    <a:pt x="848842" y="143948"/>
                  </a:moveTo>
                  <a:lnTo>
                    <a:pt x="862686" y="162960"/>
                  </a:lnTo>
                  <a:lnTo>
                    <a:pt x="866071" y="137062"/>
                  </a:lnTo>
                  <a:close/>
                  <a:moveTo>
                    <a:pt x="845785" y="99771"/>
                  </a:moveTo>
                  <a:lnTo>
                    <a:pt x="848842" y="143948"/>
                  </a:lnTo>
                  <a:lnTo>
                    <a:pt x="866071" y="137062"/>
                  </a:lnTo>
                  <a:close/>
                  <a:moveTo>
                    <a:pt x="845785" y="99771"/>
                  </a:moveTo>
                  <a:lnTo>
                    <a:pt x="866071" y="137062"/>
                  </a:lnTo>
                  <a:lnTo>
                    <a:pt x="844810" y="92412"/>
                  </a:lnTo>
                  <a:close/>
                  <a:moveTo>
                    <a:pt x="844810" y="92412"/>
                  </a:moveTo>
                  <a:lnTo>
                    <a:pt x="866071" y="137062"/>
                  </a:lnTo>
                  <a:lnTo>
                    <a:pt x="906025" y="119855"/>
                  </a:lnTo>
                  <a:close/>
                  <a:moveTo>
                    <a:pt x="844810" y="92412"/>
                  </a:moveTo>
                  <a:lnTo>
                    <a:pt x="906025" y="119855"/>
                  </a:lnTo>
                  <a:lnTo>
                    <a:pt x="893292" y="68318"/>
                  </a:lnTo>
                  <a:close/>
                  <a:moveTo>
                    <a:pt x="911068" y="34273"/>
                  </a:moveTo>
                  <a:lnTo>
                    <a:pt x="844810" y="92412"/>
                  </a:lnTo>
                  <a:lnTo>
                    <a:pt x="893292" y="68318"/>
                  </a:lnTo>
                  <a:close/>
                  <a:moveTo>
                    <a:pt x="911068" y="34273"/>
                  </a:moveTo>
                  <a:lnTo>
                    <a:pt x="877649" y="44227"/>
                  </a:lnTo>
                  <a:lnTo>
                    <a:pt x="844810" y="92412"/>
                  </a:lnTo>
                  <a:close/>
                  <a:moveTo>
                    <a:pt x="1226367" y="429074"/>
                  </a:moveTo>
                  <a:lnTo>
                    <a:pt x="1229107" y="480611"/>
                  </a:lnTo>
                  <a:lnTo>
                    <a:pt x="1274568" y="456517"/>
                  </a:lnTo>
                  <a:close/>
                  <a:moveTo>
                    <a:pt x="1226367" y="429074"/>
                  </a:moveTo>
                  <a:lnTo>
                    <a:pt x="1274568" y="456517"/>
                  </a:lnTo>
                  <a:lnTo>
                    <a:pt x="1271081" y="404980"/>
                  </a:lnTo>
                  <a:close/>
                  <a:moveTo>
                    <a:pt x="1275102" y="387054"/>
                  </a:moveTo>
                  <a:lnTo>
                    <a:pt x="1226367" y="429074"/>
                  </a:lnTo>
                  <a:lnTo>
                    <a:pt x="1271081" y="404980"/>
                  </a:lnTo>
                  <a:close/>
                  <a:moveTo>
                    <a:pt x="1275102" y="387054"/>
                  </a:moveTo>
                  <a:lnTo>
                    <a:pt x="1240834" y="393832"/>
                  </a:lnTo>
                  <a:lnTo>
                    <a:pt x="1226367" y="429074"/>
                  </a:lnTo>
                  <a:close/>
                  <a:moveTo>
                    <a:pt x="1240834" y="393832"/>
                  </a:moveTo>
                  <a:lnTo>
                    <a:pt x="1275102" y="387054"/>
                  </a:lnTo>
                  <a:lnTo>
                    <a:pt x="1252532" y="377538"/>
                  </a:lnTo>
                  <a:close/>
                  <a:moveTo>
                    <a:pt x="1086143" y="222928"/>
                  </a:moveTo>
                  <a:lnTo>
                    <a:pt x="1133696" y="207712"/>
                  </a:lnTo>
                  <a:lnTo>
                    <a:pt x="1124883" y="204068"/>
                  </a:lnTo>
                  <a:close/>
                  <a:moveTo>
                    <a:pt x="1118144" y="250371"/>
                  </a:moveTo>
                  <a:lnTo>
                    <a:pt x="1133696" y="207712"/>
                  </a:lnTo>
                  <a:lnTo>
                    <a:pt x="1086143" y="222928"/>
                  </a:lnTo>
                  <a:close/>
                  <a:moveTo>
                    <a:pt x="1072731" y="274464"/>
                  </a:moveTo>
                  <a:lnTo>
                    <a:pt x="1118144" y="250371"/>
                  </a:lnTo>
                  <a:lnTo>
                    <a:pt x="1086143" y="222928"/>
                  </a:lnTo>
                  <a:close/>
                  <a:moveTo>
                    <a:pt x="1124883" y="204068"/>
                  </a:moveTo>
                  <a:lnTo>
                    <a:pt x="1089004" y="175517"/>
                  </a:lnTo>
                  <a:lnTo>
                    <a:pt x="1086143" y="222928"/>
                  </a:lnTo>
                  <a:close/>
                  <a:moveTo>
                    <a:pt x="1089004" y="175517"/>
                  </a:moveTo>
                  <a:lnTo>
                    <a:pt x="1124883" y="204068"/>
                  </a:lnTo>
                  <a:lnTo>
                    <a:pt x="1137748" y="198834"/>
                  </a:lnTo>
                  <a:close/>
                  <a:moveTo>
                    <a:pt x="1124883" y="204068"/>
                  </a:moveTo>
                  <a:lnTo>
                    <a:pt x="1133696" y="207712"/>
                  </a:lnTo>
                  <a:lnTo>
                    <a:pt x="1137748" y="198834"/>
                  </a:lnTo>
                  <a:close/>
                  <a:moveTo>
                    <a:pt x="911068" y="34273"/>
                  </a:moveTo>
                  <a:lnTo>
                    <a:pt x="893292" y="68318"/>
                  </a:lnTo>
                  <a:lnTo>
                    <a:pt x="938615" y="53325"/>
                  </a:lnTo>
                  <a:close/>
                  <a:moveTo>
                    <a:pt x="939396" y="16781"/>
                  </a:moveTo>
                  <a:lnTo>
                    <a:pt x="911068" y="34273"/>
                  </a:lnTo>
                  <a:lnTo>
                    <a:pt x="986793" y="7821"/>
                  </a:lnTo>
                  <a:close/>
                  <a:moveTo>
                    <a:pt x="986793" y="7821"/>
                  </a:moveTo>
                  <a:lnTo>
                    <a:pt x="911068" y="34273"/>
                  </a:lnTo>
                  <a:lnTo>
                    <a:pt x="965147" y="44224"/>
                  </a:lnTo>
                  <a:close/>
                  <a:moveTo>
                    <a:pt x="965147" y="44224"/>
                  </a:moveTo>
                  <a:lnTo>
                    <a:pt x="911068" y="34273"/>
                  </a:lnTo>
                  <a:lnTo>
                    <a:pt x="938615" y="53325"/>
                  </a:lnTo>
                  <a:close/>
                  <a:moveTo>
                    <a:pt x="1133696" y="207712"/>
                  </a:moveTo>
                  <a:lnTo>
                    <a:pt x="1170900" y="211913"/>
                  </a:lnTo>
                  <a:lnTo>
                    <a:pt x="1137748" y="198834"/>
                  </a:lnTo>
                  <a:close/>
                  <a:moveTo>
                    <a:pt x="1137748" y="198834"/>
                  </a:moveTo>
                  <a:lnTo>
                    <a:pt x="1191916" y="174740"/>
                  </a:lnTo>
                  <a:lnTo>
                    <a:pt x="1128523" y="188373"/>
                  </a:lnTo>
                  <a:close/>
                  <a:moveTo>
                    <a:pt x="986793" y="7821"/>
                  </a:moveTo>
                  <a:lnTo>
                    <a:pt x="965147" y="44224"/>
                  </a:lnTo>
                  <a:lnTo>
                    <a:pt x="1019191" y="25801"/>
                  </a:lnTo>
                  <a:close/>
                  <a:moveTo>
                    <a:pt x="986793" y="7821"/>
                  </a:moveTo>
                  <a:lnTo>
                    <a:pt x="1019191" y="25801"/>
                  </a:lnTo>
                  <a:lnTo>
                    <a:pt x="1067501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80" name="Output_density__4279">
              <a:extLst>
                <a:ext uri="{FF2B5EF4-FFF2-40B4-BE49-F238E27FC236}">
                  <a16:creationId xmlns:a16="http://schemas.microsoft.com/office/drawing/2014/main" id="{B67F52EB-2FC3-A440-28C8-03C557CED6D3}"/>
                </a:ext>
              </a:extLst>
            </p:cNvPr>
            <p:cNvSpPr>
              <a:spLocks noGrp="1"/>
            </p:cNvSpPr>
            <p:nvPr/>
          </p:nvSpPr>
          <p:spPr>
            <a:xfrm>
              <a:off x="14980929" y="2281839"/>
              <a:ext cx="1471297" cy="1515959"/>
            </a:xfrm>
            <a:custGeom>
              <a:avLst/>
              <a:gdLst/>
              <a:ahLst/>
              <a:cxnLst/>
              <a:rect l="0" t="0" r="0" b="0"/>
              <a:pathLst>
                <a:path w="1471297" h="1515959">
                  <a:moveTo>
                    <a:pt x="429077" y="1490702"/>
                  </a:moveTo>
                  <a:lnTo>
                    <a:pt x="409378" y="1474723"/>
                  </a:lnTo>
                  <a:lnTo>
                    <a:pt x="453924" y="1515959"/>
                  </a:lnTo>
                  <a:close/>
                  <a:moveTo>
                    <a:pt x="357252" y="1416375"/>
                  </a:moveTo>
                  <a:lnTo>
                    <a:pt x="406195" y="1464423"/>
                  </a:lnTo>
                  <a:lnTo>
                    <a:pt x="362831" y="1417696"/>
                  </a:lnTo>
                  <a:close/>
                  <a:moveTo>
                    <a:pt x="357252" y="1416375"/>
                  </a:moveTo>
                  <a:lnTo>
                    <a:pt x="409378" y="1474723"/>
                  </a:lnTo>
                  <a:lnTo>
                    <a:pt x="406195" y="1464423"/>
                  </a:lnTo>
                  <a:close/>
                  <a:moveTo>
                    <a:pt x="406195" y="1464423"/>
                  </a:moveTo>
                  <a:lnTo>
                    <a:pt x="409378" y="1474723"/>
                  </a:lnTo>
                  <a:lnTo>
                    <a:pt x="429077" y="1490702"/>
                  </a:lnTo>
                  <a:close/>
                  <a:moveTo>
                    <a:pt x="353663" y="1412886"/>
                  </a:moveTo>
                  <a:lnTo>
                    <a:pt x="357252" y="1416375"/>
                  </a:lnTo>
                  <a:lnTo>
                    <a:pt x="362831" y="1417696"/>
                  </a:lnTo>
                  <a:close/>
                  <a:moveTo>
                    <a:pt x="429077" y="1490702"/>
                  </a:moveTo>
                  <a:lnTo>
                    <a:pt x="496717" y="1504443"/>
                  </a:lnTo>
                  <a:lnTo>
                    <a:pt x="503180" y="1458187"/>
                  </a:lnTo>
                  <a:close/>
                  <a:moveTo>
                    <a:pt x="496717" y="1504443"/>
                  </a:moveTo>
                  <a:lnTo>
                    <a:pt x="541886" y="1505703"/>
                  </a:lnTo>
                  <a:lnTo>
                    <a:pt x="503180" y="1458187"/>
                  </a:lnTo>
                  <a:close/>
                  <a:moveTo>
                    <a:pt x="417399" y="1440329"/>
                  </a:moveTo>
                  <a:lnTo>
                    <a:pt x="429077" y="1490702"/>
                  </a:lnTo>
                  <a:lnTo>
                    <a:pt x="460479" y="1473211"/>
                  </a:lnTo>
                  <a:close/>
                  <a:moveTo>
                    <a:pt x="417399" y="1440329"/>
                  </a:moveTo>
                  <a:lnTo>
                    <a:pt x="406195" y="1464423"/>
                  </a:lnTo>
                  <a:lnTo>
                    <a:pt x="429077" y="1490702"/>
                  </a:lnTo>
                  <a:close/>
                  <a:moveTo>
                    <a:pt x="373426" y="1403226"/>
                  </a:moveTo>
                  <a:lnTo>
                    <a:pt x="362831" y="1417696"/>
                  </a:lnTo>
                  <a:lnTo>
                    <a:pt x="398259" y="1388792"/>
                  </a:lnTo>
                  <a:close/>
                  <a:moveTo>
                    <a:pt x="398259" y="1388792"/>
                  </a:moveTo>
                  <a:lnTo>
                    <a:pt x="362831" y="1417696"/>
                  </a:lnTo>
                  <a:lnTo>
                    <a:pt x="406195" y="1464423"/>
                  </a:lnTo>
                  <a:close/>
                  <a:moveTo>
                    <a:pt x="398259" y="1388792"/>
                  </a:moveTo>
                  <a:lnTo>
                    <a:pt x="406195" y="1464423"/>
                  </a:lnTo>
                  <a:lnTo>
                    <a:pt x="417399" y="1440329"/>
                  </a:lnTo>
                  <a:close/>
                  <a:moveTo>
                    <a:pt x="353663" y="1412886"/>
                  </a:moveTo>
                  <a:lnTo>
                    <a:pt x="362831" y="1417696"/>
                  </a:lnTo>
                  <a:lnTo>
                    <a:pt x="373426" y="1403226"/>
                  </a:lnTo>
                  <a:close/>
                  <a:moveTo>
                    <a:pt x="310685" y="1397409"/>
                  </a:moveTo>
                  <a:lnTo>
                    <a:pt x="373426" y="1403226"/>
                  </a:lnTo>
                  <a:lnTo>
                    <a:pt x="388861" y="1380118"/>
                  </a:lnTo>
                  <a:close/>
                  <a:moveTo>
                    <a:pt x="0" y="889475"/>
                  </a:moveTo>
                  <a:lnTo>
                    <a:pt x="19944" y="936004"/>
                  </a:lnTo>
                  <a:lnTo>
                    <a:pt x="63469" y="875859"/>
                  </a:lnTo>
                  <a:close/>
                  <a:moveTo>
                    <a:pt x="0" y="889475"/>
                  </a:moveTo>
                  <a:lnTo>
                    <a:pt x="63469" y="875859"/>
                  </a:lnTo>
                  <a:lnTo>
                    <a:pt x="13236" y="849106"/>
                  </a:lnTo>
                  <a:close/>
                  <a:moveTo>
                    <a:pt x="66026" y="871800"/>
                  </a:moveTo>
                  <a:lnTo>
                    <a:pt x="73351" y="805081"/>
                  </a:lnTo>
                  <a:lnTo>
                    <a:pt x="36306" y="800457"/>
                  </a:lnTo>
                  <a:close/>
                  <a:moveTo>
                    <a:pt x="426331" y="1209969"/>
                  </a:moveTo>
                  <a:lnTo>
                    <a:pt x="388490" y="1140008"/>
                  </a:lnTo>
                  <a:lnTo>
                    <a:pt x="387984" y="1203162"/>
                  </a:lnTo>
                  <a:close/>
                  <a:moveTo>
                    <a:pt x="429319" y="1134458"/>
                  </a:moveTo>
                  <a:lnTo>
                    <a:pt x="446153" y="1149847"/>
                  </a:lnTo>
                  <a:lnTo>
                    <a:pt x="409109" y="1123245"/>
                  </a:lnTo>
                  <a:close/>
                  <a:moveTo>
                    <a:pt x="399140" y="943121"/>
                  </a:moveTo>
                  <a:lnTo>
                    <a:pt x="430989" y="892467"/>
                  </a:lnTo>
                  <a:lnTo>
                    <a:pt x="391513" y="886579"/>
                  </a:lnTo>
                  <a:close/>
                  <a:moveTo>
                    <a:pt x="430989" y="892467"/>
                  </a:moveTo>
                  <a:lnTo>
                    <a:pt x="409416" y="877594"/>
                  </a:lnTo>
                  <a:lnTo>
                    <a:pt x="391513" y="886579"/>
                  </a:lnTo>
                  <a:close/>
                  <a:moveTo>
                    <a:pt x="245275" y="678532"/>
                  </a:moveTo>
                  <a:lnTo>
                    <a:pt x="209811" y="698071"/>
                  </a:lnTo>
                  <a:lnTo>
                    <a:pt x="264641" y="725531"/>
                  </a:lnTo>
                  <a:close/>
                  <a:moveTo>
                    <a:pt x="264641" y="725531"/>
                  </a:moveTo>
                  <a:lnTo>
                    <a:pt x="305367" y="703026"/>
                  </a:lnTo>
                  <a:lnTo>
                    <a:pt x="284741" y="684429"/>
                  </a:lnTo>
                  <a:close/>
                  <a:moveTo>
                    <a:pt x="284460" y="624858"/>
                  </a:moveTo>
                  <a:lnTo>
                    <a:pt x="270246" y="622440"/>
                  </a:lnTo>
                  <a:lnTo>
                    <a:pt x="284741" y="684429"/>
                  </a:lnTo>
                  <a:close/>
                  <a:moveTo>
                    <a:pt x="284741" y="684429"/>
                  </a:moveTo>
                  <a:lnTo>
                    <a:pt x="234615" y="624455"/>
                  </a:lnTo>
                  <a:lnTo>
                    <a:pt x="245275" y="678532"/>
                  </a:lnTo>
                  <a:close/>
                  <a:moveTo>
                    <a:pt x="180840" y="586794"/>
                  </a:moveTo>
                  <a:lnTo>
                    <a:pt x="234615" y="624455"/>
                  </a:lnTo>
                  <a:lnTo>
                    <a:pt x="235469" y="616365"/>
                  </a:lnTo>
                  <a:close/>
                  <a:moveTo>
                    <a:pt x="173387" y="594998"/>
                  </a:moveTo>
                  <a:lnTo>
                    <a:pt x="234615" y="624455"/>
                  </a:lnTo>
                  <a:lnTo>
                    <a:pt x="180840" y="586794"/>
                  </a:lnTo>
                  <a:close/>
                  <a:moveTo>
                    <a:pt x="840421" y="1226700"/>
                  </a:moveTo>
                  <a:lnTo>
                    <a:pt x="801918" y="1282763"/>
                  </a:lnTo>
                  <a:lnTo>
                    <a:pt x="845712" y="1285141"/>
                  </a:lnTo>
                  <a:close/>
                  <a:moveTo>
                    <a:pt x="845712" y="1285141"/>
                  </a:moveTo>
                  <a:lnTo>
                    <a:pt x="841762" y="1311104"/>
                  </a:lnTo>
                  <a:lnTo>
                    <a:pt x="864331" y="1292416"/>
                  </a:lnTo>
                  <a:close/>
                  <a:moveTo>
                    <a:pt x="698380" y="989476"/>
                  </a:moveTo>
                  <a:lnTo>
                    <a:pt x="664072" y="959103"/>
                  </a:lnTo>
                  <a:lnTo>
                    <a:pt x="693570" y="1019151"/>
                  </a:lnTo>
                  <a:close/>
                  <a:moveTo>
                    <a:pt x="656130" y="1006188"/>
                  </a:moveTo>
                  <a:lnTo>
                    <a:pt x="661814" y="1010639"/>
                  </a:lnTo>
                  <a:lnTo>
                    <a:pt x="693570" y="1019151"/>
                  </a:lnTo>
                  <a:close/>
                  <a:moveTo>
                    <a:pt x="634237" y="966663"/>
                  </a:moveTo>
                  <a:lnTo>
                    <a:pt x="656130" y="1006188"/>
                  </a:lnTo>
                  <a:lnTo>
                    <a:pt x="693570" y="1019151"/>
                  </a:lnTo>
                  <a:close/>
                  <a:moveTo>
                    <a:pt x="813241" y="1148072"/>
                  </a:moveTo>
                  <a:lnTo>
                    <a:pt x="851986" y="1154555"/>
                  </a:lnTo>
                  <a:lnTo>
                    <a:pt x="843913" y="1098375"/>
                  </a:lnTo>
                  <a:close/>
                  <a:moveTo>
                    <a:pt x="813241" y="1148072"/>
                  </a:moveTo>
                  <a:lnTo>
                    <a:pt x="843913" y="1098375"/>
                  </a:lnTo>
                  <a:lnTo>
                    <a:pt x="798625" y="1097211"/>
                  </a:lnTo>
                  <a:close/>
                  <a:moveTo>
                    <a:pt x="599021" y="957311"/>
                  </a:moveTo>
                  <a:lnTo>
                    <a:pt x="656130" y="1006188"/>
                  </a:lnTo>
                  <a:lnTo>
                    <a:pt x="599157" y="959103"/>
                  </a:lnTo>
                  <a:close/>
                  <a:moveTo>
                    <a:pt x="659483" y="1008882"/>
                  </a:moveTo>
                  <a:lnTo>
                    <a:pt x="656130" y="1006188"/>
                  </a:lnTo>
                  <a:lnTo>
                    <a:pt x="599021" y="957311"/>
                  </a:lnTo>
                  <a:close/>
                  <a:moveTo>
                    <a:pt x="659483" y="1008882"/>
                  </a:moveTo>
                  <a:lnTo>
                    <a:pt x="661814" y="1010639"/>
                  </a:lnTo>
                  <a:lnTo>
                    <a:pt x="656130" y="1006188"/>
                  </a:lnTo>
                  <a:close/>
                  <a:moveTo>
                    <a:pt x="503780" y="785932"/>
                  </a:moveTo>
                  <a:lnTo>
                    <a:pt x="567252" y="794910"/>
                  </a:lnTo>
                  <a:lnTo>
                    <a:pt x="568817" y="728862"/>
                  </a:lnTo>
                  <a:close/>
                  <a:moveTo>
                    <a:pt x="1159266" y="1450375"/>
                  </a:moveTo>
                  <a:lnTo>
                    <a:pt x="1168321" y="1463748"/>
                  </a:lnTo>
                  <a:lnTo>
                    <a:pt x="1189622" y="1468513"/>
                  </a:lnTo>
                  <a:close/>
                  <a:moveTo>
                    <a:pt x="1159266" y="1450375"/>
                  </a:moveTo>
                  <a:lnTo>
                    <a:pt x="1189622" y="1468513"/>
                  </a:lnTo>
                  <a:lnTo>
                    <a:pt x="1208091" y="1431416"/>
                  </a:lnTo>
                  <a:close/>
                  <a:moveTo>
                    <a:pt x="606393" y="725106"/>
                  </a:moveTo>
                  <a:lnTo>
                    <a:pt x="572425" y="727962"/>
                  </a:lnTo>
                  <a:lnTo>
                    <a:pt x="568817" y="728862"/>
                  </a:lnTo>
                  <a:close/>
                  <a:moveTo>
                    <a:pt x="573511" y="728862"/>
                  </a:moveTo>
                  <a:lnTo>
                    <a:pt x="572425" y="727962"/>
                  </a:lnTo>
                  <a:lnTo>
                    <a:pt x="638937" y="756305"/>
                  </a:lnTo>
                  <a:close/>
                  <a:moveTo>
                    <a:pt x="525254" y="602843"/>
                  </a:moveTo>
                  <a:lnTo>
                    <a:pt x="547172" y="677326"/>
                  </a:lnTo>
                  <a:lnTo>
                    <a:pt x="581962" y="633763"/>
                  </a:lnTo>
                  <a:close/>
                  <a:moveTo>
                    <a:pt x="1016882" y="1117061"/>
                  </a:moveTo>
                  <a:lnTo>
                    <a:pt x="1004680" y="1106382"/>
                  </a:lnTo>
                  <a:lnTo>
                    <a:pt x="991736" y="1054162"/>
                  </a:lnTo>
                  <a:close/>
                  <a:moveTo>
                    <a:pt x="506560" y="429812"/>
                  </a:moveTo>
                  <a:lnTo>
                    <a:pt x="536346" y="498622"/>
                  </a:lnTo>
                  <a:lnTo>
                    <a:pt x="575382" y="474261"/>
                  </a:lnTo>
                  <a:close/>
                  <a:moveTo>
                    <a:pt x="1002872" y="1092967"/>
                  </a:moveTo>
                  <a:lnTo>
                    <a:pt x="991736" y="1054162"/>
                  </a:lnTo>
                  <a:lnTo>
                    <a:pt x="1004680" y="1106382"/>
                  </a:lnTo>
                  <a:close/>
                  <a:moveTo>
                    <a:pt x="1045307" y="1008498"/>
                  </a:moveTo>
                  <a:lnTo>
                    <a:pt x="1062676" y="1017337"/>
                  </a:lnTo>
                  <a:lnTo>
                    <a:pt x="1077634" y="1022310"/>
                  </a:lnTo>
                  <a:close/>
                  <a:moveTo>
                    <a:pt x="775298" y="614233"/>
                  </a:moveTo>
                  <a:lnTo>
                    <a:pt x="784307" y="596466"/>
                  </a:lnTo>
                  <a:lnTo>
                    <a:pt x="736072" y="590800"/>
                  </a:lnTo>
                  <a:close/>
                  <a:moveTo>
                    <a:pt x="775298" y="614233"/>
                  </a:moveTo>
                  <a:lnTo>
                    <a:pt x="795580" y="605044"/>
                  </a:lnTo>
                  <a:lnTo>
                    <a:pt x="784307" y="596466"/>
                  </a:lnTo>
                  <a:close/>
                  <a:moveTo>
                    <a:pt x="614990" y="487450"/>
                  </a:moveTo>
                  <a:lnTo>
                    <a:pt x="642850" y="457718"/>
                  </a:lnTo>
                  <a:lnTo>
                    <a:pt x="626571" y="490973"/>
                  </a:lnTo>
                  <a:close/>
                  <a:moveTo>
                    <a:pt x="1384905" y="1199389"/>
                  </a:moveTo>
                  <a:lnTo>
                    <a:pt x="1349128" y="1175927"/>
                  </a:lnTo>
                  <a:lnTo>
                    <a:pt x="1321705" y="1208297"/>
                  </a:lnTo>
                  <a:close/>
                  <a:moveTo>
                    <a:pt x="1275918" y="1211784"/>
                  </a:moveTo>
                  <a:lnTo>
                    <a:pt x="1237012" y="1156933"/>
                  </a:lnTo>
                  <a:lnTo>
                    <a:pt x="1223912" y="1171947"/>
                  </a:lnTo>
                  <a:close/>
                  <a:moveTo>
                    <a:pt x="1275918" y="1211784"/>
                  </a:moveTo>
                  <a:lnTo>
                    <a:pt x="1321705" y="1208297"/>
                  </a:lnTo>
                  <a:lnTo>
                    <a:pt x="1349128" y="1175927"/>
                  </a:lnTo>
                  <a:close/>
                  <a:moveTo>
                    <a:pt x="1301270" y="1171668"/>
                  </a:moveTo>
                  <a:lnTo>
                    <a:pt x="1275918" y="1211784"/>
                  </a:lnTo>
                  <a:lnTo>
                    <a:pt x="1349128" y="1175927"/>
                  </a:lnTo>
                  <a:close/>
                  <a:moveTo>
                    <a:pt x="795580" y="605044"/>
                  </a:moveTo>
                  <a:lnTo>
                    <a:pt x="837009" y="656581"/>
                  </a:lnTo>
                  <a:lnTo>
                    <a:pt x="875071" y="633844"/>
                  </a:lnTo>
                  <a:close/>
                  <a:moveTo>
                    <a:pt x="852419" y="589517"/>
                  </a:moveTo>
                  <a:lnTo>
                    <a:pt x="875071" y="633844"/>
                  </a:lnTo>
                  <a:lnTo>
                    <a:pt x="881965" y="603479"/>
                  </a:lnTo>
                  <a:close/>
                  <a:moveTo>
                    <a:pt x="881965" y="603479"/>
                  </a:moveTo>
                  <a:lnTo>
                    <a:pt x="847631" y="530666"/>
                  </a:lnTo>
                  <a:lnTo>
                    <a:pt x="852419" y="589517"/>
                  </a:lnTo>
                  <a:close/>
                  <a:moveTo>
                    <a:pt x="798810" y="532375"/>
                  </a:moveTo>
                  <a:lnTo>
                    <a:pt x="736072" y="590800"/>
                  </a:lnTo>
                  <a:lnTo>
                    <a:pt x="784307" y="596466"/>
                  </a:lnTo>
                  <a:close/>
                  <a:moveTo>
                    <a:pt x="769847" y="477877"/>
                  </a:moveTo>
                  <a:lnTo>
                    <a:pt x="759430" y="503459"/>
                  </a:lnTo>
                  <a:lnTo>
                    <a:pt x="757252" y="501971"/>
                  </a:lnTo>
                  <a:close/>
                  <a:moveTo>
                    <a:pt x="750849" y="533385"/>
                  </a:moveTo>
                  <a:lnTo>
                    <a:pt x="759430" y="503459"/>
                  </a:lnTo>
                  <a:lnTo>
                    <a:pt x="769847" y="477877"/>
                  </a:lnTo>
                  <a:close/>
                  <a:moveTo>
                    <a:pt x="798810" y="532375"/>
                  </a:moveTo>
                  <a:lnTo>
                    <a:pt x="759430" y="503459"/>
                  </a:lnTo>
                  <a:lnTo>
                    <a:pt x="750849" y="533385"/>
                  </a:lnTo>
                  <a:close/>
                  <a:moveTo>
                    <a:pt x="764178" y="501971"/>
                  </a:moveTo>
                  <a:lnTo>
                    <a:pt x="845989" y="517511"/>
                  </a:lnTo>
                  <a:lnTo>
                    <a:pt x="800802" y="477877"/>
                  </a:lnTo>
                  <a:close/>
                  <a:moveTo>
                    <a:pt x="764178" y="501971"/>
                  </a:moveTo>
                  <a:lnTo>
                    <a:pt x="759430" y="503459"/>
                  </a:lnTo>
                  <a:lnTo>
                    <a:pt x="798810" y="532375"/>
                  </a:lnTo>
                  <a:close/>
                  <a:moveTo>
                    <a:pt x="1412080" y="1191295"/>
                  </a:moveTo>
                  <a:lnTo>
                    <a:pt x="1349128" y="1175927"/>
                  </a:lnTo>
                  <a:lnTo>
                    <a:pt x="1384905" y="1199389"/>
                  </a:lnTo>
                  <a:close/>
                  <a:moveTo>
                    <a:pt x="1359601" y="1133234"/>
                  </a:moveTo>
                  <a:lnTo>
                    <a:pt x="1349128" y="1175927"/>
                  </a:lnTo>
                  <a:lnTo>
                    <a:pt x="1412080" y="1191295"/>
                  </a:lnTo>
                  <a:close/>
                  <a:moveTo>
                    <a:pt x="1411262" y="1129217"/>
                  </a:moveTo>
                  <a:lnTo>
                    <a:pt x="1359601" y="1133234"/>
                  </a:lnTo>
                  <a:lnTo>
                    <a:pt x="1412080" y="1191295"/>
                  </a:lnTo>
                  <a:close/>
                  <a:moveTo>
                    <a:pt x="1411262" y="1129217"/>
                  </a:moveTo>
                  <a:lnTo>
                    <a:pt x="1412080" y="1191295"/>
                  </a:lnTo>
                  <a:lnTo>
                    <a:pt x="1447679" y="1137592"/>
                  </a:lnTo>
                  <a:close/>
                  <a:moveTo>
                    <a:pt x="1359601" y="1133234"/>
                  </a:moveTo>
                  <a:lnTo>
                    <a:pt x="1301270" y="1171668"/>
                  </a:lnTo>
                  <a:lnTo>
                    <a:pt x="1349128" y="1175927"/>
                  </a:lnTo>
                  <a:close/>
                  <a:moveTo>
                    <a:pt x="1354882" y="1074327"/>
                  </a:moveTo>
                  <a:lnTo>
                    <a:pt x="1314714" y="1047257"/>
                  </a:lnTo>
                  <a:lnTo>
                    <a:pt x="1291393" y="1025218"/>
                  </a:lnTo>
                  <a:close/>
                  <a:moveTo>
                    <a:pt x="1247685" y="1022769"/>
                  </a:moveTo>
                  <a:lnTo>
                    <a:pt x="1291393" y="1025218"/>
                  </a:lnTo>
                  <a:lnTo>
                    <a:pt x="1260351" y="1018681"/>
                  </a:lnTo>
                  <a:close/>
                  <a:moveTo>
                    <a:pt x="853456" y="529414"/>
                  </a:moveTo>
                  <a:lnTo>
                    <a:pt x="918689" y="510880"/>
                  </a:lnTo>
                  <a:lnTo>
                    <a:pt x="921983" y="492063"/>
                  </a:lnTo>
                  <a:close/>
                  <a:moveTo>
                    <a:pt x="738693" y="417782"/>
                  </a:moveTo>
                  <a:lnTo>
                    <a:pt x="752979" y="468910"/>
                  </a:lnTo>
                  <a:lnTo>
                    <a:pt x="784512" y="462337"/>
                  </a:lnTo>
                  <a:close/>
                  <a:moveTo>
                    <a:pt x="800802" y="477877"/>
                  </a:moveTo>
                  <a:lnTo>
                    <a:pt x="845989" y="517511"/>
                  </a:lnTo>
                  <a:lnTo>
                    <a:pt x="794458" y="473170"/>
                  </a:lnTo>
                  <a:close/>
                  <a:moveTo>
                    <a:pt x="1209134" y="740397"/>
                  </a:moveTo>
                  <a:lnTo>
                    <a:pt x="1171492" y="726228"/>
                  </a:lnTo>
                  <a:lnTo>
                    <a:pt x="1139439" y="696333"/>
                  </a:lnTo>
                  <a:close/>
                  <a:moveTo>
                    <a:pt x="1133324" y="638561"/>
                  </a:moveTo>
                  <a:lnTo>
                    <a:pt x="1139439" y="696333"/>
                  </a:lnTo>
                  <a:lnTo>
                    <a:pt x="1174090" y="643401"/>
                  </a:lnTo>
                  <a:close/>
                  <a:moveTo>
                    <a:pt x="1427826" y="990265"/>
                  </a:moveTo>
                  <a:lnTo>
                    <a:pt x="1471297" y="930163"/>
                  </a:lnTo>
                  <a:lnTo>
                    <a:pt x="1430639" y="925235"/>
                  </a:lnTo>
                  <a:close/>
                  <a:moveTo>
                    <a:pt x="1430639" y="925235"/>
                  </a:moveTo>
                  <a:lnTo>
                    <a:pt x="1471297" y="930163"/>
                  </a:lnTo>
                  <a:lnTo>
                    <a:pt x="1453405" y="881966"/>
                  </a:lnTo>
                  <a:close/>
                  <a:moveTo>
                    <a:pt x="1299101" y="767980"/>
                  </a:moveTo>
                  <a:lnTo>
                    <a:pt x="1333733" y="777807"/>
                  </a:lnTo>
                  <a:lnTo>
                    <a:pt x="1318752" y="727243"/>
                  </a:lnTo>
                  <a:close/>
                  <a:moveTo>
                    <a:pt x="1243943" y="536111"/>
                  </a:moveTo>
                  <a:lnTo>
                    <a:pt x="1214106" y="548126"/>
                  </a:lnTo>
                  <a:lnTo>
                    <a:pt x="1205143" y="582246"/>
                  </a:lnTo>
                  <a:close/>
                  <a:moveTo>
                    <a:pt x="1277807" y="471577"/>
                  </a:moveTo>
                  <a:lnTo>
                    <a:pt x="1323621" y="535057"/>
                  </a:lnTo>
                  <a:lnTo>
                    <a:pt x="1324373" y="471702"/>
                  </a:lnTo>
                  <a:close/>
                  <a:moveTo>
                    <a:pt x="1136848" y="231777"/>
                  </a:moveTo>
                  <a:lnTo>
                    <a:pt x="1117703" y="212060"/>
                  </a:lnTo>
                  <a:lnTo>
                    <a:pt x="1119223" y="202797"/>
                  </a:lnTo>
                  <a:close/>
                  <a:moveTo>
                    <a:pt x="1411778" y="436386"/>
                  </a:moveTo>
                  <a:lnTo>
                    <a:pt x="1387080" y="468644"/>
                  </a:lnTo>
                  <a:lnTo>
                    <a:pt x="1416419" y="443439"/>
                  </a:lnTo>
                  <a:close/>
                  <a:moveTo>
                    <a:pt x="1411778" y="436386"/>
                  </a:moveTo>
                  <a:lnTo>
                    <a:pt x="1376705" y="460480"/>
                  </a:lnTo>
                  <a:lnTo>
                    <a:pt x="1387080" y="468644"/>
                  </a:lnTo>
                  <a:close/>
                  <a:moveTo>
                    <a:pt x="1083209" y="24094"/>
                  </a:moveTo>
                  <a:lnTo>
                    <a:pt x="1087412" y="99724"/>
                  </a:lnTo>
                  <a:lnTo>
                    <a:pt x="1128524" y="65757"/>
                  </a:lnTo>
                  <a:close/>
                  <a:moveTo>
                    <a:pt x="1411778" y="436386"/>
                  </a:moveTo>
                  <a:lnTo>
                    <a:pt x="1416419" y="443439"/>
                  </a:lnTo>
                  <a:lnTo>
                    <a:pt x="1409044" y="412293"/>
                  </a:lnTo>
                  <a:close/>
                  <a:moveTo>
                    <a:pt x="1336263" y="273807"/>
                  </a:moveTo>
                  <a:lnTo>
                    <a:pt x="1382169" y="315387"/>
                  </a:lnTo>
                  <a:lnTo>
                    <a:pt x="1409892" y="309219"/>
                  </a:lnTo>
                  <a:close/>
                  <a:moveTo>
                    <a:pt x="1139256" y="0"/>
                  </a:moveTo>
                  <a:lnTo>
                    <a:pt x="1128524" y="65757"/>
                  </a:lnTo>
                  <a:lnTo>
                    <a:pt x="1085386" y="74866"/>
                  </a:lnTo>
                  <a:close/>
                  <a:moveTo>
                    <a:pt x="1257670" y="64356"/>
                  </a:moveTo>
                  <a:lnTo>
                    <a:pt x="1298983" y="103073"/>
                  </a:lnTo>
                  <a:lnTo>
                    <a:pt x="1283767" y="9027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81" name="Output_density__4280">
              <a:extLst>
                <a:ext uri="{FF2B5EF4-FFF2-40B4-BE49-F238E27FC236}">
                  <a16:creationId xmlns:a16="http://schemas.microsoft.com/office/drawing/2014/main" id="{B26DBE47-91BB-F30B-7E26-E4AC4B47CB09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320622"/>
              <a:ext cx="1396100" cy="1456738"/>
            </a:xfrm>
            <a:custGeom>
              <a:avLst/>
              <a:gdLst/>
              <a:ahLst/>
              <a:cxnLst/>
              <a:rect l="0" t="0" r="0" b="0"/>
              <a:pathLst>
                <a:path w="1396100" h="1456738">
                  <a:moveTo>
                    <a:pt x="316801" y="1358625"/>
                  </a:moveTo>
                  <a:lnTo>
                    <a:pt x="267809" y="1350128"/>
                  </a:lnTo>
                  <a:lnTo>
                    <a:pt x="278337" y="1349713"/>
                  </a:lnTo>
                  <a:close/>
                  <a:moveTo>
                    <a:pt x="558857" y="1395353"/>
                  </a:moveTo>
                  <a:lnTo>
                    <a:pt x="528638" y="1381938"/>
                  </a:lnTo>
                  <a:lnTo>
                    <a:pt x="509297" y="1419404"/>
                  </a:lnTo>
                  <a:close/>
                  <a:moveTo>
                    <a:pt x="558857" y="1395353"/>
                  </a:moveTo>
                  <a:lnTo>
                    <a:pt x="571096" y="1340885"/>
                  </a:lnTo>
                  <a:lnTo>
                    <a:pt x="530373" y="1363306"/>
                  </a:lnTo>
                  <a:close/>
                  <a:moveTo>
                    <a:pt x="530373" y="1363306"/>
                  </a:moveTo>
                  <a:lnTo>
                    <a:pt x="501029" y="1325914"/>
                  </a:lnTo>
                  <a:lnTo>
                    <a:pt x="528638" y="1381938"/>
                  </a:lnTo>
                  <a:close/>
                  <a:moveTo>
                    <a:pt x="0" y="834643"/>
                  </a:moveTo>
                  <a:lnTo>
                    <a:pt x="19353" y="810322"/>
                  </a:lnTo>
                  <a:lnTo>
                    <a:pt x="42422" y="761674"/>
                  </a:lnTo>
                  <a:close/>
                  <a:moveTo>
                    <a:pt x="727038" y="1439672"/>
                  </a:moveTo>
                  <a:lnTo>
                    <a:pt x="684432" y="1455053"/>
                  </a:lnTo>
                  <a:lnTo>
                    <a:pt x="695522" y="1456738"/>
                  </a:lnTo>
                  <a:close/>
                  <a:moveTo>
                    <a:pt x="727038" y="1439672"/>
                  </a:moveTo>
                  <a:lnTo>
                    <a:pt x="695522" y="1456738"/>
                  </a:lnTo>
                  <a:lnTo>
                    <a:pt x="767846" y="1417570"/>
                  </a:lnTo>
                  <a:close/>
                  <a:moveTo>
                    <a:pt x="501029" y="1325914"/>
                  </a:moveTo>
                  <a:lnTo>
                    <a:pt x="530373" y="1363306"/>
                  </a:lnTo>
                  <a:lnTo>
                    <a:pt x="539019" y="1373498"/>
                  </a:lnTo>
                  <a:close/>
                  <a:moveTo>
                    <a:pt x="750674" y="1393142"/>
                  </a:moveTo>
                  <a:lnTo>
                    <a:pt x="779284" y="1392839"/>
                  </a:lnTo>
                  <a:lnTo>
                    <a:pt x="769068" y="1380800"/>
                  </a:lnTo>
                  <a:close/>
                  <a:moveTo>
                    <a:pt x="767846" y="1417570"/>
                  </a:moveTo>
                  <a:lnTo>
                    <a:pt x="779284" y="1392839"/>
                  </a:lnTo>
                  <a:lnTo>
                    <a:pt x="750674" y="1393142"/>
                  </a:lnTo>
                  <a:close/>
                  <a:moveTo>
                    <a:pt x="727038" y="1439672"/>
                  </a:moveTo>
                  <a:lnTo>
                    <a:pt x="767846" y="1417570"/>
                  </a:lnTo>
                  <a:lnTo>
                    <a:pt x="750674" y="1393142"/>
                  </a:lnTo>
                  <a:close/>
                  <a:moveTo>
                    <a:pt x="779284" y="1392839"/>
                  </a:moveTo>
                  <a:lnTo>
                    <a:pt x="783615" y="1404894"/>
                  </a:lnTo>
                  <a:lnTo>
                    <a:pt x="790789" y="1368451"/>
                  </a:lnTo>
                  <a:close/>
                  <a:moveTo>
                    <a:pt x="769068" y="1380800"/>
                  </a:moveTo>
                  <a:lnTo>
                    <a:pt x="779284" y="1392839"/>
                  </a:lnTo>
                  <a:lnTo>
                    <a:pt x="790789" y="1368451"/>
                  </a:lnTo>
                  <a:close/>
                  <a:moveTo>
                    <a:pt x="769068" y="1380800"/>
                  </a:moveTo>
                  <a:lnTo>
                    <a:pt x="790789" y="1368451"/>
                  </a:lnTo>
                  <a:lnTo>
                    <a:pt x="755127" y="1374496"/>
                  </a:lnTo>
                  <a:close/>
                  <a:moveTo>
                    <a:pt x="838637" y="1319825"/>
                  </a:moveTo>
                  <a:lnTo>
                    <a:pt x="790789" y="1368451"/>
                  </a:lnTo>
                  <a:lnTo>
                    <a:pt x="831068" y="1344372"/>
                  </a:lnTo>
                  <a:close/>
                  <a:moveTo>
                    <a:pt x="838637" y="1319825"/>
                  </a:moveTo>
                  <a:lnTo>
                    <a:pt x="806308" y="1308125"/>
                  </a:lnTo>
                  <a:lnTo>
                    <a:pt x="790789" y="1368451"/>
                  </a:lnTo>
                  <a:close/>
                  <a:moveTo>
                    <a:pt x="397629" y="847795"/>
                  </a:moveTo>
                  <a:lnTo>
                    <a:pt x="415532" y="838811"/>
                  </a:lnTo>
                  <a:lnTo>
                    <a:pt x="434837" y="789803"/>
                  </a:lnTo>
                  <a:close/>
                  <a:moveTo>
                    <a:pt x="170196" y="542291"/>
                  </a:moveTo>
                  <a:lnTo>
                    <a:pt x="179504" y="556214"/>
                  </a:lnTo>
                  <a:lnTo>
                    <a:pt x="186956" y="548010"/>
                  </a:lnTo>
                  <a:close/>
                  <a:moveTo>
                    <a:pt x="179504" y="556214"/>
                  </a:moveTo>
                  <a:lnTo>
                    <a:pt x="170196" y="542291"/>
                  </a:lnTo>
                  <a:lnTo>
                    <a:pt x="142766" y="501848"/>
                  </a:lnTo>
                  <a:close/>
                  <a:moveTo>
                    <a:pt x="653887" y="1047487"/>
                  </a:moveTo>
                  <a:lnTo>
                    <a:pt x="699687" y="980367"/>
                  </a:lnTo>
                  <a:lnTo>
                    <a:pt x="667930" y="971855"/>
                  </a:lnTo>
                  <a:close/>
                  <a:moveTo>
                    <a:pt x="436281" y="781487"/>
                  </a:moveTo>
                  <a:lnTo>
                    <a:pt x="479094" y="766881"/>
                  </a:lnTo>
                  <a:lnTo>
                    <a:pt x="509897" y="747148"/>
                  </a:lnTo>
                  <a:close/>
                  <a:moveTo>
                    <a:pt x="462055" y="742954"/>
                  </a:moveTo>
                  <a:lnTo>
                    <a:pt x="436281" y="781487"/>
                  </a:lnTo>
                  <a:lnTo>
                    <a:pt x="509897" y="747148"/>
                  </a:lnTo>
                  <a:close/>
                  <a:moveTo>
                    <a:pt x="858103" y="1115771"/>
                  </a:moveTo>
                  <a:lnTo>
                    <a:pt x="853463" y="1158300"/>
                  </a:lnTo>
                  <a:lnTo>
                    <a:pt x="872213" y="1126465"/>
                  </a:lnTo>
                  <a:close/>
                  <a:moveTo>
                    <a:pt x="560280" y="760845"/>
                  </a:moveTo>
                  <a:lnTo>
                    <a:pt x="601432" y="741615"/>
                  </a:lnTo>
                  <a:lnTo>
                    <a:pt x="573368" y="756126"/>
                  </a:lnTo>
                  <a:close/>
                  <a:moveTo>
                    <a:pt x="524450" y="666661"/>
                  </a:moveTo>
                  <a:lnTo>
                    <a:pt x="553289" y="638542"/>
                  </a:lnTo>
                  <a:lnTo>
                    <a:pt x="529913" y="627987"/>
                  </a:lnTo>
                  <a:close/>
                  <a:moveTo>
                    <a:pt x="634762" y="618710"/>
                  </a:moveTo>
                  <a:lnTo>
                    <a:pt x="641010" y="618208"/>
                  </a:lnTo>
                  <a:lnTo>
                    <a:pt x="635337" y="614448"/>
                  </a:lnTo>
                  <a:close/>
                  <a:moveTo>
                    <a:pt x="645207" y="614448"/>
                  </a:moveTo>
                  <a:lnTo>
                    <a:pt x="641010" y="618208"/>
                  </a:lnTo>
                  <a:lnTo>
                    <a:pt x="634762" y="618710"/>
                  </a:lnTo>
                  <a:close/>
                  <a:moveTo>
                    <a:pt x="1048646" y="1094228"/>
                  </a:moveTo>
                  <a:lnTo>
                    <a:pt x="1100781" y="1114478"/>
                  </a:lnTo>
                  <a:lnTo>
                    <a:pt x="1084893" y="1094849"/>
                  </a:lnTo>
                  <a:close/>
                  <a:moveTo>
                    <a:pt x="635337" y="614448"/>
                  </a:moveTo>
                  <a:lnTo>
                    <a:pt x="641010" y="618208"/>
                  </a:lnTo>
                  <a:lnTo>
                    <a:pt x="649122" y="607036"/>
                  </a:lnTo>
                  <a:close/>
                  <a:moveTo>
                    <a:pt x="649122" y="607036"/>
                  </a:moveTo>
                  <a:lnTo>
                    <a:pt x="641010" y="618208"/>
                  </a:lnTo>
                  <a:lnTo>
                    <a:pt x="645207" y="614448"/>
                  </a:lnTo>
                  <a:close/>
                  <a:moveTo>
                    <a:pt x="690415" y="590354"/>
                  </a:moveTo>
                  <a:lnTo>
                    <a:pt x="708642" y="596630"/>
                  </a:lnTo>
                  <a:lnTo>
                    <a:pt x="718377" y="597892"/>
                  </a:lnTo>
                  <a:close/>
                  <a:moveTo>
                    <a:pt x="680683" y="591861"/>
                  </a:moveTo>
                  <a:lnTo>
                    <a:pt x="690415" y="590354"/>
                  </a:lnTo>
                  <a:lnTo>
                    <a:pt x="668197" y="584953"/>
                  </a:lnTo>
                  <a:close/>
                  <a:moveTo>
                    <a:pt x="668197" y="584953"/>
                  </a:moveTo>
                  <a:lnTo>
                    <a:pt x="649122" y="607036"/>
                  </a:lnTo>
                  <a:lnTo>
                    <a:pt x="680683" y="591861"/>
                  </a:lnTo>
                  <a:close/>
                  <a:moveTo>
                    <a:pt x="765692" y="600118"/>
                  </a:moveTo>
                  <a:lnTo>
                    <a:pt x="718377" y="597892"/>
                  </a:lnTo>
                  <a:lnTo>
                    <a:pt x="708642" y="596630"/>
                  </a:lnTo>
                  <a:close/>
                  <a:moveTo>
                    <a:pt x="690415" y="590354"/>
                  </a:moveTo>
                  <a:lnTo>
                    <a:pt x="718377" y="597892"/>
                  </a:lnTo>
                  <a:lnTo>
                    <a:pt x="728717" y="580309"/>
                  </a:lnTo>
                  <a:close/>
                  <a:moveTo>
                    <a:pt x="781414" y="575450"/>
                  </a:moveTo>
                  <a:lnTo>
                    <a:pt x="718377" y="597892"/>
                  </a:lnTo>
                  <a:lnTo>
                    <a:pt x="765692" y="600118"/>
                  </a:lnTo>
                  <a:close/>
                  <a:moveTo>
                    <a:pt x="1223650" y="1129386"/>
                  </a:moveTo>
                  <a:lnTo>
                    <a:pt x="1173628" y="1117038"/>
                  </a:lnTo>
                  <a:lnTo>
                    <a:pt x="1134778" y="1105511"/>
                  </a:lnTo>
                  <a:close/>
                  <a:moveTo>
                    <a:pt x="800575" y="434386"/>
                  </a:moveTo>
                  <a:lnTo>
                    <a:pt x="875078" y="474542"/>
                  </a:lnTo>
                  <a:lnTo>
                    <a:pt x="817486" y="483380"/>
                  </a:lnTo>
                  <a:close/>
                  <a:moveTo>
                    <a:pt x="1348801" y="978154"/>
                  </a:moveTo>
                  <a:lnTo>
                    <a:pt x="1353535" y="978869"/>
                  </a:lnTo>
                  <a:lnTo>
                    <a:pt x="1327375" y="962154"/>
                  </a:lnTo>
                  <a:close/>
                  <a:moveTo>
                    <a:pt x="1348801" y="978154"/>
                  </a:moveTo>
                  <a:lnTo>
                    <a:pt x="1396100" y="980318"/>
                  </a:lnTo>
                  <a:lnTo>
                    <a:pt x="1353535" y="978869"/>
                  </a:lnTo>
                  <a:close/>
                  <a:moveTo>
                    <a:pt x="1238234" y="779213"/>
                  </a:moveTo>
                  <a:lnTo>
                    <a:pt x="1230198" y="827292"/>
                  </a:lnTo>
                  <a:lnTo>
                    <a:pt x="1255103" y="802508"/>
                  </a:lnTo>
                  <a:close/>
                  <a:moveTo>
                    <a:pt x="1145555" y="657549"/>
                  </a:moveTo>
                  <a:lnTo>
                    <a:pt x="1162740" y="672682"/>
                  </a:lnTo>
                  <a:lnTo>
                    <a:pt x="1180206" y="604617"/>
                  </a:lnTo>
                  <a:close/>
                  <a:moveTo>
                    <a:pt x="1061150" y="562701"/>
                  </a:moveTo>
                  <a:lnTo>
                    <a:pt x="1112379" y="559035"/>
                  </a:lnTo>
                  <a:lnTo>
                    <a:pt x="1090605" y="576608"/>
                  </a:lnTo>
                  <a:close/>
                  <a:moveTo>
                    <a:pt x="1090605" y="576608"/>
                  </a:moveTo>
                  <a:lnTo>
                    <a:pt x="1139111" y="583286"/>
                  </a:lnTo>
                  <a:lnTo>
                    <a:pt x="1160484" y="528299"/>
                  </a:lnTo>
                  <a:close/>
                  <a:moveTo>
                    <a:pt x="1139111" y="583286"/>
                  </a:moveTo>
                  <a:lnTo>
                    <a:pt x="1178524" y="555967"/>
                  </a:lnTo>
                  <a:lnTo>
                    <a:pt x="1211260" y="543463"/>
                  </a:lnTo>
                  <a:close/>
                  <a:moveTo>
                    <a:pt x="1160484" y="528299"/>
                  </a:moveTo>
                  <a:lnTo>
                    <a:pt x="1139111" y="583286"/>
                  </a:lnTo>
                  <a:lnTo>
                    <a:pt x="1211260" y="543463"/>
                  </a:lnTo>
                  <a:close/>
                  <a:moveTo>
                    <a:pt x="1211260" y="543463"/>
                  </a:moveTo>
                  <a:lnTo>
                    <a:pt x="1220222" y="509343"/>
                  </a:lnTo>
                  <a:lnTo>
                    <a:pt x="1160484" y="528299"/>
                  </a:lnTo>
                  <a:close/>
                  <a:moveTo>
                    <a:pt x="1210632" y="1514"/>
                  </a:moveTo>
                  <a:lnTo>
                    <a:pt x="1149479" y="26930"/>
                  </a:lnTo>
                  <a:lnTo>
                    <a:pt x="1134641" y="26974"/>
                  </a:lnTo>
                  <a:close/>
                  <a:moveTo>
                    <a:pt x="1239939" y="12753"/>
                  </a:moveTo>
                  <a:lnTo>
                    <a:pt x="1263786" y="25573"/>
                  </a:lnTo>
                  <a:lnTo>
                    <a:pt x="1229324" y="0"/>
                  </a:lnTo>
                  <a:close/>
                  <a:moveTo>
                    <a:pt x="1210632" y="1514"/>
                  </a:moveTo>
                  <a:lnTo>
                    <a:pt x="1239939" y="12753"/>
                  </a:lnTo>
                  <a:lnTo>
                    <a:pt x="1229324" y="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82" name="Output_density__4281">
              <a:extLst>
                <a:ext uri="{FF2B5EF4-FFF2-40B4-BE49-F238E27FC236}">
                  <a16:creationId xmlns:a16="http://schemas.microsoft.com/office/drawing/2014/main" id="{B8BC2C4F-867D-962B-CD0E-AD3427C28782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322136"/>
              <a:ext cx="1478038" cy="1455224"/>
            </a:xfrm>
            <a:custGeom>
              <a:avLst/>
              <a:gdLst/>
              <a:ahLst/>
              <a:cxnLst/>
              <a:rect l="0" t="0" r="0" b="0"/>
              <a:pathLst>
                <a:path w="1478038" h="1455224">
                  <a:moveTo>
                    <a:pt x="328112" y="1359622"/>
                  </a:moveTo>
                  <a:lnTo>
                    <a:pt x="359779" y="1372588"/>
                  </a:lnTo>
                  <a:lnTo>
                    <a:pt x="316801" y="1357112"/>
                  </a:lnTo>
                  <a:close/>
                  <a:moveTo>
                    <a:pt x="435193" y="1450405"/>
                  </a:moveTo>
                  <a:lnTo>
                    <a:pt x="509297" y="1417890"/>
                  </a:lnTo>
                  <a:lnTo>
                    <a:pt x="466596" y="1432914"/>
                  </a:lnTo>
                  <a:close/>
                  <a:moveTo>
                    <a:pt x="359779" y="1372588"/>
                  </a:moveTo>
                  <a:lnTo>
                    <a:pt x="379543" y="1362928"/>
                  </a:lnTo>
                  <a:lnTo>
                    <a:pt x="316801" y="1357112"/>
                  </a:lnTo>
                  <a:close/>
                  <a:moveTo>
                    <a:pt x="26061" y="895707"/>
                  </a:moveTo>
                  <a:lnTo>
                    <a:pt x="27564" y="908759"/>
                  </a:lnTo>
                  <a:lnTo>
                    <a:pt x="69585" y="835561"/>
                  </a:lnTo>
                  <a:close/>
                  <a:moveTo>
                    <a:pt x="26061" y="895707"/>
                  </a:moveTo>
                  <a:lnTo>
                    <a:pt x="6116" y="849178"/>
                  </a:lnTo>
                  <a:lnTo>
                    <a:pt x="18634" y="884665"/>
                  </a:lnTo>
                  <a:close/>
                  <a:moveTo>
                    <a:pt x="6116" y="849178"/>
                  </a:moveTo>
                  <a:lnTo>
                    <a:pt x="0" y="833129"/>
                  </a:lnTo>
                  <a:lnTo>
                    <a:pt x="18634" y="884665"/>
                  </a:lnTo>
                  <a:close/>
                  <a:moveTo>
                    <a:pt x="0" y="833129"/>
                  </a:moveTo>
                  <a:lnTo>
                    <a:pt x="6116" y="849178"/>
                  </a:lnTo>
                  <a:lnTo>
                    <a:pt x="19353" y="808808"/>
                  </a:lnTo>
                  <a:close/>
                  <a:moveTo>
                    <a:pt x="42422" y="760160"/>
                  </a:moveTo>
                  <a:lnTo>
                    <a:pt x="79468" y="764784"/>
                  </a:lnTo>
                  <a:lnTo>
                    <a:pt x="47767" y="757498"/>
                  </a:lnTo>
                  <a:close/>
                  <a:moveTo>
                    <a:pt x="19353" y="808808"/>
                  </a:moveTo>
                  <a:lnTo>
                    <a:pt x="72142" y="831503"/>
                  </a:lnTo>
                  <a:lnTo>
                    <a:pt x="42422" y="760160"/>
                  </a:lnTo>
                  <a:close/>
                  <a:moveTo>
                    <a:pt x="47767" y="757498"/>
                  </a:moveTo>
                  <a:lnTo>
                    <a:pt x="79468" y="764784"/>
                  </a:lnTo>
                  <a:lnTo>
                    <a:pt x="44371" y="730055"/>
                  </a:lnTo>
                  <a:close/>
                  <a:moveTo>
                    <a:pt x="695522" y="1455224"/>
                  </a:moveTo>
                  <a:lnTo>
                    <a:pt x="647999" y="1422093"/>
                  </a:lnTo>
                  <a:lnTo>
                    <a:pt x="658836" y="1427474"/>
                  </a:lnTo>
                  <a:close/>
                  <a:moveTo>
                    <a:pt x="684432" y="1453539"/>
                  </a:moveTo>
                  <a:lnTo>
                    <a:pt x="647999" y="1422093"/>
                  </a:lnTo>
                  <a:lnTo>
                    <a:pt x="695522" y="1455224"/>
                  </a:lnTo>
                  <a:close/>
                  <a:moveTo>
                    <a:pt x="571096" y="1339371"/>
                  </a:moveTo>
                  <a:lnTo>
                    <a:pt x="602039" y="1324401"/>
                  </a:lnTo>
                  <a:lnTo>
                    <a:pt x="603192" y="1357795"/>
                  </a:lnTo>
                  <a:close/>
                  <a:moveTo>
                    <a:pt x="413662" y="1209704"/>
                  </a:moveTo>
                  <a:lnTo>
                    <a:pt x="432447" y="1169672"/>
                  </a:lnTo>
                  <a:lnTo>
                    <a:pt x="394100" y="1162865"/>
                  </a:lnTo>
                  <a:close/>
                  <a:moveTo>
                    <a:pt x="684432" y="1453539"/>
                  </a:moveTo>
                  <a:lnTo>
                    <a:pt x="611930" y="1413434"/>
                  </a:lnTo>
                  <a:lnTo>
                    <a:pt x="647999" y="1422093"/>
                  </a:lnTo>
                  <a:close/>
                  <a:moveTo>
                    <a:pt x="442559" y="1018530"/>
                  </a:moveTo>
                  <a:lnTo>
                    <a:pt x="399091" y="970579"/>
                  </a:lnTo>
                  <a:lnTo>
                    <a:pt x="410237" y="991087"/>
                  </a:lnTo>
                  <a:close/>
                  <a:moveTo>
                    <a:pt x="770057" y="1329201"/>
                  </a:moveTo>
                  <a:lnTo>
                    <a:pt x="790789" y="1366937"/>
                  </a:lnTo>
                  <a:lnTo>
                    <a:pt x="806308" y="1306611"/>
                  </a:lnTo>
                  <a:close/>
                  <a:moveTo>
                    <a:pt x="806308" y="1306611"/>
                  </a:moveTo>
                  <a:lnTo>
                    <a:pt x="838637" y="1318311"/>
                  </a:lnTo>
                  <a:lnTo>
                    <a:pt x="806517" y="1290839"/>
                  </a:lnTo>
                  <a:close/>
                  <a:moveTo>
                    <a:pt x="838637" y="1318311"/>
                  </a:moveTo>
                  <a:lnTo>
                    <a:pt x="847878" y="1270806"/>
                  </a:lnTo>
                  <a:lnTo>
                    <a:pt x="806517" y="1290839"/>
                  </a:lnTo>
                  <a:close/>
                  <a:moveTo>
                    <a:pt x="802666" y="1303655"/>
                  </a:moveTo>
                  <a:lnTo>
                    <a:pt x="806308" y="1306611"/>
                  </a:lnTo>
                  <a:lnTo>
                    <a:pt x="806517" y="1290839"/>
                  </a:lnTo>
                  <a:close/>
                  <a:moveTo>
                    <a:pt x="808034" y="1242466"/>
                  </a:moveTo>
                  <a:lnTo>
                    <a:pt x="802666" y="1303655"/>
                  </a:lnTo>
                  <a:lnTo>
                    <a:pt x="806517" y="1290839"/>
                  </a:lnTo>
                  <a:close/>
                  <a:moveTo>
                    <a:pt x="851828" y="1244844"/>
                  </a:moveTo>
                  <a:lnTo>
                    <a:pt x="806517" y="1290839"/>
                  </a:lnTo>
                  <a:lnTo>
                    <a:pt x="847878" y="1270806"/>
                  </a:lnTo>
                  <a:close/>
                  <a:moveTo>
                    <a:pt x="851828" y="1244844"/>
                  </a:moveTo>
                  <a:lnTo>
                    <a:pt x="808034" y="1242466"/>
                  </a:lnTo>
                  <a:lnTo>
                    <a:pt x="806517" y="1290839"/>
                  </a:lnTo>
                  <a:close/>
                  <a:moveTo>
                    <a:pt x="822241" y="1176488"/>
                  </a:moveTo>
                  <a:lnTo>
                    <a:pt x="813859" y="1183391"/>
                  </a:lnTo>
                  <a:lnTo>
                    <a:pt x="846538" y="1186402"/>
                  </a:lnTo>
                  <a:close/>
                  <a:moveTo>
                    <a:pt x="846538" y="1186402"/>
                  </a:moveTo>
                  <a:lnTo>
                    <a:pt x="813859" y="1183391"/>
                  </a:lnTo>
                  <a:lnTo>
                    <a:pt x="808034" y="1242466"/>
                  </a:lnTo>
                  <a:close/>
                  <a:moveTo>
                    <a:pt x="822241" y="1176488"/>
                  </a:moveTo>
                  <a:lnTo>
                    <a:pt x="846538" y="1186402"/>
                  </a:lnTo>
                  <a:lnTo>
                    <a:pt x="853463" y="1156787"/>
                  </a:lnTo>
                  <a:close/>
                  <a:moveTo>
                    <a:pt x="249405" y="577106"/>
                  </a:moveTo>
                  <a:lnTo>
                    <a:pt x="290576" y="584560"/>
                  </a:lnTo>
                  <a:lnTo>
                    <a:pt x="332551" y="610235"/>
                  </a:lnTo>
                  <a:close/>
                  <a:moveTo>
                    <a:pt x="814730" y="1174279"/>
                  </a:moveTo>
                  <a:lnTo>
                    <a:pt x="813859" y="1183391"/>
                  </a:lnTo>
                  <a:lnTo>
                    <a:pt x="822241" y="1176488"/>
                  </a:lnTo>
                  <a:close/>
                  <a:moveTo>
                    <a:pt x="858103" y="1114257"/>
                  </a:moveTo>
                  <a:lnTo>
                    <a:pt x="822241" y="1176488"/>
                  </a:lnTo>
                  <a:lnTo>
                    <a:pt x="853463" y="1156787"/>
                  </a:lnTo>
                  <a:close/>
                  <a:moveTo>
                    <a:pt x="814730" y="1174279"/>
                  </a:moveTo>
                  <a:lnTo>
                    <a:pt x="822241" y="1176488"/>
                  </a:lnTo>
                  <a:lnTo>
                    <a:pt x="858103" y="1114257"/>
                  </a:lnTo>
                  <a:close/>
                  <a:moveTo>
                    <a:pt x="819357" y="1107774"/>
                  </a:moveTo>
                  <a:lnTo>
                    <a:pt x="814730" y="1174279"/>
                  </a:lnTo>
                  <a:lnTo>
                    <a:pt x="858103" y="1114257"/>
                  </a:lnTo>
                  <a:close/>
                  <a:moveTo>
                    <a:pt x="850030" y="1058077"/>
                  </a:moveTo>
                  <a:lnTo>
                    <a:pt x="858103" y="1114257"/>
                  </a:lnTo>
                  <a:lnTo>
                    <a:pt x="872213" y="1124951"/>
                  </a:lnTo>
                  <a:close/>
                  <a:moveTo>
                    <a:pt x="579627" y="688565"/>
                  </a:moveTo>
                  <a:lnTo>
                    <a:pt x="601432" y="740102"/>
                  </a:lnTo>
                  <a:lnTo>
                    <a:pt x="560280" y="759331"/>
                  </a:lnTo>
                  <a:close/>
                  <a:moveTo>
                    <a:pt x="514560" y="701697"/>
                  </a:moveTo>
                  <a:lnTo>
                    <a:pt x="462055" y="741440"/>
                  </a:lnTo>
                  <a:lnTo>
                    <a:pt x="509897" y="745634"/>
                  </a:lnTo>
                  <a:close/>
                  <a:moveTo>
                    <a:pt x="477635" y="693734"/>
                  </a:moveTo>
                  <a:lnTo>
                    <a:pt x="462055" y="741440"/>
                  </a:lnTo>
                  <a:lnTo>
                    <a:pt x="514560" y="701697"/>
                  </a:lnTo>
                  <a:close/>
                  <a:moveTo>
                    <a:pt x="514560" y="701697"/>
                  </a:moveTo>
                  <a:lnTo>
                    <a:pt x="524450" y="665147"/>
                  </a:lnTo>
                  <a:lnTo>
                    <a:pt x="482699" y="683724"/>
                  </a:lnTo>
                  <a:close/>
                  <a:moveTo>
                    <a:pt x="574934" y="688565"/>
                  </a:moveTo>
                  <a:lnTo>
                    <a:pt x="573368" y="754612"/>
                  </a:lnTo>
                  <a:lnTo>
                    <a:pt x="578509" y="740102"/>
                  </a:lnTo>
                  <a:close/>
                  <a:moveTo>
                    <a:pt x="560280" y="759331"/>
                  </a:moveTo>
                  <a:lnTo>
                    <a:pt x="573368" y="754612"/>
                  </a:lnTo>
                  <a:lnTo>
                    <a:pt x="509897" y="745634"/>
                  </a:lnTo>
                  <a:close/>
                  <a:moveTo>
                    <a:pt x="553289" y="637028"/>
                  </a:moveTo>
                  <a:lnTo>
                    <a:pt x="524450" y="665147"/>
                  </a:lnTo>
                  <a:lnTo>
                    <a:pt x="560746" y="639388"/>
                  </a:lnTo>
                  <a:close/>
                  <a:moveTo>
                    <a:pt x="560746" y="639388"/>
                  </a:moveTo>
                  <a:lnTo>
                    <a:pt x="524450" y="665147"/>
                  </a:lnTo>
                  <a:lnTo>
                    <a:pt x="514560" y="701697"/>
                  </a:lnTo>
                  <a:close/>
                  <a:moveTo>
                    <a:pt x="529913" y="626473"/>
                  </a:moveTo>
                  <a:lnTo>
                    <a:pt x="553289" y="637028"/>
                  </a:lnTo>
                  <a:lnTo>
                    <a:pt x="531370" y="562545"/>
                  </a:lnTo>
                  <a:close/>
                  <a:moveTo>
                    <a:pt x="588078" y="593466"/>
                  </a:moveTo>
                  <a:lnTo>
                    <a:pt x="553289" y="637028"/>
                  </a:lnTo>
                  <a:lnTo>
                    <a:pt x="562091" y="631204"/>
                  </a:lnTo>
                  <a:close/>
                  <a:moveTo>
                    <a:pt x="635337" y="612934"/>
                  </a:moveTo>
                  <a:lnTo>
                    <a:pt x="588078" y="593466"/>
                  </a:lnTo>
                  <a:lnTo>
                    <a:pt x="634762" y="617197"/>
                  </a:lnTo>
                  <a:close/>
                  <a:moveTo>
                    <a:pt x="1048646" y="1092714"/>
                  </a:moveTo>
                  <a:lnTo>
                    <a:pt x="1010796" y="1066084"/>
                  </a:lnTo>
                  <a:lnTo>
                    <a:pt x="1022998" y="1076764"/>
                  </a:lnTo>
                  <a:close/>
                  <a:moveTo>
                    <a:pt x="1033317" y="1075181"/>
                  </a:moveTo>
                  <a:lnTo>
                    <a:pt x="1010796" y="1066084"/>
                  </a:lnTo>
                  <a:lnTo>
                    <a:pt x="1048646" y="1092714"/>
                  </a:lnTo>
                  <a:close/>
                  <a:moveTo>
                    <a:pt x="1084893" y="1093335"/>
                  </a:moveTo>
                  <a:lnTo>
                    <a:pt x="1033317" y="1075181"/>
                  </a:lnTo>
                  <a:lnTo>
                    <a:pt x="1048646" y="1092714"/>
                  </a:lnTo>
                  <a:close/>
                  <a:moveTo>
                    <a:pt x="635337" y="612934"/>
                  </a:moveTo>
                  <a:lnTo>
                    <a:pt x="649122" y="605522"/>
                  </a:lnTo>
                  <a:lnTo>
                    <a:pt x="588078" y="593466"/>
                  </a:lnTo>
                  <a:close/>
                  <a:moveTo>
                    <a:pt x="588078" y="593466"/>
                  </a:moveTo>
                  <a:lnTo>
                    <a:pt x="649122" y="605522"/>
                  </a:lnTo>
                  <a:lnTo>
                    <a:pt x="668197" y="583439"/>
                  </a:lnTo>
                  <a:close/>
                  <a:moveTo>
                    <a:pt x="588078" y="593466"/>
                  </a:moveTo>
                  <a:lnTo>
                    <a:pt x="668197" y="583439"/>
                  </a:lnTo>
                  <a:lnTo>
                    <a:pt x="620878" y="581198"/>
                  </a:lnTo>
                  <a:close/>
                  <a:moveTo>
                    <a:pt x="1250294" y="1148791"/>
                  </a:moveTo>
                  <a:lnTo>
                    <a:pt x="1282035" y="1171486"/>
                  </a:lnTo>
                  <a:lnTo>
                    <a:pt x="1230029" y="1131649"/>
                  </a:lnTo>
                  <a:close/>
                  <a:moveTo>
                    <a:pt x="690415" y="588840"/>
                  </a:moveTo>
                  <a:lnTo>
                    <a:pt x="728717" y="578795"/>
                  </a:lnTo>
                  <a:lnTo>
                    <a:pt x="668197" y="583439"/>
                  </a:lnTo>
                  <a:close/>
                  <a:moveTo>
                    <a:pt x="668197" y="583439"/>
                  </a:moveTo>
                  <a:lnTo>
                    <a:pt x="728717" y="578795"/>
                  </a:lnTo>
                  <a:lnTo>
                    <a:pt x="742188" y="550503"/>
                  </a:lnTo>
                  <a:close/>
                  <a:moveTo>
                    <a:pt x="781414" y="573936"/>
                  </a:moveTo>
                  <a:lnTo>
                    <a:pt x="728717" y="578795"/>
                  </a:lnTo>
                  <a:lnTo>
                    <a:pt x="718377" y="596378"/>
                  </a:lnTo>
                  <a:close/>
                  <a:moveTo>
                    <a:pt x="728717" y="578795"/>
                  </a:moveTo>
                  <a:lnTo>
                    <a:pt x="781414" y="573936"/>
                  </a:lnTo>
                  <a:lnTo>
                    <a:pt x="742188" y="550503"/>
                  </a:lnTo>
                  <a:close/>
                  <a:moveTo>
                    <a:pt x="801696" y="564746"/>
                  </a:moveTo>
                  <a:lnTo>
                    <a:pt x="846920" y="621406"/>
                  </a:lnTo>
                  <a:lnTo>
                    <a:pt x="843125" y="616283"/>
                  </a:lnTo>
                  <a:close/>
                  <a:moveTo>
                    <a:pt x="765692" y="598604"/>
                  </a:moveTo>
                  <a:lnTo>
                    <a:pt x="846920" y="621406"/>
                  </a:lnTo>
                  <a:lnTo>
                    <a:pt x="801696" y="564746"/>
                  </a:lnTo>
                  <a:close/>
                  <a:moveTo>
                    <a:pt x="801696" y="564746"/>
                  </a:moveTo>
                  <a:lnTo>
                    <a:pt x="781414" y="573936"/>
                  </a:lnTo>
                  <a:lnTo>
                    <a:pt x="765692" y="598604"/>
                  </a:lnTo>
                  <a:close/>
                  <a:moveTo>
                    <a:pt x="648966" y="417421"/>
                  </a:moveTo>
                  <a:lnTo>
                    <a:pt x="645757" y="410137"/>
                  </a:lnTo>
                  <a:lnTo>
                    <a:pt x="624919" y="421630"/>
                  </a:lnTo>
                  <a:close/>
                  <a:moveTo>
                    <a:pt x="624919" y="421630"/>
                  </a:moveTo>
                  <a:lnTo>
                    <a:pt x="645757" y="410137"/>
                  </a:lnTo>
                  <a:lnTo>
                    <a:pt x="606390" y="392130"/>
                  </a:lnTo>
                  <a:close/>
                  <a:moveTo>
                    <a:pt x="624919" y="421630"/>
                  </a:moveTo>
                  <a:lnTo>
                    <a:pt x="606390" y="392130"/>
                  </a:lnTo>
                  <a:lnTo>
                    <a:pt x="581498" y="433964"/>
                  </a:lnTo>
                  <a:close/>
                  <a:moveTo>
                    <a:pt x="1391021" y="1159092"/>
                  </a:moveTo>
                  <a:lnTo>
                    <a:pt x="1378918" y="1184364"/>
                  </a:lnTo>
                  <a:lnTo>
                    <a:pt x="1411748" y="1172208"/>
                  </a:lnTo>
                  <a:close/>
                  <a:moveTo>
                    <a:pt x="1223650" y="1127873"/>
                  </a:moveTo>
                  <a:lnTo>
                    <a:pt x="1230029" y="1131649"/>
                  </a:lnTo>
                  <a:lnTo>
                    <a:pt x="1243128" y="1116635"/>
                  </a:lnTo>
                  <a:close/>
                  <a:moveTo>
                    <a:pt x="1391021" y="1159092"/>
                  </a:moveTo>
                  <a:lnTo>
                    <a:pt x="1411748" y="1172208"/>
                  </a:lnTo>
                  <a:lnTo>
                    <a:pt x="1418196" y="1150998"/>
                  </a:lnTo>
                  <a:close/>
                  <a:moveTo>
                    <a:pt x="1418196" y="1150998"/>
                  </a:moveTo>
                  <a:lnTo>
                    <a:pt x="1411748" y="1172208"/>
                  </a:lnTo>
                  <a:lnTo>
                    <a:pt x="1440989" y="1159092"/>
                  </a:lnTo>
                  <a:close/>
                  <a:moveTo>
                    <a:pt x="1106798" y="730759"/>
                  </a:moveTo>
                  <a:lnTo>
                    <a:pt x="1133324" y="722705"/>
                  </a:lnTo>
                  <a:lnTo>
                    <a:pt x="1091232" y="712338"/>
                  </a:lnTo>
                  <a:close/>
                  <a:moveTo>
                    <a:pt x="928100" y="451766"/>
                  </a:moveTo>
                  <a:lnTo>
                    <a:pt x="875078" y="473028"/>
                  </a:lnTo>
                  <a:lnTo>
                    <a:pt x="852105" y="477213"/>
                  </a:lnTo>
                  <a:close/>
                  <a:moveTo>
                    <a:pt x="924806" y="470583"/>
                  </a:moveTo>
                  <a:lnTo>
                    <a:pt x="968122" y="473349"/>
                  </a:lnTo>
                  <a:lnTo>
                    <a:pt x="928100" y="451766"/>
                  </a:lnTo>
                  <a:close/>
                  <a:moveTo>
                    <a:pt x="790629" y="422040"/>
                  </a:moveTo>
                  <a:lnTo>
                    <a:pt x="759095" y="428613"/>
                  </a:lnTo>
                  <a:lnTo>
                    <a:pt x="775963" y="437579"/>
                  </a:lnTo>
                  <a:close/>
                  <a:moveTo>
                    <a:pt x="790629" y="422040"/>
                  </a:moveTo>
                  <a:lnTo>
                    <a:pt x="800575" y="432872"/>
                  </a:lnTo>
                  <a:lnTo>
                    <a:pt x="795352" y="413485"/>
                  </a:lnTo>
                  <a:close/>
                  <a:moveTo>
                    <a:pt x="800575" y="432872"/>
                  </a:moveTo>
                  <a:lnTo>
                    <a:pt x="852105" y="477213"/>
                  </a:lnTo>
                  <a:lnTo>
                    <a:pt x="875078" y="473028"/>
                  </a:lnTo>
                  <a:close/>
                  <a:moveTo>
                    <a:pt x="1429831" y="970019"/>
                  </a:moveTo>
                  <a:lnTo>
                    <a:pt x="1460037" y="1029478"/>
                  </a:lnTo>
                  <a:lnTo>
                    <a:pt x="1474032" y="960604"/>
                  </a:lnTo>
                  <a:close/>
                  <a:moveTo>
                    <a:pt x="1398482" y="980388"/>
                  </a:moveTo>
                  <a:lnTo>
                    <a:pt x="1460037" y="1029478"/>
                  </a:lnTo>
                  <a:lnTo>
                    <a:pt x="1429831" y="970019"/>
                  </a:lnTo>
                  <a:close/>
                  <a:moveTo>
                    <a:pt x="1400499" y="977156"/>
                  </a:moveTo>
                  <a:lnTo>
                    <a:pt x="1398482" y="980388"/>
                  </a:lnTo>
                  <a:lnTo>
                    <a:pt x="1429831" y="970019"/>
                  </a:lnTo>
                  <a:close/>
                  <a:moveTo>
                    <a:pt x="1396100" y="978804"/>
                  </a:moveTo>
                  <a:lnTo>
                    <a:pt x="1400499" y="977156"/>
                  </a:lnTo>
                  <a:lnTo>
                    <a:pt x="1353535" y="977355"/>
                  </a:lnTo>
                  <a:close/>
                  <a:moveTo>
                    <a:pt x="1225435" y="817305"/>
                  </a:moveTo>
                  <a:lnTo>
                    <a:pt x="1230198" y="825778"/>
                  </a:lnTo>
                  <a:lnTo>
                    <a:pt x="1238234" y="777700"/>
                  </a:lnTo>
                  <a:close/>
                  <a:moveTo>
                    <a:pt x="1238234" y="777700"/>
                  </a:moveTo>
                  <a:lnTo>
                    <a:pt x="1255103" y="800995"/>
                  </a:lnTo>
                  <a:lnTo>
                    <a:pt x="1286810" y="784641"/>
                  </a:lnTo>
                  <a:close/>
                  <a:moveTo>
                    <a:pt x="1090605" y="575094"/>
                  </a:moveTo>
                  <a:lnTo>
                    <a:pt x="1112379" y="557521"/>
                  </a:lnTo>
                  <a:lnTo>
                    <a:pt x="1139111" y="581772"/>
                  </a:lnTo>
                  <a:close/>
                  <a:moveTo>
                    <a:pt x="928100" y="451766"/>
                  </a:moveTo>
                  <a:lnTo>
                    <a:pt x="967237" y="423420"/>
                  </a:lnTo>
                  <a:lnTo>
                    <a:pt x="988668" y="389392"/>
                  </a:lnTo>
                  <a:close/>
                  <a:moveTo>
                    <a:pt x="1429831" y="970019"/>
                  </a:moveTo>
                  <a:lnTo>
                    <a:pt x="1353535" y="977355"/>
                  </a:lnTo>
                  <a:lnTo>
                    <a:pt x="1400499" y="977156"/>
                  </a:lnTo>
                  <a:close/>
                  <a:moveTo>
                    <a:pt x="1429831" y="970019"/>
                  </a:moveTo>
                  <a:lnTo>
                    <a:pt x="1383153" y="970176"/>
                  </a:lnTo>
                  <a:lnTo>
                    <a:pt x="1353535" y="977355"/>
                  </a:lnTo>
                  <a:close/>
                  <a:moveTo>
                    <a:pt x="1433942" y="949968"/>
                  </a:moveTo>
                  <a:lnTo>
                    <a:pt x="1383153" y="970176"/>
                  </a:lnTo>
                  <a:lnTo>
                    <a:pt x="1429831" y="970019"/>
                  </a:lnTo>
                  <a:close/>
                  <a:moveTo>
                    <a:pt x="1474829" y="954709"/>
                  </a:moveTo>
                  <a:lnTo>
                    <a:pt x="1429831" y="970019"/>
                  </a:lnTo>
                  <a:lnTo>
                    <a:pt x="1474032" y="960604"/>
                  </a:lnTo>
                  <a:close/>
                  <a:moveTo>
                    <a:pt x="1474829" y="954709"/>
                  </a:moveTo>
                  <a:lnTo>
                    <a:pt x="1433942" y="949968"/>
                  </a:lnTo>
                  <a:lnTo>
                    <a:pt x="1429831" y="970019"/>
                  </a:lnTo>
                  <a:close/>
                  <a:moveTo>
                    <a:pt x="1433942" y="949968"/>
                  </a:moveTo>
                  <a:lnTo>
                    <a:pt x="1474829" y="954709"/>
                  </a:lnTo>
                  <a:lnTo>
                    <a:pt x="1477413" y="889865"/>
                  </a:lnTo>
                  <a:close/>
                  <a:moveTo>
                    <a:pt x="1474829" y="954709"/>
                  </a:moveTo>
                  <a:lnTo>
                    <a:pt x="1474032" y="960604"/>
                  </a:lnTo>
                  <a:lnTo>
                    <a:pt x="1478038" y="956294"/>
                  </a:lnTo>
                  <a:close/>
                  <a:moveTo>
                    <a:pt x="1477413" y="889865"/>
                  </a:moveTo>
                  <a:lnTo>
                    <a:pt x="1474829" y="954709"/>
                  </a:lnTo>
                  <a:lnTo>
                    <a:pt x="1478038" y="956294"/>
                  </a:lnTo>
                  <a:close/>
                  <a:moveTo>
                    <a:pt x="1339850" y="737509"/>
                  </a:moveTo>
                  <a:lnTo>
                    <a:pt x="1305217" y="727682"/>
                  </a:lnTo>
                  <a:lnTo>
                    <a:pt x="1286810" y="784641"/>
                  </a:lnTo>
                  <a:close/>
                  <a:moveTo>
                    <a:pt x="1173700" y="507668"/>
                  </a:moveTo>
                  <a:lnTo>
                    <a:pt x="1220222" y="507829"/>
                  </a:lnTo>
                  <a:lnTo>
                    <a:pt x="1218227" y="446707"/>
                  </a:lnTo>
                  <a:close/>
                  <a:moveTo>
                    <a:pt x="1211260" y="541949"/>
                  </a:moveTo>
                  <a:lnTo>
                    <a:pt x="1254252" y="528014"/>
                  </a:lnTo>
                  <a:lnTo>
                    <a:pt x="1250060" y="495814"/>
                  </a:lnTo>
                  <a:close/>
                  <a:moveTo>
                    <a:pt x="1132056" y="138406"/>
                  </a:moveTo>
                  <a:lnTo>
                    <a:pt x="1142964" y="191479"/>
                  </a:lnTo>
                  <a:lnTo>
                    <a:pt x="1125340" y="162500"/>
                  </a:lnTo>
                  <a:close/>
                  <a:moveTo>
                    <a:pt x="1195358" y="26100"/>
                  </a:moveTo>
                  <a:lnTo>
                    <a:pt x="1164798" y="35333"/>
                  </a:lnTo>
                  <a:lnTo>
                    <a:pt x="1185468" y="40819"/>
                  </a:lnTo>
                  <a:close/>
                  <a:moveTo>
                    <a:pt x="1164798" y="35333"/>
                  </a:moveTo>
                  <a:lnTo>
                    <a:pt x="1195358" y="26100"/>
                  </a:lnTo>
                  <a:lnTo>
                    <a:pt x="1210632" y="0"/>
                  </a:lnTo>
                  <a:close/>
                  <a:moveTo>
                    <a:pt x="1134641" y="25460"/>
                  </a:moveTo>
                  <a:lnTo>
                    <a:pt x="1164798" y="35333"/>
                  </a:lnTo>
                  <a:lnTo>
                    <a:pt x="1210632" y="0"/>
                  </a:lnTo>
                  <a:close/>
                  <a:moveTo>
                    <a:pt x="1185468" y="40819"/>
                  </a:moveTo>
                  <a:lnTo>
                    <a:pt x="1239939" y="11239"/>
                  </a:lnTo>
                  <a:lnTo>
                    <a:pt x="1195358" y="26100"/>
                  </a:lnTo>
                  <a:close/>
                  <a:moveTo>
                    <a:pt x="1263786" y="24059"/>
                  </a:moveTo>
                  <a:lnTo>
                    <a:pt x="1239939" y="11239"/>
                  </a:lnTo>
                  <a:lnTo>
                    <a:pt x="1185468" y="40819"/>
                  </a:lnTo>
                  <a:close/>
                  <a:moveTo>
                    <a:pt x="1195358" y="26100"/>
                  </a:moveTo>
                  <a:lnTo>
                    <a:pt x="1239939" y="11239"/>
                  </a:lnTo>
                  <a:lnTo>
                    <a:pt x="1210632" y="0"/>
                  </a:lnTo>
                  <a:close/>
                  <a:moveTo>
                    <a:pt x="1428977" y="12861"/>
                  </a:moveTo>
                  <a:lnTo>
                    <a:pt x="1451688" y="57140"/>
                  </a:lnTo>
                  <a:lnTo>
                    <a:pt x="1464529" y="66124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83" name="Output_density__4282">
              <a:extLst>
                <a:ext uri="{FF2B5EF4-FFF2-40B4-BE49-F238E27FC236}">
                  <a16:creationId xmlns:a16="http://schemas.microsoft.com/office/drawing/2014/main" id="{2709EACB-6CEC-1B61-7839-82E60DF52B50}"/>
                </a:ext>
              </a:extLst>
            </p:cNvPr>
            <p:cNvSpPr>
              <a:spLocks noGrp="1"/>
            </p:cNvSpPr>
            <p:nvPr/>
          </p:nvSpPr>
          <p:spPr>
            <a:xfrm>
              <a:off x="15048540" y="2210993"/>
              <a:ext cx="1385794" cy="1615123"/>
            </a:xfrm>
            <a:custGeom>
              <a:avLst/>
              <a:gdLst/>
              <a:ahLst/>
              <a:cxnLst/>
              <a:rect l="0" t="0" r="0" b="0"/>
              <a:pathLst>
                <a:path w="1385794" h="1615123">
                  <a:moveTo>
                    <a:pt x="386314" y="1586805"/>
                  </a:moveTo>
                  <a:lnTo>
                    <a:pt x="422515" y="1615123"/>
                  </a:lnTo>
                  <a:lnTo>
                    <a:pt x="429107" y="1575288"/>
                  </a:lnTo>
                  <a:close/>
                  <a:moveTo>
                    <a:pt x="386314" y="1586805"/>
                  </a:moveTo>
                  <a:lnTo>
                    <a:pt x="429107" y="1575288"/>
                  </a:lnTo>
                  <a:lnTo>
                    <a:pt x="361466" y="1561548"/>
                  </a:lnTo>
                  <a:close/>
                  <a:moveTo>
                    <a:pt x="305816" y="1474071"/>
                  </a:moveTo>
                  <a:lnTo>
                    <a:pt x="330649" y="1459637"/>
                  </a:lnTo>
                  <a:lnTo>
                    <a:pt x="321250" y="1450964"/>
                  </a:lnTo>
                  <a:close/>
                  <a:moveTo>
                    <a:pt x="454912" y="1491567"/>
                  </a:moveTo>
                  <a:lnTo>
                    <a:pt x="427302" y="1435544"/>
                  </a:lnTo>
                  <a:lnTo>
                    <a:pt x="390736" y="1443015"/>
                  </a:lnTo>
                  <a:close/>
                  <a:moveTo>
                    <a:pt x="382678" y="1386823"/>
                  </a:moveTo>
                  <a:lnTo>
                    <a:pt x="382423" y="1370101"/>
                  </a:lnTo>
                  <a:lnTo>
                    <a:pt x="332914" y="1359673"/>
                  </a:lnTo>
                  <a:close/>
                  <a:moveTo>
                    <a:pt x="79197" y="971714"/>
                  </a:moveTo>
                  <a:lnTo>
                    <a:pt x="57058" y="987222"/>
                  </a:lnTo>
                  <a:lnTo>
                    <a:pt x="73619" y="984211"/>
                  </a:lnTo>
                  <a:close/>
                  <a:moveTo>
                    <a:pt x="0" y="944272"/>
                  </a:moveTo>
                  <a:lnTo>
                    <a:pt x="57058" y="987222"/>
                  </a:lnTo>
                  <a:lnTo>
                    <a:pt x="79197" y="971714"/>
                  </a:lnTo>
                  <a:close/>
                  <a:moveTo>
                    <a:pt x="73619" y="984211"/>
                  </a:moveTo>
                  <a:lnTo>
                    <a:pt x="49722" y="999573"/>
                  </a:lnTo>
                  <a:lnTo>
                    <a:pt x="79197" y="971714"/>
                  </a:lnTo>
                  <a:close/>
                  <a:moveTo>
                    <a:pt x="339936" y="1320847"/>
                  </a:moveTo>
                  <a:lnTo>
                    <a:pt x="396545" y="1288003"/>
                  </a:lnTo>
                  <a:lnTo>
                    <a:pt x="358720" y="1280815"/>
                  </a:lnTo>
                  <a:close/>
                  <a:moveTo>
                    <a:pt x="378542" y="1220693"/>
                  </a:moveTo>
                  <a:lnTo>
                    <a:pt x="361709" y="1205303"/>
                  </a:lnTo>
                  <a:lnTo>
                    <a:pt x="358720" y="1280815"/>
                  </a:lnTo>
                  <a:close/>
                  <a:moveTo>
                    <a:pt x="358720" y="1280815"/>
                  </a:moveTo>
                  <a:lnTo>
                    <a:pt x="409599" y="1256840"/>
                  </a:lnTo>
                  <a:lnTo>
                    <a:pt x="378542" y="1220693"/>
                  </a:lnTo>
                  <a:close/>
                  <a:moveTo>
                    <a:pt x="358720" y="1280815"/>
                  </a:moveTo>
                  <a:lnTo>
                    <a:pt x="396545" y="1288003"/>
                  </a:lnTo>
                  <a:lnTo>
                    <a:pt x="409599" y="1256840"/>
                  </a:lnTo>
                  <a:close/>
                  <a:moveTo>
                    <a:pt x="361709" y="1205303"/>
                  </a:moveTo>
                  <a:lnTo>
                    <a:pt x="335042" y="1153766"/>
                  </a:lnTo>
                  <a:lnTo>
                    <a:pt x="320880" y="1210853"/>
                  </a:lnTo>
                  <a:close/>
                  <a:moveTo>
                    <a:pt x="74976" y="857622"/>
                  </a:moveTo>
                  <a:lnTo>
                    <a:pt x="1309" y="818563"/>
                  </a:lnTo>
                  <a:lnTo>
                    <a:pt x="34065" y="868641"/>
                  </a:lnTo>
                  <a:close/>
                  <a:moveTo>
                    <a:pt x="361709" y="1205303"/>
                  </a:moveTo>
                  <a:lnTo>
                    <a:pt x="368832" y="1129673"/>
                  </a:lnTo>
                  <a:lnTo>
                    <a:pt x="335042" y="1153766"/>
                  </a:lnTo>
                  <a:close/>
                  <a:moveTo>
                    <a:pt x="368832" y="1129673"/>
                  </a:moveTo>
                  <a:lnTo>
                    <a:pt x="336511" y="1102230"/>
                  </a:lnTo>
                  <a:lnTo>
                    <a:pt x="335042" y="1153766"/>
                  </a:lnTo>
                  <a:close/>
                  <a:moveTo>
                    <a:pt x="110863" y="828446"/>
                  </a:moveTo>
                  <a:lnTo>
                    <a:pt x="116588" y="805098"/>
                  </a:lnTo>
                  <a:lnTo>
                    <a:pt x="119055" y="844547"/>
                  </a:lnTo>
                  <a:close/>
                  <a:moveTo>
                    <a:pt x="145909" y="874944"/>
                  </a:moveTo>
                  <a:lnTo>
                    <a:pt x="191696" y="871459"/>
                  </a:lnTo>
                  <a:lnTo>
                    <a:pt x="168946" y="881951"/>
                  </a:lnTo>
                  <a:close/>
                  <a:moveTo>
                    <a:pt x="478534" y="1008402"/>
                  </a:moveTo>
                  <a:lnTo>
                    <a:pt x="435360" y="1005519"/>
                  </a:lnTo>
                  <a:lnTo>
                    <a:pt x="489478" y="1016309"/>
                  </a:lnTo>
                  <a:close/>
                  <a:moveTo>
                    <a:pt x="112197" y="717380"/>
                  </a:moveTo>
                  <a:lnTo>
                    <a:pt x="177664" y="749378"/>
                  </a:lnTo>
                  <a:lnTo>
                    <a:pt x="167005" y="695301"/>
                  </a:lnTo>
                  <a:close/>
                  <a:moveTo>
                    <a:pt x="112197" y="717380"/>
                  </a:moveTo>
                  <a:lnTo>
                    <a:pt x="142200" y="768917"/>
                  </a:lnTo>
                  <a:lnTo>
                    <a:pt x="177664" y="749378"/>
                  </a:lnTo>
                  <a:close/>
                  <a:moveTo>
                    <a:pt x="217131" y="755274"/>
                  </a:moveTo>
                  <a:lnTo>
                    <a:pt x="202635" y="693286"/>
                  </a:lnTo>
                  <a:lnTo>
                    <a:pt x="167005" y="695301"/>
                  </a:lnTo>
                  <a:close/>
                  <a:moveTo>
                    <a:pt x="167005" y="695301"/>
                  </a:moveTo>
                  <a:lnTo>
                    <a:pt x="202635" y="693286"/>
                  </a:lnTo>
                  <a:lnTo>
                    <a:pt x="167858" y="687210"/>
                  </a:lnTo>
                  <a:close/>
                  <a:moveTo>
                    <a:pt x="625960" y="1089997"/>
                  </a:moveTo>
                  <a:lnTo>
                    <a:pt x="596462" y="1029948"/>
                  </a:lnTo>
                  <a:lnTo>
                    <a:pt x="566627" y="1037508"/>
                  </a:lnTo>
                  <a:close/>
                  <a:moveTo>
                    <a:pt x="528876" y="1028712"/>
                  </a:moveTo>
                  <a:lnTo>
                    <a:pt x="489478" y="1016309"/>
                  </a:lnTo>
                  <a:lnTo>
                    <a:pt x="442281" y="1014526"/>
                  </a:lnTo>
                  <a:close/>
                  <a:moveTo>
                    <a:pt x="528876" y="1028712"/>
                  </a:moveTo>
                  <a:lnTo>
                    <a:pt x="442281" y="1014526"/>
                  </a:lnTo>
                  <a:lnTo>
                    <a:pt x="475612" y="1004243"/>
                  </a:lnTo>
                  <a:close/>
                  <a:moveTo>
                    <a:pt x="528876" y="1028712"/>
                  </a:moveTo>
                  <a:lnTo>
                    <a:pt x="531547" y="1029948"/>
                  </a:lnTo>
                  <a:lnTo>
                    <a:pt x="537892" y="1022644"/>
                  </a:lnTo>
                  <a:close/>
                  <a:moveTo>
                    <a:pt x="489478" y="1016309"/>
                  </a:moveTo>
                  <a:lnTo>
                    <a:pt x="528876" y="1028712"/>
                  </a:lnTo>
                  <a:lnTo>
                    <a:pt x="537892" y="1022644"/>
                  </a:lnTo>
                  <a:close/>
                  <a:moveTo>
                    <a:pt x="588520" y="1077034"/>
                  </a:moveTo>
                  <a:lnTo>
                    <a:pt x="566627" y="1037508"/>
                  </a:lnTo>
                  <a:lnTo>
                    <a:pt x="531547" y="1029948"/>
                  </a:lnTo>
                  <a:close/>
                  <a:moveTo>
                    <a:pt x="202635" y="693286"/>
                  </a:moveTo>
                  <a:lnTo>
                    <a:pt x="216849" y="695703"/>
                  </a:lnTo>
                  <a:lnTo>
                    <a:pt x="175678" y="688249"/>
                  </a:lnTo>
                  <a:close/>
                  <a:moveTo>
                    <a:pt x="167858" y="687210"/>
                  </a:moveTo>
                  <a:lnTo>
                    <a:pt x="202635" y="693286"/>
                  </a:lnTo>
                  <a:lnTo>
                    <a:pt x="175678" y="688249"/>
                  </a:lnTo>
                  <a:close/>
                  <a:moveTo>
                    <a:pt x="208775" y="530616"/>
                  </a:moveTo>
                  <a:lnTo>
                    <a:pt x="131538" y="551415"/>
                  </a:lnTo>
                  <a:lnTo>
                    <a:pt x="164101" y="538264"/>
                  </a:lnTo>
                  <a:close/>
                  <a:moveTo>
                    <a:pt x="731015" y="1168057"/>
                  </a:moveTo>
                  <a:lnTo>
                    <a:pt x="746793" y="1144762"/>
                  </a:lnTo>
                  <a:lnTo>
                    <a:pt x="705375" y="1164584"/>
                  </a:lnTo>
                  <a:close/>
                  <a:moveTo>
                    <a:pt x="731015" y="1168057"/>
                  </a:moveTo>
                  <a:lnTo>
                    <a:pt x="776303" y="1169220"/>
                  </a:lnTo>
                  <a:lnTo>
                    <a:pt x="746793" y="1144762"/>
                  </a:lnTo>
                  <a:close/>
                  <a:moveTo>
                    <a:pt x="501207" y="799708"/>
                  </a:moveTo>
                  <a:lnTo>
                    <a:pt x="440833" y="812840"/>
                  </a:lnTo>
                  <a:lnTo>
                    <a:pt x="436170" y="856777"/>
                  </a:lnTo>
                  <a:close/>
                  <a:moveTo>
                    <a:pt x="501207" y="799708"/>
                  </a:moveTo>
                  <a:lnTo>
                    <a:pt x="501752" y="792401"/>
                  </a:lnTo>
                  <a:lnTo>
                    <a:pt x="487019" y="750531"/>
                  </a:lnTo>
                  <a:close/>
                  <a:moveTo>
                    <a:pt x="440833" y="812840"/>
                  </a:moveTo>
                  <a:lnTo>
                    <a:pt x="501207" y="799708"/>
                  </a:lnTo>
                  <a:lnTo>
                    <a:pt x="487019" y="750531"/>
                  </a:lnTo>
                  <a:close/>
                  <a:moveTo>
                    <a:pt x="501752" y="792401"/>
                  </a:moveTo>
                  <a:lnTo>
                    <a:pt x="505901" y="799708"/>
                  </a:lnTo>
                  <a:lnTo>
                    <a:pt x="487019" y="750531"/>
                  </a:lnTo>
                  <a:close/>
                  <a:moveTo>
                    <a:pt x="208775" y="530616"/>
                  </a:moveTo>
                  <a:lnTo>
                    <a:pt x="164101" y="538264"/>
                  </a:lnTo>
                  <a:lnTo>
                    <a:pt x="246244" y="535804"/>
                  </a:lnTo>
                  <a:close/>
                  <a:moveTo>
                    <a:pt x="258044" y="540148"/>
                  </a:moveTo>
                  <a:lnTo>
                    <a:pt x="261166" y="542025"/>
                  </a:lnTo>
                  <a:lnTo>
                    <a:pt x="282764" y="551669"/>
                  </a:lnTo>
                  <a:close/>
                  <a:moveTo>
                    <a:pt x="298322" y="555842"/>
                  </a:moveTo>
                  <a:lnTo>
                    <a:pt x="282764" y="551669"/>
                  </a:lnTo>
                  <a:lnTo>
                    <a:pt x="261166" y="542025"/>
                  </a:lnTo>
                  <a:close/>
                  <a:moveTo>
                    <a:pt x="1177264" y="1510340"/>
                  </a:moveTo>
                  <a:lnTo>
                    <a:pt x="1140481" y="1502262"/>
                  </a:lnTo>
                  <a:lnTo>
                    <a:pt x="1122012" y="1539359"/>
                  </a:lnTo>
                  <a:close/>
                  <a:moveTo>
                    <a:pt x="457644" y="673688"/>
                  </a:moveTo>
                  <a:lnTo>
                    <a:pt x="514351" y="704609"/>
                  </a:lnTo>
                  <a:lnTo>
                    <a:pt x="461423" y="672541"/>
                  </a:lnTo>
                  <a:close/>
                  <a:moveTo>
                    <a:pt x="369514" y="647340"/>
                  </a:moveTo>
                  <a:lnTo>
                    <a:pt x="401022" y="630244"/>
                  </a:lnTo>
                  <a:lnTo>
                    <a:pt x="457644" y="673688"/>
                  </a:lnTo>
                  <a:close/>
                  <a:moveTo>
                    <a:pt x="372729" y="645098"/>
                  </a:moveTo>
                  <a:lnTo>
                    <a:pt x="369514" y="647340"/>
                  </a:lnTo>
                  <a:lnTo>
                    <a:pt x="457644" y="673688"/>
                  </a:lnTo>
                  <a:close/>
                  <a:moveTo>
                    <a:pt x="388738" y="621004"/>
                  </a:moveTo>
                  <a:lnTo>
                    <a:pt x="367711" y="640597"/>
                  </a:lnTo>
                  <a:lnTo>
                    <a:pt x="330471" y="575627"/>
                  </a:lnTo>
                  <a:close/>
                  <a:moveTo>
                    <a:pt x="398652" y="569468"/>
                  </a:moveTo>
                  <a:lnTo>
                    <a:pt x="367711" y="640597"/>
                  </a:lnTo>
                  <a:lnTo>
                    <a:pt x="372729" y="645098"/>
                  </a:lnTo>
                  <a:close/>
                  <a:moveTo>
                    <a:pt x="923863" y="1136370"/>
                  </a:moveTo>
                  <a:lnTo>
                    <a:pt x="949271" y="1187907"/>
                  </a:lnTo>
                  <a:lnTo>
                    <a:pt x="924125" y="1125008"/>
                  </a:lnTo>
                  <a:close/>
                  <a:moveTo>
                    <a:pt x="977697" y="1079343"/>
                  </a:moveTo>
                  <a:lnTo>
                    <a:pt x="924125" y="1125008"/>
                  </a:lnTo>
                  <a:lnTo>
                    <a:pt x="933501" y="1088779"/>
                  </a:lnTo>
                  <a:close/>
                  <a:moveTo>
                    <a:pt x="507877" y="545502"/>
                  </a:moveTo>
                  <a:lnTo>
                    <a:pt x="468735" y="569468"/>
                  </a:lnTo>
                  <a:lnTo>
                    <a:pt x="461966" y="607431"/>
                  </a:lnTo>
                  <a:close/>
                  <a:moveTo>
                    <a:pt x="461966" y="607431"/>
                  </a:moveTo>
                  <a:lnTo>
                    <a:pt x="468735" y="569468"/>
                  </a:lnTo>
                  <a:lnTo>
                    <a:pt x="447738" y="556256"/>
                  </a:lnTo>
                  <a:close/>
                  <a:moveTo>
                    <a:pt x="447738" y="556256"/>
                  </a:moveTo>
                  <a:lnTo>
                    <a:pt x="468735" y="569468"/>
                  </a:lnTo>
                  <a:lnTo>
                    <a:pt x="438949" y="500658"/>
                  </a:lnTo>
                  <a:close/>
                  <a:moveTo>
                    <a:pt x="438949" y="500658"/>
                  </a:moveTo>
                  <a:lnTo>
                    <a:pt x="507772" y="545107"/>
                  </a:lnTo>
                  <a:lnTo>
                    <a:pt x="457585" y="493837"/>
                  </a:lnTo>
                  <a:close/>
                  <a:moveTo>
                    <a:pt x="438949" y="500658"/>
                  </a:moveTo>
                  <a:lnTo>
                    <a:pt x="457585" y="493837"/>
                  </a:lnTo>
                  <a:lnTo>
                    <a:pt x="445476" y="486872"/>
                  </a:lnTo>
                  <a:close/>
                  <a:moveTo>
                    <a:pt x="935262" y="1163813"/>
                  </a:moveTo>
                  <a:lnTo>
                    <a:pt x="928849" y="1112276"/>
                  </a:lnTo>
                  <a:lnTo>
                    <a:pt x="924125" y="1125008"/>
                  </a:lnTo>
                  <a:close/>
                  <a:moveTo>
                    <a:pt x="1250278" y="1300734"/>
                  </a:moveTo>
                  <a:lnTo>
                    <a:pt x="1199803" y="1303787"/>
                  </a:lnTo>
                  <a:lnTo>
                    <a:pt x="1255172" y="1359498"/>
                  </a:lnTo>
                  <a:close/>
                  <a:moveTo>
                    <a:pt x="962754" y="1063253"/>
                  </a:moveTo>
                  <a:lnTo>
                    <a:pt x="995066" y="1088182"/>
                  </a:lnTo>
                  <a:lnTo>
                    <a:pt x="977697" y="1079343"/>
                  </a:lnTo>
                  <a:close/>
                  <a:moveTo>
                    <a:pt x="933501" y="1088779"/>
                  </a:moveTo>
                  <a:lnTo>
                    <a:pt x="962754" y="1063253"/>
                  </a:lnTo>
                  <a:lnTo>
                    <a:pt x="977697" y="1079343"/>
                  </a:lnTo>
                  <a:close/>
                  <a:moveTo>
                    <a:pt x="769170" y="823725"/>
                  </a:moveTo>
                  <a:lnTo>
                    <a:pt x="759827" y="830918"/>
                  </a:lnTo>
                  <a:lnTo>
                    <a:pt x="791952" y="778963"/>
                  </a:lnTo>
                  <a:close/>
                  <a:moveTo>
                    <a:pt x="572031" y="521280"/>
                  </a:moveTo>
                  <a:lnTo>
                    <a:pt x="575240" y="528564"/>
                  </a:lnTo>
                  <a:lnTo>
                    <a:pt x="547380" y="558296"/>
                  </a:lnTo>
                  <a:close/>
                  <a:moveTo>
                    <a:pt x="485945" y="469743"/>
                  </a:moveTo>
                  <a:lnTo>
                    <a:pt x="507772" y="545107"/>
                  </a:lnTo>
                  <a:lnTo>
                    <a:pt x="532663" y="503273"/>
                  </a:lnTo>
                  <a:close/>
                  <a:moveTo>
                    <a:pt x="485945" y="469743"/>
                  </a:moveTo>
                  <a:lnTo>
                    <a:pt x="457585" y="493837"/>
                  </a:lnTo>
                  <a:lnTo>
                    <a:pt x="507772" y="545107"/>
                  </a:lnTo>
                  <a:close/>
                  <a:moveTo>
                    <a:pt x="457585" y="493837"/>
                  </a:moveTo>
                  <a:lnTo>
                    <a:pt x="485945" y="469743"/>
                  </a:lnTo>
                  <a:lnTo>
                    <a:pt x="445476" y="486872"/>
                  </a:lnTo>
                  <a:close/>
                  <a:moveTo>
                    <a:pt x="922077" y="985109"/>
                  </a:moveTo>
                  <a:lnTo>
                    <a:pt x="917977" y="1004521"/>
                  </a:lnTo>
                  <a:lnTo>
                    <a:pt x="952785" y="1025981"/>
                  </a:lnTo>
                  <a:close/>
                  <a:moveTo>
                    <a:pt x="727970" y="675889"/>
                  </a:moveTo>
                  <a:lnTo>
                    <a:pt x="807460" y="704690"/>
                  </a:lnTo>
                  <a:lnTo>
                    <a:pt x="784809" y="660363"/>
                  </a:lnTo>
                  <a:close/>
                  <a:moveTo>
                    <a:pt x="784809" y="660363"/>
                  </a:moveTo>
                  <a:lnTo>
                    <a:pt x="716696" y="667312"/>
                  </a:lnTo>
                  <a:lnTo>
                    <a:pt x="727970" y="675889"/>
                  </a:lnTo>
                  <a:close/>
                  <a:moveTo>
                    <a:pt x="731200" y="603221"/>
                  </a:moveTo>
                  <a:lnTo>
                    <a:pt x="716696" y="667312"/>
                  </a:lnTo>
                  <a:lnTo>
                    <a:pt x="784809" y="660363"/>
                  </a:lnTo>
                  <a:close/>
                  <a:moveTo>
                    <a:pt x="780021" y="601512"/>
                  </a:moveTo>
                  <a:lnTo>
                    <a:pt x="731200" y="603221"/>
                  </a:lnTo>
                  <a:lnTo>
                    <a:pt x="784809" y="660363"/>
                  </a:lnTo>
                  <a:close/>
                  <a:moveTo>
                    <a:pt x="731200" y="603221"/>
                  </a:moveTo>
                  <a:lnTo>
                    <a:pt x="778378" y="588356"/>
                  </a:lnTo>
                  <a:lnTo>
                    <a:pt x="696568" y="572816"/>
                  </a:lnTo>
                  <a:close/>
                  <a:moveTo>
                    <a:pt x="572031" y="521280"/>
                  </a:moveTo>
                  <a:lnTo>
                    <a:pt x="601120" y="507523"/>
                  </a:lnTo>
                  <a:lnTo>
                    <a:pt x="532663" y="503273"/>
                  </a:lnTo>
                  <a:close/>
                  <a:moveTo>
                    <a:pt x="1291991" y="1204079"/>
                  </a:moveTo>
                  <a:lnTo>
                    <a:pt x="1343651" y="1200062"/>
                  </a:lnTo>
                  <a:lnTo>
                    <a:pt x="1332459" y="1146419"/>
                  </a:lnTo>
                  <a:close/>
                  <a:moveTo>
                    <a:pt x="1291991" y="1204079"/>
                  </a:moveTo>
                  <a:lnTo>
                    <a:pt x="1332459" y="1146419"/>
                  </a:lnTo>
                  <a:lnTo>
                    <a:pt x="1287272" y="1145173"/>
                  </a:lnTo>
                  <a:close/>
                  <a:moveTo>
                    <a:pt x="1380068" y="1208438"/>
                  </a:moveTo>
                  <a:lnTo>
                    <a:pt x="1332459" y="1146419"/>
                  </a:lnTo>
                  <a:lnTo>
                    <a:pt x="1343651" y="1200062"/>
                  </a:lnTo>
                  <a:close/>
                  <a:moveTo>
                    <a:pt x="1236716" y="1148292"/>
                  </a:moveTo>
                  <a:lnTo>
                    <a:pt x="1287272" y="1145173"/>
                  </a:lnTo>
                  <a:lnTo>
                    <a:pt x="1223783" y="1096063"/>
                  </a:lnTo>
                  <a:close/>
                  <a:moveTo>
                    <a:pt x="1287272" y="1145173"/>
                  </a:moveTo>
                  <a:lnTo>
                    <a:pt x="1332459" y="1146419"/>
                  </a:lnTo>
                  <a:lnTo>
                    <a:pt x="1297088" y="1130310"/>
                  </a:lnTo>
                  <a:close/>
                  <a:moveTo>
                    <a:pt x="1030977" y="873849"/>
                  </a:moveTo>
                  <a:lnTo>
                    <a:pt x="1039356" y="865402"/>
                  </a:lnTo>
                  <a:lnTo>
                    <a:pt x="998725" y="888166"/>
                  </a:lnTo>
                  <a:close/>
                  <a:moveTo>
                    <a:pt x="1061935" y="837964"/>
                  </a:moveTo>
                  <a:lnTo>
                    <a:pt x="1059597" y="833848"/>
                  </a:lnTo>
                  <a:lnTo>
                    <a:pt x="1033071" y="841902"/>
                  </a:lnTo>
                  <a:close/>
                  <a:moveTo>
                    <a:pt x="851079" y="581726"/>
                  </a:moveTo>
                  <a:lnTo>
                    <a:pt x="785845" y="600259"/>
                  </a:lnTo>
                  <a:lnTo>
                    <a:pt x="836830" y="632218"/>
                  </a:lnTo>
                  <a:close/>
                  <a:moveTo>
                    <a:pt x="778378" y="588356"/>
                  </a:moveTo>
                  <a:lnTo>
                    <a:pt x="785845" y="600259"/>
                  </a:lnTo>
                  <a:lnTo>
                    <a:pt x="854373" y="562909"/>
                  </a:lnTo>
                  <a:close/>
                  <a:moveTo>
                    <a:pt x="703780" y="473092"/>
                  </a:moveTo>
                  <a:lnTo>
                    <a:pt x="671082" y="488627"/>
                  </a:lnTo>
                  <a:lnTo>
                    <a:pt x="716902" y="533183"/>
                  </a:lnTo>
                  <a:close/>
                  <a:moveTo>
                    <a:pt x="1069556" y="831769"/>
                  </a:moveTo>
                  <a:lnTo>
                    <a:pt x="1017505" y="823481"/>
                  </a:lnTo>
                  <a:lnTo>
                    <a:pt x="1059597" y="833848"/>
                  </a:lnTo>
                  <a:close/>
                  <a:moveTo>
                    <a:pt x="1027681" y="765087"/>
                  </a:moveTo>
                  <a:lnTo>
                    <a:pt x="1017505" y="823481"/>
                  </a:lnTo>
                  <a:lnTo>
                    <a:pt x="1069556" y="831769"/>
                  </a:lnTo>
                  <a:close/>
                  <a:moveTo>
                    <a:pt x="1071828" y="767178"/>
                  </a:moveTo>
                  <a:lnTo>
                    <a:pt x="1027681" y="765087"/>
                  </a:lnTo>
                  <a:lnTo>
                    <a:pt x="1069556" y="831769"/>
                  </a:lnTo>
                  <a:close/>
                  <a:moveTo>
                    <a:pt x="1103881" y="797073"/>
                  </a:moveTo>
                  <a:lnTo>
                    <a:pt x="1141523" y="811242"/>
                  </a:lnTo>
                  <a:lnTo>
                    <a:pt x="1185348" y="792086"/>
                  </a:lnTo>
                  <a:close/>
                  <a:moveTo>
                    <a:pt x="1027681" y="765087"/>
                  </a:moveTo>
                  <a:lnTo>
                    <a:pt x="1071828" y="767178"/>
                  </a:lnTo>
                  <a:lnTo>
                    <a:pt x="1065714" y="709406"/>
                  </a:lnTo>
                  <a:close/>
                  <a:moveTo>
                    <a:pt x="934909" y="576165"/>
                  </a:moveTo>
                  <a:lnTo>
                    <a:pt x="924410" y="560090"/>
                  </a:lnTo>
                  <a:lnTo>
                    <a:pt x="924217" y="514466"/>
                  </a:lnTo>
                  <a:close/>
                  <a:moveTo>
                    <a:pt x="737048" y="338705"/>
                  </a:moveTo>
                  <a:lnTo>
                    <a:pt x="751298" y="345925"/>
                  </a:lnTo>
                  <a:lnTo>
                    <a:pt x="699768" y="315060"/>
                  </a:lnTo>
                  <a:close/>
                  <a:moveTo>
                    <a:pt x="699768" y="315060"/>
                  </a:moveTo>
                  <a:lnTo>
                    <a:pt x="751298" y="345925"/>
                  </a:lnTo>
                  <a:lnTo>
                    <a:pt x="773873" y="355539"/>
                  </a:lnTo>
                  <a:close/>
                  <a:moveTo>
                    <a:pt x="1363029" y="996080"/>
                  </a:moveTo>
                  <a:lnTo>
                    <a:pt x="1385794" y="952812"/>
                  </a:lnTo>
                  <a:lnTo>
                    <a:pt x="1342238" y="950240"/>
                  </a:lnTo>
                  <a:close/>
                  <a:moveTo>
                    <a:pt x="1300736" y="945998"/>
                  </a:moveTo>
                  <a:lnTo>
                    <a:pt x="1363029" y="996080"/>
                  </a:lnTo>
                  <a:lnTo>
                    <a:pt x="1342238" y="950240"/>
                  </a:lnTo>
                  <a:close/>
                  <a:moveTo>
                    <a:pt x="1300736" y="945998"/>
                  </a:moveTo>
                  <a:lnTo>
                    <a:pt x="1342238" y="950240"/>
                  </a:lnTo>
                  <a:lnTo>
                    <a:pt x="1319105" y="942825"/>
                  </a:lnTo>
                  <a:close/>
                  <a:moveTo>
                    <a:pt x="1231491" y="838825"/>
                  </a:moveTo>
                  <a:lnTo>
                    <a:pt x="1164507" y="888843"/>
                  </a:lnTo>
                  <a:lnTo>
                    <a:pt x="1213083" y="895784"/>
                  </a:lnTo>
                  <a:close/>
                  <a:moveTo>
                    <a:pt x="751298" y="345925"/>
                  </a:moveTo>
                  <a:lnTo>
                    <a:pt x="746953" y="339442"/>
                  </a:lnTo>
                  <a:lnTo>
                    <a:pt x="789160" y="358866"/>
                  </a:lnTo>
                  <a:close/>
                  <a:moveTo>
                    <a:pt x="1176333" y="606957"/>
                  </a:moveTo>
                  <a:lnTo>
                    <a:pt x="1157420" y="555420"/>
                  </a:lnTo>
                  <a:lnTo>
                    <a:pt x="1146496" y="618972"/>
                  </a:lnTo>
                  <a:close/>
                  <a:moveTo>
                    <a:pt x="1157420" y="555420"/>
                  </a:moveTo>
                  <a:lnTo>
                    <a:pt x="1144500" y="557850"/>
                  </a:lnTo>
                  <a:lnTo>
                    <a:pt x="1146496" y="618972"/>
                  </a:lnTo>
                  <a:close/>
                  <a:moveTo>
                    <a:pt x="1002939" y="471487"/>
                  </a:moveTo>
                  <a:lnTo>
                    <a:pt x="1043456" y="503883"/>
                  </a:lnTo>
                  <a:lnTo>
                    <a:pt x="1078919" y="510442"/>
                  </a:lnTo>
                  <a:close/>
                  <a:moveTo>
                    <a:pt x="1002939" y="471487"/>
                  </a:moveTo>
                  <a:lnTo>
                    <a:pt x="1078919" y="510442"/>
                  </a:lnTo>
                  <a:lnTo>
                    <a:pt x="1056907" y="465594"/>
                  </a:lnTo>
                  <a:close/>
                  <a:moveTo>
                    <a:pt x="922202" y="248172"/>
                  </a:moveTo>
                  <a:lnTo>
                    <a:pt x="923180" y="240792"/>
                  </a:lnTo>
                  <a:lnTo>
                    <a:pt x="923958" y="270294"/>
                  </a:lnTo>
                  <a:close/>
                  <a:moveTo>
                    <a:pt x="1176333" y="606957"/>
                  </a:moveTo>
                  <a:lnTo>
                    <a:pt x="1173119" y="597327"/>
                  </a:lnTo>
                  <a:lnTo>
                    <a:pt x="1157420" y="555420"/>
                  </a:lnTo>
                  <a:close/>
                  <a:moveTo>
                    <a:pt x="983450" y="173617"/>
                  </a:moveTo>
                  <a:lnTo>
                    <a:pt x="987701" y="172448"/>
                  </a:lnTo>
                  <a:lnTo>
                    <a:pt x="1022920" y="222107"/>
                  </a:lnTo>
                  <a:close/>
                  <a:moveTo>
                    <a:pt x="1268564" y="479789"/>
                  </a:moveTo>
                  <a:lnTo>
                    <a:pt x="1309095" y="531326"/>
                  </a:lnTo>
                  <a:lnTo>
                    <a:pt x="1344168" y="507232"/>
                  </a:lnTo>
                  <a:close/>
                  <a:moveTo>
                    <a:pt x="1314025" y="455696"/>
                  </a:moveTo>
                  <a:lnTo>
                    <a:pt x="1344168" y="507232"/>
                  </a:lnTo>
                  <a:lnTo>
                    <a:pt x="1341434" y="483138"/>
                  </a:lnTo>
                  <a:close/>
                  <a:moveTo>
                    <a:pt x="1310538" y="404159"/>
                  </a:moveTo>
                  <a:lnTo>
                    <a:pt x="1344138" y="431602"/>
                  </a:lnTo>
                  <a:lnTo>
                    <a:pt x="1342282" y="380065"/>
                  </a:lnTo>
                  <a:close/>
                  <a:moveTo>
                    <a:pt x="1231373" y="173919"/>
                  </a:moveTo>
                  <a:lnTo>
                    <a:pt x="1210357" y="211092"/>
                  </a:lnTo>
                  <a:lnTo>
                    <a:pt x="1216157" y="161120"/>
                  </a:lnTo>
                  <a:close/>
                  <a:moveTo>
                    <a:pt x="1192901" y="10930"/>
                  </a:moveTo>
                  <a:lnTo>
                    <a:pt x="1236683" y="46751"/>
                  </a:lnTo>
                  <a:lnTo>
                    <a:pt x="1182813" y="0"/>
                  </a:lnTo>
                  <a:close/>
                  <a:moveTo>
                    <a:pt x="1276029" y="74194"/>
                  </a:moveTo>
                  <a:lnTo>
                    <a:pt x="1283377" y="81710"/>
                  </a:lnTo>
                  <a:lnTo>
                    <a:pt x="1215231" y="36387"/>
                  </a:lnTo>
                  <a:close/>
                  <a:moveTo>
                    <a:pt x="1215231" y="36387"/>
                  </a:moveTo>
                  <a:lnTo>
                    <a:pt x="1283377" y="81710"/>
                  </a:lnTo>
                  <a:lnTo>
                    <a:pt x="1236683" y="46751"/>
                  </a:lnTo>
                  <a:close/>
                  <a:moveTo>
                    <a:pt x="1236683" y="46751"/>
                  </a:moveTo>
                  <a:lnTo>
                    <a:pt x="1283377" y="81710"/>
                  </a:lnTo>
                  <a:lnTo>
                    <a:pt x="1256478" y="73955"/>
                  </a:lnTo>
                  <a:close/>
                  <a:moveTo>
                    <a:pt x="1215231" y="36387"/>
                  </a:moveTo>
                  <a:lnTo>
                    <a:pt x="1236683" y="46751"/>
                  </a:lnTo>
                  <a:lnTo>
                    <a:pt x="1192901" y="1093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84" name="Output_density__4283">
              <a:extLst>
                <a:ext uri="{FF2B5EF4-FFF2-40B4-BE49-F238E27FC236}">
                  <a16:creationId xmlns:a16="http://schemas.microsoft.com/office/drawing/2014/main" id="{61670227-05D9-FE3D-856A-73672EDA4A1E}"/>
                </a:ext>
              </a:extLst>
            </p:cNvPr>
            <p:cNvSpPr>
              <a:spLocks noGrp="1"/>
            </p:cNvSpPr>
            <p:nvPr/>
          </p:nvSpPr>
          <p:spPr>
            <a:xfrm>
              <a:off x="15022579" y="2322136"/>
              <a:ext cx="1496641" cy="1393839"/>
            </a:xfrm>
            <a:custGeom>
              <a:avLst/>
              <a:gdLst/>
              <a:ahLst/>
              <a:cxnLst/>
              <a:rect l="0" t="0" r="0" b="0"/>
              <a:pathLst>
                <a:path w="1496641" h="1393839">
                  <a:moveTo>
                    <a:pt x="480872" y="1380424"/>
                  </a:moveTo>
                  <a:lnTo>
                    <a:pt x="511090" y="1393839"/>
                  </a:lnTo>
                  <a:lnTo>
                    <a:pt x="482607" y="1361792"/>
                  </a:lnTo>
                  <a:close/>
                  <a:moveTo>
                    <a:pt x="482607" y="1361792"/>
                  </a:moveTo>
                  <a:lnTo>
                    <a:pt x="523330" y="1339371"/>
                  </a:lnTo>
                  <a:lnTo>
                    <a:pt x="491252" y="1371984"/>
                  </a:lnTo>
                  <a:close/>
                  <a:moveTo>
                    <a:pt x="0" y="757498"/>
                  </a:moveTo>
                  <a:lnTo>
                    <a:pt x="27783" y="705226"/>
                  </a:lnTo>
                  <a:lnTo>
                    <a:pt x="36795" y="681867"/>
                  </a:lnTo>
                  <a:close/>
                  <a:moveTo>
                    <a:pt x="54792" y="630331"/>
                  </a:moveTo>
                  <a:lnTo>
                    <a:pt x="84399" y="571695"/>
                  </a:lnTo>
                  <a:lnTo>
                    <a:pt x="89333" y="554700"/>
                  </a:lnTo>
                  <a:close/>
                  <a:moveTo>
                    <a:pt x="372275" y="759034"/>
                  </a:moveTo>
                  <a:lnTo>
                    <a:pt x="387071" y="788289"/>
                  </a:lnTo>
                  <a:lnTo>
                    <a:pt x="388514" y="779974"/>
                  </a:lnTo>
                  <a:close/>
                  <a:moveTo>
                    <a:pt x="372275" y="759034"/>
                  </a:moveTo>
                  <a:lnTo>
                    <a:pt x="388514" y="779974"/>
                  </a:lnTo>
                  <a:lnTo>
                    <a:pt x="414289" y="741440"/>
                  </a:lnTo>
                  <a:close/>
                  <a:moveTo>
                    <a:pt x="660875" y="595116"/>
                  </a:moveTo>
                  <a:lnTo>
                    <a:pt x="642649" y="588840"/>
                  </a:lnTo>
                  <a:lnTo>
                    <a:pt x="632917" y="590347"/>
                  </a:lnTo>
                  <a:close/>
                  <a:moveTo>
                    <a:pt x="1172717" y="846233"/>
                  </a:moveTo>
                  <a:lnTo>
                    <a:pt x="1182431" y="825778"/>
                  </a:lnTo>
                  <a:lnTo>
                    <a:pt x="1177668" y="817305"/>
                  </a:lnTo>
                  <a:close/>
                  <a:moveTo>
                    <a:pt x="999039" y="586010"/>
                  </a:moveTo>
                  <a:lnTo>
                    <a:pt x="1013383" y="561187"/>
                  </a:lnTo>
                  <a:lnTo>
                    <a:pt x="1042839" y="575094"/>
                  </a:lnTo>
                  <a:close/>
                  <a:moveTo>
                    <a:pt x="1292083" y="737509"/>
                  </a:moveTo>
                  <a:lnTo>
                    <a:pt x="1239043" y="784641"/>
                  </a:lnTo>
                  <a:lnTo>
                    <a:pt x="1283409" y="775841"/>
                  </a:lnTo>
                  <a:close/>
                  <a:moveTo>
                    <a:pt x="1163493" y="541949"/>
                  </a:moveTo>
                  <a:lnTo>
                    <a:pt x="1130757" y="554453"/>
                  </a:lnTo>
                  <a:lnTo>
                    <a:pt x="1206486" y="528014"/>
                  </a:lnTo>
                  <a:close/>
                  <a:moveTo>
                    <a:pt x="1458604" y="447626"/>
                  </a:moveTo>
                  <a:lnTo>
                    <a:pt x="1488278" y="423532"/>
                  </a:lnTo>
                  <a:lnTo>
                    <a:pt x="1468897" y="445496"/>
                  </a:lnTo>
                  <a:close/>
                  <a:moveTo>
                    <a:pt x="1145315" y="11239"/>
                  </a:moveTo>
                  <a:lnTo>
                    <a:pt x="1101713" y="25416"/>
                  </a:lnTo>
                  <a:lnTo>
                    <a:pt x="1162865" y="0"/>
                  </a:lnTo>
                  <a:close/>
                  <a:moveTo>
                    <a:pt x="1488278" y="423532"/>
                  </a:moveTo>
                  <a:lnTo>
                    <a:pt x="1496641" y="374551"/>
                  </a:lnTo>
                  <a:lnTo>
                    <a:pt x="1486323" y="404589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85" name="Output_density__4284">
              <a:extLst>
                <a:ext uri="{FF2B5EF4-FFF2-40B4-BE49-F238E27FC236}">
                  <a16:creationId xmlns:a16="http://schemas.microsoft.com/office/drawing/2014/main" id="{2CD99089-9B84-B440-3F35-4A4E6D8B425F}"/>
                </a:ext>
              </a:extLst>
            </p:cNvPr>
            <p:cNvSpPr>
              <a:spLocks noGrp="1"/>
            </p:cNvSpPr>
            <p:nvPr/>
          </p:nvSpPr>
          <p:spPr>
            <a:xfrm>
              <a:off x="15082604" y="2210172"/>
              <a:ext cx="1217819" cy="1443836"/>
            </a:xfrm>
            <a:custGeom>
              <a:avLst/>
              <a:gdLst/>
              <a:ahLst/>
              <a:cxnLst/>
              <a:rect l="0" t="0" r="0" b="0"/>
              <a:pathLst>
                <a:path w="1217819" h="1443836">
                  <a:moveTo>
                    <a:pt x="393237" y="1436365"/>
                  </a:moveTo>
                  <a:lnTo>
                    <a:pt x="359752" y="1384828"/>
                  </a:lnTo>
                  <a:lnTo>
                    <a:pt x="356671" y="1443836"/>
                  </a:lnTo>
                  <a:close/>
                  <a:moveTo>
                    <a:pt x="0" y="869462"/>
                  </a:moveTo>
                  <a:lnTo>
                    <a:pt x="42596" y="919816"/>
                  </a:lnTo>
                  <a:lnTo>
                    <a:pt x="40911" y="858443"/>
                  </a:lnTo>
                  <a:close/>
                  <a:moveTo>
                    <a:pt x="0" y="869462"/>
                  </a:moveTo>
                  <a:lnTo>
                    <a:pt x="38051" y="920999"/>
                  </a:lnTo>
                  <a:lnTo>
                    <a:pt x="42596" y="919816"/>
                  </a:lnTo>
                  <a:close/>
                  <a:moveTo>
                    <a:pt x="84990" y="845368"/>
                  </a:moveTo>
                  <a:lnTo>
                    <a:pt x="56659" y="793832"/>
                  </a:lnTo>
                  <a:lnTo>
                    <a:pt x="40911" y="858443"/>
                  </a:lnTo>
                  <a:close/>
                  <a:moveTo>
                    <a:pt x="84990" y="845368"/>
                  </a:moveTo>
                  <a:lnTo>
                    <a:pt x="108135" y="769738"/>
                  </a:lnTo>
                  <a:lnTo>
                    <a:pt x="56659" y="793832"/>
                  </a:lnTo>
                  <a:close/>
                  <a:moveTo>
                    <a:pt x="382941" y="1054864"/>
                  </a:moveTo>
                  <a:lnTo>
                    <a:pt x="408216" y="1015347"/>
                  </a:lnTo>
                  <a:lnTo>
                    <a:pt x="362376" y="1062741"/>
                  </a:lnTo>
                  <a:close/>
                  <a:moveTo>
                    <a:pt x="296406" y="576449"/>
                  </a:moveTo>
                  <a:lnTo>
                    <a:pt x="345163" y="574793"/>
                  </a:lnTo>
                  <a:lnTo>
                    <a:pt x="309623" y="551599"/>
                  </a:lnTo>
                  <a:close/>
                  <a:moveTo>
                    <a:pt x="309623" y="551599"/>
                  </a:moveTo>
                  <a:lnTo>
                    <a:pt x="345163" y="574793"/>
                  </a:lnTo>
                  <a:lnTo>
                    <a:pt x="315360" y="542846"/>
                  </a:lnTo>
                  <a:close/>
                  <a:moveTo>
                    <a:pt x="315360" y="542846"/>
                  </a:moveTo>
                  <a:lnTo>
                    <a:pt x="345163" y="574793"/>
                  </a:lnTo>
                  <a:lnTo>
                    <a:pt x="364587" y="570289"/>
                  </a:lnTo>
                  <a:close/>
                  <a:moveTo>
                    <a:pt x="315360" y="542846"/>
                  </a:moveTo>
                  <a:lnTo>
                    <a:pt x="364587" y="570289"/>
                  </a:lnTo>
                  <a:lnTo>
                    <a:pt x="360198" y="518753"/>
                  </a:lnTo>
                  <a:close/>
                  <a:moveTo>
                    <a:pt x="380347" y="621826"/>
                  </a:moveTo>
                  <a:lnTo>
                    <a:pt x="421620" y="660761"/>
                  </a:lnTo>
                  <a:lnTo>
                    <a:pt x="427902" y="608252"/>
                  </a:lnTo>
                  <a:close/>
                  <a:moveTo>
                    <a:pt x="364587" y="570289"/>
                  </a:moveTo>
                  <a:lnTo>
                    <a:pt x="427902" y="608252"/>
                  </a:lnTo>
                  <a:lnTo>
                    <a:pt x="413673" y="557077"/>
                  </a:lnTo>
                  <a:close/>
                  <a:moveTo>
                    <a:pt x="364587" y="570289"/>
                  </a:moveTo>
                  <a:lnTo>
                    <a:pt x="380347" y="621826"/>
                  </a:lnTo>
                  <a:lnTo>
                    <a:pt x="427902" y="608252"/>
                  </a:lnTo>
                  <a:close/>
                  <a:moveTo>
                    <a:pt x="427902" y="608252"/>
                  </a:moveTo>
                  <a:lnTo>
                    <a:pt x="447339" y="597732"/>
                  </a:lnTo>
                  <a:lnTo>
                    <a:pt x="473812" y="546323"/>
                  </a:lnTo>
                  <a:close/>
                  <a:moveTo>
                    <a:pt x="360198" y="518753"/>
                  </a:moveTo>
                  <a:lnTo>
                    <a:pt x="364587" y="570289"/>
                  </a:lnTo>
                  <a:lnTo>
                    <a:pt x="413673" y="557077"/>
                  </a:lnTo>
                  <a:close/>
                  <a:moveTo>
                    <a:pt x="327357" y="467216"/>
                  </a:moveTo>
                  <a:lnTo>
                    <a:pt x="360198" y="518753"/>
                  </a:lnTo>
                  <a:lnTo>
                    <a:pt x="368730" y="443122"/>
                  </a:lnTo>
                  <a:close/>
                  <a:moveTo>
                    <a:pt x="313343" y="415679"/>
                  </a:moveTo>
                  <a:lnTo>
                    <a:pt x="327357" y="467216"/>
                  </a:lnTo>
                  <a:lnTo>
                    <a:pt x="368730" y="443122"/>
                  </a:lnTo>
                  <a:close/>
                  <a:moveTo>
                    <a:pt x="313343" y="415679"/>
                  </a:moveTo>
                  <a:lnTo>
                    <a:pt x="368730" y="443122"/>
                  </a:lnTo>
                  <a:lnTo>
                    <a:pt x="363413" y="391585"/>
                  </a:lnTo>
                  <a:close/>
                  <a:moveTo>
                    <a:pt x="1130944" y="1319244"/>
                  </a:moveTo>
                  <a:lnTo>
                    <a:pt x="1165738" y="1304609"/>
                  </a:lnTo>
                  <a:lnTo>
                    <a:pt x="1140452" y="1292011"/>
                  </a:lnTo>
                  <a:close/>
                  <a:moveTo>
                    <a:pt x="417213" y="419028"/>
                  </a:moveTo>
                  <a:lnTo>
                    <a:pt x="368730" y="443122"/>
                  </a:lnTo>
                  <a:lnTo>
                    <a:pt x="411411" y="487694"/>
                  </a:lnTo>
                  <a:close/>
                  <a:moveTo>
                    <a:pt x="363413" y="391585"/>
                  </a:moveTo>
                  <a:lnTo>
                    <a:pt x="419803" y="384170"/>
                  </a:lnTo>
                  <a:lnTo>
                    <a:pt x="409297" y="372406"/>
                  </a:lnTo>
                  <a:close/>
                  <a:moveTo>
                    <a:pt x="417213" y="419028"/>
                  </a:moveTo>
                  <a:lnTo>
                    <a:pt x="419803" y="384170"/>
                  </a:lnTo>
                  <a:lnTo>
                    <a:pt x="363413" y="391585"/>
                  </a:lnTo>
                  <a:close/>
                  <a:moveTo>
                    <a:pt x="368730" y="443122"/>
                  </a:moveTo>
                  <a:lnTo>
                    <a:pt x="417213" y="419028"/>
                  </a:lnTo>
                  <a:lnTo>
                    <a:pt x="363413" y="391585"/>
                  </a:lnTo>
                  <a:close/>
                  <a:moveTo>
                    <a:pt x="378744" y="365555"/>
                  </a:moveTo>
                  <a:lnTo>
                    <a:pt x="363413" y="391585"/>
                  </a:lnTo>
                  <a:lnTo>
                    <a:pt x="409297" y="372406"/>
                  </a:lnTo>
                  <a:close/>
                  <a:moveTo>
                    <a:pt x="453992" y="337318"/>
                  </a:moveTo>
                  <a:lnTo>
                    <a:pt x="409297" y="372406"/>
                  </a:lnTo>
                  <a:lnTo>
                    <a:pt x="429861" y="367491"/>
                  </a:lnTo>
                  <a:close/>
                  <a:moveTo>
                    <a:pt x="378744" y="365555"/>
                  </a:moveTo>
                  <a:lnTo>
                    <a:pt x="409297" y="372406"/>
                  </a:lnTo>
                  <a:lnTo>
                    <a:pt x="453992" y="337318"/>
                  </a:lnTo>
                  <a:close/>
                  <a:moveTo>
                    <a:pt x="409297" y="372406"/>
                  </a:moveTo>
                  <a:lnTo>
                    <a:pt x="419803" y="384170"/>
                  </a:lnTo>
                  <a:lnTo>
                    <a:pt x="429861" y="367491"/>
                  </a:lnTo>
                  <a:close/>
                  <a:moveTo>
                    <a:pt x="489738" y="344991"/>
                  </a:moveTo>
                  <a:lnTo>
                    <a:pt x="429861" y="367491"/>
                  </a:lnTo>
                  <a:lnTo>
                    <a:pt x="492138" y="345041"/>
                  </a:lnTo>
                  <a:close/>
                  <a:moveTo>
                    <a:pt x="429861" y="367491"/>
                  </a:moveTo>
                  <a:lnTo>
                    <a:pt x="419803" y="384170"/>
                  </a:lnTo>
                  <a:lnTo>
                    <a:pt x="492138" y="345041"/>
                  </a:lnTo>
                  <a:close/>
                  <a:moveTo>
                    <a:pt x="453992" y="337318"/>
                  </a:moveTo>
                  <a:lnTo>
                    <a:pt x="429861" y="367491"/>
                  </a:lnTo>
                  <a:lnTo>
                    <a:pt x="489738" y="344991"/>
                  </a:lnTo>
                  <a:close/>
                  <a:moveTo>
                    <a:pt x="453992" y="337318"/>
                  </a:moveTo>
                  <a:lnTo>
                    <a:pt x="489738" y="344991"/>
                  </a:lnTo>
                  <a:lnTo>
                    <a:pt x="461617" y="315955"/>
                  </a:lnTo>
                  <a:close/>
                  <a:moveTo>
                    <a:pt x="461617" y="315955"/>
                  </a:moveTo>
                  <a:lnTo>
                    <a:pt x="489738" y="344991"/>
                  </a:lnTo>
                  <a:lnTo>
                    <a:pt x="492847" y="343397"/>
                  </a:lnTo>
                  <a:close/>
                  <a:moveTo>
                    <a:pt x="461617" y="315955"/>
                  </a:moveTo>
                  <a:lnTo>
                    <a:pt x="492847" y="343397"/>
                  </a:lnTo>
                  <a:lnTo>
                    <a:pt x="503715" y="291861"/>
                  </a:lnTo>
                  <a:close/>
                  <a:moveTo>
                    <a:pt x="489738" y="344991"/>
                  </a:moveTo>
                  <a:lnTo>
                    <a:pt x="492138" y="345041"/>
                  </a:lnTo>
                  <a:lnTo>
                    <a:pt x="492847" y="343397"/>
                  </a:lnTo>
                  <a:close/>
                  <a:moveTo>
                    <a:pt x="1025532" y="834670"/>
                  </a:moveTo>
                  <a:lnTo>
                    <a:pt x="1027870" y="838786"/>
                  </a:lnTo>
                  <a:lnTo>
                    <a:pt x="996912" y="874670"/>
                  </a:lnTo>
                  <a:close/>
                  <a:moveTo>
                    <a:pt x="503715" y="291861"/>
                  </a:moveTo>
                  <a:lnTo>
                    <a:pt x="567716" y="318040"/>
                  </a:lnTo>
                  <a:lnTo>
                    <a:pt x="538958" y="280216"/>
                  </a:lnTo>
                  <a:close/>
                  <a:moveTo>
                    <a:pt x="567238" y="319304"/>
                  </a:moveTo>
                  <a:lnTo>
                    <a:pt x="567716" y="318040"/>
                  </a:lnTo>
                  <a:lnTo>
                    <a:pt x="503715" y="291861"/>
                  </a:lnTo>
                  <a:close/>
                  <a:moveTo>
                    <a:pt x="492847" y="343397"/>
                  </a:moveTo>
                  <a:lnTo>
                    <a:pt x="567238" y="319304"/>
                  </a:lnTo>
                  <a:lnTo>
                    <a:pt x="503715" y="291861"/>
                  </a:lnTo>
                  <a:close/>
                  <a:moveTo>
                    <a:pt x="519241" y="271698"/>
                  </a:moveTo>
                  <a:lnTo>
                    <a:pt x="503715" y="291861"/>
                  </a:lnTo>
                  <a:lnTo>
                    <a:pt x="538958" y="280216"/>
                  </a:lnTo>
                  <a:close/>
                  <a:moveTo>
                    <a:pt x="538958" y="280216"/>
                  </a:moveTo>
                  <a:lnTo>
                    <a:pt x="567716" y="318040"/>
                  </a:lnTo>
                  <a:lnTo>
                    <a:pt x="606873" y="289763"/>
                  </a:lnTo>
                  <a:close/>
                  <a:moveTo>
                    <a:pt x="1035491" y="832590"/>
                  </a:moveTo>
                  <a:lnTo>
                    <a:pt x="1025532" y="834670"/>
                  </a:lnTo>
                  <a:lnTo>
                    <a:pt x="1003219" y="883587"/>
                  </a:lnTo>
                  <a:close/>
                  <a:moveTo>
                    <a:pt x="1067756" y="869102"/>
                  </a:moveTo>
                  <a:lnTo>
                    <a:pt x="1110190" y="813946"/>
                  </a:lnTo>
                  <a:lnTo>
                    <a:pt x="1107458" y="812064"/>
                  </a:lnTo>
                  <a:close/>
                  <a:moveTo>
                    <a:pt x="1067756" y="869102"/>
                  </a:moveTo>
                  <a:lnTo>
                    <a:pt x="1107458" y="812064"/>
                  </a:lnTo>
                  <a:lnTo>
                    <a:pt x="1035491" y="832590"/>
                  </a:lnTo>
                  <a:close/>
                  <a:moveTo>
                    <a:pt x="1151283" y="792908"/>
                  </a:moveTo>
                  <a:lnTo>
                    <a:pt x="1107458" y="812064"/>
                  </a:lnTo>
                  <a:lnTo>
                    <a:pt x="1115185" y="810576"/>
                  </a:lnTo>
                  <a:close/>
                  <a:moveTo>
                    <a:pt x="1107458" y="812064"/>
                  </a:moveTo>
                  <a:lnTo>
                    <a:pt x="1110190" y="813946"/>
                  </a:lnTo>
                  <a:lnTo>
                    <a:pt x="1115185" y="810576"/>
                  </a:lnTo>
                  <a:close/>
                  <a:moveTo>
                    <a:pt x="954243" y="715136"/>
                  </a:moveTo>
                  <a:lnTo>
                    <a:pt x="965252" y="726225"/>
                  </a:lnTo>
                  <a:lnTo>
                    <a:pt x="994542" y="691133"/>
                  </a:lnTo>
                  <a:close/>
                  <a:moveTo>
                    <a:pt x="568441" y="318990"/>
                  </a:moveTo>
                  <a:lnTo>
                    <a:pt x="606873" y="289763"/>
                  </a:lnTo>
                  <a:lnTo>
                    <a:pt x="567716" y="318040"/>
                  </a:lnTo>
                  <a:close/>
                  <a:moveTo>
                    <a:pt x="1139960" y="848384"/>
                  </a:moveTo>
                  <a:lnTo>
                    <a:pt x="1115185" y="810576"/>
                  </a:lnTo>
                  <a:lnTo>
                    <a:pt x="1110190" y="813946"/>
                  </a:lnTo>
                  <a:close/>
                  <a:moveTo>
                    <a:pt x="1168251" y="800623"/>
                  </a:moveTo>
                  <a:lnTo>
                    <a:pt x="1115185" y="810576"/>
                  </a:lnTo>
                  <a:lnTo>
                    <a:pt x="1139960" y="848384"/>
                  </a:lnTo>
                  <a:close/>
                  <a:moveTo>
                    <a:pt x="1151283" y="792908"/>
                  </a:moveTo>
                  <a:lnTo>
                    <a:pt x="1115185" y="810576"/>
                  </a:lnTo>
                  <a:lnTo>
                    <a:pt x="1168251" y="800623"/>
                  </a:lnTo>
                  <a:close/>
                  <a:moveTo>
                    <a:pt x="1044855" y="511263"/>
                  </a:moveTo>
                  <a:lnTo>
                    <a:pt x="1083529" y="504705"/>
                  </a:lnTo>
                  <a:lnTo>
                    <a:pt x="1093031" y="479989"/>
                  </a:lnTo>
                  <a:close/>
                  <a:moveTo>
                    <a:pt x="1154918" y="497748"/>
                  </a:moveTo>
                  <a:lnTo>
                    <a:pt x="1108198" y="497749"/>
                  </a:lnTo>
                  <a:lnTo>
                    <a:pt x="1176132" y="543244"/>
                  </a:lnTo>
                  <a:close/>
                  <a:moveTo>
                    <a:pt x="1176132" y="543244"/>
                  </a:moveTo>
                  <a:lnTo>
                    <a:pt x="1217819" y="484593"/>
                  </a:lnTo>
                  <a:lnTo>
                    <a:pt x="1154918" y="497748"/>
                  </a:lnTo>
                  <a:close/>
                  <a:moveTo>
                    <a:pt x="1083529" y="504705"/>
                  </a:moveTo>
                  <a:lnTo>
                    <a:pt x="1108198" y="497749"/>
                  </a:lnTo>
                  <a:lnTo>
                    <a:pt x="1093031" y="479989"/>
                  </a:lnTo>
                  <a:close/>
                  <a:moveTo>
                    <a:pt x="1140894" y="484263"/>
                  </a:moveTo>
                  <a:lnTo>
                    <a:pt x="1108198" y="497749"/>
                  </a:lnTo>
                  <a:lnTo>
                    <a:pt x="1154918" y="497748"/>
                  </a:lnTo>
                  <a:close/>
                  <a:moveTo>
                    <a:pt x="1093031" y="479989"/>
                  </a:moveTo>
                  <a:lnTo>
                    <a:pt x="1108198" y="497749"/>
                  </a:lnTo>
                  <a:lnTo>
                    <a:pt x="1140894" y="484263"/>
                  </a:lnTo>
                  <a:close/>
                  <a:moveTo>
                    <a:pt x="871463" y="137062"/>
                  </a:moveTo>
                  <a:lnTo>
                    <a:pt x="868078" y="162960"/>
                  </a:lnTo>
                  <a:lnTo>
                    <a:pt x="911417" y="119855"/>
                  </a:lnTo>
                  <a:close/>
                  <a:moveTo>
                    <a:pt x="1075053" y="277872"/>
                  </a:moveTo>
                  <a:lnTo>
                    <a:pt x="1112761" y="283958"/>
                  </a:lnTo>
                  <a:lnTo>
                    <a:pt x="1078123" y="274464"/>
                  </a:lnTo>
                  <a:close/>
                  <a:moveTo>
                    <a:pt x="1112761" y="283958"/>
                  </a:moveTo>
                  <a:lnTo>
                    <a:pt x="1123536" y="250371"/>
                  </a:lnTo>
                  <a:lnTo>
                    <a:pt x="1078123" y="274464"/>
                  </a:lnTo>
                  <a:close/>
                  <a:moveTo>
                    <a:pt x="958567" y="104231"/>
                  </a:moveTo>
                  <a:lnTo>
                    <a:pt x="952604" y="169410"/>
                  </a:lnTo>
                  <a:lnTo>
                    <a:pt x="981534" y="95761"/>
                  </a:lnTo>
                  <a:close/>
                  <a:moveTo>
                    <a:pt x="911417" y="119855"/>
                  </a:moveTo>
                  <a:lnTo>
                    <a:pt x="952604" y="169410"/>
                  </a:lnTo>
                  <a:lnTo>
                    <a:pt x="958567" y="104231"/>
                  </a:lnTo>
                  <a:close/>
                  <a:moveTo>
                    <a:pt x="898684" y="68318"/>
                  </a:moveTo>
                  <a:lnTo>
                    <a:pt x="958567" y="104231"/>
                  </a:lnTo>
                  <a:lnTo>
                    <a:pt x="944007" y="53325"/>
                  </a:lnTo>
                  <a:close/>
                  <a:moveTo>
                    <a:pt x="898684" y="68318"/>
                  </a:moveTo>
                  <a:lnTo>
                    <a:pt x="911417" y="119855"/>
                  </a:lnTo>
                  <a:lnTo>
                    <a:pt x="958567" y="104231"/>
                  </a:lnTo>
                  <a:close/>
                  <a:moveTo>
                    <a:pt x="981534" y="95761"/>
                  </a:moveTo>
                  <a:lnTo>
                    <a:pt x="970539" y="44224"/>
                  </a:lnTo>
                  <a:lnTo>
                    <a:pt x="958567" y="104231"/>
                  </a:lnTo>
                  <a:close/>
                  <a:moveTo>
                    <a:pt x="970539" y="44224"/>
                  </a:moveTo>
                  <a:lnTo>
                    <a:pt x="944007" y="53325"/>
                  </a:lnTo>
                  <a:lnTo>
                    <a:pt x="958567" y="104231"/>
                  </a:lnTo>
                  <a:close/>
                  <a:moveTo>
                    <a:pt x="1112761" y="283958"/>
                  </a:moveTo>
                  <a:lnTo>
                    <a:pt x="1135195" y="287572"/>
                  </a:lnTo>
                  <a:lnTo>
                    <a:pt x="1123536" y="250371"/>
                  </a:lnTo>
                  <a:close/>
                  <a:moveTo>
                    <a:pt x="1123536" y="250371"/>
                  </a:moveTo>
                  <a:lnTo>
                    <a:pt x="1161180" y="277813"/>
                  </a:lnTo>
                  <a:lnTo>
                    <a:pt x="1168551" y="226276"/>
                  </a:lnTo>
                  <a:close/>
                  <a:moveTo>
                    <a:pt x="1176292" y="211913"/>
                  </a:moveTo>
                  <a:lnTo>
                    <a:pt x="1123536" y="250371"/>
                  </a:lnTo>
                  <a:lnTo>
                    <a:pt x="1168551" y="226276"/>
                  </a:lnTo>
                  <a:close/>
                  <a:moveTo>
                    <a:pt x="1176292" y="211913"/>
                  </a:moveTo>
                  <a:lnTo>
                    <a:pt x="1139088" y="207712"/>
                  </a:lnTo>
                  <a:lnTo>
                    <a:pt x="1123536" y="250371"/>
                  </a:lnTo>
                  <a:close/>
                  <a:moveTo>
                    <a:pt x="1176292" y="211913"/>
                  </a:moveTo>
                  <a:lnTo>
                    <a:pt x="1197308" y="174740"/>
                  </a:lnTo>
                  <a:lnTo>
                    <a:pt x="1143140" y="198834"/>
                  </a:lnTo>
                  <a:close/>
                  <a:moveTo>
                    <a:pt x="970539" y="44224"/>
                  </a:moveTo>
                  <a:lnTo>
                    <a:pt x="1042273" y="60192"/>
                  </a:lnTo>
                  <a:lnTo>
                    <a:pt x="1024583" y="25801"/>
                  </a:lnTo>
                  <a:close/>
                  <a:moveTo>
                    <a:pt x="1037580" y="71667"/>
                  </a:moveTo>
                  <a:lnTo>
                    <a:pt x="1042273" y="60192"/>
                  </a:lnTo>
                  <a:lnTo>
                    <a:pt x="970539" y="44224"/>
                  </a:lnTo>
                  <a:close/>
                  <a:moveTo>
                    <a:pt x="981534" y="95761"/>
                  </a:moveTo>
                  <a:lnTo>
                    <a:pt x="1037580" y="71667"/>
                  </a:lnTo>
                  <a:lnTo>
                    <a:pt x="970539" y="44224"/>
                  </a:lnTo>
                  <a:close/>
                  <a:moveTo>
                    <a:pt x="1072893" y="0"/>
                  </a:moveTo>
                  <a:lnTo>
                    <a:pt x="1024583" y="25801"/>
                  </a:lnTo>
                  <a:lnTo>
                    <a:pt x="1048435" y="20130"/>
                  </a:lnTo>
                  <a:close/>
                  <a:moveTo>
                    <a:pt x="1024583" y="25801"/>
                  </a:moveTo>
                  <a:lnTo>
                    <a:pt x="1042273" y="60192"/>
                  </a:lnTo>
                  <a:lnTo>
                    <a:pt x="1048435" y="20130"/>
                  </a:lnTo>
                  <a:close/>
                  <a:moveTo>
                    <a:pt x="1042273" y="60192"/>
                  </a:moveTo>
                  <a:lnTo>
                    <a:pt x="1037580" y="71667"/>
                  </a:lnTo>
                  <a:lnTo>
                    <a:pt x="1057321" y="61928"/>
                  </a:lnTo>
                  <a:close/>
                  <a:moveTo>
                    <a:pt x="1092213" y="8801"/>
                  </a:moveTo>
                  <a:lnTo>
                    <a:pt x="1048435" y="20130"/>
                  </a:lnTo>
                  <a:lnTo>
                    <a:pt x="1119525" y="39450"/>
                  </a:lnTo>
                  <a:close/>
                  <a:moveTo>
                    <a:pt x="1048435" y="20130"/>
                  </a:moveTo>
                  <a:lnTo>
                    <a:pt x="1042273" y="60192"/>
                  </a:lnTo>
                  <a:lnTo>
                    <a:pt x="1119525" y="39450"/>
                  </a:lnTo>
                  <a:close/>
                  <a:moveTo>
                    <a:pt x="1119525" y="39450"/>
                  </a:moveTo>
                  <a:lnTo>
                    <a:pt x="1042273" y="60192"/>
                  </a:lnTo>
                  <a:lnTo>
                    <a:pt x="1099791" y="47573"/>
                  </a:lnTo>
                  <a:close/>
                  <a:moveTo>
                    <a:pt x="1072893" y="0"/>
                  </a:moveTo>
                  <a:lnTo>
                    <a:pt x="1048435" y="20130"/>
                  </a:lnTo>
                  <a:lnTo>
                    <a:pt x="1092213" y="8801"/>
                  </a:lnTo>
                  <a:close/>
                  <a:moveTo>
                    <a:pt x="1092213" y="8801"/>
                  </a:moveTo>
                  <a:lnTo>
                    <a:pt x="1119525" y="39450"/>
                  </a:lnTo>
                  <a:lnTo>
                    <a:pt x="1158837" y="1175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86" name="Output_density__4285">
              <a:extLst>
                <a:ext uri="{FF2B5EF4-FFF2-40B4-BE49-F238E27FC236}">
                  <a16:creationId xmlns:a16="http://schemas.microsoft.com/office/drawing/2014/main" id="{E2477415-B8C7-065E-4E17-C084763DA873}"/>
                </a:ext>
              </a:extLst>
            </p:cNvPr>
            <p:cNvSpPr>
              <a:spLocks noGrp="1"/>
            </p:cNvSpPr>
            <p:nvPr/>
          </p:nvSpPr>
          <p:spPr>
            <a:xfrm>
              <a:off x="14931003" y="2210993"/>
              <a:ext cx="1461705" cy="1921969"/>
            </a:xfrm>
            <a:custGeom>
              <a:avLst/>
              <a:gdLst/>
              <a:ahLst/>
              <a:cxnLst/>
              <a:rect l="0" t="0" r="0" b="0"/>
              <a:pathLst>
                <a:path w="1461705" h="1921969">
                  <a:moveTo>
                    <a:pt x="511353" y="1384007"/>
                  </a:moveTo>
                  <a:lnTo>
                    <a:pt x="500215" y="1386823"/>
                  </a:lnTo>
                  <a:lnTo>
                    <a:pt x="508273" y="1443015"/>
                  </a:lnTo>
                  <a:close/>
                  <a:moveTo>
                    <a:pt x="500215" y="1386823"/>
                  </a:moveTo>
                  <a:lnTo>
                    <a:pt x="511353" y="1384007"/>
                  </a:lnTo>
                  <a:lnTo>
                    <a:pt x="499959" y="1370101"/>
                  </a:lnTo>
                  <a:close/>
                  <a:moveTo>
                    <a:pt x="189653" y="920178"/>
                  </a:moveTo>
                  <a:lnTo>
                    <a:pt x="117537" y="944272"/>
                  </a:lnTo>
                  <a:lnTo>
                    <a:pt x="196733" y="971714"/>
                  </a:lnTo>
                  <a:close/>
                  <a:moveTo>
                    <a:pt x="151602" y="868641"/>
                  </a:moveTo>
                  <a:lnTo>
                    <a:pt x="117537" y="944272"/>
                  </a:lnTo>
                  <a:lnTo>
                    <a:pt x="189653" y="920178"/>
                  </a:lnTo>
                  <a:close/>
                  <a:moveTo>
                    <a:pt x="476257" y="1280815"/>
                  </a:moveTo>
                  <a:lnTo>
                    <a:pt x="479246" y="1205303"/>
                  </a:lnTo>
                  <a:lnTo>
                    <a:pt x="438417" y="1210853"/>
                  </a:lnTo>
                  <a:close/>
                  <a:moveTo>
                    <a:pt x="403950" y="1176131"/>
                  </a:moveTo>
                  <a:lnTo>
                    <a:pt x="398161" y="1177860"/>
                  </a:lnTo>
                  <a:lnTo>
                    <a:pt x="438417" y="1210853"/>
                  </a:lnTo>
                  <a:close/>
                  <a:moveTo>
                    <a:pt x="452579" y="1153766"/>
                  </a:moveTo>
                  <a:lnTo>
                    <a:pt x="403950" y="1176131"/>
                  </a:lnTo>
                  <a:lnTo>
                    <a:pt x="438417" y="1210853"/>
                  </a:lnTo>
                  <a:close/>
                  <a:moveTo>
                    <a:pt x="401278" y="1175823"/>
                  </a:moveTo>
                  <a:lnTo>
                    <a:pt x="398161" y="1177860"/>
                  </a:lnTo>
                  <a:lnTo>
                    <a:pt x="403950" y="1176131"/>
                  </a:lnTo>
                  <a:close/>
                  <a:moveTo>
                    <a:pt x="454047" y="1102230"/>
                  </a:moveTo>
                  <a:lnTo>
                    <a:pt x="403950" y="1176131"/>
                  </a:lnTo>
                  <a:lnTo>
                    <a:pt x="452579" y="1153766"/>
                  </a:lnTo>
                  <a:close/>
                  <a:moveTo>
                    <a:pt x="189653" y="920178"/>
                  </a:moveTo>
                  <a:lnTo>
                    <a:pt x="232689" y="934629"/>
                  </a:lnTo>
                  <a:lnTo>
                    <a:pt x="194198" y="918995"/>
                  </a:lnTo>
                  <a:close/>
                  <a:moveTo>
                    <a:pt x="225071" y="947620"/>
                  </a:moveTo>
                  <a:lnTo>
                    <a:pt x="232689" y="934629"/>
                  </a:lnTo>
                  <a:lnTo>
                    <a:pt x="189653" y="920178"/>
                  </a:lnTo>
                  <a:close/>
                  <a:moveTo>
                    <a:pt x="196733" y="971714"/>
                  </a:moveTo>
                  <a:lnTo>
                    <a:pt x="225071" y="947620"/>
                  </a:lnTo>
                  <a:lnTo>
                    <a:pt x="189653" y="920178"/>
                  </a:lnTo>
                  <a:close/>
                  <a:moveTo>
                    <a:pt x="263445" y="874944"/>
                  </a:moveTo>
                  <a:lnTo>
                    <a:pt x="236592" y="844547"/>
                  </a:lnTo>
                  <a:lnTo>
                    <a:pt x="254758" y="907743"/>
                  </a:lnTo>
                  <a:close/>
                  <a:moveTo>
                    <a:pt x="254758" y="907743"/>
                  </a:moveTo>
                  <a:lnTo>
                    <a:pt x="236592" y="844547"/>
                  </a:lnTo>
                  <a:lnTo>
                    <a:pt x="192513" y="857622"/>
                  </a:lnTo>
                  <a:close/>
                  <a:moveTo>
                    <a:pt x="254758" y="907743"/>
                  </a:moveTo>
                  <a:lnTo>
                    <a:pt x="192513" y="857622"/>
                  </a:lnTo>
                  <a:lnTo>
                    <a:pt x="194198" y="918995"/>
                  </a:lnTo>
                  <a:close/>
                  <a:moveTo>
                    <a:pt x="254758" y="907743"/>
                  </a:moveTo>
                  <a:lnTo>
                    <a:pt x="194198" y="918995"/>
                  </a:lnTo>
                  <a:lnTo>
                    <a:pt x="272423" y="908509"/>
                  </a:lnTo>
                  <a:close/>
                  <a:moveTo>
                    <a:pt x="194198" y="918995"/>
                  </a:moveTo>
                  <a:lnTo>
                    <a:pt x="232689" y="934629"/>
                  </a:lnTo>
                  <a:lnTo>
                    <a:pt x="272423" y="908509"/>
                  </a:lnTo>
                  <a:close/>
                  <a:moveTo>
                    <a:pt x="554" y="714031"/>
                  </a:moveTo>
                  <a:lnTo>
                    <a:pt x="0" y="723573"/>
                  </a:lnTo>
                  <a:lnTo>
                    <a:pt x="5707" y="707317"/>
                  </a:lnTo>
                  <a:close/>
                  <a:moveTo>
                    <a:pt x="258903" y="897740"/>
                  </a:moveTo>
                  <a:lnTo>
                    <a:pt x="286483" y="881951"/>
                  </a:lnTo>
                  <a:lnTo>
                    <a:pt x="272423" y="908509"/>
                  </a:lnTo>
                  <a:close/>
                  <a:moveTo>
                    <a:pt x="228400" y="828446"/>
                  </a:moveTo>
                  <a:lnTo>
                    <a:pt x="286483" y="881951"/>
                  </a:lnTo>
                  <a:lnTo>
                    <a:pt x="289018" y="871990"/>
                  </a:lnTo>
                  <a:close/>
                  <a:moveTo>
                    <a:pt x="236592" y="844547"/>
                  </a:moveTo>
                  <a:lnTo>
                    <a:pt x="286483" y="881951"/>
                  </a:lnTo>
                  <a:lnTo>
                    <a:pt x="228400" y="828446"/>
                  </a:lnTo>
                  <a:close/>
                  <a:moveTo>
                    <a:pt x="263445" y="874944"/>
                  </a:moveTo>
                  <a:lnTo>
                    <a:pt x="286483" y="881951"/>
                  </a:lnTo>
                  <a:lnTo>
                    <a:pt x="236592" y="844547"/>
                  </a:lnTo>
                  <a:close/>
                  <a:moveTo>
                    <a:pt x="236592" y="844547"/>
                  </a:moveTo>
                  <a:lnTo>
                    <a:pt x="234125" y="805098"/>
                  </a:lnTo>
                  <a:lnTo>
                    <a:pt x="259737" y="768917"/>
                  </a:lnTo>
                  <a:close/>
                  <a:moveTo>
                    <a:pt x="197304" y="741474"/>
                  </a:moveTo>
                  <a:lnTo>
                    <a:pt x="259737" y="768917"/>
                  </a:lnTo>
                  <a:lnTo>
                    <a:pt x="229734" y="717380"/>
                  </a:lnTo>
                  <a:close/>
                  <a:moveTo>
                    <a:pt x="513978" y="1061920"/>
                  </a:moveTo>
                  <a:lnTo>
                    <a:pt x="559818" y="1014526"/>
                  </a:lnTo>
                  <a:lnTo>
                    <a:pt x="552897" y="1005519"/>
                  </a:lnTo>
                  <a:close/>
                  <a:moveTo>
                    <a:pt x="513978" y="1061920"/>
                  </a:moveTo>
                  <a:lnTo>
                    <a:pt x="552897" y="1005519"/>
                  </a:lnTo>
                  <a:lnTo>
                    <a:pt x="506834" y="1004985"/>
                  </a:lnTo>
                  <a:close/>
                  <a:moveTo>
                    <a:pt x="449067" y="1013966"/>
                  </a:moveTo>
                  <a:lnTo>
                    <a:pt x="506834" y="1004985"/>
                  </a:lnTo>
                  <a:lnTo>
                    <a:pt x="480916" y="963313"/>
                  </a:lnTo>
                  <a:close/>
                  <a:moveTo>
                    <a:pt x="506834" y="1004985"/>
                  </a:moveTo>
                  <a:lnTo>
                    <a:pt x="552897" y="1005519"/>
                  </a:lnTo>
                  <a:lnTo>
                    <a:pt x="523322" y="966820"/>
                  </a:lnTo>
                  <a:close/>
                  <a:moveTo>
                    <a:pt x="506834" y="1004985"/>
                  </a:moveTo>
                  <a:lnTo>
                    <a:pt x="523322" y="966820"/>
                  </a:lnTo>
                  <a:lnTo>
                    <a:pt x="480916" y="963313"/>
                  </a:lnTo>
                  <a:close/>
                  <a:moveTo>
                    <a:pt x="552897" y="1005519"/>
                  </a:moveTo>
                  <a:lnTo>
                    <a:pt x="559818" y="1014526"/>
                  </a:lnTo>
                  <a:lnTo>
                    <a:pt x="607014" y="1016309"/>
                  </a:lnTo>
                  <a:close/>
                  <a:moveTo>
                    <a:pt x="229734" y="717380"/>
                  </a:moveTo>
                  <a:lnTo>
                    <a:pt x="284542" y="695301"/>
                  </a:lnTo>
                  <a:lnTo>
                    <a:pt x="223314" y="665843"/>
                  </a:lnTo>
                  <a:close/>
                  <a:moveTo>
                    <a:pt x="655428" y="1022644"/>
                  </a:moveTo>
                  <a:lnTo>
                    <a:pt x="649084" y="1029948"/>
                  </a:lnTo>
                  <a:lnTo>
                    <a:pt x="684163" y="1037508"/>
                  </a:lnTo>
                  <a:close/>
                  <a:moveTo>
                    <a:pt x="1433114" y="1906070"/>
                  </a:moveTo>
                  <a:lnTo>
                    <a:pt x="1445961" y="1921969"/>
                  </a:lnTo>
                  <a:lnTo>
                    <a:pt x="1445471" y="1903012"/>
                  </a:lnTo>
                  <a:close/>
                  <a:moveTo>
                    <a:pt x="713998" y="1029948"/>
                  </a:moveTo>
                  <a:lnTo>
                    <a:pt x="748306" y="1060321"/>
                  </a:lnTo>
                  <a:lnTo>
                    <a:pt x="749517" y="1022359"/>
                  </a:lnTo>
                  <a:close/>
                  <a:moveTo>
                    <a:pt x="281638" y="538264"/>
                  </a:moveTo>
                  <a:lnTo>
                    <a:pt x="312837" y="546811"/>
                  </a:lnTo>
                  <a:lnTo>
                    <a:pt x="363780" y="535804"/>
                  </a:lnTo>
                  <a:close/>
                  <a:moveTo>
                    <a:pt x="363780" y="535804"/>
                  </a:moveTo>
                  <a:lnTo>
                    <a:pt x="378702" y="542025"/>
                  </a:lnTo>
                  <a:lnTo>
                    <a:pt x="375581" y="540148"/>
                  </a:lnTo>
                  <a:close/>
                  <a:moveTo>
                    <a:pt x="326312" y="530616"/>
                  </a:moveTo>
                  <a:lnTo>
                    <a:pt x="363780" y="535804"/>
                  </a:lnTo>
                  <a:lnTo>
                    <a:pt x="375581" y="540148"/>
                  </a:lnTo>
                  <a:close/>
                  <a:moveTo>
                    <a:pt x="400301" y="551669"/>
                  </a:moveTo>
                  <a:lnTo>
                    <a:pt x="415859" y="555842"/>
                  </a:lnTo>
                  <a:lnTo>
                    <a:pt x="461224" y="550778"/>
                  </a:lnTo>
                  <a:close/>
                  <a:moveTo>
                    <a:pt x="1222485" y="1475562"/>
                  </a:moveTo>
                  <a:lnTo>
                    <a:pt x="1209193" y="1521220"/>
                  </a:lnTo>
                  <a:lnTo>
                    <a:pt x="1258017" y="1502262"/>
                  </a:lnTo>
                  <a:close/>
                  <a:moveTo>
                    <a:pt x="622351" y="798807"/>
                  </a:moveTo>
                  <a:lnTo>
                    <a:pt x="619289" y="792401"/>
                  </a:lnTo>
                  <a:lnTo>
                    <a:pt x="618744" y="799708"/>
                  </a:lnTo>
                  <a:close/>
                  <a:moveTo>
                    <a:pt x="622351" y="798807"/>
                  </a:moveTo>
                  <a:lnTo>
                    <a:pt x="623437" y="799708"/>
                  </a:lnTo>
                  <a:lnTo>
                    <a:pt x="619289" y="792401"/>
                  </a:lnTo>
                  <a:close/>
                  <a:moveTo>
                    <a:pt x="575180" y="673688"/>
                  </a:moveTo>
                  <a:lnTo>
                    <a:pt x="573221" y="659940"/>
                  </a:lnTo>
                  <a:lnTo>
                    <a:pt x="531948" y="621004"/>
                  </a:lnTo>
                  <a:close/>
                  <a:moveTo>
                    <a:pt x="531948" y="621004"/>
                  </a:moveTo>
                  <a:lnTo>
                    <a:pt x="490266" y="645098"/>
                  </a:lnTo>
                  <a:lnTo>
                    <a:pt x="575180" y="673688"/>
                  </a:lnTo>
                  <a:close/>
                  <a:moveTo>
                    <a:pt x="575180" y="673688"/>
                  </a:moveTo>
                  <a:lnTo>
                    <a:pt x="578960" y="672541"/>
                  </a:lnTo>
                  <a:lnTo>
                    <a:pt x="573221" y="659940"/>
                  </a:lnTo>
                  <a:close/>
                  <a:moveTo>
                    <a:pt x="448008" y="575627"/>
                  </a:moveTo>
                  <a:lnTo>
                    <a:pt x="485248" y="640597"/>
                  </a:lnTo>
                  <a:lnTo>
                    <a:pt x="496764" y="573971"/>
                  </a:lnTo>
                  <a:close/>
                  <a:moveTo>
                    <a:pt x="496764" y="573971"/>
                  </a:moveTo>
                  <a:lnTo>
                    <a:pt x="485248" y="640597"/>
                  </a:lnTo>
                  <a:lnTo>
                    <a:pt x="516189" y="569468"/>
                  </a:lnTo>
                  <a:close/>
                  <a:moveTo>
                    <a:pt x="516189" y="569468"/>
                  </a:moveTo>
                  <a:lnTo>
                    <a:pt x="490266" y="645098"/>
                  </a:lnTo>
                  <a:lnTo>
                    <a:pt x="531948" y="621004"/>
                  </a:lnTo>
                  <a:close/>
                  <a:moveTo>
                    <a:pt x="368923" y="539197"/>
                  </a:moveTo>
                  <a:lnTo>
                    <a:pt x="415859" y="555842"/>
                  </a:lnTo>
                  <a:lnTo>
                    <a:pt x="378702" y="542025"/>
                  </a:lnTo>
                  <a:close/>
                  <a:moveTo>
                    <a:pt x="448008" y="575627"/>
                  </a:moveTo>
                  <a:lnTo>
                    <a:pt x="415859" y="555842"/>
                  </a:lnTo>
                  <a:lnTo>
                    <a:pt x="368923" y="539197"/>
                  </a:lnTo>
                  <a:close/>
                  <a:moveTo>
                    <a:pt x="448008" y="575627"/>
                  </a:moveTo>
                  <a:lnTo>
                    <a:pt x="461224" y="550778"/>
                  </a:lnTo>
                  <a:lnTo>
                    <a:pt x="415859" y="555842"/>
                  </a:lnTo>
                  <a:close/>
                  <a:moveTo>
                    <a:pt x="363780" y="535804"/>
                  </a:moveTo>
                  <a:lnTo>
                    <a:pt x="346685" y="542025"/>
                  </a:lnTo>
                  <a:lnTo>
                    <a:pt x="368923" y="539197"/>
                  </a:lnTo>
                  <a:close/>
                  <a:moveTo>
                    <a:pt x="368923" y="539197"/>
                  </a:moveTo>
                  <a:lnTo>
                    <a:pt x="378702" y="542025"/>
                  </a:lnTo>
                  <a:lnTo>
                    <a:pt x="363780" y="535804"/>
                  </a:lnTo>
                  <a:close/>
                  <a:moveTo>
                    <a:pt x="839422" y="821613"/>
                  </a:moveTo>
                  <a:lnTo>
                    <a:pt x="778420" y="878687"/>
                  </a:lnTo>
                  <a:lnTo>
                    <a:pt x="811272" y="854593"/>
                  </a:lnTo>
                  <a:close/>
                  <a:moveTo>
                    <a:pt x="839422" y="821613"/>
                  </a:moveTo>
                  <a:lnTo>
                    <a:pt x="811910" y="853650"/>
                  </a:lnTo>
                  <a:lnTo>
                    <a:pt x="778420" y="878687"/>
                  </a:lnTo>
                  <a:close/>
                  <a:moveTo>
                    <a:pt x="511799" y="517931"/>
                  </a:moveTo>
                  <a:lnTo>
                    <a:pt x="565275" y="556256"/>
                  </a:lnTo>
                  <a:lnTo>
                    <a:pt x="556486" y="500658"/>
                  </a:lnTo>
                  <a:close/>
                  <a:moveTo>
                    <a:pt x="520332" y="442300"/>
                  </a:moveTo>
                  <a:lnTo>
                    <a:pt x="556486" y="500658"/>
                  </a:lnTo>
                  <a:lnTo>
                    <a:pt x="563013" y="486872"/>
                  </a:lnTo>
                  <a:close/>
                  <a:moveTo>
                    <a:pt x="511799" y="517931"/>
                  </a:moveTo>
                  <a:lnTo>
                    <a:pt x="556486" y="500658"/>
                  </a:lnTo>
                  <a:lnTo>
                    <a:pt x="520332" y="442300"/>
                  </a:lnTo>
                  <a:close/>
                  <a:moveTo>
                    <a:pt x="1051038" y="1088779"/>
                  </a:moveTo>
                  <a:lnTo>
                    <a:pt x="1041662" y="1125008"/>
                  </a:lnTo>
                  <a:lnTo>
                    <a:pt x="1046386" y="1112276"/>
                  </a:lnTo>
                  <a:close/>
                  <a:moveTo>
                    <a:pt x="1317339" y="1303787"/>
                  </a:moveTo>
                  <a:lnTo>
                    <a:pt x="1306125" y="1343801"/>
                  </a:lnTo>
                  <a:lnTo>
                    <a:pt x="1372709" y="1359498"/>
                  </a:lnTo>
                  <a:close/>
                  <a:moveTo>
                    <a:pt x="1282546" y="1318423"/>
                  </a:moveTo>
                  <a:lnTo>
                    <a:pt x="1306125" y="1343801"/>
                  </a:lnTo>
                  <a:lnTo>
                    <a:pt x="1317339" y="1303787"/>
                  </a:lnTo>
                  <a:close/>
                  <a:moveTo>
                    <a:pt x="1080291" y="1063253"/>
                  </a:moveTo>
                  <a:lnTo>
                    <a:pt x="1051038" y="1088779"/>
                  </a:lnTo>
                  <a:lnTo>
                    <a:pt x="1046386" y="1112276"/>
                  </a:lnTo>
                  <a:close/>
                  <a:moveTo>
                    <a:pt x="839422" y="821613"/>
                  </a:moveTo>
                  <a:lnTo>
                    <a:pt x="877364" y="830918"/>
                  </a:lnTo>
                  <a:lnTo>
                    <a:pt x="886707" y="823725"/>
                  </a:lnTo>
                  <a:close/>
                  <a:moveTo>
                    <a:pt x="897558" y="601512"/>
                  </a:moveTo>
                  <a:lnTo>
                    <a:pt x="895915" y="588356"/>
                  </a:lnTo>
                  <a:lnTo>
                    <a:pt x="848737" y="603221"/>
                  </a:lnTo>
                  <a:close/>
                  <a:moveTo>
                    <a:pt x="897558" y="601512"/>
                  </a:moveTo>
                  <a:lnTo>
                    <a:pt x="903382" y="600259"/>
                  </a:lnTo>
                  <a:lnTo>
                    <a:pt x="895915" y="588356"/>
                  </a:lnTo>
                  <a:close/>
                  <a:moveTo>
                    <a:pt x="1148514" y="873849"/>
                  </a:moveTo>
                  <a:lnTo>
                    <a:pt x="1179472" y="837964"/>
                  </a:lnTo>
                  <a:lnTo>
                    <a:pt x="1156893" y="865402"/>
                  </a:lnTo>
                  <a:close/>
                  <a:moveTo>
                    <a:pt x="740915" y="276439"/>
                  </a:moveTo>
                  <a:lnTo>
                    <a:pt x="690559" y="279394"/>
                  </a:lnTo>
                  <a:lnTo>
                    <a:pt x="758475" y="288941"/>
                  </a:lnTo>
                  <a:close/>
                  <a:moveTo>
                    <a:pt x="1187092" y="831769"/>
                  </a:moveTo>
                  <a:lnTo>
                    <a:pt x="1259060" y="811242"/>
                  </a:lnTo>
                  <a:lnTo>
                    <a:pt x="1189365" y="767178"/>
                  </a:lnTo>
                  <a:close/>
                  <a:moveTo>
                    <a:pt x="1145217" y="765087"/>
                  </a:moveTo>
                  <a:lnTo>
                    <a:pt x="1183251" y="709406"/>
                  </a:lnTo>
                  <a:lnTo>
                    <a:pt x="1116853" y="725404"/>
                  </a:lnTo>
                  <a:close/>
                  <a:moveTo>
                    <a:pt x="1064641" y="729869"/>
                  </a:moveTo>
                  <a:lnTo>
                    <a:pt x="1116853" y="725404"/>
                  </a:lnTo>
                  <a:lnTo>
                    <a:pt x="1105844" y="714315"/>
                  </a:lnTo>
                  <a:close/>
                  <a:moveTo>
                    <a:pt x="1116853" y="725404"/>
                  </a:moveTo>
                  <a:lnTo>
                    <a:pt x="1183251" y="709406"/>
                  </a:lnTo>
                  <a:lnTo>
                    <a:pt x="1146144" y="690312"/>
                  </a:lnTo>
                  <a:close/>
                  <a:moveTo>
                    <a:pt x="803974" y="350658"/>
                  </a:moveTo>
                  <a:lnTo>
                    <a:pt x="854585" y="338705"/>
                  </a:lnTo>
                  <a:lnTo>
                    <a:pt x="817305" y="315060"/>
                  </a:lnTo>
                  <a:close/>
                  <a:moveTo>
                    <a:pt x="803974" y="350658"/>
                  </a:moveTo>
                  <a:lnTo>
                    <a:pt x="817305" y="315060"/>
                  </a:lnTo>
                  <a:lnTo>
                    <a:pt x="779066" y="308165"/>
                  </a:lnTo>
                  <a:close/>
                  <a:moveTo>
                    <a:pt x="720042" y="318168"/>
                  </a:moveTo>
                  <a:lnTo>
                    <a:pt x="779066" y="308165"/>
                  </a:lnTo>
                  <a:lnTo>
                    <a:pt x="758475" y="288941"/>
                  </a:lnTo>
                  <a:close/>
                  <a:moveTo>
                    <a:pt x="779066" y="308165"/>
                  </a:moveTo>
                  <a:lnTo>
                    <a:pt x="810500" y="308780"/>
                  </a:lnTo>
                  <a:lnTo>
                    <a:pt x="758475" y="288941"/>
                  </a:lnTo>
                  <a:close/>
                  <a:moveTo>
                    <a:pt x="779066" y="308165"/>
                  </a:moveTo>
                  <a:lnTo>
                    <a:pt x="817305" y="315060"/>
                  </a:lnTo>
                  <a:lnTo>
                    <a:pt x="810500" y="308780"/>
                  </a:lnTo>
                  <a:close/>
                  <a:moveTo>
                    <a:pt x="1349027" y="838825"/>
                  </a:moveTo>
                  <a:lnTo>
                    <a:pt x="1319852" y="799802"/>
                  </a:lnTo>
                  <a:lnTo>
                    <a:pt x="1291562" y="847562"/>
                  </a:lnTo>
                  <a:close/>
                  <a:moveTo>
                    <a:pt x="1349027" y="838825"/>
                  </a:moveTo>
                  <a:lnTo>
                    <a:pt x="1368679" y="798089"/>
                  </a:lnTo>
                  <a:lnTo>
                    <a:pt x="1319852" y="799802"/>
                  </a:lnTo>
                  <a:close/>
                  <a:moveTo>
                    <a:pt x="864490" y="339442"/>
                  </a:moveTo>
                  <a:lnTo>
                    <a:pt x="868835" y="345925"/>
                  </a:lnTo>
                  <a:lnTo>
                    <a:pt x="854585" y="338705"/>
                  </a:lnTo>
                  <a:close/>
                  <a:moveTo>
                    <a:pt x="1258674" y="531665"/>
                  </a:moveTo>
                  <a:lnTo>
                    <a:pt x="1235131" y="503883"/>
                  </a:lnTo>
                  <a:lnTo>
                    <a:pt x="1262037" y="557850"/>
                  </a:lnTo>
                  <a:close/>
                  <a:moveTo>
                    <a:pt x="1262037" y="557850"/>
                  </a:moveTo>
                  <a:lnTo>
                    <a:pt x="1235131" y="503883"/>
                  </a:lnTo>
                  <a:lnTo>
                    <a:pt x="1196456" y="510442"/>
                  </a:lnTo>
                  <a:close/>
                  <a:moveTo>
                    <a:pt x="1262037" y="557850"/>
                  </a:moveTo>
                  <a:lnTo>
                    <a:pt x="1196456" y="510442"/>
                  </a:lnTo>
                  <a:lnTo>
                    <a:pt x="1217460" y="556109"/>
                  </a:lnTo>
                  <a:close/>
                  <a:moveTo>
                    <a:pt x="1262037" y="557850"/>
                  </a:moveTo>
                  <a:lnTo>
                    <a:pt x="1274957" y="555420"/>
                  </a:lnTo>
                  <a:lnTo>
                    <a:pt x="1258674" y="531665"/>
                  </a:lnTo>
                  <a:close/>
                  <a:moveTo>
                    <a:pt x="1244632" y="479168"/>
                  </a:moveTo>
                  <a:lnTo>
                    <a:pt x="1175579" y="476441"/>
                  </a:lnTo>
                  <a:lnTo>
                    <a:pt x="1196456" y="510442"/>
                  </a:lnTo>
                  <a:close/>
                  <a:moveTo>
                    <a:pt x="1350536" y="565547"/>
                  </a:moveTo>
                  <a:lnTo>
                    <a:pt x="1327733" y="542423"/>
                  </a:lnTo>
                  <a:lnTo>
                    <a:pt x="1274957" y="555420"/>
                  </a:lnTo>
                  <a:close/>
                  <a:moveTo>
                    <a:pt x="1327733" y="542423"/>
                  </a:moveTo>
                  <a:lnTo>
                    <a:pt x="1258674" y="531665"/>
                  </a:lnTo>
                  <a:lnTo>
                    <a:pt x="1274957" y="555420"/>
                  </a:lnTo>
                  <a:close/>
                  <a:moveTo>
                    <a:pt x="1259799" y="496927"/>
                  </a:moveTo>
                  <a:lnTo>
                    <a:pt x="1258674" y="531665"/>
                  </a:lnTo>
                  <a:lnTo>
                    <a:pt x="1327733" y="542423"/>
                  </a:lnTo>
                  <a:close/>
                  <a:moveTo>
                    <a:pt x="1327733" y="542423"/>
                  </a:moveTo>
                  <a:lnTo>
                    <a:pt x="1374300" y="542548"/>
                  </a:lnTo>
                  <a:lnTo>
                    <a:pt x="1369421" y="483771"/>
                  </a:lnTo>
                  <a:close/>
                  <a:moveTo>
                    <a:pt x="1235131" y="503883"/>
                  </a:moveTo>
                  <a:lnTo>
                    <a:pt x="1258674" y="531665"/>
                  </a:lnTo>
                  <a:lnTo>
                    <a:pt x="1259799" y="496927"/>
                  </a:lnTo>
                  <a:close/>
                  <a:moveTo>
                    <a:pt x="1100987" y="173617"/>
                  </a:moveTo>
                  <a:lnTo>
                    <a:pt x="1057582" y="194664"/>
                  </a:lnTo>
                  <a:lnTo>
                    <a:pt x="1105238" y="172448"/>
                  </a:lnTo>
                  <a:close/>
                  <a:moveTo>
                    <a:pt x="1105238" y="172448"/>
                  </a:moveTo>
                  <a:lnTo>
                    <a:pt x="1057582" y="194664"/>
                  </a:lnTo>
                  <a:lnTo>
                    <a:pt x="1040717" y="240792"/>
                  </a:lnTo>
                  <a:close/>
                  <a:moveTo>
                    <a:pt x="1105238" y="172448"/>
                  </a:moveTo>
                  <a:lnTo>
                    <a:pt x="1040717" y="240792"/>
                  </a:lnTo>
                  <a:lnTo>
                    <a:pt x="1064457" y="194653"/>
                  </a:lnTo>
                  <a:close/>
                  <a:moveTo>
                    <a:pt x="1063018" y="119033"/>
                  </a:moveTo>
                  <a:lnTo>
                    <a:pt x="1057582" y="194664"/>
                  </a:lnTo>
                  <a:lnTo>
                    <a:pt x="1104206" y="168588"/>
                  </a:lnTo>
                  <a:close/>
                  <a:moveTo>
                    <a:pt x="1104206" y="168588"/>
                  </a:moveTo>
                  <a:lnTo>
                    <a:pt x="1057582" y="194664"/>
                  </a:lnTo>
                  <a:lnTo>
                    <a:pt x="1100987" y="173617"/>
                  </a:lnTo>
                  <a:close/>
                  <a:moveTo>
                    <a:pt x="1386101" y="479789"/>
                  </a:moveTo>
                  <a:lnTo>
                    <a:pt x="1461705" y="507232"/>
                  </a:lnTo>
                  <a:lnTo>
                    <a:pt x="1431561" y="455696"/>
                  </a:lnTo>
                  <a:close/>
                  <a:moveTo>
                    <a:pt x="1186774" y="302622"/>
                  </a:moveTo>
                  <a:lnTo>
                    <a:pt x="1213810" y="308105"/>
                  </a:lnTo>
                  <a:lnTo>
                    <a:pt x="1264363" y="283137"/>
                  </a:lnTo>
                  <a:close/>
                  <a:moveTo>
                    <a:pt x="1226654" y="277050"/>
                  </a:moveTo>
                  <a:lnTo>
                    <a:pt x="1186774" y="302622"/>
                  </a:lnTo>
                  <a:lnTo>
                    <a:pt x="1264363" y="283137"/>
                  </a:lnTo>
                  <a:close/>
                  <a:moveTo>
                    <a:pt x="1104206" y="168588"/>
                  </a:moveTo>
                  <a:lnTo>
                    <a:pt x="1137339" y="170570"/>
                  </a:lnTo>
                  <a:lnTo>
                    <a:pt x="1133135" y="94939"/>
                  </a:lnTo>
                  <a:close/>
                  <a:moveTo>
                    <a:pt x="1428074" y="404159"/>
                  </a:moveTo>
                  <a:lnTo>
                    <a:pt x="1431561" y="455696"/>
                  </a:lnTo>
                  <a:lnTo>
                    <a:pt x="1461675" y="431602"/>
                  </a:lnTo>
                  <a:close/>
                  <a:moveTo>
                    <a:pt x="1459819" y="380065"/>
                  </a:moveTo>
                  <a:lnTo>
                    <a:pt x="1432096" y="386233"/>
                  </a:lnTo>
                  <a:lnTo>
                    <a:pt x="1428074" y="404159"/>
                  </a:lnTo>
                  <a:close/>
                  <a:moveTo>
                    <a:pt x="1133135" y="94939"/>
                  </a:moveTo>
                  <a:lnTo>
                    <a:pt x="1178451" y="136603"/>
                  </a:lnTo>
                  <a:lnTo>
                    <a:pt x="1189182" y="70846"/>
                  </a:lnTo>
                  <a:close/>
                  <a:moveTo>
                    <a:pt x="1327894" y="211092"/>
                  </a:moveTo>
                  <a:lnTo>
                    <a:pt x="1320153" y="225455"/>
                  </a:lnTo>
                  <a:lnTo>
                    <a:pt x="1333694" y="161120"/>
                  </a:lnTo>
                  <a:close/>
                  <a:moveTo>
                    <a:pt x="1300350" y="0"/>
                  </a:moveTo>
                  <a:lnTo>
                    <a:pt x="1243815" y="7980"/>
                  </a:lnTo>
                  <a:lnTo>
                    <a:pt x="1310438" y="10930"/>
                  </a:lnTo>
                  <a:close/>
                  <a:moveTo>
                    <a:pt x="1278065" y="42877"/>
                  </a:moveTo>
                  <a:lnTo>
                    <a:pt x="1310438" y="10930"/>
                  </a:lnTo>
                  <a:lnTo>
                    <a:pt x="1271127" y="38629"/>
                  </a:lnTo>
                  <a:close/>
                  <a:moveTo>
                    <a:pt x="1278065" y="42877"/>
                  </a:moveTo>
                  <a:lnTo>
                    <a:pt x="1332768" y="36387"/>
                  </a:lnTo>
                  <a:lnTo>
                    <a:pt x="1310438" y="1093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87" name="Output_density__4286">
              <a:extLst>
                <a:ext uri="{FF2B5EF4-FFF2-40B4-BE49-F238E27FC236}">
                  <a16:creationId xmlns:a16="http://schemas.microsoft.com/office/drawing/2014/main" id="{1512092C-444D-7577-AD34-0DFAA81A7CD4}"/>
                </a:ext>
              </a:extLst>
            </p:cNvPr>
            <p:cNvSpPr>
              <a:spLocks noGrp="1"/>
            </p:cNvSpPr>
            <p:nvPr/>
          </p:nvSpPr>
          <p:spPr>
            <a:xfrm>
              <a:off x="14791404" y="2460542"/>
              <a:ext cx="1620164" cy="1315133"/>
            </a:xfrm>
            <a:custGeom>
              <a:avLst/>
              <a:gdLst/>
              <a:ahLst/>
              <a:cxnLst/>
              <a:rect l="0" t="0" r="0" b="0"/>
              <a:pathLst>
                <a:path w="1620164" h="1315133">
                  <a:moveTo>
                    <a:pt x="52127" y="766135"/>
                  </a:moveTo>
                  <a:lnTo>
                    <a:pt x="0" y="745916"/>
                  </a:lnTo>
                  <a:lnTo>
                    <a:pt x="12305" y="752147"/>
                  </a:lnTo>
                  <a:close/>
                  <a:moveTo>
                    <a:pt x="388646" y="1182646"/>
                  </a:moveTo>
                  <a:lnTo>
                    <a:pt x="390782" y="1187804"/>
                  </a:lnTo>
                  <a:lnTo>
                    <a:pt x="399842" y="1192801"/>
                  </a:lnTo>
                  <a:close/>
                  <a:moveTo>
                    <a:pt x="451218" y="1210208"/>
                  </a:moveTo>
                  <a:lnTo>
                    <a:pt x="390782" y="1187804"/>
                  </a:lnTo>
                  <a:lnTo>
                    <a:pt x="419355" y="1202556"/>
                  </a:lnTo>
                  <a:close/>
                  <a:moveTo>
                    <a:pt x="451218" y="1210208"/>
                  </a:moveTo>
                  <a:lnTo>
                    <a:pt x="399842" y="1192801"/>
                  </a:lnTo>
                  <a:lnTo>
                    <a:pt x="390782" y="1187804"/>
                  </a:lnTo>
                  <a:close/>
                  <a:moveTo>
                    <a:pt x="112215" y="821889"/>
                  </a:moveTo>
                  <a:lnTo>
                    <a:pt x="112888" y="822598"/>
                  </a:lnTo>
                  <a:lnTo>
                    <a:pt x="114343" y="824072"/>
                  </a:lnTo>
                  <a:close/>
                  <a:moveTo>
                    <a:pt x="112215" y="821889"/>
                  </a:moveTo>
                  <a:lnTo>
                    <a:pt x="57199" y="770353"/>
                  </a:lnTo>
                  <a:lnTo>
                    <a:pt x="81178" y="785634"/>
                  </a:lnTo>
                  <a:close/>
                  <a:moveTo>
                    <a:pt x="500210" y="1218705"/>
                  </a:moveTo>
                  <a:lnTo>
                    <a:pt x="578386" y="1201415"/>
                  </a:lnTo>
                  <a:lnTo>
                    <a:pt x="528058" y="1187924"/>
                  </a:lnTo>
                  <a:close/>
                  <a:moveTo>
                    <a:pt x="399842" y="1192801"/>
                  </a:moveTo>
                  <a:lnTo>
                    <a:pt x="451218" y="1210208"/>
                  </a:lnTo>
                  <a:lnTo>
                    <a:pt x="483857" y="1197341"/>
                  </a:lnTo>
                  <a:close/>
                  <a:moveTo>
                    <a:pt x="57199" y="770353"/>
                  </a:moveTo>
                  <a:lnTo>
                    <a:pt x="112215" y="821889"/>
                  </a:lnTo>
                  <a:lnTo>
                    <a:pt x="58171" y="766356"/>
                  </a:lnTo>
                  <a:close/>
                  <a:moveTo>
                    <a:pt x="52127" y="766135"/>
                  </a:moveTo>
                  <a:lnTo>
                    <a:pt x="57199" y="770353"/>
                  </a:lnTo>
                  <a:lnTo>
                    <a:pt x="58171" y="766356"/>
                  </a:lnTo>
                  <a:close/>
                  <a:moveTo>
                    <a:pt x="679758" y="1270853"/>
                  </a:moveTo>
                  <a:lnTo>
                    <a:pt x="627589" y="1250478"/>
                  </a:lnTo>
                  <a:lnTo>
                    <a:pt x="650004" y="1294508"/>
                  </a:lnTo>
                  <a:close/>
                  <a:moveTo>
                    <a:pt x="650004" y="1294508"/>
                  </a:moveTo>
                  <a:lnTo>
                    <a:pt x="692705" y="1279484"/>
                  </a:lnTo>
                  <a:lnTo>
                    <a:pt x="679758" y="1270853"/>
                  </a:lnTo>
                  <a:close/>
                  <a:moveTo>
                    <a:pt x="578386" y="1201415"/>
                  </a:moveTo>
                  <a:lnTo>
                    <a:pt x="588928" y="1140661"/>
                  </a:lnTo>
                  <a:lnTo>
                    <a:pt x="589219" y="1134458"/>
                  </a:lnTo>
                  <a:close/>
                  <a:moveTo>
                    <a:pt x="560231" y="1173313"/>
                  </a:moveTo>
                  <a:lnTo>
                    <a:pt x="578386" y="1201415"/>
                  </a:lnTo>
                  <a:lnTo>
                    <a:pt x="589219" y="1134458"/>
                  </a:lnTo>
                  <a:close/>
                  <a:moveTo>
                    <a:pt x="528058" y="1187924"/>
                  </a:moveTo>
                  <a:lnTo>
                    <a:pt x="578386" y="1201415"/>
                  </a:lnTo>
                  <a:lnTo>
                    <a:pt x="560231" y="1173313"/>
                  </a:lnTo>
                  <a:close/>
                  <a:moveTo>
                    <a:pt x="202043" y="746259"/>
                  </a:moveTo>
                  <a:lnTo>
                    <a:pt x="190688" y="734587"/>
                  </a:lnTo>
                  <a:lnTo>
                    <a:pt x="227330" y="762259"/>
                  </a:lnTo>
                  <a:close/>
                  <a:moveTo>
                    <a:pt x="202043" y="746259"/>
                  </a:moveTo>
                  <a:lnTo>
                    <a:pt x="192711" y="672600"/>
                  </a:lnTo>
                  <a:lnTo>
                    <a:pt x="190688" y="734587"/>
                  </a:lnTo>
                  <a:close/>
                  <a:moveTo>
                    <a:pt x="672026" y="1173829"/>
                  </a:moveTo>
                  <a:lnTo>
                    <a:pt x="684437" y="1185994"/>
                  </a:lnTo>
                  <a:lnTo>
                    <a:pt x="722428" y="1233578"/>
                  </a:lnTo>
                  <a:close/>
                  <a:moveTo>
                    <a:pt x="589219" y="1134458"/>
                  </a:moveTo>
                  <a:lnTo>
                    <a:pt x="597071" y="1071298"/>
                  </a:lnTo>
                  <a:lnTo>
                    <a:pt x="584827" y="1058827"/>
                  </a:lnTo>
                  <a:close/>
                  <a:moveTo>
                    <a:pt x="597071" y="1071298"/>
                  </a:moveTo>
                  <a:lnTo>
                    <a:pt x="577509" y="1024459"/>
                  </a:lnTo>
                  <a:lnTo>
                    <a:pt x="584827" y="1058827"/>
                  </a:lnTo>
                  <a:close/>
                  <a:moveTo>
                    <a:pt x="795338" y="1275028"/>
                  </a:moveTo>
                  <a:lnTo>
                    <a:pt x="789099" y="1264974"/>
                  </a:lnTo>
                  <a:lnTo>
                    <a:pt x="722428" y="1233578"/>
                  </a:lnTo>
                  <a:close/>
                  <a:moveTo>
                    <a:pt x="789099" y="1264974"/>
                  </a:moveTo>
                  <a:lnTo>
                    <a:pt x="826696" y="1240880"/>
                  </a:lnTo>
                  <a:lnTo>
                    <a:pt x="752584" y="1233561"/>
                  </a:lnTo>
                  <a:close/>
                  <a:moveTo>
                    <a:pt x="889675" y="1261866"/>
                  </a:moveTo>
                  <a:lnTo>
                    <a:pt x="867841" y="1315133"/>
                  </a:lnTo>
                  <a:lnTo>
                    <a:pt x="934082" y="1253222"/>
                  </a:lnTo>
                  <a:close/>
                  <a:moveTo>
                    <a:pt x="618844" y="955754"/>
                  </a:moveTo>
                  <a:lnTo>
                    <a:pt x="605850" y="899400"/>
                  </a:lnTo>
                  <a:lnTo>
                    <a:pt x="625968" y="880124"/>
                  </a:lnTo>
                  <a:close/>
                  <a:moveTo>
                    <a:pt x="938536" y="1234576"/>
                  </a:moveTo>
                  <a:lnTo>
                    <a:pt x="889675" y="1261866"/>
                  </a:lnTo>
                  <a:lnTo>
                    <a:pt x="934082" y="1253222"/>
                  </a:lnTo>
                  <a:close/>
                  <a:moveTo>
                    <a:pt x="938536" y="1234576"/>
                  </a:moveTo>
                  <a:lnTo>
                    <a:pt x="896654" y="1230643"/>
                  </a:lnTo>
                  <a:lnTo>
                    <a:pt x="889675" y="1261866"/>
                  </a:lnTo>
                  <a:close/>
                  <a:moveTo>
                    <a:pt x="938536" y="1234576"/>
                  </a:moveTo>
                  <a:lnTo>
                    <a:pt x="934082" y="1253222"/>
                  </a:lnTo>
                  <a:lnTo>
                    <a:pt x="952477" y="1240880"/>
                  </a:lnTo>
                  <a:close/>
                  <a:moveTo>
                    <a:pt x="953466" y="1190794"/>
                  </a:moveTo>
                  <a:lnTo>
                    <a:pt x="989717" y="1168205"/>
                  </a:lnTo>
                  <a:lnTo>
                    <a:pt x="986075" y="1165249"/>
                  </a:lnTo>
                  <a:close/>
                  <a:moveTo>
                    <a:pt x="938536" y="1234576"/>
                  </a:moveTo>
                  <a:lnTo>
                    <a:pt x="974198" y="1228531"/>
                  </a:lnTo>
                  <a:lnTo>
                    <a:pt x="953466" y="1190794"/>
                  </a:lnTo>
                  <a:close/>
                  <a:moveTo>
                    <a:pt x="590460" y="825701"/>
                  </a:moveTo>
                  <a:lnTo>
                    <a:pt x="591061" y="844105"/>
                  </a:lnTo>
                  <a:lnTo>
                    <a:pt x="664879" y="865925"/>
                  </a:lnTo>
                  <a:close/>
                  <a:moveTo>
                    <a:pt x="454166" y="546827"/>
                  </a:moveTo>
                  <a:lnTo>
                    <a:pt x="454171" y="546810"/>
                  </a:lnTo>
                  <a:lnTo>
                    <a:pt x="412383" y="565191"/>
                  </a:lnTo>
                  <a:close/>
                  <a:moveTo>
                    <a:pt x="593677" y="625789"/>
                  </a:moveTo>
                  <a:lnTo>
                    <a:pt x="601384" y="628592"/>
                  </a:lnTo>
                  <a:lnTo>
                    <a:pt x="603450" y="620628"/>
                  </a:lnTo>
                  <a:close/>
                  <a:moveTo>
                    <a:pt x="441802" y="494136"/>
                  </a:moveTo>
                  <a:lnTo>
                    <a:pt x="445477" y="522716"/>
                  </a:lnTo>
                  <a:lnTo>
                    <a:pt x="423852" y="471180"/>
                  </a:lnTo>
                  <a:close/>
                  <a:moveTo>
                    <a:pt x="898321" y="978315"/>
                  </a:moveTo>
                  <a:lnTo>
                    <a:pt x="884136" y="971358"/>
                  </a:lnTo>
                  <a:lnTo>
                    <a:pt x="856537" y="935009"/>
                  </a:lnTo>
                  <a:close/>
                  <a:moveTo>
                    <a:pt x="958215" y="967605"/>
                  </a:moveTo>
                  <a:lnTo>
                    <a:pt x="961773" y="952054"/>
                  </a:lnTo>
                  <a:lnTo>
                    <a:pt x="893815" y="935009"/>
                  </a:lnTo>
                  <a:close/>
                  <a:moveTo>
                    <a:pt x="988150" y="918507"/>
                  </a:moveTo>
                  <a:lnTo>
                    <a:pt x="961773" y="952054"/>
                  </a:lnTo>
                  <a:lnTo>
                    <a:pt x="958215" y="967605"/>
                  </a:lnTo>
                  <a:close/>
                  <a:moveTo>
                    <a:pt x="988150" y="918507"/>
                  </a:moveTo>
                  <a:lnTo>
                    <a:pt x="958215" y="967605"/>
                  </a:lnTo>
                  <a:lnTo>
                    <a:pt x="1002766" y="969368"/>
                  </a:lnTo>
                  <a:close/>
                  <a:moveTo>
                    <a:pt x="778979" y="811146"/>
                  </a:moveTo>
                  <a:lnTo>
                    <a:pt x="817076" y="818156"/>
                  </a:lnTo>
                  <a:lnTo>
                    <a:pt x="788546" y="778607"/>
                  </a:lnTo>
                  <a:close/>
                  <a:moveTo>
                    <a:pt x="817076" y="818156"/>
                  </a:moveTo>
                  <a:lnTo>
                    <a:pt x="849008" y="830178"/>
                  </a:lnTo>
                  <a:lnTo>
                    <a:pt x="788546" y="778607"/>
                  </a:lnTo>
                  <a:close/>
                  <a:moveTo>
                    <a:pt x="603450" y="620628"/>
                  </a:moveTo>
                  <a:lnTo>
                    <a:pt x="619046" y="551490"/>
                  </a:lnTo>
                  <a:lnTo>
                    <a:pt x="593677" y="625789"/>
                  </a:lnTo>
                  <a:close/>
                  <a:moveTo>
                    <a:pt x="603450" y="620628"/>
                  </a:moveTo>
                  <a:lnTo>
                    <a:pt x="661044" y="555328"/>
                  </a:lnTo>
                  <a:lnTo>
                    <a:pt x="619046" y="551490"/>
                  </a:lnTo>
                  <a:close/>
                  <a:moveTo>
                    <a:pt x="661044" y="555328"/>
                  </a:moveTo>
                  <a:lnTo>
                    <a:pt x="666108" y="545318"/>
                  </a:lnTo>
                  <a:lnTo>
                    <a:pt x="619034" y="543993"/>
                  </a:lnTo>
                  <a:close/>
                  <a:moveTo>
                    <a:pt x="661044" y="555328"/>
                  </a:moveTo>
                  <a:lnTo>
                    <a:pt x="697969" y="563291"/>
                  </a:lnTo>
                  <a:lnTo>
                    <a:pt x="666108" y="545318"/>
                  </a:lnTo>
                  <a:close/>
                  <a:moveTo>
                    <a:pt x="713321" y="488067"/>
                  </a:moveTo>
                  <a:lnTo>
                    <a:pt x="714779" y="424139"/>
                  </a:lnTo>
                  <a:lnTo>
                    <a:pt x="712560" y="474528"/>
                  </a:lnTo>
                  <a:close/>
                  <a:moveTo>
                    <a:pt x="712560" y="474528"/>
                  </a:moveTo>
                  <a:lnTo>
                    <a:pt x="710541" y="422992"/>
                  </a:lnTo>
                  <a:lnTo>
                    <a:pt x="737877" y="450434"/>
                  </a:lnTo>
                  <a:close/>
                  <a:moveTo>
                    <a:pt x="1216726" y="936774"/>
                  </a:moveTo>
                  <a:lnTo>
                    <a:pt x="1268301" y="954929"/>
                  </a:lnTo>
                  <a:lnTo>
                    <a:pt x="1251828" y="943575"/>
                  </a:lnTo>
                  <a:close/>
                  <a:moveTo>
                    <a:pt x="975745" y="734493"/>
                  </a:moveTo>
                  <a:lnTo>
                    <a:pt x="1016598" y="712558"/>
                  </a:lnTo>
                  <a:lnTo>
                    <a:pt x="1044457" y="684024"/>
                  </a:lnTo>
                  <a:close/>
                  <a:moveTo>
                    <a:pt x="1307513" y="966634"/>
                  </a:moveTo>
                  <a:lnTo>
                    <a:pt x="1251828" y="943575"/>
                  </a:lnTo>
                  <a:lnTo>
                    <a:pt x="1276476" y="961519"/>
                  </a:lnTo>
                  <a:close/>
                  <a:moveTo>
                    <a:pt x="1307513" y="966634"/>
                  </a:moveTo>
                  <a:lnTo>
                    <a:pt x="1357036" y="977118"/>
                  </a:lnTo>
                  <a:lnTo>
                    <a:pt x="1386970" y="954136"/>
                  </a:lnTo>
                  <a:close/>
                  <a:moveTo>
                    <a:pt x="1407059" y="989466"/>
                  </a:moveTo>
                  <a:lnTo>
                    <a:pt x="1386970" y="954136"/>
                  </a:lnTo>
                  <a:lnTo>
                    <a:pt x="1357036" y="977118"/>
                  </a:lnTo>
                  <a:close/>
                  <a:moveTo>
                    <a:pt x="1234375" y="769535"/>
                  </a:moveTo>
                  <a:lnTo>
                    <a:pt x="1296296" y="789797"/>
                  </a:lnTo>
                  <a:lnTo>
                    <a:pt x="1252201" y="838633"/>
                  </a:lnTo>
                  <a:close/>
                  <a:moveTo>
                    <a:pt x="1195163" y="711466"/>
                  </a:moveTo>
                  <a:lnTo>
                    <a:pt x="1169729" y="665937"/>
                  </a:lnTo>
                  <a:lnTo>
                    <a:pt x="1166776" y="661024"/>
                  </a:lnTo>
                  <a:close/>
                  <a:moveTo>
                    <a:pt x="1209921" y="776432"/>
                  </a:moveTo>
                  <a:lnTo>
                    <a:pt x="1256037" y="774176"/>
                  </a:lnTo>
                  <a:lnTo>
                    <a:pt x="1234375" y="769535"/>
                  </a:lnTo>
                  <a:close/>
                  <a:moveTo>
                    <a:pt x="998618" y="326616"/>
                  </a:moveTo>
                  <a:lnTo>
                    <a:pt x="983984" y="294466"/>
                  </a:lnTo>
                  <a:lnTo>
                    <a:pt x="1000895" y="343461"/>
                  </a:lnTo>
                  <a:close/>
                  <a:moveTo>
                    <a:pt x="1390272" y="831580"/>
                  </a:moveTo>
                  <a:lnTo>
                    <a:pt x="1434149" y="820953"/>
                  </a:lnTo>
                  <a:lnTo>
                    <a:pt x="1466783" y="808067"/>
                  </a:lnTo>
                  <a:close/>
                  <a:moveTo>
                    <a:pt x="1510784" y="822234"/>
                  </a:moveTo>
                  <a:lnTo>
                    <a:pt x="1511983" y="817888"/>
                  </a:lnTo>
                  <a:lnTo>
                    <a:pt x="1482893" y="828522"/>
                  </a:lnTo>
                  <a:close/>
                  <a:moveTo>
                    <a:pt x="1367430" y="674585"/>
                  </a:moveTo>
                  <a:lnTo>
                    <a:pt x="1389170" y="692559"/>
                  </a:lnTo>
                  <a:lnTo>
                    <a:pt x="1377527" y="738909"/>
                  </a:lnTo>
                  <a:close/>
                  <a:moveTo>
                    <a:pt x="1511983" y="817888"/>
                  </a:moveTo>
                  <a:lnTo>
                    <a:pt x="1510784" y="822234"/>
                  </a:lnTo>
                  <a:lnTo>
                    <a:pt x="1516421" y="818977"/>
                  </a:lnTo>
                  <a:close/>
                  <a:moveTo>
                    <a:pt x="1566562" y="831770"/>
                  </a:moveTo>
                  <a:lnTo>
                    <a:pt x="1510784" y="822234"/>
                  </a:lnTo>
                  <a:lnTo>
                    <a:pt x="1536944" y="838949"/>
                  </a:lnTo>
                  <a:close/>
                  <a:moveTo>
                    <a:pt x="1566562" y="831770"/>
                  </a:moveTo>
                  <a:lnTo>
                    <a:pt x="1516421" y="818977"/>
                  </a:lnTo>
                  <a:lnTo>
                    <a:pt x="1510784" y="822234"/>
                  </a:lnTo>
                  <a:close/>
                  <a:moveTo>
                    <a:pt x="1511983" y="817888"/>
                  </a:moveTo>
                  <a:lnTo>
                    <a:pt x="1516421" y="818977"/>
                  </a:lnTo>
                  <a:lnTo>
                    <a:pt x="1518210" y="816197"/>
                  </a:lnTo>
                  <a:close/>
                  <a:moveTo>
                    <a:pt x="1574982" y="808024"/>
                  </a:moveTo>
                  <a:lnTo>
                    <a:pt x="1516421" y="818977"/>
                  </a:lnTo>
                  <a:lnTo>
                    <a:pt x="1566562" y="831770"/>
                  </a:lnTo>
                  <a:close/>
                  <a:moveTo>
                    <a:pt x="1574982" y="808024"/>
                  </a:moveTo>
                  <a:lnTo>
                    <a:pt x="1518210" y="816197"/>
                  </a:lnTo>
                  <a:lnTo>
                    <a:pt x="1516421" y="818977"/>
                  </a:lnTo>
                  <a:close/>
                  <a:moveTo>
                    <a:pt x="1518210" y="816197"/>
                  </a:moveTo>
                  <a:lnTo>
                    <a:pt x="1574982" y="808024"/>
                  </a:lnTo>
                  <a:lnTo>
                    <a:pt x="1541577" y="778133"/>
                  </a:lnTo>
                  <a:close/>
                  <a:moveTo>
                    <a:pt x="1574982" y="808024"/>
                  </a:moveTo>
                  <a:lnTo>
                    <a:pt x="1582354" y="755913"/>
                  </a:lnTo>
                  <a:lnTo>
                    <a:pt x="1541577" y="778133"/>
                  </a:lnTo>
                  <a:close/>
                  <a:moveTo>
                    <a:pt x="1617351" y="811562"/>
                  </a:moveTo>
                  <a:lnTo>
                    <a:pt x="1574982" y="808024"/>
                  </a:lnTo>
                  <a:lnTo>
                    <a:pt x="1566562" y="831770"/>
                  </a:lnTo>
                  <a:close/>
                  <a:moveTo>
                    <a:pt x="1620164" y="746531"/>
                  </a:moveTo>
                  <a:lnTo>
                    <a:pt x="1574982" y="808024"/>
                  </a:lnTo>
                  <a:lnTo>
                    <a:pt x="1617351" y="811562"/>
                  </a:lnTo>
                  <a:close/>
                  <a:moveTo>
                    <a:pt x="1316571" y="326002"/>
                  </a:moveTo>
                  <a:lnTo>
                    <a:pt x="1358811" y="357408"/>
                  </a:lnTo>
                  <a:lnTo>
                    <a:pt x="1308992" y="307655"/>
                  </a:lnTo>
                  <a:close/>
                  <a:moveTo>
                    <a:pt x="1300591" y="254334"/>
                  </a:moveTo>
                  <a:lnTo>
                    <a:pt x="1300600" y="266290"/>
                  </a:lnTo>
                  <a:lnTo>
                    <a:pt x="1336055" y="260893"/>
                  </a:lnTo>
                  <a:close/>
                  <a:moveTo>
                    <a:pt x="1308442" y="25812"/>
                  </a:moveTo>
                  <a:lnTo>
                    <a:pt x="1302366" y="62070"/>
                  </a:lnTo>
                  <a:lnTo>
                    <a:pt x="1315465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88" name="Output_density__4287">
              <a:extLst>
                <a:ext uri="{FF2B5EF4-FFF2-40B4-BE49-F238E27FC236}">
                  <a16:creationId xmlns:a16="http://schemas.microsoft.com/office/drawing/2014/main" id="{69D3F956-584C-91E6-4B66-E3638000B631}"/>
                </a:ext>
              </a:extLst>
            </p:cNvPr>
            <p:cNvSpPr>
              <a:spLocks noGrp="1"/>
            </p:cNvSpPr>
            <p:nvPr/>
          </p:nvSpPr>
          <p:spPr>
            <a:xfrm>
              <a:off x="14843531" y="2460542"/>
              <a:ext cx="1480083" cy="1315133"/>
            </a:xfrm>
            <a:custGeom>
              <a:avLst/>
              <a:gdLst/>
              <a:ahLst/>
              <a:cxnLst/>
              <a:rect l="0" t="0" r="0" b="0"/>
              <a:pathLst>
                <a:path w="1480083" h="1315133">
                  <a:moveTo>
                    <a:pt x="4519" y="743255"/>
                  </a:moveTo>
                  <a:lnTo>
                    <a:pt x="5072" y="770353"/>
                  </a:lnTo>
                  <a:lnTo>
                    <a:pt x="0" y="766135"/>
                  </a:lnTo>
                  <a:close/>
                  <a:moveTo>
                    <a:pt x="116800" y="853478"/>
                  </a:moveTo>
                  <a:lnTo>
                    <a:pt x="62216" y="824072"/>
                  </a:lnTo>
                  <a:lnTo>
                    <a:pt x="60761" y="822598"/>
                  </a:lnTo>
                  <a:close/>
                  <a:moveTo>
                    <a:pt x="399091" y="1210208"/>
                  </a:moveTo>
                  <a:lnTo>
                    <a:pt x="448083" y="1218705"/>
                  </a:lnTo>
                  <a:lnTo>
                    <a:pt x="475931" y="1187924"/>
                  </a:lnTo>
                  <a:close/>
                  <a:moveTo>
                    <a:pt x="431730" y="1197341"/>
                  </a:moveTo>
                  <a:lnTo>
                    <a:pt x="399091" y="1210208"/>
                  </a:lnTo>
                  <a:lnTo>
                    <a:pt x="475931" y="1187924"/>
                  </a:lnTo>
                  <a:close/>
                  <a:moveTo>
                    <a:pt x="640578" y="1279484"/>
                  </a:moveTo>
                  <a:lnTo>
                    <a:pt x="659920" y="1242018"/>
                  </a:lnTo>
                  <a:lnTo>
                    <a:pt x="627631" y="1270853"/>
                  </a:lnTo>
                  <a:close/>
                  <a:moveTo>
                    <a:pt x="431730" y="1197341"/>
                  </a:moveTo>
                  <a:lnTo>
                    <a:pt x="475931" y="1187924"/>
                  </a:lnTo>
                  <a:lnTo>
                    <a:pt x="508104" y="1173313"/>
                  </a:lnTo>
                  <a:close/>
                  <a:moveTo>
                    <a:pt x="537092" y="1134458"/>
                  </a:moveTo>
                  <a:lnTo>
                    <a:pt x="536801" y="1140661"/>
                  </a:lnTo>
                  <a:lnTo>
                    <a:pt x="537922" y="1110124"/>
                  </a:lnTo>
                  <a:close/>
                  <a:moveTo>
                    <a:pt x="140899" y="670629"/>
                  </a:moveTo>
                  <a:lnTo>
                    <a:pt x="140584" y="672600"/>
                  </a:lnTo>
                  <a:lnTo>
                    <a:pt x="149916" y="746259"/>
                  </a:lnTo>
                  <a:close/>
                  <a:moveTo>
                    <a:pt x="131282" y="694723"/>
                  </a:moveTo>
                  <a:lnTo>
                    <a:pt x="140899" y="670629"/>
                  </a:lnTo>
                  <a:lnTo>
                    <a:pt x="149916" y="746259"/>
                  </a:lnTo>
                  <a:close/>
                  <a:moveTo>
                    <a:pt x="537922" y="1110124"/>
                  </a:moveTo>
                  <a:lnTo>
                    <a:pt x="544944" y="1071298"/>
                  </a:lnTo>
                  <a:lnTo>
                    <a:pt x="537092" y="1134458"/>
                  </a:lnTo>
                  <a:close/>
                  <a:moveTo>
                    <a:pt x="525382" y="1024459"/>
                  </a:moveTo>
                  <a:lnTo>
                    <a:pt x="518400" y="1007291"/>
                  </a:lnTo>
                  <a:lnTo>
                    <a:pt x="532699" y="1058827"/>
                  </a:lnTo>
                  <a:close/>
                  <a:moveTo>
                    <a:pt x="525382" y="1024459"/>
                  </a:moveTo>
                  <a:lnTo>
                    <a:pt x="525888" y="961304"/>
                  </a:lnTo>
                  <a:lnTo>
                    <a:pt x="518400" y="1007291"/>
                  </a:lnTo>
                  <a:close/>
                  <a:moveTo>
                    <a:pt x="670301" y="1233578"/>
                  </a:moveTo>
                  <a:lnTo>
                    <a:pt x="736972" y="1264974"/>
                  </a:lnTo>
                  <a:lnTo>
                    <a:pt x="700457" y="1233561"/>
                  </a:lnTo>
                  <a:close/>
                  <a:moveTo>
                    <a:pt x="815714" y="1315133"/>
                  </a:moveTo>
                  <a:lnTo>
                    <a:pt x="858320" y="1299752"/>
                  </a:lnTo>
                  <a:lnTo>
                    <a:pt x="881955" y="1253222"/>
                  </a:lnTo>
                  <a:close/>
                  <a:moveTo>
                    <a:pt x="538333" y="825701"/>
                  </a:moveTo>
                  <a:lnTo>
                    <a:pt x="536538" y="764417"/>
                  </a:lnTo>
                  <a:lnTo>
                    <a:pt x="533369" y="804493"/>
                  </a:lnTo>
                  <a:close/>
                  <a:moveTo>
                    <a:pt x="536538" y="764417"/>
                  </a:moveTo>
                  <a:lnTo>
                    <a:pt x="528911" y="707875"/>
                  </a:lnTo>
                  <a:lnTo>
                    <a:pt x="517403" y="752957"/>
                  </a:lnTo>
                  <a:close/>
                  <a:moveTo>
                    <a:pt x="360256" y="565191"/>
                  </a:moveTo>
                  <a:lnTo>
                    <a:pt x="327670" y="546810"/>
                  </a:lnTo>
                  <a:lnTo>
                    <a:pt x="329626" y="585568"/>
                  </a:lnTo>
                  <a:close/>
                  <a:moveTo>
                    <a:pt x="529554" y="701420"/>
                  </a:moveTo>
                  <a:lnTo>
                    <a:pt x="549257" y="628592"/>
                  </a:lnTo>
                  <a:lnTo>
                    <a:pt x="541550" y="625789"/>
                  </a:lnTo>
                  <a:close/>
                  <a:moveTo>
                    <a:pt x="541550" y="625789"/>
                  </a:moveTo>
                  <a:lnTo>
                    <a:pt x="556454" y="639811"/>
                  </a:lnTo>
                  <a:lnTo>
                    <a:pt x="529554" y="701420"/>
                  </a:lnTo>
                  <a:close/>
                  <a:moveTo>
                    <a:pt x="549257" y="628592"/>
                  </a:moveTo>
                  <a:lnTo>
                    <a:pt x="566119" y="649883"/>
                  </a:lnTo>
                  <a:lnTo>
                    <a:pt x="551323" y="620628"/>
                  </a:lnTo>
                  <a:close/>
                  <a:moveTo>
                    <a:pt x="318238" y="408090"/>
                  </a:moveTo>
                  <a:lnTo>
                    <a:pt x="372867" y="437661"/>
                  </a:lnTo>
                  <a:lnTo>
                    <a:pt x="352076" y="423978"/>
                  </a:lnTo>
                  <a:close/>
                  <a:moveTo>
                    <a:pt x="938151" y="910915"/>
                  </a:moveTo>
                  <a:lnTo>
                    <a:pt x="909646" y="952054"/>
                  </a:lnTo>
                  <a:lnTo>
                    <a:pt x="936023" y="918507"/>
                  </a:lnTo>
                  <a:close/>
                  <a:moveTo>
                    <a:pt x="593337" y="603034"/>
                  </a:moveTo>
                  <a:lnTo>
                    <a:pt x="608917" y="555328"/>
                  </a:lnTo>
                  <a:lnTo>
                    <a:pt x="551323" y="620628"/>
                  </a:lnTo>
                  <a:close/>
                  <a:moveTo>
                    <a:pt x="566919" y="551490"/>
                  </a:moveTo>
                  <a:lnTo>
                    <a:pt x="608917" y="555328"/>
                  </a:lnTo>
                  <a:lnTo>
                    <a:pt x="566907" y="543993"/>
                  </a:lnTo>
                  <a:close/>
                  <a:moveTo>
                    <a:pt x="640579" y="509863"/>
                  </a:moveTo>
                  <a:lnTo>
                    <a:pt x="566907" y="543993"/>
                  </a:lnTo>
                  <a:lnTo>
                    <a:pt x="613981" y="545318"/>
                  </a:lnTo>
                  <a:close/>
                  <a:moveTo>
                    <a:pt x="613981" y="545318"/>
                  </a:moveTo>
                  <a:lnTo>
                    <a:pt x="655732" y="526741"/>
                  </a:lnTo>
                  <a:lnTo>
                    <a:pt x="640579" y="509863"/>
                  </a:lnTo>
                  <a:close/>
                  <a:moveTo>
                    <a:pt x="1216174" y="954929"/>
                  </a:moveTo>
                  <a:lnTo>
                    <a:pt x="1224349" y="961519"/>
                  </a:lnTo>
                  <a:lnTo>
                    <a:pt x="1199701" y="943575"/>
                  </a:lnTo>
                  <a:close/>
                  <a:moveTo>
                    <a:pt x="799478" y="445033"/>
                  </a:moveTo>
                  <a:lnTo>
                    <a:pt x="873470" y="412096"/>
                  </a:lnTo>
                  <a:lnTo>
                    <a:pt x="828130" y="417254"/>
                  </a:lnTo>
                  <a:close/>
                  <a:moveTo>
                    <a:pt x="1304909" y="977118"/>
                  </a:moveTo>
                  <a:lnTo>
                    <a:pt x="1255386" y="966634"/>
                  </a:lnTo>
                  <a:lnTo>
                    <a:pt x="1224349" y="961519"/>
                  </a:lnTo>
                  <a:close/>
                  <a:moveTo>
                    <a:pt x="1220822" y="776157"/>
                  </a:moveTo>
                  <a:lnTo>
                    <a:pt x="1244169" y="789797"/>
                  </a:lnTo>
                  <a:lnTo>
                    <a:pt x="1182248" y="769535"/>
                  </a:lnTo>
                  <a:close/>
                  <a:moveTo>
                    <a:pt x="1203910" y="774176"/>
                  </a:moveTo>
                  <a:lnTo>
                    <a:pt x="1220822" y="776157"/>
                  </a:lnTo>
                  <a:lnTo>
                    <a:pt x="1182248" y="769535"/>
                  </a:lnTo>
                  <a:close/>
                  <a:moveTo>
                    <a:pt x="828130" y="417254"/>
                  </a:moveTo>
                  <a:lnTo>
                    <a:pt x="873470" y="412096"/>
                  </a:lnTo>
                  <a:lnTo>
                    <a:pt x="882068" y="350710"/>
                  </a:lnTo>
                  <a:close/>
                  <a:moveTo>
                    <a:pt x="1121724" y="655272"/>
                  </a:moveTo>
                  <a:lnTo>
                    <a:pt x="1117602" y="665937"/>
                  </a:lnTo>
                  <a:lnTo>
                    <a:pt x="1191551" y="635835"/>
                  </a:lnTo>
                  <a:close/>
                  <a:moveTo>
                    <a:pt x="1430766" y="828522"/>
                  </a:moveTo>
                  <a:lnTo>
                    <a:pt x="1459856" y="817888"/>
                  </a:lnTo>
                  <a:lnTo>
                    <a:pt x="1414656" y="808067"/>
                  </a:lnTo>
                  <a:close/>
                  <a:moveTo>
                    <a:pt x="1430766" y="828522"/>
                  </a:moveTo>
                  <a:lnTo>
                    <a:pt x="1414656" y="808067"/>
                  </a:lnTo>
                  <a:lnTo>
                    <a:pt x="1382022" y="820953"/>
                  </a:lnTo>
                  <a:close/>
                  <a:moveTo>
                    <a:pt x="1430766" y="828522"/>
                  </a:moveTo>
                  <a:lnTo>
                    <a:pt x="1480083" y="838234"/>
                  </a:lnTo>
                  <a:lnTo>
                    <a:pt x="1458657" y="822234"/>
                  </a:lnTo>
                  <a:close/>
                  <a:moveTo>
                    <a:pt x="1356716" y="678899"/>
                  </a:moveTo>
                  <a:lnTo>
                    <a:pt x="1315303" y="674585"/>
                  </a:lnTo>
                  <a:lnTo>
                    <a:pt x="1325400" y="738909"/>
                  </a:lnTo>
                  <a:close/>
                  <a:moveTo>
                    <a:pt x="1215731" y="584299"/>
                  </a:moveTo>
                  <a:lnTo>
                    <a:pt x="1222514" y="573932"/>
                  </a:lnTo>
                  <a:lnTo>
                    <a:pt x="1208551" y="560205"/>
                  </a:lnTo>
                  <a:close/>
                  <a:moveTo>
                    <a:pt x="1152113" y="480320"/>
                  </a:moveTo>
                  <a:lnTo>
                    <a:pt x="1163391" y="457132"/>
                  </a:lnTo>
                  <a:lnTo>
                    <a:pt x="1142578" y="489518"/>
                  </a:lnTo>
                  <a:close/>
                  <a:moveTo>
                    <a:pt x="1202741" y="404884"/>
                  </a:moveTo>
                  <a:lnTo>
                    <a:pt x="1178087" y="447604"/>
                  </a:lnTo>
                  <a:lnTo>
                    <a:pt x="1252850" y="417556"/>
                  </a:lnTo>
                  <a:close/>
                  <a:moveTo>
                    <a:pt x="1252850" y="417556"/>
                  </a:moveTo>
                  <a:lnTo>
                    <a:pt x="1221887" y="436688"/>
                  </a:lnTo>
                  <a:lnTo>
                    <a:pt x="1291766" y="388379"/>
                  </a:lnTo>
                  <a:close/>
                  <a:moveTo>
                    <a:pt x="1291766" y="388379"/>
                  </a:moveTo>
                  <a:lnTo>
                    <a:pt x="1351504" y="369423"/>
                  </a:lnTo>
                  <a:lnTo>
                    <a:pt x="1304982" y="369262"/>
                  </a:lnTo>
                  <a:close/>
                  <a:moveTo>
                    <a:pt x="1310209" y="176783"/>
                  </a:moveTo>
                  <a:lnTo>
                    <a:pt x="1304767" y="178704"/>
                  </a:lnTo>
                  <a:lnTo>
                    <a:pt x="1307650" y="177965"/>
                  </a:lnTo>
                  <a:close/>
                  <a:moveTo>
                    <a:pt x="1360950" y="202569"/>
                  </a:moveTo>
                  <a:lnTo>
                    <a:pt x="1310209" y="176783"/>
                  </a:lnTo>
                  <a:lnTo>
                    <a:pt x="1309201" y="178704"/>
                  </a:lnTo>
                  <a:close/>
                  <a:moveTo>
                    <a:pt x="1307650" y="177965"/>
                  </a:moveTo>
                  <a:lnTo>
                    <a:pt x="1309201" y="178704"/>
                  </a:lnTo>
                  <a:lnTo>
                    <a:pt x="1310209" y="176783"/>
                  </a:lnTo>
                  <a:close/>
                  <a:moveTo>
                    <a:pt x="1263338" y="0"/>
                  </a:moveTo>
                  <a:lnTo>
                    <a:pt x="1285704" y="791"/>
                  </a:lnTo>
                  <a:lnTo>
                    <a:pt x="1256315" y="2581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289" name="Output_density__4288">
              <a:extLst>
                <a:ext uri="{FF2B5EF4-FFF2-40B4-BE49-F238E27FC236}">
                  <a16:creationId xmlns:a16="http://schemas.microsoft.com/office/drawing/2014/main" id="{4A4BEB1C-9702-A10B-CFB5-4E4F449156BF}"/>
                </a:ext>
              </a:extLst>
            </p:cNvPr>
            <p:cNvSpPr>
              <a:spLocks noGrp="1"/>
            </p:cNvSpPr>
            <p:nvPr/>
          </p:nvSpPr>
          <p:spPr>
            <a:xfrm>
              <a:off x="14982092" y="2288475"/>
              <a:ext cx="1567438" cy="1487200"/>
            </a:xfrm>
            <a:custGeom>
              <a:avLst/>
              <a:gdLst/>
              <a:ahLst/>
              <a:cxnLst/>
              <a:rect l="0" t="0" r="0" b="0"/>
              <a:pathLst>
                <a:path w="1567438" h="1487200">
                  <a:moveTo>
                    <a:pt x="197958" y="1354713"/>
                  </a:moveTo>
                  <a:lnTo>
                    <a:pt x="175234" y="1317339"/>
                  </a:lnTo>
                  <a:lnTo>
                    <a:pt x="200094" y="1359871"/>
                  </a:lnTo>
                  <a:close/>
                  <a:moveTo>
                    <a:pt x="459317" y="1466575"/>
                  </a:moveTo>
                  <a:lnTo>
                    <a:pt x="417770" y="1422337"/>
                  </a:lnTo>
                  <a:lnTo>
                    <a:pt x="416236" y="1433692"/>
                  </a:lnTo>
                  <a:close/>
                  <a:moveTo>
                    <a:pt x="436902" y="1422546"/>
                  </a:moveTo>
                  <a:lnTo>
                    <a:pt x="417770" y="1422337"/>
                  </a:lnTo>
                  <a:lnTo>
                    <a:pt x="459317" y="1466575"/>
                  </a:lnTo>
                  <a:close/>
                  <a:moveTo>
                    <a:pt x="457184" y="1365533"/>
                  </a:moveTo>
                  <a:lnTo>
                    <a:pt x="469459" y="1369595"/>
                  </a:lnTo>
                  <a:lnTo>
                    <a:pt x="521359" y="1414085"/>
                  </a:lnTo>
                  <a:close/>
                  <a:moveTo>
                    <a:pt x="398240" y="1312728"/>
                  </a:moveTo>
                  <a:lnTo>
                    <a:pt x="449126" y="1309341"/>
                  </a:lnTo>
                  <a:lnTo>
                    <a:pt x="399362" y="1282191"/>
                  </a:lnTo>
                  <a:close/>
                  <a:moveTo>
                    <a:pt x="36642" y="934326"/>
                  </a:moveTo>
                  <a:lnTo>
                    <a:pt x="0" y="906655"/>
                  </a:lnTo>
                  <a:lnTo>
                    <a:pt x="20431" y="913494"/>
                  </a:lnTo>
                  <a:close/>
                  <a:moveTo>
                    <a:pt x="399362" y="1282191"/>
                  </a:moveTo>
                  <a:lnTo>
                    <a:pt x="476905" y="1286758"/>
                  </a:lnTo>
                  <a:lnTo>
                    <a:pt x="445482" y="1230895"/>
                  </a:lnTo>
                  <a:close/>
                  <a:moveTo>
                    <a:pt x="448870" y="1292619"/>
                  </a:moveTo>
                  <a:lnTo>
                    <a:pt x="476905" y="1286758"/>
                  </a:lnTo>
                  <a:lnTo>
                    <a:pt x="399362" y="1282191"/>
                  </a:lnTo>
                  <a:close/>
                  <a:moveTo>
                    <a:pt x="445482" y="1230895"/>
                  </a:moveTo>
                  <a:lnTo>
                    <a:pt x="406383" y="1243365"/>
                  </a:lnTo>
                  <a:lnTo>
                    <a:pt x="399362" y="1282191"/>
                  </a:lnTo>
                  <a:close/>
                  <a:moveTo>
                    <a:pt x="598411" y="1437041"/>
                  </a:moveTo>
                  <a:lnTo>
                    <a:pt x="604651" y="1447096"/>
                  </a:lnTo>
                  <a:lnTo>
                    <a:pt x="622352" y="1456986"/>
                  </a:lnTo>
                  <a:close/>
                  <a:moveTo>
                    <a:pt x="677153" y="1487200"/>
                  </a:moveTo>
                  <a:lnTo>
                    <a:pt x="622352" y="1456986"/>
                  </a:lnTo>
                  <a:lnTo>
                    <a:pt x="604651" y="1447096"/>
                  </a:lnTo>
                  <a:close/>
                  <a:moveTo>
                    <a:pt x="636008" y="1412947"/>
                  </a:moveTo>
                  <a:lnTo>
                    <a:pt x="598411" y="1437041"/>
                  </a:lnTo>
                  <a:lnTo>
                    <a:pt x="622352" y="1456986"/>
                  </a:lnTo>
                  <a:close/>
                  <a:moveTo>
                    <a:pt x="622352" y="1456986"/>
                  </a:moveTo>
                  <a:lnTo>
                    <a:pt x="677153" y="1487200"/>
                  </a:lnTo>
                  <a:lnTo>
                    <a:pt x="698987" y="1433934"/>
                  </a:lnTo>
                  <a:close/>
                  <a:moveTo>
                    <a:pt x="648458" y="1419690"/>
                  </a:moveTo>
                  <a:lnTo>
                    <a:pt x="622352" y="1456986"/>
                  </a:lnTo>
                  <a:lnTo>
                    <a:pt x="698987" y="1433934"/>
                  </a:lnTo>
                  <a:close/>
                  <a:moveTo>
                    <a:pt x="705966" y="1402710"/>
                  </a:moveTo>
                  <a:lnTo>
                    <a:pt x="747848" y="1406643"/>
                  </a:lnTo>
                  <a:lnTo>
                    <a:pt x="713234" y="1352301"/>
                  </a:lnTo>
                  <a:close/>
                  <a:moveTo>
                    <a:pt x="747848" y="1406643"/>
                  </a:moveTo>
                  <a:lnTo>
                    <a:pt x="762778" y="1362862"/>
                  </a:lnTo>
                  <a:lnTo>
                    <a:pt x="713234" y="1352301"/>
                  </a:lnTo>
                  <a:close/>
                  <a:moveTo>
                    <a:pt x="631964" y="1236662"/>
                  </a:moveTo>
                  <a:lnTo>
                    <a:pt x="655873" y="1234244"/>
                  </a:lnTo>
                  <a:lnTo>
                    <a:pt x="633543" y="1229026"/>
                  </a:lnTo>
                  <a:close/>
                  <a:moveTo>
                    <a:pt x="624444" y="1234244"/>
                  </a:moveTo>
                  <a:lnTo>
                    <a:pt x="631964" y="1236662"/>
                  </a:lnTo>
                  <a:lnTo>
                    <a:pt x="633543" y="1229026"/>
                  </a:lnTo>
                  <a:close/>
                  <a:moveTo>
                    <a:pt x="474191" y="1037992"/>
                  </a:moveTo>
                  <a:lnTo>
                    <a:pt x="400373" y="1016173"/>
                  </a:lnTo>
                  <a:lnTo>
                    <a:pt x="435280" y="1052191"/>
                  </a:lnTo>
                  <a:close/>
                  <a:moveTo>
                    <a:pt x="399772" y="997769"/>
                  </a:moveTo>
                  <a:lnTo>
                    <a:pt x="462889" y="984438"/>
                  </a:lnTo>
                  <a:lnTo>
                    <a:pt x="455745" y="927503"/>
                  </a:lnTo>
                  <a:close/>
                  <a:moveTo>
                    <a:pt x="399772" y="997769"/>
                  </a:moveTo>
                  <a:lnTo>
                    <a:pt x="455745" y="927503"/>
                  </a:lnTo>
                  <a:lnTo>
                    <a:pt x="397978" y="936485"/>
                  </a:lnTo>
                  <a:close/>
                  <a:moveTo>
                    <a:pt x="191065" y="757635"/>
                  </a:moveTo>
                  <a:lnTo>
                    <a:pt x="237929" y="794508"/>
                  </a:lnTo>
                  <a:lnTo>
                    <a:pt x="221696" y="737258"/>
                  </a:lnTo>
                  <a:close/>
                  <a:moveTo>
                    <a:pt x="221696" y="737258"/>
                  </a:moveTo>
                  <a:lnTo>
                    <a:pt x="237929" y="794508"/>
                  </a:lnTo>
                  <a:lnTo>
                    <a:pt x="263478" y="718895"/>
                  </a:lnTo>
                  <a:close/>
                  <a:moveTo>
                    <a:pt x="263478" y="718895"/>
                  </a:moveTo>
                  <a:lnTo>
                    <a:pt x="208648" y="691435"/>
                  </a:lnTo>
                  <a:lnTo>
                    <a:pt x="211111" y="697683"/>
                  </a:lnTo>
                  <a:close/>
                  <a:moveTo>
                    <a:pt x="769849" y="1326014"/>
                  </a:moveTo>
                  <a:lnTo>
                    <a:pt x="762778" y="1362862"/>
                  </a:lnTo>
                  <a:lnTo>
                    <a:pt x="795387" y="1337317"/>
                  </a:lnTo>
                  <a:close/>
                  <a:moveTo>
                    <a:pt x="769849" y="1326014"/>
                  </a:moveTo>
                  <a:lnTo>
                    <a:pt x="795387" y="1337317"/>
                  </a:lnTo>
                  <a:lnTo>
                    <a:pt x="800755" y="1276127"/>
                  </a:lnTo>
                  <a:close/>
                  <a:moveTo>
                    <a:pt x="761581" y="1269992"/>
                  </a:moveTo>
                  <a:lnTo>
                    <a:pt x="769849" y="1326014"/>
                  </a:lnTo>
                  <a:lnTo>
                    <a:pt x="800755" y="1276127"/>
                  </a:lnTo>
                  <a:close/>
                  <a:moveTo>
                    <a:pt x="761581" y="1269992"/>
                  </a:moveTo>
                  <a:lnTo>
                    <a:pt x="800755" y="1276127"/>
                  </a:lnTo>
                  <a:lnTo>
                    <a:pt x="762172" y="1225696"/>
                  </a:lnTo>
                  <a:close/>
                  <a:moveTo>
                    <a:pt x="800755" y="1276127"/>
                  </a:moveTo>
                  <a:lnTo>
                    <a:pt x="806580" y="1217052"/>
                  </a:lnTo>
                  <a:lnTo>
                    <a:pt x="762172" y="1225696"/>
                  </a:lnTo>
                  <a:close/>
                  <a:moveTo>
                    <a:pt x="693448" y="1143425"/>
                  </a:moveTo>
                  <a:lnTo>
                    <a:pt x="663993" y="1123119"/>
                  </a:lnTo>
                  <a:lnTo>
                    <a:pt x="665850" y="1107077"/>
                  </a:lnTo>
                  <a:close/>
                  <a:moveTo>
                    <a:pt x="330604" y="746320"/>
                  </a:moveTo>
                  <a:lnTo>
                    <a:pt x="263505" y="718873"/>
                  </a:lnTo>
                  <a:lnTo>
                    <a:pt x="263509" y="718878"/>
                  </a:lnTo>
                  <a:close/>
                  <a:moveTo>
                    <a:pt x="221696" y="737258"/>
                  </a:moveTo>
                  <a:lnTo>
                    <a:pt x="263483" y="718878"/>
                  </a:lnTo>
                  <a:lnTo>
                    <a:pt x="238467" y="701246"/>
                  </a:lnTo>
                  <a:close/>
                  <a:moveTo>
                    <a:pt x="238467" y="701246"/>
                  </a:moveTo>
                  <a:lnTo>
                    <a:pt x="263483" y="718878"/>
                  </a:lnTo>
                  <a:lnTo>
                    <a:pt x="211111" y="697683"/>
                  </a:lnTo>
                  <a:close/>
                  <a:moveTo>
                    <a:pt x="234306" y="609729"/>
                  </a:moveTo>
                  <a:lnTo>
                    <a:pt x="242126" y="610768"/>
                  </a:lnTo>
                  <a:lnTo>
                    <a:pt x="213515" y="596045"/>
                  </a:lnTo>
                  <a:close/>
                  <a:moveTo>
                    <a:pt x="767527" y="1139672"/>
                  </a:moveTo>
                  <a:lnTo>
                    <a:pt x="707634" y="1150383"/>
                  </a:lnTo>
                  <a:lnTo>
                    <a:pt x="764328" y="1205016"/>
                  </a:lnTo>
                  <a:close/>
                  <a:moveTo>
                    <a:pt x="807451" y="1207940"/>
                  </a:moveTo>
                  <a:lnTo>
                    <a:pt x="762172" y="1225696"/>
                  </a:lnTo>
                  <a:lnTo>
                    <a:pt x="806580" y="1217052"/>
                  </a:lnTo>
                  <a:close/>
                  <a:moveTo>
                    <a:pt x="807451" y="1207940"/>
                  </a:moveTo>
                  <a:lnTo>
                    <a:pt x="764328" y="1205016"/>
                  </a:lnTo>
                  <a:lnTo>
                    <a:pt x="762172" y="1225696"/>
                  </a:lnTo>
                  <a:close/>
                  <a:moveTo>
                    <a:pt x="764328" y="1205016"/>
                  </a:moveTo>
                  <a:lnTo>
                    <a:pt x="807451" y="1207940"/>
                  </a:lnTo>
                  <a:lnTo>
                    <a:pt x="812078" y="1141436"/>
                  </a:lnTo>
                  <a:close/>
                  <a:moveTo>
                    <a:pt x="764328" y="1205016"/>
                  </a:moveTo>
                  <a:lnTo>
                    <a:pt x="812078" y="1141436"/>
                  </a:lnTo>
                  <a:lnTo>
                    <a:pt x="767527" y="1139672"/>
                  </a:lnTo>
                  <a:close/>
                  <a:moveTo>
                    <a:pt x="707634" y="1150383"/>
                  </a:moveTo>
                  <a:lnTo>
                    <a:pt x="767527" y="1139672"/>
                  </a:lnTo>
                  <a:lnTo>
                    <a:pt x="703127" y="1107077"/>
                  </a:lnTo>
                  <a:close/>
                  <a:moveTo>
                    <a:pt x="686833" y="1041808"/>
                  </a:moveTo>
                  <a:lnTo>
                    <a:pt x="666319" y="1083246"/>
                  </a:lnTo>
                  <a:lnTo>
                    <a:pt x="678176" y="1086326"/>
                  </a:lnTo>
                  <a:close/>
                  <a:moveTo>
                    <a:pt x="634975" y="1045986"/>
                  </a:moveTo>
                  <a:lnTo>
                    <a:pt x="658320" y="1002246"/>
                  </a:lnTo>
                  <a:lnTo>
                    <a:pt x="626388" y="990223"/>
                  </a:lnTo>
                  <a:close/>
                  <a:moveTo>
                    <a:pt x="686833" y="1041808"/>
                  </a:moveTo>
                  <a:lnTo>
                    <a:pt x="691711" y="1055540"/>
                  </a:lnTo>
                  <a:lnTo>
                    <a:pt x="658320" y="1002246"/>
                  </a:lnTo>
                  <a:close/>
                  <a:moveTo>
                    <a:pt x="588291" y="983213"/>
                  </a:moveTo>
                  <a:lnTo>
                    <a:pt x="597858" y="950675"/>
                  </a:lnTo>
                  <a:lnTo>
                    <a:pt x="570021" y="935324"/>
                  </a:lnTo>
                  <a:close/>
                  <a:moveTo>
                    <a:pt x="524091" y="596207"/>
                  </a:moveTo>
                  <a:lnTo>
                    <a:pt x="519853" y="595059"/>
                  </a:lnTo>
                  <a:lnTo>
                    <a:pt x="521872" y="646596"/>
                  </a:lnTo>
                  <a:close/>
                  <a:moveTo>
                    <a:pt x="519853" y="595059"/>
                  </a:moveTo>
                  <a:lnTo>
                    <a:pt x="507172" y="571979"/>
                  </a:lnTo>
                  <a:lnTo>
                    <a:pt x="547190" y="622502"/>
                  </a:lnTo>
                  <a:close/>
                  <a:moveTo>
                    <a:pt x="556783" y="570965"/>
                  </a:moveTo>
                  <a:lnTo>
                    <a:pt x="580799" y="627127"/>
                  </a:lnTo>
                  <a:lnTo>
                    <a:pt x="613599" y="614860"/>
                  </a:lnTo>
                  <a:close/>
                  <a:moveTo>
                    <a:pt x="1001709" y="1086331"/>
                  </a:moveTo>
                  <a:lnTo>
                    <a:pt x="1003517" y="1099746"/>
                  </a:lnTo>
                  <a:lnTo>
                    <a:pt x="1026038" y="1108842"/>
                  </a:lnTo>
                  <a:close/>
                  <a:moveTo>
                    <a:pt x="1061230" y="1113774"/>
                  </a:moveTo>
                  <a:lnTo>
                    <a:pt x="1026038" y="1108842"/>
                  </a:lnTo>
                  <a:lnTo>
                    <a:pt x="1061140" y="1115642"/>
                  </a:lnTo>
                  <a:close/>
                  <a:moveTo>
                    <a:pt x="1001709" y="1086331"/>
                  </a:moveTo>
                  <a:lnTo>
                    <a:pt x="1026038" y="1108842"/>
                  </a:lnTo>
                  <a:lnTo>
                    <a:pt x="1061230" y="1113774"/>
                  </a:lnTo>
                  <a:close/>
                  <a:moveTo>
                    <a:pt x="1247705" y="1143786"/>
                  </a:moveTo>
                  <a:lnTo>
                    <a:pt x="1235849" y="1150297"/>
                  </a:lnTo>
                  <a:lnTo>
                    <a:pt x="1274756" y="1205148"/>
                  </a:lnTo>
                  <a:close/>
                  <a:moveTo>
                    <a:pt x="1300107" y="1165032"/>
                  </a:moveTo>
                  <a:lnTo>
                    <a:pt x="1247705" y="1143786"/>
                  </a:lnTo>
                  <a:lnTo>
                    <a:pt x="1274756" y="1205148"/>
                  </a:lnTo>
                  <a:close/>
                  <a:moveTo>
                    <a:pt x="1235849" y="1150297"/>
                  </a:moveTo>
                  <a:lnTo>
                    <a:pt x="1241797" y="1141217"/>
                  </a:lnTo>
                  <a:lnTo>
                    <a:pt x="1216371" y="1161534"/>
                  </a:lnTo>
                  <a:close/>
                  <a:moveTo>
                    <a:pt x="1216371" y="1161534"/>
                  </a:moveTo>
                  <a:lnTo>
                    <a:pt x="1241797" y="1141217"/>
                  </a:lnTo>
                  <a:lnTo>
                    <a:pt x="1196282" y="1126203"/>
                  </a:lnTo>
                  <a:close/>
                  <a:moveTo>
                    <a:pt x="976089" y="833091"/>
                  </a:moveTo>
                  <a:lnTo>
                    <a:pt x="1001592" y="882541"/>
                  </a:lnTo>
                  <a:lnTo>
                    <a:pt x="1004475" y="883534"/>
                  </a:lnTo>
                  <a:close/>
                  <a:moveTo>
                    <a:pt x="743508" y="522778"/>
                  </a:moveTo>
                  <a:lnTo>
                    <a:pt x="734909" y="584164"/>
                  </a:lnTo>
                  <a:lnTo>
                    <a:pt x="749686" y="526749"/>
                  </a:lnTo>
                  <a:close/>
                  <a:moveTo>
                    <a:pt x="749686" y="526749"/>
                  </a:moveTo>
                  <a:lnTo>
                    <a:pt x="734909" y="584164"/>
                  </a:lnTo>
                  <a:lnTo>
                    <a:pt x="797647" y="525739"/>
                  </a:lnTo>
                  <a:close/>
                  <a:moveTo>
                    <a:pt x="747687" y="497041"/>
                  </a:moveTo>
                  <a:lnTo>
                    <a:pt x="749686" y="526749"/>
                  </a:lnTo>
                  <a:lnTo>
                    <a:pt x="768684" y="471241"/>
                  </a:lnTo>
                  <a:close/>
                  <a:moveTo>
                    <a:pt x="743508" y="522778"/>
                  </a:moveTo>
                  <a:lnTo>
                    <a:pt x="749686" y="526749"/>
                  </a:lnTo>
                  <a:lnTo>
                    <a:pt x="747687" y="497041"/>
                  </a:lnTo>
                  <a:close/>
                  <a:moveTo>
                    <a:pt x="1241797" y="1141217"/>
                  </a:moveTo>
                  <a:lnTo>
                    <a:pt x="1235849" y="1150297"/>
                  </a:lnTo>
                  <a:lnTo>
                    <a:pt x="1247705" y="1143786"/>
                  </a:lnTo>
                  <a:close/>
                  <a:moveTo>
                    <a:pt x="1241797" y="1141217"/>
                  </a:moveTo>
                  <a:lnTo>
                    <a:pt x="1247705" y="1143786"/>
                  </a:lnTo>
                  <a:lnTo>
                    <a:pt x="1249082" y="1139538"/>
                  </a:lnTo>
                  <a:close/>
                  <a:moveTo>
                    <a:pt x="1249082" y="1139538"/>
                  </a:moveTo>
                  <a:lnTo>
                    <a:pt x="1196282" y="1126203"/>
                  </a:lnTo>
                  <a:lnTo>
                    <a:pt x="1241797" y="1141217"/>
                  </a:lnTo>
                  <a:close/>
                  <a:moveTo>
                    <a:pt x="1311094" y="1127105"/>
                  </a:moveTo>
                  <a:lnTo>
                    <a:pt x="1247705" y="1143786"/>
                  </a:lnTo>
                  <a:lnTo>
                    <a:pt x="1300107" y="1165032"/>
                  </a:lnTo>
                  <a:close/>
                  <a:moveTo>
                    <a:pt x="1311094" y="1127105"/>
                  </a:moveTo>
                  <a:lnTo>
                    <a:pt x="1249082" y="1139538"/>
                  </a:lnTo>
                  <a:lnTo>
                    <a:pt x="1247705" y="1143786"/>
                  </a:lnTo>
                  <a:close/>
                  <a:moveTo>
                    <a:pt x="1117828" y="1007553"/>
                  </a:moveTo>
                  <a:lnTo>
                    <a:pt x="1142353" y="1024857"/>
                  </a:lnTo>
                  <a:lnTo>
                    <a:pt x="1163875" y="1005038"/>
                  </a:lnTo>
                  <a:close/>
                  <a:moveTo>
                    <a:pt x="1052990" y="807903"/>
                  </a:moveTo>
                  <a:lnTo>
                    <a:pt x="979041" y="838004"/>
                  </a:lnTo>
                  <a:lnTo>
                    <a:pt x="1004475" y="883534"/>
                  </a:lnTo>
                  <a:close/>
                  <a:moveTo>
                    <a:pt x="1097425" y="796367"/>
                  </a:moveTo>
                  <a:lnTo>
                    <a:pt x="1065173" y="810684"/>
                  </a:lnTo>
                  <a:lnTo>
                    <a:pt x="1077170" y="756367"/>
                  </a:lnTo>
                  <a:close/>
                  <a:moveTo>
                    <a:pt x="788073" y="447147"/>
                  </a:moveTo>
                  <a:lnTo>
                    <a:pt x="793296" y="466534"/>
                  </a:lnTo>
                  <a:lnTo>
                    <a:pt x="807930" y="498683"/>
                  </a:lnTo>
                  <a:close/>
                  <a:moveTo>
                    <a:pt x="768684" y="471241"/>
                  </a:moveTo>
                  <a:lnTo>
                    <a:pt x="751816" y="462274"/>
                  </a:lnTo>
                  <a:lnTo>
                    <a:pt x="747687" y="497041"/>
                  </a:lnTo>
                  <a:close/>
                  <a:moveTo>
                    <a:pt x="1069990" y="732273"/>
                  </a:moveTo>
                  <a:lnTo>
                    <a:pt x="1097425" y="796367"/>
                  </a:lnTo>
                  <a:lnTo>
                    <a:pt x="1077170" y="756367"/>
                  </a:lnTo>
                  <a:close/>
                  <a:moveTo>
                    <a:pt x="1046780" y="688116"/>
                  </a:moveTo>
                  <a:lnTo>
                    <a:pt x="1083953" y="745999"/>
                  </a:lnTo>
                  <a:lnTo>
                    <a:pt x="1094128" y="687606"/>
                  </a:lnTo>
                  <a:close/>
                  <a:moveTo>
                    <a:pt x="1069990" y="732273"/>
                  </a:moveTo>
                  <a:lnTo>
                    <a:pt x="1083953" y="745999"/>
                  </a:lnTo>
                  <a:lnTo>
                    <a:pt x="1046780" y="688116"/>
                  </a:lnTo>
                  <a:close/>
                  <a:moveTo>
                    <a:pt x="1004017" y="661585"/>
                  </a:moveTo>
                  <a:lnTo>
                    <a:pt x="989250" y="704830"/>
                  </a:lnTo>
                  <a:lnTo>
                    <a:pt x="1013552" y="652387"/>
                  </a:lnTo>
                  <a:close/>
                  <a:moveTo>
                    <a:pt x="1405977" y="914325"/>
                  </a:moveTo>
                  <a:lnTo>
                    <a:pt x="1391666" y="927980"/>
                  </a:lnTo>
                  <a:lnTo>
                    <a:pt x="1429477" y="918599"/>
                  </a:lnTo>
                  <a:close/>
                  <a:moveTo>
                    <a:pt x="1429477" y="918599"/>
                  </a:moveTo>
                  <a:lnTo>
                    <a:pt x="1391666" y="927980"/>
                  </a:lnTo>
                  <a:lnTo>
                    <a:pt x="1384295" y="980091"/>
                  </a:lnTo>
                  <a:close/>
                  <a:moveTo>
                    <a:pt x="1392593" y="910602"/>
                  </a:moveTo>
                  <a:lnTo>
                    <a:pt x="1350890" y="950201"/>
                  </a:lnTo>
                  <a:lnTo>
                    <a:pt x="1391666" y="927980"/>
                  </a:lnTo>
                  <a:close/>
                  <a:moveTo>
                    <a:pt x="1331701" y="859381"/>
                  </a:moveTo>
                  <a:lnTo>
                    <a:pt x="1380283" y="885420"/>
                  </a:lnTo>
                  <a:lnTo>
                    <a:pt x="1348897" y="862788"/>
                  </a:lnTo>
                  <a:close/>
                  <a:moveTo>
                    <a:pt x="1392593" y="910602"/>
                  </a:moveTo>
                  <a:lnTo>
                    <a:pt x="1380283" y="885420"/>
                  </a:lnTo>
                  <a:lnTo>
                    <a:pt x="1331701" y="859381"/>
                  </a:lnTo>
                  <a:close/>
                  <a:moveTo>
                    <a:pt x="1392593" y="910602"/>
                  </a:moveTo>
                  <a:lnTo>
                    <a:pt x="1391666" y="927980"/>
                  </a:lnTo>
                  <a:lnTo>
                    <a:pt x="1405977" y="914325"/>
                  </a:lnTo>
                  <a:close/>
                  <a:moveTo>
                    <a:pt x="1392593" y="910602"/>
                  </a:moveTo>
                  <a:lnTo>
                    <a:pt x="1405977" y="914325"/>
                  </a:lnTo>
                  <a:lnTo>
                    <a:pt x="1380283" y="885420"/>
                  </a:lnTo>
                  <a:close/>
                  <a:moveTo>
                    <a:pt x="1331701" y="859381"/>
                  </a:moveTo>
                  <a:lnTo>
                    <a:pt x="1348897" y="862788"/>
                  </a:lnTo>
                  <a:lnTo>
                    <a:pt x="1324012" y="849708"/>
                  </a:lnTo>
                  <a:close/>
                  <a:moveTo>
                    <a:pt x="1166421" y="541329"/>
                  </a:moveTo>
                  <a:lnTo>
                    <a:pt x="1210948" y="480369"/>
                  </a:lnTo>
                  <a:lnTo>
                    <a:pt x="1166371" y="478627"/>
                  </a:lnTo>
                  <a:close/>
                  <a:moveTo>
                    <a:pt x="1118304" y="479723"/>
                  </a:moveTo>
                  <a:lnTo>
                    <a:pt x="1166421" y="541329"/>
                  </a:lnTo>
                  <a:lnTo>
                    <a:pt x="1166371" y="478627"/>
                  </a:lnTo>
                  <a:close/>
                  <a:moveTo>
                    <a:pt x="1145367" y="432960"/>
                  </a:moveTo>
                  <a:lnTo>
                    <a:pt x="1109912" y="438357"/>
                  </a:lnTo>
                  <a:lnTo>
                    <a:pt x="1118304" y="479723"/>
                  </a:lnTo>
                  <a:close/>
                  <a:moveTo>
                    <a:pt x="1094800" y="477938"/>
                  </a:moveTo>
                  <a:lnTo>
                    <a:pt x="1118304" y="479723"/>
                  </a:lnTo>
                  <a:lnTo>
                    <a:pt x="1109912" y="438357"/>
                  </a:lnTo>
                  <a:close/>
                  <a:moveTo>
                    <a:pt x="964927" y="245632"/>
                  </a:moveTo>
                  <a:lnTo>
                    <a:pt x="994145" y="219976"/>
                  </a:lnTo>
                  <a:lnTo>
                    <a:pt x="1047786" y="248099"/>
                  </a:lnTo>
                  <a:close/>
                  <a:moveTo>
                    <a:pt x="1111679" y="234137"/>
                  </a:moveTo>
                  <a:lnTo>
                    <a:pt x="1135685" y="225141"/>
                  </a:lnTo>
                  <a:lnTo>
                    <a:pt x="1124777" y="172068"/>
                  </a:lnTo>
                  <a:close/>
                  <a:moveTo>
                    <a:pt x="1265675" y="131777"/>
                  </a:moveTo>
                  <a:lnTo>
                    <a:pt x="1260442" y="126417"/>
                  </a:lnTo>
                  <a:lnTo>
                    <a:pt x="1323105" y="175416"/>
                  </a:lnTo>
                  <a:close/>
                  <a:moveTo>
                    <a:pt x="1282605" y="83639"/>
                  </a:moveTo>
                  <a:lnTo>
                    <a:pt x="1269064" y="147973"/>
                  </a:lnTo>
                  <a:lnTo>
                    <a:pt x="1260442" y="126417"/>
                  </a:lnTo>
                  <a:close/>
                  <a:moveTo>
                    <a:pt x="1567438" y="230302"/>
                  </a:moveTo>
                  <a:lnTo>
                    <a:pt x="1530185" y="184535"/>
                  </a:lnTo>
                  <a:lnTo>
                    <a:pt x="1541443" y="194319"/>
                  </a:lnTo>
                  <a:close/>
                  <a:moveTo>
                    <a:pt x="1482977" y="184933"/>
                  </a:moveTo>
                  <a:lnTo>
                    <a:pt x="1530185" y="184535"/>
                  </a:lnTo>
                  <a:lnTo>
                    <a:pt x="1497089" y="148699"/>
                  </a:lnTo>
                  <a:close/>
                  <a:moveTo>
                    <a:pt x="1482977" y="184933"/>
                  </a:moveTo>
                  <a:lnTo>
                    <a:pt x="1497089" y="148699"/>
                  </a:lnTo>
                  <a:lnTo>
                    <a:pt x="1466788" y="135351"/>
                  </a:lnTo>
                  <a:close/>
                  <a:moveTo>
                    <a:pt x="1427586" y="129239"/>
                  </a:moveTo>
                  <a:lnTo>
                    <a:pt x="1466788" y="135351"/>
                  </a:lnTo>
                  <a:lnTo>
                    <a:pt x="1444409" y="90802"/>
                  </a:lnTo>
                  <a:close/>
                  <a:moveTo>
                    <a:pt x="1466788" y="135351"/>
                  </a:moveTo>
                  <a:lnTo>
                    <a:pt x="1497089" y="148699"/>
                  </a:lnTo>
                  <a:lnTo>
                    <a:pt x="1444409" y="90802"/>
                  </a:lnTo>
                  <a:close/>
                  <a:moveTo>
                    <a:pt x="1412380" y="78858"/>
                  </a:moveTo>
                  <a:lnTo>
                    <a:pt x="1444409" y="90802"/>
                  </a:lnTo>
                  <a:lnTo>
                    <a:pt x="1421698" y="46523"/>
                  </a:lnTo>
                  <a:close/>
                  <a:moveTo>
                    <a:pt x="1412380" y="78858"/>
                  </a:moveTo>
                  <a:lnTo>
                    <a:pt x="1421698" y="46523"/>
                  </a:lnTo>
                  <a:lnTo>
                    <a:pt x="1395315" y="29988"/>
                  </a:lnTo>
                  <a:close/>
                  <a:moveTo>
                    <a:pt x="1395315" y="29988"/>
                  </a:moveTo>
                  <a:lnTo>
                    <a:pt x="1418237" y="43248"/>
                  </a:lnTo>
                  <a:lnTo>
                    <a:pt x="1359950" y="0"/>
                  </a:lnTo>
                  <a:close/>
                  <a:moveTo>
                    <a:pt x="1395315" y="29988"/>
                  </a:moveTo>
                  <a:lnTo>
                    <a:pt x="1421698" y="46523"/>
                  </a:lnTo>
                  <a:lnTo>
                    <a:pt x="1418237" y="43248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90" name="Output_density__4289">
              <a:extLst>
                <a:ext uri="{FF2B5EF4-FFF2-40B4-BE49-F238E27FC236}">
                  <a16:creationId xmlns:a16="http://schemas.microsoft.com/office/drawing/2014/main" id="{5E573472-4739-A547-2A57-0B50B309316B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47380"/>
              <a:ext cx="1759785" cy="1474787"/>
            </a:xfrm>
            <a:custGeom>
              <a:avLst/>
              <a:gdLst/>
              <a:ahLst/>
              <a:cxnLst/>
              <a:rect l="0" t="0" r="0" b="0"/>
              <a:pathLst>
                <a:path w="1759785" h="1474787">
                  <a:moveTo>
                    <a:pt x="416300" y="1395808"/>
                  </a:moveTo>
                  <a:lnTo>
                    <a:pt x="389832" y="1344271"/>
                  </a:lnTo>
                  <a:lnTo>
                    <a:pt x="393576" y="1358434"/>
                  </a:lnTo>
                  <a:close/>
                  <a:moveTo>
                    <a:pt x="399262" y="1300399"/>
                  </a:moveTo>
                  <a:lnTo>
                    <a:pt x="393576" y="1358434"/>
                  </a:lnTo>
                  <a:lnTo>
                    <a:pt x="389832" y="1344271"/>
                  </a:lnTo>
                  <a:close/>
                  <a:moveTo>
                    <a:pt x="2136" y="931978"/>
                  </a:moveTo>
                  <a:lnTo>
                    <a:pt x="1561" y="884556"/>
                  </a:lnTo>
                  <a:lnTo>
                    <a:pt x="7677" y="942327"/>
                  </a:lnTo>
                  <a:close/>
                  <a:moveTo>
                    <a:pt x="2136" y="931978"/>
                  </a:moveTo>
                  <a:lnTo>
                    <a:pt x="0" y="880442"/>
                  </a:lnTo>
                  <a:lnTo>
                    <a:pt x="1561" y="884556"/>
                  </a:lnTo>
                  <a:close/>
                  <a:moveTo>
                    <a:pt x="3275" y="867929"/>
                  </a:moveTo>
                  <a:lnTo>
                    <a:pt x="1561" y="884556"/>
                  </a:lnTo>
                  <a:lnTo>
                    <a:pt x="0" y="880442"/>
                  </a:lnTo>
                  <a:close/>
                  <a:moveTo>
                    <a:pt x="634578" y="1474787"/>
                  </a:moveTo>
                  <a:lnTo>
                    <a:pt x="636112" y="1463432"/>
                  </a:lnTo>
                  <a:lnTo>
                    <a:pt x="687800" y="1410689"/>
                  </a:lnTo>
                  <a:close/>
                  <a:moveTo>
                    <a:pt x="615438" y="1423250"/>
                  </a:moveTo>
                  <a:lnTo>
                    <a:pt x="634578" y="1474787"/>
                  </a:lnTo>
                  <a:lnTo>
                    <a:pt x="687800" y="1410689"/>
                  </a:lnTo>
                  <a:close/>
                  <a:moveTo>
                    <a:pt x="615438" y="1423250"/>
                  </a:moveTo>
                  <a:lnTo>
                    <a:pt x="675526" y="1406628"/>
                  </a:lnTo>
                  <a:lnTo>
                    <a:pt x="616582" y="1353823"/>
                  </a:lnTo>
                  <a:close/>
                  <a:moveTo>
                    <a:pt x="615438" y="1423250"/>
                  </a:moveTo>
                  <a:lnTo>
                    <a:pt x="616582" y="1353823"/>
                  </a:lnTo>
                  <a:lnTo>
                    <a:pt x="606040" y="1414577"/>
                  </a:lnTo>
                  <a:close/>
                  <a:moveTo>
                    <a:pt x="642158" y="1450693"/>
                  </a:moveTo>
                  <a:lnTo>
                    <a:pt x="636592" y="1400298"/>
                  </a:lnTo>
                  <a:lnTo>
                    <a:pt x="636112" y="1463432"/>
                  </a:lnTo>
                  <a:close/>
                  <a:moveTo>
                    <a:pt x="712091" y="1399156"/>
                  </a:moveTo>
                  <a:lnTo>
                    <a:pt x="699680" y="1386991"/>
                  </a:lnTo>
                  <a:lnTo>
                    <a:pt x="695247" y="1327852"/>
                  </a:lnTo>
                  <a:close/>
                  <a:moveTo>
                    <a:pt x="663824" y="1271989"/>
                  </a:moveTo>
                  <a:lnTo>
                    <a:pt x="695247" y="1327852"/>
                  </a:lnTo>
                  <a:lnTo>
                    <a:pt x="692954" y="1323526"/>
                  </a:lnTo>
                  <a:close/>
                  <a:moveTo>
                    <a:pt x="663824" y="1271989"/>
                  </a:moveTo>
                  <a:lnTo>
                    <a:pt x="681335" y="1251616"/>
                  </a:lnTo>
                  <a:lnTo>
                    <a:pt x="624725" y="1284460"/>
                  </a:lnTo>
                  <a:close/>
                  <a:moveTo>
                    <a:pt x="692954" y="1323526"/>
                  </a:moveTo>
                  <a:lnTo>
                    <a:pt x="677944" y="1247895"/>
                  </a:lnTo>
                  <a:lnTo>
                    <a:pt x="663824" y="1271989"/>
                  </a:lnTo>
                  <a:close/>
                  <a:moveTo>
                    <a:pt x="395653" y="792059"/>
                  </a:moveTo>
                  <a:lnTo>
                    <a:pt x="456271" y="835603"/>
                  </a:lnTo>
                  <a:lnTo>
                    <a:pt x="409407" y="798730"/>
                  </a:lnTo>
                  <a:close/>
                  <a:moveTo>
                    <a:pt x="874215" y="1275338"/>
                  </a:moveTo>
                  <a:lnTo>
                    <a:pt x="850306" y="1277756"/>
                  </a:lnTo>
                  <a:lnTo>
                    <a:pt x="859915" y="1332687"/>
                  </a:lnTo>
                  <a:close/>
                  <a:moveTo>
                    <a:pt x="681230" y="1025533"/>
                  </a:moveTo>
                  <a:lnTo>
                    <a:pt x="618114" y="1038863"/>
                  </a:lnTo>
                  <a:lnTo>
                    <a:pt x="692533" y="1079087"/>
                  </a:lnTo>
                  <a:close/>
                  <a:moveTo>
                    <a:pt x="481820" y="759989"/>
                  </a:moveTo>
                  <a:lnTo>
                    <a:pt x="456271" y="835603"/>
                  </a:lnTo>
                  <a:lnTo>
                    <a:pt x="492886" y="813736"/>
                  </a:lnTo>
                  <a:close/>
                  <a:moveTo>
                    <a:pt x="429453" y="738778"/>
                  </a:moveTo>
                  <a:lnTo>
                    <a:pt x="426990" y="732530"/>
                  </a:lnTo>
                  <a:lnTo>
                    <a:pt x="401378" y="768711"/>
                  </a:lnTo>
                  <a:close/>
                  <a:moveTo>
                    <a:pt x="988190" y="1367109"/>
                  </a:moveTo>
                  <a:lnTo>
                    <a:pt x="931575" y="1393395"/>
                  </a:lnTo>
                  <a:lnTo>
                    <a:pt x="981120" y="1403956"/>
                  </a:lnTo>
                  <a:close/>
                  <a:moveTo>
                    <a:pt x="933945" y="1373228"/>
                  </a:moveTo>
                  <a:lnTo>
                    <a:pt x="988190" y="1367109"/>
                  </a:lnTo>
                  <a:lnTo>
                    <a:pt x="979923" y="1311087"/>
                  </a:lnTo>
                  <a:close/>
                  <a:moveTo>
                    <a:pt x="980514" y="1266791"/>
                  </a:moveTo>
                  <a:lnTo>
                    <a:pt x="952137" y="1251244"/>
                  </a:lnTo>
                  <a:lnTo>
                    <a:pt x="979923" y="1311087"/>
                  </a:lnTo>
                  <a:close/>
                  <a:moveTo>
                    <a:pt x="979923" y="1311087"/>
                  </a:moveTo>
                  <a:lnTo>
                    <a:pt x="952137" y="1251244"/>
                  </a:lnTo>
                  <a:lnTo>
                    <a:pt x="913009" y="1264762"/>
                  </a:lnTo>
                  <a:close/>
                  <a:moveTo>
                    <a:pt x="874215" y="1275338"/>
                  </a:moveTo>
                  <a:lnTo>
                    <a:pt x="913009" y="1264762"/>
                  </a:lnTo>
                  <a:lnTo>
                    <a:pt x="851885" y="1270120"/>
                  </a:lnTo>
                  <a:close/>
                  <a:moveTo>
                    <a:pt x="851885" y="1270120"/>
                  </a:moveTo>
                  <a:lnTo>
                    <a:pt x="913009" y="1264762"/>
                  </a:lnTo>
                  <a:lnTo>
                    <a:pt x="920072" y="1215486"/>
                  </a:lnTo>
                  <a:close/>
                  <a:moveTo>
                    <a:pt x="518385" y="761704"/>
                  </a:moveTo>
                  <a:lnTo>
                    <a:pt x="481847" y="759967"/>
                  </a:lnTo>
                  <a:lnTo>
                    <a:pt x="548946" y="787415"/>
                  </a:lnTo>
                  <a:close/>
                  <a:moveTo>
                    <a:pt x="952137" y="1251244"/>
                  </a:moveTo>
                  <a:lnTo>
                    <a:pt x="980514" y="1266791"/>
                  </a:lnTo>
                  <a:lnTo>
                    <a:pt x="982670" y="1246111"/>
                  </a:lnTo>
                  <a:close/>
                  <a:moveTo>
                    <a:pt x="982670" y="1246111"/>
                  </a:moveTo>
                  <a:lnTo>
                    <a:pt x="920072" y="1215486"/>
                  </a:lnTo>
                  <a:lnTo>
                    <a:pt x="952137" y="1251244"/>
                  </a:lnTo>
                  <a:close/>
                  <a:moveTo>
                    <a:pt x="925975" y="1191477"/>
                  </a:moveTo>
                  <a:lnTo>
                    <a:pt x="920072" y="1215486"/>
                  </a:lnTo>
                  <a:lnTo>
                    <a:pt x="982670" y="1246111"/>
                  </a:lnTo>
                  <a:close/>
                  <a:moveTo>
                    <a:pt x="921469" y="1148171"/>
                  </a:moveTo>
                  <a:lnTo>
                    <a:pt x="911790" y="1184520"/>
                  </a:lnTo>
                  <a:lnTo>
                    <a:pt x="925975" y="1191477"/>
                  </a:lnTo>
                  <a:close/>
                  <a:moveTo>
                    <a:pt x="853316" y="1087080"/>
                  </a:moveTo>
                  <a:lnTo>
                    <a:pt x="905175" y="1082902"/>
                  </a:lnTo>
                  <a:lnTo>
                    <a:pt x="876662" y="1043340"/>
                  </a:lnTo>
                  <a:close/>
                  <a:moveTo>
                    <a:pt x="435612" y="508602"/>
                  </a:moveTo>
                  <a:lnTo>
                    <a:pt x="397403" y="484050"/>
                  </a:lnTo>
                  <a:lnTo>
                    <a:pt x="358872" y="470265"/>
                  </a:lnTo>
                  <a:close/>
                  <a:moveTo>
                    <a:pt x="435612" y="508602"/>
                  </a:moveTo>
                  <a:lnTo>
                    <a:pt x="448891" y="501877"/>
                  </a:lnTo>
                  <a:lnTo>
                    <a:pt x="397403" y="484050"/>
                  </a:lnTo>
                  <a:close/>
                  <a:moveTo>
                    <a:pt x="358872" y="470265"/>
                  </a:moveTo>
                  <a:lnTo>
                    <a:pt x="381438" y="478195"/>
                  </a:lnTo>
                  <a:lnTo>
                    <a:pt x="344556" y="461141"/>
                  </a:lnTo>
                  <a:close/>
                  <a:moveTo>
                    <a:pt x="742433" y="637301"/>
                  </a:moveTo>
                  <a:lnTo>
                    <a:pt x="685812" y="593857"/>
                  </a:lnTo>
                  <a:lnTo>
                    <a:pt x="738195" y="636154"/>
                  </a:lnTo>
                  <a:close/>
                  <a:moveTo>
                    <a:pt x="615261" y="539240"/>
                  </a:moveTo>
                  <a:lnTo>
                    <a:pt x="627339" y="549913"/>
                  </a:lnTo>
                  <a:lnTo>
                    <a:pt x="673528" y="584617"/>
                  </a:lnTo>
                  <a:close/>
                  <a:moveTo>
                    <a:pt x="725514" y="613074"/>
                  </a:moveTo>
                  <a:lnTo>
                    <a:pt x="738195" y="636154"/>
                  </a:lnTo>
                  <a:lnTo>
                    <a:pt x="685812" y="593857"/>
                  </a:lnTo>
                  <a:close/>
                  <a:moveTo>
                    <a:pt x="658281" y="567008"/>
                  </a:moveTo>
                  <a:lnTo>
                    <a:pt x="725514" y="613074"/>
                  </a:lnTo>
                  <a:lnTo>
                    <a:pt x="673528" y="584617"/>
                  </a:lnTo>
                  <a:close/>
                  <a:moveTo>
                    <a:pt x="673528" y="584617"/>
                  </a:moveTo>
                  <a:lnTo>
                    <a:pt x="725514" y="613074"/>
                  </a:lnTo>
                  <a:lnTo>
                    <a:pt x="685812" y="593857"/>
                  </a:lnTo>
                  <a:close/>
                  <a:moveTo>
                    <a:pt x="775125" y="612060"/>
                  </a:moveTo>
                  <a:lnTo>
                    <a:pt x="746213" y="636154"/>
                  </a:lnTo>
                  <a:lnTo>
                    <a:pt x="799141" y="668222"/>
                  </a:lnTo>
                  <a:close/>
                  <a:moveTo>
                    <a:pt x="658281" y="567008"/>
                  </a:moveTo>
                  <a:lnTo>
                    <a:pt x="673528" y="584617"/>
                  </a:lnTo>
                  <a:lnTo>
                    <a:pt x="627339" y="549913"/>
                  </a:lnTo>
                  <a:close/>
                  <a:moveTo>
                    <a:pt x="1236398" y="1103332"/>
                  </a:moveTo>
                  <a:lnTo>
                    <a:pt x="1220051" y="1127426"/>
                  </a:lnTo>
                  <a:lnTo>
                    <a:pt x="1279572" y="1154868"/>
                  </a:lnTo>
                  <a:close/>
                  <a:moveTo>
                    <a:pt x="1213638" y="1075889"/>
                  </a:moveTo>
                  <a:lnTo>
                    <a:pt x="1220051" y="1127426"/>
                  </a:lnTo>
                  <a:lnTo>
                    <a:pt x="1236398" y="1103332"/>
                  </a:lnTo>
                  <a:close/>
                  <a:moveTo>
                    <a:pt x="775125" y="612060"/>
                  </a:moveTo>
                  <a:lnTo>
                    <a:pt x="831941" y="655954"/>
                  </a:lnTo>
                  <a:lnTo>
                    <a:pt x="808236" y="587966"/>
                  </a:lnTo>
                  <a:close/>
                  <a:moveTo>
                    <a:pt x="1266688" y="976165"/>
                  </a:moveTo>
                  <a:lnTo>
                    <a:pt x="1237575" y="989594"/>
                  </a:lnTo>
                  <a:lnTo>
                    <a:pt x="1262029" y="982697"/>
                  </a:lnTo>
                  <a:close/>
                  <a:moveTo>
                    <a:pt x="1206867" y="948722"/>
                  </a:moveTo>
                  <a:lnTo>
                    <a:pt x="1237575" y="989594"/>
                  </a:lnTo>
                  <a:lnTo>
                    <a:pt x="1266688" y="976165"/>
                  </a:lnTo>
                  <a:close/>
                  <a:moveTo>
                    <a:pt x="1222817" y="924628"/>
                  </a:moveTo>
                  <a:lnTo>
                    <a:pt x="1206867" y="948722"/>
                  </a:lnTo>
                  <a:lnTo>
                    <a:pt x="1266688" y="976165"/>
                  </a:lnTo>
                  <a:close/>
                  <a:moveTo>
                    <a:pt x="1222817" y="924628"/>
                  </a:moveTo>
                  <a:lnTo>
                    <a:pt x="1219934" y="923635"/>
                  </a:lnTo>
                  <a:lnTo>
                    <a:pt x="1206867" y="948722"/>
                  </a:lnTo>
                  <a:close/>
                  <a:moveTo>
                    <a:pt x="1076741" y="742576"/>
                  </a:moveTo>
                  <a:lnTo>
                    <a:pt x="1109589" y="770018"/>
                  </a:lnTo>
                  <a:lnTo>
                    <a:pt x="1072008" y="718482"/>
                  </a:lnTo>
                  <a:close/>
                  <a:moveTo>
                    <a:pt x="835514" y="409262"/>
                  </a:moveTo>
                  <a:lnTo>
                    <a:pt x="817453" y="466886"/>
                  </a:lnTo>
                  <a:lnTo>
                    <a:pt x="838928" y="412278"/>
                  </a:lnTo>
                  <a:close/>
                  <a:moveTo>
                    <a:pt x="835514" y="409262"/>
                  </a:moveTo>
                  <a:lnTo>
                    <a:pt x="770735" y="433356"/>
                  </a:lnTo>
                  <a:lnTo>
                    <a:pt x="817453" y="466886"/>
                  </a:lnTo>
                  <a:close/>
                  <a:moveTo>
                    <a:pt x="1474499" y="1112139"/>
                  </a:moveTo>
                  <a:lnTo>
                    <a:pt x="1426997" y="1112774"/>
                  </a:lnTo>
                  <a:lnTo>
                    <a:pt x="1467424" y="1180633"/>
                  </a:lnTo>
                  <a:close/>
                  <a:moveTo>
                    <a:pt x="1467424" y="1180633"/>
                  </a:moveTo>
                  <a:lnTo>
                    <a:pt x="1529436" y="1168200"/>
                  </a:lnTo>
                  <a:lnTo>
                    <a:pt x="1521505" y="1111905"/>
                  </a:lnTo>
                  <a:close/>
                  <a:moveTo>
                    <a:pt x="1467424" y="1180633"/>
                  </a:moveTo>
                  <a:lnTo>
                    <a:pt x="1521505" y="1111905"/>
                  </a:lnTo>
                  <a:lnTo>
                    <a:pt x="1474499" y="1112139"/>
                  </a:lnTo>
                  <a:close/>
                  <a:moveTo>
                    <a:pt x="1576780" y="1167692"/>
                  </a:moveTo>
                  <a:lnTo>
                    <a:pt x="1529436" y="1168200"/>
                  </a:lnTo>
                  <a:lnTo>
                    <a:pt x="1518449" y="1206127"/>
                  </a:lnTo>
                  <a:close/>
                  <a:moveTo>
                    <a:pt x="1529436" y="1168200"/>
                  </a:moveTo>
                  <a:lnTo>
                    <a:pt x="1576780" y="1167692"/>
                  </a:lnTo>
                  <a:lnTo>
                    <a:pt x="1572061" y="1108786"/>
                  </a:lnTo>
                  <a:close/>
                  <a:moveTo>
                    <a:pt x="1529436" y="1168200"/>
                  </a:moveTo>
                  <a:lnTo>
                    <a:pt x="1572061" y="1108786"/>
                  </a:lnTo>
                  <a:lnTo>
                    <a:pt x="1521505" y="1111905"/>
                  </a:lnTo>
                  <a:close/>
                  <a:moveTo>
                    <a:pt x="1426997" y="1112774"/>
                  </a:moveTo>
                  <a:lnTo>
                    <a:pt x="1474499" y="1112139"/>
                  </a:lnTo>
                  <a:lnTo>
                    <a:pt x="1464864" y="1057228"/>
                  </a:lnTo>
                  <a:close/>
                  <a:moveTo>
                    <a:pt x="1474499" y="1112139"/>
                  </a:moveTo>
                  <a:lnTo>
                    <a:pt x="1521505" y="1111905"/>
                  </a:lnTo>
                  <a:lnTo>
                    <a:pt x="1508572" y="1059676"/>
                  </a:lnTo>
                  <a:close/>
                  <a:moveTo>
                    <a:pt x="1474499" y="1112139"/>
                  </a:moveTo>
                  <a:lnTo>
                    <a:pt x="1508572" y="1059676"/>
                  </a:lnTo>
                  <a:lnTo>
                    <a:pt x="1464864" y="1057228"/>
                  </a:lnTo>
                  <a:close/>
                  <a:moveTo>
                    <a:pt x="1360694" y="1065952"/>
                  </a:moveTo>
                  <a:lnTo>
                    <a:pt x="1417735" y="1057561"/>
                  </a:lnTo>
                  <a:lnTo>
                    <a:pt x="1382217" y="1046132"/>
                  </a:lnTo>
                  <a:close/>
                  <a:moveTo>
                    <a:pt x="1417735" y="1057561"/>
                  </a:moveTo>
                  <a:lnTo>
                    <a:pt x="1464864" y="1057228"/>
                  </a:lnTo>
                  <a:lnTo>
                    <a:pt x="1432365" y="1058952"/>
                  </a:lnTo>
                  <a:close/>
                  <a:moveTo>
                    <a:pt x="1095761" y="694388"/>
                  </a:moveTo>
                  <a:lnTo>
                    <a:pt x="1094089" y="667576"/>
                  </a:lnTo>
                  <a:lnTo>
                    <a:pt x="1072008" y="718482"/>
                  </a:lnTo>
                  <a:close/>
                  <a:moveTo>
                    <a:pt x="962126" y="539778"/>
                  </a:moveTo>
                  <a:lnTo>
                    <a:pt x="966029" y="538136"/>
                  </a:lnTo>
                  <a:lnTo>
                    <a:pt x="913522" y="511430"/>
                  </a:lnTo>
                  <a:close/>
                  <a:moveTo>
                    <a:pt x="961849" y="563872"/>
                  </a:moveTo>
                  <a:lnTo>
                    <a:pt x="966029" y="538136"/>
                  </a:lnTo>
                  <a:lnTo>
                    <a:pt x="962126" y="539778"/>
                  </a:lnTo>
                  <a:close/>
                  <a:moveTo>
                    <a:pt x="1006415" y="488241"/>
                  </a:moveTo>
                  <a:lnTo>
                    <a:pt x="988570" y="436705"/>
                  </a:lnTo>
                  <a:lnTo>
                    <a:pt x="1001692" y="496796"/>
                  </a:lnTo>
                  <a:close/>
                  <a:moveTo>
                    <a:pt x="1449296" y="852456"/>
                  </a:moveTo>
                  <a:lnTo>
                    <a:pt x="1414054" y="824904"/>
                  </a:lnTo>
                  <a:lnTo>
                    <a:pt x="1436498" y="892061"/>
                  </a:lnTo>
                  <a:close/>
                  <a:moveTo>
                    <a:pt x="1436498" y="892061"/>
                  </a:moveTo>
                  <a:lnTo>
                    <a:pt x="1414054" y="824904"/>
                  </a:lnTo>
                  <a:lnTo>
                    <a:pt x="1386611" y="831893"/>
                  </a:lnTo>
                  <a:close/>
                  <a:moveTo>
                    <a:pt x="1436498" y="892061"/>
                  </a:moveTo>
                  <a:lnTo>
                    <a:pt x="1386611" y="831893"/>
                  </a:lnTo>
                  <a:lnTo>
                    <a:pt x="1395084" y="887747"/>
                  </a:lnTo>
                  <a:close/>
                  <a:moveTo>
                    <a:pt x="1272427" y="848758"/>
                  </a:moveTo>
                  <a:lnTo>
                    <a:pt x="1315766" y="837462"/>
                  </a:lnTo>
                  <a:lnTo>
                    <a:pt x="1288332" y="773367"/>
                  </a:lnTo>
                  <a:close/>
                  <a:moveTo>
                    <a:pt x="1193701" y="730432"/>
                  </a:moveTo>
                  <a:lnTo>
                    <a:pt x="1207592" y="745925"/>
                  </a:lnTo>
                  <a:lnTo>
                    <a:pt x="1222359" y="702680"/>
                  </a:lnTo>
                  <a:close/>
                  <a:moveTo>
                    <a:pt x="1598624" y="926515"/>
                  </a:moveTo>
                  <a:lnTo>
                    <a:pt x="1624319" y="955420"/>
                  </a:lnTo>
                  <a:lnTo>
                    <a:pt x="1585525" y="909611"/>
                  </a:lnTo>
                  <a:close/>
                  <a:moveTo>
                    <a:pt x="1585525" y="909611"/>
                  </a:moveTo>
                  <a:lnTo>
                    <a:pt x="1624319" y="955420"/>
                  </a:lnTo>
                  <a:lnTo>
                    <a:pt x="1647818" y="959693"/>
                  </a:lnTo>
                  <a:close/>
                  <a:moveTo>
                    <a:pt x="1598624" y="926515"/>
                  </a:moveTo>
                  <a:lnTo>
                    <a:pt x="1585525" y="909611"/>
                  </a:lnTo>
                  <a:lnTo>
                    <a:pt x="1567239" y="903883"/>
                  </a:lnTo>
                  <a:close/>
                  <a:moveTo>
                    <a:pt x="1007371" y="309538"/>
                  </a:moveTo>
                  <a:lnTo>
                    <a:pt x="1058071" y="302890"/>
                  </a:lnTo>
                  <a:lnTo>
                    <a:pt x="1031742" y="303055"/>
                  </a:lnTo>
                  <a:close/>
                  <a:moveTo>
                    <a:pt x="1442209" y="519033"/>
                  </a:moveTo>
                  <a:lnTo>
                    <a:pt x="1457908" y="560940"/>
                  </a:lnTo>
                  <a:lnTo>
                    <a:pt x="1517789" y="529160"/>
                  </a:lnTo>
                  <a:close/>
                  <a:moveTo>
                    <a:pt x="1266128" y="289193"/>
                  </a:moveTo>
                  <a:lnTo>
                    <a:pt x="1266259" y="287439"/>
                  </a:lnTo>
                  <a:lnTo>
                    <a:pt x="1211368" y="237256"/>
                  </a:lnTo>
                  <a:close/>
                  <a:moveTo>
                    <a:pt x="1211368" y="237256"/>
                  </a:moveTo>
                  <a:lnTo>
                    <a:pt x="1178182" y="261350"/>
                  </a:lnTo>
                  <a:lnTo>
                    <a:pt x="1266128" y="289193"/>
                  </a:lnTo>
                  <a:close/>
                  <a:moveTo>
                    <a:pt x="1266259" y="287439"/>
                  </a:moveTo>
                  <a:lnTo>
                    <a:pt x="1330020" y="275232"/>
                  </a:lnTo>
                  <a:lnTo>
                    <a:pt x="1336096" y="238974"/>
                  </a:lnTo>
                  <a:close/>
                  <a:moveTo>
                    <a:pt x="1598814" y="419309"/>
                  </a:moveTo>
                  <a:lnTo>
                    <a:pt x="1626224" y="446751"/>
                  </a:lnTo>
                  <a:lnTo>
                    <a:pt x="1628928" y="395215"/>
                  </a:lnTo>
                  <a:close/>
                  <a:moveTo>
                    <a:pt x="1541447" y="216511"/>
                  </a:moveTo>
                  <a:lnTo>
                    <a:pt x="1478783" y="167512"/>
                  </a:lnTo>
                  <a:lnTo>
                    <a:pt x="1487406" y="189068"/>
                  </a:lnTo>
                  <a:close/>
                  <a:moveTo>
                    <a:pt x="1528362" y="29095"/>
                  </a:moveTo>
                  <a:lnTo>
                    <a:pt x="1560819" y="37807"/>
                  </a:lnTo>
                  <a:lnTo>
                    <a:pt x="1500020" y="0"/>
                  </a:lnTo>
                  <a:close/>
                  <a:moveTo>
                    <a:pt x="1748527" y="225629"/>
                  </a:moveTo>
                  <a:lnTo>
                    <a:pt x="1701318" y="226027"/>
                  </a:lnTo>
                  <a:lnTo>
                    <a:pt x="1759785" y="235413"/>
                  </a:lnTo>
                  <a:close/>
                  <a:moveTo>
                    <a:pt x="1534908" y="34380"/>
                  </a:moveTo>
                  <a:lnTo>
                    <a:pt x="1578292" y="41095"/>
                  </a:lnTo>
                  <a:lnTo>
                    <a:pt x="1560819" y="37807"/>
                  </a:lnTo>
                  <a:close/>
                  <a:moveTo>
                    <a:pt x="1613657" y="71083"/>
                  </a:moveTo>
                  <a:lnTo>
                    <a:pt x="1578292" y="41095"/>
                  </a:lnTo>
                  <a:lnTo>
                    <a:pt x="1534908" y="34380"/>
                  </a:lnTo>
                  <a:close/>
                  <a:moveTo>
                    <a:pt x="1566142" y="71730"/>
                  </a:moveTo>
                  <a:lnTo>
                    <a:pt x="1613657" y="71083"/>
                  </a:lnTo>
                  <a:lnTo>
                    <a:pt x="1534908" y="34380"/>
                  </a:lnTo>
                  <a:close/>
                  <a:moveTo>
                    <a:pt x="1490870" y="32200"/>
                  </a:moveTo>
                  <a:lnTo>
                    <a:pt x="1528362" y="29095"/>
                  </a:lnTo>
                  <a:lnTo>
                    <a:pt x="1480021" y="23030"/>
                  </a:lnTo>
                  <a:close/>
                  <a:moveTo>
                    <a:pt x="1490870" y="32200"/>
                  </a:moveTo>
                  <a:lnTo>
                    <a:pt x="1534908" y="34380"/>
                  </a:lnTo>
                  <a:lnTo>
                    <a:pt x="1528362" y="29095"/>
                  </a:lnTo>
                  <a:close/>
                  <a:moveTo>
                    <a:pt x="1534908" y="34380"/>
                  </a:moveTo>
                  <a:lnTo>
                    <a:pt x="1560819" y="37807"/>
                  </a:lnTo>
                  <a:lnTo>
                    <a:pt x="1528362" y="29095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91" name="Output_density__4290">
              <a:extLst>
                <a:ext uri="{FF2B5EF4-FFF2-40B4-BE49-F238E27FC236}">
                  <a16:creationId xmlns:a16="http://schemas.microsoft.com/office/drawing/2014/main" id="{CEFDA15E-6975-CAB0-12D5-A76AB610461E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47380"/>
              <a:ext cx="1528362" cy="1423250"/>
            </a:xfrm>
            <a:custGeom>
              <a:avLst/>
              <a:gdLst/>
              <a:ahLst/>
              <a:cxnLst/>
              <a:rect l="0" t="0" r="0" b="0"/>
              <a:pathLst>
                <a:path w="1528362" h="1423250">
                  <a:moveTo>
                    <a:pt x="389832" y="1344271"/>
                  </a:moveTo>
                  <a:lnTo>
                    <a:pt x="416113" y="1277369"/>
                  </a:lnTo>
                  <a:lnTo>
                    <a:pt x="399262" y="1300399"/>
                  </a:lnTo>
                  <a:close/>
                  <a:moveTo>
                    <a:pt x="424000" y="1268640"/>
                  </a:moveTo>
                  <a:lnTo>
                    <a:pt x="416113" y="1277369"/>
                  </a:lnTo>
                  <a:lnTo>
                    <a:pt x="389832" y="1344271"/>
                  </a:lnTo>
                  <a:close/>
                  <a:moveTo>
                    <a:pt x="425582" y="1263907"/>
                  </a:moveTo>
                  <a:lnTo>
                    <a:pt x="413074" y="1292735"/>
                  </a:lnTo>
                  <a:lnTo>
                    <a:pt x="416113" y="1277369"/>
                  </a:lnTo>
                  <a:close/>
                  <a:moveTo>
                    <a:pt x="28997" y="829199"/>
                  </a:moveTo>
                  <a:lnTo>
                    <a:pt x="3275" y="867929"/>
                  </a:lnTo>
                  <a:lnTo>
                    <a:pt x="0" y="880442"/>
                  </a:lnTo>
                  <a:close/>
                  <a:moveTo>
                    <a:pt x="3275" y="867929"/>
                  </a:moveTo>
                  <a:lnTo>
                    <a:pt x="28997" y="829199"/>
                  </a:lnTo>
                  <a:lnTo>
                    <a:pt x="25031" y="828905"/>
                  </a:lnTo>
                  <a:close/>
                  <a:moveTo>
                    <a:pt x="28997" y="829199"/>
                  </a:moveTo>
                  <a:lnTo>
                    <a:pt x="66568" y="804811"/>
                  </a:lnTo>
                  <a:lnTo>
                    <a:pt x="25031" y="828905"/>
                  </a:lnTo>
                  <a:close/>
                  <a:moveTo>
                    <a:pt x="68719" y="803038"/>
                  </a:moveTo>
                  <a:lnTo>
                    <a:pt x="25031" y="828905"/>
                  </a:lnTo>
                  <a:lnTo>
                    <a:pt x="66568" y="804811"/>
                  </a:lnTo>
                  <a:close/>
                  <a:moveTo>
                    <a:pt x="68719" y="803038"/>
                  </a:moveTo>
                  <a:lnTo>
                    <a:pt x="36615" y="817907"/>
                  </a:lnTo>
                  <a:lnTo>
                    <a:pt x="25031" y="828905"/>
                  </a:lnTo>
                  <a:close/>
                  <a:moveTo>
                    <a:pt x="687800" y="1410689"/>
                  </a:moveTo>
                  <a:lnTo>
                    <a:pt x="675526" y="1406628"/>
                  </a:lnTo>
                  <a:lnTo>
                    <a:pt x="615438" y="1423250"/>
                  </a:lnTo>
                  <a:close/>
                  <a:moveTo>
                    <a:pt x="616582" y="1353823"/>
                  </a:moveTo>
                  <a:lnTo>
                    <a:pt x="675526" y="1406628"/>
                  </a:lnTo>
                  <a:lnTo>
                    <a:pt x="667468" y="1350436"/>
                  </a:lnTo>
                  <a:close/>
                  <a:moveTo>
                    <a:pt x="425582" y="1263907"/>
                  </a:moveTo>
                  <a:lnTo>
                    <a:pt x="436083" y="1261133"/>
                  </a:lnTo>
                  <a:lnTo>
                    <a:pt x="460166" y="1218534"/>
                  </a:lnTo>
                  <a:close/>
                  <a:moveTo>
                    <a:pt x="68719" y="803038"/>
                  </a:moveTo>
                  <a:lnTo>
                    <a:pt x="66568" y="804811"/>
                  </a:lnTo>
                  <a:lnTo>
                    <a:pt x="94487" y="784248"/>
                  </a:lnTo>
                  <a:close/>
                  <a:moveTo>
                    <a:pt x="68719" y="803038"/>
                  </a:moveTo>
                  <a:lnTo>
                    <a:pt x="94487" y="784248"/>
                  </a:lnTo>
                  <a:lnTo>
                    <a:pt x="135546" y="743317"/>
                  </a:lnTo>
                  <a:close/>
                  <a:moveTo>
                    <a:pt x="102525" y="754757"/>
                  </a:moveTo>
                  <a:lnTo>
                    <a:pt x="68719" y="803038"/>
                  </a:lnTo>
                  <a:lnTo>
                    <a:pt x="135546" y="743317"/>
                  </a:lnTo>
                  <a:close/>
                  <a:moveTo>
                    <a:pt x="135546" y="743317"/>
                  </a:moveTo>
                  <a:lnTo>
                    <a:pt x="147061" y="729181"/>
                  </a:lnTo>
                  <a:lnTo>
                    <a:pt x="105208" y="753274"/>
                  </a:lnTo>
                  <a:close/>
                  <a:moveTo>
                    <a:pt x="678606" y="1347620"/>
                  </a:moveTo>
                  <a:lnTo>
                    <a:pt x="712091" y="1399156"/>
                  </a:lnTo>
                  <a:lnTo>
                    <a:pt x="695247" y="1327852"/>
                  </a:lnTo>
                  <a:close/>
                  <a:moveTo>
                    <a:pt x="667212" y="1333714"/>
                  </a:moveTo>
                  <a:lnTo>
                    <a:pt x="678606" y="1347620"/>
                  </a:lnTo>
                  <a:lnTo>
                    <a:pt x="695247" y="1327852"/>
                  </a:lnTo>
                  <a:close/>
                  <a:moveTo>
                    <a:pt x="363631" y="937157"/>
                  </a:moveTo>
                  <a:lnTo>
                    <a:pt x="392324" y="911233"/>
                  </a:lnTo>
                  <a:lnTo>
                    <a:pt x="363986" y="935327"/>
                  </a:lnTo>
                  <a:close/>
                  <a:moveTo>
                    <a:pt x="677944" y="1247895"/>
                  </a:moveTo>
                  <a:lnTo>
                    <a:pt x="681335" y="1251616"/>
                  </a:lnTo>
                  <a:lnTo>
                    <a:pt x="663824" y="1271989"/>
                  </a:lnTo>
                  <a:close/>
                  <a:moveTo>
                    <a:pt x="426156" y="861353"/>
                  </a:moveTo>
                  <a:lnTo>
                    <a:pt x="392324" y="911233"/>
                  </a:lnTo>
                  <a:lnTo>
                    <a:pt x="401063" y="887139"/>
                  </a:lnTo>
                  <a:close/>
                  <a:moveTo>
                    <a:pt x="426156" y="861353"/>
                  </a:moveTo>
                  <a:lnTo>
                    <a:pt x="399942" y="898242"/>
                  </a:lnTo>
                  <a:lnTo>
                    <a:pt x="392324" y="911233"/>
                  </a:lnTo>
                  <a:close/>
                  <a:moveTo>
                    <a:pt x="456271" y="835603"/>
                  </a:moveTo>
                  <a:lnTo>
                    <a:pt x="453735" y="845564"/>
                  </a:lnTo>
                  <a:lnTo>
                    <a:pt x="426156" y="861353"/>
                  </a:lnTo>
                  <a:close/>
                  <a:moveTo>
                    <a:pt x="426156" y="861353"/>
                  </a:moveTo>
                  <a:lnTo>
                    <a:pt x="439676" y="872122"/>
                  </a:lnTo>
                  <a:lnTo>
                    <a:pt x="399942" y="898242"/>
                  </a:lnTo>
                  <a:close/>
                  <a:moveTo>
                    <a:pt x="886330" y="1326875"/>
                  </a:moveTo>
                  <a:lnTo>
                    <a:pt x="874215" y="1275338"/>
                  </a:lnTo>
                  <a:lnTo>
                    <a:pt x="859915" y="1332687"/>
                  </a:lnTo>
                  <a:close/>
                  <a:moveTo>
                    <a:pt x="692533" y="1079087"/>
                  </a:moveTo>
                  <a:lnTo>
                    <a:pt x="653622" y="1093286"/>
                  </a:lnTo>
                  <a:lnTo>
                    <a:pt x="706254" y="1074984"/>
                  </a:lnTo>
                  <a:close/>
                  <a:moveTo>
                    <a:pt x="496212" y="811509"/>
                  </a:moveTo>
                  <a:lnTo>
                    <a:pt x="481851" y="759972"/>
                  </a:lnTo>
                  <a:lnTo>
                    <a:pt x="492886" y="813736"/>
                  </a:lnTo>
                  <a:close/>
                  <a:moveTo>
                    <a:pt x="933945" y="1373228"/>
                  </a:moveTo>
                  <a:lnTo>
                    <a:pt x="979923" y="1311087"/>
                  </a:lnTo>
                  <a:lnTo>
                    <a:pt x="924148" y="1318449"/>
                  </a:lnTo>
                  <a:close/>
                  <a:moveTo>
                    <a:pt x="874215" y="1275338"/>
                  </a:moveTo>
                  <a:lnTo>
                    <a:pt x="924148" y="1318449"/>
                  </a:lnTo>
                  <a:lnTo>
                    <a:pt x="913009" y="1264762"/>
                  </a:lnTo>
                  <a:close/>
                  <a:moveTo>
                    <a:pt x="874215" y="1275338"/>
                  </a:moveTo>
                  <a:lnTo>
                    <a:pt x="886330" y="1326875"/>
                  </a:lnTo>
                  <a:lnTo>
                    <a:pt x="924148" y="1318449"/>
                  </a:lnTo>
                  <a:close/>
                  <a:moveTo>
                    <a:pt x="979923" y="1311087"/>
                  </a:moveTo>
                  <a:lnTo>
                    <a:pt x="913009" y="1264762"/>
                  </a:lnTo>
                  <a:lnTo>
                    <a:pt x="924148" y="1318449"/>
                  </a:lnTo>
                  <a:close/>
                  <a:moveTo>
                    <a:pt x="913009" y="1264762"/>
                  </a:moveTo>
                  <a:lnTo>
                    <a:pt x="952137" y="1251244"/>
                  </a:lnTo>
                  <a:lnTo>
                    <a:pt x="920072" y="1215486"/>
                  </a:lnTo>
                  <a:close/>
                  <a:moveTo>
                    <a:pt x="882335" y="1164214"/>
                  </a:moveTo>
                  <a:lnTo>
                    <a:pt x="911790" y="1184520"/>
                  </a:lnTo>
                  <a:lnTo>
                    <a:pt x="921469" y="1148171"/>
                  </a:lnTo>
                  <a:close/>
                  <a:moveTo>
                    <a:pt x="760401" y="967856"/>
                  </a:moveTo>
                  <a:lnTo>
                    <a:pt x="701796" y="1017655"/>
                  </a:lnTo>
                  <a:lnTo>
                    <a:pt x="722566" y="993561"/>
                  </a:lnTo>
                  <a:close/>
                  <a:moveTo>
                    <a:pt x="760401" y="967856"/>
                  </a:moveTo>
                  <a:lnTo>
                    <a:pt x="727071" y="978139"/>
                  </a:lnTo>
                  <a:lnTo>
                    <a:pt x="701796" y="1017655"/>
                  </a:lnTo>
                  <a:close/>
                  <a:moveTo>
                    <a:pt x="548946" y="787415"/>
                  </a:moveTo>
                  <a:lnTo>
                    <a:pt x="481851" y="759972"/>
                  </a:lnTo>
                  <a:lnTo>
                    <a:pt x="496212" y="811509"/>
                  </a:lnTo>
                  <a:close/>
                  <a:moveTo>
                    <a:pt x="344556" y="461141"/>
                  </a:moveTo>
                  <a:lnTo>
                    <a:pt x="270113" y="492388"/>
                  </a:lnTo>
                  <a:lnTo>
                    <a:pt x="301990" y="476670"/>
                  </a:lnTo>
                  <a:close/>
                  <a:moveTo>
                    <a:pt x="435612" y="508602"/>
                  </a:moveTo>
                  <a:lnTo>
                    <a:pt x="480090" y="510424"/>
                  </a:lnTo>
                  <a:lnTo>
                    <a:pt x="448891" y="501877"/>
                  </a:lnTo>
                  <a:close/>
                  <a:moveTo>
                    <a:pt x="480090" y="510424"/>
                  </a:moveTo>
                  <a:lnTo>
                    <a:pt x="435612" y="508602"/>
                  </a:lnTo>
                  <a:lnTo>
                    <a:pt x="492695" y="530754"/>
                  </a:lnTo>
                  <a:close/>
                  <a:moveTo>
                    <a:pt x="435612" y="508602"/>
                  </a:moveTo>
                  <a:lnTo>
                    <a:pt x="446069" y="531103"/>
                  </a:lnTo>
                  <a:lnTo>
                    <a:pt x="492695" y="530754"/>
                  </a:lnTo>
                  <a:close/>
                  <a:moveTo>
                    <a:pt x="531033" y="499417"/>
                  </a:moveTo>
                  <a:lnTo>
                    <a:pt x="480090" y="510424"/>
                  </a:lnTo>
                  <a:lnTo>
                    <a:pt x="513938" y="505638"/>
                  </a:lnTo>
                  <a:close/>
                  <a:moveTo>
                    <a:pt x="480090" y="510424"/>
                  </a:moveTo>
                  <a:lnTo>
                    <a:pt x="492695" y="530754"/>
                  </a:lnTo>
                  <a:lnTo>
                    <a:pt x="513938" y="505638"/>
                  </a:lnTo>
                  <a:close/>
                  <a:moveTo>
                    <a:pt x="303432" y="477354"/>
                  </a:moveTo>
                  <a:lnTo>
                    <a:pt x="344556" y="461141"/>
                  </a:lnTo>
                  <a:lnTo>
                    <a:pt x="301990" y="476670"/>
                  </a:lnTo>
                  <a:close/>
                  <a:moveTo>
                    <a:pt x="303432" y="477354"/>
                  </a:moveTo>
                  <a:lnTo>
                    <a:pt x="358872" y="470265"/>
                  </a:lnTo>
                  <a:lnTo>
                    <a:pt x="344556" y="461141"/>
                  </a:lnTo>
                  <a:close/>
                  <a:moveTo>
                    <a:pt x="984834" y="1013142"/>
                  </a:moveTo>
                  <a:lnTo>
                    <a:pt x="932788" y="1072541"/>
                  </a:lnTo>
                  <a:lnTo>
                    <a:pt x="959223" y="1048447"/>
                  </a:lnTo>
                  <a:close/>
                  <a:moveTo>
                    <a:pt x="536176" y="502810"/>
                  </a:moveTo>
                  <a:lnTo>
                    <a:pt x="513938" y="505638"/>
                  </a:lnTo>
                  <a:lnTo>
                    <a:pt x="509993" y="548856"/>
                  </a:lnTo>
                  <a:close/>
                  <a:moveTo>
                    <a:pt x="570263" y="537840"/>
                  </a:moveTo>
                  <a:lnTo>
                    <a:pt x="536176" y="502810"/>
                  </a:lnTo>
                  <a:lnTo>
                    <a:pt x="509993" y="548856"/>
                  </a:lnTo>
                  <a:close/>
                  <a:moveTo>
                    <a:pt x="570263" y="537840"/>
                  </a:moveTo>
                  <a:lnTo>
                    <a:pt x="509993" y="548856"/>
                  </a:lnTo>
                  <a:lnTo>
                    <a:pt x="579465" y="545598"/>
                  </a:lnTo>
                  <a:close/>
                  <a:moveTo>
                    <a:pt x="570263" y="537840"/>
                  </a:moveTo>
                  <a:lnTo>
                    <a:pt x="615261" y="539240"/>
                  </a:lnTo>
                  <a:lnTo>
                    <a:pt x="536176" y="502810"/>
                  </a:lnTo>
                  <a:close/>
                  <a:moveTo>
                    <a:pt x="615261" y="539240"/>
                  </a:moveTo>
                  <a:lnTo>
                    <a:pt x="570263" y="537840"/>
                  </a:lnTo>
                  <a:lnTo>
                    <a:pt x="627339" y="549913"/>
                  </a:lnTo>
                  <a:close/>
                  <a:moveTo>
                    <a:pt x="570263" y="537840"/>
                  </a:moveTo>
                  <a:lnTo>
                    <a:pt x="579465" y="545598"/>
                  </a:lnTo>
                  <a:lnTo>
                    <a:pt x="627339" y="549913"/>
                  </a:lnTo>
                  <a:close/>
                  <a:moveTo>
                    <a:pt x="970458" y="824494"/>
                  </a:moveTo>
                  <a:lnTo>
                    <a:pt x="978525" y="818206"/>
                  </a:lnTo>
                  <a:lnTo>
                    <a:pt x="945672" y="842300"/>
                  </a:lnTo>
                  <a:close/>
                  <a:moveTo>
                    <a:pt x="766193" y="560523"/>
                  </a:moveTo>
                  <a:lnTo>
                    <a:pt x="740474" y="623553"/>
                  </a:lnTo>
                  <a:lnTo>
                    <a:pt x="746213" y="636154"/>
                  </a:lnTo>
                  <a:close/>
                  <a:moveTo>
                    <a:pt x="1213638" y="1075889"/>
                  </a:moveTo>
                  <a:lnTo>
                    <a:pt x="1236398" y="1103332"/>
                  </a:lnTo>
                  <a:lnTo>
                    <a:pt x="1246447" y="1051795"/>
                  </a:lnTo>
                  <a:close/>
                  <a:moveTo>
                    <a:pt x="1247544" y="1026866"/>
                  </a:moveTo>
                  <a:lnTo>
                    <a:pt x="1213638" y="1075889"/>
                  </a:lnTo>
                  <a:lnTo>
                    <a:pt x="1246447" y="1051795"/>
                  </a:lnTo>
                  <a:close/>
                  <a:moveTo>
                    <a:pt x="942814" y="864074"/>
                  </a:moveTo>
                  <a:lnTo>
                    <a:pt x="970458" y="824494"/>
                  </a:lnTo>
                  <a:lnTo>
                    <a:pt x="926404" y="834460"/>
                  </a:lnTo>
                  <a:close/>
                  <a:moveTo>
                    <a:pt x="1076741" y="742576"/>
                  </a:moveTo>
                  <a:lnTo>
                    <a:pt x="1044617" y="794531"/>
                  </a:lnTo>
                  <a:lnTo>
                    <a:pt x="1046127" y="794112"/>
                  </a:lnTo>
                  <a:close/>
                  <a:moveTo>
                    <a:pt x="770735" y="433356"/>
                  </a:moveTo>
                  <a:lnTo>
                    <a:pt x="756352" y="413117"/>
                  </a:lnTo>
                  <a:lnTo>
                    <a:pt x="730266" y="450485"/>
                  </a:lnTo>
                  <a:close/>
                  <a:moveTo>
                    <a:pt x="736068" y="381820"/>
                  </a:moveTo>
                  <a:lnTo>
                    <a:pt x="730266" y="450485"/>
                  </a:lnTo>
                  <a:lnTo>
                    <a:pt x="756352" y="413117"/>
                  </a:lnTo>
                  <a:close/>
                  <a:moveTo>
                    <a:pt x="1246447" y="1051795"/>
                  </a:moveTo>
                  <a:lnTo>
                    <a:pt x="1262029" y="982697"/>
                  </a:lnTo>
                  <a:lnTo>
                    <a:pt x="1247544" y="1026866"/>
                  </a:lnTo>
                  <a:close/>
                  <a:moveTo>
                    <a:pt x="1266688" y="976165"/>
                  </a:moveTo>
                  <a:lnTo>
                    <a:pt x="1262029" y="982697"/>
                  </a:lnTo>
                  <a:lnTo>
                    <a:pt x="1246447" y="1051795"/>
                  </a:lnTo>
                  <a:close/>
                  <a:moveTo>
                    <a:pt x="1274295" y="1027701"/>
                  </a:moveTo>
                  <a:lnTo>
                    <a:pt x="1266688" y="976165"/>
                  </a:lnTo>
                  <a:lnTo>
                    <a:pt x="1246447" y="1051795"/>
                  </a:lnTo>
                  <a:close/>
                  <a:moveTo>
                    <a:pt x="1247544" y="1026866"/>
                  </a:moveTo>
                  <a:lnTo>
                    <a:pt x="1262029" y="982697"/>
                  </a:lnTo>
                  <a:lnTo>
                    <a:pt x="1279855" y="1051795"/>
                  </a:lnTo>
                  <a:close/>
                  <a:moveTo>
                    <a:pt x="1076741" y="742576"/>
                  </a:moveTo>
                  <a:lnTo>
                    <a:pt x="1046127" y="794112"/>
                  </a:lnTo>
                  <a:lnTo>
                    <a:pt x="1109589" y="770018"/>
                  </a:lnTo>
                  <a:close/>
                  <a:moveTo>
                    <a:pt x="885910" y="471136"/>
                  </a:moveTo>
                  <a:lnTo>
                    <a:pt x="856820" y="484893"/>
                  </a:lnTo>
                  <a:lnTo>
                    <a:pt x="910297" y="504440"/>
                  </a:lnTo>
                  <a:close/>
                  <a:moveTo>
                    <a:pt x="856820" y="484893"/>
                  </a:moveTo>
                  <a:lnTo>
                    <a:pt x="832169" y="521909"/>
                  </a:lnTo>
                  <a:lnTo>
                    <a:pt x="910297" y="504440"/>
                  </a:lnTo>
                  <a:close/>
                  <a:moveTo>
                    <a:pt x="817453" y="466886"/>
                  </a:moveTo>
                  <a:lnTo>
                    <a:pt x="885910" y="471136"/>
                  </a:lnTo>
                  <a:lnTo>
                    <a:pt x="895310" y="448407"/>
                  </a:lnTo>
                  <a:close/>
                  <a:moveTo>
                    <a:pt x="817453" y="466886"/>
                  </a:moveTo>
                  <a:lnTo>
                    <a:pt x="895310" y="448407"/>
                  </a:lnTo>
                  <a:lnTo>
                    <a:pt x="838928" y="412278"/>
                  </a:lnTo>
                  <a:close/>
                  <a:moveTo>
                    <a:pt x="885910" y="471136"/>
                  </a:moveTo>
                  <a:lnTo>
                    <a:pt x="916016" y="460799"/>
                  </a:lnTo>
                  <a:lnTo>
                    <a:pt x="895310" y="448407"/>
                  </a:lnTo>
                  <a:close/>
                  <a:moveTo>
                    <a:pt x="885910" y="471136"/>
                  </a:moveTo>
                  <a:lnTo>
                    <a:pt x="910297" y="504440"/>
                  </a:lnTo>
                  <a:lnTo>
                    <a:pt x="916016" y="460799"/>
                  </a:lnTo>
                  <a:close/>
                  <a:moveTo>
                    <a:pt x="794971" y="357726"/>
                  </a:moveTo>
                  <a:lnTo>
                    <a:pt x="770735" y="433356"/>
                  </a:lnTo>
                  <a:lnTo>
                    <a:pt x="835514" y="409262"/>
                  </a:lnTo>
                  <a:close/>
                  <a:moveTo>
                    <a:pt x="1139393" y="755462"/>
                  </a:moveTo>
                  <a:lnTo>
                    <a:pt x="1175685" y="763940"/>
                  </a:lnTo>
                  <a:lnTo>
                    <a:pt x="1149619" y="740296"/>
                  </a:lnTo>
                  <a:close/>
                  <a:moveTo>
                    <a:pt x="913522" y="511430"/>
                  </a:moveTo>
                  <a:lnTo>
                    <a:pt x="966029" y="538136"/>
                  </a:lnTo>
                  <a:lnTo>
                    <a:pt x="970158" y="503369"/>
                  </a:lnTo>
                  <a:close/>
                  <a:moveTo>
                    <a:pt x="955872" y="452240"/>
                  </a:moveTo>
                  <a:lnTo>
                    <a:pt x="916016" y="460799"/>
                  </a:lnTo>
                  <a:lnTo>
                    <a:pt x="913522" y="511430"/>
                  </a:lnTo>
                  <a:close/>
                  <a:moveTo>
                    <a:pt x="970158" y="503369"/>
                  </a:moveTo>
                  <a:lnTo>
                    <a:pt x="955872" y="452240"/>
                  </a:lnTo>
                  <a:lnTo>
                    <a:pt x="913522" y="511430"/>
                  </a:lnTo>
                  <a:close/>
                  <a:moveTo>
                    <a:pt x="899785" y="397112"/>
                  </a:moveTo>
                  <a:lnTo>
                    <a:pt x="895310" y="448407"/>
                  </a:lnTo>
                  <a:lnTo>
                    <a:pt x="947331" y="385168"/>
                  </a:lnTo>
                  <a:close/>
                  <a:moveTo>
                    <a:pt x="895310" y="448407"/>
                  </a:moveTo>
                  <a:lnTo>
                    <a:pt x="916016" y="460799"/>
                  </a:lnTo>
                  <a:lnTo>
                    <a:pt x="947331" y="385168"/>
                  </a:lnTo>
                  <a:close/>
                  <a:moveTo>
                    <a:pt x="947331" y="385168"/>
                  </a:moveTo>
                  <a:lnTo>
                    <a:pt x="916016" y="460799"/>
                  </a:lnTo>
                  <a:lnTo>
                    <a:pt x="965329" y="400619"/>
                  </a:lnTo>
                  <a:close/>
                  <a:moveTo>
                    <a:pt x="965329" y="400619"/>
                  </a:moveTo>
                  <a:lnTo>
                    <a:pt x="916016" y="460799"/>
                  </a:lnTo>
                  <a:lnTo>
                    <a:pt x="955872" y="452240"/>
                  </a:lnTo>
                  <a:close/>
                  <a:moveTo>
                    <a:pt x="955872" y="452240"/>
                  </a:moveTo>
                  <a:lnTo>
                    <a:pt x="988570" y="436705"/>
                  </a:lnTo>
                  <a:lnTo>
                    <a:pt x="965329" y="400619"/>
                  </a:lnTo>
                  <a:close/>
                  <a:moveTo>
                    <a:pt x="835514" y="409262"/>
                  </a:moveTo>
                  <a:lnTo>
                    <a:pt x="838928" y="412278"/>
                  </a:lnTo>
                  <a:lnTo>
                    <a:pt x="839512" y="408131"/>
                  </a:lnTo>
                  <a:close/>
                  <a:moveTo>
                    <a:pt x="794971" y="357726"/>
                  </a:moveTo>
                  <a:lnTo>
                    <a:pt x="835514" y="409262"/>
                  </a:lnTo>
                  <a:lnTo>
                    <a:pt x="839512" y="408131"/>
                  </a:lnTo>
                  <a:close/>
                  <a:moveTo>
                    <a:pt x="899785" y="397112"/>
                  </a:moveTo>
                  <a:lnTo>
                    <a:pt x="838928" y="412278"/>
                  </a:lnTo>
                  <a:lnTo>
                    <a:pt x="895310" y="448407"/>
                  </a:lnTo>
                  <a:close/>
                  <a:moveTo>
                    <a:pt x="899785" y="397112"/>
                  </a:moveTo>
                  <a:lnTo>
                    <a:pt x="839512" y="408131"/>
                  </a:lnTo>
                  <a:lnTo>
                    <a:pt x="838928" y="412278"/>
                  </a:lnTo>
                  <a:close/>
                  <a:moveTo>
                    <a:pt x="903604" y="344514"/>
                  </a:moveTo>
                  <a:lnTo>
                    <a:pt x="892962" y="333631"/>
                  </a:lnTo>
                  <a:lnTo>
                    <a:pt x="899785" y="397112"/>
                  </a:lnTo>
                  <a:close/>
                  <a:moveTo>
                    <a:pt x="899785" y="397112"/>
                  </a:moveTo>
                  <a:lnTo>
                    <a:pt x="892962" y="333631"/>
                  </a:lnTo>
                  <a:lnTo>
                    <a:pt x="841662" y="343640"/>
                  </a:lnTo>
                  <a:close/>
                  <a:moveTo>
                    <a:pt x="899785" y="397112"/>
                  </a:moveTo>
                  <a:lnTo>
                    <a:pt x="841662" y="343640"/>
                  </a:lnTo>
                  <a:lnTo>
                    <a:pt x="839512" y="408131"/>
                  </a:lnTo>
                  <a:close/>
                  <a:moveTo>
                    <a:pt x="899785" y="397112"/>
                  </a:moveTo>
                  <a:lnTo>
                    <a:pt x="947331" y="385168"/>
                  </a:lnTo>
                  <a:lnTo>
                    <a:pt x="903604" y="344514"/>
                  </a:lnTo>
                  <a:close/>
                  <a:moveTo>
                    <a:pt x="1395084" y="887747"/>
                  </a:moveTo>
                  <a:lnTo>
                    <a:pt x="1341795" y="900534"/>
                  </a:lnTo>
                  <a:lnTo>
                    <a:pt x="1416824" y="905721"/>
                  </a:lnTo>
                  <a:close/>
                  <a:moveTo>
                    <a:pt x="1416824" y="905721"/>
                  </a:moveTo>
                  <a:lnTo>
                    <a:pt x="1341795" y="900534"/>
                  </a:lnTo>
                  <a:lnTo>
                    <a:pt x="1339360" y="925673"/>
                  </a:lnTo>
                  <a:close/>
                  <a:moveTo>
                    <a:pt x="1272427" y="848758"/>
                  </a:moveTo>
                  <a:lnTo>
                    <a:pt x="1290977" y="896420"/>
                  </a:lnTo>
                  <a:lnTo>
                    <a:pt x="1322073" y="846379"/>
                  </a:lnTo>
                  <a:close/>
                  <a:moveTo>
                    <a:pt x="1395084" y="887747"/>
                  </a:moveTo>
                  <a:lnTo>
                    <a:pt x="1324287" y="869321"/>
                  </a:lnTo>
                  <a:lnTo>
                    <a:pt x="1341795" y="900534"/>
                  </a:lnTo>
                  <a:close/>
                  <a:moveTo>
                    <a:pt x="1322073" y="846379"/>
                  </a:moveTo>
                  <a:lnTo>
                    <a:pt x="1315766" y="837462"/>
                  </a:lnTo>
                  <a:lnTo>
                    <a:pt x="1272427" y="848758"/>
                  </a:lnTo>
                  <a:close/>
                  <a:moveTo>
                    <a:pt x="1265122" y="729211"/>
                  </a:moveTo>
                  <a:lnTo>
                    <a:pt x="1207592" y="745925"/>
                  </a:lnTo>
                  <a:lnTo>
                    <a:pt x="1287798" y="772671"/>
                  </a:lnTo>
                  <a:close/>
                  <a:moveTo>
                    <a:pt x="1231894" y="693482"/>
                  </a:moveTo>
                  <a:lnTo>
                    <a:pt x="1207592" y="745925"/>
                  </a:lnTo>
                  <a:lnTo>
                    <a:pt x="1265122" y="729211"/>
                  </a:lnTo>
                  <a:close/>
                  <a:moveTo>
                    <a:pt x="1265122" y="729211"/>
                  </a:moveTo>
                  <a:lnTo>
                    <a:pt x="1312470" y="728700"/>
                  </a:lnTo>
                  <a:lnTo>
                    <a:pt x="1284106" y="689017"/>
                  </a:lnTo>
                  <a:close/>
                  <a:moveTo>
                    <a:pt x="1265122" y="729211"/>
                  </a:moveTo>
                  <a:lnTo>
                    <a:pt x="1284106" y="689017"/>
                  </a:lnTo>
                  <a:lnTo>
                    <a:pt x="1231894" y="693482"/>
                  </a:lnTo>
                  <a:close/>
                  <a:moveTo>
                    <a:pt x="988570" y="436705"/>
                  </a:moveTo>
                  <a:lnTo>
                    <a:pt x="1006415" y="488241"/>
                  </a:lnTo>
                  <a:lnTo>
                    <a:pt x="1030172" y="464147"/>
                  </a:lnTo>
                  <a:close/>
                  <a:moveTo>
                    <a:pt x="947331" y="385168"/>
                  </a:moveTo>
                  <a:lnTo>
                    <a:pt x="965329" y="400619"/>
                  </a:lnTo>
                  <a:lnTo>
                    <a:pt x="975295" y="373706"/>
                  </a:lnTo>
                  <a:close/>
                  <a:moveTo>
                    <a:pt x="975295" y="373706"/>
                  </a:moveTo>
                  <a:lnTo>
                    <a:pt x="903604" y="344514"/>
                  </a:lnTo>
                  <a:lnTo>
                    <a:pt x="947331" y="385168"/>
                  </a:lnTo>
                  <a:close/>
                  <a:moveTo>
                    <a:pt x="1007371" y="309538"/>
                  </a:moveTo>
                  <a:lnTo>
                    <a:pt x="1021837" y="302318"/>
                  </a:lnTo>
                  <a:lnTo>
                    <a:pt x="971226" y="314271"/>
                  </a:lnTo>
                  <a:close/>
                  <a:moveTo>
                    <a:pt x="1516280" y="802438"/>
                  </a:moveTo>
                  <a:lnTo>
                    <a:pt x="1458815" y="811175"/>
                  </a:lnTo>
                  <a:lnTo>
                    <a:pt x="1449296" y="852456"/>
                  </a:lnTo>
                  <a:close/>
                  <a:moveTo>
                    <a:pt x="1039481" y="336981"/>
                  </a:moveTo>
                  <a:lnTo>
                    <a:pt x="1058071" y="302890"/>
                  </a:lnTo>
                  <a:lnTo>
                    <a:pt x="1007371" y="309538"/>
                  </a:lnTo>
                  <a:close/>
                  <a:moveTo>
                    <a:pt x="1021837" y="302318"/>
                  </a:moveTo>
                  <a:lnTo>
                    <a:pt x="1007371" y="309538"/>
                  </a:lnTo>
                  <a:lnTo>
                    <a:pt x="1031742" y="303055"/>
                  </a:lnTo>
                  <a:close/>
                  <a:moveTo>
                    <a:pt x="1363709" y="474055"/>
                  </a:moveTo>
                  <a:lnTo>
                    <a:pt x="1336646" y="520817"/>
                  </a:lnTo>
                  <a:lnTo>
                    <a:pt x="1384713" y="519722"/>
                  </a:lnTo>
                  <a:close/>
                  <a:moveTo>
                    <a:pt x="1178182" y="261350"/>
                  </a:moveTo>
                  <a:lnTo>
                    <a:pt x="1183268" y="286727"/>
                  </a:lnTo>
                  <a:lnTo>
                    <a:pt x="1266128" y="289193"/>
                  </a:lnTo>
                  <a:close/>
                  <a:moveTo>
                    <a:pt x="1266128" y="289193"/>
                  </a:moveTo>
                  <a:lnTo>
                    <a:pt x="1268027" y="288793"/>
                  </a:lnTo>
                  <a:lnTo>
                    <a:pt x="1266259" y="287439"/>
                  </a:lnTo>
                  <a:close/>
                  <a:moveTo>
                    <a:pt x="1266128" y="289193"/>
                  </a:moveTo>
                  <a:lnTo>
                    <a:pt x="1270924" y="304881"/>
                  </a:lnTo>
                  <a:lnTo>
                    <a:pt x="1268027" y="288793"/>
                  </a:lnTo>
                  <a:close/>
                  <a:moveTo>
                    <a:pt x="1270924" y="304881"/>
                  </a:moveTo>
                  <a:lnTo>
                    <a:pt x="1266128" y="289193"/>
                  </a:lnTo>
                  <a:lnTo>
                    <a:pt x="1259395" y="288793"/>
                  </a:lnTo>
                  <a:close/>
                  <a:moveTo>
                    <a:pt x="1330020" y="275232"/>
                  </a:moveTo>
                  <a:lnTo>
                    <a:pt x="1268027" y="288793"/>
                  </a:lnTo>
                  <a:lnTo>
                    <a:pt x="1352961" y="302028"/>
                  </a:lnTo>
                  <a:close/>
                  <a:moveTo>
                    <a:pt x="1268027" y="288793"/>
                  </a:moveTo>
                  <a:lnTo>
                    <a:pt x="1330020" y="275232"/>
                  </a:lnTo>
                  <a:lnTo>
                    <a:pt x="1266259" y="287439"/>
                  </a:lnTo>
                  <a:close/>
                  <a:moveTo>
                    <a:pt x="1381063" y="271718"/>
                  </a:moveTo>
                  <a:lnTo>
                    <a:pt x="1354027" y="266235"/>
                  </a:lnTo>
                  <a:lnTo>
                    <a:pt x="1330020" y="275232"/>
                  </a:lnTo>
                  <a:close/>
                  <a:moveTo>
                    <a:pt x="1381063" y="271718"/>
                  </a:moveTo>
                  <a:lnTo>
                    <a:pt x="1330020" y="275232"/>
                  </a:lnTo>
                  <a:lnTo>
                    <a:pt x="1391406" y="271090"/>
                  </a:lnTo>
                  <a:close/>
                  <a:moveTo>
                    <a:pt x="1330020" y="275232"/>
                  </a:moveTo>
                  <a:lnTo>
                    <a:pt x="1352961" y="302028"/>
                  </a:lnTo>
                  <a:lnTo>
                    <a:pt x="1391406" y="271090"/>
                  </a:lnTo>
                  <a:close/>
                  <a:moveTo>
                    <a:pt x="1381063" y="271718"/>
                  </a:moveTo>
                  <a:lnTo>
                    <a:pt x="1391406" y="271090"/>
                  </a:lnTo>
                  <a:lnTo>
                    <a:pt x="1401010" y="264699"/>
                  </a:lnTo>
                  <a:close/>
                  <a:moveTo>
                    <a:pt x="1219142" y="151053"/>
                  </a:moveTo>
                  <a:lnTo>
                    <a:pt x="1231710" y="158266"/>
                  </a:lnTo>
                  <a:lnTo>
                    <a:pt x="1214501" y="167697"/>
                  </a:lnTo>
                  <a:close/>
                  <a:moveTo>
                    <a:pt x="1395176" y="15387"/>
                  </a:moveTo>
                  <a:lnTo>
                    <a:pt x="1356435" y="34459"/>
                  </a:lnTo>
                  <a:lnTo>
                    <a:pt x="1321917" y="51058"/>
                  </a:lnTo>
                  <a:close/>
                  <a:moveTo>
                    <a:pt x="1418645" y="10364"/>
                  </a:moveTo>
                  <a:lnTo>
                    <a:pt x="1376175" y="24720"/>
                  </a:lnTo>
                  <a:lnTo>
                    <a:pt x="1395176" y="15387"/>
                  </a:lnTo>
                  <a:close/>
                  <a:moveTo>
                    <a:pt x="1445318" y="6490"/>
                  </a:moveTo>
                  <a:lnTo>
                    <a:pt x="1418645" y="10364"/>
                  </a:lnTo>
                  <a:lnTo>
                    <a:pt x="1480021" y="23030"/>
                  </a:lnTo>
                  <a:close/>
                  <a:moveTo>
                    <a:pt x="1480021" y="23030"/>
                  </a:moveTo>
                  <a:lnTo>
                    <a:pt x="1418645" y="10364"/>
                  </a:lnTo>
                  <a:lnTo>
                    <a:pt x="1395176" y="15387"/>
                  </a:lnTo>
                  <a:close/>
                  <a:moveTo>
                    <a:pt x="1500020" y="0"/>
                  </a:moveTo>
                  <a:lnTo>
                    <a:pt x="1445318" y="6490"/>
                  </a:lnTo>
                  <a:lnTo>
                    <a:pt x="1528362" y="29095"/>
                  </a:lnTo>
                  <a:close/>
                  <a:moveTo>
                    <a:pt x="1445318" y="6490"/>
                  </a:moveTo>
                  <a:lnTo>
                    <a:pt x="1480021" y="23030"/>
                  </a:lnTo>
                  <a:lnTo>
                    <a:pt x="1528362" y="29095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92" name="Output_density__4291">
              <a:extLst>
                <a:ext uri="{FF2B5EF4-FFF2-40B4-BE49-F238E27FC236}">
                  <a16:creationId xmlns:a16="http://schemas.microsoft.com/office/drawing/2014/main" id="{6E365D73-D7F1-8465-47FF-44F98567AA7F}"/>
                </a:ext>
              </a:extLst>
            </p:cNvPr>
            <p:cNvSpPr>
              <a:spLocks noGrp="1"/>
            </p:cNvSpPr>
            <p:nvPr/>
          </p:nvSpPr>
          <p:spPr>
            <a:xfrm>
              <a:off x="15127381" y="2249622"/>
              <a:ext cx="1177816" cy="1342030"/>
            </a:xfrm>
            <a:custGeom>
              <a:avLst/>
              <a:gdLst/>
              <a:ahLst/>
              <a:cxnLst/>
              <a:rect l="0" t="0" r="0" b="0"/>
              <a:pathLst>
                <a:path w="1177816" h="1342030">
                  <a:moveTo>
                    <a:pt x="58273" y="1317936"/>
                  </a:moveTo>
                  <a:lnTo>
                    <a:pt x="60369" y="1266399"/>
                  </a:lnTo>
                  <a:lnTo>
                    <a:pt x="26202" y="1342030"/>
                  </a:lnTo>
                  <a:close/>
                  <a:moveTo>
                    <a:pt x="61952" y="1261665"/>
                  </a:moveTo>
                  <a:lnTo>
                    <a:pt x="52482" y="1275127"/>
                  </a:lnTo>
                  <a:lnTo>
                    <a:pt x="60369" y="1266399"/>
                  </a:lnTo>
                  <a:close/>
                  <a:moveTo>
                    <a:pt x="61952" y="1261665"/>
                  </a:moveTo>
                  <a:lnTo>
                    <a:pt x="60369" y="1266399"/>
                  </a:lnTo>
                  <a:lnTo>
                    <a:pt x="72452" y="1258892"/>
                  </a:lnTo>
                  <a:close/>
                  <a:moveTo>
                    <a:pt x="0" y="934916"/>
                  </a:moveTo>
                  <a:lnTo>
                    <a:pt x="29145" y="942403"/>
                  </a:lnTo>
                  <a:lnTo>
                    <a:pt x="28693" y="908992"/>
                  </a:lnTo>
                  <a:close/>
                  <a:moveTo>
                    <a:pt x="349665" y="1066950"/>
                  </a:moveTo>
                  <a:lnTo>
                    <a:pt x="338165" y="1015414"/>
                  </a:lnTo>
                  <a:lnTo>
                    <a:pt x="328902" y="1076845"/>
                  </a:lnTo>
                  <a:close/>
                  <a:moveTo>
                    <a:pt x="338165" y="1015414"/>
                  </a:moveTo>
                  <a:lnTo>
                    <a:pt x="317599" y="1023292"/>
                  </a:lnTo>
                  <a:lnTo>
                    <a:pt x="328902" y="1076845"/>
                  </a:lnTo>
                  <a:close/>
                  <a:moveTo>
                    <a:pt x="328902" y="1076845"/>
                  </a:moveTo>
                  <a:lnTo>
                    <a:pt x="342623" y="1072743"/>
                  </a:lnTo>
                  <a:lnTo>
                    <a:pt x="349665" y="1066950"/>
                  </a:lnTo>
                  <a:close/>
                  <a:moveTo>
                    <a:pt x="129255" y="811495"/>
                  </a:moveTo>
                  <a:lnTo>
                    <a:pt x="92640" y="833361"/>
                  </a:lnTo>
                  <a:lnTo>
                    <a:pt x="132205" y="810054"/>
                  </a:lnTo>
                  <a:close/>
                  <a:moveTo>
                    <a:pt x="92640" y="833361"/>
                  </a:moveTo>
                  <a:lnTo>
                    <a:pt x="62525" y="859111"/>
                  </a:lnTo>
                  <a:lnTo>
                    <a:pt x="132205" y="810054"/>
                  </a:lnTo>
                  <a:close/>
                  <a:moveTo>
                    <a:pt x="129255" y="811495"/>
                  </a:moveTo>
                  <a:lnTo>
                    <a:pt x="132205" y="810054"/>
                  </a:lnTo>
                  <a:lnTo>
                    <a:pt x="132581" y="809268"/>
                  </a:lnTo>
                  <a:close/>
                  <a:moveTo>
                    <a:pt x="342623" y="1072743"/>
                  </a:moveTo>
                  <a:lnTo>
                    <a:pt x="373795" y="1054392"/>
                  </a:lnTo>
                  <a:lnTo>
                    <a:pt x="349665" y="1066950"/>
                  </a:lnTo>
                  <a:close/>
                  <a:moveTo>
                    <a:pt x="338165" y="1015414"/>
                  </a:moveTo>
                  <a:lnTo>
                    <a:pt x="349665" y="1066950"/>
                  </a:lnTo>
                  <a:lnTo>
                    <a:pt x="374394" y="1042856"/>
                  </a:lnTo>
                  <a:close/>
                  <a:moveTo>
                    <a:pt x="338165" y="1015414"/>
                  </a:moveTo>
                  <a:lnTo>
                    <a:pt x="374394" y="1042856"/>
                  </a:lnTo>
                  <a:lnTo>
                    <a:pt x="358935" y="991320"/>
                  </a:lnTo>
                  <a:close/>
                  <a:moveTo>
                    <a:pt x="146362" y="546615"/>
                  </a:moveTo>
                  <a:lnTo>
                    <a:pt x="150307" y="503396"/>
                  </a:lnTo>
                  <a:lnTo>
                    <a:pt x="129064" y="528512"/>
                  </a:lnTo>
                  <a:close/>
                  <a:moveTo>
                    <a:pt x="383125" y="568802"/>
                  </a:moveTo>
                  <a:lnTo>
                    <a:pt x="376843" y="621311"/>
                  </a:lnTo>
                  <a:lnTo>
                    <a:pt x="402562" y="558282"/>
                  </a:lnTo>
                  <a:close/>
                  <a:moveTo>
                    <a:pt x="402562" y="558282"/>
                  </a:moveTo>
                  <a:lnTo>
                    <a:pt x="382582" y="633912"/>
                  </a:lnTo>
                  <a:lnTo>
                    <a:pt x="411494" y="609818"/>
                  </a:lnTo>
                  <a:close/>
                  <a:moveTo>
                    <a:pt x="715570" y="843407"/>
                  </a:moveTo>
                  <a:lnTo>
                    <a:pt x="690469" y="847323"/>
                  </a:lnTo>
                  <a:lnTo>
                    <a:pt x="708590" y="893152"/>
                  </a:lnTo>
                  <a:close/>
                  <a:moveTo>
                    <a:pt x="637882" y="852093"/>
                  </a:moveTo>
                  <a:lnTo>
                    <a:pt x="614894" y="815965"/>
                  </a:lnTo>
                  <a:lnTo>
                    <a:pt x="606827" y="822252"/>
                  </a:lnTo>
                  <a:close/>
                  <a:moveTo>
                    <a:pt x="680986" y="792290"/>
                  </a:moveTo>
                  <a:lnTo>
                    <a:pt x="614894" y="815965"/>
                  </a:lnTo>
                  <a:lnTo>
                    <a:pt x="637882" y="852093"/>
                  </a:lnTo>
                  <a:close/>
                  <a:moveTo>
                    <a:pt x="690469" y="847323"/>
                  </a:moveTo>
                  <a:lnTo>
                    <a:pt x="680986" y="792290"/>
                  </a:lnTo>
                  <a:lnTo>
                    <a:pt x="637882" y="852093"/>
                  </a:lnTo>
                  <a:close/>
                  <a:moveTo>
                    <a:pt x="715570" y="843407"/>
                  </a:moveTo>
                  <a:lnTo>
                    <a:pt x="682496" y="791871"/>
                  </a:lnTo>
                  <a:lnTo>
                    <a:pt x="690469" y="847323"/>
                  </a:lnTo>
                  <a:close/>
                  <a:moveTo>
                    <a:pt x="682496" y="791871"/>
                  </a:moveTo>
                  <a:lnTo>
                    <a:pt x="680986" y="792290"/>
                  </a:lnTo>
                  <a:lnTo>
                    <a:pt x="690469" y="847323"/>
                  </a:lnTo>
                  <a:close/>
                  <a:moveTo>
                    <a:pt x="643044" y="782984"/>
                  </a:moveTo>
                  <a:lnTo>
                    <a:pt x="614894" y="815965"/>
                  </a:lnTo>
                  <a:lnTo>
                    <a:pt x="680986" y="792290"/>
                  </a:lnTo>
                  <a:close/>
                  <a:moveTo>
                    <a:pt x="402562" y="558282"/>
                  </a:moveTo>
                  <a:lnTo>
                    <a:pt x="411494" y="609818"/>
                  </a:lnTo>
                  <a:lnTo>
                    <a:pt x="444605" y="585725"/>
                  </a:lnTo>
                  <a:close/>
                  <a:moveTo>
                    <a:pt x="402562" y="558282"/>
                  </a:moveTo>
                  <a:lnTo>
                    <a:pt x="444605" y="585725"/>
                  </a:lnTo>
                  <a:lnTo>
                    <a:pt x="459949" y="534188"/>
                  </a:lnTo>
                  <a:close/>
                  <a:moveTo>
                    <a:pt x="468538" y="519667"/>
                  </a:moveTo>
                  <a:lnTo>
                    <a:pt x="402562" y="558282"/>
                  </a:lnTo>
                  <a:lnTo>
                    <a:pt x="459949" y="534188"/>
                  </a:lnTo>
                  <a:close/>
                  <a:moveTo>
                    <a:pt x="468538" y="519667"/>
                  </a:moveTo>
                  <a:lnTo>
                    <a:pt x="429036" y="506874"/>
                  </a:lnTo>
                  <a:lnTo>
                    <a:pt x="402562" y="558282"/>
                  </a:lnTo>
                  <a:close/>
                  <a:moveTo>
                    <a:pt x="682496" y="791871"/>
                  </a:moveTo>
                  <a:lnTo>
                    <a:pt x="715570" y="843407"/>
                  </a:lnTo>
                  <a:lnTo>
                    <a:pt x="759171" y="819314"/>
                  </a:lnTo>
                  <a:close/>
                  <a:moveTo>
                    <a:pt x="682496" y="791871"/>
                  </a:moveTo>
                  <a:lnTo>
                    <a:pt x="759171" y="819314"/>
                  </a:lnTo>
                  <a:lnTo>
                    <a:pt x="745958" y="767777"/>
                  </a:lnTo>
                  <a:close/>
                  <a:moveTo>
                    <a:pt x="459949" y="534188"/>
                  </a:moveTo>
                  <a:lnTo>
                    <a:pt x="507892" y="531905"/>
                  </a:lnTo>
                  <a:lnTo>
                    <a:pt x="483817" y="524924"/>
                  </a:lnTo>
                  <a:close/>
                  <a:moveTo>
                    <a:pt x="468538" y="519667"/>
                  </a:moveTo>
                  <a:lnTo>
                    <a:pt x="459949" y="534188"/>
                  </a:lnTo>
                  <a:lnTo>
                    <a:pt x="483817" y="524924"/>
                  </a:lnTo>
                  <a:close/>
                  <a:moveTo>
                    <a:pt x="546666" y="502198"/>
                  </a:moveTo>
                  <a:lnTo>
                    <a:pt x="468538" y="519667"/>
                  </a:lnTo>
                  <a:lnTo>
                    <a:pt x="545468" y="510094"/>
                  </a:lnTo>
                  <a:close/>
                  <a:moveTo>
                    <a:pt x="545468" y="510094"/>
                  </a:moveTo>
                  <a:lnTo>
                    <a:pt x="468538" y="519667"/>
                  </a:lnTo>
                  <a:lnTo>
                    <a:pt x="483817" y="524924"/>
                  </a:lnTo>
                  <a:close/>
                  <a:moveTo>
                    <a:pt x="483817" y="524924"/>
                  </a:moveTo>
                  <a:lnTo>
                    <a:pt x="507892" y="531905"/>
                  </a:lnTo>
                  <a:lnTo>
                    <a:pt x="545468" y="510094"/>
                  </a:lnTo>
                  <a:close/>
                  <a:moveTo>
                    <a:pt x="396969" y="369319"/>
                  </a:moveTo>
                  <a:lnTo>
                    <a:pt x="392721" y="410875"/>
                  </a:lnTo>
                  <a:lnTo>
                    <a:pt x="431340" y="355484"/>
                  </a:lnTo>
                  <a:close/>
                  <a:moveTo>
                    <a:pt x="431340" y="355484"/>
                  </a:moveTo>
                  <a:lnTo>
                    <a:pt x="392721" y="410875"/>
                  </a:lnTo>
                  <a:lnTo>
                    <a:pt x="407104" y="431115"/>
                  </a:lnTo>
                  <a:close/>
                  <a:moveTo>
                    <a:pt x="372437" y="379578"/>
                  </a:moveTo>
                  <a:lnTo>
                    <a:pt x="392721" y="410875"/>
                  </a:lnTo>
                  <a:lnTo>
                    <a:pt x="396969" y="369319"/>
                  </a:lnTo>
                  <a:close/>
                  <a:moveTo>
                    <a:pt x="375027" y="344720"/>
                  </a:moveTo>
                  <a:lnTo>
                    <a:pt x="372437" y="379578"/>
                  </a:lnTo>
                  <a:lnTo>
                    <a:pt x="396969" y="369319"/>
                  </a:lnTo>
                  <a:close/>
                  <a:moveTo>
                    <a:pt x="447361" y="305591"/>
                  </a:moveTo>
                  <a:lnTo>
                    <a:pt x="375027" y="344720"/>
                  </a:lnTo>
                  <a:lnTo>
                    <a:pt x="431340" y="355484"/>
                  </a:lnTo>
                  <a:close/>
                  <a:moveTo>
                    <a:pt x="431340" y="355484"/>
                  </a:moveTo>
                  <a:lnTo>
                    <a:pt x="375027" y="344720"/>
                  </a:lnTo>
                  <a:lnTo>
                    <a:pt x="396969" y="369319"/>
                  </a:lnTo>
                  <a:close/>
                  <a:moveTo>
                    <a:pt x="961175" y="949830"/>
                  </a:moveTo>
                  <a:lnTo>
                    <a:pt x="975729" y="923432"/>
                  </a:lnTo>
                  <a:lnTo>
                    <a:pt x="965053" y="901505"/>
                  </a:lnTo>
                  <a:close/>
                  <a:moveTo>
                    <a:pt x="965053" y="901505"/>
                  </a:moveTo>
                  <a:lnTo>
                    <a:pt x="978164" y="898293"/>
                  </a:lnTo>
                  <a:lnTo>
                    <a:pt x="960656" y="867079"/>
                  </a:lnTo>
                  <a:close/>
                  <a:moveTo>
                    <a:pt x="944664" y="898293"/>
                  </a:moveTo>
                  <a:lnTo>
                    <a:pt x="965053" y="901505"/>
                  </a:lnTo>
                  <a:lnTo>
                    <a:pt x="960656" y="867079"/>
                  </a:lnTo>
                  <a:close/>
                  <a:moveTo>
                    <a:pt x="965053" y="901505"/>
                  </a:moveTo>
                  <a:lnTo>
                    <a:pt x="975729" y="923432"/>
                  </a:lnTo>
                  <a:lnTo>
                    <a:pt x="978164" y="898293"/>
                  </a:lnTo>
                  <a:close/>
                  <a:moveTo>
                    <a:pt x="812054" y="761698"/>
                  </a:moveTo>
                  <a:lnTo>
                    <a:pt x="830070" y="728191"/>
                  </a:lnTo>
                  <a:lnTo>
                    <a:pt x="785988" y="738054"/>
                  </a:lnTo>
                  <a:close/>
                  <a:moveTo>
                    <a:pt x="812054" y="761698"/>
                  </a:moveTo>
                  <a:lnTo>
                    <a:pt x="775763" y="753220"/>
                  </a:lnTo>
                  <a:lnTo>
                    <a:pt x="836854" y="753556"/>
                  </a:lnTo>
                  <a:close/>
                  <a:moveTo>
                    <a:pt x="830070" y="728191"/>
                  </a:moveTo>
                  <a:lnTo>
                    <a:pt x="812054" y="761698"/>
                  </a:lnTo>
                  <a:lnTo>
                    <a:pt x="843961" y="743683"/>
                  </a:lnTo>
                  <a:close/>
                  <a:moveTo>
                    <a:pt x="812054" y="761698"/>
                  </a:moveTo>
                  <a:lnTo>
                    <a:pt x="836854" y="753556"/>
                  </a:lnTo>
                  <a:lnTo>
                    <a:pt x="843961" y="743683"/>
                  </a:lnTo>
                  <a:close/>
                  <a:moveTo>
                    <a:pt x="546666" y="502198"/>
                  </a:moveTo>
                  <a:lnTo>
                    <a:pt x="545468" y="510094"/>
                  </a:lnTo>
                  <a:lnTo>
                    <a:pt x="549891" y="509189"/>
                  </a:lnTo>
                  <a:close/>
                  <a:moveTo>
                    <a:pt x="549891" y="509189"/>
                  </a:moveTo>
                  <a:lnTo>
                    <a:pt x="552385" y="458557"/>
                  </a:lnTo>
                  <a:lnTo>
                    <a:pt x="546666" y="502198"/>
                  </a:lnTo>
                  <a:close/>
                  <a:moveTo>
                    <a:pt x="431340" y="355484"/>
                  </a:moveTo>
                  <a:lnTo>
                    <a:pt x="475882" y="405890"/>
                  </a:lnTo>
                  <a:lnTo>
                    <a:pt x="478031" y="341399"/>
                  </a:lnTo>
                  <a:close/>
                  <a:moveTo>
                    <a:pt x="447361" y="305591"/>
                  </a:moveTo>
                  <a:lnTo>
                    <a:pt x="431340" y="355484"/>
                  </a:lnTo>
                  <a:lnTo>
                    <a:pt x="478031" y="341399"/>
                  </a:lnTo>
                  <a:close/>
                  <a:moveTo>
                    <a:pt x="447361" y="305591"/>
                  </a:moveTo>
                  <a:lnTo>
                    <a:pt x="478031" y="341399"/>
                  </a:lnTo>
                  <a:lnTo>
                    <a:pt x="448071" y="303948"/>
                  </a:lnTo>
                  <a:close/>
                  <a:moveTo>
                    <a:pt x="448071" y="303948"/>
                  </a:moveTo>
                  <a:lnTo>
                    <a:pt x="478031" y="341399"/>
                  </a:lnTo>
                  <a:lnTo>
                    <a:pt x="529331" y="331390"/>
                  </a:lnTo>
                  <a:close/>
                  <a:moveTo>
                    <a:pt x="448071" y="303948"/>
                  </a:moveTo>
                  <a:lnTo>
                    <a:pt x="529331" y="331390"/>
                  </a:lnTo>
                  <a:lnTo>
                    <a:pt x="522462" y="279854"/>
                  </a:lnTo>
                  <a:close/>
                  <a:moveTo>
                    <a:pt x="958442" y="844137"/>
                  </a:moveTo>
                  <a:lnTo>
                    <a:pt x="944664" y="898293"/>
                  </a:lnTo>
                  <a:lnTo>
                    <a:pt x="960656" y="867079"/>
                  </a:lnTo>
                  <a:close/>
                  <a:moveTo>
                    <a:pt x="927346" y="894179"/>
                  </a:moveTo>
                  <a:lnTo>
                    <a:pt x="944664" y="898293"/>
                  </a:lnTo>
                  <a:lnTo>
                    <a:pt x="958442" y="844137"/>
                  </a:lnTo>
                  <a:close/>
                  <a:moveTo>
                    <a:pt x="958442" y="844137"/>
                  </a:moveTo>
                  <a:lnTo>
                    <a:pt x="960656" y="867079"/>
                  </a:lnTo>
                  <a:lnTo>
                    <a:pt x="1031453" y="885505"/>
                  </a:lnTo>
                  <a:close/>
                  <a:moveTo>
                    <a:pt x="1022980" y="829652"/>
                  </a:moveTo>
                  <a:lnTo>
                    <a:pt x="958442" y="844137"/>
                  </a:lnTo>
                  <a:lnTo>
                    <a:pt x="1031453" y="885505"/>
                  </a:lnTo>
                  <a:close/>
                  <a:moveTo>
                    <a:pt x="958442" y="844137"/>
                  </a:moveTo>
                  <a:lnTo>
                    <a:pt x="980756" y="795220"/>
                  </a:lnTo>
                  <a:lnTo>
                    <a:pt x="952135" y="835220"/>
                  </a:lnTo>
                  <a:close/>
                  <a:moveTo>
                    <a:pt x="1022980" y="829652"/>
                  </a:moveTo>
                  <a:lnTo>
                    <a:pt x="990714" y="793140"/>
                  </a:lnTo>
                  <a:lnTo>
                    <a:pt x="958442" y="844137"/>
                  </a:lnTo>
                  <a:close/>
                  <a:moveTo>
                    <a:pt x="1050423" y="822662"/>
                  </a:moveTo>
                  <a:lnTo>
                    <a:pt x="1065414" y="774496"/>
                  </a:lnTo>
                  <a:lnTo>
                    <a:pt x="1022980" y="829652"/>
                  </a:lnTo>
                  <a:close/>
                  <a:moveTo>
                    <a:pt x="624939" y="434464"/>
                  </a:moveTo>
                  <a:lnTo>
                    <a:pt x="666541" y="461906"/>
                  </a:lnTo>
                  <a:lnTo>
                    <a:pt x="658742" y="410369"/>
                  </a:lnTo>
                  <a:close/>
                  <a:moveTo>
                    <a:pt x="611664" y="371465"/>
                  </a:moveTo>
                  <a:lnTo>
                    <a:pt x="601698" y="398377"/>
                  </a:lnTo>
                  <a:lnTo>
                    <a:pt x="635682" y="358833"/>
                  </a:lnTo>
                  <a:close/>
                  <a:moveTo>
                    <a:pt x="635682" y="358833"/>
                  </a:moveTo>
                  <a:lnTo>
                    <a:pt x="601698" y="398377"/>
                  </a:lnTo>
                  <a:lnTo>
                    <a:pt x="624939" y="434464"/>
                  </a:lnTo>
                  <a:close/>
                  <a:moveTo>
                    <a:pt x="635682" y="358833"/>
                  </a:moveTo>
                  <a:lnTo>
                    <a:pt x="624939" y="434464"/>
                  </a:lnTo>
                  <a:lnTo>
                    <a:pt x="658742" y="410369"/>
                  </a:lnTo>
                  <a:close/>
                  <a:moveTo>
                    <a:pt x="541199" y="328027"/>
                  </a:moveTo>
                  <a:lnTo>
                    <a:pt x="539973" y="342273"/>
                  </a:lnTo>
                  <a:lnTo>
                    <a:pt x="611664" y="371465"/>
                  </a:lnTo>
                  <a:close/>
                  <a:moveTo>
                    <a:pt x="607596" y="312030"/>
                  </a:moveTo>
                  <a:lnTo>
                    <a:pt x="541199" y="328027"/>
                  </a:lnTo>
                  <a:lnTo>
                    <a:pt x="611664" y="371465"/>
                  </a:lnTo>
                  <a:close/>
                  <a:moveTo>
                    <a:pt x="635682" y="358833"/>
                  </a:moveTo>
                  <a:lnTo>
                    <a:pt x="643740" y="307296"/>
                  </a:lnTo>
                  <a:lnTo>
                    <a:pt x="611664" y="371465"/>
                  </a:lnTo>
                  <a:close/>
                  <a:moveTo>
                    <a:pt x="643740" y="307296"/>
                  </a:moveTo>
                  <a:lnTo>
                    <a:pt x="607596" y="312030"/>
                  </a:lnTo>
                  <a:lnTo>
                    <a:pt x="611664" y="371465"/>
                  </a:lnTo>
                  <a:close/>
                  <a:moveTo>
                    <a:pt x="529331" y="331390"/>
                  </a:moveTo>
                  <a:lnTo>
                    <a:pt x="539973" y="342273"/>
                  </a:lnTo>
                  <a:lnTo>
                    <a:pt x="541199" y="328027"/>
                  </a:lnTo>
                  <a:close/>
                  <a:moveTo>
                    <a:pt x="522462" y="279854"/>
                  </a:moveTo>
                  <a:lnTo>
                    <a:pt x="541199" y="328027"/>
                  </a:lnTo>
                  <a:lnTo>
                    <a:pt x="523664" y="279540"/>
                  </a:lnTo>
                  <a:close/>
                  <a:moveTo>
                    <a:pt x="522462" y="279854"/>
                  </a:moveTo>
                  <a:lnTo>
                    <a:pt x="529331" y="331390"/>
                  </a:lnTo>
                  <a:lnTo>
                    <a:pt x="541199" y="328027"/>
                  </a:lnTo>
                  <a:close/>
                  <a:moveTo>
                    <a:pt x="541199" y="328027"/>
                  </a:moveTo>
                  <a:lnTo>
                    <a:pt x="607596" y="312030"/>
                  </a:lnTo>
                  <a:lnTo>
                    <a:pt x="582688" y="269536"/>
                  </a:lnTo>
                  <a:close/>
                  <a:moveTo>
                    <a:pt x="541199" y="328027"/>
                  </a:moveTo>
                  <a:lnTo>
                    <a:pt x="582688" y="269536"/>
                  </a:lnTo>
                  <a:lnTo>
                    <a:pt x="523664" y="279540"/>
                  </a:lnTo>
                  <a:close/>
                  <a:moveTo>
                    <a:pt x="522940" y="278590"/>
                  </a:moveTo>
                  <a:lnTo>
                    <a:pt x="522462" y="279854"/>
                  </a:lnTo>
                  <a:lnTo>
                    <a:pt x="523664" y="279540"/>
                  </a:lnTo>
                  <a:close/>
                  <a:moveTo>
                    <a:pt x="1050423" y="822662"/>
                  </a:moveTo>
                  <a:lnTo>
                    <a:pt x="1085665" y="850214"/>
                  </a:lnTo>
                  <a:lnTo>
                    <a:pt x="1095184" y="808934"/>
                  </a:lnTo>
                  <a:close/>
                  <a:moveTo>
                    <a:pt x="1065414" y="774496"/>
                  </a:moveTo>
                  <a:lnTo>
                    <a:pt x="1050423" y="822662"/>
                  </a:lnTo>
                  <a:lnTo>
                    <a:pt x="1095184" y="808934"/>
                  </a:lnTo>
                  <a:close/>
                  <a:moveTo>
                    <a:pt x="635682" y="358833"/>
                  </a:moveTo>
                  <a:lnTo>
                    <a:pt x="675850" y="334739"/>
                  </a:lnTo>
                  <a:lnTo>
                    <a:pt x="643740" y="307296"/>
                  </a:lnTo>
                  <a:close/>
                  <a:moveTo>
                    <a:pt x="1067985" y="244508"/>
                  </a:moveTo>
                  <a:lnTo>
                    <a:pt x="1017432" y="269476"/>
                  </a:lnTo>
                  <a:lnTo>
                    <a:pt x="1037379" y="262457"/>
                  </a:lnTo>
                  <a:close/>
                  <a:moveTo>
                    <a:pt x="1090418" y="248122"/>
                  </a:moveTo>
                  <a:lnTo>
                    <a:pt x="1037379" y="262457"/>
                  </a:lnTo>
                  <a:lnTo>
                    <a:pt x="1105788" y="250948"/>
                  </a:lnTo>
                  <a:close/>
                  <a:moveTo>
                    <a:pt x="1105788" y="250948"/>
                  </a:moveTo>
                  <a:lnTo>
                    <a:pt x="1037379" y="262457"/>
                  </a:lnTo>
                  <a:lnTo>
                    <a:pt x="1027775" y="268849"/>
                  </a:lnTo>
                  <a:close/>
                  <a:moveTo>
                    <a:pt x="1105788" y="250948"/>
                  </a:moveTo>
                  <a:lnTo>
                    <a:pt x="1027775" y="268849"/>
                  </a:lnTo>
                  <a:lnTo>
                    <a:pt x="1068316" y="285528"/>
                  </a:lnTo>
                  <a:close/>
                  <a:moveTo>
                    <a:pt x="1067985" y="244508"/>
                  </a:moveTo>
                  <a:lnTo>
                    <a:pt x="1037379" y="262457"/>
                  </a:lnTo>
                  <a:lnTo>
                    <a:pt x="1090418" y="248122"/>
                  </a:lnTo>
                  <a:close/>
                  <a:moveTo>
                    <a:pt x="1078760" y="210921"/>
                  </a:moveTo>
                  <a:lnTo>
                    <a:pt x="1090418" y="248122"/>
                  </a:lnTo>
                  <a:lnTo>
                    <a:pt x="1116404" y="238363"/>
                  </a:lnTo>
                  <a:close/>
                  <a:moveTo>
                    <a:pt x="1090418" y="248122"/>
                  </a:moveTo>
                  <a:lnTo>
                    <a:pt x="1105788" y="250948"/>
                  </a:lnTo>
                  <a:lnTo>
                    <a:pt x="1116404" y="238363"/>
                  </a:lnTo>
                  <a:close/>
                  <a:moveTo>
                    <a:pt x="1105788" y="250948"/>
                  </a:moveTo>
                  <a:lnTo>
                    <a:pt x="1143073" y="255452"/>
                  </a:lnTo>
                  <a:lnTo>
                    <a:pt x="1116404" y="238363"/>
                  </a:lnTo>
                  <a:close/>
                  <a:moveTo>
                    <a:pt x="1143073" y="255452"/>
                  </a:moveTo>
                  <a:lnTo>
                    <a:pt x="1177816" y="214269"/>
                  </a:lnTo>
                  <a:lnTo>
                    <a:pt x="1116404" y="238363"/>
                  </a:lnTo>
                  <a:close/>
                  <a:moveTo>
                    <a:pt x="1177816" y="214269"/>
                  </a:moveTo>
                  <a:lnTo>
                    <a:pt x="1123775" y="186826"/>
                  </a:lnTo>
                  <a:lnTo>
                    <a:pt x="1116404" y="238363"/>
                  </a:lnTo>
                  <a:close/>
                  <a:moveTo>
                    <a:pt x="1012544" y="22478"/>
                  </a:moveTo>
                  <a:lnTo>
                    <a:pt x="992804" y="32217"/>
                  </a:lnTo>
                  <a:lnTo>
                    <a:pt x="1031545" y="13145"/>
                  </a:lnTo>
                  <a:close/>
                  <a:moveTo>
                    <a:pt x="1055014" y="8123"/>
                  </a:moveTo>
                  <a:lnTo>
                    <a:pt x="997496" y="20742"/>
                  </a:lnTo>
                  <a:lnTo>
                    <a:pt x="1012544" y="22478"/>
                  </a:lnTo>
                  <a:close/>
                  <a:moveTo>
                    <a:pt x="1074749" y="0"/>
                  </a:moveTo>
                  <a:lnTo>
                    <a:pt x="1055014" y="8123"/>
                  </a:lnTo>
                  <a:lnTo>
                    <a:pt x="1081687" y="424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293" name="Output_density__4292">
              <a:extLst>
                <a:ext uri="{FF2B5EF4-FFF2-40B4-BE49-F238E27FC236}">
                  <a16:creationId xmlns:a16="http://schemas.microsoft.com/office/drawing/2014/main" id="{371B2B45-984D-D389-957B-57FF4E9C43CB}"/>
                </a:ext>
              </a:extLst>
            </p:cNvPr>
            <p:cNvSpPr>
              <a:spLocks noGrp="1"/>
            </p:cNvSpPr>
            <p:nvPr/>
          </p:nvSpPr>
          <p:spPr>
            <a:xfrm>
              <a:off x="14974813" y="2632338"/>
              <a:ext cx="1564288" cy="1099057"/>
            </a:xfrm>
            <a:custGeom>
              <a:avLst/>
              <a:gdLst/>
              <a:ahLst/>
              <a:cxnLst/>
              <a:rect l="0" t="0" r="0" b="0"/>
              <a:pathLst>
                <a:path w="1564288" h="1099057">
                  <a:moveTo>
                    <a:pt x="496350" y="1099057"/>
                  </a:moveTo>
                  <a:lnTo>
                    <a:pt x="528638" y="1070221"/>
                  </a:lnTo>
                  <a:lnTo>
                    <a:pt x="530814" y="1065735"/>
                  </a:lnTo>
                  <a:close/>
                  <a:moveTo>
                    <a:pt x="9618" y="498832"/>
                  </a:moveTo>
                  <a:lnTo>
                    <a:pt x="0" y="522926"/>
                  </a:lnTo>
                  <a:lnTo>
                    <a:pt x="42422" y="449957"/>
                  </a:lnTo>
                  <a:close/>
                  <a:moveTo>
                    <a:pt x="496350" y="1099057"/>
                  </a:moveTo>
                  <a:lnTo>
                    <a:pt x="530814" y="1065735"/>
                  </a:lnTo>
                  <a:lnTo>
                    <a:pt x="569175" y="1061764"/>
                  </a:lnTo>
                  <a:close/>
                  <a:moveTo>
                    <a:pt x="13873" y="494688"/>
                  </a:moveTo>
                  <a:lnTo>
                    <a:pt x="9302" y="500804"/>
                  </a:lnTo>
                  <a:lnTo>
                    <a:pt x="9618" y="498832"/>
                  </a:lnTo>
                  <a:close/>
                  <a:moveTo>
                    <a:pt x="398272" y="529624"/>
                  </a:moveTo>
                  <a:lnTo>
                    <a:pt x="397629" y="536079"/>
                  </a:lnTo>
                  <a:lnTo>
                    <a:pt x="404623" y="526084"/>
                  </a:lnTo>
                  <a:close/>
                  <a:moveTo>
                    <a:pt x="404623" y="526084"/>
                  </a:moveTo>
                  <a:lnTo>
                    <a:pt x="417975" y="456795"/>
                  </a:lnTo>
                  <a:lnTo>
                    <a:pt x="398272" y="529624"/>
                  </a:lnTo>
                  <a:close/>
                  <a:moveTo>
                    <a:pt x="425172" y="468014"/>
                  </a:moveTo>
                  <a:lnTo>
                    <a:pt x="410701" y="525452"/>
                  </a:lnTo>
                  <a:lnTo>
                    <a:pt x="398272" y="529624"/>
                  </a:lnTo>
                  <a:close/>
                  <a:moveTo>
                    <a:pt x="417975" y="456795"/>
                  </a:moveTo>
                  <a:lnTo>
                    <a:pt x="404623" y="526084"/>
                  </a:lnTo>
                  <a:lnTo>
                    <a:pt x="434837" y="478087"/>
                  </a:lnTo>
                  <a:close/>
                  <a:moveTo>
                    <a:pt x="806869" y="739119"/>
                  </a:moveTo>
                  <a:lnTo>
                    <a:pt x="791730" y="782050"/>
                  </a:lnTo>
                  <a:lnTo>
                    <a:pt x="778364" y="780258"/>
                  </a:lnTo>
                  <a:close/>
                  <a:moveTo>
                    <a:pt x="524450" y="354945"/>
                  </a:moveTo>
                  <a:lnTo>
                    <a:pt x="529913" y="316271"/>
                  </a:lnTo>
                  <a:lnTo>
                    <a:pt x="509297" y="338067"/>
                  </a:lnTo>
                  <a:close/>
                  <a:moveTo>
                    <a:pt x="1046805" y="275808"/>
                  </a:moveTo>
                  <a:lnTo>
                    <a:pt x="1090605" y="264892"/>
                  </a:lnTo>
                  <a:lnTo>
                    <a:pt x="1121569" y="245760"/>
                  </a:lnTo>
                  <a:close/>
                  <a:moveTo>
                    <a:pt x="1173486" y="6907"/>
                  </a:moveTo>
                  <a:lnTo>
                    <a:pt x="1112543" y="20975"/>
                  </a:lnTo>
                  <a:lnTo>
                    <a:pt x="1176368" y="6168"/>
                  </a:lnTo>
                  <a:close/>
                  <a:moveTo>
                    <a:pt x="1176368" y="6168"/>
                  </a:moveTo>
                  <a:lnTo>
                    <a:pt x="1112543" y="20975"/>
                  </a:lnTo>
                  <a:lnTo>
                    <a:pt x="1098385" y="24180"/>
                  </a:lnTo>
                  <a:close/>
                  <a:moveTo>
                    <a:pt x="1173486" y="6907"/>
                  </a:moveTo>
                  <a:lnTo>
                    <a:pt x="1178928" y="4987"/>
                  </a:lnTo>
                  <a:lnTo>
                    <a:pt x="1210799" y="0"/>
                  </a:lnTo>
                  <a:close/>
                  <a:moveTo>
                    <a:pt x="1210799" y="0"/>
                  </a:moveTo>
                  <a:lnTo>
                    <a:pt x="1178928" y="4987"/>
                  </a:lnTo>
                  <a:lnTo>
                    <a:pt x="1229668" y="30773"/>
                  </a:lnTo>
                  <a:close/>
                  <a:moveTo>
                    <a:pt x="1500055" y="112974"/>
                  </a:moveTo>
                  <a:lnTo>
                    <a:pt x="1516663" y="135294"/>
                  </a:lnTo>
                  <a:lnTo>
                    <a:pt x="1534089" y="94387"/>
                  </a:lnTo>
                  <a:close/>
                  <a:moveTo>
                    <a:pt x="1483023" y="160663"/>
                  </a:moveTo>
                  <a:lnTo>
                    <a:pt x="1516663" y="135294"/>
                  </a:lnTo>
                  <a:lnTo>
                    <a:pt x="1500055" y="112974"/>
                  </a:lnTo>
                  <a:close/>
                  <a:moveTo>
                    <a:pt x="1534089" y="94387"/>
                  </a:moveTo>
                  <a:lnTo>
                    <a:pt x="1516663" y="135294"/>
                  </a:lnTo>
                  <a:lnTo>
                    <a:pt x="1536044" y="113330"/>
                  </a:lnTo>
                  <a:close/>
                  <a:moveTo>
                    <a:pt x="1534089" y="94387"/>
                  </a:moveTo>
                  <a:lnTo>
                    <a:pt x="1544408" y="64348"/>
                  </a:lnTo>
                  <a:lnTo>
                    <a:pt x="1537770" y="79310"/>
                  </a:lnTo>
                  <a:close/>
                  <a:moveTo>
                    <a:pt x="1527649" y="89236"/>
                  </a:moveTo>
                  <a:lnTo>
                    <a:pt x="1534089" y="94387"/>
                  </a:lnTo>
                  <a:lnTo>
                    <a:pt x="1537770" y="79310"/>
                  </a:lnTo>
                  <a:close/>
                  <a:moveTo>
                    <a:pt x="1553797" y="37699"/>
                  </a:moveTo>
                  <a:lnTo>
                    <a:pt x="1564288" y="43556"/>
                  </a:lnTo>
                  <a:lnTo>
                    <a:pt x="1537770" y="7931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294" name="Output_density__4293">
              <a:extLst>
                <a:ext uri="{FF2B5EF4-FFF2-40B4-BE49-F238E27FC236}">
                  <a16:creationId xmlns:a16="http://schemas.microsoft.com/office/drawing/2014/main" id="{D23CF272-72FD-08A1-CB0F-EE922354D6D1}"/>
                </a:ext>
              </a:extLst>
            </p:cNvPr>
            <p:cNvSpPr>
              <a:spLocks noGrp="1"/>
            </p:cNvSpPr>
            <p:nvPr/>
          </p:nvSpPr>
          <p:spPr>
            <a:xfrm>
              <a:off x="15787205" y="3168659"/>
              <a:ext cx="24597" cy="24094"/>
            </a:xfrm>
            <a:custGeom>
              <a:avLst/>
              <a:gdLst/>
              <a:ahLst/>
              <a:cxnLst/>
              <a:rect l="0" t="0" r="0" b="0"/>
              <a:pathLst>
                <a:path w="24597" h="24094">
                  <a:moveTo>
                    <a:pt x="0" y="24094"/>
                  </a:moveTo>
                  <a:lnTo>
                    <a:pt x="24597" y="0"/>
                  </a:lnTo>
                  <a:lnTo>
                    <a:pt x="20797" y="4441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295" name="Output_density__4294">
              <a:extLst>
                <a:ext uri="{FF2B5EF4-FFF2-40B4-BE49-F238E27FC236}">
                  <a16:creationId xmlns:a16="http://schemas.microsoft.com/office/drawing/2014/main" id="{233361FA-9FF6-B2B1-D74E-080D6941FED6}"/>
                </a:ext>
              </a:extLst>
            </p:cNvPr>
            <p:cNvSpPr>
              <a:spLocks noGrp="1"/>
            </p:cNvSpPr>
            <p:nvPr/>
          </p:nvSpPr>
          <p:spPr>
            <a:xfrm>
              <a:off x="14765886" y="2367333"/>
              <a:ext cx="1804943" cy="1378127"/>
            </a:xfrm>
            <a:custGeom>
              <a:avLst/>
              <a:gdLst/>
              <a:ahLst/>
              <a:cxnLst/>
              <a:rect l="0" t="0" r="0" b="0"/>
              <a:pathLst>
                <a:path w="1804943" h="1378127">
                  <a:moveTo>
                    <a:pt x="0" y="812026"/>
                  </a:moveTo>
                  <a:lnTo>
                    <a:pt x="5541" y="822374"/>
                  </a:lnTo>
                  <a:lnTo>
                    <a:pt x="25518" y="839125"/>
                  </a:lnTo>
                  <a:close/>
                  <a:moveTo>
                    <a:pt x="436501" y="1251761"/>
                  </a:moveTo>
                  <a:lnTo>
                    <a:pt x="414164" y="1275855"/>
                  </a:lnTo>
                  <a:lnTo>
                    <a:pt x="425360" y="1286010"/>
                  </a:lnTo>
                  <a:close/>
                  <a:moveTo>
                    <a:pt x="0" y="812026"/>
                  </a:moveTo>
                  <a:lnTo>
                    <a:pt x="25518" y="839125"/>
                  </a:lnTo>
                  <a:lnTo>
                    <a:pt x="41911" y="839468"/>
                  </a:lnTo>
                  <a:close/>
                  <a:moveTo>
                    <a:pt x="6947" y="787932"/>
                  </a:moveTo>
                  <a:lnTo>
                    <a:pt x="0" y="812026"/>
                  </a:lnTo>
                  <a:lnTo>
                    <a:pt x="41911" y="839468"/>
                  </a:lnTo>
                  <a:close/>
                  <a:moveTo>
                    <a:pt x="653107" y="1343688"/>
                  </a:moveTo>
                  <a:lnTo>
                    <a:pt x="705276" y="1364063"/>
                  </a:lnTo>
                  <a:lnTo>
                    <a:pt x="731950" y="1328894"/>
                  </a:lnTo>
                  <a:close/>
                  <a:moveTo>
                    <a:pt x="470737" y="1100500"/>
                  </a:moveTo>
                  <a:lnTo>
                    <a:pt x="444556" y="1069812"/>
                  </a:lnTo>
                  <a:lnTo>
                    <a:pt x="469684" y="1112126"/>
                  </a:lnTo>
                  <a:close/>
                  <a:moveTo>
                    <a:pt x="852214" y="1334089"/>
                  </a:moveTo>
                  <a:lnTo>
                    <a:pt x="838558" y="1378127"/>
                  </a:lnTo>
                  <a:lnTo>
                    <a:pt x="864663" y="1340832"/>
                  </a:lnTo>
                  <a:close/>
                  <a:moveTo>
                    <a:pt x="731950" y="1328894"/>
                  </a:moveTo>
                  <a:lnTo>
                    <a:pt x="759772" y="1298015"/>
                  </a:lnTo>
                  <a:lnTo>
                    <a:pt x="680904" y="1312715"/>
                  </a:lnTo>
                  <a:close/>
                  <a:moveTo>
                    <a:pt x="759772" y="1298015"/>
                  </a:moveTo>
                  <a:lnTo>
                    <a:pt x="731950" y="1328894"/>
                  </a:lnTo>
                  <a:lnTo>
                    <a:pt x="810471" y="1312894"/>
                  </a:lnTo>
                  <a:close/>
                  <a:moveTo>
                    <a:pt x="615460" y="1195063"/>
                  </a:moveTo>
                  <a:lnTo>
                    <a:pt x="611019" y="1226106"/>
                  </a:lnTo>
                  <a:lnTo>
                    <a:pt x="637077" y="1203573"/>
                  </a:lnTo>
                  <a:close/>
                  <a:moveTo>
                    <a:pt x="596814" y="1147479"/>
                  </a:moveTo>
                  <a:lnTo>
                    <a:pt x="637077" y="1203573"/>
                  </a:lnTo>
                  <a:lnTo>
                    <a:pt x="610344" y="1152036"/>
                  </a:lnTo>
                  <a:close/>
                  <a:moveTo>
                    <a:pt x="615460" y="1195063"/>
                  </a:moveTo>
                  <a:lnTo>
                    <a:pt x="637077" y="1203573"/>
                  </a:lnTo>
                  <a:lnTo>
                    <a:pt x="596814" y="1147479"/>
                  </a:lnTo>
                  <a:close/>
                  <a:moveTo>
                    <a:pt x="596045" y="1100500"/>
                  </a:moveTo>
                  <a:lnTo>
                    <a:pt x="596814" y="1147479"/>
                  </a:lnTo>
                  <a:lnTo>
                    <a:pt x="610344" y="1152036"/>
                  </a:lnTo>
                  <a:close/>
                  <a:moveTo>
                    <a:pt x="663890" y="1114206"/>
                  </a:moveTo>
                  <a:lnTo>
                    <a:pt x="596814" y="1147479"/>
                  </a:lnTo>
                  <a:lnTo>
                    <a:pt x="596045" y="1100500"/>
                  </a:lnTo>
                  <a:close/>
                  <a:moveTo>
                    <a:pt x="614119" y="1102796"/>
                  </a:moveTo>
                  <a:lnTo>
                    <a:pt x="596814" y="1147479"/>
                  </a:lnTo>
                  <a:lnTo>
                    <a:pt x="663890" y="1114206"/>
                  </a:lnTo>
                  <a:close/>
                  <a:moveTo>
                    <a:pt x="492532" y="997427"/>
                  </a:moveTo>
                  <a:lnTo>
                    <a:pt x="473917" y="921796"/>
                  </a:lnTo>
                  <a:lnTo>
                    <a:pt x="456393" y="945890"/>
                  </a:lnTo>
                  <a:close/>
                  <a:moveTo>
                    <a:pt x="394659" y="941202"/>
                  </a:moveTo>
                  <a:lnTo>
                    <a:pt x="442390" y="944982"/>
                  </a:lnTo>
                  <a:lnTo>
                    <a:pt x="470422" y="914889"/>
                  </a:lnTo>
                  <a:close/>
                  <a:moveTo>
                    <a:pt x="852214" y="1334089"/>
                  </a:moveTo>
                  <a:lnTo>
                    <a:pt x="864663" y="1340832"/>
                  </a:lnTo>
                  <a:lnTo>
                    <a:pt x="866732" y="1330941"/>
                  </a:lnTo>
                  <a:close/>
                  <a:moveTo>
                    <a:pt x="866732" y="1330941"/>
                  </a:moveTo>
                  <a:lnTo>
                    <a:pt x="810471" y="1312894"/>
                  </a:lnTo>
                  <a:lnTo>
                    <a:pt x="852214" y="1334089"/>
                  </a:lnTo>
                  <a:close/>
                  <a:moveTo>
                    <a:pt x="922171" y="1323852"/>
                  </a:moveTo>
                  <a:lnTo>
                    <a:pt x="864663" y="1340832"/>
                  </a:lnTo>
                  <a:lnTo>
                    <a:pt x="915192" y="1355075"/>
                  </a:lnTo>
                  <a:close/>
                  <a:moveTo>
                    <a:pt x="922171" y="1323852"/>
                  </a:moveTo>
                  <a:lnTo>
                    <a:pt x="866732" y="1330941"/>
                  </a:lnTo>
                  <a:lnTo>
                    <a:pt x="864663" y="1340832"/>
                  </a:lnTo>
                  <a:close/>
                  <a:moveTo>
                    <a:pt x="810932" y="1212838"/>
                  </a:moveTo>
                  <a:lnTo>
                    <a:pt x="812366" y="1185080"/>
                  </a:lnTo>
                  <a:lnTo>
                    <a:pt x="771039" y="1205240"/>
                  </a:lnTo>
                  <a:close/>
                  <a:moveTo>
                    <a:pt x="840650" y="1155386"/>
                  </a:moveTo>
                  <a:lnTo>
                    <a:pt x="812366" y="1185080"/>
                  </a:lnTo>
                  <a:lnTo>
                    <a:pt x="848170" y="1157803"/>
                  </a:lnTo>
                  <a:close/>
                  <a:moveTo>
                    <a:pt x="848170" y="1157803"/>
                  </a:moveTo>
                  <a:lnTo>
                    <a:pt x="812366" y="1185080"/>
                  </a:lnTo>
                  <a:lnTo>
                    <a:pt x="810932" y="1212838"/>
                  </a:lnTo>
                  <a:close/>
                  <a:moveTo>
                    <a:pt x="664570" y="981849"/>
                  </a:moveTo>
                  <a:lnTo>
                    <a:pt x="631368" y="992609"/>
                  </a:lnTo>
                  <a:lnTo>
                    <a:pt x="623464" y="949239"/>
                  </a:lnTo>
                  <a:close/>
                  <a:moveTo>
                    <a:pt x="829272" y="1113388"/>
                  </a:moveTo>
                  <a:lnTo>
                    <a:pt x="840650" y="1155386"/>
                  </a:lnTo>
                  <a:lnTo>
                    <a:pt x="849748" y="1150167"/>
                  </a:lnTo>
                  <a:close/>
                  <a:moveTo>
                    <a:pt x="829272" y="1113388"/>
                  </a:moveTo>
                  <a:lnTo>
                    <a:pt x="849748" y="1150167"/>
                  </a:lnTo>
                  <a:lnTo>
                    <a:pt x="875713" y="1112345"/>
                  </a:lnTo>
                  <a:close/>
                  <a:moveTo>
                    <a:pt x="849748" y="1150167"/>
                  </a:moveTo>
                  <a:lnTo>
                    <a:pt x="917936" y="1095533"/>
                  </a:lnTo>
                  <a:lnTo>
                    <a:pt x="875713" y="1112345"/>
                  </a:lnTo>
                  <a:close/>
                  <a:moveTo>
                    <a:pt x="470994" y="615925"/>
                  </a:moveTo>
                  <a:lnTo>
                    <a:pt x="479711" y="640014"/>
                  </a:lnTo>
                  <a:lnTo>
                    <a:pt x="516249" y="641751"/>
                  </a:lnTo>
                  <a:close/>
                  <a:moveTo>
                    <a:pt x="882525" y="1004387"/>
                  </a:moveTo>
                  <a:lnTo>
                    <a:pt x="923839" y="1071524"/>
                  </a:lnTo>
                  <a:lnTo>
                    <a:pt x="882055" y="1028218"/>
                  </a:lnTo>
                  <a:close/>
                  <a:moveTo>
                    <a:pt x="891484" y="1059847"/>
                  </a:moveTo>
                  <a:lnTo>
                    <a:pt x="923839" y="1071524"/>
                  </a:lnTo>
                  <a:lnTo>
                    <a:pt x="882525" y="1004387"/>
                  </a:lnTo>
                  <a:close/>
                  <a:moveTo>
                    <a:pt x="812498" y="960593"/>
                  </a:moveTo>
                  <a:lnTo>
                    <a:pt x="851180" y="967127"/>
                  </a:lnTo>
                  <a:lnTo>
                    <a:pt x="842594" y="911365"/>
                  </a:lnTo>
                  <a:close/>
                  <a:moveTo>
                    <a:pt x="812498" y="960593"/>
                  </a:moveTo>
                  <a:lnTo>
                    <a:pt x="842594" y="911365"/>
                  </a:lnTo>
                  <a:lnTo>
                    <a:pt x="804496" y="904355"/>
                  </a:lnTo>
                  <a:close/>
                  <a:moveTo>
                    <a:pt x="516249" y="641751"/>
                  </a:moveTo>
                  <a:lnTo>
                    <a:pt x="546810" y="667462"/>
                  </a:lnTo>
                  <a:lnTo>
                    <a:pt x="547452" y="647685"/>
                  </a:lnTo>
                  <a:close/>
                  <a:moveTo>
                    <a:pt x="489500" y="591831"/>
                  </a:moveTo>
                  <a:lnTo>
                    <a:pt x="449300" y="615925"/>
                  </a:lnTo>
                  <a:lnTo>
                    <a:pt x="447898" y="564389"/>
                  </a:lnTo>
                  <a:close/>
                  <a:moveTo>
                    <a:pt x="633004" y="694905"/>
                  </a:moveTo>
                  <a:lnTo>
                    <a:pt x="627280" y="643368"/>
                  </a:lnTo>
                  <a:lnTo>
                    <a:pt x="641758" y="666536"/>
                  </a:lnTo>
                  <a:close/>
                  <a:moveTo>
                    <a:pt x="669485" y="460624"/>
                  </a:moveTo>
                  <a:lnTo>
                    <a:pt x="656145" y="447055"/>
                  </a:lnTo>
                  <a:lnTo>
                    <a:pt x="637548" y="440570"/>
                  </a:lnTo>
                  <a:close/>
                  <a:moveTo>
                    <a:pt x="637548" y="440570"/>
                  </a:moveTo>
                  <a:lnTo>
                    <a:pt x="687910" y="483973"/>
                  </a:lnTo>
                  <a:lnTo>
                    <a:pt x="669485" y="460624"/>
                  </a:lnTo>
                  <a:close/>
                  <a:moveTo>
                    <a:pt x="1277435" y="1034916"/>
                  </a:moveTo>
                  <a:lnTo>
                    <a:pt x="1277345" y="1036784"/>
                  </a:lnTo>
                  <a:lnTo>
                    <a:pt x="1280258" y="1037211"/>
                  </a:lnTo>
                  <a:close/>
                  <a:moveTo>
                    <a:pt x="1333030" y="1059843"/>
                  </a:moveTo>
                  <a:lnTo>
                    <a:pt x="1280258" y="1037211"/>
                  </a:lnTo>
                  <a:lnTo>
                    <a:pt x="1277345" y="1036784"/>
                  </a:lnTo>
                  <a:close/>
                  <a:moveTo>
                    <a:pt x="1307458" y="1010822"/>
                  </a:moveTo>
                  <a:lnTo>
                    <a:pt x="1277435" y="1034916"/>
                  </a:lnTo>
                  <a:lnTo>
                    <a:pt x="1280258" y="1037211"/>
                  </a:lnTo>
                  <a:close/>
                  <a:moveTo>
                    <a:pt x="1280258" y="1037211"/>
                  </a:moveTo>
                  <a:lnTo>
                    <a:pt x="1333030" y="1059843"/>
                  </a:lnTo>
                  <a:lnTo>
                    <a:pt x="1359189" y="1022746"/>
                  </a:lnTo>
                  <a:close/>
                  <a:moveTo>
                    <a:pt x="1359189" y="1022746"/>
                  </a:moveTo>
                  <a:lnTo>
                    <a:pt x="1333030" y="1059843"/>
                  </a:lnTo>
                  <a:lnTo>
                    <a:pt x="1412488" y="1047345"/>
                  </a:lnTo>
                  <a:close/>
                  <a:moveTo>
                    <a:pt x="1349802" y="890374"/>
                  </a:moveTo>
                  <a:lnTo>
                    <a:pt x="1361453" y="896312"/>
                  </a:lnTo>
                  <a:lnTo>
                    <a:pt x="1337839" y="883654"/>
                  </a:lnTo>
                  <a:close/>
                  <a:moveTo>
                    <a:pt x="1275751" y="849851"/>
                  </a:moveTo>
                  <a:lnTo>
                    <a:pt x="1297986" y="894518"/>
                  </a:lnTo>
                  <a:lnTo>
                    <a:pt x="1321814" y="883006"/>
                  </a:lnTo>
                  <a:close/>
                  <a:moveTo>
                    <a:pt x="1321814" y="883006"/>
                  </a:moveTo>
                  <a:lnTo>
                    <a:pt x="1297986" y="894518"/>
                  </a:lnTo>
                  <a:lnTo>
                    <a:pt x="1299537" y="907749"/>
                  </a:lnTo>
                  <a:close/>
                  <a:moveTo>
                    <a:pt x="1322670" y="832118"/>
                  </a:moveTo>
                  <a:lnTo>
                    <a:pt x="1275751" y="849851"/>
                  </a:lnTo>
                  <a:lnTo>
                    <a:pt x="1321814" y="883006"/>
                  </a:lnTo>
                  <a:close/>
                  <a:moveTo>
                    <a:pt x="1337839" y="883654"/>
                  </a:moveTo>
                  <a:lnTo>
                    <a:pt x="1322670" y="832118"/>
                  </a:lnTo>
                  <a:lnTo>
                    <a:pt x="1321814" y="883006"/>
                  </a:lnTo>
                  <a:close/>
                  <a:moveTo>
                    <a:pt x="1361453" y="896312"/>
                  </a:moveTo>
                  <a:lnTo>
                    <a:pt x="1415789" y="924789"/>
                  </a:lnTo>
                  <a:lnTo>
                    <a:pt x="1445059" y="899321"/>
                  </a:lnTo>
                  <a:close/>
                  <a:moveTo>
                    <a:pt x="1390597" y="870377"/>
                  </a:moveTo>
                  <a:lnTo>
                    <a:pt x="1361453" y="896312"/>
                  </a:lnTo>
                  <a:lnTo>
                    <a:pt x="1445059" y="899321"/>
                  </a:lnTo>
                  <a:close/>
                  <a:moveTo>
                    <a:pt x="1269196" y="729045"/>
                  </a:moveTo>
                  <a:lnTo>
                    <a:pt x="1270291" y="728805"/>
                  </a:lnTo>
                  <a:lnTo>
                    <a:pt x="1220917" y="720225"/>
                  </a:lnTo>
                  <a:close/>
                  <a:moveTo>
                    <a:pt x="1220917" y="720225"/>
                  </a:moveTo>
                  <a:lnTo>
                    <a:pt x="1270291" y="728805"/>
                  </a:lnTo>
                  <a:lnTo>
                    <a:pt x="1286054" y="654185"/>
                  </a:lnTo>
                  <a:close/>
                  <a:moveTo>
                    <a:pt x="1220917" y="720225"/>
                  </a:moveTo>
                  <a:lnTo>
                    <a:pt x="1286054" y="654185"/>
                  </a:lnTo>
                  <a:lnTo>
                    <a:pt x="1244933" y="675116"/>
                  </a:lnTo>
                  <a:close/>
                  <a:moveTo>
                    <a:pt x="1286054" y="654185"/>
                  </a:moveTo>
                  <a:lnTo>
                    <a:pt x="1270291" y="728805"/>
                  </a:lnTo>
                  <a:lnTo>
                    <a:pt x="1286195" y="653414"/>
                  </a:lnTo>
                  <a:close/>
                  <a:moveTo>
                    <a:pt x="1186941" y="632971"/>
                  </a:moveTo>
                  <a:lnTo>
                    <a:pt x="1157024" y="619439"/>
                  </a:lnTo>
                  <a:lnTo>
                    <a:pt x="1208558" y="601878"/>
                  </a:lnTo>
                  <a:close/>
                  <a:moveTo>
                    <a:pt x="1093625" y="574435"/>
                  </a:moveTo>
                  <a:lnTo>
                    <a:pt x="1157024" y="619439"/>
                  </a:lnTo>
                  <a:lnTo>
                    <a:pt x="1102399" y="563123"/>
                  </a:lnTo>
                  <a:close/>
                  <a:moveTo>
                    <a:pt x="1220223" y="582727"/>
                  </a:moveTo>
                  <a:lnTo>
                    <a:pt x="1157024" y="619439"/>
                  </a:lnTo>
                  <a:lnTo>
                    <a:pt x="1147483" y="620343"/>
                  </a:lnTo>
                  <a:close/>
                  <a:moveTo>
                    <a:pt x="1286059" y="653243"/>
                  </a:moveTo>
                  <a:lnTo>
                    <a:pt x="1286054" y="654185"/>
                  </a:lnTo>
                  <a:lnTo>
                    <a:pt x="1286195" y="653414"/>
                  </a:lnTo>
                  <a:close/>
                  <a:moveTo>
                    <a:pt x="1286059" y="653243"/>
                  </a:moveTo>
                  <a:lnTo>
                    <a:pt x="1286195" y="653414"/>
                  </a:lnTo>
                  <a:lnTo>
                    <a:pt x="1285662" y="652719"/>
                  </a:lnTo>
                  <a:close/>
                  <a:moveTo>
                    <a:pt x="1531427" y="818681"/>
                  </a:moveTo>
                  <a:lnTo>
                    <a:pt x="1573680" y="822313"/>
                  </a:lnTo>
                  <a:lnTo>
                    <a:pt x="1547906" y="780523"/>
                  </a:lnTo>
                  <a:close/>
                  <a:moveTo>
                    <a:pt x="1531427" y="818681"/>
                  </a:moveTo>
                  <a:lnTo>
                    <a:pt x="1547906" y="780523"/>
                  </a:lnTo>
                  <a:lnTo>
                    <a:pt x="1520348" y="764946"/>
                  </a:lnTo>
                  <a:close/>
                  <a:moveTo>
                    <a:pt x="1608798" y="831744"/>
                  </a:moveTo>
                  <a:lnTo>
                    <a:pt x="1573680" y="822313"/>
                  </a:lnTo>
                  <a:lnTo>
                    <a:pt x="1567095" y="871343"/>
                  </a:lnTo>
                  <a:close/>
                  <a:moveTo>
                    <a:pt x="1573680" y="822313"/>
                  </a:moveTo>
                  <a:lnTo>
                    <a:pt x="1608798" y="831744"/>
                  </a:lnTo>
                  <a:lnTo>
                    <a:pt x="1547906" y="780523"/>
                  </a:lnTo>
                  <a:close/>
                  <a:moveTo>
                    <a:pt x="1520348" y="764946"/>
                  </a:moveTo>
                  <a:lnTo>
                    <a:pt x="1547906" y="780523"/>
                  </a:lnTo>
                  <a:lnTo>
                    <a:pt x="1540217" y="770850"/>
                  </a:lnTo>
                  <a:close/>
                  <a:moveTo>
                    <a:pt x="1278950" y="399080"/>
                  </a:moveTo>
                  <a:lnTo>
                    <a:pt x="1236929" y="404231"/>
                  </a:lnTo>
                  <a:lnTo>
                    <a:pt x="1256152" y="451346"/>
                  </a:lnTo>
                  <a:close/>
                  <a:moveTo>
                    <a:pt x="1236929" y="404231"/>
                  </a:moveTo>
                  <a:lnTo>
                    <a:pt x="1278950" y="399080"/>
                  </a:lnTo>
                  <a:lnTo>
                    <a:pt x="1239589" y="385337"/>
                  </a:lnTo>
                  <a:close/>
                  <a:moveTo>
                    <a:pt x="1402367" y="374986"/>
                  </a:moveTo>
                  <a:lnTo>
                    <a:pt x="1342089" y="419211"/>
                  </a:lnTo>
                  <a:lnTo>
                    <a:pt x="1343907" y="393224"/>
                  </a:lnTo>
                  <a:close/>
                  <a:moveTo>
                    <a:pt x="1302387" y="388997"/>
                  </a:moveTo>
                  <a:lnTo>
                    <a:pt x="1311005" y="399080"/>
                  </a:lnTo>
                  <a:lnTo>
                    <a:pt x="1326118" y="359499"/>
                  </a:lnTo>
                  <a:close/>
                  <a:moveTo>
                    <a:pt x="1263991" y="169241"/>
                  </a:moveTo>
                  <a:lnTo>
                    <a:pt x="1210351" y="141117"/>
                  </a:lnTo>
                  <a:lnTo>
                    <a:pt x="1257259" y="168840"/>
                  </a:lnTo>
                  <a:close/>
                  <a:moveTo>
                    <a:pt x="1268788" y="184929"/>
                  </a:moveTo>
                  <a:lnTo>
                    <a:pt x="1257259" y="168840"/>
                  </a:lnTo>
                  <a:lnTo>
                    <a:pt x="1264276" y="144746"/>
                  </a:lnTo>
                  <a:close/>
                  <a:moveTo>
                    <a:pt x="1264122" y="167486"/>
                  </a:moveTo>
                  <a:lnTo>
                    <a:pt x="1333960" y="119021"/>
                  </a:lnTo>
                  <a:lnTo>
                    <a:pt x="1285119" y="111091"/>
                  </a:lnTo>
                  <a:close/>
                  <a:moveTo>
                    <a:pt x="1643791" y="50381"/>
                  </a:moveTo>
                  <a:lnTo>
                    <a:pt x="1660615" y="11943"/>
                  </a:lnTo>
                  <a:lnTo>
                    <a:pt x="1628586" y="0"/>
                  </a:lnTo>
                  <a:close/>
                  <a:moveTo>
                    <a:pt x="1776467" y="143968"/>
                  </a:moveTo>
                  <a:lnTo>
                    <a:pt x="1794610" y="191961"/>
                  </a:lnTo>
                  <a:lnTo>
                    <a:pt x="1804943" y="202980"/>
                  </a:lnTo>
                  <a:close/>
                  <a:moveTo>
                    <a:pt x="1776467" y="143968"/>
                  </a:moveTo>
                  <a:lnTo>
                    <a:pt x="1783644" y="151443"/>
                  </a:lnTo>
                  <a:lnTo>
                    <a:pt x="1757648" y="11546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296" name="Output_density__4295">
              <a:extLst>
                <a:ext uri="{FF2B5EF4-FFF2-40B4-BE49-F238E27FC236}">
                  <a16:creationId xmlns:a16="http://schemas.microsoft.com/office/drawing/2014/main" id="{95C3BBD1-329D-BEC5-4E6C-DDA8BFB80943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318463"/>
              <a:ext cx="1778603" cy="1392558"/>
            </a:xfrm>
            <a:custGeom>
              <a:avLst/>
              <a:gdLst/>
              <a:ahLst/>
              <a:cxnLst/>
              <a:rect l="0" t="0" r="0" b="0"/>
              <a:pathLst>
                <a:path w="1778603" h="1392558">
                  <a:moveTo>
                    <a:pt x="438637" y="1300631"/>
                  </a:moveTo>
                  <a:lnTo>
                    <a:pt x="427496" y="1334880"/>
                  </a:lnTo>
                  <a:lnTo>
                    <a:pt x="459750" y="1320572"/>
                  </a:lnTo>
                  <a:close/>
                  <a:moveTo>
                    <a:pt x="389832" y="1273188"/>
                  </a:moveTo>
                  <a:lnTo>
                    <a:pt x="416300" y="1324725"/>
                  </a:lnTo>
                  <a:lnTo>
                    <a:pt x="438637" y="1300631"/>
                  </a:lnTo>
                  <a:close/>
                  <a:moveTo>
                    <a:pt x="0" y="809359"/>
                  </a:moveTo>
                  <a:lnTo>
                    <a:pt x="2136" y="860896"/>
                  </a:lnTo>
                  <a:lnTo>
                    <a:pt x="9083" y="836802"/>
                  </a:lnTo>
                  <a:close/>
                  <a:moveTo>
                    <a:pt x="542508" y="1320412"/>
                  </a:moveTo>
                  <a:lnTo>
                    <a:pt x="488340" y="1276537"/>
                  </a:lnTo>
                  <a:lnTo>
                    <a:pt x="459750" y="1320572"/>
                  </a:lnTo>
                  <a:close/>
                  <a:moveTo>
                    <a:pt x="642158" y="1379611"/>
                  </a:moveTo>
                  <a:lnTo>
                    <a:pt x="636112" y="1392349"/>
                  </a:lnTo>
                  <a:lnTo>
                    <a:pt x="655243" y="1392558"/>
                  </a:lnTo>
                  <a:close/>
                  <a:moveTo>
                    <a:pt x="675536" y="1355516"/>
                  </a:moveTo>
                  <a:lnTo>
                    <a:pt x="655243" y="1392558"/>
                  </a:lnTo>
                  <a:lnTo>
                    <a:pt x="683040" y="1361585"/>
                  </a:lnTo>
                  <a:close/>
                  <a:moveTo>
                    <a:pt x="675536" y="1355516"/>
                  </a:moveTo>
                  <a:lnTo>
                    <a:pt x="642158" y="1379611"/>
                  </a:lnTo>
                  <a:lnTo>
                    <a:pt x="655243" y="1392558"/>
                  </a:lnTo>
                  <a:close/>
                  <a:moveTo>
                    <a:pt x="637234" y="1328074"/>
                  </a:moveTo>
                  <a:lnTo>
                    <a:pt x="642158" y="1379611"/>
                  </a:lnTo>
                  <a:lnTo>
                    <a:pt x="675536" y="1355516"/>
                  </a:lnTo>
                  <a:close/>
                  <a:moveTo>
                    <a:pt x="637234" y="1328074"/>
                  </a:moveTo>
                  <a:lnTo>
                    <a:pt x="675536" y="1355516"/>
                  </a:lnTo>
                  <a:lnTo>
                    <a:pt x="652322" y="1303980"/>
                  </a:lnTo>
                  <a:close/>
                  <a:moveTo>
                    <a:pt x="683040" y="1361585"/>
                  </a:moveTo>
                  <a:lnTo>
                    <a:pt x="655243" y="1392558"/>
                  </a:lnTo>
                  <a:lnTo>
                    <a:pt x="734087" y="1377764"/>
                  </a:lnTo>
                  <a:close/>
                  <a:moveTo>
                    <a:pt x="451297" y="1121927"/>
                  </a:moveTo>
                  <a:lnTo>
                    <a:pt x="461657" y="1173464"/>
                  </a:lnTo>
                  <a:lnTo>
                    <a:pt x="446693" y="1118682"/>
                  </a:lnTo>
                  <a:close/>
                  <a:moveTo>
                    <a:pt x="461657" y="1173464"/>
                  </a:moveTo>
                  <a:lnTo>
                    <a:pt x="471821" y="1160996"/>
                  </a:lnTo>
                  <a:lnTo>
                    <a:pt x="446693" y="1118682"/>
                  </a:lnTo>
                  <a:close/>
                  <a:moveTo>
                    <a:pt x="268858" y="898340"/>
                  </a:moveTo>
                  <a:lnTo>
                    <a:pt x="238773" y="883505"/>
                  </a:lnTo>
                  <a:lnTo>
                    <a:pt x="220428" y="899731"/>
                  </a:lnTo>
                  <a:close/>
                  <a:moveTo>
                    <a:pt x="268858" y="898340"/>
                  </a:moveTo>
                  <a:lnTo>
                    <a:pt x="288240" y="893778"/>
                  </a:lnTo>
                  <a:lnTo>
                    <a:pt x="238773" y="883505"/>
                  </a:lnTo>
                  <a:close/>
                  <a:moveTo>
                    <a:pt x="675536" y="1355516"/>
                  </a:moveTo>
                  <a:lnTo>
                    <a:pt x="683040" y="1361585"/>
                  </a:lnTo>
                  <a:lnTo>
                    <a:pt x="689398" y="1349029"/>
                  </a:lnTo>
                  <a:close/>
                  <a:moveTo>
                    <a:pt x="659651" y="1274138"/>
                  </a:moveTo>
                  <a:lnTo>
                    <a:pt x="652322" y="1303980"/>
                  </a:lnTo>
                  <a:lnTo>
                    <a:pt x="664217" y="1228349"/>
                  </a:lnTo>
                  <a:close/>
                  <a:moveTo>
                    <a:pt x="661611" y="1246132"/>
                  </a:moveTo>
                  <a:lnTo>
                    <a:pt x="664217" y="1228349"/>
                  </a:lnTo>
                  <a:lnTo>
                    <a:pt x="672498" y="1187271"/>
                  </a:lnTo>
                  <a:close/>
                  <a:moveTo>
                    <a:pt x="692954" y="1252443"/>
                  </a:moveTo>
                  <a:lnTo>
                    <a:pt x="672498" y="1187271"/>
                  </a:lnTo>
                  <a:lnTo>
                    <a:pt x="677944" y="1176813"/>
                  </a:lnTo>
                  <a:close/>
                  <a:moveTo>
                    <a:pt x="479462" y="1029298"/>
                  </a:moveTo>
                  <a:lnTo>
                    <a:pt x="477372" y="981756"/>
                  </a:lnTo>
                  <a:lnTo>
                    <a:pt x="494669" y="1046297"/>
                  </a:lnTo>
                  <a:close/>
                  <a:moveTo>
                    <a:pt x="476053" y="970666"/>
                  </a:moveTo>
                  <a:lnTo>
                    <a:pt x="472558" y="963759"/>
                  </a:lnTo>
                  <a:lnTo>
                    <a:pt x="444526" y="993853"/>
                  </a:lnTo>
                  <a:close/>
                  <a:moveTo>
                    <a:pt x="416970" y="930601"/>
                  </a:moveTo>
                  <a:lnTo>
                    <a:pt x="396796" y="990072"/>
                  </a:lnTo>
                  <a:lnTo>
                    <a:pt x="472558" y="963759"/>
                  </a:lnTo>
                  <a:close/>
                  <a:moveTo>
                    <a:pt x="817600" y="1320766"/>
                  </a:moveTo>
                  <a:lnTo>
                    <a:pt x="812607" y="1361764"/>
                  </a:lnTo>
                  <a:lnTo>
                    <a:pt x="868868" y="1379811"/>
                  </a:lnTo>
                  <a:close/>
                  <a:moveTo>
                    <a:pt x="873765" y="1313087"/>
                  </a:moveTo>
                  <a:lnTo>
                    <a:pt x="817600" y="1320766"/>
                  </a:lnTo>
                  <a:lnTo>
                    <a:pt x="868868" y="1379811"/>
                  </a:lnTo>
                  <a:close/>
                  <a:moveTo>
                    <a:pt x="931575" y="1322312"/>
                  </a:moveTo>
                  <a:lnTo>
                    <a:pt x="908484" y="1307329"/>
                  </a:lnTo>
                  <a:lnTo>
                    <a:pt x="924308" y="1372722"/>
                  </a:lnTo>
                  <a:close/>
                  <a:moveTo>
                    <a:pt x="924308" y="1372722"/>
                  </a:moveTo>
                  <a:lnTo>
                    <a:pt x="908484" y="1307329"/>
                  </a:lnTo>
                  <a:lnTo>
                    <a:pt x="873765" y="1313087"/>
                  </a:lnTo>
                  <a:close/>
                  <a:moveTo>
                    <a:pt x="924308" y="1372722"/>
                  </a:moveTo>
                  <a:lnTo>
                    <a:pt x="873765" y="1313087"/>
                  </a:lnTo>
                  <a:lnTo>
                    <a:pt x="868868" y="1379811"/>
                  </a:lnTo>
                  <a:close/>
                  <a:moveTo>
                    <a:pt x="817600" y="1320766"/>
                  </a:moveTo>
                  <a:lnTo>
                    <a:pt x="761908" y="1346885"/>
                  </a:lnTo>
                  <a:lnTo>
                    <a:pt x="812607" y="1361764"/>
                  </a:lnTo>
                  <a:close/>
                  <a:moveTo>
                    <a:pt x="764766" y="1325737"/>
                  </a:moveTo>
                  <a:lnTo>
                    <a:pt x="817600" y="1320766"/>
                  </a:lnTo>
                  <a:lnTo>
                    <a:pt x="813068" y="1261708"/>
                  </a:lnTo>
                  <a:close/>
                  <a:moveTo>
                    <a:pt x="817600" y="1320766"/>
                  </a:moveTo>
                  <a:lnTo>
                    <a:pt x="859915" y="1261604"/>
                  </a:lnTo>
                  <a:lnTo>
                    <a:pt x="813068" y="1261708"/>
                  </a:lnTo>
                  <a:close/>
                  <a:moveTo>
                    <a:pt x="850306" y="1206673"/>
                  </a:moveTo>
                  <a:lnTo>
                    <a:pt x="813068" y="1261708"/>
                  </a:lnTo>
                  <a:lnTo>
                    <a:pt x="859915" y="1261604"/>
                  </a:lnTo>
                  <a:close/>
                  <a:moveTo>
                    <a:pt x="677944" y="1176813"/>
                  </a:moveTo>
                  <a:lnTo>
                    <a:pt x="672498" y="1187271"/>
                  </a:lnTo>
                  <a:lnTo>
                    <a:pt x="676336" y="1171418"/>
                  </a:lnTo>
                  <a:close/>
                  <a:moveTo>
                    <a:pt x="666027" y="1163076"/>
                  </a:moveTo>
                  <a:lnTo>
                    <a:pt x="677944" y="1176813"/>
                  </a:lnTo>
                  <a:lnTo>
                    <a:pt x="676336" y="1171418"/>
                  </a:lnTo>
                  <a:close/>
                  <a:moveTo>
                    <a:pt x="988190" y="1296026"/>
                  </a:moveTo>
                  <a:lnTo>
                    <a:pt x="933945" y="1302145"/>
                  </a:lnTo>
                  <a:lnTo>
                    <a:pt x="931575" y="1322312"/>
                  </a:lnTo>
                  <a:close/>
                  <a:moveTo>
                    <a:pt x="619860" y="991121"/>
                  </a:moveTo>
                  <a:lnTo>
                    <a:pt x="666707" y="1030719"/>
                  </a:lnTo>
                  <a:lnTo>
                    <a:pt x="625600" y="998109"/>
                  </a:lnTo>
                  <a:close/>
                  <a:moveTo>
                    <a:pt x="925975" y="1120395"/>
                  </a:moveTo>
                  <a:lnTo>
                    <a:pt x="877849" y="1161215"/>
                  </a:lnTo>
                  <a:lnTo>
                    <a:pt x="920072" y="1144404"/>
                  </a:lnTo>
                  <a:close/>
                  <a:moveTo>
                    <a:pt x="836838" y="1054154"/>
                  </a:moveTo>
                  <a:lnTo>
                    <a:pt x="853316" y="1015997"/>
                  </a:lnTo>
                  <a:lnTo>
                    <a:pt x="814634" y="1009463"/>
                  </a:lnTo>
                  <a:close/>
                  <a:moveTo>
                    <a:pt x="911140" y="1069713"/>
                  </a:moveTo>
                  <a:lnTo>
                    <a:pt x="885349" y="1052994"/>
                  </a:lnTo>
                  <a:lnTo>
                    <a:pt x="922477" y="1018496"/>
                  </a:lnTo>
                  <a:close/>
                  <a:moveTo>
                    <a:pt x="814634" y="1009463"/>
                  </a:moveTo>
                  <a:lnTo>
                    <a:pt x="806633" y="953225"/>
                  </a:lnTo>
                  <a:lnTo>
                    <a:pt x="760285" y="1015666"/>
                  </a:lnTo>
                  <a:close/>
                  <a:moveTo>
                    <a:pt x="788363" y="905335"/>
                  </a:moveTo>
                  <a:lnTo>
                    <a:pt x="722566" y="922479"/>
                  </a:lnTo>
                  <a:lnTo>
                    <a:pt x="806633" y="953225"/>
                  </a:lnTo>
                  <a:close/>
                  <a:moveTo>
                    <a:pt x="597851" y="743775"/>
                  </a:moveTo>
                  <a:lnTo>
                    <a:pt x="549588" y="696555"/>
                  </a:lnTo>
                  <a:lnTo>
                    <a:pt x="548946" y="716332"/>
                  </a:lnTo>
                  <a:close/>
                  <a:moveTo>
                    <a:pt x="473131" y="664795"/>
                  </a:moveTo>
                  <a:lnTo>
                    <a:pt x="518385" y="690621"/>
                  </a:lnTo>
                  <a:lnTo>
                    <a:pt x="496448" y="640701"/>
                  </a:lnTo>
                  <a:close/>
                  <a:moveTo>
                    <a:pt x="451506" y="613259"/>
                  </a:moveTo>
                  <a:lnTo>
                    <a:pt x="473131" y="664795"/>
                  </a:lnTo>
                  <a:lnTo>
                    <a:pt x="496448" y="640701"/>
                  </a:lnTo>
                  <a:close/>
                  <a:moveTo>
                    <a:pt x="451506" y="613259"/>
                  </a:moveTo>
                  <a:lnTo>
                    <a:pt x="496448" y="640701"/>
                  </a:lnTo>
                  <a:lnTo>
                    <a:pt x="488729" y="589165"/>
                  </a:lnTo>
                  <a:close/>
                  <a:moveTo>
                    <a:pt x="451506" y="613259"/>
                  </a:moveTo>
                  <a:lnTo>
                    <a:pt x="488729" y="589165"/>
                  </a:lnTo>
                  <a:lnTo>
                    <a:pt x="449874" y="609147"/>
                  </a:lnTo>
                  <a:close/>
                  <a:moveTo>
                    <a:pt x="885349" y="1052994"/>
                  </a:moveTo>
                  <a:lnTo>
                    <a:pt x="941875" y="1091020"/>
                  </a:lnTo>
                  <a:lnTo>
                    <a:pt x="885330" y="1052714"/>
                  </a:lnTo>
                  <a:close/>
                  <a:moveTo>
                    <a:pt x="664606" y="753066"/>
                  </a:moveTo>
                  <a:lnTo>
                    <a:pt x="635140" y="743775"/>
                  </a:lnTo>
                  <a:lnTo>
                    <a:pt x="638792" y="724758"/>
                  </a:lnTo>
                  <a:close/>
                  <a:moveTo>
                    <a:pt x="446069" y="460020"/>
                  </a:moveTo>
                  <a:lnTo>
                    <a:pt x="462781" y="461998"/>
                  </a:lnTo>
                  <a:lnTo>
                    <a:pt x="467717" y="474162"/>
                  </a:lnTo>
                  <a:close/>
                  <a:moveTo>
                    <a:pt x="396121" y="447952"/>
                  </a:moveTo>
                  <a:lnTo>
                    <a:pt x="432416" y="448753"/>
                  </a:lnTo>
                  <a:lnTo>
                    <a:pt x="446069" y="460020"/>
                  </a:lnTo>
                  <a:close/>
                  <a:moveTo>
                    <a:pt x="671621" y="509494"/>
                  </a:moveTo>
                  <a:lnTo>
                    <a:pt x="722806" y="540977"/>
                  </a:lnTo>
                  <a:lnTo>
                    <a:pt x="658281" y="495925"/>
                  </a:lnTo>
                  <a:close/>
                  <a:moveTo>
                    <a:pt x="722806" y="540977"/>
                  </a:moveTo>
                  <a:lnTo>
                    <a:pt x="725514" y="541991"/>
                  </a:lnTo>
                  <a:lnTo>
                    <a:pt x="658281" y="495925"/>
                  </a:lnTo>
                  <a:close/>
                  <a:moveTo>
                    <a:pt x="727421" y="543443"/>
                  </a:moveTo>
                  <a:lnTo>
                    <a:pt x="725514" y="541991"/>
                  </a:lnTo>
                  <a:lnTo>
                    <a:pt x="722806" y="540977"/>
                  </a:lnTo>
                  <a:close/>
                  <a:moveTo>
                    <a:pt x="617332" y="481191"/>
                  </a:moveTo>
                  <a:lnTo>
                    <a:pt x="579465" y="474516"/>
                  </a:lnTo>
                  <a:lnTo>
                    <a:pt x="534969" y="482827"/>
                  </a:lnTo>
                  <a:close/>
                  <a:moveTo>
                    <a:pt x="627339" y="478830"/>
                  </a:moveTo>
                  <a:lnTo>
                    <a:pt x="639685" y="489440"/>
                  </a:lnTo>
                  <a:lnTo>
                    <a:pt x="658281" y="495925"/>
                  </a:lnTo>
                  <a:close/>
                  <a:moveTo>
                    <a:pt x="617332" y="481191"/>
                  </a:moveTo>
                  <a:lnTo>
                    <a:pt x="639685" y="489440"/>
                  </a:lnTo>
                  <a:lnTo>
                    <a:pt x="627339" y="478830"/>
                  </a:lnTo>
                  <a:close/>
                  <a:moveTo>
                    <a:pt x="579465" y="474516"/>
                  </a:moveTo>
                  <a:lnTo>
                    <a:pt x="617332" y="481191"/>
                  </a:lnTo>
                  <a:lnTo>
                    <a:pt x="627339" y="478830"/>
                  </a:lnTo>
                  <a:close/>
                  <a:moveTo>
                    <a:pt x="963915" y="838579"/>
                  </a:moveTo>
                  <a:lnTo>
                    <a:pt x="1008006" y="840716"/>
                  </a:lnTo>
                  <a:lnTo>
                    <a:pt x="1001513" y="783252"/>
                  </a:lnTo>
                  <a:close/>
                  <a:moveTo>
                    <a:pt x="1072111" y="826103"/>
                  </a:moveTo>
                  <a:lnTo>
                    <a:pt x="1072221" y="824311"/>
                  </a:lnTo>
                  <a:lnTo>
                    <a:pt x="1008006" y="840716"/>
                  </a:lnTo>
                  <a:close/>
                  <a:moveTo>
                    <a:pt x="1008006" y="840716"/>
                  </a:moveTo>
                  <a:lnTo>
                    <a:pt x="1072221" y="824311"/>
                  </a:lnTo>
                  <a:lnTo>
                    <a:pt x="1054100" y="778482"/>
                  </a:lnTo>
                  <a:close/>
                  <a:moveTo>
                    <a:pt x="942814" y="792992"/>
                  </a:moveTo>
                  <a:lnTo>
                    <a:pt x="926404" y="763377"/>
                  </a:lnTo>
                  <a:lnTo>
                    <a:pt x="904805" y="723166"/>
                  </a:lnTo>
                  <a:close/>
                  <a:moveTo>
                    <a:pt x="690047" y="532843"/>
                  </a:moveTo>
                  <a:lnTo>
                    <a:pt x="761860" y="575185"/>
                  </a:lnTo>
                  <a:lnTo>
                    <a:pt x="722806" y="540977"/>
                  </a:lnTo>
                  <a:close/>
                  <a:moveTo>
                    <a:pt x="722806" y="540977"/>
                  </a:moveTo>
                  <a:lnTo>
                    <a:pt x="761860" y="575185"/>
                  </a:lnTo>
                  <a:lnTo>
                    <a:pt x="727421" y="543443"/>
                  </a:lnTo>
                  <a:close/>
                  <a:moveTo>
                    <a:pt x="690047" y="532843"/>
                  </a:moveTo>
                  <a:lnTo>
                    <a:pt x="722806" y="540977"/>
                  </a:lnTo>
                  <a:lnTo>
                    <a:pt x="671621" y="509494"/>
                  </a:lnTo>
                  <a:close/>
                  <a:moveTo>
                    <a:pt x="808236" y="516883"/>
                  </a:moveTo>
                  <a:lnTo>
                    <a:pt x="804069" y="578853"/>
                  </a:lnTo>
                  <a:lnTo>
                    <a:pt x="806881" y="530955"/>
                  </a:lnTo>
                  <a:close/>
                  <a:moveTo>
                    <a:pt x="1309595" y="1059692"/>
                  </a:moveTo>
                  <a:lnTo>
                    <a:pt x="1282394" y="1086082"/>
                  </a:lnTo>
                  <a:lnTo>
                    <a:pt x="1311900" y="1061500"/>
                  </a:lnTo>
                  <a:close/>
                  <a:moveTo>
                    <a:pt x="1236398" y="1032249"/>
                  </a:moveTo>
                  <a:lnTo>
                    <a:pt x="1279572" y="1083786"/>
                  </a:lnTo>
                  <a:lnTo>
                    <a:pt x="1309595" y="1059692"/>
                  </a:lnTo>
                  <a:close/>
                  <a:moveTo>
                    <a:pt x="1311900" y="1061500"/>
                  </a:moveTo>
                  <a:lnTo>
                    <a:pt x="1282394" y="1086082"/>
                  </a:lnTo>
                  <a:lnTo>
                    <a:pt x="1361325" y="1071616"/>
                  </a:lnTo>
                  <a:close/>
                  <a:moveTo>
                    <a:pt x="1098445" y="787459"/>
                  </a:moveTo>
                  <a:lnTo>
                    <a:pt x="1122802" y="750472"/>
                  </a:lnTo>
                  <a:lnTo>
                    <a:pt x="1079201" y="774566"/>
                  </a:lnTo>
                  <a:close/>
                  <a:moveTo>
                    <a:pt x="1426997" y="1041692"/>
                  </a:moveTo>
                  <a:lnTo>
                    <a:pt x="1414624" y="1096215"/>
                  </a:lnTo>
                  <a:lnTo>
                    <a:pt x="1467424" y="1109550"/>
                  </a:lnTo>
                  <a:close/>
                  <a:moveTo>
                    <a:pt x="1309595" y="1059692"/>
                  </a:moveTo>
                  <a:lnTo>
                    <a:pt x="1311900" y="1061500"/>
                  </a:lnTo>
                  <a:lnTo>
                    <a:pt x="1312734" y="1058621"/>
                  </a:lnTo>
                  <a:close/>
                  <a:moveTo>
                    <a:pt x="1365924" y="1053360"/>
                  </a:moveTo>
                  <a:lnTo>
                    <a:pt x="1311900" y="1061500"/>
                  </a:lnTo>
                  <a:lnTo>
                    <a:pt x="1361325" y="1071616"/>
                  </a:lnTo>
                  <a:close/>
                  <a:moveTo>
                    <a:pt x="1365924" y="1053360"/>
                  </a:moveTo>
                  <a:lnTo>
                    <a:pt x="1312734" y="1058621"/>
                  </a:lnTo>
                  <a:lnTo>
                    <a:pt x="1311900" y="1061500"/>
                  </a:lnTo>
                  <a:close/>
                  <a:moveTo>
                    <a:pt x="1312734" y="1058621"/>
                  </a:moveTo>
                  <a:lnTo>
                    <a:pt x="1365924" y="1053360"/>
                  </a:lnTo>
                  <a:lnTo>
                    <a:pt x="1360694" y="994869"/>
                  </a:lnTo>
                  <a:close/>
                  <a:moveTo>
                    <a:pt x="1426997" y="1041692"/>
                  </a:moveTo>
                  <a:lnTo>
                    <a:pt x="1361325" y="1071616"/>
                  </a:lnTo>
                  <a:lnTo>
                    <a:pt x="1414624" y="1096215"/>
                  </a:lnTo>
                  <a:close/>
                  <a:moveTo>
                    <a:pt x="1426997" y="1041692"/>
                  </a:moveTo>
                  <a:lnTo>
                    <a:pt x="1365924" y="1053360"/>
                  </a:lnTo>
                  <a:lnTo>
                    <a:pt x="1361325" y="1071616"/>
                  </a:lnTo>
                  <a:close/>
                  <a:moveTo>
                    <a:pt x="1365924" y="1053360"/>
                  </a:moveTo>
                  <a:lnTo>
                    <a:pt x="1426997" y="1041692"/>
                  </a:lnTo>
                  <a:lnTo>
                    <a:pt x="1417735" y="986478"/>
                  </a:lnTo>
                  <a:close/>
                  <a:moveTo>
                    <a:pt x="1426997" y="1041692"/>
                  </a:moveTo>
                  <a:lnTo>
                    <a:pt x="1464864" y="986145"/>
                  </a:lnTo>
                  <a:lnTo>
                    <a:pt x="1417735" y="986478"/>
                  </a:lnTo>
                  <a:close/>
                  <a:moveTo>
                    <a:pt x="1360694" y="994869"/>
                  </a:moveTo>
                  <a:lnTo>
                    <a:pt x="1336170" y="977564"/>
                  </a:lnTo>
                  <a:lnTo>
                    <a:pt x="1301674" y="956619"/>
                  </a:lnTo>
                  <a:close/>
                  <a:moveTo>
                    <a:pt x="1271332" y="777915"/>
                  </a:moveTo>
                  <a:lnTo>
                    <a:pt x="1222817" y="853545"/>
                  </a:lnTo>
                  <a:lnTo>
                    <a:pt x="1276126" y="829452"/>
                  </a:lnTo>
                  <a:close/>
                  <a:moveTo>
                    <a:pt x="1128450" y="726379"/>
                  </a:moveTo>
                  <a:lnTo>
                    <a:pt x="1153425" y="683442"/>
                  </a:lnTo>
                  <a:lnTo>
                    <a:pt x="1109589" y="698936"/>
                  </a:lnTo>
                  <a:close/>
                  <a:moveTo>
                    <a:pt x="1095761" y="623305"/>
                  </a:moveTo>
                  <a:lnTo>
                    <a:pt x="1139393" y="684379"/>
                  </a:lnTo>
                  <a:lnTo>
                    <a:pt x="1149619" y="669213"/>
                  </a:lnTo>
                  <a:close/>
                  <a:moveTo>
                    <a:pt x="1109589" y="698936"/>
                  </a:moveTo>
                  <a:lnTo>
                    <a:pt x="1139393" y="684379"/>
                  </a:lnTo>
                  <a:lnTo>
                    <a:pt x="1095761" y="623305"/>
                  </a:lnTo>
                  <a:close/>
                  <a:moveTo>
                    <a:pt x="1072008" y="647399"/>
                  </a:moveTo>
                  <a:lnTo>
                    <a:pt x="1109589" y="698936"/>
                  </a:lnTo>
                  <a:lnTo>
                    <a:pt x="1095761" y="623305"/>
                  </a:lnTo>
                  <a:close/>
                  <a:moveTo>
                    <a:pt x="1377445" y="908431"/>
                  </a:moveTo>
                  <a:lnTo>
                    <a:pt x="1339976" y="932525"/>
                  </a:lnTo>
                  <a:lnTo>
                    <a:pt x="1363590" y="945182"/>
                  </a:lnTo>
                  <a:close/>
                  <a:moveTo>
                    <a:pt x="1271332" y="777915"/>
                  </a:moveTo>
                  <a:lnTo>
                    <a:pt x="1290977" y="825338"/>
                  </a:lnTo>
                  <a:lnTo>
                    <a:pt x="1272427" y="777675"/>
                  </a:lnTo>
                  <a:close/>
                  <a:moveTo>
                    <a:pt x="1271332" y="777915"/>
                  </a:moveTo>
                  <a:lnTo>
                    <a:pt x="1276126" y="829452"/>
                  </a:lnTo>
                  <a:lnTo>
                    <a:pt x="1290977" y="825338"/>
                  </a:lnTo>
                  <a:close/>
                  <a:moveTo>
                    <a:pt x="1265122" y="658128"/>
                  </a:moveTo>
                  <a:lnTo>
                    <a:pt x="1287798" y="701589"/>
                  </a:lnTo>
                  <a:lnTo>
                    <a:pt x="1288332" y="702285"/>
                  </a:lnTo>
                  <a:close/>
                  <a:moveTo>
                    <a:pt x="1149619" y="669213"/>
                  </a:moveTo>
                  <a:lnTo>
                    <a:pt x="1159160" y="668309"/>
                  </a:lnTo>
                  <a:lnTo>
                    <a:pt x="1095761" y="623305"/>
                  </a:lnTo>
                  <a:close/>
                  <a:moveTo>
                    <a:pt x="1222359" y="631597"/>
                  </a:moveTo>
                  <a:lnTo>
                    <a:pt x="1149619" y="669213"/>
                  </a:lnTo>
                  <a:lnTo>
                    <a:pt x="1193701" y="659350"/>
                  </a:lnTo>
                  <a:close/>
                  <a:moveTo>
                    <a:pt x="958012" y="466921"/>
                  </a:moveTo>
                  <a:lnTo>
                    <a:pt x="1010307" y="497700"/>
                  </a:lnTo>
                  <a:lnTo>
                    <a:pt x="962126" y="468695"/>
                  </a:lnTo>
                  <a:close/>
                  <a:moveTo>
                    <a:pt x="1042617" y="444601"/>
                  </a:moveTo>
                  <a:lnTo>
                    <a:pt x="1026272" y="468695"/>
                  </a:lnTo>
                  <a:lnTo>
                    <a:pt x="1048789" y="496138"/>
                  </a:lnTo>
                  <a:close/>
                  <a:moveTo>
                    <a:pt x="1006415" y="417158"/>
                  </a:moveTo>
                  <a:lnTo>
                    <a:pt x="1026272" y="468695"/>
                  </a:lnTo>
                  <a:lnTo>
                    <a:pt x="1042617" y="444601"/>
                  </a:lnTo>
                  <a:close/>
                  <a:moveTo>
                    <a:pt x="1288195" y="702113"/>
                  </a:moveTo>
                  <a:lnTo>
                    <a:pt x="1247069" y="723986"/>
                  </a:lnTo>
                  <a:lnTo>
                    <a:pt x="1288191" y="703056"/>
                  </a:lnTo>
                  <a:close/>
                  <a:moveTo>
                    <a:pt x="1288195" y="702113"/>
                  </a:moveTo>
                  <a:lnTo>
                    <a:pt x="1246149" y="698314"/>
                  </a:lnTo>
                  <a:lnTo>
                    <a:pt x="1247069" y="723986"/>
                  </a:lnTo>
                  <a:close/>
                  <a:moveTo>
                    <a:pt x="1246149" y="698314"/>
                  </a:moveTo>
                  <a:lnTo>
                    <a:pt x="1287798" y="701589"/>
                  </a:lnTo>
                  <a:lnTo>
                    <a:pt x="1237263" y="687321"/>
                  </a:lnTo>
                  <a:close/>
                  <a:moveTo>
                    <a:pt x="1246149" y="698314"/>
                  </a:moveTo>
                  <a:lnTo>
                    <a:pt x="1288195" y="702113"/>
                  </a:lnTo>
                  <a:lnTo>
                    <a:pt x="1287798" y="701589"/>
                  </a:lnTo>
                  <a:close/>
                  <a:moveTo>
                    <a:pt x="1478915" y="811254"/>
                  </a:moveTo>
                  <a:lnTo>
                    <a:pt x="1522484" y="813816"/>
                  </a:lnTo>
                  <a:lnTo>
                    <a:pt x="1491926" y="805855"/>
                  </a:lnTo>
                  <a:close/>
                  <a:moveTo>
                    <a:pt x="1522484" y="813816"/>
                  </a:moveTo>
                  <a:lnTo>
                    <a:pt x="1542353" y="819720"/>
                  </a:lnTo>
                  <a:lnTo>
                    <a:pt x="1491926" y="805855"/>
                  </a:lnTo>
                  <a:close/>
                  <a:moveTo>
                    <a:pt x="1344225" y="468081"/>
                  </a:moveTo>
                  <a:lnTo>
                    <a:pt x="1336646" y="449734"/>
                  </a:lnTo>
                  <a:lnTo>
                    <a:pt x="1313141" y="447950"/>
                  </a:lnTo>
                  <a:close/>
                  <a:moveTo>
                    <a:pt x="1281087" y="447950"/>
                  </a:moveTo>
                  <a:lnTo>
                    <a:pt x="1304523" y="437867"/>
                  </a:lnTo>
                  <a:lnTo>
                    <a:pt x="1241726" y="434207"/>
                  </a:lnTo>
                  <a:close/>
                  <a:moveTo>
                    <a:pt x="1346044" y="442094"/>
                  </a:moveTo>
                  <a:lnTo>
                    <a:pt x="1334249" y="423856"/>
                  </a:lnTo>
                  <a:lnTo>
                    <a:pt x="1328254" y="408369"/>
                  </a:lnTo>
                  <a:close/>
                  <a:moveTo>
                    <a:pt x="1328254" y="408369"/>
                  </a:moveTo>
                  <a:lnTo>
                    <a:pt x="1334249" y="423856"/>
                  </a:lnTo>
                  <a:lnTo>
                    <a:pt x="1318660" y="412274"/>
                  </a:lnTo>
                  <a:close/>
                  <a:moveTo>
                    <a:pt x="1318660" y="412274"/>
                  </a:moveTo>
                  <a:lnTo>
                    <a:pt x="1304523" y="437867"/>
                  </a:lnTo>
                  <a:lnTo>
                    <a:pt x="1328254" y="408369"/>
                  </a:lnTo>
                  <a:close/>
                  <a:moveTo>
                    <a:pt x="1352961" y="230945"/>
                  </a:moveTo>
                  <a:lnTo>
                    <a:pt x="1270924" y="233799"/>
                  </a:lnTo>
                  <a:lnTo>
                    <a:pt x="1303163" y="219434"/>
                  </a:lnTo>
                  <a:close/>
                  <a:moveTo>
                    <a:pt x="1670231" y="204979"/>
                  </a:moveTo>
                  <a:lnTo>
                    <a:pt x="1701318" y="154945"/>
                  </a:lnTo>
                  <a:lnTo>
                    <a:pt x="1659211" y="151195"/>
                  </a:lnTo>
                  <a:close/>
                  <a:moveTo>
                    <a:pt x="1659211" y="151195"/>
                  </a:moveTo>
                  <a:lnTo>
                    <a:pt x="1701318" y="154945"/>
                  </a:lnTo>
                  <a:lnTo>
                    <a:pt x="1685130" y="105363"/>
                  </a:lnTo>
                  <a:close/>
                  <a:moveTo>
                    <a:pt x="1659211" y="151195"/>
                  </a:moveTo>
                  <a:lnTo>
                    <a:pt x="1685130" y="105363"/>
                  </a:lnTo>
                  <a:lnTo>
                    <a:pt x="1645927" y="99251"/>
                  </a:lnTo>
                  <a:close/>
                  <a:moveTo>
                    <a:pt x="1659211" y="151195"/>
                  </a:moveTo>
                  <a:lnTo>
                    <a:pt x="1645927" y="99251"/>
                  </a:lnTo>
                  <a:lnTo>
                    <a:pt x="1646227" y="148777"/>
                  </a:lnTo>
                  <a:close/>
                  <a:moveTo>
                    <a:pt x="1645927" y="99251"/>
                  </a:moveTo>
                  <a:lnTo>
                    <a:pt x="1636609" y="97240"/>
                  </a:lnTo>
                  <a:lnTo>
                    <a:pt x="1646227" y="148777"/>
                  </a:lnTo>
                  <a:close/>
                  <a:moveTo>
                    <a:pt x="1701318" y="154945"/>
                  </a:moveTo>
                  <a:lnTo>
                    <a:pt x="1716477" y="177087"/>
                  </a:lnTo>
                  <a:lnTo>
                    <a:pt x="1759785" y="164331"/>
                  </a:lnTo>
                  <a:close/>
                  <a:moveTo>
                    <a:pt x="1592893" y="64381"/>
                  </a:moveTo>
                  <a:lnTo>
                    <a:pt x="1636609" y="97240"/>
                  </a:lnTo>
                  <a:lnTo>
                    <a:pt x="1582744" y="49893"/>
                  </a:lnTo>
                  <a:close/>
                  <a:moveTo>
                    <a:pt x="1582744" y="49893"/>
                  </a:moveTo>
                  <a:lnTo>
                    <a:pt x="1636609" y="97240"/>
                  </a:lnTo>
                  <a:lnTo>
                    <a:pt x="1645927" y="99251"/>
                  </a:lnTo>
                  <a:close/>
                  <a:moveTo>
                    <a:pt x="1582744" y="49893"/>
                  </a:moveTo>
                  <a:lnTo>
                    <a:pt x="1645927" y="99251"/>
                  </a:lnTo>
                  <a:lnTo>
                    <a:pt x="1630722" y="48870"/>
                  </a:lnTo>
                  <a:close/>
                  <a:moveTo>
                    <a:pt x="1582744" y="49893"/>
                  </a:moveTo>
                  <a:lnTo>
                    <a:pt x="1630722" y="48870"/>
                  </a:lnTo>
                  <a:lnTo>
                    <a:pt x="1613657" y="0"/>
                  </a:lnTo>
                  <a:close/>
                  <a:moveTo>
                    <a:pt x="1729825" y="194512"/>
                  </a:moveTo>
                  <a:lnTo>
                    <a:pt x="1778603" y="192838"/>
                  </a:lnTo>
                  <a:lnTo>
                    <a:pt x="1759785" y="16433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297" name="Output_density__4296">
              <a:extLst>
                <a:ext uri="{FF2B5EF4-FFF2-40B4-BE49-F238E27FC236}">
                  <a16:creationId xmlns:a16="http://schemas.microsoft.com/office/drawing/2014/main" id="{52144A2E-4F0E-893C-918E-AEF3E8592508}"/>
                </a:ext>
              </a:extLst>
            </p:cNvPr>
            <p:cNvSpPr>
              <a:spLocks noGrp="1"/>
            </p:cNvSpPr>
            <p:nvPr/>
          </p:nvSpPr>
          <p:spPr>
            <a:xfrm>
              <a:off x="14763750" y="2262760"/>
              <a:ext cx="1759785" cy="1378015"/>
            </a:xfrm>
            <a:custGeom>
              <a:avLst/>
              <a:gdLst/>
              <a:ahLst/>
              <a:cxnLst/>
              <a:rect l="0" t="0" r="0" b="0"/>
              <a:pathLst>
                <a:path w="1759785" h="1378015">
                  <a:moveTo>
                    <a:pt x="389832" y="1328891"/>
                  </a:moveTo>
                  <a:lnTo>
                    <a:pt x="438637" y="1356334"/>
                  </a:lnTo>
                  <a:lnTo>
                    <a:pt x="421904" y="1304797"/>
                  </a:lnTo>
                  <a:close/>
                  <a:moveTo>
                    <a:pt x="0" y="865062"/>
                  </a:moveTo>
                  <a:lnTo>
                    <a:pt x="9083" y="892505"/>
                  </a:lnTo>
                  <a:lnTo>
                    <a:pt x="11828" y="840968"/>
                  </a:lnTo>
                  <a:close/>
                  <a:moveTo>
                    <a:pt x="28997" y="813819"/>
                  </a:moveTo>
                  <a:lnTo>
                    <a:pt x="0" y="865062"/>
                  </a:lnTo>
                  <a:lnTo>
                    <a:pt x="11828" y="840968"/>
                  </a:lnTo>
                  <a:close/>
                  <a:moveTo>
                    <a:pt x="438637" y="1356334"/>
                  </a:moveTo>
                  <a:lnTo>
                    <a:pt x="459750" y="1376275"/>
                  </a:lnTo>
                  <a:lnTo>
                    <a:pt x="476988" y="1337984"/>
                  </a:lnTo>
                  <a:close/>
                  <a:moveTo>
                    <a:pt x="459750" y="1376275"/>
                  </a:moveTo>
                  <a:lnTo>
                    <a:pt x="488340" y="1332240"/>
                  </a:lnTo>
                  <a:lnTo>
                    <a:pt x="476988" y="1337984"/>
                  </a:lnTo>
                  <a:close/>
                  <a:moveTo>
                    <a:pt x="451297" y="1177630"/>
                  </a:moveTo>
                  <a:lnTo>
                    <a:pt x="436083" y="1245753"/>
                  </a:lnTo>
                  <a:lnTo>
                    <a:pt x="461657" y="1229167"/>
                  </a:lnTo>
                  <a:close/>
                  <a:moveTo>
                    <a:pt x="57474" y="785393"/>
                  </a:moveTo>
                  <a:lnTo>
                    <a:pt x="28997" y="813819"/>
                  </a:lnTo>
                  <a:lnTo>
                    <a:pt x="11828" y="840968"/>
                  </a:lnTo>
                  <a:close/>
                  <a:moveTo>
                    <a:pt x="98911" y="765642"/>
                  </a:moveTo>
                  <a:lnTo>
                    <a:pt x="66568" y="789431"/>
                  </a:lnTo>
                  <a:lnTo>
                    <a:pt x="28997" y="813819"/>
                  </a:lnTo>
                  <a:close/>
                  <a:moveTo>
                    <a:pt x="545298" y="1256609"/>
                  </a:moveTo>
                  <a:lnTo>
                    <a:pt x="471821" y="1216699"/>
                  </a:lnTo>
                  <a:lnTo>
                    <a:pt x="461657" y="1229167"/>
                  </a:lnTo>
                  <a:close/>
                  <a:moveTo>
                    <a:pt x="268858" y="954043"/>
                  </a:moveTo>
                  <a:lnTo>
                    <a:pt x="315553" y="954064"/>
                  </a:lnTo>
                  <a:lnTo>
                    <a:pt x="288240" y="949481"/>
                  </a:lnTo>
                  <a:close/>
                  <a:moveTo>
                    <a:pt x="288240" y="949481"/>
                  </a:moveTo>
                  <a:lnTo>
                    <a:pt x="315553" y="954064"/>
                  </a:lnTo>
                  <a:lnTo>
                    <a:pt x="363631" y="921777"/>
                  </a:lnTo>
                  <a:close/>
                  <a:moveTo>
                    <a:pt x="494669" y="1101999"/>
                  </a:moveTo>
                  <a:lnTo>
                    <a:pt x="477372" y="1037459"/>
                  </a:lnTo>
                  <a:lnTo>
                    <a:pt x="476053" y="1026369"/>
                  </a:lnTo>
                  <a:close/>
                  <a:moveTo>
                    <a:pt x="817600" y="1376469"/>
                  </a:moveTo>
                  <a:lnTo>
                    <a:pt x="873765" y="1368790"/>
                  </a:lnTo>
                  <a:lnTo>
                    <a:pt x="859915" y="1317307"/>
                  </a:lnTo>
                  <a:close/>
                  <a:moveTo>
                    <a:pt x="908484" y="1363031"/>
                  </a:moveTo>
                  <a:lnTo>
                    <a:pt x="886330" y="1311495"/>
                  </a:lnTo>
                  <a:lnTo>
                    <a:pt x="873765" y="1368790"/>
                  </a:lnTo>
                  <a:close/>
                  <a:moveTo>
                    <a:pt x="664217" y="1284052"/>
                  </a:moveTo>
                  <a:lnTo>
                    <a:pt x="676336" y="1227121"/>
                  </a:lnTo>
                  <a:lnTo>
                    <a:pt x="672498" y="1242974"/>
                  </a:lnTo>
                  <a:close/>
                  <a:moveTo>
                    <a:pt x="676336" y="1227121"/>
                  </a:moveTo>
                  <a:lnTo>
                    <a:pt x="678905" y="1208422"/>
                  </a:lnTo>
                  <a:lnTo>
                    <a:pt x="666027" y="1218779"/>
                  </a:lnTo>
                  <a:close/>
                  <a:moveTo>
                    <a:pt x="468958" y="968055"/>
                  </a:moveTo>
                  <a:lnTo>
                    <a:pt x="416970" y="986304"/>
                  </a:lnTo>
                  <a:lnTo>
                    <a:pt x="472558" y="1019462"/>
                  </a:lnTo>
                  <a:close/>
                  <a:moveTo>
                    <a:pt x="468958" y="968055"/>
                  </a:moveTo>
                  <a:lnTo>
                    <a:pt x="466031" y="907692"/>
                  </a:lnTo>
                  <a:lnTo>
                    <a:pt x="421970" y="968273"/>
                  </a:lnTo>
                  <a:close/>
                  <a:moveTo>
                    <a:pt x="519146" y="950739"/>
                  </a:moveTo>
                  <a:lnTo>
                    <a:pt x="502040" y="899202"/>
                  </a:lnTo>
                  <a:lnTo>
                    <a:pt x="468958" y="968055"/>
                  </a:lnTo>
                  <a:close/>
                  <a:moveTo>
                    <a:pt x="502040" y="899202"/>
                  </a:moveTo>
                  <a:lnTo>
                    <a:pt x="466031" y="907692"/>
                  </a:lnTo>
                  <a:lnTo>
                    <a:pt x="468958" y="968055"/>
                  </a:lnTo>
                  <a:close/>
                  <a:moveTo>
                    <a:pt x="908484" y="1363031"/>
                  </a:moveTo>
                  <a:lnTo>
                    <a:pt x="931575" y="1378015"/>
                  </a:lnTo>
                  <a:lnTo>
                    <a:pt x="933945" y="1357848"/>
                  </a:lnTo>
                  <a:close/>
                  <a:moveTo>
                    <a:pt x="886330" y="1311495"/>
                  </a:moveTo>
                  <a:lnTo>
                    <a:pt x="933945" y="1357848"/>
                  </a:lnTo>
                  <a:lnTo>
                    <a:pt x="924148" y="1303069"/>
                  </a:lnTo>
                  <a:close/>
                  <a:moveTo>
                    <a:pt x="886330" y="1311495"/>
                  </a:moveTo>
                  <a:lnTo>
                    <a:pt x="908484" y="1363031"/>
                  </a:lnTo>
                  <a:lnTo>
                    <a:pt x="933945" y="1357848"/>
                  </a:lnTo>
                  <a:close/>
                  <a:moveTo>
                    <a:pt x="684370" y="1095104"/>
                  </a:moveTo>
                  <a:lnTo>
                    <a:pt x="666707" y="1086422"/>
                  </a:lnTo>
                  <a:lnTo>
                    <a:pt x="619860" y="1046824"/>
                  </a:lnTo>
                  <a:close/>
                  <a:moveTo>
                    <a:pt x="466307" y="847665"/>
                  </a:moveTo>
                  <a:lnTo>
                    <a:pt x="539131" y="886245"/>
                  </a:lnTo>
                  <a:lnTo>
                    <a:pt x="493102" y="826473"/>
                  </a:lnTo>
                  <a:close/>
                  <a:moveTo>
                    <a:pt x="495836" y="796916"/>
                  </a:moveTo>
                  <a:lnTo>
                    <a:pt x="466307" y="847665"/>
                  </a:lnTo>
                  <a:lnTo>
                    <a:pt x="490532" y="816862"/>
                  </a:lnTo>
                  <a:close/>
                  <a:moveTo>
                    <a:pt x="532480" y="799025"/>
                  </a:moveTo>
                  <a:lnTo>
                    <a:pt x="495836" y="796916"/>
                  </a:lnTo>
                  <a:lnTo>
                    <a:pt x="490532" y="816862"/>
                  </a:lnTo>
                  <a:close/>
                  <a:moveTo>
                    <a:pt x="239945" y="475606"/>
                  </a:moveTo>
                  <a:lnTo>
                    <a:pt x="212114" y="486909"/>
                  </a:lnTo>
                  <a:lnTo>
                    <a:pt x="258267" y="472495"/>
                  </a:lnTo>
                  <a:close/>
                  <a:moveTo>
                    <a:pt x="258267" y="472495"/>
                  </a:moveTo>
                  <a:lnTo>
                    <a:pt x="212114" y="486909"/>
                  </a:lnTo>
                  <a:lnTo>
                    <a:pt x="184144" y="504937"/>
                  </a:lnTo>
                  <a:close/>
                  <a:moveTo>
                    <a:pt x="258267" y="472495"/>
                  </a:moveTo>
                  <a:lnTo>
                    <a:pt x="184144" y="504937"/>
                  </a:lnTo>
                  <a:lnTo>
                    <a:pt x="216357" y="490476"/>
                  </a:lnTo>
                  <a:close/>
                  <a:moveTo>
                    <a:pt x="301990" y="461290"/>
                  </a:moveTo>
                  <a:lnTo>
                    <a:pt x="239945" y="475606"/>
                  </a:lnTo>
                  <a:lnTo>
                    <a:pt x="297328" y="462815"/>
                  </a:lnTo>
                  <a:close/>
                  <a:moveTo>
                    <a:pt x="223927" y="479003"/>
                  </a:moveTo>
                  <a:lnTo>
                    <a:pt x="239945" y="475606"/>
                  </a:lnTo>
                  <a:lnTo>
                    <a:pt x="301990" y="461290"/>
                  </a:lnTo>
                  <a:close/>
                  <a:moveTo>
                    <a:pt x="239945" y="475606"/>
                  </a:moveTo>
                  <a:lnTo>
                    <a:pt x="258267" y="472495"/>
                  </a:lnTo>
                  <a:lnTo>
                    <a:pt x="297328" y="462815"/>
                  </a:lnTo>
                  <a:close/>
                  <a:moveTo>
                    <a:pt x="836838" y="1109857"/>
                  </a:moveTo>
                  <a:lnTo>
                    <a:pt x="884661" y="1108960"/>
                  </a:lnTo>
                  <a:lnTo>
                    <a:pt x="853316" y="1071700"/>
                  </a:lnTo>
                  <a:close/>
                  <a:moveTo>
                    <a:pt x="853316" y="1071700"/>
                  </a:moveTo>
                  <a:lnTo>
                    <a:pt x="884661" y="1108960"/>
                  </a:lnTo>
                  <a:lnTo>
                    <a:pt x="905175" y="1067522"/>
                  </a:lnTo>
                  <a:close/>
                  <a:moveTo>
                    <a:pt x="806633" y="1008928"/>
                  </a:moveTo>
                  <a:lnTo>
                    <a:pt x="738024" y="1029718"/>
                  </a:lnTo>
                  <a:lnTo>
                    <a:pt x="760285" y="1071369"/>
                  </a:lnTo>
                  <a:close/>
                  <a:moveTo>
                    <a:pt x="806633" y="1008928"/>
                  </a:moveTo>
                  <a:lnTo>
                    <a:pt x="722566" y="978181"/>
                  </a:lnTo>
                  <a:lnTo>
                    <a:pt x="738024" y="1029718"/>
                  </a:lnTo>
                  <a:close/>
                  <a:moveTo>
                    <a:pt x="295761" y="492972"/>
                  </a:moveTo>
                  <a:lnTo>
                    <a:pt x="297328" y="462815"/>
                  </a:lnTo>
                  <a:lnTo>
                    <a:pt x="258267" y="472495"/>
                  </a:lnTo>
                  <a:close/>
                  <a:moveTo>
                    <a:pt x="303432" y="461974"/>
                  </a:moveTo>
                  <a:lnTo>
                    <a:pt x="297328" y="462815"/>
                  </a:lnTo>
                  <a:lnTo>
                    <a:pt x="295761" y="492972"/>
                  </a:lnTo>
                  <a:close/>
                  <a:moveTo>
                    <a:pt x="333834" y="500001"/>
                  </a:moveTo>
                  <a:lnTo>
                    <a:pt x="303432" y="461974"/>
                  </a:lnTo>
                  <a:lnTo>
                    <a:pt x="295761" y="492972"/>
                  </a:lnTo>
                  <a:close/>
                  <a:moveTo>
                    <a:pt x="333834" y="500001"/>
                  </a:moveTo>
                  <a:lnTo>
                    <a:pt x="387067" y="494706"/>
                  </a:lnTo>
                  <a:lnTo>
                    <a:pt x="358872" y="454885"/>
                  </a:lnTo>
                  <a:close/>
                  <a:moveTo>
                    <a:pt x="333834" y="500001"/>
                  </a:moveTo>
                  <a:lnTo>
                    <a:pt x="358872" y="454885"/>
                  </a:lnTo>
                  <a:lnTo>
                    <a:pt x="303432" y="461974"/>
                  </a:lnTo>
                  <a:close/>
                  <a:moveTo>
                    <a:pt x="387067" y="494706"/>
                  </a:moveTo>
                  <a:lnTo>
                    <a:pt x="333834" y="500001"/>
                  </a:lnTo>
                  <a:lnTo>
                    <a:pt x="396121" y="503655"/>
                  </a:lnTo>
                  <a:close/>
                  <a:moveTo>
                    <a:pt x="333834" y="500001"/>
                  </a:moveTo>
                  <a:lnTo>
                    <a:pt x="351722" y="512329"/>
                  </a:lnTo>
                  <a:lnTo>
                    <a:pt x="396121" y="503655"/>
                  </a:lnTo>
                  <a:close/>
                  <a:moveTo>
                    <a:pt x="387067" y="494706"/>
                  </a:moveTo>
                  <a:lnTo>
                    <a:pt x="435612" y="493222"/>
                  </a:lnTo>
                  <a:lnTo>
                    <a:pt x="358872" y="454885"/>
                  </a:lnTo>
                  <a:close/>
                  <a:moveTo>
                    <a:pt x="435612" y="493222"/>
                  </a:moveTo>
                  <a:lnTo>
                    <a:pt x="387067" y="494706"/>
                  </a:lnTo>
                  <a:lnTo>
                    <a:pt x="446069" y="515723"/>
                  </a:lnTo>
                  <a:close/>
                  <a:moveTo>
                    <a:pt x="387067" y="494706"/>
                  </a:moveTo>
                  <a:lnTo>
                    <a:pt x="396121" y="503655"/>
                  </a:lnTo>
                  <a:lnTo>
                    <a:pt x="446069" y="515723"/>
                  </a:lnTo>
                  <a:close/>
                  <a:moveTo>
                    <a:pt x="467717" y="529864"/>
                  </a:moveTo>
                  <a:lnTo>
                    <a:pt x="492695" y="515374"/>
                  </a:lnTo>
                  <a:lnTo>
                    <a:pt x="446069" y="515723"/>
                  </a:lnTo>
                  <a:close/>
                  <a:moveTo>
                    <a:pt x="467717" y="529864"/>
                  </a:moveTo>
                  <a:lnTo>
                    <a:pt x="509993" y="533476"/>
                  </a:lnTo>
                  <a:lnTo>
                    <a:pt x="492695" y="515374"/>
                  </a:lnTo>
                  <a:close/>
                  <a:moveTo>
                    <a:pt x="509993" y="533476"/>
                  </a:moveTo>
                  <a:lnTo>
                    <a:pt x="467717" y="529864"/>
                  </a:lnTo>
                  <a:lnTo>
                    <a:pt x="534969" y="538529"/>
                  </a:lnTo>
                  <a:close/>
                  <a:moveTo>
                    <a:pt x="509993" y="533476"/>
                  </a:moveTo>
                  <a:lnTo>
                    <a:pt x="534969" y="538529"/>
                  </a:lnTo>
                  <a:lnTo>
                    <a:pt x="579465" y="530218"/>
                  </a:lnTo>
                  <a:close/>
                  <a:moveTo>
                    <a:pt x="1004369" y="1008973"/>
                  </a:moveTo>
                  <a:lnTo>
                    <a:pt x="1016281" y="980436"/>
                  </a:lnTo>
                  <a:lnTo>
                    <a:pt x="959223" y="1033067"/>
                  </a:lnTo>
                  <a:close/>
                  <a:moveTo>
                    <a:pt x="1016281" y="980436"/>
                  </a:moveTo>
                  <a:lnTo>
                    <a:pt x="1004369" y="1008973"/>
                  </a:lnTo>
                  <a:lnTo>
                    <a:pt x="1036790" y="933342"/>
                  </a:lnTo>
                  <a:close/>
                  <a:moveTo>
                    <a:pt x="963915" y="894282"/>
                  </a:moveTo>
                  <a:lnTo>
                    <a:pt x="1001513" y="838954"/>
                  </a:lnTo>
                  <a:lnTo>
                    <a:pt x="942814" y="848694"/>
                  </a:lnTo>
                  <a:close/>
                  <a:moveTo>
                    <a:pt x="1008006" y="896419"/>
                  </a:moveTo>
                  <a:lnTo>
                    <a:pt x="1054100" y="834184"/>
                  </a:lnTo>
                  <a:lnTo>
                    <a:pt x="1001513" y="838954"/>
                  </a:lnTo>
                  <a:close/>
                  <a:moveTo>
                    <a:pt x="896876" y="848058"/>
                  </a:moveTo>
                  <a:lnTo>
                    <a:pt x="942814" y="848694"/>
                  </a:lnTo>
                  <a:lnTo>
                    <a:pt x="904805" y="778869"/>
                  </a:lnTo>
                  <a:close/>
                  <a:moveTo>
                    <a:pt x="1236398" y="1087952"/>
                  </a:moveTo>
                  <a:lnTo>
                    <a:pt x="1309595" y="1115395"/>
                  </a:lnTo>
                  <a:lnTo>
                    <a:pt x="1274912" y="1063858"/>
                  </a:lnTo>
                  <a:close/>
                  <a:moveTo>
                    <a:pt x="1246447" y="1036415"/>
                  </a:moveTo>
                  <a:lnTo>
                    <a:pt x="1236398" y="1087952"/>
                  </a:lnTo>
                  <a:lnTo>
                    <a:pt x="1274912" y="1063858"/>
                  </a:lnTo>
                  <a:close/>
                  <a:moveTo>
                    <a:pt x="1072221" y="880014"/>
                  </a:moveTo>
                  <a:lnTo>
                    <a:pt x="1098445" y="843162"/>
                  </a:lnTo>
                  <a:lnTo>
                    <a:pt x="1079201" y="830269"/>
                  </a:lnTo>
                  <a:close/>
                  <a:moveTo>
                    <a:pt x="1274912" y="1063858"/>
                  </a:moveTo>
                  <a:lnTo>
                    <a:pt x="1312734" y="1114324"/>
                  </a:lnTo>
                  <a:lnTo>
                    <a:pt x="1314401" y="1050225"/>
                  </a:lnTo>
                  <a:close/>
                  <a:moveTo>
                    <a:pt x="1274912" y="1063858"/>
                  </a:moveTo>
                  <a:lnTo>
                    <a:pt x="1309595" y="1115395"/>
                  </a:lnTo>
                  <a:lnTo>
                    <a:pt x="1312734" y="1114324"/>
                  </a:lnTo>
                  <a:close/>
                  <a:moveTo>
                    <a:pt x="1312734" y="1114324"/>
                  </a:moveTo>
                  <a:lnTo>
                    <a:pt x="1360694" y="1050572"/>
                  </a:lnTo>
                  <a:lnTo>
                    <a:pt x="1314401" y="1050225"/>
                  </a:lnTo>
                  <a:close/>
                  <a:moveTo>
                    <a:pt x="1365924" y="1109063"/>
                  </a:moveTo>
                  <a:lnTo>
                    <a:pt x="1417735" y="1042181"/>
                  </a:lnTo>
                  <a:lnTo>
                    <a:pt x="1360694" y="1050572"/>
                  </a:lnTo>
                  <a:close/>
                  <a:moveTo>
                    <a:pt x="1300123" y="999091"/>
                  </a:moveTo>
                  <a:lnTo>
                    <a:pt x="1360694" y="1050572"/>
                  </a:lnTo>
                  <a:lnTo>
                    <a:pt x="1301674" y="1012321"/>
                  </a:lnTo>
                  <a:close/>
                  <a:moveTo>
                    <a:pt x="1266688" y="960785"/>
                  </a:moveTo>
                  <a:lnTo>
                    <a:pt x="1300123" y="999091"/>
                  </a:lnTo>
                  <a:lnTo>
                    <a:pt x="1277888" y="954424"/>
                  </a:lnTo>
                  <a:close/>
                  <a:moveTo>
                    <a:pt x="1276126" y="885154"/>
                  </a:moveTo>
                  <a:lnTo>
                    <a:pt x="1277888" y="954424"/>
                  </a:lnTo>
                  <a:lnTo>
                    <a:pt x="1291841" y="907305"/>
                  </a:lnTo>
                  <a:close/>
                  <a:moveTo>
                    <a:pt x="1266688" y="960785"/>
                  </a:moveTo>
                  <a:lnTo>
                    <a:pt x="1277888" y="954424"/>
                  </a:lnTo>
                  <a:lnTo>
                    <a:pt x="1276126" y="885154"/>
                  </a:lnTo>
                  <a:close/>
                  <a:moveTo>
                    <a:pt x="1222817" y="909248"/>
                  </a:moveTo>
                  <a:lnTo>
                    <a:pt x="1266688" y="960785"/>
                  </a:lnTo>
                  <a:lnTo>
                    <a:pt x="1276126" y="885154"/>
                  </a:lnTo>
                  <a:close/>
                  <a:moveTo>
                    <a:pt x="1308295" y="885154"/>
                  </a:moveTo>
                  <a:lnTo>
                    <a:pt x="1291841" y="907305"/>
                  </a:lnTo>
                  <a:lnTo>
                    <a:pt x="1328684" y="888367"/>
                  </a:lnTo>
                  <a:close/>
                  <a:moveTo>
                    <a:pt x="1328684" y="888367"/>
                  </a:moveTo>
                  <a:lnTo>
                    <a:pt x="1291841" y="907305"/>
                  </a:lnTo>
                  <a:lnTo>
                    <a:pt x="1277888" y="954424"/>
                  </a:lnTo>
                  <a:close/>
                  <a:moveTo>
                    <a:pt x="1109589" y="754638"/>
                  </a:moveTo>
                  <a:lnTo>
                    <a:pt x="1153425" y="739145"/>
                  </a:lnTo>
                  <a:lnTo>
                    <a:pt x="1139393" y="740082"/>
                  </a:lnTo>
                  <a:close/>
                  <a:moveTo>
                    <a:pt x="1122802" y="806175"/>
                  </a:moveTo>
                  <a:lnTo>
                    <a:pt x="1128450" y="782081"/>
                  </a:lnTo>
                  <a:lnTo>
                    <a:pt x="1109589" y="754638"/>
                  </a:lnTo>
                  <a:close/>
                  <a:moveTo>
                    <a:pt x="1139393" y="740082"/>
                  </a:moveTo>
                  <a:lnTo>
                    <a:pt x="1153425" y="739145"/>
                  </a:lnTo>
                  <a:lnTo>
                    <a:pt x="1200485" y="740418"/>
                  </a:lnTo>
                  <a:close/>
                  <a:moveTo>
                    <a:pt x="913522" y="496050"/>
                  </a:moveTo>
                  <a:lnTo>
                    <a:pt x="909099" y="496955"/>
                  </a:lnTo>
                  <a:lnTo>
                    <a:pt x="954522" y="519511"/>
                  </a:lnTo>
                  <a:close/>
                  <a:moveTo>
                    <a:pt x="954522" y="519511"/>
                  </a:moveTo>
                  <a:lnTo>
                    <a:pt x="871523" y="518767"/>
                  </a:lnTo>
                  <a:lnTo>
                    <a:pt x="944208" y="524398"/>
                  </a:lnTo>
                  <a:close/>
                  <a:moveTo>
                    <a:pt x="913522" y="496050"/>
                  </a:moveTo>
                  <a:lnTo>
                    <a:pt x="954522" y="519511"/>
                  </a:lnTo>
                  <a:lnTo>
                    <a:pt x="962126" y="524398"/>
                  </a:lnTo>
                  <a:close/>
                  <a:moveTo>
                    <a:pt x="1324806" y="936691"/>
                  </a:moveTo>
                  <a:lnTo>
                    <a:pt x="1339976" y="988227"/>
                  </a:lnTo>
                  <a:lnTo>
                    <a:pt x="1377445" y="964134"/>
                  </a:lnTo>
                  <a:close/>
                  <a:moveTo>
                    <a:pt x="1324806" y="936691"/>
                  </a:moveTo>
                  <a:lnTo>
                    <a:pt x="1377445" y="964134"/>
                  </a:lnTo>
                  <a:lnTo>
                    <a:pt x="1359336" y="912597"/>
                  </a:lnTo>
                  <a:close/>
                  <a:moveTo>
                    <a:pt x="1291841" y="907305"/>
                  </a:moveTo>
                  <a:lnTo>
                    <a:pt x="1308295" y="885154"/>
                  </a:lnTo>
                  <a:lnTo>
                    <a:pt x="1290977" y="881040"/>
                  </a:lnTo>
                  <a:close/>
                  <a:moveTo>
                    <a:pt x="1416824" y="890341"/>
                  </a:moveTo>
                  <a:lnTo>
                    <a:pt x="1339360" y="910293"/>
                  </a:lnTo>
                  <a:lnTo>
                    <a:pt x="1369577" y="888371"/>
                  </a:lnTo>
                  <a:close/>
                  <a:moveTo>
                    <a:pt x="1276126" y="885154"/>
                  </a:moveTo>
                  <a:lnTo>
                    <a:pt x="1291841" y="907305"/>
                  </a:lnTo>
                  <a:lnTo>
                    <a:pt x="1290977" y="881040"/>
                  </a:lnTo>
                  <a:close/>
                  <a:moveTo>
                    <a:pt x="1153425" y="739145"/>
                  </a:moveTo>
                  <a:lnTo>
                    <a:pt x="1186796" y="764287"/>
                  </a:lnTo>
                  <a:lnTo>
                    <a:pt x="1229179" y="757987"/>
                  </a:lnTo>
                  <a:close/>
                  <a:moveTo>
                    <a:pt x="1237263" y="743023"/>
                  </a:moveTo>
                  <a:lnTo>
                    <a:pt x="1153425" y="739145"/>
                  </a:lnTo>
                  <a:lnTo>
                    <a:pt x="1229179" y="757987"/>
                  </a:lnTo>
                  <a:close/>
                  <a:moveTo>
                    <a:pt x="1200485" y="740418"/>
                  </a:moveTo>
                  <a:lnTo>
                    <a:pt x="1153425" y="739145"/>
                  </a:lnTo>
                  <a:lnTo>
                    <a:pt x="1237263" y="743023"/>
                  </a:lnTo>
                  <a:close/>
                  <a:moveTo>
                    <a:pt x="1287798" y="757291"/>
                  </a:moveTo>
                  <a:lnTo>
                    <a:pt x="1207592" y="730545"/>
                  </a:lnTo>
                  <a:lnTo>
                    <a:pt x="1200485" y="740418"/>
                  </a:lnTo>
                  <a:close/>
                  <a:moveTo>
                    <a:pt x="1287798" y="757291"/>
                  </a:moveTo>
                  <a:lnTo>
                    <a:pt x="1200485" y="740418"/>
                  </a:lnTo>
                  <a:lnTo>
                    <a:pt x="1237263" y="743023"/>
                  </a:lnTo>
                  <a:close/>
                  <a:moveTo>
                    <a:pt x="954522" y="519511"/>
                  </a:moveTo>
                  <a:lnTo>
                    <a:pt x="944208" y="524398"/>
                  </a:lnTo>
                  <a:lnTo>
                    <a:pt x="958012" y="522624"/>
                  </a:lnTo>
                  <a:close/>
                  <a:moveTo>
                    <a:pt x="958012" y="522624"/>
                  </a:moveTo>
                  <a:lnTo>
                    <a:pt x="962126" y="524398"/>
                  </a:lnTo>
                  <a:lnTo>
                    <a:pt x="954522" y="519511"/>
                  </a:lnTo>
                  <a:close/>
                  <a:moveTo>
                    <a:pt x="1006415" y="472861"/>
                  </a:moveTo>
                  <a:lnTo>
                    <a:pt x="1042617" y="500304"/>
                  </a:lnTo>
                  <a:lnTo>
                    <a:pt x="1030172" y="448768"/>
                  </a:lnTo>
                  <a:close/>
                  <a:moveTo>
                    <a:pt x="1445988" y="864484"/>
                  </a:moveTo>
                  <a:lnTo>
                    <a:pt x="1369577" y="888371"/>
                  </a:lnTo>
                  <a:lnTo>
                    <a:pt x="1398031" y="859855"/>
                  </a:lnTo>
                  <a:close/>
                  <a:moveTo>
                    <a:pt x="1478915" y="866957"/>
                  </a:moveTo>
                  <a:lnTo>
                    <a:pt x="1491926" y="861558"/>
                  </a:lnTo>
                  <a:lnTo>
                    <a:pt x="1445988" y="864484"/>
                  </a:lnTo>
                  <a:close/>
                  <a:moveTo>
                    <a:pt x="1039481" y="321601"/>
                  </a:moveTo>
                  <a:lnTo>
                    <a:pt x="1051647" y="373137"/>
                  </a:lnTo>
                  <a:lnTo>
                    <a:pt x="1077028" y="349043"/>
                  </a:lnTo>
                  <a:close/>
                  <a:moveTo>
                    <a:pt x="1050649" y="245970"/>
                  </a:moveTo>
                  <a:lnTo>
                    <a:pt x="1059653" y="264985"/>
                  </a:lnTo>
                  <a:lnTo>
                    <a:pt x="1039481" y="321601"/>
                  </a:lnTo>
                  <a:close/>
                  <a:moveTo>
                    <a:pt x="1323392" y="485672"/>
                  </a:moveTo>
                  <a:lnTo>
                    <a:pt x="1304523" y="493570"/>
                  </a:lnTo>
                  <a:lnTo>
                    <a:pt x="1281087" y="503653"/>
                  </a:lnTo>
                  <a:close/>
                  <a:moveTo>
                    <a:pt x="1313141" y="503653"/>
                  </a:moveTo>
                  <a:lnTo>
                    <a:pt x="1304523" y="493570"/>
                  </a:lnTo>
                  <a:lnTo>
                    <a:pt x="1344225" y="523784"/>
                  </a:lnTo>
                  <a:close/>
                  <a:moveTo>
                    <a:pt x="1344225" y="523784"/>
                  </a:moveTo>
                  <a:lnTo>
                    <a:pt x="1304523" y="493570"/>
                  </a:lnTo>
                  <a:lnTo>
                    <a:pt x="1323392" y="485672"/>
                  </a:lnTo>
                  <a:close/>
                  <a:moveTo>
                    <a:pt x="1334249" y="479559"/>
                  </a:moveTo>
                  <a:lnTo>
                    <a:pt x="1346044" y="497797"/>
                  </a:lnTo>
                  <a:lnTo>
                    <a:pt x="1344225" y="523784"/>
                  </a:lnTo>
                  <a:close/>
                  <a:moveTo>
                    <a:pt x="1323392" y="485672"/>
                  </a:moveTo>
                  <a:lnTo>
                    <a:pt x="1334249" y="479559"/>
                  </a:lnTo>
                  <a:lnTo>
                    <a:pt x="1344225" y="523784"/>
                  </a:lnTo>
                  <a:close/>
                  <a:moveTo>
                    <a:pt x="1241726" y="489910"/>
                  </a:moveTo>
                  <a:lnTo>
                    <a:pt x="1304523" y="493570"/>
                  </a:lnTo>
                  <a:lnTo>
                    <a:pt x="1318660" y="467977"/>
                  </a:lnTo>
                  <a:close/>
                  <a:moveTo>
                    <a:pt x="1105408" y="194696"/>
                  </a:moveTo>
                  <a:lnTo>
                    <a:pt x="1074139" y="212687"/>
                  </a:lnTo>
                  <a:lnTo>
                    <a:pt x="1050649" y="245970"/>
                  </a:lnTo>
                  <a:close/>
                  <a:moveTo>
                    <a:pt x="1352961" y="286648"/>
                  </a:moveTo>
                  <a:lnTo>
                    <a:pt x="1268027" y="273413"/>
                  </a:lnTo>
                  <a:lnTo>
                    <a:pt x="1270924" y="289501"/>
                  </a:lnTo>
                  <a:close/>
                  <a:moveTo>
                    <a:pt x="1149931" y="186480"/>
                  </a:moveTo>
                  <a:lnTo>
                    <a:pt x="1105408" y="194696"/>
                  </a:lnTo>
                  <a:lnTo>
                    <a:pt x="1181941" y="171262"/>
                  </a:lnTo>
                  <a:close/>
                  <a:moveTo>
                    <a:pt x="1181941" y="171262"/>
                  </a:moveTo>
                  <a:lnTo>
                    <a:pt x="1212417" y="146245"/>
                  </a:lnTo>
                  <a:lnTo>
                    <a:pt x="1214501" y="152317"/>
                  </a:lnTo>
                  <a:close/>
                  <a:moveTo>
                    <a:pt x="1219142" y="135673"/>
                  </a:moveTo>
                  <a:lnTo>
                    <a:pt x="1214501" y="152317"/>
                  </a:lnTo>
                  <a:lnTo>
                    <a:pt x="1212417" y="146245"/>
                  </a:lnTo>
                  <a:close/>
                  <a:moveTo>
                    <a:pt x="1431947" y="272389"/>
                  </a:moveTo>
                  <a:lnTo>
                    <a:pt x="1391406" y="255710"/>
                  </a:lnTo>
                  <a:lnTo>
                    <a:pt x="1352961" y="286648"/>
                  </a:lnTo>
                  <a:close/>
                  <a:moveTo>
                    <a:pt x="1219142" y="135673"/>
                  </a:moveTo>
                  <a:lnTo>
                    <a:pt x="1245418" y="127182"/>
                  </a:lnTo>
                  <a:lnTo>
                    <a:pt x="1242098" y="94709"/>
                  </a:lnTo>
                  <a:close/>
                  <a:moveTo>
                    <a:pt x="1242098" y="94709"/>
                  </a:moveTo>
                  <a:lnTo>
                    <a:pt x="1245418" y="127182"/>
                  </a:lnTo>
                  <a:lnTo>
                    <a:pt x="1252665" y="122152"/>
                  </a:lnTo>
                  <a:close/>
                  <a:moveTo>
                    <a:pt x="1242098" y="94709"/>
                  </a:moveTo>
                  <a:lnTo>
                    <a:pt x="1252665" y="122152"/>
                  </a:lnTo>
                  <a:lnTo>
                    <a:pt x="1249561" y="70615"/>
                  </a:lnTo>
                  <a:close/>
                  <a:moveTo>
                    <a:pt x="1506704" y="242314"/>
                  </a:moveTo>
                  <a:lnTo>
                    <a:pt x="1469419" y="237810"/>
                  </a:lnTo>
                  <a:lnTo>
                    <a:pt x="1431947" y="272389"/>
                  </a:lnTo>
                  <a:close/>
                  <a:moveTo>
                    <a:pt x="1349268" y="3042"/>
                  </a:moveTo>
                  <a:lnTo>
                    <a:pt x="1274543" y="33231"/>
                  </a:lnTo>
                  <a:lnTo>
                    <a:pt x="1309008" y="27192"/>
                  </a:lnTo>
                  <a:close/>
                  <a:moveTo>
                    <a:pt x="1431255" y="0"/>
                  </a:moveTo>
                  <a:lnTo>
                    <a:pt x="1395176" y="7"/>
                  </a:lnTo>
                  <a:lnTo>
                    <a:pt x="1349268" y="3042"/>
                  </a:lnTo>
                  <a:close/>
                  <a:moveTo>
                    <a:pt x="1431255" y="0"/>
                  </a:moveTo>
                  <a:lnTo>
                    <a:pt x="1349268" y="3042"/>
                  </a:lnTo>
                  <a:lnTo>
                    <a:pt x="1388947" y="16495"/>
                  </a:lnTo>
                  <a:close/>
                  <a:moveTo>
                    <a:pt x="1480021" y="7650"/>
                  </a:moveTo>
                  <a:lnTo>
                    <a:pt x="1395176" y="7"/>
                  </a:lnTo>
                  <a:lnTo>
                    <a:pt x="1431255" y="0"/>
                  </a:lnTo>
                  <a:close/>
                  <a:moveTo>
                    <a:pt x="1700861" y="256016"/>
                  </a:moveTo>
                  <a:lnTo>
                    <a:pt x="1716477" y="232790"/>
                  </a:lnTo>
                  <a:lnTo>
                    <a:pt x="1670231" y="260681"/>
                  </a:lnTo>
                  <a:close/>
                  <a:moveTo>
                    <a:pt x="1670231" y="260681"/>
                  </a:moveTo>
                  <a:lnTo>
                    <a:pt x="1716477" y="232790"/>
                  </a:lnTo>
                  <a:lnTo>
                    <a:pt x="1701318" y="210647"/>
                  </a:lnTo>
                  <a:close/>
                  <a:moveTo>
                    <a:pt x="1528811" y="111460"/>
                  </a:moveTo>
                  <a:lnTo>
                    <a:pt x="1582744" y="105596"/>
                  </a:lnTo>
                  <a:lnTo>
                    <a:pt x="1566142" y="56350"/>
                  </a:lnTo>
                  <a:close/>
                  <a:moveTo>
                    <a:pt x="1528811" y="111460"/>
                  </a:moveTo>
                  <a:lnTo>
                    <a:pt x="1566142" y="56350"/>
                  </a:lnTo>
                  <a:lnTo>
                    <a:pt x="1518264" y="57292"/>
                  </a:lnTo>
                  <a:close/>
                  <a:moveTo>
                    <a:pt x="1582744" y="105596"/>
                  </a:moveTo>
                  <a:lnTo>
                    <a:pt x="1613657" y="55703"/>
                  </a:lnTo>
                  <a:lnTo>
                    <a:pt x="1566142" y="56350"/>
                  </a:lnTo>
                  <a:close/>
                  <a:moveTo>
                    <a:pt x="1469153" y="59237"/>
                  </a:moveTo>
                  <a:lnTo>
                    <a:pt x="1518264" y="57292"/>
                  </a:lnTo>
                  <a:lnTo>
                    <a:pt x="1490870" y="16820"/>
                  </a:lnTo>
                  <a:close/>
                  <a:moveTo>
                    <a:pt x="1469153" y="59237"/>
                  </a:moveTo>
                  <a:lnTo>
                    <a:pt x="1490870" y="16820"/>
                  </a:lnTo>
                  <a:lnTo>
                    <a:pt x="1448331" y="13421"/>
                  </a:lnTo>
                  <a:close/>
                  <a:moveTo>
                    <a:pt x="1518264" y="57292"/>
                  </a:moveTo>
                  <a:lnTo>
                    <a:pt x="1566142" y="56350"/>
                  </a:lnTo>
                  <a:lnTo>
                    <a:pt x="1534908" y="19000"/>
                  </a:lnTo>
                  <a:close/>
                  <a:moveTo>
                    <a:pt x="1518264" y="57292"/>
                  </a:moveTo>
                  <a:lnTo>
                    <a:pt x="1534908" y="19000"/>
                  </a:lnTo>
                  <a:lnTo>
                    <a:pt x="1490870" y="16820"/>
                  </a:lnTo>
                  <a:close/>
                  <a:moveTo>
                    <a:pt x="1392924" y="20484"/>
                  </a:moveTo>
                  <a:lnTo>
                    <a:pt x="1448331" y="13421"/>
                  </a:lnTo>
                  <a:lnTo>
                    <a:pt x="1431255" y="0"/>
                  </a:lnTo>
                  <a:close/>
                  <a:moveTo>
                    <a:pt x="1448331" y="13421"/>
                  </a:moveTo>
                  <a:lnTo>
                    <a:pt x="1480021" y="7650"/>
                  </a:lnTo>
                  <a:lnTo>
                    <a:pt x="1431255" y="0"/>
                  </a:lnTo>
                  <a:close/>
                  <a:moveTo>
                    <a:pt x="1448331" y="13421"/>
                  </a:moveTo>
                  <a:lnTo>
                    <a:pt x="1490870" y="16820"/>
                  </a:lnTo>
                  <a:lnTo>
                    <a:pt x="1480021" y="7650"/>
                  </a:lnTo>
                  <a:close/>
                  <a:moveTo>
                    <a:pt x="1729825" y="250214"/>
                  </a:moveTo>
                  <a:lnTo>
                    <a:pt x="1759785" y="220033"/>
                  </a:lnTo>
                  <a:lnTo>
                    <a:pt x="1716477" y="23279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298" name="Output_density__4297">
              <a:extLst>
                <a:ext uri="{FF2B5EF4-FFF2-40B4-BE49-F238E27FC236}">
                  <a16:creationId xmlns:a16="http://schemas.microsoft.com/office/drawing/2014/main" id="{E87A0449-8558-7F1B-1CD8-04611E5CE692}"/>
                </a:ext>
              </a:extLst>
            </p:cNvPr>
            <p:cNvSpPr>
              <a:spLocks noGrp="1"/>
            </p:cNvSpPr>
            <p:nvPr/>
          </p:nvSpPr>
          <p:spPr>
            <a:xfrm>
              <a:off x="14791404" y="2393692"/>
              <a:ext cx="1779582" cy="1307729"/>
            </a:xfrm>
            <a:custGeom>
              <a:avLst/>
              <a:gdLst/>
              <a:ahLst/>
              <a:cxnLst/>
              <a:rect l="0" t="0" r="0" b="0"/>
              <a:pathLst>
                <a:path w="1779582" h="1307729">
                  <a:moveTo>
                    <a:pt x="432096" y="1245342"/>
                  </a:moveTo>
                  <a:lnTo>
                    <a:pt x="399842" y="1259650"/>
                  </a:lnTo>
                  <a:lnTo>
                    <a:pt x="483857" y="1264190"/>
                  </a:lnTo>
                  <a:close/>
                  <a:moveTo>
                    <a:pt x="86361" y="873031"/>
                  </a:moveTo>
                  <a:lnTo>
                    <a:pt x="121216" y="916182"/>
                  </a:lnTo>
                  <a:lnTo>
                    <a:pt x="107066" y="903491"/>
                  </a:lnTo>
                  <a:close/>
                  <a:moveTo>
                    <a:pt x="112215" y="888739"/>
                  </a:moveTo>
                  <a:lnTo>
                    <a:pt x="86361" y="873031"/>
                  </a:lnTo>
                  <a:lnTo>
                    <a:pt x="58171" y="833206"/>
                  </a:lnTo>
                  <a:close/>
                  <a:moveTo>
                    <a:pt x="16393" y="813109"/>
                  </a:moveTo>
                  <a:lnTo>
                    <a:pt x="0" y="812766"/>
                  </a:lnTo>
                  <a:lnTo>
                    <a:pt x="24699" y="822436"/>
                  </a:lnTo>
                  <a:close/>
                  <a:moveTo>
                    <a:pt x="0" y="812766"/>
                  </a:moveTo>
                  <a:lnTo>
                    <a:pt x="52127" y="832984"/>
                  </a:lnTo>
                  <a:lnTo>
                    <a:pt x="24699" y="822436"/>
                  </a:lnTo>
                  <a:close/>
                  <a:moveTo>
                    <a:pt x="52127" y="832984"/>
                  </a:moveTo>
                  <a:lnTo>
                    <a:pt x="58171" y="833206"/>
                  </a:lnTo>
                  <a:lnTo>
                    <a:pt x="24699" y="822436"/>
                  </a:lnTo>
                  <a:close/>
                  <a:moveTo>
                    <a:pt x="73305" y="864645"/>
                  </a:moveTo>
                  <a:lnTo>
                    <a:pt x="86361" y="873031"/>
                  </a:lnTo>
                  <a:lnTo>
                    <a:pt x="107066" y="903491"/>
                  </a:lnTo>
                  <a:close/>
                  <a:moveTo>
                    <a:pt x="86361" y="873031"/>
                  </a:moveTo>
                  <a:lnTo>
                    <a:pt x="73305" y="864645"/>
                  </a:lnTo>
                  <a:lnTo>
                    <a:pt x="24699" y="822436"/>
                  </a:lnTo>
                  <a:close/>
                  <a:moveTo>
                    <a:pt x="58171" y="833206"/>
                  </a:moveTo>
                  <a:lnTo>
                    <a:pt x="86361" y="873031"/>
                  </a:lnTo>
                  <a:lnTo>
                    <a:pt x="24699" y="822436"/>
                  </a:lnTo>
                  <a:close/>
                  <a:moveTo>
                    <a:pt x="483857" y="1264190"/>
                  </a:moveTo>
                  <a:lnTo>
                    <a:pt x="514854" y="1245183"/>
                  </a:lnTo>
                  <a:lnTo>
                    <a:pt x="432096" y="1245342"/>
                  </a:lnTo>
                  <a:close/>
                  <a:moveTo>
                    <a:pt x="211119" y="808276"/>
                  </a:moveTo>
                  <a:lnTo>
                    <a:pt x="190688" y="801437"/>
                  </a:lnTo>
                  <a:lnTo>
                    <a:pt x="175133" y="789015"/>
                  </a:lnTo>
                  <a:close/>
                  <a:moveTo>
                    <a:pt x="514854" y="1245183"/>
                  </a:moveTo>
                  <a:lnTo>
                    <a:pt x="560231" y="1240163"/>
                  </a:lnTo>
                  <a:lnTo>
                    <a:pt x="585502" y="1199746"/>
                  </a:lnTo>
                  <a:close/>
                  <a:moveTo>
                    <a:pt x="826696" y="1307729"/>
                  </a:moveTo>
                  <a:lnTo>
                    <a:pt x="784953" y="1286534"/>
                  </a:lnTo>
                  <a:lnTo>
                    <a:pt x="752584" y="1300410"/>
                  </a:lnTo>
                  <a:close/>
                  <a:moveTo>
                    <a:pt x="706433" y="1302534"/>
                  </a:moveTo>
                  <a:lnTo>
                    <a:pt x="752584" y="1300410"/>
                  </a:lnTo>
                  <a:lnTo>
                    <a:pt x="784953" y="1286534"/>
                  </a:lnTo>
                  <a:close/>
                  <a:moveTo>
                    <a:pt x="430876" y="919530"/>
                  </a:moveTo>
                  <a:lnTo>
                    <a:pt x="448399" y="895437"/>
                  </a:lnTo>
                  <a:lnTo>
                    <a:pt x="416872" y="918623"/>
                  </a:lnTo>
                  <a:close/>
                  <a:moveTo>
                    <a:pt x="795497" y="1115538"/>
                  </a:moveTo>
                  <a:lnTo>
                    <a:pt x="786849" y="1158720"/>
                  </a:lnTo>
                  <a:lnTo>
                    <a:pt x="815132" y="1129026"/>
                  </a:lnTo>
                  <a:close/>
                  <a:moveTo>
                    <a:pt x="795497" y="1115538"/>
                  </a:moveTo>
                  <a:lnTo>
                    <a:pt x="815132" y="1129026"/>
                  </a:lnTo>
                  <a:lnTo>
                    <a:pt x="803755" y="1087028"/>
                  </a:lnTo>
                  <a:close/>
                  <a:moveTo>
                    <a:pt x="585496" y="871343"/>
                  </a:moveTo>
                  <a:lnTo>
                    <a:pt x="592206" y="915892"/>
                  </a:lnTo>
                  <a:lnTo>
                    <a:pt x="597946" y="922879"/>
                  </a:lnTo>
                  <a:close/>
                  <a:moveTo>
                    <a:pt x="379797" y="613660"/>
                  </a:moveTo>
                  <a:lnTo>
                    <a:pt x="412383" y="632040"/>
                  </a:lnTo>
                  <a:lnTo>
                    <a:pt x="429154" y="596029"/>
                  </a:lnTo>
                  <a:close/>
                  <a:moveTo>
                    <a:pt x="429154" y="596029"/>
                  </a:moveTo>
                  <a:lnTo>
                    <a:pt x="401799" y="592465"/>
                  </a:lnTo>
                  <a:lnTo>
                    <a:pt x="379797" y="613660"/>
                  </a:lnTo>
                  <a:close/>
                  <a:moveTo>
                    <a:pt x="423783" y="589566"/>
                  </a:moveTo>
                  <a:lnTo>
                    <a:pt x="373660" y="562123"/>
                  </a:lnTo>
                  <a:lnTo>
                    <a:pt x="422380" y="538029"/>
                  </a:lnTo>
                  <a:close/>
                  <a:moveTo>
                    <a:pt x="404203" y="490827"/>
                  </a:moveTo>
                  <a:lnTo>
                    <a:pt x="423852" y="538029"/>
                  </a:lnTo>
                  <a:lnTo>
                    <a:pt x="422220" y="533917"/>
                  </a:lnTo>
                  <a:close/>
                  <a:moveTo>
                    <a:pt x="865966" y="1033487"/>
                  </a:moveTo>
                  <a:lnTo>
                    <a:pt x="803755" y="1087028"/>
                  </a:lnTo>
                  <a:lnTo>
                    <a:pt x="850195" y="1085985"/>
                  </a:lnTo>
                  <a:close/>
                  <a:moveTo>
                    <a:pt x="898321" y="1045165"/>
                  </a:moveTo>
                  <a:lnTo>
                    <a:pt x="865966" y="1033487"/>
                  </a:lnTo>
                  <a:lnTo>
                    <a:pt x="850195" y="1085985"/>
                  </a:lnTo>
                  <a:close/>
                  <a:moveTo>
                    <a:pt x="608581" y="706660"/>
                  </a:moveTo>
                  <a:lnTo>
                    <a:pt x="593677" y="692639"/>
                  </a:lnTo>
                  <a:lnTo>
                    <a:pt x="607486" y="668545"/>
                  </a:lnTo>
                  <a:close/>
                  <a:moveTo>
                    <a:pt x="593677" y="692639"/>
                  </a:moveTo>
                  <a:lnTo>
                    <a:pt x="601763" y="617009"/>
                  </a:lnTo>
                  <a:lnTo>
                    <a:pt x="607486" y="668545"/>
                  </a:lnTo>
                  <a:close/>
                  <a:moveTo>
                    <a:pt x="425136" y="513935"/>
                  </a:moveTo>
                  <a:lnTo>
                    <a:pt x="422380" y="538029"/>
                  </a:lnTo>
                  <a:lnTo>
                    <a:pt x="445905" y="487571"/>
                  </a:lnTo>
                  <a:close/>
                  <a:moveTo>
                    <a:pt x="422380" y="538029"/>
                  </a:moveTo>
                  <a:lnTo>
                    <a:pt x="422220" y="533917"/>
                  </a:lnTo>
                  <a:lnTo>
                    <a:pt x="445905" y="487571"/>
                  </a:lnTo>
                  <a:close/>
                  <a:moveTo>
                    <a:pt x="461075" y="513935"/>
                  </a:moveTo>
                  <a:lnTo>
                    <a:pt x="445905" y="487571"/>
                  </a:lnTo>
                  <a:lnTo>
                    <a:pt x="422220" y="533917"/>
                  </a:lnTo>
                  <a:close/>
                  <a:moveTo>
                    <a:pt x="857676" y="977484"/>
                  </a:moveTo>
                  <a:lnTo>
                    <a:pt x="922784" y="1025278"/>
                  </a:lnTo>
                  <a:lnTo>
                    <a:pt x="874968" y="1026169"/>
                  </a:lnTo>
                  <a:close/>
                  <a:moveTo>
                    <a:pt x="622878" y="615224"/>
                  </a:moveTo>
                  <a:lnTo>
                    <a:pt x="650223" y="655736"/>
                  </a:lnTo>
                  <a:lnTo>
                    <a:pt x="616241" y="640177"/>
                  </a:lnTo>
                  <a:close/>
                  <a:moveTo>
                    <a:pt x="936261" y="763349"/>
                  </a:moveTo>
                  <a:lnTo>
                    <a:pt x="937303" y="825245"/>
                  </a:lnTo>
                  <a:lnTo>
                    <a:pt x="980352" y="765487"/>
                  </a:lnTo>
                  <a:close/>
                  <a:moveTo>
                    <a:pt x="1044457" y="750873"/>
                  </a:moveTo>
                  <a:lnTo>
                    <a:pt x="980352" y="765487"/>
                  </a:lnTo>
                  <a:lnTo>
                    <a:pt x="975745" y="801342"/>
                  </a:lnTo>
                  <a:close/>
                  <a:moveTo>
                    <a:pt x="877151" y="647937"/>
                  </a:moveTo>
                  <a:lnTo>
                    <a:pt x="898750" y="688147"/>
                  </a:lnTo>
                  <a:lnTo>
                    <a:pt x="883195" y="671894"/>
                  </a:lnTo>
                  <a:close/>
                  <a:moveTo>
                    <a:pt x="877151" y="647937"/>
                  </a:moveTo>
                  <a:lnTo>
                    <a:pt x="883195" y="671894"/>
                  </a:lnTo>
                  <a:lnTo>
                    <a:pt x="877283" y="647665"/>
                  </a:lnTo>
                  <a:close/>
                  <a:moveTo>
                    <a:pt x="1335936" y="869953"/>
                  </a:moveTo>
                  <a:lnTo>
                    <a:pt x="1366172" y="867944"/>
                  </a:lnTo>
                  <a:lnTo>
                    <a:pt x="1390272" y="898430"/>
                  </a:lnTo>
                  <a:close/>
                  <a:moveTo>
                    <a:pt x="1173851" y="722122"/>
                  </a:moveTo>
                  <a:lnTo>
                    <a:pt x="1243678" y="702685"/>
                  </a:lnTo>
                  <a:lnTo>
                    <a:pt x="1195400" y="693865"/>
                  </a:lnTo>
                  <a:close/>
                  <a:moveTo>
                    <a:pt x="1419541" y="872962"/>
                  </a:moveTo>
                  <a:lnTo>
                    <a:pt x="1390272" y="898430"/>
                  </a:lnTo>
                  <a:lnTo>
                    <a:pt x="1466783" y="874916"/>
                  </a:lnTo>
                  <a:close/>
                  <a:moveTo>
                    <a:pt x="1219415" y="648756"/>
                  </a:moveTo>
                  <a:lnTo>
                    <a:pt x="1160024" y="702685"/>
                  </a:lnTo>
                  <a:lnTo>
                    <a:pt x="1195400" y="693865"/>
                  </a:lnTo>
                  <a:close/>
                  <a:moveTo>
                    <a:pt x="1057485" y="527580"/>
                  </a:moveTo>
                  <a:lnTo>
                    <a:pt x="1068107" y="548075"/>
                  </a:lnTo>
                  <a:lnTo>
                    <a:pt x="1076881" y="536764"/>
                  </a:lnTo>
                  <a:close/>
                  <a:moveTo>
                    <a:pt x="1183041" y="575518"/>
                  </a:moveTo>
                  <a:lnTo>
                    <a:pt x="1131506" y="593079"/>
                  </a:lnTo>
                  <a:lnTo>
                    <a:pt x="1194705" y="556367"/>
                  </a:lnTo>
                  <a:close/>
                  <a:moveTo>
                    <a:pt x="1511983" y="884738"/>
                  </a:moveTo>
                  <a:lnTo>
                    <a:pt x="1518210" y="883046"/>
                  </a:lnTo>
                  <a:lnTo>
                    <a:pt x="1466783" y="874916"/>
                  </a:lnTo>
                  <a:close/>
                  <a:moveTo>
                    <a:pt x="1466783" y="874916"/>
                  </a:moveTo>
                  <a:lnTo>
                    <a:pt x="1518210" y="883046"/>
                  </a:lnTo>
                  <a:lnTo>
                    <a:pt x="1541577" y="844983"/>
                  </a:lnTo>
                  <a:close/>
                  <a:moveTo>
                    <a:pt x="1466783" y="874916"/>
                  </a:moveTo>
                  <a:lnTo>
                    <a:pt x="1541577" y="844983"/>
                  </a:lnTo>
                  <a:lnTo>
                    <a:pt x="1498027" y="856833"/>
                  </a:lnTo>
                  <a:close/>
                  <a:moveTo>
                    <a:pt x="1419541" y="872962"/>
                  </a:moveTo>
                  <a:lnTo>
                    <a:pt x="1466783" y="874916"/>
                  </a:lnTo>
                  <a:lnTo>
                    <a:pt x="1498027" y="856833"/>
                  </a:lnTo>
                  <a:close/>
                  <a:moveTo>
                    <a:pt x="1548162" y="795953"/>
                  </a:moveTo>
                  <a:lnTo>
                    <a:pt x="1498027" y="856833"/>
                  </a:lnTo>
                  <a:lnTo>
                    <a:pt x="1541577" y="844983"/>
                  </a:lnTo>
                  <a:close/>
                  <a:moveTo>
                    <a:pt x="1349531" y="278805"/>
                  </a:moveTo>
                  <a:lnTo>
                    <a:pt x="1356185" y="336138"/>
                  </a:lnTo>
                  <a:lnTo>
                    <a:pt x="1376849" y="348626"/>
                  </a:lnTo>
                  <a:close/>
                  <a:moveTo>
                    <a:pt x="1238605" y="141127"/>
                  </a:moveTo>
                  <a:lnTo>
                    <a:pt x="1259602" y="84731"/>
                  </a:lnTo>
                  <a:lnTo>
                    <a:pt x="1193247" y="78924"/>
                  </a:lnTo>
                  <a:close/>
                  <a:moveTo>
                    <a:pt x="1437628" y="18662"/>
                  </a:moveTo>
                  <a:lnTo>
                    <a:pt x="1456363" y="26559"/>
                  </a:lnTo>
                  <a:lnTo>
                    <a:pt x="1430486" y="0"/>
                  </a:lnTo>
                  <a:close/>
                  <a:moveTo>
                    <a:pt x="1769092" y="165602"/>
                  </a:moveTo>
                  <a:lnTo>
                    <a:pt x="1779582" y="228157"/>
                  </a:lnTo>
                  <a:lnTo>
                    <a:pt x="1779425" y="176621"/>
                  </a:lnTo>
                  <a:close/>
                  <a:moveTo>
                    <a:pt x="1769092" y="165602"/>
                  </a:moveTo>
                  <a:lnTo>
                    <a:pt x="1775566" y="223081"/>
                  </a:lnTo>
                  <a:lnTo>
                    <a:pt x="1779582" y="228157"/>
                  </a:lnTo>
                  <a:close/>
                  <a:moveTo>
                    <a:pt x="1750949" y="117608"/>
                  </a:moveTo>
                  <a:lnTo>
                    <a:pt x="1779425" y="176621"/>
                  </a:lnTo>
                  <a:lnTo>
                    <a:pt x="1758126" y="125084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299" name="Output_density__4298">
              <a:extLst>
                <a:ext uri="{FF2B5EF4-FFF2-40B4-BE49-F238E27FC236}">
                  <a16:creationId xmlns:a16="http://schemas.microsoft.com/office/drawing/2014/main" id="{21313DE6-8C78-A078-A1AA-4913ADDCABF6}"/>
                </a:ext>
              </a:extLst>
            </p:cNvPr>
            <p:cNvSpPr>
              <a:spLocks noGrp="1"/>
            </p:cNvSpPr>
            <p:nvPr/>
          </p:nvSpPr>
          <p:spPr>
            <a:xfrm>
              <a:off x="15032608" y="2262760"/>
              <a:ext cx="1460967" cy="1368790"/>
            </a:xfrm>
            <a:custGeom>
              <a:avLst/>
              <a:gdLst/>
              <a:ahLst/>
              <a:cxnLst/>
              <a:rect l="0" t="0" r="0" b="0"/>
              <a:pathLst>
                <a:path w="1460967" h="1368790">
                  <a:moveTo>
                    <a:pt x="153046" y="1304797"/>
                  </a:moveTo>
                  <a:lnTo>
                    <a:pt x="208130" y="1337984"/>
                  </a:lnTo>
                  <a:lnTo>
                    <a:pt x="194069" y="1286672"/>
                  </a:lnTo>
                  <a:close/>
                  <a:moveTo>
                    <a:pt x="153046" y="1304797"/>
                  </a:moveTo>
                  <a:lnTo>
                    <a:pt x="169779" y="1356334"/>
                  </a:lnTo>
                  <a:lnTo>
                    <a:pt x="208130" y="1337984"/>
                  </a:lnTo>
                  <a:close/>
                  <a:moveTo>
                    <a:pt x="219482" y="1332240"/>
                  </a:moveTo>
                  <a:lnTo>
                    <a:pt x="207215" y="1280703"/>
                  </a:lnTo>
                  <a:lnTo>
                    <a:pt x="208130" y="1337984"/>
                  </a:lnTo>
                  <a:close/>
                  <a:moveTo>
                    <a:pt x="207215" y="1280703"/>
                  </a:moveTo>
                  <a:lnTo>
                    <a:pt x="194069" y="1286672"/>
                  </a:lnTo>
                  <a:lnTo>
                    <a:pt x="208130" y="1337984"/>
                  </a:lnTo>
                  <a:close/>
                  <a:moveTo>
                    <a:pt x="155142" y="1253261"/>
                  </a:moveTo>
                  <a:lnTo>
                    <a:pt x="194069" y="1286672"/>
                  </a:lnTo>
                  <a:lnTo>
                    <a:pt x="167225" y="1245753"/>
                  </a:lnTo>
                  <a:close/>
                  <a:moveTo>
                    <a:pt x="155142" y="1253261"/>
                  </a:moveTo>
                  <a:lnTo>
                    <a:pt x="153046" y="1304797"/>
                  </a:lnTo>
                  <a:lnTo>
                    <a:pt x="194069" y="1286672"/>
                  </a:lnTo>
                  <a:close/>
                  <a:moveTo>
                    <a:pt x="207215" y="1280703"/>
                  </a:moveTo>
                  <a:lnTo>
                    <a:pt x="192799" y="1229167"/>
                  </a:lnTo>
                  <a:lnTo>
                    <a:pt x="194069" y="1286672"/>
                  </a:lnTo>
                  <a:close/>
                  <a:moveTo>
                    <a:pt x="192799" y="1229167"/>
                  </a:moveTo>
                  <a:lnTo>
                    <a:pt x="167225" y="1245753"/>
                  </a:lnTo>
                  <a:lnTo>
                    <a:pt x="194069" y="1286672"/>
                  </a:lnTo>
                  <a:close/>
                  <a:moveTo>
                    <a:pt x="276440" y="1256609"/>
                  </a:moveTo>
                  <a:lnTo>
                    <a:pt x="192799" y="1229167"/>
                  </a:lnTo>
                  <a:lnTo>
                    <a:pt x="207215" y="1280703"/>
                  </a:lnTo>
                  <a:close/>
                  <a:moveTo>
                    <a:pt x="46695" y="954064"/>
                  </a:moveTo>
                  <a:lnTo>
                    <a:pt x="0" y="954043"/>
                  </a:lnTo>
                  <a:lnTo>
                    <a:pt x="57808" y="958249"/>
                  </a:lnTo>
                  <a:close/>
                  <a:moveTo>
                    <a:pt x="94773" y="921777"/>
                  </a:moveTo>
                  <a:lnTo>
                    <a:pt x="46695" y="954064"/>
                  </a:lnTo>
                  <a:lnTo>
                    <a:pt x="62601" y="947390"/>
                  </a:lnTo>
                  <a:close/>
                  <a:moveTo>
                    <a:pt x="46695" y="954064"/>
                  </a:moveTo>
                  <a:lnTo>
                    <a:pt x="57808" y="958249"/>
                  </a:lnTo>
                  <a:lnTo>
                    <a:pt x="62601" y="947390"/>
                  </a:lnTo>
                  <a:close/>
                  <a:moveTo>
                    <a:pt x="123918" y="929265"/>
                  </a:moveTo>
                  <a:lnTo>
                    <a:pt x="62601" y="947390"/>
                  </a:lnTo>
                  <a:lnTo>
                    <a:pt x="138424" y="950082"/>
                  </a:lnTo>
                  <a:close/>
                  <a:moveTo>
                    <a:pt x="62601" y="947390"/>
                  </a:moveTo>
                  <a:lnTo>
                    <a:pt x="57808" y="958249"/>
                  </a:lnTo>
                  <a:lnTo>
                    <a:pt x="138424" y="950082"/>
                  </a:lnTo>
                  <a:close/>
                  <a:moveTo>
                    <a:pt x="94773" y="921777"/>
                  </a:moveTo>
                  <a:lnTo>
                    <a:pt x="62601" y="947390"/>
                  </a:lnTo>
                  <a:lnTo>
                    <a:pt x="123918" y="929265"/>
                  </a:lnTo>
                  <a:close/>
                  <a:moveTo>
                    <a:pt x="123466" y="895853"/>
                  </a:moveTo>
                  <a:lnTo>
                    <a:pt x="123918" y="929265"/>
                  </a:lnTo>
                  <a:lnTo>
                    <a:pt x="140950" y="923296"/>
                  </a:lnTo>
                  <a:close/>
                  <a:moveTo>
                    <a:pt x="123466" y="895853"/>
                  </a:moveTo>
                  <a:lnTo>
                    <a:pt x="140950" y="923296"/>
                  </a:lnTo>
                  <a:lnTo>
                    <a:pt x="132205" y="871759"/>
                  </a:lnTo>
                  <a:close/>
                  <a:moveTo>
                    <a:pt x="123918" y="929265"/>
                  </a:moveTo>
                  <a:lnTo>
                    <a:pt x="138424" y="950082"/>
                  </a:lnTo>
                  <a:lnTo>
                    <a:pt x="140950" y="923296"/>
                  </a:lnTo>
                  <a:close/>
                  <a:moveTo>
                    <a:pt x="617472" y="1311495"/>
                  </a:moveTo>
                  <a:lnTo>
                    <a:pt x="591057" y="1317307"/>
                  </a:lnTo>
                  <a:lnTo>
                    <a:pt x="604907" y="1368790"/>
                  </a:lnTo>
                  <a:close/>
                  <a:moveTo>
                    <a:pt x="200100" y="968055"/>
                  </a:moveTo>
                  <a:lnTo>
                    <a:pt x="203700" y="1019462"/>
                  </a:lnTo>
                  <a:lnTo>
                    <a:pt x="250288" y="950739"/>
                  </a:lnTo>
                  <a:close/>
                  <a:moveTo>
                    <a:pt x="250288" y="950739"/>
                  </a:moveTo>
                  <a:lnTo>
                    <a:pt x="203700" y="1019462"/>
                  </a:lnTo>
                  <a:lnTo>
                    <a:pt x="207195" y="1026369"/>
                  </a:lnTo>
                  <a:close/>
                  <a:moveTo>
                    <a:pt x="197173" y="907692"/>
                  </a:moveTo>
                  <a:lnTo>
                    <a:pt x="140950" y="923296"/>
                  </a:lnTo>
                  <a:lnTo>
                    <a:pt x="153112" y="968273"/>
                  </a:lnTo>
                  <a:close/>
                  <a:moveTo>
                    <a:pt x="132205" y="871759"/>
                  </a:moveTo>
                  <a:lnTo>
                    <a:pt x="197173" y="907692"/>
                  </a:lnTo>
                  <a:lnTo>
                    <a:pt x="190088" y="850709"/>
                  </a:lnTo>
                  <a:close/>
                  <a:moveTo>
                    <a:pt x="132205" y="871759"/>
                  </a:moveTo>
                  <a:lnTo>
                    <a:pt x="140950" y="923296"/>
                  </a:lnTo>
                  <a:lnTo>
                    <a:pt x="197173" y="907692"/>
                  </a:lnTo>
                  <a:close/>
                  <a:moveTo>
                    <a:pt x="233182" y="899202"/>
                  </a:moveTo>
                  <a:lnTo>
                    <a:pt x="197449" y="847665"/>
                  </a:lnTo>
                  <a:lnTo>
                    <a:pt x="197173" y="907692"/>
                  </a:lnTo>
                  <a:close/>
                  <a:moveTo>
                    <a:pt x="197449" y="847665"/>
                  </a:moveTo>
                  <a:lnTo>
                    <a:pt x="190088" y="850709"/>
                  </a:lnTo>
                  <a:lnTo>
                    <a:pt x="197173" y="907692"/>
                  </a:lnTo>
                  <a:close/>
                  <a:moveTo>
                    <a:pt x="157298" y="845973"/>
                  </a:moveTo>
                  <a:lnTo>
                    <a:pt x="132205" y="871759"/>
                  </a:lnTo>
                  <a:lnTo>
                    <a:pt x="190088" y="850709"/>
                  </a:lnTo>
                  <a:close/>
                  <a:moveTo>
                    <a:pt x="226978" y="796916"/>
                  </a:moveTo>
                  <a:lnTo>
                    <a:pt x="157298" y="845973"/>
                  </a:lnTo>
                  <a:lnTo>
                    <a:pt x="197449" y="847665"/>
                  </a:lnTo>
                  <a:close/>
                  <a:moveTo>
                    <a:pt x="197449" y="847665"/>
                  </a:moveTo>
                  <a:lnTo>
                    <a:pt x="157298" y="845973"/>
                  </a:lnTo>
                  <a:lnTo>
                    <a:pt x="190088" y="850709"/>
                  </a:lnTo>
                  <a:close/>
                  <a:moveTo>
                    <a:pt x="468568" y="1041253"/>
                  </a:moveTo>
                  <a:lnTo>
                    <a:pt x="415512" y="1095104"/>
                  </a:lnTo>
                  <a:lnTo>
                    <a:pt x="452371" y="1081254"/>
                  </a:lnTo>
                  <a:close/>
                  <a:moveTo>
                    <a:pt x="397849" y="1086422"/>
                  </a:moveTo>
                  <a:lnTo>
                    <a:pt x="415512" y="1095104"/>
                  </a:lnTo>
                  <a:lnTo>
                    <a:pt x="468568" y="1041253"/>
                  </a:lnTo>
                  <a:close/>
                  <a:moveTo>
                    <a:pt x="437396" y="1059605"/>
                  </a:moveTo>
                  <a:lnTo>
                    <a:pt x="397849" y="1086422"/>
                  </a:lnTo>
                  <a:lnTo>
                    <a:pt x="468568" y="1041253"/>
                  </a:lnTo>
                  <a:close/>
                  <a:moveTo>
                    <a:pt x="468568" y="1041253"/>
                  </a:moveTo>
                  <a:lnTo>
                    <a:pt x="469166" y="1029718"/>
                  </a:lnTo>
                  <a:lnTo>
                    <a:pt x="444438" y="1053812"/>
                  </a:lnTo>
                  <a:close/>
                  <a:moveTo>
                    <a:pt x="233182" y="899202"/>
                  </a:moveTo>
                  <a:lnTo>
                    <a:pt x="288989" y="893868"/>
                  </a:lnTo>
                  <a:lnTo>
                    <a:pt x="270273" y="886245"/>
                  </a:lnTo>
                  <a:close/>
                  <a:moveTo>
                    <a:pt x="233182" y="899202"/>
                  </a:moveTo>
                  <a:lnTo>
                    <a:pt x="270273" y="886245"/>
                  </a:lnTo>
                  <a:lnTo>
                    <a:pt x="197449" y="847665"/>
                  </a:lnTo>
                  <a:close/>
                  <a:moveTo>
                    <a:pt x="270273" y="886245"/>
                  </a:moveTo>
                  <a:lnTo>
                    <a:pt x="327288" y="875108"/>
                  </a:lnTo>
                  <a:lnTo>
                    <a:pt x="276428" y="846904"/>
                  </a:lnTo>
                  <a:close/>
                  <a:moveTo>
                    <a:pt x="270273" y="886245"/>
                  </a:moveTo>
                  <a:lnTo>
                    <a:pt x="288989" y="893868"/>
                  </a:lnTo>
                  <a:lnTo>
                    <a:pt x="327288" y="875108"/>
                  </a:lnTo>
                  <a:close/>
                  <a:moveTo>
                    <a:pt x="226978" y="796916"/>
                  </a:moveTo>
                  <a:lnTo>
                    <a:pt x="263622" y="799025"/>
                  </a:lnTo>
                  <a:lnTo>
                    <a:pt x="227354" y="796129"/>
                  </a:lnTo>
                  <a:close/>
                  <a:moveTo>
                    <a:pt x="263622" y="799025"/>
                  </a:moveTo>
                  <a:lnTo>
                    <a:pt x="280088" y="772035"/>
                  </a:lnTo>
                  <a:lnTo>
                    <a:pt x="227354" y="796129"/>
                  </a:lnTo>
                  <a:close/>
                  <a:moveTo>
                    <a:pt x="468568" y="1041253"/>
                  </a:moveTo>
                  <a:lnTo>
                    <a:pt x="452371" y="1081254"/>
                  </a:lnTo>
                  <a:lnTo>
                    <a:pt x="491427" y="1071369"/>
                  </a:lnTo>
                  <a:close/>
                  <a:moveTo>
                    <a:pt x="491427" y="1071369"/>
                  </a:moveTo>
                  <a:lnTo>
                    <a:pt x="469166" y="1029718"/>
                  </a:lnTo>
                  <a:lnTo>
                    <a:pt x="468568" y="1041253"/>
                  </a:lnTo>
                  <a:close/>
                  <a:moveTo>
                    <a:pt x="328993" y="799478"/>
                  </a:moveTo>
                  <a:lnTo>
                    <a:pt x="276428" y="846904"/>
                  </a:lnTo>
                  <a:lnTo>
                    <a:pt x="327288" y="875108"/>
                  </a:lnTo>
                  <a:close/>
                  <a:moveTo>
                    <a:pt x="263622" y="799025"/>
                  </a:moveTo>
                  <a:lnTo>
                    <a:pt x="284173" y="812201"/>
                  </a:lnTo>
                  <a:lnTo>
                    <a:pt x="328993" y="799478"/>
                  </a:lnTo>
                  <a:close/>
                  <a:moveTo>
                    <a:pt x="280088" y="772035"/>
                  </a:moveTo>
                  <a:lnTo>
                    <a:pt x="263622" y="799025"/>
                  </a:lnTo>
                  <a:lnTo>
                    <a:pt x="328993" y="799478"/>
                  </a:lnTo>
                  <a:close/>
                  <a:moveTo>
                    <a:pt x="33132" y="461290"/>
                  </a:moveTo>
                  <a:lnTo>
                    <a:pt x="28470" y="462815"/>
                  </a:lnTo>
                  <a:lnTo>
                    <a:pt x="34574" y="461974"/>
                  </a:lnTo>
                  <a:close/>
                  <a:moveTo>
                    <a:pt x="641646" y="1069209"/>
                  </a:moveTo>
                  <a:lnTo>
                    <a:pt x="616491" y="1108697"/>
                  </a:lnTo>
                  <a:lnTo>
                    <a:pt x="616472" y="1108417"/>
                  </a:lnTo>
                  <a:close/>
                  <a:moveTo>
                    <a:pt x="653619" y="1074198"/>
                  </a:moveTo>
                  <a:lnTo>
                    <a:pt x="616491" y="1108697"/>
                  </a:lnTo>
                  <a:lnTo>
                    <a:pt x="641646" y="1069209"/>
                  </a:lnTo>
                  <a:close/>
                  <a:moveTo>
                    <a:pt x="681111" y="1042084"/>
                  </a:moveTo>
                  <a:lnTo>
                    <a:pt x="653619" y="1074198"/>
                  </a:lnTo>
                  <a:lnTo>
                    <a:pt x="641646" y="1069209"/>
                  </a:lnTo>
                  <a:close/>
                  <a:moveTo>
                    <a:pt x="653619" y="1074198"/>
                  </a:moveTo>
                  <a:lnTo>
                    <a:pt x="681111" y="1042084"/>
                  </a:lnTo>
                  <a:lnTo>
                    <a:pt x="663930" y="1057161"/>
                  </a:lnTo>
                  <a:close/>
                  <a:moveTo>
                    <a:pt x="681111" y="1042084"/>
                  </a:moveTo>
                  <a:lnTo>
                    <a:pt x="690365" y="1033067"/>
                  </a:lnTo>
                  <a:lnTo>
                    <a:pt x="663930" y="1057161"/>
                  </a:lnTo>
                  <a:close/>
                  <a:moveTo>
                    <a:pt x="681111" y="1042084"/>
                  </a:moveTo>
                  <a:lnTo>
                    <a:pt x="718859" y="1048318"/>
                  </a:lnTo>
                  <a:lnTo>
                    <a:pt x="690365" y="1033067"/>
                  </a:lnTo>
                  <a:close/>
                  <a:moveTo>
                    <a:pt x="718859" y="1048318"/>
                  </a:moveTo>
                  <a:lnTo>
                    <a:pt x="735511" y="1008973"/>
                  </a:lnTo>
                  <a:lnTo>
                    <a:pt x="690365" y="1033067"/>
                  </a:lnTo>
                  <a:close/>
                  <a:moveTo>
                    <a:pt x="673956" y="848694"/>
                  </a:moveTo>
                  <a:lnTo>
                    <a:pt x="732655" y="838954"/>
                  </a:lnTo>
                  <a:lnTo>
                    <a:pt x="701600" y="809114"/>
                  </a:lnTo>
                  <a:close/>
                  <a:moveTo>
                    <a:pt x="977589" y="1036415"/>
                  </a:moveTo>
                  <a:lnTo>
                    <a:pt x="1006054" y="1063858"/>
                  </a:lnTo>
                  <a:lnTo>
                    <a:pt x="1005437" y="1012321"/>
                  </a:lnTo>
                  <a:close/>
                  <a:moveTo>
                    <a:pt x="538023" y="586658"/>
                  </a:moveTo>
                  <a:lnTo>
                    <a:pt x="573771" y="585413"/>
                  </a:lnTo>
                  <a:lnTo>
                    <a:pt x="539378" y="572586"/>
                  </a:lnTo>
                  <a:close/>
                  <a:moveTo>
                    <a:pt x="573771" y="585413"/>
                  </a:moveTo>
                  <a:lnTo>
                    <a:pt x="588048" y="548492"/>
                  </a:lnTo>
                  <a:lnTo>
                    <a:pt x="539378" y="572586"/>
                  </a:lnTo>
                  <a:close/>
                  <a:moveTo>
                    <a:pt x="588048" y="548492"/>
                  </a:moveTo>
                  <a:lnTo>
                    <a:pt x="602665" y="518767"/>
                  </a:lnTo>
                  <a:lnTo>
                    <a:pt x="554722" y="521049"/>
                  </a:lnTo>
                  <a:close/>
                  <a:moveTo>
                    <a:pt x="539378" y="572586"/>
                  </a:moveTo>
                  <a:lnTo>
                    <a:pt x="588048" y="548492"/>
                  </a:lnTo>
                  <a:lnTo>
                    <a:pt x="554722" y="521049"/>
                  </a:lnTo>
                  <a:close/>
                  <a:moveTo>
                    <a:pt x="1005437" y="1012321"/>
                  </a:moveTo>
                  <a:lnTo>
                    <a:pt x="1045543" y="1050225"/>
                  </a:lnTo>
                  <a:lnTo>
                    <a:pt x="1031265" y="999091"/>
                  </a:lnTo>
                  <a:close/>
                  <a:moveTo>
                    <a:pt x="1005437" y="1012321"/>
                  </a:moveTo>
                  <a:lnTo>
                    <a:pt x="1006054" y="1063858"/>
                  </a:lnTo>
                  <a:lnTo>
                    <a:pt x="1045543" y="1050225"/>
                  </a:lnTo>
                  <a:close/>
                  <a:moveTo>
                    <a:pt x="1045543" y="1050225"/>
                  </a:moveTo>
                  <a:lnTo>
                    <a:pt x="1091836" y="1050572"/>
                  </a:lnTo>
                  <a:lnTo>
                    <a:pt x="1031265" y="999091"/>
                  </a:lnTo>
                  <a:close/>
                  <a:moveTo>
                    <a:pt x="997830" y="960785"/>
                  </a:moveTo>
                  <a:lnTo>
                    <a:pt x="1005437" y="1012321"/>
                  </a:lnTo>
                  <a:lnTo>
                    <a:pt x="1031265" y="999091"/>
                  </a:lnTo>
                  <a:close/>
                  <a:moveTo>
                    <a:pt x="1009030" y="954424"/>
                  </a:moveTo>
                  <a:lnTo>
                    <a:pt x="1055948" y="936691"/>
                  </a:lnTo>
                  <a:lnTo>
                    <a:pt x="1059826" y="888367"/>
                  </a:lnTo>
                  <a:close/>
                  <a:moveTo>
                    <a:pt x="602665" y="518767"/>
                  </a:moveTo>
                  <a:lnTo>
                    <a:pt x="588048" y="548492"/>
                  </a:lnTo>
                  <a:lnTo>
                    <a:pt x="631003" y="531917"/>
                  </a:lnTo>
                  <a:close/>
                  <a:moveTo>
                    <a:pt x="640241" y="496955"/>
                  </a:moveTo>
                  <a:lnTo>
                    <a:pt x="602665" y="518767"/>
                  </a:lnTo>
                  <a:lnTo>
                    <a:pt x="685664" y="519511"/>
                  </a:lnTo>
                  <a:close/>
                  <a:moveTo>
                    <a:pt x="675350" y="524398"/>
                  </a:moveTo>
                  <a:lnTo>
                    <a:pt x="602665" y="518767"/>
                  </a:lnTo>
                  <a:lnTo>
                    <a:pt x="631003" y="531917"/>
                  </a:lnTo>
                  <a:close/>
                  <a:moveTo>
                    <a:pt x="1100719" y="888371"/>
                  </a:moveTo>
                  <a:lnTo>
                    <a:pt x="1055948" y="936691"/>
                  </a:lnTo>
                  <a:lnTo>
                    <a:pt x="1090478" y="912597"/>
                  </a:lnTo>
                  <a:close/>
                  <a:moveTo>
                    <a:pt x="1070501" y="910293"/>
                  </a:moveTo>
                  <a:lnTo>
                    <a:pt x="1055948" y="936691"/>
                  </a:lnTo>
                  <a:lnTo>
                    <a:pt x="1100719" y="888371"/>
                  </a:lnTo>
                  <a:close/>
                  <a:moveTo>
                    <a:pt x="761314" y="448768"/>
                  </a:moveTo>
                  <a:lnTo>
                    <a:pt x="773759" y="500304"/>
                  </a:lnTo>
                  <a:lnTo>
                    <a:pt x="806516" y="476211"/>
                  </a:lnTo>
                  <a:close/>
                  <a:moveTo>
                    <a:pt x="753514" y="397231"/>
                  </a:moveTo>
                  <a:lnTo>
                    <a:pt x="761314" y="448768"/>
                  </a:lnTo>
                  <a:lnTo>
                    <a:pt x="793822" y="424674"/>
                  </a:lnTo>
                  <a:close/>
                  <a:moveTo>
                    <a:pt x="753514" y="397231"/>
                  </a:moveTo>
                  <a:lnTo>
                    <a:pt x="793822" y="424674"/>
                  </a:lnTo>
                  <a:lnTo>
                    <a:pt x="782789" y="373137"/>
                  </a:lnTo>
                  <a:close/>
                  <a:moveTo>
                    <a:pt x="730455" y="345695"/>
                  </a:moveTo>
                  <a:lnTo>
                    <a:pt x="753514" y="397231"/>
                  </a:lnTo>
                  <a:lnTo>
                    <a:pt x="782789" y="373137"/>
                  </a:lnTo>
                  <a:close/>
                  <a:moveTo>
                    <a:pt x="730455" y="345695"/>
                  </a:moveTo>
                  <a:lnTo>
                    <a:pt x="782789" y="373137"/>
                  </a:lnTo>
                  <a:lnTo>
                    <a:pt x="770623" y="321601"/>
                  </a:lnTo>
                  <a:close/>
                  <a:moveTo>
                    <a:pt x="786193" y="297507"/>
                  </a:moveTo>
                  <a:lnTo>
                    <a:pt x="781791" y="245970"/>
                  </a:lnTo>
                  <a:lnTo>
                    <a:pt x="770623" y="321601"/>
                  </a:lnTo>
                  <a:close/>
                  <a:moveTo>
                    <a:pt x="976560" y="127182"/>
                  </a:moveTo>
                  <a:lnTo>
                    <a:pt x="943559" y="146245"/>
                  </a:lnTo>
                  <a:lnTo>
                    <a:pt x="987609" y="140325"/>
                  </a:lnTo>
                  <a:close/>
                  <a:moveTo>
                    <a:pt x="950284" y="135673"/>
                  </a:moveTo>
                  <a:lnTo>
                    <a:pt x="943559" y="146245"/>
                  </a:lnTo>
                  <a:lnTo>
                    <a:pt x="976560" y="127182"/>
                  </a:lnTo>
                  <a:close/>
                  <a:moveTo>
                    <a:pt x="1040150" y="27192"/>
                  </a:moveTo>
                  <a:lnTo>
                    <a:pt x="980703" y="70615"/>
                  </a:lnTo>
                  <a:lnTo>
                    <a:pt x="1028517" y="46521"/>
                  </a:lnTo>
                  <a:close/>
                  <a:moveTo>
                    <a:pt x="1040150" y="27192"/>
                  </a:moveTo>
                  <a:lnTo>
                    <a:pt x="1005685" y="33231"/>
                  </a:lnTo>
                  <a:lnTo>
                    <a:pt x="980703" y="70615"/>
                  </a:lnTo>
                  <a:close/>
                  <a:moveTo>
                    <a:pt x="1080410" y="3042"/>
                  </a:moveTo>
                  <a:lnTo>
                    <a:pt x="1040150" y="27192"/>
                  </a:lnTo>
                  <a:lnTo>
                    <a:pt x="1120089" y="16495"/>
                  </a:lnTo>
                  <a:close/>
                  <a:moveTo>
                    <a:pt x="1124066" y="20484"/>
                  </a:moveTo>
                  <a:lnTo>
                    <a:pt x="1162397" y="0"/>
                  </a:lnTo>
                  <a:lnTo>
                    <a:pt x="1120089" y="16495"/>
                  </a:lnTo>
                  <a:close/>
                  <a:moveTo>
                    <a:pt x="1447619" y="232790"/>
                  </a:moveTo>
                  <a:lnTo>
                    <a:pt x="1432003" y="256016"/>
                  </a:lnTo>
                  <a:lnTo>
                    <a:pt x="1460967" y="250214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00" name="Output_density__4299">
              <a:extLst>
                <a:ext uri="{FF2B5EF4-FFF2-40B4-BE49-F238E27FC236}">
                  <a16:creationId xmlns:a16="http://schemas.microsoft.com/office/drawing/2014/main" id="{45B38512-CA63-9A42-61EB-40C3AA278F3C}"/>
                </a:ext>
              </a:extLst>
            </p:cNvPr>
            <p:cNvSpPr>
              <a:spLocks noGrp="1"/>
            </p:cNvSpPr>
            <p:nvPr/>
          </p:nvSpPr>
          <p:spPr>
            <a:xfrm>
              <a:off x="14966537" y="2393692"/>
              <a:ext cx="1604448" cy="1337703"/>
            </a:xfrm>
            <a:custGeom>
              <a:avLst/>
              <a:gdLst/>
              <a:ahLst/>
              <a:cxnLst/>
              <a:rect l="0" t="0" r="0" b="0"/>
              <a:pathLst>
                <a:path w="1604448" h="1337703">
                  <a:moveTo>
                    <a:pt x="339721" y="1245183"/>
                  </a:moveTo>
                  <a:lnTo>
                    <a:pt x="308724" y="1264190"/>
                  </a:lnTo>
                  <a:lnTo>
                    <a:pt x="385098" y="1240163"/>
                  </a:lnTo>
                  <a:close/>
                  <a:moveTo>
                    <a:pt x="0" y="789015"/>
                  </a:moveTo>
                  <a:lnTo>
                    <a:pt x="15555" y="801437"/>
                  </a:lnTo>
                  <a:lnTo>
                    <a:pt x="17577" y="739450"/>
                  </a:lnTo>
                  <a:close/>
                  <a:moveTo>
                    <a:pt x="531299" y="1302534"/>
                  </a:moveTo>
                  <a:lnTo>
                    <a:pt x="504625" y="1337703"/>
                  </a:lnTo>
                  <a:lnTo>
                    <a:pt x="577451" y="1300410"/>
                  </a:lnTo>
                  <a:close/>
                  <a:moveTo>
                    <a:pt x="410368" y="1199746"/>
                  </a:moveTo>
                  <a:lnTo>
                    <a:pt x="385098" y="1240163"/>
                  </a:lnTo>
                  <a:lnTo>
                    <a:pt x="436426" y="1177213"/>
                  </a:lnTo>
                  <a:close/>
                  <a:moveTo>
                    <a:pt x="414086" y="1201308"/>
                  </a:moveTo>
                  <a:lnTo>
                    <a:pt x="409693" y="1125677"/>
                  </a:lnTo>
                  <a:lnTo>
                    <a:pt x="436426" y="1177213"/>
                  </a:lnTo>
                  <a:close/>
                  <a:moveTo>
                    <a:pt x="158194" y="943625"/>
                  </a:moveTo>
                  <a:lnTo>
                    <a:pt x="171745" y="919530"/>
                  </a:lnTo>
                  <a:lnTo>
                    <a:pt x="152058" y="932672"/>
                  </a:lnTo>
                  <a:close/>
                  <a:moveTo>
                    <a:pt x="171745" y="919530"/>
                  </a:moveTo>
                  <a:lnTo>
                    <a:pt x="158194" y="943625"/>
                  </a:lnTo>
                  <a:lnTo>
                    <a:pt x="194008" y="914842"/>
                  </a:lnTo>
                  <a:close/>
                  <a:moveTo>
                    <a:pt x="194008" y="914842"/>
                  </a:moveTo>
                  <a:lnTo>
                    <a:pt x="163843" y="936957"/>
                  </a:lnTo>
                  <a:lnTo>
                    <a:pt x="241739" y="918623"/>
                  </a:lnTo>
                  <a:close/>
                  <a:moveTo>
                    <a:pt x="418544" y="692639"/>
                  </a:moveTo>
                  <a:lnTo>
                    <a:pt x="443913" y="618340"/>
                  </a:lnTo>
                  <a:lnTo>
                    <a:pt x="426630" y="617009"/>
                  </a:lnTo>
                  <a:close/>
                  <a:moveTo>
                    <a:pt x="426630" y="617009"/>
                  </a:moveTo>
                  <a:lnTo>
                    <a:pt x="443913" y="618340"/>
                  </a:lnTo>
                  <a:lnTo>
                    <a:pt x="443901" y="610843"/>
                  </a:lnTo>
                  <a:close/>
                  <a:moveTo>
                    <a:pt x="426630" y="617009"/>
                  </a:moveTo>
                  <a:lnTo>
                    <a:pt x="447745" y="615224"/>
                  </a:lnTo>
                  <a:lnTo>
                    <a:pt x="441107" y="640177"/>
                  </a:lnTo>
                  <a:close/>
                  <a:moveTo>
                    <a:pt x="447745" y="615224"/>
                  </a:moveTo>
                  <a:lnTo>
                    <a:pt x="426630" y="617009"/>
                  </a:lnTo>
                  <a:lnTo>
                    <a:pt x="443901" y="610843"/>
                  </a:lnTo>
                  <a:close/>
                  <a:moveTo>
                    <a:pt x="765093" y="826503"/>
                  </a:moveTo>
                  <a:lnTo>
                    <a:pt x="761419" y="829483"/>
                  </a:lnTo>
                  <a:lnTo>
                    <a:pt x="756716" y="829679"/>
                  </a:lnTo>
                  <a:close/>
                  <a:moveTo>
                    <a:pt x="728095" y="839792"/>
                  </a:moveTo>
                  <a:lnTo>
                    <a:pt x="747603" y="826503"/>
                  </a:lnTo>
                  <a:lnTo>
                    <a:pt x="712636" y="821769"/>
                  </a:lnTo>
                  <a:close/>
                  <a:moveTo>
                    <a:pt x="765093" y="826503"/>
                  </a:moveTo>
                  <a:lnTo>
                    <a:pt x="756716" y="829679"/>
                  </a:lnTo>
                  <a:lnTo>
                    <a:pt x="800612" y="801342"/>
                  </a:lnTo>
                  <a:close/>
                  <a:moveTo>
                    <a:pt x="762170" y="825245"/>
                  </a:moveTo>
                  <a:lnTo>
                    <a:pt x="761419" y="829483"/>
                  </a:lnTo>
                  <a:lnTo>
                    <a:pt x="765093" y="826503"/>
                  </a:lnTo>
                  <a:close/>
                  <a:moveTo>
                    <a:pt x="762170" y="825245"/>
                  </a:moveTo>
                  <a:lnTo>
                    <a:pt x="765093" y="826503"/>
                  </a:lnTo>
                  <a:lnTo>
                    <a:pt x="800612" y="801342"/>
                  </a:lnTo>
                  <a:close/>
                  <a:moveTo>
                    <a:pt x="805219" y="765487"/>
                  </a:moveTo>
                  <a:lnTo>
                    <a:pt x="762170" y="825245"/>
                  </a:lnTo>
                  <a:lnTo>
                    <a:pt x="800612" y="801342"/>
                  </a:lnTo>
                  <a:close/>
                  <a:moveTo>
                    <a:pt x="1121163" y="856646"/>
                  </a:moveTo>
                  <a:lnTo>
                    <a:pt x="1149151" y="864015"/>
                  </a:lnTo>
                  <a:lnTo>
                    <a:pt x="1137188" y="857295"/>
                  </a:lnTo>
                  <a:close/>
                  <a:moveTo>
                    <a:pt x="984891" y="702685"/>
                  </a:moveTo>
                  <a:lnTo>
                    <a:pt x="998718" y="722122"/>
                  </a:lnTo>
                  <a:lnTo>
                    <a:pt x="1020267" y="693865"/>
                  </a:lnTo>
                  <a:close/>
                  <a:moveTo>
                    <a:pt x="790845" y="534804"/>
                  </a:moveTo>
                  <a:lnTo>
                    <a:pt x="810008" y="572169"/>
                  </a:lnTo>
                  <a:lnTo>
                    <a:pt x="811151" y="570946"/>
                  </a:lnTo>
                  <a:close/>
                  <a:moveTo>
                    <a:pt x="838486" y="538247"/>
                  </a:moveTo>
                  <a:lnTo>
                    <a:pt x="811151" y="570946"/>
                  </a:lnTo>
                  <a:lnTo>
                    <a:pt x="882352" y="527580"/>
                  </a:lnTo>
                  <a:close/>
                  <a:moveTo>
                    <a:pt x="1026096" y="511635"/>
                  </a:moveTo>
                  <a:lnTo>
                    <a:pt x="1007907" y="575518"/>
                  </a:lnTo>
                  <a:lnTo>
                    <a:pt x="1019572" y="556367"/>
                  </a:lnTo>
                  <a:close/>
                  <a:moveTo>
                    <a:pt x="1026096" y="511635"/>
                  </a:moveTo>
                  <a:lnTo>
                    <a:pt x="1019572" y="556367"/>
                  </a:lnTo>
                  <a:lnTo>
                    <a:pt x="1040385" y="523982"/>
                  </a:lnTo>
                  <a:close/>
                  <a:moveTo>
                    <a:pt x="1026096" y="511635"/>
                  </a:moveTo>
                  <a:lnTo>
                    <a:pt x="1040385" y="523982"/>
                  </a:lnTo>
                  <a:lnTo>
                    <a:pt x="1037620" y="488946"/>
                  </a:lnTo>
                  <a:close/>
                  <a:moveTo>
                    <a:pt x="1037620" y="488946"/>
                  </a:moveTo>
                  <a:lnTo>
                    <a:pt x="1040385" y="523982"/>
                  </a:lnTo>
                  <a:lnTo>
                    <a:pt x="1055081" y="514454"/>
                  </a:lnTo>
                  <a:close/>
                  <a:moveTo>
                    <a:pt x="1037620" y="488946"/>
                  </a:moveTo>
                  <a:lnTo>
                    <a:pt x="1055081" y="514454"/>
                  </a:lnTo>
                  <a:lnTo>
                    <a:pt x="1079735" y="471734"/>
                  </a:lnTo>
                  <a:close/>
                  <a:moveTo>
                    <a:pt x="1079735" y="471734"/>
                  </a:moveTo>
                  <a:lnTo>
                    <a:pt x="1112345" y="458755"/>
                  </a:lnTo>
                  <a:lnTo>
                    <a:pt x="1037620" y="488946"/>
                  </a:lnTo>
                  <a:close/>
                  <a:moveTo>
                    <a:pt x="1129844" y="484406"/>
                  </a:moveTo>
                  <a:lnTo>
                    <a:pt x="1112345" y="458755"/>
                  </a:lnTo>
                  <a:lnTo>
                    <a:pt x="1079735" y="471734"/>
                  </a:lnTo>
                  <a:close/>
                  <a:moveTo>
                    <a:pt x="1212624" y="484330"/>
                  </a:moveTo>
                  <a:lnTo>
                    <a:pt x="1237944" y="516096"/>
                  </a:lnTo>
                  <a:lnTo>
                    <a:pt x="1206464" y="503706"/>
                  </a:lnTo>
                  <a:close/>
                  <a:moveTo>
                    <a:pt x="1303703" y="515282"/>
                  </a:moveTo>
                  <a:lnTo>
                    <a:pt x="1237944" y="516096"/>
                  </a:lnTo>
                  <a:lnTo>
                    <a:pt x="1284910" y="515895"/>
                  </a:lnTo>
                  <a:close/>
                  <a:moveTo>
                    <a:pt x="1303703" y="515282"/>
                  </a:moveTo>
                  <a:lnTo>
                    <a:pt x="1257723" y="518047"/>
                  </a:lnTo>
                  <a:lnTo>
                    <a:pt x="1237944" y="516096"/>
                  </a:lnTo>
                  <a:close/>
                  <a:moveTo>
                    <a:pt x="1333584" y="492101"/>
                  </a:moveTo>
                  <a:lnTo>
                    <a:pt x="1303703" y="515282"/>
                  </a:lnTo>
                  <a:lnTo>
                    <a:pt x="1383135" y="502688"/>
                  </a:lnTo>
                  <a:close/>
                  <a:moveTo>
                    <a:pt x="1181761" y="245553"/>
                  </a:moveTo>
                  <a:lnTo>
                    <a:pt x="1174397" y="278805"/>
                  </a:lnTo>
                  <a:lnTo>
                    <a:pt x="1182117" y="297090"/>
                  </a:lnTo>
                  <a:close/>
                  <a:moveTo>
                    <a:pt x="1219074" y="238646"/>
                  </a:moveTo>
                  <a:lnTo>
                    <a:pt x="1174397" y="278805"/>
                  </a:lnTo>
                  <a:lnTo>
                    <a:pt x="1181761" y="245553"/>
                  </a:lnTo>
                  <a:close/>
                  <a:moveTo>
                    <a:pt x="1178339" y="261021"/>
                  </a:moveTo>
                  <a:lnTo>
                    <a:pt x="1174397" y="278805"/>
                  </a:lnTo>
                  <a:lnTo>
                    <a:pt x="1219074" y="238646"/>
                  </a:lnTo>
                  <a:close/>
                  <a:moveTo>
                    <a:pt x="1421866" y="479142"/>
                  </a:moveTo>
                  <a:lnTo>
                    <a:pt x="1409398" y="465980"/>
                  </a:lnTo>
                  <a:lnTo>
                    <a:pt x="1383135" y="502688"/>
                  </a:lnTo>
                  <a:close/>
                  <a:moveTo>
                    <a:pt x="1421866" y="479142"/>
                  </a:moveTo>
                  <a:lnTo>
                    <a:pt x="1451491" y="455048"/>
                  </a:lnTo>
                  <a:lnTo>
                    <a:pt x="1409398" y="465980"/>
                  </a:lnTo>
                  <a:close/>
                  <a:moveTo>
                    <a:pt x="1084469" y="84731"/>
                  </a:moveTo>
                  <a:lnTo>
                    <a:pt x="1133309" y="92661"/>
                  </a:lnTo>
                  <a:lnTo>
                    <a:pt x="1162698" y="67641"/>
                  </a:lnTo>
                  <a:close/>
                  <a:moveTo>
                    <a:pt x="1469767" y="382114"/>
                  </a:moveTo>
                  <a:lnTo>
                    <a:pt x="1491299" y="399309"/>
                  </a:lnTo>
                  <a:lnTo>
                    <a:pt x="1472961" y="379418"/>
                  </a:lnTo>
                  <a:close/>
                  <a:moveTo>
                    <a:pt x="1453081" y="454627"/>
                  </a:moveTo>
                  <a:lnTo>
                    <a:pt x="1487558" y="408854"/>
                  </a:lnTo>
                  <a:lnTo>
                    <a:pt x="1469767" y="382114"/>
                  </a:lnTo>
                  <a:close/>
                  <a:moveTo>
                    <a:pt x="1472961" y="379418"/>
                  </a:moveTo>
                  <a:lnTo>
                    <a:pt x="1491299" y="399309"/>
                  </a:lnTo>
                  <a:lnTo>
                    <a:pt x="1508331" y="351620"/>
                  </a:lnTo>
                  <a:close/>
                  <a:moveTo>
                    <a:pt x="1168444" y="42755"/>
                  </a:moveTo>
                  <a:lnTo>
                    <a:pt x="1202890" y="18662"/>
                  </a:lnTo>
                  <a:lnTo>
                    <a:pt x="1188693" y="29932"/>
                  </a:lnTo>
                  <a:close/>
                  <a:moveTo>
                    <a:pt x="1262495" y="18662"/>
                  </a:moveTo>
                  <a:lnTo>
                    <a:pt x="1231012" y="13480"/>
                  </a:lnTo>
                  <a:lnTo>
                    <a:pt x="1275996" y="21199"/>
                  </a:lnTo>
                  <a:close/>
                  <a:moveTo>
                    <a:pt x="1262495" y="18662"/>
                  </a:moveTo>
                  <a:lnTo>
                    <a:pt x="1275996" y="21199"/>
                  </a:lnTo>
                  <a:lnTo>
                    <a:pt x="1281230" y="26559"/>
                  </a:lnTo>
                  <a:close/>
                  <a:moveTo>
                    <a:pt x="1527431" y="307191"/>
                  </a:moveTo>
                  <a:lnTo>
                    <a:pt x="1472961" y="379418"/>
                  </a:lnTo>
                  <a:lnTo>
                    <a:pt x="1508331" y="351620"/>
                  </a:lnTo>
                  <a:close/>
                  <a:moveTo>
                    <a:pt x="1527431" y="307191"/>
                  </a:moveTo>
                  <a:lnTo>
                    <a:pt x="1508331" y="351620"/>
                  </a:lnTo>
                  <a:lnTo>
                    <a:pt x="1535925" y="327882"/>
                  </a:lnTo>
                  <a:close/>
                  <a:moveTo>
                    <a:pt x="1527431" y="307191"/>
                  </a:moveTo>
                  <a:lnTo>
                    <a:pt x="1535925" y="327882"/>
                  </a:lnTo>
                  <a:lnTo>
                    <a:pt x="1530838" y="300871"/>
                  </a:lnTo>
                  <a:close/>
                  <a:moveTo>
                    <a:pt x="1530838" y="300871"/>
                  </a:moveTo>
                  <a:lnTo>
                    <a:pt x="1535925" y="327882"/>
                  </a:lnTo>
                  <a:lnTo>
                    <a:pt x="1546046" y="317956"/>
                  </a:lnTo>
                  <a:close/>
                  <a:moveTo>
                    <a:pt x="1530838" y="300871"/>
                  </a:moveTo>
                  <a:lnTo>
                    <a:pt x="1546046" y="317956"/>
                  </a:lnTo>
                  <a:lnTo>
                    <a:pt x="1572564" y="282202"/>
                  </a:lnTo>
                  <a:close/>
                  <a:moveTo>
                    <a:pt x="1190664" y="14609"/>
                  </a:moveTo>
                  <a:lnTo>
                    <a:pt x="1202890" y="18662"/>
                  </a:lnTo>
                  <a:lnTo>
                    <a:pt x="1231012" y="13480"/>
                  </a:lnTo>
                  <a:close/>
                  <a:moveTo>
                    <a:pt x="1231012" y="13480"/>
                  </a:moveTo>
                  <a:lnTo>
                    <a:pt x="1262495" y="18662"/>
                  </a:lnTo>
                  <a:lnTo>
                    <a:pt x="1255352" y="0"/>
                  </a:lnTo>
                  <a:close/>
                  <a:moveTo>
                    <a:pt x="1530838" y="300871"/>
                  </a:moveTo>
                  <a:lnTo>
                    <a:pt x="1572564" y="282202"/>
                  </a:lnTo>
                  <a:lnTo>
                    <a:pt x="1597704" y="241297"/>
                  </a:lnTo>
                  <a:close/>
                  <a:moveTo>
                    <a:pt x="1604292" y="176621"/>
                  </a:moveTo>
                  <a:lnTo>
                    <a:pt x="1604448" y="228157"/>
                  </a:lnTo>
                  <a:lnTo>
                    <a:pt x="1590754" y="200714"/>
                  </a:lnTo>
                  <a:close/>
                  <a:moveTo>
                    <a:pt x="1600433" y="223081"/>
                  </a:moveTo>
                  <a:lnTo>
                    <a:pt x="1597704" y="241297"/>
                  </a:lnTo>
                  <a:lnTo>
                    <a:pt x="1604448" y="228157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01" name="Output_density__4300">
              <a:extLst>
                <a:ext uri="{FF2B5EF4-FFF2-40B4-BE49-F238E27FC236}">
                  <a16:creationId xmlns:a16="http://schemas.microsoft.com/office/drawing/2014/main" id="{6D423A53-BEB7-FA63-4EF0-795E8B068937}"/>
                </a:ext>
              </a:extLst>
            </p:cNvPr>
            <p:cNvSpPr>
              <a:spLocks noGrp="1"/>
            </p:cNvSpPr>
            <p:nvPr/>
          </p:nvSpPr>
          <p:spPr>
            <a:xfrm>
              <a:off x="14966537" y="2407173"/>
              <a:ext cx="1604448" cy="1026672"/>
            </a:xfrm>
            <a:custGeom>
              <a:avLst/>
              <a:gdLst/>
              <a:ahLst/>
              <a:cxnLst/>
              <a:rect l="0" t="0" r="0" b="0"/>
              <a:pathLst>
                <a:path w="1604448" h="1026672">
                  <a:moveTo>
                    <a:pt x="158194" y="930144"/>
                  </a:moveTo>
                  <a:lnTo>
                    <a:pt x="152058" y="919192"/>
                  </a:lnTo>
                  <a:lnTo>
                    <a:pt x="127567" y="962526"/>
                  </a:lnTo>
                  <a:close/>
                  <a:moveTo>
                    <a:pt x="158194" y="930144"/>
                  </a:moveTo>
                  <a:lnTo>
                    <a:pt x="163843" y="923477"/>
                  </a:lnTo>
                  <a:lnTo>
                    <a:pt x="194008" y="901362"/>
                  </a:lnTo>
                  <a:close/>
                  <a:moveTo>
                    <a:pt x="17577" y="725970"/>
                  </a:moveTo>
                  <a:lnTo>
                    <a:pt x="22148" y="719853"/>
                  </a:lnTo>
                  <a:lnTo>
                    <a:pt x="0" y="775534"/>
                  </a:lnTo>
                  <a:close/>
                  <a:moveTo>
                    <a:pt x="739088" y="1002310"/>
                  </a:moveTo>
                  <a:lnTo>
                    <a:pt x="786640" y="1005423"/>
                  </a:lnTo>
                  <a:lnTo>
                    <a:pt x="747651" y="1011797"/>
                  </a:lnTo>
                  <a:close/>
                  <a:moveTo>
                    <a:pt x="786640" y="1005423"/>
                  </a:moveTo>
                  <a:lnTo>
                    <a:pt x="800006" y="1007216"/>
                  </a:lnTo>
                  <a:lnTo>
                    <a:pt x="747651" y="1011797"/>
                  </a:lnTo>
                  <a:close/>
                  <a:moveTo>
                    <a:pt x="517572" y="563233"/>
                  </a:moveTo>
                  <a:lnTo>
                    <a:pt x="447745" y="601744"/>
                  </a:lnTo>
                  <a:lnTo>
                    <a:pt x="443901" y="597362"/>
                  </a:lnTo>
                  <a:close/>
                  <a:moveTo>
                    <a:pt x="823442" y="1008122"/>
                  </a:moveTo>
                  <a:lnTo>
                    <a:pt x="747651" y="1011797"/>
                  </a:lnTo>
                  <a:lnTo>
                    <a:pt x="800006" y="1007216"/>
                  </a:lnTo>
                  <a:close/>
                  <a:moveTo>
                    <a:pt x="823442" y="1008122"/>
                  </a:moveTo>
                  <a:lnTo>
                    <a:pt x="781684" y="1026672"/>
                  </a:lnTo>
                  <a:lnTo>
                    <a:pt x="747651" y="1011797"/>
                  </a:lnTo>
                  <a:close/>
                  <a:moveTo>
                    <a:pt x="838827" y="991727"/>
                  </a:moveTo>
                  <a:lnTo>
                    <a:pt x="823442" y="1008122"/>
                  </a:lnTo>
                  <a:lnTo>
                    <a:pt x="800006" y="1007216"/>
                  </a:lnTo>
                  <a:close/>
                  <a:moveTo>
                    <a:pt x="687334" y="848590"/>
                  </a:moveTo>
                  <a:lnTo>
                    <a:pt x="614881" y="855543"/>
                  </a:lnTo>
                  <a:lnTo>
                    <a:pt x="673875" y="845565"/>
                  </a:lnTo>
                  <a:close/>
                  <a:moveTo>
                    <a:pt x="704029" y="837117"/>
                  </a:moveTo>
                  <a:lnTo>
                    <a:pt x="687334" y="848590"/>
                  </a:lnTo>
                  <a:lnTo>
                    <a:pt x="673875" y="845565"/>
                  </a:lnTo>
                  <a:close/>
                  <a:moveTo>
                    <a:pt x="687334" y="848590"/>
                  </a:moveTo>
                  <a:lnTo>
                    <a:pt x="704029" y="837117"/>
                  </a:lnTo>
                  <a:lnTo>
                    <a:pt x="703560" y="821431"/>
                  </a:lnTo>
                  <a:close/>
                  <a:moveTo>
                    <a:pt x="756716" y="816199"/>
                  </a:moveTo>
                  <a:lnTo>
                    <a:pt x="747603" y="813023"/>
                  </a:lnTo>
                  <a:lnTo>
                    <a:pt x="728095" y="826312"/>
                  </a:lnTo>
                  <a:close/>
                  <a:moveTo>
                    <a:pt x="703560" y="821431"/>
                  </a:moveTo>
                  <a:lnTo>
                    <a:pt x="704029" y="837117"/>
                  </a:lnTo>
                  <a:lnTo>
                    <a:pt x="728095" y="826312"/>
                  </a:lnTo>
                  <a:close/>
                  <a:moveTo>
                    <a:pt x="712636" y="808289"/>
                  </a:moveTo>
                  <a:lnTo>
                    <a:pt x="703560" y="821431"/>
                  </a:lnTo>
                  <a:lnTo>
                    <a:pt x="728095" y="826312"/>
                  </a:lnTo>
                  <a:close/>
                  <a:moveTo>
                    <a:pt x="800612" y="787862"/>
                  </a:moveTo>
                  <a:lnTo>
                    <a:pt x="756716" y="816199"/>
                  </a:lnTo>
                  <a:lnTo>
                    <a:pt x="728095" y="826312"/>
                  </a:lnTo>
                  <a:close/>
                  <a:moveTo>
                    <a:pt x="702150" y="634185"/>
                  </a:moveTo>
                  <a:lnTo>
                    <a:pt x="709114" y="620446"/>
                  </a:lnTo>
                  <a:lnTo>
                    <a:pt x="744345" y="617267"/>
                  </a:lnTo>
                  <a:close/>
                  <a:moveTo>
                    <a:pt x="764291" y="582783"/>
                  </a:moveTo>
                  <a:lnTo>
                    <a:pt x="770605" y="580549"/>
                  </a:lnTo>
                  <a:lnTo>
                    <a:pt x="744345" y="617267"/>
                  </a:lnTo>
                  <a:close/>
                  <a:moveTo>
                    <a:pt x="764291" y="582783"/>
                  </a:moveTo>
                  <a:lnTo>
                    <a:pt x="810008" y="558689"/>
                  </a:lnTo>
                  <a:lnTo>
                    <a:pt x="770605" y="580549"/>
                  </a:lnTo>
                  <a:close/>
                  <a:moveTo>
                    <a:pt x="977255" y="694248"/>
                  </a:moveTo>
                  <a:lnTo>
                    <a:pt x="998718" y="708642"/>
                  </a:lnTo>
                  <a:lnTo>
                    <a:pt x="984891" y="689205"/>
                  </a:lnTo>
                  <a:close/>
                  <a:moveTo>
                    <a:pt x="994596" y="719306"/>
                  </a:moveTo>
                  <a:lnTo>
                    <a:pt x="998718" y="708642"/>
                  </a:lnTo>
                  <a:lnTo>
                    <a:pt x="977255" y="694248"/>
                  </a:lnTo>
                  <a:close/>
                  <a:moveTo>
                    <a:pt x="949234" y="724385"/>
                  </a:moveTo>
                  <a:lnTo>
                    <a:pt x="994596" y="719306"/>
                  </a:lnTo>
                  <a:lnTo>
                    <a:pt x="977255" y="694248"/>
                  </a:lnTo>
                  <a:close/>
                  <a:moveTo>
                    <a:pt x="1350633" y="502587"/>
                  </a:moveTo>
                  <a:lnTo>
                    <a:pt x="1303703" y="501802"/>
                  </a:lnTo>
                  <a:lnTo>
                    <a:pt x="1284910" y="502415"/>
                  </a:lnTo>
                  <a:close/>
                  <a:moveTo>
                    <a:pt x="1303703" y="501802"/>
                  </a:moveTo>
                  <a:lnTo>
                    <a:pt x="1350633" y="502587"/>
                  </a:lnTo>
                  <a:lnTo>
                    <a:pt x="1383135" y="489207"/>
                  </a:lnTo>
                  <a:close/>
                  <a:moveTo>
                    <a:pt x="1360963" y="489756"/>
                  </a:moveTo>
                  <a:lnTo>
                    <a:pt x="1383135" y="489207"/>
                  </a:lnTo>
                  <a:lnTo>
                    <a:pt x="1350633" y="502587"/>
                  </a:lnTo>
                  <a:close/>
                  <a:moveTo>
                    <a:pt x="1451491" y="441568"/>
                  </a:moveTo>
                  <a:lnTo>
                    <a:pt x="1421866" y="465662"/>
                  </a:lnTo>
                  <a:lnTo>
                    <a:pt x="1453081" y="441147"/>
                  </a:lnTo>
                  <a:close/>
                  <a:moveTo>
                    <a:pt x="1256171" y="228963"/>
                  </a:moveTo>
                  <a:lnTo>
                    <a:pt x="1178339" y="247541"/>
                  </a:lnTo>
                  <a:lnTo>
                    <a:pt x="1219074" y="225166"/>
                  </a:lnTo>
                  <a:close/>
                  <a:moveTo>
                    <a:pt x="1140332" y="53369"/>
                  </a:moveTo>
                  <a:lnTo>
                    <a:pt x="1168444" y="29275"/>
                  </a:lnTo>
                  <a:lnTo>
                    <a:pt x="1162698" y="54161"/>
                  </a:lnTo>
                  <a:close/>
                  <a:moveTo>
                    <a:pt x="1487558" y="395374"/>
                  </a:moveTo>
                  <a:lnTo>
                    <a:pt x="1491299" y="385829"/>
                  </a:lnTo>
                  <a:lnTo>
                    <a:pt x="1469767" y="368634"/>
                  </a:lnTo>
                  <a:close/>
                  <a:moveTo>
                    <a:pt x="1508331" y="338140"/>
                  </a:moveTo>
                  <a:lnTo>
                    <a:pt x="1542365" y="319552"/>
                  </a:lnTo>
                  <a:lnTo>
                    <a:pt x="1535925" y="314401"/>
                  </a:lnTo>
                  <a:close/>
                  <a:moveTo>
                    <a:pt x="1168444" y="29275"/>
                  </a:moveTo>
                  <a:lnTo>
                    <a:pt x="1188693" y="16452"/>
                  </a:lnTo>
                  <a:lnTo>
                    <a:pt x="1162698" y="54161"/>
                  </a:lnTo>
                  <a:close/>
                  <a:moveTo>
                    <a:pt x="1202890" y="5181"/>
                  </a:moveTo>
                  <a:lnTo>
                    <a:pt x="1168444" y="29275"/>
                  </a:lnTo>
                  <a:lnTo>
                    <a:pt x="1231012" y="0"/>
                  </a:lnTo>
                  <a:close/>
                  <a:moveTo>
                    <a:pt x="1589294" y="238770"/>
                  </a:moveTo>
                  <a:lnTo>
                    <a:pt x="1597704" y="227817"/>
                  </a:lnTo>
                  <a:lnTo>
                    <a:pt x="1572564" y="268722"/>
                  </a:lnTo>
                  <a:close/>
                  <a:moveTo>
                    <a:pt x="1589294" y="238770"/>
                  </a:moveTo>
                  <a:lnTo>
                    <a:pt x="1604448" y="214676"/>
                  </a:lnTo>
                  <a:lnTo>
                    <a:pt x="1597704" y="22781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02" name="Output_density__4301">
              <a:extLst>
                <a:ext uri="{FF2B5EF4-FFF2-40B4-BE49-F238E27FC236}">
                  <a16:creationId xmlns:a16="http://schemas.microsoft.com/office/drawing/2014/main" id="{D39662A7-CE45-97FC-AE1F-9492BD9C8618}"/>
                </a:ext>
              </a:extLst>
            </p:cNvPr>
            <p:cNvSpPr>
              <a:spLocks noGrp="1"/>
            </p:cNvSpPr>
            <p:nvPr/>
          </p:nvSpPr>
          <p:spPr>
            <a:xfrm>
              <a:off x="15789980" y="3377247"/>
              <a:ext cx="22249" cy="38048"/>
            </a:xfrm>
            <a:custGeom>
              <a:avLst/>
              <a:gdLst/>
              <a:ahLst/>
              <a:cxnLst/>
              <a:rect l="0" t="0" r="0" b="0"/>
              <a:pathLst>
                <a:path w="22249" h="38048">
                  <a:moveTo>
                    <a:pt x="22249" y="0"/>
                  </a:moveTo>
                  <a:lnTo>
                    <a:pt x="0" y="38048"/>
                  </a:lnTo>
                  <a:lnTo>
                    <a:pt x="15385" y="21653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303" name="Output_density__4302">
              <a:extLst>
                <a:ext uri="{FF2B5EF4-FFF2-40B4-BE49-F238E27FC236}">
                  <a16:creationId xmlns:a16="http://schemas.microsoft.com/office/drawing/2014/main" id="{440A777D-0F27-F00D-D5ED-F00042A118B7}"/>
                </a:ext>
              </a:extLst>
            </p:cNvPr>
            <p:cNvSpPr>
              <a:spLocks noGrp="1"/>
            </p:cNvSpPr>
            <p:nvPr/>
          </p:nvSpPr>
          <p:spPr>
            <a:xfrm>
              <a:off x="14807797" y="2408301"/>
              <a:ext cx="1759173" cy="1164271"/>
            </a:xfrm>
            <a:custGeom>
              <a:avLst/>
              <a:gdLst/>
              <a:ahLst/>
              <a:cxnLst/>
              <a:rect l="0" t="0" r="0" b="0"/>
              <a:pathLst>
                <a:path w="1759173" h="1164271">
                  <a:moveTo>
                    <a:pt x="8306" y="807827"/>
                  </a:moveTo>
                  <a:lnTo>
                    <a:pt x="56912" y="850036"/>
                  </a:lnTo>
                  <a:lnTo>
                    <a:pt x="24020" y="814357"/>
                  </a:lnTo>
                  <a:close/>
                  <a:moveTo>
                    <a:pt x="0" y="798500"/>
                  </a:moveTo>
                  <a:lnTo>
                    <a:pt x="8306" y="807827"/>
                  </a:lnTo>
                  <a:lnTo>
                    <a:pt x="24020" y="814357"/>
                  </a:lnTo>
                  <a:close/>
                  <a:moveTo>
                    <a:pt x="100468" y="896369"/>
                  </a:moveTo>
                  <a:lnTo>
                    <a:pt x="163377" y="945950"/>
                  </a:lnTo>
                  <a:lnTo>
                    <a:pt x="131580" y="933819"/>
                  </a:lnTo>
                  <a:close/>
                  <a:moveTo>
                    <a:pt x="90673" y="888883"/>
                  </a:moveTo>
                  <a:lnTo>
                    <a:pt x="104823" y="901573"/>
                  </a:lnTo>
                  <a:lnTo>
                    <a:pt x="100468" y="896369"/>
                  </a:lnTo>
                  <a:close/>
                  <a:moveTo>
                    <a:pt x="176381" y="809893"/>
                  </a:moveTo>
                  <a:lnTo>
                    <a:pt x="175022" y="759772"/>
                  </a:lnTo>
                  <a:lnTo>
                    <a:pt x="135315" y="785991"/>
                  </a:lnTo>
                  <a:close/>
                  <a:moveTo>
                    <a:pt x="176381" y="809893"/>
                  </a:moveTo>
                  <a:lnTo>
                    <a:pt x="194726" y="793667"/>
                  </a:lnTo>
                  <a:lnTo>
                    <a:pt x="177467" y="750312"/>
                  </a:lnTo>
                  <a:close/>
                  <a:moveTo>
                    <a:pt x="445095" y="1070823"/>
                  </a:moveTo>
                  <a:lnTo>
                    <a:pt x="530310" y="1079854"/>
                  </a:lnTo>
                  <a:lnTo>
                    <a:pt x="479358" y="1064029"/>
                  </a:lnTo>
                  <a:close/>
                  <a:moveTo>
                    <a:pt x="554903" y="1106511"/>
                  </a:moveTo>
                  <a:lnTo>
                    <a:pt x="572208" y="1061828"/>
                  </a:lnTo>
                  <a:lnTo>
                    <a:pt x="530310" y="1079854"/>
                  </a:lnTo>
                  <a:close/>
                  <a:moveTo>
                    <a:pt x="435865" y="1035438"/>
                  </a:moveTo>
                  <a:lnTo>
                    <a:pt x="428826" y="1059531"/>
                  </a:lnTo>
                  <a:lnTo>
                    <a:pt x="445095" y="1070823"/>
                  </a:lnTo>
                  <a:close/>
                  <a:moveTo>
                    <a:pt x="435865" y="1035438"/>
                  </a:moveTo>
                  <a:lnTo>
                    <a:pt x="394437" y="1007995"/>
                  </a:lnTo>
                  <a:lnTo>
                    <a:pt x="428826" y="1059531"/>
                  </a:lnTo>
                  <a:close/>
                  <a:moveTo>
                    <a:pt x="310633" y="902198"/>
                  </a:moveTo>
                  <a:lnTo>
                    <a:pt x="310798" y="918063"/>
                  </a:lnTo>
                  <a:lnTo>
                    <a:pt x="330485" y="904922"/>
                  </a:lnTo>
                  <a:close/>
                  <a:moveTo>
                    <a:pt x="621980" y="1073237"/>
                  </a:moveTo>
                  <a:lnTo>
                    <a:pt x="597132" y="1020112"/>
                  </a:lnTo>
                  <a:lnTo>
                    <a:pt x="572208" y="1061828"/>
                  </a:lnTo>
                  <a:close/>
                  <a:moveTo>
                    <a:pt x="779104" y="1100929"/>
                  </a:moveTo>
                  <a:lnTo>
                    <a:pt x="729128" y="1164271"/>
                  </a:lnTo>
                  <a:lnTo>
                    <a:pt x="770456" y="1144111"/>
                  </a:lnTo>
                  <a:close/>
                  <a:moveTo>
                    <a:pt x="605224" y="1002858"/>
                  </a:moveTo>
                  <a:lnTo>
                    <a:pt x="581901" y="959077"/>
                  </a:lnTo>
                  <a:lnTo>
                    <a:pt x="611430" y="987250"/>
                  </a:lnTo>
                  <a:close/>
                  <a:moveTo>
                    <a:pt x="581901" y="959077"/>
                  </a:moveTo>
                  <a:lnTo>
                    <a:pt x="575813" y="901283"/>
                  </a:lnTo>
                  <a:lnTo>
                    <a:pt x="607455" y="935713"/>
                  </a:lnTo>
                  <a:close/>
                  <a:moveTo>
                    <a:pt x="400065" y="679246"/>
                  </a:moveTo>
                  <a:lnTo>
                    <a:pt x="446485" y="671321"/>
                  </a:lnTo>
                  <a:lnTo>
                    <a:pt x="439832" y="684898"/>
                  </a:lnTo>
                  <a:close/>
                  <a:moveTo>
                    <a:pt x="439832" y="684898"/>
                  </a:moveTo>
                  <a:lnTo>
                    <a:pt x="449055" y="680931"/>
                  </a:lnTo>
                  <a:lnTo>
                    <a:pt x="407277" y="736124"/>
                  </a:lnTo>
                  <a:close/>
                  <a:moveTo>
                    <a:pt x="849573" y="1018878"/>
                  </a:moveTo>
                  <a:lnTo>
                    <a:pt x="799248" y="1021809"/>
                  </a:lnTo>
                  <a:lnTo>
                    <a:pt x="787362" y="1072420"/>
                  </a:lnTo>
                  <a:close/>
                  <a:moveTo>
                    <a:pt x="665862" y="832606"/>
                  </a:moveTo>
                  <a:lnTo>
                    <a:pt x="722010" y="858392"/>
                  </a:lnTo>
                  <a:lnTo>
                    <a:pt x="693656" y="784452"/>
                  </a:lnTo>
                  <a:close/>
                  <a:moveTo>
                    <a:pt x="513285" y="611501"/>
                  </a:moveTo>
                  <a:lnTo>
                    <a:pt x="594745" y="634920"/>
                  </a:lnTo>
                  <a:lnTo>
                    <a:pt x="599848" y="625568"/>
                  </a:lnTo>
                  <a:close/>
                  <a:moveTo>
                    <a:pt x="448588" y="489550"/>
                  </a:moveTo>
                  <a:lnTo>
                    <a:pt x="408743" y="499326"/>
                  </a:lnTo>
                  <a:lnTo>
                    <a:pt x="429512" y="472963"/>
                  </a:lnTo>
                  <a:close/>
                  <a:moveTo>
                    <a:pt x="429512" y="472963"/>
                  </a:moveTo>
                  <a:lnTo>
                    <a:pt x="444682" y="499326"/>
                  </a:lnTo>
                  <a:lnTo>
                    <a:pt x="448588" y="489550"/>
                  </a:lnTo>
                  <a:close/>
                  <a:moveTo>
                    <a:pt x="825698" y="1000307"/>
                  </a:moveTo>
                  <a:lnTo>
                    <a:pt x="858575" y="1011560"/>
                  </a:lnTo>
                  <a:lnTo>
                    <a:pt x="847005" y="1045727"/>
                  </a:lnTo>
                  <a:close/>
                  <a:moveTo>
                    <a:pt x="877889" y="744886"/>
                  </a:moveTo>
                  <a:lnTo>
                    <a:pt x="863477" y="811895"/>
                  </a:lnTo>
                  <a:lnTo>
                    <a:pt x="871376" y="807160"/>
                  </a:lnTo>
                  <a:close/>
                  <a:moveTo>
                    <a:pt x="844177" y="797054"/>
                  </a:moveTo>
                  <a:lnTo>
                    <a:pt x="863477" y="811895"/>
                  </a:lnTo>
                  <a:lnTo>
                    <a:pt x="877889" y="744886"/>
                  </a:lnTo>
                  <a:close/>
                  <a:moveTo>
                    <a:pt x="877889" y="744886"/>
                  </a:moveTo>
                  <a:lnTo>
                    <a:pt x="871376" y="807160"/>
                  </a:lnTo>
                  <a:lnTo>
                    <a:pt x="920910" y="810636"/>
                  </a:lnTo>
                  <a:close/>
                  <a:moveTo>
                    <a:pt x="733208" y="598317"/>
                  </a:moveTo>
                  <a:lnTo>
                    <a:pt x="741242" y="535066"/>
                  </a:lnTo>
                  <a:lnTo>
                    <a:pt x="706069" y="578234"/>
                  </a:lnTo>
                  <a:close/>
                  <a:moveTo>
                    <a:pt x="943440" y="541348"/>
                  </a:moveTo>
                  <a:lnTo>
                    <a:pt x="968748" y="557561"/>
                  </a:lnTo>
                  <a:lnTo>
                    <a:pt x="949585" y="520195"/>
                  </a:lnTo>
                  <a:close/>
                  <a:moveTo>
                    <a:pt x="1136881" y="686259"/>
                  </a:moveTo>
                  <a:lnTo>
                    <a:pt x="1142749" y="618746"/>
                  </a:lnTo>
                  <a:lnTo>
                    <a:pt x="1076551" y="645547"/>
                  </a:lnTo>
                  <a:close/>
                  <a:moveTo>
                    <a:pt x="1060488" y="522155"/>
                  </a:moveTo>
                  <a:lnTo>
                    <a:pt x="1112587" y="560909"/>
                  </a:lnTo>
                  <a:lnTo>
                    <a:pt x="1080506" y="525431"/>
                  </a:lnTo>
                  <a:close/>
                  <a:moveTo>
                    <a:pt x="1060488" y="522155"/>
                  </a:moveTo>
                  <a:lnTo>
                    <a:pt x="1053587" y="509373"/>
                  </a:lnTo>
                  <a:lnTo>
                    <a:pt x="1041092" y="512971"/>
                  </a:lnTo>
                  <a:close/>
                  <a:moveTo>
                    <a:pt x="1060488" y="522155"/>
                  </a:moveTo>
                  <a:lnTo>
                    <a:pt x="1080506" y="525431"/>
                  </a:lnTo>
                  <a:lnTo>
                    <a:pt x="1053587" y="509373"/>
                  </a:lnTo>
                  <a:close/>
                  <a:moveTo>
                    <a:pt x="1433261" y="836041"/>
                  </a:moveTo>
                  <a:lnTo>
                    <a:pt x="1403148" y="858353"/>
                  </a:lnTo>
                  <a:lnTo>
                    <a:pt x="1481634" y="842224"/>
                  </a:lnTo>
                  <a:close/>
                  <a:moveTo>
                    <a:pt x="1112587" y="560909"/>
                  </a:moveTo>
                  <a:lnTo>
                    <a:pt x="1145030" y="592002"/>
                  </a:lnTo>
                  <a:lnTo>
                    <a:pt x="1152488" y="548085"/>
                  </a:lnTo>
                  <a:close/>
                  <a:moveTo>
                    <a:pt x="1145030" y="592002"/>
                  </a:moveTo>
                  <a:lnTo>
                    <a:pt x="1166648" y="560909"/>
                  </a:lnTo>
                  <a:lnTo>
                    <a:pt x="1152488" y="548085"/>
                  </a:lnTo>
                  <a:close/>
                  <a:moveTo>
                    <a:pt x="1053587" y="509373"/>
                  </a:moveTo>
                  <a:lnTo>
                    <a:pt x="1080506" y="525431"/>
                  </a:lnTo>
                  <a:lnTo>
                    <a:pt x="1086212" y="501242"/>
                  </a:lnTo>
                  <a:close/>
                  <a:moveTo>
                    <a:pt x="1152488" y="548085"/>
                  </a:moveTo>
                  <a:lnTo>
                    <a:pt x="1080506" y="525431"/>
                  </a:lnTo>
                  <a:lnTo>
                    <a:pt x="1112587" y="560909"/>
                  </a:lnTo>
                  <a:close/>
                  <a:moveTo>
                    <a:pt x="1086212" y="501242"/>
                  </a:moveTo>
                  <a:lnTo>
                    <a:pt x="1080506" y="525431"/>
                  </a:lnTo>
                  <a:lnTo>
                    <a:pt x="1152488" y="548085"/>
                  </a:lnTo>
                  <a:close/>
                  <a:moveTo>
                    <a:pt x="1142575" y="493402"/>
                  </a:moveTo>
                  <a:lnTo>
                    <a:pt x="1152488" y="548085"/>
                  </a:lnTo>
                  <a:lnTo>
                    <a:pt x="1184837" y="497026"/>
                  </a:lnTo>
                  <a:close/>
                  <a:moveTo>
                    <a:pt x="1027415" y="501611"/>
                  </a:moveTo>
                  <a:lnTo>
                    <a:pt x="1053587" y="509373"/>
                  </a:lnTo>
                  <a:lnTo>
                    <a:pt x="1096677" y="450993"/>
                  </a:lnTo>
                  <a:close/>
                  <a:moveTo>
                    <a:pt x="1142575" y="493402"/>
                  </a:moveTo>
                  <a:lnTo>
                    <a:pt x="1184837" y="497026"/>
                  </a:lnTo>
                  <a:lnTo>
                    <a:pt x="1148536" y="470210"/>
                  </a:lnTo>
                  <a:close/>
                  <a:moveTo>
                    <a:pt x="1184837" y="497026"/>
                  </a:moveTo>
                  <a:lnTo>
                    <a:pt x="1196360" y="474337"/>
                  </a:lnTo>
                  <a:lnTo>
                    <a:pt x="1148536" y="470210"/>
                  </a:lnTo>
                  <a:close/>
                  <a:moveTo>
                    <a:pt x="1096677" y="450993"/>
                  </a:moveTo>
                  <a:lnTo>
                    <a:pt x="1148536" y="470210"/>
                  </a:lnTo>
                  <a:lnTo>
                    <a:pt x="1180637" y="455330"/>
                  </a:lnTo>
                  <a:close/>
                  <a:moveTo>
                    <a:pt x="1196360" y="474337"/>
                  </a:moveTo>
                  <a:lnTo>
                    <a:pt x="1220137" y="409648"/>
                  </a:lnTo>
                  <a:lnTo>
                    <a:pt x="1214242" y="410378"/>
                  </a:lnTo>
                  <a:close/>
                  <a:moveTo>
                    <a:pt x="1271085" y="444147"/>
                  </a:moveTo>
                  <a:lnTo>
                    <a:pt x="1220137" y="409648"/>
                  </a:lnTo>
                  <a:lnTo>
                    <a:pt x="1196360" y="474337"/>
                  </a:lnTo>
                  <a:close/>
                  <a:moveTo>
                    <a:pt x="1195018" y="363263"/>
                  </a:moveTo>
                  <a:lnTo>
                    <a:pt x="1187787" y="358112"/>
                  </a:lnTo>
                  <a:lnTo>
                    <a:pt x="1213049" y="409648"/>
                  </a:lnTo>
                  <a:close/>
                  <a:moveTo>
                    <a:pt x="1187787" y="358112"/>
                  </a:moveTo>
                  <a:lnTo>
                    <a:pt x="1195018" y="363263"/>
                  </a:lnTo>
                  <a:lnTo>
                    <a:pt x="1197679" y="344369"/>
                  </a:lnTo>
                  <a:close/>
                  <a:moveTo>
                    <a:pt x="1220137" y="409648"/>
                  </a:moveTo>
                  <a:lnTo>
                    <a:pt x="1271085" y="444147"/>
                  </a:lnTo>
                  <a:lnTo>
                    <a:pt x="1217243" y="407937"/>
                  </a:lnTo>
                  <a:close/>
                  <a:moveTo>
                    <a:pt x="1197679" y="344369"/>
                  </a:moveTo>
                  <a:lnTo>
                    <a:pt x="1274613" y="322435"/>
                  </a:lnTo>
                  <a:lnTo>
                    <a:pt x="1221207" y="297437"/>
                  </a:lnTo>
                  <a:close/>
                  <a:moveTo>
                    <a:pt x="1364894" y="488627"/>
                  </a:moveTo>
                  <a:lnTo>
                    <a:pt x="1365205" y="489097"/>
                  </a:lnTo>
                  <a:lnTo>
                    <a:pt x="1365887" y="489020"/>
                  </a:lnTo>
                  <a:close/>
                  <a:moveTo>
                    <a:pt x="1416463" y="503438"/>
                  </a:moveTo>
                  <a:lnTo>
                    <a:pt x="1365887" y="489020"/>
                  </a:lnTo>
                  <a:lnTo>
                    <a:pt x="1365205" y="489097"/>
                  </a:lnTo>
                  <a:close/>
                  <a:moveTo>
                    <a:pt x="1364894" y="488627"/>
                  </a:moveTo>
                  <a:lnTo>
                    <a:pt x="1365887" y="489020"/>
                  </a:lnTo>
                  <a:lnTo>
                    <a:pt x="1366820" y="487784"/>
                  </a:lnTo>
                  <a:close/>
                  <a:moveTo>
                    <a:pt x="1434281" y="470921"/>
                  </a:moveTo>
                  <a:lnTo>
                    <a:pt x="1365887" y="489020"/>
                  </a:lnTo>
                  <a:lnTo>
                    <a:pt x="1416463" y="503438"/>
                  </a:lnTo>
                  <a:close/>
                  <a:moveTo>
                    <a:pt x="1434281" y="470921"/>
                  </a:moveTo>
                  <a:lnTo>
                    <a:pt x="1366820" y="487784"/>
                  </a:lnTo>
                  <a:lnTo>
                    <a:pt x="1365887" y="489020"/>
                  </a:lnTo>
                  <a:close/>
                  <a:moveTo>
                    <a:pt x="1434281" y="470921"/>
                  </a:moveTo>
                  <a:lnTo>
                    <a:pt x="1440854" y="459732"/>
                  </a:lnTo>
                  <a:lnTo>
                    <a:pt x="1393255" y="456442"/>
                  </a:lnTo>
                  <a:close/>
                  <a:moveTo>
                    <a:pt x="1416463" y="503438"/>
                  </a:moveTo>
                  <a:lnTo>
                    <a:pt x="1455770" y="464533"/>
                  </a:lnTo>
                  <a:lnTo>
                    <a:pt x="1434281" y="470921"/>
                  </a:lnTo>
                  <a:close/>
                  <a:moveTo>
                    <a:pt x="1492324" y="477492"/>
                  </a:moveTo>
                  <a:lnTo>
                    <a:pt x="1455770" y="464533"/>
                  </a:lnTo>
                  <a:lnTo>
                    <a:pt x="1416463" y="503438"/>
                  </a:lnTo>
                  <a:close/>
                  <a:moveTo>
                    <a:pt x="1434281" y="470921"/>
                  </a:moveTo>
                  <a:lnTo>
                    <a:pt x="1455770" y="464533"/>
                  </a:lnTo>
                  <a:lnTo>
                    <a:pt x="1440854" y="459732"/>
                  </a:lnTo>
                  <a:close/>
                  <a:moveTo>
                    <a:pt x="1279677" y="269676"/>
                  </a:moveTo>
                  <a:lnTo>
                    <a:pt x="1333138" y="264196"/>
                  </a:lnTo>
                  <a:lnTo>
                    <a:pt x="1285845" y="229531"/>
                  </a:lnTo>
                  <a:close/>
                  <a:moveTo>
                    <a:pt x="1492324" y="477492"/>
                  </a:moveTo>
                  <a:lnTo>
                    <a:pt x="1506858" y="449900"/>
                  </a:lnTo>
                  <a:lnTo>
                    <a:pt x="1455770" y="464533"/>
                  </a:lnTo>
                  <a:close/>
                  <a:moveTo>
                    <a:pt x="1492324" y="477492"/>
                  </a:moveTo>
                  <a:lnTo>
                    <a:pt x="1540565" y="440440"/>
                  </a:lnTo>
                  <a:lnTo>
                    <a:pt x="1506858" y="449900"/>
                  </a:lnTo>
                  <a:close/>
                  <a:moveTo>
                    <a:pt x="1568138" y="451371"/>
                  </a:moveTo>
                  <a:lnTo>
                    <a:pt x="1540565" y="440440"/>
                  </a:lnTo>
                  <a:lnTo>
                    <a:pt x="1492324" y="477492"/>
                  </a:lnTo>
                  <a:close/>
                  <a:moveTo>
                    <a:pt x="1541875" y="488079"/>
                  </a:moveTo>
                  <a:lnTo>
                    <a:pt x="1568138" y="451371"/>
                  </a:lnTo>
                  <a:lnTo>
                    <a:pt x="1492324" y="477492"/>
                  </a:lnTo>
                  <a:close/>
                  <a:moveTo>
                    <a:pt x="1540565" y="440440"/>
                  </a:moveTo>
                  <a:lnTo>
                    <a:pt x="1568138" y="451371"/>
                  </a:lnTo>
                  <a:lnTo>
                    <a:pt x="1573258" y="433900"/>
                  </a:lnTo>
                  <a:close/>
                  <a:moveTo>
                    <a:pt x="1573258" y="433900"/>
                  </a:moveTo>
                  <a:lnTo>
                    <a:pt x="1568138" y="451371"/>
                  </a:lnTo>
                  <a:lnTo>
                    <a:pt x="1610231" y="440440"/>
                  </a:lnTo>
                  <a:close/>
                  <a:moveTo>
                    <a:pt x="1573258" y="433900"/>
                  </a:moveTo>
                  <a:lnTo>
                    <a:pt x="1610231" y="440440"/>
                  </a:lnTo>
                  <a:lnTo>
                    <a:pt x="1583113" y="372459"/>
                  </a:lnTo>
                  <a:close/>
                  <a:moveTo>
                    <a:pt x="1583113" y="372459"/>
                  </a:moveTo>
                  <a:lnTo>
                    <a:pt x="1610231" y="440440"/>
                  </a:lnTo>
                  <a:lnTo>
                    <a:pt x="1611821" y="440018"/>
                  </a:lnTo>
                  <a:close/>
                  <a:moveTo>
                    <a:pt x="1583113" y="372459"/>
                  </a:moveTo>
                  <a:lnTo>
                    <a:pt x="1611821" y="440018"/>
                  </a:lnTo>
                  <a:lnTo>
                    <a:pt x="1628507" y="367505"/>
                  </a:lnTo>
                  <a:close/>
                  <a:moveTo>
                    <a:pt x="1227314" y="23293"/>
                  </a:moveTo>
                  <a:lnTo>
                    <a:pt x="1277480" y="63356"/>
                  </a:lnTo>
                  <a:lnTo>
                    <a:pt x="1288932" y="11180"/>
                  </a:lnTo>
                  <a:close/>
                  <a:moveTo>
                    <a:pt x="1629276" y="363598"/>
                  </a:moveTo>
                  <a:lnTo>
                    <a:pt x="1628507" y="367505"/>
                  </a:lnTo>
                  <a:lnTo>
                    <a:pt x="1631701" y="364809"/>
                  </a:lnTo>
                  <a:close/>
                  <a:moveTo>
                    <a:pt x="1629276" y="363598"/>
                  </a:moveTo>
                  <a:lnTo>
                    <a:pt x="1631701" y="364809"/>
                  </a:lnTo>
                  <a:lnTo>
                    <a:pt x="1686171" y="292583"/>
                  </a:lnTo>
                  <a:close/>
                  <a:moveTo>
                    <a:pt x="1642649" y="289983"/>
                  </a:moveTo>
                  <a:lnTo>
                    <a:pt x="1629276" y="363598"/>
                  </a:lnTo>
                  <a:lnTo>
                    <a:pt x="1686171" y="292583"/>
                  </a:lnTo>
                  <a:close/>
                  <a:moveTo>
                    <a:pt x="1642649" y="289983"/>
                  </a:moveTo>
                  <a:lnTo>
                    <a:pt x="1686171" y="292583"/>
                  </a:lnTo>
                  <a:lnTo>
                    <a:pt x="1643138" y="287307"/>
                  </a:lnTo>
                  <a:close/>
                  <a:moveTo>
                    <a:pt x="1686171" y="292583"/>
                  </a:moveTo>
                  <a:lnTo>
                    <a:pt x="1689578" y="286262"/>
                  </a:lnTo>
                  <a:lnTo>
                    <a:pt x="1643138" y="287307"/>
                  </a:lnTo>
                  <a:close/>
                  <a:moveTo>
                    <a:pt x="1347433" y="15323"/>
                  </a:moveTo>
                  <a:lnTo>
                    <a:pt x="1349404" y="0"/>
                  </a:lnTo>
                  <a:lnTo>
                    <a:pt x="1326757" y="4053"/>
                  </a:lnTo>
                  <a:close/>
                  <a:moveTo>
                    <a:pt x="1347433" y="15323"/>
                  </a:moveTo>
                  <a:lnTo>
                    <a:pt x="1361630" y="4053"/>
                  </a:lnTo>
                  <a:lnTo>
                    <a:pt x="1349404" y="0"/>
                  </a:lnTo>
                  <a:close/>
                  <a:moveTo>
                    <a:pt x="1713027" y="239032"/>
                  </a:moveTo>
                  <a:lnTo>
                    <a:pt x="1689578" y="286262"/>
                  </a:lnTo>
                  <a:lnTo>
                    <a:pt x="1756444" y="226689"/>
                  </a:lnTo>
                  <a:close/>
                  <a:moveTo>
                    <a:pt x="1759173" y="208473"/>
                  </a:moveTo>
                  <a:lnTo>
                    <a:pt x="1713027" y="239032"/>
                  </a:lnTo>
                  <a:lnTo>
                    <a:pt x="1756444" y="22668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04" name="Output_density__4303">
              <a:extLst>
                <a:ext uri="{FF2B5EF4-FFF2-40B4-BE49-F238E27FC236}">
                  <a16:creationId xmlns:a16="http://schemas.microsoft.com/office/drawing/2014/main" id="{41118B48-9BDA-F353-00A1-27A50018B68F}"/>
                </a:ext>
              </a:extLst>
            </p:cNvPr>
            <p:cNvSpPr>
              <a:spLocks noGrp="1"/>
            </p:cNvSpPr>
            <p:nvPr/>
          </p:nvSpPr>
          <p:spPr>
            <a:xfrm>
              <a:off x="14807797" y="2339185"/>
              <a:ext cx="1759173" cy="1305015"/>
            </a:xfrm>
            <a:custGeom>
              <a:avLst/>
              <a:gdLst/>
              <a:ahLst/>
              <a:cxnLst/>
              <a:rect l="0" t="0" r="0" b="0"/>
              <a:pathLst>
                <a:path w="1759173" h="1305015">
                  <a:moveTo>
                    <a:pt x="100147" y="946595"/>
                  </a:moveTo>
                  <a:lnTo>
                    <a:pt x="90673" y="957999"/>
                  </a:lnTo>
                  <a:lnTo>
                    <a:pt x="100468" y="965485"/>
                  </a:lnTo>
                  <a:close/>
                  <a:moveTo>
                    <a:pt x="56912" y="919152"/>
                  </a:moveTo>
                  <a:lnTo>
                    <a:pt x="90673" y="957999"/>
                  </a:lnTo>
                  <a:lnTo>
                    <a:pt x="100147" y="946595"/>
                  </a:lnTo>
                  <a:close/>
                  <a:moveTo>
                    <a:pt x="56912" y="919152"/>
                  </a:moveTo>
                  <a:lnTo>
                    <a:pt x="80100" y="895058"/>
                  </a:lnTo>
                  <a:lnTo>
                    <a:pt x="24020" y="883473"/>
                  </a:lnTo>
                  <a:close/>
                  <a:moveTo>
                    <a:pt x="80100" y="895058"/>
                  </a:moveTo>
                  <a:lnTo>
                    <a:pt x="57498" y="873741"/>
                  </a:lnTo>
                  <a:lnTo>
                    <a:pt x="24020" y="883473"/>
                  </a:lnTo>
                  <a:close/>
                  <a:moveTo>
                    <a:pt x="10796" y="843522"/>
                  </a:moveTo>
                  <a:lnTo>
                    <a:pt x="24020" y="883473"/>
                  </a:lnTo>
                  <a:lnTo>
                    <a:pt x="57498" y="873741"/>
                  </a:lnTo>
                  <a:close/>
                  <a:moveTo>
                    <a:pt x="10796" y="843522"/>
                  </a:moveTo>
                  <a:lnTo>
                    <a:pt x="0" y="867616"/>
                  </a:lnTo>
                  <a:lnTo>
                    <a:pt x="24020" y="883473"/>
                  </a:lnTo>
                  <a:close/>
                  <a:moveTo>
                    <a:pt x="128468" y="998132"/>
                  </a:moveTo>
                  <a:lnTo>
                    <a:pt x="100468" y="965485"/>
                  </a:lnTo>
                  <a:lnTo>
                    <a:pt x="131580" y="1002935"/>
                  </a:lnTo>
                  <a:close/>
                  <a:moveTo>
                    <a:pt x="129908" y="878808"/>
                  </a:moveTo>
                  <a:lnTo>
                    <a:pt x="176381" y="879009"/>
                  </a:lnTo>
                  <a:lnTo>
                    <a:pt x="135315" y="855107"/>
                  </a:lnTo>
                  <a:close/>
                  <a:moveTo>
                    <a:pt x="428826" y="1128647"/>
                  </a:moveTo>
                  <a:lnTo>
                    <a:pt x="427774" y="1140274"/>
                  </a:lnTo>
                  <a:lnTo>
                    <a:pt x="445095" y="1139939"/>
                  </a:lnTo>
                  <a:close/>
                  <a:moveTo>
                    <a:pt x="445095" y="1139939"/>
                  </a:moveTo>
                  <a:lnTo>
                    <a:pt x="504410" y="1178695"/>
                  </a:lnTo>
                  <a:lnTo>
                    <a:pt x="530310" y="1148970"/>
                  </a:lnTo>
                  <a:close/>
                  <a:moveTo>
                    <a:pt x="435865" y="1104554"/>
                  </a:moveTo>
                  <a:lnTo>
                    <a:pt x="445095" y="1139939"/>
                  </a:lnTo>
                  <a:lnTo>
                    <a:pt x="479358" y="1133145"/>
                  </a:lnTo>
                  <a:close/>
                  <a:moveTo>
                    <a:pt x="372923" y="909879"/>
                  </a:moveTo>
                  <a:lnTo>
                    <a:pt x="330485" y="974038"/>
                  </a:lnTo>
                  <a:lnTo>
                    <a:pt x="352749" y="969349"/>
                  </a:lnTo>
                  <a:close/>
                  <a:moveTo>
                    <a:pt x="720719" y="1305015"/>
                  </a:moveTo>
                  <a:lnTo>
                    <a:pt x="769021" y="1240985"/>
                  </a:lnTo>
                  <a:lnTo>
                    <a:pt x="728515" y="1235934"/>
                  </a:lnTo>
                  <a:close/>
                  <a:moveTo>
                    <a:pt x="728515" y="1235934"/>
                  </a:moveTo>
                  <a:lnTo>
                    <a:pt x="769021" y="1240985"/>
                  </a:lnTo>
                  <a:lnTo>
                    <a:pt x="729128" y="1233387"/>
                  </a:lnTo>
                  <a:close/>
                  <a:moveTo>
                    <a:pt x="779104" y="1170045"/>
                  </a:moveTo>
                  <a:lnTo>
                    <a:pt x="737865" y="1165590"/>
                  </a:lnTo>
                  <a:lnTo>
                    <a:pt x="729128" y="1233387"/>
                  </a:lnTo>
                  <a:close/>
                  <a:moveTo>
                    <a:pt x="779104" y="1170045"/>
                  </a:moveTo>
                  <a:lnTo>
                    <a:pt x="787362" y="1141536"/>
                  </a:lnTo>
                  <a:lnTo>
                    <a:pt x="734845" y="1119862"/>
                  </a:lnTo>
                  <a:close/>
                  <a:moveTo>
                    <a:pt x="605224" y="1071974"/>
                  </a:moveTo>
                  <a:lnTo>
                    <a:pt x="597132" y="1089228"/>
                  </a:lnTo>
                  <a:lnTo>
                    <a:pt x="671868" y="1118519"/>
                  </a:lnTo>
                  <a:close/>
                  <a:moveTo>
                    <a:pt x="193052" y="626502"/>
                  </a:moveTo>
                  <a:lnTo>
                    <a:pt x="225780" y="616630"/>
                  </a:lnTo>
                  <a:lnTo>
                    <a:pt x="195683" y="612345"/>
                  </a:lnTo>
                  <a:close/>
                  <a:moveTo>
                    <a:pt x="195683" y="612345"/>
                  </a:moveTo>
                  <a:lnTo>
                    <a:pt x="225780" y="616630"/>
                  </a:lnTo>
                  <a:lnTo>
                    <a:pt x="248330" y="544783"/>
                  </a:lnTo>
                  <a:close/>
                  <a:moveTo>
                    <a:pt x="198989" y="546914"/>
                  </a:moveTo>
                  <a:lnTo>
                    <a:pt x="195683" y="612345"/>
                  </a:lnTo>
                  <a:lnTo>
                    <a:pt x="248330" y="544783"/>
                  </a:lnTo>
                  <a:close/>
                  <a:moveTo>
                    <a:pt x="799248" y="1090925"/>
                  </a:moveTo>
                  <a:lnTo>
                    <a:pt x="849573" y="1087994"/>
                  </a:lnTo>
                  <a:lnTo>
                    <a:pt x="840614" y="1032535"/>
                  </a:lnTo>
                  <a:close/>
                  <a:moveTo>
                    <a:pt x="454816" y="741832"/>
                  </a:moveTo>
                  <a:lnTo>
                    <a:pt x="449055" y="750047"/>
                  </a:lnTo>
                  <a:lnTo>
                    <a:pt x="508985" y="735776"/>
                  </a:lnTo>
                  <a:close/>
                  <a:moveTo>
                    <a:pt x="446485" y="740437"/>
                  </a:moveTo>
                  <a:lnTo>
                    <a:pt x="454816" y="741832"/>
                  </a:lnTo>
                  <a:lnTo>
                    <a:pt x="488433" y="722600"/>
                  </a:lnTo>
                  <a:close/>
                  <a:moveTo>
                    <a:pt x="693656" y="853568"/>
                  </a:moveTo>
                  <a:lnTo>
                    <a:pt x="722010" y="927508"/>
                  </a:lnTo>
                  <a:lnTo>
                    <a:pt x="704168" y="905105"/>
                  </a:lnTo>
                  <a:close/>
                  <a:moveTo>
                    <a:pt x="693656" y="853568"/>
                  </a:moveTo>
                  <a:lnTo>
                    <a:pt x="682451" y="858943"/>
                  </a:lnTo>
                  <a:lnTo>
                    <a:pt x="665862" y="901722"/>
                  </a:lnTo>
                  <a:close/>
                  <a:moveTo>
                    <a:pt x="553804" y="723052"/>
                  </a:moveTo>
                  <a:lnTo>
                    <a:pt x="594745" y="704036"/>
                  </a:lnTo>
                  <a:lnTo>
                    <a:pt x="513285" y="680617"/>
                  </a:lnTo>
                  <a:close/>
                  <a:moveTo>
                    <a:pt x="599848" y="694684"/>
                  </a:moveTo>
                  <a:lnTo>
                    <a:pt x="633830" y="710243"/>
                  </a:lnTo>
                  <a:lnTo>
                    <a:pt x="609470" y="698958"/>
                  </a:lnTo>
                  <a:close/>
                  <a:moveTo>
                    <a:pt x="599848" y="694684"/>
                  </a:moveTo>
                  <a:lnTo>
                    <a:pt x="609470" y="698958"/>
                  </a:lnTo>
                  <a:lnTo>
                    <a:pt x="614544" y="687940"/>
                  </a:lnTo>
                  <a:close/>
                  <a:moveTo>
                    <a:pt x="599848" y="694684"/>
                  </a:moveTo>
                  <a:lnTo>
                    <a:pt x="614544" y="687940"/>
                  </a:lnTo>
                  <a:lnTo>
                    <a:pt x="548200" y="676256"/>
                  </a:lnTo>
                  <a:close/>
                  <a:moveTo>
                    <a:pt x="919868" y="817856"/>
                  </a:moveTo>
                  <a:lnTo>
                    <a:pt x="877889" y="814002"/>
                  </a:lnTo>
                  <a:lnTo>
                    <a:pt x="920910" y="879752"/>
                  </a:lnTo>
                  <a:close/>
                  <a:moveTo>
                    <a:pt x="860890" y="702172"/>
                  </a:moveTo>
                  <a:lnTo>
                    <a:pt x="803547" y="650771"/>
                  </a:lnTo>
                  <a:lnTo>
                    <a:pt x="860758" y="702444"/>
                  </a:lnTo>
                  <a:close/>
                  <a:moveTo>
                    <a:pt x="798665" y="652199"/>
                  </a:moveTo>
                  <a:lnTo>
                    <a:pt x="795724" y="633202"/>
                  </a:lnTo>
                  <a:lnTo>
                    <a:pt x="741242" y="604182"/>
                  </a:lnTo>
                  <a:close/>
                  <a:moveTo>
                    <a:pt x="675255" y="532144"/>
                  </a:moveTo>
                  <a:lnTo>
                    <a:pt x="704705" y="547697"/>
                  </a:lnTo>
                  <a:lnTo>
                    <a:pt x="646000" y="512121"/>
                  </a:lnTo>
                  <a:close/>
                  <a:moveTo>
                    <a:pt x="623977" y="496161"/>
                  </a:moveTo>
                  <a:lnTo>
                    <a:pt x="646000" y="512121"/>
                  </a:lnTo>
                  <a:lnTo>
                    <a:pt x="582789" y="462785"/>
                  </a:lnTo>
                  <a:close/>
                  <a:moveTo>
                    <a:pt x="582789" y="462785"/>
                  </a:moveTo>
                  <a:lnTo>
                    <a:pt x="646000" y="512121"/>
                  </a:lnTo>
                  <a:lnTo>
                    <a:pt x="595638" y="468718"/>
                  </a:lnTo>
                  <a:close/>
                  <a:moveTo>
                    <a:pt x="675255" y="532144"/>
                  </a:moveTo>
                  <a:lnTo>
                    <a:pt x="646000" y="512121"/>
                  </a:lnTo>
                  <a:lnTo>
                    <a:pt x="623977" y="496161"/>
                  </a:lnTo>
                  <a:close/>
                  <a:moveTo>
                    <a:pt x="929345" y="648537"/>
                  </a:moveTo>
                  <a:lnTo>
                    <a:pt x="886975" y="626677"/>
                  </a:lnTo>
                  <a:lnTo>
                    <a:pt x="860890" y="702172"/>
                  </a:lnTo>
                  <a:close/>
                  <a:moveTo>
                    <a:pt x="741242" y="604182"/>
                  </a:moveTo>
                  <a:lnTo>
                    <a:pt x="795724" y="633202"/>
                  </a:lnTo>
                  <a:lnTo>
                    <a:pt x="818641" y="583985"/>
                  </a:lnTo>
                  <a:close/>
                  <a:moveTo>
                    <a:pt x="886975" y="626677"/>
                  </a:moveTo>
                  <a:lnTo>
                    <a:pt x="929345" y="648537"/>
                  </a:lnTo>
                  <a:lnTo>
                    <a:pt x="943440" y="610464"/>
                  </a:lnTo>
                  <a:close/>
                  <a:moveTo>
                    <a:pt x="873982" y="616218"/>
                  </a:moveTo>
                  <a:lnTo>
                    <a:pt x="943440" y="610464"/>
                  </a:lnTo>
                  <a:lnTo>
                    <a:pt x="949585" y="589311"/>
                  </a:lnTo>
                  <a:close/>
                  <a:moveTo>
                    <a:pt x="1142749" y="687862"/>
                  </a:moveTo>
                  <a:lnTo>
                    <a:pt x="1143631" y="757192"/>
                  </a:lnTo>
                  <a:lnTo>
                    <a:pt x="1203023" y="703264"/>
                  </a:lnTo>
                  <a:close/>
                  <a:moveTo>
                    <a:pt x="1115113" y="647586"/>
                  </a:moveTo>
                  <a:lnTo>
                    <a:pt x="1145030" y="661118"/>
                  </a:lnTo>
                  <a:lnTo>
                    <a:pt x="1112587" y="630025"/>
                  </a:lnTo>
                  <a:close/>
                  <a:moveTo>
                    <a:pt x="1060488" y="591271"/>
                  </a:moveTo>
                  <a:lnTo>
                    <a:pt x="1115113" y="647586"/>
                  </a:lnTo>
                  <a:lnTo>
                    <a:pt x="1112587" y="630025"/>
                  </a:lnTo>
                  <a:close/>
                  <a:moveTo>
                    <a:pt x="1348686" y="898524"/>
                  </a:moveTo>
                  <a:lnTo>
                    <a:pt x="1403148" y="927469"/>
                  </a:lnTo>
                  <a:lnTo>
                    <a:pt x="1433261" y="905157"/>
                  </a:lnTo>
                  <a:close/>
                  <a:moveTo>
                    <a:pt x="1142575" y="562518"/>
                  </a:moveTo>
                  <a:lnTo>
                    <a:pt x="1086212" y="570358"/>
                  </a:lnTo>
                  <a:lnTo>
                    <a:pt x="1152488" y="617201"/>
                  </a:lnTo>
                  <a:close/>
                  <a:moveTo>
                    <a:pt x="1053587" y="578489"/>
                  </a:moveTo>
                  <a:lnTo>
                    <a:pt x="1086212" y="570358"/>
                  </a:lnTo>
                  <a:lnTo>
                    <a:pt x="1096677" y="520109"/>
                  </a:lnTo>
                  <a:close/>
                  <a:moveTo>
                    <a:pt x="1086212" y="570358"/>
                  </a:moveTo>
                  <a:lnTo>
                    <a:pt x="1142575" y="562518"/>
                  </a:lnTo>
                  <a:lnTo>
                    <a:pt x="1096677" y="520109"/>
                  </a:lnTo>
                  <a:close/>
                  <a:moveTo>
                    <a:pt x="1142575" y="562518"/>
                  </a:moveTo>
                  <a:lnTo>
                    <a:pt x="1148536" y="539326"/>
                  </a:lnTo>
                  <a:lnTo>
                    <a:pt x="1096677" y="520109"/>
                  </a:lnTo>
                  <a:close/>
                  <a:moveTo>
                    <a:pt x="1489516" y="846829"/>
                  </a:moveTo>
                  <a:lnTo>
                    <a:pt x="1433261" y="905157"/>
                  </a:lnTo>
                  <a:lnTo>
                    <a:pt x="1481634" y="911340"/>
                  </a:lnTo>
                  <a:close/>
                  <a:moveTo>
                    <a:pt x="1531769" y="850460"/>
                  </a:moveTo>
                  <a:lnTo>
                    <a:pt x="1489516" y="846829"/>
                  </a:lnTo>
                  <a:lnTo>
                    <a:pt x="1481634" y="911340"/>
                  </a:lnTo>
                  <a:close/>
                  <a:moveTo>
                    <a:pt x="1220137" y="478764"/>
                  </a:moveTo>
                  <a:lnTo>
                    <a:pt x="1237040" y="427228"/>
                  </a:lnTo>
                  <a:lnTo>
                    <a:pt x="1214242" y="479494"/>
                  </a:lnTo>
                  <a:close/>
                  <a:moveTo>
                    <a:pt x="1214242" y="479494"/>
                  </a:moveTo>
                  <a:lnTo>
                    <a:pt x="1195018" y="432379"/>
                  </a:lnTo>
                  <a:lnTo>
                    <a:pt x="1213049" y="478764"/>
                  </a:lnTo>
                  <a:close/>
                  <a:moveTo>
                    <a:pt x="1220137" y="478764"/>
                  </a:moveTo>
                  <a:lnTo>
                    <a:pt x="1217243" y="477053"/>
                  </a:lnTo>
                  <a:lnTo>
                    <a:pt x="1237040" y="427228"/>
                  </a:lnTo>
                  <a:close/>
                  <a:moveTo>
                    <a:pt x="1333138" y="333312"/>
                  </a:moveTo>
                  <a:lnTo>
                    <a:pt x="1279677" y="338792"/>
                  </a:lnTo>
                  <a:lnTo>
                    <a:pt x="1339792" y="390645"/>
                  </a:lnTo>
                  <a:close/>
                  <a:moveTo>
                    <a:pt x="1279677" y="338792"/>
                  </a:moveTo>
                  <a:lnTo>
                    <a:pt x="1273524" y="327503"/>
                  </a:lnTo>
                  <a:lnTo>
                    <a:pt x="1274613" y="391551"/>
                  </a:lnTo>
                  <a:close/>
                  <a:moveTo>
                    <a:pt x="1455770" y="533649"/>
                  </a:moveTo>
                  <a:lnTo>
                    <a:pt x="1506858" y="519016"/>
                  </a:lnTo>
                  <a:lnTo>
                    <a:pt x="1514874" y="496018"/>
                  </a:lnTo>
                  <a:close/>
                  <a:moveTo>
                    <a:pt x="1440854" y="528848"/>
                  </a:moveTo>
                  <a:lnTo>
                    <a:pt x="1455770" y="533649"/>
                  </a:lnTo>
                  <a:lnTo>
                    <a:pt x="1514874" y="496018"/>
                  </a:lnTo>
                  <a:close/>
                  <a:moveTo>
                    <a:pt x="1506858" y="519016"/>
                  </a:moveTo>
                  <a:lnTo>
                    <a:pt x="1540565" y="509556"/>
                  </a:lnTo>
                  <a:lnTo>
                    <a:pt x="1514874" y="496018"/>
                  </a:lnTo>
                  <a:close/>
                  <a:moveTo>
                    <a:pt x="1384952" y="416673"/>
                  </a:moveTo>
                  <a:lnTo>
                    <a:pt x="1406718" y="401217"/>
                  </a:lnTo>
                  <a:lnTo>
                    <a:pt x="1359705" y="400120"/>
                  </a:lnTo>
                  <a:close/>
                  <a:moveTo>
                    <a:pt x="1544525" y="433925"/>
                  </a:moveTo>
                  <a:lnTo>
                    <a:pt x="1540565" y="509556"/>
                  </a:lnTo>
                  <a:lnTo>
                    <a:pt x="1583113" y="441575"/>
                  </a:lnTo>
                  <a:close/>
                  <a:moveTo>
                    <a:pt x="1583113" y="441575"/>
                  </a:moveTo>
                  <a:lnTo>
                    <a:pt x="1540565" y="509556"/>
                  </a:lnTo>
                  <a:lnTo>
                    <a:pt x="1573258" y="503016"/>
                  </a:lnTo>
                  <a:close/>
                  <a:moveTo>
                    <a:pt x="1460774" y="354946"/>
                  </a:moveTo>
                  <a:lnTo>
                    <a:pt x="1486112" y="406483"/>
                  </a:lnTo>
                  <a:lnTo>
                    <a:pt x="1445823" y="342426"/>
                  </a:lnTo>
                  <a:close/>
                  <a:moveTo>
                    <a:pt x="1288932" y="80296"/>
                  </a:moveTo>
                  <a:lnTo>
                    <a:pt x="1326757" y="73169"/>
                  </a:lnTo>
                  <a:lnTo>
                    <a:pt x="1295274" y="64103"/>
                  </a:lnTo>
                  <a:close/>
                  <a:moveTo>
                    <a:pt x="1629276" y="432714"/>
                  </a:moveTo>
                  <a:lnTo>
                    <a:pt x="1583113" y="441575"/>
                  </a:lnTo>
                  <a:lnTo>
                    <a:pt x="1628507" y="436621"/>
                  </a:lnTo>
                  <a:close/>
                  <a:moveTo>
                    <a:pt x="1629276" y="432714"/>
                  </a:moveTo>
                  <a:lnTo>
                    <a:pt x="1584833" y="430863"/>
                  </a:lnTo>
                  <a:lnTo>
                    <a:pt x="1583113" y="441575"/>
                  </a:lnTo>
                  <a:close/>
                  <a:moveTo>
                    <a:pt x="1584833" y="430863"/>
                  </a:moveTo>
                  <a:lnTo>
                    <a:pt x="1629276" y="432714"/>
                  </a:lnTo>
                  <a:lnTo>
                    <a:pt x="1642649" y="359099"/>
                  </a:lnTo>
                  <a:close/>
                  <a:moveTo>
                    <a:pt x="1584833" y="430863"/>
                  </a:moveTo>
                  <a:lnTo>
                    <a:pt x="1642649" y="359099"/>
                  </a:lnTo>
                  <a:lnTo>
                    <a:pt x="1593892" y="360756"/>
                  </a:lnTo>
                  <a:close/>
                  <a:moveTo>
                    <a:pt x="1642649" y="359099"/>
                  </a:moveTo>
                  <a:lnTo>
                    <a:pt x="1643138" y="356423"/>
                  </a:lnTo>
                  <a:lnTo>
                    <a:pt x="1595973" y="354757"/>
                  </a:lnTo>
                  <a:close/>
                  <a:moveTo>
                    <a:pt x="1360929" y="0"/>
                  </a:moveTo>
                  <a:lnTo>
                    <a:pt x="1326757" y="73169"/>
                  </a:lnTo>
                  <a:lnTo>
                    <a:pt x="1349404" y="69116"/>
                  </a:lnTo>
                  <a:close/>
                  <a:moveTo>
                    <a:pt x="1414093" y="54507"/>
                  </a:moveTo>
                  <a:lnTo>
                    <a:pt x="1416492" y="49075"/>
                  </a:lnTo>
                  <a:lnTo>
                    <a:pt x="1389753" y="67987"/>
                  </a:lnTo>
                  <a:close/>
                  <a:moveTo>
                    <a:pt x="1360929" y="0"/>
                  </a:moveTo>
                  <a:lnTo>
                    <a:pt x="1349404" y="69116"/>
                  </a:lnTo>
                  <a:lnTo>
                    <a:pt x="1389753" y="67987"/>
                  </a:lnTo>
                  <a:close/>
                  <a:moveTo>
                    <a:pt x="1643138" y="356423"/>
                  </a:moveTo>
                  <a:lnTo>
                    <a:pt x="1659848" y="284001"/>
                  </a:lnTo>
                  <a:lnTo>
                    <a:pt x="1595973" y="354757"/>
                  </a:lnTo>
                  <a:close/>
                  <a:moveTo>
                    <a:pt x="1643138" y="356423"/>
                  </a:moveTo>
                  <a:lnTo>
                    <a:pt x="1689578" y="355378"/>
                  </a:lnTo>
                  <a:lnTo>
                    <a:pt x="1713027" y="308148"/>
                  </a:lnTo>
                  <a:close/>
                  <a:moveTo>
                    <a:pt x="1759173" y="277589"/>
                  </a:moveTo>
                  <a:lnTo>
                    <a:pt x="1720208" y="271284"/>
                  </a:lnTo>
                  <a:lnTo>
                    <a:pt x="1713027" y="308148"/>
                  </a:lnTo>
                  <a:close/>
                  <a:moveTo>
                    <a:pt x="1720208" y="271284"/>
                  </a:moveTo>
                  <a:lnTo>
                    <a:pt x="1759173" y="277589"/>
                  </a:lnTo>
                  <a:lnTo>
                    <a:pt x="1752699" y="220109"/>
                  </a:lnTo>
                  <a:close/>
                  <a:moveTo>
                    <a:pt x="1537489" y="117656"/>
                  </a:moveTo>
                  <a:lnTo>
                    <a:pt x="1577670" y="122972"/>
                  </a:lnTo>
                  <a:lnTo>
                    <a:pt x="1564367" y="71045"/>
                  </a:lnTo>
                  <a:close/>
                  <a:moveTo>
                    <a:pt x="1564367" y="71045"/>
                  </a:moveTo>
                  <a:lnTo>
                    <a:pt x="1602180" y="128054"/>
                  </a:lnTo>
                  <a:lnTo>
                    <a:pt x="1592562" y="76518"/>
                  </a:lnTo>
                  <a:close/>
                  <a:moveTo>
                    <a:pt x="1564367" y="71045"/>
                  </a:moveTo>
                  <a:lnTo>
                    <a:pt x="1577670" y="122972"/>
                  </a:lnTo>
                  <a:lnTo>
                    <a:pt x="1602180" y="128054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05" name="Output_density__4304">
              <a:extLst>
                <a:ext uri="{FF2B5EF4-FFF2-40B4-BE49-F238E27FC236}">
                  <a16:creationId xmlns:a16="http://schemas.microsoft.com/office/drawing/2014/main" id="{971B6EDC-21C2-72FA-9FE2-0D2E4D4B660C}"/>
                </a:ext>
              </a:extLst>
            </p:cNvPr>
            <p:cNvSpPr>
              <a:spLocks noGrp="1"/>
            </p:cNvSpPr>
            <p:nvPr/>
          </p:nvSpPr>
          <p:spPr>
            <a:xfrm>
              <a:off x="14772833" y="2336723"/>
              <a:ext cx="1787663" cy="1343324"/>
            </a:xfrm>
            <a:custGeom>
              <a:avLst/>
              <a:gdLst/>
              <a:ahLst/>
              <a:cxnLst/>
              <a:rect l="0" t="0" r="0" b="0"/>
              <a:pathLst>
                <a:path w="1787663" h="1343324">
                  <a:moveTo>
                    <a:pt x="115064" y="897520"/>
                  </a:moveTo>
                  <a:lnTo>
                    <a:pt x="91876" y="921614"/>
                  </a:lnTo>
                  <a:lnTo>
                    <a:pt x="135111" y="949057"/>
                  </a:lnTo>
                  <a:close/>
                  <a:moveTo>
                    <a:pt x="45759" y="845984"/>
                  </a:moveTo>
                  <a:lnTo>
                    <a:pt x="8585" y="806878"/>
                  </a:lnTo>
                  <a:lnTo>
                    <a:pt x="0" y="818541"/>
                  </a:lnTo>
                  <a:close/>
                  <a:moveTo>
                    <a:pt x="45759" y="845984"/>
                  </a:moveTo>
                  <a:lnTo>
                    <a:pt x="0" y="818541"/>
                  </a:lnTo>
                  <a:lnTo>
                    <a:pt x="34964" y="870078"/>
                  </a:lnTo>
                  <a:close/>
                  <a:moveTo>
                    <a:pt x="537612" y="1234183"/>
                  </a:moveTo>
                  <a:lnTo>
                    <a:pt x="533425" y="1302152"/>
                  </a:lnTo>
                  <a:lnTo>
                    <a:pt x="555388" y="1249368"/>
                  </a:lnTo>
                  <a:close/>
                  <a:moveTo>
                    <a:pt x="537612" y="1234183"/>
                  </a:moveTo>
                  <a:lnTo>
                    <a:pt x="479257" y="1258277"/>
                  </a:lnTo>
                  <a:lnTo>
                    <a:pt x="533425" y="1302152"/>
                  </a:lnTo>
                  <a:close/>
                  <a:moveTo>
                    <a:pt x="555388" y="1249368"/>
                  </a:moveTo>
                  <a:lnTo>
                    <a:pt x="533425" y="1302152"/>
                  </a:lnTo>
                  <a:lnTo>
                    <a:pt x="604072" y="1256715"/>
                  </a:lnTo>
                  <a:close/>
                  <a:moveTo>
                    <a:pt x="480058" y="1142401"/>
                  </a:moveTo>
                  <a:lnTo>
                    <a:pt x="462737" y="1142736"/>
                  </a:lnTo>
                  <a:lnTo>
                    <a:pt x="536215" y="1182646"/>
                  </a:lnTo>
                  <a:close/>
                  <a:moveTo>
                    <a:pt x="673957" y="1343324"/>
                  </a:moveTo>
                  <a:lnTo>
                    <a:pt x="728235" y="1313162"/>
                  </a:lnTo>
                  <a:lnTo>
                    <a:pt x="680314" y="1330768"/>
                  </a:lnTo>
                  <a:close/>
                  <a:moveTo>
                    <a:pt x="752825" y="1328624"/>
                  </a:moveTo>
                  <a:lnTo>
                    <a:pt x="728235" y="1313162"/>
                  </a:lnTo>
                  <a:lnTo>
                    <a:pt x="673957" y="1343324"/>
                  </a:lnTo>
                  <a:close/>
                  <a:moveTo>
                    <a:pt x="680314" y="1330768"/>
                  </a:moveTo>
                  <a:lnTo>
                    <a:pt x="728235" y="1313162"/>
                  </a:lnTo>
                  <a:lnTo>
                    <a:pt x="696872" y="1294103"/>
                  </a:lnTo>
                  <a:close/>
                  <a:moveTo>
                    <a:pt x="608513" y="1225673"/>
                  </a:moveTo>
                  <a:lnTo>
                    <a:pt x="555388" y="1249368"/>
                  </a:lnTo>
                  <a:lnTo>
                    <a:pt x="604072" y="1256715"/>
                  </a:lnTo>
                  <a:close/>
                  <a:moveTo>
                    <a:pt x="536215" y="1182646"/>
                  </a:moveTo>
                  <a:lnTo>
                    <a:pt x="539374" y="1181157"/>
                  </a:lnTo>
                  <a:lnTo>
                    <a:pt x="480058" y="1142401"/>
                  </a:lnTo>
                  <a:close/>
                  <a:moveTo>
                    <a:pt x="539374" y="1181157"/>
                  </a:moveTo>
                  <a:lnTo>
                    <a:pt x="589867" y="1178089"/>
                  </a:lnTo>
                  <a:lnTo>
                    <a:pt x="565274" y="1151432"/>
                  </a:lnTo>
                  <a:close/>
                  <a:moveTo>
                    <a:pt x="311200" y="963758"/>
                  </a:moveTo>
                  <a:lnTo>
                    <a:pt x="345597" y="973776"/>
                  </a:lnTo>
                  <a:lnTo>
                    <a:pt x="341196" y="914611"/>
                  </a:lnTo>
                  <a:close/>
                  <a:moveTo>
                    <a:pt x="345597" y="973776"/>
                  </a:moveTo>
                  <a:lnTo>
                    <a:pt x="365448" y="976499"/>
                  </a:lnTo>
                  <a:lnTo>
                    <a:pt x="341196" y="914611"/>
                  </a:lnTo>
                  <a:close/>
                  <a:moveTo>
                    <a:pt x="728235" y="1313162"/>
                  </a:moveTo>
                  <a:lnTo>
                    <a:pt x="752825" y="1328624"/>
                  </a:lnTo>
                  <a:lnTo>
                    <a:pt x="755683" y="1307477"/>
                  </a:lnTo>
                  <a:close/>
                  <a:moveTo>
                    <a:pt x="755683" y="1307477"/>
                  </a:moveTo>
                  <a:lnTo>
                    <a:pt x="696872" y="1294103"/>
                  </a:lnTo>
                  <a:lnTo>
                    <a:pt x="728235" y="1313162"/>
                  </a:lnTo>
                  <a:close/>
                  <a:moveTo>
                    <a:pt x="708984" y="1244716"/>
                  </a:moveTo>
                  <a:lnTo>
                    <a:pt x="696872" y="1294103"/>
                  </a:lnTo>
                  <a:lnTo>
                    <a:pt x="755683" y="1307477"/>
                  </a:lnTo>
                  <a:close/>
                  <a:moveTo>
                    <a:pt x="763479" y="1238395"/>
                  </a:moveTo>
                  <a:lnTo>
                    <a:pt x="708984" y="1244716"/>
                  </a:lnTo>
                  <a:lnTo>
                    <a:pt x="755683" y="1307477"/>
                  </a:lnTo>
                  <a:close/>
                  <a:moveTo>
                    <a:pt x="808517" y="1302505"/>
                  </a:moveTo>
                  <a:lnTo>
                    <a:pt x="755683" y="1307477"/>
                  </a:lnTo>
                  <a:lnTo>
                    <a:pt x="752825" y="1328624"/>
                  </a:lnTo>
                  <a:close/>
                  <a:moveTo>
                    <a:pt x="708984" y="1244716"/>
                  </a:moveTo>
                  <a:lnTo>
                    <a:pt x="763479" y="1238395"/>
                  </a:lnTo>
                  <a:lnTo>
                    <a:pt x="712431" y="1217375"/>
                  </a:lnTo>
                  <a:close/>
                  <a:moveTo>
                    <a:pt x="763479" y="1238395"/>
                  </a:moveTo>
                  <a:lnTo>
                    <a:pt x="764092" y="1235849"/>
                  </a:lnTo>
                  <a:lnTo>
                    <a:pt x="712431" y="1217375"/>
                  </a:lnTo>
                  <a:close/>
                  <a:moveTo>
                    <a:pt x="656943" y="1144815"/>
                  </a:moveTo>
                  <a:lnTo>
                    <a:pt x="669822" y="1134458"/>
                  </a:lnTo>
                  <a:lnTo>
                    <a:pt x="632095" y="1091690"/>
                  </a:lnTo>
                  <a:close/>
                  <a:moveTo>
                    <a:pt x="260744" y="619092"/>
                  </a:moveTo>
                  <a:lnTo>
                    <a:pt x="228016" y="628963"/>
                  </a:lnTo>
                  <a:lnTo>
                    <a:pt x="269701" y="621039"/>
                  </a:lnTo>
                  <a:close/>
                  <a:moveTo>
                    <a:pt x="772828" y="1168052"/>
                  </a:moveTo>
                  <a:lnTo>
                    <a:pt x="712431" y="1217375"/>
                  </a:lnTo>
                  <a:lnTo>
                    <a:pt x="764092" y="1235849"/>
                  </a:lnTo>
                  <a:close/>
                  <a:moveTo>
                    <a:pt x="772828" y="1168052"/>
                  </a:moveTo>
                  <a:lnTo>
                    <a:pt x="814068" y="1172507"/>
                  </a:lnTo>
                  <a:lnTo>
                    <a:pt x="769809" y="1122324"/>
                  </a:lnTo>
                  <a:close/>
                  <a:moveTo>
                    <a:pt x="706831" y="1120981"/>
                  </a:moveTo>
                  <a:lnTo>
                    <a:pt x="632095" y="1091690"/>
                  </a:lnTo>
                  <a:lnTo>
                    <a:pt x="669822" y="1134458"/>
                  </a:lnTo>
                  <a:close/>
                  <a:moveTo>
                    <a:pt x="694493" y="1068269"/>
                  </a:moveTo>
                  <a:lnTo>
                    <a:pt x="640187" y="1074436"/>
                  </a:lnTo>
                  <a:lnTo>
                    <a:pt x="706831" y="1120981"/>
                  </a:lnTo>
                  <a:close/>
                  <a:moveTo>
                    <a:pt x="640187" y="1074436"/>
                  </a:moveTo>
                  <a:lnTo>
                    <a:pt x="694493" y="1068269"/>
                  </a:lnTo>
                  <a:lnTo>
                    <a:pt x="675286" y="1021141"/>
                  </a:lnTo>
                  <a:close/>
                  <a:moveTo>
                    <a:pt x="640187" y="1074436"/>
                  </a:moveTo>
                  <a:lnTo>
                    <a:pt x="675286" y="1021141"/>
                  </a:lnTo>
                  <a:lnTo>
                    <a:pt x="616865" y="1030655"/>
                  </a:lnTo>
                  <a:close/>
                  <a:moveTo>
                    <a:pt x="616865" y="1030655"/>
                  </a:moveTo>
                  <a:lnTo>
                    <a:pt x="675286" y="1021141"/>
                  </a:lnTo>
                  <a:lnTo>
                    <a:pt x="610777" y="972861"/>
                  </a:lnTo>
                  <a:close/>
                  <a:moveTo>
                    <a:pt x="481448" y="742899"/>
                  </a:moveTo>
                  <a:lnTo>
                    <a:pt x="457224" y="773702"/>
                  </a:lnTo>
                  <a:lnTo>
                    <a:pt x="474795" y="756476"/>
                  </a:lnTo>
                  <a:close/>
                  <a:moveTo>
                    <a:pt x="233953" y="549376"/>
                  </a:moveTo>
                  <a:lnTo>
                    <a:pt x="283294" y="547245"/>
                  </a:lnTo>
                  <a:lnTo>
                    <a:pt x="236930" y="527393"/>
                  </a:lnTo>
                  <a:close/>
                  <a:moveTo>
                    <a:pt x="283294" y="547245"/>
                  </a:moveTo>
                  <a:lnTo>
                    <a:pt x="285877" y="535721"/>
                  </a:lnTo>
                  <a:lnTo>
                    <a:pt x="236930" y="527393"/>
                  </a:lnTo>
                  <a:close/>
                  <a:moveTo>
                    <a:pt x="283294" y="547245"/>
                  </a:moveTo>
                  <a:lnTo>
                    <a:pt x="296178" y="543462"/>
                  </a:lnTo>
                  <a:lnTo>
                    <a:pt x="285877" y="535721"/>
                  </a:lnTo>
                  <a:close/>
                  <a:moveTo>
                    <a:pt x="834212" y="1093387"/>
                  </a:moveTo>
                  <a:lnTo>
                    <a:pt x="769809" y="1122324"/>
                  </a:lnTo>
                  <a:lnTo>
                    <a:pt x="822325" y="1143998"/>
                  </a:lnTo>
                  <a:close/>
                  <a:moveTo>
                    <a:pt x="489779" y="744294"/>
                  </a:moveTo>
                  <a:lnTo>
                    <a:pt x="543948" y="738238"/>
                  </a:lnTo>
                  <a:lnTo>
                    <a:pt x="523397" y="725061"/>
                  </a:lnTo>
                  <a:close/>
                  <a:moveTo>
                    <a:pt x="443707" y="570904"/>
                  </a:moveTo>
                  <a:lnTo>
                    <a:pt x="482553" y="622441"/>
                  </a:lnTo>
                  <a:lnTo>
                    <a:pt x="440951" y="594998"/>
                  </a:lnTo>
                  <a:close/>
                  <a:moveTo>
                    <a:pt x="366644" y="580208"/>
                  </a:moveTo>
                  <a:lnTo>
                    <a:pt x="412982" y="570904"/>
                  </a:lnTo>
                  <a:lnTo>
                    <a:pt x="369619" y="539240"/>
                  </a:lnTo>
                  <a:close/>
                  <a:moveTo>
                    <a:pt x="296178" y="543462"/>
                  </a:moveTo>
                  <a:lnTo>
                    <a:pt x="330939" y="519368"/>
                  </a:lnTo>
                  <a:lnTo>
                    <a:pt x="285877" y="535721"/>
                  </a:lnTo>
                  <a:close/>
                  <a:moveTo>
                    <a:pt x="654290" y="752957"/>
                  </a:moveTo>
                  <a:lnTo>
                    <a:pt x="644434" y="701420"/>
                  </a:lnTo>
                  <a:lnTo>
                    <a:pt x="655523" y="734805"/>
                  </a:lnTo>
                  <a:close/>
                  <a:moveTo>
                    <a:pt x="634811" y="697146"/>
                  </a:moveTo>
                  <a:lnTo>
                    <a:pt x="629709" y="706498"/>
                  </a:lnTo>
                  <a:lnTo>
                    <a:pt x="626057" y="725514"/>
                  </a:lnTo>
                  <a:close/>
                  <a:moveTo>
                    <a:pt x="485756" y="624105"/>
                  </a:moveTo>
                  <a:lnTo>
                    <a:pt x="482553" y="622441"/>
                  </a:lnTo>
                  <a:lnTo>
                    <a:pt x="512705" y="598347"/>
                  </a:lnTo>
                  <a:close/>
                  <a:moveTo>
                    <a:pt x="485756" y="624105"/>
                  </a:moveTo>
                  <a:lnTo>
                    <a:pt x="515309" y="599701"/>
                  </a:lnTo>
                  <a:lnTo>
                    <a:pt x="487365" y="622441"/>
                  </a:lnTo>
                  <a:close/>
                  <a:moveTo>
                    <a:pt x="483552" y="561128"/>
                  </a:moveTo>
                  <a:lnTo>
                    <a:pt x="514598" y="597039"/>
                  </a:lnTo>
                  <a:lnTo>
                    <a:pt x="443707" y="570904"/>
                  </a:lnTo>
                  <a:close/>
                  <a:moveTo>
                    <a:pt x="443707" y="570904"/>
                  </a:moveTo>
                  <a:lnTo>
                    <a:pt x="512705" y="598347"/>
                  </a:lnTo>
                  <a:lnTo>
                    <a:pt x="482553" y="622441"/>
                  </a:lnTo>
                  <a:close/>
                  <a:moveTo>
                    <a:pt x="423333" y="430492"/>
                  </a:moveTo>
                  <a:lnTo>
                    <a:pt x="387038" y="429692"/>
                  </a:lnTo>
                  <a:lnTo>
                    <a:pt x="342638" y="438366"/>
                  </a:lnTo>
                  <a:close/>
                  <a:moveTo>
                    <a:pt x="423333" y="430492"/>
                  </a:moveTo>
                  <a:lnTo>
                    <a:pt x="453698" y="443737"/>
                  </a:lnTo>
                  <a:lnTo>
                    <a:pt x="436985" y="441760"/>
                  </a:lnTo>
                  <a:close/>
                  <a:moveTo>
                    <a:pt x="893538" y="1083138"/>
                  </a:moveTo>
                  <a:lnTo>
                    <a:pt x="860661" y="1071885"/>
                  </a:lnTo>
                  <a:lnTo>
                    <a:pt x="876246" y="1034453"/>
                  </a:lnTo>
                  <a:close/>
                  <a:moveTo>
                    <a:pt x="1027707" y="859378"/>
                  </a:moveTo>
                  <a:lnTo>
                    <a:pt x="995286" y="935009"/>
                  </a:lnTo>
                  <a:lnTo>
                    <a:pt x="1041655" y="910915"/>
                  </a:lnTo>
                  <a:close/>
                  <a:moveTo>
                    <a:pt x="895722" y="704906"/>
                  </a:moveTo>
                  <a:lnTo>
                    <a:pt x="842146" y="710479"/>
                  </a:lnTo>
                  <a:lnTo>
                    <a:pt x="887793" y="774095"/>
                  </a:lnTo>
                  <a:close/>
                  <a:moveTo>
                    <a:pt x="768172" y="669895"/>
                  </a:moveTo>
                  <a:lnTo>
                    <a:pt x="735492" y="658480"/>
                  </a:lnTo>
                  <a:lnTo>
                    <a:pt x="784665" y="719228"/>
                  </a:lnTo>
                  <a:close/>
                  <a:moveTo>
                    <a:pt x="895722" y="704906"/>
                  </a:moveTo>
                  <a:lnTo>
                    <a:pt x="833629" y="654661"/>
                  </a:lnTo>
                  <a:lnTo>
                    <a:pt x="842146" y="710479"/>
                  </a:lnTo>
                  <a:close/>
                  <a:moveTo>
                    <a:pt x="768172" y="669895"/>
                  </a:moveTo>
                  <a:lnTo>
                    <a:pt x="833629" y="654661"/>
                  </a:lnTo>
                  <a:lnTo>
                    <a:pt x="776206" y="606644"/>
                  </a:lnTo>
                  <a:close/>
                  <a:moveTo>
                    <a:pt x="739669" y="550159"/>
                  </a:moveTo>
                  <a:lnTo>
                    <a:pt x="752777" y="556925"/>
                  </a:lnTo>
                  <a:lnTo>
                    <a:pt x="680963" y="514583"/>
                  </a:lnTo>
                  <a:close/>
                  <a:moveTo>
                    <a:pt x="617753" y="465247"/>
                  </a:moveTo>
                  <a:lnTo>
                    <a:pt x="630601" y="471180"/>
                  </a:lnTo>
                  <a:lnTo>
                    <a:pt x="608248" y="462931"/>
                  </a:lnTo>
                  <a:close/>
                  <a:moveTo>
                    <a:pt x="838510" y="653232"/>
                  </a:moveTo>
                  <a:lnTo>
                    <a:pt x="895854" y="704634"/>
                  </a:lnTo>
                  <a:lnTo>
                    <a:pt x="906740" y="633206"/>
                  </a:lnTo>
                  <a:close/>
                  <a:moveTo>
                    <a:pt x="830688" y="635664"/>
                  </a:moveTo>
                  <a:lnTo>
                    <a:pt x="908945" y="618680"/>
                  </a:lnTo>
                  <a:lnTo>
                    <a:pt x="853604" y="586447"/>
                  </a:lnTo>
                  <a:close/>
                  <a:moveTo>
                    <a:pt x="895854" y="704634"/>
                  </a:moveTo>
                  <a:lnTo>
                    <a:pt x="921939" y="629138"/>
                  </a:lnTo>
                  <a:lnTo>
                    <a:pt x="906740" y="633206"/>
                  </a:lnTo>
                  <a:close/>
                  <a:moveTo>
                    <a:pt x="906740" y="633206"/>
                  </a:moveTo>
                  <a:lnTo>
                    <a:pt x="921939" y="629138"/>
                  </a:lnTo>
                  <a:lnTo>
                    <a:pt x="908945" y="618680"/>
                  </a:lnTo>
                  <a:close/>
                  <a:moveTo>
                    <a:pt x="921939" y="629138"/>
                  </a:moveTo>
                  <a:lnTo>
                    <a:pt x="978404" y="612926"/>
                  </a:lnTo>
                  <a:lnTo>
                    <a:pt x="908945" y="618680"/>
                  </a:lnTo>
                  <a:close/>
                  <a:moveTo>
                    <a:pt x="908945" y="618680"/>
                  </a:moveTo>
                  <a:lnTo>
                    <a:pt x="984549" y="591773"/>
                  </a:lnTo>
                  <a:lnTo>
                    <a:pt x="928061" y="555250"/>
                  </a:lnTo>
                  <a:close/>
                  <a:moveTo>
                    <a:pt x="853604" y="586447"/>
                  </a:moveTo>
                  <a:lnTo>
                    <a:pt x="908945" y="618680"/>
                  </a:lnTo>
                  <a:lnTo>
                    <a:pt x="928061" y="555250"/>
                  </a:lnTo>
                  <a:close/>
                  <a:moveTo>
                    <a:pt x="1368362" y="890170"/>
                  </a:moveTo>
                  <a:lnTo>
                    <a:pt x="1354506" y="926922"/>
                  </a:lnTo>
                  <a:lnTo>
                    <a:pt x="1383650" y="900986"/>
                  </a:lnTo>
                  <a:close/>
                  <a:moveTo>
                    <a:pt x="1111515" y="717124"/>
                  </a:moveTo>
                  <a:lnTo>
                    <a:pt x="1177713" y="690324"/>
                  </a:lnTo>
                  <a:lnTo>
                    <a:pt x="1119367" y="708118"/>
                  </a:lnTo>
                  <a:close/>
                  <a:moveTo>
                    <a:pt x="1177713" y="690324"/>
                  </a:moveTo>
                  <a:lnTo>
                    <a:pt x="1144342" y="665182"/>
                  </a:lnTo>
                  <a:lnTo>
                    <a:pt x="1119367" y="708118"/>
                  </a:lnTo>
                  <a:close/>
                  <a:moveTo>
                    <a:pt x="1402086" y="866076"/>
                  </a:moveTo>
                  <a:lnTo>
                    <a:pt x="1383650" y="900986"/>
                  </a:lnTo>
                  <a:lnTo>
                    <a:pt x="1412667" y="874575"/>
                  </a:lnTo>
                  <a:close/>
                  <a:moveTo>
                    <a:pt x="1402086" y="866076"/>
                  </a:moveTo>
                  <a:lnTo>
                    <a:pt x="1368362" y="890170"/>
                  </a:lnTo>
                  <a:lnTo>
                    <a:pt x="1383650" y="900986"/>
                  </a:lnTo>
                  <a:close/>
                  <a:moveTo>
                    <a:pt x="1412667" y="874575"/>
                  </a:moveTo>
                  <a:lnTo>
                    <a:pt x="1383650" y="900986"/>
                  </a:lnTo>
                  <a:lnTo>
                    <a:pt x="1468225" y="907619"/>
                  </a:lnTo>
                  <a:close/>
                  <a:moveTo>
                    <a:pt x="1481787" y="846017"/>
                  </a:moveTo>
                  <a:lnTo>
                    <a:pt x="1412667" y="874575"/>
                  </a:lnTo>
                  <a:lnTo>
                    <a:pt x="1468225" y="907619"/>
                  </a:lnTo>
                  <a:close/>
                  <a:moveTo>
                    <a:pt x="1524480" y="849291"/>
                  </a:moveTo>
                  <a:lnTo>
                    <a:pt x="1481787" y="846017"/>
                  </a:lnTo>
                  <a:lnTo>
                    <a:pt x="1468225" y="907619"/>
                  </a:lnTo>
                  <a:close/>
                  <a:moveTo>
                    <a:pt x="1481787" y="846017"/>
                  </a:moveTo>
                  <a:lnTo>
                    <a:pt x="1524480" y="849291"/>
                  </a:lnTo>
                  <a:lnTo>
                    <a:pt x="1513401" y="795555"/>
                  </a:lnTo>
                  <a:close/>
                  <a:moveTo>
                    <a:pt x="1481787" y="846017"/>
                  </a:moveTo>
                  <a:lnTo>
                    <a:pt x="1513401" y="795555"/>
                  </a:lnTo>
                  <a:lnTo>
                    <a:pt x="1469832" y="792994"/>
                  </a:lnTo>
                  <a:close/>
                  <a:moveTo>
                    <a:pt x="1272003" y="429690"/>
                  </a:moveTo>
                  <a:lnTo>
                    <a:pt x="1252207" y="479515"/>
                  </a:lnTo>
                  <a:lnTo>
                    <a:pt x="1314309" y="411708"/>
                  </a:lnTo>
                  <a:close/>
                  <a:moveTo>
                    <a:pt x="1314641" y="341254"/>
                  </a:moveTo>
                  <a:lnTo>
                    <a:pt x="1309576" y="394013"/>
                  </a:lnTo>
                  <a:lnTo>
                    <a:pt x="1374756" y="393107"/>
                  </a:lnTo>
                  <a:close/>
                  <a:moveTo>
                    <a:pt x="1419916" y="419135"/>
                  </a:moveTo>
                  <a:lnTo>
                    <a:pt x="1469859" y="416515"/>
                  </a:lnTo>
                  <a:lnTo>
                    <a:pt x="1441682" y="403679"/>
                  </a:lnTo>
                  <a:close/>
                  <a:moveTo>
                    <a:pt x="1441682" y="403679"/>
                  </a:moveTo>
                  <a:lnTo>
                    <a:pt x="1469859" y="416515"/>
                  </a:lnTo>
                  <a:lnTo>
                    <a:pt x="1490375" y="411059"/>
                  </a:lnTo>
                  <a:close/>
                  <a:moveTo>
                    <a:pt x="1495738" y="357408"/>
                  </a:moveTo>
                  <a:lnTo>
                    <a:pt x="1469859" y="416515"/>
                  </a:lnTo>
                  <a:lnTo>
                    <a:pt x="1521076" y="408944"/>
                  </a:lnTo>
                  <a:close/>
                  <a:moveTo>
                    <a:pt x="1521076" y="408944"/>
                  </a:moveTo>
                  <a:lnTo>
                    <a:pt x="1495980" y="395278"/>
                  </a:lnTo>
                  <a:lnTo>
                    <a:pt x="1480786" y="344888"/>
                  </a:lnTo>
                  <a:close/>
                  <a:moveTo>
                    <a:pt x="1330238" y="66564"/>
                  </a:moveTo>
                  <a:lnTo>
                    <a:pt x="1361720" y="75631"/>
                  </a:lnTo>
                  <a:lnTo>
                    <a:pt x="1393482" y="0"/>
                  </a:lnTo>
                  <a:close/>
                  <a:moveTo>
                    <a:pt x="1451456" y="51537"/>
                  </a:moveTo>
                  <a:lnTo>
                    <a:pt x="1449056" y="56969"/>
                  </a:lnTo>
                  <a:lnTo>
                    <a:pt x="1411805" y="112014"/>
                  </a:lnTo>
                  <a:close/>
                  <a:moveTo>
                    <a:pt x="1424716" y="70449"/>
                  </a:moveTo>
                  <a:lnTo>
                    <a:pt x="1451456" y="51537"/>
                  </a:lnTo>
                  <a:lnTo>
                    <a:pt x="1395893" y="2462"/>
                  </a:lnTo>
                  <a:close/>
                  <a:moveTo>
                    <a:pt x="1694812" y="286463"/>
                  </a:moveTo>
                  <a:lnTo>
                    <a:pt x="1678101" y="358885"/>
                  </a:lnTo>
                  <a:lnTo>
                    <a:pt x="1747990" y="310610"/>
                  </a:lnTo>
                  <a:close/>
                  <a:moveTo>
                    <a:pt x="1637144" y="130516"/>
                  </a:moveTo>
                  <a:lnTo>
                    <a:pt x="1614164" y="159611"/>
                  </a:lnTo>
                  <a:lnTo>
                    <a:pt x="1650128" y="132934"/>
                  </a:lnTo>
                  <a:close/>
                  <a:moveTo>
                    <a:pt x="1650128" y="132934"/>
                  </a:moveTo>
                  <a:lnTo>
                    <a:pt x="1614164" y="159611"/>
                  </a:lnTo>
                  <a:lnTo>
                    <a:pt x="1616673" y="184892"/>
                  </a:lnTo>
                  <a:close/>
                  <a:moveTo>
                    <a:pt x="1650128" y="132934"/>
                  </a:moveTo>
                  <a:lnTo>
                    <a:pt x="1616673" y="184892"/>
                  </a:lnTo>
                  <a:lnTo>
                    <a:pt x="1661147" y="186718"/>
                  </a:lnTo>
                  <a:close/>
                  <a:moveTo>
                    <a:pt x="1755172" y="273746"/>
                  </a:moveTo>
                  <a:lnTo>
                    <a:pt x="1694812" y="286463"/>
                  </a:lnTo>
                  <a:lnTo>
                    <a:pt x="1747990" y="310610"/>
                  </a:lnTo>
                  <a:close/>
                  <a:moveTo>
                    <a:pt x="1755172" y="273746"/>
                  </a:moveTo>
                  <a:lnTo>
                    <a:pt x="1787663" y="222571"/>
                  </a:lnTo>
                  <a:lnTo>
                    <a:pt x="1746865" y="217757"/>
                  </a:lnTo>
                  <a:close/>
                  <a:moveTo>
                    <a:pt x="1746865" y="217757"/>
                  </a:moveTo>
                  <a:lnTo>
                    <a:pt x="1787663" y="222571"/>
                  </a:lnTo>
                  <a:lnTo>
                    <a:pt x="1769520" y="174577"/>
                  </a:lnTo>
                  <a:close/>
                  <a:moveTo>
                    <a:pt x="1612633" y="125434"/>
                  </a:moveTo>
                  <a:lnTo>
                    <a:pt x="1614164" y="159611"/>
                  </a:lnTo>
                  <a:lnTo>
                    <a:pt x="1637144" y="130516"/>
                  </a:lnTo>
                  <a:close/>
                  <a:moveTo>
                    <a:pt x="1561165" y="66552"/>
                  </a:moveTo>
                  <a:lnTo>
                    <a:pt x="1583810" y="46121"/>
                  </a:lnTo>
                  <a:lnTo>
                    <a:pt x="1536315" y="43222"/>
                  </a:lnTo>
                  <a:close/>
                  <a:moveTo>
                    <a:pt x="1561165" y="66552"/>
                  </a:moveTo>
                  <a:lnTo>
                    <a:pt x="1599330" y="73506"/>
                  </a:lnTo>
                  <a:lnTo>
                    <a:pt x="1583810" y="46121"/>
                  </a:lnTo>
                  <a:close/>
                  <a:moveTo>
                    <a:pt x="1599330" y="73506"/>
                  </a:moveTo>
                  <a:lnTo>
                    <a:pt x="1627526" y="78980"/>
                  </a:lnTo>
                  <a:lnTo>
                    <a:pt x="1583810" y="46121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06" name="Output_density__4305">
              <a:extLst>
                <a:ext uri="{FF2B5EF4-FFF2-40B4-BE49-F238E27FC236}">
                  <a16:creationId xmlns:a16="http://schemas.microsoft.com/office/drawing/2014/main" id="{E91244A2-4E57-93B0-B577-D52C13056C70}"/>
                </a:ext>
              </a:extLst>
            </p:cNvPr>
            <p:cNvSpPr>
              <a:spLocks noGrp="1"/>
            </p:cNvSpPr>
            <p:nvPr/>
          </p:nvSpPr>
          <p:spPr>
            <a:xfrm>
              <a:off x="14772833" y="2276181"/>
              <a:ext cx="1769520" cy="1397798"/>
            </a:xfrm>
            <a:custGeom>
              <a:avLst/>
              <a:gdLst/>
              <a:ahLst/>
              <a:cxnLst/>
              <a:rect l="0" t="0" r="0" b="0"/>
              <a:pathLst>
                <a:path w="1769520" h="1397798">
                  <a:moveTo>
                    <a:pt x="8585" y="867420"/>
                  </a:moveTo>
                  <a:lnTo>
                    <a:pt x="19246" y="837682"/>
                  </a:lnTo>
                  <a:lnTo>
                    <a:pt x="0" y="879084"/>
                  </a:lnTo>
                  <a:close/>
                  <a:moveTo>
                    <a:pt x="0" y="879084"/>
                  </a:moveTo>
                  <a:lnTo>
                    <a:pt x="19246" y="837682"/>
                  </a:lnTo>
                  <a:lnTo>
                    <a:pt x="25752" y="803453"/>
                  </a:lnTo>
                  <a:close/>
                  <a:moveTo>
                    <a:pt x="0" y="879084"/>
                  </a:moveTo>
                  <a:lnTo>
                    <a:pt x="25752" y="803453"/>
                  </a:lnTo>
                  <a:lnTo>
                    <a:pt x="2745" y="827547"/>
                  </a:lnTo>
                  <a:close/>
                  <a:moveTo>
                    <a:pt x="48391" y="771971"/>
                  </a:moveTo>
                  <a:lnTo>
                    <a:pt x="2745" y="827547"/>
                  </a:lnTo>
                  <a:lnTo>
                    <a:pt x="25752" y="803453"/>
                  </a:lnTo>
                  <a:close/>
                  <a:moveTo>
                    <a:pt x="19246" y="837682"/>
                  </a:moveTo>
                  <a:lnTo>
                    <a:pt x="8585" y="867420"/>
                  </a:lnTo>
                  <a:lnTo>
                    <a:pt x="18354" y="854989"/>
                  </a:lnTo>
                  <a:close/>
                  <a:moveTo>
                    <a:pt x="233213" y="986977"/>
                  </a:moveTo>
                  <a:lnTo>
                    <a:pt x="273315" y="953997"/>
                  </a:lnTo>
                  <a:lnTo>
                    <a:pt x="259775" y="940622"/>
                  </a:lnTo>
                  <a:close/>
                  <a:moveTo>
                    <a:pt x="233213" y="986977"/>
                  </a:moveTo>
                  <a:lnTo>
                    <a:pt x="259775" y="940622"/>
                  </a:lnTo>
                  <a:lnTo>
                    <a:pt x="211345" y="942013"/>
                  </a:lnTo>
                  <a:close/>
                  <a:moveTo>
                    <a:pt x="25752" y="803453"/>
                  </a:moveTo>
                  <a:lnTo>
                    <a:pt x="59331" y="738661"/>
                  </a:lnTo>
                  <a:lnTo>
                    <a:pt x="48391" y="771971"/>
                  </a:lnTo>
                  <a:close/>
                  <a:moveTo>
                    <a:pt x="59493" y="727822"/>
                  </a:moveTo>
                  <a:lnTo>
                    <a:pt x="59331" y="738661"/>
                  </a:lnTo>
                  <a:lnTo>
                    <a:pt x="25752" y="803453"/>
                  </a:lnTo>
                  <a:close/>
                  <a:moveTo>
                    <a:pt x="43620" y="779359"/>
                  </a:moveTo>
                  <a:lnTo>
                    <a:pt x="59493" y="727822"/>
                  </a:lnTo>
                  <a:lnTo>
                    <a:pt x="25752" y="803453"/>
                  </a:lnTo>
                  <a:close/>
                  <a:moveTo>
                    <a:pt x="66736" y="705660"/>
                  </a:moveTo>
                  <a:lnTo>
                    <a:pt x="59331" y="738661"/>
                  </a:lnTo>
                  <a:lnTo>
                    <a:pt x="59493" y="727822"/>
                  </a:lnTo>
                  <a:close/>
                  <a:moveTo>
                    <a:pt x="668560" y="1322167"/>
                  </a:moveTo>
                  <a:lnTo>
                    <a:pt x="680314" y="1391310"/>
                  </a:lnTo>
                  <a:lnTo>
                    <a:pt x="696872" y="1354645"/>
                  </a:lnTo>
                  <a:close/>
                  <a:moveTo>
                    <a:pt x="666452" y="1397798"/>
                  </a:moveTo>
                  <a:lnTo>
                    <a:pt x="680314" y="1391310"/>
                  </a:lnTo>
                  <a:lnTo>
                    <a:pt x="668560" y="1322167"/>
                  </a:lnTo>
                  <a:close/>
                  <a:moveTo>
                    <a:pt x="643239" y="1346261"/>
                  </a:moveTo>
                  <a:lnTo>
                    <a:pt x="666452" y="1397798"/>
                  </a:lnTo>
                  <a:lnTo>
                    <a:pt x="668560" y="1322167"/>
                  </a:lnTo>
                  <a:close/>
                  <a:moveTo>
                    <a:pt x="655134" y="1270631"/>
                  </a:moveTo>
                  <a:lnTo>
                    <a:pt x="643239" y="1346261"/>
                  </a:lnTo>
                  <a:lnTo>
                    <a:pt x="668560" y="1322167"/>
                  </a:lnTo>
                  <a:close/>
                  <a:moveTo>
                    <a:pt x="537612" y="1294725"/>
                  </a:moveTo>
                  <a:lnTo>
                    <a:pt x="555388" y="1309911"/>
                  </a:lnTo>
                  <a:lnTo>
                    <a:pt x="558964" y="1288515"/>
                  </a:lnTo>
                  <a:close/>
                  <a:moveTo>
                    <a:pt x="536215" y="1243188"/>
                  </a:moveTo>
                  <a:lnTo>
                    <a:pt x="558964" y="1288515"/>
                  </a:lnTo>
                  <a:lnTo>
                    <a:pt x="539374" y="1241699"/>
                  </a:lnTo>
                  <a:close/>
                  <a:moveTo>
                    <a:pt x="536215" y="1243188"/>
                  </a:moveTo>
                  <a:lnTo>
                    <a:pt x="537612" y="1294725"/>
                  </a:lnTo>
                  <a:lnTo>
                    <a:pt x="558964" y="1288515"/>
                  </a:lnTo>
                  <a:close/>
                  <a:moveTo>
                    <a:pt x="608513" y="1286215"/>
                  </a:moveTo>
                  <a:lnTo>
                    <a:pt x="558964" y="1288515"/>
                  </a:lnTo>
                  <a:lnTo>
                    <a:pt x="555388" y="1309911"/>
                  </a:lnTo>
                  <a:close/>
                  <a:moveTo>
                    <a:pt x="558964" y="1288515"/>
                  </a:moveTo>
                  <a:lnTo>
                    <a:pt x="608513" y="1286215"/>
                  </a:lnTo>
                  <a:lnTo>
                    <a:pt x="589867" y="1238631"/>
                  </a:lnTo>
                  <a:close/>
                  <a:moveTo>
                    <a:pt x="558964" y="1288515"/>
                  </a:moveTo>
                  <a:lnTo>
                    <a:pt x="589867" y="1238631"/>
                  </a:lnTo>
                  <a:lnTo>
                    <a:pt x="539374" y="1241699"/>
                  </a:lnTo>
                  <a:close/>
                  <a:moveTo>
                    <a:pt x="311200" y="1024300"/>
                  </a:moveTo>
                  <a:lnTo>
                    <a:pt x="341196" y="975153"/>
                  </a:lnTo>
                  <a:lnTo>
                    <a:pt x="291418" y="977639"/>
                  </a:lnTo>
                  <a:close/>
                  <a:moveTo>
                    <a:pt x="341196" y="975153"/>
                  </a:moveTo>
                  <a:lnTo>
                    <a:pt x="365448" y="1037042"/>
                  </a:lnTo>
                  <a:lnTo>
                    <a:pt x="407887" y="972883"/>
                  </a:lnTo>
                  <a:close/>
                  <a:moveTo>
                    <a:pt x="59493" y="727822"/>
                  </a:moveTo>
                  <a:lnTo>
                    <a:pt x="72206" y="665451"/>
                  </a:lnTo>
                  <a:lnTo>
                    <a:pt x="66736" y="705660"/>
                  </a:lnTo>
                  <a:close/>
                  <a:moveTo>
                    <a:pt x="75954" y="652192"/>
                  </a:moveTo>
                  <a:lnTo>
                    <a:pt x="72206" y="665451"/>
                  </a:lnTo>
                  <a:lnTo>
                    <a:pt x="59493" y="727822"/>
                  </a:lnTo>
                  <a:close/>
                  <a:moveTo>
                    <a:pt x="468288" y="1024037"/>
                  </a:moveTo>
                  <a:lnTo>
                    <a:pt x="470379" y="1071579"/>
                  </a:lnTo>
                  <a:lnTo>
                    <a:pt x="455669" y="1064484"/>
                  </a:lnTo>
                  <a:close/>
                  <a:moveTo>
                    <a:pt x="81486" y="625910"/>
                  </a:moveTo>
                  <a:lnTo>
                    <a:pt x="72206" y="665451"/>
                  </a:lnTo>
                  <a:lnTo>
                    <a:pt x="75954" y="652192"/>
                  </a:lnTo>
                  <a:close/>
                  <a:moveTo>
                    <a:pt x="668560" y="1322167"/>
                  </a:moveTo>
                  <a:lnTo>
                    <a:pt x="696872" y="1354645"/>
                  </a:lnTo>
                  <a:lnTo>
                    <a:pt x="708984" y="1305258"/>
                  </a:lnTo>
                  <a:close/>
                  <a:moveTo>
                    <a:pt x="688395" y="1246537"/>
                  </a:moveTo>
                  <a:lnTo>
                    <a:pt x="708984" y="1305258"/>
                  </a:lnTo>
                  <a:lnTo>
                    <a:pt x="712431" y="1277917"/>
                  </a:lnTo>
                  <a:close/>
                  <a:moveTo>
                    <a:pt x="668560" y="1322167"/>
                  </a:moveTo>
                  <a:lnTo>
                    <a:pt x="708984" y="1305258"/>
                  </a:lnTo>
                  <a:lnTo>
                    <a:pt x="688395" y="1246537"/>
                  </a:lnTo>
                  <a:close/>
                  <a:moveTo>
                    <a:pt x="669822" y="1195000"/>
                  </a:moveTo>
                  <a:lnTo>
                    <a:pt x="667253" y="1213699"/>
                  </a:lnTo>
                  <a:lnTo>
                    <a:pt x="655134" y="1270631"/>
                  </a:lnTo>
                  <a:close/>
                  <a:moveTo>
                    <a:pt x="468288" y="1024037"/>
                  </a:moveTo>
                  <a:lnTo>
                    <a:pt x="508515" y="1040576"/>
                  </a:lnTo>
                  <a:lnTo>
                    <a:pt x="466970" y="1012948"/>
                  </a:lnTo>
                  <a:close/>
                  <a:moveTo>
                    <a:pt x="466970" y="1012948"/>
                  </a:moveTo>
                  <a:lnTo>
                    <a:pt x="509111" y="1040391"/>
                  </a:lnTo>
                  <a:lnTo>
                    <a:pt x="513586" y="988854"/>
                  </a:lnTo>
                  <a:close/>
                  <a:moveTo>
                    <a:pt x="393757" y="961411"/>
                  </a:moveTo>
                  <a:lnTo>
                    <a:pt x="407887" y="972883"/>
                  </a:lnTo>
                  <a:lnTo>
                    <a:pt x="412887" y="954852"/>
                  </a:lnTo>
                  <a:close/>
                  <a:moveTo>
                    <a:pt x="459875" y="954634"/>
                  </a:moveTo>
                  <a:lnTo>
                    <a:pt x="412887" y="954852"/>
                  </a:lnTo>
                  <a:lnTo>
                    <a:pt x="407887" y="972883"/>
                  </a:lnTo>
                  <a:close/>
                  <a:moveTo>
                    <a:pt x="269701" y="681581"/>
                  </a:moveTo>
                  <a:lnTo>
                    <a:pt x="228016" y="689506"/>
                  </a:lnTo>
                  <a:lnTo>
                    <a:pt x="221391" y="745616"/>
                  </a:lnTo>
                  <a:close/>
                  <a:moveTo>
                    <a:pt x="81486" y="625910"/>
                  </a:moveTo>
                  <a:lnTo>
                    <a:pt x="113996" y="612557"/>
                  </a:lnTo>
                  <a:lnTo>
                    <a:pt x="90336" y="600655"/>
                  </a:lnTo>
                  <a:close/>
                  <a:moveTo>
                    <a:pt x="134821" y="525025"/>
                  </a:moveTo>
                  <a:lnTo>
                    <a:pt x="133527" y="528095"/>
                  </a:lnTo>
                  <a:lnTo>
                    <a:pt x="90336" y="600655"/>
                  </a:lnTo>
                  <a:close/>
                  <a:moveTo>
                    <a:pt x="688395" y="1246537"/>
                  </a:moveTo>
                  <a:lnTo>
                    <a:pt x="712431" y="1277917"/>
                  </a:lnTo>
                  <a:lnTo>
                    <a:pt x="716222" y="1236632"/>
                  </a:lnTo>
                  <a:close/>
                  <a:moveTo>
                    <a:pt x="669822" y="1195000"/>
                  </a:moveTo>
                  <a:lnTo>
                    <a:pt x="688395" y="1246537"/>
                  </a:lnTo>
                  <a:lnTo>
                    <a:pt x="716222" y="1236632"/>
                  </a:lnTo>
                  <a:close/>
                  <a:moveTo>
                    <a:pt x="772828" y="1228594"/>
                  </a:moveTo>
                  <a:lnTo>
                    <a:pt x="716222" y="1236632"/>
                  </a:lnTo>
                  <a:lnTo>
                    <a:pt x="712431" y="1277917"/>
                  </a:lnTo>
                  <a:close/>
                  <a:moveTo>
                    <a:pt x="769809" y="1182866"/>
                  </a:moveTo>
                  <a:lnTo>
                    <a:pt x="754745" y="1170906"/>
                  </a:lnTo>
                  <a:lnTo>
                    <a:pt x="772828" y="1228594"/>
                  </a:lnTo>
                  <a:close/>
                  <a:moveTo>
                    <a:pt x="772828" y="1228594"/>
                  </a:moveTo>
                  <a:lnTo>
                    <a:pt x="754745" y="1170906"/>
                  </a:lnTo>
                  <a:lnTo>
                    <a:pt x="706831" y="1181523"/>
                  </a:lnTo>
                  <a:close/>
                  <a:moveTo>
                    <a:pt x="772828" y="1228594"/>
                  </a:moveTo>
                  <a:lnTo>
                    <a:pt x="706831" y="1181523"/>
                  </a:lnTo>
                  <a:lnTo>
                    <a:pt x="716222" y="1236632"/>
                  </a:lnTo>
                  <a:close/>
                  <a:moveTo>
                    <a:pt x="510063" y="937318"/>
                  </a:moveTo>
                  <a:lnTo>
                    <a:pt x="513586" y="988854"/>
                  </a:lnTo>
                  <a:lnTo>
                    <a:pt x="540943" y="964760"/>
                  </a:lnTo>
                  <a:close/>
                  <a:moveTo>
                    <a:pt x="510063" y="937318"/>
                  </a:moveTo>
                  <a:lnTo>
                    <a:pt x="540943" y="964760"/>
                  </a:lnTo>
                  <a:lnTo>
                    <a:pt x="528254" y="913223"/>
                  </a:lnTo>
                  <a:close/>
                  <a:moveTo>
                    <a:pt x="528254" y="913223"/>
                  </a:moveTo>
                  <a:lnTo>
                    <a:pt x="548764" y="880447"/>
                  </a:lnTo>
                  <a:lnTo>
                    <a:pt x="492956" y="885781"/>
                  </a:lnTo>
                  <a:close/>
                  <a:moveTo>
                    <a:pt x="510063" y="937318"/>
                  </a:moveTo>
                  <a:lnTo>
                    <a:pt x="528254" y="913223"/>
                  </a:lnTo>
                  <a:lnTo>
                    <a:pt x="492956" y="885781"/>
                  </a:lnTo>
                  <a:close/>
                  <a:moveTo>
                    <a:pt x="484019" y="813051"/>
                  </a:moveTo>
                  <a:lnTo>
                    <a:pt x="530048" y="872824"/>
                  </a:lnTo>
                  <a:lnTo>
                    <a:pt x="536203" y="833482"/>
                  </a:lnTo>
                  <a:close/>
                  <a:moveTo>
                    <a:pt x="474795" y="817018"/>
                  </a:moveTo>
                  <a:lnTo>
                    <a:pt x="457224" y="834244"/>
                  </a:lnTo>
                  <a:lnTo>
                    <a:pt x="484019" y="813051"/>
                  </a:lnTo>
                  <a:close/>
                  <a:moveTo>
                    <a:pt x="283294" y="607787"/>
                  </a:moveTo>
                  <a:lnTo>
                    <a:pt x="260744" y="679634"/>
                  </a:lnTo>
                  <a:lnTo>
                    <a:pt x="271230" y="676401"/>
                  </a:lnTo>
                  <a:close/>
                  <a:moveTo>
                    <a:pt x="283294" y="607787"/>
                  </a:moveTo>
                  <a:lnTo>
                    <a:pt x="271230" y="676401"/>
                  </a:lnTo>
                  <a:lnTo>
                    <a:pt x="296178" y="604004"/>
                  </a:lnTo>
                  <a:close/>
                  <a:moveTo>
                    <a:pt x="296178" y="604004"/>
                  </a:moveTo>
                  <a:lnTo>
                    <a:pt x="271230" y="676401"/>
                  </a:lnTo>
                  <a:lnTo>
                    <a:pt x="273811" y="679634"/>
                  </a:lnTo>
                  <a:close/>
                  <a:moveTo>
                    <a:pt x="175061" y="491515"/>
                  </a:moveTo>
                  <a:lnTo>
                    <a:pt x="136640" y="522543"/>
                  </a:lnTo>
                  <a:lnTo>
                    <a:pt x="207274" y="477054"/>
                  </a:lnTo>
                  <a:close/>
                  <a:moveTo>
                    <a:pt x="754745" y="1170906"/>
                  </a:moveTo>
                  <a:lnTo>
                    <a:pt x="769809" y="1182866"/>
                  </a:lnTo>
                  <a:lnTo>
                    <a:pt x="771988" y="1166533"/>
                  </a:lnTo>
                  <a:close/>
                  <a:moveTo>
                    <a:pt x="834212" y="1153929"/>
                  </a:moveTo>
                  <a:lnTo>
                    <a:pt x="771988" y="1166533"/>
                  </a:lnTo>
                  <a:lnTo>
                    <a:pt x="769809" y="1182866"/>
                  </a:lnTo>
                  <a:close/>
                  <a:moveTo>
                    <a:pt x="771988" y="1166533"/>
                  </a:moveTo>
                  <a:lnTo>
                    <a:pt x="834212" y="1153929"/>
                  </a:lnTo>
                  <a:lnTo>
                    <a:pt x="827755" y="1096436"/>
                  </a:lnTo>
                  <a:close/>
                  <a:moveTo>
                    <a:pt x="834212" y="1153929"/>
                  </a:moveTo>
                  <a:lnTo>
                    <a:pt x="875578" y="1095539"/>
                  </a:lnTo>
                  <a:lnTo>
                    <a:pt x="827755" y="1096436"/>
                  </a:lnTo>
                  <a:close/>
                  <a:moveTo>
                    <a:pt x="765178" y="1109327"/>
                  </a:moveTo>
                  <a:lnTo>
                    <a:pt x="827755" y="1096436"/>
                  </a:lnTo>
                  <a:lnTo>
                    <a:pt x="805551" y="1051745"/>
                  </a:lnTo>
                  <a:close/>
                  <a:moveTo>
                    <a:pt x="765178" y="1109327"/>
                  </a:moveTo>
                  <a:lnTo>
                    <a:pt x="805551" y="1051745"/>
                  </a:lnTo>
                  <a:lnTo>
                    <a:pt x="751201" y="1057948"/>
                  </a:lnTo>
                  <a:close/>
                  <a:moveTo>
                    <a:pt x="548764" y="880447"/>
                  </a:moveTo>
                  <a:lnTo>
                    <a:pt x="528254" y="913223"/>
                  </a:lnTo>
                  <a:lnTo>
                    <a:pt x="575964" y="847243"/>
                  </a:lnTo>
                  <a:close/>
                  <a:moveTo>
                    <a:pt x="575964" y="847243"/>
                  </a:moveTo>
                  <a:lnTo>
                    <a:pt x="580366" y="837593"/>
                  </a:lnTo>
                  <a:lnTo>
                    <a:pt x="587063" y="861686"/>
                  </a:lnTo>
                  <a:close/>
                  <a:moveTo>
                    <a:pt x="588768" y="786056"/>
                  </a:moveTo>
                  <a:lnTo>
                    <a:pt x="587063" y="861686"/>
                  </a:lnTo>
                  <a:lnTo>
                    <a:pt x="580366" y="837593"/>
                  </a:lnTo>
                  <a:close/>
                  <a:moveTo>
                    <a:pt x="543948" y="798780"/>
                  </a:moveTo>
                  <a:lnTo>
                    <a:pt x="484019" y="813051"/>
                  </a:lnTo>
                  <a:lnTo>
                    <a:pt x="536203" y="833482"/>
                  </a:lnTo>
                  <a:close/>
                  <a:moveTo>
                    <a:pt x="412982" y="631446"/>
                  </a:moveTo>
                  <a:lnTo>
                    <a:pt x="366644" y="640750"/>
                  </a:lnTo>
                  <a:lnTo>
                    <a:pt x="377697" y="694507"/>
                  </a:lnTo>
                  <a:close/>
                  <a:moveTo>
                    <a:pt x="296178" y="604004"/>
                  </a:moveTo>
                  <a:lnTo>
                    <a:pt x="321768" y="655541"/>
                  </a:lnTo>
                  <a:lnTo>
                    <a:pt x="330939" y="579910"/>
                  </a:lnTo>
                  <a:close/>
                  <a:moveTo>
                    <a:pt x="324751" y="486580"/>
                  </a:moveTo>
                  <a:lnTo>
                    <a:pt x="286678" y="479550"/>
                  </a:lnTo>
                  <a:lnTo>
                    <a:pt x="342638" y="498908"/>
                  </a:lnTo>
                  <a:close/>
                  <a:moveTo>
                    <a:pt x="286678" y="479550"/>
                  </a:moveTo>
                  <a:lnTo>
                    <a:pt x="292779" y="487169"/>
                  </a:lnTo>
                  <a:lnTo>
                    <a:pt x="342638" y="498908"/>
                  </a:lnTo>
                  <a:close/>
                  <a:moveTo>
                    <a:pt x="580366" y="837593"/>
                  </a:moveTo>
                  <a:lnTo>
                    <a:pt x="575964" y="847243"/>
                  </a:lnTo>
                  <a:lnTo>
                    <a:pt x="653533" y="827686"/>
                  </a:lnTo>
                  <a:close/>
                  <a:moveTo>
                    <a:pt x="588768" y="786056"/>
                  </a:moveTo>
                  <a:lnTo>
                    <a:pt x="647009" y="815718"/>
                  </a:lnTo>
                  <a:lnTo>
                    <a:pt x="629709" y="767040"/>
                  </a:lnTo>
                  <a:close/>
                  <a:moveTo>
                    <a:pt x="647009" y="815718"/>
                  </a:moveTo>
                  <a:lnTo>
                    <a:pt x="654290" y="813499"/>
                  </a:lnTo>
                  <a:lnTo>
                    <a:pt x="655523" y="795347"/>
                  </a:lnTo>
                  <a:close/>
                  <a:moveTo>
                    <a:pt x="629709" y="767040"/>
                  </a:moveTo>
                  <a:lnTo>
                    <a:pt x="647009" y="815718"/>
                  </a:lnTo>
                  <a:lnTo>
                    <a:pt x="655523" y="795347"/>
                  </a:lnTo>
                  <a:close/>
                  <a:moveTo>
                    <a:pt x="515309" y="660243"/>
                  </a:moveTo>
                  <a:lnTo>
                    <a:pt x="485756" y="684647"/>
                  </a:lnTo>
                  <a:lnTo>
                    <a:pt x="512705" y="658889"/>
                  </a:lnTo>
                  <a:close/>
                  <a:moveTo>
                    <a:pt x="515309" y="660243"/>
                  </a:moveTo>
                  <a:lnTo>
                    <a:pt x="515568" y="658889"/>
                  </a:lnTo>
                  <a:lnTo>
                    <a:pt x="487365" y="682983"/>
                  </a:lnTo>
                  <a:close/>
                  <a:moveTo>
                    <a:pt x="443707" y="631446"/>
                  </a:moveTo>
                  <a:lnTo>
                    <a:pt x="514598" y="657582"/>
                  </a:lnTo>
                  <a:lnTo>
                    <a:pt x="512705" y="658889"/>
                  </a:lnTo>
                  <a:close/>
                  <a:moveTo>
                    <a:pt x="514598" y="657582"/>
                  </a:moveTo>
                  <a:lnTo>
                    <a:pt x="483552" y="621670"/>
                  </a:lnTo>
                  <a:lnTo>
                    <a:pt x="515568" y="658889"/>
                  </a:lnTo>
                  <a:close/>
                  <a:moveTo>
                    <a:pt x="515568" y="658889"/>
                  </a:moveTo>
                  <a:lnTo>
                    <a:pt x="483552" y="621670"/>
                  </a:lnTo>
                  <a:lnTo>
                    <a:pt x="479645" y="631446"/>
                  </a:lnTo>
                  <a:close/>
                  <a:moveTo>
                    <a:pt x="515568" y="658889"/>
                  </a:moveTo>
                  <a:lnTo>
                    <a:pt x="479645" y="631446"/>
                  </a:lnTo>
                  <a:lnTo>
                    <a:pt x="487365" y="682983"/>
                  </a:lnTo>
                  <a:close/>
                  <a:moveTo>
                    <a:pt x="342638" y="498908"/>
                  </a:moveTo>
                  <a:lnTo>
                    <a:pt x="292779" y="487169"/>
                  </a:lnTo>
                  <a:lnTo>
                    <a:pt x="375296" y="486112"/>
                  </a:lnTo>
                  <a:close/>
                  <a:moveTo>
                    <a:pt x="423333" y="491035"/>
                  </a:moveTo>
                  <a:lnTo>
                    <a:pt x="342638" y="498908"/>
                  </a:lnTo>
                  <a:lnTo>
                    <a:pt x="375296" y="486112"/>
                  </a:lnTo>
                  <a:close/>
                  <a:moveTo>
                    <a:pt x="876246" y="1094996"/>
                  </a:moveTo>
                  <a:lnTo>
                    <a:pt x="868258" y="1106476"/>
                  </a:lnTo>
                  <a:lnTo>
                    <a:pt x="884747" y="1071182"/>
                  </a:lnTo>
                  <a:close/>
                  <a:moveTo>
                    <a:pt x="860661" y="1132427"/>
                  </a:moveTo>
                  <a:lnTo>
                    <a:pt x="868258" y="1106476"/>
                  </a:lnTo>
                  <a:lnTo>
                    <a:pt x="876246" y="1094996"/>
                  </a:lnTo>
                  <a:close/>
                  <a:moveTo>
                    <a:pt x="781165" y="820626"/>
                  </a:moveTo>
                  <a:lnTo>
                    <a:pt x="745859" y="789405"/>
                  </a:lnTo>
                  <a:lnTo>
                    <a:pt x="777788" y="848105"/>
                  </a:lnTo>
                  <a:close/>
                  <a:moveTo>
                    <a:pt x="777788" y="848105"/>
                  </a:moveTo>
                  <a:lnTo>
                    <a:pt x="745859" y="789405"/>
                  </a:lnTo>
                  <a:lnTo>
                    <a:pt x="716715" y="797030"/>
                  </a:lnTo>
                  <a:close/>
                  <a:moveTo>
                    <a:pt x="777788" y="848105"/>
                  </a:moveTo>
                  <a:lnTo>
                    <a:pt x="820101" y="851687"/>
                  </a:lnTo>
                  <a:lnTo>
                    <a:pt x="781165" y="820626"/>
                  </a:lnTo>
                  <a:close/>
                  <a:moveTo>
                    <a:pt x="820101" y="851687"/>
                  </a:moveTo>
                  <a:lnTo>
                    <a:pt x="831697" y="834879"/>
                  </a:lnTo>
                  <a:lnTo>
                    <a:pt x="781165" y="820626"/>
                  </a:lnTo>
                  <a:close/>
                  <a:moveTo>
                    <a:pt x="820101" y="851687"/>
                  </a:moveTo>
                  <a:lnTo>
                    <a:pt x="777788" y="848105"/>
                  </a:lnTo>
                  <a:lnTo>
                    <a:pt x="835226" y="848073"/>
                  </a:lnTo>
                  <a:close/>
                  <a:moveTo>
                    <a:pt x="777788" y="848105"/>
                  </a:moveTo>
                  <a:lnTo>
                    <a:pt x="791921" y="860839"/>
                  </a:lnTo>
                  <a:lnTo>
                    <a:pt x="835226" y="848073"/>
                  </a:lnTo>
                  <a:close/>
                  <a:moveTo>
                    <a:pt x="820101" y="851687"/>
                  </a:moveTo>
                  <a:lnTo>
                    <a:pt x="847965" y="840942"/>
                  </a:lnTo>
                  <a:lnTo>
                    <a:pt x="831697" y="834879"/>
                  </a:lnTo>
                  <a:close/>
                  <a:moveTo>
                    <a:pt x="820101" y="851687"/>
                  </a:moveTo>
                  <a:lnTo>
                    <a:pt x="835226" y="848073"/>
                  </a:lnTo>
                  <a:lnTo>
                    <a:pt x="847965" y="840942"/>
                  </a:lnTo>
                  <a:close/>
                  <a:moveTo>
                    <a:pt x="654290" y="813499"/>
                  </a:moveTo>
                  <a:lnTo>
                    <a:pt x="716715" y="797030"/>
                  </a:lnTo>
                  <a:lnTo>
                    <a:pt x="644434" y="761962"/>
                  </a:lnTo>
                  <a:close/>
                  <a:moveTo>
                    <a:pt x="995286" y="995551"/>
                  </a:moveTo>
                  <a:lnTo>
                    <a:pt x="1020743" y="1022994"/>
                  </a:lnTo>
                  <a:lnTo>
                    <a:pt x="1041655" y="971457"/>
                  </a:lnTo>
                  <a:close/>
                  <a:moveTo>
                    <a:pt x="864341" y="878463"/>
                  </a:moveTo>
                  <a:lnTo>
                    <a:pt x="847965" y="840942"/>
                  </a:lnTo>
                  <a:lnTo>
                    <a:pt x="835226" y="848073"/>
                  </a:lnTo>
                  <a:close/>
                  <a:moveTo>
                    <a:pt x="887793" y="834637"/>
                  </a:moveTo>
                  <a:lnTo>
                    <a:pt x="847965" y="840942"/>
                  </a:lnTo>
                  <a:lnTo>
                    <a:pt x="864341" y="878463"/>
                  </a:lnTo>
                  <a:close/>
                  <a:moveTo>
                    <a:pt x="912853" y="877006"/>
                  </a:moveTo>
                  <a:lnTo>
                    <a:pt x="887793" y="834637"/>
                  </a:lnTo>
                  <a:lnTo>
                    <a:pt x="864341" y="878463"/>
                  </a:lnTo>
                  <a:close/>
                  <a:moveTo>
                    <a:pt x="912853" y="877006"/>
                  </a:moveTo>
                  <a:lnTo>
                    <a:pt x="954832" y="880861"/>
                  </a:lnTo>
                  <a:lnTo>
                    <a:pt x="933730" y="835273"/>
                  </a:lnTo>
                  <a:close/>
                  <a:moveTo>
                    <a:pt x="912853" y="877006"/>
                  </a:moveTo>
                  <a:lnTo>
                    <a:pt x="933730" y="835273"/>
                  </a:lnTo>
                  <a:lnTo>
                    <a:pt x="887793" y="834637"/>
                  </a:lnTo>
                  <a:close/>
                  <a:moveTo>
                    <a:pt x="887793" y="834637"/>
                  </a:moveTo>
                  <a:lnTo>
                    <a:pt x="831697" y="834879"/>
                  </a:lnTo>
                  <a:lnTo>
                    <a:pt x="847965" y="840942"/>
                  </a:lnTo>
                  <a:close/>
                  <a:moveTo>
                    <a:pt x="842146" y="771022"/>
                  </a:moveTo>
                  <a:lnTo>
                    <a:pt x="831697" y="834879"/>
                  </a:lnTo>
                  <a:lnTo>
                    <a:pt x="887793" y="834637"/>
                  </a:lnTo>
                  <a:close/>
                  <a:moveTo>
                    <a:pt x="745859" y="789405"/>
                  </a:moveTo>
                  <a:lnTo>
                    <a:pt x="781165" y="820626"/>
                  </a:lnTo>
                  <a:lnTo>
                    <a:pt x="784665" y="779770"/>
                  </a:lnTo>
                  <a:close/>
                  <a:moveTo>
                    <a:pt x="784665" y="779770"/>
                  </a:moveTo>
                  <a:lnTo>
                    <a:pt x="718171" y="759780"/>
                  </a:lnTo>
                  <a:lnTo>
                    <a:pt x="745859" y="789405"/>
                  </a:lnTo>
                  <a:close/>
                  <a:moveTo>
                    <a:pt x="842146" y="771022"/>
                  </a:moveTo>
                  <a:lnTo>
                    <a:pt x="781165" y="820626"/>
                  </a:lnTo>
                  <a:lnTo>
                    <a:pt x="831697" y="834879"/>
                  </a:lnTo>
                  <a:close/>
                  <a:moveTo>
                    <a:pt x="842146" y="771022"/>
                  </a:moveTo>
                  <a:lnTo>
                    <a:pt x="784665" y="779770"/>
                  </a:lnTo>
                  <a:lnTo>
                    <a:pt x="781165" y="820626"/>
                  </a:lnTo>
                  <a:close/>
                  <a:moveTo>
                    <a:pt x="784665" y="779770"/>
                  </a:moveTo>
                  <a:lnTo>
                    <a:pt x="842146" y="771022"/>
                  </a:lnTo>
                  <a:lnTo>
                    <a:pt x="833629" y="715203"/>
                  </a:lnTo>
                  <a:close/>
                  <a:moveTo>
                    <a:pt x="895722" y="765448"/>
                  </a:moveTo>
                  <a:lnTo>
                    <a:pt x="838510" y="713775"/>
                  </a:lnTo>
                  <a:lnTo>
                    <a:pt x="833629" y="715203"/>
                  </a:lnTo>
                  <a:close/>
                  <a:moveTo>
                    <a:pt x="838510" y="713775"/>
                  </a:moveTo>
                  <a:lnTo>
                    <a:pt x="906740" y="693748"/>
                  </a:lnTo>
                  <a:lnTo>
                    <a:pt x="830688" y="696206"/>
                  </a:lnTo>
                  <a:close/>
                  <a:moveTo>
                    <a:pt x="830688" y="696206"/>
                  </a:moveTo>
                  <a:lnTo>
                    <a:pt x="906740" y="693748"/>
                  </a:lnTo>
                  <a:lnTo>
                    <a:pt x="908945" y="679222"/>
                  </a:lnTo>
                  <a:close/>
                  <a:moveTo>
                    <a:pt x="1177713" y="750866"/>
                  </a:moveTo>
                  <a:lnTo>
                    <a:pt x="1237986" y="766268"/>
                  </a:lnTo>
                  <a:lnTo>
                    <a:pt x="1220096" y="744566"/>
                  </a:lnTo>
                  <a:close/>
                  <a:moveTo>
                    <a:pt x="933268" y="609438"/>
                  </a:moveTo>
                  <a:lnTo>
                    <a:pt x="990213" y="538592"/>
                  </a:lnTo>
                  <a:lnTo>
                    <a:pt x="990148" y="538435"/>
                  </a:lnTo>
                  <a:close/>
                  <a:moveTo>
                    <a:pt x="948929" y="509202"/>
                  </a:moveTo>
                  <a:lnTo>
                    <a:pt x="935124" y="510977"/>
                  </a:lnTo>
                  <a:lnTo>
                    <a:pt x="933948" y="546142"/>
                  </a:lnTo>
                  <a:close/>
                  <a:moveTo>
                    <a:pt x="990148" y="538435"/>
                  </a:moveTo>
                  <a:lnTo>
                    <a:pt x="948929" y="509202"/>
                  </a:lnTo>
                  <a:lnTo>
                    <a:pt x="933948" y="546142"/>
                  </a:lnTo>
                  <a:close/>
                  <a:moveTo>
                    <a:pt x="990148" y="538435"/>
                  </a:moveTo>
                  <a:lnTo>
                    <a:pt x="1033532" y="541147"/>
                  </a:lnTo>
                  <a:lnTo>
                    <a:pt x="948929" y="509202"/>
                  </a:lnTo>
                  <a:close/>
                  <a:moveTo>
                    <a:pt x="1033532" y="541147"/>
                  </a:moveTo>
                  <a:lnTo>
                    <a:pt x="990148" y="538435"/>
                  </a:lnTo>
                  <a:lnTo>
                    <a:pt x="1037339" y="540110"/>
                  </a:lnTo>
                  <a:close/>
                  <a:moveTo>
                    <a:pt x="990148" y="538435"/>
                  </a:moveTo>
                  <a:lnTo>
                    <a:pt x="990213" y="538592"/>
                  </a:lnTo>
                  <a:lnTo>
                    <a:pt x="1037339" y="540110"/>
                  </a:lnTo>
                  <a:close/>
                  <a:moveTo>
                    <a:pt x="1350253" y="899176"/>
                  </a:moveTo>
                  <a:lnTo>
                    <a:pt x="1368362" y="950712"/>
                  </a:lnTo>
                  <a:lnTo>
                    <a:pt x="1402086" y="926619"/>
                  </a:lnTo>
                  <a:close/>
                  <a:moveTo>
                    <a:pt x="1388947" y="846434"/>
                  </a:moveTo>
                  <a:lnTo>
                    <a:pt x="1360493" y="874950"/>
                  </a:lnTo>
                  <a:lnTo>
                    <a:pt x="1350253" y="899176"/>
                  </a:lnTo>
                  <a:close/>
                  <a:moveTo>
                    <a:pt x="1220096" y="744566"/>
                  </a:moveTo>
                  <a:lnTo>
                    <a:pt x="1237986" y="766268"/>
                  </a:lnTo>
                  <a:lnTo>
                    <a:pt x="1237066" y="740595"/>
                  </a:lnTo>
                  <a:close/>
                  <a:moveTo>
                    <a:pt x="1237066" y="740595"/>
                  </a:moveTo>
                  <a:lnTo>
                    <a:pt x="1228180" y="729602"/>
                  </a:lnTo>
                  <a:lnTo>
                    <a:pt x="1220096" y="744566"/>
                  </a:lnTo>
                  <a:close/>
                  <a:moveTo>
                    <a:pt x="1022316" y="523720"/>
                  </a:moveTo>
                  <a:lnTo>
                    <a:pt x="1063134" y="517081"/>
                  </a:lnTo>
                  <a:lnTo>
                    <a:pt x="1037339" y="540110"/>
                  </a:lnTo>
                  <a:close/>
                  <a:moveTo>
                    <a:pt x="1022316" y="523720"/>
                  </a:moveTo>
                  <a:lnTo>
                    <a:pt x="1037339" y="540110"/>
                  </a:lnTo>
                  <a:lnTo>
                    <a:pt x="990213" y="538592"/>
                  </a:lnTo>
                  <a:close/>
                  <a:moveTo>
                    <a:pt x="1039706" y="538419"/>
                  </a:moveTo>
                  <a:lnTo>
                    <a:pt x="1037339" y="540110"/>
                  </a:lnTo>
                  <a:lnTo>
                    <a:pt x="1063134" y="517081"/>
                  </a:lnTo>
                  <a:close/>
                  <a:moveTo>
                    <a:pt x="1063134" y="517081"/>
                  </a:moveTo>
                  <a:lnTo>
                    <a:pt x="1066268" y="513373"/>
                  </a:lnTo>
                  <a:lnTo>
                    <a:pt x="1039706" y="538419"/>
                  </a:lnTo>
                  <a:close/>
                  <a:moveTo>
                    <a:pt x="1039706" y="538419"/>
                  </a:moveTo>
                  <a:lnTo>
                    <a:pt x="1066268" y="513373"/>
                  </a:lnTo>
                  <a:lnTo>
                    <a:pt x="1066291" y="462789"/>
                  </a:lnTo>
                  <a:close/>
                  <a:moveTo>
                    <a:pt x="1039706" y="538419"/>
                  </a:moveTo>
                  <a:lnTo>
                    <a:pt x="1066291" y="462789"/>
                  </a:lnTo>
                  <a:lnTo>
                    <a:pt x="1033533" y="486883"/>
                  </a:lnTo>
                  <a:close/>
                  <a:moveTo>
                    <a:pt x="1417157" y="921120"/>
                  </a:moveTo>
                  <a:lnTo>
                    <a:pt x="1481787" y="906559"/>
                  </a:lnTo>
                  <a:lnTo>
                    <a:pt x="1469832" y="853536"/>
                  </a:lnTo>
                  <a:close/>
                  <a:moveTo>
                    <a:pt x="1417157" y="921120"/>
                  </a:moveTo>
                  <a:lnTo>
                    <a:pt x="1469832" y="853536"/>
                  </a:lnTo>
                  <a:lnTo>
                    <a:pt x="1412679" y="862018"/>
                  </a:lnTo>
                  <a:close/>
                  <a:moveTo>
                    <a:pt x="1412679" y="862018"/>
                  </a:moveTo>
                  <a:lnTo>
                    <a:pt x="1436905" y="851063"/>
                  </a:lnTo>
                  <a:lnTo>
                    <a:pt x="1388947" y="846434"/>
                  </a:lnTo>
                  <a:close/>
                  <a:moveTo>
                    <a:pt x="1412679" y="862018"/>
                  </a:moveTo>
                  <a:lnTo>
                    <a:pt x="1469832" y="853536"/>
                  </a:lnTo>
                  <a:lnTo>
                    <a:pt x="1436905" y="851063"/>
                  </a:lnTo>
                  <a:close/>
                  <a:moveTo>
                    <a:pt x="1374756" y="453649"/>
                  </a:moveTo>
                  <a:lnTo>
                    <a:pt x="1325166" y="466138"/>
                  </a:lnTo>
                  <a:lnTo>
                    <a:pt x="1394669" y="463124"/>
                  </a:lnTo>
                  <a:close/>
                  <a:moveTo>
                    <a:pt x="1394669" y="463124"/>
                  </a:moveTo>
                  <a:lnTo>
                    <a:pt x="1325166" y="466138"/>
                  </a:lnTo>
                  <a:lnTo>
                    <a:pt x="1314309" y="472250"/>
                  </a:lnTo>
                  <a:close/>
                  <a:moveTo>
                    <a:pt x="1374756" y="453649"/>
                  </a:moveTo>
                  <a:lnTo>
                    <a:pt x="1309576" y="454555"/>
                  </a:lnTo>
                  <a:lnTo>
                    <a:pt x="1325166" y="466138"/>
                  </a:lnTo>
                  <a:close/>
                  <a:moveTo>
                    <a:pt x="1495980" y="455820"/>
                  </a:moveTo>
                  <a:lnTo>
                    <a:pt x="1521076" y="469487"/>
                  </a:lnTo>
                  <a:lnTo>
                    <a:pt x="1490228" y="510829"/>
                  </a:lnTo>
                  <a:close/>
                  <a:moveTo>
                    <a:pt x="1323896" y="143300"/>
                  </a:moveTo>
                  <a:lnTo>
                    <a:pt x="1330238" y="127107"/>
                  </a:lnTo>
                  <a:lnTo>
                    <a:pt x="1262278" y="155413"/>
                  </a:lnTo>
                  <a:close/>
                  <a:moveTo>
                    <a:pt x="1335112" y="71439"/>
                  </a:moveTo>
                  <a:lnTo>
                    <a:pt x="1330238" y="127107"/>
                  </a:lnTo>
                  <a:lnTo>
                    <a:pt x="1393482" y="60542"/>
                  </a:lnTo>
                  <a:close/>
                  <a:moveTo>
                    <a:pt x="1393482" y="60542"/>
                  </a:moveTo>
                  <a:lnTo>
                    <a:pt x="1361720" y="136173"/>
                  </a:lnTo>
                  <a:lnTo>
                    <a:pt x="1395893" y="63004"/>
                  </a:lnTo>
                  <a:close/>
                  <a:moveTo>
                    <a:pt x="1655148" y="294132"/>
                  </a:moveTo>
                  <a:lnTo>
                    <a:pt x="1677776" y="283312"/>
                  </a:lnTo>
                  <a:lnTo>
                    <a:pt x="1632734" y="295120"/>
                  </a:lnTo>
                  <a:close/>
                  <a:moveTo>
                    <a:pt x="1632734" y="295120"/>
                  </a:moveTo>
                  <a:lnTo>
                    <a:pt x="1677776" y="283312"/>
                  </a:lnTo>
                  <a:lnTo>
                    <a:pt x="1661147" y="247260"/>
                  </a:lnTo>
                  <a:close/>
                  <a:moveTo>
                    <a:pt x="1632734" y="295120"/>
                  </a:moveTo>
                  <a:lnTo>
                    <a:pt x="1661147" y="247260"/>
                  </a:lnTo>
                  <a:lnTo>
                    <a:pt x="1616673" y="245435"/>
                  </a:lnTo>
                  <a:close/>
                  <a:moveTo>
                    <a:pt x="1661147" y="247260"/>
                  </a:moveTo>
                  <a:lnTo>
                    <a:pt x="1677776" y="283312"/>
                  </a:lnTo>
                  <a:lnTo>
                    <a:pt x="1691778" y="242595"/>
                  </a:lnTo>
                  <a:close/>
                  <a:moveTo>
                    <a:pt x="1486867" y="93564"/>
                  </a:moveTo>
                  <a:lnTo>
                    <a:pt x="1451456" y="112079"/>
                  </a:lnTo>
                  <a:lnTo>
                    <a:pt x="1418684" y="148213"/>
                  </a:lnTo>
                  <a:close/>
                  <a:moveTo>
                    <a:pt x="1519728" y="98039"/>
                  </a:moveTo>
                  <a:lnTo>
                    <a:pt x="1466436" y="103381"/>
                  </a:lnTo>
                  <a:lnTo>
                    <a:pt x="1536315" y="103764"/>
                  </a:lnTo>
                  <a:close/>
                  <a:moveTo>
                    <a:pt x="1466436" y="103381"/>
                  </a:moveTo>
                  <a:lnTo>
                    <a:pt x="1486867" y="93564"/>
                  </a:lnTo>
                  <a:lnTo>
                    <a:pt x="1536315" y="103764"/>
                  </a:lnTo>
                  <a:close/>
                  <a:moveTo>
                    <a:pt x="1573661" y="92174"/>
                  </a:moveTo>
                  <a:lnTo>
                    <a:pt x="1519728" y="98039"/>
                  </a:lnTo>
                  <a:lnTo>
                    <a:pt x="1583810" y="106663"/>
                  </a:lnTo>
                  <a:close/>
                  <a:moveTo>
                    <a:pt x="1519728" y="98039"/>
                  </a:moveTo>
                  <a:lnTo>
                    <a:pt x="1536315" y="103764"/>
                  </a:lnTo>
                  <a:lnTo>
                    <a:pt x="1583810" y="106663"/>
                  </a:lnTo>
                  <a:close/>
                  <a:moveTo>
                    <a:pt x="1396085" y="59851"/>
                  </a:moveTo>
                  <a:lnTo>
                    <a:pt x="1460069" y="45815"/>
                  </a:lnTo>
                  <a:lnTo>
                    <a:pt x="1439248" y="0"/>
                  </a:lnTo>
                  <a:close/>
                  <a:moveTo>
                    <a:pt x="1655148" y="294132"/>
                  </a:moveTo>
                  <a:lnTo>
                    <a:pt x="1695170" y="345087"/>
                  </a:lnTo>
                  <a:lnTo>
                    <a:pt x="1682580" y="292579"/>
                  </a:lnTo>
                  <a:close/>
                  <a:moveTo>
                    <a:pt x="1695170" y="345087"/>
                  </a:moveTo>
                  <a:lnTo>
                    <a:pt x="1755172" y="334288"/>
                  </a:lnTo>
                  <a:lnTo>
                    <a:pt x="1746865" y="278299"/>
                  </a:lnTo>
                  <a:close/>
                  <a:moveTo>
                    <a:pt x="1695170" y="345087"/>
                  </a:moveTo>
                  <a:lnTo>
                    <a:pt x="1746865" y="278299"/>
                  </a:lnTo>
                  <a:lnTo>
                    <a:pt x="1682580" y="292579"/>
                  </a:lnTo>
                  <a:close/>
                  <a:moveTo>
                    <a:pt x="1746865" y="278299"/>
                  </a:moveTo>
                  <a:lnTo>
                    <a:pt x="1720742" y="236793"/>
                  </a:lnTo>
                  <a:lnTo>
                    <a:pt x="1682580" y="292579"/>
                  </a:lnTo>
                  <a:close/>
                  <a:moveTo>
                    <a:pt x="1746865" y="278299"/>
                  </a:moveTo>
                  <a:lnTo>
                    <a:pt x="1769520" y="235119"/>
                  </a:lnTo>
                  <a:lnTo>
                    <a:pt x="1720742" y="236793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07" name="Output_density__4306">
              <a:extLst>
                <a:ext uri="{FF2B5EF4-FFF2-40B4-BE49-F238E27FC236}">
                  <a16:creationId xmlns:a16="http://schemas.microsoft.com/office/drawing/2014/main" id="{CB88F3E0-1312-E9F3-68FC-871CF6F29CF1}"/>
                </a:ext>
              </a:extLst>
            </p:cNvPr>
            <p:cNvSpPr>
              <a:spLocks noGrp="1"/>
            </p:cNvSpPr>
            <p:nvPr/>
          </p:nvSpPr>
          <p:spPr>
            <a:xfrm>
              <a:off x="14863169" y="2276181"/>
              <a:ext cx="1630406" cy="1322167"/>
            </a:xfrm>
            <a:custGeom>
              <a:avLst/>
              <a:gdLst/>
              <a:ahLst/>
              <a:cxnLst/>
              <a:rect l="0" t="0" r="0" b="0"/>
              <a:pathLst>
                <a:path w="1630406" h="1322167">
                  <a:moveTo>
                    <a:pt x="376654" y="1267282"/>
                  </a:moveTo>
                  <a:lnTo>
                    <a:pt x="388921" y="1318819"/>
                  </a:lnTo>
                  <a:lnTo>
                    <a:pt x="447276" y="1294725"/>
                  </a:lnTo>
                  <a:close/>
                  <a:moveTo>
                    <a:pt x="376654" y="1267282"/>
                  </a:moveTo>
                  <a:lnTo>
                    <a:pt x="447276" y="1294725"/>
                  </a:lnTo>
                  <a:lnTo>
                    <a:pt x="445879" y="1243188"/>
                  </a:lnTo>
                  <a:close/>
                  <a:moveTo>
                    <a:pt x="150634" y="985505"/>
                  </a:moveTo>
                  <a:lnTo>
                    <a:pt x="182980" y="953997"/>
                  </a:lnTo>
                  <a:lnTo>
                    <a:pt x="142877" y="986977"/>
                  </a:lnTo>
                  <a:close/>
                  <a:moveTo>
                    <a:pt x="169439" y="940622"/>
                  </a:moveTo>
                  <a:lnTo>
                    <a:pt x="182980" y="953997"/>
                  </a:lnTo>
                  <a:lnTo>
                    <a:pt x="227247" y="944828"/>
                  </a:lnTo>
                  <a:close/>
                  <a:moveTo>
                    <a:pt x="250860" y="975153"/>
                  </a:moveTo>
                  <a:lnTo>
                    <a:pt x="317551" y="972883"/>
                  </a:lnTo>
                  <a:lnTo>
                    <a:pt x="303421" y="961411"/>
                  </a:lnTo>
                  <a:close/>
                  <a:moveTo>
                    <a:pt x="182980" y="953997"/>
                  </a:moveTo>
                  <a:lnTo>
                    <a:pt x="150634" y="985505"/>
                  </a:lnTo>
                  <a:lnTo>
                    <a:pt x="201083" y="977639"/>
                  </a:lnTo>
                  <a:close/>
                  <a:moveTo>
                    <a:pt x="201083" y="977639"/>
                  </a:moveTo>
                  <a:lnTo>
                    <a:pt x="227247" y="944828"/>
                  </a:lnTo>
                  <a:lnTo>
                    <a:pt x="182980" y="953997"/>
                  </a:lnTo>
                  <a:close/>
                  <a:moveTo>
                    <a:pt x="201083" y="977639"/>
                  </a:moveTo>
                  <a:lnTo>
                    <a:pt x="250860" y="975153"/>
                  </a:lnTo>
                  <a:lnTo>
                    <a:pt x="227247" y="944828"/>
                  </a:lnTo>
                  <a:close/>
                  <a:moveTo>
                    <a:pt x="307863" y="936661"/>
                  </a:moveTo>
                  <a:lnTo>
                    <a:pt x="227247" y="944828"/>
                  </a:lnTo>
                  <a:lnTo>
                    <a:pt x="303421" y="961411"/>
                  </a:lnTo>
                  <a:close/>
                  <a:moveTo>
                    <a:pt x="303421" y="961411"/>
                  </a:moveTo>
                  <a:lnTo>
                    <a:pt x="227247" y="944828"/>
                  </a:lnTo>
                  <a:lnTo>
                    <a:pt x="250860" y="975153"/>
                  </a:lnTo>
                  <a:close/>
                  <a:moveTo>
                    <a:pt x="564798" y="1270631"/>
                  </a:moveTo>
                  <a:lnTo>
                    <a:pt x="578225" y="1322167"/>
                  </a:lnTo>
                  <a:lnTo>
                    <a:pt x="598060" y="1246537"/>
                  </a:lnTo>
                  <a:close/>
                  <a:moveTo>
                    <a:pt x="598060" y="1246537"/>
                  </a:moveTo>
                  <a:lnTo>
                    <a:pt x="579486" y="1195000"/>
                  </a:lnTo>
                  <a:lnTo>
                    <a:pt x="564798" y="1270631"/>
                  </a:lnTo>
                  <a:close/>
                  <a:moveTo>
                    <a:pt x="419727" y="937318"/>
                  </a:moveTo>
                  <a:lnTo>
                    <a:pt x="376634" y="1012948"/>
                  </a:lnTo>
                  <a:lnTo>
                    <a:pt x="423250" y="988854"/>
                  </a:lnTo>
                  <a:close/>
                  <a:moveTo>
                    <a:pt x="307863" y="936661"/>
                  </a:moveTo>
                  <a:lnTo>
                    <a:pt x="303421" y="961411"/>
                  </a:lnTo>
                  <a:lnTo>
                    <a:pt x="322552" y="954852"/>
                  </a:lnTo>
                  <a:close/>
                  <a:moveTo>
                    <a:pt x="322552" y="954852"/>
                  </a:moveTo>
                  <a:lnTo>
                    <a:pt x="310389" y="909875"/>
                  </a:lnTo>
                  <a:lnTo>
                    <a:pt x="307863" y="936661"/>
                  </a:lnTo>
                  <a:close/>
                  <a:moveTo>
                    <a:pt x="174289" y="731171"/>
                  </a:moveTo>
                  <a:lnTo>
                    <a:pt x="182910" y="683937"/>
                  </a:lnTo>
                  <a:lnTo>
                    <a:pt x="179365" y="681581"/>
                  </a:lnTo>
                  <a:close/>
                  <a:moveTo>
                    <a:pt x="131056" y="745616"/>
                  </a:moveTo>
                  <a:lnTo>
                    <a:pt x="174289" y="731171"/>
                  </a:lnTo>
                  <a:lnTo>
                    <a:pt x="179365" y="681581"/>
                  </a:lnTo>
                  <a:close/>
                  <a:moveTo>
                    <a:pt x="179365" y="681581"/>
                  </a:moveTo>
                  <a:lnTo>
                    <a:pt x="183475" y="679634"/>
                  </a:lnTo>
                  <a:lnTo>
                    <a:pt x="180895" y="676401"/>
                  </a:lnTo>
                  <a:close/>
                  <a:moveTo>
                    <a:pt x="170409" y="679634"/>
                  </a:moveTo>
                  <a:lnTo>
                    <a:pt x="179365" y="681581"/>
                  </a:lnTo>
                  <a:lnTo>
                    <a:pt x="180895" y="676401"/>
                  </a:lnTo>
                  <a:close/>
                  <a:moveTo>
                    <a:pt x="179365" y="681581"/>
                  </a:moveTo>
                  <a:lnTo>
                    <a:pt x="182910" y="683937"/>
                  </a:lnTo>
                  <a:lnTo>
                    <a:pt x="183475" y="679634"/>
                  </a:lnTo>
                  <a:close/>
                  <a:moveTo>
                    <a:pt x="27922" y="576561"/>
                  </a:moveTo>
                  <a:lnTo>
                    <a:pt x="44485" y="525025"/>
                  </a:lnTo>
                  <a:lnTo>
                    <a:pt x="0" y="600655"/>
                  </a:lnTo>
                  <a:close/>
                  <a:moveTo>
                    <a:pt x="46304" y="522543"/>
                  </a:moveTo>
                  <a:lnTo>
                    <a:pt x="43191" y="528095"/>
                  </a:lnTo>
                  <a:lnTo>
                    <a:pt x="44485" y="525025"/>
                  </a:lnTo>
                  <a:close/>
                  <a:moveTo>
                    <a:pt x="579486" y="1195000"/>
                  </a:moveTo>
                  <a:lnTo>
                    <a:pt x="625886" y="1236632"/>
                  </a:lnTo>
                  <a:lnTo>
                    <a:pt x="616496" y="1181523"/>
                  </a:lnTo>
                  <a:close/>
                  <a:moveTo>
                    <a:pt x="664410" y="1170906"/>
                  </a:moveTo>
                  <a:lnTo>
                    <a:pt x="637850" y="1119370"/>
                  </a:lnTo>
                  <a:lnTo>
                    <a:pt x="616496" y="1181523"/>
                  </a:lnTo>
                  <a:close/>
                  <a:moveTo>
                    <a:pt x="637850" y="1119370"/>
                  </a:moveTo>
                  <a:lnTo>
                    <a:pt x="604158" y="1128811"/>
                  </a:lnTo>
                  <a:lnTo>
                    <a:pt x="616496" y="1181523"/>
                  </a:lnTo>
                  <a:close/>
                  <a:moveTo>
                    <a:pt x="637850" y="1119370"/>
                  </a:moveTo>
                  <a:lnTo>
                    <a:pt x="621810" y="1067833"/>
                  </a:lnTo>
                  <a:lnTo>
                    <a:pt x="604158" y="1128811"/>
                  </a:lnTo>
                  <a:close/>
                  <a:moveTo>
                    <a:pt x="621810" y="1067833"/>
                  </a:moveTo>
                  <a:lnTo>
                    <a:pt x="584951" y="1081683"/>
                  </a:lnTo>
                  <a:lnTo>
                    <a:pt x="604158" y="1128811"/>
                  </a:lnTo>
                  <a:close/>
                  <a:moveTo>
                    <a:pt x="218903" y="712180"/>
                  </a:moveTo>
                  <a:lnTo>
                    <a:pt x="182910" y="683937"/>
                  </a:lnTo>
                  <a:lnTo>
                    <a:pt x="174289" y="731171"/>
                  </a:lnTo>
                  <a:close/>
                  <a:moveTo>
                    <a:pt x="182910" y="683937"/>
                  </a:moveTo>
                  <a:lnTo>
                    <a:pt x="218903" y="712180"/>
                  </a:lnTo>
                  <a:lnTo>
                    <a:pt x="183475" y="679634"/>
                  </a:lnTo>
                  <a:close/>
                  <a:moveTo>
                    <a:pt x="183475" y="679634"/>
                  </a:moveTo>
                  <a:lnTo>
                    <a:pt x="218903" y="712180"/>
                  </a:lnTo>
                  <a:lnTo>
                    <a:pt x="237356" y="707077"/>
                  </a:lnTo>
                  <a:close/>
                  <a:moveTo>
                    <a:pt x="183475" y="679634"/>
                  </a:moveTo>
                  <a:lnTo>
                    <a:pt x="237356" y="707077"/>
                  </a:lnTo>
                  <a:lnTo>
                    <a:pt x="231432" y="655541"/>
                  </a:lnTo>
                  <a:close/>
                  <a:moveTo>
                    <a:pt x="205842" y="604004"/>
                  </a:moveTo>
                  <a:lnTo>
                    <a:pt x="183475" y="679634"/>
                  </a:lnTo>
                  <a:lnTo>
                    <a:pt x="231432" y="655541"/>
                  </a:lnTo>
                  <a:close/>
                  <a:moveTo>
                    <a:pt x="44485" y="525025"/>
                  </a:moveTo>
                  <a:lnTo>
                    <a:pt x="90050" y="552743"/>
                  </a:lnTo>
                  <a:lnTo>
                    <a:pt x="51398" y="521424"/>
                  </a:lnTo>
                  <a:close/>
                  <a:moveTo>
                    <a:pt x="46304" y="522543"/>
                  </a:moveTo>
                  <a:lnTo>
                    <a:pt x="44485" y="525025"/>
                  </a:lnTo>
                  <a:lnTo>
                    <a:pt x="51398" y="521424"/>
                  </a:lnTo>
                  <a:close/>
                  <a:moveTo>
                    <a:pt x="116938" y="477054"/>
                  </a:moveTo>
                  <a:lnTo>
                    <a:pt x="51398" y="521424"/>
                  </a:lnTo>
                  <a:lnTo>
                    <a:pt x="90632" y="500931"/>
                  </a:lnTo>
                  <a:close/>
                  <a:moveTo>
                    <a:pt x="46304" y="522543"/>
                  </a:moveTo>
                  <a:lnTo>
                    <a:pt x="51398" y="521424"/>
                  </a:lnTo>
                  <a:lnTo>
                    <a:pt x="116938" y="477054"/>
                  </a:lnTo>
                  <a:close/>
                  <a:moveTo>
                    <a:pt x="637850" y="1119370"/>
                  </a:moveTo>
                  <a:lnTo>
                    <a:pt x="681653" y="1166533"/>
                  </a:lnTo>
                  <a:lnTo>
                    <a:pt x="674843" y="1109327"/>
                  </a:lnTo>
                  <a:close/>
                  <a:moveTo>
                    <a:pt x="637850" y="1119370"/>
                  </a:moveTo>
                  <a:lnTo>
                    <a:pt x="664410" y="1170906"/>
                  </a:lnTo>
                  <a:lnTo>
                    <a:pt x="681653" y="1166533"/>
                  </a:lnTo>
                  <a:close/>
                  <a:moveTo>
                    <a:pt x="681653" y="1166533"/>
                  </a:moveTo>
                  <a:lnTo>
                    <a:pt x="737419" y="1096436"/>
                  </a:lnTo>
                  <a:lnTo>
                    <a:pt x="674843" y="1109327"/>
                  </a:lnTo>
                  <a:close/>
                  <a:moveTo>
                    <a:pt x="621810" y="1067833"/>
                  </a:moveTo>
                  <a:lnTo>
                    <a:pt x="674843" y="1109327"/>
                  </a:lnTo>
                  <a:lnTo>
                    <a:pt x="660866" y="1057948"/>
                  </a:lnTo>
                  <a:close/>
                  <a:moveTo>
                    <a:pt x="621810" y="1067833"/>
                  </a:moveTo>
                  <a:lnTo>
                    <a:pt x="637850" y="1119370"/>
                  </a:lnTo>
                  <a:lnTo>
                    <a:pt x="674843" y="1109327"/>
                  </a:lnTo>
                  <a:close/>
                  <a:moveTo>
                    <a:pt x="458429" y="880447"/>
                  </a:moveTo>
                  <a:lnTo>
                    <a:pt x="485628" y="847243"/>
                  </a:lnTo>
                  <a:lnTo>
                    <a:pt x="496727" y="861686"/>
                  </a:lnTo>
                  <a:close/>
                  <a:moveTo>
                    <a:pt x="453613" y="798780"/>
                  </a:moveTo>
                  <a:lnTo>
                    <a:pt x="445867" y="833482"/>
                  </a:lnTo>
                  <a:lnTo>
                    <a:pt x="498432" y="786056"/>
                  </a:lnTo>
                  <a:close/>
                  <a:moveTo>
                    <a:pt x="116938" y="477054"/>
                  </a:moveTo>
                  <a:lnTo>
                    <a:pt x="90632" y="500931"/>
                  </a:lnTo>
                  <a:lnTo>
                    <a:pt x="141135" y="486450"/>
                  </a:lnTo>
                  <a:close/>
                  <a:moveTo>
                    <a:pt x="141135" y="486450"/>
                  </a:moveTo>
                  <a:lnTo>
                    <a:pt x="158848" y="459073"/>
                  </a:lnTo>
                  <a:lnTo>
                    <a:pt x="116938" y="477054"/>
                  </a:lnTo>
                  <a:close/>
                  <a:moveTo>
                    <a:pt x="141135" y="486450"/>
                  </a:moveTo>
                  <a:lnTo>
                    <a:pt x="196342" y="479550"/>
                  </a:lnTo>
                  <a:lnTo>
                    <a:pt x="158848" y="459073"/>
                  </a:lnTo>
                  <a:close/>
                  <a:moveTo>
                    <a:pt x="556674" y="815718"/>
                  </a:moveTo>
                  <a:lnTo>
                    <a:pt x="490031" y="837593"/>
                  </a:lnTo>
                  <a:lnTo>
                    <a:pt x="563197" y="827686"/>
                  </a:lnTo>
                  <a:close/>
                  <a:moveTo>
                    <a:pt x="498432" y="786056"/>
                  </a:moveTo>
                  <a:lnTo>
                    <a:pt x="490031" y="837593"/>
                  </a:lnTo>
                  <a:lnTo>
                    <a:pt x="556674" y="815718"/>
                  </a:lnTo>
                  <a:close/>
                  <a:moveTo>
                    <a:pt x="811085" y="1055788"/>
                  </a:moveTo>
                  <a:lnTo>
                    <a:pt x="785911" y="1094996"/>
                  </a:lnTo>
                  <a:lnTo>
                    <a:pt x="794411" y="1071182"/>
                  </a:lnTo>
                  <a:close/>
                  <a:moveTo>
                    <a:pt x="827730" y="1060997"/>
                  </a:moveTo>
                  <a:lnTo>
                    <a:pt x="794411" y="1071182"/>
                  </a:lnTo>
                  <a:lnTo>
                    <a:pt x="848433" y="1060525"/>
                  </a:lnTo>
                  <a:close/>
                  <a:moveTo>
                    <a:pt x="811085" y="1055788"/>
                  </a:moveTo>
                  <a:lnTo>
                    <a:pt x="794411" y="1071182"/>
                  </a:lnTo>
                  <a:lnTo>
                    <a:pt x="827730" y="1060997"/>
                  </a:lnTo>
                  <a:close/>
                  <a:moveTo>
                    <a:pt x="888298" y="1034897"/>
                  </a:moveTo>
                  <a:lnTo>
                    <a:pt x="827730" y="1060997"/>
                  </a:lnTo>
                  <a:lnTo>
                    <a:pt x="875681" y="1047088"/>
                  </a:lnTo>
                  <a:close/>
                  <a:moveTo>
                    <a:pt x="811085" y="1055788"/>
                  </a:moveTo>
                  <a:lnTo>
                    <a:pt x="827730" y="1060997"/>
                  </a:lnTo>
                  <a:lnTo>
                    <a:pt x="888298" y="1034897"/>
                  </a:lnTo>
                  <a:close/>
                  <a:moveTo>
                    <a:pt x="850550" y="1028663"/>
                  </a:moveTo>
                  <a:lnTo>
                    <a:pt x="811085" y="1055788"/>
                  </a:lnTo>
                  <a:lnTo>
                    <a:pt x="888298" y="1034897"/>
                  </a:lnTo>
                  <a:close/>
                  <a:moveTo>
                    <a:pt x="888298" y="1034897"/>
                  </a:moveTo>
                  <a:lnTo>
                    <a:pt x="875681" y="1047088"/>
                  </a:lnTo>
                  <a:lnTo>
                    <a:pt x="909253" y="1032703"/>
                  </a:lnTo>
                  <a:close/>
                  <a:moveTo>
                    <a:pt x="888298" y="1034897"/>
                  </a:moveTo>
                  <a:lnTo>
                    <a:pt x="909253" y="1032703"/>
                  </a:lnTo>
                  <a:lnTo>
                    <a:pt x="904950" y="995551"/>
                  </a:lnTo>
                  <a:close/>
                  <a:moveTo>
                    <a:pt x="904950" y="995551"/>
                  </a:moveTo>
                  <a:lnTo>
                    <a:pt x="909253" y="1032703"/>
                  </a:lnTo>
                  <a:lnTo>
                    <a:pt x="930408" y="1022994"/>
                  </a:lnTo>
                  <a:close/>
                  <a:moveTo>
                    <a:pt x="694329" y="779770"/>
                  </a:moveTo>
                  <a:lnTo>
                    <a:pt x="743293" y="715203"/>
                  </a:lnTo>
                  <a:lnTo>
                    <a:pt x="677836" y="730437"/>
                  </a:lnTo>
                  <a:close/>
                  <a:moveTo>
                    <a:pt x="740352" y="696206"/>
                  </a:moveTo>
                  <a:lnTo>
                    <a:pt x="743293" y="715203"/>
                  </a:lnTo>
                  <a:lnTo>
                    <a:pt x="748175" y="713775"/>
                  </a:lnTo>
                  <a:close/>
                  <a:moveTo>
                    <a:pt x="743210" y="571992"/>
                  </a:moveTo>
                  <a:lnTo>
                    <a:pt x="688057" y="610701"/>
                  </a:lnTo>
                  <a:lnTo>
                    <a:pt x="723315" y="586607"/>
                  </a:lnTo>
                  <a:close/>
                  <a:moveTo>
                    <a:pt x="743210" y="571992"/>
                  </a:moveTo>
                  <a:lnTo>
                    <a:pt x="707462" y="573237"/>
                  </a:lnTo>
                  <a:lnTo>
                    <a:pt x="688057" y="610701"/>
                  </a:lnTo>
                  <a:close/>
                  <a:moveTo>
                    <a:pt x="743210" y="571992"/>
                  </a:moveTo>
                  <a:lnTo>
                    <a:pt x="723315" y="586607"/>
                  </a:lnTo>
                  <a:lnTo>
                    <a:pt x="758638" y="577242"/>
                  </a:lnTo>
                  <a:close/>
                  <a:moveTo>
                    <a:pt x="800442" y="518496"/>
                  </a:moveTo>
                  <a:lnTo>
                    <a:pt x="757487" y="535071"/>
                  </a:lnTo>
                  <a:lnTo>
                    <a:pt x="813676" y="525874"/>
                  </a:lnTo>
                  <a:close/>
                  <a:moveTo>
                    <a:pt x="757487" y="535071"/>
                  </a:moveTo>
                  <a:lnTo>
                    <a:pt x="743210" y="571992"/>
                  </a:lnTo>
                  <a:lnTo>
                    <a:pt x="813676" y="525874"/>
                  </a:lnTo>
                  <a:close/>
                  <a:moveTo>
                    <a:pt x="813676" y="525874"/>
                  </a:moveTo>
                  <a:lnTo>
                    <a:pt x="743210" y="571992"/>
                  </a:lnTo>
                  <a:lnTo>
                    <a:pt x="794224" y="562514"/>
                  </a:lnTo>
                  <a:close/>
                  <a:moveTo>
                    <a:pt x="794224" y="562514"/>
                  </a:moveTo>
                  <a:lnTo>
                    <a:pt x="743210" y="571992"/>
                  </a:lnTo>
                  <a:lnTo>
                    <a:pt x="758638" y="577242"/>
                  </a:lnTo>
                  <a:close/>
                  <a:moveTo>
                    <a:pt x="800442" y="518496"/>
                  </a:moveTo>
                  <a:lnTo>
                    <a:pt x="813676" y="525874"/>
                  </a:lnTo>
                  <a:lnTo>
                    <a:pt x="844789" y="510977"/>
                  </a:lnTo>
                  <a:close/>
                  <a:moveTo>
                    <a:pt x="813676" y="525874"/>
                  </a:moveTo>
                  <a:lnTo>
                    <a:pt x="794224" y="562514"/>
                  </a:lnTo>
                  <a:lnTo>
                    <a:pt x="843613" y="546142"/>
                  </a:lnTo>
                  <a:close/>
                  <a:moveTo>
                    <a:pt x="843613" y="546142"/>
                  </a:moveTo>
                  <a:lnTo>
                    <a:pt x="844789" y="510977"/>
                  </a:lnTo>
                  <a:lnTo>
                    <a:pt x="813676" y="525874"/>
                  </a:lnTo>
                  <a:close/>
                  <a:moveTo>
                    <a:pt x="1259918" y="899176"/>
                  </a:moveTo>
                  <a:lnTo>
                    <a:pt x="1311750" y="926619"/>
                  </a:lnTo>
                  <a:lnTo>
                    <a:pt x="1283982" y="875082"/>
                  </a:lnTo>
                  <a:close/>
                  <a:moveTo>
                    <a:pt x="1298612" y="846434"/>
                  </a:moveTo>
                  <a:lnTo>
                    <a:pt x="1259918" y="899176"/>
                  </a:lnTo>
                  <a:lnTo>
                    <a:pt x="1283982" y="875082"/>
                  </a:lnTo>
                  <a:close/>
                  <a:moveTo>
                    <a:pt x="930753" y="435346"/>
                  </a:moveTo>
                  <a:lnTo>
                    <a:pt x="975956" y="462789"/>
                  </a:lnTo>
                  <a:lnTo>
                    <a:pt x="963261" y="411252"/>
                  </a:lnTo>
                  <a:close/>
                  <a:moveTo>
                    <a:pt x="1283982" y="875082"/>
                  </a:moveTo>
                  <a:lnTo>
                    <a:pt x="1326822" y="921120"/>
                  </a:lnTo>
                  <a:lnTo>
                    <a:pt x="1322343" y="862018"/>
                  </a:lnTo>
                  <a:close/>
                  <a:moveTo>
                    <a:pt x="1298612" y="846434"/>
                  </a:moveTo>
                  <a:lnTo>
                    <a:pt x="1283982" y="875082"/>
                  </a:lnTo>
                  <a:lnTo>
                    <a:pt x="1322343" y="862018"/>
                  </a:lnTo>
                  <a:close/>
                  <a:moveTo>
                    <a:pt x="963261" y="411252"/>
                  </a:moveTo>
                  <a:lnTo>
                    <a:pt x="975956" y="462789"/>
                  </a:lnTo>
                  <a:lnTo>
                    <a:pt x="999228" y="438695"/>
                  </a:lnTo>
                  <a:close/>
                  <a:moveTo>
                    <a:pt x="963261" y="411252"/>
                  </a:moveTo>
                  <a:lnTo>
                    <a:pt x="999228" y="438695"/>
                  </a:lnTo>
                  <a:lnTo>
                    <a:pt x="992205" y="387158"/>
                  </a:lnTo>
                  <a:close/>
                  <a:moveTo>
                    <a:pt x="952229" y="359716"/>
                  </a:moveTo>
                  <a:lnTo>
                    <a:pt x="963261" y="411252"/>
                  </a:lnTo>
                  <a:lnTo>
                    <a:pt x="992205" y="387158"/>
                  </a:lnTo>
                  <a:close/>
                  <a:moveTo>
                    <a:pt x="952229" y="359716"/>
                  </a:moveTo>
                  <a:lnTo>
                    <a:pt x="992205" y="387158"/>
                  </a:lnTo>
                  <a:lnTo>
                    <a:pt x="977609" y="335622"/>
                  </a:lnTo>
                  <a:close/>
                  <a:moveTo>
                    <a:pt x="940063" y="308179"/>
                  </a:moveTo>
                  <a:lnTo>
                    <a:pt x="977609" y="335622"/>
                  </a:lnTo>
                  <a:lnTo>
                    <a:pt x="955632" y="284085"/>
                  </a:lnTo>
                  <a:close/>
                  <a:moveTo>
                    <a:pt x="977609" y="335622"/>
                  </a:moveTo>
                  <a:lnTo>
                    <a:pt x="992205" y="387158"/>
                  </a:lnTo>
                  <a:lnTo>
                    <a:pt x="1053363" y="363064"/>
                  </a:lnTo>
                  <a:close/>
                  <a:moveTo>
                    <a:pt x="977609" y="335622"/>
                  </a:moveTo>
                  <a:lnTo>
                    <a:pt x="1053363" y="363064"/>
                  </a:lnTo>
                  <a:lnTo>
                    <a:pt x="1029953" y="311528"/>
                  </a:lnTo>
                  <a:close/>
                  <a:moveTo>
                    <a:pt x="955632" y="284085"/>
                  </a:moveTo>
                  <a:lnTo>
                    <a:pt x="977609" y="335622"/>
                  </a:lnTo>
                  <a:lnTo>
                    <a:pt x="1029953" y="311528"/>
                  </a:lnTo>
                  <a:close/>
                  <a:moveTo>
                    <a:pt x="955632" y="284085"/>
                  </a:moveTo>
                  <a:lnTo>
                    <a:pt x="1029953" y="311528"/>
                  </a:lnTo>
                  <a:lnTo>
                    <a:pt x="997300" y="259991"/>
                  </a:lnTo>
                  <a:close/>
                  <a:moveTo>
                    <a:pt x="951230" y="232549"/>
                  </a:moveTo>
                  <a:lnTo>
                    <a:pt x="955632" y="284085"/>
                  </a:lnTo>
                  <a:lnTo>
                    <a:pt x="997300" y="259991"/>
                  </a:lnTo>
                  <a:close/>
                  <a:moveTo>
                    <a:pt x="951230" y="232549"/>
                  </a:moveTo>
                  <a:lnTo>
                    <a:pt x="997300" y="259991"/>
                  </a:lnTo>
                  <a:lnTo>
                    <a:pt x="989158" y="208455"/>
                  </a:lnTo>
                  <a:close/>
                  <a:moveTo>
                    <a:pt x="1005990" y="181275"/>
                  </a:moveTo>
                  <a:lnTo>
                    <a:pt x="951230" y="232549"/>
                  </a:lnTo>
                  <a:lnTo>
                    <a:pt x="989158" y="208455"/>
                  </a:lnTo>
                  <a:close/>
                  <a:moveTo>
                    <a:pt x="989158" y="208455"/>
                  </a:moveTo>
                  <a:lnTo>
                    <a:pt x="1053516" y="224069"/>
                  </a:lnTo>
                  <a:lnTo>
                    <a:pt x="1035642" y="190258"/>
                  </a:lnTo>
                  <a:close/>
                  <a:moveTo>
                    <a:pt x="997300" y="259991"/>
                  </a:moveTo>
                  <a:lnTo>
                    <a:pt x="1053200" y="235898"/>
                  </a:lnTo>
                  <a:lnTo>
                    <a:pt x="989158" y="208455"/>
                  </a:lnTo>
                  <a:close/>
                  <a:moveTo>
                    <a:pt x="1005990" y="181275"/>
                  </a:moveTo>
                  <a:lnTo>
                    <a:pt x="989158" y="208455"/>
                  </a:lnTo>
                  <a:lnTo>
                    <a:pt x="1035642" y="190258"/>
                  </a:lnTo>
                  <a:close/>
                  <a:moveTo>
                    <a:pt x="1082522" y="157841"/>
                  </a:moveTo>
                  <a:lnTo>
                    <a:pt x="1035642" y="190258"/>
                  </a:lnTo>
                  <a:lnTo>
                    <a:pt x="1055859" y="184361"/>
                  </a:lnTo>
                  <a:close/>
                  <a:moveTo>
                    <a:pt x="1005990" y="181275"/>
                  </a:moveTo>
                  <a:lnTo>
                    <a:pt x="1035642" y="190258"/>
                  </a:lnTo>
                  <a:lnTo>
                    <a:pt x="1082522" y="157841"/>
                  </a:lnTo>
                  <a:close/>
                  <a:moveTo>
                    <a:pt x="1035642" y="190258"/>
                  </a:moveTo>
                  <a:lnTo>
                    <a:pt x="1053516" y="224069"/>
                  </a:lnTo>
                  <a:lnTo>
                    <a:pt x="1055859" y="184361"/>
                  </a:lnTo>
                  <a:close/>
                  <a:moveTo>
                    <a:pt x="1379523" y="477057"/>
                  </a:moveTo>
                  <a:lnTo>
                    <a:pt x="1399892" y="510829"/>
                  </a:lnTo>
                  <a:lnTo>
                    <a:pt x="1430740" y="469487"/>
                  </a:lnTo>
                  <a:close/>
                  <a:moveTo>
                    <a:pt x="1117799" y="154835"/>
                  </a:moveTo>
                  <a:lnTo>
                    <a:pt x="1082522" y="157841"/>
                  </a:lnTo>
                  <a:lnTo>
                    <a:pt x="1055859" y="184361"/>
                  </a:lnTo>
                  <a:close/>
                  <a:moveTo>
                    <a:pt x="1157048" y="126904"/>
                  </a:moveTo>
                  <a:lnTo>
                    <a:pt x="1112998" y="132824"/>
                  </a:lnTo>
                  <a:lnTo>
                    <a:pt x="1082522" y="157841"/>
                  </a:lnTo>
                  <a:close/>
                  <a:moveTo>
                    <a:pt x="1157048" y="126904"/>
                  </a:moveTo>
                  <a:lnTo>
                    <a:pt x="1082522" y="157841"/>
                  </a:lnTo>
                  <a:lnTo>
                    <a:pt x="1117799" y="154835"/>
                  </a:lnTo>
                  <a:close/>
                  <a:moveTo>
                    <a:pt x="1145999" y="113761"/>
                  </a:moveTo>
                  <a:lnTo>
                    <a:pt x="1157048" y="126904"/>
                  </a:lnTo>
                  <a:lnTo>
                    <a:pt x="1153246" y="108730"/>
                  </a:lnTo>
                  <a:close/>
                  <a:moveTo>
                    <a:pt x="1123268" y="157001"/>
                  </a:moveTo>
                  <a:lnTo>
                    <a:pt x="1157048" y="126904"/>
                  </a:lnTo>
                  <a:lnTo>
                    <a:pt x="1117799" y="154835"/>
                  </a:lnTo>
                  <a:close/>
                  <a:moveTo>
                    <a:pt x="1123268" y="157001"/>
                  </a:moveTo>
                  <a:lnTo>
                    <a:pt x="1171942" y="155413"/>
                  </a:lnTo>
                  <a:lnTo>
                    <a:pt x="1157048" y="126904"/>
                  </a:lnTo>
                  <a:close/>
                  <a:moveTo>
                    <a:pt x="1171942" y="155413"/>
                  </a:moveTo>
                  <a:lnTo>
                    <a:pt x="1239902" y="127107"/>
                  </a:lnTo>
                  <a:lnTo>
                    <a:pt x="1153246" y="108730"/>
                  </a:lnTo>
                  <a:close/>
                  <a:moveTo>
                    <a:pt x="1153246" y="108730"/>
                  </a:moveTo>
                  <a:lnTo>
                    <a:pt x="1239902" y="127107"/>
                  </a:lnTo>
                  <a:lnTo>
                    <a:pt x="1201198" y="84636"/>
                  </a:lnTo>
                  <a:close/>
                  <a:moveTo>
                    <a:pt x="1153246" y="108730"/>
                  </a:moveTo>
                  <a:lnTo>
                    <a:pt x="1157048" y="126904"/>
                  </a:lnTo>
                  <a:lnTo>
                    <a:pt x="1171942" y="155413"/>
                  </a:lnTo>
                  <a:close/>
                  <a:moveTo>
                    <a:pt x="1150142" y="57194"/>
                  </a:moveTo>
                  <a:lnTo>
                    <a:pt x="1153246" y="108730"/>
                  </a:lnTo>
                  <a:lnTo>
                    <a:pt x="1201198" y="84636"/>
                  </a:lnTo>
                  <a:close/>
                  <a:moveTo>
                    <a:pt x="1150142" y="57194"/>
                  </a:moveTo>
                  <a:lnTo>
                    <a:pt x="1201198" y="84636"/>
                  </a:lnTo>
                  <a:lnTo>
                    <a:pt x="1197956" y="33100"/>
                  </a:lnTo>
                  <a:close/>
                  <a:moveTo>
                    <a:pt x="1201198" y="84636"/>
                  </a:moveTo>
                  <a:lnTo>
                    <a:pt x="1239902" y="127107"/>
                  </a:lnTo>
                  <a:lnTo>
                    <a:pt x="1244776" y="71439"/>
                  </a:lnTo>
                  <a:close/>
                  <a:moveTo>
                    <a:pt x="1197956" y="33100"/>
                  </a:moveTo>
                  <a:lnTo>
                    <a:pt x="1244776" y="71439"/>
                  </a:lnTo>
                  <a:lnTo>
                    <a:pt x="1225672" y="24227"/>
                  </a:lnTo>
                  <a:close/>
                  <a:moveTo>
                    <a:pt x="1197956" y="33100"/>
                  </a:moveTo>
                  <a:lnTo>
                    <a:pt x="1201198" y="84636"/>
                  </a:lnTo>
                  <a:lnTo>
                    <a:pt x="1244776" y="71439"/>
                  </a:lnTo>
                  <a:close/>
                  <a:moveTo>
                    <a:pt x="1303146" y="60542"/>
                  </a:moveTo>
                  <a:lnTo>
                    <a:pt x="1286272" y="9006"/>
                  </a:lnTo>
                  <a:lnTo>
                    <a:pt x="1244776" y="71439"/>
                  </a:lnTo>
                  <a:close/>
                  <a:moveTo>
                    <a:pt x="1286272" y="9006"/>
                  </a:moveTo>
                  <a:lnTo>
                    <a:pt x="1225672" y="24227"/>
                  </a:lnTo>
                  <a:lnTo>
                    <a:pt x="1244776" y="71439"/>
                  </a:lnTo>
                  <a:close/>
                  <a:moveTo>
                    <a:pt x="1209589" y="13771"/>
                  </a:moveTo>
                  <a:lnTo>
                    <a:pt x="1197956" y="33100"/>
                  </a:lnTo>
                  <a:lnTo>
                    <a:pt x="1225672" y="24227"/>
                  </a:lnTo>
                  <a:close/>
                  <a:moveTo>
                    <a:pt x="1289529" y="3074"/>
                  </a:moveTo>
                  <a:lnTo>
                    <a:pt x="1225672" y="24227"/>
                  </a:lnTo>
                  <a:lnTo>
                    <a:pt x="1286272" y="9006"/>
                  </a:lnTo>
                  <a:close/>
                  <a:moveTo>
                    <a:pt x="1209589" y="13771"/>
                  </a:moveTo>
                  <a:lnTo>
                    <a:pt x="1225672" y="24227"/>
                  </a:lnTo>
                  <a:lnTo>
                    <a:pt x="1289529" y="3074"/>
                  </a:lnTo>
                  <a:close/>
                  <a:moveTo>
                    <a:pt x="1376101" y="103381"/>
                  </a:moveTo>
                  <a:lnTo>
                    <a:pt x="1361120" y="112079"/>
                  </a:lnTo>
                  <a:lnTo>
                    <a:pt x="1396532" y="93564"/>
                  </a:lnTo>
                  <a:close/>
                  <a:moveTo>
                    <a:pt x="1376101" y="103381"/>
                  </a:moveTo>
                  <a:lnTo>
                    <a:pt x="1305558" y="63004"/>
                  </a:lnTo>
                  <a:lnTo>
                    <a:pt x="1361120" y="112079"/>
                  </a:lnTo>
                  <a:close/>
                  <a:moveTo>
                    <a:pt x="1305749" y="59851"/>
                  </a:moveTo>
                  <a:lnTo>
                    <a:pt x="1305558" y="63004"/>
                  </a:lnTo>
                  <a:lnTo>
                    <a:pt x="1376101" y="103381"/>
                  </a:lnTo>
                  <a:close/>
                  <a:moveTo>
                    <a:pt x="1369734" y="45815"/>
                  </a:moveTo>
                  <a:lnTo>
                    <a:pt x="1305749" y="59851"/>
                  </a:lnTo>
                  <a:lnTo>
                    <a:pt x="1376101" y="103381"/>
                  </a:lnTo>
                  <a:close/>
                  <a:moveTo>
                    <a:pt x="1376101" y="103381"/>
                  </a:moveTo>
                  <a:lnTo>
                    <a:pt x="1429392" y="98039"/>
                  </a:lnTo>
                  <a:lnTo>
                    <a:pt x="1418845" y="43871"/>
                  </a:lnTo>
                  <a:close/>
                  <a:moveTo>
                    <a:pt x="1376101" y="103381"/>
                  </a:moveTo>
                  <a:lnTo>
                    <a:pt x="1418845" y="43871"/>
                  </a:lnTo>
                  <a:lnTo>
                    <a:pt x="1369734" y="45815"/>
                  </a:lnTo>
                  <a:close/>
                  <a:moveTo>
                    <a:pt x="1303146" y="60542"/>
                  </a:moveTo>
                  <a:lnTo>
                    <a:pt x="1305558" y="63004"/>
                  </a:lnTo>
                  <a:lnTo>
                    <a:pt x="1305749" y="59851"/>
                  </a:lnTo>
                  <a:close/>
                  <a:moveTo>
                    <a:pt x="1286272" y="9006"/>
                  </a:moveTo>
                  <a:lnTo>
                    <a:pt x="1305749" y="59851"/>
                  </a:lnTo>
                  <a:lnTo>
                    <a:pt x="1293505" y="7063"/>
                  </a:lnTo>
                  <a:close/>
                  <a:moveTo>
                    <a:pt x="1286272" y="9006"/>
                  </a:moveTo>
                  <a:lnTo>
                    <a:pt x="1303146" y="60542"/>
                  </a:lnTo>
                  <a:lnTo>
                    <a:pt x="1305749" y="59851"/>
                  </a:lnTo>
                  <a:close/>
                  <a:moveTo>
                    <a:pt x="1305749" y="59851"/>
                  </a:moveTo>
                  <a:lnTo>
                    <a:pt x="1348912" y="0"/>
                  </a:lnTo>
                  <a:lnTo>
                    <a:pt x="1293505" y="7063"/>
                  </a:lnTo>
                  <a:close/>
                  <a:moveTo>
                    <a:pt x="1289529" y="3074"/>
                  </a:moveTo>
                  <a:lnTo>
                    <a:pt x="1286272" y="9006"/>
                  </a:lnTo>
                  <a:lnTo>
                    <a:pt x="1293505" y="7063"/>
                  </a:lnTo>
                  <a:close/>
                  <a:moveTo>
                    <a:pt x="1587440" y="283312"/>
                  </a:moveTo>
                  <a:lnTo>
                    <a:pt x="1564813" y="294132"/>
                  </a:lnTo>
                  <a:lnTo>
                    <a:pt x="1592244" y="292579"/>
                  </a:lnTo>
                  <a:close/>
                  <a:moveTo>
                    <a:pt x="1592244" y="292579"/>
                  </a:moveTo>
                  <a:lnTo>
                    <a:pt x="1601442" y="242595"/>
                  </a:lnTo>
                  <a:lnTo>
                    <a:pt x="1587440" y="283312"/>
                  </a:lnTo>
                  <a:close/>
                  <a:moveTo>
                    <a:pt x="1630406" y="236793"/>
                  </a:moveTo>
                  <a:lnTo>
                    <a:pt x="1601442" y="242595"/>
                  </a:lnTo>
                  <a:lnTo>
                    <a:pt x="1592244" y="29257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08" name="Output_density__4307">
              <a:extLst>
                <a:ext uri="{FF2B5EF4-FFF2-40B4-BE49-F238E27FC236}">
                  <a16:creationId xmlns:a16="http://schemas.microsoft.com/office/drawing/2014/main" id="{0C6014E8-6C3F-4A08-8370-3B0B64B7BB54}"/>
                </a:ext>
              </a:extLst>
            </p:cNvPr>
            <p:cNvSpPr>
              <a:spLocks noGrp="1"/>
            </p:cNvSpPr>
            <p:nvPr/>
          </p:nvSpPr>
          <p:spPr>
            <a:xfrm>
              <a:off x="15066920" y="2423625"/>
              <a:ext cx="1155788" cy="1026812"/>
            </a:xfrm>
            <a:custGeom>
              <a:avLst/>
              <a:gdLst/>
              <a:ahLst/>
              <a:cxnLst/>
              <a:rect l="0" t="0" r="0" b="0"/>
              <a:pathLst>
                <a:path w="1155788" h="1026812">
                  <a:moveTo>
                    <a:pt x="0" y="965229"/>
                  </a:moveTo>
                  <a:lnTo>
                    <a:pt x="27184" y="946074"/>
                  </a:lnTo>
                  <a:lnTo>
                    <a:pt x="51675" y="902740"/>
                  </a:lnTo>
                  <a:close/>
                  <a:moveTo>
                    <a:pt x="333106" y="851557"/>
                  </a:moveTo>
                  <a:lnTo>
                    <a:pt x="316690" y="885960"/>
                  </a:lnTo>
                  <a:lnTo>
                    <a:pt x="371517" y="820494"/>
                  </a:lnTo>
                  <a:close/>
                  <a:moveTo>
                    <a:pt x="364747" y="834959"/>
                  </a:moveTo>
                  <a:lnTo>
                    <a:pt x="333106" y="851557"/>
                  </a:lnTo>
                  <a:lnTo>
                    <a:pt x="406739" y="817283"/>
                  </a:lnTo>
                  <a:close/>
                  <a:moveTo>
                    <a:pt x="639778" y="1026812"/>
                  </a:moveTo>
                  <a:lnTo>
                    <a:pt x="681301" y="1010220"/>
                  </a:lnTo>
                  <a:lnTo>
                    <a:pt x="707600" y="973645"/>
                  </a:lnTo>
                  <a:close/>
                  <a:moveTo>
                    <a:pt x="707600" y="973645"/>
                  </a:moveTo>
                  <a:lnTo>
                    <a:pt x="745308" y="953623"/>
                  </a:lnTo>
                  <a:lnTo>
                    <a:pt x="744055" y="951181"/>
                  </a:lnTo>
                  <a:close/>
                  <a:moveTo>
                    <a:pt x="723059" y="991670"/>
                  </a:moveTo>
                  <a:lnTo>
                    <a:pt x="745308" y="953623"/>
                  </a:lnTo>
                  <a:lnTo>
                    <a:pt x="707600" y="973645"/>
                  </a:lnTo>
                  <a:close/>
                  <a:moveTo>
                    <a:pt x="681301" y="1010220"/>
                  </a:moveTo>
                  <a:lnTo>
                    <a:pt x="723059" y="991670"/>
                  </a:lnTo>
                  <a:lnTo>
                    <a:pt x="707600" y="973645"/>
                  </a:lnTo>
                  <a:close/>
                  <a:moveTo>
                    <a:pt x="604354" y="796571"/>
                  </a:moveTo>
                  <a:lnTo>
                    <a:pt x="566842" y="859280"/>
                  </a:lnTo>
                  <a:lnTo>
                    <a:pt x="586951" y="832138"/>
                  </a:lnTo>
                  <a:close/>
                  <a:moveTo>
                    <a:pt x="603177" y="804979"/>
                  </a:moveTo>
                  <a:lnTo>
                    <a:pt x="604354" y="796571"/>
                  </a:lnTo>
                  <a:lnTo>
                    <a:pt x="586951" y="832138"/>
                  </a:lnTo>
                  <a:close/>
                  <a:moveTo>
                    <a:pt x="782544" y="944275"/>
                  </a:moveTo>
                  <a:lnTo>
                    <a:pt x="744055" y="951181"/>
                  </a:lnTo>
                  <a:lnTo>
                    <a:pt x="751057" y="948949"/>
                  </a:lnTo>
                  <a:close/>
                  <a:moveTo>
                    <a:pt x="707600" y="973645"/>
                  </a:moveTo>
                  <a:lnTo>
                    <a:pt x="744055" y="951181"/>
                  </a:lnTo>
                  <a:lnTo>
                    <a:pt x="782544" y="944275"/>
                  </a:lnTo>
                  <a:close/>
                  <a:moveTo>
                    <a:pt x="801381" y="927087"/>
                  </a:moveTo>
                  <a:lnTo>
                    <a:pt x="827106" y="862361"/>
                  </a:lnTo>
                  <a:lnTo>
                    <a:pt x="817240" y="851457"/>
                  </a:lnTo>
                  <a:close/>
                  <a:moveTo>
                    <a:pt x="833969" y="731296"/>
                  </a:moveTo>
                  <a:lnTo>
                    <a:pt x="849463" y="748384"/>
                  </a:lnTo>
                  <a:lnTo>
                    <a:pt x="840796" y="717593"/>
                  </a:lnTo>
                  <a:close/>
                  <a:moveTo>
                    <a:pt x="840796" y="717593"/>
                  </a:moveTo>
                  <a:lnTo>
                    <a:pt x="849463" y="748384"/>
                  </a:lnTo>
                  <a:lnTo>
                    <a:pt x="848851" y="707933"/>
                  </a:lnTo>
                  <a:close/>
                  <a:moveTo>
                    <a:pt x="840796" y="717593"/>
                  </a:moveTo>
                  <a:lnTo>
                    <a:pt x="848851" y="707933"/>
                  </a:lnTo>
                  <a:lnTo>
                    <a:pt x="876871" y="677796"/>
                  </a:lnTo>
                  <a:close/>
                  <a:moveTo>
                    <a:pt x="876871" y="677796"/>
                  </a:moveTo>
                  <a:lnTo>
                    <a:pt x="877758" y="670936"/>
                  </a:lnTo>
                  <a:lnTo>
                    <a:pt x="870698" y="694489"/>
                  </a:lnTo>
                  <a:close/>
                  <a:moveTo>
                    <a:pt x="840796" y="717593"/>
                  </a:moveTo>
                  <a:lnTo>
                    <a:pt x="876871" y="677796"/>
                  </a:lnTo>
                  <a:lnTo>
                    <a:pt x="870698" y="694489"/>
                  </a:lnTo>
                  <a:close/>
                  <a:moveTo>
                    <a:pt x="877758" y="670936"/>
                  </a:moveTo>
                  <a:lnTo>
                    <a:pt x="876871" y="677796"/>
                  </a:lnTo>
                  <a:lnTo>
                    <a:pt x="884508" y="672753"/>
                  </a:lnTo>
                  <a:close/>
                  <a:moveTo>
                    <a:pt x="1077956" y="231089"/>
                  </a:moveTo>
                  <a:lnTo>
                    <a:pt x="1063917" y="218379"/>
                  </a:lnTo>
                  <a:lnTo>
                    <a:pt x="1026721" y="214207"/>
                  </a:lnTo>
                  <a:close/>
                  <a:moveTo>
                    <a:pt x="1155788" y="212511"/>
                  </a:moveTo>
                  <a:lnTo>
                    <a:pt x="1098272" y="229152"/>
                  </a:lnTo>
                  <a:lnTo>
                    <a:pt x="1077956" y="231089"/>
                  </a:lnTo>
                  <a:close/>
                  <a:moveTo>
                    <a:pt x="1062315" y="37709"/>
                  </a:moveTo>
                  <a:lnTo>
                    <a:pt x="1088310" y="0"/>
                  </a:lnTo>
                  <a:lnTo>
                    <a:pt x="1018357" y="48033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09" name="Output_density__4308">
              <a:extLst>
                <a:ext uri="{FF2B5EF4-FFF2-40B4-BE49-F238E27FC236}">
                  <a16:creationId xmlns:a16="http://schemas.microsoft.com/office/drawing/2014/main" id="{0C76F2AB-99D8-CA3F-18DF-A927B97BABDE}"/>
                </a:ext>
              </a:extLst>
            </p:cNvPr>
            <p:cNvSpPr>
              <a:spLocks noGrp="1"/>
            </p:cNvSpPr>
            <p:nvPr/>
          </p:nvSpPr>
          <p:spPr>
            <a:xfrm>
              <a:off x="14982818" y="2412354"/>
              <a:ext cx="1317303" cy="1075802"/>
            </a:xfrm>
            <a:custGeom>
              <a:avLst/>
              <a:gdLst/>
              <a:ahLst/>
              <a:cxnLst/>
              <a:rect l="0" t="0" r="0" b="0"/>
              <a:pathLst>
                <a:path w="1317303" h="1075802">
                  <a:moveTo>
                    <a:pt x="0" y="755719"/>
                  </a:moveTo>
                  <a:lnTo>
                    <a:pt x="1359" y="805840"/>
                  </a:lnTo>
                  <a:lnTo>
                    <a:pt x="2446" y="746259"/>
                  </a:lnTo>
                  <a:close/>
                  <a:moveTo>
                    <a:pt x="122525" y="952405"/>
                  </a:moveTo>
                  <a:lnTo>
                    <a:pt x="135776" y="914011"/>
                  </a:lnTo>
                  <a:lnTo>
                    <a:pt x="135612" y="898145"/>
                  </a:lnTo>
                  <a:close/>
                  <a:moveTo>
                    <a:pt x="355289" y="1075802"/>
                  </a:moveTo>
                  <a:lnTo>
                    <a:pt x="397187" y="1057775"/>
                  </a:lnTo>
                  <a:lnTo>
                    <a:pt x="422110" y="1016059"/>
                  </a:lnTo>
                  <a:close/>
                  <a:moveTo>
                    <a:pt x="383078" y="1044801"/>
                  </a:moveTo>
                  <a:lnTo>
                    <a:pt x="355289" y="1075802"/>
                  </a:lnTo>
                  <a:lnTo>
                    <a:pt x="422110" y="1016059"/>
                  </a:lnTo>
                  <a:close/>
                  <a:moveTo>
                    <a:pt x="406879" y="955024"/>
                  </a:moveTo>
                  <a:lnTo>
                    <a:pt x="432433" y="931660"/>
                  </a:lnTo>
                  <a:lnTo>
                    <a:pt x="436408" y="983197"/>
                  </a:lnTo>
                  <a:close/>
                  <a:moveTo>
                    <a:pt x="382202" y="880124"/>
                  </a:moveTo>
                  <a:lnTo>
                    <a:pt x="400792" y="897230"/>
                  </a:lnTo>
                  <a:lnTo>
                    <a:pt x="417207" y="862828"/>
                  </a:lnTo>
                  <a:close/>
                  <a:moveTo>
                    <a:pt x="274034" y="676879"/>
                  </a:moveTo>
                  <a:lnTo>
                    <a:pt x="279794" y="668663"/>
                  </a:lnTo>
                  <a:lnTo>
                    <a:pt x="253749" y="725514"/>
                  </a:lnTo>
                  <a:close/>
                  <a:moveTo>
                    <a:pt x="279794" y="668663"/>
                  </a:moveTo>
                  <a:lnTo>
                    <a:pt x="271463" y="667268"/>
                  </a:lnTo>
                  <a:lnTo>
                    <a:pt x="247535" y="622441"/>
                  </a:lnTo>
                  <a:close/>
                  <a:moveTo>
                    <a:pt x="338264" y="607448"/>
                  </a:moveTo>
                  <a:lnTo>
                    <a:pt x="330520" y="602664"/>
                  </a:lnTo>
                  <a:lnTo>
                    <a:pt x="378783" y="649884"/>
                  </a:lnTo>
                  <a:close/>
                  <a:moveTo>
                    <a:pt x="507430" y="785775"/>
                  </a:moveTo>
                  <a:lnTo>
                    <a:pt x="448848" y="846229"/>
                  </a:lnTo>
                  <a:lnTo>
                    <a:pt x="490840" y="828554"/>
                  </a:lnTo>
                  <a:close/>
                  <a:moveTo>
                    <a:pt x="338264" y="607448"/>
                  </a:moveTo>
                  <a:lnTo>
                    <a:pt x="424826" y="621515"/>
                  </a:lnTo>
                  <a:lnTo>
                    <a:pt x="373178" y="603088"/>
                  </a:lnTo>
                  <a:close/>
                  <a:moveTo>
                    <a:pt x="731322" y="807842"/>
                  </a:moveTo>
                  <a:lnTo>
                    <a:pt x="740434" y="811017"/>
                  </a:lnTo>
                  <a:lnTo>
                    <a:pt x="745138" y="810821"/>
                  </a:lnTo>
                  <a:close/>
                  <a:moveTo>
                    <a:pt x="688456" y="807842"/>
                  </a:moveTo>
                  <a:lnTo>
                    <a:pt x="687279" y="816250"/>
                  </a:lnTo>
                  <a:lnTo>
                    <a:pt x="696355" y="803107"/>
                  </a:lnTo>
                  <a:close/>
                  <a:moveTo>
                    <a:pt x="731322" y="807842"/>
                  </a:moveTo>
                  <a:lnTo>
                    <a:pt x="745138" y="810821"/>
                  </a:lnTo>
                  <a:lnTo>
                    <a:pt x="745888" y="806584"/>
                  </a:lnTo>
                  <a:close/>
                  <a:moveTo>
                    <a:pt x="745888" y="806584"/>
                  </a:moveTo>
                  <a:lnTo>
                    <a:pt x="696355" y="803107"/>
                  </a:lnTo>
                  <a:lnTo>
                    <a:pt x="731322" y="807842"/>
                  </a:lnTo>
                  <a:close/>
                  <a:moveTo>
                    <a:pt x="728064" y="612085"/>
                  </a:moveTo>
                  <a:lnTo>
                    <a:pt x="754324" y="575368"/>
                  </a:lnTo>
                  <a:lnTo>
                    <a:pt x="685869" y="629003"/>
                  </a:lnTo>
                  <a:close/>
                  <a:moveTo>
                    <a:pt x="768419" y="537296"/>
                  </a:moveTo>
                  <a:lnTo>
                    <a:pt x="754324" y="575368"/>
                  </a:lnTo>
                  <a:lnTo>
                    <a:pt x="793727" y="553508"/>
                  </a:lnTo>
                  <a:close/>
                  <a:moveTo>
                    <a:pt x="774564" y="516142"/>
                  </a:moveTo>
                  <a:lnTo>
                    <a:pt x="794869" y="552284"/>
                  </a:lnTo>
                  <a:lnTo>
                    <a:pt x="822204" y="519586"/>
                  </a:lnTo>
                  <a:close/>
                  <a:moveTo>
                    <a:pt x="961860" y="682207"/>
                  </a:moveTo>
                  <a:lnTo>
                    <a:pt x="968609" y="684024"/>
                  </a:lnTo>
                  <a:lnTo>
                    <a:pt x="967728" y="614693"/>
                  </a:lnTo>
                  <a:close/>
                  <a:moveTo>
                    <a:pt x="852394" y="497559"/>
                  </a:moveTo>
                  <a:lnTo>
                    <a:pt x="793473" y="516927"/>
                  </a:lnTo>
                  <a:lnTo>
                    <a:pt x="774564" y="516142"/>
                  </a:lnTo>
                  <a:close/>
                  <a:moveTo>
                    <a:pt x="852394" y="497559"/>
                  </a:moveTo>
                  <a:lnTo>
                    <a:pt x="774564" y="516142"/>
                  </a:lnTo>
                  <a:lnTo>
                    <a:pt x="822204" y="519586"/>
                  </a:lnTo>
                  <a:close/>
                  <a:moveTo>
                    <a:pt x="866071" y="508919"/>
                  </a:moveTo>
                  <a:lnTo>
                    <a:pt x="878566" y="505320"/>
                  </a:lnTo>
                  <a:lnTo>
                    <a:pt x="852394" y="497559"/>
                  </a:lnTo>
                  <a:close/>
                  <a:moveTo>
                    <a:pt x="866071" y="508919"/>
                  </a:moveTo>
                  <a:lnTo>
                    <a:pt x="852394" y="497559"/>
                  </a:lnTo>
                  <a:lnTo>
                    <a:pt x="822204" y="519586"/>
                  </a:lnTo>
                  <a:close/>
                  <a:moveTo>
                    <a:pt x="977467" y="544032"/>
                  </a:moveTo>
                  <a:lnTo>
                    <a:pt x="991626" y="556857"/>
                  </a:lnTo>
                  <a:lnTo>
                    <a:pt x="1009815" y="492974"/>
                  </a:lnTo>
                  <a:close/>
                  <a:moveTo>
                    <a:pt x="1005615" y="451277"/>
                  </a:moveTo>
                  <a:lnTo>
                    <a:pt x="1039220" y="406325"/>
                  </a:lnTo>
                  <a:lnTo>
                    <a:pt x="1038027" y="405596"/>
                  </a:lnTo>
                  <a:close/>
                  <a:moveTo>
                    <a:pt x="1021338" y="470285"/>
                  </a:moveTo>
                  <a:lnTo>
                    <a:pt x="1039220" y="406325"/>
                  </a:lnTo>
                  <a:lnTo>
                    <a:pt x="1005615" y="451277"/>
                  </a:lnTo>
                  <a:close/>
                  <a:moveTo>
                    <a:pt x="973515" y="466158"/>
                  </a:moveTo>
                  <a:lnTo>
                    <a:pt x="1021338" y="470285"/>
                  </a:lnTo>
                  <a:lnTo>
                    <a:pt x="1005615" y="451277"/>
                  </a:lnTo>
                  <a:close/>
                  <a:moveTo>
                    <a:pt x="1105331" y="453303"/>
                  </a:moveTo>
                  <a:lnTo>
                    <a:pt x="1189872" y="484575"/>
                  </a:lnTo>
                  <a:lnTo>
                    <a:pt x="1140292" y="470554"/>
                  </a:lnTo>
                  <a:close/>
                  <a:moveTo>
                    <a:pt x="1105331" y="453303"/>
                  </a:moveTo>
                  <a:lnTo>
                    <a:pt x="1190183" y="485045"/>
                  </a:lnTo>
                  <a:lnTo>
                    <a:pt x="1189872" y="484575"/>
                  </a:lnTo>
                  <a:close/>
                  <a:moveTo>
                    <a:pt x="1009582" y="455181"/>
                  </a:moveTo>
                  <a:lnTo>
                    <a:pt x="1038027" y="405596"/>
                  </a:lnTo>
                  <a:lnTo>
                    <a:pt x="1042222" y="403885"/>
                  </a:lnTo>
                  <a:close/>
                  <a:moveTo>
                    <a:pt x="1012766" y="354059"/>
                  </a:moveTo>
                  <a:lnTo>
                    <a:pt x="1022657" y="340316"/>
                  </a:lnTo>
                  <a:lnTo>
                    <a:pt x="1046186" y="293384"/>
                  </a:lnTo>
                  <a:close/>
                  <a:moveTo>
                    <a:pt x="1241442" y="499385"/>
                  </a:moveTo>
                  <a:lnTo>
                    <a:pt x="1190183" y="485045"/>
                  </a:lnTo>
                  <a:lnTo>
                    <a:pt x="1221662" y="497435"/>
                  </a:lnTo>
                  <a:close/>
                  <a:moveTo>
                    <a:pt x="1189872" y="484575"/>
                  </a:moveTo>
                  <a:lnTo>
                    <a:pt x="1191798" y="483731"/>
                  </a:lnTo>
                  <a:lnTo>
                    <a:pt x="1140292" y="470554"/>
                  </a:lnTo>
                  <a:close/>
                  <a:moveTo>
                    <a:pt x="1191798" y="483731"/>
                  </a:moveTo>
                  <a:lnTo>
                    <a:pt x="1259260" y="466868"/>
                  </a:lnTo>
                  <a:lnTo>
                    <a:pt x="1218233" y="452390"/>
                  </a:lnTo>
                  <a:close/>
                  <a:moveTo>
                    <a:pt x="1287422" y="496620"/>
                  </a:moveTo>
                  <a:lnTo>
                    <a:pt x="1317303" y="473440"/>
                  </a:lnTo>
                  <a:lnTo>
                    <a:pt x="1241442" y="499385"/>
                  </a:lnTo>
                  <a:close/>
                  <a:moveTo>
                    <a:pt x="1158116" y="260143"/>
                  </a:moveTo>
                  <a:lnTo>
                    <a:pt x="1162058" y="242360"/>
                  </a:lnTo>
                  <a:lnTo>
                    <a:pt x="1110823" y="225478"/>
                  </a:lnTo>
                  <a:close/>
                  <a:moveTo>
                    <a:pt x="1098503" y="254335"/>
                  </a:moveTo>
                  <a:lnTo>
                    <a:pt x="1104655" y="265623"/>
                  </a:lnTo>
                  <a:lnTo>
                    <a:pt x="1110823" y="225478"/>
                  </a:lnTo>
                  <a:close/>
                  <a:moveTo>
                    <a:pt x="1102458" y="59304"/>
                  </a:moveTo>
                  <a:lnTo>
                    <a:pt x="1151735" y="0"/>
                  </a:lnTo>
                  <a:lnTo>
                    <a:pt x="1113910" y="7128"/>
                  </a:lnTo>
                  <a:close/>
                  <a:moveTo>
                    <a:pt x="1172411" y="11271"/>
                  </a:moveTo>
                  <a:lnTo>
                    <a:pt x="1151735" y="0"/>
                  </a:lnTo>
                  <a:lnTo>
                    <a:pt x="1102458" y="5930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10" name="Output_density__4309">
              <a:extLst>
                <a:ext uri="{FF2B5EF4-FFF2-40B4-BE49-F238E27FC236}">
                  <a16:creationId xmlns:a16="http://schemas.microsoft.com/office/drawing/2014/main" id="{1B241F92-D106-3441-3F9A-542E86C3952A}"/>
                </a:ext>
              </a:extLst>
            </p:cNvPr>
            <p:cNvSpPr>
              <a:spLocks noGrp="1"/>
            </p:cNvSpPr>
            <p:nvPr/>
          </p:nvSpPr>
          <p:spPr>
            <a:xfrm>
              <a:off x="15817977" y="3350712"/>
              <a:ext cx="50324" cy="21862"/>
            </a:xfrm>
            <a:custGeom>
              <a:avLst/>
              <a:gdLst/>
              <a:ahLst/>
              <a:cxnLst/>
              <a:rect l="0" t="0" r="0" b="0"/>
              <a:pathLst>
                <a:path w="50324" h="21862">
                  <a:moveTo>
                    <a:pt x="50324" y="0"/>
                  </a:moveTo>
                  <a:lnTo>
                    <a:pt x="31487" y="17188"/>
                  </a:lnTo>
                  <a:lnTo>
                    <a:pt x="0" y="21862"/>
                  </a:lnTo>
                  <a:close/>
                </a:path>
              </a:pathLst>
            </a:custGeom>
            <a:solidFill>
              <a:srgbClr val="EAEDF0"/>
            </a:solidFill>
            <a:ln w="1524">
              <a:solidFill>
                <a:srgbClr val="EAEDF0"/>
              </a:solidFill>
            </a:ln>
          </p:spPr>
        </p:sp>
        <p:sp>
          <p:nvSpPr>
            <p:cNvPr id="4311" name="Output_density__4310">
              <a:extLst>
                <a:ext uri="{FF2B5EF4-FFF2-40B4-BE49-F238E27FC236}">
                  <a16:creationId xmlns:a16="http://schemas.microsoft.com/office/drawing/2014/main" id="{FFFEF28A-54A2-1D8E-8BEE-5325CCFB6990}"/>
                </a:ext>
              </a:extLst>
            </p:cNvPr>
            <p:cNvSpPr>
              <a:spLocks noGrp="1"/>
            </p:cNvSpPr>
            <p:nvPr/>
          </p:nvSpPr>
          <p:spPr>
            <a:xfrm>
              <a:off x="14781418" y="2379945"/>
              <a:ext cx="1746587" cy="957372"/>
            </a:xfrm>
            <a:custGeom>
              <a:avLst/>
              <a:gdLst/>
              <a:ahLst/>
              <a:cxnLst/>
              <a:rect l="0" t="0" r="0" b="0"/>
              <a:pathLst>
                <a:path w="1746587" h="957372">
                  <a:moveTo>
                    <a:pt x="22024" y="776401"/>
                  </a:moveTo>
                  <a:lnTo>
                    <a:pt x="0" y="763657"/>
                  </a:lnTo>
                  <a:lnTo>
                    <a:pt x="37174" y="802762"/>
                  </a:lnTo>
                  <a:close/>
                  <a:moveTo>
                    <a:pt x="154846" y="957372"/>
                  </a:moveTo>
                  <a:lnTo>
                    <a:pt x="162286" y="933278"/>
                  </a:lnTo>
                  <a:lnTo>
                    <a:pt x="126526" y="905836"/>
                  </a:lnTo>
                  <a:close/>
                  <a:moveTo>
                    <a:pt x="106479" y="854299"/>
                  </a:moveTo>
                  <a:lnTo>
                    <a:pt x="156286" y="838049"/>
                  </a:lnTo>
                  <a:lnTo>
                    <a:pt x="83877" y="832982"/>
                  </a:lnTo>
                  <a:close/>
                  <a:moveTo>
                    <a:pt x="37174" y="802762"/>
                  </a:moveTo>
                  <a:lnTo>
                    <a:pt x="62732" y="778668"/>
                  </a:lnTo>
                  <a:lnTo>
                    <a:pt x="22024" y="776401"/>
                  </a:lnTo>
                  <a:close/>
                  <a:moveTo>
                    <a:pt x="62732" y="778668"/>
                  </a:moveTo>
                  <a:lnTo>
                    <a:pt x="56288" y="769607"/>
                  </a:lnTo>
                  <a:lnTo>
                    <a:pt x="22024" y="776401"/>
                  </a:lnTo>
                  <a:close/>
                  <a:moveTo>
                    <a:pt x="35357" y="727132"/>
                  </a:moveTo>
                  <a:lnTo>
                    <a:pt x="22024" y="776401"/>
                  </a:lnTo>
                  <a:lnTo>
                    <a:pt x="56288" y="769607"/>
                  </a:lnTo>
                  <a:close/>
                  <a:moveTo>
                    <a:pt x="302614" y="920537"/>
                  </a:moveTo>
                  <a:lnTo>
                    <a:pt x="232385" y="881741"/>
                  </a:lnTo>
                  <a:lnTo>
                    <a:pt x="266410" y="896292"/>
                  </a:lnTo>
                  <a:close/>
                  <a:moveTo>
                    <a:pt x="35357" y="727132"/>
                  </a:moveTo>
                  <a:lnTo>
                    <a:pt x="33386" y="673772"/>
                  </a:lnTo>
                  <a:lnTo>
                    <a:pt x="33419" y="684104"/>
                  </a:lnTo>
                  <a:close/>
                  <a:moveTo>
                    <a:pt x="42518" y="651501"/>
                  </a:moveTo>
                  <a:lnTo>
                    <a:pt x="33386" y="673772"/>
                  </a:lnTo>
                  <a:lnTo>
                    <a:pt x="35357" y="727132"/>
                  </a:lnTo>
                  <a:close/>
                  <a:moveTo>
                    <a:pt x="195916" y="672501"/>
                  </a:moveTo>
                  <a:lnTo>
                    <a:pt x="242806" y="678944"/>
                  </a:lnTo>
                  <a:lnTo>
                    <a:pt x="166276" y="641698"/>
                  </a:lnTo>
                  <a:close/>
                  <a:moveTo>
                    <a:pt x="242806" y="678944"/>
                  </a:moveTo>
                  <a:lnTo>
                    <a:pt x="195916" y="672501"/>
                  </a:lnTo>
                  <a:lnTo>
                    <a:pt x="199931" y="677081"/>
                  </a:lnTo>
                  <a:close/>
                  <a:moveTo>
                    <a:pt x="178856" y="505986"/>
                  </a:moveTo>
                  <a:lnTo>
                    <a:pt x="120884" y="515134"/>
                  </a:lnTo>
                  <a:lnTo>
                    <a:pt x="195143" y="534713"/>
                  </a:lnTo>
                  <a:close/>
                  <a:moveTo>
                    <a:pt x="228345" y="484172"/>
                  </a:moveTo>
                  <a:lnTo>
                    <a:pt x="172569" y="448703"/>
                  </a:lnTo>
                  <a:lnTo>
                    <a:pt x="225368" y="506155"/>
                  </a:lnTo>
                  <a:close/>
                  <a:moveTo>
                    <a:pt x="322354" y="476146"/>
                  </a:moveTo>
                  <a:lnTo>
                    <a:pt x="306483" y="466742"/>
                  </a:lnTo>
                  <a:lnTo>
                    <a:pt x="277292" y="492499"/>
                  </a:lnTo>
                  <a:close/>
                  <a:moveTo>
                    <a:pt x="277292" y="492499"/>
                  </a:moveTo>
                  <a:lnTo>
                    <a:pt x="306483" y="466742"/>
                  </a:lnTo>
                  <a:lnTo>
                    <a:pt x="228345" y="484172"/>
                  </a:lnTo>
                  <a:close/>
                  <a:moveTo>
                    <a:pt x="663881" y="816744"/>
                  </a:moveTo>
                  <a:lnTo>
                    <a:pt x="708830" y="818184"/>
                  </a:lnTo>
                  <a:lnTo>
                    <a:pt x="662954" y="791243"/>
                  </a:lnTo>
                  <a:close/>
                  <a:moveTo>
                    <a:pt x="708830" y="818184"/>
                  </a:moveTo>
                  <a:lnTo>
                    <a:pt x="714163" y="808030"/>
                  </a:lnTo>
                  <a:lnTo>
                    <a:pt x="662954" y="791243"/>
                  </a:lnTo>
                  <a:close/>
                  <a:moveTo>
                    <a:pt x="662954" y="791243"/>
                  </a:moveTo>
                  <a:lnTo>
                    <a:pt x="619723" y="761272"/>
                  </a:lnTo>
                  <a:lnTo>
                    <a:pt x="663881" y="816744"/>
                  </a:lnTo>
                  <a:close/>
                  <a:moveTo>
                    <a:pt x="613177" y="779812"/>
                  </a:moveTo>
                  <a:lnTo>
                    <a:pt x="642883" y="812809"/>
                  </a:lnTo>
                  <a:lnTo>
                    <a:pt x="663881" y="816744"/>
                  </a:lnTo>
                  <a:close/>
                  <a:moveTo>
                    <a:pt x="605177" y="763745"/>
                  </a:moveTo>
                  <a:lnTo>
                    <a:pt x="613177" y="779812"/>
                  </a:lnTo>
                  <a:lnTo>
                    <a:pt x="663881" y="816744"/>
                  </a:lnTo>
                  <a:close/>
                  <a:moveTo>
                    <a:pt x="708830" y="818184"/>
                  </a:moveTo>
                  <a:lnTo>
                    <a:pt x="720034" y="812809"/>
                  </a:lnTo>
                  <a:lnTo>
                    <a:pt x="714163" y="808030"/>
                  </a:lnTo>
                  <a:close/>
                  <a:moveTo>
                    <a:pt x="605177" y="763745"/>
                  </a:moveTo>
                  <a:lnTo>
                    <a:pt x="567379" y="743479"/>
                  </a:lnTo>
                  <a:lnTo>
                    <a:pt x="554122" y="767269"/>
                  </a:lnTo>
                  <a:close/>
                  <a:moveTo>
                    <a:pt x="391243" y="474070"/>
                  </a:moveTo>
                  <a:lnTo>
                    <a:pt x="322354" y="476146"/>
                  </a:lnTo>
                  <a:lnTo>
                    <a:pt x="361033" y="496019"/>
                  </a:lnTo>
                  <a:close/>
                  <a:moveTo>
                    <a:pt x="334804" y="455167"/>
                  </a:moveTo>
                  <a:lnTo>
                    <a:pt x="336837" y="445331"/>
                  </a:lnTo>
                  <a:lnTo>
                    <a:pt x="322354" y="476146"/>
                  </a:lnTo>
                  <a:close/>
                  <a:moveTo>
                    <a:pt x="659536" y="643562"/>
                  </a:moveTo>
                  <a:lnTo>
                    <a:pt x="708130" y="693267"/>
                  </a:lnTo>
                  <a:lnTo>
                    <a:pt x="709586" y="656016"/>
                  </a:lnTo>
                  <a:close/>
                  <a:moveTo>
                    <a:pt x="635849" y="658199"/>
                  </a:moveTo>
                  <a:lnTo>
                    <a:pt x="708130" y="693267"/>
                  </a:lnTo>
                  <a:lnTo>
                    <a:pt x="659536" y="643562"/>
                  </a:lnTo>
                  <a:close/>
                  <a:moveTo>
                    <a:pt x="543090" y="582568"/>
                  </a:moveTo>
                  <a:lnTo>
                    <a:pt x="506724" y="556480"/>
                  </a:lnTo>
                  <a:lnTo>
                    <a:pt x="504120" y="555126"/>
                  </a:lnTo>
                  <a:close/>
                  <a:moveTo>
                    <a:pt x="543090" y="582568"/>
                  </a:moveTo>
                  <a:lnTo>
                    <a:pt x="504120" y="555126"/>
                  </a:lnTo>
                  <a:lnTo>
                    <a:pt x="514120" y="531031"/>
                  </a:lnTo>
                  <a:close/>
                  <a:moveTo>
                    <a:pt x="593720" y="584830"/>
                  </a:moveTo>
                  <a:lnTo>
                    <a:pt x="595495" y="578803"/>
                  </a:lnTo>
                  <a:lnTo>
                    <a:pt x="543656" y="587550"/>
                  </a:lnTo>
                  <a:close/>
                  <a:moveTo>
                    <a:pt x="543656" y="587550"/>
                  </a:moveTo>
                  <a:lnTo>
                    <a:pt x="595495" y="578803"/>
                  </a:lnTo>
                  <a:lnTo>
                    <a:pt x="506983" y="555126"/>
                  </a:lnTo>
                  <a:close/>
                  <a:moveTo>
                    <a:pt x="506983" y="555126"/>
                  </a:moveTo>
                  <a:lnTo>
                    <a:pt x="595495" y="578803"/>
                  </a:lnTo>
                  <a:lnTo>
                    <a:pt x="536645" y="531031"/>
                  </a:lnTo>
                  <a:close/>
                  <a:moveTo>
                    <a:pt x="506983" y="555126"/>
                  </a:moveTo>
                  <a:lnTo>
                    <a:pt x="506724" y="556480"/>
                  </a:lnTo>
                  <a:lnTo>
                    <a:pt x="543656" y="587550"/>
                  </a:lnTo>
                  <a:close/>
                  <a:moveTo>
                    <a:pt x="597823" y="582568"/>
                  </a:moveTo>
                  <a:lnTo>
                    <a:pt x="593720" y="584830"/>
                  </a:lnTo>
                  <a:lnTo>
                    <a:pt x="574578" y="635497"/>
                  </a:lnTo>
                  <a:close/>
                  <a:moveTo>
                    <a:pt x="514120" y="531031"/>
                  </a:moveTo>
                  <a:lnTo>
                    <a:pt x="504120" y="555126"/>
                  </a:lnTo>
                  <a:lnTo>
                    <a:pt x="535856" y="530498"/>
                  </a:lnTo>
                  <a:close/>
                  <a:moveTo>
                    <a:pt x="536645" y="531031"/>
                  </a:moveTo>
                  <a:lnTo>
                    <a:pt x="535856" y="530498"/>
                  </a:lnTo>
                  <a:lnTo>
                    <a:pt x="506012" y="553818"/>
                  </a:lnTo>
                  <a:close/>
                  <a:moveTo>
                    <a:pt x="499232" y="393568"/>
                  </a:moveTo>
                  <a:lnTo>
                    <a:pt x="451748" y="373315"/>
                  </a:lnTo>
                  <a:lnTo>
                    <a:pt x="485573" y="382274"/>
                  </a:lnTo>
                  <a:close/>
                  <a:moveTo>
                    <a:pt x="499232" y="393568"/>
                  </a:moveTo>
                  <a:lnTo>
                    <a:pt x="485573" y="382274"/>
                  </a:lnTo>
                  <a:lnTo>
                    <a:pt x="530117" y="374142"/>
                  </a:lnTo>
                  <a:close/>
                  <a:moveTo>
                    <a:pt x="402600" y="375289"/>
                  </a:moveTo>
                  <a:lnTo>
                    <a:pt x="451748" y="373315"/>
                  </a:lnTo>
                  <a:lnTo>
                    <a:pt x="446824" y="372299"/>
                  </a:lnTo>
                  <a:close/>
                  <a:moveTo>
                    <a:pt x="558468" y="387279"/>
                  </a:moveTo>
                  <a:lnTo>
                    <a:pt x="581462" y="391433"/>
                  </a:lnTo>
                  <a:lnTo>
                    <a:pt x="530117" y="374142"/>
                  </a:lnTo>
                  <a:close/>
                  <a:moveTo>
                    <a:pt x="558468" y="387279"/>
                  </a:moveTo>
                  <a:lnTo>
                    <a:pt x="594382" y="396063"/>
                  </a:lnTo>
                  <a:lnTo>
                    <a:pt x="581462" y="391433"/>
                  </a:lnTo>
                  <a:close/>
                  <a:moveTo>
                    <a:pt x="864894" y="482635"/>
                  </a:moveTo>
                  <a:lnTo>
                    <a:pt x="925363" y="442378"/>
                  </a:lnTo>
                  <a:lnTo>
                    <a:pt x="875975" y="458750"/>
                  </a:lnTo>
                  <a:close/>
                  <a:moveTo>
                    <a:pt x="919476" y="512028"/>
                  </a:moveTo>
                  <a:lnTo>
                    <a:pt x="975964" y="548551"/>
                  </a:lnTo>
                  <a:lnTo>
                    <a:pt x="966382" y="486193"/>
                  </a:lnTo>
                  <a:close/>
                  <a:moveTo>
                    <a:pt x="1473202" y="802795"/>
                  </a:moveTo>
                  <a:lnTo>
                    <a:pt x="1408572" y="817356"/>
                  </a:lnTo>
                  <a:lnTo>
                    <a:pt x="1404082" y="831354"/>
                  </a:lnTo>
                  <a:close/>
                  <a:moveTo>
                    <a:pt x="1583820" y="248904"/>
                  </a:moveTo>
                  <a:lnTo>
                    <a:pt x="1636016" y="244452"/>
                  </a:lnTo>
                  <a:lnTo>
                    <a:pt x="1624149" y="191357"/>
                  </a:lnTo>
                  <a:close/>
                  <a:moveTo>
                    <a:pt x="1622351" y="313998"/>
                  </a:moveTo>
                  <a:lnTo>
                    <a:pt x="1679692" y="241904"/>
                  </a:lnTo>
                  <a:lnTo>
                    <a:pt x="1636016" y="244452"/>
                  </a:lnTo>
                  <a:close/>
                  <a:moveTo>
                    <a:pt x="1686227" y="243241"/>
                  </a:moveTo>
                  <a:lnTo>
                    <a:pt x="1679692" y="241904"/>
                  </a:lnTo>
                  <a:lnTo>
                    <a:pt x="1622351" y="313998"/>
                  </a:lnTo>
                  <a:close/>
                  <a:moveTo>
                    <a:pt x="1548461" y="138831"/>
                  </a:moveTo>
                  <a:lnTo>
                    <a:pt x="1528937" y="179190"/>
                  </a:lnTo>
                  <a:lnTo>
                    <a:pt x="1538241" y="160474"/>
                  </a:lnTo>
                  <a:close/>
                  <a:moveTo>
                    <a:pt x="1538241" y="160474"/>
                  </a:moveTo>
                  <a:lnTo>
                    <a:pt x="1528937" y="179190"/>
                  </a:lnTo>
                  <a:lnTo>
                    <a:pt x="1529631" y="192234"/>
                  </a:lnTo>
                  <a:close/>
                  <a:moveTo>
                    <a:pt x="1538241" y="160474"/>
                  </a:moveTo>
                  <a:lnTo>
                    <a:pt x="1608088" y="141671"/>
                  </a:lnTo>
                  <a:lnTo>
                    <a:pt x="1561544" y="126426"/>
                  </a:lnTo>
                  <a:close/>
                  <a:moveTo>
                    <a:pt x="1746587" y="230524"/>
                  </a:moveTo>
                  <a:lnTo>
                    <a:pt x="1686584" y="241323"/>
                  </a:lnTo>
                  <a:lnTo>
                    <a:pt x="1686227" y="243241"/>
                  </a:lnTo>
                  <a:close/>
                  <a:moveTo>
                    <a:pt x="1525485" y="70118"/>
                  </a:moveTo>
                  <a:lnTo>
                    <a:pt x="1552580" y="23331"/>
                  </a:lnTo>
                  <a:lnTo>
                    <a:pt x="1513123" y="17427"/>
                  </a:lnTo>
                  <a:close/>
                  <a:moveTo>
                    <a:pt x="1513123" y="17427"/>
                  </a:moveTo>
                  <a:lnTo>
                    <a:pt x="1552580" y="23331"/>
                  </a:lnTo>
                  <a:lnTo>
                    <a:pt x="1527729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12" name="Output_density__4311">
              <a:extLst>
                <a:ext uri="{FF2B5EF4-FFF2-40B4-BE49-F238E27FC236}">
                  <a16:creationId xmlns:a16="http://schemas.microsoft.com/office/drawing/2014/main" id="{5979FE70-7FDA-B54B-8916-85B44DBCB887}"/>
                </a:ext>
              </a:extLst>
            </p:cNvPr>
            <p:cNvSpPr>
              <a:spLocks noGrp="1"/>
            </p:cNvSpPr>
            <p:nvPr/>
          </p:nvSpPr>
          <p:spPr>
            <a:xfrm>
              <a:off x="14865295" y="2456842"/>
              <a:ext cx="1552139" cy="1031314"/>
            </a:xfrm>
            <a:custGeom>
              <a:avLst/>
              <a:gdLst/>
              <a:ahLst/>
              <a:cxnLst/>
              <a:rect l="0" t="0" r="0" b="0"/>
              <a:pathLst>
                <a:path w="1552139" h="1031314">
                  <a:moveTo>
                    <a:pt x="74081" y="885278"/>
                  </a:moveTo>
                  <a:lnTo>
                    <a:pt x="115428" y="932012"/>
                  </a:lnTo>
                  <a:lnTo>
                    <a:pt x="84661" y="897942"/>
                  </a:lnTo>
                  <a:close/>
                  <a:moveTo>
                    <a:pt x="84661" y="897942"/>
                  </a:moveTo>
                  <a:lnTo>
                    <a:pt x="115428" y="932012"/>
                  </a:lnTo>
                  <a:lnTo>
                    <a:pt x="104831" y="923022"/>
                  </a:lnTo>
                  <a:close/>
                  <a:moveTo>
                    <a:pt x="0" y="756085"/>
                  </a:moveTo>
                  <a:lnTo>
                    <a:pt x="77816" y="737451"/>
                  </a:lnTo>
                  <a:lnTo>
                    <a:pt x="29595" y="731836"/>
                  </a:lnTo>
                  <a:close/>
                  <a:moveTo>
                    <a:pt x="378367" y="986897"/>
                  </a:moveTo>
                  <a:lnTo>
                    <a:pt x="420253" y="962803"/>
                  </a:lnTo>
                  <a:lnTo>
                    <a:pt x="364290" y="974921"/>
                  </a:lnTo>
                  <a:close/>
                  <a:moveTo>
                    <a:pt x="420253" y="962803"/>
                  </a:moveTo>
                  <a:lnTo>
                    <a:pt x="390335" y="937399"/>
                  </a:lnTo>
                  <a:lnTo>
                    <a:pt x="364290" y="974921"/>
                  </a:lnTo>
                  <a:close/>
                  <a:moveTo>
                    <a:pt x="421860" y="1015488"/>
                  </a:moveTo>
                  <a:lnTo>
                    <a:pt x="472812" y="1031314"/>
                  </a:lnTo>
                  <a:lnTo>
                    <a:pt x="500601" y="1000314"/>
                  </a:lnTo>
                  <a:close/>
                  <a:moveTo>
                    <a:pt x="450671" y="988310"/>
                  </a:moveTo>
                  <a:lnTo>
                    <a:pt x="500601" y="1000314"/>
                  </a:lnTo>
                  <a:lnTo>
                    <a:pt x="526367" y="961749"/>
                  </a:lnTo>
                  <a:close/>
                  <a:moveTo>
                    <a:pt x="500601" y="1000314"/>
                  </a:moveTo>
                  <a:lnTo>
                    <a:pt x="539633" y="971571"/>
                  </a:lnTo>
                  <a:lnTo>
                    <a:pt x="526367" y="961749"/>
                  </a:lnTo>
                  <a:close/>
                  <a:moveTo>
                    <a:pt x="94979" y="429089"/>
                  </a:moveTo>
                  <a:lnTo>
                    <a:pt x="124596" y="474880"/>
                  </a:lnTo>
                  <a:lnTo>
                    <a:pt x="138184" y="494689"/>
                  </a:lnTo>
                  <a:close/>
                  <a:moveTo>
                    <a:pt x="538954" y="923467"/>
                  </a:moveTo>
                  <a:lnTo>
                    <a:pt x="526367" y="961749"/>
                  </a:lnTo>
                  <a:lnTo>
                    <a:pt x="553931" y="938709"/>
                  </a:lnTo>
                  <a:close/>
                  <a:moveTo>
                    <a:pt x="565402" y="863079"/>
                  </a:moveTo>
                  <a:lnTo>
                    <a:pt x="540951" y="881375"/>
                  </a:lnTo>
                  <a:lnTo>
                    <a:pt x="553931" y="938709"/>
                  </a:lnTo>
                  <a:close/>
                  <a:moveTo>
                    <a:pt x="541827" y="749752"/>
                  </a:moveTo>
                  <a:lnTo>
                    <a:pt x="566372" y="801742"/>
                  </a:lnTo>
                  <a:lnTo>
                    <a:pt x="580004" y="739847"/>
                  </a:lnTo>
                  <a:close/>
                  <a:moveTo>
                    <a:pt x="624953" y="741287"/>
                  </a:moveTo>
                  <a:lnTo>
                    <a:pt x="580004" y="739847"/>
                  </a:lnTo>
                  <a:lnTo>
                    <a:pt x="566372" y="801742"/>
                  </a:lnTo>
                  <a:close/>
                  <a:moveTo>
                    <a:pt x="244465" y="446266"/>
                  </a:moveTo>
                  <a:lnTo>
                    <a:pt x="238477" y="399249"/>
                  </a:lnTo>
                  <a:lnTo>
                    <a:pt x="307366" y="397173"/>
                  </a:lnTo>
                  <a:close/>
                  <a:moveTo>
                    <a:pt x="646669" y="787448"/>
                  </a:moveTo>
                  <a:lnTo>
                    <a:pt x="664511" y="809852"/>
                  </a:lnTo>
                  <a:lnTo>
                    <a:pt x="703826" y="831408"/>
                  </a:lnTo>
                  <a:close/>
                  <a:moveTo>
                    <a:pt x="509843" y="507933"/>
                  </a:moveTo>
                  <a:lnTo>
                    <a:pt x="450107" y="581302"/>
                  </a:lnTo>
                  <a:lnTo>
                    <a:pt x="490701" y="558600"/>
                  </a:lnTo>
                  <a:close/>
                  <a:moveTo>
                    <a:pt x="450077" y="581283"/>
                  </a:moveTo>
                  <a:lnTo>
                    <a:pt x="450107" y="581302"/>
                  </a:lnTo>
                  <a:lnTo>
                    <a:pt x="509843" y="507933"/>
                  </a:lnTo>
                  <a:close/>
                  <a:moveTo>
                    <a:pt x="459779" y="510653"/>
                  </a:moveTo>
                  <a:lnTo>
                    <a:pt x="450077" y="581283"/>
                  </a:lnTo>
                  <a:lnTo>
                    <a:pt x="509843" y="507933"/>
                  </a:lnTo>
                  <a:close/>
                  <a:moveTo>
                    <a:pt x="563802" y="557208"/>
                  </a:moveTo>
                  <a:lnTo>
                    <a:pt x="557045" y="570284"/>
                  </a:lnTo>
                  <a:lnTo>
                    <a:pt x="575659" y="566665"/>
                  </a:lnTo>
                  <a:close/>
                  <a:moveTo>
                    <a:pt x="885199" y="894629"/>
                  </a:moveTo>
                  <a:lnTo>
                    <a:pt x="884708" y="969501"/>
                  </a:lnTo>
                  <a:lnTo>
                    <a:pt x="936024" y="905729"/>
                  </a:lnTo>
                  <a:close/>
                  <a:moveTo>
                    <a:pt x="585431" y="533114"/>
                  </a:moveTo>
                  <a:lnTo>
                    <a:pt x="563802" y="557208"/>
                  </a:lnTo>
                  <a:lnTo>
                    <a:pt x="575659" y="566665"/>
                  </a:lnTo>
                  <a:close/>
                  <a:moveTo>
                    <a:pt x="575659" y="566665"/>
                  </a:moveTo>
                  <a:lnTo>
                    <a:pt x="625709" y="579120"/>
                  </a:lnTo>
                  <a:lnTo>
                    <a:pt x="604434" y="539354"/>
                  </a:lnTo>
                  <a:close/>
                  <a:moveTo>
                    <a:pt x="643030" y="538362"/>
                  </a:moveTo>
                  <a:lnTo>
                    <a:pt x="675709" y="549776"/>
                  </a:lnTo>
                  <a:lnTo>
                    <a:pt x="648570" y="529693"/>
                  </a:lnTo>
                  <a:close/>
                  <a:moveTo>
                    <a:pt x="799411" y="474511"/>
                  </a:moveTo>
                  <a:lnTo>
                    <a:pt x="761142" y="466329"/>
                  </a:lnTo>
                  <a:lnTo>
                    <a:pt x="835599" y="435132"/>
                  </a:lnTo>
                  <a:close/>
                  <a:moveTo>
                    <a:pt x="1457376" y="378362"/>
                  </a:moveTo>
                  <a:lnTo>
                    <a:pt x="1413523" y="392512"/>
                  </a:lnTo>
                  <a:lnTo>
                    <a:pt x="1383356" y="411192"/>
                  </a:lnTo>
                  <a:close/>
                  <a:moveTo>
                    <a:pt x="1457376" y="378362"/>
                  </a:moveTo>
                  <a:lnTo>
                    <a:pt x="1475387" y="317457"/>
                  </a:lnTo>
                  <a:lnTo>
                    <a:pt x="1415041" y="391899"/>
                  </a:lnTo>
                  <a:close/>
                  <a:moveTo>
                    <a:pt x="1475413" y="316269"/>
                  </a:moveTo>
                  <a:lnTo>
                    <a:pt x="1475387" y="317457"/>
                  </a:lnTo>
                  <a:lnTo>
                    <a:pt x="1469758" y="289757"/>
                  </a:lnTo>
                  <a:close/>
                  <a:moveTo>
                    <a:pt x="1475387" y="317457"/>
                  </a:moveTo>
                  <a:lnTo>
                    <a:pt x="1487026" y="316269"/>
                  </a:lnTo>
                  <a:lnTo>
                    <a:pt x="1469758" y="289757"/>
                  </a:lnTo>
                  <a:close/>
                  <a:moveTo>
                    <a:pt x="1494183" y="246180"/>
                  </a:moveTo>
                  <a:lnTo>
                    <a:pt x="1487026" y="316269"/>
                  </a:lnTo>
                  <a:lnTo>
                    <a:pt x="1536394" y="243099"/>
                  </a:lnTo>
                  <a:close/>
                  <a:moveTo>
                    <a:pt x="1536394" y="243099"/>
                  </a:moveTo>
                  <a:lnTo>
                    <a:pt x="1518493" y="240638"/>
                  </a:lnTo>
                  <a:lnTo>
                    <a:pt x="1494183" y="246180"/>
                  </a:lnTo>
                  <a:close/>
                  <a:moveTo>
                    <a:pt x="1518493" y="240638"/>
                  </a:moveTo>
                  <a:lnTo>
                    <a:pt x="1536394" y="243099"/>
                  </a:lnTo>
                  <a:lnTo>
                    <a:pt x="1538474" y="237101"/>
                  </a:lnTo>
                  <a:close/>
                  <a:moveTo>
                    <a:pt x="1495972" y="237979"/>
                  </a:moveTo>
                  <a:lnTo>
                    <a:pt x="1518493" y="240638"/>
                  </a:lnTo>
                  <a:lnTo>
                    <a:pt x="1552139" y="167556"/>
                  </a:lnTo>
                  <a:close/>
                  <a:moveTo>
                    <a:pt x="1479990" y="0"/>
                  </a:moveTo>
                  <a:lnTo>
                    <a:pt x="1464584" y="61934"/>
                  </a:lnTo>
                  <a:lnTo>
                    <a:pt x="1477667" y="49530"/>
                  </a:lnTo>
                  <a:close/>
                  <a:moveTo>
                    <a:pt x="1441683" y="55904"/>
                  </a:moveTo>
                  <a:lnTo>
                    <a:pt x="1464584" y="61934"/>
                  </a:lnTo>
                  <a:lnTo>
                    <a:pt x="1479990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13" name="Output_density__4312">
              <a:extLst>
                <a:ext uri="{FF2B5EF4-FFF2-40B4-BE49-F238E27FC236}">
                  <a16:creationId xmlns:a16="http://schemas.microsoft.com/office/drawing/2014/main" id="{ED27248E-0A3A-005C-4E19-D48D6E245891}"/>
                </a:ext>
              </a:extLst>
            </p:cNvPr>
            <p:cNvSpPr>
              <a:spLocks noGrp="1"/>
            </p:cNvSpPr>
            <p:nvPr/>
          </p:nvSpPr>
          <p:spPr>
            <a:xfrm>
              <a:off x="14818593" y="2403276"/>
              <a:ext cx="1631854" cy="1069054"/>
            </a:xfrm>
            <a:custGeom>
              <a:avLst/>
              <a:gdLst/>
              <a:ahLst/>
              <a:cxnLst/>
              <a:rect l="0" t="0" r="0" b="0"/>
              <a:pathLst>
                <a:path w="1631854" h="1069054">
                  <a:moveTo>
                    <a:pt x="117672" y="934041"/>
                  </a:moveTo>
                  <a:lnTo>
                    <a:pt x="120784" y="938844"/>
                  </a:lnTo>
                  <a:lnTo>
                    <a:pt x="131364" y="951508"/>
                  </a:lnTo>
                  <a:close/>
                  <a:moveTo>
                    <a:pt x="117672" y="934041"/>
                  </a:moveTo>
                  <a:lnTo>
                    <a:pt x="89351" y="882505"/>
                  </a:lnTo>
                  <a:lnTo>
                    <a:pt x="89672" y="901395"/>
                  </a:lnTo>
                  <a:close/>
                  <a:moveTo>
                    <a:pt x="117672" y="934041"/>
                  </a:moveTo>
                  <a:lnTo>
                    <a:pt x="131364" y="951508"/>
                  </a:lnTo>
                  <a:lnTo>
                    <a:pt x="148577" y="961484"/>
                  </a:lnTo>
                  <a:close/>
                  <a:moveTo>
                    <a:pt x="46703" y="809651"/>
                  </a:moveTo>
                  <a:lnTo>
                    <a:pt x="119112" y="814718"/>
                  </a:lnTo>
                  <a:lnTo>
                    <a:pt x="124519" y="791017"/>
                  </a:lnTo>
                  <a:close/>
                  <a:moveTo>
                    <a:pt x="25558" y="755337"/>
                  </a:moveTo>
                  <a:lnTo>
                    <a:pt x="46703" y="809651"/>
                  </a:lnTo>
                  <a:lnTo>
                    <a:pt x="76298" y="785402"/>
                  </a:lnTo>
                  <a:close/>
                  <a:moveTo>
                    <a:pt x="25558" y="755337"/>
                  </a:moveTo>
                  <a:lnTo>
                    <a:pt x="0" y="779431"/>
                  </a:lnTo>
                  <a:lnTo>
                    <a:pt x="46703" y="809651"/>
                  </a:lnTo>
                  <a:close/>
                  <a:moveTo>
                    <a:pt x="466956" y="1016369"/>
                  </a:moveTo>
                  <a:lnTo>
                    <a:pt x="468562" y="1069054"/>
                  </a:lnTo>
                  <a:lnTo>
                    <a:pt x="497374" y="1041876"/>
                  </a:lnTo>
                  <a:close/>
                  <a:moveTo>
                    <a:pt x="466956" y="1016369"/>
                  </a:moveTo>
                  <a:lnTo>
                    <a:pt x="425070" y="1040463"/>
                  </a:lnTo>
                  <a:lnTo>
                    <a:pt x="468562" y="1069054"/>
                  </a:lnTo>
                  <a:close/>
                  <a:moveTo>
                    <a:pt x="497374" y="1041876"/>
                  </a:moveTo>
                  <a:lnTo>
                    <a:pt x="468562" y="1069054"/>
                  </a:lnTo>
                  <a:lnTo>
                    <a:pt x="547304" y="1053880"/>
                  </a:lnTo>
                  <a:close/>
                  <a:moveTo>
                    <a:pt x="129102" y="618367"/>
                  </a:moveTo>
                  <a:lnTo>
                    <a:pt x="175632" y="618522"/>
                  </a:lnTo>
                  <a:lnTo>
                    <a:pt x="139764" y="578218"/>
                  </a:lnTo>
                  <a:close/>
                  <a:moveTo>
                    <a:pt x="175632" y="618522"/>
                  </a:moveTo>
                  <a:lnTo>
                    <a:pt x="182256" y="562411"/>
                  </a:lnTo>
                  <a:lnTo>
                    <a:pt x="139764" y="578218"/>
                  </a:lnTo>
                  <a:close/>
                  <a:moveTo>
                    <a:pt x="141682" y="482655"/>
                  </a:moveTo>
                  <a:lnTo>
                    <a:pt x="184887" y="548255"/>
                  </a:lnTo>
                  <a:lnTo>
                    <a:pt x="188193" y="482824"/>
                  </a:lnTo>
                  <a:close/>
                  <a:moveTo>
                    <a:pt x="516948" y="743939"/>
                  </a:moveTo>
                  <a:lnTo>
                    <a:pt x="530205" y="720149"/>
                  </a:lnTo>
                  <a:lnTo>
                    <a:pt x="538128" y="686405"/>
                  </a:lnTo>
                  <a:close/>
                  <a:moveTo>
                    <a:pt x="367325" y="555889"/>
                  </a:moveTo>
                  <a:lnTo>
                    <a:pt x="393010" y="480258"/>
                  </a:lnTo>
                  <a:lnTo>
                    <a:pt x="367223" y="504352"/>
                  </a:lnTo>
                  <a:close/>
                  <a:moveTo>
                    <a:pt x="367223" y="504352"/>
                  </a:moveTo>
                  <a:lnTo>
                    <a:pt x="393010" y="480258"/>
                  </a:lnTo>
                  <a:lnTo>
                    <a:pt x="323859" y="472688"/>
                  </a:lnTo>
                  <a:close/>
                  <a:moveTo>
                    <a:pt x="393010" y="480258"/>
                  </a:moveTo>
                  <a:lnTo>
                    <a:pt x="354069" y="450739"/>
                  </a:lnTo>
                  <a:lnTo>
                    <a:pt x="323859" y="472688"/>
                  </a:lnTo>
                  <a:close/>
                  <a:moveTo>
                    <a:pt x="829213" y="1047161"/>
                  </a:moveTo>
                  <a:lnTo>
                    <a:pt x="810904" y="995624"/>
                  </a:lnTo>
                  <a:lnTo>
                    <a:pt x="814902" y="1005332"/>
                  </a:lnTo>
                  <a:close/>
                  <a:moveTo>
                    <a:pt x="693372" y="841014"/>
                  </a:moveTo>
                  <a:lnTo>
                    <a:pt x="750529" y="884974"/>
                  </a:lnTo>
                  <a:lnTo>
                    <a:pt x="749643" y="868457"/>
                  </a:lnTo>
                  <a:close/>
                  <a:moveTo>
                    <a:pt x="603748" y="623850"/>
                  </a:moveTo>
                  <a:lnTo>
                    <a:pt x="598675" y="634868"/>
                  </a:lnTo>
                  <a:lnTo>
                    <a:pt x="622362" y="620231"/>
                  </a:lnTo>
                  <a:close/>
                  <a:moveTo>
                    <a:pt x="506481" y="564219"/>
                  </a:moveTo>
                  <a:lnTo>
                    <a:pt x="469550" y="533149"/>
                  </a:lnTo>
                  <a:lnTo>
                    <a:pt x="505915" y="559237"/>
                  </a:lnTo>
                  <a:close/>
                  <a:moveTo>
                    <a:pt x="560649" y="559237"/>
                  </a:moveTo>
                  <a:lnTo>
                    <a:pt x="603748" y="623850"/>
                  </a:lnTo>
                  <a:lnTo>
                    <a:pt x="610505" y="610774"/>
                  </a:lnTo>
                  <a:close/>
                  <a:moveTo>
                    <a:pt x="537404" y="612166"/>
                  </a:moveTo>
                  <a:lnTo>
                    <a:pt x="603748" y="623850"/>
                  </a:lnTo>
                  <a:lnTo>
                    <a:pt x="560649" y="559237"/>
                  </a:lnTo>
                  <a:close/>
                  <a:moveTo>
                    <a:pt x="818582" y="751369"/>
                  </a:moveTo>
                  <a:lnTo>
                    <a:pt x="833381" y="802080"/>
                  </a:lnTo>
                  <a:lnTo>
                    <a:pt x="867094" y="749912"/>
                  </a:lnTo>
                  <a:close/>
                  <a:moveTo>
                    <a:pt x="689733" y="591928"/>
                  </a:moveTo>
                  <a:lnTo>
                    <a:pt x="672412" y="632686"/>
                  </a:lnTo>
                  <a:lnTo>
                    <a:pt x="738906" y="652676"/>
                  </a:lnTo>
                  <a:close/>
                  <a:moveTo>
                    <a:pt x="632134" y="586680"/>
                  </a:moveTo>
                  <a:lnTo>
                    <a:pt x="564610" y="554944"/>
                  </a:lnTo>
                  <a:lnTo>
                    <a:pt x="560649" y="559237"/>
                  </a:lnTo>
                  <a:close/>
                  <a:moveTo>
                    <a:pt x="632134" y="586680"/>
                  </a:moveTo>
                  <a:lnTo>
                    <a:pt x="560649" y="559237"/>
                  </a:lnTo>
                  <a:lnTo>
                    <a:pt x="610505" y="610774"/>
                  </a:lnTo>
                  <a:close/>
                  <a:moveTo>
                    <a:pt x="584137" y="413582"/>
                  </a:moveTo>
                  <a:lnTo>
                    <a:pt x="611889" y="429003"/>
                  </a:lnTo>
                  <a:lnTo>
                    <a:pt x="557208" y="372732"/>
                  </a:lnTo>
                  <a:close/>
                  <a:moveTo>
                    <a:pt x="905065" y="462862"/>
                  </a:moveTo>
                  <a:lnTo>
                    <a:pt x="882302" y="488698"/>
                  </a:lnTo>
                  <a:lnTo>
                    <a:pt x="887509" y="482344"/>
                  </a:lnTo>
                  <a:close/>
                  <a:moveTo>
                    <a:pt x="887509" y="482344"/>
                  </a:moveTo>
                  <a:lnTo>
                    <a:pt x="888189" y="419047"/>
                  </a:lnTo>
                  <a:lnTo>
                    <a:pt x="827720" y="459305"/>
                  </a:lnTo>
                  <a:close/>
                  <a:moveTo>
                    <a:pt x="938789" y="525221"/>
                  </a:moveTo>
                  <a:lnTo>
                    <a:pt x="957699" y="526005"/>
                  </a:lnTo>
                  <a:lnTo>
                    <a:pt x="929208" y="462862"/>
                  </a:lnTo>
                  <a:close/>
                  <a:moveTo>
                    <a:pt x="1088494" y="645882"/>
                  </a:moveTo>
                  <a:lnTo>
                    <a:pt x="1116745" y="660896"/>
                  </a:lnTo>
                  <a:lnTo>
                    <a:pt x="1097518" y="613785"/>
                  </a:lnTo>
                  <a:close/>
                  <a:moveTo>
                    <a:pt x="1522090" y="371023"/>
                  </a:moveTo>
                  <a:lnTo>
                    <a:pt x="1504078" y="431928"/>
                  </a:lnTo>
                  <a:lnTo>
                    <a:pt x="1533729" y="369835"/>
                  </a:lnTo>
                  <a:close/>
                  <a:moveTo>
                    <a:pt x="1504078" y="431928"/>
                  </a:moveTo>
                  <a:lnTo>
                    <a:pt x="1529770" y="445465"/>
                  </a:lnTo>
                  <a:lnTo>
                    <a:pt x="1533729" y="369835"/>
                  </a:lnTo>
                  <a:close/>
                  <a:moveTo>
                    <a:pt x="1533729" y="369835"/>
                  </a:moveTo>
                  <a:lnTo>
                    <a:pt x="1572317" y="377485"/>
                  </a:lnTo>
                  <a:lnTo>
                    <a:pt x="1574037" y="366773"/>
                  </a:lnTo>
                  <a:close/>
                  <a:moveTo>
                    <a:pt x="1583096" y="296665"/>
                  </a:moveTo>
                  <a:lnTo>
                    <a:pt x="1533729" y="369835"/>
                  </a:lnTo>
                  <a:lnTo>
                    <a:pt x="1574037" y="366773"/>
                  </a:lnTo>
                  <a:close/>
                  <a:moveTo>
                    <a:pt x="1583096" y="296665"/>
                  </a:moveTo>
                  <a:lnTo>
                    <a:pt x="1631854" y="295008"/>
                  </a:lnTo>
                  <a:lnTo>
                    <a:pt x="1585177" y="290667"/>
                  </a:lnTo>
                  <a:close/>
                  <a:moveTo>
                    <a:pt x="1598842" y="221122"/>
                  </a:moveTo>
                  <a:lnTo>
                    <a:pt x="1565196" y="294204"/>
                  </a:lnTo>
                  <a:lnTo>
                    <a:pt x="1585177" y="290667"/>
                  </a:lnTo>
                  <a:close/>
                  <a:moveTo>
                    <a:pt x="1546646" y="225573"/>
                  </a:moveTo>
                  <a:lnTo>
                    <a:pt x="1542675" y="291545"/>
                  </a:lnTo>
                  <a:lnTo>
                    <a:pt x="1598842" y="221122"/>
                  </a:lnTo>
                  <a:close/>
                  <a:moveTo>
                    <a:pt x="1570914" y="118340"/>
                  </a:moveTo>
                  <a:lnTo>
                    <a:pt x="1568405" y="93059"/>
                  </a:lnTo>
                  <a:lnTo>
                    <a:pt x="1524370" y="103096"/>
                  </a:lnTo>
                  <a:close/>
                  <a:moveTo>
                    <a:pt x="1511287" y="115500"/>
                  </a:moveTo>
                  <a:lnTo>
                    <a:pt x="1501067" y="137143"/>
                  </a:lnTo>
                  <a:lnTo>
                    <a:pt x="1524370" y="103096"/>
                  </a:lnTo>
                  <a:close/>
                  <a:moveTo>
                    <a:pt x="1488311" y="46788"/>
                  </a:moveTo>
                  <a:lnTo>
                    <a:pt x="1526693" y="53566"/>
                  </a:lnTo>
                  <a:lnTo>
                    <a:pt x="1515406" y="0"/>
                  </a:lnTo>
                  <a:close/>
                  <a:moveTo>
                    <a:pt x="1566874" y="58882"/>
                  </a:moveTo>
                  <a:lnTo>
                    <a:pt x="1524370" y="103096"/>
                  </a:lnTo>
                  <a:lnTo>
                    <a:pt x="1568405" y="93059"/>
                  </a:lnTo>
                  <a:close/>
                  <a:moveTo>
                    <a:pt x="1566874" y="58882"/>
                  </a:moveTo>
                  <a:lnTo>
                    <a:pt x="1526693" y="53566"/>
                  </a:lnTo>
                  <a:lnTo>
                    <a:pt x="1524370" y="103096"/>
                  </a:lnTo>
                  <a:close/>
                  <a:moveTo>
                    <a:pt x="1526693" y="53566"/>
                  </a:moveTo>
                  <a:lnTo>
                    <a:pt x="1553571" y="6954"/>
                  </a:lnTo>
                  <a:lnTo>
                    <a:pt x="151540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14" name="Output_density__4313">
              <a:extLst>
                <a:ext uri="{FF2B5EF4-FFF2-40B4-BE49-F238E27FC236}">
                  <a16:creationId xmlns:a16="http://schemas.microsoft.com/office/drawing/2014/main" id="{20C94709-59F3-5D6F-4A1A-FED8B18AF023}"/>
                </a:ext>
              </a:extLst>
            </p:cNvPr>
            <p:cNvSpPr>
              <a:spLocks noGrp="1"/>
            </p:cNvSpPr>
            <p:nvPr/>
          </p:nvSpPr>
          <p:spPr>
            <a:xfrm>
              <a:off x="14781418" y="2369746"/>
              <a:ext cx="1686584" cy="1038862"/>
            </a:xfrm>
            <a:custGeom>
              <a:avLst/>
              <a:gdLst/>
              <a:ahLst/>
              <a:cxnLst/>
              <a:rect l="0" t="0" r="0" b="0"/>
              <a:pathLst>
                <a:path w="1686584" h="1038862">
                  <a:moveTo>
                    <a:pt x="9769" y="761425"/>
                  </a:moveTo>
                  <a:lnTo>
                    <a:pt x="0" y="773856"/>
                  </a:lnTo>
                  <a:lnTo>
                    <a:pt x="22024" y="786600"/>
                  </a:lnTo>
                  <a:close/>
                  <a:moveTo>
                    <a:pt x="162286" y="943477"/>
                  </a:moveTo>
                  <a:lnTo>
                    <a:pt x="182493" y="902313"/>
                  </a:lnTo>
                  <a:lnTo>
                    <a:pt x="126526" y="916035"/>
                  </a:lnTo>
                  <a:close/>
                  <a:moveTo>
                    <a:pt x="106479" y="864498"/>
                  </a:moveTo>
                  <a:lnTo>
                    <a:pt x="170623" y="899336"/>
                  </a:lnTo>
                  <a:lnTo>
                    <a:pt x="156286" y="848248"/>
                  </a:lnTo>
                  <a:close/>
                  <a:moveTo>
                    <a:pt x="106479" y="864498"/>
                  </a:moveTo>
                  <a:lnTo>
                    <a:pt x="126526" y="916035"/>
                  </a:lnTo>
                  <a:lnTo>
                    <a:pt x="170623" y="899336"/>
                  </a:lnTo>
                  <a:close/>
                  <a:moveTo>
                    <a:pt x="170623" y="899336"/>
                  </a:moveTo>
                  <a:lnTo>
                    <a:pt x="202759" y="848448"/>
                  </a:lnTo>
                  <a:lnTo>
                    <a:pt x="156286" y="848248"/>
                  </a:lnTo>
                  <a:close/>
                  <a:moveTo>
                    <a:pt x="35357" y="737331"/>
                  </a:moveTo>
                  <a:lnTo>
                    <a:pt x="9769" y="761425"/>
                  </a:lnTo>
                  <a:lnTo>
                    <a:pt x="22024" y="786600"/>
                  </a:lnTo>
                  <a:close/>
                  <a:moveTo>
                    <a:pt x="33419" y="694303"/>
                  </a:moveTo>
                  <a:lnTo>
                    <a:pt x="9769" y="761425"/>
                  </a:lnTo>
                  <a:lnTo>
                    <a:pt x="35357" y="737331"/>
                  </a:lnTo>
                  <a:close/>
                  <a:moveTo>
                    <a:pt x="33419" y="694303"/>
                  </a:moveTo>
                  <a:lnTo>
                    <a:pt x="10661" y="744117"/>
                  </a:lnTo>
                  <a:lnTo>
                    <a:pt x="9769" y="761425"/>
                  </a:lnTo>
                  <a:close/>
                  <a:moveTo>
                    <a:pt x="10661" y="744117"/>
                  </a:moveTo>
                  <a:lnTo>
                    <a:pt x="33419" y="694303"/>
                  </a:lnTo>
                  <a:lnTo>
                    <a:pt x="17167" y="709888"/>
                  </a:lnTo>
                  <a:close/>
                  <a:moveTo>
                    <a:pt x="33419" y="694303"/>
                  </a:moveTo>
                  <a:lnTo>
                    <a:pt x="35035" y="685794"/>
                  </a:lnTo>
                  <a:lnTo>
                    <a:pt x="17167" y="709888"/>
                  </a:lnTo>
                  <a:close/>
                  <a:moveTo>
                    <a:pt x="266410" y="906492"/>
                  </a:moveTo>
                  <a:lnTo>
                    <a:pt x="228158" y="898371"/>
                  </a:lnTo>
                  <a:lnTo>
                    <a:pt x="182493" y="902313"/>
                  </a:lnTo>
                  <a:close/>
                  <a:moveTo>
                    <a:pt x="282833" y="884075"/>
                  </a:moveTo>
                  <a:lnTo>
                    <a:pt x="232385" y="891941"/>
                  </a:lnTo>
                  <a:lnTo>
                    <a:pt x="302614" y="930736"/>
                  </a:lnTo>
                  <a:close/>
                  <a:moveTo>
                    <a:pt x="266410" y="906492"/>
                  </a:moveTo>
                  <a:lnTo>
                    <a:pt x="232385" y="891941"/>
                  </a:lnTo>
                  <a:lnTo>
                    <a:pt x="228158" y="898371"/>
                  </a:lnTo>
                  <a:close/>
                  <a:moveTo>
                    <a:pt x="35035" y="685794"/>
                  </a:moveTo>
                  <a:lnTo>
                    <a:pt x="33419" y="694303"/>
                  </a:lnTo>
                  <a:lnTo>
                    <a:pt x="33386" y="683971"/>
                  </a:lnTo>
                  <a:close/>
                  <a:moveTo>
                    <a:pt x="33386" y="683971"/>
                  </a:moveTo>
                  <a:lnTo>
                    <a:pt x="53048" y="632796"/>
                  </a:lnTo>
                  <a:lnTo>
                    <a:pt x="35035" y="685794"/>
                  </a:lnTo>
                  <a:close/>
                  <a:moveTo>
                    <a:pt x="35035" y="685794"/>
                  </a:moveTo>
                  <a:lnTo>
                    <a:pt x="53048" y="632796"/>
                  </a:lnTo>
                  <a:lnTo>
                    <a:pt x="69286" y="610164"/>
                  </a:lnTo>
                  <a:close/>
                  <a:moveTo>
                    <a:pt x="35035" y="685794"/>
                  </a:moveTo>
                  <a:lnTo>
                    <a:pt x="69286" y="610164"/>
                  </a:lnTo>
                  <a:lnTo>
                    <a:pt x="50908" y="634258"/>
                  </a:lnTo>
                  <a:close/>
                  <a:moveTo>
                    <a:pt x="69286" y="610164"/>
                  </a:moveTo>
                  <a:lnTo>
                    <a:pt x="67369" y="558627"/>
                  </a:lnTo>
                  <a:lnTo>
                    <a:pt x="50908" y="634258"/>
                  </a:lnTo>
                  <a:close/>
                  <a:moveTo>
                    <a:pt x="166276" y="651897"/>
                  </a:moveTo>
                  <a:lnTo>
                    <a:pt x="242806" y="689144"/>
                  </a:lnTo>
                  <a:lnTo>
                    <a:pt x="244325" y="689171"/>
                  </a:lnTo>
                  <a:close/>
                  <a:moveTo>
                    <a:pt x="166276" y="651897"/>
                  </a:moveTo>
                  <a:lnTo>
                    <a:pt x="244325" y="689171"/>
                  </a:lnTo>
                  <a:lnTo>
                    <a:pt x="212806" y="652052"/>
                  </a:lnTo>
                  <a:close/>
                  <a:moveTo>
                    <a:pt x="67369" y="558627"/>
                  </a:moveTo>
                  <a:lnTo>
                    <a:pt x="69286" y="610164"/>
                  </a:lnTo>
                  <a:lnTo>
                    <a:pt x="98268" y="586070"/>
                  </a:lnTo>
                  <a:close/>
                  <a:moveTo>
                    <a:pt x="225368" y="516354"/>
                  </a:moveTo>
                  <a:lnTo>
                    <a:pt x="172569" y="458903"/>
                  </a:lnTo>
                  <a:lnTo>
                    <a:pt x="171800" y="459178"/>
                  </a:lnTo>
                  <a:close/>
                  <a:moveTo>
                    <a:pt x="225368" y="516354"/>
                  </a:moveTo>
                  <a:lnTo>
                    <a:pt x="171800" y="459178"/>
                  </a:lnTo>
                  <a:lnTo>
                    <a:pt x="178856" y="516185"/>
                  </a:lnTo>
                  <a:close/>
                  <a:moveTo>
                    <a:pt x="404499" y="589419"/>
                  </a:moveTo>
                  <a:lnTo>
                    <a:pt x="404397" y="537882"/>
                  </a:lnTo>
                  <a:lnTo>
                    <a:pt x="369112" y="600943"/>
                  </a:lnTo>
                  <a:close/>
                  <a:moveTo>
                    <a:pt x="322354" y="486345"/>
                  </a:moveTo>
                  <a:lnTo>
                    <a:pt x="358059" y="547185"/>
                  </a:lnTo>
                  <a:lnTo>
                    <a:pt x="361033" y="506218"/>
                  </a:lnTo>
                  <a:close/>
                  <a:moveTo>
                    <a:pt x="313182" y="561976"/>
                  </a:moveTo>
                  <a:lnTo>
                    <a:pt x="358059" y="547185"/>
                  </a:lnTo>
                  <a:lnTo>
                    <a:pt x="322354" y="486345"/>
                  </a:lnTo>
                  <a:close/>
                  <a:moveTo>
                    <a:pt x="172569" y="458903"/>
                  </a:moveTo>
                  <a:lnTo>
                    <a:pt x="228345" y="494371"/>
                  </a:lnTo>
                  <a:lnTo>
                    <a:pt x="241365" y="440606"/>
                  </a:lnTo>
                  <a:close/>
                  <a:moveTo>
                    <a:pt x="228345" y="494371"/>
                  </a:moveTo>
                  <a:lnTo>
                    <a:pt x="265273" y="434809"/>
                  </a:lnTo>
                  <a:lnTo>
                    <a:pt x="241365" y="440606"/>
                  </a:lnTo>
                  <a:close/>
                  <a:moveTo>
                    <a:pt x="306483" y="476942"/>
                  </a:moveTo>
                  <a:lnTo>
                    <a:pt x="265273" y="434809"/>
                  </a:lnTo>
                  <a:lnTo>
                    <a:pt x="228345" y="494371"/>
                  </a:lnTo>
                  <a:close/>
                  <a:moveTo>
                    <a:pt x="241365" y="440606"/>
                  </a:moveTo>
                  <a:lnTo>
                    <a:pt x="284194" y="393604"/>
                  </a:lnTo>
                  <a:lnTo>
                    <a:pt x="278093" y="385986"/>
                  </a:lnTo>
                  <a:close/>
                  <a:moveTo>
                    <a:pt x="663881" y="826943"/>
                  </a:moveTo>
                  <a:lnTo>
                    <a:pt x="619723" y="771471"/>
                  </a:lnTo>
                  <a:lnTo>
                    <a:pt x="605177" y="773944"/>
                  </a:lnTo>
                  <a:close/>
                  <a:moveTo>
                    <a:pt x="322354" y="486345"/>
                  </a:moveTo>
                  <a:lnTo>
                    <a:pt x="336837" y="455531"/>
                  </a:lnTo>
                  <a:lnTo>
                    <a:pt x="336411" y="410715"/>
                  </a:lnTo>
                  <a:close/>
                  <a:moveTo>
                    <a:pt x="319488" y="415075"/>
                  </a:moveTo>
                  <a:lnTo>
                    <a:pt x="306483" y="476942"/>
                  </a:lnTo>
                  <a:lnTo>
                    <a:pt x="322354" y="486345"/>
                  </a:lnTo>
                  <a:close/>
                  <a:moveTo>
                    <a:pt x="859673" y="1012911"/>
                  </a:moveTo>
                  <a:lnTo>
                    <a:pt x="852076" y="1038862"/>
                  </a:lnTo>
                  <a:lnTo>
                    <a:pt x="848078" y="1029154"/>
                  </a:lnTo>
                  <a:close/>
                  <a:moveTo>
                    <a:pt x="930183" y="966960"/>
                  </a:moveTo>
                  <a:lnTo>
                    <a:pt x="876161" y="977618"/>
                  </a:lnTo>
                  <a:lnTo>
                    <a:pt x="859673" y="1012911"/>
                  </a:lnTo>
                  <a:close/>
                  <a:moveTo>
                    <a:pt x="930183" y="966960"/>
                  </a:moveTo>
                  <a:lnTo>
                    <a:pt x="859673" y="1012911"/>
                  </a:lnTo>
                  <a:lnTo>
                    <a:pt x="885275" y="973733"/>
                  </a:lnTo>
                  <a:close/>
                  <a:moveTo>
                    <a:pt x="720034" y="823008"/>
                  </a:moveTo>
                  <a:lnTo>
                    <a:pt x="730546" y="874544"/>
                  </a:lnTo>
                  <a:lnTo>
                    <a:pt x="765312" y="850450"/>
                  </a:lnTo>
                  <a:close/>
                  <a:moveTo>
                    <a:pt x="619723" y="771471"/>
                  </a:moveTo>
                  <a:lnTo>
                    <a:pt x="662954" y="801443"/>
                  </a:lnTo>
                  <a:lnTo>
                    <a:pt x="665891" y="762566"/>
                  </a:lnTo>
                  <a:close/>
                  <a:moveTo>
                    <a:pt x="720034" y="823008"/>
                  </a:moveTo>
                  <a:lnTo>
                    <a:pt x="783335" y="767275"/>
                  </a:lnTo>
                  <a:lnTo>
                    <a:pt x="719838" y="756691"/>
                  </a:lnTo>
                  <a:close/>
                  <a:moveTo>
                    <a:pt x="719838" y="756691"/>
                  </a:moveTo>
                  <a:lnTo>
                    <a:pt x="783335" y="767275"/>
                  </a:lnTo>
                  <a:lnTo>
                    <a:pt x="769202" y="754541"/>
                  </a:lnTo>
                  <a:close/>
                  <a:moveTo>
                    <a:pt x="720034" y="823008"/>
                  </a:moveTo>
                  <a:lnTo>
                    <a:pt x="719838" y="756691"/>
                  </a:lnTo>
                  <a:lnTo>
                    <a:pt x="714163" y="818229"/>
                  </a:lnTo>
                  <a:close/>
                  <a:moveTo>
                    <a:pt x="719838" y="756691"/>
                  </a:moveTo>
                  <a:lnTo>
                    <a:pt x="662954" y="801443"/>
                  </a:lnTo>
                  <a:lnTo>
                    <a:pt x="714163" y="818229"/>
                  </a:lnTo>
                  <a:close/>
                  <a:moveTo>
                    <a:pt x="719838" y="756691"/>
                  </a:moveTo>
                  <a:lnTo>
                    <a:pt x="665891" y="762566"/>
                  </a:lnTo>
                  <a:lnTo>
                    <a:pt x="662954" y="801443"/>
                  </a:lnTo>
                  <a:close/>
                  <a:moveTo>
                    <a:pt x="719838" y="756691"/>
                  </a:moveTo>
                  <a:lnTo>
                    <a:pt x="708130" y="703466"/>
                  </a:lnTo>
                  <a:lnTo>
                    <a:pt x="665891" y="762566"/>
                  </a:lnTo>
                  <a:close/>
                  <a:moveTo>
                    <a:pt x="769202" y="754541"/>
                  </a:moveTo>
                  <a:lnTo>
                    <a:pt x="708130" y="703466"/>
                  </a:lnTo>
                  <a:lnTo>
                    <a:pt x="719838" y="756691"/>
                  </a:lnTo>
                  <a:close/>
                  <a:moveTo>
                    <a:pt x="708130" y="703466"/>
                  </a:moveTo>
                  <a:lnTo>
                    <a:pt x="737274" y="695841"/>
                  </a:lnTo>
                  <a:lnTo>
                    <a:pt x="709586" y="666216"/>
                  </a:lnTo>
                  <a:close/>
                  <a:moveTo>
                    <a:pt x="593720" y="595029"/>
                  </a:moveTo>
                  <a:lnTo>
                    <a:pt x="597823" y="592768"/>
                  </a:lnTo>
                  <a:lnTo>
                    <a:pt x="595495" y="589002"/>
                  </a:lnTo>
                  <a:close/>
                  <a:moveTo>
                    <a:pt x="504120" y="565325"/>
                  </a:moveTo>
                  <a:lnTo>
                    <a:pt x="506012" y="564017"/>
                  </a:lnTo>
                  <a:lnTo>
                    <a:pt x="535856" y="540698"/>
                  </a:lnTo>
                  <a:close/>
                  <a:moveTo>
                    <a:pt x="506983" y="565325"/>
                  </a:moveTo>
                  <a:lnTo>
                    <a:pt x="536645" y="541231"/>
                  </a:lnTo>
                  <a:lnTo>
                    <a:pt x="506012" y="564017"/>
                  </a:lnTo>
                  <a:close/>
                  <a:moveTo>
                    <a:pt x="446824" y="382498"/>
                  </a:moveTo>
                  <a:lnTo>
                    <a:pt x="366711" y="392548"/>
                  </a:lnTo>
                  <a:lnTo>
                    <a:pt x="400605" y="384369"/>
                  </a:lnTo>
                  <a:close/>
                  <a:moveTo>
                    <a:pt x="957432" y="953524"/>
                  </a:moveTo>
                  <a:lnTo>
                    <a:pt x="930183" y="966960"/>
                  </a:lnTo>
                  <a:lnTo>
                    <a:pt x="1008497" y="950186"/>
                  </a:lnTo>
                  <a:close/>
                  <a:moveTo>
                    <a:pt x="1008497" y="950186"/>
                  </a:moveTo>
                  <a:lnTo>
                    <a:pt x="930183" y="966960"/>
                  </a:lnTo>
                  <a:lnTo>
                    <a:pt x="977107" y="980966"/>
                  </a:lnTo>
                  <a:close/>
                  <a:moveTo>
                    <a:pt x="977107" y="980966"/>
                  </a:moveTo>
                  <a:lnTo>
                    <a:pt x="930183" y="966960"/>
                  </a:lnTo>
                  <a:lnTo>
                    <a:pt x="969076" y="981726"/>
                  </a:lnTo>
                  <a:close/>
                  <a:moveTo>
                    <a:pt x="1012158" y="929430"/>
                  </a:moveTo>
                  <a:lnTo>
                    <a:pt x="991003" y="939138"/>
                  </a:lnTo>
                  <a:lnTo>
                    <a:pt x="1008497" y="950186"/>
                  </a:lnTo>
                  <a:close/>
                  <a:moveTo>
                    <a:pt x="783335" y="767275"/>
                  </a:moveTo>
                  <a:lnTo>
                    <a:pt x="764138" y="798914"/>
                  </a:lnTo>
                  <a:lnTo>
                    <a:pt x="814590" y="780384"/>
                  </a:lnTo>
                  <a:close/>
                  <a:moveTo>
                    <a:pt x="814590" y="780384"/>
                  </a:moveTo>
                  <a:lnTo>
                    <a:pt x="826641" y="754509"/>
                  </a:lnTo>
                  <a:lnTo>
                    <a:pt x="783335" y="767275"/>
                  </a:lnTo>
                  <a:close/>
                  <a:moveTo>
                    <a:pt x="814590" y="780384"/>
                  </a:moveTo>
                  <a:lnTo>
                    <a:pt x="855756" y="784899"/>
                  </a:lnTo>
                  <a:lnTo>
                    <a:pt x="826641" y="754509"/>
                  </a:lnTo>
                  <a:close/>
                  <a:moveTo>
                    <a:pt x="595495" y="589002"/>
                  </a:moveTo>
                  <a:lnTo>
                    <a:pt x="597823" y="592768"/>
                  </a:lnTo>
                  <a:lnTo>
                    <a:pt x="601784" y="588474"/>
                  </a:lnTo>
                  <a:close/>
                  <a:moveTo>
                    <a:pt x="402600" y="385489"/>
                  </a:moveTo>
                  <a:lnTo>
                    <a:pt x="446824" y="382498"/>
                  </a:lnTo>
                  <a:lnTo>
                    <a:pt x="400605" y="384369"/>
                  </a:lnTo>
                  <a:close/>
                  <a:moveTo>
                    <a:pt x="1008497" y="950186"/>
                  </a:moveTo>
                  <a:lnTo>
                    <a:pt x="977107" y="980966"/>
                  </a:lnTo>
                  <a:lnTo>
                    <a:pt x="1008330" y="925052"/>
                  </a:lnTo>
                  <a:close/>
                  <a:moveTo>
                    <a:pt x="1012158" y="929430"/>
                  </a:moveTo>
                  <a:lnTo>
                    <a:pt x="1008497" y="950186"/>
                  </a:lnTo>
                  <a:lnTo>
                    <a:pt x="1008330" y="925052"/>
                  </a:lnTo>
                  <a:close/>
                  <a:moveTo>
                    <a:pt x="966382" y="496392"/>
                  </a:moveTo>
                  <a:lnTo>
                    <a:pt x="924683" y="515874"/>
                  </a:lnTo>
                  <a:lnTo>
                    <a:pt x="919476" y="522228"/>
                  </a:lnTo>
                  <a:close/>
                  <a:moveTo>
                    <a:pt x="966382" y="496392"/>
                  </a:moveTo>
                  <a:lnTo>
                    <a:pt x="981628" y="445028"/>
                  </a:lnTo>
                  <a:lnTo>
                    <a:pt x="924683" y="515874"/>
                  </a:lnTo>
                  <a:close/>
                  <a:moveTo>
                    <a:pt x="924683" y="515874"/>
                  </a:moveTo>
                  <a:lnTo>
                    <a:pt x="981562" y="444870"/>
                  </a:lnTo>
                  <a:lnTo>
                    <a:pt x="925363" y="452577"/>
                  </a:lnTo>
                  <a:close/>
                  <a:moveTo>
                    <a:pt x="1054264" y="420761"/>
                  </a:moveTo>
                  <a:lnTo>
                    <a:pt x="1054549" y="423517"/>
                  </a:lnTo>
                  <a:lnTo>
                    <a:pt x="1013731" y="430155"/>
                  </a:lnTo>
                  <a:close/>
                  <a:moveTo>
                    <a:pt x="1057683" y="419808"/>
                  </a:moveTo>
                  <a:lnTo>
                    <a:pt x="1054549" y="423517"/>
                  </a:lnTo>
                  <a:lnTo>
                    <a:pt x="1054264" y="420761"/>
                  </a:lnTo>
                  <a:close/>
                  <a:moveTo>
                    <a:pt x="1393501" y="833054"/>
                  </a:moveTo>
                  <a:lnTo>
                    <a:pt x="1404082" y="841553"/>
                  </a:lnTo>
                  <a:lnTo>
                    <a:pt x="1408572" y="827555"/>
                  </a:lnTo>
                  <a:close/>
                  <a:moveTo>
                    <a:pt x="1365733" y="781517"/>
                  </a:moveTo>
                  <a:lnTo>
                    <a:pt x="1393501" y="833054"/>
                  </a:lnTo>
                  <a:lnTo>
                    <a:pt x="1408572" y="827555"/>
                  </a:lnTo>
                  <a:close/>
                  <a:moveTo>
                    <a:pt x="1053356" y="443410"/>
                  </a:moveTo>
                  <a:lnTo>
                    <a:pt x="1084760" y="396667"/>
                  </a:lnTo>
                  <a:lnTo>
                    <a:pt x="1054264" y="420761"/>
                  </a:lnTo>
                  <a:close/>
                  <a:moveTo>
                    <a:pt x="1085520" y="388989"/>
                  </a:moveTo>
                  <a:lnTo>
                    <a:pt x="1057683" y="419808"/>
                  </a:lnTo>
                  <a:lnTo>
                    <a:pt x="1054264" y="420761"/>
                  </a:lnTo>
                  <a:close/>
                  <a:moveTo>
                    <a:pt x="1210000" y="245406"/>
                  </a:moveTo>
                  <a:lnTo>
                    <a:pt x="1168984" y="193869"/>
                  </a:lnTo>
                  <a:lnTo>
                    <a:pt x="1137649" y="268454"/>
                  </a:lnTo>
                  <a:close/>
                  <a:moveTo>
                    <a:pt x="1137649" y="268454"/>
                  </a:moveTo>
                  <a:lnTo>
                    <a:pt x="1171553" y="266173"/>
                  </a:lnTo>
                  <a:lnTo>
                    <a:pt x="1210000" y="245406"/>
                  </a:lnTo>
                  <a:close/>
                  <a:moveTo>
                    <a:pt x="1461274" y="383492"/>
                  </a:moveTo>
                  <a:lnTo>
                    <a:pt x="1411331" y="386113"/>
                  </a:lnTo>
                  <a:lnTo>
                    <a:pt x="1481643" y="417265"/>
                  </a:lnTo>
                  <a:close/>
                  <a:moveTo>
                    <a:pt x="1168984" y="193869"/>
                  </a:moveTo>
                  <a:lnTo>
                    <a:pt x="1210000" y="245406"/>
                  </a:lnTo>
                  <a:lnTo>
                    <a:pt x="1211660" y="221312"/>
                  </a:lnTo>
                  <a:close/>
                  <a:moveTo>
                    <a:pt x="1318039" y="59806"/>
                  </a:moveTo>
                  <a:lnTo>
                    <a:pt x="1361474" y="47527"/>
                  </a:lnTo>
                  <a:lnTo>
                    <a:pt x="1281935" y="59720"/>
                  </a:lnTo>
                  <a:close/>
                  <a:moveTo>
                    <a:pt x="1583820" y="259103"/>
                  </a:moveTo>
                  <a:lnTo>
                    <a:pt x="1624149" y="201556"/>
                  </a:lnTo>
                  <a:lnTo>
                    <a:pt x="1571404" y="206455"/>
                  </a:lnTo>
                  <a:close/>
                  <a:moveTo>
                    <a:pt x="1679692" y="252104"/>
                  </a:moveTo>
                  <a:lnTo>
                    <a:pt x="1646563" y="200567"/>
                  </a:lnTo>
                  <a:lnTo>
                    <a:pt x="1636016" y="254652"/>
                  </a:lnTo>
                  <a:close/>
                  <a:moveTo>
                    <a:pt x="1646563" y="200567"/>
                  </a:moveTo>
                  <a:lnTo>
                    <a:pt x="1624149" y="201556"/>
                  </a:lnTo>
                  <a:lnTo>
                    <a:pt x="1636016" y="254652"/>
                  </a:lnTo>
                  <a:close/>
                  <a:moveTo>
                    <a:pt x="1538241" y="170673"/>
                  </a:moveTo>
                  <a:lnTo>
                    <a:pt x="1529631" y="202433"/>
                  </a:lnTo>
                  <a:lnTo>
                    <a:pt x="1571404" y="206455"/>
                  </a:lnTo>
                  <a:close/>
                  <a:moveTo>
                    <a:pt x="1571404" y="206455"/>
                  </a:moveTo>
                  <a:lnTo>
                    <a:pt x="1624149" y="201556"/>
                  </a:lnTo>
                  <a:lnTo>
                    <a:pt x="1608088" y="151870"/>
                  </a:lnTo>
                  <a:close/>
                  <a:moveTo>
                    <a:pt x="1571404" y="206455"/>
                  </a:moveTo>
                  <a:lnTo>
                    <a:pt x="1608088" y="151870"/>
                  </a:lnTo>
                  <a:lnTo>
                    <a:pt x="1538241" y="170673"/>
                  </a:lnTo>
                  <a:close/>
                  <a:moveTo>
                    <a:pt x="1436314" y="17766"/>
                  </a:moveTo>
                  <a:lnTo>
                    <a:pt x="1361474" y="47527"/>
                  </a:lnTo>
                  <a:lnTo>
                    <a:pt x="1392032" y="26880"/>
                  </a:lnTo>
                  <a:close/>
                  <a:moveTo>
                    <a:pt x="1478282" y="0"/>
                  </a:moveTo>
                  <a:lnTo>
                    <a:pt x="1410099" y="54649"/>
                  </a:lnTo>
                  <a:lnTo>
                    <a:pt x="1436314" y="17766"/>
                  </a:lnTo>
                  <a:close/>
                  <a:moveTo>
                    <a:pt x="1679692" y="252104"/>
                  </a:moveTo>
                  <a:lnTo>
                    <a:pt x="1686227" y="253440"/>
                  </a:lnTo>
                  <a:lnTo>
                    <a:pt x="1686584" y="251522"/>
                  </a:lnTo>
                  <a:close/>
                  <a:moveTo>
                    <a:pt x="1646563" y="200567"/>
                  </a:moveTo>
                  <a:lnTo>
                    <a:pt x="1679692" y="252104"/>
                  </a:lnTo>
                  <a:lnTo>
                    <a:pt x="1686584" y="251522"/>
                  </a:lnTo>
                  <a:close/>
                  <a:moveTo>
                    <a:pt x="1462724" y="30616"/>
                  </a:moveTo>
                  <a:lnTo>
                    <a:pt x="1478282" y="0"/>
                  </a:lnTo>
                  <a:lnTo>
                    <a:pt x="1436314" y="17766"/>
                  </a:lnTo>
                  <a:close/>
                  <a:moveTo>
                    <a:pt x="1462724" y="30616"/>
                  </a:moveTo>
                  <a:lnTo>
                    <a:pt x="1513123" y="27626"/>
                  </a:lnTo>
                  <a:lnTo>
                    <a:pt x="1478282" y="0"/>
                  </a:lnTo>
                  <a:close/>
                  <a:moveTo>
                    <a:pt x="1513123" y="27626"/>
                  </a:moveTo>
                  <a:lnTo>
                    <a:pt x="1527729" y="10199"/>
                  </a:lnTo>
                  <a:lnTo>
                    <a:pt x="1478282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15" name="Output_density__4314">
              <a:extLst>
                <a:ext uri="{FF2B5EF4-FFF2-40B4-BE49-F238E27FC236}">
                  <a16:creationId xmlns:a16="http://schemas.microsoft.com/office/drawing/2014/main" id="{1C06776C-C446-C09C-D642-27B1D37CEB1D}"/>
                </a:ext>
              </a:extLst>
            </p:cNvPr>
            <p:cNvSpPr>
              <a:spLocks noGrp="1"/>
            </p:cNvSpPr>
            <p:nvPr/>
          </p:nvSpPr>
          <p:spPr>
            <a:xfrm>
              <a:off x="14848788" y="2429466"/>
              <a:ext cx="1250670" cy="907713"/>
            </a:xfrm>
            <a:custGeom>
              <a:avLst/>
              <a:gdLst/>
              <a:ahLst/>
              <a:cxnLst/>
              <a:rect l="0" t="0" r="0" b="0"/>
              <a:pathLst>
                <a:path w="1250670" h="907713">
                  <a:moveTo>
                    <a:pt x="59156" y="856315"/>
                  </a:moveTo>
                  <a:lnTo>
                    <a:pt x="115124" y="842593"/>
                  </a:lnTo>
                  <a:lnTo>
                    <a:pt x="103253" y="839616"/>
                  </a:lnTo>
                  <a:close/>
                  <a:moveTo>
                    <a:pt x="103253" y="839616"/>
                  </a:moveTo>
                  <a:lnTo>
                    <a:pt x="157259" y="833693"/>
                  </a:lnTo>
                  <a:lnTo>
                    <a:pt x="135390" y="788728"/>
                  </a:lnTo>
                  <a:close/>
                  <a:moveTo>
                    <a:pt x="157259" y="833693"/>
                  </a:moveTo>
                  <a:lnTo>
                    <a:pt x="103253" y="839616"/>
                  </a:lnTo>
                  <a:lnTo>
                    <a:pt x="160789" y="838651"/>
                  </a:lnTo>
                  <a:close/>
                  <a:moveTo>
                    <a:pt x="103253" y="839616"/>
                  </a:moveTo>
                  <a:lnTo>
                    <a:pt x="115124" y="842593"/>
                  </a:lnTo>
                  <a:lnTo>
                    <a:pt x="160789" y="838651"/>
                  </a:lnTo>
                  <a:close/>
                  <a:moveTo>
                    <a:pt x="157259" y="833693"/>
                  </a:moveTo>
                  <a:lnTo>
                    <a:pt x="160789" y="838651"/>
                  </a:lnTo>
                  <a:lnTo>
                    <a:pt x="165016" y="832221"/>
                  </a:lnTo>
                  <a:close/>
                  <a:moveTo>
                    <a:pt x="177053" y="629423"/>
                  </a:moveTo>
                  <a:lnTo>
                    <a:pt x="176956" y="629451"/>
                  </a:lnTo>
                  <a:lnTo>
                    <a:pt x="177004" y="629478"/>
                  </a:lnTo>
                  <a:close/>
                  <a:moveTo>
                    <a:pt x="177053" y="629423"/>
                  </a:moveTo>
                  <a:lnTo>
                    <a:pt x="188670" y="577887"/>
                  </a:lnTo>
                  <a:lnTo>
                    <a:pt x="176956" y="629451"/>
                  </a:lnTo>
                  <a:close/>
                  <a:moveTo>
                    <a:pt x="188670" y="577887"/>
                  </a:moveTo>
                  <a:lnTo>
                    <a:pt x="145437" y="592332"/>
                  </a:lnTo>
                  <a:lnTo>
                    <a:pt x="176956" y="629451"/>
                  </a:lnTo>
                  <a:close/>
                  <a:moveTo>
                    <a:pt x="177004" y="629478"/>
                  </a:moveTo>
                  <a:lnTo>
                    <a:pt x="176956" y="629451"/>
                  </a:lnTo>
                  <a:lnTo>
                    <a:pt x="175437" y="629423"/>
                  </a:lnTo>
                  <a:close/>
                  <a:moveTo>
                    <a:pt x="0" y="498907"/>
                  </a:moveTo>
                  <a:lnTo>
                    <a:pt x="30899" y="526350"/>
                  </a:lnTo>
                  <a:lnTo>
                    <a:pt x="35445" y="474813"/>
                  </a:lnTo>
                  <a:close/>
                  <a:moveTo>
                    <a:pt x="38042" y="459273"/>
                  </a:moveTo>
                  <a:lnTo>
                    <a:pt x="0" y="498907"/>
                  </a:lnTo>
                  <a:lnTo>
                    <a:pt x="35445" y="474813"/>
                  </a:lnTo>
                  <a:close/>
                  <a:moveTo>
                    <a:pt x="38042" y="459273"/>
                  </a:moveTo>
                  <a:lnTo>
                    <a:pt x="5532" y="472625"/>
                  </a:lnTo>
                  <a:lnTo>
                    <a:pt x="0" y="498907"/>
                  </a:lnTo>
                  <a:close/>
                  <a:moveTo>
                    <a:pt x="38042" y="459273"/>
                  </a:moveTo>
                  <a:lnTo>
                    <a:pt x="42303" y="423277"/>
                  </a:lnTo>
                  <a:lnTo>
                    <a:pt x="14381" y="447371"/>
                  </a:lnTo>
                  <a:close/>
                  <a:moveTo>
                    <a:pt x="177004" y="629478"/>
                  </a:moveTo>
                  <a:lnTo>
                    <a:pt x="175437" y="629423"/>
                  </a:lnTo>
                  <a:lnTo>
                    <a:pt x="217266" y="645109"/>
                  </a:lnTo>
                  <a:close/>
                  <a:moveTo>
                    <a:pt x="247808" y="609831"/>
                  </a:moveTo>
                  <a:lnTo>
                    <a:pt x="177053" y="629423"/>
                  </a:lnTo>
                  <a:lnTo>
                    <a:pt x="256048" y="615433"/>
                  </a:lnTo>
                  <a:close/>
                  <a:moveTo>
                    <a:pt x="256048" y="615433"/>
                  </a:moveTo>
                  <a:lnTo>
                    <a:pt x="177053" y="629423"/>
                  </a:lnTo>
                  <a:lnTo>
                    <a:pt x="177004" y="629478"/>
                  </a:lnTo>
                  <a:close/>
                  <a:moveTo>
                    <a:pt x="188670" y="577887"/>
                  </a:moveTo>
                  <a:lnTo>
                    <a:pt x="247808" y="609831"/>
                  </a:lnTo>
                  <a:lnTo>
                    <a:pt x="233284" y="558896"/>
                  </a:lnTo>
                  <a:close/>
                  <a:moveTo>
                    <a:pt x="188670" y="577887"/>
                  </a:moveTo>
                  <a:lnTo>
                    <a:pt x="177053" y="629423"/>
                  </a:lnTo>
                  <a:lnTo>
                    <a:pt x="247808" y="609831"/>
                  </a:lnTo>
                  <a:close/>
                  <a:moveTo>
                    <a:pt x="262960" y="605329"/>
                  </a:moveTo>
                  <a:lnTo>
                    <a:pt x="251738" y="553792"/>
                  </a:lnTo>
                  <a:lnTo>
                    <a:pt x="247808" y="609831"/>
                  </a:lnTo>
                  <a:close/>
                  <a:moveTo>
                    <a:pt x="251738" y="553792"/>
                  </a:moveTo>
                  <a:lnTo>
                    <a:pt x="233284" y="558896"/>
                  </a:lnTo>
                  <a:lnTo>
                    <a:pt x="247808" y="609831"/>
                  </a:lnTo>
                  <a:close/>
                  <a:moveTo>
                    <a:pt x="247808" y="609831"/>
                  </a:moveTo>
                  <a:lnTo>
                    <a:pt x="256048" y="615433"/>
                  </a:lnTo>
                  <a:lnTo>
                    <a:pt x="262960" y="605329"/>
                  </a:lnTo>
                  <a:close/>
                  <a:moveTo>
                    <a:pt x="38042" y="459273"/>
                  </a:moveTo>
                  <a:lnTo>
                    <a:pt x="35445" y="474813"/>
                  </a:lnTo>
                  <a:lnTo>
                    <a:pt x="53515" y="465613"/>
                  </a:lnTo>
                  <a:close/>
                  <a:moveTo>
                    <a:pt x="53515" y="465613"/>
                  </a:moveTo>
                  <a:lnTo>
                    <a:pt x="42303" y="423277"/>
                  </a:lnTo>
                  <a:lnTo>
                    <a:pt x="38042" y="459273"/>
                  </a:lnTo>
                  <a:close/>
                  <a:moveTo>
                    <a:pt x="104431" y="399458"/>
                  </a:moveTo>
                  <a:lnTo>
                    <a:pt x="42303" y="423277"/>
                  </a:lnTo>
                  <a:lnTo>
                    <a:pt x="53515" y="465613"/>
                  </a:lnTo>
                  <a:close/>
                  <a:moveTo>
                    <a:pt x="111487" y="456465"/>
                  </a:moveTo>
                  <a:lnTo>
                    <a:pt x="104431" y="399458"/>
                  </a:lnTo>
                  <a:lnTo>
                    <a:pt x="53515" y="465613"/>
                  </a:lnTo>
                  <a:close/>
                  <a:moveTo>
                    <a:pt x="58866" y="371740"/>
                  </a:moveTo>
                  <a:lnTo>
                    <a:pt x="42303" y="423277"/>
                  </a:lnTo>
                  <a:lnTo>
                    <a:pt x="104431" y="399458"/>
                  </a:lnTo>
                  <a:close/>
                  <a:moveTo>
                    <a:pt x="105200" y="399182"/>
                  </a:moveTo>
                  <a:lnTo>
                    <a:pt x="105013" y="347646"/>
                  </a:lnTo>
                  <a:lnTo>
                    <a:pt x="104431" y="399458"/>
                  </a:lnTo>
                  <a:close/>
                  <a:moveTo>
                    <a:pt x="105013" y="347646"/>
                  </a:moveTo>
                  <a:lnTo>
                    <a:pt x="65779" y="368139"/>
                  </a:lnTo>
                  <a:lnTo>
                    <a:pt x="104431" y="399458"/>
                  </a:lnTo>
                  <a:close/>
                  <a:moveTo>
                    <a:pt x="251738" y="553792"/>
                  </a:moveTo>
                  <a:lnTo>
                    <a:pt x="322792" y="555399"/>
                  </a:lnTo>
                  <a:lnTo>
                    <a:pt x="301743" y="541222"/>
                  </a:lnTo>
                  <a:close/>
                  <a:moveTo>
                    <a:pt x="313018" y="581235"/>
                  </a:moveTo>
                  <a:lnTo>
                    <a:pt x="322792" y="555399"/>
                  </a:lnTo>
                  <a:lnTo>
                    <a:pt x="251738" y="553792"/>
                  </a:lnTo>
                  <a:close/>
                  <a:moveTo>
                    <a:pt x="262960" y="605329"/>
                  </a:moveTo>
                  <a:lnTo>
                    <a:pt x="313018" y="581235"/>
                  </a:lnTo>
                  <a:lnTo>
                    <a:pt x="251738" y="553792"/>
                  </a:lnTo>
                  <a:close/>
                  <a:moveTo>
                    <a:pt x="245813" y="502256"/>
                  </a:moveTo>
                  <a:lnTo>
                    <a:pt x="301743" y="541222"/>
                  </a:lnTo>
                  <a:lnTo>
                    <a:pt x="290690" y="487465"/>
                  </a:lnTo>
                  <a:close/>
                  <a:moveTo>
                    <a:pt x="245813" y="502256"/>
                  </a:moveTo>
                  <a:lnTo>
                    <a:pt x="251738" y="553792"/>
                  </a:lnTo>
                  <a:lnTo>
                    <a:pt x="301743" y="541222"/>
                  </a:lnTo>
                  <a:close/>
                  <a:moveTo>
                    <a:pt x="301743" y="541222"/>
                  </a:moveTo>
                  <a:lnTo>
                    <a:pt x="322792" y="555399"/>
                  </a:lnTo>
                  <a:lnTo>
                    <a:pt x="337130" y="529698"/>
                  </a:lnTo>
                  <a:close/>
                  <a:moveTo>
                    <a:pt x="105013" y="347646"/>
                  </a:moveTo>
                  <a:lnTo>
                    <a:pt x="173995" y="380886"/>
                  </a:lnTo>
                  <a:lnTo>
                    <a:pt x="155517" y="333166"/>
                  </a:lnTo>
                  <a:close/>
                  <a:moveTo>
                    <a:pt x="105013" y="347646"/>
                  </a:moveTo>
                  <a:lnTo>
                    <a:pt x="105200" y="399182"/>
                  </a:lnTo>
                  <a:lnTo>
                    <a:pt x="173995" y="380886"/>
                  </a:lnTo>
                  <a:close/>
                  <a:moveTo>
                    <a:pt x="197904" y="375089"/>
                  </a:moveTo>
                  <a:lnTo>
                    <a:pt x="216825" y="333884"/>
                  </a:lnTo>
                  <a:lnTo>
                    <a:pt x="173995" y="380886"/>
                  </a:lnTo>
                  <a:close/>
                  <a:moveTo>
                    <a:pt x="173995" y="380886"/>
                  </a:moveTo>
                  <a:lnTo>
                    <a:pt x="210724" y="326266"/>
                  </a:lnTo>
                  <a:lnTo>
                    <a:pt x="155517" y="333166"/>
                  </a:lnTo>
                  <a:close/>
                  <a:moveTo>
                    <a:pt x="577579" y="674401"/>
                  </a:moveTo>
                  <a:lnTo>
                    <a:pt x="500010" y="693959"/>
                  </a:lnTo>
                  <a:lnTo>
                    <a:pt x="552354" y="711751"/>
                  </a:lnTo>
                  <a:close/>
                  <a:moveTo>
                    <a:pt x="552354" y="711751"/>
                  </a:moveTo>
                  <a:lnTo>
                    <a:pt x="500010" y="693959"/>
                  </a:lnTo>
                  <a:lnTo>
                    <a:pt x="537807" y="714224"/>
                  </a:lnTo>
                  <a:close/>
                  <a:moveTo>
                    <a:pt x="571055" y="662433"/>
                  </a:moveTo>
                  <a:lnTo>
                    <a:pt x="577579" y="674401"/>
                  </a:lnTo>
                  <a:lnTo>
                    <a:pt x="578336" y="660214"/>
                  </a:lnTo>
                  <a:close/>
                  <a:moveTo>
                    <a:pt x="269042" y="350995"/>
                  </a:moveTo>
                  <a:lnTo>
                    <a:pt x="252119" y="355355"/>
                  </a:lnTo>
                  <a:lnTo>
                    <a:pt x="254985" y="426625"/>
                  </a:lnTo>
                  <a:close/>
                  <a:moveTo>
                    <a:pt x="239114" y="417222"/>
                  </a:moveTo>
                  <a:lnTo>
                    <a:pt x="252119" y="355355"/>
                  </a:lnTo>
                  <a:lnTo>
                    <a:pt x="197904" y="375089"/>
                  </a:lnTo>
                  <a:close/>
                  <a:moveTo>
                    <a:pt x="216825" y="333884"/>
                  </a:moveTo>
                  <a:lnTo>
                    <a:pt x="197904" y="375089"/>
                  </a:lnTo>
                  <a:lnTo>
                    <a:pt x="252119" y="355355"/>
                  </a:lnTo>
                  <a:close/>
                  <a:moveTo>
                    <a:pt x="299342" y="332828"/>
                  </a:moveTo>
                  <a:lnTo>
                    <a:pt x="252119" y="355355"/>
                  </a:lnTo>
                  <a:lnTo>
                    <a:pt x="269042" y="350995"/>
                  </a:lnTo>
                  <a:close/>
                  <a:moveTo>
                    <a:pt x="216825" y="333884"/>
                  </a:moveTo>
                  <a:lnTo>
                    <a:pt x="252119" y="355355"/>
                  </a:lnTo>
                  <a:lnTo>
                    <a:pt x="299342" y="332828"/>
                  </a:lnTo>
                  <a:close/>
                  <a:moveTo>
                    <a:pt x="842111" y="907713"/>
                  </a:moveTo>
                  <a:lnTo>
                    <a:pt x="862814" y="907240"/>
                  </a:lnTo>
                  <a:lnTo>
                    <a:pt x="890063" y="893803"/>
                  </a:lnTo>
                  <a:close/>
                  <a:moveTo>
                    <a:pt x="652665" y="763288"/>
                  </a:moveTo>
                  <a:lnTo>
                    <a:pt x="697943" y="790730"/>
                  </a:lnTo>
                  <a:lnTo>
                    <a:pt x="696769" y="739194"/>
                  </a:lnTo>
                  <a:close/>
                  <a:moveTo>
                    <a:pt x="696769" y="739194"/>
                  </a:moveTo>
                  <a:lnTo>
                    <a:pt x="715966" y="707555"/>
                  </a:lnTo>
                  <a:lnTo>
                    <a:pt x="652665" y="763288"/>
                  </a:lnTo>
                  <a:close/>
                  <a:moveTo>
                    <a:pt x="577579" y="674401"/>
                  </a:moveTo>
                  <a:lnTo>
                    <a:pt x="552354" y="711751"/>
                  </a:lnTo>
                  <a:lnTo>
                    <a:pt x="598522" y="702846"/>
                  </a:lnTo>
                  <a:close/>
                  <a:moveTo>
                    <a:pt x="598522" y="702846"/>
                  </a:moveTo>
                  <a:lnTo>
                    <a:pt x="578336" y="660214"/>
                  </a:lnTo>
                  <a:lnTo>
                    <a:pt x="577579" y="674401"/>
                  </a:lnTo>
                  <a:close/>
                  <a:moveTo>
                    <a:pt x="640761" y="643746"/>
                  </a:moveTo>
                  <a:lnTo>
                    <a:pt x="578336" y="660214"/>
                  </a:lnTo>
                  <a:lnTo>
                    <a:pt x="598522" y="702846"/>
                  </a:lnTo>
                  <a:close/>
                  <a:moveTo>
                    <a:pt x="333236" y="324649"/>
                  </a:moveTo>
                  <a:lnTo>
                    <a:pt x="269042" y="350995"/>
                  </a:lnTo>
                  <a:lnTo>
                    <a:pt x="330664" y="326901"/>
                  </a:lnTo>
                  <a:close/>
                  <a:moveTo>
                    <a:pt x="333236" y="324649"/>
                  </a:moveTo>
                  <a:lnTo>
                    <a:pt x="299342" y="332828"/>
                  </a:lnTo>
                  <a:lnTo>
                    <a:pt x="269042" y="350995"/>
                  </a:lnTo>
                  <a:close/>
                  <a:moveTo>
                    <a:pt x="923634" y="879418"/>
                  </a:moveTo>
                  <a:lnTo>
                    <a:pt x="890063" y="893803"/>
                  </a:lnTo>
                  <a:lnTo>
                    <a:pt x="941128" y="890466"/>
                  </a:lnTo>
                  <a:close/>
                  <a:moveTo>
                    <a:pt x="1018151" y="329269"/>
                  </a:moveTo>
                  <a:lnTo>
                    <a:pt x="986895" y="361041"/>
                  </a:lnTo>
                  <a:lnTo>
                    <a:pt x="1017391" y="336947"/>
                  </a:lnTo>
                  <a:close/>
                  <a:moveTo>
                    <a:pt x="990314" y="360088"/>
                  </a:moveTo>
                  <a:lnTo>
                    <a:pt x="1018151" y="329269"/>
                  </a:lnTo>
                  <a:lnTo>
                    <a:pt x="990337" y="309505"/>
                  </a:lnTo>
                  <a:close/>
                  <a:moveTo>
                    <a:pt x="1018151" y="329269"/>
                  </a:moveTo>
                  <a:lnTo>
                    <a:pt x="1013609" y="285411"/>
                  </a:lnTo>
                  <a:lnTo>
                    <a:pt x="990337" y="309505"/>
                  </a:lnTo>
                  <a:close/>
                  <a:moveTo>
                    <a:pt x="1018151" y="329269"/>
                  </a:moveTo>
                  <a:lnTo>
                    <a:pt x="1017391" y="336947"/>
                  </a:lnTo>
                  <a:lnTo>
                    <a:pt x="1040963" y="320071"/>
                  </a:lnTo>
                  <a:close/>
                  <a:moveTo>
                    <a:pt x="1018151" y="329269"/>
                  </a:moveTo>
                  <a:lnTo>
                    <a:pt x="1040963" y="320071"/>
                  </a:lnTo>
                  <a:lnTo>
                    <a:pt x="1013609" y="285411"/>
                  </a:lnTo>
                  <a:close/>
                  <a:moveTo>
                    <a:pt x="1013609" y="285411"/>
                  </a:moveTo>
                  <a:lnTo>
                    <a:pt x="1050152" y="312853"/>
                  </a:lnTo>
                  <a:lnTo>
                    <a:pt x="1049825" y="261317"/>
                  </a:lnTo>
                  <a:close/>
                  <a:moveTo>
                    <a:pt x="1006586" y="233874"/>
                  </a:moveTo>
                  <a:lnTo>
                    <a:pt x="1013609" y="285411"/>
                  </a:lnTo>
                  <a:lnTo>
                    <a:pt x="1049825" y="261317"/>
                  </a:lnTo>
                  <a:close/>
                  <a:moveTo>
                    <a:pt x="1006586" y="233874"/>
                  </a:moveTo>
                  <a:lnTo>
                    <a:pt x="1049825" y="261317"/>
                  </a:lnTo>
                  <a:lnTo>
                    <a:pt x="1067744" y="209780"/>
                  </a:lnTo>
                  <a:close/>
                  <a:moveTo>
                    <a:pt x="1067744" y="209780"/>
                  </a:moveTo>
                  <a:lnTo>
                    <a:pt x="1104184" y="206453"/>
                  </a:lnTo>
                  <a:lnTo>
                    <a:pt x="1070280" y="208733"/>
                  </a:lnTo>
                  <a:close/>
                  <a:moveTo>
                    <a:pt x="1049825" y="261317"/>
                  </a:moveTo>
                  <a:lnTo>
                    <a:pt x="1089780" y="237223"/>
                  </a:lnTo>
                  <a:lnTo>
                    <a:pt x="1067744" y="209780"/>
                  </a:lnTo>
                  <a:close/>
                  <a:moveTo>
                    <a:pt x="1044334" y="158243"/>
                  </a:moveTo>
                  <a:lnTo>
                    <a:pt x="1070280" y="208733"/>
                  </a:lnTo>
                  <a:lnTo>
                    <a:pt x="1067429" y="148309"/>
                  </a:lnTo>
                  <a:close/>
                  <a:moveTo>
                    <a:pt x="1044334" y="158243"/>
                  </a:moveTo>
                  <a:lnTo>
                    <a:pt x="1067744" y="209780"/>
                  </a:lnTo>
                  <a:lnTo>
                    <a:pt x="1070280" y="208733"/>
                  </a:lnTo>
                  <a:close/>
                  <a:moveTo>
                    <a:pt x="1101615" y="134149"/>
                  </a:moveTo>
                  <a:lnTo>
                    <a:pt x="1067429" y="148309"/>
                  </a:lnTo>
                  <a:lnTo>
                    <a:pt x="1070280" y="208733"/>
                  </a:lnTo>
                  <a:close/>
                  <a:moveTo>
                    <a:pt x="1067581" y="82613"/>
                  </a:moveTo>
                  <a:lnTo>
                    <a:pt x="1067429" y="148309"/>
                  </a:lnTo>
                  <a:lnTo>
                    <a:pt x="1073692" y="92450"/>
                  </a:lnTo>
                  <a:close/>
                  <a:moveTo>
                    <a:pt x="1044334" y="158243"/>
                  </a:moveTo>
                  <a:lnTo>
                    <a:pt x="1067429" y="148309"/>
                  </a:lnTo>
                  <a:lnTo>
                    <a:pt x="1067581" y="82613"/>
                  </a:lnTo>
                  <a:close/>
                  <a:moveTo>
                    <a:pt x="1011681" y="106707"/>
                  </a:moveTo>
                  <a:lnTo>
                    <a:pt x="1044334" y="158243"/>
                  </a:lnTo>
                  <a:lnTo>
                    <a:pt x="1067581" y="82613"/>
                  </a:lnTo>
                  <a:close/>
                  <a:moveTo>
                    <a:pt x="1067429" y="148309"/>
                  </a:moveTo>
                  <a:lnTo>
                    <a:pt x="1101615" y="134149"/>
                  </a:lnTo>
                  <a:lnTo>
                    <a:pt x="1073692" y="92450"/>
                  </a:lnTo>
                  <a:close/>
                  <a:moveTo>
                    <a:pt x="1067581" y="82613"/>
                  </a:moveTo>
                  <a:lnTo>
                    <a:pt x="1067898" y="70785"/>
                  </a:lnTo>
                  <a:lnTo>
                    <a:pt x="1003539" y="55170"/>
                  </a:lnTo>
                  <a:close/>
                  <a:moveTo>
                    <a:pt x="1075384" y="79099"/>
                  </a:moveTo>
                  <a:lnTo>
                    <a:pt x="1073692" y="92450"/>
                  </a:lnTo>
                  <a:lnTo>
                    <a:pt x="1120126" y="58519"/>
                  </a:lnTo>
                  <a:close/>
                  <a:moveTo>
                    <a:pt x="1120126" y="58519"/>
                  </a:moveTo>
                  <a:lnTo>
                    <a:pt x="1073692" y="92450"/>
                  </a:lnTo>
                  <a:lnTo>
                    <a:pt x="1101615" y="134149"/>
                  </a:lnTo>
                  <a:close/>
                  <a:moveTo>
                    <a:pt x="1120126" y="58519"/>
                  </a:moveTo>
                  <a:lnTo>
                    <a:pt x="1101615" y="134149"/>
                  </a:lnTo>
                  <a:lnTo>
                    <a:pt x="1146008" y="110056"/>
                  </a:lnTo>
                  <a:close/>
                  <a:moveTo>
                    <a:pt x="1067581" y="82613"/>
                  </a:moveTo>
                  <a:lnTo>
                    <a:pt x="1073692" y="92450"/>
                  </a:lnTo>
                  <a:lnTo>
                    <a:pt x="1075384" y="79099"/>
                  </a:lnTo>
                  <a:close/>
                  <a:moveTo>
                    <a:pt x="1067898" y="70785"/>
                  </a:moveTo>
                  <a:lnTo>
                    <a:pt x="1067581" y="82613"/>
                  </a:lnTo>
                  <a:lnTo>
                    <a:pt x="1075384" y="79099"/>
                  </a:lnTo>
                  <a:close/>
                  <a:moveTo>
                    <a:pt x="1067898" y="70785"/>
                  </a:moveTo>
                  <a:lnTo>
                    <a:pt x="1075384" y="79099"/>
                  </a:lnTo>
                  <a:lnTo>
                    <a:pt x="1070241" y="31076"/>
                  </a:lnTo>
                  <a:close/>
                  <a:moveTo>
                    <a:pt x="1070241" y="31076"/>
                  </a:moveTo>
                  <a:lnTo>
                    <a:pt x="1075384" y="79099"/>
                  </a:lnTo>
                  <a:lnTo>
                    <a:pt x="1120126" y="58519"/>
                  </a:lnTo>
                  <a:close/>
                  <a:moveTo>
                    <a:pt x="1070241" y="31076"/>
                  </a:moveTo>
                  <a:lnTo>
                    <a:pt x="1120126" y="58519"/>
                  </a:lnTo>
                  <a:lnTo>
                    <a:pt x="1127687" y="6982"/>
                  </a:lnTo>
                  <a:close/>
                  <a:moveTo>
                    <a:pt x="1132180" y="1551"/>
                  </a:moveTo>
                  <a:lnTo>
                    <a:pt x="1070241" y="31076"/>
                  </a:lnTo>
                  <a:lnTo>
                    <a:pt x="1127687" y="6982"/>
                  </a:lnTo>
                  <a:close/>
                  <a:moveTo>
                    <a:pt x="1120126" y="58519"/>
                  </a:moveTo>
                  <a:lnTo>
                    <a:pt x="1174221" y="99471"/>
                  </a:lnTo>
                  <a:lnTo>
                    <a:pt x="1168754" y="41172"/>
                  </a:lnTo>
                  <a:close/>
                  <a:moveTo>
                    <a:pt x="1120126" y="58519"/>
                  </a:moveTo>
                  <a:lnTo>
                    <a:pt x="1146008" y="110056"/>
                  </a:lnTo>
                  <a:lnTo>
                    <a:pt x="1174221" y="99471"/>
                  </a:lnTo>
                  <a:close/>
                  <a:moveTo>
                    <a:pt x="1127687" y="6982"/>
                  </a:moveTo>
                  <a:lnTo>
                    <a:pt x="1168754" y="41172"/>
                  </a:lnTo>
                  <a:lnTo>
                    <a:pt x="1137650" y="3717"/>
                  </a:lnTo>
                  <a:close/>
                  <a:moveTo>
                    <a:pt x="1127687" y="6982"/>
                  </a:moveTo>
                  <a:lnTo>
                    <a:pt x="1120126" y="58519"/>
                  </a:lnTo>
                  <a:lnTo>
                    <a:pt x="1168754" y="41172"/>
                  </a:lnTo>
                  <a:close/>
                  <a:moveTo>
                    <a:pt x="1190179" y="34425"/>
                  </a:moveTo>
                  <a:lnTo>
                    <a:pt x="1214566" y="0"/>
                  </a:lnTo>
                  <a:lnTo>
                    <a:pt x="1168754" y="41172"/>
                  </a:lnTo>
                  <a:close/>
                  <a:moveTo>
                    <a:pt x="1168754" y="41172"/>
                  </a:moveTo>
                  <a:lnTo>
                    <a:pt x="1214566" y="0"/>
                  </a:lnTo>
                  <a:lnTo>
                    <a:pt x="1186324" y="2128"/>
                  </a:lnTo>
                  <a:close/>
                  <a:moveTo>
                    <a:pt x="1168754" y="41172"/>
                  </a:moveTo>
                  <a:lnTo>
                    <a:pt x="1186324" y="2128"/>
                  </a:lnTo>
                  <a:lnTo>
                    <a:pt x="1137650" y="3717"/>
                  </a:lnTo>
                  <a:close/>
                  <a:moveTo>
                    <a:pt x="1132180" y="1551"/>
                  </a:moveTo>
                  <a:lnTo>
                    <a:pt x="1127687" y="6982"/>
                  </a:lnTo>
                  <a:lnTo>
                    <a:pt x="1137650" y="3717"/>
                  </a:lnTo>
                  <a:close/>
                  <a:moveTo>
                    <a:pt x="1250670" y="86"/>
                  </a:moveTo>
                  <a:lnTo>
                    <a:pt x="1214566" y="0"/>
                  </a:lnTo>
                  <a:lnTo>
                    <a:pt x="1190179" y="34425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16" name="Output_density__4315">
              <a:extLst>
                <a:ext uri="{FF2B5EF4-FFF2-40B4-BE49-F238E27FC236}">
                  <a16:creationId xmlns:a16="http://schemas.microsoft.com/office/drawing/2014/main" id="{62B0BE5A-7128-6F03-C6A8-777E1EA153A0}"/>
                </a:ext>
              </a:extLst>
            </p:cNvPr>
            <p:cNvSpPr>
              <a:spLocks noGrp="1"/>
            </p:cNvSpPr>
            <p:nvPr/>
          </p:nvSpPr>
          <p:spPr>
            <a:xfrm>
              <a:off x="14894890" y="2694820"/>
              <a:ext cx="1488898" cy="771757"/>
            </a:xfrm>
            <a:custGeom>
              <a:avLst/>
              <a:gdLst/>
              <a:ahLst/>
              <a:cxnLst/>
              <a:rect l="0" t="0" r="0" b="0"/>
              <a:pathLst>
                <a:path w="1488898" h="771757">
                  <a:moveTo>
                    <a:pt x="214487" y="771757"/>
                  </a:moveTo>
                  <a:lnTo>
                    <a:pt x="165256" y="762369"/>
                  </a:lnTo>
                  <a:lnTo>
                    <a:pt x="130819" y="740581"/>
                  </a:lnTo>
                  <a:close/>
                  <a:moveTo>
                    <a:pt x="334695" y="736942"/>
                  </a:moveTo>
                  <a:lnTo>
                    <a:pt x="304817" y="713070"/>
                  </a:lnTo>
                  <a:lnTo>
                    <a:pt x="348772" y="748919"/>
                  </a:lnTo>
                  <a:close/>
                  <a:moveTo>
                    <a:pt x="0" y="493857"/>
                  </a:moveTo>
                  <a:lnTo>
                    <a:pt x="48221" y="499472"/>
                  </a:lnTo>
                  <a:lnTo>
                    <a:pt x="79513" y="481567"/>
                  </a:lnTo>
                  <a:close/>
                  <a:moveTo>
                    <a:pt x="316972" y="710458"/>
                  </a:moveTo>
                  <a:lnTo>
                    <a:pt x="323149" y="748919"/>
                  </a:lnTo>
                  <a:lnTo>
                    <a:pt x="334695" y="736942"/>
                  </a:lnTo>
                  <a:close/>
                  <a:moveTo>
                    <a:pt x="496772" y="723770"/>
                  </a:moveTo>
                  <a:lnTo>
                    <a:pt x="518130" y="716339"/>
                  </a:lnTo>
                  <a:lnTo>
                    <a:pt x="524336" y="700731"/>
                  </a:lnTo>
                  <a:close/>
                  <a:moveTo>
                    <a:pt x="510038" y="733593"/>
                  </a:moveTo>
                  <a:lnTo>
                    <a:pt x="518130" y="716339"/>
                  </a:lnTo>
                  <a:lnTo>
                    <a:pt x="496772" y="723770"/>
                  </a:lnTo>
                  <a:close/>
                  <a:moveTo>
                    <a:pt x="108589" y="256710"/>
                  </a:moveTo>
                  <a:lnTo>
                    <a:pt x="95001" y="236902"/>
                  </a:lnTo>
                  <a:lnTo>
                    <a:pt x="105958" y="270867"/>
                  </a:lnTo>
                  <a:close/>
                  <a:moveTo>
                    <a:pt x="520361" y="649194"/>
                  </a:moveTo>
                  <a:lnTo>
                    <a:pt x="535807" y="625100"/>
                  </a:lnTo>
                  <a:lnTo>
                    <a:pt x="524336" y="700731"/>
                  </a:lnTo>
                  <a:close/>
                  <a:moveTo>
                    <a:pt x="507961" y="573563"/>
                  </a:moveTo>
                  <a:lnTo>
                    <a:pt x="535807" y="625100"/>
                  </a:lnTo>
                  <a:lnTo>
                    <a:pt x="470131" y="597657"/>
                  </a:lnTo>
                  <a:close/>
                  <a:moveTo>
                    <a:pt x="498899" y="568506"/>
                  </a:moveTo>
                  <a:lnTo>
                    <a:pt x="535807" y="625100"/>
                  </a:lnTo>
                  <a:lnTo>
                    <a:pt x="507961" y="573563"/>
                  </a:lnTo>
                  <a:close/>
                  <a:moveTo>
                    <a:pt x="498899" y="568506"/>
                  </a:moveTo>
                  <a:lnTo>
                    <a:pt x="536777" y="563763"/>
                  </a:lnTo>
                  <a:lnTo>
                    <a:pt x="512232" y="511773"/>
                  </a:lnTo>
                  <a:close/>
                  <a:moveTo>
                    <a:pt x="420512" y="343323"/>
                  </a:moveTo>
                  <a:lnTo>
                    <a:pt x="420394" y="343376"/>
                  </a:lnTo>
                  <a:lnTo>
                    <a:pt x="461106" y="320621"/>
                  </a:lnTo>
                  <a:close/>
                  <a:moveTo>
                    <a:pt x="673345" y="576912"/>
                  </a:moveTo>
                  <a:lnTo>
                    <a:pt x="674231" y="593429"/>
                  </a:lnTo>
                  <a:lnTo>
                    <a:pt x="683696" y="594959"/>
                  </a:lnTo>
                  <a:close/>
                  <a:moveTo>
                    <a:pt x="574839" y="301375"/>
                  </a:moveTo>
                  <a:lnTo>
                    <a:pt x="613435" y="300383"/>
                  </a:lnTo>
                  <a:lnTo>
                    <a:pt x="590137" y="295136"/>
                  </a:lnTo>
                  <a:close/>
                  <a:moveTo>
                    <a:pt x="596114" y="341141"/>
                  </a:moveTo>
                  <a:lnTo>
                    <a:pt x="613435" y="300383"/>
                  </a:lnTo>
                  <a:lnTo>
                    <a:pt x="574839" y="301375"/>
                  </a:lnTo>
                  <a:close/>
                  <a:moveTo>
                    <a:pt x="989270" y="580261"/>
                  </a:moveTo>
                  <a:lnTo>
                    <a:pt x="1010396" y="519268"/>
                  </a:lnTo>
                  <a:lnTo>
                    <a:pt x="997171" y="504631"/>
                  </a:lnTo>
                  <a:close/>
                  <a:moveTo>
                    <a:pt x="989270" y="580261"/>
                  </a:moveTo>
                  <a:lnTo>
                    <a:pt x="997171" y="504631"/>
                  </a:lnTo>
                  <a:lnTo>
                    <a:pt x="1001525" y="556167"/>
                  </a:lnTo>
                  <a:close/>
                  <a:moveTo>
                    <a:pt x="1010396" y="519268"/>
                  </a:moveTo>
                  <a:lnTo>
                    <a:pt x="1005998" y="460101"/>
                  </a:lnTo>
                  <a:lnTo>
                    <a:pt x="997171" y="504631"/>
                  </a:lnTo>
                  <a:close/>
                  <a:moveTo>
                    <a:pt x="1005998" y="460101"/>
                  </a:moveTo>
                  <a:lnTo>
                    <a:pt x="997160" y="453094"/>
                  </a:lnTo>
                  <a:lnTo>
                    <a:pt x="997171" y="504631"/>
                  </a:lnTo>
                  <a:close/>
                  <a:moveTo>
                    <a:pt x="997160" y="453094"/>
                  </a:moveTo>
                  <a:lnTo>
                    <a:pt x="1041886" y="429000"/>
                  </a:lnTo>
                  <a:lnTo>
                    <a:pt x="997171" y="504631"/>
                  </a:lnTo>
                  <a:close/>
                  <a:moveTo>
                    <a:pt x="1040447" y="369352"/>
                  </a:moveTo>
                  <a:lnTo>
                    <a:pt x="1042727" y="423294"/>
                  </a:lnTo>
                  <a:lnTo>
                    <a:pt x="1038860" y="377464"/>
                  </a:lnTo>
                  <a:close/>
                  <a:moveTo>
                    <a:pt x="1009583" y="164474"/>
                  </a:moveTo>
                  <a:lnTo>
                    <a:pt x="951486" y="215465"/>
                  </a:lnTo>
                  <a:lnTo>
                    <a:pt x="940322" y="215092"/>
                  </a:lnTo>
                  <a:close/>
                  <a:moveTo>
                    <a:pt x="1047573" y="171611"/>
                  </a:moveTo>
                  <a:lnTo>
                    <a:pt x="1009583" y="164474"/>
                  </a:lnTo>
                  <a:lnTo>
                    <a:pt x="1093543" y="168811"/>
                  </a:lnTo>
                  <a:close/>
                  <a:moveTo>
                    <a:pt x="1228220" y="188088"/>
                  </a:moveTo>
                  <a:lnTo>
                    <a:pt x="1279726" y="201265"/>
                  </a:lnTo>
                  <a:lnTo>
                    <a:pt x="1306161" y="169923"/>
                  </a:lnTo>
                  <a:close/>
                  <a:moveTo>
                    <a:pt x="1385446" y="153921"/>
                  </a:moveTo>
                  <a:lnTo>
                    <a:pt x="1383928" y="154533"/>
                  </a:lnTo>
                  <a:lnTo>
                    <a:pt x="1427781" y="140383"/>
                  </a:lnTo>
                  <a:close/>
                  <a:moveTo>
                    <a:pt x="1306161" y="169923"/>
                  </a:moveTo>
                  <a:lnTo>
                    <a:pt x="1353761" y="173213"/>
                  </a:lnTo>
                  <a:lnTo>
                    <a:pt x="1318624" y="169642"/>
                  </a:lnTo>
                  <a:close/>
                  <a:moveTo>
                    <a:pt x="1385446" y="153921"/>
                  </a:moveTo>
                  <a:lnTo>
                    <a:pt x="1445792" y="79478"/>
                  </a:lnTo>
                  <a:lnTo>
                    <a:pt x="1445818" y="78290"/>
                  </a:lnTo>
                  <a:close/>
                  <a:moveTo>
                    <a:pt x="1445818" y="78290"/>
                  </a:moveTo>
                  <a:lnTo>
                    <a:pt x="1440163" y="51779"/>
                  </a:lnTo>
                  <a:lnTo>
                    <a:pt x="1464588" y="8202"/>
                  </a:lnTo>
                  <a:close/>
                  <a:moveTo>
                    <a:pt x="1440163" y="51779"/>
                  </a:moveTo>
                  <a:lnTo>
                    <a:pt x="1457431" y="78290"/>
                  </a:lnTo>
                  <a:lnTo>
                    <a:pt x="1464588" y="8202"/>
                  </a:lnTo>
                  <a:close/>
                  <a:moveTo>
                    <a:pt x="1466377" y="0"/>
                  </a:moveTo>
                  <a:lnTo>
                    <a:pt x="1464588" y="8202"/>
                  </a:lnTo>
                  <a:lnTo>
                    <a:pt x="1488898" y="2660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17" name="Output_density__4316">
              <a:extLst>
                <a:ext uri="{FF2B5EF4-FFF2-40B4-BE49-F238E27FC236}">
                  <a16:creationId xmlns:a16="http://schemas.microsoft.com/office/drawing/2014/main" id="{94F5B8B2-A5B0-54C7-C016-95C3A99C6B01}"/>
                </a:ext>
              </a:extLst>
            </p:cNvPr>
            <p:cNvSpPr>
              <a:spLocks noGrp="1"/>
            </p:cNvSpPr>
            <p:nvPr/>
          </p:nvSpPr>
          <p:spPr>
            <a:xfrm>
              <a:off x="14943112" y="2773110"/>
              <a:ext cx="1397596" cy="692733"/>
            </a:xfrm>
            <a:custGeom>
              <a:avLst/>
              <a:gdLst/>
              <a:ahLst/>
              <a:cxnLst/>
              <a:rect l="0" t="0" r="0" b="0"/>
              <a:pathLst>
                <a:path w="1397596" h="692733">
                  <a:moveTo>
                    <a:pt x="274927" y="670629"/>
                  </a:moveTo>
                  <a:lnTo>
                    <a:pt x="210076" y="682592"/>
                  </a:lnTo>
                  <a:lnTo>
                    <a:pt x="286473" y="658652"/>
                  </a:lnTo>
                  <a:close/>
                  <a:moveTo>
                    <a:pt x="0" y="421182"/>
                  </a:moveTo>
                  <a:lnTo>
                    <a:pt x="39707" y="394963"/>
                  </a:lnTo>
                  <a:lnTo>
                    <a:pt x="74062" y="388511"/>
                  </a:lnTo>
                  <a:close/>
                  <a:moveTo>
                    <a:pt x="31291" y="403277"/>
                  </a:moveTo>
                  <a:lnTo>
                    <a:pt x="0" y="421182"/>
                  </a:lnTo>
                  <a:lnTo>
                    <a:pt x="74062" y="388511"/>
                  </a:lnTo>
                  <a:close/>
                  <a:moveTo>
                    <a:pt x="247072" y="686016"/>
                  </a:moveTo>
                  <a:lnTo>
                    <a:pt x="169048" y="692733"/>
                  </a:lnTo>
                  <a:lnTo>
                    <a:pt x="219449" y="689740"/>
                  </a:lnTo>
                  <a:close/>
                  <a:moveTo>
                    <a:pt x="274927" y="670629"/>
                  </a:moveTo>
                  <a:lnTo>
                    <a:pt x="247072" y="686016"/>
                  </a:lnTo>
                  <a:lnTo>
                    <a:pt x="219449" y="689740"/>
                  </a:lnTo>
                  <a:close/>
                  <a:moveTo>
                    <a:pt x="57737" y="192577"/>
                  </a:moveTo>
                  <a:lnTo>
                    <a:pt x="34735" y="224020"/>
                  </a:lnTo>
                  <a:lnTo>
                    <a:pt x="15245" y="208383"/>
                  </a:lnTo>
                  <a:close/>
                  <a:moveTo>
                    <a:pt x="459740" y="495273"/>
                  </a:moveTo>
                  <a:lnTo>
                    <a:pt x="421909" y="519367"/>
                  </a:lnTo>
                  <a:lnTo>
                    <a:pt x="488555" y="485473"/>
                  </a:lnTo>
                  <a:close/>
                  <a:moveTo>
                    <a:pt x="459740" y="495273"/>
                  </a:moveTo>
                  <a:lnTo>
                    <a:pt x="488555" y="485473"/>
                  </a:lnTo>
                  <a:lnTo>
                    <a:pt x="450678" y="490216"/>
                  </a:lnTo>
                  <a:close/>
                  <a:moveTo>
                    <a:pt x="763586" y="677326"/>
                  </a:moveTo>
                  <a:lnTo>
                    <a:pt x="806892" y="653232"/>
                  </a:lnTo>
                  <a:lnTo>
                    <a:pt x="797072" y="670458"/>
                  </a:lnTo>
                  <a:close/>
                  <a:moveTo>
                    <a:pt x="806892" y="653232"/>
                  </a:moveTo>
                  <a:lnTo>
                    <a:pt x="763586" y="677326"/>
                  </a:lnTo>
                  <a:lnTo>
                    <a:pt x="831408" y="624159"/>
                  </a:lnTo>
                  <a:close/>
                  <a:moveTo>
                    <a:pt x="858208" y="589460"/>
                  </a:moveTo>
                  <a:lnTo>
                    <a:pt x="806892" y="653232"/>
                  </a:lnTo>
                  <a:lnTo>
                    <a:pt x="831408" y="624159"/>
                  </a:lnTo>
                  <a:close/>
                  <a:moveTo>
                    <a:pt x="858208" y="589460"/>
                  </a:moveTo>
                  <a:lnTo>
                    <a:pt x="831408" y="624159"/>
                  </a:lnTo>
                  <a:lnTo>
                    <a:pt x="906353" y="594789"/>
                  </a:lnTo>
                  <a:close/>
                  <a:moveTo>
                    <a:pt x="541916" y="216846"/>
                  </a:moveTo>
                  <a:lnTo>
                    <a:pt x="565214" y="222093"/>
                  </a:lnTo>
                  <a:lnTo>
                    <a:pt x="570754" y="213425"/>
                  </a:lnTo>
                  <a:close/>
                  <a:moveTo>
                    <a:pt x="858208" y="589460"/>
                  </a:moveTo>
                  <a:lnTo>
                    <a:pt x="906353" y="594789"/>
                  </a:lnTo>
                  <a:lnTo>
                    <a:pt x="933651" y="561952"/>
                  </a:lnTo>
                  <a:close/>
                  <a:moveTo>
                    <a:pt x="925189" y="577601"/>
                  </a:moveTo>
                  <a:lnTo>
                    <a:pt x="933651" y="561952"/>
                  </a:lnTo>
                  <a:lnTo>
                    <a:pt x="906353" y="594789"/>
                  </a:lnTo>
                  <a:close/>
                  <a:moveTo>
                    <a:pt x="925189" y="577601"/>
                  </a:moveTo>
                  <a:lnTo>
                    <a:pt x="940479" y="553508"/>
                  </a:lnTo>
                  <a:lnTo>
                    <a:pt x="933651" y="561952"/>
                  </a:lnTo>
                  <a:close/>
                  <a:moveTo>
                    <a:pt x="925189" y="577601"/>
                  </a:moveTo>
                  <a:lnTo>
                    <a:pt x="941049" y="501971"/>
                  </a:lnTo>
                  <a:lnTo>
                    <a:pt x="940479" y="553508"/>
                  </a:lnTo>
                  <a:close/>
                  <a:moveTo>
                    <a:pt x="577346" y="212230"/>
                  </a:moveTo>
                  <a:lnTo>
                    <a:pt x="541916" y="216846"/>
                  </a:lnTo>
                  <a:lnTo>
                    <a:pt x="570754" y="213425"/>
                  </a:lnTo>
                  <a:close/>
                  <a:moveTo>
                    <a:pt x="941049" y="501971"/>
                  </a:moveTo>
                  <a:lnTo>
                    <a:pt x="953304" y="477877"/>
                  </a:lnTo>
                  <a:lnTo>
                    <a:pt x="940479" y="553508"/>
                  </a:lnTo>
                  <a:close/>
                  <a:moveTo>
                    <a:pt x="957344" y="475860"/>
                  </a:moveTo>
                  <a:lnTo>
                    <a:pt x="962175" y="440978"/>
                  </a:lnTo>
                  <a:lnTo>
                    <a:pt x="941049" y="501971"/>
                  </a:lnTo>
                  <a:close/>
                  <a:moveTo>
                    <a:pt x="948939" y="374804"/>
                  </a:moveTo>
                  <a:lnTo>
                    <a:pt x="957777" y="381811"/>
                  </a:lnTo>
                  <a:lnTo>
                    <a:pt x="964605" y="368107"/>
                  </a:lnTo>
                  <a:close/>
                  <a:moveTo>
                    <a:pt x="948939" y="374804"/>
                  </a:moveTo>
                  <a:lnTo>
                    <a:pt x="964605" y="368107"/>
                  </a:lnTo>
                  <a:lnTo>
                    <a:pt x="994506" y="345004"/>
                  </a:lnTo>
                  <a:close/>
                  <a:moveTo>
                    <a:pt x="994506" y="345004"/>
                  </a:moveTo>
                  <a:lnTo>
                    <a:pt x="1001566" y="321450"/>
                  </a:lnTo>
                  <a:lnTo>
                    <a:pt x="990639" y="299174"/>
                  </a:lnTo>
                  <a:close/>
                  <a:moveTo>
                    <a:pt x="1179998" y="109798"/>
                  </a:moveTo>
                  <a:lnTo>
                    <a:pt x="1257940" y="91633"/>
                  </a:lnTo>
                  <a:lnTo>
                    <a:pt x="1212291" y="95638"/>
                  </a:lnTo>
                  <a:close/>
                  <a:moveTo>
                    <a:pt x="1212291" y="95638"/>
                  </a:moveTo>
                  <a:lnTo>
                    <a:pt x="1257940" y="91633"/>
                  </a:lnTo>
                  <a:lnTo>
                    <a:pt x="1216055" y="97553"/>
                  </a:lnTo>
                  <a:close/>
                  <a:moveTo>
                    <a:pt x="1257940" y="91633"/>
                  </a:moveTo>
                  <a:lnTo>
                    <a:pt x="1270403" y="91352"/>
                  </a:lnTo>
                  <a:lnTo>
                    <a:pt x="1216055" y="97553"/>
                  </a:lnTo>
                  <a:close/>
                  <a:moveTo>
                    <a:pt x="1305539" y="94923"/>
                  </a:moveTo>
                  <a:lnTo>
                    <a:pt x="1335707" y="76243"/>
                  </a:lnTo>
                  <a:lnTo>
                    <a:pt x="1270403" y="91352"/>
                  </a:lnTo>
                  <a:close/>
                  <a:moveTo>
                    <a:pt x="1337224" y="75631"/>
                  </a:moveTo>
                  <a:lnTo>
                    <a:pt x="1397596" y="0"/>
                  </a:lnTo>
                  <a:lnTo>
                    <a:pt x="1379065" y="51537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18" name="Output_density__4317">
              <a:extLst>
                <a:ext uri="{FF2B5EF4-FFF2-40B4-BE49-F238E27FC236}">
                  <a16:creationId xmlns:a16="http://schemas.microsoft.com/office/drawing/2014/main" id="{B60FBBF6-1D15-A9A3-885F-9D1AD6EA1653}"/>
                </a:ext>
              </a:extLst>
            </p:cNvPr>
            <p:cNvSpPr>
              <a:spLocks noGrp="1"/>
            </p:cNvSpPr>
            <p:nvPr/>
          </p:nvSpPr>
          <p:spPr>
            <a:xfrm>
              <a:off x="14816776" y="2397371"/>
              <a:ext cx="1548463" cy="1059817"/>
            </a:xfrm>
            <a:custGeom>
              <a:avLst/>
              <a:gdLst/>
              <a:ahLst/>
              <a:cxnLst/>
              <a:rect l="0" t="0" r="0" b="0"/>
              <a:pathLst>
                <a:path w="1548463" h="1059817">
                  <a:moveTo>
                    <a:pt x="153351" y="982492"/>
                  </a:moveTo>
                  <a:lnTo>
                    <a:pt x="188465" y="1018925"/>
                  </a:lnTo>
                  <a:lnTo>
                    <a:pt x="184301" y="1013644"/>
                  </a:lnTo>
                  <a:close/>
                  <a:moveTo>
                    <a:pt x="126929" y="915851"/>
                  </a:moveTo>
                  <a:lnTo>
                    <a:pt x="119489" y="939946"/>
                  </a:lnTo>
                  <a:lnTo>
                    <a:pt x="150394" y="967388"/>
                  </a:lnTo>
                  <a:close/>
                  <a:moveTo>
                    <a:pt x="150394" y="967388"/>
                  </a:moveTo>
                  <a:lnTo>
                    <a:pt x="153351" y="982492"/>
                  </a:lnTo>
                  <a:lnTo>
                    <a:pt x="184301" y="1013644"/>
                  </a:lnTo>
                  <a:close/>
                  <a:moveTo>
                    <a:pt x="244577" y="994831"/>
                  </a:moveTo>
                  <a:lnTo>
                    <a:pt x="243371" y="1059817"/>
                  </a:lnTo>
                  <a:lnTo>
                    <a:pt x="271061" y="1028448"/>
                  </a:lnTo>
                  <a:close/>
                  <a:moveTo>
                    <a:pt x="244577" y="994831"/>
                  </a:moveTo>
                  <a:lnTo>
                    <a:pt x="188465" y="1018925"/>
                  </a:lnTo>
                  <a:lnTo>
                    <a:pt x="243371" y="1059817"/>
                  </a:lnTo>
                  <a:close/>
                  <a:moveTo>
                    <a:pt x="213547" y="943294"/>
                  </a:moveTo>
                  <a:lnTo>
                    <a:pt x="184301" y="1013644"/>
                  </a:lnTo>
                  <a:lnTo>
                    <a:pt x="188465" y="1018925"/>
                  </a:lnTo>
                  <a:close/>
                  <a:moveTo>
                    <a:pt x="150394" y="967388"/>
                  </a:moveTo>
                  <a:lnTo>
                    <a:pt x="184301" y="1013644"/>
                  </a:lnTo>
                  <a:lnTo>
                    <a:pt x="195391" y="948314"/>
                  </a:lnTo>
                  <a:close/>
                  <a:moveTo>
                    <a:pt x="179312" y="860091"/>
                  </a:moveTo>
                  <a:lnTo>
                    <a:pt x="126929" y="915851"/>
                  </a:lnTo>
                  <a:lnTo>
                    <a:pt x="147644" y="891758"/>
                  </a:lnTo>
                  <a:close/>
                  <a:moveTo>
                    <a:pt x="231053" y="878866"/>
                  </a:moveTo>
                  <a:lnTo>
                    <a:pt x="147136" y="874688"/>
                  </a:lnTo>
                  <a:lnTo>
                    <a:pt x="179312" y="860091"/>
                  </a:lnTo>
                  <a:close/>
                  <a:moveTo>
                    <a:pt x="0" y="709705"/>
                  </a:moveTo>
                  <a:lnTo>
                    <a:pt x="20930" y="752181"/>
                  </a:lnTo>
                  <a:lnTo>
                    <a:pt x="24772" y="737148"/>
                  </a:lnTo>
                  <a:close/>
                  <a:moveTo>
                    <a:pt x="3705" y="685611"/>
                  </a:moveTo>
                  <a:lnTo>
                    <a:pt x="0" y="709705"/>
                  </a:lnTo>
                  <a:lnTo>
                    <a:pt x="24772" y="737148"/>
                  </a:lnTo>
                  <a:close/>
                  <a:moveTo>
                    <a:pt x="3705" y="685611"/>
                  </a:moveTo>
                  <a:lnTo>
                    <a:pt x="7161" y="634075"/>
                  </a:lnTo>
                  <a:lnTo>
                    <a:pt x="0" y="709705"/>
                  </a:lnTo>
                  <a:close/>
                  <a:moveTo>
                    <a:pt x="506920" y="998180"/>
                  </a:moveTo>
                  <a:lnTo>
                    <a:pt x="468773" y="1022273"/>
                  </a:lnTo>
                  <a:lnTo>
                    <a:pt x="499191" y="1047780"/>
                  </a:lnTo>
                  <a:close/>
                  <a:moveTo>
                    <a:pt x="532300" y="922549"/>
                  </a:moveTo>
                  <a:lnTo>
                    <a:pt x="506920" y="998180"/>
                  </a:lnTo>
                  <a:lnTo>
                    <a:pt x="538345" y="924370"/>
                  </a:lnTo>
                  <a:close/>
                  <a:moveTo>
                    <a:pt x="538345" y="924370"/>
                  </a:moveTo>
                  <a:lnTo>
                    <a:pt x="506920" y="998180"/>
                  </a:lnTo>
                  <a:lnTo>
                    <a:pt x="531799" y="990217"/>
                  </a:lnTo>
                  <a:close/>
                  <a:moveTo>
                    <a:pt x="532300" y="922549"/>
                  </a:moveTo>
                  <a:lnTo>
                    <a:pt x="538345" y="924370"/>
                  </a:lnTo>
                  <a:lnTo>
                    <a:pt x="538729" y="921841"/>
                  </a:lnTo>
                  <a:close/>
                  <a:moveTo>
                    <a:pt x="592740" y="915913"/>
                  </a:moveTo>
                  <a:lnTo>
                    <a:pt x="538345" y="924370"/>
                  </a:lnTo>
                  <a:lnTo>
                    <a:pt x="589471" y="940845"/>
                  </a:lnTo>
                  <a:close/>
                  <a:moveTo>
                    <a:pt x="592740" y="915913"/>
                  </a:moveTo>
                  <a:lnTo>
                    <a:pt x="538729" y="921841"/>
                  </a:lnTo>
                  <a:lnTo>
                    <a:pt x="538345" y="924370"/>
                  </a:lnTo>
                  <a:close/>
                  <a:moveTo>
                    <a:pt x="569819" y="746318"/>
                  </a:moveTo>
                  <a:lnTo>
                    <a:pt x="518765" y="749843"/>
                  </a:lnTo>
                  <a:lnTo>
                    <a:pt x="577820" y="762385"/>
                  </a:lnTo>
                  <a:close/>
                  <a:moveTo>
                    <a:pt x="366496" y="546698"/>
                  </a:moveTo>
                  <a:lnTo>
                    <a:pt x="345029" y="613330"/>
                  </a:lnTo>
                  <a:lnTo>
                    <a:pt x="328037" y="602726"/>
                  </a:lnTo>
                  <a:close/>
                  <a:moveTo>
                    <a:pt x="553776" y="784122"/>
                  </a:moveTo>
                  <a:lnTo>
                    <a:pt x="593359" y="789923"/>
                  </a:lnTo>
                  <a:lnTo>
                    <a:pt x="577820" y="762385"/>
                  </a:lnTo>
                  <a:close/>
                  <a:moveTo>
                    <a:pt x="933719" y="954100"/>
                  </a:moveTo>
                  <a:lnTo>
                    <a:pt x="984544" y="965199"/>
                  </a:lnTo>
                  <a:lnTo>
                    <a:pt x="941750" y="953340"/>
                  </a:lnTo>
                  <a:close/>
                  <a:moveTo>
                    <a:pt x="933719" y="954100"/>
                  </a:moveTo>
                  <a:lnTo>
                    <a:pt x="922442" y="953340"/>
                  </a:lnTo>
                  <a:lnTo>
                    <a:pt x="922491" y="1004877"/>
                  </a:lnTo>
                  <a:close/>
                  <a:moveTo>
                    <a:pt x="478017" y="468794"/>
                  </a:moveTo>
                  <a:lnTo>
                    <a:pt x="442143" y="437975"/>
                  </a:lnTo>
                  <a:lnTo>
                    <a:pt x="454742" y="512939"/>
                  </a:lnTo>
                  <a:close/>
                  <a:moveTo>
                    <a:pt x="454742" y="512939"/>
                  </a:moveTo>
                  <a:lnTo>
                    <a:pt x="442143" y="437975"/>
                  </a:lnTo>
                  <a:lnTo>
                    <a:pt x="403754" y="453666"/>
                  </a:lnTo>
                  <a:close/>
                  <a:moveTo>
                    <a:pt x="478017" y="468794"/>
                  </a:moveTo>
                  <a:lnTo>
                    <a:pt x="478763" y="513605"/>
                  </a:lnTo>
                  <a:lnTo>
                    <a:pt x="500499" y="513072"/>
                  </a:lnTo>
                  <a:close/>
                  <a:moveTo>
                    <a:pt x="478017" y="468794"/>
                  </a:moveTo>
                  <a:lnTo>
                    <a:pt x="500499" y="513072"/>
                  </a:lnTo>
                  <a:lnTo>
                    <a:pt x="528543" y="483024"/>
                  </a:lnTo>
                  <a:close/>
                  <a:moveTo>
                    <a:pt x="501288" y="513605"/>
                  </a:moveTo>
                  <a:lnTo>
                    <a:pt x="560138" y="561376"/>
                  </a:lnTo>
                  <a:lnTo>
                    <a:pt x="578327" y="541048"/>
                  </a:lnTo>
                  <a:close/>
                  <a:moveTo>
                    <a:pt x="546990" y="489511"/>
                  </a:moveTo>
                  <a:lnTo>
                    <a:pt x="501288" y="513605"/>
                  </a:lnTo>
                  <a:lnTo>
                    <a:pt x="578327" y="541048"/>
                  </a:lnTo>
                  <a:close/>
                  <a:moveTo>
                    <a:pt x="972973" y="897426"/>
                  </a:moveTo>
                  <a:lnTo>
                    <a:pt x="941750" y="953340"/>
                  </a:lnTo>
                  <a:lnTo>
                    <a:pt x="952152" y="939114"/>
                  </a:lnTo>
                  <a:close/>
                  <a:moveTo>
                    <a:pt x="578327" y="541048"/>
                  </a:moveTo>
                  <a:lnTo>
                    <a:pt x="599870" y="575027"/>
                  </a:lnTo>
                  <a:lnTo>
                    <a:pt x="619198" y="568490"/>
                  </a:lnTo>
                  <a:close/>
                  <a:moveTo>
                    <a:pt x="528543" y="483024"/>
                  </a:moveTo>
                  <a:lnTo>
                    <a:pt x="546990" y="489511"/>
                  </a:lnTo>
                  <a:lnTo>
                    <a:pt x="546235" y="414271"/>
                  </a:lnTo>
                  <a:close/>
                  <a:moveTo>
                    <a:pt x="546235" y="414271"/>
                  </a:moveTo>
                  <a:lnTo>
                    <a:pt x="546990" y="489511"/>
                  </a:lnTo>
                  <a:lnTo>
                    <a:pt x="585954" y="419487"/>
                  </a:lnTo>
                  <a:close/>
                  <a:moveTo>
                    <a:pt x="585954" y="419487"/>
                  </a:moveTo>
                  <a:lnTo>
                    <a:pt x="546990" y="489511"/>
                  </a:lnTo>
                  <a:lnTo>
                    <a:pt x="600541" y="470370"/>
                  </a:lnTo>
                  <a:close/>
                  <a:moveTo>
                    <a:pt x="585954" y="419487"/>
                  </a:moveTo>
                  <a:lnTo>
                    <a:pt x="546708" y="413881"/>
                  </a:lnTo>
                  <a:lnTo>
                    <a:pt x="546235" y="414271"/>
                  </a:lnTo>
                  <a:close/>
                  <a:moveTo>
                    <a:pt x="600541" y="470370"/>
                  </a:moveTo>
                  <a:lnTo>
                    <a:pt x="646696" y="440525"/>
                  </a:lnTo>
                  <a:lnTo>
                    <a:pt x="613706" y="434907"/>
                  </a:lnTo>
                  <a:close/>
                  <a:moveTo>
                    <a:pt x="600541" y="470370"/>
                  </a:moveTo>
                  <a:lnTo>
                    <a:pt x="613706" y="434907"/>
                  </a:lnTo>
                  <a:lnTo>
                    <a:pt x="585954" y="419487"/>
                  </a:lnTo>
                  <a:close/>
                  <a:moveTo>
                    <a:pt x="528543" y="483024"/>
                  </a:moveTo>
                  <a:lnTo>
                    <a:pt x="546235" y="414271"/>
                  </a:lnTo>
                  <a:lnTo>
                    <a:pt x="478017" y="468794"/>
                  </a:lnTo>
                  <a:close/>
                  <a:moveTo>
                    <a:pt x="523110" y="369853"/>
                  </a:moveTo>
                  <a:lnTo>
                    <a:pt x="546708" y="413881"/>
                  </a:lnTo>
                  <a:lnTo>
                    <a:pt x="585954" y="419487"/>
                  </a:lnTo>
                  <a:close/>
                  <a:moveTo>
                    <a:pt x="523110" y="369853"/>
                  </a:moveTo>
                  <a:lnTo>
                    <a:pt x="585954" y="419487"/>
                  </a:lnTo>
                  <a:lnTo>
                    <a:pt x="559025" y="378637"/>
                  </a:lnTo>
                  <a:close/>
                  <a:moveTo>
                    <a:pt x="1067107" y="796136"/>
                  </a:moveTo>
                  <a:lnTo>
                    <a:pt x="1047001" y="726449"/>
                  </a:lnTo>
                  <a:lnTo>
                    <a:pt x="1025528" y="729214"/>
                  </a:lnTo>
                  <a:close/>
                  <a:moveTo>
                    <a:pt x="1090311" y="651786"/>
                  </a:moveTo>
                  <a:lnTo>
                    <a:pt x="1092009" y="652718"/>
                  </a:lnTo>
                  <a:lnTo>
                    <a:pt x="1147660" y="702355"/>
                  </a:lnTo>
                  <a:close/>
                  <a:moveTo>
                    <a:pt x="973629" y="670682"/>
                  </a:moveTo>
                  <a:lnTo>
                    <a:pt x="1019915" y="671034"/>
                  </a:lnTo>
                  <a:lnTo>
                    <a:pt x="1022077" y="606534"/>
                  </a:lnTo>
                  <a:close/>
                  <a:moveTo>
                    <a:pt x="1019915" y="671034"/>
                  </a:moveTo>
                  <a:lnTo>
                    <a:pt x="1073525" y="602690"/>
                  </a:lnTo>
                  <a:lnTo>
                    <a:pt x="1022077" y="606534"/>
                  </a:lnTo>
                  <a:close/>
                  <a:moveTo>
                    <a:pt x="1511841" y="224478"/>
                  </a:moveTo>
                  <a:lnTo>
                    <a:pt x="1510782" y="226082"/>
                  </a:lnTo>
                  <a:lnTo>
                    <a:pt x="1548463" y="231478"/>
                  </a:lnTo>
                  <a:close/>
                  <a:moveTo>
                    <a:pt x="1508449" y="217360"/>
                  </a:moveTo>
                  <a:lnTo>
                    <a:pt x="1511841" y="224478"/>
                  </a:lnTo>
                  <a:lnTo>
                    <a:pt x="1494274" y="174807"/>
                  </a:lnTo>
                  <a:close/>
                  <a:moveTo>
                    <a:pt x="1494274" y="174807"/>
                  </a:moveTo>
                  <a:lnTo>
                    <a:pt x="1511841" y="224478"/>
                  </a:lnTo>
                  <a:lnTo>
                    <a:pt x="1548463" y="231478"/>
                  </a:lnTo>
                  <a:close/>
                  <a:moveTo>
                    <a:pt x="1494274" y="174807"/>
                  </a:moveTo>
                  <a:lnTo>
                    <a:pt x="1548463" y="231478"/>
                  </a:lnTo>
                  <a:lnTo>
                    <a:pt x="1536046" y="178829"/>
                  </a:lnTo>
                  <a:close/>
                  <a:moveTo>
                    <a:pt x="1483061" y="172942"/>
                  </a:moveTo>
                  <a:lnTo>
                    <a:pt x="1494274" y="174807"/>
                  </a:lnTo>
                  <a:lnTo>
                    <a:pt x="1493579" y="161764"/>
                  </a:lnTo>
                  <a:close/>
                  <a:moveTo>
                    <a:pt x="1508449" y="217360"/>
                  </a:moveTo>
                  <a:lnTo>
                    <a:pt x="1494274" y="174807"/>
                  </a:lnTo>
                  <a:lnTo>
                    <a:pt x="1483061" y="172942"/>
                  </a:lnTo>
                  <a:close/>
                  <a:moveTo>
                    <a:pt x="1450336" y="109803"/>
                  </a:moveTo>
                  <a:lnTo>
                    <a:pt x="1490128" y="52692"/>
                  </a:lnTo>
                  <a:lnTo>
                    <a:pt x="1448216" y="48784"/>
                  </a:lnTo>
                  <a:close/>
                  <a:moveTo>
                    <a:pt x="1448216" y="48784"/>
                  </a:moveTo>
                  <a:lnTo>
                    <a:pt x="1490128" y="52692"/>
                  </a:lnTo>
                  <a:lnTo>
                    <a:pt x="1477765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19" name="Output_density__4318">
              <a:extLst>
                <a:ext uri="{FF2B5EF4-FFF2-40B4-BE49-F238E27FC236}">
                  <a16:creationId xmlns:a16="http://schemas.microsoft.com/office/drawing/2014/main" id="{A54C287D-3E9D-196D-A74F-989EEE423D2D}"/>
                </a:ext>
              </a:extLst>
            </p:cNvPr>
            <p:cNvSpPr>
              <a:spLocks noGrp="1"/>
            </p:cNvSpPr>
            <p:nvPr/>
          </p:nvSpPr>
          <p:spPr>
            <a:xfrm>
              <a:off x="14841664" y="2667920"/>
              <a:ext cx="1519604" cy="809959"/>
            </a:xfrm>
            <a:custGeom>
              <a:avLst/>
              <a:gdLst/>
              <a:ahLst/>
              <a:cxnLst/>
              <a:rect l="0" t="0" r="0" b="0"/>
              <a:pathLst>
                <a:path w="1519604" h="809959">
                  <a:moveTo>
                    <a:pt x="128463" y="711944"/>
                  </a:moveTo>
                  <a:lnTo>
                    <a:pt x="184046" y="767481"/>
                  </a:lnTo>
                  <a:lnTo>
                    <a:pt x="163577" y="748376"/>
                  </a:lnTo>
                  <a:close/>
                  <a:moveTo>
                    <a:pt x="163577" y="748376"/>
                  </a:moveTo>
                  <a:lnTo>
                    <a:pt x="184046" y="767481"/>
                  </a:lnTo>
                  <a:lnTo>
                    <a:pt x="218483" y="789269"/>
                  </a:lnTo>
                  <a:close/>
                  <a:moveTo>
                    <a:pt x="267713" y="798657"/>
                  </a:moveTo>
                  <a:lnTo>
                    <a:pt x="268324" y="775819"/>
                  </a:lnTo>
                  <a:lnTo>
                    <a:pt x="246173" y="757899"/>
                  </a:lnTo>
                  <a:close/>
                  <a:moveTo>
                    <a:pt x="267713" y="798657"/>
                  </a:moveTo>
                  <a:lnTo>
                    <a:pt x="246173" y="757899"/>
                  </a:lnTo>
                  <a:lnTo>
                    <a:pt x="218483" y="789269"/>
                  </a:lnTo>
                  <a:close/>
                  <a:moveTo>
                    <a:pt x="53227" y="520758"/>
                  </a:moveTo>
                  <a:lnTo>
                    <a:pt x="0" y="489446"/>
                  </a:lnTo>
                  <a:lnTo>
                    <a:pt x="2487" y="490693"/>
                  </a:lnTo>
                  <a:close/>
                  <a:moveTo>
                    <a:pt x="40652" y="513520"/>
                  </a:moveTo>
                  <a:lnTo>
                    <a:pt x="0" y="489446"/>
                  </a:lnTo>
                  <a:lnTo>
                    <a:pt x="53227" y="520758"/>
                  </a:lnTo>
                  <a:close/>
                  <a:moveTo>
                    <a:pt x="268324" y="775819"/>
                  </a:moveTo>
                  <a:lnTo>
                    <a:pt x="270497" y="797923"/>
                  </a:lnTo>
                  <a:lnTo>
                    <a:pt x="301026" y="788309"/>
                  </a:lnTo>
                  <a:close/>
                  <a:moveTo>
                    <a:pt x="360060" y="763092"/>
                  </a:moveTo>
                  <a:lnTo>
                    <a:pt x="325141" y="753498"/>
                  </a:lnTo>
                  <a:lnTo>
                    <a:pt x="301026" y="788309"/>
                  </a:lnTo>
                  <a:close/>
                  <a:moveTo>
                    <a:pt x="360060" y="763092"/>
                  </a:moveTo>
                  <a:lnTo>
                    <a:pt x="370199" y="737358"/>
                  </a:lnTo>
                  <a:lnTo>
                    <a:pt x="327103" y="750906"/>
                  </a:lnTo>
                  <a:close/>
                  <a:moveTo>
                    <a:pt x="370199" y="737358"/>
                  </a:moveTo>
                  <a:lnTo>
                    <a:pt x="413967" y="726320"/>
                  </a:lnTo>
                  <a:lnTo>
                    <a:pt x="446047" y="711365"/>
                  </a:lnTo>
                  <a:close/>
                  <a:moveTo>
                    <a:pt x="577563" y="727631"/>
                  </a:moveTo>
                  <a:lnTo>
                    <a:pt x="564583" y="670296"/>
                  </a:lnTo>
                  <a:lnTo>
                    <a:pt x="562586" y="712388"/>
                  </a:lnTo>
                  <a:close/>
                  <a:moveTo>
                    <a:pt x="513841" y="651292"/>
                  </a:moveTo>
                  <a:lnTo>
                    <a:pt x="552126" y="595406"/>
                  </a:lnTo>
                  <a:lnTo>
                    <a:pt x="521664" y="582189"/>
                  </a:lnTo>
                  <a:close/>
                  <a:moveTo>
                    <a:pt x="552126" y="595406"/>
                  </a:moveTo>
                  <a:lnTo>
                    <a:pt x="567852" y="645364"/>
                  </a:lnTo>
                  <a:lnTo>
                    <a:pt x="589034" y="652000"/>
                  </a:lnTo>
                  <a:close/>
                  <a:moveTo>
                    <a:pt x="552126" y="595406"/>
                  </a:moveTo>
                  <a:lnTo>
                    <a:pt x="565459" y="538673"/>
                  </a:lnTo>
                  <a:lnTo>
                    <a:pt x="524829" y="561442"/>
                  </a:lnTo>
                  <a:close/>
                  <a:moveTo>
                    <a:pt x="497247" y="473297"/>
                  </a:moveTo>
                  <a:lnTo>
                    <a:pt x="493877" y="479294"/>
                  </a:lnTo>
                  <a:lnTo>
                    <a:pt x="499382" y="466300"/>
                  </a:lnTo>
                  <a:close/>
                  <a:moveTo>
                    <a:pt x="502801" y="479083"/>
                  </a:moveTo>
                  <a:lnTo>
                    <a:pt x="493877" y="479294"/>
                  </a:lnTo>
                  <a:lnTo>
                    <a:pt x="497247" y="473297"/>
                  </a:lnTo>
                  <a:close/>
                  <a:moveTo>
                    <a:pt x="785175" y="770860"/>
                  </a:moveTo>
                  <a:lnTo>
                    <a:pt x="850414" y="809959"/>
                  </a:lnTo>
                  <a:lnTo>
                    <a:pt x="809048" y="790482"/>
                  </a:lnTo>
                  <a:close/>
                  <a:moveTo>
                    <a:pt x="499382" y="466300"/>
                  </a:moveTo>
                  <a:lnTo>
                    <a:pt x="500435" y="411219"/>
                  </a:lnTo>
                  <a:lnTo>
                    <a:pt x="497247" y="473297"/>
                  </a:lnTo>
                  <a:close/>
                  <a:moveTo>
                    <a:pt x="482844" y="294593"/>
                  </a:moveTo>
                  <a:lnTo>
                    <a:pt x="454177" y="337061"/>
                  </a:lnTo>
                  <a:lnTo>
                    <a:pt x="483410" y="299574"/>
                  </a:lnTo>
                  <a:close/>
                  <a:moveTo>
                    <a:pt x="483410" y="299574"/>
                  </a:moveTo>
                  <a:lnTo>
                    <a:pt x="454177" y="337061"/>
                  </a:lnTo>
                  <a:lnTo>
                    <a:pt x="452114" y="349778"/>
                  </a:lnTo>
                  <a:close/>
                  <a:moveTo>
                    <a:pt x="905345" y="749128"/>
                  </a:moveTo>
                  <a:lnTo>
                    <a:pt x="908340" y="758422"/>
                  </a:lnTo>
                  <a:lnTo>
                    <a:pt x="908831" y="683551"/>
                  </a:lnTo>
                  <a:close/>
                  <a:moveTo>
                    <a:pt x="905345" y="749128"/>
                  </a:moveTo>
                  <a:lnTo>
                    <a:pt x="908831" y="683551"/>
                  </a:lnTo>
                  <a:lnTo>
                    <a:pt x="897604" y="734328"/>
                  </a:lnTo>
                  <a:close/>
                  <a:moveTo>
                    <a:pt x="455564" y="284231"/>
                  </a:moveTo>
                  <a:lnTo>
                    <a:pt x="454177" y="337061"/>
                  </a:lnTo>
                  <a:lnTo>
                    <a:pt x="482844" y="294593"/>
                  </a:lnTo>
                  <a:close/>
                  <a:moveTo>
                    <a:pt x="897554" y="682791"/>
                  </a:moveTo>
                  <a:lnTo>
                    <a:pt x="858304" y="665067"/>
                  </a:lnTo>
                  <a:lnTo>
                    <a:pt x="927264" y="668565"/>
                  </a:lnTo>
                  <a:close/>
                  <a:moveTo>
                    <a:pt x="940167" y="661560"/>
                  </a:moveTo>
                  <a:lnTo>
                    <a:pt x="927264" y="668565"/>
                  </a:lnTo>
                  <a:lnTo>
                    <a:pt x="959656" y="694650"/>
                  </a:lnTo>
                  <a:close/>
                  <a:moveTo>
                    <a:pt x="609063" y="322036"/>
                  </a:moveTo>
                  <a:lnTo>
                    <a:pt x="628066" y="328276"/>
                  </a:lnTo>
                  <a:lnTo>
                    <a:pt x="593954" y="310430"/>
                  </a:lnTo>
                  <a:close/>
                  <a:moveTo>
                    <a:pt x="1042219" y="525587"/>
                  </a:moveTo>
                  <a:lnTo>
                    <a:pt x="1054752" y="583067"/>
                  </a:lnTo>
                  <a:lnTo>
                    <a:pt x="1050398" y="531531"/>
                  </a:lnTo>
                  <a:close/>
                  <a:moveTo>
                    <a:pt x="1050398" y="531531"/>
                  </a:moveTo>
                  <a:lnTo>
                    <a:pt x="1055401" y="473247"/>
                  </a:lnTo>
                  <a:lnTo>
                    <a:pt x="1042219" y="525587"/>
                  </a:lnTo>
                  <a:close/>
                  <a:moveTo>
                    <a:pt x="1055401" y="473247"/>
                  </a:moveTo>
                  <a:lnTo>
                    <a:pt x="1022113" y="455900"/>
                  </a:lnTo>
                  <a:lnTo>
                    <a:pt x="1042219" y="525587"/>
                  </a:lnTo>
                  <a:close/>
                  <a:moveTo>
                    <a:pt x="1065423" y="381237"/>
                  </a:moveTo>
                  <a:lnTo>
                    <a:pt x="1095954" y="450194"/>
                  </a:lnTo>
                  <a:lnTo>
                    <a:pt x="1093674" y="396252"/>
                  </a:lnTo>
                  <a:close/>
                  <a:moveTo>
                    <a:pt x="1287198" y="6469"/>
                  </a:moveTo>
                  <a:lnTo>
                    <a:pt x="1257383" y="29897"/>
                  </a:lnTo>
                  <a:lnTo>
                    <a:pt x="1277991" y="2117"/>
                  </a:lnTo>
                  <a:close/>
                  <a:moveTo>
                    <a:pt x="1257383" y="29897"/>
                  </a:moveTo>
                  <a:lnTo>
                    <a:pt x="1253099" y="26211"/>
                  </a:lnTo>
                  <a:lnTo>
                    <a:pt x="1277991" y="2117"/>
                  </a:lnTo>
                  <a:close/>
                  <a:moveTo>
                    <a:pt x="1287198" y="6469"/>
                  </a:moveTo>
                  <a:lnTo>
                    <a:pt x="1305183" y="33937"/>
                  </a:lnTo>
                  <a:lnTo>
                    <a:pt x="1257383" y="29897"/>
                  </a:lnTo>
                  <a:close/>
                  <a:moveTo>
                    <a:pt x="1277991" y="2117"/>
                  </a:moveTo>
                  <a:lnTo>
                    <a:pt x="1253099" y="26211"/>
                  </a:lnTo>
                  <a:lnTo>
                    <a:pt x="1285468" y="0"/>
                  </a:lnTo>
                  <a:close/>
                  <a:moveTo>
                    <a:pt x="1475654" y="150134"/>
                  </a:moveTo>
                  <a:lnTo>
                    <a:pt x="1484292" y="84443"/>
                  </a:lnTo>
                  <a:lnTo>
                    <a:pt x="1447540" y="121710"/>
                  </a:lnTo>
                  <a:close/>
                  <a:moveTo>
                    <a:pt x="1484971" y="79817"/>
                  </a:moveTo>
                  <a:lnTo>
                    <a:pt x="1484292" y="84443"/>
                  </a:lnTo>
                  <a:lnTo>
                    <a:pt x="1486633" y="81096"/>
                  </a:lnTo>
                  <a:close/>
                  <a:moveTo>
                    <a:pt x="1484971" y="79817"/>
                  </a:moveTo>
                  <a:lnTo>
                    <a:pt x="1486633" y="81096"/>
                  </a:lnTo>
                  <a:lnTo>
                    <a:pt x="1519604" y="26900"/>
                  </a:lnTo>
                  <a:close/>
                  <a:moveTo>
                    <a:pt x="1491918" y="11426"/>
                  </a:moveTo>
                  <a:lnTo>
                    <a:pt x="1484971" y="79817"/>
                  </a:lnTo>
                  <a:lnTo>
                    <a:pt x="1519604" y="2690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20" name="Output_density__4319">
              <a:extLst>
                <a:ext uri="{FF2B5EF4-FFF2-40B4-BE49-F238E27FC236}">
                  <a16:creationId xmlns:a16="http://schemas.microsoft.com/office/drawing/2014/main" id="{C6BD0866-121A-260C-3783-B9879AB36E37}"/>
                </a:ext>
              </a:extLst>
            </p:cNvPr>
            <p:cNvSpPr>
              <a:spLocks noGrp="1"/>
            </p:cNvSpPr>
            <p:nvPr/>
          </p:nvSpPr>
          <p:spPr>
            <a:xfrm>
              <a:off x="14837706" y="2450063"/>
              <a:ext cx="1527532" cy="995088"/>
            </a:xfrm>
            <a:custGeom>
              <a:avLst/>
              <a:gdLst/>
              <a:ahLst/>
              <a:cxnLst/>
              <a:rect l="0" t="0" r="0" b="0"/>
              <a:pathLst>
                <a:path w="1527532" h="995088">
                  <a:moveTo>
                    <a:pt x="129464" y="914696"/>
                  </a:moveTo>
                  <a:lnTo>
                    <a:pt x="112250" y="904721"/>
                  </a:lnTo>
                  <a:lnTo>
                    <a:pt x="132421" y="929800"/>
                  </a:lnTo>
                  <a:close/>
                  <a:moveTo>
                    <a:pt x="0" y="699489"/>
                  </a:moveTo>
                  <a:lnTo>
                    <a:pt x="6444" y="708550"/>
                  </a:lnTo>
                  <a:lnTo>
                    <a:pt x="3957" y="707303"/>
                  </a:lnTo>
                  <a:close/>
                  <a:moveTo>
                    <a:pt x="3841" y="684456"/>
                  </a:moveTo>
                  <a:lnTo>
                    <a:pt x="0" y="699489"/>
                  </a:lnTo>
                  <a:lnTo>
                    <a:pt x="3957" y="707303"/>
                  </a:lnTo>
                  <a:close/>
                  <a:moveTo>
                    <a:pt x="3841" y="684456"/>
                  </a:moveTo>
                  <a:lnTo>
                    <a:pt x="3957" y="707303"/>
                  </a:lnTo>
                  <a:lnTo>
                    <a:pt x="44610" y="731376"/>
                  </a:lnTo>
                  <a:close/>
                  <a:moveTo>
                    <a:pt x="485990" y="945488"/>
                  </a:moveTo>
                  <a:lnTo>
                    <a:pt x="478260" y="995088"/>
                  </a:lnTo>
                  <a:lnTo>
                    <a:pt x="504364" y="957783"/>
                  </a:lnTo>
                  <a:close/>
                  <a:moveTo>
                    <a:pt x="447843" y="969581"/>
                  </a:moveTo>
                  <a:lnTo>
                    <a:pt x="485990" y="945488"/>
                  </a:lnTo>
                  <a:lnTo>
                    <a:pt x="417924" y="944177"/>
                  </a:lnTo>
                  <a:close/>
                  <a:moveTo>
                    <a:pt x="485990" y="945488"/>
                  </a:moveTo>
                  <a:lnTo>
                    <a:pt x="450005" y="929222"/>
                  </a:lnTo>
                  <a:lnTo>
                    <a:pt x="417924" y="944177"/>
                  </a:lnTo>
                  <a:close/>
                  <a:moveTo>
                    <a:pt x="504364" y="957783"/>
                  </a:moveTo>
                  <a:lnTo>
                    <a:pt x="478260" y="995088"/>
                  </a:lnTo>
                  <a:lnTo>
                    <a:pt x="553957" y="968527"/>
                  </a:lnTo>
                  <a:close/>
                  <a:moveTo>
                    <a:pt x="173847" y="645150"/>
                  </a:moveTo>
                  <a:lnTo>
                    <a:pt x="143643" y="606962"/>
                  </a:lnTo>
                  <a:lnTo>
                    <a:pt x="142200" y="636268"/>
                  </a:lnTo>
                  <a:close/>
                  <a:moveTo>
                    <a:pt x="485990" y="945488"/>
                  </a:moveTo>
                  <a:lnTo>
                    <a:pt x="504364" y="957783"/>
                  </a:lnTo>
                  <a:lnTo>
                    <a:pt x="510869" y="937525"/>
                  </a:lnTo>
                  <a:close/>
                  <a:moveTo>
                    <a:pt x="450005" y="929222"/>
                  </a:moveTo>
                  <a:lnTo>
                    <a:pt x="485990" y="945488"/>
                  </a:lnTo>
                  <a:lnTo>
                    <a:pt x="511370" y="869857"/>
                  </a:lnTo>
                  <a:close/>
                  <a:moveTo>
                    <a:pt x="566543" y="930245"/>
                  </a:moveTo>
                  <a:lnTo>
                    <a:pt x="504364" y="957783"/>
                  </a:lnTo>
                  <a:lnTo>
                    <a:pt x="553957" y="968527"/>
                  </a:lnTo>
                  <a:close/>
                  <a:moveTo>
                    <a:pt x="566543" y="930245"/>
                  </a:moveTo>
                  <a:lnTo>
                    <a:pt x="510869" y="937525"/>
                  </a:lnTo>
                  <a:lnTo>
                    <a:pt x="504364" y="957783"/>
                  </a:lnTo>
                  <a:close/>
                  <a:moveTo>
                    <a:pt x="510869" y="937525"/>
                  </a:moveTo>
                  <a:lnTo>
                    <a:pt x="566543" y="930245"/>
                  </a:lnTo>
                  <a:lnTo>
                    <a:pt x="517414" y="871678"/>
                  </a:lnTo>
                  <a:close/>
                  <a:moveTo>
                    <a:pt x="566543" y="930245"/>
                  </a:moveTo>
                  <a:lnTo>
                    <a:pt x="568540" y="888153"/>
                  </a:lnTo>
                  <a:lnTo>
                    <a:pt x="517414" y="871678"/>
                  </a:lnTo>
                  <a:close/>
                  <a:moveTo>
                    <a:pt x="517798" y="869149"/>
                  </a:moveTo>
                  <a:lnTo>
                    <a:pt x="571810" y="863221"/>
                  </a:lnTo>
                  <a:lnTo>
                    <a:pt x="556083" y="813263"/>
                  </a:lnTo>
                  <a:close/>
                  <a:moveTo>
                    <a:pt x="571810" y="863221"/>
                  </a:moveTo>
                  <a:lnTo>
                    <a:pt x="568540" y="888153"/>
                  </a:lnTo>
                  <a:lnTo>
                    <a:pt x="592991" y="869857"/>
                  </a:lnTo>
                  <a:close/>
                  <a:moveTo>
                    <a:pt x="569417" y="756530"/>
                  </a:moveTo>
                  <a:lnTo>
                    <a:pt x="607594" y="746626"/>
                  </a:lnTo>
                  <a:lnTo>
                    <a:pt x="586595" y="742690"/>
                  </a:lnTo>
                  <a:close/>
                  <a:moveTo>
                    <a:pt x="497834" y="697151"/>
                  </a:moveTo>
                  <a:lnTo>
                    <a:pt x="506759" y="696940"/>
                  </a:lnTo>
                  <a:lnTo>
                    <a:pt x="556889" y="709693"/>
                  </a:lnTo>
                  <a:close/>
                  <a:moveTo>
                    <a:pt x="572429" y="737232"/>
                  </a:moveTo>
                  <a:lnTo>
                    <a:pt x="528787" y="779298"/>
                  </a:lnTo>
                  <a:lnTo>
                    <a:pt x="569417" y="756530"/>
                  </a:lnTo>
                  <a:close/>
                  <a:moveTo>
                    <a:pt x="572429" y="737232"/>
                  </a:moveTo>
                  <a:lnTo>
                    <a:pt x="532845" y="731430"/>
                  </a:lnTo>
                  <a:lnTo>
                    <a:pt x="528787" y="779298"/>
                  </a:lnTo>
                  <a:close/>
                  <a:moveTo>
                    <a:pt x="532845" y="731430"/>
                  </a:moveTo>
                  <a:lnTo>
                    <a:pt x="556889" y="709693"/>
                  </a:lnTo>
                  <a:lnTo>
                    <a:pt x="506759" y="696940"/>
                  </a:lnTo>
                  <a:close/>
                  <a:moveTo>
                    <a:pt x="572429" y="737232"/>
                  </a:moveTo>
                  <a:lnTo>
                    <a:pt x="569417" y="756530"/>
                  </a:lnTo>
                  <a:lnTo>
                    <a:pt x="586595" y="742690"/>
                  </a:lnTo>
                  <a:close/>
                  <a:moveTo>
                    <a:pt x="572429" y="737232"/>
                  </a:moveTo>
                  <a:lnTo>
                    <a:pt x="586595" y="742690"/>
                  </a:lnTo>
                  <a:lnTo>
                    <a:pt x="556889" y="709693"/>
                  </a:lnTo>
                  <a:close/>
                  <a:moveTo>
                    <a:pt x="785105" y="976279"/>
                  </a:moveTo>
                  <a:lnTo>
                    <a:pt x="787390" y="927390"/>
                  </a:lnTo>
                  <a:lnTo>
                    <a:pt x="789132" y="988717"/>
                  </a:lnTo>
                  <a:close/>
                  <a:moveTo>
                    <a:pt x="730530" y="821669"/>
                  </a:moveTo>
                  <a:lnTo>
                    <a:pt x="772997" y="858755"/>
                  </a:lnTo>
                  <a:lnTo>
                    <a:pt x="765445" y="849112"/>
                  </a:lnTo>
                  <a:close/>
                  <a:moveTo>
                    <a:pt x="578940" y="522335"/>
                  </a:moveTo>
                  <a:lnTo>
                    <a:pt x="545496" y="508156"/>
                  </a:lnTo>
                  <a:lnTo>
                    <a:pt x="613021" y="539893"/>
                  </a:lnTo>
                  <a:close/>
                  <a:moveTo>
                    <a:pt x="433811" y="460247"/>
                  </a:moveTo>
                  <a:lnTo>
                    <a:pt x="486802" y="512450"/>
                  </a:lnTo>
                  <a:lnTo>
                    <a:pt x="457832" y="460913"/>
                  </a:lnTo>
                  <a:close/>
                  <a:moveTo>
                    <a:pt x="433811" y="460247"/>
                  </a:moveTo>
                  <a:lnTo>
                    <a:pt x="459522" y="502087"/>
                  </a:lnTo>
                  <a:lnTo>
                    <a:pt x="486802" y="512450"/>
                  </a:lnTo>
                  <a:close/>
                  <a:moveTo>
                    <a:pt x="433811" y="460247"/>
                  </a:moveTo>
                  <a:lnTo>
                    <a:pt x="382823" y="400974"/>
                  </a:lnTo>
                  <a:lnTo>
                    <a:pt x="394801" y="453979"/>
                  </a:lnTo>
                  <a:close/>
                  <a:moveTo>
                    <a:pt x="433811" y="460247"/>
                  </a:moveTo>
                  <a:lnTo>
                    <a:pt x="457832" y="460913"/>
                  </a:lnTo>
                  <a:lnTo>
                    <a:pt x="457087" y="416102"/>
                  </a:lnTo>
                  <a:close/>
                  <a:moveTo>
                    <a:pt x="480358" y="460913"/>
                  </a:moveTo>
                  <a:lnTo>
                    <a:pt x="526059" y="436819"/>
                  </a:lnTo>
                  <a:lnTo>
                    <a:pt x="479569" y="460380"/>
                  </a:lnTo>
                  <a:close/>
                  <a:moveTo>
                    <a:pt x="526059" y="436819"/>
                  </a:moveTo>
                  <a:lnTo>
                    <a:pt x="507612" y="430332"/>
                  </a:lnTo>
                  <a:lnTo>
                    <a:pt x="479569" y="460380"/>
                  </a:lnTo>
                  <a:close/>
                  <a:moveTo>
                    <a:pt x="901512" y="900648"/>
                  </a:moveTo>
                  <a:lnTo>
                    <a:pt x="931222" y="886422"/>
                  </a:lnTo>
                  <a:lnTo>
                    <a:pt x="944124" y="879417"/>
                  </a:lnTo>
                  <a:close/>
                  <a:moveTo>
                    <a:pt x="963614" y="912507"/>
                  </a:moveTo>
                  <a:lnTo>
                    <a:pt x="931222" y="886422"/>
                  </a:lnTo>
                  <a:lnTo>
                    <a:pt x="920820" y="900648"/>
                  </a:lnTo>
                  <a:close/>
                  <a:moveTo>
                    <a:pt x="952043" y="844734"/>
                  </a:moveTo>
                  <a:lnTo>
                    <a:pt x="931222" y="886422"/>
                  </a:lnTo>
                  <a:lnTo>
                    <a:pt x="913064" y="838441"/>
                  </a:lnTo>
                  <a:close/>
                  <a:moveTo>
                    <a:pt x="578940" y="522335"/>
                  </a:moveTo>
                  <a:lnTo>
                    <a:pt x="613021" y="539893"/>
                  </a:lnTo>
                  <a:lnTo>
                    <a:pt x="597911" y="528286"/>
                  </a:lnTo>
                  <a:close/>
                  <a:moveTo>
                    <a:pt x="1029329" y="725294"/>
                  </a:moveTo>
                  <a:lnTo>
                    <a:pt x="1025683" y="739875"/>
                  </a:lnTo>
                  <a:lnTo>
                    <a:pt x="1046177" y="743444"/>
                  </a:lnTo>
                  <a:close/>
                  <a:moveTo>
                    <a:pt x="1046177" y="743444"/>
                  </a:moveTo>
                  <a:lnTo>
                    <a:pt x="1025683" y="739875"/>
                  </a:lnTo>
                  <a:lnTo>
                    <a:pt x="1022091" y="787786"/>
                  </a:lnTo>
                  <a:close/>
                  <a:moveTo>
                    <a:pt x="1016604" y="705930"/>
                  </a:moveTo>
                  <a:lnTo>
                    <a:pt x="1029329" y="725294"/>
                  </a:lnTo>
                  <a:lnTo>
                    <a:pt x="1046177" y="743444"/>
                  </a:lnTo>
                  <a:close/>
                  <a:moveTo>
                    <a:pt x="1069381" y="599094"/>
                  </a:moveTo>
                  <a:lnTo>
                    <a:pt x="1078404" y="566997"/>
                  </a:lnTo>
                  <a:lnTo>
                    <a:pt x="1052594" y="549998"/>
                  </a:lnTo>
                  <a:close/>
                  <a:moveTo>
                    <a:pt x="1001146" y="553843"/>
                  </a:moveTo>
                  <a:lnTo>
                    <a:pt x="1052594" y="549998"/>
                  </a:lnTo>
                  <a:lnTo>
                    <a:pt x="1006558" y="533469"/>
                  </a:lnTo>
                  <a:close/>
                  <a:moveTo>
                    <a:pt x="1052594" y="549998"/>
                  </a:moveTo>
                  <a:lnTo>
                    <a:pt x="1053609" y="534708"/>
                  </a:lnTo>
                  <a:lnTo>
                    <a:pt x="1006558" y="533469"/>
                  </a:lnTo>
                  <a:close/>
                  <a:moveTo>
                    <a:pt x="1053609" y="534708"/>
                  </a:moveTo>
                  <a:lnTo>
                    <a:pt x="1036498" y="510511"/>
                  </a:lnTo>
                  <a:lnTo>
                    <a:pt x="1006558" y="533469"/>
                  </a:lnTo>
                  <a:close/>
                  <a:moveTo>
                    <a:pt x="1527532" y="178786"/>
                  </a:moveTo>
                  <a:lnTo>
                    <a:pt x="1489852" y="173390"/>
                  </a:lnTo>
                  <a:lnTo>
                    <a:pt x="1495876" y="229283"/>
                  </a:lnTo>
                  <a:close/>
                  <a:moveTo>
                    <a:pt x="1527532" y="178786"/>
                  </a:moveTo>
                  <a:lnTo>
                    <a:pt x="1495876" y="229283"/>
                  </a:lnTo>
                  <a:lnTo>
                    <a:pt x="1523562" y="244757"/>
                  </a:lnTo>
                  <a:close/>
                  <a:moveTo>
                    <a:pt x="1433529" y="116502"/>
                  </a:moveTo>
                  <a:lnTo>
                    <a:pt x="1487519" y="164669"/>
                  </a:lnTo>
                  <a:lnTo>
                    <a:pt x="1462130" y="120250"/>
                  </a:lnTo>
                  <a:close/>
                  <a:moveTo>
                    <a:pt x="1489707" y="171555"/>
                  </a:moveTo>
                  <a:lnTo>
                    <a:pt x="1487519" y="164669"/>
                  </a:lnTo>
                  <a:lnTo>
                    <a:pt x="1433529" y="116502"/>
                  </a:lnTo>
                  <a:close/>
                  <a:moveTo>
                    <a:pt x="1489707" y="171555"/>
                  </a:moveTo>
                  <a:lnTo>
                    <a:pt x="1489852" y="173390"/>
                  </a:lnTo>
                  <a:lnTo>
                    <a:pt x="1490911" y="171786"/>
                  </a:lnTo>
                  <a:close/>
                  <a:moveTo>
                    <a:pt x="1489707" y="171555"/>
                  </a:moveTo>
                  <a:lnTo>
                    <a:pt x="1490911" y="171786"/>
                  </a:lnTo>
                  <a:lnTo>
                    <a:pt x="1487519" y="164669"/>
                  </a:lnTo>
                  <a:close/>
                  <a:moveTo>
                    <a:pt x="1469272" y="62682"/>
                  </a:moveTo>
                  <a:lnTo>
                    <a:pt x="1462130" y="120250"/>
                  </a:lnTo>
                  <a:lnTo>
                    <a:pt x="1472649" y="109072"/>
                  </a:lnTo>
                  <a:close/>
                  <a:moveTo>
                    <a:pt x="1433529" y="116502"/>
                  </a:moveTo>
                  <a:lnTo>
                    <a:pt x="1462130" y="120250"/>
                  </a:lnTo>
                  <a:lnTo>
                    <a:pt x="1469272" y="62682"/>
                  </a:lnTo>
                  <a:close/>
                  <a:moveTo>
                    <a:pt x="1429405" y="57111"/>
                  </a:moveTo>
                  <a:lnTo>
                    <a:pt x="1433529" y="116502"/>
                  </a:lnTo>
                  <a:lnTo>
                    <a:pt x="1469272" y="62682"/>
                  </a:lnTo>
                  <a:close/>
                  <a:moveTo>
                    <a:pt x="1429405" y="57111"/>
                  </a:moveTo>
                  <a:lnTo>
                    <a:pt x="1469272" y="62682"/>
                  </a:lnTo>
                  <a:lnTo>
                    <a:pt x="1469197" y="0"/>
                  </a:lnTo>
                  <a:close/>
                  <a:moveTo>
                    <a:pt x="1469272" y="62682"/>
                  </a:moveTo>
                  <a:lnTo>
                    <a:pt x="1472649" y="109072"/>
                  </a:lnTo>
                  <a:lnTo>
                    <a:pt x="1492174" y="68713"/>
                  </a:lnTo>
                  <a:close/>
                  <a:moveTo>
                    <a:pt x="1469197" y="0"/>
                  </a:moveTo>
                  <a:lnTo>
                    <a:pt x="1469272" y="62682"/>
                  </a:lnTo>
                  <a:lnTo>
                    <a:pt x="1507580" y="6778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21" name="Output_density__4320">
              <a:extLst>
                <a:ext uri="{FF2B5EF4-FFF2-40B4-BE49-F238E27FC236}">
                  <a16:creationId xmlns:a16="http://schemas.microsoft.com/office/drawing/2014/main" id="{F55A5BB5-DCE2-E6E2-6E9F-A4B125C4AD34}"/>
                </a:ext>
              </a:extLst>
            </p:cNvPr>
            <p:cNvSpPr>
              <a:spLocks noGrp="1"/>
            </p:cNvSpPr>
            <p:nvPr/>
          </p:nvSpPr>
          <p:spPr>
            <a:xfrm>
              <a:off x="14814804" y="2396626"/>
              <a:ext cx="1479737" cy="1019670"/>
            </a:xfrm>
            <a:custGeom>
              <a:avLst/>
              <a:gdLst/>
              <a:ahLst/>
              <a:cxnLst/>
              <a:rect l="0" t="0" r="0" b="0"/>
              <a:pathLst>
                <a:path w="1479737" h="1019670">
                  <a:moveTo>
                    <a:pt x="197362" y="949060"/>
                  </a:moveTo>
                  <a:lnTo>
                    <a:pt x="186273" y="1014390"/>
                  </a:lnTo>
                  <a:lnTo>
                    <a:pt x="215518" y="944040"/>
                  </a:lnTo>
                  <a:close/>
                  <a:moveTo>
                    <a:pt x="215518" y="944040"/>
                  </a:moveTo>
                  <a:lnTo>
                    <a:pt x="190436" y="1019670"/>
                  </a:lnTo>
                  <a:lnTo>
                    <a:pt x="246549" y="995577"/>
                  </a:lnTo>
                  <a:close/>
                  <a:moveTo>
                    <a:pt x="152366" y="968134"/>
                  </a:moveTo>
                  <a:lnTo>
                    <a:pt x="197362" y="949060"/>
                  </a:lnTo>
                  <a:lnTo>
                    <a:pt x="149615" y="892503"/>
                  </a:lnTo>
                  <a:close/>
                  <a:moveTo>
                    <a:pt x="128900" y="916597"/>
                  </a:moveTo>
                  <a:lnTo>
                    <a:pt x="152366" y="968134"/>
                  </a:lnTo>
                  <a:lnTo>
                    <a:pt x="149615" y="892503"/>
                  </a:lnTo>
                  <a:close/>
                  <a:moveTo>
                    <a:pt x="181284" y="860837"/>
                  </a:moveTo>
                  <a:lnTo>
                    <a:pt x="149107" y="875433"/>
                  </a:lnTo>
                  <a:lnTo>
                    <a:pt x="128900" y="916597"/>
                  </a:lnTo>
                  <a:close/>
                  <a:moveTo>
                    <a:pt x="19663" y="605916"/>
                  </a:moveTo>
                  <a:lnTo>
                    <a:pt x="0" y="657091"/>
                  </a:lnTo>
                  <a:lnTo>
                    <a:pt x="9133" y="634820"/>
                  </a:lnTo>
                  <a:close/>
                  <a:moveTo>
                    <a:pt x="270286" y="927757"/>
                  </a:moveTo>
                  <a:lnTo>
                    <a:pt x="289778" y="919946"/>
                  </a:lnTo>
                  <a:lnTo>
                    <a:pt x="319060" y="891705"/>
                  </a:lnTo>
                  <a:close/>
                  <a:moveTo>
                    <a:pt x="5677" y="686357"/>
                  </a:moveTo>
                  <a:lnTo>
                    <a:pt x="27104" y="610727"/>
                  </a:lnTo>
                  <a:lnTo>
                    <a:pt x="9133" y="634820"/>
                  </a:lnTo>
                  <a:close/>
                  <a:moveTo>
                    <a:pt x="45810" y="568776"/>
                  </a:moveTo>
                  <a:lnTo>
                    <a:pt x="9133" y="634820"/>
                  </a:lnTo>
                  <a:lnTo>
                    <a:pt x="27104" y="610727"/>
                  </a:lnTo>
                  <a:close/>
                  <a:moveTo>
                    <a:pt x="45810" y="568776"/>
                  </a:moveTo>
                  <a:lnTo>
                    <a:pt x="19663" y="605916"/>
                  </a:lnTo>
                  <a:lnTo>
                    <a:pt x="9133" y="634820"/>
                  </a:lnTo>
                  <a:close/>
                  <a:moveTo>
                    <a:pt x="19663" y="605916"/>
                  </a:moveTo>
                  <a:lnTo>
                    <a:pt x="45810" y="568776"/>
                  </a:lnTo>
                  <a:lnTo>
                    <a:pt x="35900" y="583284"/>
                  </a:lnTo>
                  <a:close/>
                  <a:moveTo>
                    <a:pt x="45810" y="568776"/>
                  </a:moveTo>
                  <a:lnTo>
                    <a:pt x="64882" y="559190"/>
                  </a:lnTo>
                  <a:lnTo>
                    <a:pt x="35900" y="583284"/>
                  </a:lnTo>
                  <a:close/>
                  <a:moveTo>
                    <a:pt x="196749" y="698588"/>
                  </a:moveTo>
                  <a:lnTo>
                    <a:pt x="209420" y="662263"/>
                  </a:lnTo>
                  <a:lnTo>
                    <a:pt x="166545" y="660400"/>
                  </a:lnTo>
                  <a:close/>
                  <a:moveTo>
                    <a:pt x="45810" y="568776"/>
                  </a:moveTo>
                  <a:lnTo>
                    <a:pt x="78228" y="555083"/>
                  </a:lnTo>
                  <a:lnTo>
                    <a:pt x="64882" y="559190"/>
                  </a:lnTo>
                  <a:close/>
                  <a:moveTo>
                    <a:pt x="83933" y="535096"/>
                  </a:moveTo>
                  <a:lnTo>
                    <a:pt x="108809" y="494741"/>
                  </a:lnTo>
                  <a:lnTo>
                    <a:pt x="69428" y="507653"/>
                  </a:lnTo>
                  <a:close/>
                  <a:moveTo>
                    <a:pt x="64882" y="559190"/>
                  </a:moveTo>
                  <a:lnTo>
                    <a:pt x="83933" y="535096"/>
                  </a:lnTo>
                  <a:lnTo>
                    <a:pt x="69428" y="507653"/>
                  </a:lnTo>
                  <a:close/>
                  <a:moveTo>
                    <a:pt x="370576" y="641518"/>
                  </a:moveTo>
                  <a:lnTo>
                    <a:pt x="330008" y="603472"/>
                  </a:lnTo>
                  <a:lnTo>
                    <a:pt x="347001" y="614075"/>
                  </a:lnTo>
                  <a:close/>
                  <a:moveTo>
                    <a:pt x="370576" y="641518"/>
                  </a:moveTo>
                  <a:lnTo>
                    <a:pt x="347001" y="614075"/>
                  </a:lnTo>
                  <a:lnTo>
                    <a:pt x="343616" y="665612"/>
                  </a:lnTo>
                  <a:close/>
                  <a:moveTo>
                    <a:pt x="731926" y="823570"/>
                  </a:moveTo>
                  <a:lnTo>
                    <a:pt x="697160" y="847664"/>
                  </a:lnTo>
                  <a:lnTo>
                    <a:pt x="753432" y="875107"/>
                  </a:lnTo>
                  <a:close/>
                  <a:moveTo>
                    <a:pt x="340202" y="411277"/>
                  </a:moveTo>
                  <a:lnTo>
                    <a:pt x="311136" y="430586"/>
                  </a:lnTo>
                  <a:lnTo>
                    <a:pt x="335966" y="415315"/>
                  </a:lnTo>
                  <a:close/>
                  <a:moveTo>
                    <a:pt x="311136" y="430586"/>
                  </a:moveTo>
                  <a:lnTo>
                    <a:pt x="283442" y="415119"/>
                  </a:lnTo>
                  <a:lnTo>
                    <a:pt x="335966" y="415315"/>
                  </a:lnTo>
                  <a:close/>
                  <a:moveTo>
                    <a:pt x="303452" y="428650"/>
                  </a:moveTo>
                  <a:lnTo>
                    <a:pt x="311136" y="430586"/>
                  </a:lnTo>
                  <a:lnTo>
                    <a:pt x="303025" y="383835"/>
                  </a:lnTo>
                  <a:close/>
                  <a:moveTo>
                    <a:pt x="303025" y="383835"/>
                  </a:moveTo>
                  <a:lnTo>
                    <a:pt x="311136" y="430586"/>
                  </a:lnTo>
                  <a:lnTo>
                    <a:pt x="340202" y="411277"/>
                  </a:lnTo>
                  <a:close/>
                  <a:moveTo>
                    <a:pt x="896797" y="940080"/>
                  </a:moveTo>
                  <a:lnTo>
                    <a:pt x="924413" y="954086"/>
                  </a:lnTo>
                  <a:lnTo>
                    <a:pt x="935690" y="954845"/>
                  </a:lnTo>
                  <a:close/>
                  <a:moveTo>
                    <a:pt x="731926" y="823570"/>
                  </a:moveTo>
                  <a:lnTo>
                    <a:pt x="753432" y="875107"/>
                  </a:lnTo>
                  <a:lnTo>
                    <a:pt x="776402" y="851013"/>
                  </a:lnTo>
                  <a:close/>
                  <a:moveTo>
                    <a:pt x="731926" y="823570"/>
                  </a:moveTo>
                  <a:lnTo>
                    <a:pt x="776402" y="851013"/>
                  </a:lnTo>
                  <a:lnTo>
                    <a:pt x="769540" y="799476"/>
                  </a:lnTo>
                  <a:close/>
                  <a:moveTo>
                    <a:pt x="731926" y="823570"/>
                  </a:moveTo>
                  <a:lnTo>
                    <a:pt x="769540" y="799476"/>
                  </a:lnTo>
                  <a:lnTo>
                    <a:pt x="730752" y="772034"/>
                  </a:lnTo>
                  <a:close/>
                  <a:moveTo>
                    <a:pt x="580298" y="541793"/>
                  </a:moveTo>
                  <a:lnTo>
                    <a:pt x="562110" y="562122"/>
                  </a:lnTo>
                  <a:lnTo>
                    <a:pt x="568398" y="561594"/>
                  </a:lnTo>
                  <a:close/>
                  <a:moveTo>
                    <a:pt x="400065" y="396270"/>
                  </a:moveTo>
                  <a:lnTo>
                    <a:pt x="452187" y="365593"/>
                  </a:lnTo>
                  <a:lnTo>
                    <a:pt x="418362" y="356634"/>
                  </a:lnTo>
                  <a:close/>
                  <a:moveTo>
                    <a:pt x="400065" y="396270"/>
                  </a:moveTo>
                  <a:lnTo>
                    <a:pt x="418362" y="356634"/>
                  </a:lnTo>
                  <a:lnTo>
                    <a:pt x="369214" y="358609"/>
                  </a:lnTo>
                  <a:close/>
                  <a:moveTo>
                    <a:pt x="580298" y="541793"/>
                  </a:moveTo>
                  <a:lnTo>
                    <a:pt x="568398" y="561594"/>
                  </a:lnTo>
                  <a:lnTo>
                    <a:pt x="601841" y="575773"/>
                  </a:lnTo>
                  <a:close/>
                  <a:moveTo>
                    <a:pt x="548961" y="490257"/>
                  </a:moveTo>
                  <a:lnTo>
                    <a:pt x="612881" y="482148"/>
                  </a:lnTo>
                  <a:lnTo>
                    <a:pt x="602513" y="471116"/>
                  </a:lnTo>
                  <a:close/>
                  <a:moveTo>
                    <a:pt x="609754" y="517700"/>
                  </a:moveTo>
                  <a:lnTo>
                    <a:pt x="612881" y="482148"/>
                  </a:lnTo>
                  <a:lnTo>
                    <a:pt x="548961" y="490257"/>
                  </a:lnTo>
                  <a:close/>
                  <a:moveTo>
                    <a:pt x="580298" y="541793"/>
                  </a:moveTo>
                  <a:lnTo>
                    <a:pt x="609754" y="517700"/>
                  </a:lnTo>
                  <a:lnTo>
                    <a:pt x="548961" y="490257"/>
                  </a:lnTo>
                  <a:close/>
                  <a:moveTo>
                    <a:pt x="487957" y="425541"/>
                  </a:moveTo>
                  <a:lnTo>
                    <a:pt x="547989" y="414204"/>
                  </a:lnTo>
                  <a:lnTo>
                    <a:pt x="525082" y="370598"/>
                  </a:lnTo>
                  <a:close/>
                  <a:moveTo>
                    <a:pt x="547989" y="414204"/>
                  </a:moveTo>
                  <a:lnTo>
                    <a:pt x="548680" y="414626"/>
                  </a:lnTo>
                  <a:lnTo>
                    <a:pt x="525082" y="370598"/>
                  </a:lnTo>
                  <a:close/>
                  <a:moveTo>
                    <a:pt x="468199" y="378860"/>
                  </a:moveTo>
                  <a:lnTo>
                    <a:pt x="496732" y="357461"/>
                  </a:lnTo>
                  <a:lnTo>
                    <a:pt x="452187" y="365593"/>
                  </a:lnTo>
                  <a:close/>
                  <a:moveTo>
                    <a:pt x="468199" y="378860"/>
                  </a:moveTo>
                  <a:lnTo>
                    <a:pt x="525082" y="370598"/>
                  </a:lnTo>
                  <a:lnTo>
                    <a:pt x="496732" y="357461"/>
                  </a:lnTo>
                  <a:close/>
                  <a:moveTo>
                    <a:pt x="943265" y="823202"/>
                  </a:moveTo>
                  <a:lnTo>
                    <a:pt x="978805" y="802825"/>
                  </a:lnTo>
                  <a:lnTo>
                    <a:pt x="964713" y="789307"/>
                  </a:lnTo>
                  <a:close/>
                  <a:moveTo>
                    <a:pt x="945265" y="802825"/>
                  </a:moveTo>
                  <a:lnTo>
                    <a:pt x="943265" y="823202"/>
                  </a:lnTo>
                  <a:lnTo>
                    <a:pt x="964713" y="789307"/>
                  </a:lnTo>
                  <a:close/>
                  <a:moveTo>
                    <a:pt x="943265" y="823202"/>
                  </a:moveTo>
                  <a:lnTo>
                    <a:pt x="972117" y="816989"/>
                  </a:lnTo>
                  <a:lnTo>
                    <a:pt x="978805" y="802825"/>
                  </a:lnTo>
                  <a:close/>
                  <a:moveTo>
                    <a:pt x="679463" y="421511"/>
                  </a:moveTo>
                  <a:lnTo>
                    <a:pt x="616318" y="466163"/>
                  </a:lnTo>
                  <a:lnTo>
                    <a:pt x="658822" y="442069"/>
                  </a:lnTo>
                  <a:close/>
                  <a:moveTo>
                    <a:pt x="679463" y="421511"/>
                  </a:moveTo>
                  <a:lnTo>
                    <a:pt x="648667" y="441270"/>
                  </a:lnTo>
                  <a:lnTo>
                    <a:pt x="616318" y="466163"/>
                  </a:lnTo>
                  <a:close/>
                  <a:moveTo>
                    <a:pt x="1027499" y="729960"/>
                  </a:moveTo>
                  <a:lnTo>
                    <a:pt x="1039506" y="759367"/>
                  </a:lnTo>
                  <a:lnTo>
                    <a:pt x="1069079" y="796882"/>
                  </a:lnTo>
                  <a:close/>
                  <a:moveTo>
                    <a:pt x="1027499" y="729960"/>
                  </a:moveTo>
                  <a:lnTo>
                    <a:pt x="1024136" y="701901"/>
                  </a:lnTo>
                  <a:lnTo>
                    <a:pt x="975376" y="694275"/>
                  </a:lnTo>
                  <a:close/>
                  <a:moveTo>
                    <a:pt x="1027499" y="729960"/>
                  </a:moveTo>
                  <a:lnTo>
                    <a:pt x="1048973" y="727194"/>
                  </a:lnTo>
                  <a:lnTo>
                    <a:pt x="1024136" y="701901"/>
                  </a:lnTo>
                  <a:close/>
                  <a:moveTo>
                    <a:pt x="1048973" y="727194"/>
                  </a:moveTo>
                  <a:lnTo>
                    <a:pt x="1093981" y="653464"/>
                  </a:lnTo>
                  <a:lnTo>
                    <a:pt x="1021886" y="671780"/>
                  </a:lnTo>
                  <a:close/>
                  <a:moveTo>
                    <a:pt x="1021886" y="671780"/>
                  </a:moveTo>
                  <a:lnTo>
                    <a:pt x="1093981" y="653464"/>
                  </a:lnTo>
                  <a:lnTo>
                    <a:pt x="1092283" y="652531"/>
                  </a:lnTo>
                  <a:close/>
                  <a:moveTo>
                    <a:pt x="1048973" y="727194"/>
                  </a:moveTo>
                  <a:lnTo>
                    <a:pt x="1021886" y="671780"/>
                  </a:lnTo>
                  <a:lnTo>
                    <a:pt x="1024136" y="701901"/>
                  </a:lnTo>
                  <a:close/>
                  <a:moveTo>
                    <a:pt x="1021886" y="671780"/>
                  </a:moveTo>
                  <a:lnTo>
                    <a:pt x="975376" y="694275"/>
                  </a:lnTo>
                  <a:lnTo>
                    <a:pt x="1024136" y="701901"/>
                  </a:lnTo>
                  <a:close/>
                  <a:moveTo>
                    <a:pt x="1021886" y="671780"/>
                  </a:moveTo>
                  <a:lnTo>
                    <a:pt x="1092283" y="652531"/>
                  </a:lnTo>
                  <a:lnTo>
                    <a:pt x="1075496" y="603436"/>
                  </a:lnTo>
                  <a:close/>
                  <a:moveTo>
                    <a:pt x="1051374" y="369787"/>
                  </a:moveTo>
                  <a:lnTo>
                    <a:pt x="1019971" y="416529"/>
                  </a:lnTo>
                  <a:lnTo>
                    <a:pt x="1084353" y="347666"/>
                  </a:lnTo>
                  <a:close/>
                  <a:moveTo>
                    <a:pt x="1084353" y="347666"/>
                  </a:moveTo>
                  <a:lnTo>
                    <a:pt x="1019971" y="416529"/>
                  </a:lnTo>
                  <a:lnTo>
                    <a:pt x="1065719" y="397230"/>
                  </a:lnTo>
                  <a:close/>
                  <a:moveTo>
                    <a:pt x="1138167" y="239293"/>
                  </a:moveTo>
                  <a:lnTo>
                    <a:pt x="1173836" y="237754"/>
                  </a:lnTo>
                  <a:lnTo>
                    <a:pt x="1176614" y="218526"/>
                  </a:lnTo>
                  <a:close/>
                  <a:moveTo>
                    <a:pt x="1173836" y="237754"/>
                  </a:moveTo>
                  <a:lnTo>
                    <a:pt x="1178274" y="194432"/>
                  </a:lnTo>
                  <a:lnTo>
                    <a:pt x="1176614" y="218526"/>
                  </a:lnTo>
                  <a:close/>
                  <a:moveTo>
                    <a:pt x="1328088" y="20647"/>
                  </a:moveTo>
                  <a:lnTo>
                    <a:pt x="1284653" y="32926"/>
                  </a:lnTo>
                  <a:lnTo>
                    <a:pt x="1358646" y="0"/>
                  </a:lnTo>
                  <a:close/>
                  <a:moveTo>
                    <a:pt x="1398348" y="53692"/>
                  </a:moveTo>
                  <a:lnTo>
                    <a:pt x="1450187" y="49530"/>
                  </a:lnTo>
                  <a:lnTo>
                    <a:pt x="1429338" y="3736"/>
                  </a:lnTo>
                  <a:close/>
                  <a:moveTo>
                    <a:pt x="1450187" y="49530"/>
                  </a:moveTo>
                  <a:lnTo>
                    <a:pt x="1479737" y="746"/>
                  </a:lnTo>
                  <a:lnTo>
                    <a:pt x="1429338" y="373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22" name="Output_density__4321">
              <a:extLst>
                <a:ext uri="{FF2B5EF4-FFF2-40B4-BE49-F238E27FC236}">
                  <a16:creationId xmlns:a16="http://schemas.microsoft.com/office/drawing/2014/main" id="{0B50C20F-A4BD-B1E7-F081-1A0D6CBEBB13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667920"/>
              <a:ext cx="1478952" cy="812095"/>
            </a:xfrm>
            <a:custGeom>
              <a:avLst/>
              <a:gdLst/>
              <a:ahLst/>
              <a:cxnLst/>
              <a:rect l="0" t="0" r="0" b="0"/>
              <a:pathLst>
                <a:path w="1478952" h="812095">
                  <a:moveTo>
                    <a:pt x="229845" y="797923"/>
                  </a:moveTo>
                  <a:lnTo>
                    <a:pt x="227672" y="775819"/>
                  </a:lnTo>
                  <a:lnTo>
                    <a:pt x="227061" y="798657"/>
                  </a:lnTo>
                  <a:close/>
                  <a:moveTo>
                    <a:pt x="46802" y="513827"/>
                  </a:moveTo>
                  <a:lnTo>
                    <a:pt x="0" y="513520"/>
                  </a:lnTo>
                  <a:lnTo>
                    <a:pt x="12575" y="520758"/>
                  </a:lnTo>
                  <a:close/>
                  <a:moveTo>
                    <a:pt x="307869" y="791206"/>
                  </a:moveTo>
                  <a:lnTo>
                    <a:pt x="260374" y="788309"/>
                  </a:lnTo>
                  <a:lnTo>
                    <a:pt x="229845" y="797923"/>
                  </a:lnTo>
                  <a:close/>
                  <a:moveTo>
                    <a:pt x="319408" y="763092"/>
                  </a:moveTo>
                  <a:lnTo>
                    <a:pt x="260374" y="788309"/>
                  </a:lnTo>
                  <a:lnTo>
                    <a:pt x="307869" y="791206"/>
                  </a:lnTo>
                  <a:close/>
                  <a:moveTo>
                    <a:pt x="319408" y="763092"/>
                  </a:moveTo>
                  <a:lnTo>
                    <a:pt x="307869" y="791206"/>
                  </a:lnTo>
                  <a:lnTo>
                    <a:pt x="335723" y="775819"/>
                  </a:lnTo>
                  <a:close/>
                  <a:moveTo>
                    <a:pt x="319408" y="763092"/>
                  </a:moveTo>
                  <a:lnTo>
                    <a:pt x="335723" y="775819"/>
                  </a:lnTo>
                  <a:lnTo>
                    <a:pt x="329547" y="737358"/>
                  </a:lnTo>
                  <a:close/>
                  <a:moveTo>
                    <a:pt x="329547" y="737358"/>
                  </a:moveTo>
                  <a:lnTo>
                    <a:pt x="347270" y="763842"/>
                  </a:lnTo>
                  <a:lnTo>
                    <a:pt x="373315" y="726320"/>
                  </a:lnTo>
                  <a:close/>
                  <a:moveTo>
                    <a:pt x="481012" y="582189"/>
                  </a:moveTo>
                  <a:lnTo>
                    <a:pt x="511474" y="595406"/>
                  </a:lnTo>
                  <a:lnTo>
                    <a:pt x="484177" y="561442"/>
                  </a:lnTo>
                  <a:close/>
                  <a:moveTo>
                    <a:pt x="458730" y="466300"/>
                  </a:moveTo>
                  <a:lnTo>
                    <a:pt x="453225" y="479294"/>
                  </a:lnTo>
                  <a:lnTo>
                    <a:pt x="474405" y="421760"/>
                  </a:lnTo>
                  <a:close/>
                  <a:moveTo>
                    <a:pt x="744523" y="770860"/>
                  </a:moveTo>
                  <a:lnTo>
                    <a:pt x="817698" y="812095"/>
                  </a:lnTo>
                  <a:lnTo>
                    <a:pt x="809762" y="809959"/>
                  </a:lnTo>
                  <a:close/>
                  <a:moveTo>
                    <a:pt x="456595" y="473297"/>
                  </a:moveTo>
                  <a:lnTo>
                    <a:pt x="459783" y="411219"/>
                  </a:lnTo>
                  <a:lnTo>
                    <a:pt x="445809" y="397666"/>
                  </a:lnTo>
                  <a:close/>
                  <a:moveTo>
                    <a:pt x="459783" y="411219"/>
                  </a:moveTo>
                  <a:lnTo>
                    <a:pt x="458730" y="466300"/>
                  </a:lnTo>
                  <a:lnTo>
                    <a:pt x="474405" y="421760"/>
                  </a:lnTo>
                  <a:close/>
                  <a:moveTo>
                    <a:pt x="411462" y="349778"/>
                  </a:moveTo>
                  <a:lnTo>
                    <a:pt x="445809" y="397666"/>
                  </a:lnTo>
                  <a:lnTo>
                    <a:pt x="459783" y="411219"/>
                  </a:lnTo>
                  <a:close/>
                  <a:moveTo>
                    <a:pt x="411462" y="349778"/>
                  </a:moveTo>
                  <a:lnTo>
                    <a:pt x="459783" y="411219"/>
                  </a:lnTo>
                  <a:lnTo>
                    <a:pt x="433056" y="370205"/>
                  </a:lnTo>
                  <a:close/>
                  <a:moveTo>
                    <a:pt x="442758" y="299574"/>
                  </a:moveTo>
                  <a:lnTo>
                    <a:pt x="411462" y="349778"/>
                  </a:lnTo>
                  <a:lnTo>
                    <a:pt x="433056" y="370205"/>
                  </a:lnTo>
                  <a:close/>
                  <a:moveTo>
                    <a:pt x="685920" y="603813"/>
                  </a:moveTo>
                  <a:lnTo>
                    <a:pt x="696271" y="621859"/>
                  </a:lnTo>
                  <a:lnTo>
                    <a:pt x="728388" y="640898"/>
                  </a:lnTo>
                  <a:close/>
                  <a:moveTo>
                    <a:pt x="845680" y="769859"/>
                  </a:moveTo>
                  <a:lnTo>
                    <a:pt x="864693" y="749128"/>
                  </a:lnTo>
                  <a:lnTo>
                    <a:pt x="856952" y="734328"/>
                  </a:lnTo>
                  <a:close/>
                  <a:moveTo>
                    <a:pt x="568411" y="322036"/>
                  </a:moveTo>
                  <a:lnTo>
                    <a:pt x="558639" y="355587"/>
                  </a:lnTo>
                  <a:lnTo>
                    <a:pt x="587414" y="328276"/>
                  </a:lnTo>
                  <a:close/>
                  <a:moveTo>
                    <a:pt x="954987" y="694287"/>
                  </a:moveTo>
                  <a:lnTo>
                    <a:pt x="899515" y="661560"/>
                  </a:lnTo>
                  <a:lnTo>
                    <a:pt x="919004" y="694650"/>
                  </a:lnTo>
                  <a:close/>
                  <a:moveTo>
                    <a:pt x="1004998" y="648284"/>
                  </a:moveTo>
                  <a:lnTo>
                    <a:pt x="995213" y="634604"/>
                  </a:lnTo>
                  <a:lnTo>
                    <a:pt x="994447" y="667142"/>
                  </a:lnTo>
                  <a:close/>
                  <a:moveTo>
                    <a:pt x="995213" y="634604"/>
                  </a:moveTo>
                  <a:lnTo>
                    <a:pt x="1004998" y="648284"/>
                  </a:lnTo>
                  <a:lnTo>
                    <a:pt x="1012508" y="599768"/>
                  </a:lnTo>
                  <a:close/>
                  <a:moveTo>
                    <a:pt x="1001567" y="525587"/>
                  </a:moveTo>
                  <a:lnTo>
                    <a:pt x="977481" y="569929"/>
                  </a:lnTo>
                  <a:lnTo>
                    <a:pt x="1026236" y="568275"/>
                  </a:lnTo>
                  <a:close/>
                  <a:moveTo>
                    <a:pt x="1037080" y="496716"/>
                  </a:moveTo>
                  <a:lnTo>
                    <a:pt x="981461" y="455900"/>
                  </a:lnTo>
                  <a:lnTo>
                    <a:pt x="1014749" y="473247"/>
                  </a:lnTo>
                  <a:close/>
                  <a:moveTo>
                    <a:pt x="1008999" y="316852"/>
                  </a:moveTo>
                  <a:lnTo>
                    <a:pt x="1007985" y="332142"/>
                  </a:lnTo>
                  <a:lnTo>
                    <a:pt x="1033202" y="277196"/>
                  </a:lnTo>
                  <a:close/>
                  <a:moveTo>
                    <a:pt x="1027731" y="316088"/>
                  </a:moveTo>
                  <a:lnTo>
                    <a:pt x="1011140" y="304639"/>
                  </a:lnTo>
                  <a:lnTo>
                    <a:pt x="1008999" y="316852"/>
                  </a:lnTo>
                  <a:close/>
                  <a:moveTo>
                    <a:pt x="1227642" y="205591"/>
                  </a:moveTo>
                  <a:lnTo>
                    <a:pt x="1181240" y="206777"/>
                  </a:lnTo>
                  <a:lnTo>
                    <a:pt x="1175733" y="208987"/>
                  </a:lnTo>
                  <a:close/>
                  <a:moveTo>
                    <a:pt x="1212447" y="26211"/>
                  </a:moveTo>
                  <a:lnTo>
                    <a:pt x="1213590" y="27963"/>
                  </a:lnTo>
                  <a:lnTo>
                    <a:pt x="1215078" y="23715"/>
                  </a:lnTo>
                  <a:close/>
                  <a:moveTo>
                    <a:pt x="1216731" y="29897"/>
                  </a:moveTo>
                  <a:lnTo>
                    <a:pt x="1213590" y="27963"/>
                  </a:lnTo>
                  <a:lnTo>
                    <a:pt x="1212447" y="26211"/>
                  </a:lnTo>
                  <a:close/>
                  <a:moveTo>
                    <a:pt x="1252236" y="2117"/>
                  </a:moveTo>
                  <a:lnTo>
                    <a:pt x="1272443" y="18099"/>
                  </a:lnTo>
                  <a:lnTo>
                    <a:pt x="1246546" y="6469"/>
                  </a:lnTo>
                  <a:close/>
                  <a:moveTo>
                    <a:pt x="1212447" y="26211"/>
                  </a:moveTo>
                  <a:lnTo>
                    <a:pt x="1215078" y="23715"/>
                  </a:lnTo>
                  <a:lnTo>
                    <a:pt x="1244816" y="0"/>
                  </a:lnTo>
                  <a:close/>
                  <a:moveTo>
                    <a:pt x="1252236" y="2117"/>
                  </a:moveTo>
                  <a:lnTo>
                    <a:pt x="1244816" y="0"/>
                  </a:lnTo>
                  <a:lnTo>
                    <a:pt x="1272443" y="18099"/>
                  </a:lnTo>
                  <a:close/>
                  <a:moveTo>
                    <a:pt x="1439861" y="156727"/>
                  </a:moveTo>
                  <a:lnTo>
                    <a:pt x="1443640" y="84443"/>
                  </a:lnTo>
                  <a:lnTo>
                    <a:pt x="1435002" y="150134"/>
                  </a:lnTo>
                  <a:close/>
                  <a:moveTo>
                    <a:pt x="1445981" y="81096"/>
                  </a:moveTo>
                  <a:lnTo>
                    <a:pt x="1443640" y="84443"/>
                  </a:lnTo>
                  <a:lnTo>
                    <a:pt x="1439861" y="156727"/>
                  </a:lnTo>
                  <a:close/>
                  <a:moveTo>
                    <a:pt x="1458392" y="105190"/>
                  </a:moveTo>
                  <a:lnTo>
                    <a:pt x="1445981" y="81096"/>
                  </a:lnTo>
                  <a:lnTo>
                    <a:pt x="1439861" y="156727"/>
                  </a:lnTo>
                  <a:close/>
                  <a:moveTo>
                    <a:pt x="1445981" y="81096"/>
                  </a:moveTo>
                  <a:lnTo>
                    <a:pt x="1458392" y="105190"/>
                  </a:lnTo>
                  <a:lnTo>
                    <a:pt x="1477163" y="35102"/>
                  </a:lnTo>
                  <a:close/>
                  <a:moveTo>
                    <a:pt x="1478952" y="26900"/>
                  </a:moveTo>
                  <a:lnTo>
                    <a:pt x="1445981" y="81096"/>
                  </a:lnTo>
                  <a:lnTo>
                    <a:pt x="1477163" y="3510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23" name="Output_density__4322">
              <a:extLst>
                <a:ext uri="{FF2B5EF4-FFF2-40B4-BE49-F238E27FC236}">
                  <a16:creationId xmlns:a16="http://schemas.microsoft.com/office/drawing/2014/main" id="{53B3A6BE-7485-14B5-049A-60F9C7C6C3FF}"/>
                </a:ext>
              </a:extLst>
            </p:cNvPr>
            <p:cNvSpPr>
              <a:spLocks noGrp="1"/>
            </p:cNvSpPr>
            <p:nvPr/>
          </p:nvSpPr>
          <p:spPr>
            <a:xfrm>
              <a:off x="14894890" y="2818054"/>
              <a:ext cx="1427286" cy="663982"/>
            </a:xfrm>
            <a:custGeom>
              <a:avLst/>
              <a:gdLst/>
              <a:ahLst/>
              <a:cxnLst/>
              <a:rect l="0" t="0" r="0" b="0"/>
              <a:pathLst>
                <a:path w="1427286" h="663982">
                  <a:moveTo>
                    <a:pt x="34227" y="363693"/>
                  </a:moveTo>
                  <a:lnTo>
                    <a:pt x="0" y="370623"/>
                  </a:lnTo>
                  <a:lnTo>
                    <a:pt x="79513" y="358333"/>
                  </a:lnTo>
                  <a:close/>
                  <a:moveTo>
                    <a:pt x="34227" y="363693"/>
                  </a:moveTo>
                  <a:lnTo>
                    <a:pt x="79513" y="358333"/>
                  </a:lnTo>
                  <a:lnTo>
                    <a:pt x="46307" y="359117"/>
                  </a:lnTo>
                  <a:close/>
                  <a:moveTo>
                    <a:pt x="813406" y="659825"/>
                  </a:moveTo>
                  <a:lnTo>
                    <a:pt x="805123" y="661961"/>
                  </a:lnTo>
                  <a:lnTo>
                    <a:pt x="845293" y="625514"/>
                  </a:lnTo>
                  <a:close/>
                  <a:moveTo>
                    <a:pt x="797188" y="659825"/>
                  </a:moveTo>
                  <a:lnTo>
                    <a:pt x="805123" y="661961"/>
                  </a:lnTo>
                  <a:lnTo>
                    <a:pt x="808862" y="663982"/>
                  </a:lnTo>
                  <a:close/>
                  <a:moveTo>
                    <a:pt x="813406" y="659825"/>
                  </a:moveTo>
                  <a:lnTo>
                    <a:pt x="808862" y="663982"/>
                  </a:lnTo>
                  <a:lnTo>
                    <a:pt x="805123" y="661961"/>
                  </a:lnTo>
                  <a:close/>
                  <a:moveTo>
                    <a:pt x="797188" y="659825"/>
                  </a:moveTo>
                  <a:lnTo>
                    <a:pt x="808862" y="663982"/>
                  </a:lnTo>
                  <a:lnTo>
                    <a:pt x="817330" y="652036"/>
                  </a:lnTo>
                  <a:close/>
                  <a:moveTo>
                    <a:pt x="817330" y="652036"/>
                  </a:moveTo>
                  <a:lnTo>
                    <a:pt x="808862" y="663982"/>
                  </a:lnTo>
                  <a:lnTo>
                    <a:pt x="813406" y="659825"/>
                  </a:lnTo>
                  <a:close/>
                  <a:moveTo>
                    <a:pt x="833106" y="619724"/>
                  </a:moveTo>
                  <a:lnTo>
                    <a:pt x="845293" y="625514"/>
                  </a:lnTo>
                  <a:lnTo>
                    <a:pt x="852118" y="598994"/>
                  </a:lnTo>
                  <a:close/>
                  <a:moveTo>
                    <a:pt x="817330" y="652036"/>
                  </a:moveTo>
                  <a:lnTo>
                    <a:pt x="845293" y="625514"/>
                  </a:lnTo>
                  <a:lnTo>
                    <a:pt x="833106" y="619724"/>
                  </a:lnTo>
                  <a:close/>
                  <a:moveTo>
                    <a:pt x="813406" y="659825"/>
                  </a:moveTo>
                  <a:lnTo>
                    <a:pt x="845293" y="625514"/>
                  </a:lnTo>
                  <a:lnTo>
                    <a:pt x="817330" y="652036"/>
                  </a:lnTo>
                  <a:close/>
                  <a:moveTo>
                    <a:pt x="852118" y="598994"/>
                  </a:moveTo>
                  <a:lnTo>
                    <a:pt x="845293" y="625514"/>
                  </a:lnTo>
                  <a:lnTo>
                    <a:pt x="855113" y="608288"/>
                  </a:lnTo>
                  <a:close/>
                  <a:moveTo>
                    <a:pt x="942413" y="544152"/>
                  </a:moveTo>
                  <a:lnTo>
                    <a:pt x="906429" y="544516"/>
                  </a:lnTo>
                  <a:lnTo>
                    <a:pt x="981872" y="517007"/>
                  </a:lnTo>
                  <a:close/>
                  <a:moveTo>
                    <a:pt x="982638" y="484470"/>
                  </a:moveTo>
                  <a:lnTo>
                    <a:pt x="971442" y="539968"/>
                  </a:lnTo>
                  <a:lnTo>
                    <a:pt x="981872" y="517007"/>
                  </a:lnTo>
                  <a:close/>
                  <a:moveTo>
                    <a:pt x="992423" y="498150"/>
                  </a:moveTo>
                  <a:lnTo>
                    <a:pt x="981872" y="517007"/>
                  </a:lnTo>
                  <a:lnTo>
                    <a:pt x="988700" y="508563"/>
                  </a:lnTo>
                  <a:close/>
                  <a:moveTo>
                    <a:pt x="988700" y="508563"/>
                  </a:moveTo>
                  <a:lnTo>
                    <a:pt x="999933" y="449634"/>
                  </a:lnTo>
                  <a:lnTo>
                    <a:pt x="992423" y="498150"/>
                  </a:lnTo>
                  <a:close/>
                  <a:moveTo>
                    <a:pt x="1041886" y="305766"/>
                  </a:moveTo>
                  <a:lnTo>
                    <a:pt x="1002174" y="323113"/>
                  </a:lnTo>
                  <a:lnTo>
                    <a:pt x="997171" y="381397"/>
                  </a:lnTo>
                  <a:close/>
                  <a:moveTo>
                    <a:pt x="1020627" y="127062"/>
                  </a:moveTo>
                  <a:lnTo>
                    <a:pt x="1015156" y="165954"/>
                  </a:lnTo>
                  <a:lnTo>
                    <a:pt x="996424" y="166717"/>
                  </a:lnTo>
                  <a:close/>
                  <a:moveTo>
                    <a:pt x="1163158" y="58852"/>
                  </a:moveTo>
                  <a:lnTo>
                    <a:pt x="1160035" y="54780"/>
                  </a:lnTo>
                  <a:lnTo>
                    <a:pt x="1137465" y="74893"/>
                  </a:lnTo>
                  <a:close/>
                  <a:moveTo>
                    <a:pt x="1115286" y="59790"/>
                  </a:moveTo>
                  <a:lnTo>
                    <a:pt x="1128542" y="78874"/>
                  </a:lnTo>
                  <a:lnTo>
                    <a:pt x="1137465" y="74893"/>
                  </a:lnTo>
                  <a:close/>
                  <a:moveTo>
                    <a:pt x="1137465" y="74893"/>
                  </a:moveTo>
                  <a:lnTo>
                    <a:pt x="1183204" y="71226"/>
                  </a:lnTo>
                  <a:lnTo>
                    <a:pt x="1163158" y="58852"/>
                  </a:lnTo>
                  <a:close/>
                  <a:moveTo>
                    <a:pt x="1183204" y="71226"/>
                  </a:moveTo>
                  <a:lnTo>
                    <a:pt x="1213516" y="55895"/>
                  </a:lnTo>
                  <a:lnTo>
                    <a:pt x="1163158" y="58852"/>
                  </a:lnTo>
                  <a:close/>
                  <a:moveTo>
                    <a:pt x="1219021" y="54780"/>
                  </a:moveTo>
                  <a:lnTo>
                    <a:pt x="1213516" y="55895"/>
                  </a:lnTo>
                  <a:lnTo>
                    <a:pt x="1260513" y="50694"/>
                  </a:lnTo>
                  <a:close/>
                  <a:moveTo>
                    <a:pt x="1215067" y="55457"/>
                  </a:moveTo>
                  <a:lnTo>
                    <a:pt x="1163158" y="58852"/>
                  </a:lnTo>
                  <a:lnTo>
                    <a:pt x="1213516" y="55895"/>
                  </a:lnTo>
                  <a:close/>
                  <a:moveTo>
                    <a:pt x="1219021" y="54780"/>
                  </a:moveTo>
                  <a:lnTo>
                    <a:pt x="1215067" y="55457"/>
                  </a:lnTo>
                  <a:lnTo>
                    <a:pt x="1213516" y="55895"/>
                  </a:lnTo>
                  <a:close/>
                  <a:moveTo>
                    <a:pt x="1300109" y="63839"/>
                  </a:moveTo>
                  <a:lnTo>
                    <a:pt x="1219021" y="54780"/>
                  </a:lnTo>
                  <a:lnTo>
                    <a:pt x="1264276" y="52609"/>
                  </a:lnTo>
                  <a:close/>
                  <a:moveTo>
                    <a:pt x="1215067" y="55457"/>
                  </a:moveTo>
                  <a:lnTo>
                    <a:pt x="1219021" y="54780"/>
                  </a:lnTo>
                  <a:lnTo>
                    <a:pt x="1300109" y="63839"/>
                  </a:lnTo>
                  <a:close/>
                  <a:moveTo>
                    <a:pt x="1300109" y="63839"/>
                  </a:moveTo>
                  <a:lnTo>
                    <a:pt x="1343380" y="50943"/>
                  </a:lnTo>
                  <a:lnTo>
                    <a:pt x="1377950" y="45295"/>
                  </a:lnTo>
                  <a:close/>
                  <a:moveTo>
                    <a:pt x="1377950" y="45295"/>
                  </a:moveTo>
                  <a:lnTo>
                    <a:pt x="1343380" y="50943"/>
                  </a:lnTo>
                  <a:lnTo>
                    <a:pt x="1417450" y="18303"/>
                  </a:lnTo>
                  <a:close/>
                  <a:moveTo>
                    <a:pt x="1385446" y="30686"/>
                  </a:moveTo>
                  <a:lnTo>
                    <a:pt x="1427286" y="6593"/>
                  </a:lnTo>
                  <a:lnTo>
                    <a:pt x="1417450" y="18303"/>
                  </a:lnTo>
                  <a:close/>
                  <a:moveTo>
                    <a:pt x="1422427" y="0"/>
                  </a:moveTo>
                  <a:lnTo>
                    <a:pt x="1377950" y="45295"/>
                  </a:lnTo>
                  <a:lnTo>
                    <a:pt x="1417450" y="18303"/>
                  </a:lnTo>
                  <a:close/>
                  <a:moveTo>
                    <a:pt x="1422427" y="0"/>
                  </a:moveTo>
                  <a:lnTo>
                    <a:pt x="1417450" y="18303"/>
                  </a:lnTo>
                  <a:lnTo>
                    <a:pt x="1427286" y="6593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24" name="Output_density__4323">
              <a:extLst>
                <a:ext uri="{FF2B5EF4-FFF2-40B4-BE49-F238E27FC236}">
                  <a16:creationId xmlns:a16="http://schemas.microsoft.com/office/drawing/2014/main" id="{103A95CC-47B8-DB00-B259-5DA434BB89CC}"/>
                </a:ext>
              </a:extLst>
            </p:cNvPr>
            <p:cNvSpPr>
              <a:spLocks noGrp="1"/>
            </p:cNvSpPr>
            <p:nvPr/>
          </p:nvSpPr>
          <p:spPr>
            <a:xfrm>
              <a:off x="14884233" y="2387512"/>
              <a:ext cx="1359910" cy="714561"/>
            </a:xfrm>
            <a:custGeom>
              <a:avLst/>
              <a:gdLst/>
              <a:ahLst/>
              <a:cxnLst/>
              <a:rect l="0" t="0" r="0" b="0"/>
              <a:pathLst>
                <a:path w="1359910" h="714561">
                  <a:moveTo>
                    <a:pt x="181821" y="687063"/>
                  </a:moveTo>
                  <a:lnTo>
                    <a:pt x="139992" y="671377"/>
                  </a:lnTo>
                  <a:lnTo>
                    <a:pt x="127320" y="707702"/>
                  </a:lnTo>
                  <a:close/>
                  <a:moveTo>
                    <a:pt x="127320" y="707702"/>
                  </a:moveTo>
                  <a:lnTo>
                    <a:pt x="173202" y="698820"/>
                  </a:lnTo>
                  <a:lnTo>
                    <a:pt x="181821" y="687063"/>
                  </a:lnTo>
                  <a:close/>
                  <a:moveTo>
                    <a:pt x="220603" y="657388"/>
                  </a:moveTo>
                  <a:lnTo>
                    <a:pt x="141559" y="671432"/>
                  </a:lnTo>
                  <a:lnTo>
                    <a:pt x="181821" y="687063"/>
                  </a:lnTo>
                  <a:close/>
                  <a:moveTo>
                    <a:pt x="0" y="516767"/>
                  </a:moveTo>
                  <a:lnTo>
                    <a:pt x="39380" y="503855"/>
                  </a:lnTo>
                  <a:lnTo>
                    <a:pt x="18070" y="507567"/>
                  </a:lnTo>
                  <a:close/>
                  <a:moveTo>
                    <a:pt x="181821" y="687063"/>
                  </a:moveTo>
                  <a:lnTo>
                    <a:pt x="173202" y="698820"/>
                  </a:lnTo>
                  <a:lnTo>
                    <a:pt x="188986" y="695551"/>
                  </a:lnTo>
                  <a:close/>
                  <a:moveTo>
                    <a:pt x="188986" y="695551"/>
                  </a:moveTo>
                  <a:lnTo>
                    <a:pt x="220603" y="657388"/>
                  </a:lnTo>
                  <a:lnTo>
                    <a:pt x="181821" y="687063"/>
                  </a:lnTo>
                  <a:close/>
                  <a:moveTo>
                    <a:pt x="188986" y="695551"/>
                  </a:moveTo>
                  <a:lnTo>
                    <a:pt x="254747" y="680070"/>
                  </a:lnTo>
                  <a:lnTo>
                    <a:pt x="220603" y="657388"/>
                  </a:lnTo>
                  <a:close/>
                  <a:moveTo>
                    <a:pt x="220603" y="657388"/>
                  </a:moveTo>
                  <a:lnTo>
                    <a:pt x="254747" y="680070"/>
                  </a:lnTo>
                  <a:lnTo>
                    <a:pt x="227515" y="647283"/>
                  </a:lnTo>
                  <a:close/>
                  <a:moveTo>
                    <a:pt x="227515" y="647283"/>
                  </a:moveTo>
                  <a:lnTo>
                    <a:pt x="254747" y="680070"/>
                  </a:lnTo>
                  <a:lnTo>
                    <a:pt x="274187" y="674726"/>
                  </a:lnTo>
                  <a:close/>
                  <a:moveTo>
                    <a:pt x="227515" y="647283"/>
                  </a:moveTo>
                  <a:lnTo>
                    <a:pt x="274187" y="674726"/>
                  </a:lnTo>
                  <a:lnTo>
                    <a:pt x="277572" y="623189"/>
                  </a:lnTo>
                  <a:close/>
                  <a:moveTo>
                    <a:pt x="254747" y="680070"/>
                  </a:moveTo>
                  <a:lnTo>
                    <a:pt x="271976" y="714561"/>
                  </a:lnTo>
                  <a:lnTo>
                    <a:pt x="274187" y="674726"/>
                  </a:lnTo>
                  <a:close/>
                  <a:moveTo>
                    <a:pt x="233597" y="392949"/>
                  </a:moveTo>
                  <a:lnTo>
                    <a:pt x="270773" y="420391"/>
                  </a:lnTo>
                  <a:lnTo>
                    <a:pt x="295218" y="368855"/>
                  </a:lnTo>
                  <a:close/>
                  <a:moveTo>
                    <a:pt x="363057" y="396298"/>
                  </a:moveTo>
                  <a:lnTo>
                    <a:pt x="330636" y="405385"/>
                  </a:lnTo>
                  <a:lnTo>
                    <a:pt x="336297" y="463526"/>
                  </a:lnTo>
                  <a:close/>
                  <a:moveTo>
                    <a:pt x="295218" y="368855"/>
                  </a:moveTo>
                  <a:lnTo>
                    <a:pt x="330636" y="405385"/>
                  </a:lnTo>
                  <a:lnTo>
                    <a:pt x="299786" y="367723"/>
                  </a:lnTo>
                  <a:close/>
                  <a:moveTo>
                    <a:pt x="295218" y="368855"/>
                  </a:moveTo>
                  <a:lnTo>
                    <a:pt x="270773" y="420391"/>
                  </a:lnTo>
                  <a:lnTo>
                    <a:pt x="330636" y="405385"/>
                  </a:lnTo>
                  <a:close/>
                  <a:moveTo>
                    <a:pt x="363057" y="396298"/>
                  </a:moveTo>
                  <a:lnTo>
                    <a:pt x="382758" y="374707"/>
                  </a:lnTo>
                  <a:lnTo>
                    <a:pt x="330636" y="405385"/>
                  </a:lnTo>
                  <a:close/>
                  <a:moveTo>
                    <a:pt x="297791" y="366603"/>
                  </a:moveTo>
                  <a:lnTo>
                    <a:pt x="295218" y="368855"/>
                  </a:lnTo>
                  <a:lnTo>
                    <a:pt x="299786" y="367723"/>
                  </a:lnTo>
                  <a:close/>
                  <a:moveTo>
                    <a:pt x="546890" y="475277"/>
                  </a:moveTo>
                  <a:lnTo>
                    <a:pt x="579239" y="450385"/>
                  </a:lnTo>
                  <a:lnTo>
                    <a:pt x="533084" y="480230"/>
                  </a:lnTo>
                  <a:close/>
                  <a:moveTo>
                    <a:pt x="533084" y="480230"/>
                  </a:moveTo>
                  <a:lnTo>
                    <a:pt x="543453" y="491262"/>
                  </a:lnTo>
                  <a:lnTo>
                    <a:pt x="546890" y="475277"/>
                  </a:lnTo>
                  <a:close/>
                  <a:moveTo>
                    <a:pt x="363057" y="396298"/>
                  </a:moveTo>
                  <a:lnTo>
                    <a:pt x="418529" y="434655"/>
                  </a:lnTo>
                  <a:lnTo>
                    <a:pt x="398771" y="387974"/>
                  </a:lnTo>
                  <a:close/>
                  <a:moveTo>
                    <a:pt x="418529" y="434655"/>
                  </a:moveTo>
                  <a:lnTo>
                    <a:pt x="455653" y="379712"/>
                  </a:lnTo>
                  <a:lnTo>
                    <a:pt x="398771" y="387974"/>
                  </a:lnTo>
                  <a:close/>
                  <a:moveTo>
                    <a:pt x="382758" y="374707"/>
                  </a:moveTo>
                  <a:lnTo>
                    <a:pt x="363057" y="396298"/>
                  </a:lnTo>
                  <a:lnTo>
                    <a:pt x="398771" y="387974"/>
                  </a:lnTo>
                  <a:close/>
                  <a:moveTo>
                    <a:pt x="1005518" y="362025"/>
                  </a:moveTo>
                  <a:lnTo>
                    <a:pt x="981946" y="378901"/>
                  </a:lnTo>
                  <a:lnTo>
                    <a:pt x="1014924" y="356781"/>
                  </a:lnTo>
                  <a:close/>
                  <a:moveTo>
                    <a:pt x="978164" y="327365"/>
                  </a:moveTo>
                  <a:lnTo>
                    <a:pt x="1005518" y="362025"/>
                  </a:lnTo>
                  <a:lnTo>
                    <a:pt x="1014707" y="354807"/>
                  </a:lnTo>
                  <a:close/>
                  <a:moveTo>
                    <a:pt x="1005518" y="362025"/>
                  </a:moveTo>
                  <a:lnTo>
                    <a:pt x="1014924" y="356781"/>
                  </a:lnTo>
                  <a:lnTo>
                    <a:pt x="1014707" y="354807"/>
                  </a:lnTo>
                  <a:close/>
                  <a:moveTo>
                    <a:pt x="1014924" y="356781"/>
                  </a:moveTo>
                  <a:lnTo>
                    <a:pt x="1051957" y="387015"/>
                  </a:lnTo>
                  <a:lnTo>
                    <a:pt x="1014707" y="354807"/>
                  </a:lnTo>
                  <a:close/>
                  <a:moveTo>
                    <a:pt x="1014380" y="303271"/>
                  </a:moveTo>
                  <a:lnTo>
                    <a:pt x="1014707" y="354807"/>
                  </a:lnTo>
                  <a:lnTo>
                    <a:pt x="1052151" y="330713"/>
                  </a:lnTo>
                  <a:close/>
                  <a:moveTo>
                    <a:pt x="1014380" y="303271"/>
                  </a:moveTo>
                  <a:lnTo>
                    <a:pt x="1052151" y="330713"/>
                  </a:lnTo>
                  <a:lnTo>
                    <a:pt x="1054335" y="279177"/>
                  </a:lnTo>
                  <a:close/>
                  <a:moveTo>
                    <a:pt x="1054335" y="279177"/>
                  </a:moveTo>
                  <a:lnTo>
                    <a:pt x="1068739" y="248407"/>
                  </a:lnTo>
                  <a:lnTo>
                    <a:pt x="1032299" y="251734"/>
                  </a:lnTo>
                  <a:close/>
                  <a:moveTo>
                    <a:pt x="1104408" y="246868"/>
                  </a:moveTo>
                  <a:lnTo>
                    <a:pt x="1054335" y="279177"/>
                  </a:lnTo>
                  <a:lnTo>
                    <a:pt x="1103283" y="255083"/>
                  </a:lnTo>
                  <a:close/>
                  <a:moveTo>
                    <a:pt x="1104408" y="246868"/>
                  </a:moveTo>
                  <a:lnTo>
                    <a:pt x="1068739" y="248407"/>
                  </a:lnTo>
                  <a:lnTo>
                    <a:pt x="1054335" y="279177"/>
                  </a:lnTo>
                  <a:close/>
                  <a:moveTo>
                    <a:pt x="1066170" y="176103"/>
                  </a:moveTo>
                  <a:lnTo>
                    <a:pt x="1108846" y="203546"/>
                  </a:lnTo>
                  <a:lnTo>
                    <a:pt x="1110563" y="152010"/>
                  </a:lnTo>
                  <a:close/>
                  <a:moveTo>
                    <a:pt x="1104408" y="246868"/>
                  </a:moveTo>
                  <a:lnTo>
                    <a:pt x="1111066" y="251456"/>
                  </a:lnTo>
                  <a:lnTo>
                    <a:pt x="1108846" y="203546"/>
                  </a:lnTo>
                  <a:close/>
                  <a:moveTo>
                    <a:pt x="1110563" y="152010"/>
                  </a:moveTo>
                  <a:lnTo>
                    <a:pt x="1162711" y="155277"/>
                  </a:lnTo>
                  <a:lnTo>
                    <a:pt x="1138776" y="141425"/>
                  </a:lnTo>
                  <a:close/>
                  <a:moveTo>
                    <a:pt x="1152328" y="179452"/>
                  </a:moveTo>
                  <a:lnTo>
                    <a:pt x="1162711" y="155277"/>
                  </a:lnTo>
                  <a:lnTo>
                    <a:pt x="1110563" y="152010"/>
                  </a:lnTo>
                  <a:close/>
                  <a:moveTo>
                    <a:pt x="1108846" y="203546"/>
                  </a:moveTo>
                  <a:lnTo>
                    <a:pt x="1152328" y="179452"/>
                  </a:lnTo>
                  <a:lnTo>
                    <a:pt x="1110563" y="152010"/>
                  </a:lnTo>
                  <a:close/>
                  <a:moveTo>
                    <a:pt x="1175058" y="127916"/>
                  </a:moveTo>
                  <a:lnTo>
                    <a:pt x="1154734" y="76379"/>
                  </a:lnTo>
                  <a:lnTo>
                    <a:pt x="1138776" y="141425"/>
                  </a:lnTo>
                  <a:close/>
                  <a:moveTo>
                    <a:pt x="1154734" y="76379"/>
                  </a:moveTo>
                  <a:lnTo>
                    <a:pt x="1133309" y="83126"/>
                  </a:lnTo>
                  <a:lnTo>
                    <a:pt x="1138776" y="141425"/>
                  </a:lnTo>
                  <a:close/>
                  <a:moveTo>
                    <a:pt x="1138776" y="141425"/>
                  </a:moveTo>
                  <a:lnTo>
                    <a:pt x="1162711" y="155277"/>
                  </a:lnTo>
                  <a:lnTo>
                    <a:pt x="1175058" y="127916"/>
                  </a:lnTo>
                  <a:close/>
                  <a:moveTo>
                    <a:pt x="1162711" y="155277"/>
                  </a:moveTo>
                  <a:lnTo>
                    <a:pt x="1187621" y="164457"/>
                  </a:lnTo>
                  <a:lnTo>
                    <a:pt x="1175058" y="127916"/>
                  </a:lnTo>
                  <a:close/>
                  <a:moveTo>
                    <a:pt x="1175058" y="127916"/>
                  </a:moveTo>
                  <a:lnTo>
                    <a:pt x="1206102" y="155358"/>
                  </a:lnTo>
                  <a:lnTo>
                    <a:pt x="1210736" y="103822"/>
                  </a:lnTo>
                  <a:close/>
                  <a:moveTo>
                    <a:pt x="1154734" y="76379"/>
                  </a:moveTo>
                  <a:lnTo>
                    <a:pt x="1175058" y="127916"/>
                  </a:lnTo>
                  <a:lnTo>
                    <a:pt x="1210736" y="103822"/>
                  </a:lnTo>
                  <a:close/>
                  <a:moveTo>
                    <a:pt x="1154734" y="76379"/>
                  </a:moveTo>
                  <a:lnTo>
                    <a:pt x="1210736" y="103822"/>
                  </a:lnTo>
                  <a:lnTo>
                    <a:pt x="1209491" y="52285"/>
                  </a:lnTo>
                  <a:close/>
                  <a:moveTo>
                    <a:pt x="1215225" y="42040"/>
                  </a:moveTo>
                  <a:lnTo>
                    <a:pt x="1154734" y="76379"/>
                  </a:lnTo>
                  <a:lnTo>
                    <a:pt x="1209491" y="52285"/>
                  </a:lnTo>
                  <a:close/>
                  <a:moveTo>
                    <a:pt x="1209491" y="52285"/>
                  </a:moveTo>
                  <a:lnTo>
                    <a:pt x="1259695" y="73408"/>
                  </a:lnTo>
                  <a:lnTo>
                    <a:pt x="1226399" y="45428"/>
                  </a:lnTo>
                  <a:close/>
                  <a:moveTo>
                    <a:pt x="1215225" y="42040"/>
                  </a:moveTo>
                  <a:lnTo>
                    <a:pt x="1209491" y="52285"/>
                  </a:lnTo>
                  <a:lnTo>
                    <a:pt x="1226399" y="45428"/>
                  </a:lnTo>
                  <a:close/>
                  <a:moveTo>
                    <a:pt x="1289218" y="9114"/>
                  </a:moveTo>
                  <a:lnTo>
                    <a:pt x="1226399" y="45428"/>
                  </a:lnTo>
                  <a:lnTo>
                    <a:pt x="1271001" y="28192"/>
                  </a:lnTo>
                  <a:close/>
                  <a:moveTo>
                    <a:pt x="1215225" y="42040"/>
                  </a:moveTo>
                  <a:lnTo>
                    <a:pt x="1226399" y="45428"/>
                  </a:lnTo>
                  <a:lnTo>
                    <a:pt x="1289218" y="9114"/>
                  </a:lnTo>
                  <a:close/>
                  <a:moveTo>
                    <a:pt x="1226399" y="45428"/>
                  </a:moveTo>
                  <a:lnTo>
                    <a:pt x="1259695" y="73408"/>
                  </a:lnTo>
                  <a:lnTo>
                    <a:pt x="1271001" y="28192"/>
                  </a:lnTo>
                  <a:close/>
                  <a:moveTo>
                    <a:pt x="1328920" y="62806"/>
                  </a:moveTo>
                  <a:lnTo>
                    <a:pt x="1359910" y="12850"/>
                  </a:lnTo>
                  <a:lnTo>
                    <a:pt x="1305672" y="18963"/>
                  </a:lnTo>
                  <a:close/>
                  <a:moveTo>
                    <a:pt x="1289218" y="9114"/>
                  </a:moveTo>
                  <a:lnTo>
                    <a:pt x="1271001" y="28192"/>
                  </a:lnTo>
                  <a:lnTo>
                    <a:pt x="1305672" y="18963"/>
                  </a:lnTo>
                  <a:close/>
                  <a:moveTo>
                    <a:pt x="1305672" y="18963"/>
                  </a:moveTo>
                  <a:lnTo>
                    <a:pt x="1333500" y="0"/>
                  </a:lnTo>
                  <a:lnTo>
                    <a:pt x="1289218" y="9114"/>
                  </a:lnTo>
                  <a:close/>
                  <a:moveTo>
                    <a:pt x="1305672" y="18963"/>
                  </a:moveTo>
                  <a:lnTo>
                    <a:pt x="1359910" y="12850"/>
                  </a:lnTo>
                  <a:lnTo>
                    <a:pt x="1333500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25" name="Output_density__4324">
              <a:extLst>
                <a:ext uri="{FF2B5EF4-FFF2-40B4-BE49-F238E27FC236}">
                  <a16:creationId xmlns:a16="http://schemas.microsoft.com/office/drawing/2014/main" id="{25B54DA7-1A35-4887-7197-F0E229116F0B}"/>
                </a:ext>
              </a:extLst>
            </p:cNvPr>
            <p:cNvSpPr>
              <a:spLocks noGrp="1"/>
            </p:cNvSpPr>
            <p:nvPr/>
          </p:nvSpPr>
          <p:spPr>
            <a:xfrm>
              <a:off x="14820481" y="2446155"/>
              <a:ext cx="1468526" cy="979664"/>
            </a:xfrm>
            <a:custGeom>
              <a:avLst/>
              <a:gdLst/>
              <a:ahLst/>
              <a:cxnLst/>
              <a:rect l="0" t="0" r="0" b="0"/>
              <a:pathLst>
                <a:path w="1468526" h="979664">
                  <a:moveTo>
                    <a:pt x="143938" y="842974"/>
                  </a:moveTo>
                  <a:lnTo>
                    <a:pt x="191686" y="899530"/>
                  </a:lnTo>
                  <a:lnTo>
                    <a:pt x="194940" y="883590"/>
                  </a:lnTo>
                  <a:close/>
                  <a:moveTo>
                    <a:pt x="191686" y="899530"/>
                  </a:moveTo>
                  <a:lnTo>
                    <a:pt x="209841" y="894510"/>
                  </a:lnTo>
                  <a:lnTo>
                    <a:pt x="194940" y="883590"/>
                  </a:lnTo>
                  <a:close/>
                  <a:moveTo>
                    <a:pt x="287865" y="921953"/>
                  </a:moveTo>
                  <a:lnTo>
                    <a:pt x="267356" y="979664"/>
                  </a:lnTo>
                  <a:lnTo>
                    <a:pt x="288166" y="922572"/>
                  </a:lnTo>
                  <a:close/>
                  <a:moveTo>
                    <a:pt x="287865" y="921953"/>
                  </a:moveTo>
                  <a:lnTo>
                    <a:pt x="240872" y="946047"/>
                  </a:lnTo>
                  <a:lnTo>
                    <a:pt x="267356" y="979664"/>
                  </a:lnTo>
                  <a:close/>
                  <a:moveTo>
                    <a:pt x="264609" y="878227"/>
                  </a:moveTo>
                  <a:lnTo>
                    <a:pt x="194940" y="883590"/>
                  </a:lnTo>
                  <a:lnTo>
                    <a:pt x="209841" y="894510"/>
                  </a:lnTo>
                  <a:close/>
                  <a:moveTo>
                    <a:pt x="22255" y="627079"/>
                  </a:moveTo>
                  <a:lnTo>
                    <a:pt x="12813" y="617290"/>
                  </a:lnTo>
                  <a:lnTo>
                    <a:pt x="40955" y="664270"/>
                  </a:lnTo>
                  <a:close/>
                  <a:moveTo>
                    <a:pt x="40955" y="664270"/>
                  </a:moveTo>
                  <a:lnTo>
                    <a:pt x="12813" y="617290"/>
                  </a:lnTo>
                  <a:lnTo>
                    <a:pt x="0" y="636828"/>
                  </a:lnTo>
                  <a:close/>
                  <a:moveTo>
                    <a:pt x="12813" y="617290"/>
                  </a:moveTo>
                  <a:lnTo>
                    <a:pt x="16462" y="605420"/>
                  </a:lnTo>
                  <a:lnTo>
                    <a:pt x="0" y="636828"/>
                  </a:lnTo>
                  <a:close/>
                  <a:moveTo>
                    <a:pt x="0" y="636828"/>
                  </a:moveTo>
                  <a:lnTo>
                    <a:pt x="16462" y="605420"/>
                  </a:lnTo>
                  <a:lnTo>
                    <a:pt x="21428" y="561197"/>
                  </a:lnTo>
                  <a:close/>
                  <a:moveTo>
                    <a:pt x="288166" y="922572"/>
                  </a:moveTo>
                  <a:lnTo>
                    <a:pt x="334234" y="897859"/>
                  </a:lnTo>
                  <a:lnTo>
                    <a:pt x="288479" y="921565"/>
                  </a:lnTo>
                  <a:close/>
                  <a:moveTo>
                    <a:pt x="334234" y="897859"/>
                  </a:moveTo>
                  <a:lnTo>
                    <a:pt x="285537" y="861213"/>
                  </a:lnTo>
                  <a:lnTo>
                    <a:pt x="284101" y="870417"/>
                  </a:lnTo>
                  <a:close/>
                  <a:moveTo>
                    <a:pt x="287809" y="921234"/>
                  </a:moveTo>
                  <a:lnTo>
                    <a:pt x="288479" y="921565"/>
                  </a:lnTo>
                  <a:lnTo>
                    <a:pt x="334234" y="897859"/>
                  </a:lnTo>
                  <a:close/>
                  <a:moveTo>
                    <a:pt x="284101" y="870417"/>
                  </a:moveTo>
                  <a:lnTo>
                    <a:pt x="287809" y="921234"/>
                  </a:lnTo>
                  <a:lnTo>
                    <a:pt x="334234" y="897859"/>
                  </a:lnTo>
                  <a:close/>
                  <a:moveTo>
                    <a:pt x="191072" y="649058"/>
                  </a:moveTo>
                  <a:lnTo>
                    <a:pt x="206435" y="656769"/>
                  </a:lnTo>
                  <a:lnTo>
                    <a:pt x="236954" y="640176"/>
                  </a:lnTo>
                  <a:close/>
                  <a:moveTo>
                    <a:pt x="72551" y="505553"/>
                  </a:moveTo>
                  <a:lnTo>
                    <a:pt x="78256" y="485566"/>
                  </a:lnTo>
                  <a:lnTo>
                    <a:pt x="59205" y="509660"/>
                  </a:lnTo>
                  <a:close/>
                  <a:moveTo>
                    <a:pt x="298304" y="667619"/>
                  </a:moveTo>
                  <a:lnTo>
                    <a:pt x="335727" y="655918"/>
                  </a:lnTo>
                  <a:lnTo>
                    <a:pt x="291831" y="667868"/>
                  </a:lnTo>
                  <a:close/>
                  <a:moveTo>
                    <a:pt x="291831" y="667868"/>
                  </a:moveTo>
                  <a:lnTo>
                    <a:pt x="292392" y="668570"/>
                  </a:lnTo>
                  <a:lnTo>
                    <a:pt x="298304" y="667619"/>
                  </a:lnTo>
                  <a:close/>
                  <a:moveTo>
                    <a:pt x="292392" y="668570"/>
                  </a:moveTo>
                  <a:lnTo>
                    <a:pt x="291831" y="667868"/>
                  </a:lnTo>
                  <a:lnTo>
                    <a:pt x="290337" y="667619"/>
                  </a:lnTo>
                  <a:close/>
                  <a:moveTo>
                    <a:pt x="103132" y="445211"/>
                  </a:moveTo>
                  <a:lnTo>
                    <a:pt x="78256" y="485566"/>
                  </a:lnTo>
                  <a:lnTo>
                    <a:pt x="96794" y="461291"/>
                  </a:lnTo>
                  <a:close/>
                  <a:moveTo>
                    <a:pt x="132009" y="418280"/>
                  </a:moveTo>
                  <a:lnTo>
                    <a:pt x="103132" y="445211"/>
                  </a:lnTo>
                  <a:lnTo>
                    <a:pt x="96794" y="461291"/>
                  </a:lnTo>
                  <a:close/>
                  <a:moveTo>
                    <a:pt x="503175" y="798224"/>
                  </a:moveTo>
                  <a:lnTo>
                    <a:pt x="457949" y="746598"/>
                  </a:lnTo>
                  <a:lnTo>
                    <a:pt x="437314" y="751043"/>
                  </a:lnTo>
                  <a:close/>
                  <a:moveTo>
                    <a:pt x="437314" y="751043"/>
                  </a:moveTo>
                  <a:lnTo>
                    <a:pt x="398383" y="695062"/>
                  </a:lnTo>
                  <a:lnTo>
                    <a:pt x="357979" y="714816"/>
                  </a:lnTo>
                  <a:close/>
                  <a:moveTo>
                    <a:pt x="437314" y="751043"/>
                  </a:moveTo>
                  <a:lnTo>
                    <a:pt x="357979" y="714816"/>
                  </a:lnTo>
                  <a:lnTo>
                    <a:pt x="382570" y="757567"/>
                  </a:lnTo>
                  <a:close/>
                  <a:moveTo>
                    <a:pt x="437314" y="751043"/>
                  </a:moveTo>
                  <a:lnTo>
                    <a:pt x="457949" y="746598"/>
                  </a:lnTo>
                  <a:lnTo>
                    <a:pt x="436448" y="722921"/>
                  </a:lnTo>
                  <a:close/>
                  <a:moveTo>
                    <a:pt x="298304" y="667619"/>
                  </a:moveTo>
                  <a:lnTo>
                    <a:pt x="375487" y="669674"/>
                  </a:lnTo>
                  <a:lnTo>
                    <a:pt x="363084" y="643525"/>
                  </a:lnTo>
                  <a:close/>
                  <a:moveTo>
                    <a:pt x="357979" y="714816"/>
                  </a:moveTo>
                  <a:lnTo>
                    <a:pt x="398383" y="695062"/>
                  </a:lnTo>
                  <a:lnTo>
                    <a:pt x="375487" y="669674"/>
                  </a:lnTo>
                  <a:close/>
                  <a:moveTo>
                    <a:pt x="363615" y="625284"/>
                  </a:moveTo>
                  <a:lnTo>
                    <a:pt x="298304" y="667619"/>
                  </a:lnTo>
                  <a:lnTo>
                    <a:pt x="363084" y="643525"/>
                  </a:lnTo>
                  <a:close/>
                  <a:moveTo>
                    <a:pt x="363615" y="625284"/>
                  </a:moveTo>
                  <a:lnTo>
                    <a:pt x="364899" y="591988"/>
                  </a:lnTo>
                  <a:lnTo>
                    <a:pt x="337939" y="616082"/>
                  </a:lnTo>
                  <a:close/>
                  <a:moveTo>
                    <a:pt x="174973" y="385842"/>
                  </a:moveTo>
                  <a:lnTo>
                    <a:pt x="178642" y="408192"/>
                  </a:lnTo>
                  <a:lnTo>
                    <a:pt x="162338" y="396775"/>
                  </a:lnTo>
                  <a:close/>
                  <a:moveTo>
                    <a:pt x="201420" y="368219"/>
                  </a:moveTo>
                  <a:lnTo>
                    <a:pt x="174973" y="385842"/>
                  </a:lnTo>
                  <a:lnTo>
                    <a:pt x="224208" y="371148"/>
                  </a:lnTo>
                  <a:close/>
                  <a:moveTo>
                    <a:pt x="277765" y="365589"/>
                  </a:moveTo>
                  <a:lnTo>
                    <a:pt x="224208" y="371148"/>
                  </a:lnTo>
                  <a:lnTo>
                    <a:pt x="283117" y="364093"/>
                  </a:lnTo>
                  <a:close/>
                  <a:moveTo>
                    <a:pt x="224208" y="371148"/>
                  </a:moveTo>
                  <a:lnTo>
                    <a:pt x="240079" y="377856"/>
                  </a:lnTo>
                  <a:lnTo>
                    <a:pt x="283117" y="364093"/>
                  </a:lnTo>
                  <a:close/>
                  <a:moveTo>
                    <a:pt x="277765" y="365589"/>
                  </a:moveTo>
                  <a:lnTo>
                    <a:pt x="283117" y="364093"/>
                  </a:lnTo>
                  <a:lnTo>
                    <a:pt x="330289" y="365785"/>
                  </a:lnTo>
                  <a:close/>
                  <a:moveTo>
                    <a:pt x="791422" y="904556"/>
                  </a:moveTo>
                  <a:lnTo>
                    <a:pt x="782671" y="853020"/>
                  </a:lnTo>
                  <a:lnTo>
                    <a:pt x="797642" y="928650"/>
                  </a:lnTo>
                  <a:close/>
                  <a:moveTo>
                    <a:pt x="770725" y="801483"/>
                  </a:moveTo>
                  <a:lnTo>
                    <a:pt x="747755" y="825577"/>
                  </a:lnTo>
                  <a:lnTo>
                    <a:pt x="782671" y="853020"/>
                  </a:lnTo>
                  <a:close/>
                  <a:moveTo>
                    <a:pt x="321921" y="392434"/>
                  </a:moveTo>
                  <a:lnTo>
                    <a:pt x="330289" y="365785"/>
                  </a:lnTo>
                  <a:lnTo>
                    <a:pt x="283117" y="364093"/>
                  </a:lnTo>
                  <a:close/>
                  <a:moveTo>
                    <a:pt x="321921" y="392434"/>
                  </a:moveTo>
                  <a:lnTo>
                    <a:pt x="364265" y="395991"/>
                  </a:lnTo>
                  <a:lnTo>
                    <a:pt x="330289" y="365785"/>
                  </a:lnTo>
                  <a:close/>
                  <a:moveTo>
                    <a:pt x="364265" y="395991"/>
                  </a:moveTo>
                  <a:lnTo>
                    <a:pt x="334525" y="361748"/>
                  </a:lnTo>
                  <a:lnTo>
                    <a:pt x="330289" y="365785"/>
                  </a:lnTo>
                  <a:close/>
                  <a:moveTo>
                    <a:pt x="394388" y="346741"/>
                  </a:moveTo>
                  <a:lnTo>
                    <a:pt x="334525" y="361748"/>
                  </a:lnTo>
                  <a:lnTo>
                    <a:pt x="364265" y="395991"/>
                  </a:lnTo>
                  <a:close/>
                  <a:moveTo>
                    <a:pt x="400049" y="404882"/>
                  </a:moveTo>
                  <a:lnTo>
                    <a:pt x="394388" y="346741"/>
                  </a:lnTo>
                  <a:lnTo>
                    <a:pt x="364265" y="395991"/>
                  </a:lnTo>
                  <a:close/>
                  <a:moveTo>
                    <a:pt x="438437" y="389191"/>
                  </a:moveTo>
                  <a:lnTo>
                    <a:pt x="426809" y="337654"/>
                  </a:lnTo>
                  <a:lnTo>
                    <a:pt x="400049" y="404882"/>
                  </a:lnTo>
                  <a:close/>
                  <a:moveTo>
                    <a:pt x="770725" y="801483"/>
                  </a:moveTo>
                  <a:lnTo>
                    <a:pt x="853355" y="828926"/>
                  </a:lnTo>
                  <a:lnTo>
                    <a:pt x="839309" y="777607"/>
                  </a:lnTo>
                  <a:close/>
                  <a:moveTo>
                    <a:pt x="840628" y="777390"/>
                  </a:moveTo>
                  <a:lnTo>
                    <a:pt x="839309" y="777607"/>
                  </a:lnTo>
                  <a:lnTo>
                    <a:pt x="853301" y="828703"/>
                  </a:lnTo>
                  <a:close/>
                  <a:moveTo>
                    <a:pt x="604077" y="468170"/>
                  </a:moveTo>
                  <a:lnTo>
                    <a:pt x="574622" y="492264"/>
                  </a:lnTo>
                  <a:lnTo>
                    <a:pt x="615493" y="519707"/>
                  </a:lnTo>
                  <a:close/>
                  <a:moveTo>
                    <a:pt x="438437" y="389191"/>
                  </a:moveTo>
                  <a:lnTo>
                    <a:pt x="474312" y="420010"/>
                  </a:lnTo>
                  <a:lnTo>
                    <a:pt x="482280" y="376011"/>
                  </a:lnTo>
                  <a:close/>
                  <a:moveTo>
                    <a:pt x="474312" y="420010"/>
                  </a:moveTo>
                  <a:lnTo>
                    <a:pt x="542039" y="365097"/>
                  </a:lnTo>
                  <a:lnTo>
                    <a:pt x="482280" y="376011"/>
                  </a:lnTo>
                  <a:close/>
                  <a:moveTo>
                    <a:pt x="542529" y="365487"/>
                  </a:moveTo>
                  <a:lnTo>
                    <a:pt x="542039" y="365097"/>
                  </a:lnTo>
                  <a:lnTo>
                    <a:pt x="474312" y="420010"/>
                  </a:lnTo>
                  <a:close/>
                  <a:moveTo>
                    <a:pt x="542039" y="365097"/>
                  </a:moveTo>
                  <a:lnTo>
                    <a:pt x="542312" y="364675"/>
                  </a:lnTo>
                  <a:lnTo>
                    <a:pt x="482280" y="376011"/>
                  </a:lnTo>
                  <a:close/>
                  <a:moveTo>
                    <a:pt x="840628" y="777390"/>
                  </a:moveTo>
                  <a:lnTo>
                    <a:pt x="853368" y="828920"/>
                  </a:lnTo>
                  <a:lnTo>
                    <a:pt x="889561" y="804832"/>
                  </a:lnTo>
                  <a:close/>
                  <a:moveTo>
                    <a:pt x="966440" y="767460"/>
                  </a:moveTo>
                  <a:lnTo>
                    <a:pt x="937588" y="773672"/>
                  </a:lnTo>
                  <a:lnTo>
                    <a:pt x="939588" y="753296"/>
                  </a:lnTo>
                  <a:close/>
                  <a:moveTo>
                    <a:pt x="604077" y="468170"/>
                  </a:moveTo>
                  <a:lnTo>
                    <a:pt x="615493" y="519707"/>
                  </a:lnTo>
                  <a:lnTo>
                    <a:pt x="631091" y="495612"/>
                  </a:lnTo>
                  <a:close/>
                  <a:moveTo>
                    <a:pt x="542039" y="365097"/>
                  </a:moveTo>
                  <a:lnTo>
                    <a:pt x="542529" y="365487"/>
                  </a:lnTo>
                  <a:lnTo>
                    <a:pt x="542518" y="365022"/>
                  </a:lnTo>
                  <a:close/>
                  <a:moveTo>
                    <a:pt x="542312" y="364675"/>
                  </a:moveTo>
                  <a:lnTo>
                    <a:pt x="542039" y="365097"/>
                  </a:lnTo>
                  <a:lnTo>
                    <a:pt x="542518" y="365022"/>
                  </a:lnTo>
                  <a:close/>
                  <a:moveTo>
                    <a:pt x="542518" y="365022"/>
                  </a:moveTo>
                  <a:lnTo>
                    <a:pt x="542529" y="365487"/>
                  </a:lnTo>
                  <a:lnTo>
                    <a:pt x="543003" y="365097"/>
                  </a:lnTo>
                  <a:close/>
                  <a:moveTo>
                    <a:pt x="542518" y="365022"/>
                  </a:moveTo>
                  <a:lnTo>
                    <a:pt x="543003" y="365097"/>
                  </a:lnTo>
                  <a:lnTo>
                    <a:pt x="542312" y="364675"/>
                  </a:lnTo>
                  <a:close/>
                  <a:moveTo>
                    <a:pt x="939588" y="753296"/>
                  </a:moveTo>
                  <a:lnTo>
                    <a:pt x="990798" y="793156"/>
                  </a:lnTo>
                  <a:lnTo>
                    <a:pt x="966440" y="767460"/>
                  </a:lnTo>
                  <a:close/>
                  <a:moveTo>
                    <a:pt x="973129" y="753296"/>
                  </a:moveTo>
                  <a:lnTo>
                    <a:pt x="1042908" y="743783"/>
                  </a:lnTo>
                  <a:lnTo>
                    <a:pt x="1032517" y="729202"/>
                  </a:lnTo>
                  <a:close/>
                  <a:moveTo>
                    <a:pt x="973129" y="753296"/>
                  </a:moveTo>
                  <a:lnTo>
                    <a:pt x="966440" y="767460"/>
                  </a:lnTo>
                  <a:lnTo>
                    <a:pt x="990798" y="793156"/>
                  </a:lnTo>
                  <a:close/>
                  <a:moveTo>
                    <a:pt x="964882" y="688740"/>
                  </a:moveTo>
                  <a:lnTo>
                    <a:pt x="939588" y="753296"/>
                  </a:lnTo>
                  <a:lnTo>
                    <a:pt x="959037" y="739777"/>
                  </a:lnTo>
                  <a:close/>
                  <a:moveTo>
                    <a:pt x="1032517" y="729202"/>
                  </a:moveTo>
                  <a:lnTo>
                    <a:pt x="1033829" y="709838"/>
                  </a:lnTo>
                  <a:lnTo>
                    <a:pt x="973129" y="753296"/>
                  </a:lnTo>
                  <a:close/>
                  <a:moveTo>
                    <a:pt x="973129" y="753296"/>
                  </a:moveTo>
                  <a:lnTo>
                    <a:pt x="1033829" y="709838"/>
                  </a:lnTo>
                  <a:lnTo>
                    <a:pt x="964882" y="688740"/>
                  </a:lnTo>
                  <a:close/>
                  <a:moveTo>
                    <a:pt x="964882" y="688740"/>
                  </a:moveTo>
                  <a:lnTo>
                    <a:pt x="1033829" y="709838"/>
                  </a:lnTo>
                  <a:lnTo>
                    <a:pt x="1021823" y="680430"/>
                  </a:lnTo>
                  <a:close/>
                  <a:moveTo>
                    <a:pt x="973129" y="753296"/>
                  </a:moveTo>
                  <a:lnTo>
                    <a:pt x="964882" y="688740"/>
                  </a:lnTo>
                  <a:lnTo>
                    <a:pt x="959037" y="739777"/>
                  </a:lnTo>
                  <a:close/>
                  <a:moveTo>
                    <a:pt x="969700" y="644746"/>
                  </a:moveTo>
                  <a:lnTo>
                    <a:pt x="952411" y="626128"/>
                  </a:lnTo>
                  <a:lnTo>
                    <a:pt x="964882" y="688740"/>
                  </a:lnTo>
                  <a:close/>
                  <a:moveTo>
                    <a:pt x="964882" y="688740"/>
                  </a:moveTo>
                  <a:lnTo>
                    <a:pt x="1021823" y="680430"/>
                  </a:lnTo>
                  <a:lnTo>
                    <a:pt x="969700" y="644746"/>
                  </a:lnTo>
                  <a:close/>
                  <a:moveTo>
                    <a:pt x="703834" y="349425"/>
                  </a:moveTo>
                  <a:lnTo>
                    <a:pt x="673786" y="371982"/>
                  </a:lnTo>
                  <a:lnTo>
                    <a:pt x="653146" y="392539"/>
                  </a:lnTo>
                  <a:close/>
                  <a:moveTo>
                    <a:pt x="1055122" y="654547"/>
                  </a:moveTo>
                  <a:lnTo>
                    <a:pt x="1032517" y="729202"/>
                  </a:lnTo>
                  <a:lnTo>
                    <a:pt x="1052607" y="705108"/>
                  </a:lnTo>
                  <a:close/>
                  <a:moveTo>
                    <a:pt x="1055122" y="654547"/>
                  </a:moveTo>
                  <a:lnTo>
                    <a:pt x="1033829" y="709838"/>
                  </a:lnTo>
                  <a:lnTo>
                    <a:pt x="1032517" y="729202"/>
                  </a:lnTo>
                  <a:close/>
                  <a:moveTo>
                    <a:pt x="1055178" y="653571"/>
                  </a:moveTo>
                  <a:lnTo>
                    <a:pt x="1088304" y="603934"/>
                  </a:lnTo>
                  <a:lnTo>
                    <a:pt x="1043296" y="677665"/>
                  </a:lnTo>
                  <a:close/>
                  <a:moveTo>
                    <a:pt x="952411" y="626128"/>
                  </a:moveTo>
                  <a:lnTo>
                    <a:pt x="969700" y="644746"/>
                  </a:lnTo>
                  <a:lnTo>
                    <a:pt x="969924" y="621898"/>
                  </a:lnTo>
                  <a:close/>
                  <a:moveTo>
                    <a:pt x="1016210" y="622251"/>
                  </a:moveTo>
                  <a:lnTo>
                    <a:pt x="969924" y="621898"/>
                  </a:lnTo>
                  <a:lnTo>
                    <a:pt x="969700" y="644746"/>
                  </a:lnTo>
                  <a:close/>
                  <a:moveTo>
                    <a:pt x="777355" y="314733"/>
                  </a:moveTo>
                  <a:lnTo>
                    <a:pt x="745526" y="330627"/>
                  </a:lnTo>
                  <a:lnTo>
                    <a:pt x="703834" y="349425"/>
                  </a:lnTo>
                  <a:close/>
                  <a:moveTo>
                    <a:pt x="820285" y="300565"/>
                  </a:moveTo>
                  <a:lnTo>
                    <a:pt x="745526" y="330627"/>
                  </a:lnTo>
                  <a:lnTo>
                    <a:pt x="777355" y="314733"/>
                  </a:lnTo>
                  <a:close/>
                  <a:moveTo>
                    <a:pt x="1052607" y="705108"/>
                  </a:moveTo>
                  <a:lnTo>
                    <a:pt x="1056951" y="651871"/>
                  </a:lnTo>
                  <a:lnTo>
                    <a:pt x="1055122" y="654547"/>
                  </a:lnTo>
                  <a:close/>
                  <a:moveTo>
                    <a:pt x="1055178" y="653571"/>
                  </a:moveTo>
                  <a:lnTo>
                    <a:pt x="1055122" y="654547"/>
                  </a:lnTo>
                  <a:lnTo>
                    <a:pt x="1056951" y="651871"/>
                  </a:lnTo>
                  <a:close/>
                  <a:moveTo>
                    <a:pt x="820285" y="300565"/>
                  </a:moveTo>
                  <a:lnTo>
                    <a:pt x="777355" y="314733"/>
                  </a:lnTo>
                  <a:lnTo>
                    <a:pt x="856543" y="301228"/>
                  </a:lnTo>
                  <a:close/>
                  <a:moveTo>
                    <a:pt x="874791" y="309561"/>
                  </a:moveTo>
                  <a:lnTo>
                    <a:pt x="903191" y="300956"/>
                  </a:lnTo>
                  <a:lnTo>
                    <a:pt x="856543" y="301228"/>
                  </a:lnTo>
                  <a:close/>
                  <a:moveTo>
                    <a:pt x="874791" y="309561"/>
                  </a:moveTo>
                  <a:lnTo>
                    <a:pt x="928503" y="303876"/>
                  </a:lnTo>
                  <a:lnTo>
                    <a:pt x="903191" y="300956"/>
                  </a:lnTo>
                  <a:close/>
                  <a:moveTo>
                    <a:pt x="1125890" y="339762"/>
                  </a:moveTo>
                  <a:lnTo>
                    <a:pt x="1060042" y="347700"/>
                  </a:lnTo>
                  <a:lnTo>
                    <a:pt x="1046678" y="353176"/>
                  </a:lnTo>
                  <a:close/>
                  <a:moveTo>
                    <a:pt x="1125890" y="339762"/>
                  </a:moveTo>
                  <a:lnTo>
                    <a:pt x="1046678" y="353176"/>
                  </a:lnTo>
                  <a:lnTo>
                    <a:pt x="1081269" y="347608"/>
                  </a:lnTo>
                  <a:close/>
                  <a:moveTo>
                    <a:pt x="1395985" y="252440"/>
                  </a:moveTo>
                  <a:lnTo>
                    <a:pt x="1397088" y="250321"/>
                  </a:lnTo>
                  <a:lnTo>
                    <a:pt x="1340442" y="259613"/>
                  </a:lnTo>
                  <a:close/>
                  <a:moveTo>
                    <a:pt x="1395985" y="252440"/>
                  </a:moveTo>
                  <a:lnTo>
                    <a:pt x="1340442" y="259613"/>
                  </a:lnTo>
                  <a:lnTo>
                    <a:pt x="1397922" y="253438"/>
                  </a:lnTo>
                  <a:close/>
                  <a:moveTo>
                    <a:pt x="1340442" y="259613"/>
                  </a:moveTo>
                  <a:lnTo>
                    <a:pt x="1360474" y="288102"/>
                  </a:lnTo>
                  <a:lnTo>
                    <a:pt x="1397922" y="253438"/>
                  </a:lnTo>
                  <a:close/>
                  <a:moveTo>
                    <a:pt x="1395985" y="252440"/>
                  </a:moveTo>
                  <a:lnTo>
                    <a:pt x="1399265" y="251325"/>
                  </a:lnTo>
                  <a:lnTo>
                    <a:pt x="1397088" y="250321"/>
                  </a:lnTo>
                  <a:close/>
                  <a:moveTo>
                    <a:pt x="1395985" y="252440"/>
                  </a:moveTo>
                  <a:lnTo>
                    <a:pt x="1397922" y="253438"/>
                  </a:lnTo>
                  <a:lnTo>
                    <a:pt x="1399265" y="251325"/>
                  </a:lnTo>
                  <a:close/>
                  <a:moveTo>
                    <a:pt x="1423236" y="293027"/>
                  </a:moveTo>
                  <a:lnTo>
                    <a:pt x="1399265" y="251325"/>
                  </a:lnTo>
                  <a:lnTo>
                    <a:pt x="1397922" y="253438"/>
                  </a:lnTo>
                  <a:close/>
                  <a:moveTo>
                    <a:pt x="1467162" y="232556"/>
                  </a:moveTo>
                  <a:lnTo>
                    <a:pt x="1399265" y="251325"/>
                  </a:lnTo>
                  <a:lnTo>
                    <a:pt x="1423236" y="293027"/>
                  </a:lnTo>
                  <a:close/>
                  <a:moveTo>
                    <a:pt x="1399265" y="251325"/>
                  </a:moveTo>
                  <a:lnTo>
                    <a:pt x="1467162" y="232556"/>
                  </a:lnTo>
                  <a:lnTo>
                    <a:pt x="1397088" y="250321"/>
                  </a:lnTo>
                  <a:close/>
                  <a:moveTo>
                    <a:pt x="1397088" y="250321"/>
                  </a:moveTo>
                  <a:lnTo>
                    <a:pt x="1468526" y="207840"/>
                  </a:lnTo>
                  <a:lnTo>
                    <a:pt x="1415366" y="183759"/>
                  </a:lnTo>
                  <a:close/>
                  <a:moveTo>
                    <a:pt x="1407926" y="175694"/>
                  </a:moveTo>
                  <a:lnTo>
                    <a:pt x="1397088" y="250321"/>
                  </a:lnTo>
                  <a:lnTo>
                    <a:pt x="1415366" y="183759"/>
                  </a:lnTo>
                  <a:close/>
                  <a:moveTo>
                    <a:pt x="1407926" y="175694"/>
                  </a:moveTo>
                  <a:lnTo>
                    <a:pt x="1339163" y="199788"/>
                  </a:lnTo>
                  <a:lnTo>
                    <a:pt x="1397088" y="250321"/>
                  </a:lnTo>
                  <a:close/>
                  <a:moveTo>
                    <a:pt x="1355937" y="124158"/>
                  </a:moveTo>
                  <a:lnTo>
                    <a:pt x="1339163" y="199788"/>
                  </a:lnTo>
                  <a:lnTo>
                    <a:pt x="1407926" y="175694"/>
                  </a:lnTo>
                  <a:close/>
                  <a:moveTo>
                    <a:pt x="1466137" y="170647"/>
                  </a:moveTo>
                  <a:lnTo>
                    <a:pt x="1415436" y="173883"/>
                  </a:lnTo>
                  <a:lnTo>
                    <a:pt x="1415366" y="183759"/>
                  </a:lnTo>
                  <a:close/>
                  <a:moveTo>
                    <a:pt x="1402463" y="58944"/>
                  </a:moveTo>
                  <a:lnTo>
                    <a:pt x="1351522" y="62376"/>
                  </a:lnTo>
                  <a:lnTo>
                    <a:pt x="1410568" y="115098"/>
                  </a:lnTo>
                  <a:close/>
                  <a:moveTo>
                    <a:pt x="1351522" y="62376"/>
                  </a:moveTo>
                  <a:lnTo>
                    <a:pt x="1402463" y="58944"/>
                  </a:lnTo>
                  <a:lnTo>
                    <a:pt x="1392671" y="4162"/>
                  </a:lnTo>
                  <a:close/>
                  <a:moveTo>
                    <a:pt x="1402463" y="58944"/>
                  </a:moveTo>
                  <a:lnTo>
                    <a:pt x="1444511" y="0"/>
                  </a:lnTo>
                  <a:lnTo>
                    <a:pt x="1392671" y="416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26" name="Output_density__4325">
              <a:extLst>
                <a:ext uri="{FF2B5EF4-FFF2-40B4-BE49-F238E27FC236}">
                  <a16:creationId xmlns:a16="http://schemas.microsoft.com/office/drawing/2014/main" id="{F7D69272-A720-61DE-23E5-327B875D8B68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645943"/>
              <a:ext cx="1444319" cy="812459"/>
            </a:xfrm>
            <a:custGeom>
              <a:avLst/>
              <a:gdLst/>
              <a:ahLst/>
              <a:cxnLst/>
              <a:rect l="0" t="0" r="0" b="0"/>
              <a:pathLst>
                <a:path w="1444319" h="812459">
                  <a:moveTo>
                    <a:pt x="227672" y="797796"/>
                  </a:moveTo>
                  <a:lnTo>
                    <a:pt x="260374" y="810286"/>
                  </a:lnTo>
                  <a:lnTo>
                    <a:pt x="284489" y="775475"/>
                  </a:lnTo>
                  <a:close/>
                  <a:moveTo>
                    <a:pt x="284489" y="775475"/>
                  </a:moveTo>
                  <a:lnTo>
                    <a:pt x="319408" y="785069"/>
                  </a:lnTo>
                  <a:lnTo>
                    <a:pt x="286451" y="772883"/>
                  </a:lnTo>
                  <a:close/>
                  <a:moveTo>
                    <a:pt x="187203" y="628356"/>
                  </a:moveTo>
                  <a:lnTo>
                    <a:pt x="144881" y="624780"/>
                  </a:lnTo>
                  <a:lnTo>
                    <a:pt x="202774" y="678439"/>
                  </a:lnTo>
                  <a:close/>
                  <a:moveTo>
                    <a:pt x="10525" y="516019"/>
                  </a:moveTo>
                  <a:lnTo>
                    <a:pt x="0" y="535497"/>
                  </a:lnTo>
                  <a:lnTo>
                    <a:pt x="6243" y="536041"/>
                  </a:lnTo>
                  <a:close/>
                  <a:moveTo>
                    <a:pt x="10525" y="516019"/>
                  </a:moveTo>
                  <a:lnTo>
                    <a:pt x="6243" y="536041"/>
                  </a:lnTo>
                  <a:lnTo>
                    <a:pt x="42919" y="561063"/>
                  </a:lnTo>
                  <a:close/>
                  <a:moveTo>
                    <a:pt x="286451" y="772883"/>
                  </a:moveTo>
                  <a:lnTo>
                    <a:pt x="329547" y="759335"/>
                  </a:lnTo>
                  <a:lnTo>
                    <a:pt x="354053" y="716059"/>
                  </a:lnTo>
                  <a:close/>
                  <a:moveTo>
                    <a:pt x="99034" y="411082"/>
                  </a:moveTo>
                  <a:lnTo>
                    <a:pt x="90823" y="388852"/>
                  </a:lnTo>
                  <a:lnTo>
                    <a:pt x="97590" y="440388"/>
                  </a:lnTo>
                  <a:close/>
                  <a:moveTo>
                    <a:pt x="223703" y="661425"/>
                  </a:moveTo>
                  <a:lnTo>
                    <a:pt x="211902" y="646534"/>
                  </a:lnTo>
                  <a:lnTo>
                    <a:pt x="156584" y="615266"/>
                  </a:lnTo>
                  <a:close/>
                  <a:moveTo>
                    <a:pt x="481012" y="604166"/>
                  </a:moveTo>
                  <a:lnTo>
                    <a:pt x="484177" y="583419"/>
                  </a:lnTo>
                  <a:lnTo>
                    <a:pt x="441284" y="597727"/>
                  </a:lnTo>
                  <a:close/>
                  <a:moveTo>
                    <a:pt x="262497" y="354154"/>
                  </a:moveTo>
                  <a:lnTo>
                    <a:pt x="251040" y="340664"/>
                  </a:lnTo>
                  <a:lnTo>
                    <a:pt x="199107" y="304964"/>
                  </a:lnTo>
                  <a:close/>
                  <a:moveTo>
                    <a:pt x="444271" y="533311"/>
                  </a:moveTo>
                  <a:lnTo>
                    <a:pt x="462149" y="501060"/>
                  </a:lnTo>
                  <a:lnTo>
                    <a:pt x="446431" y="471180"/>
                  </a:lnTo>
                  <a:close/>
                  <a:moveTo>
                    <a:pt x="407655" y="368106"/>
                  </a:moveTo>
                  <a:lnTo>
                    <a:pt x="411462" y="371755"/>
                  </a:lnTo>
                  <a:lnTo>
                    <a:pt x="413525" y="359038"/>
                  </a:lnTo>
                  <a:close/>
                  <a:moveTo>
                    <a:pt x="419839" y="382644"/>
                  </a:moveTo>
                  <a:lnTo>
                    <a:pt x="411462" y="371755"/>
                  </a:lnTo>
                  <a:lnTo>
                    <a:pt x="407655" y="368106"/>
                  </a:lnTo>
                  <a:close/>
                  <a:moveTo>
                    <a:pt x="251040" y="340664"/>
                  </a:moveTo>
                  <a:lnTo>
                    <a:pt x="289418" y="379279"/>
                  </a:lnTo>
                  <a:lnTo>
                    <a:pt x="268214" y="316570"/>
                  </a:lnTo>
                  <a:close/>
                  <a:moveTo>
                    <a:pt x="768396" y="812459"/>
                  </a:moveTo>
                  <a:lnTo>
                    <a:pt x="845680" y="791836"/>
                  </a:lnTo>
                  <a:lnTo>
                    <a:pt x="801145" y="800000"/>
                  </a:lnTo>
                  <a:close/>
                  <a:moveTo>
                    <a:pt x="407655" y="368106"/>
                  </a:moveTo>
                  <a:lnTo>
                    <a:pt x="390763" y="350601"/>
                  </a:lnTo>
                  <a:lnTo>
                    <a:pt x="419839" y="382644"/>
                  </a:lnTo>
                  <a:close/>
                  <a:moveTo>
                    <a:pt x="414912" y="306208"/>
                  </a:moveTo>
                  <a:lnTo>
                    <a:pt x="407655" y="368106"/>
                  </a:lnTo>
                  <a:lnTo>
                    <a:pt x="413525" y="359038"/>
                  </a:lnTo>
                  <a:close/>
                  <a:moveTo>
                    <a:pt x="390763" y="350601"/>
                  </a:moveTo>
                  <a:lnTo>
                    <a:pt x="407655" y="368106"/>
                  </a:lnTo>
                  <a:lnTo>
                    <a:pt x="414912" y="306208"/>
                  </a:lnTo>
                  <a:close/>
                  <a:moveTo>
                    <a:pt x="856902" y="704768"/>
                  </a:moveTo>
                  <a:lnTo>
                    <a:pt x="856767" y="739566"/>
                  </a:lnTo>
                  <a:lnTo>
                    <a:pt x="856952" y="756305"/>
                  </a:lnTo>
                  <a:close/>
                  <a:moveTo>
                    <a:pt x="899515" y="683537"/>
                  </a:moveTo>
                  <a:lnTo>
                    <a:pt x="856767" y="739566"/>
                  </a:lnTo>
                  <a:lnTo>
                    <a:pt x="856902" y="704768"/>
                  </a:lnTo>
                  <a:close/>
                  <a:moveTo>
                    <a:pt x="777609" y="577107"/>
                  </a:moveTo>
                  <a:lnTo>
                    <a:pt x="766440" y="577602"/>
                  </a:lnTo>
                  <a:lnTo>
                    <a:pt x="727173" y="580731"/>
                  </a:lnTo>
                  <a:close/>
                  <a:moveTo>
                    <a:pt x="727173" y="580731"/>
                  </a:moveTo>
                  <a:lnTo>
                    <a:pt x="692999" y="545770"/>
                  </a:lnTo>
                  <a:lnTo>
                    <a:pt x="777609" y="577107"/>
                  </a:lnTo>
                  <a:close/>
                  <a:moveTo>
                    <a:pt x="887007" y="676550"/>
                  </a:moveTo>
                  <a:lnTo>
                    <a:pt x="908480" y="672764"/>
                  </a:lnTo>
                  <a:lnTo>
                    <a:pt x="920273" y="656581"/>
                  </a:lnTo>
                  <a:close/>
                  <a:moveTo>
                    <a:pt x="941599" y="656581"/>
                  </a:moveTo>
                  <a:lnTo>
                    <a:pt x="908480" y="672764"/>
                  </a:lnTo>
                  <a:lnTo>
                    <a:pt x="899515" y="683537"/>
                  </a:lnTo>
                  <a:close/>
                  <a:moveTo>
                    <a:pt x="908480" y="672764"/>
                  </a:moveTo>
                  <a:lnTo>
                    <a:pt x="941599" y="656581"/>
                  </a:lnTo>
                  <a:lnTo>
                    <a:pt x="926560" y="649756"/>
                  </a:lnTo>
                  <a:close/>
                  <a:moveTo>
                    <a:pt x="920273" y="656581"/>
                  </a:moveTo>
                  <a:lnTo>
                    <a:pt x="908480" y="672764"/>
                  </a:lnTo>
                  <a:lnTo>
                    <a:pt x="926560" y="649756"/>
                  </a:lnTo>
                  <a:close/>
                  <a:moveTo>
                    <a:pt x="941599" y="656581"/>
                  </a:moveTo>
                  <a:lnTo>
                    <a:pt x="1002376" y="697153"/>
                  </a:lnTo>
                  <a:lnTo>
                    <a:pt x="983328" y="649896"/>
                  </a:lnTo>
                  <a:close/>
                  <a:moveTo>
                    <a:pt x="983328" y="649896"/>
                  </a:moveTo>
                  <a:lnTo>
                    <a:pt x="993408" y="708118"/>
                  </a:lnTo>
                  <a:lnTo>
                    <a:pt x="995213" y="656581"/>
                  </a:lnTo>
                  <a:close/>
                  <a:moveTo>
                    <a:pt x="983328" y="649896"/>
                  </a:moveTo>
                  <a:lnTo>
                    <a:pt x="995213" y="656581"/>
                  </a:lnTo>
                  <a:lnTo>
                    <a:pt x="1026236" y="590252"/>
                  </a:lnTo>
                  <a:close/>
                  <a:moveTo>
                    <a:pt x="977481" y="591906"/>
                  </a:moveTo>
                  <a:lnTo>
                    <a:pt x="983328" y="649896"/>
                  </a:lnTo>
                  <a:lnTo>
                    <a:pt x="1026236" y="590252"/>
                  </a:lnTo>
                  <a:close/>
                  <a:moveTo>
                    <a:pt x="783174" y="384957"/>
                  </a:moveTo>
                  <a:lnTo>
                    <a:pt x="812290" y="426341"/>
                  </a:lnTo>
                  <a:lnTo>
                    <a:pt x="844107" y="436144"/>
                  </a:lnTo>
                  <a:close/>
                  <a:moveTo>
                    <a:pt x="783174" y="384957"/>
                  </a:moveTo>
                  <a:lnTo>
                    <a:pt x="780518" y="324372"/>
                  </a:lnTo>
                  <a:lnTo>
                    <a:pt x="776833" y="374804"/>
                  </a:lnTo>
                  <a:close/>
                  <a:moveTo>
                    <a:pt x="1037080" y="518693"/>
                  </a:moveTo>
                  <a:lnTo>
                    <a:pt x="984720" y="529414"/>
                  </a:lnTo>
                  <a:lnTo>
                    <a:pt x="971994" y="510050"/>
                  </a:lnTo>
                  <a:close/>
                  <a:moveTo>
                    <a:pt x="1008999" y="338829"/>
                  </a:moveTo>
                  <a:lnTo>
                    <a:pt x="1011140" y="326616"/>
                  </a:lnTo>
                  <a:lnTo>
                    <a:pt x="991888" y="314631"/>
                  </a:lnTo>
                  <a:close/>
                  <a:moveTo>
                    <a:pt x="1201264" y="202798"/>
                  </a:moveTo>
                  <a:lnTo>
                    <a:pt x="1181240" y="228754"/>
                  </a:lnTo>
                  <a:lnTo>
                    <a:pt x="1212025" y="208955"/>
                  </a:lnTo>
                  <a:close/>
                  <a:moveTo>
                    <a:pt x="1172610" y="226891"/>
                  </a:moveTo>
                  <a:lnTo>
                    <a:pt x="1201264" y="202798"/>
                  </a:lnTo>
                  <a:lnTo>
                    <a:pt x="1131827" y="218684"/>
                  </a:lnTo>
                  <a:close/>
                  <a:moveTo>
                    <a:pt x="1212025" y="208955"/>
                  </a:moveTo>
                  <a:lnTo>
                    <a:pt x="1181240" y="228754"/>
                  </a:lnTo>
                  <a:lnTo>
                    <a:pt x="1261449" y="219066"/>
                  </a:lnTo>
                  <a:close/>
                  <a:moveTo>
                    <a:pt x="1261449" y="219066"/>
                  </a:moveTo>
                  <a:lnTo>
                    <a:pt x="1291490" y="196483"/>
                  </a:lnTo>
                  <a:lnTo>
                    <a:pt x="1212025" y="208955"/>
                  </a:lnTo>
                  <a:close/>
                  <a:moveTo>
                    <a:pt x="1261449" y="219066"/>
                  </a:moveTo>
                  <a:lnTo>
                    <a:pt x="1312684" y="235950"/>
                  </a:lnTo>
                  <a:lnTo>
                    <a:pt x="1343279" y="215440"/>
                  </a:lnTo>
                  <a:close/>
                  <a:moveTo>
                    <a:pt x="1291490" y="196483"/>
                  </a:moveTo>
                  <a:lnTo>
                    <a:pt x="1261449" y="219066"/>
                  </a:lnTo>
                  <a:lnTo>
                    <a:pt x="1343279" y="215440"/>
                  </a:lnTo>
                  <a:close/>
                  <a:moveTo>
                    <a:pt x="1408057" y="156034"/>
                  </a:moveTo>
                  <a:lnTo>
                    <a:pt x="1343279" y="215440"/>
                  </a:lnTo>
                  <a:lnTo>
                    <a:pt x="1390525" y="217406"/>
                  </a:lnTo>
                  <a:close/>
                  <a:moveTo>
                    <a:pt x="1408057" y="156034"/>
                  </a:moveTo>
                  <a:lnTo>
                    <a:pt x="1435002" y="172111"/>
                  </a:lnTo>
                  <a:lnTo>
                    <a:pt x="1406888" y="143687"/>
                  </a:lnTo>
                  <a:close/>
                  <a:moveTo>
                    <a:pt x="1252236" y="24094"/>
                  </a:moveTo>
                  <a:lnTo>
                    <a:pt x="1277329" y="0"/>
                  </a:lnTo>
                  <a:lnTo>
                    <a:pt x="1244816" y="21977"/>
                  </a:lnTo>
                  <a:close/>
                  <a:moveTo>
                    <a:pt x="1444319" y="101794"/>
                  </a:moveTo>
                  <a:lnTo>
                    <a:pt x="1406888" y="143687"/>
                  </a:lnTo>
                  <a:lnTo>
                    <a:pt x="1443640" y="10642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27" name="Output_density__4326">
              <a:extLst>
                <a:ext uri="{FF2B5EF4-FFF2-40B4-BE49-F238E27FC236}">
                  <a16:creationId xmlns:a16="http://schemas.microsoft.com/office/drawing/2014/main" id="{00B1A0B9-E5E2-9199-ACC3-7DD644321DDE}"/>
                </a:ext>
              </a:extLst>
            </p:cNvPr>
            <p:cNvSpPr>
              <a:spLocks noGrp="1"/>
            </p:cNvSpPr>
            <p:nvPr/>
          </p:nvSpPr>
          <p:spPr>
            <a:xfrm>
              <a:off x="14841547" y="2507174"/>
              <a:ext cx="1492034" cy="951227"/>
            </a:xfrm>
            <a:custGeom>
              <a:avLst/>
              <a:gdLst/>
              <a:ahLst/>
              <a:cxnLst/>
              <a:rect l="0" t="0" r="0" b="0"/>
              <a:pathLst>
                <a:path w="1492034" h="951227">
                  <a:moveTo>
                    <a:pt x="268441" y="936564"/>
                  </a:moveTo>
                  <a:lnTo>
                    <a:pt x="325257" y="914244"/>
                  </a:lnTo>
                  <a:lnTo>
                    <a:pt x="246290" y="918645"/>
                  </a:lnTo>
                  <a:close/>
                  <a:moveTo>
                    <a:pt x="246290" y="918645"/>
                  </a:moveTo>
                  <a:lnTo>
                    <a:pt x="325257" y="914244"/>
                  </a:lnTo>
                  <a:lnTo>
                    <a:pt x="327219" y="911651"/>
                  </a:lnTo>
                  <a:close/>
                  <a:moveTo>
                    <a:pt x="173874" y="822571"/>
                  </a:moveTo>
                  <a:lnTo>
                    <a:pt x="185650" y="763549"/>
                  </a:lnTo>
                  <a:lnTo>
                    <a:pt x="122872" y="781955"/>
                  </a:lnTo>
                  <a:close/>
                  <a:moveTo>
                    <a:pt x="122872" y="781955"/>
                  </a:moveTo>
                  <a:lnTo>
                    <a:pt x="185650" y="763549"/>
                  </a:lnTo>
                  <a:lnTo>
                    <a:pt x="154541" y="750288"/>
                  </a:lnTo>
                  <a:close/>
                  <a:moveTo>
                    <a:pt x="0" y="627345"/>
                  </a:moveTo>
                  <a:lnTo>
                    <a:pt x="40768" y="674265"/>
                  </a:lnTo>
                  <a:lnTo>
                    <a:pt x="51293" y="654788"/>
                  </a:lnTo>
                  <a:close/>
                  <a:moveTo>
                    <a:pt x="347415" y="852259"/>
                  </a:moveTo>
                  <a:lnTo>
                    <a:pt x="327219" y="911651"/>
                  </a:lnTo>
                  <a:lnTo>
                    <a:pt x="394821" y="854827"/>
                  </a:lnTo>
                  <a:close/>
                  <a:moveTo>
                    <a:pt x="394821" y="854827"/>
                  </a:moveTo>
                  <a:lnTo>
                    <a:pt x="370315" y="898103"/>
                  </a:lnTo>
                  <a:lnTo>
                    <a:pt x="446164" y="872111"/>
                  </a:lnTo>
                  <a:close/>
                  <a:moveTo>
                    <a:pt x="300958" y="745770"/>
                  </a:moveTo>
                  <a:lnTo>
                    <a:pt x="263035" y="809397"/>
                  </a:lnTo>
                  <a:lnTo>
                    <a:pt x="264471" y="800194"/>
                  </a:lnTo>
                  <a:close/>
                  <a:moveTo>
                    <a:pt x="463170" y="815345"/>
                  </a:moveTo>
                  <a:lnTo>
                    <a:pt x="446164" y="872111"/>
                  </a:lnTo>
                  <a:lnTo>
                    <a:pt x="507528" y="812746"/>
                  </a:lnTo>
                  <a:close/>
                  <a:moveTo>
                    <a:pt x="408610" y="821719"/>
                  </a:moveTo>
                  <a:lnTo>
                    <a:pt x="347415" y="852259"/>
                  </a:lnTo>
                  <a:lnTo>
                    <a:pt x="394821" y="854827"/>
                  </a:lnTo>
                  <a:close/>
                  <a:moveTo>
                    <a:pt x="408610" y="821719"/>
                  </a:moveTo>
                  <a:lnTo>
                    <a:pt x="355973" y="826530"/>
                  </a:lnTo>
                  <a:lnTo>
                    <a:pt x="347415" y="852259"/>
                  </a:lnTo>
                  <a:close/>
                  <a:moveTo>
                    <a:pt x="415747" y="798166"/>
                  </a:moveTo>
                  <a:lnTo>
                    <a:pt x="365492" y="761209"/>
                  </a:lnTo>
                  <a:lnTo>
                    <a:pt x="408610" y="821719"/>
                  </a:lnTo>
                  <a:close/>
                  <a:moveTo>
                    <a:pt x="463170" y="815345"/>
                  </a:moveTo>
                  <a:lnTo>
                    <a:pt x="394821" y="854827"/>
                  </a:lnTo>
                  <a:lnTo>
                    <a:pt x="446164" y="872111"/>
                  </a:lnTo>
                  <a:close/>
                  <a:moveTo>
                    <a:pt x="463170" y="815345"/>
                  </a:moveTo>
                  <a:lnTo>
                    <a:pt x="408610" y="821719"/>
                  </a:lnTo>
                  <a:lnTo>
                    <a:pt x="394821" y="854827"/>
                  </a:lnTo>
                  <a:close/>
                  <a:moveTo>
                    <a:pt x="408610" y="821719"/>
                  </a:moveTo>
                  <a:lnTo>
                    <a:pt x="463170" y="815345"/>
                  </a:lnTo>
                  <a:lnTo>
                    <a:pt x="415747" y="798166"/>
                  </a:lnTo>
                  <a:close/>
                  <a:moveTo>
                    <a:pt x="463170" y="815345"/>
                  </a:moveTo>
                  <a:lnTo>
                    <a:pt x="465195" y="808368"/>
                  </a:lnTo>
                  <a:lnTo>
                    <a:pt x="415747" y="798166"/>
                  </a:lnTo>
                  <a:close/>
                  <a:moveTo>
                    <a:pt x="463170" y="815345"/>
                  </a:moveTo>
                  <a:lnTo>
                    <a:pt x="507528" y="812746"/>
                  </a:lnTo>
                  <a:lnTo>
                    <a:pt x="465195" y="808368"/>
                  </a:lnTo>
                  <a:close/>
                  <a:moveTo>
                    <a:pt x="482109" y="737205"/>
                  </a:moveTo>
                  <a:lnTo>
                    <a:pt x="465195" y="808368"/>
                  </a:lnTo>
                  <a:lnTo>
                    <a:pt x="513957" y="812038"/>
                  </a:lnTo>
                  <a:close/>
                  <a:moveTo>
                    <a:pt x="521781" y="742935"/>
                  </a:moveTo>
                  <a:lnTo>
                    <a:pt x="482109" y="737205"/>
                  </a:lnTo>
                  <a:lnTo>
                    <a:pt x="513957" y="812038"/>
                  </a:lnTo>
                  <a:close/>
                  <a:moveTo>
                    <a:pt x="482109" y="737205"/>
                  </a:moveTo>
                  <a:lnTo>
                    <a:pt x="415747" y="798166"/>
                  </a:lnTo>
                  <a:lnTo>
                    <a:pt x="465195" y="808368"/>
                  </a:lnTo>
                  <a:close/>
                  <a:moveTo>
                    <a:pt x="482109" y="737205"/>
                  </a:moveTo>
                  <a:lnTo>
                    <a:pt x="521781" y="742935"/>
                  </a:lnTo>
                  <a:lnTo>
                    <a:pt x="482053" y="736495"/>
                  </a:lnTo>
                  <a:close/>
                  <a:moveTo>
                    <a:pt x="291809" y="479433"/>
                  </a:moveTo>
                  <a:lnTo>
                    <a:pt x="303265" y="492923"/>
                  </a:lnTo>
                  <a:lnTo>
                    <a:pt x="330187" y="518048"/>
                  </a:lnTo>
                  <a:close/>
                  <a:moveTo>
                    <a:pt x="436883" y="685579"/>
                  </a:moveTo>
                  <a:lnTo>
                    <a:pt x="485039" y="672079"/>
                  </a:lnTo>
                  <a:lnTo>
                    <a:pt x="485744" y="615394"/>
                  </a:lnTo>
                  <a:close/>
                  <a:moveTo>
                    <a:pt x="415382" y="661901"/>
                  </a:moveTo>
                  <a:lnTo>
                    <a:pt x="436883" y="685579"/>
                  </a:lnTo>
                  <a:lnTo>
                    <a:pt x="485744" y="615394"/>
                  </a:lnTo>
                  <a:close/>
                  <a:moveTo>
                    <a:pt x="529004" y="674319"/>
                  </a:moveTo>
                  <a:lnTo>
                    <a:pt x="482053" y="736495"/>
                  </a:lnTo>
                  <a:lnTo>
                    <a:pt x="524945" y="722187"/>
                  </a:lnTo>
                  <a:close/>
                  <a:moveTo>
                    <a:pt x="529004" y="674319"/>
                  </a:moveTo>
                  <a:lnTo>
                    <a:pt x="485039" y="672079"/>
                  </a:lnTo>
                  <a:lnTo>
                    <a:pt x="482053" y="736495"/>
                  </a:lnTo>
                  <a:close/>
                  <a:moveTo>
                    <a:pt x="529004" y="674319"/>
                  </a:moveTo>
                  <a:lnTo>
                    <a:pt x="502917" y="639829"/>
                  </a:lnTo>
                  <a:lnTo>
                    <a:pt x="485039" y="672079"/>
                  </a:lnTo>
                  <a:close/>
                  <a:moveTo>
                    <a:pt x="330187" y="518048"/>
                  </a:moveTo>
                  <a:lnTo>
                    <a:pt x="343832" y="530969"/>
                  </a:lnTo>
                  <a:lnTo>
                    <a:pt x="358235" y="510976"/>
                  </a:lnTo>
                  <a:close/>
                  <a:moveTo>
                    <a:pt x="781264" y="919168"/>
                  </a:moveTo>
                  <a:lnTo>
                    <a:pt x="785291" y="931606"/>
                  </a:lnTo>
                  <a:lnTo>
                    <a:pt x="809164" y="951227"/>
                  </a:lnTo>
                  <a:close/>
                  <a:moveTo>
                    <a:pt x="803280" y="895074"/>
                  </a:moveTo>
                  <a:lnTo>
                    <a:pt x="809164" y="951227"/>
                  </a:lnTo>
                  <a:lnTo>
                    <a:pt x="841913" y="938769"/>
                  </a:lnTo>
                  <a:close/>
                  <a:moveTo>
                    <a:pt x="414509" y="440466"/>
                  </a:moveTo>
                  <a:lnTo>
                    <a:pt x="431531" y="489370"/>
                  </a:lnTo>
                  <a:lnTo>
                    <a:pt x="455681" y="444976"/>
                  </a:lnTo>
                  <a:close/>
                  <a:moveTo>
                    <a:pt x="733768" y="684539"/>
                  </a:moveTo>
                  <a:lnTo>
                    <a:pt x="742797" y="688927"/>
                  </a:lnTo>
                  <a:lnTo>
                    <a:pt x="818378" y="715876"/>
                  </a:lnTo>
                  <a:close/>
                  <a:moveTo>
                    <a:pt x="818378" y="715876"/>
                  </a:moveTo>
                  <a:lnTo>
                    <a:pt x="829920" y="644351"/>
                  </a:lnTo>
                  <a:lnTo>
                    <a:pt x="807208" y="716370"/>
                  </a:lnTo>
                  <a:close/>
                  <a:moveTo>
                    <a:pt x="807208" y="716370"/>
                  </a:moveTo>
                  <a:lnTo>
                    <a:pt x="829920" y="644351"/>
                  </a:lnTo>
                  <a:lnTo>
                    <a:pt x="822785" y="640740"/>
                  </a:lnTo>
                  <a:close/>
                  <a:moveTo>
                    <a:pt x="829920" y="644351"/>
                  </a:moveTo>
                  <a:lnTo>
                    <a:pt x="818378" y="715876"/>
                  </a:lnTo>
                  <a:lnTo>
                    <a:pt x="841755" y="640740"/>
                  </a:lnTo>
                  <a:close/>
                  <a:moveTo>
                    <a:pt x="829920" y="644351"/>
                  </a:moveTo>
                  <a:lnTo>
                    <a:pt x="841755" y="640740"/>
                  </a:lnTo>
                  <a:lnTo>
                    <a:pt x="832566" y="634025"/>
                  </a:lnTo>
                  <a:close/>
                  <a:moveTo>
                    <a:pt x="822785" y="640740"/>
                  </a:moveTo>
                  <a:lnTo>
                    <a:pt x="829920" y="644351"/>
                  </a:lnTo>
                  <a:lnTo>
                    <a:pt x="832566" y="634025"/>
                  </a:lnTo>
                  <a:close/>
                  <a:moveTo>
                    <a:pt x="1024096" y="788664"/>
                  </a:moveTo>
                  <a:lnTo>
                    <a:pt x="967328" y="788525"/>
                  </a:lnTo>
                  <a:lnTo>
                    <a:pt x="982367" y="795350"/>
                  </a:lnTo>
                  <a:close/>
                  <a:moveTo>
                    <a:pt x="969732" y="732137"/>
                  </a:moveTo>
                  <a:lnTo>
                    <a:pt x="967328" y="788525"/>
                  </a:lnTo>
                  <a:lnTo>
                    <a:pt x="1024096" y="788664"/>
                  </a:lnTo>
                  <a:close/>
                  <a:moveTo>
                    <a:pt x="1018250" y="730675"/>
                  </a:moveTo>
                  <a:lnTo>
                    <a:pt x="969732" y="732137"/>
                  </a:lnTo>
                  <a:lnTo>
                    <a:pt x="1024096" y="788664"/>
                  </a:lnTo>
                  <a:close/>
                  <a:moveTo>
                    <a:pt x="1018250" y="730675"/>
                  </a:moveTo>
                  <a:lnTo>
                    <a:pt x="1021842" y="682764"/>
                  </a:lnTo>
                  <a:lnTo>
                    <a:pt x="969732" y="732137"/>
                  </a:lnTo>
                  <a:close/>
                  <a:moveTo>
                    <a:pt x="841755" y="640740"/>
                  </a:moveTo>
                  <a:lnTo>
                    <a:pt x="867805" y="692277"/>
                  </a:lnTo>
                  <a:lnTo>
                    <a:pt x="907258" y="682202"/>
                  </a:lnTo>
                  <a:close/>
                  <a:moveTo>
                    <a:pt x="884875" y="574913"/>
                  </a:moveTo>
                  <a:lnTo>
                    <a:pt x="853058" y="565109"/>
                  </a:lnTo>
                  <a:lnTo>
                    <a:pt x="832566" y="634025"/>
                  </a:lnTo>
                  <a:close/>
                  <a:moveTo>
                    <a:pt x="880165" y="516000"/>
                  </a:moveTo>
                  <a:lnTo>
                    <a:pt x="821287" y="463141"/>
                  </a:lnTo>
                  <a:lnTo>
                    <a:pt x="823942" y="523726"/>
                  </a:lnTo>
                  <a:close/>
                  <a:moveTo>
                    <a:pt x="821287" y="463141"/>
                  </a:moveTo>
                  <a:lnTo>
                    <a:pt x="813677" y="462036"/>
                  </a:lnTo>
                  <a:lnTo>
                    <a:pt x="817601" y="513573"/>
                  </a:lnTo>
                  <a:close/>
                  <a:moveTo>
                    <a:pt x="1005420" y="703123"/>
                  </a:moveTo>
                  <a:lnTo>
                    <a:pt x="1021842" y="682764"/>
                  </a:lnTo>
                  <a:lnTo>
                    <a:pt x="1039201" y="713642"/>
                  </a:lnTo>
                  <a:close/>
                  <a:moveTo>
                    <a:pt x="1021842" y="682764"/>
                  </a:moveTo>
                  <a:lnTo>
                    <a:pt x="1025488" y="668183"/>
                  </a:lnTo>
                  <a:lnTo>
                    <a:pt x="1039201" y="713642"/>
                  </a:lnTo>
                  <a:close/>
                  <a:moveTo>
                    <a:pt x="1034112" y="592552"/>
                  </a:moveTo>
                  <a:lnTo>
                    <a:pt x="1022230" y="616646"/>
                  </a:lnTo>
                  <a:lnTo>
                    <a:pt x="1077848" y="657462"/>
                  </a:lnTo>
                  <a:close/>
                  <a:moveTo>
                    <a:pt x="1012763" y="648819"/>
                  </a:moveTo>
                  <a:lnTo>
                    <a:pt x="1034055" y="593528"/>
                  </a:lnTo>
                  <a:lnTo>
                    <a:pt x="1077848" y="657462"/>
                  </a:lnTo>
                  <a:close/>
                  <a:moveTo>
                    <a:pt x="944191" y="501930"/>
                  </a:moveTo>
                  <a:lnTo>
                    <a:pt x="997305" y="496731"/>
                  </a:lnTo>
                  <a:lnTo>
                    <a:pt x="952504" y="463298"/>
                  </a:lnTo>
                  <a:close/>
                  <a:moveTo>
                    <a:pt x="997305" y="496731"/>
                  </a:moveTo>
                  <a:lnTo>
                    <a:pt x="1002716" y="476358"/>
                  </a:lnTo>
                  <a:lnTo>
                    <a:pt x="952504" y="463298"/>
                  </a:lnTo>
                  <a:close/>
                  <a:moveTo>
                    <a:pt x="900260" y="442643"/>
                  </a:moveTo>
                  <a:lnTo>
                    <a:pt x="974044" y="413848"/>
                  </a:lnTo>
                  <a:lnTo>
                    <a:pt x="901471" y="435935"/>
                  </a:lnTo>
                  <a:close/>
                  <a:moveTo>
                    <a:pt x="975691" y="415092"/>
                  </a:moveTo>
                  <a:lnTo>
                    <a:pt x="974044" y="413848"/>
                  </a:lnTo>
                  <a:lnTo>
                    <a:pt x="900260" y="442643"/>
                  </a:lnTo>
                  <a:close/>
                  <a:moveTo>
                    <a:pt x="952504" y="463298"/>
                  </a:moveTo>
                  <a:lnTo>
                    <a:pt x="975691" y="415092"/>
                  </a:lnTo>
                  <a:lnTo>
                    <a:pt x="900260" y="442643"/>
                  </a:lnTo>
                  <a:close/>
                  <a:moveTo>
                    <a:pt x="952504" y="463298"/>
                  </a:moveTo>
                  <a:lnTo>
                    <a:pt x="1002716" y="476358"/>
                  </a:lnTo>
                  <a:lnTo>
                    <a:pt x="1032657" y="453400"/>
                  </a:lnTo>
                  <a:close/>
                  <a:moveTo>
                    <a:pt x="975691" y="415092"/>
                  </a:moveTo>
                  <a:lnTo>
                    <a:pt x="952504" y="463298"/>
                  </a:lnTo>
                  <a:lnTo>
                    <a:pt x="1032657" y="453400"/>
                  </a:lnTo>
                  <a:close/>
                  <a:moveTo>
                    <a:pt x="1032657" y="453400"/>
                  </a:moveTo>
                  <a:lnTo>
                    <a:pt x="1051908" y="465385"/>
                  </a:lnTo>
                  <a:lnTo>
                    <a:pt x="1043202" y="459418"/>
                  </a:lnTo>
                  <a:close/>
                  <a:moveTo>
                    <a:pt x="1155768" y="365660"/>
                  </a:moveTo>
                  <a:lnTo>
                    <a:pt x="1168629" y="370670"/>
                  </a:lnTo>
                  <a:lnTo>
                    <a:pt x="1172595" y="357452"/>
                  </a:lnTo>
                  <a:close/>
                  <a:moveTo>
                    <a:pt x="1242032" y="341566"/>
                  </a:moveTo>
                  <a:lnTo>
                    <a:pt x="1195908" y="309717"/>
                  </a:lnTo>
                  <a:lnTo>
                    <a:pt x="1172595" y="357452"/>
                  </a:lnTo>
                  <a:close/>
                  <a:moveTo>
                    <a:pt x="1448825" y="294803"/>
                  </a:moveTo>
                  <a:lnTo>
                    <a:pt x="1403122" y="293977"/>
                  </a:lnTo>
                  <a:lnTo>
                    <a:pt x="1384048" y="354209"/>
                  </a:lnTo>
                  <a:close/>
                  <a:moveTo>
                    <a:pt x="1448825" y="294803"/>
                  </a:moveTo>
                  <a:lnTo>
                    <a:pt x="1447657" y="282456"/>
                  </a:lnTo>
                  <a:lnTo>
                    <a:pt x="1403139" y="290691"/>
                  </a:lnTo>
                  <a:close/>
                  <a:moveTo>
                    <a:pt x="1254079" y="150953"/>
                  </a:moveTo>
                  <a:lnTo>
                    <a:pt x="1287314" y="167215"/>
                  </a:lnTo>
                  <a:lnTo>
                    <a:pt x="1278107" y="162863"/>
                  </a:lnTo>
                  <a:close/>
                  <a:moveTo>
                    <a:pt x="1293004" y="162863"/>
                  </a:moveTo>
                  <a:lnTo>
                    <a:pt x="1376022" y="189302"/>
                  </a:lnTo>
                  <a:lnTo>
                    <a:pt x="1318097" y="138769"/>
                  </a:lnTo>
                  <a:close/>
                  <a:moveTo>
                    <a:pt x="1293004" y="162863"/>
                  </a:moveTo>
                  <a:lnTo>
                    <a:pt x="1287314" y="167215"/>
                  </a:lnTo>
                  <a:lnTo>
                    <a:pt x="1319375" y="198594"/>
                  </a:lnTo>
                  <a:close/>
                  <a:moveTo>
                    <a:pt x="1261762" y="111459"/>
                  </a:moveTo>
                  <a:lnTo>
                    <a:pt x="1278107" y="162863"/>
                  </a:lnTo>
                  <a:lnTo>
                    <a:pt x="1285584" y="160746"/>
                  </a:lnTo>
                  <a:close/>
                  <a:moveTo>
                    <a:pt x="1318097" y="138769"/>
                  </a:moveTo>
                  <a:lnTo>
                    <a:pt x="1315029" y="135936"/>
                  </a:lnTo>
                  <a:lnTo>
                    <a:pt x="1285584" y="160746"/>
                  </a:lnTo>
                  <a:close/>
                  <a:moveTo>
                    <a:pt x="1444631" y="235470"/>
                  </a:moveTo>
                  <a:lnTo>
                    <a:pt x="1403139" y="290691"/>
                  </a:lnTo>
                  <a:lnTo>
                    <a:pt x="1447657" y="282456"/>
                  </a:lnTo>
                  <a:close/>
                  <a:moveTo>
                    <a:pt x="1485087" y="240563"/>
                  </a:moveTo>
                  <a:lnTo>
                    <a:pt x="1444631" y="235470"/>
                  </a:lnTo>
                  <a:lnTo>
                    <a:pt x="1447657" y="282456"/>
                  </a:lnTo>
                  <a:close/>
                  <a:moveTo>
                    <a:pt x="1444631" y="235470"/>
                  </a:moveTo>
                  <a:lnTo>
                    <a:pt x="1485087" y="240563"/>
                  </a:lnTo>
                  <a:lnTo>
                    <a:pt x="1492034" y="172172"/>
                  </a:lnTo>
                  <a:close/>
                  <a:moveTo>
                    <a:pt x="1444631" y="235470"/>
                  </a:moveTo>
                  <a:lnTo>
                    <a:pt x="1492034" y="172172"/>
                  </a:lnTo>
                  <a:lnTo>
                    <a:pt x="1446095" y="171537"/>
                  </a:lnTo>
                  <a:close/>
                  <a:moveTo>
                    <a:pt x="1492034" y="172172"/>
                  </a:moveTo>
                  <a:lnTo>
                    <a:pt x="1486010" y="116279"/>
                  </a:lnTo>
                  <a:lnTo>
                    <a:pt x="1447460" y="146821"/>
                  </a:lnTo>
                  <a:close/>
                  <a:moveTo>
                    <a:pt x="1389501" y="54079"/>
                  </a:moveTo>
                  <a:lnTo>
                    <a:pt x="1429688" y="59390"/>
                  </a:lnTo>
                  <a:lnTo>
                    <a:pt x="1425564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28" name="Output_density__4327">
              <a:extLst>
                <a:ext uri="{FF2B5EF4-FFF2-40B4-BE49-F238E27FC236}">
                  <a16:creationId xmlns:a16="http://schemas.microsoft.com/office/drawing/2014/main" id="{D667DBB2-C348-D0E1-4BBD-91D3777DBCE6}"/>
                </a:ext>
              </a:extLst>
            </p:cNvPr>
            <p:cNvSpPr>
              <a:spLocks noGrp="1"/>
            </p:cNvSpPr>
            <p:nvPr/>
          </p:nvSpPr>
          <p:spPr>
            <a:xfrm>
              <a:off x="14820481" y="2446155"/>
              <a:ext cx="1513101" cy="1012247"/>
            </a:xfrm>
            <a:custGeom>
              <a:avLst/>
              <a:gdLst/>
              <a:ahLst/>
              <a:cxnLst/>
              <a:rect l="0" t="0" r="0" b="0"/>
              <a:pathLst>
                <a:path w="1513101" h="1012247">
                  <a:moveTo>
                    <a:pt x="267356" y="979664"/>
                  </a:moveTo>
                  <a:lnTo>
                    <a:pt x="348286" y="972670"/>
                  </a:lnTo>
                  <a:lnTo>
                    <a:pt x="288166" y="922572"/>
                  </a:lnTo>
                  <a:close/>
                  <a:moveTo>
                    <a:pt x="206716" y="824568"/>
                  </a:moveTo>
                  <a:lnTo>
                    <a:pt x="194940" y="883590"/>
                  </a:lnTo>
                  <a:lnTo>
                    <a:pt x="264609" y="878227"/>
                  </a:lnTo>
                  <a:close/>
                  <a:moveTo>
                    <a:pt x="40955" y="664270"/>
                  </a:moveTo>
                  <a:lnTo>
                    <a:pt x="21066" y="688364"/>
                  </a:lnTo>
                  <a:lnTo>
                    <a:pt x="72359" y="715807"/>
                  </a:lnTo>
                  <a:close/>
                  <a:moveTo>
                    <a:pt x="40955" y="664270"/>
                  </a:moveTo>
                  <a:lnTo>
                    <a:pt x="0" y="636828"/>
                  </a:lnTo>
                  <a:lnTo>
                    <a:pt x="21066" y="688364"/>
                  </a:lnTo>
                  <a:close/>
                  <a:moveTo>
                    <a:pt x="368481" y="913278"/>
                  </a:moveTo>
                  <a:lnTo>
                    <a:pt x="334234" y="897859"/>
                  </a:lnTo>
                  <a:lnTo>
                    <a:pt x="288166" y="922572"/>
                  </a:lnTo>
                  <a:close/>
                  <a:moveTo>
                    <a:pt x="348286" y="972670"/>
                  </a:moveTo>
                  <a:lnTo>
                    <a:pt x="368481" y="913278"/>
                  </a:lnTo>
                  <a:lnTo>
                    <a:pt x="288166" y="922572"/>
                  </a:lnTo>
                  <a:close/>
                  <a:moveTo>
                    <a:pt x="206435" y="656769"/>
                  </a:moveTo>
                  <a:lnTo>
                    <a:pt x="191072" y="649058"/>
                  </a:lnTo>
                  <a:lnTo>
                    <a:pt x="159425" y="640176"/>
                  </a:lnTo>
                  <a:close/>
                  <a:moveTo>
                    <a:pt x="291831" y="667868"/>
                  </a:moveTo>
                  <a:lnTo>
                    <a:pt x="236954" y="640176"/>
                  </a:lnTo>
                  <a:lnTo>
                    <a:pt x="240534" y="649361"/>
                  </a:lnTo>
                  <a:close/>
                  <a:moveTo>
                    <a:pt x="240534" y="649361"/>
                  </a:moveTo>
                  <a:lnTo>
                    <a:pt x="236954" y="640176"/>
                  </a:lnTo>
                  <a:lnTo>
                    <a:pt x="206435" y="656769"/>
                  </a:lnTo>
                  <a:close/>
                  <a:moveTo>
                    <a:pt x="291831" y="667868"/>
                  </a:moveTo>
                  <a:lnTo>
                    <a:pt x="240534" y="649361"/>
                  </a:lnTo>
                  <a:lnTo>
                    <a:pt x="290337" y="667619"/>
                  </a:lnTo>
                  <a:close/>
                  <a:moveTo>
                    <a:pt x="535023" y="873057"/>
                  </a:moveTo>
                  <a:lnTo>
                    <a:pt x="486262" y="869387"/>
                  </a:lnTo>
                  <a:lnTo>
                    <a:pt x="528595" y="873765"/>
                  </a:lnTo>
                  <a:close/>
                  <a:moveTo>
                    <a:pt x="503119" y="797515"/>
                  </a:moveTo>
                  <a:lnTo>
                    <a:pt x="457949" y="746598"/>
                  </a:lnTo>
                  <a:lnTo>
                    <a:pt x="503175" y="798224"/>
                  </a:lnTo>
                  <a:close/>
                  <a:moveTo>
                    <a:pt x="436448" y="722921"/>
                  </a:moveTo>
                  <a:lnTo>
                    <a:pt x="398383" y="695062"/>
                  </a:lnTo>
                  <a:lnTo>
                    <a:pt x="437314" y="751043"/>
                  </a:lnTo>
                  <a:close/>
                  <a:moveTo>
                    <a:pt x="351253" y="579067"/>
                  </a:moveTo>
                  <a:lnTo>
                    <a:pt x="324331" y="553942"/>
                  </a:lnTo>
                  <a:lnTo>
                    <a:pt x="364899" y="591988"/>
                  </a:lnTo>
                  <a:close/>
                  <a:moveTo>
                    <a:pt x="506106" y="733098"/>
                  </a:moveTo>
                  <a:lnTo>
                    <a:pt x="457949" y="746598"/>
                  </a:lnTo>
                  <a:lnTo>
                    <a:pt x="503119" y="797515"/>
                  </a:lnTo>
                  <a:close/>
                  <a:moveTo>
                    <a:pt x="364899" y="591988"/>
                  </a:moveTo>
                  <a:lnTo>
                    <a:pt x="363615" y="625284"/>
                  </a:lnTo>
                  <a:lnTo>
                    <a:pt x="379302" y="571995"/>
                  </a:lnTo>
                  <a:close/>
                  <a:moveTo>
                    <a:pt x="824346" y="956093"/>
                  </a:moveTo>
                  <a:lnTo>
                    <a:pt x="802330" y="980187"/>
                  </a:lnTo>
                  <a:lnTo>
                    <a:pt x="830231" y="1012247"/>
                  </a:lnTo>
                  <a:close/>
                  <a:moveTo>
                    <a:pt x="797642" y="928650"/>
                  </a:moveTo>
                  <a:lnTo>
                    <a:pt x="802330" y="980187"/>
                  </a:lnTo>
                  <a:lnTo>
                    <a:pt x="824346" y="956093"/>
                  </a:lnTo>
                  <a:close/>
                  <a:moveTo>
                    <a:pt x="797642" y="928650"/>
                  </a:moveTo>
                  <a:lnTo>
                    <a:pt x="824346" y="956093"/>
                  </a:lnTo>
                  <a:lnTo>
                    <a:pt x="791422" y="904556"/>
                  </a:lnTo>
                  <a:close/>
                  <a:moveTo>
                    <a:pt x="375762" y="512130"/>
                  </a:moveTo>
                  <a:lnTo>
                    <a:pt x="435575" y="501485"/>
                  </a:lnTo>
                  <a:lnTo>
                    <a:pt x="412026" y="457887"/>
                  </a:lnTo>
                  <a:close/>
                  <a:moveTo>
                    <a:pt x="375762" y="512130"/>
                  </a:moveTo>
                  <a:lnTo>
                    <a:pt x="412026" y="457887"/>
                  </a:lnTo>
                  <a:lnTo>
                    <a:pt x="374047" y="450781"/>
                  </a:lnTo>
                  <a:close/>
                  <a:moveTo>
                    <a:pt x="435575" y="501485"/>
                  </a:moveTo>
                  <a:lnTo>
                    <a:pt x="476747" y="505995"/>
                  </a:lnTo>
                  <a:lnTo>
                    <a:pt x="451037" y="464155"/>
                  </a:lnTo>
                  <a:close/>
                  <a:moveTo>
                    <a:pt x="435575" y="501485"/>
                  </a:moveTo>
                  <a:lnTo>
                    <a:pt x="451037" y="464155"/>
                  </a:lnTo>
                  <a:lnTo>
                    <a:pt x="412026" y="457887"/>
                  </a:lnTo>
                  <a:close/>
                  <a:moveTo>
                    <a:pt x="374047" y="450781"/>
                  </a:moveTo>
                  <a:lnTo>
                    <a:pt x="412026" y="457887"/>
                  </a:lnTo>
                  <a:lnTo>
                    <a:pt x="400049" y="404882"/>
                  </a:lnTo>
                  <a:close/>
                  <a:moveTo>
                    <a:pt x="374047" y="450781"/>
                  </a:moveTo>
                  <a:lnTo>
                    <a:pt x="400049" y="404882"/>
                  </a:lnTo>
                  <a:lnTo>
                    <a:pt x="364265" y="395991"/>
                  </a:lnTo>
                  <a:close/>
                  <a:moveTo>
                    <a:pt x="763863" y="749947"/>
                  </a:moveTo>
                  <a:lnTo>
                    <a:pt x="770725" y="801483"/>
                  </a:lnTo>
                  <a:lnTo>
                    <a:pt x="839444" y="776895"/>
                  </a:lnTo>
                  <a:close/>
                  <a:moveTo>
                    <a:pt x="839444" y="776895"/>
                  </a:moveTo>
                  <a:lnTo>
                    <a:pt x="770725" y="801483"/>
                  </a:lnTo>
                  <a:lnTo>
                    <a:pt x="839309" y="777607"/>
                  </a:lnTo>
                  <a:close/>
                  <a:moveTo>
                    <a:pt x="839444" y="776895"/>
                  </a:moveTo>
                  <a:lnTo>
                    <a:pt x="839309" y="777607"/>
                  </a:lnTo>
                  <a:lnTo>
                    <a:pt x="840628" y="777390"/>
                  </a:lnTo>
                  <a:close/>
                  <a:moveTo>
                    <a:pt x="615493" y="519707"/>
                  </a:moveTo>
                  <a:lnTo>
                    <a:pt x="596165" y="526243"/>
                  </a:lnTo>
                  <a:lnTo>
                    <a:pt x="615137" y="532194"/>
                  </a:lnTo>
                  <a:close/>
                  <a:moveTo>
                    <a:pt x="862822" y="701759"/>
                  </a:moveTo>
                  <a:lnTo>
                    <a:pt x="839444" y="776895"/>
                  </a:lnTo>
                  <a:lnTo>
                    <a:pt x="840628" y="777390"/>
                  </a:lnTo>
                  <a:close/>
                  <a:moveTo>
                    <a:pt x="862822" y="701759"/>
                  </a:moveTo>
                  <a:lnTo>
                    <a:pt x="840628" y="777390"/>
                  </a:lnTo>
                  <a:lnTo>
                    <a:pt x="888871" y="753296"/>
                  </a:lnTo>
                  <a:close/>
                  <a:moveTo>
                    <a:pt x="928325" y="743221"/>
                  </a:moveTo>
                  <a:lnTo>
                    <a:pt x="990798" y="793156"/>
                  </a:lnTo>
                  <a:lnTo>
                    <a:pt x="939588" y="753296"/>
                  </a:lnTo>
                  <a:close/>
                  <a:moveTo>
                    <a:pt x="990798" y="793156"/>
                  </a:moveTo>
                  <a:lnTo>
                    <a:pt x="1042908" y="743783"/>
                  </a:lnTo>
                  <a:lnTo>
                    <a:pt x="973129" y="753296"/>
                  </a:lnTo>
                  <a:close/>
                  <a:moveTo>
                    <a:pt x="917487" y="689289"/>
                  </a:moveTo>
                  <a:lnTo>
                    <a:pt x="862822" y="701759"/>
                  </a:lnTo>
                  <a:lnTo>
                    <a:pt x="928325" y="743221"/>
                  </a:lnTo>
                  <a:close/>
                  <a:moveTo>
                    <a:pt x="928325" y="743221"/>
                  </a:moveTo>
                  <a:lnTo>
                    <a:pt x="939588" y="753296"/>
                  </a:lnTo>
                  <a:lnTo>
                    <a:pt x="964882" y="688740"/>
                  </a:lnTo>
                  <a:close/>
                  <a:moveTo>
                    <a:pt x="917487" y="689289"/>
                  </a:moveTo>
                  <a:lnTo>
                    <a:pt x="928325" y="743221"/>
                  </a:lnTo>
                  <a:lnTo>
                    <a:pt x="964882" y="688740"/>
                  </a:lnTo>
                  <a:close/>
                  <a:moveTo>
                    <a:pt x="853633" y="695044"/>
                  </a:moveTo>
                  <a:lnTo>
                    <a:pt x="862822" y="701759"/>
                  </a:lnTo>
                  <a:lnTo>
                    <a:pt x="917487" y="689289"/>
                  </a:lnTo>
                  <a:close/>
                  <a:moveTo>
                    <a:pt x="917487" y="689289"/>
                  </a:moveTo>
                  <a:lnTo>
                    <a:pt x="905941" y="635932"/>
                  </a:lnTo>
                  <a:lnTo>
                    <a:pt x="853633" y="695044"/>
                  </a:lnTo>
                  <a:close/>
                  <a:moveTo>
                    <a:pt x="964882" y="688740"/>
                  </a:moveTo>
                  <a:lnTo>
                    <a:pt x="952411" y="626128"/>
                  </a:lnTo>
                  <a:lnTo>
                    <a:pt x="905941" y="635932"/>
                  </a:lnTo>
                  <a:close/>
                  <a:moveTo>
                    <a:pt x="964882" y="688740"/>
                  </a:moveTo>
                  <a:lnTo>
                    <a:pt x="905941" y="635932"/>
                  </a:lnTo>
                  <a:lnTo>
                    <a:pt x="917487" y="689289"/>
                  </a:lnTo>
                  <a:close/>
                  <a:moveTo>
                    <a:pt x="952411" y="626128"/>
                  </a:moveTo>
                  <a:lnTo>
                    <a:pt x="911382" y="574592"/>
                  </a:lnTo>
                  <a:lnTo>
                    <a:pt x="905941" y="635932"/>
                  </a:lnTo>
                  <a:close/>
                  <a:moveTo>
                    <a:pt x="911382" y="574592"/>
                  </a:moveTo>
                  <a:lnTo>
                    <a:pt x="901231" y="577019"/>
                  </a:lnTo>
                  <a:lnTo>
                    <a:pt x="905941" y="635932"/>
                  </a:lnTo>
                  <a:close/>
                  <a:moveTo>
                    <a:pt x="845009" y="584745"/>
                  </a:moveTo>
                  <a:lnTo>
                    <a:pt x="905941" y="635932"/>
                  </a:lnTo>
                  <a:lnTo>
                    <a:pt x="901231" y="577019"/>
                  </a:lnTo>
                  <a:close/>
                  <a:moveTo>
                    <a:pt x="903070" y="570306"/>
                  </a:moveTo>
                  <a:lnTo>
                    <a:pt x="845274" y="523055"/>
                  </a:lnTo>
                  <a:lnTo>
                    <a:pt x="901231" y="577019"/>
                  </a:lnTo>
                  <a:close/>
                  <a:moveTo>
                    <a:pt x="901231" y="577019"/>
                  </a:moveTo>
                  <a:lnTo>
                    <a:pt x="845274" y="523055"/>
                  </a:lnTo>
                  <a:lnTo>
                    <a:pt x="842353" y="524160"/>
                  </a:lnTo>
                  <a:close/>
                  <a:moveTo>
                    <a:pt x="903070" y="570306"/>
                  </a:moveTo>
                  <a:lnTo>
                    <a:pt x="901231" y="577019"/>
                  </a:lnTo>
                  <a:lnTo>
                    <a:pt x="911382" y="574592"/>
                  </a:lnTo>
                  <a:close/>
                  <a:moveTo>
                    <a:pt x="843280" y="521438"/>
                  </a:moveTo>
                  <a:lnTo>
                    <a:pt x="842353" y="524160"/>
                  </a:lnTo>
                  <a:lnTo>
                    <a:pt x="845274" y="523055"/>
                  </a:lnTo>
                  <a:close/>
                  <a:moveTo>
                    <a:pt x="834743" y="523055"/>
                  </a:moveTo>
                  <a:lnTo>
                    <a:pt x="842353" y="524160"/>
                  </a:lnTo>
                  <a:lnTo>
                    <a:pt x="843280" y="521438"/>
                  </a:lnTo>
                  <a:close/>
                  <a:moveTo>
                    <a:pt x="1032517" y="729202"/>
                  </a:moveTo>
                  <a:lnTo>
                    <a:pt x="1042908" y="743783"/>
                  </a:lnTo>
                  <a:lnTo>
                    <a:pt x="1052607" y="705108"/>
                  </a:lnTo>
                  <a:close/>
                  <a:moveTo>
                    <a:pt x="911382" y="574592"/>
                  </a:moveTo>
                  <a:lnTo>
                    <a:pt x="969924" y="621898"/>
                  </a:lnTo>
                  <a:lnTo>
                    <a:pt x="965258" y="562949"/>
                  </a:lnTo>
                  <a:close/>
                  <a:moveTo>
                    <a:pt x="911382" y="574592"/>
                  </a:moveTo>
                  <a:lnTo>
                    <a:pt x="952411" y="626128"/>
                  </a:lnTo>
                  <a:lnTo>
                    <a:pt x="969924" y="621898"/>
                  </a:lnTo>
                  <a:close/>
                  <a:moveTo>
                    <a:pt x="969924" y="621898"/>
                  </a:moveTo>
                  <a:lnTo>
                    <a:pt x="1018371" y="557751"/>
                  </a:lnTo>
                  <a:lnTo>
                    <a:pt x="965258" y="562949"/>
                  </a:lnTo>
                  <a:close/>
                  <a:moveTo>
                    <a:pt x="911382" y="574592"/>
                  </a:moveTo>
                  <a:lnTo>
                    <a:pt x="965258" y="562949"/>
                  </a:lnTo>
                  <a:lnTo>
                    <a:pt x="903070" y="570306"/>
                  </a:lnTo>
                  <a:close/>
                  <a:moveTo>
                    <a:pt x="903070" y="570306"/>
                  </a:moveTo>
                  <a:lnTo>
                    <a:pt x="965258" y="562949"/>
                  </a:lnTo>
                  <a:lnTo>
                    <a:pt x="973570" y="524317"/>
                  </a:lnTo>
                  <a:close/>
                  <a:moveTo>
                    <a:pt x="903070" y="570306"/>
                  </a:moveTo>
                  <a:lnTo>
                    <a:pt x="973570" y="524317"/>
                  </a:lnTo>
                  <a:lnTo>
                    <a:pt x="921326" y="503662"/>
                  </a:lnTo>
                  <a:close/>
                  <a:moveTo>
                    <a:pt x="834743" y="523055"/>
                  </a:moveTo>
                  <a:lnTo>
                    <a:pt x="843280" y="521438"/>
                  </a:lnTo>
                  <a:lnTo>
                    <a:pt x="865702" y="470368"/>
                  </a:lnTo>
                  <a:close/>
                  <a:moveTo>
                    <a:pt x="911977" y="498961"/>
                  </a:moveTo>
                  <a:lnTo>
                    <a:pt x="903070" y="570306"/>
                  </a:lnTo>
                  <a:lnTo>
                    <a:pt x="921326" y="503662"/>
                  </a:lnTo>
                  <a:close/>
                  <a:moveTo>
                    <a:pt x="911977" y="498961"/>
                  </a:moveTo>
                  <a:lnTo>
                    <a:pt x="845274" y="523055"/>
                  </a:lnTo>
                  <a:lnTo>
                    <a:pt x="903070" y="570306"/>
                  </a:lnTo>
                  <a:close/>
                  <a:moveTo>
                    <a:pt x="845274" y="523055"/>
                  </a:moveTo>
                  <a:lnTo>
                    <a:pt x="911977" y="498961"/>
                  </a:lnTo>
                  <a:lnTo>
                    <a:pt x="843280" y="521438"/>
                  </a:lnTo>
                  <a:close/>
                  <a:moveTo>
                    <a:pt x="911977" y="498961"/>
                  </a:moveTo>
                  <a:lnTo>
                    <a:pt x="865702" y="470368"/>
                  </a:lnTo>
                  <a:lnTo>
                    <a:pt x="843280" y="521438"/>
                  </a:lnTo>
                  <a:close/>
                  <a:moveTo>
                    <a:pt x="1088304" y="603934"/>
                  </a:moveTo>
                  <a:lnTo>
                    <a:pt x="1055178" y="653571"/>
                  </a:lnTo>
                  <a:lnTo>
                    <a:pt x="1118858" y="583269"/>
                  </a:lnTo>
                  <a:close/>
                  <a:moveTo>
                    <a:pt x="922538" y="496954"/>
                  </a:moveTo>
                  <a:lnTo>
                    <a:pt x="911977" y="498961"/>
                  </a:lnTo>
                  <a:lnTo>
                    <a:pt x="921326" y="503662"/>
                  </a:lnTo>
                  <a:close/>
                  <a:moveTo>
                    <a:pt x="903191" y="300956"/>
                  </a:moveTo>
                  <a:lnTo>
                    <a:pt x="820285" y="300565"/>
                  </a:lnTo>
                  <a:lnTo>
                    <a:pt x="856543" y="301228"/>
                  </a:lnTo>
                  <a:close/>
                  <a:moveTo>
                    <a:pt x="1216975" y="370736"/>
                  </a:moveTo>
                  <a:lnTo>
                    <a:pt x="1176835" y="426679"/>
                  </a:lnTo>
                  <a:lnTo>
                    <a:pt x="1193661" y="418472"/>
                  </a:lnTo>
                  <a:close/>
                  <a:moveTo>
                    <a:pt x="1340442" y="259613"/>
                  </a:moveTo>
                  <a:lnTo>
                    <a:pt x="1308381" y="228234"/>
                  </a:lnTo>
                  <a:lnTo>
                    <a:pt x="1275146" y="211972"/>
                  </a:lnTo>
                  <a:close/>
                  <a:moveTo>
                    <a:pt x="1340442" y="259613"/>
                  </a:moveTo>
                  <a:lnTo>
                    <a:pt x="1397088" y="250321"/>
                  </a:lnTo>
                  <a:lnTo>
                    <a:pt x="1314071" y="223882"/>
                  </a:lnTo>
                  <a:close/>
                  <a:moveTo>
                    <a:pt x="1275146" y="211972"/>
                  </a:moveTo>
                  <a:lnTo>
                    <a:pt x="1299174" y="223882"/>
                  </a:lnTo>
                  <a:lnTo>
                    <a:pt x="1282829" y="172478"/>
                  </a:lnTo>
                  <a:close/>
                  <a:moveTo>
                    <a:pt x="1282829" y="172478"/>
                  </a:moveTo>
                  <a:lnTo>
                    <a:pt x="1306650" y="221765"/>
                  </a:lnTo>
                  <a:lnTo>
                    <a:pt x="1336095" y="196955"/>
                  </a:lnTo>
                  <a:close/>
                  <a:moveTo>
                    <a:pt x="1465698" y="296489"/>
                  </a:moveTo>
                  <a:lnTo>
                    <a:pt x="1423236" y="293027"/>
                  </a:lnTo>
                  <a:lnTo>
                    <a:pt x="1424206" y="351710"/>
                  </a:lnTo>
                  <a:close/>
                  <a:moveTo>
                    <a:pt x="1465698" y="296489"/>
                  </a:moveTo>
                  <a:lnTo>
                    <a:pt x="1467162" y="232556"/>
                  </a:lnTo>
                  <a:lnTo>
                    <a:pt x="1423236" y="293027"/>
                  </a:lnTo>
                  <a:close/>
                  <a:moveTo>
                    <a:pt x="1397088" y="250321"/>
                  </a:moveTo>
                  <a:lnTo>
                    <a:pt x="1467162" y="232556"/>
                  </a:lnTo>
                  <a:lnTo>
                    <a:pt x="1468526" y="207840"/>
                  </a:lnTo>
                  <a:close/>
                  <a:moveTo>
                    <a:pt x="1467162" y="232556"/>
                  </a:moveTo>
                  <a:lnTo>
                    <a:pt x="1513101" y="233191"/>
                  </a:lnTo>
                  <a:lnTo>
                    <a:pt x="1468526" y="207840"/>
                  </a:lnTo>
                  <a:close/>
                  <a:moveTo>
                    <a:pt x="1355937" y="124158"/>
                  </a:moveTo>
                  <a:lnTo>
                    <a:pt x="1336095" y="196955"/>
                  </a:lnTo>
                  <a:lnTo>
                    <a:pt x="1339163" y="199788"/>
                  </a:lnTo>
                  <a:close/>
                  <a:moveTo>
                    <a:pt x="1466137" y="170647"/>
                  </a:moveTo>
                  <a:lnTo>
                    <a:pt x="1415366" y="183759"/>
                  </a:lnTo>
                  <a:lnTo>
                    <a:pt x="1468526" y="207840"/>
                  </a:lnTo>
                  <a:close/>
                  <a:moveTo>
                    <a:pt x="1415436" y="173883"/>
                  </a:moveTo>
                  <a:lnTo>
                    <a:pt x="1466137" y="170647"/>
                  </a:lnTo>
                  <a:lnTo>
                    <a:pt x="1450754" y="120410"/>
                  </a:lnTo>
                  <a:close/>
                  <a:moveTo>
                    <a:pt x="1415436" y="173883"/>
                  </a:moveTo>
                  <a:lnTo>
                    <a:pt x="1450754" y="120410"/>
                  </a:lnTo>
                  <a:lnTo>
                    <a:pt x="1410568" y="115098"/>
                  </a:lnTo>
                  <a:close/>
                  <a:moveTo>
                    <a:pt x="1506932" y="175463"/>
                  </a:moveTo>
                  <a:lnTo>
                    <a:pt x="1468526" y="207840"/>
                  </a:lnTo>
                  <a:lnTo>
                    <a:pt x="1507077" y="177298"/>
                  </a:lnTo>
                  <a:close/>
                  <a:moveTo>
                    <a:pt x="1506932" y="175463"/>
                  </a:moveTo>
                  <a:lnTo>
                    <a:pt x="1466137" y="170647"/>
                  </a:lnTo>
                  <a:lnTo>
                    <a:pt x="1468526" y="207840"/>
                  </a:lnTo>
                  <a:close/>
                  <a:moveTo>
                    <a:pt x="1466137" y="170647"/>
                  </a:moveTo>
                  <a:lnTo>
                    <a:pt x="1506932" y="175463"/>
                  </a:lnTo>
                  <a:lnTo>
                    <a:pt x="1450754" y="120410"/>
                  </a:lnTo>
                  <a:close/>
                  <a:moveTo>
                    <a:pt x="1410568" y="115098"/>
                  </a:moveTo>
                  <a:lnTo>
                    <a:pt x="1446630" y="61019"/>
                  </a:lnTo>
                  <a:lnTo>
                    <a:pt x="1402463" y="58944"/>
                  </a:lnTo>
                  <a:close/>
                  <a:moveTo>
                    <a:pt x="1402463" y="58944"/>
                  </a:moveTo>
                  <a:lnTo>
                    <a:pt x="1446630" y="61019"/>
                  </a:lnTo>
                  <a:lnTo>
                    <a:pt x="1444511" y="0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29" name="Output_density__4328">
              <a:extLst>
                <a:ext uri="{FF2B5EF4-FFF2-40B4-BE49-F238E27FC236}">
                  <a16:creationId xmlns:a16="http://schemas.microsoft.com/office/drawing/2014/main" id="{454F0315-74B8-2134-F07A-746F9E7F150F}"/>
                </a:ext>
              </a:extLst>
            </p:cNvPr>
            <p:cNvSpPr>
              <a:spLocks noGrp="1"/>
            </p:cNvSpPr>
            <p:nvPr/>
          </p:nvSpPr>
          <p:spPr>
            <a:xfrm>
              <a:off x="14833294" y="2406475"/>
              <a:ext cx="1379858" cy="985728"/>
            </a:xfrm>
            <a:custGeom>
              <a:avLst/>
              <a:gdLst/>
              <a:ahLst/>
              <a:cxnLst/>
              <a:rect l="0" t="0" r="0" b="0"/>
              <a:pathLst>
                <a:path w="1379858" h="985728">
                  <a:moveTo>
                    <a:pt x="197028" y="934191"/>
                  </a:moveTo>
                  <a:lnTo>
                    <a:pt x="274995" y="960914"/>
                  </a:lnTo>
                  <a:lnTo>
                    <a:pt x="251796" y="917908"/>
                  </a:lnTo>
                  <a:close/>
                  <a:moveTo>
                    <a:pt x="275051" y="961634"/>
                  </a:moveTo>
                  <a:lnTo>
                    <a:pt x="274995" y="960914"/>
                  </a:lnTo>
                  <a:lnTo>
                    <a:pt x="197028" y="934191"/>
                  </a:lnTo>
                  <a:close/>
                  <a:moveTo>
                    <a:pt x="228059" y="985728"/>
                  </a:moveTo>
                  <a:lnTo>
                    <a:pt x="275051" y="961634"/>
                  </a:lnTo>
                  <a:lnTo>
                    <a:pt x="197028" y="934191"/>
                  </a:lnTo>
                  <a:close/>
                  <a:moveTo>
                    <a:pt x="251796" y="917908"/>
                  </a:moveTo>
                  <a:lnTo>
                    <a:pt x="274995" y="960914"/>
                  </a:lnTo>
                  <a:lnTo>
                    <a:pt x="271288" y="910097"/>
                  </a:lnTo>
                  <a:close/>
                  <a:moveTo>
                    <a:pt x="2781" y="652415"/>
                  </a:moveTo>
                  <a:lnTo>
                    <a:pt x="0" y="656971"/>
                  </a:lnTo>
                  <a:lnTo>
                    <a:pt x="9442" y="666760"/>
                  </a:lnTo>
                  <a:close/>
                  <a:moveTo>
                    <a:pt x="3649" y="645101"/>
                  </a:moveTo>
                  <a:lnTo>
                    <a:pt x="0" y="656971"/>
                  </a:lnTo>
                  <a:lnTo>
                    <a:pt x="2781" y="652415"/>
                  </a:lnTo>
                  <a:close/>
                  <a:moveTo>
                    <a:pt x="275051" y="961634"/>
                  </a:moveTo>
                  <a:lnTo>
                    <a:pt x="275353" y="962252"/>
                  </a:lnTo>
                  <a:lnTo>
                    <a:pt x="275666" y="961245"/>
                  </a:lnTo>
                  <a:close/>
                  <a:moveTo>
                    <a:pt x="275051" y="961634"/>
                  </a:moveTo>
                  <a:lnTo>
                    <a:pt x="275666" y="961245"/>
                  </a:lnTo>
                  <a:lnTo>
                    <a:pt x="274995" y="960914"/>
                  </a:lnTo>
                  <a:close/>
                  <a:moveTo>
                    <a:pt x="2781" y="652415"/>
                  </a:moveTo>
                  <a:lnTo>
                    <a:pt x="9442" y="666760"/>
                  </a:lnTo>
                  <a:lnTo>
                    <a:pt x="10454" y="648471"/>
                  </a:lnTo>
                  <a:close/>
                  <a:moveTo>
                    <a:pt x="3649" y="645101"/>
                  </a:moveTo>
                  <a:lnTo>
                    <a:pt x="2781" y="652415"/>
                  </a:lnTo>
                  <a:lnTo>
                    <a:pt x="10454" y="648471"/>
                  </a:lnTo>
                  <a:close/>
                  <a:moveTo>
                    <a:pt x="3649" y="645101"/>
                  </a:moveTo>
                  <a:lnTo>
                    <a:pt x="10454" y="648471"/>
                  </a:lnTo>
                  <a:lnTo>
                    <a:pt x="8614" y="600878"/>
                  </a:lnTo>
                  <a:close/>
                  <a:moveTo>
                    <a:pt x="8614" y="600878"/>
                  </a:moveTo>
                  <a:lnTo>
                    <a:pt x="10454" y="648471"/>
                  </a:lnTo>
                  <a:lnTo>
                    <a:pt x="55420" y="628320"/>
                  </a:lnTo>
                  <a:close/>
                  <a:moveTo>
                    <a:pt x="8614" y="600878"/>
                  </a:moveTo>
                  <a:lnTo>
                    <a:pt x="55420" y="628320"/>
                  </a:lnTo>
                  <a:lnTo>
                    <a:pt x="53101" y="576783"/>
                  </a:lnTo>
                  <a:close/>
                  <a:moveTo>
                    <a:pt x="59738" y="545234"/>
                  </a:moveTo>
                  <a:lnTo>
                    <a:pt x="8614" y="600878"/>
                  </a:lnTo>
                  <a:lnTo>
                    <a:pt x="53101" y="576783"/>
                  </a:lnTo>
                  <a:close/>
                  <a:moveTo>
                    <a:pt x="59738" y="545234"/>
                  </a:moveTo>
                  <a:lnTo>
                    <a:pt x="27320" y="558928"/>
                  </a:lnTo>
                  <a:lnTo>
                    <a:pt x="8614" y="600878"/>
                  </a:lnTo>
                  <a:close/>
                  <a:moveTo>
                    <a:pt x="239924" y="676588"/>
                  </a:moveTo>
                  <a:lnTo>
                    <a:pt x="224141" y="679857"/>
                  </a:lnTo>
                  <a:lnTo>
                    <a:pt x="279018" y="707548"/>
                  </a:lnTo>
                  <a:close/>
                  <a:moveTo>
                    <a:pt x="279018" y="707548"/>
                  </a:moveTo>
                  <a:lnTo>
                    <a:pt x="322914" y="695598"/>
                  </a:lnTo>
                  <a:lnTo>
                    <a:pt x="305686" y="661108"/>
                  </a:lnTo>
                  <a:close/>
                  <a:moveTo>
                    <a:pt x="279018" y="707548"/>
                  </a:moveTo>
                  <a:lnTo>
                    <a:pt x="305686" y="661108"/>
                  </a:lnTo>
                  <a:lnTo>
                    <a:pt x="239924" y="676588"/>
                  </a:lnTo>
                  <a:close/>
                  <a:moveTo>
                    <a:pt x="53101" y="576783"/>
                  </a:moveTo>
                  <a:lnTo>
                    <a:pt x="83684" y="501433"/>
                  </a:lnTo>
                  <a:lnTo>
                    <a:pt x="59738" y="545234"/>
                  </a:lnTo>
                  <a:close/>
                  <a:moveTo>
                    <a:pt x="65443" y="525247"/>
                  </a:moveTo>
                  <a:lnTo>
                    <a:pt x="59738" y="545234"/>
                  </a:lnTo>
                  <a:lnTo>
                    <a:pt x="83684" y="501433"/>
                  </a:lnTo>
                  <a:close/>
                  <a:moveTo>
                    <a:pt x="83980" y="500972"/>
                  </a:moveTo>
                  <a:lnTo>
                    <a:pt x="65443" y="525247"/>
                  </a:lnTo>
                  <a:lnTo>
                    <a:pt x="83684" y="501433"/>
                  </a:lnTo>
                  <a:close/>
                  <a:moveTo>
                    <a:pt x="350801" y="664965"/>
                  </a:moveTo>
                  <a:lnTo>
                    <a:pt x="322914" y="695598"/>
                  </a:lnTo>
                  <a:lnTo>
                    <a:pt x="285490" y="707299"/>
                  </a:lnTo>
                  <a:close/>
                  <a:moveTo>
                    <a:pt x="322914" y="695598"/>
                  </a:moveTo>
                  <a:lnTo>
                    <a:pt x="350801" y="664965"/>
                  </a:lnTo>
                  <a:lnTo>
                    <a:pt x="325126" y="655763"/>
                  </a:lnTo>
                  <a:close/>
                  <a:moveTo>
                    <a:pt x="119196" y="457961"/>
                  </a:moveTo>
                  <a:lnTo>
                    <a:pt x="83980" y="500972"/>
                  </a:lnTo>
                  <a:lnTo>
                    <a:pt x="149525" y="436456"/>
                  </a:lnTo>
                  <a:close/>
                  <a:moveTo>
                    <a:pt x="211395" y="410828"/>
                  </a:moveTo>
                  <a:lnTo>
                    <a:pt x="162160" y="425523"/>
                  </a:lnTo>
                  <a:lnTo>
                    <a:pt x="227265" y="417537"/>
                  </a:lnTo>
                  <a:close/>
                  <a:moveTo>
                    <a:pt x="162160" y="425523"/>
                  </a:moveTo>
                  <a:lnTo>
                    <a:pt x="149525" y="436456"/>
                  </a:lnTo>
                  <a:lnTo>
                    <a:pt x="227265" y="417537"/>
                  </a:lnTo>
                  <a:close/>
                  <a:moveTo>
                    <a:pt x="840542" y="868607"/>
                  </a:moveTo>
                  <a:lnTo>
                    <a:pt x="840487" y="868384"/>
                  </a:lnTo>
                  <a:lnTo>
                    <a:pt x="826495" y="817288"/>
                  </a:lnTo>
                  <a:close/>
                  <a:moveTo>
                    <a:pt x="769857" y="892701"/>
                  </a:moveTo>
                  <a:lnTo>
                    <a:pt x="840542" y="868607"/>
                  </a:lnTo>
                  <a:lnTo>
                    <a:pt x="757912" y="841164"/>
                  </a:lnTo>
                  <a:close/>
                  <a:moveTo>
                    <a:pt x="413996" y="377335"/>
                  </a:moveTo>
                  <a:lnTo>
                    <a:pt x="425624" y="428872"/>
                  </a:lnTo>
                  <a:lnTo>
                    <a:pt x="469467" y="415692"/>
                  </a:lnTo>
                  <a:close/>
                  <a:moveTo>
                    <a:pt x="840554" y="868601"/>
                  </a:moveTo>
                  <a:lnTo>
                    <a:pt x="840487" y="868384"/>
                  </a:lnTo>
                  <a:lnTo>
                    <a:pt x="840542" y="868607"/>
                  </a:lnTo>
                  <a:close/>
                  <a:moveTo>
                    <a:pt x="840487" y="868384"/>
                  </a:moveTo>
                  <a:lnTo>
                    <a:pt x="840554" y="868601"/>
                  </a:lnTo>
                  <a:lnTo>
                    <a:pt x="827814" y="817070"/>
                  </a:lnTo>
                  <a:close/>
                  <a:moveTo>
                    <a:pt x="591264" y="507851"/>
                  </a:moveTo>
                  <a:lnTo>
                    <a:pt x="618277" y="535293"/>
                  </a:lnTo>
                  <a:lnTo>
                    <a:pt x="627418" y="483757"/>
                  </a:lnTo>
                  <a:close/>
                  <a:moveTo>
                    <a:pt x="630501" y="472409"/>
                  </a:moveTo>
                  <a:lnTo>
                    <a:pt x="591264" y="507851"/>
                  </a:lnTo>
                  <a:lnTo>
                    <a:pt x="627418" y="483757"/>
                  </a:lnTo>
                  <a:close/>
                  <a:moveTo>
                    <a:pt x="630501" y="472409"/>
                  </a:moveTo>
                  <a:lnTo>
                    <a:pt x="594391" y="472300"/>
                  </a:lnTo>
                  <a:lnTo>
                    <a:pt x="591264" y="507851"/>
                  </a:lnTo>
                  <a:close/>
                  <a:moveTo>
                    <a:pt x="594391" y="472300"/>
                  </a:moveTo>
                  <a:lnTo>
                    <a:pt x="630501" y="472409"/>
                  </a:lnTo>
                  <a:lnTo>
                    <a:pt x="597828" y="456314"/>
                  </a:lnTo>
                  <a:close/>
                  <a:moveTo>
                    <a:pt x="630501" y="472409"/>
                  </a:moveTo>
                  <a:lnTo>
                    <a:pt x="640332" y="432220"/>
                  </a:lnTo>
                  <a:lnTo>
                    <a:pt x="597828" y="456314"/>
                  </a:lnTo>
                  <a:close/>
                  <a:moveTo>
                    <a:pt x="630501" y="472409"/>
                  </a:moveTo>
                  <a:lnTo>
                    <a:pt x="658763" y="443175"/>
                  </a:lnTo>
                  <a:lnTo>
                    <a:pt x="640332" y="432220"/>
                  </a:lnTo>
                  <a:close/>
                  <a:moveTo>
                    <a:pt x="658763" y="443175"/>
                  </a:moveTo>
                  <a:lnTo>
                    <a:pt x="671802" y="408126"/>
                  </a:lnTo>
                  <a:lnTo>
                    <a:pt x="640332" y="432220"/>
                  </a:lnTo>
                  <a:close/>
                  <a:moveTo>
                    <a:pt x="691021" y="389106"/>
                  </a:moveTo>
                  <a:lnTo>
                    <a:pt x="640332" y="432220"/>
                  </a:lnTo>
                  <a:lnTo>
                    <a:pt x="671802" y="408126"/>
                  </a:lnTo>
                  <a:close/>
                  <a:moveTo>
                    <a:pt x="764542" y="354414"/>
                  </a:moveTo>
                  <a:lnTo>
                    <a:pt x="691021" y="389106"/>
                  </a:lnTo>
                  <a:lnTo>
                    <a:pt x="723819" y="376833"/>
                  </a:lnTo>
                  <a:close/>
                  <a:moveTo>
                    <a:pt x="1102895" y="368052"/>
                  </a:moveTo>
                  <a:lnTo>
                    <a:pt x="1047229" y="387381"/>
                  </a:lnTo>
                  <a:lnTo>
                    <a:pt x="1113077" y="379443"/>
                  </a:lnTo>
                  <a:close/>
                  <a:moveTo>
                    <a:pt x="1065863" y="337818"/>
                  </a:moveTo>
                  <a:lnTo>
                    <a:pt x="1047229" y="387381"/>
                  </a:lnTo>
                  <a:lnTo>
                    <a:pt x="1102895" y="368052"/>
                  </a:lnTo>
                  <a:close/>
                  <a:moveTo>
                    <a:pt x="1065645" y="335844"/>
                  </a:moveTo>
                  <a:lnTo>
                    <a:pt x="1102895" y="368052"/>
                  </a:lnTo>
                  <a:lnTo>
                    <a:pt x="1112083" y="363287"/>
                  </a:lnTo>
                  <a:close/>
                  <a:moveTo>
                    <a:pt x="1065645" y="335844"/>
                  </a:moveTo>
                  <a:lnTo>
                    <a:pt x="1112083" y="363287"/>
                  </a:lnTo>
                  <a:lnTo>
                    <a:pt x="1103090" y="311750"/>
                  </a:lnTo>
                  <a:close/>
                  <a:moveTo>
                    <a:pt x="1102895" y="368052"/>
                  </a:moveTo>
                  <a:lnTo>
                    <a:pt x="1113077" y="379443"/>
                  </a:lnTo>
                  <a:lnTo>
                    <a:pt x="1112083" y="363287"/>
                  </a:lnTo>
                  <a:close/>
                  <a:moveTo>
                    <a:pt x="1113077" y="379443"/>
                  </a:moveTo>
                  <a:lnTo>
                    <a:pt x="1129842" y="408887"/>
                  </a:lnTo>
                  <a:lnTo>
                    <a:pt x="1112083" y="363287"/>
                  </a:lnTo>
                  <a:close/>
                  <a:moveTo>
                    <a:pt x="1112083" y="363287"/>
                  </a:moveTo>
                  <a:lnTo>
                    <a:pt x="1182468" y="390730"/>
                  </a:lnTo>
                  <a:lnTo>
                    <a:pt x="1162178" y="339193"/>
                  </a:lnTo>
                  <a:close/>
                  <a:moveTo>
                    <a:pt x="1103090" y="311750"/>
                  </a:moveTo>
                  <a:lnTo>
                    <a:pt x="1112083" y="363287"/>
                  </a:lnTo>
                  <a:lnTo>
                    <a:pt x="1162178" y="339193"/>
                  </a:lnTo>
                  <a:close/>
                  <a:moveTo>
                    <a:pt x="1103090" y="311750"/>
                  </a:moveTo>
                  <a:lnTo>
                    <a:pt x="1162178" y="339193"/>
                  </a:lnTo>
                  <a:lnTo>
                    <a:pt x="1154663" y="287657"/>
                  </a:lnTo>
                  <a:close/>
                  <a:moveTo>
                    <a:pt x="1105273" y="260214"/>
                  </a:moveTo>
                  <a:lnTo>
                    <a:pt x="1103090" y="311750"/>
                  </a:lnTo>
                  <a:lnTo>
                    <a:pt x="1154663" y="287657"/>
                  </a:lnTo>
                  <a:close/>
                  <a:moveTo>
                    <a:pt x="1105273" y="260214"/>
                  </a:moveTo>
                  <a:lnTo>
                    <a:pt x="1154663" y="287657"/>
                  </a:lnTo>
                  <a:lnTo>
                    <a:pt x="1154221" y="236120"/>
                  </a:lnTo>
                  <a:close/>
                  <a:moveTo>
                    <a:pt x="1154663" y="287657"/>
                  </a:moveTo>
                  <a:lnTo>
                    <a:pt x="1204762" y="323218"/>
                  </a:lnTo>
                  <a:lnTo>
                    <a:pt x="1183821" y="277499"/>
                  </a:lnTo>
                  <a:close/>
                  <a:moveTo>
                    <a:pt x="1230611" y="263563"/>
                  </a:moveTo>
                  <a:lnTo>
                    <a:pt x="1183821" y="277499"/>
                  </a:lnTo>
                  <a:lnTo>
                    <a:pt x="1204762" y="323218"/>
                  </a:lnTo>
                  <a:close/>
                  <a:moveTo>
                    <a:pt x="1154221" y="236120"/>
                  </a:moveTo>
                  <a:lnTo>
                    <a:pt x="1183821" y="277499"/>
                  </a:lnTo>
                  <a:lnTo>
                    <a:pt x="1162005" y="232493"/>
                  </a:lnTo>
                  <a:close/>
                  <a:moveTo>
                    <a:pt x="1154221" y="236120"/>
                  </a:moveTo>
                  <a:lnTo>
                    <a:pt x="1154663" y="287657"/>
                  </a:lnTo>
                  <a:lnTo>
                    <a:pt x="1183821" y="277499"/>
                  </a:lnTo>
                  <a:close/>
                  <a:moveTo>
                    <a:pt x="1230611" y="263563"/>
                  </a:moveTo>
                  <a:lnTo>
                    <a:pt x="1200538" y="212026"/>
                  </a:lnTo>
                  <a:lnTo>
                    <a:pt x="1183821" y="277499"/>
                  </a:lnTo>
                  <a:close/>
                  <a:moveTo>
                    <a:pt x="1200538" y="212026"/>
                  </a:moveTo>
                  <a:lnTo>
                    <a:pt x="1162005" y="232493"/>
                  </a:lnTo>
                  <a:lnTo>
                    <a:pt x="1183821" y="277499"/>
                  </a:lnTo>
                  <a:close/>
                  <a:moveTo>
                    <a:pt x="1155346" y="227905"/>
                  </a:moveTo>
                  <a:lnTo>
                    <a:pt x="1154221" y="236120"/>
                  </a:lnTo>
                  <a:lnTo>
                    <a:pt x="1162005" y="232493"/>
                  </a:lnTo>
                  <a:close/>
                  <a:moveTo>
                    <a:pt x="1159784" y="184583"/>
                  </a:moveTo>
                  <a:lnTo>
                    <a:pt x="1162005" y="232493"/>
                  </a:lnTo>
                  <a:lnTo>
                    <a:pt x="1200538" y="212026"/>
                  </a:lnTo>
                  <a:close/>
                  <a:moveTo>
                    <a:pt x="1159784" y="184583"/>
                  </a:moveTo>
                  <a:lnTo>
                    <a:pt x="1200538" y="212026"/>
                  </a:lnTo>
                  <a:lnTo>
                    <a:pt x="1203266" y="160489"/>
                  </a:lnTo>
                  <a:close/>
                  <a:moveTo>
                    <a:pt x="1230611" y="263563"/>
                  </a:moveTo>
                  <a:lnTo>
                    <a:pt x="1262332" y="251653"/>
                  </a:lnTo>
                  <a:lnTo>
                    <a:pt x="1249652" y="187932"/>
                  </a:lnTo>
                  <a:close/>
                  <a:moveTo>
                    <a:pt x="1200538" y="212026"/>
                  </a:moveTo>
                  <a:lnTo>
                    <a:pt x="1230611" y="263563"/>
                  </a:lnTo>
                  <a:lnTo>
                    <a:pt x="1249652" y="187932"/>
                  </a:lnTo>
                  <a:close/>
                  <a:moveTo>
                    <a:pt x="1203266" y="160489"/>
                  </a:moveTo>
                  <a:lnTo>
                    <a:pt x="1255243" y="156925"/>
                  </a:lnTo>
                  <a:lnTo>
                    <a:pt x="1238560" y="145494"/>
                  </a:lnTo>
                  <a:close/>
                  <a:moveTo>
                    <a:pt x="1249652" y="187932"/>
                  </a:moveTo>
                  <a:lnTo>
                    <a:pt x="1255243" y="156925"/>
                  </a:lnTo>
                  <a:lnTo>
                    <a:pt x="1203266" y="160489"/>
                  </a:lnTo>
                  <a:close/>
                  <a:moveTo>
                    <a:pt x="1200538" y="212026"/>
                  </a:moveTo>
                  <a:lnTo>
                    <a:pt x="1249652" y="187932"/>
                  </a:lnTo>
                  <a:lnTo>
                    <a:pt x="1203266" y="160489"/>
                  </a:lnTo>
                  <a:close/>
                  <a:moveTo>
                    <a:pt x="1213649" y="136314"/>
                  </a:moveTo>
                  <a:lnTo>
                    <a:pt x="1203266" y="160489"/>
                  </a:lnTo>
                  <a:lnTo>
                    <a:pt x="1238560" y="145494"/>
                  </a:lnTo>
                  <a:close/>
                  <a:moveTo>
                    <a:pt x="1225997" y="108953"/>
                  </a:moveTo>
                  <a:lnTo>
                    <a:pt x="1238560" y="145494"/>
                  </a:lnTo>
                  <a:lnTo>
                    <a:pt x="1257040" y="136395"/>
                  </a:lnTo>
                  <a:close/>
                  <a:moveTo>
                    <a:pt x="1238560" y="145494"/>
                  </a:moveTo>
                  <a:lnTo>
                    <a:pt x="1255243" y="156925"/>
                  </a:lnTo>
                  <a:lnTo>
                    <a:pt x="1257040" y="136395"/>
                  </a:lnTo>
                  <a:close/>
                  <a:moveTo>
                    <a:pt x="1272739" y="180450"/>
                  </a:moveTo>
                  <a:lnTo>
                    <a:pt x="1338957" y="160343"/>
                  </a:lnTo>
                  <a:lnTo>
                    <a:pt x="1257040" y="136395"/>
                  </a:lnTo>
                  <a:close/>
                  <a:moveTo>
                    <a:pt x="1257040" y="136395"/>
                  </a:moveTo>
                  <a:lnTo>
                    <a:pt x="1338957" y="160343"/>
                  </a:lnTo>
                  <a:lnTo>
                    <a:pt x="1303069" y="112302"/>
                  </a:lnTo>
                  <a:close/>
                  <a:moveTo>
                    <a:pt x="1257040" y="136395"/>
                  </a:moveTo>
                  <a:lnTo>
                    <a:pt x="1255243" y="156925"/>
                  </a:lnTo>
                  <a:lnTo>
                    <a:pt x="1272739" y="180450"/>
                  </a:lnTo>
                  <a:close/>
                  <a:moveTo>
                    <a:pt x="1261675" y="84859"/>
                  </a:moveTo>
                  <a:lnTo>
                    <a:pt x="1257040" y="136395"/>
                  </a:lnTo>
                  <a:lnTo>
                    <a:pt x="1303069" y="112302"/>
                  </a:lnTo>
                  <a:close/>
                  <a:moveTo>
                    <a:pt x="1261675" y="84859"/>
                  </a:moveTo>
                  <a:lnTo>
                    <a:pt x="1303069" y="112302"/>
                  </a:lnTo>
                  <a:lnTo>
                    <a:pt x="1309390" y="60765"/>
                  </a:lnTo>
                  <a:close/>
                  <a:moveTo>
                    <a:pt x="1309390" y="60765"/>
                  </a:moveTo>
                  <a:lnTo>
                    <a:pt x="1310633" y="54445"/>
                  </a:lnTo>
                  <a:lnTo>
                    <a:pt x="1260429" y="33322"/>
                  </a:lnTo>
                  <a:close/>
                  <a:moveTo>
                    <a:pt x="1261675" y="84859"/>
                  </a:moveTo>
                  <a:lnTo>
                    <a:pt x="1309390" y="60765"/>
                  </a:lnTo>
                  <a:lnTo>
                    <a:pt x="1260429" y="33322"/>
                  </a:lnTo>
                  <a:close/>
                  <a:moveTo>
                    <a:pt x="1309390" y="60765"/>
                  </a:moveTo>
                  <a:lnTo>
                    <a:pt x="1338709" y="102057"/>
                  </a:lnTo>
                  <a:lnTo>
                    <a:pt x="1314312" y="59149"/>
                  </a:lnTo>
                  <a:close/>
                  <a:moveTo>
                    <a:pt x="1309390" y="60765"/>
                  </a:moveTo>
                  <a:lnTo>
                    <a:pt x="1303069" y="112302"/>
                  </a:lnTo>
                  <a:lnTo>
                    <a:pt x="1338709" y="102057"/>
                  </a:lnTo>
                  <a:close/>
                  <a:moveTo>
                    <a:pt x="1338709" y="102057"/>
                  </a:moveTo>
                  <a:lnTo>
                    <a:pt x="1379858" y="43843"/>
                  </a:lnTo>
                  <a:lnTo>
                    <a:pt x="1314312" y="59149"/>
                  </a:lnTo>
                  <a:close/>
                  <a:moveTo>
                    <a:pt x="1310633" y="54445"/>
                  </a:moveTo>
                  <a:lnTo>
                    <a:pt x="1309390" y="60765"/>
                  </a:lnTo>
                  <a:lnTo>
                    <a:pt x="1314312" y="59149"/>
                  </a:lnTo>
                  <a:close/>
                  <a:moveTo>
                    <a:pt x="1314312" y="59149"/>
                  </a:moveTo>
                  <a:lnTo>
                    <a:pt x="1321939" y="9229"/>
                  </a:lnTo>
                  <a:lnTo>
                    <a:pt x="1310633" y="54445"/>
                  </a:lnTo>
                  <a:close/>
                  <a:moveTo>
                    <a:pt x="1356610" y="0"/>
                  </a:moveTo>
                  <a:lnTo>
                    <a:pt x="1321939" y="9229"/>
                  </a:lnTo>
                  <a:lnTo>
                    <a:pt x="1314312" y="59149"/>
                  </a:lnTo>
                  <a:close/>
                  <a:moveTo>
                    <a:pt x="1379858" y="43843"/>
                  </a:moveTo>
                  <a:lnTo>
                    <a:pt x="1356610" y="0"/>
                  </a:lnTo>
                  <a:lnTo>
                    <a:pt x="1314312" y="59149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30" name="Output_density__4329">
              <a:extLst>
                <a:ext uri="{FF2B5EF4-FFF2-40B4-BE49-F238E27FC236}">
                  <a16:creationId xmlns:a16="http://schemas.microsoft.com/office/drawing/2014/main" id="{610493C8-A204-5088-6BB5-882933FCB6BA}"/>
                </a:ext>
              </a:extLst>
            </p:cNvPr>
            <p:cNvSpPr>
              <a:spLocks noGrp="1"/>
            </p:cNvSpPr>
            <p:nvPr/>
          </p:nvSpPr>
          <p:spPr>
            <a:xfrm>
              <a:off x="14882316" y="2801978"/>
              <a:ext cx="1435002" cy="675901"/>
            </a:xfrm>
            <a:custGeom>
              <a:avLst/>
              <a:gdLst/>
              <a:ahLst/>
              <a:cxnLst/>
              <a:rect l="0" t="0" r="0" b="0"/>
              <a:pathLst>
                <a:path w="1435002" h="675901">
                  <a:moveTo>
                    <a:pt x="85487" y="479050"/>
                  </a:moveTo>
                  <a:lnTo>
                    <a:pt x="129059" y="463057"/>
                  </a:lnTo>
                  <a:lnTo>
                    <a:pt x="107690" y="472521"/>
                  </a:lnTo>
                  <a:close/>
                  <a:moveTo>
                    <a:pt x="0" y="379462"/>
                  </a:moveTo>
                  <a:lnTo>
                    <a:pt x="46802" y="379769"/>
                  </a:lnTo>
                  <a:lnTo>
                    <a:pt x="6243" y="380006"/>
                  </a:lnTo>
                  <a:close/>
                  <a:moveTo>
                    <a:pt x="446431" y="315145"/>
                  </a:moveTo>
                  <a:lnTo>
                    <a:pt x="462149" y="345025"/>
                  </a:lnTo>
                  <a:lnTo>
                    <a:pt x="456595" y="339239"/>
                  </a:lnTo>
                  <a:close/>
                  <a:moveTo>
                    <a:pt x="444975" y="320591"/>
                  </a:moveTo>
                  <a:lnTo>
                    <a:pt x="444271" y="377276"/>
                  </a:lnTo>
                  <a:lnTo>
                    <a:pt x="446431" y="315145"/>
                  </a:lnTo>
                  <a:close/>
                  <a:moveTo>
                    <a:pt x="419839" y="226610"/>
                  </a:moveTo>
                  <a:lnTo>
                    <a:pt x="445809" y="263608"/>
                  </a:lnTo>
                  <a:lnTo>
                    <a:pt x="411462" y="215721"/>
                  </a:lnTo>
                  <a:close/>
                  <a:moveTo>
                    <a:pt x="809762" y="675901"/>
                  </a:moveTo>
                  <a:lnTo>
                    <a:pt x="829905" y="668113"/>
                  </a:lnTo>
                  <a:lnTo>
                    <a:pt x="768396" y="656424"/>
                  </a:lnTo>
                  <a:close/>
                  <a:moveTo>
                    <a:pt x="768396" y="656424"/>
                  </a:moveTo>
                  <a:lnTo>
                    <a:pt x="829905" y="668113"/>
                  </a:lnTo>
                  <a:lnTo>
                    <a:pt x="845680" y="635801"/>
                  </a:lnTo>
                  <a:close/>
                  <a:moveTo>
                    <a:pt x="856767" y="583532"/>
                  </a:moveTo>
                  <a:lnTo>
                    <a:pt x="845680" y="635801"/>
                  </a:lnTo>
                  <a:lnTo>
                    <a:pt x="856952" y="600271"/>
                  </a:lnTo>
                  <a:close/>
                  <a:moveTo>
                    <a:pt x="863648" y="568081"/>
                  </a:moveTo>
                  <a:lnTo>
                    <a:pt x="856767" y="583532"/>
                  </a:lnTo>
                  <a:lnTo>
                    <a:pt x="899515" y="527502"/>
                  </a:lnTo>
                  <a:close/>
                  <a:moveTo>
                    <a:pt x="850632" y="576177"/>
                  </a:moveTo>
                  <a:lnTo>
                    <a:pt x="856767" y="583532"/>
                  </a:lnTo>
                  <a:lnTo>
                    <a:pt x="863648" y="568081"/>
                  </a:lnTo>
                  <a:close/>
                  <a:moveTo>
                    <a:pt x="766440" y="421567"/>
                  </a:moveTo>
                  <a:lnTo>
                    <a:pt x="732066" y="425469"/>
                  </a:lnTo>
                  <a:lnTo>
                    <a:pt x="727173" y="424696"/>
                  </a:lnTo>
                  <a:close/>
                  <a:moveTo>
                    <a:pt x="899515" y="527502"/>
                  </a:moveTo>
                  <a:lnTo>
                    <a:pt x="908480" y="516729"/>
                  </a:lnTo>
                  <a:lnTo>
                    <a:pt x="887007" y="520516"/>
                  </a:lnTo>
                  <a:close/>
                  <a:moveTo>
                    <a:pt x="863648" y="568081"/>
                  </a:moveTo>
                  <a:lnTo>
                    <a:pt x="899515" y="527502"/>
                  </a:lnTo>
                  <a:lnTo>
                    <a:pt x="887007" y="520516"/>
                  </a:lnTo>
                  <a:close/>
                  <a:moveTo>
                    <a:pt x="941599" y="500546"/>
                  </a:moveTo>
                  <a:lnTo>
                    <a:pt x="984017" y="556045"/>
                  </a:lnTo>
                  <a:lnTo>
                    <a:pt x="977062" y="552083"/>
                  </a:lnTo>
                  <a:close/>
                  <a:moveTo>
                    <a:pt x="899515" y="527502"/>
                  </a:moveTo>
                  <a:lnTo>
                    <a:pt x="984017" y="556045"/>
                  </a:lnTo>
                  <a:lnTo>
                    <a:pt x="941599" y="500546"/>
                  </a:lnTo>
                  <a:close/>
                  <a:moveTo>
                    <a:pt x="983328" y="493861"/>
                  </a:moveTo>
                  <a:lnTo>
                    <a:pt x="1002376" y="541119"/>
                  </a:lnTo>
                  <a:lnTo>
                    <a:pt x="993408" y="552083"/>
                  </a:lnTo>
                  <a:close/>
                  <a:moveTo>
                    <a:pt x="1127861" y="75866"/>
                  </a:moveTo>
                  <a:lnTo>
                    <a:pt x="1100670" y="122733"/>
                  </a:lnTo>
                  <a:lnTo>
                    <a:pt x="1125186" y="140784"/>
                  </a:lnTo>
                  <a:close/>
                  <a:moveTo>
                    <a:pt x="1172610" y="70857"/>
                  </a:moveTo>
                  <a:lnTo>
                    <a:pt x="1175733" y="74929"/>
                  </a:lnTo>
                  <a:lnTo>
                    <a:pt x="1181240" y="72719"/>
                  </a:lnTo>
                  <a:close/>
                  <a:moveTo>
                    <a:pt x="1150040" y="90970"/>
                  </a:moveTo>
                  <a:lnTo>
                    <a:pt x="1172610" y="70857"/>
                  </a:lnTo>
                  <a:lnTo>
                    <a:pt x="1131827" y="62649"/>
                  </a:lnTo>
                  <a:close/>
                  <a:moveTo>
                    <a:pt x="1131827" y="62649"/>
                  </a:moveTo>
                  <a:lnTo>
                    <a:pt x="1127861" y="75866"/>
                  </a:lnTo>
                  <a:lnTo>
                    <a:pt x="1150040" y="90970"/>
                  </a:lnTo>
                  <a:close/>
                  <a:moveTo>
                    <a:pt x="1201264" y="46763"/>
                  </a:moveTo>
                  <a:lnTo>
                    <a:pt x="1172610" y="70857"/>
                  </a:lnTo>
                  <a:lnTo>
                    <a:pt x="1181240" y="72719"/>
                  </a:lnTo>
                  <a:close/>
                  <a:moveTo>
                    <a:pt x="1181240" y="72719"/>
                  </a:moveTo>
                  <a:lnTo>
                    <a:pt x="1227642" y="71534"/>
                  </a:lnTo>
                  <a:lnTo>
                    <a:pt x="1261449" y="63032"/>
                  </a:lnTo>
                  <a:close/>
                  <a:moveTo>
                    <a:pt x="1261449" y="63032"/>
                  </a:moveTo>
                  <a:lnTo>
                    <a:pt x="1227642" y="71534"/>
                  </a:lnTo>
                  <a:lnTo>
                    <a:pt x="1312684" y="79916"/>
                  </a:lnTo>
                  <a:close/>
                  <a:moveTo>
                    <a:pt x="1343279" y="59405"/>
                  </a:moveTo>
                  <a:lnTo>
                    <a:pt x="1312684" y="79916"/>
                  </a:lnTo>
                  <a:lnTo>
                    <a:pt x="1390525" y="61372"/>
                  </a:lnTo>
                  <a:close/>
                  <a:moveTo>
                    <a:pt x="1435002" y="16077"/>
                  </a:moveTo>
                  <a:lnTo>
                    <a:pt x="1408057" y="0"/>
                  </a:lnTo>
                  <a:lnTo>
                    <a:pt x="1390525" y="61372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31" name="Output_density__4330">
              <a:extLst>
                <a:ext uri="{FF2B5EF4-FFF2-40B4-BE49-F238E27FC236}">
                  <a16:creationId xmlns:a16="http://schemas.microsoft.com/office/drawing/2014/main" id="{D1F9A39D-0795-135F-94D5-E7BEB4A25E33}"/>
                </a:ext>
              </a:extLst>
            </p:cNvPr>
            <p:cNvSpPr>
              <a:spLocks noGrp="1"/>
            </p:cNvSpPr>
            <p:nvPr/>
          </p:nvSpPr>
          <p:spPr>
            <a:xfrm>
              <a:off x="14888559" y="2877844"/>
              <a:ext cx="1134874" cy="484363"/>
            </a:xfrm>
            <a:custGeom>
              <a:avLst/>
              <a:gdLst/>
              <a:ahLst/>
              <a:cxnLst/>
              <a:rect l="0" t="0" r="0" b="0"/>
              <a:pathLst>
                <a:path w="1134874" h="484363">
                  <a:moveTo>
                    <a:pt x="40559" y="303903"/>
                  </a:moveTo>
                  <a:lnTo>
                    <a:pt x="52639" y="299327"/>
                  </a:lnTo>
                  <a:lnTo>
                    <a:pt x="0" y="304140"/>
                  </a:lnTo>
                  <a:close/>
                  <a:moveTo>
                    <a:pt x="85445" y="147172"/>
                  </a:moveTo>
                  <a:lnTo>
                    <a:pt x="84580" y="156951"/>
                  </a:lnTo>
                  <a:lnTo>
                    <a:pt x="100339" y="122713"/>
                  </a:lnTo>
                  <a:close/>
                  <a:moveTo>
                    <a:pt x="948744" y="484363"/>
                  </a:moveTo>
                  <a:lnTo>
                    <a:pt x="977774" y="480179"/>
                  </a:lnTo>
                  <a:lnTo>
                    <a:pt x="893272" y="451636"/>
                  </a:lnTo>
                  <a:close/>
                  <a:moveTo>
                    <a:pt x="987165" y="476217"/>
                  </a:moveTo>
                  <a:lnTo>
                    <a:pt x="977774" y="480179"/>
                  </a:lnTo>
                  <a:lnTo>
                    <a:pt x="988970" y="424680"/>
                  </a:lnTo>
                  <a:close/>
                  <a:moveTo>
                    <a:pt x="935356" y="424680"/>
                  </a:moveTo>
                  <a:lnTo>
                    <a:pt x="970819" y="476217"/>
                  </a:lnTo>
                  <a:lnTo>
                    <a:pt x="996133" y="465252"/>
                  </a:lnTo>
                  <a:close/>
                  <a:moveTo>
                    <a:pt x="1121827" y="70621"/>
                  </a:moveTo>
                  <a:lnTo>
                    <a:pt x="1121618" y="0"/>
                  </a:lnTo>
                  <a:lnTo>
                    <a:pt x="1118943" y="64918"/>
                  </a:lnTo>
                  <a:close/>
                  <a:moveTo>
                    <a:pt x="1134874" y="19085"/>
                  </a:moveTo>
                  <a:lnTo>
                    <a:pt x="1121618" y="0"/>
                  </a:lnTo>
                  <a:lnTo>
                    <a:pt x="1121827" y="70621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32" name="Output_density__4331">
              <a:extLst>
                <a:ext uri="{FF2B5EF4-FFF2-40B4-BE49-F238E27FC236}">
                  <a16:creationId xmlns:a16="http://schemas.microsoft.com/office/drawing/2014/main" id="{292FAA9A-DC4F-4522-BCFA-704C69BDD2C3}"/>
                </a:ext>
              </a:extLst>
            </p:cNvPr>
            <p:cNvSpPr>
              <a:spLocks noGrp="1"/>
            </p:cNvSpPr>
            <p:nvPr/>
          </p:nvSpPr>
          <p:spPr>
            <a:xfrm>
              <a:off x="14922270" y="2841058"/>
              <a:ext cx="1179874" cy="604886"/>
            </a:xfrm>
            <a:custGeom>
              <a:avLst/>
              <a:gdLst/>
              <a:ahLst/>
              <a:cxnLst/>
              <a:rect l="0" t="0" r="0" b="0"/>
              <a:pathLst>
                <a:path w="1179874" h="604886">
                  <a:moveTo>
                    <a:pt x="54410" y="423977"/>
                  </a:moveTo>
                  <a:lnTo>
                    <a:pt x="45533" y="439970"/>
                  </a:lnTo>
                  <a:lnTo>
                    <a:pt x="67736" y="433441"/>
                  </a:lnTo>
                  <a:close/>
                  <a:moveTo>
                    <a:pt x="51772" y="413530"/>
                  </a:moveTo>
                  <a:lnTo>
                    <a:pt x="38818" y="407447"/>
                  </a:lnTo>
                  <a:lnTo>
                    <a:pt x="67736" y="433441"/>
                  </a:lnTo>
                  <a:close/>
                  <a:moveTo>
                    <a:pt x="54410" y="423977"/>
                  </a:moveTo>
                  <a:lnTo>
                    <a:pt x="38818" y="407447"/>
                  </a:lnTo>
                  <a:lnTo>
                    <a:pt x="5690" y="371636"/>
                  </a:lnTo>
                  <a:close/>
                  <a:moveTo>
                    <a:pt x="0" y="348346"/>
                  </a:moveTo>
                  <a:lnTo>
                    <a:pt x="2965" y="365948"/>
                  </a:lnTo>
                  <a:lnTo>
                    <a:pt x="5690" y="371636"/>
                  </a:lnTo>
                  <a:close/>
                  <a:moveTo>
                    <a:pt x="171948" y="451419"/>
                  </a:moveTo>
                  <a:lnTo>
                    <a:pt x="211053" y="485025"/>
                  </a:lnTo>
                  <a:lnTo>
                    <a:pt x="159173" y="448308"/>
                  </a:lnTo>
                  <a:close/>
                  <a:moveTo>
                    <a:pt x="275704" y="417167"/>
                  </a:moveTo>
                  <a:lnTo>
                    <a:pt x="280781" y="362664"/>
                  </a:lnTo>
                  <a:lnTo>
                    <a:pt x="271951" y="427326"/>
                  </a:lnTo>
                  <a:close/>
                  <a:moveTo>
                    <a:pt x="258862" y="351695"/>
                  </a:moveTo>
                  <a:lnTo>
                    <a:pt x="305499" y="393667"/>
                  </a:lnTo>
                  <a:lnTo>
                    <a:pt x="271951" y="427326"/>
                  </a:lnTo>
                  <a:close/>
                  <a:moveTo>
                    <a:pt x="357214" y="338507"/>
                  </a:moveTo>
                  <a:lnTo>
                    <a:pt x="351916" y="403232"/>
                  </a:lnTo>
                  <a:lnTo>
                    <a:pt x="324075" y="328220"/>
                  </a:lnTo>
                  <a:close/>
                  <a:moveTo>
                    <a:pt x="355127" y="402947"/>
                  </a:moveTo>
                  <a:lnTo>
                    <a:pt x="351916" y="403232"/>
                  </a:lnTo>
                  <a:lnTo>
                    <a:pt x="357214" y="338507"/>
                  </a:lnTo>
                  <a:close/>
                  <a:moveTo>
                    <a:pt x="405021" y="281511"/>
                  </a:moveTo>
                  <a:lnTo>
                    <a:pt x="357214" y="338507"/>
                  </a:lnTo>
                  <a:lnTo>
                    <a:pt x="334660" y="328018"/>
                  </a:lnTo>
                  <a:close/>
                  <a:moveTo>
                    <a:pt x="761191" y="604886"/>
                  </a:moveTo>
                  <a:lnTo>
                    <a:pt x="805726" y="596721"/>
                  </a:lnTo>
                  <a:lnTo>
                    <a:pt x="787118" y="566925"/>
                  </a:lnTo>
                  <a:close/>
                  <a:moveTo>
                    <a:pt x="798536" y="521328"/>
                  </a:moveTo>
                  <a:lnTo>
                    <a:pt x="787118" y="566925"/>
                  </a:lnTo>
                  <a:lnTo>
                    <a:pt x="810678" y="537097"/>
                  </a:lnTo>
                  <a:close/>
                  <a:moveTo>
                    <a:pt x="798296" y="473819"/>
                  </a:moveTo>
                  <a:lnTo>
                    <a:pt x="810678" y="537097"/>
                  </a:lnTo>
                  <a:lnTo>
                    <a:pt x="823694" y="529001"/>
                  </a:lnTo>
                  <a:close/>
                  <a:moveTo>
                    <a:pt x="856268" y="449633"/>
                  </a:moveTo>
                  <a:lnTo>
                    <a:pt x="847053" y="481435"/>
                  </a:lnTo>
                  <a:lnTo>
                    <a:pt x="880319" y="461466"/>
                  </a:lnTo>
                  <a:close/>
                  <a:moveTo>
                    <a:pt x="856268" y="449633"/>
                  </a:moveTo>
                  <a:lnTo>
                    <a:pt x="886606" y="454641"/>
                  </a:lnTo>
                  <a:lnTo>
                    <a:pt x="861214" y="399479"/>
                  </a:lnTo>
                  <a:close/>
                  <a:moveTo>
                    <a:pt x="757173" y="104058"/>
                  </a:moveTo>
                  <a:lnTo>
                    <a:pt x="732954" y="128152"/>
                  </a:lnTo>
                  <a:lnTo>
                    <a:pt x="763913" y="75465"/>
                  </a:lnTo>
                  <a:close/>
                  <a:moveTo>
                    <a:pt x="841105" y="54496"/>
                  </a:moveTo>
                  <a:lnTo>
                    <a:pt x="796338" y="83915"/>
                  </a:lnTo>
                  <a:lnTo>
                    <a:pt x="763913" y="75465"/>
                  </a:lnTo>
                  <a:close/>
                  <a:moveTo>
                    <a:pt x="920995" y="55871"/>
                  </a:moveTo>
                  <a:lnTo>
                    <a:pt x="894969" y="81209"/>
                  </a:lnTo>
                  <a:lnTo>
                    <a:pt x="925519" y="60530"/>
                  </a:lnTo>
                  <a:close/>
                  <a:moveTo>
                    <a:pt x="920995" y="55871"/>
                  </a:moveTo>
                  <a:lnTo>
                    <a:pt x="893321" y="79965"/>
                  </a:lnTo>
                  <a:lnTo>
                    <a:pt x="894969" y="81209"/>
                  </a:lnTo>
                  <a:close/>
                  <a:moveTo>
                    <a:pt x="893321" y="79965"/>
                  </a:moveTo>
                  <a:lnTo>
                    <a:pt x="920995" y="55871"/>
                  </a:lnTo>
                  <a:lnTo>
                    <a:pt x="841105" y="54496"/>
                  </a:lnTo>
                  <a:close/>
                  <a:moveTo>
                    <a:pt x="920995" y="55871"/>
                  </a:moveTo>
                  <a:lnTo>
                    <a:pt x="875007" y="46352"/>
                  </a:lnTo>
                  <a:lnTo>
                    <a:pt x="841105" y="54496"/>
                  </a:lnTo>
                  <a:close/>
                  <a:moveTo>
                    <a:pt x="1070713" y="138268"/>
                  </a:moveTo>
                  <a:lnTo>
                    <a:pt x="1060715" y="83653"/>
                  </a:lnTo>
                  <a:lnTo>
                    <a:pt x="1071872" y="134850"/>
                  </a:lnTo>
                  <a:close/>
                  <a:moveTo>
                    <a:pt x="1161310" y="7683"/>
                  </a:moveTo>
                  <a:lnTo>
                    <a:pt x="1172070" y="13840"/>
                  </a:lnTo>
                  <a:lnTo>
                    <a:pt x="1179874" y="0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33" name="Output_density__4332">
              <a:extLst>
                <a:ext uri="{FF2B5EF4-FFF2-40B4-BE49-F238E27FC236}">
                  <a16:creationId xmlns:a16="http://schemas.microsoft.com/office/drawing/2014/main" id="{0E31B6DA-BADC-CC90-3DF7-C1F50BFFDB9A}"/>
                </a:ext>
              </a:extLst>
            </p:cNvPr>
            <p:cNvSpPr>
              <a:spLocks noGrp="1"/>
            </p:cNvSpPr>
            <p:nvPr/>
          </p:nvSpPr>
          <p:spPr>
            <a:xfrm>
              <a:off x="14892840" y="2801151"/>
              <a:ext cx="1351829" cy="644792"/>
            </a:xfrm>
            <a:custGeom>
              <a:avLst/>
              <a:gdLst/>
              <a:ahLst/>
              <a:cxnLst/>
              <a:rect l="0" t="0" r="0" b="0"/>
              <a:pathLst>
                <a:path w="1351829" h="644792">
                  <a:moveTo>
                    <a:pt x="213178" y="506217"/>
                  </a:moveTo>
                  <a:lnTo>
                    <a:pt x="240482" y="524932"/>
                  </a:lnTo>
                  <a:lnTo>
                    <a:pt x="201378" y="491326"/>
                  </a:lnTo>
                  <a:close/>
                  <a:moveTo>
                    <a:pt x="0" y="360811"/>
                  </a:moveTo>
                  <a:lnTo>
                    <a:pt x="32394" y="405855"/>
                  </a:lnTo>
                  <a:lnTo>
                    <a:pt x="29430" y="388253"/>
                  </a:lnTo>
                  <a:close/>
                  <a:moveTo>
                    <a:pt x="296122" y="558282"/>
                  </a:moveTo>
                  <a:lnTo>
                    <a:pt x="304680" y="532553"/>
                  </a:lnTo>
                  <a:lnTo>
                    <a:pt x="261875" y="542863"/>
                  </a:lnTo>
                  <a:close/>
                  <a:moveTo>
                    <a:pt x="304807" y="469706"/>
                  </a:moveTo>
                  <a:lnTo>
                    <a:pt x="301380" y="467232"/>
                  </a:lnTo>
                  <a:lnTo>
                    <a:pt x="240482" y="524932"/>
                  </a:lnTo>
                  <a:close/>
                  <a:moveTo>
                    <a:pt x="240482" y="524932"/>
                  </a:moveTo>
                  <a:lnTo>
                    <a:pt x="261875" y="542863"/>
                  </a:lnTo>
                  <a:lnTo>
                    <a:pt x="304680" y="532553"/>
                  </a:lnTo>
                  <a:close/>
                  <a:moveTo>
                    <a:pt x="304680" y="532553"/>
                  </a:moveTo>
                  <a:lnTo>
                    <a:pt x="304807" y="469706"/>
                  </a:lnTo>
                  <a:lnTo>
                    <a:pt x="240482" y="524932"/>
                  </a:lnTo>
                  <a:close/>
                  <a:moveTo>
                    <a:pt x="357317" y="527742"/>
                  </a:moveTo>
                  <a:lnTo>
                    <a:pt x="314199" y="467232"/>
                  </a:lnTo>
                  <a:lnTo>
                    <a:pt x="304807" y="469706"/>
                  </a:lnTo>
                  <a:close/>
                  <a:moveTo>
                    <a:pt x="357317" y="527742"/>
                  </a:moveTo>
                  <a:lnTo>
                    <a:pt x="304807" y="469706"/>
                  </a:lnTo>
                  <a:lnTo>
                    <a:pt x="304680" y="532553"/>
                  </a:lnTo>
                  <a:close/>
                  <a:moveTo>
                    <a:pt x="304807" y="469706"/>
                  </a:moveTo>
                  <a:lnTo>
                    <a:pt x="314199" y="467232"/>
                  </a:lnTo>
                  <a:lnTo>
                    <a:pt x="305133" y="457074"/>
                  </a:lnTo>
                  <a:close/>
                  <a:moveTo>
                    <a:pt x="301380" y="467232"/>
                  </a:moveTo>
                  <a:lnTo>
                    <a:pt x="304807" y="469706"/>
                  </a:lnTo>
                  <a:lnTo>
                    <a:pt x="305133" y="457074"/>
                  </a:lnTo>
                  <a:close/>
                  <a:moveTo>
                    <a:pt x="301380" y="467232"/>
                  </a:moveTo>
                  <a:lnTo>
                    <a:pt x="310210" y="402571"/>
                  </a:lnTo>
                  <a:lnTo>
                    <a:pt x="288292" y="391602"/>
                  </a:lnTo>
                  <a:close/>
                  <a:moveTo>
                    <a:pt x="383972" y="443329"/>
                  </a:moveTo>
                  <a:lnTo>
                    <a:pt x="314199" y="467232"/>
                  </a:lnTo>
                  <a:lnTo>
                    <a:pt x="364454" y="504189"/>
                  </a:lnTo>
                  <a:close/>
                  <a:moveTo>
                    <a:pt x="314199" y="467232"/>
                  </a:moveTo>
                  <a:lnTo>
                    <a:pt x="383972" y="443329"/>
                  </a:lnTo>
                  <a:lnTo>
                    <a:pt x="310210" y="402571"/>
                  </a:lnTo>
                  <a:close/>
                  <a:moveTo>
                    <a:pt x="314199" y="467232"/>
                  </a:moveTo>
                  <a:lnTo>
                    <a:pt x="310210" y="402571"/>
                  </a:lnTo>
                  <a:lnTo>
                    <a:pt x="305133" y="457074"/>
                  </a:lnTo>
                  <a:close/>
                  <a:moveTo>
                    <a:pt x="430816" y="443228"/>
                  </a:moveTo>
                  <a:lnTo>
                    <a:pt x="383972" y="443329"/>
                  </a:lnTo>
                  <a:lnTo>
                    <a:pt x="364454" y="504189"/>
                  </a:lnTo>
                  <a:close/>
                  <a:moveTo>
                    <a:pt x="249609" y="351113"/>
                  </a:moveTo>
                  <a:lnTo>
                    <a:pt x="288292" y="391602"/>
                  </a:lnTo>
                  <a:lnTo>
                    <a:pt x="310210" y="402571"/>
                  </a:lnTo>
                  <a:close/>
                  <a:moveTo>
                    <a:pt x="207039" y="288529"/>
                  </a:moveTo>
                  <a:lnTo>
                    <a:pt x="220032" y="313574"/>
                  </a:lnTo>
                  <a:lnTo>
                    <a:pt x="217978" y="312623"/>
                  </a:lnTo>
                  <a:close/>
                  <a:moveTo>
                    <a:pt x="315968" y="335148"/>
                  </a:moveTo>
                  <a:lnTo>
                    <a:pt x="386644" y="378414"/>
                  </a:lnTo>
                  <a:lnTo>
                    <a:pt x="355115" y="367508"/>
                  </a:lnTo>
                  <a:close/>
                  <a:moveTo>
                    <a:pt x="326023" y="340066"/>
                  </a:moveTo>
                  <a:lnTo>
                    <a:pt x="386644" y="378414"/>
                  </a:lnTo>
                  <a:lnTo>
                    <a:pt x="315968" y="335148"/>
                  </a:lnTo>
                  <a:close/>
                  <a:moveTo>
                    <a:pt x="364089" y="367925"/>
                  </a:moveTo>
                  <a:lnTo>
                    <a:pt x="386644" y="378414"/>
                  </a:lnTo>
                  <a:lnTo>
                    <a:pt x="326023" y="340066"/>
                  </a:lnTo>
                  <a:close/>
                  <a:moveTo>
                    <a:pt x="294318" y="264435"/>
                  </a:moveTo>
                  <a:lnTo>
                    <a:pt x="290724" y="288529"/>
                  </a:lnTo>
                  <a:lnTo>
                    <a:pt x="322248" y="315972"/>
                  </a:lnTo>
                  <a:close/>
                  <a:moveTo>
                    <a:pt x="294318" y="264435"/>
                  </a:moveTo>
                  <a:lnTo>
                    <a:pt x="291255" y="270288"/>
                  </a:lnTo>
                  <a:lnTo>
                    <a:pt x="290724" y="288529"/>
                  </a:lnTo>
                  <a:close/>
                  <a:moveTo>
                    <a:pt x="303403" y="157134"/>
                  </a:moveTo>
                  <a:lnTo>
                    <a:pt x="377085" y="188804"/>
                  </a:lnTo>
                  <a:lnTo>
                    <a:pt x="380238" y="195393"/>
                  </a:lnTo>
                  <a:close/>
                  <a:moveTo>
                    <a:pt x="255694" y="95195"/>
                  </a:moveTo>
                  <a:lnTo>
                    <a:pt x="198756" y="103503"/>
                  </a:lnTo>
                  <a:lnTo>
                    <a:pt x="249429" y="161362"/>
                  </a:lnTo>
                  <a:close/>
                  <a:moveTo>
                    <a:pt x="257690" y="161362"/>
                  </a:moveTo>
                  <a:lnTo>
                    <a:pt x="303403" y="157134"/>
                  </a:lnTo>
                  <a:lnTo>
                    <a:pt x="255694" y="95195"/>
                  </a:lnTo>
                  <a:close/>
                  <a:moveTo>
                    <a:pt x="787360" y="577003"/>
                  </a:moveTo>
                  <a:lnTo>
                    <a:pt x="790620" y="644792"/>
                  </a:lnTo>
                  <a:lnTo>
                    <a:pt x="816547" y="606831"/>
                  </a:lnTo>
                  <a:close/>
                  <a:moveTo>
                    <a:pt x="787360" y="577003"/>
                  </a:moveTo>
                  <a:lnTo>
                    <a:pt x="816547" y="606831"/>
                  </a:lnTo>
                  <a:lnTo>
                    <a:pt x="827965" y="561235"/>
                  </a:lnTo>
                  <a:close/>
                  <a:moveTo>
                    <a:pt x="827965" y="561235"/>
                  </a:moveTo>
                  <a:lnTo>
                    <a:pt x="840108" y="577003"/>
                  </a:lnTo>
                  <a:lnTo>
                    <a:pt x="827726" y="513726"/>
                  </a:lnTo>
                  <a:close/>
                  <a:moveTo>
                    <a:pt x="827726" y="513726"/>
                  </a:moveTo>
                  <a:lnTo>
                    <a:pt x="853124" y="568907"/>
                  </a:lnTo>
                  <a:lnTo>
                    <a:pt x="876482" y="521342"/>
                  </a:lnTo>
                  <a:close/>
                  <a:moveTo>
                    <a:pt x="885697" y="489539"/>
                  </a:moveTo>
                  <a:lnTo>
                    <a:pt x="827726" y="513726"/>
                  </a:lnTo>
                  <a:lnTo>
                    <a:pt x="876482" y="521342"/>
                  </a:lnTo>
                  <a:close/>
                  <a:moveTo>
                    <a:pt x="890643" y="439386"/>
                  </a:moveTo>
                  <a:lnTo>
                    <a:pt x="841695" y="431053"/>
                  </a:lnTo>
                  <a:lnTo>
                    <a:pt x="817202" y="449836"/>
                  </a:lnTo>
                  <a:close/>
                  <a:moveTo>
                    <a:pt x="890643" y="439386"/>
                  </a:moveTo>
                  <a:lnTo>
                    <a:pt x="918439" y="438160"/>
                  </a:lnTo>
                  <a:lnTo>
                    <a:pt x="896482" y="425742"/>
                  </a:lnTo>
                  <a:close/>
                  <a:moveTo>
                    <a:pt x="890643" y="439386"/>
                  </a:moveTo>
                  <a:lnTo>
                    <a:pt x="916036" y="494548"/>
                  </a:lnTo>
                  <a:lnTo>
                    <a:pt x="918439" y="438160"/>
                  </a:lnTo>
                  <a:close/>
                  <a:moveTo>
                    <a:pt x="909749" y="501373"/>
                  </a:moveTo>
                  <a:lnTo>
                    <a:pt x="916036" y="494548"/>
                  </a:lnTo>
                  <a:lnTo>
                    <a:pt x="885697" y="489539"/>
                  </a:lnTo>
                  <a:close/>
                  <a:moveTo>
                    <a:pt x="817202" y="449836"/>
                  </a:moveTo>
                  <a:lnTo>
                    <a:pt x="838142" y="427476"/>
                  </a:lnTo>
                  <a:lnTo>
                    <a:pt x="882393" y="408540"/>
                  </a:lnTo>
                  <a:close/>
                  <a:moveTo>
                    <a:pt x="882393" y="408540"/>
                  </a:moveTo>
                  <a:lnTo>
                    <a:pt x="855965" y="388225"/>
                  </a:lnTo>
                  <a:lnTo>
                    <a:pt x="816512" y="398300"/>
                  </a:lnTo>
                  <a:close/>
                  <a:moveTo>
                    <a:pt x="882393" y="408540"/>
                  </a:moveTo>
                  <a:lnTo>
                    <a:pt x="896482" y="425742"/>
                  </a:lnTo>
                  <a:lnTo>
                    <a:pt x="855965" y="388225"/>
                  </a:lnTo>
                  <a:close/>
                  <a:moveTo>
                    <a:pt x="896482" y="425742"/>
                  </a:moveTo>
                  <a:lnTo>
                    <a:pt x="918439" y="438160"/>
                  </a:lnTo>
                  <a:lnTo>
                    <a:pt x="855965" y="388225"/>
                  </a:lnTo>
                  <a:close/>
                  <a:moveTo>
                    <a:pt x="890643" y="439386"/>
                  </a:moveTo>
                  <a:lnTo>
                    <a:pt x="896482" y="425742"/>
                  </a:lnTo>
                  <a:lnTo>
                    <a:pt x="894938" y="419284"/>
                  </a:lnTo>
                  <a:close/>
                  <a:moveTo>
                    <a:pt x="894938" y="419284"/>
                  </a:moveTo>
                  <a:lnTo>
                    <a:pt x="896482" y="425742"/>
                  </a:lnTo>
                  <a:lnTo>
                    <a:pt x="882393" y="408540"/>
                  </a:lnTo>
                  <a:close/>
                  <a:moveTo>
                    <a:pt x="839617" y="143965"/>
                  </a:moveTo>
                  <a:lnTo>
                    <a:pt x="850178" y="141958"/>
                  </a:lnTo>
                  <a:lnTo>
                    <a:pt x="870534" y="94403"/>
                  </a:lnTo>
                  <a:close/>
                  <a:moveTo>
                    <a:pt x="793342" y="115371"/>
                  </a:moveTo>
                  <a:lnTo>
                    <a:pt x="839617" y="143965"/>
                  </a:lnTo>
                  <a:lnTo>
                    <a:pt x="870534" y="94403"/>
                  </a:lnTo>
                  <a:close/>
                  <a:moveTo>
                    <a:pt x="850178" y="141958"/>
                  </a:moveTo>
                  <a:lnTo>
                    <a:pt x="922751" y="119871"/>
                  </a:lnTo>
                  <a:lnTo>
                    <a:pt x="870534" y="94403"/>
                  </a:lnTo>
                  <a:close/>
                  <a:moveTo>
                    <a:pt x="981364" y="159423"/>
                  </a:moveTo>
                  <a:lnTo>
                    <a:pt x="983182" y="147314"/>
                  </a:lnTo>
                  <a:lnTo>
                    <a:pt x="954948" y="100436"/>
                  </a:lnTo>
                  <a:close/>
                  <a:moveTo>
                    <a:pt x="981364" y="159423"/>
                  </a:moveTo>
                  <a:lnTo>
                    <a:pt x="954948" y="100436"/>
                  </a:lnTo>
                  <a:lnTo>
                    <a:pt x="924398" y="121115"/>
                  </a:lnTo>
                  <a:close/>
                  <a:moveTo>
                    <a:pt x="1090145" y="123560"/>
                  </a:moveTo>
                  <a:lnTo>
                    <a:pt x="1086126" y="123220"/>
                  </a:lnTo>
                  <a:lnTo>
                    <a:pt x="1101301" y="174757"/>
                  </a:lnTo>
                  <a:close/>
                  <a:moveTo>
                    <a:pt x="1104475" y="71683"/>
                  </a:moveTo>
                  <a:lnTo>
                    <a:pt x="1089187" y="118078"/>
                  </a:lnTo>
                  <a:lnTo>
                    <a:pt x="1117336" y="76693"/>
                  </a:lnTo>
                  <a:close/>
                  <a:moveTo>
                    <a:pt x="1117336" y="76693"/>
                  </a:moveTo>
                  <a:lnTo>
                    <a:pt x="1089187" y="118078"/>
                  </a:lnTo>
                  <a:lnTo>
                    <a:pt x="1090145" y="123560"/>
                  </a:lnTo>
                  <a:close/>
                  <a:moveTo>
                    <a:pt x="1226596" y="12676"/>
                  </a:moveTo>
                  <a:lnTo>
                    <a:pt x="1190739" y="47589"/>
                  </a:lnTo>
                  <a:lnTo>
                    <a:pt x="1209304" y="39907"/>
                  </a:lnTo>
                  <a:close/>
                  <a:moveTo>
                    <a:pt x="1201500" y="53747"/>
                  </a:moveTo>
                  <a:lnTo>
                    <a:pt x="1245774" y="23496"/>
                  </a:lnTo>
                  <a:lnTo>
                    <a:pt x="1209304" y="39907"/>
                  </a:lnTo>
                  <a:close/>
                  <a:moveTo>
                    <a:pt x="1280965" y="41275"/>
                  </a:moveTo>
                  <a:lnTo>
                    <a:pt x="1245774" y="23496"/>
                  </a:lnTo>
                  <a:lnTo>
                    <a:pt x="1201500" y="53747"/>
                  </a:lnTo>
                  <a:close/>
                  <a:moveTo>
                    <a:pt x="1351829" y="0"/>
                  </a:moveTo>
                  <a:lnTo>
                    <a:pt x="1280965" y="41275"/>
                  </a:lnTo>
                  <a:lnTo>
                    <a:pt x="1332755" y="60232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34" name="Output_density__4333">
              <a:extLst>
                <a:ext uri="{FF2B5EF4-FFF2-40B4-BE49-F238E27FC236}">
                  <a16:creationId xmlns:a16="http://schemas.microsoft.com/office/drawing/2014/main" id="{97AFFCC2-0BC9-55F1-0C6F-375F2EA51F46}"/>
                </a:ext>
              </a:extLst>
            </p:cNvPr>
            <p:cNvSpPr>
              <a:spLocks noGrp="1"/>
            </p:cNvSpPr>
            <p:nvPr/>
          </p:nvSpPr>
          <p:spPr>
            <a:xfrm>
              <a:off x="14861435" y="2749017"/>
              <a:ext cx="1428937" cy="696927"/>
            </a:xfrm>
            <a:custGeom>
              <a:avLst/>
              <a:gdLst/>
              <a:ahLst/>
              <a:cxnLst/>
              <a:rect l="0" t="0" r="0" b="0"/>
              <a:pathLst>
                <a:path w="1428937" h="696927">
                  <a:moveTo>
                    <a:pt x="271887" y="577067"/>
                  </a:moveTo>
                  <a:lnTo>
                    <a:pt x="244583" y="558352"/>
                  </a:lnTo>
                  <a:lnTo>
                    <a:pt x="293280" y="594998"/>
                  </a:lnTo>
                  <a:close/>
                  <a:moveTo>
                    <a:pt x="0" y="361409"/>
                  </a:moveTo>
                  <a:lnTo>
                    <a:pt x="31405" y="412946"/>
                  </a:lnTo>
                  <a:lnTo>
                    <a:pt x="43621" y="388851"/>
                  </a:lnTo>
                  <a:close/>
                  <a:moveTo>
                    <a:pt x="341615" y="454706"/>
                  </a:moveTo>
                  <a:lnTo>
                    <a:pt x="415377" y="495464"/>
                  </a:lnTo>
                  <a:lnTo>
                    <a:pt x="396359" y="448182"/>
                  </a:lnTo>
                  <a:close/>
                  <a:moveTo>
                    <a:pt x="462221" y="495363"/>
                  </a:moveTo>
                  <a:lnTo>
                    <a:pt x="396359" y="448182"/>
                  </a:lnTo>
                  <a:lnTo>
                    <a:pt x="415377" y="495464"/>
                  </a:lnTo>
                  <a:close/>
                  <a:moveTo>
                    <a:pt x="305916" y="434498"/>
                  </a:moveTo>
                  <a:lnTo>
                    <a:pt x="319696" y="443737"/>
                  </a:lnTo>
                  <a:lnTo>
                    <a:pt x="281014" y="403248"/>
                  </a:lnTo>
                  <a:close/>
                  <a:moveTo>
                    <a:pt x="281014" y="403248"/>
                  </a:moveTo>
                  <a:lnTo>
                    <a:pt x="341615" y="454706"/>
                  </a:lnTo>
                  <a:lnTo>
                    <a:pt x="317025" y="411955"/>
                  </a:lnTo>
                  <a:close/>
                  <a:moveTo>
                    <a:pt x="281014" y="403248"/>
                  </a:moveTo>
                  <a:lnTo>
                    <a:pt x="251437" y="365709"/>
                  </a:lnTo>
                  <a:lnTo>
                    <a:pt x="247745" y="392314"/>
                  </a:lnTo>
                  <a:close/>
                  <a:moveTo>
                    <a:pt x="281014" y="403248"/>
                  </a:moveTo>
                  <a:lnTo>
                    <a:pt x="334533" y="366813"/>
                  </a:lnTo>
                  <a:lnTo>
                    <a:pt x="257349" y="364757"/>
                  </a:lnTo>
                  <a:close/>
                  <a:moveTo>
                    <a:pt x="257349" y="364757"/>
                  </a:moveTo>
                  <a:lnTo>
                    <a:pt x="251437" y="365709"/>
                  </a:lnTo>
                  <a:lnTo>
                    <a:pt x="281014" y="403248"/>
                  </a:lnTo>
                  <a:close/>
                  <a:moveTo>
                    <a:pt x="334533" y="366813"/>
                  </a:moveTo>
                  <a:lnTo>
                    <a:pt x="357428" y="392200"/>
                  </a:lnTo>
                  <a:lnTo>
                    <a:pt x="347373" y="387282"/>
                  </a:lnTo>
                  <a:close/>
                  <a:moveTo>
                    <a:pt x="353652" y="368106"/>
                  </a:moveTo>
                  <a:lnTo>
                    <a:pt x="334533" y="366813"/>
                  </a:lnTo>
                  <a:lnTo>
                    <a:pt x="347373" y="387282"/>
                  </a:lnTo>
                  <a:close/>
                  <a:moveTo>
                    <a:pt x="334808" y="209268"/>
                  </a:moveTo>
                  <a:lnTo>
                    <a:pt x="411643" y="247528"/>
                  </a:lnTo>
                  <a:lnTo>
                    <a:pt x="394621" y="198624"/>
                  </a:lnTo>
                  <a:close/>
                  <a:moveTo>
                    <a:pt x="287098" y="147330"/>
                  </a:moveTo>
                  <a:lnTo>
                    <a:pt x="333093" y="147920"/>
                  </a:lnTo>
                  <a:lnTo>
                    <a:pt x="323311" y="93130"/>
                  </a:lnTo>
                  <a:close/>
                  <a:moveTo>
                    <a:pt x="818764" y="629138"/>
                  </a:moveTo>
                  <a:lnTo>
                    <a:pt x="783392" y="653232"/>
                  </a:lnTo>
                  <a:lnTo>
                    <a:pt x="822025" y="696927"/>
                  </a:lnTo>
                  <a:close/>
                  <a:moveTo>
                    <a:pt x="818764" y="629138"/>
                  </a:moveTo>
                  <a:lnTo>
                    <a:pt x="859370" y="613370"/>
                  </a:lnTo>
                  <a:lnTo>
                    <a:pt x="845072" y="553508"/>
                  </a:lnTo>
                  <a:close/>
                  <a:moveTo>
                    <a:pt x="917102" y="541674"/>
                  </a:moveTo>
                  <a:lnTo>
                    <a:pt x="922048" y="491521"/>
                  </a:lnTo>
                  <a:lnTo>
                    <a:pt x="848606" y="501971"/>
                  </a:lnTo>
                  <a:close/>
                  <a:moveTo>
                    <a:pt x="869392" y="542479"/>
                  </a:moveTo>
                  <a:lnTo>
                    <a:pt x="917102" y="541674"/>
                  </a:lnTo>
                  <a:lnTo>
                    <a:pt x="848606" y="501971"/>
                  </a:lnTo>
                  <a:close/>
                  <a:moveTo>
                    <a:pt x="847917" y="450435"/>
                  </a:moveTo>
                  <a:lnTo>
                    <a:pt x="848606" y="501971"/>
                  </a:lnTo>
                  <a:lnTo>
                    <a:pt x="913797" y="460675"/>
                  </a:lnTo>
                  <a:close/>
                  <a:moveTo>
                    <a:pt x="1011652" y="402247"/>
                  </a:moveTo>
                  <a:lnTo>
                    <a:pt x="1001953" y="440922"/>
                  </a:lnTo>
                  <a:lnTo>
                    <a:pt x="985532" y="461281"/>
                  </a:lnTo>
                  <a:close/>
                  <a:moveTo>
                    <a:pt x="1023313" y="217576"/>
                  </a:moveTo>
                  <a:lnTo>
                    <a:pt x="1014586" y="199449"/>
                  </a:lnTo>
                  <a:lnTo>
                    <a:pt x="1012769" y="211558"/>
                  </a:lnTo>
                  <a:close/>
                  <a:moveTo>
                    <a:pt x="1049470" y="123818"/>
                  </a:moveTo>
                  <a:lnTo>
                    <a:pt x="1065373" y="138439"/>
                  </a:lnTo>
                  <a:lnTo>
                    <a:pt x="1053082" y="130632"/>
                  </a:lnTo>
                  <a:close/>
                  <a:moveTo>
                    <a:pt x="1120592" y="170213"/>
                  </a:moveTo>
                  <a:lnTo>
                    <a:pt x="1075243" y="123818"/>
                  </a:lnTo>
                  <a:lnTo>
                    <a:pt x="1121550" y="175694"/>
                  </a:lnTo>
                  <a:close/>
                  <a:moveTo>
                    <a:pt x="1121550" y="175694"/>
                  </a:moveTo>
                  <a:lnTo>
                    <a:pt x="1075243" y="123818"/>
                  </a:lnTo>
                  <a:lnTo>
                    <a:pt x="1053082" y="130632"/>
                  </a:lnTo>
                  <a:close/>
                  <a:moveTo>
                    <a:pt x="1065373" y="138439"/>
                  </a:moveTo>
                  <a:lnTo>
                    <a:pt x="1117530" y="175355"/>
                  </a:lnTo>
                  <a:lnTo>
                    <a:pt x="1121550" y="175694"/>
                  </a:lnTo>
                  <a:close/>
                  <a:moveTo>
                    <a:pt x="1053082" y="130632"/>
                  </a:moveTo>
                  <a:lnTo>
                    <a:pt x="1065373" y="138439"/>
                  </a:lnTo>
                  <a:lnTo>
                    <a:pt x="1121550" y="175694"/>
                  </a:lnTo>
                  <a:close/>
                  <a:moveTo>
                    <a:pt x="1053082" y="130632"/>
                  </a:moveTo>
                  <a:lnTo>
                    <a:pt x="1075243" y="123818"/>
                  </a:lnTo>
                  <a:lnTo>
                    <a:pt x="1058998" y="114602"/>
                  </a:lnTo>
                  <a:close/>
                  <a:moveTo>
                    <a:pt x="1049470" y="123818"/>
                  </a:moveTo>
                  <a:lnTo>
                    <a:pt x="1053082" y="130632"/>
                  </a:lnTo>
                  <a:lnTo>
                    <a:pt x="1058998" y="114602"/>
                  </a:lnTo>
                  <a:close/>
                  <a:moveTo>
                    <a:pt x="1005723" y="50315"/>
                  </a:moveTo>
                  <a:lnTo>
                    <a:pt x="982974" y="24161"/>
                  </a:lnTo>
                  <a:lnTo>
                    <a:pt x="988717" y="26509"/>
                  </a:lnTo>
                  <a:close/>
                  <a:moveTo>
                    <a:pt x="1005723" y="50315"/>
                  </a:moveTo>
                  <a:lnTo>
                    <a:pt x="988717" y="26509"/>
                  </a:lnTo>
                  <a:lnTo>
                    <a:pt x="1040314" y="44747"/>
                  </a:lnTo>
                  <a:close/>
                  <a:moveTo>
                    <a:pt x="1075243" y="123818"/>
                  </a:moveTo>
                  <a:lnTo>
                    <a:pt x="1120592" y="170213"/>
                  </a:lnTo>
                  <a:lnTo>
                    <a:pt x="1114782" y="118453"/>
                  </a:lnTo>
                  <a:close/>
                  <a:moveTo>
                    <a:pt x="1058400" y="63565"/>
                  </a:moveTo>
                  <a:lnTo>
                    <a:pt x="1049470" y="123818"/>
                  </a:lnTo>
                  <a:lnTo>
                    <a:pt x="1058998" y="114602"/>
                  </a:lnTo>
                  <a:close/>
                  <a:moveTo>
                    <a:pt x="1114782" y="118453"/>
                  </a:moveTo>
                  <a:lnTo>
                    <a:pt x="1058998" y="114602"/>
                  </a:lnTo>
                  <a:lnTo>
                    <a:pt x="1075243" y="123818"/>
                  </a:lnTo>
                  <a:close/>
                  <a:moveTo>
                    <a:pt x="1058400" y="63565"/>
                  </a:moveTo>
                  <a:lnTo>
                    <a:pt x="1058998" y="114602"/>
                  </a:lnTo>
                  <a:lnTo>
                    <a:pt x="1114782" y="118453"/>
                  </a:lnTo>
                  <a:close/>
                  <a:moveTo>
                    <a:pt x="1114782" y="118453"/>
                  </a:moveTo>
                  <a:lnTo>
                    <a:pt x="1120592" y="170213"/>
                  </a:lnTo>
                  <a:lnTo>
                    <a:pt x="1135880" y="123818"/>
                  </a:lnTo>
                  <a:close/>
                  <a:moveTo>
                    <a:pt x="1114782" y="118453"/>
                  </a:moveTo>
                  <a:lnTo>
                    <a:pt x="1135880" y="123818"/>
                  </a:lnTo>
                  <a:lnTo>
                    <a:pt x="1101701" y="66345"/>
                  </a:lnTo>
                  <a:close/>
                  <a:moveTo>
                    <a:pt x="1019367" y="57317"/>
                  </a:moveTo>
                  <a:lnTo>
                    <a:pt x="1058400" y="63565"/>
                  </a:lnTo>
                  <a:lnTo>
                    <a:pt x="1040314" y="44747"/>
                  </a:lnTo>
                  <a:close/>
                  <a:moveTo>
                    <a:pt x="1176020" y="67875"/>
                  </a:moveTo>
                  <a:lnTo>
                    <a:pt x="1222144" y="99724"/>
                  </a:lnTo>
                  <a:lnTo>
                    <a:pt x="1212927" y="24094"/>
                  </a:lnTo>
                  <a:close/>
                  <a:moveTo>
                    <a:pt x="1212927" y="24094"/>
                  </a:moveTo>
                  <a:lnTo>
                    <a:pt x="1222144" y="99724"/>
                  </a:lnTo>
                  <a:lnTo>
                    <a:pt x="1258001" y="64811"/>
                  </a:lnTo>
                  <a:close/>
                  <a:moveTo>
                    <a:pt x="1240708" y="92042"/>
                  </a:moveTo>
                  <a:lnTo>
                    <a:pt x="1277179" y="75631"/>
                  </a:lnTo>
                  <a:lnTo>
                    <a:pt x="1258001" y="64811"/>
                  </a:lnTo>
                  <a:close/>
                  <a:moveTo>
                    <a:pt x="1277179" y="75631"/>
                  </a:moveTo>
                  <a:lnTo>
                    <a:pt x="1312370" y="93410"/>
                  </a:lnTo>
                  <a:lnTo>
                    <a:pt x="1321300" y="64504"/>
                  </a:lnTo>
                  <a:close/>
                  <a:moveTo>
                    <a:pt x="1258001" y="64811"/>
                  </a:moveTo>
                  <a:lnTo>
                    <a:pt x="1277179" y="75631"/>
                  </a:lnTo>
                  <a:lnTo>
                    <a:pt x="1313541" y="0"/>
                  </a:lnTo>
                  <a:close/>
                  <a:moveTo>
                    <a:pt x="1326308" y="10624"/>
                  </a:moveTo>
                  <a:lnTo>
                    <a:pt x="1277179" y="75631"/>
                  </a:lnTo>
                  <a:lnTo>
                    <a:pt x="1321300" y="64504"/>
                  </a:lnTo>
                  <a:close/>
                  <a:moveTo>
                    <a:pt x="1383234" y="52135"/>
                  </a:moveTo>
                  <a:lnTo>
                    <a:pt x="1321300" y="64504"/>
                  </a:lnTo>
                  <a:lnTo>
                    <a:pt x="1312370" y="93410"/>
                  </a:lnTo>
                  <a:close/>
                  <a:moveTo>
                    <a:pt x="1321300" y="64504"/>
                  </a:moveTo>
                  <a:lnTo>
                    <a:pt x="1383234" y="52135"/>
                  </a:lnTo>
                  <a:lnTo>
                    <a:pt x="1326308" y="10624"/>
                  </a:lnTo>
                  <a:close/>
                  <a:moveTo>
                    <a:pt x="1383234" y="52135"/>
                  </a:moveTo>
                  <a:lnTo>
                    <a:pt x="1383251" y="48849"/>
                  </a:lnTo>
                  <a:lnTo>
                    <a:pt x="1326308" y="10624"/>
                  </a:lnTo>
                  <a:close/>
                  <a:moveTo>
                    <a:pt x="1383234" y="52135"/>
                  </a:moveTo>
                  <a:lnTo>
                    <a:pt x="1428937" y="52961"/>
                  </a:lnTo>
                  <a:lnTo>
                    <a:pt x="1383251" y="4884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35" name="Output_density__4334">
              <a:extLst>
                <a:ext uri="{FF2B5EF4-FFF2-40B4-BE49-F238E27FC236}">
                  <a16:creationId xmlns:a16="http://schemas.microsoft.com/office/drawing/2014/main" id="{95640180-94EC-51B3-38A5-E631499A8594}"/>
                </a:ext>
              </a:extLst>
            </p:cNvPr>
            <p:cNvSpPr>
              <a:spLocks noGrp="1"/>
            </p:cNvSpPr>
            <p:nvPr/>
          </p:nvSpPr>
          <p:spPr>
            <a:xfrm>
              <a:off x="14961088" y="2887410"/>
              <a:ext cx="1046413" cy="550368"/>
            </a:xfrm>
            <a:custGeom>
              <a:avLst/>
              <a:gdLst/>
              <a:ahLst/>
              <a:cxnLst/>
              <a:rect l="0" t="0" r="0" b="0"/>
              <a:pathLst>
                <a:path w="1046413" h="550368">
                  <a:moveTo>
                    <a:pt x="28917" y="387088"/>
                  </a:moveTo>
                  <a:lnTo>
                    <a:pt x="0" y="361094"/>
                  </a:lnTo>
                  <a:lnTo>
                    <a:pt x="15592" y="377625"/>
                  </a:lnTo>
                  <a:close/>
                  <a:moveTo>
                    <a:pt x="66122" y="391290"/>
                  </a:moveTo>
                  <a:lnTo>
                    <a:pt x="12953" y="367178"/>
                  </a:lnTo>
                  <a:lnTo>
                    <a:pt x="28917" y="387088"/>
                  </a:lnTo>
                  <a:close/>
                  <a:moveTo>
                    <a:pt x="233133" y="380973"/>
                  </a:moveTo>
                  <a:lnTo>
                    <a:pt x="213632" y="432510"/>
                  </a:lnTo>
                  <a:lnTo>
                    <a:pt x="172235" y="438673"/>
                  </a:lnTo>
                  <a:close/>
                  <a:moveTo>
                    <a:pt x="172235" y="438673"/>
                  </a:moveTo>
                  <a:lnTo>
                    <a:pt x="213632" y="432510"/>
                  </a:lnTo>
                  <a:lnTo>
                    <a:pt x="197826" y="439697"/>
                  </a:lnTo>
                  <a:close/>
                  <a:moveTo>
                    <a:pt x="120354" y="401956"/>
                  </a:moveTo>
                  <a:lnTo>
                    <a:pt x="172235" y="438673"/>
                  </a:lnTo>
                  <a:lnTo>
                    <a:pt x="197826" y="439697"/>
                  </a:lnTo>
                  <a:close/>
                  <a:moveTo>
                    <a:pt x="316308" y="356595"/>
                  </a:moveTo>
                  <a:lnTo>
                    <a:pt x="357487" y="385860"/>
                  </a:lnTo>
                  <a:lnTo>
                    <a:pt x="313097" y="356880"/>
                  </a:lnTo>
                  <a:close/>
                  <a:moveTo>
                    <a:pt x="318396" y="292155"/>
                  </a:moveTo>
                  <a:lnTo>
                    <a:pt x="347519" y="281249"/>
                  </a:lnTo>
                  <a:lnTo>
                    <a:pt x="316308" y="356595"/>
                  </a:lnTo>
                  <a:close/>
                  <a:moveTo>
                    <a:pt x="748299" y="520572"/>
                  </a:moveTo>
                  <a:lnTo>
                    <a:pt x="777995" y="498099"/>
                  </a:lnTo>
                  <a:lnTo>
                    <a:pt x="771860" y="490744"/>
                  </a:lnTo>
                  <a:close/>
                  <a:moveTo>
                    <a:pt x="766908" y="550368"/>
                  </a:moveTo>
                  <a:lnTo>
                    <a:pt x="777995" y="498099"/>
                  </a:lnTo>
                  <a:lnTo>
                    <a:pt x="748299" y="520572"/>
                  </a:lnTo>
                  <a:close/>
                  <a:moveTo>
                    <a:pt x="653293" y="340036"/>
                  </a:moveTo>
                  <a:lnTo>
                    <a:pt x="687667" y="336134"/>
                  </a:lnTo>
                  <a:lnTo>
                    <a:pt x="710831" y="363577"/>
                  </a:lnTo>
                  <a:close/>
                  <a:moveTo>
                    <a:pt x="710831" y="363577"/>
                  </a:moveTo>
                  <a:lnTo>
                    <a:pt x="687667" y="336134"/>
                  </a:lnTo>
                  <a:lnTo>
                    <a:pt x="710241" y="312041"/>
                  </a:lnTo>
                  <a:close/>
                  <a:moveTo>
                    <a:pt x="653293" y="340036"/>
                  </a:moveTo>
                  <a:lnTo>
                    <a:pt x="648598" y="362257"/>
                  </a:lnTo>
                  <a:lnTo>
                    <a:pt x="610888" y="356166"/>
                  </a:lnTo>
                  <a:close/>
                  <a:moveTo>
                    <a:pt x="687667" y="336134"/>
                  </a:moveTo>
                  <a:lnTo>
                    <a:pt x="703244" y="260504"/>
                  </a:lnTo>
                  <a:lnTo>
                    <a:pt x="710241" y="312041"/>
                  </a:lnTo>
                  <a:close/>
                  <a:moveTo>
                    <a:pt x="728593" y="249307"/>
                  </a:moveTo>
                  <a:lnTo>
                    <a:pt x="703244" y="260504"/>
                  </a:lnTo>
                  <a:lnTo>
                    <a:pt x="713026" y="253789"/>
                  </a:lnTo>
                  <a:close/>
                  <a:moveTo>
                    <a:pt x="1013429" y="169670"/>
                  </a:moveTo>
                  <a:lnTo>
                    <a:pt x="1031254" y="217922"/>
                  </a:lnTo>
                  <a:lnTo>
                    <a:pt x="1033923" y="239759"/>
                  </a:lnTo>
                  <a:close/>
                  <a:moveTo>
                    <a:pt x="1031254" y="217922"/>
                  </a:moveTo>
                  <a:lnTo>
                    <a:pt x="1013429" y="169670"/>
                  </a:lnTo>
                  <a:lnTo>
                    <a:pt x="1030332" y="215665"/>
                  </a:lnTo>
                  <a:close/>
                  <a:moveTo>
                    <a:pt x="1013429" y="169670"/>
                  </a:moveTo>
                  <a:lnTo>
                    <a:pt x="1006874" y="164128"/>
                  </a:lnTo>
                  <a:lnTo>
                    <a:pt x="1030332" y="215665"/>
                  </a:lnTo>
                  <a:close/>
                  <a:moveTo>
                    <a:pt x="836189" y="0"/>
                  </a:moveTo>
                  <a:lnTo>
                    <a:pt x="766041" y="33612"/>
                  </a:lnTo>
                  <a:lnTo>
                    <a:pt x="802286" y="8143"/>
                  </a:lnTo>
                  <a:close/>
                  <a:moveTo>
                    <a:pt x="1006874" y="164128"/>
                  </a:moveTo>
                  <a:lnTo>
                    <a:pt x="1031894" y="91915"/>
                  </a:lnTo>
                  <a:lnTo>
                    <a:pt x="1033053" y="88498"/>
                  </a:lnTo>
                  <a:close/>
                  <a:moveTo>
                    <a:pt x="1021897" y="37300"/>
                  </a:moveTo>
                  <a:lnTo>
                    <a:pt x="1031894" y="91915"/>
                  </a:lnTo>
                  <a:lnTo>
                    <a:pt x="1046413" y="55351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36" name="Output_density__4335">
              <a:extLst>
                <a:ext uri="{FF2B5EF4-FFF2-40B4-BE49-F238E27FC236}">
                  <a16:creationId xmlns:a16="http://schemas.microsoft.com/office/drawing/2014/main" id="{8505746B-75FF-CD9E-784C-44348FF52D83}"/>
                </a:ext>
              </a:extLst>
            </p:cNvPr>
            <p:cNvSpPr>
              <a:spLocks noGrp="1"/>
            </p:cNvSpPr>
            <p:nvPr/>
          </p:nvSpPr>
          <p:spPr>
            <a:xfrm>
              <a:off x="14861435" y="2508532"/>
              <a:ext cx="1383251" cy="893717"/>
            </a:xfrm>
            <a:custGeom>
              <a:avLst/>
              <a:gdLst/>
              <a:ahLst/>
              <a:cxnLst/>
              <a:rect l="0" t="0" r="0" b="0"/>
              <a:pathLst>
                <a:path w="1383251" h="893717">
                  <a:moveTo>
                    <a:pt x="0" y="601894"/>
                  </a:moveTo>
                  <a:lnTo>
                    <a:pt x="43621" y="629336"/>
                  </a:lnTo>
                  <a:lnTo>
                    <a:pt x="36446" y="577800"/>
                  </a:lnTo>
                  <a:close/>
                  <a:moveTo>
                    <a:pt x="27279" y="526263"/>
                  </a:moveTo>
                  <a:lnTo>
                    <a:pt x="0" y="601894"/>
                  </a:lnTo>
                  <a:lnTo>
                    <a:pt x="36446" y="577800"/>
                  </a:lnTo>
                  <a:close/>
                  <a:moveTo>
                    <a:pt x="317025" y="652439"/>
                  </a:moveTo>
                  <a:lnTo>
                    <a:pt x="334533" y="607297"/>
                  </a:lnTo>
                  <a:lnTo>
                    <a:pt x="281014" y="643733"/>
                  </a:lnTo>
                  <a:close/>
                  <a:moveTo>
                    <a:pt x="322129" y="581148"/>
                  </a:moveTo>
                  <a:lnTo>
                    <a:pt x="334533" y="607297"/>
                  </a:lnTo>
                  <a:lnTo>
                    <a:pt x="353652" y="608591"/>
                  </a:lnTo>
                  <a:close/>
                  <a:moveTo>
                    <a:pt x="287098" y="387815"/>
                  </a:moveTo>
                  <a:lnTo>
                    <a:pt x="334808" y="449753"/>
                  </a:lnTo>
                  <a:lnTo>
                    <a:pt x="333093" y="388405"/>
                  </a:lnTo>
                  <a:close/>
                  <a:moveTo>
                    <a:pt x="230161" y="396122"/>
                  </a:moveTo>
                  <a:lnTo>
                    <a:pt x="287098" y="387815"/>
                  </a:lnTo>
                  <a:lnTo>
                    <a:pt x="280967" y="330057"/>
                  </a:lnTo>
                  <a:close/>
                  <a:moveTo>
                    <a:pt x="287098" y="387815"/>
                  </a:moveTo>
                  <a:lnTo>
                    <a:pt x="323311" y="333615"/>
                  </a:lnTo>
                  <a:lnTo>
                    <a:pt x="280967" y="330057"/>
                  </a:lnTo>
                  <a:close/>
                  <a:moveTo>
                    <a:pt x="224959" y="337608"/>
                  </a:moveTo>
                  <a:lnTo>
                    <a:pt x="280967" y="330057"/>
                  </a:lnTo>
                  <a:lnTo>
                    <a:pt x="242163" y="301717"/>
                  </a:lnTo>
                  <a:close/>
                  <a:moveTo>
                    <a:pt x="750468" y="842180"/>
                  </a:moveTo>
                  <a:lnTo>
                    <a:pt x="783392" y="893717"/>
                  </a:lnTo>
                  <a:lnTo>
                    <a:pt x="818764" y="869623"/>
                  </a:lnTo>
                  <a:close/>
                  <a:moveTo>
                    <a:pt x="750468" y="842180"/>
                  </a:moveTo>
                  <a:lnTo>
                    <a:pt x="818764" y="869623"/>
                  </a:lnTo>
                  <a:lnTo>
                    <a:pt x="789181" y="818086"/>
                  </a:lnTo>
                  <a:close/>
                  <a:moveTo>
                    <a:pt x="741716" y="790644"/>
                  </a:moveTo>
                  <a:lnTo>
                    <a:pt x="750468" y="842180"/>
                  </a:lnTo>
                  <a:lnTo>
                    <a:pt x="789181" y="818086"/>
                  </a:lnTo>
                  <a:close/>
                  <a:moveTo>
                    <a:pt x="789181" y="818086"/>
                  </a:moveTo>
                  <a:lnTo>
                    <a:pt x="818764" y="869623"/>
                  </a:lnTo>
                  <a:lnTo>
                    <a:pt x="845072" y="793992"/>
                  </a:lnTo>
                  <a:close/>
                  <a:moveTo>
                    <a:pt x="799673" y="715013"/>
                  </a:moveTo>
                  <a:lnTo>
                    <a:pt x="848606" y="742456"/>
                  </a:lnTo>
                  <a:lnTo>
                    <a:pt x="847917" y="690919"/>
                  </a:lnTo>
                  <a:close/>
                  <a:moveTo>
                    <a:pt x="575484" y="444543"/>
                  </a:moveTo>
                  <a:lnTo>
                    <a:pt x="590136" y="433236"/>
                  </a:lnTo>
                  <a:lnTo>
                    <a:pt x="574538" y="457330"/>
                  </a:lnTo>
                  <a:close/>
                  <a:moveTo>
                    <a:pt x="1039372" y="567101"/>
                  </a:moveTo>
                  <a:lnTo>
                    <a:pt x="1015997" y="589495"/>
                  </a:lnTo>
                  <a:lnTo>
                    <a:pt x="1011652" y="642731"/>
                  </a:lnTo>
                  <a:close/>
                  <a:moveTo>
                    <a:pt x="861813" y="287182"/>
                  </a:moveTo>
                  <a:lnTo>
                    <a:pt x="899520" y="243078"/>
                  </a:lnTo>
                  <a:lnTo>
                    <a:pt x="887548" y="241499"/>
                  </a:lnTo>
                  <a:close/>
                  <a:moveTo>
                    <a:pt x="861813" y="287182"/>
                  </a:moveTo>
                  <a:lnTo>
                    <a:pt x="887548" y="241499"/>
                  </a:lnTo>
                  <a:lnTo>
                    <a:pt x="833836" y="247184"/>
                  </a:lnTo>
                  <a:close/>
                  <a:moveTo>
                    <a:pt x="934394" y="266158"/>
                  </a:moveTo>
                  <a:lnTo>
                    <a:pt x="949490" y="255232"/>
                  </a:lnTo>
                  <a:lnTo>
                    <a:pt x="899520" y="243078"/>
                  </a:lnTo>
                  <a:close/>
                  <a:moveTo>
                    <a:pt x="934394" y="266158"/>
                  </a:moveTo>
                  <a:lnTo>
                    <a:pt x="982974" y="264646"/>
                  </a:lnTo>
                  <a:lnTo>
                    <a:pt x="949490" y="255232"/>
                  </a:lnTo>
                  <a:close/>
                  <a:moveTo>
                    <a:pt x="982974" y="264646"/>
                  </a:moveTo>
                  <a:lnTo>
                    <a:pt x="934394" y="266158"/>
                  </a:lnTo>
                  <a:lnTo>
                    <a:pt x="988717" y="266994"/>
                  </a:lnTo>
                  <a:close/>
                  <a:moveTo>
                    <a:pt x="1101701" y="306830"/>
                  </a:moveTo>
                  <a:lnTo>
                    <a:pt x="1058400" y="304050"/>
                  </a:lnTo>
                  <a:lnTo>
                    <a:pt x="1114782" y="358938"/>
                  </a:lnTo>
                  <a:close/>
                  <a:moveTo>
                    <a:pt x="1101701" y="306830"/>
                  </a:moveTo>
                  <a:lnTo>
                    <a:pt x="1135880" y="364303"/>
                  </a:lnTo>
                  <a:lnTo>
                    <a:pt x="1176020" y="308360"/>
                  </a:lnTo>
                  <a:close/>
                  <a:moveTo>
                    <a:pt x="1101701" y="306830"/>
                  </a:moveTo>
                  <a:lnTo>
                    <a:pt x="1176020" y="308360"/>
                  </a:lnTo>
                  <a:lnTo>
                    <a:pt x="1154327" y="288673"/>
                  </a:lnTo>
                  <a:close/>
                  <a:moveTo>
                    <a:pt x="1019367" y="297801"/>
                  </a:moveTo>
                  <a:lnTo>
                    <a:pt x="1040314" y="285232"/>
                  </a:lnTo>
                  <a:lnTo>
                    <a:pt x="988717" y="266994"/>
                  </a:lnTo>
                  <a:close/>
                  <a:moveTo>
                    <a:pt x="1058400" y="304050"/>
                  </a:moveTo>
                  <a:lnTo>
                    <a:pt x="1084936" y="277385"/>
                  </a:lnTo>
                  <a:lnTo>
                    <a:pt x="1040314" y="285232"/>
                  </a:lnTo>
                  <a:close/>
                  <a:moveTo>
                    <a:pt x="1058400" y="304050"/>
                  </a:moveTo>
                  <a:lnTo>
                    <a:pt x="1101701" y="306830"/>
                  </a:lnTo>
                  <a:lnTo>
                    <a:pt x="1084936" y="277385"/>
                  </a:lnTo>
                  <a:close/>
                  <a:moveTo>
                    <a:pt x="1184502" y="277496"/>
                  </a:moveTo>
                  <a:lnTo>
                    <a:pt x="1176020" y="308360"/>
                  </a:lnTo>
                  <a:lnTo>
                    <a:pt x="1212927" y="264579"/>
                  </a:lnTo>
                  <a:close/>
                  <a:moveTo>
                    <a:pt x="1154327" y="288673"/>
                  </a:moveTo>
                  <a:lnTo>
                    <a:pt x="1176020" y="308360"/>
                  </a:lnTo>
                  <a:lnTo>
                    <a:pt x="1184502" y="277496"/>
                  </a:lnTo>
                  <a:close/>
                  <a:moveTo>
                    <a:pt x="1266142" y="249106"/>
                  </a:moveTo>
                  <a:lnTo>
                    <a:pt x="1258001" y="305296"/>
                  </a:lnTo>
                  <a:lnTo>
                    <a:pt x="1313541" y="240485"/>
                  </a:lnTo>
                  <a:close/>
                  <a:moveTo>
                    <a:pt x="1313541" y="240485"/>
                  </a:moveTo>
                  <a:lnTo>
                    <a:pt x="1277179" y="316115"/>
                  </a:lnTo>
                  <a:lnTo>
                    <a:pt x="1326308" y="251109"/>
                  </a:lnTo>
                  <a:close/>
                  <a:moveTo>
                    <a:pt x="1212927" y="264579"/>
                  </a:moveTo>
                  <a:lnTo>
                    <a:pt x="1258001" y="305296"/>
                  </a:lnTo>
                  <a:lnTo>
                    <a:pt x="1266142" y="249106"/>
                  </a:lnTo>
                  <a:close/>
                  <a:moveTo>
                    <a:pt x="1266142" y="249106"/>
                  </a:moveTo>
                  <a:lnTo>
                    <a:pt x="1319520" y="225726"/>
                  </a:lnTo>
                  <a:lnTo>
                    <a:pt x="1299487" y="197237"/>
                  </a:lnTo>
                  <a:close/>
                  <a:moveTo>
                    <a:pt x="1266142" y="249106"/>
                  </a:moveTo>
                  <a:lnTo>
                    <a:pt x="1299487" y="197237"/>
                  </a:lnTo>
                  <a:lnTo>
                    <a:pt x="1251788" y="198033"/>
                  </a:lnTo>
                  <a:close/>
                  <a:moveTo>
                    <a:pt x="1251788" y="198033"/>
                  </a:moveTo>
                  <a:lnTo>
                    <a:pt x="1299487" y="197237"/>
                  </a:lnTo>
                  <a:lnTo>
                    <a:pt x="1234191" y="149596"/>
                  </a:lnTo>
                  <a:close/>
                  <a:moveTo>
                    <a:pt x="1313541" y="240485"/>
                  </a:moveTo>
                  <a:lnTo>
                    <a:pt x="1326308" y="251109"/>
                  </a:lnTo>
                  <a:lnTo>
                    <a:pt x="1326622" y="237919"/>
                  </a:lnTo>
                  <a:close/>
                  <a:moveTo>
                    <a:pt x="1319520" y="225726"/>
                  </a:moveTo>
                  <a:lnTo>
                    <a:pt x="1313541" y="240485"/>
                  </a:lnTo>
                  <a:lnTo>
                    <a:pt x="1326622" y="237919"/>
                  </a:lnTo>
                  <a:close/>
                  <a:moveTo>
                    <a:pt x="1382282" y="230651"/>
                  </a:moveTo>
                  <a:lnTo>
                    <a:pt x="1326308" y="251109"/>
                  </a:lnTo>
                  <a:lnTo>
                    <a:pt x="1383251" y="289334"/>
                  </a:lnTo>
                  <a:close/>
                  <a:moveTo>
                    <a:pt x="1382282" y="230651"/>
                  </a:moveTo>
                  <a:lnTo>
                    <a:pt x="1326622" y="237919"/>
                  </a:lnTo>
                  <a:lnTo>
                    <a:pt x="1326308" y="251109"/>
                  </a:lnTo>
                  <a:close/>
                  <a:moveTo>
                    <a:pt x="1326622" y="237919"/>
                  </a:moveTo>
                  <a:lnTo>
                    <a:pt x="1356967" y="191062"/>
                  </a:lnTo>
                  <a:lnTo>
                    <a:pt x="1319520" y="225726"/>
                  </a:lnTo>
                  <a:close/>
                  <a:moveTo>
                    <a:pt x="1326622" y="237919"/>
                  </a:moveTo>
                  <a:lnTo>
                    <a:pt x="1382282" y="230651"/>
                  </a:lnTo>
                  <a:lnTo>
                    <a:pt x="1356967" y="191062"/>
                  </a:lnTo>
                  <a:close/>
                  <a:moveTo>
                    <a:pt x="1310773" y="62576"/>
                  </a:moveTo>
                  <a:lnTo>
                    <a:pt x="1295141" y="134578"/>
                  </a:lnTo>
                  <a:lnTo>
                    <a:pt x="1314982" y="61781"/>
                  </a:lnTo>
                  <a:close/>
                  <a:moveTo>
                    <a:pt x="1310773" y="62576"/>
                  </a:moveTo>
                  <a:lnTo>
                    <a:pt x="1241874" y="110101"/>
                  </a:lnTo>
                  <a:lnTo>
                    <a:pt x="1295141" y="134578"/>
                  </a:lnTo>
                  <a:close/>
                  <a:moveTo>
                    <a:pt x="1310773" y="62576"/>
                  </a:moveTo>
                  <a:lnTo>
                    <a:pt x="1310816" y="58286"/>
                  </a:lnTo>
                  <a:lnTo>
                    <a:pt x="1244598" y="78393"/>
                  </a:lnTo>
                  <a:close/>
                  <a:moveTo>
                    <a:pt x="1310773" y="62576"/>
                  </a:moveTo>
                  <a:lnTo>
                    <a:pt x="1314982" y="61781"/>
                  </a:lnTo>
                  <a:lnTo>
                    <a:pt x="1310816" y="58286"/>
                  </a:lnTo>
                  <a:close/>
                  <a:moveTo>
                    <a:pt x="1366972" y="113317"/>
                  </a:moveTo>
                  <a:lnTo>
                    <a:pt x="1374411" y="121382"/>
                  </a:lnTo>
                  <a:lnTo>
                    <a:pt x="1374482" y="111506"/>
                  </a:lnTo>
                  <a:close/>
                  <a:moveTo>
                    <a:pt x="1314982" y="61781"/>
                  </a:moveTo>
                  <a:lnTo>
                    <a:pt x="1374482" y="111506"/>
                  </a:lnTo>
                  <a:lnTo>
                    <a:pt x="1369613" y="52722"/>
                  </a:lnTo>
                  <a:close/>
                  <a:moveTo>
                    <a:pt x="1314982" y="61781"/>
                  </a:moveTo>
                  <a:lnTo>
                    <a:pt x="1366972" y="113317"/>
                  </a:lnTo>
                  <a:lnTo>
                    <a:pt x="1374482" y="111506"/>
                  </a:lnTo>
                  <a:close/>
                  <a:moveTo>
                    <a:pt x="1369613" y="52722"/>
                  </a:moveTo>
                  <a:lnTo>
                    <a:pt x="1310816" y="58286"/>
                  </a:lnTo>
                  <a:lnTo>
                    <a:pt x="1314982" y="61781"/>
                  </a:lnTo>
                  <a:close/>
                  <a:moveTo>
                    <a:pt x="1310567" y="0"/>
                  </a:moveTo>
                  <a:lnTo>
                    <a:pt x="1310816" y="58286"/>
                  </a:lnTo>
                  <a:lnTo>
                    <a:pt x="1369613" y="5272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37" name="Output_density__4336">
              <a:extLst>
                <a:ext uri="{FF2B5EF4-FFF2-40B4-BE49-F238E27FC236}">
                  <a16:creationId xmlns:a16="http://schemas.microsoft.com/office/drawing/2014/main" id="{70924895-D19F-3528-DBAF-F483F70D567D}"/>
                </a:ext>
              </a:extLst>
            </p:cNvPr>
            <p:cNvSpPr>
              <a:spLocks noGrp="1"/>
            </p:cNvSpPr>
            <p:nvPr/>
          </p:nvSpPr>
          <p:spPr>
            <a:xfrm>
              <a:off x="14842736" y="2508532"/>
              <a:ext cx="1338219" cy="818086"/>
            </a:xfrm>
            <a:custGeom>
              <a:avLst/>
              <a:gdLst/>
              <a:ahLst/>
              <a:cxnLst/>
              <a:rect l="0" t="0" r="0" b="0"/>
              <a:pathLst>
                <a:path w="1338219" h="818086">
                  <a:moveTo>
                    <a:pt x="1013" y="546414"/>
                  </a:moveTo>
                  <a:lnTo>
                    <a:pt x="0" y="564703"/>
                  </a:lnTo>
                  <a:lnTo>
                    <a:pt x="45979" y="526263"/>
                  </a:lnTo>
                  <a:close/>
                  <a:moveTo>
                    <a:pt x="45979" y="526263"/>
                  </a:moveTo>
                  <a:lnTo>
                    <a:pt x="0" y="564703"/>
                  </a:lnTo>
                  <a:lnTo>
                    <a:pt x="18700" y="601894"/>
                  </a:lnTo>
                  <a:close/>
                  <a:moveTo>
                    <a:pt x="55146" y="577800"/>
                  </a:moveTo>
                  <a:lnTo>
                    <a:pt x="75682" y="502169"/>
                  </a:lnTo>
                  <a:lnTo>
                    <a:pt x="45979" y="526263"/>
                  </a:lnTo>
                  <a:close/>
                  <a:moveTo>
                    <a:pt x="43660" y="474726"/>
                  </a:moveTo>
                  <a:lnTo>
                    <a:pt x="45979" y="526263"/>
                  </a:lnTo>
                  <a:lnTo>
                    <a:pt x="75682" y="502169"/>
                  </a:lnTo>
                  <a:close/>
                  <a:moveTo>
                    <a:pt x="43660" y="474726"/>
                  </a:moveTo>
                  <a:lnTo>
                    <a:pt x="75682" y="502169"/>
                  </a:lnTo>
                  <a:lnTo>
                    <a:pt x="78229" y="450632"/>
                  </a:lnTo>
                  <a:close/>
                  <a:moveTo>
                    <a:pt x="74472" y="399096"/>
                  </a:moveTo>
                  <a:lnTo>
                    <a:pt x="74243" y="399376"/>
                  </a:lnTo>
                  <a:lnTo>
                    <a:pt x="43660" y="474726"/>
                  </a:lnTo>
                  <a:close/>
                  <a:moveTo>
                    <a:pt x="78229" y="450632"/>
                  </a:moveTo>
                  <a:lnTo>
                    <a:pt x="74472" y="399096"/>
                  </a:lnTo>
                  <a:lnTo>
                    <a:pt x="43660" y="474726"/>
                  </a:lnTo>
                  <a:close/>
                  <a:moveTo>
                    <a:pt x="74539" y="398915"/>
                  </a:moveTo>
                  <a:lnTo>
                    <a:pt x="74243" y="399376"/>
                  </a:lnTo>
                  <a:lnTo>
                    <a:pt x="74472" y="399096"/>
                  </a:lnTo>
                  <a:close/>
                  <a:moveTo>
                    <a:pt x="78229" y="450632"/>
                  </a:moveTo>
                  <a:lnTo>
                    <a:pt x="119614" y="432546"/>
                  </a:lnTo>
                  <a:lnTo>
                    <a:pt x="109850" y="433171"/>
                  </a:lnTo>
                  <a:close/>
                  <a:moveTo>
                    <a:pt x="74472" y="399096"/>
                  </a:moveTo>
                  <a:lnTo>
                    <a:pt x="109850" y="433171"/>
                  </a:lnTo>
                  <a:lnTo>
                    <a:pt x="74844" y="398887"/>
                  </a:lnTo>
                  <a:close/>
                  <a:moveTo>
                    <a:pt x="74472" y="399096"/>
                  </a:moveTo>
                  <a:lnTo>
                    <a:pt x="78229" y="450632"/>
                  </a:lnTo>
                  <a:lnTo>
                    <a:pt x="109850" y="433171"/>
                  </a:lnTo>
                  <a:close/>
                  <a:moveTo>
                    <a:pt x="123479" y="426539"/>
                  </a:moveTo>
                  <a:lnTo>
                    <a:pt x="115728" y="375002"/>
                  </a:lnTo>
                  <a:lnTo>
                    <a:pt x="109850" y="433171"/>
                  </a:lnTo>
                  <a:close/>
                  <a:moveTo>
                    <a:pt x="115728" y="375002"/>
                  </a:moveTo>
                  <a:lnTo>
                    <a:pt x="74844" y="398887"/>
                  </a:lnTo>
                  <a:lnTo>
                    <a:pt x="109850" y="433171"/>
                  </a:lnTo>
                  <a:close/>
                  <a:moveTo>
                    <a:pt x="74539" y="398915"/>
                  </a:moveTo>
                  <a:lnTo>
                    <a:pt x="74472" y="399096"/>
                  </a:lnTo>
                  <a:lnTo>
                    <a:pt x="74844" y="398887"/>
                  </a:lnTo>
                  <a:close/>
                  <a:moveTo>
                    <a:pt x="140083" y="334398"/>
                  </a:moveTo>
                  <a:lnTo>
                    <a:pt x="74844" y="398887"/>
                  </a:lnTo>
                  <a:lnTo>
                    <a:pt x="115728" y="375002"/>
                  </a:lnTo>
                  <a:close/>
                  <a:moveTo>
                    <a:pt x="74539" y="398915"/>
                  </a:moveTo>
                  <a:lnTo>
                    <a:pt x="74844" y="398887"/>
                  </a:lnTo>
                  <a:lnTo>
                    <a:pt x="140083" y="334398"/>
                  </a:lnTo>
                  <a:close/>
                  <a:moveTo>
                    <a:pt x="115728" y="375002"/>
                  </a:moveTo>
                  <a:lnTo>
                    <a:pt x="185011" y="410048"/>
                  </a:lnTo>
                  <a:lnTo>
                    <a:pt x="174089" y="356185"/>
                  </a:lnTo>
                  <a:close/>
                  <a:moveTo>
                    <a:pt x="115728" y="375002"/>
                  </a:moveTo>
                  <a:lnTo>
                    <a:pt x="123479" y="426539"/>
                  </a:lnTo>
                  <a:lnTo>
                    <a:pt x="185011" y="410048"/>
                  </a:lnTo>
                  <a:close/>
                  <a:moveTo>
                    <a:pt x="193189" y="350908"/>
                  </a:moveTo>
                  <a:lnTo>
                    <a:pt x="174089" y="356185"/>
                  </a:lnTo>
                  <a:lnTo>
                    <a:pt x="185011" y="410048"/>
                  </a:lnTo>
                  <a:close/>
                  <a:moveTo>
                    <a:pt x="140083" y="334398"/>
                  </a:moveTo>
                  <a:lnTo>
                    <a:pt x="115728" y="375002"/>
                  </a:lnTo>
                  <a:lnTo>
                    <a:pt x="174089" y="356185"/>
                  </a:lnTo>
                  <a:close/>
                  <a:moveTo>
                    <a:pt x="217824" y="315480"/>
                  </a:moveTo>
                  <a:lnTo>
                    <a:pt x="140083" y="334398"/>
                  </a:lnTo>
                  <a:lnTo>
                    <a:pt x="193189" y="350908"/>
                  </a:lnTo>
                  <a:close/>
                  <a:moveTo>
                    <a:pt x="193189" y="350908"/>
                  </a:moveTo>
                  <a:lnTo>
                    <a:pt x="140083" y="334398"/>
                  </a:lnTo>
                  <a:lnTo>
                    <a:pt x="174089" y="356185"/>
                  </a:lnTo>
                  <a:close/>
                  <a:moveTo>
                    <a:pt x="193189" y="350908"/>
                  </a:moveTo>
                  <a:lnTo>
                    <a:pt x="248860" y="396122"/>
                  </a:lnTo>
                  <a:lnTo>
                    <a:pt x="243659" y="337608"/>
                  </a:lnTo>
                  <a:close/>
                  <a:moveTo>
                    <a:pt x="193189" y="350908"/>
                  </a:moveTo>
                  <a:lnTo>
                    <a:pt x="224450" y="402445"/>
                  </a:lnTo>
                  <a:lnTo>
                    <a:pt x="248860" y="396122"/>
                  </a:lnTo>
                  <a:close/>
                  <a:moveTo>
                    <a:pt x="248860" y="396122"/>
                  </a:moveTo>
                  <a:lnTo>
                    <a:pt x="299666" y="330057"/>
                  </a:lnTo>
                  <a:lnTo>
                    <a:pt x="243659" y="337608"/>
                  </a:lnTo>
                  <a:close/>
                  <a:moveTo>
                    <a:pt x="217824" y="315480"/>
                  </a:moveTo>
                  <a:lnTo>
                    <a:pt x="193189" y="350908"/>
                  </a:lnTo>
                  <a:lnTo>
                    <a:pt x="243659" y="337608"/>
                  </a:lnTo>
                  <a:close/>
                  <a:moveTo>
                    <a:pt x="243659" y="337608"/>
                  </a:moveTo>
                  <a:lnTo>
                    <a:pt x="260862" y="301717"/>
                  </a:lnTo>
                  <a:lnTo>
                    <a:pt x="217824" y="315480"/>
                  </a:lnTo>
                  <a:close/>
                  <a:moveTo>
                    <a:pt x="760416" y="790644"/>
                  </a:moveTo>
                  <a:lnTo>
                    <a:pt x="807880" y="818086"/>
                  </a:lnTo>
                  <a:lnTo>
                    <a:pt x="831100" y="766550"/>
                  </a:lnTo>
                  <a:close/>
                  <a:moveTo>
                    <a:pt x="863772" y="793992"/>
                  </a:moveTo>
                  <a:lnTo>
                    <a:pt x="869523" y="775288"/>
                  </a:lnTo>
                  <a:lnTo>
                    <a:pt x="831113" y="766544"/>
                  </a:lnTo>
                  <a:close/>
                  <a:moveTo>
                    <a:pt x="831100" y="766550"/>
                  </a:moveTo>
                  <a:lnTo>
                    <a:pt x="863772" y="793992"/>
                  </a:lnTo>
                  <a:lnTo>
                    <a:pt x="831113" y="766544"/>
                  </a:lnTo>
                  <a:close/>
                  <a:moveTo>
                    <a:pt x="807880" y="818086"/>
                  </a:moveTo>
                  <a:lnTo>
                    <a:pt x="863772" y="793992"/>
                  </a:lnTo>
                  <a:lnTo>
                    <a:pt x="831100" y="766550"/>
                  </a:lnTo>
                  <a:close/>
                  <a:moveTo>
                    <a:pt x="831113" y="766544"/>
                  </a:moveTo>
                  <a:lnTo>
                    <a:pt x="869523" y="775288"/>
                  </a:lnTo>
                  <a:lnTo>
                    <a:pt x="867306" y="742456"/>
                  </a:lnTo>
                  <a:close/>
                  <a:moveTo>
                    <a:pt x="867306" y="742456"/>
                  </a:moveTo>
                  <a:lnTo>
                    <a:pt x="869523" y="775288"/>
                  </a:lnTo>
                  <a:lnTo>
                    <a:pt x="888091" y="782964"/>
                  </a:lnTo>
                  <a:close/>
                  <a:moveTo>
                    <a:pt x="617977" y="381700"/>
                  </a:moveTo>
                  <a:lnTo>
                    <a:pt x="608836" y="433236"/>
                  </a:lnTo>
                  <a:lnTo>
                    <a:pt x="650905" y="409142"/>
                  </a:lnTo>
                  <a:close/>
                  <a:moveTo>
                    <a:pt x="617977" y="381700"/>
                  </a:moveTo>
                  <a:lnTo>
                    <a:pt x="650905" y="409142"/>
                  </a:lnTo>
                  <a:lnTo>
                    <a:pt x="644231" y="357606"/>
                  </a:lnTo>
                  <a:close/>
                  <a:moveTo>
                    <a:pt x="649321" y="341118"/>
                  </a:moveTo>
                  <a:lnTo>
                    <a:pt x="617977" y="381700"/>
                  </a:lnTo>
                  <a:lnTo>
                    <a:pt x="644231" y="357606"/>
                  </a:lnTo>
                  <a:close/>
                  <a:moveTo>
                    <a:pt x="649321" y="341118"/>
                  </a:moveTo>
                  <a:lnTo>
                    <a:pt x="621059" y="370352"/>
                  </a:lnTo>
                  <a:lnTo>
                    <a:pt x="617977" y="381700"/>
                  </a:lnTo>
                  <a:close/>
                  <a:moveTo>
                    <a:pt x="649321" y="341118"/>
                  </a:moveTo>
                  <a:lnTo>
                    <a:pt x="644231" y="357606"/>
                  </a:lnTo>
                  <a:lnTo>
                    <a:pt x="679988" y="336259"/>
                  </a:lnTo>
                  <a:close/>
                  <a:moveTo>
                    <a:pt x="649321" y="341118"/>
                  </a:moveTo>
                  <a:lnTo>
                    <a:pt x="679988" y="336259"/>
                  </a:lnTo>
                  <a:lnTo>
                    <a:pt x="662361" y="306069"/>
                  </a:lnTo>
                  <a:close/>
                  <a:moveTo>
                    <a:pt x="662361" y="306069"/>
                  </a:moveTo>
                  <a:lnTo>
                    <a:pt x="679988" y="336259"/>
                  </a:lnTo>
                  <a:lnTo>
                    <a:pt x="684349" y="333512"/>
                  </a:lnTo>
                  <a:close/>
                  <a:moveTo>
                    <a:pt x="662361" y="306069"/>
                  </a:moveTo>
                  <a:lnTo>
                    <a:pt x="684349" y="333512"/>
                  </a:lnTo>
                  <a:lnTo>
                    <a:pt x="708762" y="281975"/>
                  </a:lnTo>
                  <a:close/>
                  <a:moveTo>
                    <a:pt x="714377" y="274775"/>
                  </a:moveTo>
                  <a:lnTo>
                    <a:pt x="662361" y="306069"/>
                  </a:lnTo>
                  <a:lnTo>
                    <a:pt x="708762" y="281975"/>
                  </a:lnTo>
                  <a:close/>
                  <a:moveTo>
                    <a:pt x="714377" y="274775"/>
                  </a:moveTo>
                  <a:lnTo>
                    <a:pt x="681579" y="287049"/>
                  </a:lnTo>
                  <a:lnTo>
                    <a:pt x="662361" y="306069"/>
                  </a:lnTo>
                  <a:close/>
                  <a:moveTo>
                    <a:pt x="708762" y="281975"/>
                  </a:moveTo>
                  <a:lnTo>
                    <a:pt x="758715" y="305648"/>
                  </a:lnTo>
                  <a:lnTo>
                    <a:pt x="721829" y="277482"/>
                  </a:lnTo>
                  <a:close/>
                  <a:moveTo>
                    <a:pt x="714377" y="274775"/>
                  </a:moveTo>
                  <a:lnTo>
                    <a:pt x="708762" y="281975"/>
                  </a:lnTo>
                  <a:lnTo>
                    <a:pt x="721829" y="277482"/>
                  </a:lnTo>
                  <a:close/>
                  <a:moveTo>
                    <a:pt x="721829" y="277482"/>
                  </a:moveTo>
                  <a:lnTo>
                    <a:pt x="755101" y="252357"/>
                  </a:lnTo>
                  <a:lnTo>
                    <a:pt x="714377" y="274775"/>
                  </a:lnTo>
                  <a:close/>
                  <a:moveTo>
                    <a:pt x="721829" y="277482"/>
                  </a:moveTo>
                  <a:lnTo>
                    <a:pt x="780483" y="267780"/>
                  </a:lnTo>
                  <a:lnTo>
                    <a:pt x="755101" y="252357"/>
                  </a:lnTo>
                  <a:close/>
                  <a:moveTo>
                    <a:pt x="780483" y="267780"/>
                  </a:moveTo>
                  <a:lnTo>
                    <a:pt x="721829" y="277482"/>
                  </a:lnTo>
                  <a:lnTo>
                    <a:pt x="806306" y="308904"/>
                  </a:lnTo>
                  <a:close/>
                  <a:moveTo>
                    <a:pt x="834289" y="238852"/>
                  </a:moveTo>
                  <a:lnTo>
                    <a:pt x="780483" y="267780"/>
                  </a:lnTo>
                  <a:lnTo>
                    <a:pt x="813821" y="257881"/>
                  </a:lnTo>
                  <a:close/>
                  <a:moveTo>
                    <a:pt x="755101" y="252357"/>
                  </a:moveTo>
                  <a:lnTo>
                    <a:pt x="780483" y="267780"/>
                  </a:lnTo>
                  <a:lnTo>
                    <a:pt x="834289" y="238852"/>
                  </a:lnTo>
                  <a:close/>
                  <a:moveTo>
                    <a:pt x="780483" y="267780"/>
                  </a:moveTo>
                  <a:lnTo>
                    <a:pt x="806306" y="308904"/>
                  </a:lnTo>
                  <a:lnTo>
                    <a:pt x="813821" y="257881"/>
                  </a:lnTo>
                  <a:close/>
                  <a:moveTo>
                    <a:pt x="806628" y="309267"/>
                  </a:moveTo>
                  <a:lnTo>
                    <a:pt x="813821" y="257881"/>
                  </a:lnTo>
                  <a:lnTo>
                    <a:pt x="806306" y="308904"/>
                  </a:lnTo>
                  <a:close/>
                  <a:moveTo>
                    <a:pt x="852536" y="247184"/>
                  </a:moveTo>
                  <a:lnTo>
                    <a:pt x="813821" y="257881"/>
                  </a:lnTo>
                  <a:lnTo>
                    <a:pt x="806628" y="309267"/>
                  </a:lnTo>
                  <a:close/>
                  <a:moveTo>
                    <a:pt x="880513" y="287182"/>
                  </a:moveTo>
                  <a:lnTo>
                    <a:pt x="852536" y="247184"/>
                  </a:lnTo>
                  <a:lnTo>
                    <a:pt x="806628" y="309267"/>
                  </a:lnTo>
                  <a:close/>
                  <a:moveTo>
                    <a:pt x="886919" y="285324"/>
                  </a:moveTo>
                  <a:lnTo>
                    <a:pt x="918219" y="243078"/>
                  </a:lnTo>
                  <a:lnTo>
                    <a:pt x="880513" y="287182"/>
                  </a:lnTo>
                  <a:close/>
                  <a:moveTo>
                    <a:pt x="834289" y="238852"/>
                  </a:moveTo>
                  <a:lnTo>
                    <a:pt x="813821" y="257881"/>
                  </a:lnTo>
                  <a:lnTo>
                    <a:pt x="852536" y="247184"/>
                  </a:lnTo>
                  <a:close/>
                  <a:moveTo>
                    <a:pt x="918219" y="243078"/>
                  </a:moveTo>
                  <a:lnTo>
                    <a:pt x="886919" y="285324"/>
                  </a:lnTo>
                  <a:lnTo>
                    <a:pt x="953094" y="266158"/>
                  </a:lnTo>
                  <a:close/>
                  <a:moveTo>
                    <a:pt x="1102642" y="261230"/>
                  </a:moveTo>
                  <a:lnTo>
                    <a:pt x="1120401" y="306830"/>
                  </a:lnTo>
                  <a:lnTo>
                    <a:pt x="1173027" y="288673"/>
                  </a:lnTo>
                  <a:close/>
                  <a:moveTo>
                    <a:pt x="1152736" y="237136"/>
                  </a:moveTo>
                  <a:lnTo>
                    <a:pt x="1203202" y="277496"/>
                  </a:lnTo>
                  <a:lnTo>
                    <a:pt x="1195321" y="221160"/>
                  </a:lnTo>
                  <a:close/>
                  <a:moveTo>
                    <a:pt x="1152736" y="237136"/>
                  </a:moveTo>
                  <a:lnTo>
                    <a:pt x="1173027" y="288673"/>
                  </a:lnTo>
                  <a:lnTo>
                    <a:pt x="1203202" y="277496"/>
                  </a:lnTo>
                  <a:close/>
                  <a:moveTo>
                    <a:pt x="1231626" y="264579"/>
                  </a:moveTo>
                  <a:lnTo>
                    <a:pt x="1216858" y="213042"/>
                  </a:lnTo>
                  <a:lnTo>
                    <a:pt x="1203202" y="277496"/>
                  </a:lnTo>
                  <a:close/>
                  <a:moveTo>
                    <a:pt x="1216858" y="213042"/>
                  </a:moveTo>
                  <a:lnTo>
                    <a:pt x="1195321" y="221160"/>
                  </a:lnTo>
                  <a:lnTo>
                    <a:pt x="1203202" y="277496"/>
                  </a:lnTo>
                  <a:close/>
                  <a:moveTo>
                    <a:pt x="1145222" y="185599"/>
                  </a:moveTo>
                  <a:lnTo>
                    <a:pt x="1152736" y="237136"/>
                  </a:lnTo>
                  <a:lnTo>
                    <a:pt x="1195321" y="221160"/>
                  </a:lnTo>
                  <a:close/>
                  <a:moveTo>
                    <a:pt x="1216858" y="213042"/>
                  </a:moveTo>
                  <a:lnTo>
                    <a:pt x="1221169" y="161506"/>
                  </a:lnTo>
                  <a:lnTo>
                    <a:pt x="1195321" y="221160"/>
                  </a:lnTo>
                  <a:close/>
                  <a:moveTo>
                    <a:pt x="1216858" y="213042"/>
                  </a:moveTo>
                  <a:lnTo>
                    <a:pt x="1284842" y="249106"/>
                  </a:lnTo>
                  <a:lnTo>
                    <a:pt x="1270487" y="198033"/>
                  </a:lnTo>
                  <a:close/>
                  <a:moveTo>
                    <a:pt x="1216858" y="213042"/>
                  </a:moveTo>
                  <a:lnTo>
                    <a:pt x="1231626" y="264579"/>
                  </a:lnTo>
                  <a:lnTo>
                    <a:pt x="1284842" y="249106"/>
                  </a:lnTo>
                  <a:close/>
                  <a:moveTo>
                    <a:pt x="1332241" y="240485"/>
                  </a:moveTo>
                  <a:lnTo>
                    <a:pt x="1338219" y="225726"/>
                  </a:lnTo>
                  <a:lnTo>
                    <a:pt x="1284842" y="249106"/>
                  </a:lnTo>
                  <a:close/>
                  <a:moveTo>
                    <a:pt x="1221169" y="161506"/>
                  </a:moveTo>
                  <a:lnTo>
                    <a:pt x="1270487" y="198033"/>
                  </a:lnTo>
                  <a:lnTo>
                    <a:pt x="1252891" y="149596"/>
                  </a:lnTo>
                  <a:close/>
                  <a:moveTo>
                    <a:pt x="1221169" y="161506"/>
                  </a:moveTo>
                  <a:lnTo>
                    <a:pt x="1216858" y="213042"/>
                  </a:lnTo>
                  <a:lnTo>
                    <a:pt x="1270487" y="198033"/>
                  </a:lnTo>
                  <a:close/>
                  <a:moveTo>
                    <a:pt x="1240210" y="85875"/>
                  </a:moveTo>
                  <a:lnTo>
                    <a:pt x="1252891" y="149596"/>
                  </a:lnTo>
                  <a:lnTo>
                    <a:pt x="1260574" y="110101"/>
                  </a:lnTo>
                  <a:close/>
                  <a:moveTo>
                    <a:pt x="1240210" y="85875"/>
                  </a:moveTo>
                  <a:lnTo>
                    <a:pt x="1260574" y="110101"/>
                  </a:lnTo>
                  <a:lnTo>
                    <a:pt x="1263298" y="78393"/>
                  </a:lnTo>
                  <a:close/>
                  <a:moveTo>
                    <a:pt x="1245801" y="54868"/>
                  </a:moveTo>
                  <a:lnTo>
                    <a:pt x="1240210" y="85875"/>
                  </a:lnTo>
                  <a:lnTo>
                    <a:pt x="1263298" y="78393"/>
                  </a:lnTo>
                  <a:close/>
                  <a:moveTo>
                    <a:pt x="1329472" y="62576"/>
                  </a:moveTo>
                  <a:lnTo>
                    <a:pt x="1263298" y="78393"/>
                  </a:lnTo>
                  <a:lnTo>
                    <a:pt x="1260574" y="110101"/>
                  </a:lnTo>
                  <a:close/>
                  <a:moveTo>
                    <a:pt x="1293627" y="10244"/>
                  </a:moveTo>
                  <a:lnTo>
                    <a:pt x="1329516" y="58286"/>
                  </a:lnTo>
                  <a:lnTo>
                    <a:pt x="1329267" y="0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38" name="Output_density__4337">
              <a:extLst>
                <a:ext uri="{FF2B5EF4-FFF2-40B4-BE49-F238E27FC236}">
                  <a16:creationId xmlns:a16="http://schemas.microsoft.com/office/drawing/2014/main" id="{F0E4686A-0C9C-758E-A7E3-49377B4908BC}"/>
                </a:ext>
              </a:extLst>
            </p:cNvPr>
            <p:cNvSpPr>
              <a:spLocks noGrp="1"/>
            </p:cNvSpPr>
            <p:nvPr/>
          </p:nvSpPr>
          <p:spPr>
            <a:xfrm>
              <a:off x="15614381" y="2979326"/>
              <a:ext cx="378601" cy="276139"/>
            </a:xfrm>
            <a:custGeom>
              <a:avLst/>
              <a:gdLst/>
              <a:ahLst/>
              <a:cxnLst/>
              <a:rect l="0" t="0" r="0" b="0"/>
              <a:pathLst>
                <a:path w="378601" h="276139">
                  <a:moveTo>
                    <a:pt x="0" y="248121"/>
                  </a:moveTo>
                  <a:lnTo>
                    <a:pt x="57538" y="271662"/>
                  </a:lnTo>
                  <a:lnTo>
                    <a:pt x="36870" y="276139"/>
                  </a:lnTo>
                  <a:close/>
                  <a:moveTo>
                    <a:pt x="36870" y="276139"/>
                  </a:moveTo>
                  <a:lnTo>
                    <a:pt x="4026" y="271662"/>
                  </a:lnTo>
                  <a:lnTo>
                    <a:pt x="0" y="248121"/>
                  </a:lnTo>
                  <a:close/>
                  <a:moveTo>
                    <a:pt x="361256" y="50912"/>
                  </a:moveTo>
                  <a:lnTo>
                    <a:pt x="378601" y="0"/>
                  </a:lnTo>
                  <a:lnTo>
                    <a:pt x="353581" y="72213"/>
                  </a:lnTo>
                  <a:close/>
                  <a:moveTo>
                    <a:pt x="378601" y="0"/>
                  </a:moveTo>
                  <a:lnTo>
                    <a:pt x="361256" y="50912"/>
                  </a:lnTo>
                  <a:lnTo>
                    <a:pt x="378013" y="2067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39" name="Output_density__4338">
              <a:extLst>
                <a:ext uri="{FF2B5EF4-FFF2-40B4-BE49-F238E27FC236}">
                  <a16:creationId xmlns:a16="http://schemas.microsoft.com/office/drawing/2014/main" id="{3A812031-FBE4-647E-C51C-7871B04A31DE}"/>
                </a:ext>
              </a:extLst>
            </p:cNvPr>
            <p:cNvSpPr>
              <a:spLocks noGrp="1"/>
            </p:cNvSpPr>
            <p:nvPr/>
          </p:nvSpPr>
          <p:spPr>
            <a:xfrm>
              <a:off x="14892840" y="2806333"/>
              <a:ext cx="1086126" cy="508544"/>
            </a:xfrm>
            <a:custGeom>
              <a:avLst/>
              <a:gdLst/>
              <a:ahLst/>
              <a:cxnLst/>
              <a:rect l="0" t="0" r="0" b="0"/>
              <a:pathLst>
                <a:path w="1086126" h="508544">
                  <a:moveTo>
                    <a:pt x="12216" y="331535"/>
                  </a:moveTo>
                  <a:lnTo>
                    <a:pt x="0" y="355629"/>
                  </a:lnTo>
                  <a:lnTo>
                    <a:pt x="29430" y="383071"/>
                  </a:lnTo>
                  <a:close/>
                  <a:moveTo>
                    <a:pt x="29430" y="383071"/>
                  </a:moveTo>
                  <a:lnTo>
                    <a:pt x="65215" y="434608"/>
                  </a:lnTo>
                  <a:lnTo>
                    <a:pt x="80137" y="410514"/>
                  </a:lnTo>
                  <a:close/>
                  <a:moveTo>
                    <a:pt x="281719" y="382570"/>
                  </a:moveTo>
                  <a:lnTo>
                    <a:pt x="255175" y="366168"/>
                  </a:lnTo>
                  <a:lnTo>
                    <a:pt x="313474" y="387952"/>
                  </a:lnTo>
                  <a:close/>
                  <a:moveTo>
                    <a:pt x="281719" y="382570"/>
                  </a:moveTo>
                  <a:lnTo>
                    <a:pt x="288292" y="386420"/>
                  </a:lnTo>
                  <a:lnTo>
                    <a:pt x="274512" y="377181"/>
                  </a:lnTo>
                  <a:close/>
                  <a:moveTo>
                    <a:pt x="315968" y="329966"/>
                  </a:moveTo>
                  <a:lnTo>
                    <a:pt x="353155" y="361638"/>
                  </a:lnTo>
                  <a:lnTo>
                    <a:pt x="322248" y="310790"/>
                  </a:lnTo>
                  <a:close/>
                  <a:moveTo>
                    <a:pt x="322248" y="310790"/>
                  </a:moveTo>
                  <a:lnTo>
                    <a:pt x="353155" y="361638"/>
                  </a:lnTo>
                  <a:lnTo>
                    <a:pt x="354075" y="338232"/>
                  </a:lnTo>
                  <a:close/>
                  <a:moveTo>
                    <a:pt x="340076" y="286696"/>
                  </a:moveTo>
                  <a:lnTo>
                    <a:pt x="322248" y="310790"/>
                  </a:lnTo>
                  <a:lnTo>
                    <a:pt x="354075" y="338232"/>
                  </a:lnTo>
                  <a:close/>
                  <a:moveTo>
                    <a:pt x="288907" y="125755"/>
                  </a:moveTo>
                  <a:lnTo>
                    <a:pt x="244094" y="124204"/>
                  </a:lnTo>
                  <a:lnTo>
                    <a:pt x="313356" y="117713"/>
                  </a:lnTo>
                  <a:close/>
                  <a:moveTo>
                    <a:pt x="650960" y="393118"/>
                  </a:moveTo>
                  <a:lnTo>
                    <a:pt x="630962" y="431806"/>
                  </a:lnTo>
                  <a:lnTo>
                    <a:pt x="658827" y="401090"/>
                  </a:lnTo>
                  <a:close/>
                  <a:moveTo>
                    <a:pt x="650960" y="393118"/>
                  </a:moveTo>
                  <a:lnTo>
                    <a:pt x="596644" y="343273"/>
                  </a:lnTo>
                  <a:lnTo>
                    <a:pt x="573584" y="391956"/>
                  </a:lnTo>
                  <a:close/>
                  <a:moveTo>
                    <a:pt x="472800" y="189818"/>
                  </a:moveTo>
                  <a:lnTo>
                    <a:pt x="460711" y="184396"/>
                  </a:lnTo>
                  <a:lnTo>
                    <a:pt x="504642" y="173969"/>
                  </a:lnTo>
                  <a:close/>
                  <a:moveTo>
                    <a:pt x="544079" y="146742"/>
                  </a:moveTo>
                  <a:lnTo>
                    <a:pt x="472800" y="189818"/>
                  </a:lnTo>
                  <a:lnTo>
                    <a:pt x="504642" y="173969"/>
                  </a:lnTo>
                  <a:close/>
                  <a:moveTo>
                    <a:pt x="885697" y="484357"/>
                  </a:moveTo>
                  <a:lnTo>
                    <a:pt x="837987" y="485163"/>
                  </a:lnTo>
                  <a:lnTo>
                    <a:pt x="827726" y="508544"/>
                  </a:lnTo>
                  <a:close/>
                  <a:moveTo>
                    <a:pt x="825159" y="56392"/>
                  </a:moveTo>
                  <a:lnTo>
                    <a:pt x="904437" y="81077"/>
                  </a:lnTo>
                  <a:lnTo>
                    <a:pt x="856479" y="39059"/>
                  </a:lnTo>
                  <a:close/>
                  <a:moveTo>
                    <a:pt x="963938" y="118038"/>
                  </a:moveTo>
                  <a:lnTo>
                    <a:pt x="954948" y="95255"/>
                  </a:lnTo>
                  <a:lnTo>
                    <a:pt x="982863" y="129632"/>
                  </a:lnTo>
                  <a:close/>
                  <a:moveTo>
                    <a:pt x="952873" y="66501"/>
                  </a:moveTo>
                  <a:lnTo>
                    <a:pt x="950424" y="90595"/>
                  </a:lnTo>
                  <a:lnTo>
                    <a:pt x="963938" y="118038"/>
                  </a:lnTo>
                  <a:close/>
                  <a:moveTo>
                    <a:pt x="952873" y="66501"/>
                  </a:moveTo>
                  <a:lnTo>
                    <a:pt x="932781" y="52151"/>
                  </a:lnTo>
                  <a:lnTo>
                    <a:pt x="904437" y="81077"/>
                  </a:lnTo>
                  <a:close/>
                  <a:moveTo>
                    <a:pt x="994260" y="57623"/>
                  </a:moveTo>
                  <a:lnTo>
                    <a:pt x="1033969" y="81122"/>
                  </a:lnTo>
                  <a:lnTo>
                    <a:pt x="1018065" y="66501"/>
                  </a:lnTo>
                  <a:close/>
                  <a:moveTo>
                    <a:pt x="1052087" y="111335"/>
                  </a:moveTo>
                  <a:lnTo>
                    <a:pt x="1033969" y="81122"/>
                  </a:lnTo>
                  <a:lnTo>
                    <a:pt x="994260" y="57623"/>
                  </a:lnTo>
                  <a:close/>
                  <a:moveTo>
                    <a:pt x="1052087" y="111335"/>
                  </a:moveTo>
                  <a:lnTo>
                    <a:pt x="1086126" y="118038"/>
                  </a:lnTo>
                  <a:lnTo>
                    <a:pt x="1033969" y="81122"/>
                  </a:lnTo>
                  <a:close/>
                  <a:moveTo>
                    <a:pt x="994260" y="57623"/>
                  </a:moveTo>
                  <a:lnTo>
                    <a:pt x="1018065" y="66501"/>
                  </a:lnTo>
                  <a:lnTo>
                    <a:pt x="1026996" y="6248"/>
                  </a:lnTo>
                  <a:close/>
                  <a:moveTo>
                    <a:pt x="987962" y="0"/>
                  </a:moveTo>
                  <a:lnTo>
                    <a:pt x="994260" y="57623"/>
                  </a:lnTo>
                  <a:lnTo>
                    <a:pt x="1026996" y="6248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40" name="Output_density__4339">
              <a:extLst>
                <a:ext uri="{FF2B5EF4-FFF2-40B4-BE49-F238E27FC236}">
                  <a16:creationId xmlns:a16="http://schemas.microsoft.com/office/drawing/2014/main" id="{136FED50-DAAA-8393-F29E-BBB2C5426264}"/>
                </a:ext>
              </a:extLst>
            </p:cNvPr>
            <p:cNvSpPr>
              <a:spLocks noGrp="1"/>
            </p:cNvSpPr>
            <p:nvPr/>
          </p:nvSpPr>
          <p:spPr>
            <a:xfrm>
              <a:off x="14927960" y="2862725"/>
              <a:ext cx="1071592" cy="570315"/>
            </a:xfrm>
            <a:custGeom>
              <a:avLst/>
              <a:gdLst/>
              <a:ahLst/>
              <a:cxnLst/>
              <a:rect l="0" t="0" r="0" b="0"/>
              <a:pathLst>
                <a:path w="1071592" h="570315">
                  <a:moveTo>
                    <a:pt x="30096" y="378216"/>
                  </a:moveTo>
                  <a:lnTo>
                    <a:pt x="33128" y="385780"/>
                  </a:lnTo>
                  <a:lnTo>
                    <a:pt x="46082" y="391863"/>
                  </a:lnTo>
                  <a:close/>
                  <a:moveTo>
                    <a:pt x="30096" y="378216"/>
                  </a:moveTo>
                  <a:lnTo>
                    <a:pt x="0" y="349970"/>
                  </a:lnTo>
                  <a:lnTo>
                    <a:pt x="33128" y="385780"/>
                  </a:lnTo>
                  <a:close/>
                  <a:moveTo>
                    <a:pt x="116097" y="419052"/>
                  </a:moveTo>
                  <a:lnTo>
                    <a:pt x="102289" y="405659"/>
                  </a:lnTo>
                  <a:lnTo>
                    <a:pt x="99250" y="415976"/>
                  </a:lnTo>
                  <a:close/>
                  <a:moveTo>
                    <a:pt x="99250" y="415976"/>
                  </a:moveTo>
                  <a:lnTo>
                    <a:pt x="102289" y="405659"/>
                  </a:lnTo>
                  <a:lnTo>
                    <a:pt x="82169" y="391890"/>
                  </a:lnTo>
                  <a:close/>
                  <a:moveTo>
                    <a:pt x="99250" y="415976"/>
                  </a:moveTo>
                  <a:lnTo>
                    <a:pt x="82169" y="391890"/>
                  </a:lnTo>
                  <a:lnTo>
                    <a:pt x="46082" y="391863"/>
                  </a:lnTo>
                  <a:close/>
                  <a:moveTo>
                    <a:pt x="116097" y="419052"/>
                  </a:moveTo>
                  <a:lnTo>
                    <a:pt x="183405" y="457196"/>
                  </a:lnTo>
                  <a:lnTo>
                    <a:pt x="138581" y="428125"/>
                  </a:lnTo>
                  <a:close/>
                  <a:moveTo>
                    <a:pt x="102289" y="405659"/>
                  </a:moveTo>
                  <a:lnTo>
                    <a:pt x="116097" y="419052"/>
                  </a:lnTo>
                  <a:lnTo>
                    <a:pt x="138581" y="428125"/>
                  </a:lnTo>
                  <a:close/>
                  <a:moveTo>
                    <a:pt x="304957" y="230304"/>
                  </a:moveTo>
                  <a:lnTo>
                    <a:pt x="259199" y="202861"/>
                  </a:lnTo>
                  <a:lnTo>
                    <a:pt x="287128" y="254398"/>
                  </a:lnTo>
                  <a:close/>
                  <a:moveTo>
                    <a:pt x="490306" y="330186"/>
                  </a:moveTo>
                  <a:lnTo>
                    <a:pt x="463834" y="366112"/>
                  </a:lnTo>
                  <a:lnTo>
                    <a:pt x="538464" y="335564"/>
                  </a:lnTo>
                  <a:close/>
                  <a:moveTo>
                    <a:pt x="574770" y="360820"/>
                  </a:moveTo>
                  <a:lnTo>
                    <a:pt x="538464" y="335564"/>
                  </a:lnTo>
                  <a:lnTo>
                    <a:pt x="581612" y="369215"/>
                  </a:lnTo>
                  <a:close/>
                  <a:moveTo>
                    <a:pt x="574770" y="360820"/>
                  </a:moveTo>
                  <a:lnTo>
                    <a:pt x="581612" y="369215"/>
                  </a:lnTo>
                  <a:lnTo>
                    <a:pt x="595842" y="375415"/>
                  </a:lnTo>
                  <a:close/>
                  <a:moveTo>
                    <a:pt x="782082" y="388262"/>
                  </a:moveTo>
                  <a:lnTo>
                    <a:pt x="806575" y="369479"/>
                  </a:lnTo>
                  <a:lnTo>
                    <a:pt x="803022" y="365903"/>
                  </a:lnTo>
                  <a:close/>
                  <a:moveTo>
                    <a:pt x="743602" y="364169"/>
                  </a:moveTo>
                  <a:lnTo>
                    <a:pt x="731574" y="398641"/>
                  </a:lnTo>
                  <a:lnTo>
                    <a:pt x="761674" y="376281"/>
                  </a:lnTo>
                  <a:close/>
                  <a:moveTo>
                    <a:pt x="690448" y="388262"/>
                  </a:moveTo>
                  <a:lnTo>
                    <a:pt x="743602" y="364169"/>
                  </a:lnTo>
                  <a:lnTo>
                    <a:pt x="681726" y="386943"/>
                  </a:lnTo>
                  <a:close/>
                  <a:moveTo>
                    <a:pt x="929257" y="570315"/>
                  </a:moveTo>
                  <a:lnTo>
                    <a:pt x="965865" y="560450"/>
                  </a:lnTo>
                  <a:lnTo>
                    <a:pt x="898577" y="518778"/>
                  </a:lnTo>
                  <a:close/>
                  <a:moveTo>
                    <a:pt x="855523" y="377813"/>
                  </a:moveTo>
                  <a:lnTo>
                    <a:pt x="859818" y="357710"/>
                  </a:lnTo>
                  <a:lnTo>
                    <a:pt x="848480" y="391254"/>
                  </a:lnTo>
                  <a:close/>
                  <a:moveTo>
                    <a:pt x="790039" y="0"/>
                  </a:moveTo>
                  <a:lnTo>
                    <a:pt x="799169" y="58298"/>
                  </a:lnTo>
                  <a:lnTo>
                    <a:pt x="869317" y="24686"/>
                  </a:lnTo>
                  <a:close/>
                  <a:moveTo>
                    <a:pt x="1062014" y="269293"/>
                  </a:moveTo>
                  <a:lnTo>
                    <a:pt x="1067691" y="343423"/>
                  </a:lnTo>
                  <a:lnTo>
                    <a:pt x="1071592" y="291887"/>
                  </a:lnTo>
                  <a:close/>
                  <a:moveTo>
                    <a:pt x="1048868" y="154494"/>
                  </a:moveTo>
                  <a:lnTo>
                    <a:pt x="1067419" y="216256"/>
                  </a:lnTo>
                  <a:lnTo>
                    <a:pt x="1062545" y="164719"/>
                  </a:lnTo>
                  <a:close/>
                  <a:moveTo>
                    <a:pt x="1042443" y="96975"/>
                  </a:moveTo>
                  <a:lnTo>
                    <a:pt x="1062545" y="164719"/>
                  </a:lnTo>
                  <a:lnTo>
                    <a:pt x="1066182" y="113183"/>
                  </a:lnTo>
                  <a:close/>
                  <a:moveTo>
                    <a:pt x="1042443" y="96975"/>
                  </a:moveTo>
                  <a:lnTo>
                    <a:pt x="1048868" y="154494"/>
                  </a:lnTo>
                  <a:lnTo>
                    <a:pt x="1062545" y="16471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41" name="Output_density__4340">
              <a:extLst>
                <a:ext uri="{FF2B5EF4-FFF2-40B4-BE49-F238E27FC236}">
                  <a16:creationId xmlns:a16="http://schemas.microsoft.com/office/drawing/2014/main" id="{06993D2F-C785-EE53-0FB6-34535B606194}"/>
                </a:ext>
              </a:extLst>
            </p:cNvPr>
            <p:cNvSpPr>
              <a:spLocks noGrp="1"/>
            </p:cNvSpPr>
            <p:nvPr/>
          </p:nvSpPr>
          <p:spPr>
            <a:xfrm>
              <a:off x="14922270" y="2862725"/>
              <a:ext cx="1071872" cy="391863"/>
            </a:xfrm>
            <a:custGeom>
              <a:avLst/>
              <a:gdLst/>
              <a:ahLst/>
              <a:cxnLst/>
              <a:rect l="0" t="0" r="0" b="0"/>
              <a:pathLst>
                <a:path w="1071872" h="391863">
                  <a:moveTo>
                    <a:pt x="35786" y="378216"/>
                  </a:moveTo>
                  <a:lnTo>
                    <a:pt x="0" y="326680"/>
                  </a:lnTo>
                  <a:lnTo>
                    <a:pt x="5690" y="349970"/>
                  </a:lnTo>
                  <a:close/>
                  <a:moveTo>
                    <a:pt x="50707" y="354122"/>
                  </a:moveTo>
                  <a:lnTo>
                    <a:pt x="35786" y="378216"/>
                  </a:lnTo>
                  <a:lnTo>
                    <a:pt x="51772" y="391863"/>
                  </a:lnTo>
                  <a:close/>
                  <a:moveTo>
                    <a:pt x="186591" y="278492"/>
                  </a:moveTo>
                  <a:lnTo>
                    <a:pt x="186910" y="278605"/>
                  </a:lnTo>
                  <a:lnTo>
                    <a:pt x="186181" y="275247"/>
                  </a:lnTo>
                  <a:close/>
                  <a:moveTo>
                    <a:pt x="220180" y="289540"/>
                  </a:moveTo>
                  <a:lnTo>
                    <a:pt x="186910" y="278605"/>
                  </a:lnTo>
                  <a:lnTo>
                    <a:pt x="245082" y="320789"/>
                  </a:lnTo>
                  <a:close/>
                  <a:moveTo>
                    <a:pt x="186910" y="278605"/>
                  </a:moveTo>
                  <a:lnTo>
                    <a:pt x="187165" y="278923"/>
                  </a:lnTo>
                  <a:lnTo>
                    <a:pt x="245082" y="320789"/>
                  </a:lnTo>
                  <a:close/>
                  <a:moveTo>
                    <a:pt x="187165" y="278923"/>
                  </a:moveTo>
                  <a:lnTo>
                    <a:pt x="186910" y="278605"/>
                  </a:lnTo>
                  <a:lnTo>
                    <a:pt x="186591" y="278492"/>
                  </a:lnTo>
                  <a:close/>
                  <a:moveTo>
                    <a:pt x="205762" y="305934"/>
                  </a:moveTo>
                  <a:lnTo>
                    <a:pt x="187165" y="278923"/>
                  </a:lnTo>
                  <a:lnTo>
                    <a:pt x="186591" y="278492"/>
                  </a:lnTo>
                  <a:close/>
                  <a:moveTo>
                    <a:pt x="225745" y="309776"/>
                  </a:moveTo>
                  <a:lnTo>
                    <a:pt x="245082" y="320789"/>
                  </a:lnTo>
                  <a:lnTo>
                    <a:pt x="187165" y="278923"/>
                  </a:lnTo>
                  <a:close/>
                  <a:moveTo>
                    <a:pt x="225745" y="309776"/>
                  </a:moveTo>
                  <a:lnTo>
                    <a:pt x="252289" y="326178"/>
                  </a:lnTo>
                  <a:lnTo>
                    <a:pt x="245082" y="320789"/>
                  </a:lnTo>
                  <a:close/>
                  <a:moveTo>
                    <a:pt x="286538" y="273574"/>
                  </a:moveTo>
                  <a:lnTo>
                    <a:pt x="325686" y="305934"/>
                  </a:lnTo>
                  <a:lnTo>
                    <a:pt x="323725" y="305246"/>
                  </a:lnTo>
                  <a:close/>
                  <a:moveTo>
                    <a:pt x="169326" y="41929"/>
                  </a:moveTo>
                  <a:lnTo>
                    <a:pt x="200901" y="60481"/>
                  </a:lnTo>
                  <a:lnTo>
                    <a:pt x="219999" y="99788"/>
                  </a:lnTo>
                  <a:close/>
                  <a:moveTo>
                    <a:pt x="621530" y="336726"/>
                  </a:moveTo>
                  <a:lnTo>
                    <a:pt x="580460" y="360820"/>
                  </a:lnTo>
                  <a:lnTo>
                    <a:pt x="601533" y="375415"/>
                  </a:lnTo>
                  <a:close/>
                  <a:moveTo>
                    <a:pt x="580460" y="360820"/>
                  </a:moveTo>
                  <a:lnTo>
                    <a:pt x="621530" y="336726"/>
                  </a:lnTo>
                  <a:lnTo>
                    <a:pt x="544154" y="335564"/>
                  </a:lnTo>
                  <a:close/>
                  <a:moveTo>
                    <a:pt x="629398" y="344698"/>
                  </a:moveTo>
                  <a:lnTo>
                    <a:pt x="601533" y="375415"/>
                  </a:lnTo>
                  <a:lnTo>
                    <a:pt x="687416" y="386943"/>
                  </a:lnTo>
                  <a:close/>
                  <a:moveTo>
                    <a:pt x="781179" y="36590"/>
                  </a:moveTo>
                  <a:lnTo>
                    <a:pt x="835411" y="93226"/>
                  </a:lnTo>
                  <a:lnTo>
                    <a:pt x="808487" y="52371"/>
                  </a:lnTo>
                  <a:close/>
                  <a:moveTo>
                    <a:pt x="781179" y="36590"/>
                  </a:moveTo>
                  <a:lnTo>
                    <a:pt x="808487" y="52371"/>
                  </a:lnTo>
                  <a:lnTo>
                    <a:pt x="795729" y="0"/>
                  </a:lnTo>
                  <a:close/>
                  <a:moveTo>
                    <a:pt x="920995" y="34204"/>
                  </a:moveTo>
                  <a:lnTo>
                    <a:pt x="925519" y="38863"/>
                  </a:lnTo>
                  <a:lnTo>
                    <a:pt x="934509" y="61646"/>
                  </a:lnTo>
                  <a:close/>
                  <a:moveTo>
                    <a:pt x="920995" y="34204"/>
                  </a:moveTo>
                  <a:lnTo>
                    <a:pt x="923444" y="10110"/>
                  </a:lnTo>
                  <a:lnTo>
                    <a:pt x="875007" y="24686"/>
                  </a:lnTo>
                  <a:close/>
                  <a:moveTo>
                    <a:pt x="1022658" y="54943"/>
                  </a:moveTo>
                  <a:lnTo>
                    <a:pt x="1071872" y="113183"/>
                  </a:lnTo>
                  <a:lnTo>
                    <a:pt x="1056696" y="61646"/>
                  </a:lnTo>
                  <a:close/>
                  <a:moveTo>
                    <a:pt x="1022658" y="54943"/>
                  </a:moveTo>
                  <a:lnTo>
                    <a:pt x="1048133" y="96975"/>
                  </a:lnTo>
                  <a:lnTo>
                    <a:pt x="1071872" y="113183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42" name="Output_density__4341">
              <a:extLst>
                <a:ext uri="{FF2B5EF4-FFF2-40B4-BE49-F238E27FC236}">
                  <a16:creationId xmlns:a16="http://schemas.microsoft.com/office/drawing/2014/main" id="{8FEF8F83-C36F-A6C2-D3B8-77DF8ADA5C8D}"/>
                </a:ext>
              </a:extLst>
            </p:cNvPr>
            <p:cNvSpPr>
              <a:spLocks noGrp="1"/>
            </p:cNvSpPr>
            <p:nvPr/>
          </p:nvSpPr>
          <p:spPr>
            <a:xfrm>
              <a:off x="15027210" y="2975908"/>
              <a:ext cx="974666" cy="352026"/>
            </a:xfrm>
            <a:custGeom>
              <a:avLst/>
              <a:gdLst/>
              <a:ahLst/>
              <a:cxnLst/>
              <a:rect l="0" t="0" r="0" b="0"/>
              <a:pathLst>
                <a:path w="974666" h="352026">
                  <a:moveTo>
                    <a:pt x="0" y="302792"/>
                  </a:moveTo>
                  <a:lnTo>
                    <a:pt x="48072" y="307847"/>
                  </a:lnTo>
                  <a:lnTo>
                    <a:pt x="16847" y="305869"/>
                  </a:lnTo>
                  <a:close/>
                  <a:moveTo>
                    <a:pt x="84155" y="344012"/>
                  </a:moveTo>
                  <a:lnTo>
                    <a:pt x="88255" y="348541"/>
                  </a:lnTo>
                  <a:lnTo>
                    <a:pt x="95968" y="352026"/>
                  </a:lnTo>
                  <a:close/>
                  <a:moveTo>
                    <a:pt x="88255" y="348541"/>
                  </a:moveTo>
                  <a:lnTo>
                    <a:pt x="84155" y="344012"/>
                  </a:lnTo>
                  <a:lnTo>
                    <a:pt x="16847" y="305869"/>
                  </a:lnTo>
                  <a:close/>
                  <a:moveTo>
                    <a:pt x="54232" y="313458"/>
                  </a:moveTo>
                  <a:lnTo>
                    <a:pt x="88255" y="348541"/>
                  </a:lnTo>
                  <a:lnTo>
                    <a:pt x="16847" y="305869"/>
                  </a:lnTo>
                  <a:close/>
                  <a:moveTo>
                    <a:pt x="93841" y="141215"/>
                  </a:moveTo>
                  <a:lnTo>
                    <a:pt x="81651" y="165309"/>
                  </a:lnTo>
                  <a:lnTo>
                    <a:pt x="109244" y="131862"/>
                  </a:lnTo>
                  <a:close/>
                  <a:moveTo>
                    <a:pt x="81651" y="165309"/>
                  </a:moveTo>
                  <a:lnTo>
                    <a:pt x="81241" y="162064"/>
                  </a:lnTo>
                  <a:lnTo>
                    <a:pt x="109244" y="131862"/>
                  </a:lnTo>
                  <a:close/>
                  <a:moveTo>
                    <a:pt x="320718" y="263597"/>
                  </a:moveTo>
                  <a:lnTo>
                    <a:pt x="364584" y="252928"/>
                  </a:lnTo>
                  <a:lnTo>
                    <a:pt x="391056" y="217003"/>
                  </a:lnTo>
                  <a:close/>
                  <a:moveTo>
                    <a:pt x="364584" y="252928"/>
                  </a:moveTo>
                  <a:lnTo>
                    <a:pt x="408290" y="241662"/>
                  </a:lnTo>
                  <a:lnTo>
                    <a:pt x="439214" y="222381"/>
                  </a:lnTo>
                  <a:close/>
                  <a:moveTo>
                    <a:pt x="544766" y="267669"/>
                  </a:moveTo>
                  <a:lnTo>
                    <a:pt x="496592" y="262231"/>
                  </a:lnTo>
                  <a:lnTo>
                    <a:pt x="482362" y="256032"/>
                  </a:lnTo>
                  <a:close/>
                  <a:moveTo>
                    <a:pt x="496592" y="262231"/>
                  </a:moveTo>
                  <a:lnTo>
                    <a:pt x="544766" y="267669"/>
                  </a:lnTo>
                  <a:lnTo>
                    <a:pt x="582475" y="273760"/>
                  </a:lnTo>
                  <a:close/>
                  <a:moveTo>
                    <a:pt x="587171" y="251539"/>
                  </a:moveTo>
                  <a:lnTo>
                    <a:pt x="591197" y="275079"/>
                  </a:lnTo>
                  <a:lnTo>
                    <a:pt x="582475" y="273760"/>
                  </a:lnTo>
                  <a:close/>
                  <a:moveTo>
                    <a:pt x="591197" y="275079"/>
                  </a:moveTo>
                  <a:lnTo>
                    <a:pt x="624041" y="279556"/>
                  </a:lnTo>
                  <a:lnTo>
                    <a:pt x="632324" y="285458"/>
                  </a:lnTo>
                  <a:close/>
                  <a:moveTo>
                    <a:pt x="632324" y="285458"/>
                  </a:moveTo>
                  <a:lnTo>
                    <a:pt x="707325" y="256296"/>
                  </a:lnTo>
                  <a:lnTo>
                    <a:pt x="662424" y="263097"/>
                  </a:lnTo>
                  <a:close/>
                  <a:moveTo>
                    <a:pt x="644351" y="250985"/>
                  </a:moveTo>
                  <a:lnTo>
                    <a:pt x="591197" y="275079"/>
                  </a:lnTo>
                  <a:lnTo>
                    <a:pt x="632324" y="285458"/>
                  </a:lnTo>
                  <a:close/>
                  <a:moveTo>
                    <a:pt x="662424" y="263097"/>
                  </a:moveTo>
                  <a:lnTo>
                    <a:pt x="707325" y="256296"/>
                  </a:lnTo>
                  <a:lnTo>
                    <a:pt x="749229" y="278071"/>
                  </a:lnTo>
                  <a:close/>
                  <a:moveTo>
                    <a:pt x="749229" y="278071"/>
                  </a:moveTo>
                  <a:lnTo>
                    <a:pt x="760568" y="244527"/>
                  </a:lnTo>
                  <a:lnTo>
                    <a:pt x="758170" y="226892"/>
                  </a:lnTo>
                  <a:close/>
                  <a:moveTo>
                    <a:pt x="707325" y="256296"/>
                  </a:moveTo>
                  <a:lnTo>
                    <a:pt x="756273" y="264629"/>
                  </a:lnTo>
                  <a:lnTo>
                    <a:pt x="749229" y="278071"/>
                  </a:lnTo>
                  <a:close/>
                  <a:moveTo>
                    <a:pt x="760568" y="244527"/>
                  </a:moveTo>
                  <a:lnTo>
                    <a:pt x="748023" y="233783"/>
                  </a:lnTo>
                  <a:lnTo>
                    <a:pt x="758170" y="226892"/>
                  </a:lnTo>
                  <a:close/>
                  <a:moveTo>
                    <a:pt x="974666" y="184416"/>
                  </a:moveTo>
                  <a:lnTo>
                    <a:pt x="965132" y="129424"/>
                  </a:lnTo>
                  <a:lnTo>
                    <a:pt x="972342" y="178704"/>
                  </a:lnTo>
                  <a:close/>
                  <a:moveTo>
                    <a:pt x="965132" y="129424"/>
                  </a:moveTo>
                  <a:lnTo>
                    <a:pt x="964210" y="127167"/>
                  </a:lnTo>
                  <a:lnTo>
                    <a:pt x="972342" y="178704"/>
                  </a:lnTo>
                  <a:close/>
                  <a:moveTo>
                    <a:pt x="964210" y="127167"/>
                  </a:moveTo>
                  <a:lnTo>
                    <a:pt x="968169" y="103073"/>
                  </a:lnTo>
                  <a:lnTo>
                    <a:pt x="972342" y="178704"/>
                  </a:lnTo>
                  <a:close/>
                  <a:moveTo>
                    <a:pt x="968169" y="103073"/>
                  </a:moveTo>
                  <a:lnTo>
                    <a:pt x="964210" y="127167"/>
                  </a:lnTo>
                  <a:lnTo>
                    <a:pt x="940752" y="75630"/>
                  </a:lnTo>
                  <a:close/>
                  <a:moveTo>
                    <a:pt x="963294" y="51536"/>
                  </a:moveTo>
                  <a:lnTo>
                    <a:pt x="968169" y="103073"/>
                  </a:lnTo>
                  <a:lnTo>
                    <a:pt x="940752" y="75630"/>
                  </a:lnTo>
                  <a:close/>
                  <a:moveTo>
                    <a:pt x="940752" y="75630"/>
                  </a:moveTo>
                  <a:lnTo>
                    <a:pt x="966931" y="0"/>
                  </a:lnTo>
                  <a:lnTo>
                    <a:pt x="963294" y="51536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43" name="Output_density__4342">
              <a:extLst>
                <a:ext uri="{FF2B5EF4-FFF2-40B4-BE49-F238E27FC236}">
                  <a16:creationId xmlns:a16="http://schemas.microsoft.com/office/drawing/2014/main" id="{FED216D0-BC88-0277-520B-60080CB8F631}"/>
                </a:ext>
              </a:extLst>
            </p:cNvPr>
            <p:cNvSpPr>
              <a:spLocks noGrp="1"/>
            </p:cNvSpPr>
            <p:nvPr/>
          </p:nvSpPr>
          <p:spPr>
            <a:xfrm>
              <a:off x="14897881" y="2775526"/>
              <a:ext cx="1047046" cy="586861"/>
            </a:xfrm>
            <a:custGeom>
              <a:avLst/>
              <a:gdLst/>
              <a:ahLst/>
              <a:cxnLst/>
              <a:rect l="0" t="0" r="0" b="0"/>
              <a:pathLst>
                <a:path w="1047046" h="586861">
                  <a:moveTo>
                    <a:pt x="49296" y="389785"/>
                  </a:moveTo>
                  <a:lnTo>
                    <a:pt x="19394" y="345129"/>
                  </a:lnTo>
                  <a:lnTo>
                    <a:pt x="7175" y="362342"/>
                  </a:lnTo>
                  <a:close/>
                  <a:moveTo>
                    <a:pt x="49296" y="389785"/>
                  </a:moveTo>
                  <a:lnTo>
                    <a:pt x="7175" y="362342"/>
                  </a:lnTo>
                  <a:lnTo>
                    <a:pt x="24388" y="413879"/>
                  </a:lnTo>
                  <a:close/>
                  <a:moveTo>
                    <a:pt x="0" y="310806"/>
                  </a:moveTo>
                  <a:lnTo>
                    <a:pt x="7175" y="362342"/>
                  </a:lnTo>
                  <a:lnTo>
                    <a:pt x="10739" y="289423"/>
                  </a:lnTo>
                  <a:close/>
                  <a:moveTo>
                    <a:pt x="7175" y="362342"/>
                  </a:moveTo>
                  <a:lnTo>
                    <a:pt x="19394" y="345129"/>
                  </a:lnTo>
                  <a:lnTo>
                    <a:pt x="10739" y="289423"/>
                  </a:lnTo>
                  <a:close/>
                  <a:moveTo>
                    <a:pt x="10739" y="289423"/>
                  </a:moveTo>
                  <a:lnTo>
                    <a:pt x="13202" y="283450"/>
                  </a:lnTo>
                  <a:lnTo>
                    <a:pt x="0" y="310806"/>
                  </a:lnTo>
                  <a:close/>
                  <a:moveTo>
                    <a:pt x="0" y="310806"/>
                  </a:moveTo>
                  <a:lnTo>
                    <a:pt x="13202" y="283450"/>
                  </a:lnTo>
                  <a:lnTo>
                    <a:pt x="20536" y="235175"/>
                  </a:lnTo>
                  <a:close/>
                  <a:moveTo>
                    <a:pt x="24658" y="338248"/>
                  </a:moveTo>
                  <a:lnTo>
                    <a:pt x="10739" y="289423"/>
                  </a:lnTo>
                  <a:lnTo>
                    <a:pt x="19394" y="345129"/>
                  </a:lnTo>
                  <a:close/>
                  <a:moveTo>
                    <a:pt x="24658" y="338248"/>
                  </a:moveTo>
                  <a:lnTo>
                    <a:pt x="12879" y="286712"/>
                  </a:lnTo>
                  <a:lnTo>
                    <a:pt x="10739" y="289423"/>
                  </a:lnTo>
                  <a:close/>
                  <a:moveTo>
                    <a:pt x="13202" y="283450"/>
                  </a:moveTo>
                  <a:lnTo>
                    <a:pt x="10739" y="289423"/>
                  </a:lnTo>
                  <a:lnTo>
                    <a:pt x="12879" y="286712"/>
                  </a:lnTo>
                  <a:close/>
                  <a:moveTo>
                    <a:pt x="225289" y="147680"/>
                  </a:moveTo>
                  <a:lnTo>
                    <a:pt x="144621" y="155651"/>
                  </a:lnTo>
                  <a:lnTo>
                    <a:pt x="211483" y="162893"/>
                  </a:lnTo>
                  <a:close/>
                  <a:moveTo>
                    <a:pt x="239053" y="155012"/>
                  </a:moveTo>
                  <a:lnTo>
                    <a:pt x="273873" y="154649"/>
                  </a:lnTo>
                  <a:lnTo>
                    <a:pt x="225289" y="147680"/>
                  </a:lnTo>
                  <a:close/>
                  <a:moveTo>
                    <a:pt x="808626" y="526998"/>
                  </a:moveTo>
                  <a:lnTo>
                    <a:pt x="822924" y="586861"/>
                  </a:lnTo>
                  <a:lnTo>
                    <a:pt x="822685" y="539352"/>
                  </a:lnTo>
                  <a:close/>
                  <a:moveTo>
                    <a:pt x="808626" y="526998"/>
                  </a:moveTo>
                  <a:lnTo>
                    <a:pt x="822685" y="539352"/>
                  </a:lnTo>
                  <a:lnTo>
                    <a:pt x="832945" y="515970"/>
                  </a:lnTo>
                  <a:close/>
                  <a:moveTo>
                    <a:pt x="805567" y="123789"/>
                  </a:moveTo>
                  <a:lnTo>
                    <a:pt x="820118" y="87199"/>
                  </a:lnTo>
                  <a:lnTo>
                    <a:pt x="777200" y="84108"/>
                  </a:lnTo>
                  <a:close/>
                  <a:moveTo>
                    <a:pt x="777200" y="84108"/>
                  </a:moveTo>
                  <a:lnTo>
                    <a:pt x="820118" y="87199"/>
                  </a:lnTo>
                  <a:lnTo>
                    <a:pt x="825367" y="20188"/>
                  </a:lnTo>
                  <a:close/>
                  <a:moveTo>
                    <a:pt x="851437" y="69866"/>
                  </a:moveTo>
                  <a:lnTo>
                    <a:pt x="831773" y="18330"/>
                  </a:lnTo>
                  <a:lnTo>
                    <a:pt x="820118" y="87199"/>
                  </a:lnTo>
                  <a:close/>
                  <a:moveTo>
                    <a:pt x="904885" y="45772"/>
                  </a:moveTo>
                  <a:lnTo>
                    <a:pt x="899396" y="111885"/>
                  </a:lnTo>
                  <a:lnTo>
                    <a:pt x="927739" y="82958"/>
                  </a:lnTo>
                  <a:close/>
                  <a:moveTo>
                    <a:pt x="904885" y="45772"/>
                  </a:moveTo>
                  <a:lnTo>
                    <a:pt x="851437" y="69866"/>
                  </a:lnTo>
                  <a:lnTo>
                    <a:pt x="899396" y="111885"/>
                  </a:lnTo>
                  <a:close/>
                  <a:moveTo>
                    <a:pt x="947832" y="97309"/>
                  </a:moveTo>
                  <a:lnTo>
                    <a:pt x="999727" y="142629"/>
                  </a:lnTo>
                  <a:lnTo>
                    <a:pt x="989219" y="88430"/>
                  </a:lnTo>
                  <a:close/>
                  <a:moveTo>
                    <a:pt x="999727" y="142629"/>
                  </a:moveTo>
                  <a:lnTo>
                    <a:pt x="1047046" y="142142"/>
                  </a:lnTo>
                  <a:lnTo>
                    <a:pt x="989219" y="88430"/>
                  </a:lnTo>
                  <a:close/>
                  <a:moveTo>
                    <a:pt x="989219" y="88430"/>
                  </a:moveTo>
                  <a:lnTo>
                    <a:pt x="927739" y="82958"/>
                  </a:lnTo>
                  <a:lnTo>
                    <a:pt x="947832" y="97309"/>
                  </a:lnTo>
                  <a:close/>
                  <a:moveTo>
                    <a:pt x="925309" y="39663"/>
                  </a:moveTo>
                  <a:lnTo>
                    <a:pt x="927739" y="82958"/>
                  </a:lnTo>
                  <a:lnTo>
                    <a:pt x="989219" y="88430"/>
                  </a:lnTo>
                  <a:close/>
                  <a:moveTo>
                    <a:pt x="982921" y="30807"/>
                  </a:moveTo>
                  <a:lnTo>
                    <a:pt x="925309" y="39663"/>
                  </a:lnTo>
                  <a:lnTo>
                    <a:pt x="989219" y="88430"/>
                  </a:lnTo>
                  <a:close/>
                  <a:moveTo>
                    <a:pt x="925309" y="39663"/>
                  </a:moveTo>
                  <a:lnTo>
                    <a:pt x="982921" y="30807"/>
                  </a:lnTo>
                  <a:lnTo>
                    <a:pt x="952271" y="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44" name="Output_density__4343">
              <a:extLst>
                <a:ext uri="{FF2B5EF4-FFF2-40B4-BE49-F238E27FC236}">
                  <a16:creationId xmlns:a16="http://schemas.microsoft.com/office/drawing/2014/main" id="{A76EB83D-907B-DA01-7131-E98C31A54010}"/>
                </a:ext>
              </a:extLst>
            </p:cNvPr>
            <p:cNvSpPr>
              <a:spLocks noGrp="1"/>
            </p:cNvSpPr>
            <p:nvPr/>
          </p:nvSpPr>
          <p:spPr>
            <a:xfrm>
              <a:off x="15115466" y="3154612"/>
              <a:ext cx="886410" cy="285759"/>
            </a:xfrm>
            <a:custGeom>
              <a:avLst/>
              <a:gdLst/>
              <a:ahLst/>
              <a:cxnLst/>
              <a:rect l="0" t="0" r="0" b="0"/>
              <a:pathLst>
                <a:path w="886410" h="285759">
                  <a:moveTo>
                    <a:pt x="53349" y="169272"/>
                  </a:moveTo>
                  <a:lnTo>
                    <a:pt x="7713" y="173322"/>
                  </a:lnTo>
                  <a:lnTo>
                    <a:pt x="0" y="169837"/>
                  </a:lnTo>
                  <a:close/>
                  <a:moveTo>
                    <a:pt x="7713" y="173322"/>
                  </a:moveTo>
                  <a:lnTo>
                    <a:pt x="53349" y="169272"/>
                  </a:lnTo>
                  <a:lnTo>
                    <a:pt x="90324" y="172617"/>
                  </a:lnTo>
                  <a:close/>
                  <a:moveTo>
                    <a:pt x="232462" y="84894"/>
                  </a:moveTo>
                  <a:lnTo>
                    <a:pt x="208544" y="114241"/>
                  </a:lnTo>
                  <a:lnTo>
                    <a:pt x="276329" y="74225"/>
                  </a:lnTo>
                  <a:close/>
                  <a:moveTo>
                    <a:pt x="741751" y="278428"/>
                  </a:moveTo>
                  <a:lnTo>
                    <a:pt x="760023" y="283471"/>
                  </a:lnTo>
                  <a:lnTo>
                    <a:pt x="768185" y="285759"/>
                  </a:lnTo>
                  <a:close/>
                  <a:moveTo>
                    <a:pt x="776625" y="278428"/>
                  </a:moveTo>
                  <a:lnTo>
                    <a:pt x="768185" y="285759"/>
                  </a:lnTo>
                  <a:lnTo>
                    <a:pt x="760023" y="283471"/>
                  </a:lnTo>
                  <a:close/>
                  <a:moveTo>
                    <a:pt x="741751" y="278428"/>
                  </a:moveTo>
                  <a:lnTo>
                    <a:pt x="768185" y="285759"/>
                  </a:lnTo>
                  <a:lnTo>
                    <a:pt x="778359" y="268563"/>
                  </a:lnTo>
                  <a:close/>
                  <a:moveTo>
                    <a:pt x="778359" y="268563"/>
                  </a:moveTo>
                  <a:lnTo>
                    <a:pt x="768185" y="285759"/>
                  </a:lnTo>
                  <a:lnTo>
                    <a:pt x="776625" y="278428"/>
                  </a:lnTo>
                  <a:close/>
                  <a:moveTo>
                    <a:pt x="789404" y="230195"/>
                  </a:moveTo>
                  <a:lnTo>
                    <a:pt x="806756" y="220716"/>
                  </a:lnTo>
                  <a:lnTo>
                    <a:pt x="807248" y="202798"/>
                  </a:lnTo>
                  <a:close/>
                  <a:moveTo>
                    <a:pt x="778359" y="268563"/>
                  </a:moveTo>
                  <a:lnTo>
                    <a:pt x="800835" y="233153"/>
                  </a:lnTo>
                  <a:lnTo>
                    <a:pt x="789404" y="230195"/>
                  </a:lnTo>
                  <a:close/>
                  <a:moveTo>
                    <a:pt x="871751" y="75631"/>
                  </a:moveTo>
                  <a:lnTo>
                    <a:pt x="868484" y="81382"/>
                  </a:lnTo>
                  <a:lnTo>
                    <a:pt x="843479" y="122792"/>
                  </a:lnTo>
                  <a:close/>
                  <a:moveTo>
                    <a:pt x="871751" y="75631"/>
                  </a:moveTo>
                  <a:lnTo>
                    <a:pt x="880185" y="51536"/>
                  </a:lnTo>
                  <a:lnTo>
                    <a:pt x="868484" y="81382"/>
                  </a:lnTo>
                  <a:close/>
                  <a:moveTo>
                    <a:pt x="871751" y="75631"/>
                  </a:moveTo>
                  <a:lnTo>
                    <a:pt x="886410" y="5712"/>
                  </a:lnTo>
                  <a:lnTo>
                    <a:pt x="884087" y="0"/>
                  </a:lnTo>
                  <a:close/>
                  <a:moveTo>
                    <a:pt x="871751" y="75631"/>
                  </a:moveTo>
                  <a:lnTo>
                    <a:pt x="884087" y="0"/>
                  </a:lnTo>
                  <a:lnTo>
                    <a:pt x="880185" y="51536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45" name="Output_density__4344">
              <a:extLst>
                <a:ext uri="{FF2B5EF4-FFF2-40B4-BE49-F238E27FC236}">
                  <a16:creationId xmlns:a16="http://schemas.microsoft.com/office/drawing/2014/main" id="{F3F8B06A-5664-73B8-19BF-8367FAC38A00}"/>
                </a:ext>
              </a:extLst>
            </p:cNvPr>
            <p:cNvSpPr>
              <a:spLocks noGrp="1"/>
            </p:cNvSpPr>
            <p:nvPr/>
          </p:nvSpPr>
          <p:spPr>
            <a:xfrm>
              <a:off x="14910760" y="2774690"/>
              <a:ext cx="939392" cy="527834"/>
            </a:xfrm>
            <a:custGeom>
              <a:avLst/>
              <a:gdLst/>
              <a:ahLst/>
              <a:cxnLst/>
              <a:rect l="0" t="0" r="0" b="0"/>
              <a:pathLst>
                <a:path w="939392" h="527834">
                  <a:moveTo>
                    <a:pt x="28697" y="255475"/>
                  </a:moveTo>
                  <a:lnTo>
                    <a:pt x="323" y="284286"/>
                  </a:lnTo>
                  <a:lnTo>
                    <a:pt x="0" y="287548"/>
                  </a:lnTo>
                  <a:close/>
                  <a:moveTo>
                    <a:pt x="323" y="284286"/>
                  </a:moveTo>
                  <a:lnTo>
                    <a:pt x="28697" y="255475"/>
                  </a:lnTo>
                  <a:lnTo>
                    <a:pt x="7657" y="236011"/>
                  </a:lnTo>
                  <a:close/>
                  <a:moveTo>
                    <a:pt x="28697" y="255475"/>
                  </a:moveTo>
                  <a:lnTo>
                    <a:pt x="35042" y="211917"/>
                  </a:lnTo>
                  <a:lnTo>
                    <a:pt x="7657" y="236011"/>
                  </a:lnTo>
                  <a:close/>
                  <a:moveTo>
                    <a:pt x="35042" y="211917"/>
                  </a:moveTo>
                  <a:lnTo>
                    <a:pt x="51590" y="166388"/>
                  </a:lnTo>
                  <a:lnTo>
                    <a:pt x="10205" y="184474"/>
                  </a:lnTo>
                  <a:close/>
                  <a:moveTo>
                    <a:pt x="7657" y="236011"/>
                  </a:moveTo>
                  <a:lnTo>
                    <a:pt x="35042" y="211917"/>
                  </a:lnTo>
                  <a:lnTo>
                    <a:pt x="10205" y="184474"/>
                  </a:lnTo>
                  <a:close/>
                  <a:moveTo>
                    <a:pt x="55454" y="160381"/>
                  </a:moveTo>
                  <a:lnTo>
                    <a:pt x="41826" y="167013"/>
                  </a:lnTo>
                  <a:lnTo>
                    <a:pt x="51590" y="166388"/>
                  </a:lnTo>
                  <a:close/>
                  <a:moveTo>
                    <a:pt x="51590" y="166388"/>
                  </a:moveTo>
                  <a:lnTo>
                    <a:pt x="35042" y="211917"/>
                  </a:lnTo>
                  <a:lnTo>
                    <a:pt x="89025" y="191383"/>
                  </a:lnTo>
                  <a:close/>
                  <a:moveTo>
                    <a:pt x="116986" y="143890"/>
                  </a:moveTo>
                  <a:lnTo>
                    <a:pt x="55454" y="160381"/>
                  </a:lnTo>
                  <a:lnTo>
                    <a:pt x="131742" y="156487"/>
                  </a:lnTo>
                  <a:close/>
                  <a:moveTo>
                    <a:pt x="55454" y="160381"/>
                  </a:moveTo>
                  <a:lnTo>
                    <a:pt x="51590" y="166388"/>
                  </a:lnTo>
                  <a:lnTo>
                    <a:pt x="131742" y="156487"/>
                  </a:lnTo>
                  <a:close/>
                  <a:moveTo>
                    <a:pt x="131742" y="156487"/>
                  </a:moveTo>
                  <a:lnTo>
                    <a:pt x="51590" y="166388"/>
                  </a:lnTo>
                  <a:lnTo>
                    <a:pt x="102556" y="187823"/>
                  </a:lnTo>
                  <a:close/>
                  <a:moveTo>
                    <a:pt x="102556" y="187823"/>
                  </a:moveTo>
                  <a:lnTo>
                    <a:pt x="51590" y="166388"/>
                  </a:lnTo>
                  <a:lnTo>
                    <a:pt x="89025" y="191383"/>
                  </a:lnTo>
                  <a:close/>
                  <a:moveTo>
                    <a:pt x="156425" y="136287"/>
                  </a:moveTo>
                  <a:lnTo>
                    <a:pt x="116986" y="143890"/>
                  </a:lnTo>
                  <a:lnTo>
                    <a:pt x="131742" y="156487"/>
                  </a:lnTo>
                  <a:close/>
                  <a:moveTo>
                    <a:pt x="156425" y="136287"/>
                  </a:moveTo>
                  <a:lnTo>
                    <a:pt x="125164" y="84750"/>
                  </a:lnTo>
                  <a:lnTo>
                    <a:pt x="116986" y="143890"/>
                  </a:lnTo>
                  <a:close/>
                  <a:moveTo>
                    <a:pt x="131742" y="156487"/>
                  </a:moveTo>
                  <a:lnTo>
                    <a:pt x="102556" y="187823"/>
                  </a:lnTo>
                  <a:lnTo>
                    <a:pt x="157795" y="173457"/>
                  </a:lnTo>
                  <a:close/>
                  <a:moveTo>
                    <a:pt x="180836" y="129964"/>
                  </a:moveTo>
                  <a:lnTo>
                    <a:pt x="156425" y="136287"/>
                  </a:lnTo>
                  <a:lnTo>
                    <a:pt x="212410" y="148516"/>
                  </a:lnTo>
                  <a:close/>
                  <a:moveTo>
                    <a:pt x="156425" y="136287"/>
                  </a:moveTo>
                  <a:lnTo>
                    <a:pt x="131742" y="156487"/>
                  </a:lnTo>
                  <a:lnTo>
                    <a:pt x="212410" y="148516"/>
                  </a:lnTo>
                  <a:close/>
                  <a:moveTo>
                    <a:pt x="198604" y="163729"/>
                  </a:moveTo>
                  <a:lnTo>
                    <a:pt x="131742" y="156487"/>
                  </a:lnTo>
                  <a:lnTo>
                    <a:pt x="157795" y="173457"/>
                  </a:lnTo>
                  <a:close/>
                  <a:moveTo>
                    <a:pt x="795747" y="527834"/>
                  </a:moveTo>
                  <a:lnTo>
                    <a:pt x="820066" y="516806"/>
                  </a:lnTo>
                  <a:lnTo>
                    <a:pt x="801499" y="509130"/>
                  </a:lnTo>
                  <a:close/>
                  <a:moveTo>
                    <a:pt x="444053" y="218148"/>
                  </a:moveTo>
                  <a:lnTo>
                    <a:pt x="496198" y="213738"/>
                  </a:lnTo>
                  <a:lnTo>
                    <a:pt x="486721" y="205613"/>
                  </a:lnTo>
                  <a:close/>
                  <a:moveTo>
                    <a:pt x="496198" y="213738"/>
                  </a:moveTo>
                  <a:lnTo>
                    <a:pt x="526159" y="178385"/>
                  </a:lnTo>
                  <a:lnTo>
                    <a:pt x="486721" y="205613"/>
                  </a:lnTo>
                  <a:close/>
                  <a:moveTo>
                    <a:pt x="496198" y="213738"/>
                  </a:moveTo>
                  <a:lnTo>
                    <a:pt x="564333" y="196327"/>
                  </a:lnTo>
                  <a:lnTo>
                    <a:pt x="526159" y="178385"/>
                  </a:lnTo>
                  <a:close/>
                  <a:moveTo>
                    <a:pt x="526159" y="178385"/>
                  </a:moveTo>
                  <a:lnTo>
                    <a:pt x="564333" y="196327"/>
                  </a:lnTo>
                  <a:lnTo>
                    <a:pt x="540811" y="167078"/>
                  </a:lnTo>
                  <a:close/>
                  <a:moveTo>
                    <a:pt x="540811" y="167078"/>
                  </a:moveTo>
                  <a:lnTo>
                    <a:pt x="564333" y="196327"/>
                  </a:lnTo>
                  <a:lnTo>
                    <a:pt x="569673" y="194521"/>
                  </a:lnTo>
                  <a:close/>
                  <a:moveTo>
                    <a:pt x="540811" y="167078"/>
                  </a:moveTo>
                  <a:lnTo>
                    <a:pt x="569673" y="194521"/>
                  </a:lnTo>
                  <a:lnTo>
                    <a:pt x="582880" y="142984"/>
                  </a:lnTo>
                  <a:close/>
                  <a:moveTo>
                    <a:pt x="564333" y="196327"/>
                  </a:moveTo>
                  <a:lnTo>
                    <a:pt x="568306" y="201067"/>
                  </a:lnTo>
                  <a:lnTo>
                    <a:pt x="569673" y="194521"/>
                  </a:lnTo>
                  <a:close/>
                  <a:moveTo>
                    <a:pt x="582880" y="142984"/>
                  </a:moveTo>
                  <a:lnTo>
                    <a:pt x="569673" y="194521"/>
                  </a:lnTo>
                  <a:lnTo>
                    <a:pt x="641121" y="170427"/>
                  </a:lnTo>
                  <a:close/>
                  <a:moveTo>
                    <a:pt x="582880" y="142984"/>
                  </a:moveTo>
                  <a:lnTo>
                    <a:pt x="641121" y="170427"/>
                  </a:lnTo>
                  <a:lnTo>
                    <a:pt x="626048" y="118891"/>
                  </a:lnTo>
                  <a:close/>
                  <a:moveTo>
                    <a:pt x="576206" y="91448"/>
                  </a:moveTo>
                  <a:lnTo>
                    <a:pt x="620039" y="84912"/>
                  </a:lnTo>
                  <a:lnTo>
                    <a:pt x="611963" y="70101"/>
                  </a:lnTo>
                  <a:close/>
                  <a:moveTo>
                    <a:pt x="626048" y="118891"/>
                  </a:moveTo>
                  <a:lnTo>
                    <a:pt x="620039" y="84912"/>
                  </a:lnTo>
                  <a:lnTo>
                    <a:pt x="576206" y="91448"/>
                  </a:lnTo>
                  <a:close/>
                  <a:moveTo>
                    <a:pt x="582880" y="142984"/>
                  </a:moveTo>
                  <a:lnTo>
                    <a:pt x="626048" y="118891"/>
                  </a:lnTo>
                  <a:lnTo>
                    <a:pt x="576206" y="91448"/>
                  </a:lnTo>
                  <a:close/>
                  <a:moveTo>
                    <a:pt x="611963" y="70101"/>
                  </a:moveTo>
                  <a:lnTo>
                    <a:pt x="620039" y="84912"/>
                  </a:lnTo>
                  <a:lnTo>
                    <a:pt x="616325" y="67354"/>
                  </a:lnTo>
                  <a:close/>
                  <a:moveTo>
                    <a:pt x="626048" y="118891"/>
                  </a:moveTo>
                  <a:lnTo>
                    <a:pt x="644263" y="169328"/>
                  </a:lnTo>
                  <a:lnTo>
                    <a:pt x="631725" y="116778"/>
                  </a:lnTo>
                  <a:close/>
                  <a:moveTo>
                    <a:pt x="620039" y="84912"/>
                  </a:moveTo>
                  <a:lnTo>
                    <a:pt x="626048" y="118891"/>
                  </a:lnTo>
                  <a:lnTo>
                    <a:pt x="631725" y="116778"/>
                  </a:lnTo>
                  <a:close/>
                  <a:moveTo>
                    <a:pt x="620039" y="84912"/>
                  </a:moveTo>
                  <a:lnTo>
                    <a:pt x="631725" y="116778"/>
                  </a:lnTo>
                  <a:lnTo>
                    <a:pt x="616325" y="67354"/>
                  </a:lnTo>
                  <a:close/>
                  <a:moveTo>
                    <a:pt x="616325" y="67354"/>
                  </a:moveTo>
                  <a:lnTo>
                    <a:pt x="631725" y="116778"/>
                  </a:lnTo>
                  <a:lnTo>
                    <a:pt x="689288" y="94796"/>
                  </a:lnTo>
                  <a:close/>
                  <a:moveTo>
                    <a:pt x="616325" y="67354"/>
                  </a:moveTo>
                  <a:lnTo>
                    <a:pt x="689288" y="94796"/>
                  </a:lnTo>
                  <a:lnTo>
                    <a:pt x="688961" y="43260"/>
                  </a:lnTo>
                  <a:close/>
                  <a:moveTo>
                    <a:pt x="688961" y="43260"/>
                  </a:moveTo>
                  <a:lnTo>
                    <a:pt x="690691" y="39490"/>
                  </a:lnTo>
                  <a:lnTo>
                    <a:pt x="640738" y="15817"/>
                  </a:lnTo>
                  <a:close/>
                  <a:moveTo>
                    <a:pt x="616325" y="67354"/>
                  </a:moveTo>
                  <a:lnTo>
                    <a:pt x="688961" y="43260"/>
                  </a:lnTo>
                  <a:lnTo>
                    <a:pt x="640738" y="15817"/>
                  </a:lnTo>
                  <a:close/>
                  <a:moveTo>
                    <a:pt x="653804" y="11324"/>
                  </a:moveTo>
                  <a:lnTo>
                    <a:pt x="690691" y="39490"/>
                  </a:lnTo>
                  <a:lnTo>
                    <a:pt x="738281" y="42746"/>
                  </a:lnTo>
                  <a:close/>
                  <a:moveTo>
                    <a:pt x="688961" y="43260"/>
                  </a:moveTo>
                  <a:lnTo>
                    <a:pt x="713704" y="88113"/>
                  </a:lnTo>
                  <a:lnTo>
                    <a:pt x="693165" y="42068"/>
                  </a:lnTo>
                  <a:close/>
                  <a:moveTo>
                    <a:pt x="688961" y="43260"/>
                  </a:moveTo>
                  <a:lnTo>
                    <a:pt x="689288" y="94796"/>
                  </a:lnTo>
                  <a:lnTo>
                    <a:pt x="713704" y="88113"/>
                  </a:lnTo>
                  <a:close/>
                  <a:moveTo>
                    <a:pt x="713704" y="88113"/>
                  </a:moveTo>
                  <a:lnTo>
                    <a:pt x="764321" y="84944"/>
                  </a:lnTo>
                  <a:lnTo>
                    <a:pt x="738604" y="43109"/>
                  </a:lnTo>
                  <a:close/>
                  <a:moveTo>
                    <a:pt x="713704" y="88113"/>
                  </a:moveTo>
                  <a:lnTo>
                    <a:pt x="738604" y="43109"/>
                  </a:lnTo>
                  <a:lnTo>
                    <a:pt x="693165" y="42068"/>
                  </a:lnTo>
                  <a:close/>
                  <a:moveTo>
                    <a:pt x="764321" y="84944"/>
                  </a:moveTo>
                  <a:lnTo>
                    <a:pt x="812488" y="21024"/>
                  </a:lnTo>
                  <a:lnTo>
                    <a:pt x="738604" y="43109"/>
                  </a:lnTo>
                  <a:close/>
                  <a:moveTo>
                    <a:pt x="818894" y="19166"/>
                  </a:moveTo>
                  <a:lnTo>
                    <a:pt x="812488" y="21024"/>
                  </a:lnTo>
                  <a:lnTo>
                    <a:pt x="807239" y="88035"/>
                  </a:lnTo>
                  <a:close/>
                  <a:moveTo>
                    <a:pt x="690691" y="39490"/>
                  </a:moveTo>
                  <a:lnTo>
                    <a:pt x="688961" y="43260"/>
                  </a:lnTo>
                  <a:lnTo>
                    <a:pt x="693165" y="42068"/>
                  </a:lnTo>
                  <a:close/>
                  <a:moveTo>
                    <a:pt x="693165" y="42068"/>
                  </a:moveTo>
                  <a:lnTo>
                    <a:pt x="738281" y="42746"/>
                  </a:lnTo>
                  <a:lnTo>
                    <a:pt x="690691" y="39490"/>
                  </a:lnTo>
                  <a:close/>
                  <a:moveTo>
                    <a:pt x="693165" y="42068"/>
                  </a:moveTo>
                  <a:lnTo>
                    <a:pt x="738604" y="43109"/>
                  </a:lnTo>
                  <a:lnTo>
                    <a:pt x="738281" y="42746"/>
                  </a:lnTo>
                  <a:close/>
                  <a:moveTo>
                    <a:pt x="818894" y="19166"/>
                  </a:moveTo>
                  <a:lnTo>
                    <a:pt x="897892" y="20351"/>
                  </a:lnTo>
                  <a:lnTo>
                    <a:pt x="885069" y="0"/>
                  </a:lnTo>
                  <a:close/>
                  <a:moveTo>
                    <a:pt x="892006" y="46609"/>
                  </a:moveTo>
                  <a:lnTo>
                    <a:pt x="897892" y="20351"/>
                  </a:lnTo>
                  <a:lnTo>
                    <a:pt x="818894" y="19166"/>
                  </a:lnTo>
                  <a:close/>
                  <a:moveTo>
                    <a:pt x="838558" y="70702"/>
                  </a:moveTo>
                  <a:lnTo>
                    <a:pt x="892006" y="46609"/>
                  </a:lnTo>
                  <a:lnTo>
                    <a:pt x="818894" y="19166"/>
                  </a:lnTo>
                  <a:close/>
                  <a:moveTo>
                    <a:pt x="885069" y="0"/>
                  </a:moveTo>
                  <a:lnTo>
                    <a:pt x="897892" y="20351"/>
                  </a:lnTo>
                  <a:lnTo>
                    <a:pt x="939392" y="836"/>
                  </a:lnTo>
                  <a:close/>
                  <a:moveTo>
                    <a:pt x="892006" y="46609"/>
                  </a:moveTo>
                  <a:lnTo>
                    <a:pt x="914860" y="83794"/>
                  </a:lnTo>
                  <a:lnTo>
                    <a:pt x="912430" y="40499"/>
                  </a:lnTo>
                  <a:close/>
                  <a:moveTo>
                    <a:pt x="897892" y="20351"/>
                  </a:moveTo>
                  <a:lnTo>
                    <a:pt x="892006" y="46609"/>
                  </a:lnTo>
                  <a:lnTo>
                    <a:pt x="912430" y="40499"/>
                  </a:lnTo>
                  <a:close/>
                  <a:moveTo>
                    <a:pt x="912430" y="40499"/>
                  </a:moveTo>
                  <a:lnTo>
                    <a:pt x="939392" y="836"/>
                  </a:lnTo>
                  <a:lnTo>
                    <a:pt x="897892" y="20351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46" name="Output_density__4345">
              <a:extLst>
                <a:ext uri="{FF2B5EF4-FFF2-40B4-BE49-F238E27FC236}">
                  <a16:creationId xmlns:a16="http://schemas.microsoft.com/office/drawing/2014/main" id="{59F70CB6-AE91-F4FB-EAE7-E11985EBE0C4}"/>
                </a:ext>
              </a:extLst>
            </p:cNvPr>
            <p:cNvSpPr>
              <a:spLocks noGrp="1"/>
            </p:cNvSpPr>
            <p:nvPr/>
          </p:nvSpPr>
          <p:spPr>
            <a:xfrm>
              <a:off x="14972977" y="2959700"/>
              <a:ext cx="1016997" cy="428071"/>
            </a:xfrm>
            <a:custGeom>
              <a:avLst/>
              <a:gdLst/>
              <a:ahLst/>
              <a:cxnLst/>
              <a:rect l="0" t="0" r="0" b="0"/>
              <a:pathLst>
                <a:path w="1016997" h="428071">
                  <a:moveTo>
                    <a:pt x="0" y="257147"/>
                  </a:moveTo>
                  <a:lnTo>
                    <a:pt x="1065" y="294888"/>
                  </a:lnTo>
                  <a:lnTo>
                    <a:pt x="37153" y="294915"/>
                  </a:lnTo>
                  <a:close/>
                  <a:moveTo>
                    <a:pt x="141679" y="336127"/>
                  </a:moveTo>
                  <a:lnTo>
                    <a:pt x="128882" y="328299"/>
                  </a:lnTo>
                  <a:lnTo>
                    <a:pt x="93564" y="331150"/>
                  </a:lnTo>
                  <a:close/>
                  <a:moveTo>
                    <a:pt x="79226" y="284590"/>
                  </a:moveTo>
                  <a:lnTo>
                    <a:pt x="93564" y="331150"/>
                  </a:lnTo>
                  <a:lnTo>
                    <a:pt x="128882" y="328299"/>
                  </a:lnTo>
                  <a:close/>
                  <a:moveTo>
                    <a:pt x="79226" y="284590"/>
                  </a:moveTo>
                  <a:lnTo>
                    <a:pt x="57272" y="308684"/>
                  </a:lnTo>
                  <a:lnTo>
                    <a:pt x="93564" y="331150"/>
                  </a:lnTo>
                  <a:close/>
                  <a:moveTo>
                    <a:pt x="57272" y="308684"/>
                  </a:moveTo>
                  <a:lnTo>
                    <a:pt x="79226" y="284590"/>
                  </a:lnTo>
                  <a:lnTo>
                    <a:pt x="37153" y="294915"/>
                  </a:lnTo>
                  <a:close/>
                  <a:moveTo>
                    <a:pt x="195049" y="312033"/>
                  </a:moveTo>
                  <a:lnTo>
                    <a:pt x="141679" y="336127"/>
                  </a:lnTo>
                  <a:lnTo>
                    <a:pt x="183620" y="358278"/>
                  </a:lnTo>
                  <a:close/>
                  <a:moveTo>
                    <a:pt x="175038" y="212801"/>
                  </a:moveTo>
                  <a:lnTo>
                    <a:pt x="136458" y="181948"/>
                  </a:lnTo>
                  <a:lnTo>
                    <a:pt x="155055" y="208959"/>
                  </a:lnTo>
                  <a:close/>
                  <a:moveTo>
                    <a:pt x="184944" y="228330"/>
                  </a:moveTo>
                  <a:lnTo>
                    <a:pt x="155055" y="208959"/>
                  </a:lnTo>
                  <a:lnTo>
                    <a:pt x="212599" y="196829"/>
                  </a:lnTo>
                  <a:close/>
                  <a:moveTo>
                    <a:pt x="259940" y="133329"/>
                  </a:moveTo>
                  <a:lnTo>
                    <a:pt x="273939" y="184866"/>
                  </a:lnTo>
                  <a:lnTo>
                    <a:pt x="262618" y="116840"/>
                  </a:lnTo>
                  <a:close/>
                  <a:moveTo>
                    <a:pt x="238154" y="117695"/>
                  </a:moveTo>
                  <a:lnTo>
                    <a:pt x="262618" y="116840"/>
                  </a:lnTo>
                  <a:lnTo>
                    <a:pt x="221883" y="111974"/>
                  </a:lnTo>
                  <a:close/>
                  <a:moveTo>
                    <a:pt x="399813" y="206752"/>
                  </a:moveTo>
                  <a:lnTo>
                    <a:pt x="351412" y="231573"/>
                  </a:lnTo>
                  <a:lnTo>
                    <a:pt x="395827" y="222956"/>
                  </a:lnTo>
                  <a:close/>
                  <a:moveTo>
                    <a:pt x="455502" y="199460"/>
                  </a:moveTo>
                  <a:lnTo>
                    <a:pt x="395827" y="222956"/>
                  </a:lnTo>
                  <a:lnTo>
                    <a:pt x="445290" y="233211"/>
                  </a:lnTo>
                  <a:close/>
                  <a:moveTo>
                    <a:pt x="455502" y="199460"/>
                  </a:moveTo>
                  <a:lnTo>
                    <a:pt x="399813" y="206752"/>
                  </a:lnTo>
                  <a:lnTo>
                    <a:pt x="395827" y="222956"/>
                  </a:lnTo>
                  <a:close/>
                  <a:moveTo>
                    <a:pt x="493447" y="238589"/>
                  </a:moveTo>
                  <a:lnTo>
                    <a:pt x="516507" y="189906"/>
                  </a:lnTo>
                  <a:lnTo>
                    <a:pt x="445290" y="233211"/>
                  </a:lnTo>
                  <a:close/>
                  <a:moveTo>
                    <a:pt x="698585" y="267193"/>
                  </a:moveTo>
                  <a:lnTo>
                    <a:pt x="662475" y="251401"/>
                  </a:lnTo>
                  <a:lnTo>
                    <a:pt x="636709" y="289968"/>
                  </a:lnTo>
                  <a:close/>
                  <a:moveTo>
                    <a:pt x="636709" y="289968"/>
                  </a:moveTo>
                  <a:lnTo>
                    <a:pt x="662475" y="251401"/>
                  </a:lnTo>
                  <a:lnTo>
                    <a:pt x="578691" y="247723"/>
                  </a:lnTo>
                  <a:close/>
                  <a:moveTo>
                    <a:pt x="859972" y="412240"/>
                  </a:moveTo>
                  <a:lnTo>
                    <a:pt x="853560" y="421803"/>
                  </a:lnTo>
                  <a:lnTo>
                    <a:pt x="885967" y="428071"/>
                  </a:lnTo>
                  <a:close/>
                  <a:moveTo>
                    <a:pt x="730991" y="243100"/>
                  </a:moveTo>
                  <a:lnTo>
                    <a:pt x="716658" y="279305"/>
                  </a:lnTo>
                  <a:lnTo>
                    <a:pt x="747132" y="258344"/>
                  </a:lnTo>
                  <a:close/>
                  <a:moveTo>
                    <a:pt x="730991" y="243100"/>
                  </a:moveTo>
                  <a:lnTo>
                    <a:pt x="698585" y="267193"/>
                  </a:lnTo>
                  <a:lnTo>
                    <a:pt x="716658" y="279305"/>
                  </a:lnTo>
                  <a:close/>
                  <a:moveTo>
                    <a:pt x="698585" y="267193"/>
                  </a:moveTo>
                  <a:lnTo>
                    <a:pt x="730991" y="243100"/>
                  </a:lnTo>
                  <a:lnTo>
                    <a:pt x="662475" y="251401"/>
                  </a:lnTo>
                  <a:close/>
                  <a:moveTo>
                    <a:pt x="747132" y="258344"/>
                  </a:moveTo>
                  <a:lnTo>
                    <a:pt x="804867" y="293572"/>
                  </a:lnTo>
                  <a:lnTo>
                    <a:pt x="791433" y="219006"/>
                  </a:lnTo>
                  <a:close/>
                  <a:moveTo>
                    <a:pt x="998663" y="170818"/>
                  </a:moveTo>
                  <a:lnTo>
                    <a:pt x="976657" y="187772"/>
                  </a:lnTo>
                  <a:lnTo>
                    <a:pt x="1016997" y="172318"/>
                  </a:lnTo>
                  <a:close/>
                  <a:moveTo>
                    <a:pt x="1016997" y="172318"/>
                  </a:moveTo>
                  <a:lnTo>
                    <a:pt x="982286" y="225297"/>
                  </a:lnTo>
                  <a:lnTo>
                    <a:pt x="1015940" y="235920"/>
                  </a:lnTo>
                  <a:close/>
                  <a:moveTo>
                    <a:pt x="998663" y="170818"/>
                  </a:moveTo>
                  <a:lnTo>
                    <a:pt x="1016997" y="172318"/>
                  </a:lnTo>
                  <a:lnTo>
                    <a:pt x="1016569" y="162317"/>
                  </a:lnTo>
                  <a:close/>
                  <a:moveTo>
                    <a:pt x="1013396" y="112503"/>
                  </a:moveTo>
                  <a:lnTo>
                    <a:pt x="998663" y="170818"/>
                  </a:lnTo>
                  <a:lnTo>
                    <a:pt x="1016569" y="162317"/>
                  </a:lnTo>
                  <a:close/>
                  <a:moveTo>
                    <a:pt x="974465" y="168913"/>
                  </a:moveTo>
                  <a:lnTo>
                    <a:pt x="998663" y="170818"/>
                  </a:lnTo>
                  <a:lnTo>
                    <a:pt x="1013396" y="112503"/>
                  </a:lnTo>
                  <a:close/>
                  <a:moveTo>
                    <a:pt x="972520" y="107752"/>
                  </a:moveTo>
                  <a:lnTo>
                    <a:pt x="1013396" y="112503"/>
                  </a:lnTo>
                  <a:lnTo>
                    <a:pt x="1003852" y="57519"/>
                  </a:lnTo>
                  <a:close/>
                  <a:moveTo>
                    <a:pt x="972520" y="107752"/>
                  </a:moveTo>
                  <a:lnTo>
                    <a:pt x="1003852" y="57519"/>
                  </a:lnTo>
                  <a:lnTo>
                    <a:pt x="965800" y="50472"/>
                  </a:lnTo>
                  <a:close/>
                  <a:moveTo>
                    <a:pt x="965800" y="50472"/>
                  </a:moveTo>
                  <a:lnTo>
                    <a:pt x="1003852" y="57519"/>
                  </a:lnTo>
                  <a:lnTo>
                    <a:pt x="997426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47" name="Output_density__4346">
              <a:extLst>
                <a:ext uri="{FF2B5EF4-FFF2-40B4-BE49-F238E27FC236}">
                  <a16:creationId xmlns:a16="http://schemas.microsoft.com/office/drawing/2014/main" id="{88C0ECD1-39C6-2A1D-9390-64F6252CBD6C}"/>
                </a:ext>
              </a:extLst>
            </p:cNvPr>
            <p:cNvSpPr>
              <a:spLocks noGrp="1"/>
            </p:cNvSpPr>
            <p:nvPr/>
          </p:nvSpPr>
          <p:spPr>
            <a:xfrm>
              <a:off x="14917276" y="2872835"/>
              <a:ext cx="1027652" cy="381781"/>
            </a:xfrm>
            <a:custGeom>
              <a:avLst/>
              <a:gdLst/>
              <a:ahLst/>
              <a:cxnLst/>
              <a:rect l="0" t="0" r="0" b="0"/>
              <a:pathLst>
                <a:path w="1027652" h="381781">
                  <a:moveTo>
                    <a:pt x="4994" y="316570"/>
                  </a:moveTo>
                  <a:lnTo>
                    <a:pt x="55701" y="344013"/>
                  </a:lnTo>
                  <a:lnTo>
                    <a:pt x="29902" y="292476"/>
                  </a:lnTo>
                  <a:close/>
                  <a:moveTo>
                    <a:pt x="11409" y="251949"/>
                  </a:moveTo>
                  <a:lnTo>
                    <a:pt x="0" y="247821"/>
                  </a:lnTo>
                  <a:lnTo>
                    <a:pt x="29902" y="292476"/>
                  </a:lnTo>
                  <a:close/>
                  <a:moveTo>
                    <a:pt x="5263" y="240939"/>
                  </a:moveTo>
                  <a:lnTo>
                    <a:pt x="0" y="247821"/>
                  </a:lnTo>
                  <a:lnTo>
                    <a:pt x="11409" y="251949"/>
                  </a:lnTo>
                  <a:close/>
                  <a:moveTo>
                    <a:pt x="100042" y="319919"/>
                  </a:moveTo>
                  <a:lnTo>
                    <a:pt x="92854" y="381781"/>
                  </a:lnTo>
                  <a:lnTo>
                    <a:pt x="120176" y="349035"/>
                  </a:lnTo>
                  <a:close/>
                  <a:moveTo>
                    <a:pt x="29902" y="292476"/>
                  </a:moveTo>
                  <a:lnTo>
                    <a:pt x="55701" y="344013"/>
                  </a:lnTo>
                  <a:lnTo>
                    <a:pt x="100042" y="319919"/>
                  </a:lnTo>
                  <a:close/>
                  <a:moveTo>
                    <a:pt x="14922" y="235689"/>
                  </a:moveTo>
                  <a:lnTo>
                    <a:pt x="11409" y="251949"/>
                  </a:lnTo>
                  <a:lnTo>
                    <a:pt x="47332" y="216846"/>
                  </a:lnTo>
                  <a:close/>
                  <a:moveTo>
                    <a:pt x="47332" y="216846"/>
                  </a:moveTo>
                  <a:lnTo>
                    <a:pt x="11409" y="251949"/>
                  </a:lnTo>
                  <a:lnTo>
                    <a:pt x="29902" y="292476"/>
                  </a:lnTo>
                  <a:close/>
                  <a:moveTo>
                    <a:pt x="47332" y="216846"/>
                  </a:moveTo>
                  <a:lnTo>
                    <a:pt x="29902" y="292476"/>
                  </a:lnTo>
                  <a:lnTo>
                    <a:pt x="79678" y="268382"/>
                  </a:lnTo>
                  <a:close/>
                  <a:moveTo>
                    <a:pt x="5263" y="240939"/>
                  </a:moveTo>
                  <a:lnTo>
                    <a:pt x="11409" y="251949"/>
                  </a:lnTo>
                  <a:lnTo>
                    <a:pt x="14922" y="235689"/>
                  </a:lnTo>
                  <a:close/>
                  <a:moveTo>
                    <a:pt x="47332" y="216846"/>
                  </a:moveTo>
                  <a:lnTo>
                    <a:pt x="79678" y="268382"/>
                  </a:lnTo>
                  <a:lnTo>
                    <a:pt x="122234" y="244288"/>
                  </a:lnTo>
                  <a:close/>
                  <a:moveTo>
                    <a:pt x="219659" y="57703"/>
                  </a:moveTo>
                  <a:lnTo>
                    <a:pt x="192089" y="65585"/>
                  </a:lnTo>
                  <a:lnTo>
                    <a:pt x="245083" y="61988"/>
                  </a:lnTo>
                  <a:close/>
                  <a:moveTo>
                    <a:pt x="205895" y="50371"/>
                  </a:moveTo>
                  <a:lnTo>
                    <a:pt x="192089" y="65585"/>
                  </a:lnTo>
                  <a:lnTo>
                    <a:pt x="219659" y="57703"/>
                  </a:lnTo>
                  <a:close/>
                  <a:moveTo>
                    <a:pt x="219659" y="57703"/>
                  </a:moveTo>
                  <a:lnTo>
                    <a:pt x="245083" y="61988"/>
                  </a:lnTo>
                  <a:lnTo>
                    <a:pt x="288920" y="51212"/>
                  </a:lnTo>
                  <a:close/>
                  <a:moveTo>
                    <a:pt x="512026" y="223543"/>
                  </a:moveTo>
                  <a:lnTo>
                    <a:pt x="511007" y="223742"/>
                  </a:lnTo>
                  <a:lnTo>
                    <a:pt x="511203" y="286326"/>
                  </a:lnTo>
                  <a:close/>
                  <a:moveTo>
                    <a:pt x="455049" y="188085"/>
                  </a:moveTo>
                  <a:lnTo>
                    <a:pt x="426751" y="172007"/>
                  </a:lnTo>
                  <a:lnTo>
                    <a:pt x="457220" y="229488"/>
                  </a:lnTo>
                  <a:close/>
                  <a:moveTo>
                    <a:pt x="457220" y="229488"/>
                  </a:moveTo>
                  <a:lnTo>
                    <a:pt x="511007" y="223742"/>
                  </a:lnTo>
                  <a:lnTo>
                    <a:pt x="455049" y="188085"/>
                  </a:lnTo>
                  <a:close/>
                  <a:moveTo>
                    <a:pt x="511007" y="223742"/>
                  </a:moveTo>
                  <a:lnTo>
                    <a:pt x="511009" y="222634"/>
                  </a:lnTo>
                  <a:lnTo>
                    <a:pt x="455049" y="188085"/>
                  </a:lnTo>
                  <a:close/>
                  <a:moveTo>
                    <a:pt x="511007" y="223742"/>
                  </a:moveTo>
                  <a:lnTo>
                    <a:pt x="512026" y="223543"/>
                  </a:lnTo>
                  <a:lnTo>
                    <a:pt x="511009" y="222634"/>
                  </a:lnTo>
                  <a:close/>
                  <a:moveTo>
                    <a:pt x="426751" y="172007"/>
                  </a:moveTo>
                  <a:lnTo>
                    <a:pt x="428806" y="120470"/>
                  </a:lnTo>
                  <a:lnTo>
                    <a:pt x="401010" y="174460"/>
                  </a:lnTo>
                  <a:close/>
                  <a:moveTo>
                    <a:pt x="428806" y="120470"/>
                  </a:moveTo>
                  <a:lnTo>
                    <a:pt x="388778" y="121662"/>
                  </a:lnTo>
                  <a:lnTo>
                    <a:pt x="401010" y="174460"/>
                  </a:lnTo>
                  <a:close/>
                  <a:moveTo>
                    <a:pt x="338046" y="124924"/>
                  </a:moveTo>
                  <a:lnTo>
                    <a:pt x="388778" y="121662"/>
                  </a:lnTo>
                  <a:lnTo>
                    <a:pt x="367542" y="76183"/>
                  </a:lnTo>
                  <a:close/>
                  <a:moveTo>
                    <a:pt x="338046" y="124924"/>
                  </a:moveTo>
                  <a:lnTo>
                    <a:pt x="367542" y="76183"/>
                  </a:lnTo>
                  <a:lnTo>
                    <a:pt x="322010" y="75218"/>
                  </a:lnTo>
                  <a:close/>
                  <a:moveTo>
                    <a:pt x="428806" y="120470"/>
                  </a:moveTo>
                  <a:lnTo>
                    <a:pt x="436275" y="117895"/>
                  </a:lnTo>
                  <a:lnTo>
                    <a:pt x="388778" y="121662"/>
                  </a:lnTo>
                  <a:close/>
                  <a:moveTo>
                    <a:pt x="268994" y="80337"/>
                  </a:moveTo>
                  <a:lnTo>
                    <a:pt x="322010" y="75218"/>
                  </a:lnTo>
                  <a:lnTo>
                    <a:pt x="288920" y="51212"/>
                  </a:lnTo>
                  <a:close/>
                  <a:moveTo>
                    <a:pt x="322010" y="75218"/>
                  </a:moveTo>
                  <a:lnTo>
                    <a:pt x="337430" y="57906"/>
                  </a:lnTo>
                  <a:lnTo>
                    <a:pt x="288920" y="51212"/>
                  </a:lnTo>
                  <a:close/>
                  <a:moveTo>
                    <a:pt x="572208" y="276771"/>
                  </a:moveTo>
                  <a:lnTo>
                    <a:pt x="626524" y="326617"/>
                  </a:lnTo>
                  <a:lnTo>
                    <a:pt x="610075" y="250986"/>
                  </a:lnTo>
                  <a:close/>
                  <a:moveTo>
                    <a:pt x="610075" y="250986"/>
                  </a:moveTo>
                  <a:lnTo>
                    <a:pt x="626524" y="326617"/>
                  </a:lnTo>
                  <a:lnTo>
                    <a:pt x="660217" y="296247"/>
                  </a:lnTo>
                  <a:close/>
                  <a:moveTo>
                    <a:pt x="573193" y="199449"/>
                  </a:moveTo>
                  <a:lnTo>
                    <a:pt x="575070" y="272385"/>
                  </a:lnTo>
                  <a:lnTo>
                    <a:pt x="595938" y="230595"/>
                  </a:lnTo>
                  <a:close/>
                  <a:moveTo>
                    <a:pt x="569422" y="275080"/>
                  </a:moveTo>
                  <a:lnTo>
                    <a:pt x="575070" y="272385"/>
                  </a:lnTo>
                  <a:lnTo>
                    <a:pt x="573193" y="199449"/>
                  </a:lnTo>
                  <a:close/>
                  <a:moveTo>
                    <a:pt x="512026" y="223543"/>
                  </a:moveTo>
                  <a:lnTo>
                    <a:pt x="569422" y="275080"/>
                  </a:lnTo>
                  <a:lnTo>
                    <a:pt x="573193" y="199449"/>
                  </a:lnTo>
                  <a:close/>
                  <a:moveTo>
                    <a:pt x="575070" y="272385"/>
                  </a:moveTo>
                  <a:lnTo>
                    <a:pt x="610075" y="250986"/>
                  </a:lnTo>
                  <a:lnTo>
                    <a:pt x="595938" y="230595"/>
                  </a:lnTo>
                  <a:close/>
                  <a:moveTo>
                    <a:pt x="549675" y="147913"/>
                  </a:moveTo>
                  <a:lnTo>
                    <a:pt x="511009" y="222634"/>
                  </a:lnTo>
                  <a:lnTo>
                    <a:pt x="512026" y="223543"/>
                  </a:lnTo>
                  <a:close/>
                  <a:moveTo>
                    <a:pt x="426751" y="172007"/>
                  </a:moveTo>
                  <a:lnTo>
                    <a:pt x="455049" y="188085"/>
                  </a:lnTo>
                  <a:lnTo>
                    <a:pt x="454880" y="168648"/>
                  </a:lnTo>
                  <a:close/>
                  <a:moveTo>
                    <a:pt x="428806" y="120470"/>
                  </a:moveTo>
                  <a:lnTo>
                    <a:pt x="454880" y="168648"/>
                  </a:lnTo>
                  <a:lnTo>
                    <a:pt x="437538" y="120003"/>
                  </a:lnTo>
                  <a:close/>
                  <a:moveTo>
                    <a:pt x="428806" y="120470"/>
                  </a:moveTo>
                  <a:lnTo>
                    <a:pt x="426751" y="172007"/>
                  </a:lnTo>
                  <a:lnTo>
                    <a:pt x="454880" y="168648"/>
                  </a:lnTo>
                  <a:close/>
                  <a:moveTo>
                    <a:pt x="510823" y="161149"/>
                  </a:moveTo>
                  <a:lnTo>
                    <a:pt x="455049" y="188085"/>
                  </a:lnTo>
                  <a:lnTo>
                    <a:pt x="511009" y="222634"/>
                  </a:lnTo>
                  <a:close/>
                  <a:moveTo>
                    <a:pt x="510823" y="161149"/>
                  </a:moveTo>
                  <a:lnTo>
                    <a:pt x="454880" y="168648"/>
                  </a:lnTo>
                  <a:lnTo>
                    <a:pt x="455049" y="188085"/>
                  </a:lnTo>
                  <a:close/>
                  <a:moveTo>
                    <a:pt x="454880" y="168648"/>
                  </a:moveTo>
                  <a:lnTo>
                    <a:pt x="489683" y="115593"/>
                  </a:lnTo>
                  <a:lnTo>
                    <a:pt x="437538" y="120003"/>
                  </a:lnTo>
                  <a:close/>
                  <a:moveTo>
                    <a:pt x="436275" y="117895"/>
                  </a:moveTo>
                  <a:lnTo>
                    <a:pt x="428806" y="120470"/>
                  </a:lnTo>
                  <a:lnTo>
                    <a:pt x="437538" y="120003"/>
                  </a:lnTo>
                  <a:close/>
                  <a:moveTo>
                    <a:pt x="437538" y="120003"/>
                  </a:moveTo>
                  <a:lnTo>
                    <a:pt x="480206" y="107468"/>
                  </a:lnTo>
                  <a:lnTo>
                    <a:pt x="436275" y="117895"/>
                  </a:lnTo>
                  <a:close/>
                  <a:moveTo>
                    <a:pt x="671671" y="231832"/>
                  </a:moveTo>
                  <a:lnTo>
                    <a:pt x="660217" y="296247"/>
                  </a:lnTo>
                  <a:lnTo>
                    <a:pt x="685550" y="226892"/>
                  </a:lnTo>
                  <a:close/>
                  <a:moveTo>
                    <a:pt x="685550" y="226892"/>
                  </a:moveTo>
                  <a:lnTo>
                    <a:pt x="660217" y="296247"/>
                  </a:lnTo>
                  <a:lnTo>
                    <a:pt x="668871" y="302522"/>
                  </a:lnTo>
                  <a:close/>
                  <a:moveTo>
                    <a:pt x="685550" y="226892"/>
                  </a:moveTo>
                  <a:lnTo>
                    <a:pt x="668871" y="302522"/>
                  </a:lnTo>
                  <a:lnTo>
                    <a:pt x="728275" y="278428"/>
                  </a:lnTo>
                  <a:close/>
                  <a:moveTo>
                    <a:pt x="610075" y="250986"/>
                  </a:moveTo>
                  <a:lnTo>
                    <a:pt x="660217" y="296247"/>
                  </a:lnTo>
                  <a:lnTo>
                    <a:pt x="671671" y="231832"/>
                  </a:lnTo>
                  <a:close/>
                  <a:moveTo>
                    <a:pt x="595938" y="230595"/>
                  </a:moveTo>
                  <a:lnTo>
                    <a:pt x="610075" y="250986"/>
                  </a:lnTo>
                  <a:lnTo>
                    <a:pt x="658676" y="175355"/>
                  </a:lnTo>
                  <a:close/>
                  <a:moveTo>
                    <a:pt x="667349" y="188010"/>
                  </a:moveTo>
                  <a:lnTo>
                    <a:pt x="610075" y="250986"/>
                  </a:lnTo>
                  <a:lnTo>
                    <a:pt x="671671" y="231832"/>
                  </a:lnTo>
                  <a:close/>
                  <a:moveTo>
                    <a:pt x="743284" y="86109"/>
                  </a:moveTo>
                  <a:lnTo>
                    <a:pt x="795281" y="47176"/>
                  </a:lnTo>
                  <a:lnTo>
                    <a:pt x="786173" y="26480"/>
                  </a:lnTo>
                  <a:close/>
                  <a:moveTo>
                    <a:pt x="795281" y="47176"/>
                  </a:moveTo>
                  <a:lnTo>
                    <a:pt x="820744" y="75631"/>
                  </a:lnTo>
                  <a:lnTo>
                    <a:pt x="786173" y="26480"/>
                  </a:lnTo>
                  <a:close/>
                  <a:moveTo>
                    <a:pt x="806565" y="72645"/>
                  </a:moveTo>
                  <a:lnTo>
                    <a:pt x="855686" y="98344"/>
                  </a:lnTo>
                  <a:lnTo>
                    <a:pt x="820744" y="75631"/>
                  </a:lnTo>
                  <a:close/>
                  <a:moveTo>
                    <a:pt x="896633" y="76761"/>
                  </a:moveTo>
                  <a:lnTo>
                    <a:pt x="855686" y="98344"/>
                  </a:lnTo>
                  <a:lnTo>
                    <a:pt x="926841" y="54803"/>
                  </a:lnTo>
                  <a:close/>
                  <a:moveTo>
                    <a:pt x="939503" y="51537"/>
                  </a:moveTo>
                  <a:lnTo>
                    <a:pt x="958427" y="63130"/>
                  </a:lnTo>
                  <a:lnTo>
                    <a:pt x="926841" y="54803"/>
                  </a:lnTo>
                  <a:close/>
                  <a:moveTo>
                    <a:pt x="795281" y="47176"/>
                  </a:moveTo>
                  <a:lnTo>
                    <a:pt x="790173" y="75631"/>
                  </a:lnTo>
                  <a:lnTo>
                    <a:pt x="806565" y="72645"/>
                  </a:lnTo>
                  <a:close/>
                  <a:moveTo>
                    <a:pt x="806565" y="72645"/>
                  </a:moveTo>
                  <a:lnTo>
                    <a:pt x="820744" y="75631"/>
                  </a:lnTo>
                  <a:lnTo>
                    <a:pt x="795281" y="47176"/>
                  </a:lnTo>
                  <a:close/>
                  <a:moveTo>
                    <a:pt x="1009358" y="84466"/>
                  </a:moveTo>
                  <a:lnTo>
                    <a:pt x="980333" y="45321"/>
                  </a:lnTo>
                  <a:lnTo>
                    <a:pt x="959480" y="87035"/>
                  </a:lnTo>
                  <a:close/>
                  <a:moveTo>
                    <a:pt x="1009358" y="84466"/>
                  </a:moveTo>
                  <a:lnTo>
                    <a:pt x="1027652" y="44834"/>
                  </a:lnTo>
                  <a:lnTo>
                    <a:pt x="980333" y="45321"/>
                  </a:lnTo>
                  <a:close/>
                  <a:moveTo>
                    <a:pt x="928438" y="0"/>
                  </a:moveTo>
                  <a:lnTo>
                    <a:pt x="939503" y="51537"/>
                  </a:lnTo>
                  <a:lnTo>
                    <a:pt x="980333" y="45321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48" name="Output_density__4347">
              <a:extLst>
                <a:ext uri="{FF2B5EF4-FFF2-40B4-BE49-F238E27FC236}">
                  <a16:creationId xmlns:a16="http://schemas.microsoft.com/office/drawing/2014/main" id="{D5ADBCEF-EACE-2A37-85F7-7786BC193199}"/>
                </a:ext>
              </a:extLst>
            </p:cNvPr>
            <p:cNvSpPr>
              <a:spLocks noGrp="1"/>
            </p:cNvSpPr>
            <p:nvPr/>
          </p:nvSpPr>
          <p:spPr>
            <a:xfrm>
              <a:off x="15066540" y="3017219"/>
              <a:ext cx="933012" cy="405956"/>
            </a:xfrm>
            <a:custGeom>
              <a:avLst/>
              <a:gdLst/>
              <a:ahLst/>
              <a:cxnLst/>
              <a:rect l="0" t="0" r="0" b="0"/>
              <a:pathLst>
                <a:path w="933012" h="405956">
                  <a:moveTo>
                    <a:pt x="48115" y="278607"/>
                  </a:moveTo>
                  <a:lnTo>
                    <a:pt x="56638" y="310715"/>
                  </a:lnTo>
                  <a:lnTo>
                    <a:pt x="90056" y="300759"/>
                  </a:lnTo>
                  <a:close/>
                  <a:moveTo>
                    <a:pt x="48115" y="278607"/>
                  </a:moveTo>
                  <a:lnTo>
                    <a:pt x="44824" y="302701"/>
                  </a:lnTo>
                  <a:lnTo>
                    <a:pt x="56638" y="310715"/>
                  </a:lnTo>
                  <a:close/>
                  <a:moveTo>
                    <a:pt x="44824" y="302701"/>
                  </a:moveTo>
                  <a:lnTo>
                    <a:pt x="48115" y="278607"/>
                  </a:lnTo>
                  <a:lnTo>
                    <a:pt x="0" y="273630"/>
                  </a:lnTo>
                  <a:close/>
                  <a:moveTo>
                    <a:pt x="116246" y="263778"/>
                  </a:moveTo>
                  <a:lnTo>
                    <a:pt x="90056" y="300759"/>
                  </a:lnTo>
                  <a:lnTo>
                    <a:pt x="171619" y="296134"/>
                  </a:lnTo>
                  <a:close/>
                  <a:moveTo>
                    <a:pt x="61491" y="151440"/>
                  </a:moveTo>
                  <a:lnTo>
                    <a:pt x="42321" y="123998"/>
                  </a:lnTo>
                  <a:lnTo>
                    <a:pt x="54511" y="99904"/>
                  </a:lnTo>
                  <a:close/>
                  <a:moveTo>
                    <a:pt x="54511" y="99904"/>
                  </a:moveTo>
                  <a:lnTo>
                    <a:pt x="74435" y="75810"/>
                  </a:lnTo>
                  <a:lnTo>
                    <a:pt x="61491" y="151440"/>
                  </a:lnTo>
                  <a:close/>
                  <a:moveTo>
                    <a:pt x="257848" y="174054"/>
                  </a:moveTo>
                  <a:lnTo>
                    <a:pt x="281388" y="222286"/>
                  </a:lnTo>
                  <a:lnTo>
                    <a:pt x="302263" y="165437"/>
                  </a:lnTo>
                  <a:close/>
                  <a:moveTo>
                    <a:pt x="302263" y="165437"/>
                  </a:moveTo>
                  <a:lnTo>
                    <a:pt x="281388" y="222286"/>
                  </a:lnTo>
                  <a:lnTo>
                    <a:pt x="351726" y="175692"/>
                  </a:lnTo>
                  <a:close/>
                  <a:moveTo>
                    <a:pt x="144590" y="60176"/>
                  </a:moveTo>
                  <a:lnTo>
                    <a:pt x="166376" y="75810"/>
                  </a:lnTo>
                  <a:lnTo>
                    <a:pt x="169054" y="59321"/>
                  </a:lnTo>
                  <a:close/>
                  <a:moveTo>
                    <a:pt x="99892" y="67734"/>
                  </a:moveTo>
                  <a:lnTo>
                    <a:pt x="144590" y="60176"/>
                  </a:lnTo>
                  <a:lnTo>
                    <a:pt x="128320" y="54455"/>
                  </a:lnTo>
                  <a:close/>
                  <a:moveTo>
                    <a:pt x="759996" y="364284"/>
                  </a:moveTo>
                  <a:lnTo>
                    <a:pt x="827284" y="405956"/>
                  </a:lnTo>
                  <a:lnTo>
                    <a:pt x="792403" y="370552"/>
                  </a:lnTo>
                  <a:close/>
                  <a:moveTo>
                    <a:pt x="653568" y="200825"/>
                  </a:moveTo>
                  <a:lnTo>
                    <a:pt x="623094" y="221786"/>
                  </a:lnTo>
                  <a:lnTo>
                    <a:pt x="709899" y="236760"/>
                  </a:lnTo>
                  <a:close/>
                  <a:moveTo>
                    <a:pt x="923433" y="114799"/>
                  </a:moveTo>
                  <a:lnTo>
                    <a:pt x="922376" y="178401"/>
                  </a:lnTo>
                  <a:lnTo>
                    <a:pt x="929111" y="188929"/>
                  </a:lnTo>
                  <a:close/>
                  <a:moveTo>
                    <a:pt x="933012" y="137392"/>
                  </a:moveTo>
                  <a:lnTo>
                    <a:pt x="923005" y="104798"/>
                  </a:lnTo>
                  <a:lnTo>
                    <a:pt x="923433" y="114799"/>
                  </a:lnTo>
                  <a:close/>
                  <a:moveTo>
                    <a:pt x="928838" y="61762"/>
                  </a:moveTo>
                  <a:lnTo>
                    <a:pt x="923005" y="104798"/>
                  </a:lnTo>
                  <a:lnTo>
                    <a:pt x="933012" y="137392"/>
                  </a:lnTo>
                  <a:close/>
                  <a:moveTo>
                    <a:pt x="919832" y="54983"/>
                  </a:moveTo>
                  <a:lnTo>
                    <a:pt x="923005" y="104798"/>
                  </a:lnTo>
                  <a:lnTo>
                    <a:pt x="928838" y="61762"/>
                  </a:lnTo>
                  <a:close/>
                  <a:moveTo>
                    <a:pt x="910288" y="0"/>
                  </a:moveTo>
                  <a:lnTo>
                    <a:pt x="919832" y="54983"/>
                  </a:lnTo>
                  <a:lnTo>
                    <a:pt x="928838" y="61762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49" name="Output_density__4348">
              <a:extLst>
                <a:ext uri="{FF2B5EF4-FFF2-40B4-BE49-F238E27FC236}">
                  <a16:creationId xmlns:a16="http://schemas.microsoft.com/office/drawing/2014/main" id="{C21AF930-3F49-00ED-1C82-5D44C5B6A2F2}"/>
                </a:ext>
              </a:extLst>
            </p:cNvPr>
            <p:cNvSpPr>
              <a:spLocks noGrp="1"/>
            </p:cNvSpPr>
            <p:nvPr/>
          </p:nvSpPr>
          <p:spPr>
            <a:xfrm>
              <a:off x="15123179" y="3191273"/>
              <a:ext cx="872472" cy="231902"/>
            </a:xfrm>
            <a:custGeom>
              <a:avLst/>
              <a:gdLst/>
              <a:ahLst/>
              <a:cxnLst/>
              <a:rect l="0" t="0" r="0" b="0"/>
              <a:pathLst>
                <a:path w="872472" h="231902">
                  <a:moveTo>
                    <a:pt x="33418" y="126705"/>
                  </a:moveTo>
                  <a:lnTo>
                    <a:pt x="0" y="136661"/>
                  </a:lnTo>
                  <a:lnTo>
                    <a:pt x="82611" y="135955"/>
                  </a:lnTo>
                  <a:close/>
                  <a:moveTo>
                    <a:pt x="33418" y="126705"/>
                  </a:moveTo>
                  <a:lnTo>
                    <a:pt x="82611" y="135955"/>
                  </a:lnTo>
                  <a:lnTo>
                    <a:pt x="114981" y="122080"/>
                  </a:lnTo>
                  <a:close/>
                  <a:moveTo>
                    <a:pt x="114981" y="122080"/>
                  </a:moveTo>
                  <a:lnTo>
                    <a:pt x="159947" y="115524"/>
                  </a:lnTo>
                  <a:lnTo>
                    <a:pt x="187038" y="81912"/>
                  </a:lnTo>
                  <a:close/>
                  <a:moveTo>
                    <a:pt x="197900" y="41980"/>
                  </a:moveTo>
                  <a:lnTo>
                    <a:pt x="187038" y="81912"/>
                  </a:lnTo>
                  <a:lnTo>
                    <a:pt x="218602" y="56365"/>
                  </a:lnTo>
                  <a:close/>
                  <a:moveTo>
                    <a:pt x="197900" y="41980"/>
                  </a:moveTo>
                  <a:lnTo>
                    <a:pt x="218602" y="56365"/>
                  </a:lnTo>
                  <a:lnTo>
                    <a:pt x="201210" y="0"/>
                  </a:lnTo>
                  <a:close/>
                  <a:moveTo>
                    <a:pt x="201210" y="0"/>
                  </a:moveTo>
                  <a:lnTo>
                    <a:pt x="218602" y="56365"/>
                  </a:lnTo>
                  <a:lnTo>
                    <a:pt x="224749" y="48232"/>
                  </a:lnTo>
                  <a:close/>
                  <a:moveTo>
                    <a:pt x="735765" y="196498"/>
                  </a:moveTo>
                  <a:lnTo>
                    <a:pt x="770646" y="231902"/>
                  </a:lnTo>
                  <a:lnTo>
                    <a:pt x="781691" y="193533"/>
                  </a:lnTo>
                  <a:close/>
                  <a:moveTo>
                    <a:pt x="735765" y="196498"/>
                  </a:moveTo>
                  <a:lnTo>
                    <a:pt x="781691" y="193533"/>
                  </a:lnTo>
                  <a:lnTo>
                    <a:pt x="805669" y="148281"/>
                  </a:lnTo>
                  <a:close/>
                  <a:moveTo>
                    <a:pt x="799535" y="166136"/>
                  </a:moveTo>
                  <a:lnTo>
                    <a:pt x="805669" y="148281"/>
                  </a:lnTo>
                  <a:lnTo>
                    <a:pt x="781691" y="193533"/>
                  </a:lnTo>
                  <a:close/>
                  <a:moveTo>
                    <a:pt x="653261" y="62706"/>
                  </a:moveTo>
                  <a:lnTo>
                    <a:pt x="654665" y="61999"/>
                  </a:lnTo>
                  <a:lnTo>
                    <a:pt x="596930" y="26771"/>
                  </a:lnTo>
                  <a:close/>
                  <a:moveTo>
                    <a:pt x="865738" y="4347"/>
                  </a:moveTo>
                  <a:lnTo>
                    <a:pt x="847858" y="66412"/>
                  </a:lnTo>
                  <a:lnTo>
                    <a:pt x="860771" y="44720"/>
                  </a:lnTo>
                  <a:close/>
                  <a:moveTo>
                    <a:pt x="837521" y="52047"/>
                  </a:moveTo>
                  <a:lnTo>
                    <a:pt x="847858" y="66412"/>
                  </a:lnTo>
                  <a:lnTo>
                    <a:pt x="865738" y="4347"/>
                  </a:lnTo>
                  <a:close/>
                  <a:moveTo>
                    <a:pt x="865738" y="4347"/>
                  </a:moveTo>
                  <a:lnTo>
                    <a:pt x="860771" y="44720"/>
                  </a:lnTo>
                  <a:lnTo>
                    <a:pt x="872472" y="14875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50" name="Output_density__4349">
              <a:extLst>
                <a:ext uri="{FF2B5EF4-FFF2-40B4-BE49-F238E27FC236}">
                  <a16:creationId xmlns:a16="http://schemas.microsoft.com/office/drawing/2014/main" id="{B64C9F40-7C59-5018-4B89-26883332F908}"/>
                </a:ext>
              </a:extLst>
            </p:cNvPr>
            <p:cNvSpPr>
              <a:spLocks noGrp="1"/>
            </p:cNvSpPr>
            <p:nvPr/>
          </p:nvSpPr>
          <p:spPr>
            <a:xfrm>
              <a:off x="14972977" y="2899315"/>
              <a:ext cx="1013396" cy="355300"/>
            </a:xfrm>
            <a:custGeom>
              <a:avLst/>
              <a:gdLst/>
              <a:ahLst/>
              <a:cxnLst/>
              <a:rect l="0" t="0" r="0" b="0"/>
              <a:pathLst>
                <a:path w="1013396" h="355300">
                  <a:moveTo>
                    <a:pt x="79226" y="344975"/>
                  </a:moveTo>
                  <a:lnTo>
                    <a:pt x="64475" y="322555"/>
                  </a:lnTo>
                  <a:lnTo>
                    <a:pt x="37153" y="355300"/>
                  </a:lnTo>
                  <a:close/>
                  <a:moveTo>
                    <a:pt x="44341" y="293438"/>
                  </a:moveTo>
                  <a:lnTo>
                    <a:pt x="0" y="317532"/>
                  </a:lnTo>
                  <a:lnTo>
                    <a:pt x="37153" y="355300"/>
                  </a:lnTo>
                  <a:close/>
                  <a:moveTo>
                    <a:pt x="175038" y="273186"/>
                  </a:moveTo>
                  <a:lnTo>
                    <a:pt x="184944" y="288715"/>
                  </a:lnTo>
                  <a:lnTo>
                    <a:pt x="233337" y="294970"/>
                  </a:lnTo>
                  <a:close/>
                  <a:moveTo>
                    <a:pt x="184944" y="288715"/>
                  </a:moveTo>
                  <a:lnTo>
                    <a:pt x="175038" y="273186"/>
                  </a:lnTo>
                  <a:lnTo>
                    <a:pt x="155055" y="269344"/>
                  </a:lnTo>
                  <a:close/>
                  <a:moveTo>
                    <a:pt x="399813" y="267138"/>
                  </a:moveTo>
                  <a:lnTo>
                    <a:pt x="455502" y="259846"/>
                  </a:lnTo>
                  <a:lnTo>
                    <a:pt x="455306" y="197262"/>
                  </a:lnTo>
                  <a:close/>
                  <a:moveTo>
                    <a:pt x="399813" y="267138"/>
                  </a:moveTo>
                  <a:lnTo>
                    <a:pt x="455306" y="197262"/>
                  </a:lnTo>
                  <a:lnTo>
                    <a:pt x="401519" y="203007"/>
                  </a:lnTo>
                  <a:close/>
                  <a:moveTo>
                    <a:pt x="445290" y="293596"/>
                  </a:moveTo>
                  <a:lnTo>
                    <a:pt x="513721" y="248599"/>
                  </a:lnTo>
                  <a:lnTo>
                    <a:pt x="455502" y="259846"/>
                  </a:lnTo>
                  <a:close/>
                  <a:moveTo>
                    <a:pt x="516507" y="250291"/>
                  </a:moveTo>
                  <a:lnTo>
                    <a:pt x="513721" y="248599"/>
                  </a:lnTo>
                  <a:lnTo>
                    <a:pt x="445290" y="293596"/>
                  </a:lnTo>
                  <a:close/>
                  <a:moveTo>
                    <a:pt x="513721" y="248599"/>
                  </a:moveTo>
                  <a:lnTo>
                    <a:pt x="456325" y="197063"/>
                  </a:lnTo>
                  <a:lnTo>
                    <a:pt x="455502" y="259846"/>
                  </a:lnTo>
                  <a:close/>
                  <a:moveTo>
                    <a:pt x="333077" y="95182"/>
                  </a:moveTo>
                  <a:lnTo>
                    <a:pt x="380574" y="91414"/>
                  </a:lnTo>
                  <a:lnTo>
                    <a:pt x="349984" y="56676"/>
                  </a:lnTo>
                  <a:close/>
                  <a:moveTo>
                    <a:pt x="333077" y="95182"/>
                  </a:moveTo>
                  <a:lnTo>
                    <a:pt x="349984" y="56676"/>
                  </a:lnTo>
                  <a:lnTo>
                    <a:pt x="311842" y="49703"/>
                  </a:lnTo>
                  <a:close/>
                  <a:moveTo>
                    <a:pt x="266309" y="48738"/>
                  </a:moveTo>
                  <a:lnTo>
                    <a:pt x="311842" y="49703"/>
                  </a:lnTo>
                  <a:lnTo>
                    <a:pt x="281729" y="31425"/>
                  </a:lnTo>
                  <a:close/>
                  <a:moveTo>
                    <a:pt x="570823" y="300136"/>
                  </a:moveTo>
                  <a:lnTo>
                    <a:pt x="578691" y="308108"/>
                  </a:lnTo>
                  <a:lnTo>
                    <a:pt x="590218" y="289031"/>
                  </a:lnTo>
                  <a:close/>
                  <a:moveTo>
                    <a:pt x="519369" y="245904"/>
                  </a:moveTo>
                  <a:lnTo>
                    <a:pt x="516507" y="250291"/>
                  </a:lnTo>
                  <a:lnTo>
                    <a:pt x="554374" y="224505"/>
                  </a:lnTo>
                  <a:close/>
                  <a:moveTo>
                    <a:pt x="604517" y="269766"/>
                  </a:moveTo>
                  <a:lnTo>
                    <a:pt x="570823" y="300136"/>
                  </a:lnTo>
                  <a:lnTo>
                    <a:pt x="590218" y="289031"/>
                  </a:lnTo>
                  <a:close/>
                  <a:moveTo>
                    <a:pt x="578691" y="308108"/>
                  </a:moveTo>
                  <a:lnTo>
                    <a:pt x="613170" y="276042"/>
                  </a:lnTo>
                  <a:lnTo>
                    <a:pt x="590218" y="289031"/>
                  </a:lnTo>
                  <a:close/>
                  <a:moveTo>
                    <a:pt x="662475" y="311786"/>
                  </a:moveTo>
                  <a:lnTo>
                    <a:pt x="613170" y="276042"/>
                  </a:lnTo>
                  <a:lnTo>
                    <a:pt x="578691" y="308108"/>
                  </a:lnTo>
                  <a:close/>
                  <a:moveTo>
                    <a:pt x="590218" y="289031"/>
                  </a:moveTo>
                  <a:lnTo>
                    <a:pt x="613170" y="276042"/>
                  </a:lnTo>
                  <a:lnTo>
                    <a:pt x="604517" y="269766"/>
                  </a:lnTo>
                  <a:close/>
                  <a:moveTo>
                    <a:pt x="513721" y="248599"/>
                  </a:moveTo>
                  <a:lnTo>
                    <a:pt x="516507" y="250291"/>
                  </a:lnTo>
                  <a:lnTo>
                    <a:pt x="519369" y="245904"/>
                  </a:lnTo>
                  <a:close/>
                  <a:moveTo>
                    <a:pt x="730991" y="303485"/>
                  </a:moveTo>
                  <a:lnTo>
                    <a:pt x="686173" y="265492"/>
                  </a:lnTo>
                  <a:lnTo>
                    <a:pt x="662475" y="311786"/>
                  </a:lnTo>
                  <a:close/>
                  <a:moveTo>
                    <a:pt x="672575" y="251948"/>
                  </a:moveTo>
                  <a:lnTo>
                    <a:pt x="662475" y="311786"/>
                  </a:lnTo>
                  <a:lnTo>
                    <a:pt x="686173" y="265492"/>
                  </a:lnTo>
                  <a:close/>
                  <a:moveTo>
                    <a:pt x="672575" y="251948"/>
                  </a:moveTo>
                  <a:lnTo>
                    <a:pt x="613170" y="276042"/>
                  </a:lnTo>
                  <a:lnTo>
                    <a:pt x="662475" y="311786"/>
                  </a:lnTo>
                  <a:close/>
                  <a:moveTo>
                    <a:pt x="730991" y="303485"/>
                  </a:moveTo>
                  <a:lnTo>
                    <a:pt x="747132" y="318729"/>
                  </a:lnTo>
                  <a:lnTo>
                    <a:pt x="753682" y="294845"/>
                  </a:lnTo>
                  <a:close/>
                  <a:moveTo>
                    <a:pt x="791433" y="279391"/>
                  </a:moveTo>
                  <a:lnTo>
                    <a:pt x="804867" y="353957"/>
                  </a:lnTo>
                  <a:lnTo>
                    <a:pt x="828311" y="330927"/>
                  </a:lnTo>
                  <a:close/>
                  <a:moveTo>
                    <a:pt x="791433" y="279391"/>
                  </a:moveTo>
                  <a:lnTo>
                    <a:pt x="753682" y="294845"/>
                  </a:lnTo>
                  <a:lnTo>
                    <a:pt x="747132" y="318729"/>
                  </a:lnTo>
                  <a:close/>
                  <a:moveTo>
                    <a:pt x="730472" y="0"/>
                  </a:moveTo>
                  <a:lnTo>
                    <a:pt x="765043" y="49150"/>
                  </a:lnTo>
                  <a:lnTo>
                    <a:pt x="784704" y="56636"/>
                  </a:lnTo>
                  <a:close/>
                  <a:moveTo>
                    <a:pt x="799985" y="71863"/>
                  </a:moveTo>
                  <a:lnTo>
                    <a:pt x="784704" y="56636"/>
                  </a:lnTo>
                  <a:lnTo>
                    <a:pt x="765043" y="49150"/>
                  </a:lnTo>
                  <a:close/>
                  <a:moveTo>
                    <a:pt x="972520" y="168137"/>
                  </a:moveTo>
                  <a:lnTo>
                    <a:pt x="974465" y="229299"/>
                  </a:lnTo>
                  <a:lnTo>
                    <a:pt x="1013396" y="172888"/>
                  </a:lnTo>
                  <a:close/>
                  <a:moveTo>
                    <a:pt x="965800" y="110857"/>
                  </a:moveTo>
                  <a:lnTo>
                    <a:pt x="997426" y="60385"/>
                  </a:lnTo>
                  <a:lnTo>
                    <a:pt x="953658" y="57986"/>
                  </a:lnTo>
                  <a:close/>
                  <a:moveTo>
                    <a:pt x="953658" y="57986"/>
                  </a:moveTo>
                  <a:lnTo>
                    <a:pt x="997426" y="60385"/>
                  </a:lnTo>
                  <a:lnTo>
                    <a:pt x="971951" y="18353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51" name="Output_density__4350">
              <a:extLst>
                <a:ext uri="{FF2B5EF4-FFF2-40B4-BE49-F238E27FC236}">
                  <a16:creationId xmlns:a16="http://schemas.microsoft.com/office/drawing/2014/main" id="{5875F515-1EA2-8E2C-19D5-8316FCE31FEC}"/>
                </a:ext>
              </a:extLst>
            </p:cNvPr>
            <p:cNvSpPr>
              <a:spLocks noGrp="1"/>
            </p:cNvSpPr>
            <p:nvPr/>
          </p:nvSpPr>
          <p:spPr>
            <a:xfrm>
              <a:off x="14910760" y="2859633"/>
              <a:ext cx="986848" cy="333120"/>
            </a:xfrm>
            <a:custGeom>
              <a:avLst/>
              <a:gdLst/>
              <a:ahLst/>
              <a:cxnLst/>
              <a:rect l="0" t="0" r="0" b="0"/>
              <a:pathLst>
                <a:path w="986848" h="333120">
                  <a:moveTo>
                    <a:pt x="36417" y="305677"/>
                  </a:moveTo>
                  <a:lnTo>
                    <a:pt x="106557" y="333120"/>
                  </a:lnTo>
                  <a:lnTo>
                    <a:pt x="86193" y="281584"/>
                  </a:lnTo>
                  <a:close/>
                  <a:moveTo>
                    <a:pt x="27815" y="178510"/>
                  </a:moveTo>
                  <a:lnTo>
                    <a:pt x="21438" y="248891"/>
                  </a:lnTo>
                  <a:lnTo>
                    <a:pt x="33991" y="190321"/>
                  </a:lnTo>
                  <a:close/>
                  <a:moveTo>
                    <a:pt x="11779" y="254141"/>
                  </a:moveTo>
                  <a:lnTo>
                    <a:pt x="21438" y="248891"/>
                  </a:lnTo>
                  <a:lnTo>
                    <a:pt x="27815" y="178510"/>
                  </a:lnTo>
                  <a:close/>
                  <a:moveTo>
                    <a:pt x="0" y="202604"/>
                  </a:moveTo>
                  <a:lnTo>
                    <a:pt x="11779" y="254141"/>
                  </a:lnTo>
                  <a:lnTo>
                    <a:pt x="27815" y="178510"/>
                  </a:lnTo>
                  <a:close/>
                  <a:moveTo>
                    <a:pt x="21438" y="248891"/>
                  </a:moveTo>
                  <a:lnTo>
                    <a:pt x="53848" y="230047"/>
                  </a:lnTo>
                  <a:lnTo>
                    <a:pt x="33991" y="190321"/>
                  </a:lnTo>
                  <a:close/>
                  <a:moveTo>
                    <a:pt x="28697" y="170531"/>
                  </a:moveTo>
                  <a:lnTo>
                    <a:pt x="0" y="202604"/>
                  </a:lnTo>
                  <a:lnTo>
                    <a:pt x="27815" y="178510"/>
                  </a:lnTo>
                  <a:close/>
                  <a:moveTo>
                    <a:pt x="34326" y="175669"/>
                  </a:moveTo>
                  <a:lnTo>
                    <a:pt x="33991" y="190321"/>
                  </a:lnTo>
                  <a:lnTo>
                    <a:pt x="79602" y="154416"/>
                  </a:lnTo>
                  <a:close/>
                  <a:moveTo>
                    <a:pt x="79602" y="154416"/>
                  </a:moveTo>
                  <a:lnTo>
                    <a:pt x="33991" y="190321"/>
                  </a:lnTo>
                  <a:lnTo>
                    <a:pt x="53848" y="230047"/>
                  </a:lnTo>
                  <a:close/>
                  <a:moveTo>
                    <a:pt x="79602" y="154416"/>
                  </a:moveTo>
                  <a:lnTo>
                    <a:pt x="53848" y="230047"/>
                  </a:lnTo>
                  <a:lnTo>
                    <a:pt x="95625" y="205953"/>
                  </a:lnTo>
                  <a:close/>
                  <a:moveTo>
                    <a:pt x="27815" y="178510"/>
                  </a:moveTo>
                  <a:lnTo>
                    <a:pt x="33991" y="190321"/>
                  </a:lnTo>
                  <a:lnTo>
                    <a:pt x="34326" y="175669"/>
                  </a:lnTo>
                  <a:close/>
                  <a:moveTo>
                    <a:pt x="28697" y="170531"/>
                  </a:moveTo>
                  <a:lnTo>
                    <a:pt x="27815" y="178510"/>
                  </a:lnTo>
                  <a:lnTo>
                    <a:pt x="34326" y="175669"/>
                  </a:lnTo>
                  <a:close/>
                  <a:moveTo>
                    <a:pt x="89025" y="106439"/>
                  </a:moveTo>
                  <a:lnTo>
                    <a:pt x="35042" y="126974"/>
                  </a:lnTo>
                  <a:lnTo>
                    <a:pt x="95097" y="109212"/>
                  </a:lnTo>
                  <a:close/>
                  <a:moveTo>
                    <a:pt x="35042" y="126974"/>
                  </a:moveTo>
                  <a:lnTo>
                    <a:pt x="28697" y="170531"/>
                  </a:lnTo>
                  <a:lnTo>
                    <a:pt x="95097" y="109212"/>
                  </a:lnTo>
                  <a:close/>
                  <a:moveTo>
                    <a:pt x="95097" y="109212"/>
                  </a:moveTo>
                  <a:lnTo>
                    <a:pt x="28697" y="170531"/>
                  </a:lnTo>
                  <a:lnTo>
                    <a:pt x="79602" y="154416"/>
                  </a:lnTo>
                  <a:close/>
                  <a:moveTo>
                    <a:pt x="79602" y="154416"/>
                  </a:moveTo>
                  <a:lnTo>
                    <a:pt x="28697" y="170531"/>
                  </a:lnTo>
                  <a:lnTo>
                    <a:pt x="34326" y="175669"/>
                  </a:lnTo>
                  <a:close/>
                  <a:moveTo>
                    <a:pt x="89025" y="106439"/>
                  </a:moveTo>
                  <a:lnTo>
                    <a:pt x="95097" y="109212"/>
                  </a:lnTo>
                  <a:lnTo>
                    <a:pt x="102556" y="102880"/>
                  </a:lnTo>
                  <a:close/>
                  <a:moveTo>
                    <a:pt x="95097" y="109212"/>
                  </a:moveTo>
                  <a:lnTo>
                    <a:pt x="79602" y="154416"/>
                  </a:lnTo>
                  <a:lnTo>
                    <a:pt x="127217" y="138133"/>
                  </a:lnTo>
                  <a:close/>
                  <a:moveTo>
                    <a:pt x="157795" y="88513"/>
                  </a:moveTo>
                  <a:lnTo>
                    <a:pt x="102556" y="102880"/>
                  </a:lnTo>
                  <a:lnTo>
                    <a:pt x="173371" y="92287"/>
                  </a:lnTo>
                  <a:close/>
                  <a:moveTo>
                    <a:pt x="102556" y="102880"/>
                  </a:moveTo>
                  <a:lnTo>
                    <a:pt x="95097" y="109212"/>
                  </a:lnTo>
                  <a:lnTo>
                    <a:pt x="173371" y="92287"/>
                  </a:lnTo>
                  <a:close/>
                  <a:moveTo>
                    <a:pt x="173371" y="92287"/>
                  </a:moveTo>
                  <a:lnTo>
                    <a:pt x="95097" y="109212"/>
                  </a:lnTo>
                  <a:lnTo>
                    <a:pt x="151041" y="130323"/>
                  </a:lnTo>
                  <a:close/>
                  <a:moveTo>
                    <a:pt x="151041" y="130323"/>
                  </a:moveTo>
                  <a:lnTo>
                    <a:pt x="95097" y="109212"/>
                  </a:lnTo>
                  <a:lnTo>
                    <a:pt x="127217" y="138133"/>
                  </a:lnTo>
                  <a:close/>
                  <a:moveTo>
                    <a:pt x="157795" y="88513"/>
                  </a:moveTo>
                  <a:lnTo>
                    <a:pt x="173371" y="92287"/>
                  </a:lnTo>
                  <a:lnTo>
                    <a:pt x="198604" y="78786"/>
                  </a:lnTo>
                  <a:close/>
                  <a:moveTo>
                    <a:pt x="198604" y="78786"/>
                  </a:moveTo>
                  <a:lnTo>
                    <a:pt x="173371" y="92287"/>
                  </a:lnTo>
                  <a:lnTo>
                    <a:pt x="251598" y="75189"/>
                  </a:lnTo>
                  <a:close/>
                  <a:moveTo>
                    <a:pt x="251598" y="75189"/>
                  </a:moveTo>
                  <a:lnTo>
                    <a:pt x="173371" y="92287"/>
                  </a:lnTo>
                  <a:lnTo>
                    <a:pt x="228723" y="106228"/>
                  </a:lnTo>
                  <a:close/>
                  <a:moveTo>
                    <a:pt x="275510" y="93538"/>
                  </a:moveTo>
                  <a:lnTo>
                    <a:pt x="295435" y="64413"/>
                  </a:lnTo>
                  <a:lnTo>
                    <a:pt x="251598" y="75189"/>
                  </a:lnTo>
                  <a:close/>
                  <a:moveTo>
                    <a:pt x="517339" y="174350"/>
                  </a:moveTo>
                  <a:lnTo>
                    <a:pt x="517524" y="235835"/>
                  </a:lnTo>
                  <a:lnTo>
                    <a:pt x="556191" y="161114"/>
                  </a:lnTo>
                  <a:close/>
                  <a:moveTo>
                    <a:pt x="556191" y="161114"/>
                  </a:moveTo>
                  <a:lnTo>
                    <a:pt x="518541" y="236744"/>
                  </a:lnTo>
                  <a:lnTo>
                    <a:pt x="579708" y="212650"/>
                  </a:lnTo>
                  <a:close/>
                  <a:moveTo>
                    <a:pt x="461395" y="181849"/>
                  </a:moveTo>
                  <a:lnTo>
                    <a:pt x="517339" y="174350"/>
                  </a:lnTo>
                  <a:lnTo>
                    <a:pt x="496198" y="128794"/>
                  </a:lnTo>
                  <a:close/>
                  <a:moveTo>
                    <a:pt x="556191" y="161114"/>
                  </a:moveTo>
                  <a:lnTo>
                    <a:pt x="568306" y="116124"/>
                  </a:lnTo>
                  <a:lnTo>
                    <a:pt x="517339" y="174350"/>
                  </a:lnTo>
                  <a:close/>
                  <a:moveTo>
                    <a:pt x="517339" y="174350"/>
                  </a:moveTo>
                  <a:lnTo>
                    <a:pt x="568306" y="116124"/>
                  </a:lnTo>
                  <a:lnTo>
                    <a:pt x="564333" y="111384"/>
                  </a:lnTo>
                  <a:close/>
                  <a:moveTo>
                    <a:pt x="517339" y="174350"/>
                  </a:moveTo>
                  <a:lnTo>
                    <a:pt x="564333" y="111384"/>
                  </a:lnTo>
                  <a:lnTo>
                    <a:pt x="496198" y="128794"/>
                  </a:lnTo>
                  <a:close/>
                  <a:moveTo>
                    <a:pt x="604389" y="204304"/>
                  </a:moveTo>
                  <a:lnTo>
                    <a:pt x="602453" y="243796"/>
                  </a:lnTo>
                  <a:lnTo>
                    <a:pt x="665192" y="188557"/>
                  </a:lnTo>
                  <a:close/>
                  <a:moveTo>
                    <a:pt x="665192" y="188557"/>
                  </a:moveTo>
                  <a:lnTo>
                    <a:pt x="616590" y="264187"/>
                  </a:lnTo>
                  <a:lnTo>
                    <a:pt x="673864" y="201211"/>
                  </a:lnTo>
                  <a:close/>
                  <a:moveTo>
                    <a:pt x="678186" y="245033"/>
                  </a:moveTo>
                  <a:lnTo>
                    <a:pt x="692066" y="240093"/>
                  </a:lnTo>
                  <a:lnTo>
                    <a:pt x="673864" y="201211"/>
                  </a:lnTo>
                  <a:close/>
                  <a:moveTo>
                    <a:pt x="579708" y="212650"/>
                  </a:moveTo>
                  <a:lnTo>
                    <a:pt x="602453" y="243796"/>
                  </a:lnTo>
                  <a:lnTo>
                    <a:pt x="604389" y="204304"/>
                  </a:lnTo>
                  <a:close/>
                  <a:moveTo>
                    <a:pt x="556191" y="161114"/>
                  </a:moveTo>
                  <a:lnTo>
                    <a:pt x="604389" y="204304"/>
                  </a:lnTo>
                  <a:lnTo>
                    <a:pt x="594541" y="149568"/>
                  </a:lnTo>
                  <a:close/>
                  <a:moveTo>
                    <a:pt x="556191" y="161114"/>
                  </a:moveTo>
                  <a:lnTo>
                    <a:pt x="579708" y="212650"/>
                  </a:lnTo>
                  <a:lnTo>
                    <a:pt x="604389" y="204304"/>
                  </a:lnTo>
                  <a:close/>
                  <a:moveTo>
                    <a:pt x="665192" y="188557"/>
                  </a:moveTo>
                  <a:lnTo>
                    <a:pt x="646915" y="137020"/>
                  </a:lnTo>
                  <a:lnTo>
                    <a:pt x="604389" y="204304"/>
                  </a:lnTo>
                  <a:close/>
                  <a:moveTo>
                    <a:pt x="646915" y="137020"/>
                  </a:moveTo>
                  <a:lnTo>
                    <a:pt x="594541" y="149568"/>
                  </a:lnTo>
                  <a:lnTo>
                    <a:pt x="604389" y="204304"/>
                  </a:lnTo>
                  <a:close/>
                  <a:moveTo>
                    <a:pt x="568306" y="116124"/>
                  </a:moveTo>
                  <a:lnTo>
                    <a:pt x="556191" y="161114"/>
                  </a:lnTo>
                  <a:lnTo>
                    <a:pt x="594541" y="149568"/>
                  </a:lnTo>
                  <a:close/>
                  <a:moveTo>
                    <a:pt x="568306" y="116124"/>
                  </a:moveTo>
                  <a:lnTo>
                    <a:pt x="594541" y="149568"/>
                  </a:lnTo>
                  <a:lnTo>
                    <a:pt x="569673" y="109577"/>
                  </a:lnTo>
                  <a:close/>
                  <a:moveTo>
                    <a:pt x="569673" y="109577"/>
                  </a:moveTo>
                  <a:lnTo>
                    <a:pt x="594541" y="149568"/>
                  </a:lnTo>
                  <a:lnTo>
                    <a:pt x="646915" y="137020"/>
                  </a:lnTo>
                  <a:close/>
                  <a:moveTo>
                    <a:pt x="569673" y="109577"/>
                  </a:moveTo>
                  <a:lnTo>
                    <a:pt x="646915" y="137020"/>
                  </a:lnTo>
                  <a:lnTo>
                    <a:pt x="641121" y="85483"/>
                  </a:lnTo>
                  <a:close/>
                  <a:moveTo>
                    <a:pt x="672170" y="187182"/>
                  </a:moveTo>
                  <a:lnTo>
                    <a:pt x="673864" y="201211"/>
                  </a:lnTo>
                  <a:lnTo>
                    <a:pt x="735589" y="164463"/>
                  </a:lnTo>
                  <a:close/>
                  <a:moveTo>
                    <a:pt x="665192" y="188557"/>
                  </a:moveTo>
                  <a:lnTo>
                    <a:pt x="673864" y="201211"/>
                  </a:lnTo>
                  <a:lnTo>
                    <a:pt x="672170" y="187182"/>
                  </a:lnTo>
                  <a:close/>
                  <a:moveTo>
                    <a:pt x="646915" y="137020"/>
                  </a:moveTo>
                  <a:lnTo>
                    <a:pt x="672170" y="187182"/>
                  </a:lnTo>
                  <a:lnTo>
                    <a:pt x="661465" y="133142"/>
                  </a:lnTo>
                  <a:close/>
                  <a:moveTo>
                    <a:pt x="646915" y="137020"/>
                  </a:moveTo>
                  <a:lnTo>
                    <a:pt x="665192" y="188557"/>
                  </a:lnTo>
                  <a:lnTo>
                    <a:pt x="672170" y="187182"/>
                  </a:lnTo>
                  <a:close/>
                  <a:moveTo>
                    <a:pt x="735589" y="164463"/>
                  </a:moveTo>
                  <a:lnTo>
                    <a:pt x="710561" y="112926"/>
                  </a:lnTo>
                  <a:lnTo>
                    <a:pt x="672170" y="187182"/>
                  </a:lnTo>
                  <a:close/>
                  <a:moveTo>
                    <a:pt x="710561" y="112926"/>
                  </a:moveTo>
                  <a:lnTo>
                    <a:pt x="661465" y="133142"/>
                  </a:lnTo>
                  <a:lnTo>
                    <a:pt x="672170" y="187182"/>
                  </a:lnTo>
                  <a:close/>
                  <a:moveTo>
                    <a:pt x="641121" y="85483"/>
                  </a:moveTo>
                  <a:lnTo>
                    <a:pt x="661465" y="133142"/>
                  </a:lnTo>
                  <a:lnTo>
                    <a:pt x="644263" y="84384"/>
                  </a:lnTo>
                  <a:close/>
                  <a:moveTo>
                    <a:pt x="641121" y="85483"/>
                  </a:moveTo>
                  <a:lnTo>
                    <a:pt x="646915" y="137020"/>
                  </a:lnTo>
                  <a:lnTo>
                    <a:pt x="661465" y="133142"/>
                  </a:lnTo>
                  <a:close/>
                  <a:moveTo>
                    <a:pt x="710561" y="112926"/>
                  </a:moveTo>
                  <a:lnTo>
                    <a:pt x="697598" y="61389"/>
                  </a:lnTo>
                  <a:lnTo>
                    <a:pt x="661465" y="133142"/>
                  </a:lnTo>
                  <a:close/>
                  <a:moveTo>
                    <a:pt x="697598" y="61389"/>
                  </a:moveTo>
                  <a:lnTo>
                    <a:pt x="644263" y="84384"/>
                  </a:lnTo>
                  <a:lnTo>
                    <a:pt x="661465" y="133142"/>
                  </a:lnTo>
                  <a:close/>
                  <a:moveTo>
                    <a:pt x="626048" y="33947"/>
                  </a:moveTo>
                  <a:lnTo>
                    <a:pt x="641121" y="85483"/>
                  </a:lnTo>
                  <a:lnTo>
                    <a:pt x="644263" y="84384"/>
                  </a:lnTo>
                  <a:close/>
                  <a:moveTo>
                    <a:pt x="697598" y="61389"/>
                  </a:moveTo>
                  <a:lnTo>
                    <a:pt x="689288" y="9853"/>
                  </a:lnTo>
                  <a:lnTo>
                    <a:pt x="644263" y="84384"/>
                  </a:lnTo>
                  <a:close/>
                  <a:moveTo>
                    <a:pt x="689288" y="9853"/>
                  </a:moveTo>
                  <a:lnTo>
                    <a:pt x="631725" y="31834"/>
                  </a:lnTo>
                  <a:lnTo>
                    <a:pt x="644263" y="84384"/>
                  </a:lnTo>
                  <a:close/>
                  <a:moveTo>
                    <a:pt x="697598" y="61389"/>
                  </a:moveTo>
                  <a:lnTo>
                    <a:pt x="749799" y="99310"/>
                  </a:lnTo>
                  <a:lnTo>
                    <a:pt x="732635" y="50521"/>
                  </a:lnTo>
                  <a:close/>
                  <a:moveTo>
                    <a:pt x="697598" y="61389"/>
                  </a:moveTo>
                  <a:lnTo>
                    <a:pt x="710561" y="112926"/>
                  </a:lnTo>
                  <a:lnTo>
                    <a:pt x="749799" y="99310"/>
                  </a:lnTo>
                  <a:close/>
                  <a:moveTo>
                    <a:pt x="796688" y="88832"/>
                  </a:moveTo>
                  <a:lnTo>
                    <a:pt x="801797" y="60377"/>
                  </a:lnTo>
                  <a:lnTo>
                    <a:pt x="749799" y="99310"/>
                  </a:lnTo>
                  <a:close/>
                  <a:moveTo>
                    <a:pt x="749799" y="99310"/>
                  </a:moveTo>
                  <a:lnTo>
                    <a:pt x="792688" y="39682"/>
                  </a:lnTo>
                  <a:lnTo>
                    <a:pt x="732635" y="50521"/>
                  </a:lnTo>
                  <a:close/>
                  <a:moveTo>
                    <a:pt x="689288" y="9853"/>
                  </a:moveTo>
                  <a:lnTo>
                    <a:pt x="732635" y="50521"/>
                  </a:lnTo>
                  <a:lnTo>
                    <a:pt x="713704" y="3169"/>
                  </a:lnTo>
                  <a:close/>
                  <a:moveTo>
                    <a:pt x="689288" y="9853"/>
                  </a:moveTo>
                  <a:lnTo>
                    <a:pt x="697598" y="61389"/>
                  </a:lnTo>
                  <a:lnTo>
                    <a:pt x="732635" y="50521"/>
                  </a:lnTo>
                  <a:close/>
                  <a:moveTo>
                    <a:pt x="732635" y="50521"/>
                  </a:moveTo>
                  <a:lnTo>
                    <a:pt x="792688" y="39682"/>
                  </a:lnTo>
                  <a:lnTo>
                    <a:pt x="764321" y="0"/>
                  </a:lnTo>
                  <a:close/>
                  <a:moveTo>
                    <a:pt x="732635" y="50521"/>
                  </a:moveTo>
                  <a:lnTo>
                    <a:pt x="764321" y="0"/>
                  </a:lnTo>
                  <a:lnTo>
                    <a:pt x="713704" y="3169"/>
                  </a:lnTo>
                  <a:close/>
                  <a:moveTo>
                    <a:pt x="898761" y="116913"/>
                  </a:moveTo>
                  <a:lnTo>
                    <a:pt x="862202" y="111545"/>
                  </a:lnTo>
                  <a:lnTo>
                    <a:pt x="813080" y="85846"/>
                  </a:lnTo>
                  <a:close/>
                  <a:moveTo>
                    <a:pt x="933356" y="68004"/>
                  </a:moveTo>
                  <a:lnTo>
                    <a:pt x="898761" y="116913"/>
                  </a:lnTo>
                  <a:lnTo>
                    <a:pt x="899873" y="116275"/>
                  </a:lnTo>
                  <a:close/>
                  <a:moveTo>
                    <a:pt x="862202" y="111545"/>
                  </a:moveTo>
                  <a:lnTo>
                    <a:pt x="898761" y="116913"/>
                  </a:lnTo>
                  <a:lnTo>
                    <a:pt x="933356" y="68004"/>
                  </a:lnTo>
                  <a:close/>
                  <a:moveTo>
                    <a:pt x="933356" y="68004"/>
                  </a:moveTo>
                  <a:lnTo>
                    <a:pt x="899873" y="116275"/>
                  </a:lnTo>
                  <a:lnTo>
                    <a:pt x="965995" y="100236"/>
                  </a:lnTo>
                  <a:close/>
                  <a:moveTo>
                    <a:pt x="965995" y="100236"/>
                  </a:moveTo>
                  <a:lnTo>
                    <a:pt x="946018" y="64738"/>
                  </a:lnTo>
                  <a:lnTo>
                    <a:pt x="933356" y="68004"/>
                  </a:lnTo>
                  <a:close/>
                  <a:moveTo>
                    <a:pt x="986848" y="58522"/>
                  </a:moveTo>
                  <a:lnTo>
                    <a:pt x="946018" y="64738"/>
                  </a:lnTo>
                  <a:lnTo>
                    <a:pt x="965995" y="100236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52" name="Output_density__4351">
              <a:extLst>
                <a:ext uri="{FF2B5EF4-FFF2-40B4-BE49-F238E27FC236}">
                  <a16:creationId xmlns:a16="http://schemas.microsoft.com/office/drawing/2014/main" id="{2800AFE2-ACE2-E0E2-F813-240D93D23972}"/>
                </a:ext>
              </a:extLst>
            </p:cNvPr>
            <p:cNvSpPr>
              <a:spLocks noGrp="1"/>
            </p:cNvSpPr>
            <p:nvPr/>
          </p:nvSpPr>
          <p:spPr>
            <a:xfrm>
              <a:off x="15121051" y="3077396"/>
              <a:ext cx="862898" cy="280014"/>
            </a:xfrm>
            <a:custGeom>
              <a:avLst/>
              <a:gdLst/>
              <a:ahLst/>
              <a:cxnLst/>
              <a:rect l="0" t="0" r="0" b="0"/>
              <a:pathLst>
                <a:path w="862898" h="280014">
                  <a:moveTo>
                    <a:pt x="117109" y="235958"/>
                  </a:moveTo>
                  <a:lnTo>
                    <a:pt x="84739" y="249833"/>
                  </a:lnTo>
                  <a:lnTo>
                    <a:pt x="162075" y="229402"/>
                  </a:lnTo>
                  <a:close/>
                  <a:moveTo>
                    <a:pt x="189166" y="195790"/>
                  </a:moveTo>
                  <a:lnTo>
                    <a:pt x="202959" y="191457"/>
                  </a:lnTo>
                  <a:lnTo>
                    <a:pt x="220730" y="170243"/>
                  </a:lnTo>
                  <a:close/>
                  <a:moveTo>
                    <a:pt x="199736" y="195532"/>
                  </a:moveTo>
                  <a:lnTo>
                    <a:pt x="202959" y="191457"/>
                  </a:lnTo>
                  <a:lnTo>
                    <a:pt x="189166" y="195790"/>
                  </a:lnTo>
                  <a:close/>
                  <a:moveTo>
                    <a:pt x="162075" y="229402"/>
                  </a:moveTo>
                  <a:lnTo>
                    <a:pt x="199736" y="195532"/>
                  </a:lnTo>
                  <a:lnTo>
                    <a:pt x="189166" y="195790"/>
                  </a:lnTo>
                  <a:close/>
                  <a:moveTo>
                    <a:pt x="220730" y="170243"/>
                  </a:moveTo>
                  <a:lnTo>
                    <a:pt x="202959" y="191457"/>
                  </a:lnTo>
                  <a:lnTo>
                    <a:pt x="226877" y="162110"/>
                  </a:lnTo>
                  <a:close/>
                  <a:moveTo>
                    <a:pt x="19925" y="15633"/>
                  </a:moveTo>
                  <a:lnTo>
                    <a:pt x="0" y="39727"/>
                  </a:lnTo>
                  <a:lnTo>
                    <a:pt x="45381" y="7558"/>
                  </a:lnTo>
                  <a:close/>
                  <a:moveTo>
                    <a:pt x="0" y="39727"/>
                  </a:moveTo>
                  <a:lnTo>
                    <a:pt x="15403" y="30375"/>
                  </a:lnTo>
                  <a:lnTo>
                    <a:pt x="45381" y="7558"/>
                  </a:lnTo>
                  <a:close/>
                  <a:moveTo>
                    <a:pt x="45381" y="7558"/>
                  </a:moveTo>
                  <a:lnTo>
                    <a:pt x="15403" y="30375"/>
                  </a:lnTo>
                  <a:lnTo>
                    <a:pt x="90079" y="0"/>
                  </a:lnTo>
                  <a:close/>
                  <a:moveTo>
                    <a:pt x="801662" y="280014"/>
                  </a:moveTo>
                  <a:lnTo>
                    <a:pt x="811293" y="255920"/>
                  </a:lnTo>
                  <a:lnTo>
                    <a:pt x="807797" y="262159"/>
                  </a:lnTo>
                  <a:close/>
                  <a:moveTo>
                    <a:pt x="811293" y="255920"/>
                  </a:moveTo>
                  <a:lnTo>
                    <a:pt x="801662" y="280014"/>
                  </a:lnTo>
                  <a:lnTo>
                    <a:pt x="833970" y="204383"/>
                  </a:lnTo>
                  <a:close/>
                  <a:moveTo>
                    <a:pt x="655388" y="176583"/>
                  </a:moveTo>
                  <a:lnTo>
                    <a:pt x="664329" y="125404"/>
                  </a:lnTo>
                  <a:lnTo>
                    <a:pt x="656792" y="175877"/>
                  </a:lnTo>
                  <a:close/>
                  <a:moveTo>
                    <a:pt x="819859" y="244757"/>
                  </a:moveTo>
                  <a:lnTo>
                    <a:pt x="807797" y="262159"/>
                  </a:lnTo>
                  <a:lnTo>
                    <a:pt x="811293" y="255920"/>
                  </a:lnTo>
                  <a:close/>
                  <a:moveTo>
                    <a:pt x="849985" y="180289"/>
                  </a:moveTo>
                  <a:lnTo>
                    <a:pt x="833322" y="222695"/>
                  </a:lnTo>
                  <a:lnTo>
                    <a:pt x="811293" y="255920"/>
                  </a:lnTo>
                  <a:close/>
                  <a:moveTo>
                    <a:pt x="833970" y="204383"/>
                  </a:moveTo>
                  <a:lnTo>
                    <a:pt x="849985" y="180289"/>
                  </a:lnTo>
                  <a:lnTo>
                    <a:pt x="811293" y="255920"/>
                  </a:lnTo>
                  <a:close/>
                  <a:moveTo>
                    <a:pt x="849985" y="180289"/>
                  </a:moveTo>
                  <a:lnTo>
                    <a:pt x="833970" y="204383"/>
                  </a:lnTo>
                  <a:lnTo>
                    <a:pt x="862898" y="158598"/>
                  </a:lnTo>
                  <a:close/>
                  <a:moveTo>
                    <a:pt x="833970" y="204383"/>
                  </a:moveTo>
                  <a:lnTo>
                    <a:pt x="837893" y="200009"/>
                  </a:lnTo>
                  <a:lnTo>
                    <a:pt x="862898" y="158598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53" name="Output_density__4352">
              <a:extLst>
                <a:ext uri="{FF2B5EF4-FFF2-40B4-BE49-F238E27FC236}">
                  <a16:creationId xmlns:a16="http://schemas.microsoft.com/office/drawing/2014/main" id="{215AE257-59F7-F77D-3E4E-FB701B0DDE53}"/>
                </a:ext>
              </a:extLst>
            </p:cNvPr>
            <p:cNvSpPr>
              <a:spLocks noGrp="1"/>
            </p:cNvSpPr>
            <p:nvPr/>
          </p:nvSpPr>
          <p:spPr>
            <a:xfrm>
              <a:off x="15101859" y="3071674"/>
              <a:ext cx="710043" cy="326675"/>
            </a:xfrm>
            <a:custGeom>
              <a:avLst/>
              <a:gdLst/>
              <a:ahLst/>
              <a:cxnLst/>
              <a:rect l="0" t="0" r="0" b="0"/>
              <a:pathLst>
                <a:path w="710043" h="326675">
                  <a:moveTo>
                    <a:pt x="66167" y="200059"/>
                  </a:moveTo>
                  <a:lnTo>
                    <a:pt x="54738" y="246304"/>
                  </a:lnTo>
                  <a:lnTo>
                    <a:pt x="80928" y="209323"/>
                  </a:lnTo>
                  <a:close/>
                  <a:moveTo>
                    <a:pt x="12797" y="224153"/>
                  </a:moveTo>
                  <a:lnTo>
                    <a:pt x="66167" y="200059"/>
                  </a:lnTo>
                  <a:lnTo>
                    <a:pt x="0" y="216326"/>
                  </a:lnTo>
                  <a:close/>
                  <a:moveTo>
                    <a:pt x="116023" y="205641"/>
                  </a:moveTo>
                  <a:lnTo>
                    <a:pt x="80928" y="209323"/>
                  </a:lnTo>
                  <a:lnTo>
                    <a:pt x="165027" y="214182"/>
                  </a:lnTo>
                  <a:close/>
                  <a:moveTo>
                    <a:pt x="26173" y="96986"/>
                  </a:moveTo>
                  <a:lnTo>
                    <a:pt x="33088" y="70236"/>
                  </a:lnTo>
                  <a:lnTo>
                    <a:pt x="31949" y="74395"/>
                  </a:lnTo>
                  <a:close/>
                  <a:moveTo>
                    <a:pt x="39117" y="21355"/>
                  </a:moveTo>
                  <a:lnTo>
                    <a:pt x="33088" y="70236"/>
                  </a:lnTo>
                  <a:lnTo>
                    <a:pt x="26173" y="96986"/>
                  </a:lnTo>
                  <a:close/>
                  <a:moveTo>
                    <a:pt x="89730" y="65403"/>
                  </a:moveTo>
                  <a:lnTo>
                    <a:pt x="55156" y="118271"/>
                  </a:lnTo>
                  <a:lnTo>
                    <a:pt x="34656" y="72195"/>
                  </a:lnTo>
                  <a:close/>
                  <a:moveTo>
                    <a:pt x="34656" y="72195"/>
                  </a:moveTo>
                  <a:lnTo>
                    <a:pt x="39117" y="21355"/>
                  </a:lnTo>
                  <a:lnTo>
                    <a:pt x="93002" y="0"/>
                  </a:lnTo>
                  <a:close/>
                  <a:moveTo>
                    <a:pt x="34656" y="72195"/>
                  </a:moveTo>
                  <a:lnTo>
                    <a:pt x="93002" y="0"/>
                  </a:lnTo>
                  <a:lnTo>
                    <a:pt x="89730" y="65403"/>
                  </a:lnTo>
                  <a:close/>
                  <a:moveTo>
                    <a:pt x="93002" y="0"/>
                  </a:moveTo>
                  <a:lnTo>
                    <a:pt x="133736" y="4866"/>
                  </a:lnTo>
                  <a:lnTo>
                    <a:pt x="89730" y="65403"/>
                  </a:lnTo>
                  <a:close/>
                  <a:moveTo>
                    <a:pt x="231356" y="88970"/>
                  </a:moveTo>
                  <a:lnTo>
                    <a:pt x="270931" y="94779"/>
                  </a:lnTo>
                  <a:lnTo>
                    <a:pt x="272637" y="30649"/>
                  </a:lnTo>
                  <a:close/>
                  <a:moveTo>
                    <a:pt x="231356" y="88970"/>
                  </a:moveTo>
                  <a:lnTo>
                    <a:pt x="272637" y="30649"/>
                  </a:lnTo>
                  <a:lnTo>
                    <a:pt x="227824" y="29099"/>
                  </a:lnTo>
                  <a:close/>
                  <a:moveTo>
                    <a:pt x="231356" y="88970"/>
                  </a:moveTo>
                  <a:lnTo>
                    <a:pt x="227824" y="29099"/>
                  </a:lnTo>
                  <a:lnTo>
                    <a:pt x="205215" y="76241"/>
                  </a:lnTo>
                  <a:close/>
                  <a:moveTo>
                    <a:pt x="227824" y="29099"/>
                  </a:moveTo>
                  <a:lnTo>
                    <a:pt x="212381" y="24704"/>
                  </a:lnTo>
                  <a:lnTo>
                    <a:pt x="205215" y="76241"/>
                  </a:lnTo>
                  <a:close/>
                  <a:moveTo>
                    <a:pt x="676118" y="268994"/>
                  </a:moveTo>
                  <a:lnTo>
                    <a:pt x="710043" y="279395"/>
                  </a:lnTo>
                  <a:lnTo>
                    <a:pt x="682345" y="326675"/>
                  </a:lnTo>
                  <a:close/>
                  <a:moveTo>
                    <a:pt x="694457" y="210105"/>
                  </a:moveTo>
                  <a:lnTo>
                    <a:pt x="675985" y="181598"/>
                  </a:lnTo>
                  <a:lnTo>
                    <a:pt x="702111" y="223101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54" name="Output_density__4353">
              <a:extLst>
                <a:ext uri="{FF2B5EF4-FFF2-40B4-BE49-F238E27FC236}">
                  <a16:creationId xmlns:a16="http://schemas.microsoft.com/office/drawing/2014/main" id="{CD860941-6F5C-D588-61E8-D9D1C1931A9E}"/>
                </a:ext>
              </a:extLst>
            </p:cNvPr>
            <p:cNvSpPr>
              <a:spLocks noGrp="1"/>
            </p:cNvSpPr>
            <p:nvPr/>
          </p:nvSpPr>
          <p:spPr>
            <a:xfrm>
              <a:off x="15048856" y="3010172"/>
              <a:ext cx="941117" cy="277827"/>
            </a:xfrm>
            <a:custGeom>
              <a:avLst/>
              <a:gdLst/>
              <a:ahLst/>
              <a:cxnLst/>
              <a:rect l="0" t="0" r="0" b="0"/>
              <a:pathLst>
                <a:path w="941117" h="277827">
                  <a:moveTo>
                    <a:pt x="119169" y="261561"/>
                  </a:moveTo>
                  <a:lnTo>
                    <a:pt x="73203" y="218453"/>
                  </a:lnTo>
                  <a:lnTo>
                    <a:pt x="53003" y="277827"/>
                  </a:lnTo>
                  <a:close/>
                  <a:moveTo>
                    <a:pt x="65602" y="210024"/>
                  </a:moveTo>
                  <a:lnTo>
                    <a:pt x="3347" y="234118"/>
                  </a:lnTo>
                  <a:lnTo>
                    <a:pt x="53003" y="277827"/>
                  </a:lnTo>
                  <a:close/>
                  <a:moveTo>
                    <a:pt x="135063" y="237467"/>
                  </a:moveTo>
                  <a:lnTo>
                    <a:pt x="133930" y="270825"/>
                  </a:lnTo>
                  <a:lnTo>
                    <a:pt x="169026" y="267143"/>
                  </a:lnTo>
                  <a:close/>
                  <a:moveTo>
                    <a:pt x="135063" y="237467"/>
                  </a:moveTo>
                  <a:lnTo>
                    <a:pt x="119169" y="261561"/>
                  </a:lnTo>
                  <a:lnTo>
                    <a:pt x="133930" y="270825"/>
                  </a:lnTo>
                  <a:close/>
                  <a:moveTo>
                    <a:pt x="103529" y="185930"/>
                  </a:moveTo>
                  <a:lnTo>
                    <a:pt x="119169" y="261561"/>
                  </a:lnTo>
                  <a:lnTo>
                    <a:pt x="135063" y="237467"/>
                  </a:lnTo>
                  <a:close/>
                  <a:moveTo>
                    <a:pt x="136720" y="146357"/>
                  </a:moveTo>
                  <a:lnTo>
                    <a:pt x="79176" y="158487"/>
                  </a:lnTo>
                  <a:lnTo>
                    <a:pt x="88693" y="195598"/>
                  </a:lnTo>
                  <a:close/>
                  <a:moveTo>
                    <a:pt x="88693" y="195598"/>
                  </a:moveTo>
                  <a:lnTo>
                    <a:pt x="79176" y="158487"/>
                  </a:lnTo>
                  <a:lnTo>
                    <a:pt x="84951" y="135897"/>
                  </a:lnTo>
                  <a:close/>
                  <a:moveTo>
                    <a:pt x="88693" y="195598"/>
                  </a:moveTo>
                  <a:lnTo>
                    <a:pt x="103529" y="185930"/>
                  </a:lnTo>
                  <a:lnTo>
                    <a:pt x="136720" y="146357"/>
                  </a:lnTo>
                  <a:close/>
                  <a:moveTo>
                    <a:pt x="5192" y="100015"/>
                  </a:moveTo>
                  <a:lnTo>
                    <a:pt x="0" y="119435"/>
                  </a:lnTo>
                  <a:lnTo>
                    <a:pt x="56065" y="82857"/>
                  </a:lnTo>
                  <a:close/>
                  <a:moveTo>
                    <a:pt x="56065" y="82857"/>
                  </a:moveTo>
                  <a:lnTo>
                    <a:pt x="44609" y="158487"/>
                  </a:lnTo>
                  <a:lnTo>
                    <a:pt x="86091" y="131738"/>
                  </a:lnTo>
                  <a:close/>
                  <a:moveTo>
                    <a:pt x="86091" y="131738"/>
                  </a:moveTo>
                  <a:lnTo>
                    <a:pt x="44609" y="158487"/>
                  </a:lnTo>
                  <a:lnTo>
                    <a:pt x="84951" y="135897"/>
                  </a:lnTo>
                  <a:close/>
                  <a:moveTo>
                    <a:pt x="325640" y="92150"/>
                  </a:moveTo>
                  <a:lnTo>
                    <a:pt x="269430" y="37123"/>
                  </a:lnTo>
                  <a:lnTo>
                    <a:pt x="280827" y="90600"/>
                  </a:lnTo>
                  <a:close/>
                  <a:moveTo>
                    <a:pt x="209485" y="47875"/>
                  </a:moveTo>
                  <a:lnTo>
                    <a:pt x="265384" y="86206"/>
                  </a:lnTo>
                  <a:lnTo>
                    <a:pt x="280827" y="90600"/>
                  </a:lnTo>
                  <a:close/>
                  <a:moveTo>
                    <a:pt x="610294" y="154635"/>
                  </a:moveTo>
                  <a:lnTo>
                    <a:pt x="655111" y="192628"/>
                  </a:lnTo>
                  <a:lnTo>
                    <a:pt x="666111" y="116997"/>
                  </a:lnTo>
                  <a:close/>
                  <a:moveTo>
                    <a:pt x="666111" y="116997"/>
                  </a:moveTo>
                  <a:lnTo>
                    <a:pt x="655111" y="192628"/>
                  </a:lnTo>
                  <a:lnTo>
                    <a:pt x="689433" y="140947"/>
                  </a:lnTo>
                  <a:close/>
                  <a:moveTo>
                    <a:pt x="689433" y="140947"/>
                  </a:moveTo>
                  <a:lnTo>
                    <a:pt x="655111" y="192628"/>
                  </a:lnTo>
                  <a:lnTo>
                    <a:pt x="677803" y="183988"/>
                  </a:lnTo>
                  <a:close/>
                  <a:moveTo>
                    <a:pt x="747460" y="271607"/>
                  </a:moveTo>
                  <a:lnTo>
                    <a:pt x="752431" y="220070"/>
                  </a:lnTo>
                  <a:lnTo>
                    <a:pt x="728987" y="243100"/>
                  </a:lnTo>
                  <a:close/>
                  <a:moveTo>
                    <a:pt x="872154" y="227434"/>
                  </a:moveTo>
                  <a:lnTo>
                    <a:pt x="911844" y="233148"/>
                  </a:lnTo>
                  <a:lnTo>
                    <a:pt x="906407" y="174826"/>
                  </a:lnTo>
                  <a:close/>
                  <a:moveTo>
                    <a:pt x="900778" y="137300"/>
                  </a:moveTo>
                  <a:lnTo>
                    <a:pt x="888057" y="120346"/>
                  </a:lnTo>
                  <a:lnTo>
                    <a:pt x="906407" y="174826"/>
                  </a:lnTo>
                  <a:close/>
                  <a:moveTo>
                    <a:pt x="941117" y="121846"/>
                  </a:moveTo>
                  <a:lnTo>
                    <a:pt x="900778" y="137300"/>
                  </a:lnTo>
                  <a:lnTo>
                    <a:pt x="906407" y="174826"/>
                  </a:lnTo>
                  <a:close/>
                  <a:moveTo>
                    <a:pt x="775265" y="79992"/>
                  </a:moveTo>
                  <a:lnTo>
                    <a:pt x="769269" y="129863"/>
                  </a:lnTo>
                  <a:lnTo>
                    <a:pt x="826108" y="68809"/>
                  </a:lnTo>
                  <a:close/>
                  <a:moveTo>
                    <a:pt x="775265" y="79992"/>
                  </a:moveTo>
                  <a:lnTo>
                    <a:pt x="826108" y="68809"/>
                  </a:lnTo>
                  <a:lnTo>
                    <a:pt x="783821" y="49368"/>
                  </a:lnTo>
                  <a:close/>
                  <a:moveTo>
                    <a:pt x="888057" y="120346"/>
                  </a:moveTo>
                  <a:lnTo>
                    <a:pt x="900778" y="137300"/>
                  </a:lnTo>
                  <a:lnTo>
                    <a:pt x="898586" y="118442"/>
                  </a:lnTo>
                  <a:close/>
                  <a:moveTo>
                    <a:pt x="898586" y="118442"/>
                  </a:moveTo>
                  <a:lnTo>
                    <a:pt x="837611" y="75807"/>
                  </a:lnTo>
                  <a:lnTo>
                    <a:pt x="888057" y="120346"/>
                  </a:lnTo>
                  <a:close/>
                  <a:moveTo>
                    <a:pt x="837971" y="66996"/>
                  </a:moveTo>
                  <a:lnTo>
                    <a:pt x="837611" y="75807"/>
                  </a:lnTo>
                  <a:lnTo>
                    <a:pt x="898586" y="118442"/>
                  </a:lnTo>
                  <a:close/>
                  <a:moveTo>
                    <a:pt x="896641" y="57280"/>
                  </a:moveTo>
                  <a:lnTo>
                    <a:pt x="837971" y="66996"/>
                  </a:lnTo>
                  <a:lnTo>
                    <a:pt x="898586" y="118442"/>
                  </a:lnTo>
                  <a:close/>
                  <a:moveTo>
                    <a:pt x="898586" y="118442"/>
                  </a:moveTo>
                  <a:lnTo>
                    <a:pt x="900778" y="137300"/>
                  </a:lnTo>
                  <a:lnTo>
                    <a:pt x="922784" y="120346"/>
                  </a:lnTo>
                  <a:close/>
                  <a:moveTo>
                    <a:pt x="826108" y="68809"/>
                  </a:moveTo>
                  <a:lnTo>
                    <a:pt x="837611" y="75807"/>
                  </a:lnTo>
                  <a:lnTo>
                    <a:pt x="837971" y="66996"/>
                  </a:lnTo>
                  <a:close/>
                  <a:moveTo>
                    <a:pt x="837971" y="66996"/>
                  </a:moveTo>
                  <a:lnTo>
                    <a:pt x="783821" y="49368"/>
                  </a:lnTo>
                  <a:lnTo>
                    <a:pt x="826108" y="68809"/>
                  </a:lnTo>
                  <a:close/>
                  <a:moveTo>
                    <a:pt x="837971" y="66996"/>
                  </a:moveTo>
                  <a:lnTo>
                    <a:pt x="896641" y="57280"/>
                  </a:lnTo>
                  <a:lnTo>
                    <a:pt x="889921" y="0"/>
                  </a:lnTo>
                  <a:close/>
                  <a:moveTo>
                    <a:pt x="837971" y="66996"/>
                  </a:moveTo>
                  <a:lnTo>
                    <a:pt x="889921" y="0"/>
                  </a:lnTo>
                  <a:lnTo>
                    <a:pt x="840684" y="204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55" name="Output_density__4354">
              <a:extLst>
                <a:ext uri="{FF2B5EF4-FFF2-40B4-BE49-F238E27FC236}">
                  <a16:creationId xmlns:a16="http://schemas.microsoft.com/office/drawing/2014/main" id="{B4D41ACD-20BB-E4A2-6958-BA0EA4130C6F}"/>
                </a:ext>
              </a:extLst>
            </p:cNvPr>
            <p:cNvSpPr>
              <a:spLocks noGrp="1"/>
            </p:cNvSpPr>
            <p:nvPr/>
          </p:nvSpPr>
          <p:spPr>
            <a:xfrm>
              <a:off x="14964608" y="2945480"/>
              <a:ext cx="990655" cy="395188"/>
            </a:xfrm>
            <a:custGeom>
              <a:avLst/>
              <a:gdLst/>
              <a:ahLst/>
              <a:cxnLst/>
              <a:rect l="0" t="0" r="0" b="0"/>
              <a:pathLst>
                <a:path w="990655" h="395188">
                  <a:moveTo>
                    <a:pt x="149849" y="274716"/>
                  </a:moveTo>
                  <a:lnTo>
                    <a:pt x="137250" y="342520"/>
                  </a:lnTo>
                  <a:lnTo>
                    <a:pt x="157451" y="283146"/>
                  </a:lnTo>
                  <a:close/>
                  <a:moveTo>
                    <a:pt x="77886" y="236843"/>
                  </a:moveTo>
                  <a:lnTo>
                    <a:pt x="72844" y="276390"/>
                  </a:lnTo>
                  <a:lnTo>
                    <a:pt x="128856" y="223180"/>
                  </a:lnTo>
                  <a:close/>
                  <a:moveTo>
                    <a:pt x="128856" y="223180"/>
                  </a:moveTo>
                  <a:lnTo>
                    <a:pt x="72844" y="276390"/>
                  </a:lnTo>
                  <a:lnTo>
                    <a:pt x="87595" y="298810"/>
                  </a:lnTo>
                  <a:close/>
                  <a:moveTo>
                    <a:pt x="128856" y="223180"/>
                  </a:moveTo>
                  <a:lnTo>
                    <a:pt x="87595" y="298810"/>
                  </a:lnTo>
                  <a:lnTo>
                    <a:pt x="149849" y="274716"/>
                  </a:lnTo>
                  <a:close/>
                  <a:moveTo>
                    <a:pt x="74902" y="171643"/>
                  </a:moveTo>
                  <a:lnTo>
                    <a:pt x="77886" y="236843"/>
                  </a:lnTo>
                  <a:lnTo>
                    <a:pt x="84248" y="184128"/>
                  </a:lnTo>
                  <a:close/>
                  <a:moveTo>
                    <a:pt x="52709" y="247274"/>
                  </a:moveTo>
                  <a:lnTo>
                    <a:pt x="77886" y="236843"/>
                  </a:lnTo>
                  <a:lnTo>
                    <a:pt x="74902" y="171643"/>
                  </a:lnTo>
                  <a:close/>
                  <a:moveTo>
                    <a:pt x="32345" y="195737"/>
                  </a:moveTo>
                  <a:lnTo>
                    <a:pt x="52709" y="247274"/>
                  </a:lnTo>
                  <a:lnTo>
                    <a:pt x="74902" y="171643"/>
                  </a:lnTo>
                  <a:close/>
                  <a:moveTo>
                    <a:pt x="77886" y="236843"/>
                  </a:moveTo>
                  <a:lnTo>
                    <a:pt x="128856" y="223180"/>
                  </a:lnTo>
                  <a:lnTo>
                    <a:pt x="84248" y="184128"/>
                  </a:lnTo>
                  <a:close/>
                  <a:moveTo>
                    <a:pt x="0" y="144200"/>
                  </a:moveTo>
                  <a:lnTo>
                    <a:pt x="74902" y="171643"/>
                  </a:lnTo>
                  <a:lnTo>
                    <a:pt x="41778" y="120106"/>
                  </a:lnTo>
                  <a:close/>
                  <a:moveTo>
                    <a:pt x="172941" y="260290"/>
                  </a:moveTo>
                  <a:lnTo>
                    <a:pt x="157451" y="283146"/>
                  </a:lnTo>
                  <a:lnTo>
                    <a:pt x="187777" y="250622"/>
                  </a:lnTo>
                  <a:close/>
                  <a:moveTo>
                    <a:pt x="187777" y="250622"/>
                  </a:moveTo>
                  <a:lnTo>
                    <a:pt x="157451" y="283146"/>
                  </a:lnTo>
                  <a:lnTo>
                    <a:pt x="203417" y="326253"/>
                  </a:lnTo>
                  <a:close/>
                  <a:moveTo>
                    <a:pt x="149849" y="274716"/>
                  </a:moveTo>
                  <a:lnTo>
                    <a:pt x="157451" y="283146"/>
                  </a:lnTo>
                  <a:lnTo>
                    <a:pt x="172941" y="260290"/>
                  </a:lnTo>
                  <a:close/>
                  <a:moveTo>
                    <a:pt x="128856" y="223180"/>
                  </a:moveTo>
                  <a:lnTo>
                    <a:pt x="172941" y="260290"/>
                  </a:lnTo>
                  <a:lnTo>
                    <a:pt x="169199" y="200589"/>
                  </a:lnTo>
                  <a:close/>
                  <a:moveTo>
                    <a:pt x="128856" y="223180"/>
                  </a:moveTo>
                  <a:lnTo>
                    <a:pt x="149849" y="274716"/>
                  </a:lnTo>
                  <a:lnTo>
                    <a:pt x="172941" y="260290"/>
                  </a:lnTo>
                  <a:close/>
                  <a:moveTo>
                    <a:pt x="84248" y="184128"/>
                  </a:moveTo>
                  <a:lnTo>
                    <a:pt x="128856" y="223180"/>
                  </a:lnTo>
                  <a:lnTo>
                    <a:pt x="140313" y="147549"/>
                  </a:lnTo>
                  <a:close/>
                  <a:moveTo>
                    <a:pt x="74902" y="171643"/>
                  </a:moveTo>
                  <a:lnTo>
                    <a:pt x="84248" y="184128"/>
                  </a:lnTo>
                  <a:lnTo>
                    <a:pt x="89440" y="164707"/>
                  </a:lnTo>
                  <a:close/>
                  <a:moveTo>
                    <a:pt x="41778" y="120106"/>
                  </a:moveTo>
                  <a:lnTo>
                    <a:pt x="74902" y="171643"/>
                  </a:lnTo>
                  <a:lnTo>
                    <a:pt x="89440" y="164707"/>
                  </a:lnTo>
                  <a:close/>
                  <a:moveTo>
                    <a:pt x="140313" y="147549"/>
                  </a:moveTo>
                  <a:lnTo>
                    <a:pt x="103006" y="96012"/>
                  </a:lnTo>
                  <a:lnTo>
                    <a:pt x="89440" y="164707"/>
                  </a:lnTo>
                  <a:close/>
                  <a:moveTo>
                    <a:pt x="409888" y="156843"/>
                  </a:moveTo>
                  <a:lnTo>
                    <a:pt x="379419" y="99362"/>
                  </a:lnTo>
                  <a:lnTo>
                    <a:pt x="353678" y="101815"/>
                  </a:lnTo>
                  <a:close/>
                  <a:moveTo>
                    <a:pt x="319700" y="135717"/>
                  </a:moveTo>
                  <a:lnTo>
                    <a:pt x="349632" y="150898"/>
                  </a:lnTo>
                  <a:lnTo>
                    <a:pt x="293732" y="112568"/>
                  </a:lnTo>
                  <a:close/>
                  <a:moveTo>
                    <a:pt x="293732" y="112568"/>
                  </a:moveTo>
                  <a:lnTo>
                    <a:pt x="365074" y="155293"/>
                  </a:lnTo>
                  <a:lnTo>
                    <a:pt x="353678" y="101815"/>
                  </a:lnTo>
                  <a:close/>
                  <a:moveTo>
                    <a:pt x="293732" y="112568"/>
                  </a:moveTo>
                  <a:lnTo>
                    <a:pt x="353678" y="101815"/>
                  </a:lnTo>
                  <a:lnTo>
                    <a:pt x="341445" y="49017"/>
                  </a:lnTo>
                  <a:close/>
                  <a:moveTo>
                    <a:pt x="293732" y="112568"/>
                  </a:moveTo>
                  <a:lnTo>
                    <a:pt x="341445" y="49017"/>
                  </a:lnTo>
                  <a:lnTo>
                    <a:pt x="290714" y="52278"/>
                  </a:lnTo>
                  <a:close/>
                  <a:moveTo>
                    <a:pt x="235257" y="59382"/>
                  </a:moveTo>
                  <a:lnTo>
                    <a:pt x="290714" y="52278"/>
                  </a:lnTo>
                  <a:lnTo>
                    <a:pt x="274677" y="2573"/>
                  </a:lnTo>
                  <a:close/>
                  <a:moveTo>
                    <a:pt x="698991" y="199221"/>
                  </a:moveTo>
                  <a:lnTo>
                    <a:pt x="694542" y="219327"/>
                  </a:lnTo>
                  <a:lnTo>
                    <a:pt x="750359" y="181690"/>
                  </a:lnTo>
                  <a:close/>
                  <a:moveTo>
                    <a:pt x="762050" y="248680"/>
                  </a:moveTo>
                  <a:lnTo>
                    <a:pt x="799802" y="233226"/>
                  </a:lnTo>
                  <a:lnTo>
                    <a:pt x="773681" y="205639"/>
                  </a:lnTo>
                  <a:close/>
                  <a:moveTo>
                    <a:pt x="680943" y="205783"/>
                  </a:moveTo>
                  <a:lnTo>
                    <a:pt x="694542" y="219327"/>
                  </a:lnTo>
                  <a:lnTo>
                    <a:pt x="698991" y="199221"/>
                  </a:lnTo>
                  <a:close/>
                  <a:moveTo>
                    <a:pt x="638218" y="154246"/>
                  </a:moveTo>
                  <a:lnTo>
                    <a:pt x="698991" y="199221"/>
                  </a:lnTo>
                  <a:lnTo>
                    <a:pt x="706660" y="130243"/>
                  </a:lnTo>
                  <a:close/>
                  <a:moveTo>
                    <a:pt x="638218" y="154246"/>
                  </a:moveTo>
                  <a:lnTo>
                    <a:pt x="680943" y="205783"/>
                  </a:lnTo>
                  <a:lnTo>
                    <a:pt x="698991" y="199221"/>
                  </a:lnTo>
                  <a:close/>
                  <a:moveTo>
                    <a:pt x="750359" y="181690"/>
                  </a:moveTo>
                  <a:lnTo>
                    <a:pt x="706884" y="130153"/>
                  </a:lnTo>
                  <a:lnTo>
                    <a:pt x="698991" y="199221"/>
                  </a:lnTo>
                  <a:close/>
                  <a:moveTo>
                    <a:pt x="839361" y="349295"/>
                  </a:moveTo>
                  <a:lnTo>
                    <a:pt x="817196" y="368333"/>
                  </a:lnTo>
                  <a:lnTo>
                    <a:pt x="831708" y="336299"/>
                  </a:lnTo>
                  <a:close/>
                  <a:moveTo>
                    <a:pt x="813368" y="395188"/>
                  </a:moveTo>
                  <a:lnTo>
                    <a:pt x="817196" y="368333"/>
                  </a:lnTo>
                  <a:lnTo>
                    <a:pt x="839361" y="349295"/>
                  </a:lnTo>
                  <a:close/>
                  <a:moveTo>
                    <a:pt x="799802" y="233226"/>
                  </a:moveTo>
                  <a:lnTo>
                    <a:pt x="847109" y="280254"/>
                  </a:lnTo>
                  <a:lnTo>
                    <a:pt x="849012" y="215964"/>
                  </a:lnTo>
                  <a:close/>
                  <a:moveTo>
                    <a:pt x="779324" y="171894"/>
                  </a:moveTo>
                  <a:lnTo>
                    <a:pt x="773681" y="205639"/>
                  </a:lnTo>
                  <a:lnTo>
                    <a:pt x="818322" y="157595"/>
                  </a:lnTo>
                  <a:close/>
                  <a:moveTo>
                    <a:pt x="773681" y="205639"/>
                  </a:moveTo>
                  <a:lnTo>
                    <a:pt x="799802" y="233226"/>
                  </a:lnTo>
                  <a:lnTo>
                    <a:pt x="818322" y="157595"/>
                  </a:lnTo>
                  <a:close/>
                  <a:moveTo>
                    <a:pt x="818322" y="157595"/>
                  </a:moveTo>
                  <a:lnTo>
                    <a:pt x="799802" y="233226"/>
                  </a:lnTo>
                  <a:lnTo>
                    <a:pt x="853517" y="194555"/>
                  </a:lnTo>
                  <a:close/>
                  <a:moveTo>
                    <a:pt x="853517" y="194555"/>
                  </a:moveTo>
                  <a:lnTo>
                    <a:pt x="799802" y="233226"/>
                  </a:lnTo>
                  <a:lnTo>
                    <a:pt x="849012" y="215964"/>
                  </a:lnTo>
                  <a:close/>
                  <a:moveTo>
                    <a:pt x="849012" y="215964"/>
                  </a:moveTo>
                  <a:lnTo>
                    <a:pt x="869630" y="209132"/>
                  </a:lnTo>
                  <a:lnTo>
                    <a:pt x="853517" y="194555"/>
                  </a:lnTo>
                  <a:close/>
                  <a:moveTo>
                    <a:pt x="750359" y="181690"/>
                  </a:moveTo>
                  <a:lnTo>
                    <a:pt x="773681" y="205639"/>
                  </a:lnTo>
                  <a:lnTo>
                    <a:pt x="779324" y="171894"/>
                  </a:lnTo>
                  <a:close/>
                  <a:moveTo>
                    <a:pt x="770032" y="106059"/>
                  </a:moveTo>
                  <a:lnTo>
                    <a:pt x="779324" y="171894"/>
                  </a:lnTo>
                  <a:lnTo>
                    <a:pt x="789537" y="130023"/>
                  </a:lnTo>
                  <a:close/>
                  <a:moveTo>
                    <a:pt x="750359" y="181690"/>
                  </a:moveTo>
                  <a:lnTo>
                    <a:pt x="779324" y="171894"/>
                  </a:lnTo>
                  <a:lnTo>
                    <a:pt x="770032" y="106059"/>
                  </a:lnTo>
                  <a:close/>
                  <a:moveTo>
                    <a:pt x="706884" y="130153"/>
                  </a:moveTo>
                  <a:lnTo>
                    <a:pt x="750359" y="181690"/>
                  </a:lnTo>
                  <a:lnTo>
                    <a:pt x="770032" y="106059"/>
                  </a:lnTo>
                  <a:close/>
                  <a:moveTo>
                    <a:pt x="779324" y="171894"/>
                  </a:moveTo>
                  <a:lnTo>
                    <a:pt x="818322" y="157595"/>
                  </a:lnTo>
                  <a:lnTo>
                    <a:pt x="789537" y="130023"/>
                  </a:lnTo>
                  <a:close/>
                  <a:moveTo>
                    <a:pt x="956402" y="292126"/>
                  </a:moveTo>
                  <a:lnTo>
                    <a:pt x="990655" y="239518"/>
                  </a:lnTo>
                  <a:lnTo>
                    <a:pt x="933166" y="248273"/>
                  </a:lnTo>
                  <a:close/>
                  <a:moveTo>
                    <a:pt x="990655" y="239518"/>
                  </a:moveTo>
                  <a:lnTo>
                    <a:pt x="972305" y="185038"/>
                  </a:lnTo>
                  <a:lnTo>
                    <a:pt x="917105" y="198588"/>
                  </a:lnTo>
                  <a:close/>
                  <a:moveTo>
                    <a:pt x="990655" y="239518"/>
                  </a:moveTo>
                  <a:lnTo>
                    <a:pt x="917105" y="198588"/>
                  </a:lnTo>
                  <a:lnTo>
                    <a:pt x="933166" y="248273"/>
                  </a:lnTo>
                  <a:close/>
                  <a:moveTo>
                    <a:pt x="853517" y="194555"/>
                  </a:moveTo>
                  <a:lnTo>
                    <a:pt x="869630" y="209132"/>
                  </a:lnTo>
                  <a:lnTo>
                    <a:pt x="910356" y="133501"/>
                  </a:lnTo>
                  <a:close/>
                  <a:moveTo>
                    <a:pt x="910356" y="133501"/>
                  </a:moveTo>
                  <a:lnTo>
                    <a:pt x="869630" y="209132"/>
                  </a:lnTo>
                  <a:lnTo>
                    <a:pt x="921859" y="140499"/>
                  </a:lnTo>
                  <a:close/>
                  <a:moveTo>
                    <a:pt x="921859" y="140499"/>
                  </a:moveTo>
                  <a:lnTo>
                    <a:pt x="869630" y="209132"/>
                  </a:lnTo>
                  <a:lnTo>
                    <a:pt x="917105" y="198588"/>
                  </a:lnTo>
                  <a:close/>
                  <a:moveTo>
                    <a:pt x="917105" y="198588"/>
                  </a:moveTo>
                  <a:lnTo>
                    <a:pt x="972305" y="185038"/>
                  </a:lnTo>
                  <a:lnTo>
                    <a:pt x="921859" y="140499"/>
                  </a:lnTo>
                  <a:close/>
                  <a:moveTo>
                    <a:pt x="818322" y="157595"/>
                  </a:moveTo>
                  <a:lnTo>
                    <a:pt x="853517" y="194555"/>
                  </a:lnTo>
                  <a:lnTo>
                    <a:pt x="859512" y="144685"/>
                  </a:lnTo>
                  <a:close/>
                  <a:moveTo>
                    <a:pt x="789537" y="130023"/>
                  </a:moveTo>
                  <a:lnTo>
                    <a:pt x="818322" y="157595"/>
                  </a:lnTo>
                  <a:lnTo>
                    <a:pt x="838841" y="81965"/>
                  </a:lnTo>
                  <a:close/>
                  <a:moveTo>
                    <a:pt x="838841" y="81965"/>
                  </a:moveTo>
                  <a:lnTo>
                    <a:pt x="818322" y="157595"/>
                  </a:lnTo>
                  <a:lnTo>
                    <a:pt x="868068" y="114061"/>
                  </a:lnTo>
                  <a:close/>
                  <a:moveTo>
                    <a:pt x="868068" y="114061"/>
                  </a:moveTo>
                  <a:lnTo>
                    <a:pt x="818322" y="157595"/>
                  </a:lnTo>
                  <a:lnTo>
                    <a:pt x="859512" y="144685"/>
                  </a:lnTo>
                  <a:close/>
                  <a:moveTo>
                    <a:pt x="742840" y="2986"/>
                  </a:moveTo>
                  <a:lnTo>
                    <a:pt x="774213" y="50564"/>
                  </a:lnTo>
                  <a:lnTo>
                    <a:pt x="759232" y="0"/>
                  </a:lnTo>
                  <a:close/>
                  <a:moveTo>
                    <a:pt x="869174" y="74087"/>
                  </a:moveTo>
                  <a:lnTo>
                    <a:pt x="868068" y="114061"/>
                  </a:lnTo>
                  <a:lnTo>
                    <a:pt x="922219" y="131688"/>
                  </a:lnTo>
                  <a:close/>
                  <a:moveTo>
                    <a:pt x="924932" y="66739"/>
                  </a:moveTo>
                  <a:lnTo>
                    <a:pt x="869174" y="74087"/>
                  </a:lnTo>
                  <a:lnTo>
                    <a:pt x="922219" y="131688"/>
                  </a:lnTo>
                  <a:close/>
                  <a:moveTo>
                    <a:pt x="924932" y="66739"/>
                  </a:moveTo>
                  <a:lnTo>
                    <a:pt x="912148" y="14390"/>
                  </a:lnTo>
                  <a:lnTo>
                    <a:pt x="869174" y="74087"/>
                  </a:lnTo>
                  <a:close/>
                  <a:moveTo>
                    <a:pt x="924932" y="66739"/>
                  </a:moveTo>
                  <a:lnTo>
                    <a:pt x="974169" y="64692"/>
                  </a:lnTo>
                  <a:lnTo>
                    <a:pt x="962026" y="11821"/>
                  </a:lnTo>
                  <a:close/>
                  <a:moveTo>
                    <a:pt x="924932" y="66739"/>
                  </a:moveTo>
                  <a:lnTo>
                    <a:pt x="962026" y="11821"/>
                  </a:lnTo>
                  <a:lnTo>
                    <a:pt x="912148" y="14390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56" name="Output_density__4355">
              <a:extLst>
                <a:ext uri="{FF2B5EF4-FFF2-40B4-BE49-F238E27FC236}">
                  <a16:creationId xmlns:a16="http://schemas.microsoft.com/office/drawing/2014/main" id="{85F54339-1F34-48CB-3B9C-91BA2C0D06C6}"/>
                </a:ext>
              </a:extLst>
            </p:cNvPr>
            <p:cNvSpPr>
              <a:spLocks noGrp="1"/>
            </p:cNvSpPr>
            <p:nvPr/>
          </p:nvSpPr>
          <p:spPr>
            <a:xfrm>
              <a:off x="14990362" y="2934823"/>
              <a:ext cx="907412" cy="346956"/>
            </a:xfrm>
            <a:custGeom>
              <a:avLst/>
              <a:gdLst/>
              <a:ahLst/>
              <a:cxnLst/>
              <a:rect l="0" t="0" r="0" b="0"/>
              <a:pathLst>
                <a:path w="907412" h="346956">
                  <a:moveTo>
                    <a:pt x="26955" y="257931"/>
                  </a:moveTo>
                  <a:lnTo>
                    <a:pt x="47089" y="287047"/>
                  </a:lnTo>
                  <a:lnTo>
                    <a:pt x="52132" y="247500"/>
                  </a:lnTo>
                  <a:close/>
                  <a:moveTo>
                    <a:pt x="16023" y="130763"/>
                  </a:moveTo>
                  <a:lnTo>
                    <a:pt x="63686" y="175364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66451" y="110372"/>
                  </a:lnTo>
                  <a:lnTo>
                    <a:pt x="63686" y="175364"/>
                  </a:lnTo>
                  <a:close/>
                  <a:moveTo>
                    <a:pt x="0" y="79227"/>
                  </a:moveTo>
                  <a:lnTo>
                    <a:pt x="66451" y="110372"/>
                  </a:lnTo>
                  <a:lnTo>
                    <a:pt x="47615" y="62943"/>
                  </a:lnTo>
                  <a:close/>
                  <a:moveTo>
                    <a:pt x="0" y="79227"/>
                  </a:moveTo>
                  <a:lnTo>
                    <a:pt x="16023" y="130763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71439" y="55133"/>
                  </a:lnTo>
                  <a:lnTo>
                    <a:pt x="66451" y="110372"/>
                  </a:lnTo>
                  <a:close/>
                  <a:moveTo>
                    <a:pt x="71439" y="55133"/>
                  </a:moveTo>
                  <a:lnTo>
                    <a:pt x="47615" y="62943"/>
                  </a:lnTo>
                  <a:lnTo>
                    <a:pt x="66451" y="110372"/>
                  </a:lnTo>
                  <a:close/>
                  <a:moveTo>
                    <a:pt x="77252" y="106669"/>
                  </a:moveTo>
                  <a:lnTo>
                    <a:pt x="114559" y="158206"/>
                  </a:lnTo>
                  <a:lnTo>
                    <a:pt x="159625" y="134112"/>
                  </a:lnTo>
                  <a:close/>
                  <a:moveTo>
                    <a:pt x="77252" y="106669"/>
                  </a:moveTo>
                  <a:lnTo>
                    <a:pt x="159625" y="134112"/>
                  </a:lnTo>
                  <a:lnTo>
                    <a:pt x="142906" y="82575"/>
                  </a:lnTo>
                  <a:close/>
                  <a:moveTo>
                    <a:pt x="71439" y="55133"/>
                  </a:moveTo>
                  <a:lnTo>
                    <a:pt x="144675" y="72526"/>
                  </a:lnTo>
                  <a:lnTo>
                    <a:pt x="126032" y="37174"/>
                  </a:lnTo>
                  <a:close/>
                  <a:moveTo>
                    <a:pt x="142906" y="82575"/>
                  </a:moveTo>
                  <a:lnTo>
                    <a:pt x="144675" y="72526"/>
                  </a:lnTo>
                  <a:lnTo>
                    <a:pt x="71439" y="55133"/>
                  </a:lnTo>
                  <a:close/>
                  <a:moveTo>
                    <a:pt x="77252" y="106669"/>
                  </a:moveTo>
                  <a:lnTo>
                    <a:pt x="142906" y="82575"/>
                  </a:lnTo>
                  <a:lnTo>
                    <a:pt x="71439" y="55133"/>
                  </a:lnTo>
                  <a:close/>
                  <a:moveTo>
                    <a:pt x="93769" y="17098"/>
                  </a:moveTo>
                  <a:lnTo>
                    <a:pt x="71439" y="55133"/>
                  </a:lnTo>
                  <a:lnTo>
                    <a:pt x="126032" y="37174"/>
                  </a:lnTo>
                  <a:close/>
                  <a:moveTo>
                    <a:pt x="149121" y="31039"/>
                  </a:moveTo>
                  <a:lnTo>
                    <a:pt x="93769" y="17098"/>
                  </a:lnTo>
                  <a:lnTo>
                    <a:pt x="126032" y="37174"/>
                  </a:lnTo>
                  <a:close/>
                  <a:moveTo>
                    <a:pt x="126032" y="37174"/>
                  </a:moveTo>
                  <a:lnTo>
                    <a:pt x="144675" y="72526"/>
                  </a:lnTo>
                  <a:lnTo>
                    <a:pt x="149121" y="31039"/>
                  </a:lnTo>
                  <a:close/>
                  <a:moveTo>
                    <a:pt x="162160" y="133289"/>
                  </a:moveTo>
                  <a:lnTo>
                    <a:pt x="210221" y="132198"/>
                  </a:lnTo>
                  <a:lnTo>
                    <a:pt x="209503" y="70039"/>
                  </a:lnTo>
                  <a:close/>
                  <a:moveTo>
                    <a:pt x="162160" y="133289"/>
                  </a:moveTo>
                  <a:lnTo>
                    <a:pt x="209503" y="70039"/>
                  </a:lnTo>
                  <a:lnTo>
                    <a:pt x="150329" y="80163"/>
                  </a:lnTo>
                  <a:close/>
                  <a:moveTo>
                    <a:pt x="210221" y="132198"/>
                  </a:moveTo>
                  <a:lnTo>
                    <a:pt x="267978" y="123225"/>
                  </a:lnTo>
                  <a:lnTo>
                    <a:pt x="264960" y="62935"/>
                  </a:lnTo>
                  <a:close/>
                  <a:moveTo>
                    <a:pt x="210221" y="132198"/>
                  </a:moveTo>
                  <a:lnTo>
                    <a:pt x="264960" y="62935"/>
                  </a:lnTo>
                  <a:lnTo>
                    <a:pt x="209503" y="70039"/>
                  </a:lnTo>
                  <a:close/>
                  <a:moveTo>
                    <a:pt x="267978" y="123225"/>
                  </a:moveTo>
                  <a:lnTo>
                    <a:pt x="210221" y="132198"/>
                  </a:lnTo>
                  <a:lnTo>
                    <a:pt x="293946" y="146374"/>
                  </a:lnTo>
                  <a:close/>
                  <a:moveTo>
                    <a:pt x="144675" y="72526"/>
                  </a:moveTo>
                  <a:lnTo>
                    <a:pt x="142906" y="82575"/>
                  </a:lnTo>
                  <a:lnTo>
                    <a:pt x="150329" y="80163"/>
                  </a:lnTo>
                  <a:close/>
                  <a:moveTo>
                    <a:pt x="150329" y="80163"/>
                  </a:moveTo>
                  <a:lnTo>
                    <a:pt x="149121" y="31039"/>
                  </a:lnTo>
                  <a:lnTo>
                    <a:pt x="144675" y="72526"/>
                  </a:lnTo>
                  <a:close/>
                  <a:moveTo>
                    <a:pt x="195908" y="18349"/>
                  </a:moveTo>
                  <a:lnTo>
                    <a:pt x="149121" y="31039"/>
                  </a:lnTo>
                  <a:lnTo>
                    <a:pt x="150329" y="80163"/>
                  </a:lnTo>
                  <a:close/>
                  <a:moveTo>
                    <a:pt x="209503" y="70039"/>
                  </a:moveTo>
                  <a:lnTo>
                    <a:pt x="195908" y="18349"/>
                  </a:lnTo>
                  <a:lnTo>
                    <a:pt x="150329" y="80163"/>
                  </a:lnTo>
                  <a:close/>
                  <a:moveTo>
                    <a:pt x="209503" y="70039"/>
                  </a:moveTo>
                  <a:lnTo>
                    <a:pt x="248923" y="13230"/>
                  </a:lnTo>
                  <a:lnTo>
                    <a:pt x="195908" y="18349"/>
                  </a:lnTo>
                  <a:close/>
                  <a:moveTo>
                    <a:pt x="171996" y="0"/>
                  </a:moveTo>
                  <a:lnTo>
                    <a:pt x="149121" y="31039"/>
                  </a:lnTo>
                  <a:lnTo>
                    <a:pt x="195908" y="18349"/>
                  </a:lnTo>
                  <a:close/>
                  <a:moveTo>
                    <a:pt x="681130" y="140810"/>
                  </a:moveTo>
                  <a:lnTo>
                    <a:pt x="680906" y="140900"/>
                  </a:lnTo>
                  <a:lnTo>
                    <a:pt x="673237" y="209878"/>
                  </a:lnTo>
                  <a:close/>
                  <a:moveTo>
                    <a:pt x="594262" y="126021"/>
                  </a:moveTo>
                  <a:lnTo>
                    <a:pt x="612464" y="164903"/>
                  </a:lnTo>
                  <a:lnTo>
                    <a:pt x="655987" y="89273"/>
                  </a:lnTo>
                  <a:close/>
                  <a:moveTo>
                    <a:pt x="655987" y="89273"/>
                  </a:moveTo>
                  <a:lnTo>
                    <a:pt x="612464" y="164903"/>
                  </a:lnTo>
                  <a:lnTo>
                    <a:pt x="680867" y="140247"/>
                  </a:lnTo>
                  <a:close/>
                  <a:moveTo>
                    <a:pt x="680867" y="140247"/>
                  </a:moveTo>
                  <a:lnTo>
                    <a:pt x="612464" y="164903"/>
                  </a:lnTo>
                  <a:lnTo>
                    <a:pt x="680906" y="140900"/>
                  </a:lnTo>
                  <a:close/>
                  <a:moveTo>
                    <a:pt x="680906" y="140900"/>
                  </a:moveTo>
                  <a:lnTo>
                    <a:pt x="681130" y="140810"/>
                  </a:lnTo>
                  <a:lnTo>
                    <a:pt x="680867" y="140247"/>
                  </a:lnTo>
                  <a:close/>
                  <a:moveTo>
                    <a:pt x="810925" y="295419"/>
                  </a:moveTo>
                  <a:lnTo>
                    <a:pt x="852079" y="296126"/>
                  </a:lnTo>
                  <a:lnTo>
                    <a:pt x="821354" y="290911"/>
                  </a:lnTo>
                  <a:close/>
                  <a:moveTo>
                    <a:pt x="843501" y="322862"/>
                  </a:moveTo>
                  <a:lnTo>
                    <a:pt x="852079" y="296126"/>
                  </a:lnTo>
                  <a:lnTo>
                    <a:pt x="810925" y="295419"/>
                  </a:lnTo>
                  <a:close/>
                  <a:moveTo>
                    <a:pt x="805954" y="346956"/>
                  </a:moveTo>
                  <a:lnTo>
                    <a:pt x="843501" y="322862"/>
                  </a:lnTo>
                  <a:lnTo>
                    <a:pt x="810925" y="295419"/>
                  </a:lnTo>
                  <a:close/>
                  <a:moveTo>
                    <a:pt x="774048" y="243883"/>
                  </a:moveTo>
                  <a:lnTo>
                    <a:pt x="810925" y="295419"/>
                  </a:lnTo>
                  <a:lnTo>
                    <a:pt x="821354" y="290911"/>
                  </a:lnTo>
                  <a:close/>
                  <a:moveTo>
                    <a:pt x="860045" y="271325"/>
                  </a:moveTo>
                  <a:lnTo>
                    <a:pt x="843875" y="219789"/>
                  </a:lnTo>
                  <a:lnTo>
                    <a:pt x="821354" y="290911"/>
                  </a:lnTo>
                  <a:close/>
                  <a:moveTo>
                    <a:pt x="843875" y="219789"/>
                  </a:moveTo>
                  <a:lnTo>
                    <a:pt x="823258" y="226621"/>
                  </a:lnTo>
                  <a:lnTo>
                    <a:pt x="821354" y="290911"/>
                  </a:lnTo>
                  <a:close/>
                  <a:moveTo>
                    <a:pt x="821354" y="290911"/>
                  </a:moveTo>
                  <a:lnTo>
                    <a:pt x="852079" y="296126"/>
                  </a:lnTo>
                  <a:lnTo>
                    <a:pt x="860045" y="271325"/>
                  </a:lnTo>
                  <a:close/>
                  <a:moveTo>
                    <a:pt x="676220" y="81967"/>
                  </a:moveTo>
                  <a:lnTo>
                    <a:pt x="680867" y="140247"/>
                  </a:lnTo>
                  <a:lnTo>
                    <a:pt x="733723" y="65179"/>
                  </a:lnTo>
                  <a:close/>
                  <a:moveTo>
                    <a:pt x="733723" y="65179"/>
                  </a:moveTo>
                  <a:lnTo>
                    <a:pt x="680867" y="140247"/>
                  </a:lnTo>
                  <a:lnTo>
                    <a:pt x="681130" y="140810"/>
                  </a:lnTo>
                  <a:close/>
                  <a:moveTo>
                    <a:pt x="733723" y="65179"/>
                  </a:moveTo>
                  <a:lnTo>
                    <a:pt x="681130" y="140810"/>
                  </a:lnTo>
                  <a:lnTo>
                    <a:pt x="744278" y="116716"/>
                  </a:lnTo>
                  <a:close/>
                  <a:moveTo>
                    <a:pt x="655987" y="89273"/>
                  </a:moveTo>
                  <a:lnTo>
                    <a:pt x="680867" y="140247"/>
                  </a:lnTo>
                  <a:lnTo>
                    <a:pt x="676220" y="81967"/>
                  </a:lnTo>
                  <a:close/>
                  <a:moveTo>
                    <a:pt x="630959" y="37737"/>
                  </a:moveTo>
                  <a:lnTo>
                    <a:pt x="676220" y="81967"/>
                  </a:lnTo>
                  <a:lnTo>
                    <a:pt x="670197" y="24121"/>
                  </a:lnTo>
                  <a:close/>
                  <a:moveTo>
                    <a:pt x="630959" y="37737"/>
                  </a:moveTo>
                  <a:lnTo>
                    <a:pt x="655987" y="89273"/>
                  </a:lnTo>
                  <a:lnTo>
                    <a:pt x="676220" y="81967"/>
                  </a:lnTo>
                  <a:close/>
                  <a:moveTo>
                    <a:pt x="733723" y="65179"/>
                  </a:moveTo>
                  <a:lnTo>
                    <a:pt x="717086" y="13643"/>
                  </a:lnTo>
                  <a:lnTo>
                    <a:pt x="676220" y="81967"/>
                  </a:lnTo>
                  <a:close/>
                  <a:moveTo>
                    <a:pt x="717086" y="13643"/>
                  </a:moveTo>
                  <a:lnTo>
                    <a:pt x="670197" y="24121"/>
                  </a:lnTo>
                  <a:lnTo>
                    <a:pt x="676220" y="81967"/>
                  </a:lnTo>
                  <a:close/>
                  <a:moveTo>
                    <a:pt x="843875" y="219789"/>
                  </a:moveTo>
                  <a:lnTo>
                    <a:pt x="907412" y="258930"/>
                  </a:lnTo>
                  <a:lnTo>
                    <a:pt x="891351" y="209244"/>
                  </a:lnTo>
                  <a:close/>
                  <a:moveTo>
                    <a:pt x="843875" y="219789"/>
                  </a:moveTo>
                  <a:lnTo>
                    <a:pt x="860045" y="271325"/>
                  </a:lnTo>
                  <a:lnTo>
                    <a:pt x="907412" y="258930"/>
                  </a:lnTo>
                  <a:close/>
                  <a:moveTo>
                    <a:pt x="765947" y="109745"/>
                  </a:moveTo>
                  <a:lnTo>
                    <a:pt x="763783" y="140680"/>
                  </a:lnTo>
                  <a:lnTo>
                    <a:pt x="813087" y="92621"/>
                  </a:lnTo>
                  <a:close/>
                  <a:moveTo>
                    <a:pt x="744278" y="116716"/>
                  </a:moveTo>
                  <a:lnTo>
                    <a:pt x="763783" y="140680"/>
                  </a:lnTo>
                  <a:lnTo>
                    <a:pt x="765947" y="109745"/>
                  </a:lnTo>
                  <a:close/>
                  <a:moveTo>
                    <a:pt x="733723" y="65179"/>
                  </a:moveTo>
                  <a:lnTo>
                    <a:pt x="765947" y="109745"/>
                  </a:lnTo>
                  <a:lnTo>
                    <a:pt x="748459" y="61220"/>
                  </a:lnTo>
                  <a:close/>
                  <a:moveTo>
                    <a:pt x="733723" y="65179"/>
                  </a:moveTo>
                  <a:lnTo>
                    <a:pt x="744278" y="116716"/>
                  </a:lnTo>
                  <a:lnTo>
                    <a:pt x="765947" y="109745"/>
                  </a:lnTo>
                  <a:close/>
                  <a:moveTo>
                    <a:pt x="813087" y="92621"/>
                  </a:moveTo>
                  <a:lnTo>
                    <a:pt x="820173" y="41937"/>
                  </a:lnTo>
                  <a:lnTo>
                    <a:pt x="765947" y="109745"/>
                  </a:lnTo>
                  <a:close/>
                  <a:moveTo>
                    <a:pt x="765947" y="109745"/>
                  </a:moveTo>
                  <a:lnTo>
                    <a:pt x="820173" y="41937"/>
                  </a:lnTo>
                  <a:lnTo>
                    <a:pt x="819159" y="41724"/>
                  </a:lnTo>
                  <a:close/>
                  <a:moveTo>
                    <a:pt x="765947" y="109745"/>
                  </a:moveTo>
                  <a:lnTo>
                    <a:pt x="819159" y="41724"/>
                  </a:lnTo>
                  <a:lnTo>
                    <a:pt x="748459" y="61220"/>
                  </a:lnTo>
                  <a:close/>
                  <a:moveTo>
                    <a:pt x="717086" y="13643"/>
                  </a:moveTo>
                  <a:lnTo>
                    <a:pt x="733723" y="65179"/>
                  </a:lnTo>
                  <a:lnTo>
                    <a:pt x="748459" y="61220"/>
                  </a:lnTo>
                  <a:close/>
                  <a:moveTo>
                    <a:pt x="748459" y="61220"/>
                  </a:moveTo>
                  <a:lnTo>
                    <a:pt x="819159" y="41724"/>
                  </a:lnTo>
                  <a:lnTo>
                    <a:pt x="733478" y="10657"/>
                  </a:lnTo>
                  <a:close/>
                  <a:moveTo>
                    <a:pt x="819159" y="41724"/>
                  </a:moveTo>
                  <a:lnTo>
                    <a:pt x="820173" y="41937"/>
                  </a:lnTo>
                  <a:lnTo>
                    <a:pt x="820271" y="41085"/>
                  </a:lnTo>
                  <a:close/>
                  <a:moveTo>
                    <a:pt x="813087" y="92621"/>
                  </a:moveTo>
                  <a:lnTo>
                    <a:pt x="842314" y="124718"/>
                  </a:lnTo>
                  <a:lnTo>
                    <a:pt x="843420" y="84744"/>
                  </a:lnTo>
                  <a:close/>
                  <a:moveTo>
                    <a:pt x="820173" y="41937"/>
                  </a:moveTo>
                  <a:lnTo>
                    <a:pt x="813087" y="92621"/>
                  </a:lnTo>
                  <a:lnTo>
                    <a:pt x="843420" y="84744"/>
                  </a:lnTo>
                  <a:close/>
                  <a:moveTo>
                    <a:pt x="843420" y="84744"/>
                  </a:moveTo>
                  <a:lnTo>
                    <a:pt x="820271" y="41085"/>
                  </a:lnTo>
                  <a:lnTo>
                    <a:pt x="820173" y="41937"/>
                  </a:lnTo>
                  <a:close/>
                  <a:moveTo>
                    <a:pt x="886393" y="25046"/>
                  </a:moveTo>
                  <a:lnTo>
                    <a:pt x="820271" y="41085"/>
                  </a:lnTo>
                  <a:lnTo>
                    <a:pt x="843420" y="84744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57" name="Output_density__4356">
              <a:extLst>
                <a:ext uri="{FF2B5EF4-FFF2-40B4-BE49-F238E27FC236}">
                  <a16:creationId xmlns:a16="http://schemas.microsoft.com/office/drawing/2014/main" id="{D358A602-E36C-FF6A-44D7-2D43BF9FE5DD}"/>
                </a:ext>
              </a:extLst>
            </p:cNvPr>
            <p:cNvSpPr>
              <a:spLocks noGrp="1"/>
            </p:cNvSpPr>
            <p:nvPr/>
          </p:nvSpPr>
          <p:spPr>
            <a:xfrm>
              <a:off x="15134947" y="3071674"/>
              <a:ext cx="853970" cy="241680"/>
            </a:xfrm>
            <a:custGeom>
              <a:avLst/>
              <a:gdLst/>
              <a:ahLst/>
              <a:cxnLst/>
              <a:rect l="0" t="0" r="0" b="0"/>
              <a:pathLst>
                <a:path w="853970" h="241680">
                  <a:moveTo>
                    <a:pt x="47839" y="209323"/>
                  </a:moveTo>
                  <a:lnTo>
                    <a:pt x="103213" y="241680"/>
                  </a:lnTo>
                  <a:lnTo>
                    <a:pt x="131939" y="214182"/>
                  </a:lnTo>
                  <a:close/>
                  <a:moveTo>
                    <a:pt x="82935" y="205641"/>
                  </a:moveTo>
                  <a:lnTo>
                    <a:pt x="131939" y="214182"/>
                  </a:lnTo>
                  <a:lnTo>
                    <a:pt x="153163" y="158634"/>
                  </a:lnTo>
                  <a:close/>
                  <a:moveTo>
                    <a:pt x="153163" y="158634"/>
                  </a:moveTo>
                  <a:lnTo>
                    <a:pt x="186132" y="161580"/>
                  </a:lnTo>
                  <a:lnTo>
                    <a:pt x="163218" y="151871"/>
                  </a:lnTo>
                  <a:close/>
                  <a:moveTo>
                    <a:pt x="175270" y="201512"/>
                  </a:moveTo>
                  <a:lnTo>
                    <a:pt x="186132" y="161580"/>
                  </a:lnTo>
                  <a:lnTo>
                    <a:pt x="153163" y="158634"/>
                  </a:lnTo>
                  <a:close/>
                  <a:moveTo>
                    <a:pt x="131939" y="214182"/>
                  </a:moveTo>
                  <a:lnTo>
                    <a:pt x="175270" y="201512"/>
                  </a:lnTo>
                  <a:lnTo>
                    <a:pt x="153163" y="158634"/>
                  </a:lnTo>
                  <a:close/>
                  <a:moveTo>
                    <a:pt x="163218" y="151871"/>
                  </a:moveTo>
                  <a:lnTo>
                    <a:pt x="186132" y="161580"/>
                  </a:lnTo>
                  <a:lnTo>
                    <a:pt x="189442" y="119599"/>
                  </a:lnTo>
                  <a:close/>
                  <a:moveTo>
                    <a:pt x="0" y="70236"/>
                  </a:moveTo>
                  <a:lnTo>
                    <a:pt x="6029" y="21355"/>
                  </a:lnTo>
                  <a:lnTo>
                    <a:pt x="1568" y="72195"/>
                  </a:lnTo>
                  <a:close/>
                  <a:moveTo>
                    <a:pt x="59913" y="0"/>
                  </a:moveTo>
                  <a:lnTo>
                    <a:pt x="6029" y="21355"/>
                  </a:lnTo>
                  <a:lnTo>
                    <a:pt x="31486" y="13280"/>
                  </a:lnTo>
                  <a:close/>
                  <a:moveTo>
                    <a:pt x="167775" y="78365"/>
                  </a:moveTo>
                  <a:lnTo>
                    <a:pt x="189442" y="119599"/>
                  </a:lnTo>
                  <a:lnTo>
                    <a:pt x="198268" y="88970"/>
                  </a:lnTo>
                  <a:close/>
                  <a:moveTo>
                    <a:pt x="163218" y="151871"/>
                  </a:moveTo>
                  <a:lnTo>
                    <a:pt x="189442" y="119599"/>
                  </a:lnTo>
                  <a:lnTo>
                    <a:pt x="156000" y="148094"/>
                  </a:lnTo>
                  <a:close/>
                  <a:moveTo>
                    <a:pt x="237843" y="94779"/>
                  </a:moveTo>
                  <a:lnTo>
                    <a:pt x="198268" y="88970"/>
                  </a:lnTo>
                  <a:lnTo>
                    <a:pt x="189442" y="119599"/>
                  </a:lnTo>
                  <a:close/>
                  <a:moveTo>
                    <a:pt x="796901" y="219864"/>
                  </a:moveTo>
                  <a:lnTo>
                    <a:pt x="815954" y="237548"/>
                  </a:lnTo>
                  <a:lnTo>
                    <a:pt x="825753" y="171647"/>
                  </a:lnTo>
                  <a:close/>
                  <a:moveTo>
                    <a:pt x="820316" y="113324"/>
                  </a:moveTo>
                  <a:lnTo>
                    <a:pt x="825753" y="171647"/>
                  </a:lnTo>
                  <a:lnTo>
                    <a:pt x="853970" y="123946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58" name="Output_density__4357">
              <a:extLst>
                <a:ext uri="{FF2B5EF4-FFF2-40B4-BE49-F238E27FC236}">
                  <a16:creationId xmlns:a16="http://schemas.microsoft.com/office/drawing/2014/main" id="{8B2116AC-5653-8242-6B65-F460CB77EEBF}"/>
                </a:ext>
              </a:extLst>
            </p:cNvPr>
            <p:cNvSpPr>
              <a:spLocks noGrp="1"/>
            </p:cNvSpPr>
            <p:nvPr/>
          </p:nvSpPr>
          <p:spPr>
            <a:xfrm>
              <a:off x="15238160" y="3243321"/>
              <a:ext cx="732876" cy="70033"/>
            </a:xfrm>
            <a:custGeom>
              <a:avLst/>
              <a:gdLst/>
              <a:ahLst/>
              <a:cxnLst/>
              <a:rect l="0" t="0" r="0" b="0"/>
              <a:pathLst>
                <a:path w="732876" h="70033">
                  <a:moveTo>
                    <a:pt x="28726" y="42535"/>
                  </a:moveTo>
                  <a:lnTo>
                    <a:pt x="0" y="70033"/>
                  </a:lnTo>
                  <a:lnTo>
                    <a:pt x="72057" y="29865"/>
                  </a:lnTo>
                  <a:close/>
                  <a:moveTo>
                    <a:pt x="722540" y="0"/>
                  </a:moveTo>
                  <a:lnTo>
                    <a:pt x="712741" y="65901"/>
                  </a:lnTo>
                  <a:lnTo>
                    <a:pt x="716213" y="56770"/>
                  </a:lnTo>
                  <a:close/>
                  <a:moveTo>
                    <a:pt x="722540" y="0"/>
                  </a:moveTo>
                  <a:lnTo>
                    <a:pt x="716213" y="56770"/>
                  </a:lnTo>
                  <a:lnTo>
                    <a:pt x="732876" y="1436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59" name="Output_density__4358">
              <a:extLst>
                <a:ext uri="{FF2B5EF4-FFF2-40B4-BE49-F238E27FC236}">
                  <a16:creationId xmlns:a16="http://schemas.microsoft.com/office/drawing/2014/main" id="{BF16A03C-57B2-D37B-9644-3E8616D3FE87}"/>
                </a:ext>
              </a:extLst>
            </p:cNvPr>
            <p:cNvSpPr>
              <a:spLocks noGrp="1"/>
            </p:cNvSpPr>
            <p:nvPr/>
          </p:nvSpPr>
          <p:spPr>
            <a:xfrm>
              <a:off x="15858943" y="3300091"/>
              <a:ext cx="95430" cy="87681"/>
            </a:xfrm>
            <a:custGeom>
              <a:avLst/>
              <a:gdLst/>
              <a:ahLst/>
              <a:cxnLst/>
              <a:rect l="0" t="0" r="0" b="0"/>
              <a:pathLst>
                <a:path w="95430" h="87681">
                  <a:moveTo>
                    <a:pt x="32253" y="73369"/>
                  </a:moveTo>
                  <a:lnTo>
                    <a:pt x="0" y="87681"/>
                  </a:lnTo>
                  <a:lnTo>
                    <a:pt x="69904" y="39464"/>
                  </a:lnTo>
                  <a:close/>
                  <a:moveTo>
                    <a:pt x="11453" y="84761"/>
                  </a:moveTo>
                  <a:lnTo>
                    <a:pt x="32253" y="73369"/>
                  </a:lnTo>
                  <a:lnTo>
                    <a:pt x="62226" y="50534"/>
                  </a:lnTo>
                  <a:close/>
                  <a:moveTo>
                    <a:pt x="62226" y="50534"/>
                  </a:moveTo>
                  <a:lnTo>
                    <a:pt x="81967" y="22061"/>
                  </a:lnTo>
                  <a:lnTo>
                    <a:pt x="91957" y="9131"/>
                  </a:lnTo>
                  <a:close/>
                  <a:moveTo>
                    <a:pt x="69904" y="39464"/>
                  </a:moveTo>
                  <a:lnTo>
                    <a:pt x="81967" y="22061"/>
                  </a:lnTo>
                  <a:lnTo>
                    <a:pt x="62226" y="50534"/>
                  </a:lnTo>
                  <a:close/>
                  <a:moveTo>
                    <a:pt x="32253" y="73369"/>
                  </a:moveTo>
                  <a:lnTo>
                    <a:pt x="69904" y="39464"/>
                  </a:lnTo>
                  <a:lnTo>
                    <a:pt x="62226" y="50534"/>
                  </a:lnTo>
                  <a:close/>
                  <a:moveTo>
                    <a:pt x="73400" y="33225"/>
                  </a:moveTo>
                  <a:lnTo>
                    <a:pt x="95430" y="0"/>
                  </a:lnTo>
                  <a:lnTo>
                    <a:pt x="81967" y="22061"/>
                  </a:lnTo>
                  <a:close/>
                  <a:moveTo>
                    <a:pt x="91957" y="9131"/>
                  </a:moveTo>
                  <a:lnTo>
                    <a:pt x="81967" y="22061"/>
                  </a:lnTo>
                  <a:lnTo>
                    <a:pt x="95430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60" name="Output_density__4359">
              <a:extLst>
                <a:ext uri="{FF2B5EF4-FFF2-40B4-BE49-F238E27FC236}">
                  <a16:creationId xmlns:a16="http://schemas.microsoft.com/office/drawing/2014/main" id="{1D69FC67-16BA-1FD1-FDD5-5C04AED955D9}"/>
                </a:ext>
              </a:extLst>
            </p:cNvPr>
            <p:cNvSpPr>
              <a:spLocks noGrp="1"/>
            </p:cNvSpPr>
            <p:nvPr/>
          </p:nvSpPr>
          <p:spPr>
            <a:xfrm>
              <a:off x="15217882" y="3093846"/>
              <a:ext cx="742818" cy="304503"/>
            </a:xfrm>
            <a:custGeom>
              <a:avLst/>
              <a:gdLst/>
              <a:ahLst/>
              <a:cxnLst/>
              <a:rect l="0" t="0" r="0" b="0"/>
              <a:pathLst>
                <a:path w="742818" h="304503">
                  <a:moveTo>
                    <a:pt x="919" y="129699"/>
                  </a:moveTo>
                  <a:lnTo>
                    <a:pt x="0" y="183469"/>
                  </a:lnTo>
                  <a:lnTo>
                    <a:pt x="25951" y="145596"/>
                  </a:lnTo>
                  <a:close/>
                  <a:moveTo>
                    <a:pt x="25951" y="145596"/>
                  </a:moveTo>
                  <a:lnTo>
                    <a:pt x="0" y="183469"/>
                  </a:lnTo>
                  <a:lnTo>
                    <a:pt x="70227" y="136462"/>
                  </a:lnTo>
                  <a:close/>
                  <a:moveTo>
                    <a:pt x="919" y="129699"/>
                  </a:moveTo>
                  <a:lnTo>
                    <a:pt x="25951" y="145596"/>
                  </a:lnTo>
                  <a:lnTo>
                    <a:pt x="32692" y="120762"/>
                  </a:lnTo>
                  <a:close/>
                  <a:moveTo>
                    <a:pt x="73065" y="125922"/>
                  </a:moveTo>
                  <a:lnTo>
                    <a:pt x="32692" y="120762"/>
                  </a:lnTo>
                  <a:lnTo>
                    <a:pt x="25951" y="145596"/>
                  </a:lnTo>
                  <a:close/>
                  <a:moveTo>
                    <a:pt x="32692" y="120762"/>
                  </a:moveTo>
                  <a:lnTo>
                    <a:pt x="73065" y="125922"/>
                  </a:lnTo>
                  <a:lnTo>
                    <a:pt x="41031" y="67078"/>
                  </a:lnTo>
                  <a:close/>
                  <a:moveTo>
                    <a:pt x="73065" y="125922"/>
                  </a:moveTo>
                  <a:lnTo>
                    <a:pt x="84839" y="56193"/>
                  </a:lnTo>
                  <a:lnTo>
                    <a:pt x="41031" y="67078"/>
                  </a:lnTo>
                  <a:close/>
                  <a:moveTo>
                    <a:pt x="84839" y="56193"/>
                  </a:moveTo>
                  <a:lnTo>
                    <a:pt x="115333" y="66798"/>
                  </a:lnTo>
                  <a:lnTo>
                    <a:pt x="89192" y="54069"/>
                  </a:lnTo>
                  <a:close/>
                  <a:moveTo>
                    <a:pt x="85297" y="53235"/>
                  </a:moveTo>
                  <a:lnTo>
                    <a:pt x="41031" y="67078"/>
                  </a:lnTo>
                  <a:lnTo>
                    <a:pt x="84839" y="56193"/>
                  </a:lnTo>
                  <a:close/>
                  <a:moveTo>
                    <a:pt x="85297" y="53235"/>
                  </a:moveTo>
                  <a:lnTo>
                    <a:pt x="84839" y="56193"/>
                  </a:lnTo>
                  <a:lnTo>
                    <a:pt x="89192" y="54069"/>
                  </a:lnTo>
                  <a:close/>
                  <a:moveTo>
                    <a:pt x="73602" y="0"/>
                  </a:moveTo>
                  <a:lnTo>
                    <a:pt x="85297" y="53235"/>
                  </a:lnTo>
                  <a:lnTo>
                    <a:pt x="89192" y="54069"/>
                  </a:lnTo>
                  <a:close/>
                  <a:moveTo>
                    <a:pt x="574080" y="291007"/>
                  </a:moveTo>
                  <a:lnTo>
                    <a:pt x="566321" y="304503"/>
                  </a:lnTo>
                  <a:lnTo>
                    <a:pt x="584603" y="297292"/>
                  </a:lnTo>
                  <a:close/>
                  <a:moveTo>
                    <a:pt x="703128" y="143760"/>
                  </a:moveTo>
                  <a:lnTo>
                    <a:pt x="713965" y="197692"/>
                  </a:lnTo>
                  <a:lnTo>
                    <a:pt x="742818" y="149475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  <p:sp>
          <p:nvSpPr>
            <p:cNvPr id="4361" name="Output_density__4360">
              <a:extLst>
                <a:ext uri="{FF2B5EF4-FFF2-40B4-BE49-F238E27FC236}">
                  <a16:creationId xmlns:a16="http://schemas.microsoft.com/office/drawing/2014/main" id="{D8F5B69F-CE09-7E60-6F48-8280CA53202D}"/>
                </a:ext>
              </a:extLst>
            </p:cNvPr>
            <p:cNvSpPr>
              <a:spLocks noGrp="1"/>
            </p:cNvSpPr>
            <p:nvPr/>
          </p:nvSpPr>
          <p:spPr>
            <a:xfrm>
              <a:off x="15104921" y="3081197"/>
              <a:ext cx="826926" cy="317152"/>
            </a:xfrm>
            <a:custGeom>
              <a:avLst/>
              <a:gdLst/>
              <a:ahLst/>
              <a:cxnLst/>
              <a:rect l="0" t="0" r="0" b="0"/>
              <a:pathLst>
                <a:path w="826926" h="317152">
                  <a:moveTo>
                    <a:pt x="113880" y="142348"/>
                  </a:moveTo>
                  <a:lnTo>
                    <a:pt x="78998" y="166442"/>
                  </a:lnTo>
                  <a:lnTo>
                    <a:pt x="112961" y="196118"/>
                  </a:lnTo>
                  <a:close/>
                  <a:moveTo>
                    <a:pt x="77971" y="105075"/>
                  </a:moveTo>
                  <a:lnTo>
                    <a:pt x="52093" y="108748"/>
                  </a:lnTo>
                  <a:lnTo>
                    <a:pt x="113880" y="142348"/>
                  </a:lnTo>
                  <a:close/>
                  <a:moveTo>
                    <a:pt x="113880" y="142348"/>
                  </a:moveTo>
                  <a:lnTo>
                    <a:pt x="52093" y="108748"/>
                  </a:lnTo>
                  <a:lnTo>
                    <a:pt x="47464" y="114905"/>
                  </a:lnTo>
                  <a:close/>
                  <a:moveTo>
                    <a:pt x="113880" y="142348"/>
                  </a:moveTo>
                  <a:lnTo>
                    <a:pt x="47464" y="114905"/>
                  </a:lnTo>
                  <a:lnTo>
                    <a:pt x="78998" y="166442"/>
                  </a:lnTo>
                  <a:close/>
                  <a:moveTo>
                    <a:pt x="86667" y="55880"/>
                  </a:moveTo>
                  <a:lnTo>
                    <a:pt x="47464" y="114905"/>
                  </a:lnTo>
                  <a:lnTo>
                    <a:pt x="52093" y="108748"/>
                  </a:lnTo>
                  <a:close/>
                  <a:moveTo>
                    <a:pt x="42072" y="39275"/>
                  </a:moveTo>
                  <a:lnTo>
                    <a:pt x="30026" y="60713"/>
                  </a:lnTo>
                  <a:lnTo>
                    <a:pt x="31593" y="62672"/>
                  </a:lnTo>
                  <a:close/>
                  <a:moveTo>
                    <a:pt x="0" y="11832"/>
                  </a:moveTo>
                  <a:lnTo>
                    <a:pt x="30026" y="60713"/>
                  </a:lnTo>
                  <a:lnTo>
                    <a:pt x="42072" y="39275"/>
                  </a:lnTo>
                  <a:close/>
                  <a:moveTo>
                    <a:pt x="64880" y="90811"/>
                  </a:moveTo>
                  <a:lnTo>
                    <a:pt x="31593" y="62672"/>
                  </a:lnTo>
                  <a:lnTo>
                    <a:pt x="52093" y="108748"/>
                  </a:lnTo>
                  <a:close/>
                  <a:moveTo>
                    <a:pt x="198258" y="65884"/>
                  </a:moveTo>
                  <a:lnTo>
                    <a:pt x="155843" y="62384"/>
                  </a:lnTo>
                  <a:lnTo>
                    <a:pt x="153992" y="79727"/>
                  </a:lnTo>
                  <a:close/>
                  <a:moveTo>
                    <a:pt x="155843" y="62384"/>
                  </a:moveTo>
                  <a:lnTo>
                    <a:pt x="198258" y="65884"/>
                  </a:lnTo>
                  <a:lnTo>
                    <a:pt x="186562" y="12649"/>
                  </a:lnTo>
                  <a:close/>
                  <a:moveTo>
                    <a:pt x="186562" y="12649"/>
                  </a:moveTo>
                  <a:lnTo>
                    <a:pt x="202152" y="66718"/>
                  </a:lnTo>
                  <a:lnTo>
                    <a:pt x="209319" y="15181"/>
                  </a:lnTo>
                  <a:close/>
                  <a:moveTo>
                    <a:pt x="186562" y="12649"/>
                  </a:moveTo>
                  <a:lnTo>
                    <a:pt x="209319" y="15181"/>
                  </a:lnTo>
                  <a:lnTo>
                    <a:pt x="179387" y="0"/>
                  </a:lnTo>
                  <a:close/>
                  <a:moveTo>
                    <a:pt x="687041" y="303656"/>
                  </a:moveTo>
                  <a:lnTo>
                    <a:pt x="673055" y="259471"/>
                  </a:lnTo>
                  <a:lnTo>
                    <a:pt x="679282" y="317152"/>
                  </a:lnTo>
                  <a:close/>
                  <a:moveTo>
                    <a:pt x="780617" y="210007"/>
                  </a:moveTo>
                  <a:lnTo>
                    <a:pt x="826926" y="210341"/>
                  </a:lnTo>
                  <a:lnTo>
                    <a:pt x="816089" y="156409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62" name="Output_density__4361">
              <a:extLst>
                <a:ext uri="{FF2B5EF4-FFF2-40B4-BE49-F238E27FC236}">
                  <a16:creationId xmlns:a16="http://schemas.microsoft.com/office/drawing/2014/main" id="{4FAF866F-4051-34CA-78B7-087C249C040C}"/>
                </a:ext>
              </a:extLst>
            </p:cNvPr>
            <p:cNvSpPr>
              <a:spLocks noGrp="1"/>
            </p:cNvSpPr>
            <p:nvPr/>
          </p:nvSpPr>
          <p:spPr>
            <a:xfrm>
              <a:off x="15104921" y="3068935"/>
              <a:ext cx="712478" cy="315917"/>
            </a:xfrm>
            <a:custGeom>
              <a:avLst/>
              <a:gdLst/>
              <a:ahLst/>
              <a:cxnLst/>
              <a:rect l="0" t="0" r="0" b="0"/>
              <a:pathLst>
                <a:path w="712478" h="315917">
                  <a:moveTo>
                    <a:pt x="45066" y="0"/>
                  </a:moveTo>
                  <a:lnTo>
                    <a:pt x="0" y="24094"/>
                  </a:lnTo>
                  <a:lnTo>
                    <a:pt x="42072" y="51536"/>
                  </a:lnTo>
                  <a:close/>
                  <a:moveTo>
                    <a:pt x="64880" y="103073"/>
                  </a:moveTo>
                  <a:lnTo>
                    <a:pt x="52093" y="121010"/>
                  </a:lnTo>
                  <a:lnTo>
                    <a:pt x="77971" y="117337"/>
                  </a:lnTo>
                  <a:close/>
                  <a:moveTo>
                    <a:pt x="64880" y="103073"/>
                  </a:moveTo>
                  <a:lnTo>
                    <a:pt x="42072" y="51536"/>
                  </a:lnTo>
                  <a:lnTo>
                    <a:pt x="31593" y="74933"/>
                  </a:lnTo>
                  <a:close/>
                  <a:moveTo>
                    <a:pt x="155843" y="74645"/>
                  </a:moveTo>
                  <a:lnTo>
                    <a:pt x="186562" y="24911"/>
                  </a:lnTo>
                  <a:lnTo>
                    <a:pt x="139210" y="25424"/>
                  </a:lnTo>
                  <a:close/>
                  <a:moveTo>
                    <a:pt x="139210" y="25424"/>
                  </a:moveTo>
                  <a:lnTo>
                    <a:pt x="179387" y="12261"/>
                  </a:lnTo>
                  <a:lnTo>
                    <a:pt x="134177" y="17905"/>
                  </a:lnTo>
                  <a:close/>
                  <a:moveTo>
                    <a:pt x="139210" y="25424"/>
                  </a:moveTo>
                  <a:lnTo>
                    <a:pt x="186562" y="24911"/>
                  </a:lnTo>
                  <a:lnTo>
                    <a:pt x="179387" y="12261"/>
                  </a:lnTo>
                  <a:close/>
                  <a:moveTo>
                    <a:pt x="687041" y="315917"/>
                  </a:moveTo>
                  <a:lnTo>
                    <a:pt x="673209" y="264380"/>
                  </a:lnTo>
                  <a:lnTo>
                    <a:pt x="673055" y="271733"/>
                  </a:lnTo>
                  <a:close/>
                  <a:moveTo>
                    <a:pt x="673209" y="264380"/>
                  </a:moveTo>
                  <a:lnTo>
                    <a:pt x="687041" y="315917"/>
                  </a:lnTo>
                  <a:lnTo>
                    <a:pt x="712478" y="302426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63" name="Output_density__4362">
              <a:extLst>
                <a:ext uri="{FF2B5EF4-FFF2-40B4-BE49-F238E27FC236}">
                  <a16:creationId xmlns:a16="http://schemas.microsoft.com/office/drawing/2014/main" id="{D3FAFF33-B8A7-6477-AAFE-2E3C6AB14265}"/>
                </a:ext>
              </a:extLst>
            </p:cNvPr>
            <p:cNvSpPr>
              <a:spLocks noGrp="1"/>
            </p:cNvSpPr>
            <p:nvPr/>
          </p:nvSpPr>
          <p:spPr>
            <a:xfrm>
              <a:off x="15243833" y="3150039"/>
              <a:ext cx="688014" cy="248309"/>
            </a:xfrm>
            <a:custGeom>
              <a:avLst/>
              <a:gdLst/>
              <a:ahLst/>
              <a:cxnLst/>
              <a:rect l="0" t="0" r="0" b="0"/>
              <a:pathLst>
                <a:path w="688014" h="248309">
                  <a:moveTo>
                    <a:pt x="47114" y="69729"/>
                  </a:moveTo>
                  <a:lnTo>
                    <a:pt x="0" y="89402"/>
                  </a:lnTo>
                  <a:lnTo>
                    <a:pt x="44277" y="80269"/>
                  </a:lnTo>
                  <a:close/>
                  <a:moveTo>
                    <a:pt x="47114" y="69729"/>
                  </a:moveTo>
                  <a:lnTo>
                    <a:pt x="44277" y="80269"/>
                  </a:lnTo>
                  <a:lnTo>
                    <a:pt x="54332" y="73506"/>
                  </a:lnTo>
                  <a:close/>
                  <a:moveTo>
                    <a:pt x="47114" y="69729"/>
                  </a:moveTo>
                  <a:lnTo>
                    <a:pt x="80556" y="41234"/>
                  </a:lnTo>
                  <a:lnTo>
                    <a:pt x="58888" y="0"/>
                  </a:lnTo>
                  <a:close/>
                  <a:moveTo>
                    <a:pt x="606862" y="246670"/>
                  </a:moveTo>
                  <a:lnTo>
                    <a:pt x="558652" y="241098"/>
                  </a:lnTo>
                  <a:lnTo>
                    <a:pt x="540370" y="248309"/>
                  </a:lnTo>
                  <a:close/>
                  <a:moveTo>
                    <a:pt x="606862" y="246670"/>
                  </a:moveTo>
                  <a:lnTo>
                    <a:pt x="636604" y="222969"/>
                  </a:lnTo>
                  <a:lnTo>
                    <a:pt x="558652" y="241098"/>
                  </a:lnTo>
                  <a:close/>
                  <a:moveTo>
                    <a:pt x="643533" y="202422"/>
                  </a:moveTo>
                  <a:lnTo>
                    <a:pt x="636604" y="222969"/>
                  </a:lnTo>
                  <a:lnTo>
                    <a:pt x="659799" y="210719"/>
                  </a:lnTo>
                  <a:close/>
                  <a:moveTo>
                    <a:pt x="643533" y="202422"/>
                  </a:moveTo>
                  <a:lnTo>
                    <a:pt x="659799" y="210719"/>
                  </a:lnTo>
                  <a:lnTo>
                    <a:pt x="688014" y="141499"/>
                  </a:lnTo>
                  <a:close/>
                </a:path>
              </a:pathLst>
            </a:custGeom>
            <a:solidFill>
              <a:srgbClr val="EFF2F3"/>
            </a:solidFill>
            <a:ln w="1524">
              <a:solidFill>
                <a:srgbClr val="EFF2F3"/>
              </a:solidFill>
            </a:ln>
          </p:spPr>
        </p:sp>
        <p:sp>
          <p:nvSpPr>
            <p:cNvPr id="4364" name="Output_density__4363">
              <a:extLst>
                <a:ext uri="{FF2B5EF4-FFF2-40B4-BE49-F238E27FC236}">
                  <a16:creationId xmlns:a16="http://schemas.microsoft.com/office/drawing/2014/main" id="{972AEE1B-CA25-9832-5138-0F943F04513A}"/>
                </a:ext>
              </a:extLst>
            </p:cNvPr>
            <p:cNvSpPr>
              <a:spLocks noGrp="1"/>
            </p:cNvSpPr>
            <p:nvPr/>
          </p:nvSpPr>
          <p:spPr>
            <a:xfrm>
              <a:off x="15133269" y="3014986"/>
              <a:ext cx="787741" cy="356375"/>
            </a:xfrm>
            <a:custGeom>
              <a:avLst/>
              <a:gdLst/>
              <a:ahLst/>
              <a:cxnLst/>
              <a:rect l="0" t="0" r="0" b="0"/>
              <a:pathLst>
                <a:path w="787741" h="356375">
                  <a:moveTo>
                    <a:pt x="16718" y="53949"/>
                  </a:moveTo>
                  <a:lnTo>
                    <a:pt x="50832" y="90195"/>
                  </a:lnTo>
                  <a:lnTo>
                    <a:pt x="19254" y="53125"/>
                  </a:lnTo>
                  <a:close/>
                  <a:moveTo>
                    <a:pt x="16718" y="53949"/>
                  </a:moveTo>
                  <a:lnTo>
                    <a:pt x="13725" y="105485"/>
                  </a:lnTo>
                  <a:lnTo>
                    <a:pt x="50832" y="90195"/>
                  </a:lnTo>
                  <a:close/>
                  <a:moveTo>
                    <a:pt x="93558" y="81391"/>
                  </a:moveTo>
                  <a:lnTo>
                    <a:pt x="105829" y="71854"/>
                  </a:lnTo>
                  <a:lnTo>
                    <a:pt x="50832" y="90195"/>
                  </a:lnTo>
                  <a:close/>
                  <a:moveTo>
                    <a:pt x="50832" y="90195"/>
                  </a:moveTo>
                  <a:lnTo>
                    <a:pt x="105829" y="71854"/>
                  </a:lnTo>
                  <a:lnTo>
                    <a:pt x="67315" y="52034"/>
                  </a:lnTo>
                  <a:close/>
                  <a:moveTo>
                    <a:pt x="50832" y="90195"/>
                  </a:moveTo>
                  <a:lnTo>
                    <a:pt x="67315" y="52034"/>
                  </a:lnTo>
                  <a:lnTo>
                    <a:pt x="19254" y="53125"/>
                  </a:lnTo>
                  <a:close/>
                  <a:moveTo>
                    <a:pt x="0" y="2412"/>
                  </a:moveTo>
                  <a:lnTo>
                    <a:pt x="19254" y="53125"/>
                  </a:lnTo>
                  <a:lnTo>
                    <a:pt x="7423" y="0"/>
                  </a:lnTo>
                  <a:close/>
                  <a:moveTo>
                    <a:pt x="0" y="2412"/>
                  </a:moveTo>
                  <a:lnTo>
                    <a:pt x="16718" y="53949"/>
                  </a:lnTo>
                  <a:lnTo>
                    <a:pt x="19254" y="53125"/>
                  </a:lnTo>
                  <a:close/>
                  <a:moveTo>
                    <a:pt x="67315" y="52034"/>
                  </a:moveTo>
                  <a:lnTo>
                    <a:pt x="105829" y="71854"/>
                  </a:lnTo>
                  <a:lnTo>
                    <a:pt x="151040" y="66210"/>
                  </a:lnTo>
                  <a:close/>
                  <a:moveTo>
                    <a:pt x="105829" y="71854"/>
                  </a:moveTo>
                  <a:lnTo>
                    <a:pt x="93558" y="81391"/>
                  </a:lnTo>
                  <a:lnTo>
                    <a:pt x="110863" y="79373"/>
                  </a:lnTo>
                  <a:close/>
                  <a:moveTo>
                    <a:pt x="648535" y="298827"/>
                  </a:moveTo>
                  <a:lnTo>
                    <a:pt x="644707" y="325682"/>
                  </a:lnTo>
                  <a:lnTo>
                    <a:pt x="644861" y="318329"/>
                  </a:lnTo>
                  <a:close/>
                  <a:moveTo>
                    <a:pt x="644861" y="318329"/>
                  </a:moveTo>
                  <a:lnTo>
                    <a:pt x="684130" y="356375"/>
                  </a:lnTo>
                  <a:lnTo>
                    <a:pt x="663083" y="310743"/>
                  </a:lnTo>
                  <a:close/>
                  <a:moveTo>
                    <a:pt x="648535" y="298827"/>
                  </a:moveTo>
                  <a:lnTo>
                    <a:pt x="644861" y="318329"/>
                  </a:lnTo>
                  <a:lnTo>
                    <a:pt x="663083" y="310743"/>
                  </a:lnTo>
                  <a:close/>
                  <a:moveTo>
                    <a:pt x="648535" y="298827"/>
                  </a:moveTo>
                  <a:lnTo>
                    <a:pt x="663083" y="310743"/>
                  </a:lnTo>
                  <a:lnTo>
                    <a:pt x="663047" y="266793"/>
                  </a:lnTo>
                  <a:close/>
                  <a:moveTo>
                    <a:pt x="663047" y="266793"/>
                  </a:moveTo>
                  <a:lnTo>
                    <a:pt x="663083" y="310743"/>
                  </a:lnTo>
                  <a:lnTo>
                    <a:pt x="694642" y="294235"/>
                  </a:lnTo>
                  <a:close/>
                  <a:moveTo>
                    <a:pt x="663047" y="266793"/>
                  </a:moveTo>
                  <a:lnTo>
                    <a:pt x="694642" y="294235"/>
                  </a:lnTo>
                  <a:lnTo>
                    <a:pt x="700595" y="242699"/>
                  </a:lnTo>
                  <a:close/>
                  <a:moveTo>
                    <a:pt x="700595" y="242699"/>
                  </a:moveTo>
                  <a:lnTo>
                    <a:pt x="752269" y="276218"/>
                  </a:lnTo>
                  <a:lnTo>
                    <a:pt x="726375" y="234527"/>
                  </a:lnTo>
                  <a:close/>
                  <a:moveTo>
                    <a:pt x="700595" y="242699"/>
                  </a:moveTo>
                  <a:lnTo>
                    <a:pt x="694642" y="294235"/>
                  </a:lnTo>
                  <a:lnTo>
                    <a:pt x="752269" y="276218"/>
                  </a:lnTo>
                  <a:close/>
                  <a:moveTo>
                    <a:pt x="752269" y="276218"/>
                  </a:moveTo>
                  <a:lnTo>
                    <a:pt x="787741" y="222620"/>
                  </a:lnTo>
                  <a:lnTo>
                    <a:pt x="726375" y="234527"/>
                  </a:lnTo>
                  <a:close/>
                  <a:moveTo>
                    <a:pt x="709172" y="215963"/>
                  </a:moveTo>
                  <a:lnTo>
                    <a:pt x="700595" y="242699"/>
                  </a:lnTo>
                  <a:lnTo>
                    <a:pt x="726375" y="234527"/>
                  </a:lnTo>
                  <a:close/>
                  <a:moveTo>
                    <a:pt x="726375" y="234527"/>
                  </a:moveTo>
                  <a:lnTo>
                    <a:pt x="717138" y="191162"/>
                  </a:lnTo>
                  <a:lnTo>
                    <a:pt x="709172" y="215963"/>
                  </a:lnTo>
                  <a:close/>
                  <a:moveTo>
                    <a:pt x="764505" y="178767"/>
                  </a:moveTo>
                  <a:lnTo>
                    <a:pt x="717138" y="191162"/>
                  </a:lnTo>
                  <a:lnTo>
                    <a:pt x="726375" y="234527"/>
                  </a:lnTo>
                  <a:close/>
                  <a:moveTo>
                    <a:pt x="787741" y="222620"/>
                  </a:moveTo>
                  <a:lnTo>
                    <a:pt x="764505" y="178767"/>
                  </a:lnTo>
                  <a:lnTo>
                    <a:pt x="726375" y="234527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65" name="Output_density__4364">
              <a:extLst>
                <a:ext uri="{FF2B5EF4-FFF2-40B4-BE49-F238E27FC236}">
                  <a16:creationId xmlns:a16="http://schemas.microsoft.com/office/drawing/2014/main" id="{2F162ACF-4BFF-5288-EE71-C26424AF62FB}"/>
                </a:ext>
              </a:extLst>
            </p:cNvPr>
            <p:cNvSpPr>
              <a:spLocks noGrp="1"/>
            </p:cNvSpPr>
            <p:nvPr/>
          </p:nvSpPr>
          <p:spPr>
            <a:xfrm>
              <a:off x="15784203" y="3291538"/>
              <a:ext cx="166698" cy="106811"/>
            </a:xfrm>
            <a:custGeom>
              <a:avLst/>
              <a:gdLst/>
              <a:ahLst/>
              <a:cxnLst/>
              <a:rect l="0" t="0" r="0" b="0"/>
              <a:pathLst>
                <a:path w="166698" h="106811">
                  <a:moveTo>
                    <a:pt x="66492" y="105171"/>
                  </a:moveTo>
                  <a:lnTo>
                    <a:pt x="0" y="106811"/>
                  </a:lnTo>
                  <a:lnTo>
                    <a:pt x="48975" y="104977"/>
                  </a:lnTo>
                  <a:close/>
                  <a:moveTo>
                    <a:pt x="86193" y="93314"/>
                  </a:moveTo>
                  <a:lnTo>
                    <a:pt x="119428" y="69220"/>
                  </a:lnTo>
                  <a:lnTo>
                    <a:pt x="96234" y="81470"/>
                  </a:lnTo>
                  <a:close/>
                  <a:moveTo>
                    <a:pt x="147644" y="0"/>
                  </a:moveTo>
                  <a:lnTo>
                    <a:pt x="119428" y="69220"/>
                  </a:lnTo>
                  <a:lnTo>
                    <a:pt x="136967" y="59087"/>
                  </a:lnTo>
                  <a:close/>
                  <a:moveTo>
                    <a:pt x="147644" y="0"/>
                  </a:moveTo>
                  <a:lnTo>
                    <a:pt x="136967" y="59087"/>
                  </a:lnTo>
                  <a:lnTo>
                    <a:pt x="166698" y="17684"/>
                  </a:lnTo>
                  <a:close/>
                </a:path>
              </a:pathLst>
            </a:custGeom>
            <a:solidFill>
              <a:srgbClr val="EDF0F2"/>
            </a:solidFill>
            <a:ln w="1524">
              <a:solidFill>
                <a:srgbClr val="EDF0F2"/>
              </a:solidFill>
            </a:ln>
          </p:spPr>
        </p:sp>
        <p:sp>
          <p:nvSpPr>
            <p:cNvPr id="4366" name="Output_density__4365">
              <a:extLst>
                <a:ext uri="{FF2B5EF4-FFF2-40B4-BE49-F238E27FC236}">
                  <a16:creationId xmlns:a16="http://schemas.microsoft.com/office/drawing/2014/main" id="{0876D7A2-C61B-450F-AE31-4D406D284A99}"/>
                </a:ext>
              </a:extLst>
            </p:cNvPr>
            <p:cNvSpPr>
              <a:spLocks noGrp="1"/>
            </p:cNvSpPr>
            <p:nvPr/>
          </p:nvSpPr>
          <p:spPr>
            <a:xfrm>
              <a:off x="15850695" y="3350625"/>
              <a:ext cx="70474" cy="46084"/>
            </a:xfrm>
            <a:custGeom>
              <a:avLst/>
              <a:gdLst/>
              <a:ahLst/>
              <a:cxnLst/>
              <a:rect l="0" t="0" r="0" b="0"/>
              <a:pathLst>
                <a:path w="70474" h="46084">
                  <a:moveTo>
                    <a:pt x="19701" y="34227"/>
                  </a:moveTo>
                  <a:lnTo>
                    <a:pt x="29742" y="22383"/>
                  </a:lnTo>
                  <a:lnTo>
                    <a:pt x="0" y="46084"/>
                  </a:lnTo>
                  <a:close/>
                  <a:moveTo>
                    <a:pt x="52936" y="10133"/>
                  </a:moveTo>
                  <a:lnTo>
                    <a:pt x="19701" y="34227"/>
                  </a:lnTo>
                  <a:lnTo>
                    <a:pt x="70474" y="0"/>
                  </a:lnTo>
                  <a:close/>
                </a:path>
              </a:pathLst>
            </a:custGeom>
            <a:solidFill>
              <a:srgbClr val="ECEFF1"/>
            </a:solidFill>
            <a:ln w="1524">
              <a:solidFill>
                <a:srgbClr val="ECEFF1"/>
              </a:solidFill>
            </a:ln>
          </p:spPr>
        </p:sp>
        <p:sp>
          <p:nvSpPr>
            <p:cNvPr id="4367" name="Output_density__4366">
              <a:extLst>
                <a:ext uri="{FF2B5EF4-FFF2-40B4-BE49-F238E27FC236}">
                  <a16:creationId xmlns:a16="http://schemas.microsoft.com/office/drawing/2014/main" id="{C579C9C6-AD25-652E-030E-CD7E650B6DEF}"/>
                </a:ext>
              </a:extLst>
            </p:cNvPr>
            <p:cNvSpPr>
              <a:spLocks noGrp="1"/>
            </p:cNvSpPr>
            <p:nvPr/>
          </p:nvSpPr>
          <p:spPr>
            <a:xfrm>
              <a:off x="15146994" y="3094359"/>
              <a:ext cx="740372" cy="277001"/>
            </a:xfrm>
            <a:custGeom>
              <a:avLst/>
              <a:gdLst/>
              <a:ahLst/>
              <a:cxnLst/>
              <a:rect l="0" t="0" r="0" b="0"/>
              <a:pathLst>
                <a:path w="740372" h="277001">
                  <a:moveTo>
                    <a:pt x="47860" y="64823"/>
                  </a:moveTo>
                  <a:lnTo>
                    <a:pt x="35899" y="91912"/>
                  </a:lnTo>
                  <a:lnTo>
                    <a:pt x="81480" y="53555"/>
                  </a:lnTo>
                  <a:close/>
                  <a:moveTo>
                    <a:pt x="22808" y="77649"/>
                  </a:moveTo>
                  <a:lnTo>
                    <a:pt x="35899" y="91912"/>
                  </a:lnTo>
                  <a:lnTo>
                    <a:pt x="47860" y="64823"/>
                  </a:lnTo>
                  <a:close/>
                  <a:moveTo>
                    <a:pt x="0" y="26112"/>
                  </a:moveTo>
                  <a:lnTo>
                    <a:pt x="22808" y="77649"/>
                  </a:lnTo>
                  <a:lnTo>
                    <a:pt x="47860" y="64823"/>
                  </a:lnTo>
                  <a:close/>
                  <a:moveTo>
                    <a:pt x="81480" y="53555"/>
                  </a:moveTo>
                  <a:lnTo>
                    <a:pt x="79834" y="2018"/>
                  </a:lnTo>
                  <a:lnTo>
                    <a:pt x="47860" y="64823"/>
                  </a:lnTo>
                  <a:close/>
                  <a:moveTo>
                    <a:pt x="79834" y="2018"/>
                  </a:moveTo>
                  <a:lnTo>
                    <a:pt x="113770" y="49221"/>
                  </a:lnTo>
                  <a:lnTo>
                    <a:pt x="97138" y="0"/>
                  </a:lnTo>
                  <a:close/>
                  <a:moveTo>
                    <a:pt x="79834" y="2018"/>
                  </a:moveTo>
                  <a:lnTo>
                    <a:pt x="81480" y="53555"/>
                  </a:lnTo>
                  <a:lnTo>
                    <a:pt x="113770" y="49221"/>
                  </a:lnTo>
                  <a:close/>
                  <a:moveTo>
                    <a:pt x="693734" y="266399"/>
                  </a:moveTo>
                  <a:lnTo>
                    <a:pt x="680917" y="214862"/>
                  </a:lnTo>
                  <a:lnTo>
                    <a:pt x="670405" y="277001"/>
                  </a:lnTo>
                  <a:close/>
                  <a:moveTo>
                    <a:pt x="680917" y="214862"/>
                  </a:moveTo>
                  <a:lnTo>
                    <a:pt x="740372" y="258102"/>
                  </a:lnTo>
                  <a:lnTo>
                    <a:pt x="738545" y="196845"/>
                  </a:lnTo>
                  <a:close/>
                  <a:moveTo>
                    <a:pt x="680917" y="214862"/>
                  </a:moveTo>
                  <a:lnTo>
                    <a:pt x="693734" y="266399"/>
                  </a:lnTo>
                  <a:lnTo>
                    <a:pt x="740372" y="258102"/>
                  </a:lnTo>
                  <a:close/>
                </a:path>
              </a:pathLst>
            </a:custGeom>
            <a:solidFill>
              <a:srgbClr val="F4F6F7"/>
            </a:solidFill>
            <a:ln w="1524">
              <a:solidFill>
                <a:srgbClr val="F4F6F7"/>
              </a:solidFill>
            </a:ln>
          </p:spPr>
        </p:sp>
        <p:sp>
          <p:nvSpPr>
            <p:cNvPr id="4368" name="Output_density__4367">
              <a:extLst>
                <a:ext uri="{FF2B5EF4-FFF2-40B4-BE49-F238E27FC236}">
                  <a16:creationId xmlns:a16="http://schemas.microsoft.com/office/drawing/2014/main" id="{03AD00F5-DE78-1118-DA62-F340364CF36D}"/>
                </a:ext>
              </a:extLst>
            </p:cNvPr>
            <p:cNvSpPr>
              <a:spLocks noGrp="1"/>
            </p:cNvSpPr>
            <p:nvPr/>
          </p:nvSpPr>
          <p:spPr>
            <a:xfrm>
              <a:off x="15182892" y="3143581"/>
              <a:ext cx="748955" cy="247557"/>
            </a:xfrm>
            <a:custGeom>
              <a:avLst/>
              <a:gdLst/>
              <a:ahLst/>
              <a:cxnLst/>
              <a:rect l="0" t="0" r="0" b="0"/>
              <a:pathLst>
                <a:path w="748955" h="247557">
                  <a:moveTo>
                    <a:pt x="0" y="42691"/>
                  </a:moveTo>
                  <a:lnTo>
                    <a:pt x="35909" y="79964"/>
                  </a:lnTo>
                  <a:lnTo>
                    <a:pt x="45581" y="4334"/>
                  </a:lnTo>
                  <a:close/>
                  <a:moveTo>
                    <a:pt x="45581" y="4334"/>
                  </a:moveTo>
                  <a:lnTo>
                    <a:pt x="35909" y="79964"/>
                  </a:lnTo>
                  <a:lnTo>
                    <a:pt x="76021" y="17343"/>
                  </a:lnTo>
                  <a:close/>
                  <a:moveTo>
                    <a:pt x="76021" y="17343"/>
                  </a:moveTo>
                  <a:lnTo>
                    <a:pt x="35909" y="79964"/>
                  </a:lnTo>
                  <a:lnTo>
                    <a:pt x="67682" y="71027"/>
                  </a:lnTo>
                  <a:close/>
                  <a:moveTo>
                    <a:pt x="45581" y="4334"/>
                  </a:moveTo>
                  <a:lnTo>
                    <a:pt x="76021" y="17343"/>
                  </a:lnTo>
                  <a:lnTo>
                    <a:pt x="77872" y="0"/>
                  </a:lnTo>
                  <a:close/>
                  <a:moveTo>
                    <a:pt x="609070" y="241272"/>
                  </a:moveTo>
                  <a:lnTo>
                    <a:pt x="619593" y="247557"/>
                  </a:lnTo>
                  <a:lnTo>
                    <a:pt x="634507" y="227780"/>
                  </a:lnTo>
                  <a:close/>
                  <a:moveTo>
                    <a:pt x="619593" y="247557"/>
                  </a:moveTo>
                  <a:lnTo>
                    <a:pt x="657835" y="217178"/>
                  </a:lnTo>
                  <a:lnTo>
                    <a:pt x="634507" y="227780"/>
                  </a:lnTo>
                  <a:close/>
                  <a:moveTo>
                    <a:pt x="702646" y="147623"/>
                  </a:moveTo>
                  <a:lnTo>
                    <a:pt x="704473" y="208881"/>
                  </a:lnTo>
                  <a:lnTo>
                    <a:pt x="748955" y="147957"/>
                  </a:lnTo>
                  <a:close/>
                </a:path>
              </a:pathLst>
            </a:custGeom>
            <a:solidFill>
              <a:srgbClr val="F2F4F6"/>
            </a:solidFill>
            <a:ln w="1524">
              <a:solidFill>
                <a:srgbClr val="F2F4F6"/>
              </a:solidFill>
            </a:ln>
          </p:spPr>
        </p:sp>
        <p:sp>
          <p:nvSpPr>
            <p:cNvPr id="4369" name="Output_density__4368">
              <a:extLst>
                <a:ext uri="{FF2B5EF4-FFF2-40B4-BE49-F238E27FC236}">
                  <a16:creationId xmlns:a16="http://schemas.microsoft.com/office/drawing/2014/main" id="{2FA03838-E5E3-D460-F088-2202B2F1662C}"/>
                </a:ext>
              </a:extLst>
            </p:cNvPr>
            <p:cNvSpPr>
              <a:spLocks noGrp="1"/>
            </p:cNvSpPr>
            <p:nvPr/>
          </p:nvSpPr>
          <p:spPr>
            <a:xfrm>
              <a:off x="15146994" y="3096378"/>
              <a:ext cx="680917" cy="274983"/>
            </a:xfrm>
            <a:custGeom>
              <a:avLst/>
              <a:gdLst/>
              <a:ahLst/>
              <a:cxnLst/>
              <a:rect l="0" t="0" r="0" b="0"/>
              <a:pathLst>
                <a:path w="680917" h="274983">
                  <a:moveTo>
                    <a:pt x="0" y="24094"/>
                  </a:moveTo>
                  <a:lnTo>
                    <a:pt x="47860" y="62805"/>
                  </a:lnTo>
                  <a:lnTo>
                    <a:pt x="37107" y="8804"/>
                  </a:lnTo>
                  <a:close/>
                  <a:moveTo>
                    <a:pt x="79834" y="0"/>
                  </a:moveTo>
                  <a:lnTo>
                    <a:pt x="37107" y="8804"/>
                  </a:lnTo>
                  <a:lnTo>
                    <a:pt x="47860" y="62805"/>
                  </a:lnTo>
                  <a:close/>
                  <a:moveTo>
                    <a:pt x="680917" y="212844"/>
                  </a:moveTo>
                  <a:lnTo>
                    <a:pt x="649358" y="229351"/>
                  </a:lnTo>
                  <a:lnTo>
                    <a:pt x="670405" y="274983"/>
                  </a:lnTo>
                  <a:close/>
                </a:path>
              </a:pathLst>
            </a:custGeom>
            <a:solidFill>
              <a:srgbClr val="F5F7F8"/>
            </a:solidFill>
            <a:ln w="1524">
              <a:solidFill>
                <a:srgbClr val="F5F7F8"/>
              </a:solidFill>
            </a:ln>
          </p:spPr>
        </p:sp>
        <p:sp>
          <p:nvSpPr>
            <p:cNvPr id="4370" name="Output_density__4369">
              <a:extLst>
                <a:ext uri="{FF2B5EF4-FFF2-40B4-BE49-F238E27FC236}">
                  <a16:creationId xmlns:a16="http://schemas.microsoft.com/office/drawing/2014/main" id="{8C09BA2F-FEB5-D69F-87E0-53AD9B92D915}"/>
                </a:ext>
              </a:extLst>
            </p:cNvPr>
            <p:cNvSpPr>
              <a:spLocks noGrp="1"/>
            </p:cNvSpPr>
            <p:nvPr/>
          </p:nvSpPr>
          <p:spPr>
            <a:xfrm>
              <a:off x="15802485" y="3352461"/>
              <a:ext cx="84880" cy="38676"/>
            </a:xfrm>
            <a:custGeom>
              <a:avLst/>
              <a:gdLst/>
              <a:ahLst/>
              <a:cxnLst/>
              <a:rect l="0" t="0" r="0" b="0"/>
              <a:pathLst>
                <a:path w="84880" h="38676">
                  <a:moveTo>
                    <a:pt x="77952" y="20546"/>
                  </a:moveTo>
                  <a:lnTo>
                    <a:pt x="38242" y="8297"/>
                  </a:lnTo>
                  <a:lnTo>
                    <a:pt x="0" y="38676"/>
                  </a:lnTo>
                  <a:close/>
                  <a:moveTo>
                    <a:pt x="38242" y="8297"/>
                  </a:moveTo>
                  <a:lnTo>
                    <a:pt x="77952" y="20546"/>
                  </a:lnTo>
                  <a:lnTo>
                    <a:pt x="84880" y="0"/>
                  </a:lnTo>
                  <a:close/>
                </a:path>
              </a:pathLst>
            </a:custGeom>
            <a:solidFill>
              <a:srgbClr val="F1F3F5"/>
            </a:solidFill>
            <a:ln w="1524">
              <a:solidFill>
                <a:srgbClr val="F1F3F5"/>
              </a:solidFill>
            </a:ln>
          </p:spPr>
        </p:sp>
      </p:grpSp>
      <p:grpSp>
        <p:nvGrpSpPr>
          <p:cNvPr id="6240" name="Build：输出受体主链">
            <a:extLst>
              <a:ext uri="{FF2B5EF4-FFF2-40B4-BE49-F238E27FC236}">
                <a16:creationId xmlns:a16="http://schemas.microsoft.com/office/drawing/2014/main" id="{682F4F24-6800-2F7E-9327-F8262ECACB83}"/>
              </a:ext>
            </a:extLst>
          </p:cNvPr>
          <p:cNvGrpSpPr/>
          <p:nvPr/>
        </p:nvGrpSpPr>
        <p:grpSpPr>
          <a:xfrm>
            <a:off x="8034591" y="3837993"/>
            <a:ext cx="1121765" cy="1390181"/>
            <a:chOff x="14845986" y="2225897"/>
            <a:chExt cx="2019177" cy="2502325"/>
          </a:xfrm>
        </p:grpSpPr>
        <p:sp>
          <p:nvSpPr>
            <p:cNvPr id="4371" name="Output_receptor__4370">
              <a:extLst>
                <a:ext uri="{FF2B5EF4-FFF2-40B4-BE49-F238E27FC236}">
                  <a16:creationId xmlns:a16="http://schemas.microsoft.com/office/drawing/2014/main" id="{6AA17F41-3AA1-4E45-3266-06E9E38C3407}"/>
                </a:ext>
              </a:extLst>
            </p:cNvPr>
            <p:cNvSpPr>
              <a:spLocks noGrp="1"/>
            </p:cNvSpPr>
            <p:nvPr/>
          </p:nvSpPr>
          <p:spPr>
            <a:xfrm>
              <a:off x="15751966" y="4338325"/>
              <a:ext cx="68727" cy="3551"/>
            </a:xfrm>
            <a:custGeom>
              <a:avLst/>
              <a:gdLst/>
              <a:ahLst/>
              <a:cxnLst/>
              <a:rect l="0" t="0" r="0" b="0"/>
              <a:pathLst>
                <a:path w="68727" h="3551">
                  <a:moveTo>
                    <a:pt x="68727" y="0"/>
                  </a:moveTo>
                  <a:lnTo>
                    <a:pt x="0" y="3551"/>
                  </a:lnTo>
                </a:path>
              </a:pathLst>
            </a:custGeom>
            <a:noFill/>
            <a:ln w="20003">
              <a:solidFill>
                <a:srgbClr val="E3E7E9"/>
              </a:solidFill>
            </a:ln>
          </p:spPr>
        </p:sp>
        <p:sp>
          <p:nvSpPr>
            <p:cNvPr id="4372" name="Output_receptor__4371">
              <a:extLst>
                <a:ext uri="{FF2B5EF4-FFF2-40B4-BE49-F238E27FC236}">
                  <a16:creationId xmlns:a16="http://schemas.microsoft.com/office/drawing/2014/main" id="{F4757639-6A38-2A90-6D36-DAB16D102F68}"/>
                </a:ext>
              </a:extLst>
            </p:cNvPr>
            <p:cNvSpPr>
              <a:spLocks noGrp="1"/>
            </p:cNvSpPr>
            <p:nvPr/>
          </p:nvSpPr>
          <p:spPr>
            <a:xfrm>
              <a:off x="15730070" y="4341876"/>
              <a:ext cx="21896" cy="29938"/>
            </a:xfrm>
            <a:custGeom>
              <a:avLst/>
              <a:gdLst/>
              <a:ahLst/>
              <a:cxnLst/>
              <a:rect l="0" t="0" r="0" b="0"/>
              <a:pathLst>
                <a:path w="21896" h="29938">
                  <a:moveTo>
                    <a:pt x="21896" y="0"/>
                  </a:moveTo>
                  <a:lnTo>
                    <a:pt x="0" y="2993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3" name="Output_receptor__4372">
              <a:extLst>
                <a:ext uri="{FF2B5EF4-FFF2-40B4-BE49-F238E27FC236}">
                  <a16:creationId xmlns:a16="http://schemas.microsoft.com/office/drawing/2014/main" id="{2760B7D2-0A7A-D5B7-60D0-7A14A5CF35E8}"/>
                </a:ext>
              </a:extLst>
            </p:cNvPr>
            <p:cNvSpPr>
              <a:spLocks noGrp="1"/>
            </p:cNvSpPr>
            <p:nvPr/>
          </p:nvSpPr>
          <p:spPr>
            <a:xfrm>
              <a:off x="15820692" y="4338325"/>
              <a:ext cx="2029" cy="69751"/>
            </a:xfrm>
            <a:custGeom>
              <a:avLst/>
              <a:gdLst/>
              <a:ahLst/>
              <a:cxnLst/>
              <a:rect l="0" t="0" r="0" b="0"/>
              <a:pathLst>
                <a:path w="2029" h="69751">
                  <a:moveTo>
                    <a:pt x="2029" y="697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4" name="Output_receptor__4373">
              <a:extLst>
                <a:ext uri="{FF2B5EF4-FFF2-40B4-BE49-F238E27FC236}">
                  <a16:creationId xmlns:a16="http://schemas.microsoft.com/office/drawing/2014/main" id="{C38E4E3A-1796-686B-613C-EAFB68CBC9DF}"/>
                </a:ext>
              </a:extLst>
            </p:cNvPr>
            <p:cNvSpPr>
              <a:spLocks noGrp="1"/>
            </p:cNvSpPr>
            <p:nvPr/>
          </p:nvSpPr>
          <p:spPr>
            <a:xfrm>
              <a:off x="15822721" y="4408075"/>
              <a:ext cx="72277" cy="4033"/>
            </a:xfrm>
            <a:custGeom>
              <a:avLst/>
              <a:gdLst/>
              <a:ahLst/>
              <a:cxnLst/>
              <a:rect l="0" t="0" r="0" b="0"/>
              <a:pathLst>
                <a:path w="72277" h="4033">
                  <a:moveTo>
                    <a:pt x="72277" y="40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5" name="Output_receptor__4374">
              <a:extLst>
                <a:ext uri="{FF2B5EF4-FFF2-40B4-BE49-F238E27FC236}">
                  <a16:creationId xmlns:a16="http://schemas.microsoft.com/office/drawing/2014/main" id="{57D3F9E0-BFF3-8800-B45A-BC640AD70420}"/>
                </a:ext>
              </a:extLst>
            </p:cNvPr>
            <p:cNvSpPr>
              <a:spLocks noGrp="1"/>
            </p:cNvSpPr>
            <p:nvPr/>
          </p:nvSpPr>
          <p:spPr>
            <a:xfrm>
              <a:off x="15894998" y="4379687"/>
              <a:ext cx="57673" cy="32421"/>
            </a:xfrm>
            <a:custGeom>
              <a:avLst/>
              <a:gdLst/>
              <a:ahLst/>
              <a:cxnLst/>
              <a:rect l="0" t="0" r="0" b="0"/>
              <a:pathLst>
                <a:path w="57673" h="32421">
                  <a:moveTo>
                    <a:pt x="57673" y="0"/>
                  </a:moveTo>
                  <a:lnTo>
                    <a:pt x="0" y="3242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6" name="Output_receptor__4375">
              <a:extLst>
                <a:ext uri="{FF2B5EF4-FFF2-40B4-BE49-F238E27FC236}">
                  <a16:creationId xmlns:a16="http://schemas.microsoft.com/office/drawing/2014/main" id="{00E7F403-51DE-4B43-2FC5-71E703A41FC0}"/>
                </a:ext>
              </a:extLst>
            </p:cNvPr>
            <p:cNvSpPr>
              <a:spLocks noGrp="1"/>
            </p:cNvSpPr>
            <p:nvPr/>
          </p:nvSpPr>
          <p:spPr>
            <a:xfrm>
              <a:off x="16022030" y="4327283"/>
              <a:ext cx="21434" cy="67388"/>
            </a:xfrm>
            <a:custGeom>
              <a:avLst/>
              <a:gdLst/>
              <a:ahLst/>
              <a:cxnLst/>
              <a:rect l="0" t="0" r="0" b="0"/>
              <a:pathLst>
                <a:path w="21434" h="67388">
                  <a:moveTo>
                    <a:pt x="21434" y="0"/>
                  </a:moveTo>
                  <a:lnTo>
                    <a:pt x="0" y="67388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7" name="Output_receptor__4376">
              <a:extLst>
                <a:ext uri="{FF2B5EF4-FFF2-40B4-BE49-F238E27FC236}">
                  <a16:creationId xmlns:a16="http://schemas.microsoft.com/office/drawing/2014/main" id="{D1EDA6DC-124F-CDD7-824A-385DF6A98666}"/>
                </a:ext>
              </a:extLst>
            </p:cNvPr>
            <p:cNvSpPr>
              <a:spLocks noGrp="1"/>
            </p:cNvSpPr>
            <p:nvPr/>
          </p:nvSpPr>
          <p:spPr>
            <a:xfrm>
              <a:off x="15952671" y="4379687"/>
              <a:ext cx="69359" cy="14984"/>
            </a:xfrm>
            <a:custGeom>
              <a:avLst/>
              <a:gdLst/>
              <a:ahLst/>
              <a:cxnLst/>
              <a:rect l="0" t="0" r="0" b="0"/>
              <a:pathLst>
                <a:path w="69359" h="14984">
                  <a:moveTo>
                    <a:pt x="69359" y="1498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78" name="Output_receptor__4377">
              <a:extLst>
                <a:ext uri="{FF2B5EF4-FFF2-40B4-BE49-F238E27FC236}">
                  <a16:creationId xmlns:a16="http://schemas.microsoft.com/office/drawing/2014/main" id="{04B500DD-F5C4-D2E6-5F04-712EFCDB8B69}"/>
                </a:ext>
              </a:extLst>
            </p:cNvPr>
            <p:cNvSpPr>
              <a:spLocks noGrp="1"/>
            </p:cNvSpPr>
            <p:nvPr/>
          </p:nvSpPr>
          <p:spPr>
            <a:xfrm>
              <a:off x="15670688" y="4269004"/>
              <a:ext cx="64674" cy="30666"/>
            </a:xfrm>
            <a:custGeom>
              <a:avLst/>
              <a:gdLst/>
              <a:ahLst/>
              <a:cxnLst/>
              <a:rect l="0" t="0" r="0" b="0"/>
              <a:pathLst>
                <a:path w="64674" h="30666">
                  <a:moveTo>
                    <a:pt x="64674" y="0"/>
                  </a:moveTo>
                  <a:lnTo>
                    <a:pt x="0" y="30666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79" name="Output_receptor__4378">
              <a:extLst>
                <a:ext uri="{FF2B5EF4-FFF2-40B4-BE49-F238E27FC236}">
                  <a16:creationId xmlns:a16="http://schemas.microsoft.com/office/drawing/2014/main" id="{91AAD522-8D0E-0007-C8A1-363BA3953202}"/>
                </a:ext>
              </a:extLst>
            </p:cNvPr>
            <p:cNvSpPr>
              <a:spLocks noGrp="1"/>
            </p:cNvSpPr>
            <p:nvPr/>
          </p:nvSpPr>
          <p:spPr>
            <a:xfrm>
              <a:off x="15909013" y="4225416"/>
              <a:ext cx="67910" cy="584"/>
            </a:xfrm>
            <a:custGeom>
              <a:avLst/>
              <a:gdLst/>
              <a:ahLst/>
              <a:cxnLst/>
              <a:rect l="0" t="0" r="0" b="0"/>
              <a:pathLst>
                <a:path w="67910" h="584">
                  <a:moveTo>
                    <a:pt x="0" y="0"/>
                  </a:moveTo>
                  <a:lnTo>
                    <a:pt x="67910" y="584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0" name="Output_receptor__4379">
              <a:extLst>
                <a:ext uri="{FF2B5EF4-FFF2-40B4-BE49-F238E27FC236}">
                  <a16:creationId xmlns:a16="http://schemas.microsoft.com/office/drawing/2014/main" id="{7E3A8B4C-6EFE-EDD3-8B42-55B4D8377EAF}"/>
                </a:ext>
              </a:extLst>
            </p:cNvPr>
            <p:cNvSpPr>
              <a:spLocks noGrp="1"/>
            </p:cNvSpPr>
            <p:nvPr/>
          </p:nvSpPr>
          <p:spPr>
            <a:xfrm>
              <a:off x="15735362" y="4269004"/>
              <a:ext cx="31055" cy="52680"/>
            </a:xfrm>
            <a:custGeom>
              <a:avLst/>
              <a:gdLst/>
              <a:ahLst/>
              <a:cxnLst/>
              <a:rect l="0" t="0" r="0" b="0"/>
              <a:pathLst>
                <a:path w="31055" h="52680">
                  <a:moveTo>
                    <a:pt x="31055" y="526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1" name="Output_receptor__4380">
              <a:extLst>
                <a:ext uri="{FF2B5EF4-FFF2-40B4-BE49-F238E27FC236}">
                  <a16:creationId xmlns:a16="http://schemas.microsoft.com/office/drawing/2014/main" id="{61021AE9-5F55-2641-80FA-773C855B0E37}"/>
                </a:ext>
              </a:extLst>
            </p:cNvPr>
            <p:cNvSpPr>
              <a:spLocks noGrp="1"/>
            </p:cNvSpPr>
            <p:nvPr/>
          </p:nvSpPr>
          <p:spPr>
            <a:xfrm>
              <a:off x="15730070" y="4321684"/>
              <a:ext cx="36348" cy="50130"/>
            </a:xfrm>
            <a:custGeom>
              <a:avLst/>
              <a:gdLst/>
              <a:ahLst/>
              <a:cxnLst/>
              <a:rect l="0" t="0" r="0" b="0"/>
              <a:pathLst>
                <a:path w="36348" h="50130">
                  <a:moveTo>
                    <a:pt x="0" y="50130"/>
                  </a:moveTo>
                  <a:lnTo>
                    <a:pt x="36348" y="0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2" name="Output_receptor__4381">
              <a:extLst>
                <a:ext uri="{FF2B5EF4-FFF2-40B4-BE49-F238E27FC236}">
                  <a16:creationId xmlns:a16="http://schemas.microsoft.com/office/drawing/2014/main" id="{591332A6-679C-5B5B-5A59-84F7B0A463B6}"/>
                </a:ext>
              </a:extLst>
            </p:cNvPr>
            <p:cNvSpPr>
              <a:spLocks noGrp="1"/>
            </p:cNvSpPr>
            <p:nvPr/>
          </p:nvSpPr>
          <p:spPr>
            <a:xfrm>
              <a:off x="15976923" y="4226000"/>
              <a:ext cx="25247" cy="53322"/>
            </a:xfrm>
            <a:custGeom>
              <a:avLst/>
              <a:gdLst/>
              <a:ahLst/>
              <a:cxnLst/>
              <a:rect l="0" t="0" r="0" b="0"/>
              <a:pathLst>
                <a:path w="25247" h="53322">
                  <a:moveTo>
                    <a:pt x="0" y="0"/>
                  </a:moveTo>
                  <a:lnTo>
                    <a:pt x="25247" y="53322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3" name="Output_receptor__4382">
              <a:extLst>
                <a:ext uri="{FF2B5EF4-FFF2-40B4-BE49-F238E27FC236}">
                  <a16:creationId xmlns:a16="http://schemas.microsoft.com/office/drawing/2014/main" id="{5C90D76D-9C28-2EDF-4755-05490DE00F0B}"/>
                </a:ext>
              </a:extLst>
            </p:cNvPr>
            <p:cNvSpPr>
              <a:spLocks noGrp="1"/>
            </p:cNvSpPr>
            <p:nvPr/>
          </p:nvSpPr>
          <p:spPr>
            <a:xfrm>
              <a:off x="16002170" y="4279322"/>
              <a:ext cx="41293" cy="47961"/>
            </a:xfrm>
            <a:custGeom>
              <a:avLst/>
              <a:gdLst/>
              <a:ahLst/>
              <a:cxnLst/>
              <a:rect l="0" t="0" r="0" b="0"/>
              <a:pathLst>
                <a:path w="41293" h="47961">
                  <a:moveTo>
                    <a:pt x="0" y="0"/>
                  </a:moveTo>
                  <a:lnTo>
                    <a:pt x="41293" y="47961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4" name="Output_receptor__4383">
              <a:extLst>
                <a:ext uri="{FF2B5EF4-FFF2-40B4-BE49-F238E27FC236}">
                  <a16:creationId xmlns:a16="http://schemas.microsoft.com/office/drawing/2014/main" id="{8273A1D5-6C79-45F1-52D2-506E662CACD9}"/>
                </a:ext>
              </a:extLst>
            </p:cNvPr>
            <p:cNvSpPr>
              <a:spLocks noGrp="1"/>
            </p:cNvSpPr>
            <p:nvPr/>
          </p:nvSpPr>
          <p:spPr>
            <a:xfrm>
              <a:off x="16619491" y="4050909"/>
              <a:ext cx="65929" cy="11096"/>
            </a:xfrm>
            <a:custGeom>
              <a:avLst/>
              <a:gdLst/>
              <a:ahLst/>
              <a:cxnLst/>
              <a:rect l="0" t="0" r="0" b="0"/>
              <a:pathLst>
                <a:path w="65929" h="11096">
                  <a:moveTo>
                    <a:pt x="0" y="11096"/>
                  </a:moveTo>
                  <a:lnTo>
                    <a:pt x="65929" y="0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5" name="Output_receptor__4384">
              <a:extLst>
                <a:ext uri="{FF2B5EF4-FFF2-40B4-BE49-F238E27FC236}">
                  <a16:creationId xmlns:a16="http://schemas.microsoft.com/office/drawing/2014/main" id="{C0F855C2-1D9B-C98A-2F89-E7BA6F52B77D}"/>
                </a:ext>
              </a:extLst>
            </p:cNvPr>
            <p:cNvSpPr>
              <a:spLocks noGrp="1"/>
            </p:cNvSpPr>
            <p:nvPr/>
          </p:nvSpPr>
          <p:spPr>
            <a:xfrm>
              <a:off x="15670688" y="4299670"/>
              <a:ext cx="11090" cy="6319"/>
            </a:xfrm>
            <a:custGeom>
              <a:avLst/>
              <a:gdLst/>
              <a:ahLst/>
              <a:cxnLst/>
              <a:rect l="0" t="0" r="0" b="0"/>
              <a:pathLst>
                <a:path w="11090" h="6319">
                  <a:moveTo>
                    <a:pt x="0" y="0"/>
                  </a:moveTo>
                  <a:lnTo>
                    <a:pt x="11090" y="631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6" name="Output_receptor__4385">
              <a:extLst>
                <a:ext uri="{FF2B5EF4-FFF2-40B4-BE49-F238E27FC236}">
                  <a16:creationId xmlns:a16="http://schemas.microsoft.com/office/drawing/2014/main" id="{39BF69F6-EC0F-5127-F91C-FF78D47B5D31}"/>
                </a:ext>
              </a:extLst>
            </p:cNvPr>
            <p:cNvSpPr>
              <a:spLocks noGrp="1"/>
            </p:cNvSpPr>
            <p:nvPr/>
          </p:nvSpPr>
          <p:spPr>
            <a:xfrm>
              <a:off x="16578124" y="4030868"/>
              <a:ext cx="41367" cy="31137"/>
            </a:xfrm>
            <a:custGeom>
              <a:avLst/>
              <a:gdLst/>
              <a:ahLst/>
              <a:cxnLst/>
              <a:rect l="0" t="0" r="0" b="0"/>
              <a:pathLst>
                <a:path w="41367" h="31137">
                  <a:moveTo>
                    <a:pt x="0" y="0"/>
                  </a:moveTo>
                  <a:lnTo>
                    <a:pt x="41367" y="31137"/>
                  </a:lnTo>
                </a:path>
              </a:pathLst>
            </a:custGeom>
            <a:noFill/>
            <a:ln w="8096">
              <a:solidFill>
                <a:srgbClr val="E3E7EA"/>
              </a:solidFill>
            </a:ln>
          </p:spPr>
        </p:sp>
        <p:sp>
          <p:nvSpPr>
            <p:cNvPr id="4387" name="Output_receptor__4386">
              <a:extLst>
                <a:ext uri="{FF2B5EF4-FFF2-40B4-BE49-F238E27FC236}">
                  <a16:creationId xmlns:a16="http://schemas.microsoft.com/office/drawing/2014/main" id="{CA3E754E-FC17-4D6C-E9E9-6DF610B5B638}"/>
                </a:ext>
              </a:extLst>
            </p:cNvPr>
            <p:cNvSpPr>
              <a:spLocks noGrp="1"/>
            </p:cNvSpPr>
            <p:nvPr/>
          </p:nvSpPr>
          <p:spPr>
            <a:xfrm>
              <a:off x="16559278" y="3925499"/>
              <a:ext cx="64959" cy="21299"/>
            </a:xfrm>
            <a:custGeom>
              <a:avLst/>
              <a:gdLst/>
              <a:ahLst/>
              <a:cxnLst/>
              <a:rect l="0" t="0" r="0" b="0"/>
              <a:pathLst>
                <a:path w="64959" h="21299">
                  <a:moveTo>
                    <a:pt x="0" y="0"/>
                  </a:moveTo>
                  <a:lnTo>
                    <a:pt x="64959" y="2129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8" name="Output_receptor__4387">
              <a:extLst>
                <a:ext uri="{FF2B5EF4-FFF2-40B4-BE49-F238E27FC236}">
                  <a16:creationId xmlns:a16="http://schemas.microsoft.com/office/drawing/2014/main" id="{EECA6ED8-68E1-5FD5-6CC9-FB92F55C6636}"/>
                </a:ext>
              </a:extLst>
            </p:cNvPr>
            <p:cNvSpPr>
              <a:spLocks noGrp="1"/>
            </p:cNvSpPr>
            <p:nvPr/>
          </p:nvSpPr>
          <p:spPr>
            <a:xfrm>
              <a:off x="15909013" y="4215436"/>
              <a:ext cx="30482" cy="9979"/>
            </a:xfrm>
            <a:custGeom>
              <a:avLst/>
              <a:gdLst/>
              <a:ahLst/>
              <a:cxnLst/>
              <a:rect l="0" t="0" r="0" b="0"/>
              <a:pathLst>
                <a:path w="30482" h="9979">
                  <a:moveTo>
                    <a:pt x="30482" y="0"/>
                  </a:moveTo>
                  <a:lnTo>
                    <a:pt x="0" y="9979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89" name="Output_receptor__4388">
              <a:extLst>
                <a:ext uri="{FF2B5EF4-FFF2-40B4-BE49-F238E27FC236}">
                  <a16:creationId xmlns:a16="http://schemas.microsoft.com/office/drawing/2014/main" id="{CFF14DDC-3FFD-9BE2-5CEB-8991450AAC5E}"/>
                </a:ext>
              </a:extLst>
            </p:cNvPr>
            <p:cNvSpPr>
              <a:spLocks noGrp="1"/>
            </p:cNvSpPr>
            <p:nvPr/>
          </p:nvSpPr>
          <p:spPr>
            <a:xfrm>
              <a:off x="15895952" y="4127533"/>
              <a:ext cx="63959" cy="21248"/>
            </a:xfrm>
            <a:custGeom>
              <a:avLst/>
              <a:gdLst/>
              <a:ahLst/>
              <a:cxnLst/>
              <a:rect l="0" t="0" r="0" b="0"/>
              <a:pathLst>
                <a:path w="63959" h="21248">
                  <a:moveTo>
                    <a:pt x="0" y="0"/>
                  </a:moveTo>
                  <a:lnTo>
                    <a:pt x="63959" y="21248"/>
                  </a:lnTo>
                </a:path>
              </a:pathLst>
            </a:custGeom>
            <a:noFill/>
            <a:ln w="20003">
              <a:solidFill>
                <a:srgbClr val="E3E7EA"/>
              </a:solidFill>
            </a:ln>
          </p:spPr>
        </p:sp>
        <p:sp>
          <p:nvSpPr>
            <p:cNvPr id="4390" name="Output_receptor__4389">
              <a:extLst>
                <a:ext uri="{FF2B5EF4-FFF2-40B4-BE49-F238E27FC236}">
                  <a16:creationId xmlns:a16="http://schemas.microsoft.com/office/drawing/2014/main" id="{7326C8B7-4A7A-D59B-F81E-E7BD809E126A}"/>
                </a:ext>
              </a:extLst>
            </p:cNvPr>
            <p:cNvSpPr>
              <a:spLocks noGrp="1"/>
            </p:cNvSpPr>
            <p:nvPr/>
          </p:nvSpPr>
          <p:spPr>
            <a:xfrm>
              <a:off x="16113528" y="4141051"/>
              <a:ext cx="52396" cy="39378"/>
            </a:xfrm>
            <a:custGeom>
              <a:avLst/>
              <a:gdLst/>
              <a:ahLst/>
              <a:cxnLst/>
              <a:rect l="0" t="0" r="0" b="0"/>
              <a:pathLst>
                <a:path w="52396" h="39378">
                  <a:moveTo>
                    <a:pt x="52396" y="393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1" name="Output_receptor__4390">
              <a:extLst>
                <a:ext uri="{FF2B5EF4-FFF2-40B4-BE49-F238E27FC236}">
                  <a16:creationId xmlns:a16="http://schemas.microsoft.com/office/drawing/2014/main" id="{56129A1A-A01D-4886-C9DC-307E41DCF9F5}"/>
                </a:ext>
              </a:extLst>
            </p:cNvPr>
            <p:cNvSpPr>
              <a:spLocks noGrp="1"/>
            </p:cNvSpPr>
            <p:nvPr/>
          </p:nvSpPr>
          <p:spPr>
            <a:xfrm>
              <a:off x="15649500" y="4213650"/>
              <a:ext cx="57155" cy="24580"/>
            </a:xfrm>
            <a:custGeom>
              <a:avLst/>
              <a:gdLst/>
              <a:ahLst/>
              <a:cxnLst/>
              <a:rect l="0" t="0" r="0" b="0"/>
              <a:pathLst>
                <a:path w="57155" h="24580">
                  <a:moveTo>
                    <a:pt x="57155" y="245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2" name="Output_receptor__4391">
              <a:extLst>
                <a:ext uri="{FF2B5EF4-FFF2-40B4-BE49-F238E27FC236}">
                  <a16:creationId xmlns:a16="http://schemas.microsoft.com/office/drawing/2014/main" id="{A9C97F66-A898-A10C-522F-5652210B3B7A}"/>
                </a:ext>
              </a:extLst>
            </p:cNvPr>
            <p:cNvSpPr>
              <a:spLocks noGrp="1"/>
            </p:cNvSpPr>
            <p:nvPr/>
          </p:nvSpPr>
          <p:spPr>
            <a:xfrm>
              <a:off x="15602521" y="4213650"/>
              <a:ext cx="46978" cy="38350"/>
            </a:xfrm>
            <a:custGeom>
              <a:avLst/>
              <a:gdLst/>
              <a:ahLst/>
              <a:cxnLst/>
              <a:rect l="0" t="0" r="0" b="0"/>
              <a:pathLst>
                <a:path w="46978" h="38350">
                  <a:moveTo>
                    <a:pt x="46978" y="0"/>
                  </a:moveTo>
                  <a:lnTo>
                    <a:pt x="0" y="3835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3" name="Output_receptor__4392">
              <a:extLst>
                <a:ext uri="{FF2B5EF4-FFF2-40B4-BE49-F238E27FC236}">
                  <a16:creationId xmlns:a16="http://schemas.microsoft.com/office/drawing/2014/main" id="{737A72FD-4A9E-1D6C-5713-5A623CE225B1}"/>
                </a:ext>
              </a:extLst>
            </p:cNvPr>
            <p:cNvSpPr>
              <a:spLocks noGrp="1"/>
            </p:cNvSpPr>
            <p:nvPr/>
          </p:nvSpPr>
          <p:spPr>
            <a:xfrm>
              <a:off x="16136322" y="4180429"/>
              <a:ext cx="29601" cy="60910"/>
            </a:xfrm>
            <a:custGeom>
              <a:avLst/>
              <a:gdLst/>
              <a:ahLst/>
              <a:cxnLst/>
              <a:rect l="0" t="0" r="0" b="0"/>
              <a:pathLst>
                <a:path w="29601" h="60910">
                  <a:moveTo>
                    <a:pt x="0" y="60910"/>
                  </a:moveTo>
                  <a:lnTo>
                    <a:pt x="29601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4" name="Output_receptor__4393">
              <a:extLst>
                <a:ext uri="{FF2B5EF4-FFF2-40B4-BE49-F238E27FC236}">
                  <a16:creationId xmlns:a16="http://schemas.microsoft.com/office/drawing/2014/main" id="{7A4B4333-231B-116D-4547-47A310627731}"/>
                </a:ext>
              </a:extLst>
            </p:cNvPr>
            <p:cNvSpPr>
              <a:spLocks noGrp="1"/>
            </p:cNvSpPr>
            <p:nvPr/>
          </p:nvSpPr>
          <p:spPr>
            <a:xfrm>
              <a:off x="16063510" y="4141051"/>
              <a:ext cx="50018" cy="33167"/>
            </a:xfrm>
            <a:custGeom>
              <a:avLst/>
              <a:gdLst/>
              <a:ahLst/>
              <a:cxnLst/>
              <a:rect l="0" t="0" r="0" b="0"/>
              <a:pathLst>
                <a:path w="50018" h="33167">
                  <a:moveTo>
                    <a:pt x="50018" y="0"/>
                  </a:moveTo>
                  <a:lnTo>
                    <a:pt x="0" y="33167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5" name="Output_receptor__4394">
              <a:extLst>
                <a:ext uri="{FF2B5EF4-FFF2-40B4-BE49-F238E27FC236}">
                  <a16:creationId xmlns:a16="http://schemas.microsoft.com/office/drawing/2014/main" id="{F1C98DEB-02CF-1FD3-4863-317AD3DA12C8}"/>
                </a:ext>
              </a:extLst>
            </p:cNvPr>
            <p:cNvSpPr>
              <a:spLocks noGrp="1"/>
            </p:cNvSpPr>
            <p:nvPr/>
          </p:nvSpPr>
          <p:spPr>
            <a:xfrm>
              <a:off x="16624237" y="3946797"/>
              <a:ext cx="3788" cy="38179"/>
            </a:xfrm>
            <a:custGeom>
              <a:avLst/>
              <a:gdLst/>
              <a:ahLst/>
              <a:cxnLst/>
              <a:rect l="0" t="0" r="0" b="0"/>
              <a:pathLst>
                <a:path w="3788" h="38179">
                  <a:moveTo>
                    <a:pt x="0" y="0"/>
                  </a:moveTo>
                  <a:lnTo>
                    <a:pt x="3788" y="38179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6" name="Output_receptor__4395">
              <a:extLst>
                <a:ext uri="{FF2B5EF4-FFF2-40B4-BE49-F238E27FC236}">
                  <a16:creationId xmlns:a16="http://schemas.microsoft.com/office/drawing/2014/main" id="{F6E23A61-4488-FBE1-725B-D50E627ECB9D}"/>
                </a:ext>
              </a:extLst>
            </p:cNvPr>
            <p:cNvSpPr>
              <a:spLocks noGrp="1"/>
            </p:cNvSpPr>
            <p:nvPr/>
          </p:nvSpPr>
          <p:spPr>
            <a:xfrm>
              <a:off x="15865707" y="4127533"/>
              <a:ext cx="30245" cy="22834"/>
            </a:xfrm>
            <a:custGeom>
              <a:avLst/>
              <a:gdLst/>
              <a:ahLst/>
              <a:cxnLst/>
              <a:rect l="0" t="0" r="0" b="0"/>
              <a:pathLst>
                <a:path w="30245" h="22834">
                  <a:moveTo>
                    <a:pt x="0" y="22834"/>
                  </a:moveTo>
                  <a:lnTo>
                    <a:pt x="30245" y="0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7" name="Output_receptor__4396">
              <a:extLst>
                <a:ext uri="{FF2B5EF4-FFF2-40B4-BE49-F238E27FC236}">
                  <a16:creationId xmlns:a16="http://schemas.microsoft.com/office/drawing/2014/main" id="{CCEB40AD-586D-414B-5F41-35AEF9BDA153}"/>
                </a:ext>
              </a:extLst>
            </p:cNvPr>
            <p:cNvSpPr>
              <a:spLocks noGrp="1"/>
            </p:cNvSpPr>
            <p:nvPr/>
          </p:nvSpPr>
          <p:spPr>
            <a:xfrm>
              <a:off x="15898444" y="4404431"/>
              <a:ext cx="37579" cy="50641"/>
            </a:xfrm>
            <a:custGeom>
              <a:avLst/>
              <a:gdLst/>
              <a:ahLst/>
              <a:cxnLst/>
              <a:rect l="0" t="0" r="0" b="0"/>
              <a:pathLst>
                <a:path w="37579" h="50641">
                  <a:moveTo>
                    <a:pt x="0" y="0"/>
                  </a:moveTo>
                  <a:lnTo>
                    <a:pt x="37579" y="50641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8" name="Output_receptor__4397">
              <a:extLst>
                <a:ext uri="{FF2B5EF4-FFF2-40B4-BE49-F238E27FC236}">
                  <a16:creationId xmlns:a16="http://schemas.microsoft.com/office/drawing/2014/main" id="{B35A9834-A323-B309-60E8-1F62C73F9E8B}"/>
                </a:ext>
              </a:extLst>
            </p:cNvPr>
            <p:cNvSpPr>
              <a:spLocks noGrp="1"/>
            </p:cNvSpPr>
            <p:nvPr/>
          </p:nvSpPr>
          <p:spPr>
            <a:xfrm>
              <a:off x="16593055" y="3835652"/>
              <a:ext cx="47068" cy="35833"/>
            </a:xfrm>
            <a:custGeom>
              <a:avLst/>
              <a:gdLst/>
              <a:ahLst/>
              <a:cxnLst/>
              <a:rect l="0" t="0" r="0" b="0"/>
              <a:pathLst>
                <a:path w="47068" h="35833">
                  <a:moveTo>
                    <a:pt x="0" y="0"/>
                  </a:moveTo>
                  <a:lnTo>
                    <a:pt x="47068" y="35833"/>
                  </a:lnTo>
                </a:path>
              </a:pathLst>
            </a:custGeom>
            <a:noFill/>
            <a:ln w="20003">
              <a:solidFill>
                <a:srgbClr val="E4E7EA"/>
              </a:solidFill>
            </a:ln>
          </p:spPr>
        </p:sp>
        <p:sp>
          <p:nvSpPr>
            <p:cNvPr id="4399" name="Output_receptor__4398">
              <a:extLst>
                <a:ext uri="{FF2B5EF4-FFF2-40B4-BE49-F238E27FC236}">
                  <a16:creationId xmlns:a16="http://schemas.microsoft.com/office/drawing/2014/main" id="{A9F8F542-E104-4A67-EB5A-E115C344B8DC}"/>
                </a:ext>
              </a:extLst>
            </p:cNvPr>
            <p:cNvSpPr>
              <a:spLocks noGrp="1"/>
            </p:cNvSpPr>
            <p:nvPr/>
          </p:nvSpPr>
          <p:spPr>
            <a:xfrm>
              <a:off x="15939496" y="4148781"/>
              <a:ext cx="20416" cy="66655"/>
            </a:xfrm>
            <a:custGeom>
              <a:avLst/>
              <a:gdLst/>
              <a:ahLst/>
              <a:cxnLst/>
              <a:rect l="0" t="0" r="0" b="0"/>
              <a:pathLst>
                <a:path w="20416" h="66655">
                  <a:moveTo>
                    <a:pt x="20416" y="0"/>
                  </a:moveTo>
                  <a:lnTo>
                    <a:pt x="0" y="66655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0" name="Output_receptor__4399">
              <a:extLst>
                <a:ext uri="{FF2B5EF4-FFF2-40B4-BE49-F238E27FC236}">
                  <a16:creationId xmlns:a16="http://schemas.microsoft.com/office/drawing/2014/main" id="{40191D71-534D-1FDF-156C-D572A35F9389}"/>
                </a:ext>
              </a:extLst>
            </p:cNvPr>
            <p:cNvSpPr>
              <a:spLocks noGrp="1"/>
            </p:cNvSpPr>
            <p:nvPr/>
          </p:nvSpPr>
          <p:spPr>
            <a:xfrm>
              <a:off x="15681778" y="4238230"/>
              <a:ext cx="24876" cy="67759"/>
            </a:xfrm>
            <a:custGeom>
              <a:avLst/>
              <a:gdLst/>
              <a:ahLst/>
              <a:cxnLst/>
              <a:rect l="0" t="0" r="0" b="0"/>
              <a:pathLst>
                <a:path w="24876" h="67759">
                  <a:moveTo>
                    <a:pt x="0" y="67759"/>
                  </a:moveTo>
                  <a:lnTo>
                    <a:pt x="24876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1" name="Output_receptor__4400">
              <a:extLst>
                <a:ext uri="{FF2B5EF4-FFF2-40B4-BE49-F238E27FC236}">
                  <a16:creationId xmlns:a16="http://schemas.microsoft.com/office/drawing/2014/main" id="{E9F3D370-5422-9699-E47C-4A8A54E37647}"/>
                </a:ext>
              </a:extLst>
            </p:cNvPr>
            <p:cNvSpPr>
              <a:spLocks noGrp="1"/>
            </p:cNvSpPr>
            <p:nvPr/>
          </p:nvSpPr>
          <p:spPr>
            <a:xfrm>
              <a:off x="15765019" y="4591466"/>
              <a:ext cx="69708" cy="16129"/>
            </a:xfrm>
            <a:custGeom>
              <a:avLst/>
              <a:gdLst/>
              <a:ahLst/>
              <a:cxnLst/>
              <a:rect l="0" t="0" r="0" b="0"/>
              <a:pathLst>
                <a:path w="69708" h="16129">
                  <a:moveTo>
                    <a:pt x="69708" y="161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2" name="Output_receptor__4401">
              <a:extLst>
                <a:ext uri="{FF2B5EF4-FFF2-40B4-BE49-F238E27FC236}">
                  <a16:creationId xmlns:a16="http://schemas.microsoft.com/office/drawing/2014/main" id="{B506B6AF-26E0-E952-C865-2ADE0786E842}"/>
                </a:ext>
              </a:extLst>
            </p:cNvPr>
            <p:cNvSpPr>
              <a:spLocks noGrp="1"/>
            </p:cNvSpPr>
            <p:nvPr/>
          </p:nvSpPr>
          <p:spPr>
            <a:xfrm>
              <a:off x="15848011" y="4404431"/>
              <a:ext cx="50432" cy="7705"/>
            </a:xfrm>
            <a:custGeom>
              <a:avLst/>
              <a:gdLst/>
              <a:ahLst/>
              <a:cxnLst/>
              <a:rect l="0" t="0" r="0" b="0"/>
              <a:pathLst>
                <a:path w="50432" h="7705">
                  <a:moveTo>
                    <a:pt x="0" y="7705"/>
                  </a:moveTo>
                  <a:lnTo>
                    <a:pt x="50432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3" name="Output_receptor__4402">
              <a:extLst>
                <a:ext uri="{FF2B5EF4-FFF2-40B4-BE49-F238E27FC236}">
                  <a16:creationId xmlns:a16="http://schemas.microsoft.com/office/drawing/2014/main" id="{2662233B-377B-DCF2-5551-B2FD817C7BD0}"/>
                </a:ext>
              </a:extLst>
            </p:cNvPr>
            <p:cNvSpPr>
              <a:spLocks noGrp="1"/>
            </p:cNvSpPr>
            <p:nvPr/>
          </p:nvSpPr>
          <p:spPr>
            <a:xfrm>
              <a:off x="15834726" y="4574692"/>
              <a:ext cx="64413" cy="32903"/>
            </a:xfrm>
            <a:custGeom>
              <a:avLst/>
              <a:gdLst/>
              <a:ahLst/>
              <a:cxnLst/>
              <a:rect l="0" t="0" r="0" b="0"/>
              <a:pathLst>
                <a:path w="64413" h="32903">
                  <a:moveTo>
                    <a:pt x="64413" y="0"/>
                  </a:moveTo>
                  <a:lnTo>
                    <a:pt x="0" y="32903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4" name="Output_receptor__4403">
              <a:extLst>
                <a:ext uri="{FF2B5EF4-FFF2-40B4-BE49-F238E27FC236}">
                  <a16:creationId xmlns:a16="http://schemas.microsoft.com/office/drawing/2014/main" id="{F72ABA5D-F658-7048-7225-33FB28EA74B9}"/>
                </a:ext>
              </a:extLst>
            </p:cNvPr>
            <p:cNvSpPr>
              <a:spLocks noGrp="1"/>
            </p:cNvSpPr>
            <p:nvPr/>
          </p:nvSpPr>
          <p:spPr>
            <a:xfrm>
              <a:off x="16555904" y="3731985"/>
              <a:ext cx="67511" cy="22532"/>
            </a:xfrm>
            <a:custGeom>
              <a:avLst/>
              <a:gdLst/>
              <a:ahLst/>
              <a:cxnLst/>
              <a:rect l="0" t="0" r="0" b="0"/>
              <a:pathLst>
                <a:path w="67511" h="22532">
                  <a:moveTo>
                    <a:pt x="0" y="0"/>
                  </a:moveTo>
                  <a:lnTo>
                    <a:pt x="67511" y="22532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5" name="Output_receptor__4404">
              <a:extLst>
                <a:ext uri="{FF2B5EF4-FFF2-40B4-BE49-F238E27FC236}">
                  <a16:creationId xmlns:a16="http://schemas.microsoft.com/office/drawing/2014/main" id="{B0574218-3558-B8D2-3914-98C485C3918E}"/>
                </a:ext>
              </a:extLst>
            </p:cNvPr>
            <p:cNvSpPr>
              <a:spLocks noGrp="1"/>
            </p:cNvSpPr>
            <p:nvPr/>
          </p:nvSpPr>
          <p:spPr>
            <a:xfrm>
              <a:off x="15883869" y="4504882"/>
              <a:ext cx="15270" cy="69809"/>
            </a:xfrm>
            <a:custGeom>
              <a:avLst/>
              <a:gdLst/>
              <a:ahLst/>
              <a:cxnLst/>
              <a:rect l="0" t="0" r="0" b="0"/>
              <a:pathLst>
                <a:path w="15270" h="69809">
                  <a:moveTo>
                    <a:pt x="0" y="0"/>
                  </a:moveTo>
                  <a:lnTo>
                    <a:pt x="15270" y="69809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6" name="Output_receptor__4405">
              <a:extLst>
                <a:ext uri="{FF2B5EF4-FFF2-40B4-BE49-F238E27FC236}">
                  <a16:creationId xmlns:a16="http://schemas.microsoft.com/office/drawing/2014/main" id="{E9CFBB68-6697-C18B-830C-5A0A54E03D04}"/>
                </a:ext>
              </a:extLst>
            </p:cNvPr>
            <p:cNvSpPr>
              <a:spLocks noGrp="1"/>
            </p:cNvSpPr>
            <p:nvPr/>
          </p:nvSpPr>
          <p:spPr>
            <a:xfrm>
              <a:off x="16549586" y="3824795"/>
              <a:ext cx="43469" cy="10857"/>
            </a:xfrm>
            <a:custGeom>
              <a:avLst/>
              <a:gdLst/>
              <a:ahLst/>
              <a:cxnLst/>
              <a:rect l="0" t="0" r="0" b="0"/>
              <a:pathLst>
                <a:path w="43469" h="10857">
                  <a:moveTo>
                    <a:pt x="0" y="0"/>
                  </a:moveTo>
                  <a:lnTo>
                    <a:pt x="43469" y="10857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07" name="Output_receptor__4406">
              <a:extLst>
                <a:ext uri="{FF2B5EF4-FFF2-40B4-BE49-F238E27FC236}">
                  <a16:creationId xmlns:a16="http://schemas.microsoft.com/office/drawing/2014/main" id="{7F41EE57-D2B7-AA64-5ADE-4B1EF800F932}"/>
                </a:ext>
              </a:extLst>
            </p:cNvPr>
            <p:cNvSpPr>
              <a:spLocks noGrp="1"/>
            </p:cNvSpPr>
            <p:nvPr/>
          </p:nvSpPr>
          <p:spPr>
            <a:xfrm>
              <a:off x="16685421" y="4050909"/>
              <a:ext cx="8915" cy="16981"/>
            </a:xfrm>
            <a:custGeom>
              <a:avLst/>
              <a:gdLst/>
              <a:ahLst/>
              <a:cxnLst/>
              <a:rect l="0" t="0" r="0" b="0"/>
              <a:pathLst>
                <a:path w="8915" h="16981">
                  <a:moveTo>
                    <a:pt x="0" y="0"/>
                  </a:moveTo>
                  <a:lnTo>
                    <a:pt x="8915" y="16981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8" name="Output_receptor__4407">
              <a:extLst>
                <a:ext uri="{FF2B5EF4-FFF2-40B4-BE49-F238E27FC236}">
                  <a16:creationId xmlns:a16="http://schemas.microsoft.com/office/drawing/2014/main" id="{21DA056C-3F35-C2DF-3E77-D8C268457AB4}"/>
                </a:ext>
              </a:extLst>
            </p:cNvPr>
            <p:cNvSpPr>
              <a:spLocks noGrp="1"/>
            </p:cNvSpPr>
            <p:nvPr/>
          </p:nvSpPr>
          <p:spPr>
            <a:xfrm>
              <a:off x="16578124" y="3984977"/>
              <a:ext cx="49901" cy="45891"/>
            </a:xfrm>
            <a:custGeom>
              <a:avLst/>
              <a:gdLst/>
              <a:ahLst/>
              <a:cxnLst/>
              <a:rect l="0" t="0" r="0" b="0"/>
              <a:pathLst>
                <a:path w="49901" h="45891">
                  <a:moveTo>
                    <a:pt x="49901" y="0"/>
                  </a:moveTo>
                  <a:lnTo>
                    <a:pt x="0" y="45891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09" name="Output_receptor__4408">
              <a:extLst>
                <a:ext uri="{FF2B5EF4-FFF2-40B4-BE49-F238E27FC236}">
                  <a16:creationId xmlns:a16="http://schemas.microsoft.com/office/drawing/2014/main" id="{CDCC57F4-13DF-2EA1-97E3-5B27C124A1F0}"/>
                </a:ext>
              </a:extLst>
            </p:cNvPr>
            <p:cNvSpPr>
              <a:spLocks noGrp="1"/>
            </p:cNvSpPr>
            <p:nvPr/>
          </p:nvSpPr>
          <p:spPr>
            <a:xfrm>
              <a:off x="15883869" y="4455072"/>
              <a:ext cx="52154" cy="49810"/>
            </a:xfrm>
            <a:custGeom>
              <a:avLst/>
              <a:gdLst/>
              <a:ahLst/>
              <a:cxnLst/>
              <a:rect l="0" t="0" r="0" b="0"/>
              <a:pathLst>
                <a:path w="52154" h="49810">
                  <a:moveTo>
                    <a:pt x="52154" y="0"/>
                  </a:moveTo>
                  <a:lnTo>
                    <a:pt x="0" y="49810"/>
                  </a:lnTo>
                </a:path>
              </a:pathLst>
            </a:custGeom>
            <a:noFill/>
            <a:ln w="8096">
              <a:solidFill>
                <a:srgbClr val="E4E8EA"/>
              </a:solidFill>
            </a:ln>
          </p:spPr>
        </p:sp>
        <p:sp>
          <p:nvSpPr>
            <p:cNvPr id="4410" name="Output_receptor__4409">
              <a:extLst>
                <a:ext uri="{FF2B5EF4-FFF2-40B4-BE49-F238E27FC236}">
                  <a16:creationId xmlns:a16="http://schemas.microsoft.com/office/drawing/2014/main" id="{F8211376-18D2-7C58-A87E-01588B21C829}"/>
                </a:ext>
              </a:extLst>
            </p:cNvPr>
            <p:cNvSpPr>
              <a:spLocks noGrp="1"/>
            </p:cNvSpPr>
            <p:nvPr/>
          </p:nvSpPr>
          <p:spPr>
            <a:xfrm>
              <a:off x="16559278" y="3906013"/>
              <a:ext cx="25242" cy="19486"/>
            </a:xfrm>
            <a:custGeom>
              <a:avLst/>
              <a:gdLst/>
              <a:ahLst/>
              <a:cxnLst/>
              <a:rect l="0" t="0" r="0" b="0"/>
              <a:pathLst>
                <a:path w="25242" h="19486">
                  <a:moveTo>
                    <a:pt x="25242" y="0"/>
                  </a:moveTo>
                  <a:lnTo>
                    <a:pt x="0" y="19486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1" name="Output_receptor__4410">
              <a:extLst>
                <a:ext uri="{FF2B5EF4-FFF2-40B4-BE49-F238E27FC236}">
                  <a16:creationId xmlns:a16="http://schemas.microsoft.com/office/drawing/2014/main" id="{D77C0D7F-B117-BEB4-97C3-7BDACDAF1D19}"/>
                </a:ext>
              </a:extLst>
            </p:cNvPr>
            <p:cNvSpPr>
              <a:spLocks noGrp="1"/>
            </p:cNvSpPr>
            <p:nvPr/>
          </p:nvSpPr>
          <p:spPr>
            <a:xfrm>
              <a:off x="16526529" y="3626435"/>
              <a:ext cx="64153" cy="16076"/>
            </a:xfrm>
            <a:custGeom>
              <a:avLst/>
              <a:gdLst/>
              <a:ahLst/>
              <a:cxnLst/>
              <a:rect l="0" t="0" r="0" b="0"/>
              <a:pathLst>
                <a:path w="64153" h="16076">
                  <a:moveTo>
                    <a:pt x="0" y="0"/>
                  </a:moveTo>
                  <a:lnTo>
                    <a:pt x="64153" y="16076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2" name="Output_receptor__4411">
              <a:extLst>
                <a:ext uri="{FF2B5EF4-FFF2-40B4-BE49-F238E27FC236}">
                  <a16:creationId xmlns:a16="http://schemas.microsoft.com/office/drawing/2014/main" id="{5813D1C5-AAF1-37A0-7052-3342F953ED21}"/>
                </a:ext>
              </a:extLst>
            </p:cNvPr>
            <p:cNvSpPr>
              <a:spLocks noGrp="1"/>
            </p:cNvSpPr>
            <p:nvPr/>
          </p:nvSpPr>
          <p:spPr>
            <a:xfrm>
              <a:off x="16550922" y="3533648"/>
              <a:ext cx="56055" cy="29785"/>
            </a:xfrm>
            <a:custGeom>
              <a:avLst/>
              <a:gdLst/>
              <a:ahLst/>
              <a:cxnLst/>
              <a:rect l="0" t="0" r="0" b="0"/>
              <a:pathLst>
                <a:path w="56055" h="29785">
                  <a:moveTo>
                    <a:pt x="0" y="0"/>
                  </a:moveTo>
                  <a:lnTo>
                    <a:pt x="56055" y="29785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3" name="Output_receptor__4412">
              <a:extLst>
                <a:ext uri="{FF2B5EF4-FFF2-40B4-BE49-F238E27FC236}">
                  <a16:creationId xmlns:a16="http://schemas.microsoft.com/office/drawing/2014/main" id="{CB80E4D3-4A91-141D-2B9B-C63A5F077BEA}"/>
                </a:ext>
              </a:extLst>
            </p:cNvPr>
            <p:cNvSpPr>
              <a:spLocks noGrp="1"/>
            </p:cNvSpPr>
            <p:nvPr/>
          </p:nvSpPr>
          <p:spPr>
            <a:xfrm>
              <a:off x="16590682" y="3642512"/>
              <a:ext cx="23773" cy="35544"/>
            </a:xfrm>
            <a:custGeom>
              <a:avLst/>
              <a:gdLst/>
              <a:ahLst/>
              <a:cxnLst/>
              <a:rect l="0" t="0" r="0" b="0"/>
              <a:pathLst>
                <a:path w="23773" h="35544">
                  <a:moveTo>
                    <a:pt x="0" y="0"/>
                  </a:moveTo>
                  <a:lnTo>
                    <a:pt x="23773" y="35544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4" name="Output_receptor__4413">
              <a:extLst>
                <a:ext uri="{FF2B5EF4-FFF2-40B4-BE49-F238E27FC236}">
                  <a16:creationId xmlns:a16="http://schemas.microsoft.com/office/drawing/2014/main" id="{863DBC26-DA75-6258-07BE-30354B4EA92C}"/>
                </a:ext>
              </a:extLst>
            </p:cNvPr>
            <p:cNvSpPr>
              <a:spLocks noGrp="1"/>
            </p:cNvSpPr>
            <p:nvPr/>
          </p:nvSpPr>
          <p:spPr>
            <a:xfrm>
              <a:off x="16550311" y="3711037"/>
              <a:ext cx="5594" cy="20949"/>
            </a:xfrm>
            <a:custGeom>
              <a:avLst/>
              <a:gdLst/>
              <a:ahLst/>
              <a:cxnLst/>
              <a:rect l="0" t="0" r="0" b="0"/>
              <a:pathLst>
                <a:path w="5594" h="20949">
                  <a:moveTo>
                    <a:pt x="0" y="0"/>
                  </a:moveTo>
                  <a:lnTo>
                    <a:pt x="5594" y="20949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5" name="Output_receptor__4414">
              <a:extLst>
                <a:ext uri="{FF2B5EF4-FFF2-40B4-BE49-F238E27FC236}">
                  <a16:creationId xmlns:a16="http://schemas.microsoft.com/office/drawing/2014/main" id="{A1BD05DD-696A-4B6E-5634-EBC496769AF7}"/>
                </a:ext>
              </a:extLst>
            </p:cNvPr>
            <p:cNvSpPr>
              <a:spLocks noGrp="1"/>
            </p:cNvSpPr>
            <p:nvPr/>
          </p:nvSpPr>
          <p:spPr>
            <a:xfrm>
              <a:off x="16584521" y="3871486"/>
              <a:ext cx="55602" cy="34527"/>
            </a:xfrm>
            <a:custGeom>
              <a:avLst/>
              <a:gdLst/>
              <a:ahLst/>
              <a:cxnLst/>
              <a:rect l="0" t="0" r="0" b="0"/>
              <a:pathLst>
                <a:path w="55602" h="34527">
                  <a:moveTo>
                    <a:pt x="55602" y="0"/>
                  </a:moveTo>
                  <a:lnTo>
                    <a:pt x="0" y="34527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6" name="Output_receptor__4415">
              <a:extLst>
                <a:ext uri="{FF2B5EF4-FFF2-40B4-BE49-F238E27FC236}">
                  <a16:creationId xmlns:a16="http://schemas.microsoft.com/office/drawing/2014/main" id="{144DD2E2-D3EB-8242-3C13-569DE930ADFC}"/>
                </a:ext>
              </a:extLst>
            </p:cNvPr>
            <p:cNvSpPr>
              <a:spLocks noGrp="1"/>
            </p:cNvSpPr>
            <p:nvPr/>
          </p:nvSpPr>
          <p:spPr>
            <a:xfrm>
              <a:off x="15837887" y="4056081"/>
              <a:ext cx="72039" cy="1110"/>
            </a:xfrm>
            <a:custGeom>
              <a:avLst/>
              <a:gdLst/>
              <a:ahLst/>
              <a:cxnLst/>
              <a:rect l="0" t="0" r="0" b="0"/>
              <a:pathLst>
                <a:path w="72039" h="1110">
                  <a:moveTo>
                    <a:pt x="0" y="1110"/>
                  </a:moveTo>
                  <a:lnTo>
                    <a:pt x="72039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7" name="Output_receptor__4416">
              <a:extLst>
                <a:ext uri="{FF2B5EF4-FFF2-40B4-BE49-F238E27FC236}">
                  <a16:creationId xmlns:a16="http://schemas.microsoft.com/office/drawing/2014/main" id="{06E363ED-4942-597A-9FE7-B4A872B810C8}"/>
                </a:ext>
              </a:extLst>
            </p:cNvPr>
            <p:cNvSpPr>
              <a:spLocks noGrp="1"/>
            </p:cNvSpPr>
            <p:nvPr/>
          </p:nvSpPr>
          <p:spPr>
            <a:xfrm>
              <a:off x="15747683" y="4587874"/>
              <a:ext cx="17335" cy="3592"/>
            </a:xfrm>
            <a:custGeom>
              <a:avLst/>
              <a:gdLst/>
              <a:ahLst/>
              <a:cxnLst/>
              <a:rect l="0" t="0" r="0" b="0"/>
              <a:pathLst>
                <a:path w="17335" h="3592">
                  <a:moveTo>
                    <a:pt x="17335" y="3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A"/>
              </a:solidFill>
            </a:ln>
          </p:spPr>
        </p:sp>
        <p:sp>
          <p:nvSpPr>
            <p:cNvPr id="4418" name="Output_receptor__4417">
              <a:extLst>
                <a:ext uri="{FF2B5EF4-FFF2-40B4-BE49-F238E27FC236}">
                  <a16:creationId xmlns:a16="http://schemas.microsoft.com/office/drawing/2014/main" id="{F4DFB923-E958-BF65-EC22-3236EA8B7D2D}"/>
                </a:ext>
              </a:extLst>
            </p:cNvPr>
            <p:cNvSpPr>
              <a:spLocks noGrp="1"/>
            </p:cNvSpPr>
            <p:nvPr/>
          </p:nvSpPr>
          <p:spPr>
            <a:xfrm>
              <a:off x="15602521" y="4233375"/>
              <a:ext cx="28760" cy="18625"/>
            </a:xfrm>
            <a:custGeom>
              <a:avLst/>
              <a:gdLst/>
              <a:ahLst/>
              <a:cxnLst/>
              <a:rect l="0" t="0" r="0" b="0"/>
              <a:pathLst>
                <a:path w="28760" h="18625">
                  <a:moveTo>
                    <a:pt x="0" y="18625"/>
                  </a:moveTo>
                  <a:lnTo>
                    <a:pt x="2876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19" name="Output_receptor__4418">
              <a:extLst>
                <a:ext uri="{FF2B5EF4-FFF2-40B4-BE49-F238E27FC236}">
                  <a16:creationId xmlns:a16="http://schemas.microsoft.com/office/drawing/2014/main" id="{6D10D7ED-042B-B033-1ACC-7A4476B615B8}"/>
                </a:ext>
              </a:extLst>
            </p:cNvPr>
            <p:cNvSpPr>
              <a:spLocks noGrp="1"/>
            </p:cNvSpPr>
            <p:nvPr/>
          </p:nvSpPr>
          <p:spPr>
            <a:xfrm>
              <a:off x="16514099" y="3518965"/>
              <a:ext cx="36823" cy="14682"/>
            </a:xfrm>
            <a:custGeom>
              <a:avLst/>
              <a:gdLst/>
              <a:ahLst/>
              <a:cxnLst/>
              <a:rect l="0" t="0" r="0" b="0"/>
              <a:pathLst>
                <a:path w="36823" h="14682">
                  <a:moveTo>
                    <a:pt x="0" y="0"/>
                  </a:moveTo>
                  <a:lnTo>
                    <a:pt x="36823" y="1468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0" name="Output_receptor__4419">
              <a:extLst>
                <a:ext uri="{FF2B5EF4-FFF2-40B4-BE49-F238E27FC236}">
                  <a16:creationId xmlns:a16="http://schemas.microsoft.com/office/drawing/2014/main" id="{561BA6DE-4A29-BC0C-3372-128C700D8468}"/>
                </a:ext>
              </a:extLst>
            </p:cNvPr>
            <p:cNvSpPr>
              <a:spLocks noGrp="1"/>
            </p:cNvSpPr>
            <p:nvPr/>
          </p:nvSpPr>
          <p:spPr>
            <a:xfrm>
              <a:off x="16063510" y="4166374"/>
              <a:ext cx="41338" cy="7844"/>
            </a:xfrm>
            <a:custGeom>
              <a:avLst/>
              <a:gdLst/>
              <a:ahLst/>
              <a:cxnLst/>
              <a:rect l="0" t="0" r="0" b="0"/>
              <a:pathLst>
                <a:path w="41338" h="7844">
                  <a:moveTo>
                    <a:pt x="0" y="7844"/>
                  </a:moveTo>
                  <a:lnTo>
                    <a:pt x="41338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1" name="Output_receptor__4420">
              <a:extLst>
                <a:ext uri="{FF2B5EF4-FFF2-40B4-BE49-F238E27FC236}">
                  <a16:creationId xmlns:a16="http://schemas.microsoft.com/office/drawing/2014/main" id="{76CF5C26-C4A7-0E2B-FAB2-7D4B6F7CEB6B}"/>
                </a:ext>
              </a:extLst>
            </p:cNvPr>
            <p:cNvSpPr>
              <a:spLocks noGrp="1"/>
            </p:cNvSpPr>
            <p:nvPr/>
          </p:nvSpPr>
          <p:spPr>
            <a:xfrm>
              <a:off x="15572047" y="4158062"/>
              <a:ext cx="66481" cy="5278"/>
            </a:xfrm>
            <a:custGeom>
              <a:avLst/>
              <a:gdLst/>
              <a:ahLst/>
              <a:cxnLst/>
              <a:rect l="0" t="0" r="0" b="0"/>
              <a:pathLst>
                <a:path w="66481" h="5278">
                  <a:moveTo>
                    <a:pt x="66481" y="5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2" name="Output_receptor__4421">
              <a:extLst>
                <a:ext uri="{FF2B5EF4-FFF2-40B4-BE49-F238E27FC236}">
                  <a16:creationId xmlns:a16="http://schemas.microsoft.com/office/drawing/2014/main" id="{54B67EF7-36A1-B3F9-FADF-921B3E871323}"/>
                </a:ext>
              </a:extLst>
            </p:cNvPr>
            <p:cNvSpPr>
              <a:spLocks noGrp="1"/>
            </p:cNvSpPr>
            <p:nvPr/>
          </p:nvSpPr>
          <p:spPr>
            <a:xfrm>
              <a:off x="15714933" y="4500646"/>
              <a:ext cx="66250" cy="4217"/>
            </a:xfrm>
            <a:custGeom>
              <a:avLst/>
              <a:gdLst/>
              <a:ahLst/>
              <a:cxnLst/>
              <a:rect l="0" t="0" r="0" b="0"/>
              <a:pathLst>
                <a:path w="66250" h="4217">
                  <a:moveTo>
                    <a:pt x="66250" y="42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3" name="Output_receptor__4422">
              <a:extLst>
                <a:ext uri="{FF2B5EF4-FFF2-40B4-BE49-F238E27FC236}">
                  <a16:creationId xmlns:a16="http://schemas.microsoft.com/office/drawing/2014/main" id="{2D69EE2D-8E9F-5263-E82C-8A2654B5E7DA}"/>
                </a:ext>
              </a:extLst>
            </p:cNvPr>
            <p:cNvSpPr>
              <a:spLocks noGrp="1"/>
            </p:cNvSpPr>
            <p:nvPr/>
          </p:nvSpPr>
          <p:spPr>
            <a:xfrm>
              <a:off x="16603597" y="3754517"/>
              <a:ext cx="19818" cy="38496"/>
            </a:xfrm>
            <a:custGeom>
              <a:avLst/>
              <a:gdLst/>
              <a:ahLst/>
              <a:cxnLst/>
              <a:rect l="0" t="0" r="0" b="0"/>
              <a:pathLst>
                <a:path w="19818" h="38496">
                  <a:moveTo>
                    <a:pt x="19818" y="0"/>
                  </a:moveTo>
                  <a:lnTo>
                    <a:pt x="0" y="3849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4" name="Output_receptor__4423">
              <a:extLst>
                <a:ext uri="{FF2B5EF4-FFF2-40B4-BE49-F238E27FC236}">
                  <a16:creationId xmlns:a16="http://schemas.microsoft.com/office/drawing/2014/main" id="{08C213B1-9F39-BB7E-3E4D-8A5FFAE2C99D}"/>
                </a:ext>
              </a:extLst>
            </p:cNvPr>
            <p:cNvSpPr>
              <a:spLocks noGrp="1"/>
            </p:cNvSpPr>
            <p:nvPr/>
          </p:nvSpPr>
          <p:spPr>
            <a:xfrm>
              <a:off x="15865707" y="4117964"/>
              <a:ext cx="48772" cy="32403"/>
            </a:xfrm>
            <a:custGeom>
              <a:avLst/>
              <a:gdLst/>
              <a:ahLst/>
              <a:cxnLst/>
              <a:rect l="0" t="0" r="0" b="0"/>
              <a:pathLst>
                <a:path w="48772" h="32403">
                  <a:moveTo>
                    <a:pt x="48772" y="0"/>
                  </a:moveTo>
                  <a:lnTo>
                    <a:pt x="0" y="3240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5" name="Output_receptor__4424">
              <a:extLst>
                <a:ext uri="{FF2B5EF4-FFF2-40B4-BE49-F238E27FC236}">
                  <a16:creationId xmlns:a16="http://schemas.microsoft.com/office/drawing/2014/main" id="{5CBBB0B2-E0DB-4932-727F-7E9A24A74FFE}"/>
                </a:ext>
              </a:extLst>
            </p:cNvPr>
            <p:cNvSpPr>
              <a:spLocks noGrp="1"/>
            </p:cNvSpPr>
            <p:nvPr/>
          </p:nvSpPr>
          <p:spPr>
            <a:xfrm>
              <a:off x="15909925" y="4056081"/>
              <a:ext cx="4554" cy="61883"/>
            </a:xfrm>
            <a:custGeom>
              <a:avLst/>
              <a:gdLst/>
              <a:ahLst/>
              <a:cxnLst/>
              <a:rect l="0" t="0" r="0" b="0"/>
              <a:pathLst>
                <a:path w="4554" h="61883">
                  <a:moveTo>
                    <a:pt x="0" y="0"/>
                  </a:moveTo>
                  <a:lnTo>
                    <a:pt x="4554" y="61883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6" name="Output_receptor__4425">
              <a:extLst>
                <a:ext uri="{FF2B5EF4-FFF2-40B4-BE49-F238E27FC236}">
                  <a16:creationId xmlns:a16="http://schemas.microsoft.com/office/drawing/2014/main" id="{69DBC05D-6126-F016-85AF-ABE3D1D0723D}"/>
                </a:ext>
              </a:extLst>
            </p:cNvPr>
            <p:cNvSpPr>
              <a:spLocks noGrp="1"/>
            </p:cNvSpPr>
            <p:nvPr/>
          </p:nvSpPr>
          <p:spPr>
            <a:xfrm>
              <a:off x="15852676" y="4327895"/>
              <a:ext cx="70324" cy="16400"/>
            </a:xfrm>
            <a:custGeom>
              <a:avLst/>
              <a:gdLst/>
              <a:ahLst/>
              <a:cxnLst/>
              <a:rect l="0" t="0" r="0" b="0"/>
              <a:pathLst>
                <a:path w="70324" h="16400">
                  <a:moveTo>
                    <a:pt x="0" y="0"/>
                  </a:moveTo>
                  <a:lnTo>
                    <a:pt x="70324" y="1640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7" name="Output_receptor__4426">
              <a:extLst>
                <a:ext uri="{FF2B5EF4-FFF2-40B4-BE49-F238E27FC236}">
                  <a16:creationId xmlns:a16="http://schemas.microsoft.com/office/drawing/2014/main" id="{F2E456EC-53FF-C856-7404-24B077DF8922}"/>
                </a:ext>
              </a:extLst>
            </p:cNvPr>
            <p:cNvSpPr>
              <a:spLocks noGrp="1"/>
            </p:cNvSpPr>
            <p:nvPr/>
          </p:nvSpPr>
          <p:spPr>
            <a:xfrm>
              <a:off x="16694336" y="4044249"/>
              <a:ext cx="67026" cy="23640"/>
            </a:xfrm>
            <a:custGeom>
              <a:avLst/>
              <a:gdLst/>
              <a:ahLst/>
              <a:cxnLst/>
              <a:rect l="0" t="0" r="0" b="0"/>
              <a:pathLst>
                <a:path w="67026" h="23640">
                  <a:moveTo>
                    <a:pt x="0" y="23640"/>
                  </a:moveTo>
                  <a:lnTo>
                    <a:pt x="67026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8" name="Output_receptor__4427">
              <a:extLst>
                <a:ext uri="{FF2B5EF4-FFF2-40B4-BE49-F238E27FC236}">
                  <a16:creationId xmlns:a16="http://schemas.microsoft.com/office/drawing/2014/main" id="{986CFDA3-47FF-EC26-4D5A-D34147966400}"/>
                </a:ext>
              </a:extLst>
            </p:cNvPr>
            <p:cNvSpPr>
              <a:spLocks noGrp="1"/>
            </p:cNvSpPr>
            <p:nvPr/>
          </p:nvSpPr>
          <p:spPr>
            <a:xfrm>
              <a:off x="16042842" y="4087568"/>
              <a:ext cx="70917" cy="8338"/>
            </a:xfrm>
            <a:custGeom>
              <a:avLst/>
              <a:gdLst/>
              <a:ahLst/>
              <a:cxnLst/>
              <a:rect l="0" t="0" r="0" b="0"/>
              <a:pathLst>
                <a:path w="70917" h="8338">
                  <a:moveTo>
                    <a:pt x="70917" y="8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29" name="Output_receptor__4428">
              <a:extLst>
                <a:ext uri="{FF2B5EF4-FFF2-40B4-BE49-F238E27FC236}">
                  <a16:creationId xmlns:a16="http://schemas.microsoft.com/office/drawing/2014/main" id="{DD14E2D1-6667-48AB-3C85-81225C6A7253}"/>
                </a:ext>
              </a:extLst>
            </p:cNvPr>
            <p:cNvSpPr>
              <a:spLocks noGrp="1"/>
            </p:cNvSpPr>
            <p:nvPr/>
          </p:nvSpPr>
          <p:spPr>
            <a:xfrm>
              <a:off x="16549586" y="3793013"/>
              <a:ext cx="54011" cy="31782"/>
            </a:xfrm>
            <a:custGeom>
              <a:avLst/>
              <a:gdLst/>
              <a:ahLst/>
              <a:cxnLst/>
              <a:rect l="0" t="0" r="0" b="0"/>
              <a:pathLst>
                <a:path w="54011" h="31782">
                  <a:moveTo>
                    <a:pt x="54011" y="0"/>
                  </a:moveTo>
                  <a:lnTo>
                    <a:pt x="0" y="31782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0" name="Output_receptor__4429">
              <a:extLst>
                <a:ext uri="{FF2B5EF4-FFF2-40B4-BE49-F238E27FC236}">
                  <a16:creationId xmlns:a16="http://schemas.microsoft.com/office/drawing/2014/main" id="{6C714F8F-D54D-10B4-8EB4-F45983C8243E}"/>
                </a:ext>
              </a:extLst>
            </p:cNvPr>
            <p:cNvSpPr>
              <a:spLocks noGrp="1"/>
            </p:cNvSpPr>
            <p:nvPr/>
          </p:nvSpPr>
          <p:spPr>
            <a:xfrm>
              <a:off x="16424178" y="4082743"/>
              <a:ext cx="52870" cy="32575"/>
            </a:xfrm>
            <a:custGeom>
              <a:avLst/>
              <a:gdLst/>
              <a:ahLst/>
              <a:cxnLst/>
              <a:rect l="0" t="0" r="0" b="0"/>
              <a:pathLst>
                <a:path w="52870" h="32575">
                  <a:moveTo>
                    <a:pt x="52870" y="32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1" name="Output_receptor__4430">
              <a:extLst>
                <a:ext uri="{FF2B5EF4-FFF2-40B4-BE49-F238E27FC236}">
                  <a16:creationId xmlns:a16="http://schemas.microsoft.com/office/drawing/2014/main" id="{359A53C0-69E5-596D-524A-26F308B26445}"/>
                </a:ext>
              </a:extLst>
            </p:cNvPr>
            <p:cNvSpPr>
              <a:spLocks noGrp="1"/>
            </p:cNvSpPr>
            <p:nvPr/>
          </p:nvSpPr>
          <p:spPr>
            <a:xfrm>
              <a:off x="15538704" y="4158062"/>
              <a:ext cx="33343" cy="33309"/>
            </a:xfrm>
            <a:custGeom>
              <a:avLst/>
              <a:gdLst/>
              <a:ahLst/>
              <a:cxnLst/>
              <a:rect l="0" t="0" r="0" b="0"/>
              <a:pathLst>
                <a:path w="33343" h="33309">
                  <a:moveTo>
                    <a:pt x="33343" y="0"/>
                  </a:moveTo>
                  <a:lnTo>
                    <a:pt x="0" y="33309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2" name="Output_receptor__4431">
              <a:extLst>
                <a:ext uri="{FF2B5EF4-FFF2-40B4-BE49-F238E27FC236}">
                  <a16:creationId xmlns:a16="http://schemas.microsoft.com/office/drawing/2014/main" id="{67FCDD8C-0FE1-0770-D998-DEC2F8356F7B}"/>
                </a:ext>
              </a:extLst>
            </p:cNvPr>
            <p:cNvSpPr>
              <a:spLocks noGrp="1"/>
            </p:cNvSpPr>
            <p:nvPr/>
          </p:nvSpPr>
          <p:spPr>
            <a:xfrm>
              <a:off x="16472857" y="4115318"/>
              <a:ext cx="4191" cy="61006"/>
            </a:xfrm>
            <a:custGeom>
              <a:avLst/>
              <a:gdLst/>
              <a:ahLst/>
              <a:cxnLst/>
              <a:rect l="0" t="0" r="0" b="0"/>
              <a:pathLst>
                <a:path w="4191" h="61006">
                  <a:moveTo>
                    <a:pt x="0" y="61006"/>
                  </a:moveTo>
                  <a:lnTo>
                    <a:pt x="4191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3" name="Output_receptor__4432">
              <a:extLst>
                <a:ext uri="{FF2B5EF4-FFF2-40B4-BE49-F238E27FC236}">
                  <a16:creationId xmlns:a16="http://schemas.microsoft.com/office/drawing/2014/main" id="{D22170E1-B78D-E5A0-82DF-FD633442E69D}"/>
                </a:ext>
              </a:extLst>
            </p:cNvPr>
            <p:cNvSpPr>
              <a:spLocks noGrp="1"/>
            </p:cNvSpPr>
            <p:nvPr/>
          </p:nvSpPr>
          <p:spPr>
            <a:xfrm>
              <a:off x="15781183" y="4504863"/>
              <a:ext cx="22472" cy="39014"/>
            </a:xfrm>
            <a:custGeom>
              <a:avLst/>
              <a:gdLst/>
              <a:ahLst/>
              <a:cxnLst/>
              <a:rect l="0" t="0" r="0" b="0"/>
              <a:pathLst>
                <a:path w="22472" h="39014">
                  <a:moveTo>
                    <a:pt x="22472" y="39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4" name="Output_receptor__4433">
              <a:extLst>
                <a:ext uri="{FF2B5EF4-FFF2-40B4-BE49-F238E27FC236}">
                  <a16:creationId xmlns:a16="http://schemas.microsoft.com/office/drawing/2014/main" id="{52FEC076-1C06-59BE-82F8-C26964AE47CF}"/>
                </a:ext>
              </a:extLst>
            </p:cNvPr>
            <p:cNvSpPr>
              <a:spLocks noGrp="1"/>
            </p:cNvSpPr>
            <p:nvPr/>
          </p:nvSpPr>
          <p:spPr>
            <a:xfrm>
              <a:off x="15848011" y="4405970"/>
              <a:ext cx="50225" cy="6166"/>
            </a:xfrm>
            <a:custGeom>
              <a:avLst/>
              <a:gdLst/>
              <a:ahLst/>
              <a:cxnLst/>
              <a:rect l="0" t="0" r="0" b="0"/>
              <a:pathLst>
                <a:path w="50225" h="6166">
                  <a:moveTo>
                    <a:pt x="50225" y="0"/>
                  </a:moveTo>
                  <a:lnTo>
                    <a:pt x="0" y="61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5" name="Output_receptor__4434">
              <a:extLst>
                <a:ext uri="{FF2B5EF4-FFF2-40B4-BE49-F238E27FC236}">
                  <a16:creationId xmlns:a16="http://schemas.microsoft.com/office/drawing/2014/main" id="{3D32B9A9-3E7A-1071-C017-19E4945E548D}"/>
                </a:ext>
              </a:extLst>
            </p:cNvPr>
            <p:cNvSpPr>
              <a:spLocks noGrp="1"/>
            </p:cNvSpPr>
            <p:nvPr/>
          </p:nvSpPr>
          <p:spPr>
            <a:xfrm>
              <a:off x="16526529" y="3598387"/>
              <a:ext cx="35726" cy="28048"/>
            </a:xfrm>
            <a:custGeom>
              <a:avLst/>
              <a:gdLst/>
              <a:ahLst/>
              <a:cxnLst/>
              <a:rect l="0" t="0" r="0" b="0"/>
              <a:pathLst>
                <a:path w="35726" h="28048">
                  <a:moveTo>
                    <a:pt x="35726" y="0"/>
                  </a:moveTo>
                  <a:lnTo>
                    <a:pt x="0" y="28048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6" name="Output_receptor__4435">
              <a:extLst>
                <a:ext uri="{FF2B5EF4-FFF2-40B4-BE49-F238E27FC236}">
                  <a16:creationId xmlns:a16="http://schemas.microsoft.com/office/drawing/2014/main" id="{B18D2A8D-FD1E-BFFC-C6BB-EB4065FCB333}"/>
                </a:ext>
              </a:extLst>
            </p:cNvPr>
            <p:cNvSpPr>
              <a:spLocks noGrp="1"/>
            </p:cNvSpPr>
            <p:nvPr/>
          </p:nvSpPr>
          <p:spPr>
            <a:xfrm>
              <a:off x="15631281" y="4163339"/>
              <a:ext cx="7247" cy="70036"/>
            </a:xfrm>
            <a:custGeom>
              <a:avLst/>
              <a:gdLst/>
              <a:ahLst/>
              <a:cxnLst/>
              <a:rect l="0" t="0" r="0" b="0"/>
              <a:pathLst>
                <a:path w="7247" h="70036">
                  <a:moveTo>
                    <a:pt x="0" y="70036"/>
                  </a:moveTo>
                  <a:lnTo>
                    <a:pt x="724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7" name="Output_receptor__4436">
              <a:extLst>
                <a:ext uri="{FF2B5EF4-FFF2-40B4-BE49-F238E27FC236}">
                  <a16:creationId xmlns:a16="http://schemas.microsoft.com/office/drawing/2014/main" id="{434F7D18-04DD-A8EB-F060-13C0DCE6D62A}"/>
                </a:ext>
              </a:extLst>
            </p:cNvPr>
            <p:cNvSpPr>
              <a:spLocks noGrp="1"/>
            </p:cNvSpPr>
            <p:nvPr/>
          </p:nvSpPr>
          <p:spPr>
            <a:xfrm>
              <a:off x="16104848" y="4095906"/>
              <a:ext cx="8912" cy="70468"/>
            </a:xfrm>
            <a:custGeom>
              <a:avLst/>
              <a:gdLst/>
              <a:ahLst/>
              <a:cxnLst/>
              <a:rect l="0" t="0" r="0" b="0"/>
              <a:pathLst>
                <a:path w="8912" h="70468">
                  <a:moveTo>
                    <a:pt x="0" y="70468"/>
                  </a:moveTo>
                  <a:lnTo>
                    <a:pt x="891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8" name="Output_receptor__4437">
              <a:extLst>
                <a:ext uri="{FF2B5EF4-FFF2-40B4-BE49-F238E27FC236}">
                  <a16:creationId xmlns:a16="http://schemas.microsoft.com/office/drawing/2014/main" id="{AC309C07-20A5-1417-F00A-ACDB1EBF5E48}"/>
                </a:ext>
              </a:extLst>
            </p:cNvPr>
            <p:cNvSpPr>
              <a:spLocks noGrp="1"/>
            </p:cNvSpPr>
            <p:nvPr/>
          </p:nvSpPr>
          <p:spPr>
            <a:xfrm>
              <a:off x="16582772" y="3385001"/>
              <a:ext cx="10976" cy="57164"/>
            </a:xfrm>
            <a:custGeom>
              <a:avLst/>
              <a:gdLst/>
              <a:ahLst/>
              <a:cxnLst/>
              <a:rect l="0" t="0" r="0" b="0"/>
              <a:pathLst>
                <a:path w="10976" h="57164">
                  <a:moveTo>
                    <a:pt x="10976" y="0"/>
                  </a:moveTo>
                  <a:lnTo>
                    <a:pt x="0" y="5716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39" name="Output_receptor__4438">
              <a:extLst>
                <a:ext uri="{FF2B5EF4-FFF2-40B4-BE49-F238E27FC236}">
                  <a16:creationId xmlns:a16="http://schemas.microsoft.com/office/drawing/2014/main" id="{55A7AD47-0049-A7F3-CB5A-02F8137792AC}"/>
                </a:ext>
              </a:extLst>
            </p:cNvPr>
            <p:cNvSpPr>
              <a:spLocks noGrp="1"/>
            </p:cNvSpPr>
            <p:nvPr/>
          </p:nvSpPr>
          <p:spPr>
            <a:xfrm>
              <a:off x="16550311" y="3678055"/>
              <a:ext cx="64144" cy="32981"/>
            </a:xfrm>
            <a:custGeom>
              <a:avLst/>
              <a:gdLst/>
              <a:ahLst/>
              <a:cxnLst/>
              <a:rect l="0" t="0" r="0" b="0"/>
              <a:pathLst>
                <a:path w="64144" h="32981">
                  <a:moveTo>
                    <a:pt x="64144" y="0"/>
                  </a:moveTo>
                  <a:lnTo>
                    <a:pt x="0" y="32981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0" name="Output_receptor__4439">
              <a:extLst>
                <a:ext uri="{FF2B5EF4-FFF2-40B4-BE49-F238E27FC236}">
                  <a16:creationId xmlns:a16="http://schemas.microsoft.com/office/drawing/2014/main" id="{BEAF8283-DFCA-C6A9-6A74-1244BF04C8C3}"/>
                </a:ext>
              </a:extLst>
            </p:cNvPr>
            <p:cNvSpPr>
              <a:spLocks noGrp="1"/>
            </p:cNvSpPr>
            <p:nvPr/>
          </p:nvSpPr>
          <p:spPr>
            <a:xfrm>
              <a:off x="16562254" y="3563432"/>
              <a:ext cx="44723" cy="34955"/>
            </a:xfrm>
            <a:custGeom>
              <a:avLst/>
              <a:gdLst/>
              <a:ahLst/>
              <a:cxnLst/>
              <a:rect l="0" t="0" r="0" b="0"/>
              <a:pathLst>
                <a:path w="44723" h="34955">
                  <a:moveTo>
                    <a:pt x="44723" y="0"/>
                  </a:moveTo>
                  <a:lnTo>
                    <a:pt x="0" y="3495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1" name="Output_receptor__4440">
              <a:extLst>
                <a:ext uri="{FF2B5EF4-FFF2-40B4-BE49-F238E27FC236}">
                  <a16:creationId xmlns:a16="http://schemas.microsoft.com/office/drawing/2014/main" id="{858C291B-E47A-8E11-2F69-B21BD82230CF}"/>
                </a:ext>
              </a:extLst>
            </p:cNvPr>
            <p:cNvSpPr>
              <a:spLocks noGrp="1"/>
            </p:cNvSpPr>
            <p:nvPr/>
          </p:nvSpPr>
          <p:spPr>
            <a:xfrm>
              <a:off x="15898236" y="4344296"/>
              <a:ext cx="24764" cy="61674"/>
            </a:xfrm>
            <a:custGeom>
              <a:avLst/>
              <a:gdLst/>
              <a:ahLst/>
              <a:cxnLst/>
              <a:rect l="0" t="0" r="0" b="0"/>
              <a:pathLst>
                <a:path w="24764" h="61674">
                  <a:moveTo>
                    <a:pt x="24764" y="0"/>
                  </a:moveTo>
                  <a:lnTo>
                    <a:pt x="0" y="6167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2" name="Output_receptor__4441">
              <a:extLst>
                <a:ext uri="{FF2B5EF4-FFF2-40B4-BE49-F238E27FC236}">
                  <a16:creationId xmlns:a16="http://schemas.microsoft.com/office/drawing/2014/main" id="{50903D5B-FEA6-B874-E909-1DD53EA44CB5}"/>
                </a:ext>
              </a:extLst>
            </p:cNvPr>
            <p:cNvSpPr>
              <a:spLocks noGrp="1"/>
            </p:cNvSpPr>
            <p:nvPr/>
          </p:nvSpPr>
          <p:spPr>
            <a:xfrm>
              <a:off x="16570905" y="3442165"/>
              <a:ext cx="11866" cy="43166"/>
            </a:xfrm>
            <a:custGeom>
              <a:avLst/>
              <a:gdLst/>
              <a:ahLst/>
              <a:cxnLst/>
              <a:rect l="0" t="0" r="0" b="0"/>
              <a:pathLst>
                <a:path w="11866" h="43166">
                  <a:moveTo>
                    <a:pt x="11866" y="0"/>
                  </a:moveTo>
                  <a:lnTo>
                    <a:pt x="0" y="43166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3" name="Output_receptor__4442">
              <a:extLst>
                <a:ext uri="{FF2B5EF4-FFF2-40B4-BE49-F238E27FC236}">
                  <a16:creationId xmlns:a16="http://schemas.microsoft.com/office/drawing/2014/main" id="{DC5E20BE-36E7-96BA-739A-4733F1F6BC1F}"/>
                </a:ext>
              </a:extLst>
            </p:cNvPr>
            <p:cNvSpPr>
              <a:spLocks noGrp="1"/>
            </p:cNvSpPr>
            <p:nvPr/>
          </p:nvSpPr>
          <p:spPr>
            <a:xfrm>
              <a:off x="15724986" y="4407707"/>
              <a:ext cx="56839" cy="26017"/>
            </a:xfrm>
            <a:custGeom>
              <a:avLst/>
              <a:gdLst/>
              <a:ahLst/>
              <a:cxnLst/>
              <a:rect l="0" t="0" r="0" b="0"/>
              <a:pathLst>
                <a:path w="56839" h="26017">
                  <a:moveTo>
                    <a:pt x="56839" y="260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4" name="Output_receptor__4443">
              <a:extLst>
                <a:ext uri="{FF2B5EF4-FFF2-40B4-BE49-F238E27FC236}">
                  <a16:creationId xmlns:a16="http://schemas.microsoft.com/office/drawing/2014/main" id="{3A501C3E-5DC2-ABAA-FACF-4DE7C8B7CCAC}"/>
                </a:ext>
              </a:extLst>
            </p:cNvPr>
            <p:cNvSpPr>
              <a:spLocks noGrp="1"/>
            </p:cNvSpPr>
            <p:nvPr/>
          </p:nvSpPr>
          <p:spPr>
            <a:xfrm>
              <a:off x="15837887" y="4057191"/>
              <a:ext cx="7829" cy="11006"/>
            </a:xfrm>
            <a:custGeom>
              <a:avLst/>
              <a:gdLst/>
              <a:ahLst/>
              <a:cxnLst/>
              <a:rect l="0" t="0" r="0" b="0"/>
              <a:pathLst>
                <a:path w="7829" h="11006">
                  <a:moveTo>
                    <a:pt x="7829" y="1100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5" name="Output_receptor__4444">
              <a:extLst>
                <a:ext uri="{FF2B5EF4-FFF2-40B4-BE49-F238E27FC236}">
                  <a16:creationId xmlns:a16="http://schemas.microsoft.com/office/drawing/2014/main" id="{BACDE6B3-66AF-44CA-D42B-A3CAF159A258}"/>
                </a:ext>
              </a:extLst>
            </p:cNvPr>
            <p:cNvSpPr>
              <a:spLocks noGrp="1"/>
            </p:cNvSpPr>
            <p:nvPr/>
          </p:nvSpPr>
          <p:spPr>
            <a:xfrm>
              <a:off x="15747683" y="4543877"/>
              <a:ext cx="55972" cy="43997"/>
            </a:xfrm>
            <a:custGeom>
              <a:avLst/>
              <a:gdLst/>
              <a:ahLst/>
              <a:cxnLst/>
              <a:rect l="0" t="0" r="0" b="0"/>
              <a:pathLst>
                <a:path w="55972" h="43997">
                  <a:moveTo>
                    <a:pt x="0" y="43997"/>
                  </a:moveTo>
                  <a:lnTo>
                    <a:pt x="55972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6" name="Output_receptor__4445">
              <a:extLst>
                <a:ext uri="{FF2B5EF4-FFF2-40B4-BE49-F238E27FC236}">
                  <a16:creationId xmlns:a16="http://schemas.microsoft.com/office/drawing/2014/main" id="{7CE3D1BC-D615-039D-2F4A-63F7908E072D}"/>
                </a:ext>
              </a:extLst>
            </p:cNvPr>
            <p:cNvSpPr>
              <a:spLocks noGrp="1"/>
            </p:cNvSpPr>
            <p:nvPr/>
          </p:nvSpPr>
          <p:spPr>
            <a:xfrm>
              <a:off x="16030855" y="4087568"/>
              <a:ext cx="11987" cy="34495"/>
            </a:xfrm>
            <a:custGeom>
              <a:avLst/>
              <a:gdLst/>
              <a:ahLst/>
              <a:cxnLst/>
              <a:rect l="0" t="0" r="0" b="0"/>
              <a:pathLst>
                <a:path w="11987" h="34495">
                  <a:moveTo>
                    <a:pt x="11987" y="0"/>
                  </a:moveTo>
                  <a:lnTo>
                    <a:pt x="0" y="34495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7" name="Output_receptor__4446">
              <a:extLst>
                <a:ext uri="{FF2B5EF4-FFF2-40B4-BE49-F238E27FC236}">
                  <a16:creationId xmlns:a16="http://schemas.microsoft.com/office/drawing/2014/main" id="{999FABFB-A77F-E8F5-4173-EF1266AE1132}"/>
                </a:ext>
              </a:extLst>
            </p:cNvPr>
            <p:cNvSpPr>
              <a:spLocks noGrp="1"/>
            </p:cNvSpPr>
            <p:nvPr/>
          </p:nvSpPr>
          <p:spPr>
            <a:xfrm>
              <a:off x="16746032" y="3946486"/>
              <a:ext cx="64507" cy="12978"/>
            </a:xfrm>
            <a:custGeom>
              <a:avLst/>
              <a:gdLst/>
              <a:ahLst/>
              <a:cxnLst/>
              <a:rect l="0" t="0" r="0" b="0"/>
              <a:pathLst>
                <a:path w="64507" h="12978">
                  <a:moveTo>
                    <a:pt x="64507" y="129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8" name="Output_receptor__4447">
              <a:extLst>
                <a:ext uri="{FF2B5EF4-FFF2-40B4-BE49-F238E27FC236}">
                  <a16:creationId xmlns:a16="http://schemas.microsoft.com/office/drawing/2014/main" id="{6CBE0E16-CA9E-2F7F-7616-DE106831BD75}"/>
                </a:ext>
              </a:extLst>
            </p:cNvPr>
            <p:cNvSpPr>
              <a:spLocks noGrp="1"/>
            </p:cNvSpPr>
            <p:nvPr/>
          </p:nvSpPr>
          <p:spPr>
            <a:xfrm>
              <a:off x="16514099" y="3485331"/>
              <a:ext cx="56806" cy="33634"/>
            </a:xfrm>
            <a:custGeom>
              <a:avLst/>
              <a:gdLst/>
              <a:ahLst/>
              <a:cxnLst/>
              <a:rect l="0" t="0" r="0" b="0"/>
              <a:pathLst>
                <a:path w="56806" h="33634">
                  <a:moveTo>
                    <a:pt x="56806" y="0"/>
                  </a:moveTo>
                  <a:lnTo>
                    <a:pt x="0" y="33634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49" name="Output_receptor__4448">
              <a:extLst>
                <a:ext uri="{FF2B5EF4-FFF2-40B4-BE49-F238E27FC236}">
                  <a16:creationId xmlns:a16="http://schemas.microsoft.com/office/drawing/2014/main" id="{FFECB358-35E6-514C-8AC3-F2A88CED3651}"/>
                </a:ext>
              </a:extLst>
            </p:cNvPr>
            <p:cNvSpPr>
              <a:spLocks noGrp="1"/>
            </p:cNvSpPr>
            <p:nvPr/>
          </p:nvSpPr>
          <p:spPr>
            <a:xfrm>
              <a:off x="15843719" y="4327895"/>
              <a:ext cx="8957" cy="11875"/>
            </a:xfrm>
            <a:custGeom>
              <a:avLst/>
              <a:gdLst/>
              <a:ahLst/>
              <a:cxnLst/>
              <a:rect l="0" t="0" r="0" b="0"/>
              <a:pathLst>
                <a:path w="8957" h="11875">
                  <a:moveTo>
                    <a:pt x="0" y="11875"/>
                  </a:moveTo>
                  <a:lnTo>
                    <a:pt x="8957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0" name="Output_receptor__4449">
              <a:extLst>
                <a:ext uri="{FF2B5EF4-FFF2-40B4-BE49-F238E27FC236}">
                  <a16:creationId xmlns:a16="http://schemas.microsoft.com/office/drawing/2014/main" id="{BB764B5D-A928-AD54-9EC2-932F497BF57D}"/>
                </a:ext>
              </a:extLst>
            </p:cNvPr>
            <p:cNvSpPr>
              <a:spLocks noGrp="1"/>
            </p:cNvSpPr>
            <p:nvPr/>
          </p:nvSpPr>
          <p:spPr>
            <a:xfrm>
              <a:off x="15688312" y="4401568"/>
              <a:ext cx="36674" cy="6139"/>
            </a:xfrm>
            <a:custGeom>
              <a:avLst/>
              <a:gdLst/>
              <a:ahLst/>
              <a:cxnLst/>
              <a:rect l="0" t="0" r="0" b="0"/>
              <a:pathLst>
                <a:path w="36674" h="6139">
                  <a:moveTo>
                    <a:pt x="36674" y="6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1" name="Output_receptor__4450">
              <a:extLst>
                <a:ext uri="{FF2B5EF4-FFF2-40B4-BE49-F238E27FC236}">
                  <a16:creationId xmlns:a16="http://schemas.microsoft.com/office/drawing/2014/main" id="{AFB5941D-91E2-F2AA-D764-7606883A6714}"/>
                </a:ext>
              </a:extLst>
            </p:cNvPr>
            <p:cNvSpPr>
              <a:spLocks noGrp="1"/>
            </p:cNvSpPr>
            <p:nvPr/>
          </p:nvSpPr>
          <p:spPr>
            <a:xfrm>
              <a:off x="16472857" y="4176324"/>
              <a:ext cx="47144" cy="46800"/>
            </a:xfrm>
            <a:custGeom>
              <a:avLst/>
              <a:gdLst/>
              <a:ahLst/>
              <a:cxnLst/>
              <a:rect l="0" t="0" r="0" b="0"/>
              <a:pathLst>
                <a:path w="47144" h="46800">
                  <a:moveTo>
                    <a:pt x="47144" y="468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2" name="Output_receptor__4451">
              <a:extLst>
                <a:ext uri="{FF2B5EF4-FFF2-40B4-BE49-F238E27FC236}">
                  <a16:creationId xmlns:a16="http://schemas.microsoft.com/office/drawing/2014/main" id="{7B5FE00A-96A0-DF55-DF25-5F78078C1668}"/>
                </a:ext>
              </a:extLst>
            </p:cNvPr>
            <p:cNvSpPr>
              <a:spLocks noGrp="1"/>
            </p:cNvSpPr>
            <p:nvPr/>
          </p:nvSpPr>
          <p:spPr>
            <a:xfrm>
              <a:off x="15714933" y="4481777"/>
              <a:ext cx="22033" cy="18869"/>
            </a:xfrm>
            <a:custGeom>
              <a:avLst/>
              <a:gdLst/>
              <a:ahLst/>
              <a:cxnLst/>
              <a:rect l="0" t="0" r="0" b="0"/>
              <a:pathLst>
                <a:path w="22033" h="18869">
                  <a:moveTo>
                    <a:pt x="0" y="18869"/>
                  </a:moveTo>
                  <a:lnTo>
                    <a:pt x="2203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3" name="Output_receptor__4452">
              <a:extLst>
                <a:ext uri="{FF2B5EF4-FFF2-40B4-BE49-F238E27FC236}">
                  <a16:creationId xmlns:a16="http://schemas.microsoft.com/office/drawing/2014/main" id="{C02731D5-B1A9-D9FD-8F1A-46EFF7B94613}"/>
                </a:ext>
              </a:extLst>
            </p:cNvPr>
            <p:cNvSpPr>
              <a:spLocks noGrp="1"/>
            </p:cNvSpPr>
            <p:nvPr/>
          </p:nvSpPr>
          <p:spPr>
            <a:xfrm>
              <a:off x="16761362" y="4024055"/>
              <a:ext cx="26093" cy="20195"/>
            </a:xfrm>
            <a:custGeom>
              <a:avLst/>
              <a:gdLst/>
              <a:ahLst/>
              <a:cxnLst/>
              <a:rect l="0" t="0" r="0" b="0"/>
              <a:pathLst>
                <a:path w="26093" h="20195">
                  <a:moveTo>
                    <a:pt x="0" y="20195"/>
                  </a:moveTo>
                  <a:lnTo>
                    <a:pt x="26093" y="0"/>
                  </a:lnTo>
                </a:path>
              </a:pathLst>
            </a:custGeom>
            <a:noFill/>
            <a:ln w="20003">
              <a:solidFill>
                <a:srgbClr val="E4E8EB"/>
              </a:solidFill>
            </a:ln>
          </p:spPr>
        </p:sp>
        <p:sp>
          <p:nvSpPr>
            <p:cNvPr id="4454" name="Output_receptor__4453">
              <a:extLst>
                <a:ext uri="{FF2B5EF4-FFF2-40B4-BE49-F238E27FC236}">
                  <a16:creationId xmlns:a16="http://schemas.microsoft.com/office/drawing/2014/main" id="{002F519D-4AB7-EA18-4348-446CB19D9E38}"/>
                </a:ext>
              </a:extLst>
            </p:cNvPr>
            <p:cNvSpPr>
              <a:spLocks noGrp="1"/>
            </p:cNvSpPr>
            <p:nvPr/>
          </p:nvSpPr>
          <p:spPr>
            <a:xfrm>
              <a:off x="15495511" y="4090212"/>
              <a:ext cx="70685" cy="12071"/>
            </a:xfrm>
            <a:custGeom>
              <a:avLst/>
              <a:gdLst/>
              <a:ahLst/>
              <a:cxnLst/>
              <a:rect l="0" t="0" r="0" b="0"/>
              <a:pathLst>
                <a:path w="70685" h="12071">
                  <a:moveTo>
                    <a:pt x="70685" y="0"/>
                  </a:moveTo>
                  <a:lnTo>
                    <a:pt x="0" y="12071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5" name="Output_receptor__4454">
              <a:extLst>
                <a:ext uri="{FF2B5EF4-FFF2-40B4-BE49-F238E27FC236}">
                  <a16:creationId xmlns:a16="http://schemas.microsoft.com/office/drawing/2014/main" id="{14D5760D-A4CE-5F0E-5CAA-7BA5BD3B3F57}"/>
                </a:ext>
              </a:extLst>
            </p:cNvPr>
            <p:cNvSpPr>
              <a:spLocks noGrp="1"/>
            </p:cNvSpPr>
            <p:nvPr/>
          </p:nvSpPr>
          <p:spPr>
            <a:xfrm>
              <a:off x="15679979" y="4307425"/>
              <a:ext cx="70929" cy="14586"/>
            </a:xfrm>
            <a:custGeom>
              <a:avLst/>
              <a:gdLst/>
              <a:ahLst/>
              <a:cxnLst/>
              <a:rect l="0" t="0" r="0" b="0"/>
              <a:pathLst>
                <a:path w="70929" h="14586">
                  <a:moveTo>
                    <a:pt x="70929" y="145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6" name="Output_receptor__4455">
              <a:extLst>
                <a:ext uri="{FF2B5EF4-FFF2-40B4-BE49-F238E27FC236}">
                  <a16:creationId xmlns:a16="http://schemas.microsoft.com/office/drawing/2014/main" id="{9277E75E-6C5F-3FA4-CCD3-56F8A3022B9E}"/>
                </a:ext>
              </a:extLst>
            </p:cNvPr>
            <p:cNvSpPr>
              <a:spLocks noGrp="1"/>
            </p:cNvSpPr>
            <p:nvPr/>
          </p:nvSpPr>
          <p:spPr>
            <a:xfrm>
              <a:off x="16712292" y="3946486"/>
              <a:ext cx="33740" cy="13510"/>
            </a:xfrm>
            <a:custGeom>
              <a:avLst/>
              <a:gdLst/>
              <a:ahLst/>
              <a:cxnLst/>
              <a:rect l="0" t="0" r="0" b="0"/>
              <a:pathLst>
                <a:path w="33740" h="13510">
                  <a:moveTo>
                    <a:pt x="33740" y="0"/>
                  </a:moveTo>
                  <a:lnTo>
                    <a:pt x="0" y="1351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7" name="Output_receptor__4456">
              <a:extLst>
                <a:ext uri="{FF2B5EF4-FFF2-40B4-BE49-F238E27FC236}">
                  <a16:creationId xmlns:a16="http://schemas.microsoft.com/office/drawing/2014/main" id="{F0B241E0-8745-6FE1-E41F-B026812A9088}"/>
                </a:ext>
              </a:extLst>
            </p:cNvPr>
            <p:cNvSpPr>
              <a:spLocks noGrp="1"/>
            </p:cNvSpPr>
            <p:nvPr/>
          </p:nvSpPr>
          <p:spPr>
            <a:xfrm>
              <a:off x="15856850" y="3969341"/>
              <a:ext cx="39298" cy="48059"/>
            </a:xfrm>
            <a:custGeom>
              <a:avLst/>
              <a:gdLst/>
              <a:ahLst/>
              <a:cxnLst/>
              <a:rect l="0" t="0" r="0" b="0"/>
              <a:pathLst>
                <a:path w="39298" h="48059">
                  <a:moveTo>
                    <a:pt x="0" y="0"/>
                  </a:moveTo>
                  <a:lnTo>
                    <a:pt x="39298" y="48059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8" name="Output_receptor__4457">
              <a:extLst>
                <a:ext uri="{FF2B5EF4-FFF2-40B4-BE49-F238E27FC236}">
                  <a16:creationId xmlns:a16="http://schemas.microsoft.com/office/drawing/2014/main" id="{40FB5CC8-4B30-591B-10CF-13DEC02300ED}"/>
                </a:ext>
              </a:extLst>
            </p:cNvPr>
            <p:cNvSpPr>
              <a:spLocks noGrp="1"/>
            </p:cNvSpPr>
            <p:nvPr/>
          </p:nvSpPr>
          <p:spPr>
            <a:xfrm>
              <a:off x="16476952" y="4010097"/>
              <a:ext cx="37882" cy="58535"/>
            </a:xfrm>
            <a:custGeom>
              <a:avLst/>
              <a:gdLst/>
              <a:ahLst/>
              <a:cxnLst/>
              <a:rect l="0" t="0" r="0" b="0"/>
              <a:pathLst>
                <a:path w="37882" h="58535">
                  <a:moveTo>
                    <a:pt x="37882" y="585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59" name="Output_receptor__4458">
              <a:extLst>
                <a:ext uri="{FF2B5EF4-FFF2-40B4-BE49-F238E27FC236}">
                  <a16:creationId xmlns:a16="http://schemas.microsoft.com/office/drawing/2014/main" id="{3FFE5E59-C698-B7D3-18E0-24B1C8CE76DD}"/>
                </a:ext>
              </a:extLst>
            </p:cNvPr>
            <p:cNvSpPr>
              <a:spLocks noGrp="1"/>
            </p:cNvSpPr>
            <p:nvPr/>
          </p:nvSpPr>
          <p:spPr>
            <a:xfrm>
              <a:off x="16424178" y="4082743"/>
              <a:ext cx="29609" cy="16253"/>
            </a:xfrm>
            <a:custGeom>
              <a:avLst/>
              <a:gdLst/>
              <a:ahLst/>
              <a:cxnLst/>
              <a:rect l="0" t="0" r="0" b="0"/>
              <a:pathLst>
                <a:path w="29609" h="16253">
                  <a:moveTo>
                    <a:pt x="0" y="0"/>
                  </a:moveTo>
                  <a:lnTo>
                    <a:pt x="29609" y="1625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0" name="Output_receptor__4459">
              <a:extLst>
                <a:ext uri="{FF2B5EF4-FFF2-40B4-BE49-F238E27FC236}">
                  <a16:creationId xmlns:a16="http://schemas.microsoft.com/office/drawing/2014/main" id="{8C309396-388D-C616-4B3E-09601832D80A}"/>
                </a:ext>
              </a:extLst>
            </p:cNvPr>
            <p:cNvSpPr>
              <a:spLocks noGrp="1"/>
            </p:cNvSpPr>
            <p:nvPr/>
          </p:nvSpPr>
          <p:spPr>
            <a:xfrm>
              <a:off x="15802218" y="3969341"/>
              <a:ext cx="54632" cy="14653"/>
            </a:xfrm>
            <a:custGeom>
              <a:avLst/>
              <a:gdLst/>
              <a:ahLst/>
              <a:cxnLst/>
              <a:rect l="0" t="0" r="0" b="0"/>
              <a:pathLst>
                <a:path w="54632" h="14653">
                  <a:moveTo>
                    <a:pt x="0" y="14653"/>
                  </a:moveTo>
                  <a:lnTo>
                    <a:pt x="5463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1" name="Output_receptor__4460">
              <a:extLst>
                <a:ext uri="{FF2B5EF4-FFF2-40B4-BE49-F238E27FC236}">
                  <a16:creationId xmlns:a16="http://schemas.microsoft.com/office/drawing/2014/main" id="{2010523F-E31B-FC3C-2C71-ADA76D1673F1}"/>
                </a:ext>
              </a:extLst>
            </p:cNvPr>
            <p:cNvSpPr>
              <a:spLocks noGrp="1"/>
            </p:cNvSpPr>
            <p:nvPr/>
          </p:nvSpPr>
          <p:spPr>
            <a:xfrm>
              <a:off x="15538704" y="4154681"/>
              <a:ext cx="38172" cy="36690"/>
            </a:xfrm>
            <a:custGeom>
              <a:avLst/>
              <a:gdLst/>
              <a:ahLst/>
              <a:cxnLst/>
              <a:rect l="0" t="0" r="0" b="0"/>
              <a:pathLst>
                <a:path w="38172" h="36690">
                  <a:moveTo>
                    <a:pt x="0" y="36690"/>
                  </a:moveTo>
                  <a:lnTo>
                    <a:pt x="38172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2" name="Output_receptor__4461">
              <a:extLst>
                <a:ext uri="{FF2B5EF4-FFF2-40B4-BE49-F238E27FC236}">
                  <a16:creationId xmlns:a16="http://schemas.microsoft.com/office/drawing/2014/main" id="{6EE5021A-5255-FCF3-694B-EE1113D29830}"/>
                </a:ext>
              </a:extLst>
            </p:cNvPr>
            <p:cNvSpPr>
              <a:spLocks noGrp="1"/>
            </p:cNvSpPr>
            <p:nvPr/>
          </p:nvSpPr>
          <p:spPr>
            <a:xfrm>
              <a:off x="15736966" y="4433724"/>
              <a:ext cx="44859" cy="48054"/>
            </a:xfrm>
            <a:custGeom>
              <a:avLst/>
              <a:gdLst/>
              <a:ahLst/>
              <a:cxnLst/>
              <a:rect l="0" t="0" r="0" b="0"/>
              <a:pathLst>
                <a:path w="44859" h="48054">
                  <a:moveTo>
                    <a:pt x="0" y="48054"/>
                  </a:moveTo>
                  <a:lnTo>
                    <a:pt x="44859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3" name="Output_receptor__4462">
              <a:extLst>
                <a:ext uri="{FF2B5EF4-FFF2-40B4-BE49-F238E27FC236}">
                  <a16:creationId xmlns:a16="http://schemas.microsoft.com/office/drawing/2014/main" id="{E24C480C-C1CE-026D-822A-B990404CCCEB}"/>
                </a:ext>
              </a:extLst>
            </p:cNvPr>
            <p:cNvSpPr>
              <a:spLocks noGrp="1"/>
            </p:cNvSpPr>
            <p:nvPr/>
          </p:nvSpPr>
          <p:spPr>
            <a:xfrm>
              <a:off x="15816475" y="4246192"/>
              <a:ext cx="68700" cy="439"/>
            </a:xfrm>
            <a:custGeom>
              <a:avLst/>
              <a:gdLst/>
              <a:ahLst/>
              <a:cxnLst/>
              <a:rect l="0" t="0" r="0" b="0"/>
              <a:pathLst>
                <a:path w="68700" h="439">
                  <a:moveTo>
                    <a:pt x="0" y="439"/>
                  </a:moveTo>
                  <a:lnTo>
                    <a:pt x="6870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4" name="Output_receptor__4463">
              <a:extLst>
                <a:ext uri="{FF2B5EF4-FFF2-40B4-BE49-F238E27FC236}">
                  <a16:creationId xmlns:a16="http://schemas.microsoft.com/office/drawing/2014/main" id="{81EBB524-F216-F624-68E0-3CB1406D4E95}"/>
                </a:ext>
              </a:extLst>
            </p:cNvPr>
            <p:cNvSpPr>
              <a:spLocks noGrp="1"/>
            </p:cNvSpPr>
            <p:nvPr/>
          </p:nvSpPr>
          <p:spPr>
            <a:xfrm>
              <a:off x="16787455" y="3959465"/>
              <a:ext cx="23084" cy="64590"/>
            </a:xfrm>
            <a:custGeom>
              <a:avLst/>
              <a:gdLst/>
              <a:ahLst/>
              <a:cxnLst/>
              <a:rect l="0" t="0" r="0" b="0"/>
              <a:pathLst>
                <a:path w="23084" h="64590">
                  <a:moveTo>
                    <a:pt x="0" y="64590"/>
                  </a:moveTo>
                  <a:lnTo>
                    <a:pt x="23084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5" name="Output_receptor__4464">
              <a:extLst>
                <a:ext uri="{FF2B5EF4-FFF2-40B4-BE49-F238E27FC236}">
                  <a16:creationId xmlns:a16="http://schemas.microsoft.com/office/drawing/2014/main" id="{1E107874-197F-8FE7-B8E2-6D9A65C7A1B7}"/>
                </a:ext>
              </a:extLst>
            </p:cNvPr>
            <p:cNvSpPr>
              <a:spLocks noGrp="1"/>
            </p:cNvSpPr>
            <p:nvPr/>
          </p:nvSpPr>
          <p:spPr>
            <a:xfrm>
              <a:off x="15845716" y="4017400"/>
              <a:ext cx="50431" cy="50796"/>
            </a:xfrm>
            <a:custGeom>
              <a:avLst/>
              <a:gdLst/>
              <a:ahLst/>
              <a:cxnLst/>
              <a:rect l="0" t="0" r="0" b="0"/>
              <a:pathLst>
                <a:path w="50431" h="50796">
                  <a:moveTo>
                    <a:pt x="50431" y="0"/>
                  </a:moveTo>
                  <a:lnTo>
                    <a:pt x="0" y="50796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6" name="Output_receptor__4465">
              <a:extLst>
                <a:ext uri="{FF2B5EF4-FFF2-40B4-BE49-F238E27FC236}">
                  <a16:creationId xmlns:a16="http://schemas.microsoft.com/office/drawing/2014/main" id="{A3D5441F-E5D8-E0E2-6CE7-ADEB466C3F8E}"/>
                </a:ext>
              </a:extLst>
            </p:cNvPr>
            <p:cNvSpPr>
              <a:spLocks noGrp="1"/>
            </p:cNvSpPr>
            <p:nvPr/>
          </p:nvSpPr>
          <p:spPr>
            <a:xfrm>
              <a:off x="15566197" y="4090212"/>
              <a:ext cx="10680" cy="64469"/>
            </a:xfrm>
            <a:custGeom>
              <a:avLst/>
              <a:gdLst/>
              <a:ahLst/>
              <a:cxnLst/>
              <a:rect l="0" t="0" r="0" b="0"/>
              <a:pathLst>
                <a:path w="10680" h="64469">
                  <a:moveTo>
                    <a:pt x="10680" y="6446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7" name="Output_receptor__4466">
              <a:extLst>
                <a:ext uri="{FF2B5EF4-FFF2-40B4-BE49-F238E27FC236}">
                  <a16:creationId xmlns:a16="http://schemas.microsoft.com/office/drawing/2014/main" id="{299B7288-C382-FE09-492B-85B74109DAE6}"/>
                </a:ext>
              </a:extLst>
            </p:cNvPr>
            <p:cNvSpPr>
              <a:spLocks noGrp="1"/>
            </p:cNvSpPr>
            <p:nvPr/>
          </p:nvSpPr>
          <p:spPr>
            <a:xfrm>
              <a:off x="15885176" y="4246192"/>
              <a:ext cx="18434" cy="57733"/>
            </a:xfrm>
            <a:custGeom>
              <a:avLst/>
              <a:gdLst/>
              <a:ahLst/>
              <a:cxnLst/>
              <a:rect l="0" t="0" r="0" b="0"/>
              <a:pathLst>
                <a:path w="18434" h="57733">
                  <a:moveTo>
                    <a:pt x="0" y="0"/>
                  </a:moveTo>
                  <a:lnTo>
                    <a:pt x="18434" y="57733"/>
                  </a:lnTo>
                </a:path>
              </a:pathLst>
            </a:custGeom>
            <a:noFill/>
            <a:ln w="20003">
              <a:solidFill>
                <a:srgbClr val="E5E8EB"/>
              </a:solidFill>
            </a:ln>
          </p:spPr>
        </p:sp>
        <p:sp>
          <p:nvSpPr>
            <p:cNvPr id="4468" name="Output_receptor__4467">
              <a:extLst>
                <a:ext uri="{FF2B5EF4-FFF2-40B4-BE49-F238E27FC236}">
                  <a16:creationId xmlns:a16="http://schemas.microsoft.com/office/drawing/2014/main" id="{9173A1A8-19E7-6DF2-64F3-7E16329359FE}"/>
                </a:ext>
              </a:extLst>
            </p:cNvPr>
            <p:cNvSpPr>
              <a:spLocks noGrp="1"/>
            </p:cNvSpPr>
            <p:nvPr/>
          </p:nvSpPr>
          <p:spPr>
            <a:xfrm>
              <a:off x="16593748" y="3385001"/>
              <a:ext cx="21416" cy="9792"/>
            </a:xfrm>
            <a:custGeom>
              <a:avLst/>
              <a:gdLst/>
              <a:ahLst/>
              <a:cxnLst/>
              <a:rect l="0" t="0" r="0" b="0"/>
              <a:pathLst>
                <a:path w="21416" h="9792">
                  <a:moveTo>
                    <a:pt x="21416" y="97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8EB"/>
              </a:solidFill>
            </a:ln>
          </p:spPr>
        </p:sp>
        <p:sp>
          <p:nvSpPr>
            <p:cNvPr id="4469" name="Output_receptor__4468">
              <a:extLst>
                <a:ext uri="{FF2B5EF4-FFF2-40B4-BE49-F238E27FC236}">
                  <a16:creationId xmlns:a16="http://schemas.microsoft.com/office/drawing/2014/main" id="{68D3DC06-9EB9-9F1C-9914-ACA202474320}"/>
                </a:ext>
              </a:extLst>
            </p:cNvPr>
            <p:cNvSpPr>
              <a:spLocks noGrp="1"/>
            </p:cNvSpPr>
            <p:nvPr/>
          </p:nvSpPr>
          <p:spPr>
            <a:xfrm>
              <a:off x="15744654" y="4322011"/>
              <a:ext cx="6254" cy="47063"/>
            </a:xfrm>
            <a:custGeom>
              <a:avLst/>
              <a:gdLst/>
              <a:ahLst/>
              <a:cxnLst/>
              <a:rect l="0" t="0" r="0" b="0"/>
              <a:pathLst>
                <a:path w="6254" h="47063">
                  <a:moveTo>
                    <a:pt x="0" y="47063"/>
                  </a:moveTo>
                  <a:lnTo>
                    <a:pt x="6254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0" name="Output_receptor__4469">
              <a:extLst>
                <a:ext uri="{FF2B5EF4-FFF2-40B4-BE49-F238E27FC236}">
                  <a16:creationId xmlns:a16="http://schemas.microsoft.com/office/drawing/2014/main" id="{6F459879-7DE3-4381-308C-FE5E32FA2EE1}"/>
                </a:ext>
              </a:extLst>
            </p:cNvPr>
            <p:cNvSpPr>
              <a:spLocks noGrp="1"/>
            </p:cNvSpPr>
            <p:nvPr/>
          </p:nvSpPr>
          <p:spPr>
            <a:xfrm>
              <a:off x="16679768" y="3864829"/>
              <a:ext cx="71945" cy="7814"/>
            </a:xfrm>
            <a:custGeom>
              <a:avLst/>
              <a:gdLst/>
              <a:ahLst/>
              <a:cxnLst/>
              <a:rect l="0" t="0" r="0" b="0"/>
              <a:pathLst>
                <a:path w="71945" h="7814">
                  <a:moveTo>
                    <a:pt x="71945" y="0"/>
                  </a:moveTo>
                  <a:lnTo>
                    <a:pt x="0" y="7814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1" name="Output_receptor__4470">
              <a:extLst>
                <a:ext uri="{FF2B5EF4-FFF2-40B4-BE49-F238E27FC236}">
                  <a16:creationId xmlns:a16="http://schemas.microsoft.com/office/drawing/2014/main" id="{15EB6274-5C44-72F2-6824-F569545819E8}"/>
                </a:ext>
              </a:extLst>
            </p:cNvPr>
            <p:cNvSpPr>
              <a:spLocks noGrp="1"/>
            </p:cNvSpPr>
            <p:nvPr/>
          </p:nvSpPr>
          <p:spPr>
            <a:xfrm>
              <a:off x="16453787" y="4068632"/>
              <a:ext cx="61048" cy="30365"/>
            </a:xfrm>
            <a:custGeom>
              <a:avLst/>
              <a:gdLst/>
              <a:ahLst/>
              <a:cxnLst/>
              <a:rect l="0" t="0" r="0" b="0"/>
              <a:pathLst>
                <a:path w="61048" h="30365">
                  <a:moveTo>
                    <a:pt x="0" y="30365"/>
                  </a:moveTo>
                  <a:lnTo>
                    <a:pt x="61048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2" name="Output_receptor__4471">
              <a:extLst>
                <a:ext uri="{FF2B5EF4-FFF2-40B4-BE49-F238E27FC236}">
                  <a16:creationId xmlns:a16="http://schemas.microsoft.com/office/drawing/2014/main" id="{7CB40C1F-CC61-6C01-3F48-08D095BE0820}"/>
                </a:ext>
              </a:extLst>
            </p:cNvPr>
            <p:cNvSpPr>
              <a:spLocks noGrp="1"/>
            </p:cNvSpPr>
            <p:nvPr/>
          </p:nvSpPr>
          <p:spPr>
            <a:xfrm>
              <a:off x="15975982" y="4021150"/>
              <a:ext cx="62841" cy="25726"/>
            </a:xfrm>
            <a:custGeom>
              <a:avLst/>
              <a:gdLst/>
              <a:ahLst/>
              <a:cxnLst/>
              <a:rect l="0" t="0" r="0" b="0"/>
              <a:pathLst>
                <a:path w="62841" h="25726">
                  <a:moveTo>
                    <a:pt x="62841" y="0"/>
                  </a:moveTo>
                  <a:lnTo>
                    <a:pt x="0" y="2572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3" name="Output_receptor__4472">
              <a:extLst>
                <a:ext uri="{FF2B5EF4-FFF2-40B4-BE49-F238E27FC236}">
                  <a16:creationId xmlns:a16="http://schemas.microsoft.com/office/drawing/2014/main" id="{73F05789-B982-5C23-5454-9456825981AA}"/>
                </a:ext>
              </a:extLst>
            </p:cNvPr>
            <p:cNvSpPr>
              <a:spLocks noGrp="1"/>
            </p:cNvSpPr>
            <p:nvPr/>
          </p:nvSpPr>
          <p:spPr>
            <a:xfrm>
              <a:off x="15487663" y="4102283"/>
              <a:ext cx="7848" cy="25608"/>
            </a:xfrm>
            <a:custGeom>
              <a:avLst/>
              <a:gdLst/>
              <a:ahLst/>
              <a:cxnLst/>
              <a:rect l="0" t="0" r="0" b="0"/>
              <a:pathLst>
                <a:path w="7848" h="25608">
                  <a:moveTo>
                    <a:pt x="7848" y="0"/>
                  </a:moveTo>
                  <a:lnTo>
                    <a:pt x="0" y="25608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4" name="Output_receptor__4473">
              <a:extLst>
                <a:ext uri="{FF2B5EF4-FFF2-40B4-BE49-F238E27FC236}">
                  <a16:creationId xmlns:a16="http://schemas.microsoft.com/office/drawing/2014/main" id="{1ED062EF-A39A-B7C0-AA4B-E35F1179550D}"/>
                </a:ext>
              </a:extLst>
            </p:cNvPr>
            <p:cNvSpPr>
              <a:spLocks noGrp="1"/>
            </p:cNvSpPr>
            <p:nvPr/>
          </p:nvSpPr>
          <p:spPr>
            <a:xfrm>
              <a:off x="16520002" y="4177130"/>
              <a:ext cx="34062" cy="45994"/>
            </a:xfrm>
            <a:custGeom>
              <a:avLst/>
              <a:gdLst/>
              <a:ahLst/>
              <a:cxnLst/>
              <a:rect l="0" t="0" r="0" b="0"/>
              <a:pathLst>
                <a:path w="34062" h="45994">
                  <a:moveTo>
                    <a:pt x="34062" y="0"/>
                  </a:moveTo>
                  <a:lnTo>
                    <a:pt x="0" y="45994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75" name="Output_receptor__4474">
              <a:extLst>
                <a:ext uri="{FF2B5EF4-FFF2-40B4-BE49-F238E27FC236}">
                  <a16:creationId xmlns:a16="http://schemas.microsoft.com/office/drawing/2014/main" id="{53B23220-F684-615E-690F-EB78D39B044D}"/>
                </a:ext>
              </a:extLst>
            </p:cNvPr>
            <p:cNvSpPr>
              <a:spLocks noGrp="1"/>
            </p:cNvSpPr>
            <p:nvPr/>
          </p:nvSpPr>
          <p:spPr>
            <a:xfrm>
              <a:off x="16444187" y="4007141"/>
              <a:ext cx="32765" cy="2956"/>
            </a:xfrm>
            <a:custGeom>
              <a:avLst/>
              <a:gdLst/>
              <a:ahLst/>
              <a:cxnLst/>
              <a:rect l="0" t="0" r="0" b="0"/>
              <a:pathLst>
                <a:path w="32765" h="2956">
                  <a:moveTo>
                    <a:pt x="32765" y="29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6" name="Output_receptor__4475">
              <a:extLst>
                <a:ext uri="{FF2B5EF4-FFF2-40B4-BE49-F238E27FC236}">
                  <a16:creationId xmlns:a16="http://schemas.microsoft.com/office/drawing/2014/main" id="{3A9BE5B8-3CD1-65BA-B94C-2552FDE05AA2}"/>
                </a:ext>
              </a:extLst>
            </p:cNvPr>
            <p:cNvSpPr>
              <a:spLocks noGrp="1"/>
            </p:cNvSpPr>
            <p:nvPr/>
          </p:nvSpPr>
          <p:spPr>
            <a:xfrm>
              <a:off x="16030855" y="4075716"/>
              <a:ext cx="46289" cy="46348"/>
            </a:xfrm>
            <a:custGeom>
              <a:avLst/>
              <a:gdLst/>
              <a:ahLst/>
              <a:cxnLst/>
              <a:rect l="0" t="0" r="0" b="0"/>
              <a:pathLst>
                <a:path w="46289" h="46348">
                  <a:moveTo>
                    <a:pt x="0" y="46348"/>
                  </a:moveTo>
                  <a:lnTo>
                    <a:pt x="4628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7" name="Output_receptor__4476">
              <a:extLst>
                <a:ext uri="{FF2B5EF4-FFF2-40B4-BE49-F238E27FC236}">
                  <a16:creationId xmlns:a16="http://schemas.microsoft.com/office/drawing/2014/main" id="{1B7E1C63-AE91-5C76-B821-D6AB43E54651}"/>
                </a:ext>
              </a:extLst>
            </p:cNvPr>
            <p:cNvSpPr>
              <a:spLocks noGrp="1"/>
            </p:cNvSpPr>
            <p:nvPr/>
          </p:nvSpPr>
          <p:spPr>
            <a:xfrm>
              <a:off x="16038823" y="4021150"/>
              <a:ext cx="38321" cy="54566"/>
            </a:xfrm>
            <a:custGeom>
              <a:avLst/>
              <a:gdLst/>
              <a:ahLst/>
              <a:cxnLst/>
              <a:rect l="0" t="0" r="0" b="0"/>
              <a:pathLst>
                <a:path w="38321" h="54566">
                  <a:moveTo>
                    <a:pt x="38321" y="545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8" name="Output_receptor__4477">
              <a:extLst>
                <a:ext uri="{FF2B5EF4-FFF2-40B4-BE49-F238E27FC236}">
                  <a16:creationId xmlns:a16="http://schemas.microsoft.com/office/drawing/2014/main" id="{194204BD-4E6B-DA9F-DF15-E1D5BBFA1E74}"/>
                </a:ext>
              </a:extLst>
            </p:cNvPr>
            <p:cNvSpPr>
              <a:spLocks noGrp="1"/>
            </p:cNvSpPr>
            <p:nvPr/>
          </p:nvSpPr>
          <p:spPr>
            <a:xfrm>
              <a:off x="15655063" y="4206371"/>
              <a:ext cx="61531" cy="7985"/>
            </a:xfrm>
            <a:custGeom>
              <a:avLst/>
              <a:gdLst/>
              <a:ahLst/>
              <a:cxnLst/>
              <a:rect l="0" t="0" r="0" b="0"/>
              <a:pathLst>
                <a:path w="61531" h="7985">
                  <a:moveTo>
                    <a:pt x="61531" y="79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79" name="Output_receptor__4478">
              <a:extLst>
                <a:ext uri="{FF2B5EF4-FFF2-40B4-BE49-F238E27FC236}">
                  <a16:creationId xmlns:a16="http://schemas.microsoft.com/office/drawing/2014/main" id="{65FF1FCA-5254-ED77-6BF5-487B3B599FF1}"/>
                </a:ext>
              </a:extLst>
            </p:cNvPr>
            <p:cNvSpPr>
              <a:spLocks noGrp="1"/>
            </p:cNvSpPr>
            <p:nvPr/>
          </p:nvSpPr>
          <p:spPr>
            <a:xfrm>
              <a:off x="15843719" y="4303925"/>
              <a:ext cx="59890" cy="35846"/>
            </a:xfrm>
            <a:custGeom>
              <a:avLst/>
              <a:gdLst/>
              <a:ahLst/>
              <a:cxnLst/>
              <a:rect l="0" t="0" r="0" b="0"/>
              <a:pathLst>
                <a:path w="59890" h="35846">
                  <a:moveTo>
                    <a:pt x="59890" y="0"/>
                  </a:moveTo>
                  <a:lnTo>
                    <a:pt x="0" y="3584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0" name="Output_receptor__4479">
              <a:extLst>
                <a:ext uri="{FF2B5EF4-FFF2-40B4-BE49-F238E27FC236}">
                  <a16:creationId xmlns:a16="http://schemas.microsoft.com/office/drawing/2014/main" id="{340A3017-159E-2287-EDC1-1E0FD484B9BA}"/>
                </a:ext>
              </a:extLst>
            </p:cNvPr>
            <p:cNvSpPr>
              <a:spLocks noGrp="1"/>
            </p:cNvSpPr>
            <p:nvPr/>
          </p:nvSpPr>
          <p:spPr>
            <a:xfrm>
              <a:off x="15688312" y="4369074"/>
              <a:ext cx="56342" cy="32493"/>
            </a:xfrm>
            <a:custGeom>
              <a:avLst/>
              <a:gdLst/>
              <a:ahLst/>
              <a:cxnLst/>
              <a:rect l="0" t="0" r="0" b="0"/>
              <a:pathLst>
                <a:path w="56342" h="32493">
                  <a:moveTo>
                    <a:pt x="0" y="32493"/>
                  </a:moveTo>
                  <a:lnTo>
                    <a:pt x="56342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1" name="Output_receptor__4480">
              <a:extLst>
                <a:ext uri="{FF2B5EF4-FFF2-40B4-BE49-F238E27FC236}">
                  <a16:creationId xmlns:a16="http://schemas.microsoft.com/office/drawing/2014/main" id="{F74D44CF-D418-9F7C-EB8F-752F9698751E}"/>
                </a:ext>
              </a:extLst>
            </p:cNvPr>
            <p:cNvSpPr>
              <a:spLocks noGrp="1"/>
            </p:cNvSpPr>
            <p:nvPr/>
          </p:nvSpPr>
          <p:spPr>
            <a:xfrm>
              <a:off x="15679979" y="4296004"/>
              <a:ext cx="5321" cy="11421"/>
            </a:xfrm>
            <a:custGeom>
              <a:avLst/>
              <a:gdLst/>
              <a:ahLst/>
              <a:cxnLst/>
              <a:rect l="0" t="0" r="0" b="0"/>
              <a:pathLst>
                <a:path w="5321" h="11421">
                  <a:moveTo>
                    <a:pt x="0" y="11421"/>
                  </a:moveTo>
                  <a:lnTo>
                    <a:pt x="5321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2" name="Output_receptor__4481">
              <a:extLst>
                <a:ext uri="{FF2B5EF4-FFF2-40B4-BE49-F238E27FC236}">
                  <a16:creationId xmlns:a16="http://schemas.microsoft.com/office/drawing/2014/main" id="{83A7B21C-2AFA-4755-3243-2D68E43F40A7}"/>
                </a:ext>
              </a:extLst>
            </p:cNvPr>
            <p:cNvSpPr>
              <a:spLocks noGrp="1"/>
            </p:cNvSpPr>
            <p:nvPr/>
          </p:nvSpPr>
          <p:spPr>
            <a:xfrm>
              <a:off x="15716594" y="4214356"/>
              <a:ext cx="27195" cy="39533"/>
            </a:xfrm>
            <a:custGeom>
              <a:avLst/>
              <a:gdLst/>
              <a:ahLst/>
              <a:cxnLst/>
              <a:rect l="0" t="0" r="0" b="0"/>
              <a:pathLst>
                <a:path w="27195" h="39533">
                  <a:moveTo>
                    <a:pt x="27195" y="395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3" name="Output_receptor__4482">
              <a:extLst>
                <a:ext uri="{FF2B5EF4-FFF2-40B4-BE49-F238E27FC236}">
                  <a16:creationId xmlns:a16="http://schemas.microsoft.com/office/drawing/2014/main" id="{042934CF-4251-8DA3-0796-08BF70BC4E88}"/>
                </a:ext>
              </a:extLst>
            </p:cNvPr>
            <p:cNvSpPr>
              <a:spLocks noGrp="1"/>
            </p:cNvSpPr>
            <p:nvPr/>
          </p:nvSpPr>
          <p:spPr>
            <a:xfrm>
              <a:off x="16751712" y="3864829"/>
              <a:ext cx="7529" cy="54239"/>
            </a:xfrm>
            <a:custGeom>
              <a:avLst/>
              <a:gdLst/>
              <a:ahLst/>
              <a:cxnLst/>
              <a:rect l="0" t="0" r="0" b="0"/>
              <a:pathLst>
                <a:path w="7529" h="54239">
                  <a:moveTo>
                    <a:pt x="7529" y="542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4" name="Output_receptor__4483">
              <a:extLst>
                <a:ext uri="{FF2B5EF4-FFF2-40B4-BE49-F238E27FC236}">
                  <a16:creationId xmlns:a16="http://schemas.microsoft.com/office/drawing/2014/main" id="{9BEAF319-F23E-8A8B-6334-AE5860A27137}"/>
                </a:ext>
              </a:extLst>
            </p:cNvPr>
            <p:cNvSpPr>
              <a:spLocks noGrp="1"/>
            </p:cNvSpPr>
            <p:nvPr/>
          </p:nvSpPr>
          <p:spPr>
            <a:xfrm>
              <a:off x="15674663" y="4107572"/>
              <a:ext cx="55559" cy="28064"/>
            </a:xfrm>
            <a:custGeom>
              <a:avLst/>
              <a:gdLst/>
              <a:ahLst/>
              <a:cxnLst/>
              <a:rect l="0" t="0" r="0" b="0"/>
              <a:pathLst>
                <a:path w="55559" h="28064">
                  <a:moveTo>
                    <a:pt x="55559" y="280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5" name="Output_receptor__4484">
              <a:extLst>
                <a:ext uri="{FF2B5EF4-FFF2-40B4-BE49-F238E27FC236}">
                  <a16:creationId xmlns:a16="http://schemas.microsoft.com/office/drawing/2014/main" id="{5DACD276-9897-91C6-7118-23B9096BD0A6}"/>
                </a:ext>
              </a:extLst>
            </p:cNvPr>
            <p:cNvSpPr>
              <a:spLocks noGrp="1"/>
            </p:cNvSpPr>
            <p:nvPr/>
          </p:nvSpPr>
          <p:spPr>
            <a:xfrm>
              <a:off x="16712292" y="3919068"/>
              <a:ext cx="46949" cy="40928"/>
            </a:xfrm>
            <a:custGeom>
              <a:avLst/>
              <a:gdLst/>
              <a:ahLst/>
              <a:cxnLst/>
              <a:rect l="0" t="0" r="0" b="0"/>
              <a:pathLst>
                <a:path w="46949" h="40928">
                  <a:moveTo>
                    <a:pt x="0" y="40928"/>
                  </a:moveTo>
                  <a:lnTo>
                    <a:pt x="4694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6" name="Output_receptor__4485">
              <a:extLst>
                <a:ext uri="{FF2B5EF4-FFF2-40B4-BE49-F238E27FC236}">
                  <a16:creationId xmlns:a16="http://schemas.microsoft.com/office/drawing/2014/main" id="{BC74EA50-AA74-CE88-884A-B42DC29A181D}"/>
                </a:ext>
              </a:extLst>
            </p:cNvPr>
            <p:cNvSpPr>
              <a:spLocks noGrp="1"/>
            </p:cNvSpPr>
            <p:nvPr/>
          </p:nvSpPr>
          <p:spPr>
            <a:xfrm>
              <a:off x="15427711" y="4019707"/>
              <a:ext cx="69323" cy="20701"/>
            </a:xfrm>
            <a:custGeom>
              <a:avLst/>
              <a:gdLst/>
              <a:ahLst/>
              <a:cxnLst/>
              <a:rect l="0" t="0" r="0" b="0"/>
              <a:pathLst>
                <a:path w="69323" h="20701">
                  <a:moveTo>
                    <a:pt x="69323" y="0"/>
                  </a:moveTo>
                  <a:lnTo>
                    <a:pt x="0" y="20701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7" name="Output_receptor__4486">
              <a:extLst>
                <a:ext uri="{FF2B5EF4-FFF2-40B4-BE49-F238E27FC236}">
                  <a16:creationId xmlns:a16="http://schemas.microsoft.com/office/drawing/2014/main" id="{1A53CD05-D370-0D8A-50A4-634C84E6B794}"/>
                </a:ext>
              </a:extLst>
            </p:cNvPr>
            <p:cNvSpPr>
              <a:spLocks noGrp="1"/>
            </p:cNvSpPr>
            <p:nvPr/>
          </p:nvSpPr>
          <p:spPr>
            <a:xfrm>
              <a:off x="15816475" y="4246631"/>
              <a:ext cx="21319" cy="9118"/>
            </a:xfrm>
            <a:custGeom>
              <a:avLst/>
              <a:gdLst/>
              <a:ahLst/>
              <a:cxnLst/>
              <a:rect l="0" t="0" r="0" b="0"/>
              <a:pathLst>
                <a:path w="21319" h="9118">
                  <a:moveTo>
                    <a:pt x="21319" y="91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8" name="Output_receptor__4487">
              <a:extLst>
                <a:ext uri="{FF2B5EF4-FFF2-40B4-BE49-F238E27FC236}">
                  <a16:creationId xmlns:a16="http://schemas.microsoft.com/office/drawing/2014/main" id="{538BCA08-462F-1381-1B3A-5918DC5941A8}"/>
                </a:ext>
              </a:extLst>
            </p:cNvPr>
            <p:cNvSpPr>
              <a:spLocks noGrp="1"/>
            </p:cNvSpPr>
            <p:nvPr/>
          </p:nvSpPr>
          <p:spPr>
            <a:xfrm>
              <a:off x="15802218" y="3975963"/>
              <a:ext cx="43827" cy="8031"/>
            </a:xfrm>
            <a:custGeom>
              <a:avLst/>
              <a:gdLst/>
              <a:ahLst/>
              <a:cxnLst/>
              <a:rect l="0" t="0" r="0" b="0"/>
              <a:pathLst>
                <a:path w="43827" h="8031">
                  <a:moveTo>
                    <a:pt x="43827" y="0"/>
                  </a:moveTo>
                  <a:lnTo>
                    <a:pt x="0" y="8031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89" name="Output_receptor__4488">
              <a:extLst>
                <a:ext uri="{FF2B5EF4-FFF2-40B4-BE49-F238E27FC236}">
                  <a16:creationId xmlns:a16="http://schemas.microsoft.com/office/drawing/2014/main" id="{F7D73B4F-BFC1-316C-CE2E-B5A64210A56C}"/>
                </a:ext>
              </a:extLst>
            </p:cNvPr>
            <p:cNvSpPr>
              <a:spLocks noGrp="1"/>
            </p:cNvSpPr>
            <p:nvPr/>
          </p:nvSpPr>
          <p:spPr>
            <a:xfrm>
              <a:off x="16479398" y="3917029"/>
              <a:ext cx="56300" cy="44146"/>
            </a:xfrm>
            <a:custGeom>
              <a:avLst/>
              <a:gdLst/>
              <a:ahLst/>
              <a:cxnLst/>
              <a:rect l="0" t="0" r="0" b="0"/>
              <a:pathLst>
                <a:path w="56300" h="44146">
                  <a:moveTo>
                    <a:pt x="56300" y="441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0" name="Output_receptor__4489">
              <a:extLst>
                <a:ext uri="{FF2B5EF4-FFF2-40B4-BE49-F238E27FC236}">
                  <a16:creationId xmlns:a16="http://schemas.microsoft.com/office/drawing/2014/main" id="{77EA929B-BA10-F132-38CA-94E493A02F20}"/>
                </a:ext>
              </a:extLst>
            </p:cNvPr>
            <p:cNvSpPr>
              <a:spLocks noGrp="1"/>
            </p:cNvSpPr>
            <p:nvPr/>
          </p:nvSpPr>
          <p:spPr>
            <a:xfrm>
              <a:off x="15627908" y="4107572"/>
              <a:ext cx="46755" cy="602"/>
            </a:xfrm>
            <a:custGeom>
              <a:avLst/>
              <a:gdLst/>
              <a:ahLst/>
              <a:cxnLst/>
              <a:rect l="0" t="0" r="0" b="0"/>
              <a:pathLst>
                <a:path w="46755" h="602">
                  <a:moveTo>
                    <a:pt x="46755" y="0"/>
                  </a:moveTo>
                  <a:lnTo>
                    <a:pt x="0" y="602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1" name="Output_receptor__4490">
              <a:extLst>
                <a:ext uri="{FF2B5EF4-FFF2-40B4-BE49-F238E27FC236}">
                  <a16:creationId xmlns:a16="http://schemas.microsoft.com/office/drawing/2014/main" id="{3FD62061-F485-75DD-0121-727F36D1A69B}"/>
                </a:ext>
              </a:extLst>
            </p:cNvPr>
            <p:cNvSpPr>
              <a:spLocks noGrp="1"/>
            </p:cNvSpPr>
            <p:nvPr/>
          </p:nvSpPr>
          <p:spPr>
            <a:xfrm>
              <a:off x="15794845" y="3893246"/>
              <a:ext cx="70203" cy="16636"/>
            </a:xfrm>
            <a:custGeom>
              <a:avLst/>
              <a:gdLst/>
              <a:ahLst/>
              <a:cxnLst/>
              <a:rect l="0" t="0" r="0" b="0"/>
              <a:pathLst>
                <a:path w="70203" h="16636">
                  <a:moveTo>
                    <a:pt x="0" y="0"/>
                  </a:moveTo>
                  <a:lnTo>
                    <a:pt x="70203" y="16636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2" name="Output_receptor__4491">
              <a:extLst>
                <a:ext uri="{FF2B5EF4-FFF2-40B4-BE49-F238E27FC236}">
                  <a16:creationId xmlns:a16="http://schemas.microsoft.com/office/drawing/2014/main" id="{F7D3F3C8-0527-9C84-3C4D-E907A5754E70}"/>
                </a:ext>
              </a:extLst>
            </p:cNvPr>
            <p:cNvSpPr>
              <a:spLocks noGrp="1"/>
            </p:cNvSpPr>
            <p:nvPr/>
          </p:nvSpPr>
          <p:spPr>
            <a:xfrm>
              <a:off x="16210696" y="4153728"/>
              <a:ext cx="71613" cy="139"/>
            </a:xfrm>
            <a:custGeom>
              <a:avLst/>
              <a:gdLst/>
              <a:ahLst/>
              <a:cxnLst/>
              <a:rect l="0" t="0" r="0" b="0"/>
              <a:pathLst>
                <a:path w="71613" h="139">
                  <a:moveTo>
                    <a:pt x="71613" y="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3" name="Output_receptor__4492">
              <a:extLst>
                <a:ext uri="{FF2B5EF4-FFF2-40B4-BE49-F238E27FC236}">
                  <a16:creationId xmlns:a16="http://schemas.microsoft.com/office/drawing/2014/main" id="{305352F6-88CD-FF2D-C122-5F117245100D}"/>
                </a:ext>
              </a:extLst>
            </p:cNvPr>
            <p:cNvSpPr>
              <a:spLocks noGrp="1"/>
            </p:cNvSpPr>
            <p:nvPr/>
          </p:nvSpPr>
          <p:spPr>
            <a:xfrm>
              <a:off x="16677548" y="3866880"/>
              <a:ext cx="2220" cy="5764"/>
            </a:xfrm>
            <a:custGeom>
              <a:avLst/>
              <a:gdLst/>
              <a:ahLst/>
              <a:cxnLst/>
              <a:rect l="0" t="0" r="0" b="0"/>
              <a:pathLst>
                <a:path w="2220" h="5764">
                  <a:moveTo>
                    <a:pt x="2220" y="576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4" name="Output_receptor__4493">
              <a:extLst>
                <a:ext uri="{FF2B5EF4-FFF2-40B4-BE49-F238E27FC236}">
                  <a16:creationId xmlns:a16="http://schemas.microsoft.com/office/drawing/2014/main" id="{380E3BED-AA3E-7981-F8E9-D2FCEFCEA595}"/>
                </a:ext>
              </a:extLst>
            </p:cNvPr>
            <p:cNvSpPr>
              <a:spLocks noGrp="1"/>
            </p:cNvSpPr>
            <p:nvPr/>
          </p:nvSpPr>
          <p:spPr>
            <a:xfrm>
              <a:off x="16133799" y="4319192"/>
              <a:ext cx="66591" cy="5459"/>
            </a:xfrm>
            <a:custGeom>
              <a:avLst/>
              <a:gdLst/>
              <a:ahLst/>
              <a:cxnLst/>
              <a:rect l="0" t="0" r="0" b="0"/>
              <a:pathLst>
                <a:path w="66591" h="5459">
                  <a:moveTo>
                    <a:pt x="0" y="0"/>
                  </a:moveTo>
                  <a:lnTo>
                    <a:pt x="66591" y="5459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95" name="Output_receptor__4494">
              <a:extLst>
                <a:ext uri="{FF2B5EF4-FFF2-40B4-BE49-F238E27FC236}">
                  <a16:creationId xmlns:a16="http://schemas.microsoft.com/office/drawing/2014/main" id="{2AE52CB2-E3A3-4A73-42A3-840D40E7EF80}"/>
                </a:ext>
              </a:extLst>
            </p:cNvPr>
            <p:cNvSpPr>
              <a:spLocks noGrp="1"/>
            </p:cNvSpPr>
            <p:nvPr/>
          </p:nvSpPr>
          <p:spPr>
            <a:xfrm>
              <a:off x="16554063" y="4177130"/>
              <a:ext cx="58379" cy="20111"/>
            </a:xfrm>
            <a:custGeom>
              <a:avLst/>
              <a:gdLst/>
              <a:ahLst/>
              <a:cxnLst/>
              <a:rect l="0" t="0" r="0" b="0"/>
              <a:pathLst>
                <a:path w="58379" h="20111">
                  <a:moveTo>
                    <a:pt x="58379" y="201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B"/>
              </a:solidFill>
            </a:ln>
          </p:spPr>
        </p:sp>
        <p:sp>
          <p:nvSpPr>
            <p:cNvPr id="4496" name="Output_receptor__4495">
              <a:extLst>
                <a:ext uri="{FF2B5EF4-FFF2-40B4-BE49-F238E27FC236}">
                  <a16:creationId xmlns:a16="http://schemas.microsoft.com/office/drawing/2014/main" id="{DB471E21-A7E1-00B6-7818-61228B704DCA}"/>
                </a:ext>
              </a:extLst>
            </p:cNvPr>
            <p:cNvSpPr>
              <a:spLocks noGrp="1"/>
            </p:cNvSpPr>
            <p:nvPr/>
          </p:nvSpPr>
          <p:spPr>
            <a:xfrm>
              <a:off x="15685300" y="4253888"/>
              <a:ext cx="58489" cy="42115"/>
            </a:xfrm>
            <a:custGeom>
              <a:avLst/>
              <a:gdLst/>
              <a:ahLst/>
              <a:cxnLst/>
              <a:rect l="0" t="0" r="0" b="0"/>
              <a:pathLst>
                <a:path w="58489" h="42115">
                  <a:moveTo>
                    <a:pt x="0" y="42115"/>
                  </a:moveTo>
                  <a:lnTo>
                    <a:pt x="58489" y="0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7" name="Output_receptor__4496">
              <a:extLst>
                <a:ext uri="{FF2B5EF4-FFF2-40B4-BE49-F238E27FC236}">
                  <a16:creationId xmlns:a16="http://schemas.microsoft.com/office/drawing/2014/main" id="{FE618B54-7D06-559F-2289-3CB07DD42C65}"/>
                </a:ext>
              </a:extLst>
            </p:cNvPr>
            <p:cNvSpPr>
              <a:spLocks noGrp="1"/>
            </p:cNvSpPr>
            <p:nvPr/>
          </p:nvSpPr>
          <p:spPr>
            <a:xfrm>
              <a:off x="16625277" y="3778065"/>
              <a:ext cx="58878" cy="12895"/>
            </a:xfrm>
            <a:custGeom>
              <a:avLst/>
              <a:gdLst/>
              <a:ahLst/>
              <a:cxnLst/>
              <a:rect l="0" t="0" r="0" b="0"/>
              <a:pathLst>
                <a:path w="58878" h="12895">
                  <a:moveTo>
                    <a:pt x="58878" y="0"/>
                  </a:moveTo>
                  <a:lnTo>
                    <a:pt x="0" y="12895"/>
                  </a:lnTo>
                </a:path>
              </a:pathLst>
            </a:custGeom>
            <a:noFill/>
            <a:ln w="20003">
              <a:solidFill>
                <a:srgbClr val="E5E9EB"/>
              </a:solidFill>
            </a:ln>
          </p:spPr>
        </p:sp>
        <p:sp>
          <p:nvSpPr>
            <p:cNvPr id="4498" name="Output_receptor__4497">
              <a:extLst>
                <a:ext uri="{FF2B5EF4-FFF2-40B4-BE49-F238E27FC236}">
                  <a16:creationId xmlns:a16="http://schemas.microsoft.com/office/drawing/2014/main" id="{4A796696-2366-E3BC-90F3-6CC54C103191}"/>
                </a:ext>
              </a:extLst>
            </p:cNvPr>
            <p:cNvSpPr>
              <a:spLocks noGrp="1"/>
            </p:cNvSpPr>
            <p:nvPr/>
          </p:nvSpPr>
          <p:spPr>
            <a:xfrm>
              <a:off x="15975982" y="4046876"/>
              <a:ext cx="29664" cy="9503"/>
            </a:xfrm>
            <a:custGeom>
              <a:avLst/>
              <a:gdLst/>
              <a:ahLst/>
              <a:cxnLst/>
              <a:rect l="0" t="0" r="0" b="0"/>
              <a:pathLst>
                <a:path w="29664" h="9503">
                  <a:moveTo>
                    <a:pt x="0" y="0"/>
                  </a:moveTo>
                  <a:lnTo>
                    <a:pt x="29664" y="950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499" name="Output_receptor__4498">
              <a:extLst>
                <a:ext uri="{FF2B5EF4-FFF2-40B4-BE49-F238E27FC236}">
                  <a16:creationId xmlns:a16="http://schemas.microsoft.com/office/drawing/2014/main" id="{0D29A87B-02AF-B919-B229-A99419D50247}"/>
                </a:ext>
              </a:extLst>
            </p:cNvPr>
            <p:cNvSpPr>
              <a:spLocks noGrp="1"/>
            </p:cNvSpPr>
            <p:nvPr/>
          </p:nvSpPr>
          <p:spPr>
            <a:xfrm>
              <a:off x="16612443" y="4155516"/>
              <a:ext cx="51164" cy="41725"/>
            </a:xfrm>
            <a:custGeom>
              <a:avLst/>
              <a:gdLst/>
              <a:ahLst/>
              <a:cxnLst/>
              <a:rect l="0" t="0" r="0" b="0"/>
              <a:pathLst>
                <a:path w="51164" h="41725">
                  <a:moveTo>
                    <a:pt x="51164" y="0"/>
                  </a:moveTo>
                  <a:lnTo>
                    <a:pt x="0" y="41725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00" name="Output_receptor__4499">
              <a:extLst>
                <a:ext uri="{FF2B5EF4-FFF2-40B4-BE49-F238E27FC236}">
                  <a16:creationId xmlns:a16="http://schemas.microsoft.com/office/drawing/2014/main" id="{395129A1-6835-0960-7034-EF4992E7C81F}"/>
                </a:ext>
              </a:extLst>
            </p:cNvPr>
            <p:cNvSpPr>
              <a:spLocks noGrp="1"/>
            </p:cNvSpPr>
            <p:nvPr/>
          </p:nvSpPr>
          <p:spPr>
            <a:xfrm>
              <a:off x="15497034" y="4019707"/>
              <a:ext cx="27168" cy="54698"/>
            </a:xfrm>
            <a:custGeom>
              <a:avLst/>
              <a:gdLst/>
              <a:ahLst/>
              <a:cxnLst/>
              <a:rect l="0" t="0" r="0" b="0"/>
              <a:pathLst>
                <a:path w="27168" h="54698">
                  <a:moveTo>
                    <a:pt x="27168" y="54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1" name="Output_receptor__4500">
              <a:extLst>
                <a:ext uri="{FF2B5EF4-FFF2-40B4-BE49-F238E27FC236}">
                  <a16:creationId xmlns:a16="http://schemas.microsoft.com/office/drawing/2014/main" id="{9A059DD4-39B9-5126-77D9-2A651086F9A4}"/>
                </a:ext>
              </a:extLst>
            </p:cNvPr>
            <p:cNvSpPr>
              <a:spLocks noGrp="1"/>
            </p:cNvSpPr>
            <p:nvPr/>
          </p:nvSpPr>
          <p:spPr>
            <a:xfrm>
              <a:off x="16507336" y="3961175"/>
              <a:ext cx="28362" cy="52673"/>
            </a:xfrm>
            <a:custGeom>
              <a:avLst/>
              <a:gdLst/>
              <a:ahLst/>
              <a:cxnLst/>
              <a:rect l="0" t="0" r="0" b="0"/>
              <a:pathLst>
                <a:path w="28362" h="52673">
                  <a:moveTo>
                    <a:pt x="0" y="52673"/>
                  </a:moveTo>
                  <a:lnTo>
                    <a:pt x="2836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2" name="Output_receptor__4501">
              <a:extLst>
                <a:ext uri="{FF2B5EF4-FFF2-40B4-BE49-F238E27FC236}">
                  <a16:creationId xmlns:a16="http://schemas.microsoft.com/office/drawing/2014/main" id="{57AAC2DC-A7AD-1CCE-3C86-C96EC42E1683}"/>
                </a:ext>
              </a:extLst>
            </p:cNvPr>
            <p:cNvSpPr>
              <a:spLocks noGrp="1"/>
            </p:cNvSpPr>
            <p:nvPr/>
          </p:nvSpPr>
          <p:spPr>
            <a:xfrm>
              <a:off x="16684155" y="3778065"/>
              <a:ext cx="39956" cy="33542"/>
            </a:xfrm>
            <a:custGeom>
              <a:avLst/>
              <a:gdLst/>
              <a:ahLst/>
              <a:cxnLst/>
              <a:rect l="0" t="0" r="0" b="0"/>
              <a:pathLst>
                <a:path w="39956" h="33542">
                  <a:moveTo>
                    <a:pt x="39956" y="335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3" name="Output_receptor__4502">
              <a:extLst>
                <a:ext uri="{FF2B5EF4-FFF2-40B4-BE49-F238E27FC236}">
                  <a16:creationId xmlns:a16="http://schemas.microsoft.com/office/drawing/2014/main" id="{ECAE6678-AFCA-71FF-12FF-390B10D64534}"/>
                </a:ext>
              </a:extLst>
            </p:cNvPr>
            <p:cNvSpPr>
              <a:spLocks noGrp="1"/>
            </p:cNvSpPr>
            <p:nvPr/>
          </p:nvSpPr>
          <p:spPr>
            <a:xfrm>
              <a:off x="15846044" y="3909883"/>
              <a:ext cx="19003" cy="66080"/>
            </a:xfrm>
            <a:custGeom>
              <a:avLst/>
              <a:gdLst/>
              <a:ahLst/>
              <a:cxnLst/>
              <a:rect l="0" t="0" r="0" b="0"/>
              <a:pathLst>
                <a:path w="19003" h="66080">
                  <a:moveTo>
                    <a:pt x="19003" y="0"/>
                  </a:moveTo>
                  <a:lnTo>
                    <a:pt x="0" y="6608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4" name="Output_receptor__4503">
              <a:extLst>
                <a:ext uri="{FF2B5EF4-FFF2-40B4-BE49-F238E27FC236}">
                  <a16:creationId xmlns:a16="http://schemas.microsoft.com/office/drawing/2014/main" id="{4EB062DE-E6E3-0F12-5F87-EE39587FAE9B}"/>
                </a:ext>
              </a:extLst>
            </p:cNvPr>
            <p:cNvSpPr>
              <a:spLocks noGrp="1"/>
            </p:cNvSpPr>
            <p:nvPr/>
          </p:nvSpPr>
          <p:spPr>
            <a:xfrm>
              <a:off x="16282309" y="4153867"/>
              <a:ext cx="9052" cy="60487"/>
            </a:xfrm>
            <a:custGeom>
              <a:avLst/>
              <a:gdLst/>
              <a:ahLst/>
              <a:cxnLst/>
              <a:rect l="0" t="0" r="0" b="0"/>
              <a:pathLst>
                <a:path w="9052" h="60487">
                  <a:moveTo>
                    <a:pt x="9052" y="604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5" name="Output_receptor__4504">
              <a:extLst>
                <a:ext uri="{FF2B5EF4-FFF2-40B4-BE49-F238E27FC236}">
                  <a16:creationId xmlns:a16="http://schemas.microsoft.com/office/drawing/2014/main" id="{39ABAEBB-415A-6DDA-6DFF-0879E743D2FC}"/>
                </a:ext>
              </a:extLst>
            </p:cNvPr>
            <p:cNvSpPr>
              <a:spLocks noGrp="1"/>
            </p:cNvSpPr>
            <p:nvPr/>
          </p:nvSpPr>
          <p:spPr>
            <a:xfrm>
              <a:off x="15487663" y="4074406"/>
              <a:ext cx="36539" cy="53485"/>
            </a:xfrm>
            <a:custGeom>
              <a:avLst/>
              <a:gdLst/>
              <a:ahLst/>
              <a:cxnLst/>
              <a:rect l="0" t="0" r="0" b="0"/>
              <a:pathLst>
                <a:path w="36539" h="53485">
                  <a:moveTo>
                    <a:pt x="0" y="53485"/>
                  </a:moveTo>
                  <a:lnTo>
                    <a:pt x="3653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6" name="Output_receptor__4505">
              <a:extLst>
                <a:ext uri="{FF2B5EF4-FFF2-40B4-BE49-F238E27FC236}">
                  <a16:creationId xmlns:a16="http://schemas.microsoft.com/office/drawing/2014/main" id="{5ADAD452-D9AF-2152-B179-F1330F723360}"/>
                </a:ext>
              </a:extLst>
            </p:cNvPr>
            <p:cNvSpPr>
              <a:spLocks noGrp="1"/>
            </p:cNvSpPr>
            <p:nvPr/>
          </p:nvSpPr>
          <p:spPr>
            <a:xfrm>
              <a:off x="15938488" y="4587291"/>
              <a:ext cx="54570" cy="6264"/>
            </a:xfrm>
            <a:custGeom>
              <a:avLst/>
              <a:gdLst/>
              <a:ahLst/>
              <a:cxnLst/>
              <a:rect l="0" t="0" r="0" b="0"/>
              <a:pathLst>
                <a:path w="54570" h="6264">
                  <a:moveTo>
                    <a:pt x="0" y="0"/>
                  </a:moveTo>
                  <a:lnTo>
                    <a:pt x="54570" y="626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7" name="Output_receptor__4506">
              <a:extLst>
                <a:ext uri="{FF2B5EF4-FFF2-40B4-BE49-F238E27FC236}">
                  <a16:creationId xmlns:a16="http://schemas.microsoft.com/office/drawing/2014/main" id="{7FCC0D66-220A-7234-9168-2010C41C2DA3}"/>
                </a:ext>
              </a:extLst>
            </p:cNvPr>
            <p:cNvSpPr>
              <a:spLocks noGrp="1"/>
            </p:cNvSpPr>
            <p:nvPr/>
          </p:nvSpPr>
          <p:spPr>
            <a:xfrm>
              <a:off x="16444187" y="4007141"/>
              <a:ext cx="63149" cy="6706"/>
            </a:xfrm>
            <a:custGeom>
              <a:avLst/>
              <a:gdLst/>
              <a:ahLst/>
              <a:cxnLst/>
              <a:rect l="0" t="0" r="0" b="0"/>
              <a:pathLst>
                <a:path w="63149" h="6706">
                  <a:moveTo>
                    <a:pt x="0" y="0"/>
                  </a:moveTo>
                  <a:lnTo>
                    <a:pt x="63149" y="6706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8" name="Output_receptor__4507">
              <a:extLst>
                <a:ext uri="{FF2B5EF4-FFF2-40B4-BE49-F238E27FC236}">
                  <a16:creationId xmlns:a16="http://schemas.microsoft.com/office/drawing/2014/main" id="{F4DA3B3E-8B20-6830-5792-83326C8AD8B3}"/>
                </a:ext>
              </a:extLst>
            </p:cNvPr>
            <p:cNvSpPr>
              <a:spLocks noGrp="1"/>
            </p:cNvSpPr>
            <p:nvPr/>
          </p:nvSpPr>
          <p:spPr>
            <a:xfrm>
              <a:off x="15886304" y="4587291"/>
              <a:ext cx="52184" cy="9876"/>
            </a:xfrm>
            <a:custGeom>
              <a:avLst/>
              <a:gdLst/>
              <a:ahLst/>
              <a:cxnLst/>
              <a:rect l="0" t="0" r="0" b="0"/>
              <a:pathLst>
                <a:path w="52184" h="9876">
                  <a:moveTo>
                    <a:pt x="0" y="9876"/>
                  </a:moveTo>
                  <a:lnTo>
                    <a:pt x="5218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09" name="Output_receptor__4508">
              <a:extLst>
                <a:ext uri="{FF2B5EF4-FFF2-40B4-BE49-F238E27FC236}">
                  <a16:creationId xmlns:a16="http://schemas.microsoft.com/office/drawing/2014/main" id="{9DFFC3FF-A73E-AC7D-DE13-38246F23E870}"/>
                </a:ext>
              </a:extLst>
            </p:cNvPr>
            <p:cNvSpPr>
              <a:spLocks noGrp="1"/>
            </p:cNvSpPr>
            <p:nvPr/>
          </p:nvSpPr>
          <p:spPr>
            <a:xfrm>
              <a:off x="15655063" y="4185239"/>
              <a:ext cx="38618" cy="21132"/>
            </a:xfrm>
            <a:custGeom>
              <a:avLst/>
              <a:gdLst/>
              <a:ahLst/>
              <a:cxnLst/>
              <a:rect l="0" t="0" r="0" b="0"/>
              <a:pathLst>
                <a:path w="38618" h="21132">
                  <a:moveTo>
                    <a:pt x="0" y="21132"/>
                  </a:moveTo>
                  <a:lnTo>
                    <a:pt x="38618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0" name="Output_receptor__4509">
              <a:extLst>
                <a:ext uri="{FF2B5EF4-FFF2-40B4-BE49-F238E27FC236}">
                  <a16:creationId xmlns:a16="http://schemas.microsoft.com/office/drawing/2014/main" id="{BFA5BA71-EF5C-F34A-12F3-D3E758216061}"/>
                </a:ext>
              </a:extLst>
            </p:cNvPr>
            <p:cNvSpPr>
              <a:spLocks noGrp="1"/>
            </p:cNvSpPr>
            <p:nvPr/>
          </p:nvSpPr>
          <p:spPr>
            <a:xfrm>
              <a:off x="16562540" y="3391215"/>
              <a:ext cx="52624" cy="3579"/>
            </a:xfrm>
            <a:custGeom>
              <a:avLst/>
              <a:gdLst/>
              <a:ahLst/>
              <a:cxnLst/>
              <a:rect l="0" t="0" r="0" b="0"/>
              <a:pathLst>
                <a:path w="52624" h="3579">
                  <a:moveTo>
                    <a:pt x="0" y="0"/>
                  </a:moveTo>
                  <a:lnTo>
                    <a:pt x="52624" y="3579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1" name="Output_receptor__4510">
              <a:extLst>
                <a:ext uri="{FF2B5EF4-FFF2-40B4-BE49-F238E27FC236}">
                  <a16:creationId xmlns:a16="http://schemas.microsoft.com/office/drawing/2014/main" id="{66A85747-C132-5A4C-D85B-2C8BA680B300}"/>
                </a:ext>
              </a:extLst>
            </p:cNvPr>
            <p:cNvSpPr>
              <a:spLocks noGrp="1"/>
            </p:cNvSpPr>
            <p:nvPr/>
          </p:nvSpPr>
          <p:spPr>
            <a:xfrm>
              <a:off x="15993058" y="4554903"/>
              <a:ext cx="46880" cy="38652"/>
            </a:xfrm>
            <a:custGeom>
              <a:avLst/>
              <a:gdLst/>
              <a:ahLst/>
              <a:cxnLst/>
              <a:rect l="0" t="0" r="0" b="0"/>
              <a:pathLst>
                <a:path w="46880" h="38652">
                  <a:moveTo>
                    <a:pt x="0" y="38652"/>
                  </a:moveTo>
                  <a:lnTo>
                    <a:pt x="4688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2" name="Output_receptor__4511">
              <a:extLst>
                <a:ext uri="{FF2B5EF4-FFF2-40B4-BE49-F238E27FC236}">
                  <a16:creationId xmlns:a16="http://schemas.microsoft.com/office/drawing/2014/main" id="{E1879CA3-CF4F-5FFC-AEA7-F491F9DB817D}"/>
                </a:ext>
              </a:extLst>
            </p:cNvPr>
            <p:cNvSpPr>
              <a:spLocks noGrp="1"/>
            </p:cNvSpPr>
            <p:nvPr/>
          </p:nvSpPr>
          <p:spPr>
            <a:xfrm>
              <a:off x="15619819" y="4012234"/>
              <a:ext cx="70022" cy="15029"/>
            </a:xfrm>
            <a:custGeom>
              <a:avLst/>
              <a:gdLst/>
              <a:ahLst/>
              <a:cxnLst/>
              <a:rect l="0" t="0" r="0" b="0"/>
              <a:pathLst>
                <a:path w="70022" h="15029">
                  <a:moveTo>
                    <a:pt x="70022" y="150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3" name="Output_receptor__4512">
              <a:extLst>
                <a:ext uri="{FF2B5EF4-FFF2-40B4-BE49-F238E27FC236}">
                  <a16:creationId xmlns:a16="http://schemas.microsoft.com/office/drawing/2014/main" id="{4F2E3DFB-0A4A-A2B1-160A-6A4533E528B7}"/>
                </a:ext>
              </a:extLst>
            </p:cNvPr>
            <p:cNvSpPr>
              <a:spLocks noGrp="1"/>
            </p:cNvSpPr>
            <p:nvPr/>
          </p:nvSpPr>
          <p:spPr>
            <a:xfrm>
              <a:off x="15693681" y="4135636"/>
              <a:ext cx="36541" cy="49603"/>
            </a:xfrm>
            <a:custGeom>
              <a:avLst/>
              <a:gdLst/>
              <a:ahLst/>
              <a:cxnLst/>
              <a:rect l="0" t="0" r="0" b="0"/>
              <a:pathLst>
                <a:path w="36541" h="49603">
                  <a:moveTo>
                    <a:pt x="0" y="49603"/>
                  </a:moveTo>
                  <a:lnTo>
                    <a:pt x="3654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4" name="Output_receptor__4513">
              <a:extLst>
                <a:ext uri="{FF2B5EF4-FFF2-40B4-BE49-F238E27FC236}">
                  <a16:creationId xmlns:a16="http://schemas.microsoft.com/office/drawing/2014/main" id="{BCEAC721-3B9E-06D9-309C-CA788F4E3552}"/>
                </a:ext>
              </a:extLst>
            </p:cNvPr>
            <p:cNvSpPr>
              <a:spLocks noGrp="1"/>
            </p:cNvSpPr>
            <p:nvPr/>
          </p:nvSpPr>
          <p:spPr>
            <a:xfrm>
              <a:off x="15416858" y="4040408"/>
              <a:ext cx="10854" cy="4851"/>
            </a:xfrm>
            <a:custGeom>
              <a:avLst/>
              <a:gdLst/>
              <a:ahLst/>
              <a:cxnLst/>
              <a:rect l="0" t="0" r="0" b="0"/>
              <a:pathLst>
                <a:path w="10854" h="4851">
                  <a:moveTo>
                    <a:pt x="10854" y="0"/>
                  </a:moveTo>
                  <a:lnTo>
                    <a:pt x="0" y="4851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5" name="Output_receptor__4514">
              <a:extLst>
                <a:ext uri="{FF2B5EF4-FFF2-40B4-BE49-F238E27FC236}">
                  <a16:creationId xmlns:a16="http://schemas.microsoft.com/office/drawing/2014/main" id="{8394D1B7-19C9-08D5-A3E3-460699D776CC}"/>
                </a:ext>
              </a:extLst>
            </p:cNvPr>
            <p:cNvSpPr>
              <a:spLocks noGrp="1"/>
            </p:cNvSpPr>
            <p:nvPr/>
          </p:nvSpPr>
          <p:spPr>
            <a:xfrm>
              <a:off x="16663606" y="4149591"/>
              <a:ext cx="35952" cy="5925"/>
            </a:xfrm>
            <a:custGeom>
              <a:avLst/>
              <a:gdLst/>
              <a:ahLst/>
              <a:cxnLst/>
              <a:rect l="0" t="0" r="0" b="0"/>
              <a:pathLst>
                <a:path w="35952" h="5925">
                  <a:moveTo>
                    <a:pt x="35952" y="0"/>
                  </a:moveTo>
                  <a:lnTo>
                    <a:pt x="0" y="592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6" name="Output_receptor__4515">
              <a:extLst>
                <a:ext uri="{FF2B5EF4-FFF2-40B4-BE49-F238E27FC236}">
                  <a16:creationId xmlns:a16="http://schemas.microsoft.com/office/drawing/2014/main" id="{61736DC4-51C8-E2CD-E7F7-C65E44CB7094}"/>
                </a:ext>
              </a:extLst>
            </p:cNvPr>
            <p:cNvSpPr>
              <a:spLocks noGrp="1"/>
            </p:cNvSpPr>
            <p:nvPr/>
          </p:nvSpPr>
          <p:spPr>
            <a:xfrm>
              <a:off x="16039938" y="4523989"/>
              <a:ext cx="33671" cy="30913"/>
            </a:xfrm>
            <a:custGeom>
              <a:avLst/>
              <a:gdLst/>
              <a:ahLst/>
              <a:cxnLst/>
              <a:rect l="0" t="0" r="0" b="0"/>
              <a:pathLst>
                <a:path w="33671" h="30913">
                  <a:moveTo>
                    <a:pt x="0" y="30913"/>
                  </a:moveTo>
                  <a:lnTo>
                    <a:pt x="33671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17" name="Output_receptor__4516">
              <a:extLst>
                <a:ext uri="{FF2B5EF4-FFF2-40B4-BE49-F238E27FC236}">
                  <a16:creationId xmlns:a16="http://schemas.microsoft.com/office/drawing/2014/main" id="{DB4F870A-1132-5918-205F-28D41945C791}"/>
                </a:ext>
              </a:extLst>
            </p:cNvPr>
            <p:cNvSpPr>
              <a:spLocks noGrp="1"/>
            </p:cNvSpPr>
            <p:nvPr/>
          </p:nvSpPr>
          <p:spPr>
            <a:xfrm>
              <a:off x="15782979" y="3893246"/>
              <a:ext cx="11866" cy="23427"/>
            </a:xfrm>
            <a:custGeom>
              <a:avLst/>
              <a:gdLst/>
              <a:ahLst/>
              <a:cxnLst/>
              <a:rect l="0" t="0" r="0" b="0"/>
              <a:pathLst>
                <a:path w="11866" h="23427">
                  <a:moveTo>
                    <a:pt x="0" y="23427"/>
                  </a:moveTo>
                  <a:lnTo>
                    <a:pt x="1186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8" name="Output_receptor__4517">
              <a:extLst>
                <a:ext uri="{FF2B5EF4-FFF2-40B4-BE49-F238E27FC236}">
                  <a16:creationId xmlns:a16="http://schemas.microsoft.com/office/drawing/2014/main" id="{A7753CD7-759F-4B7D-717B-03134CB9CE14}"/>
                </a:ext>
              </a:extLst>
            </p:cNvPr>
            <p:cNvSpPr>
              <a:spLocks noGrp="1"/>
            </p:cNvSpPr>
            <p:nvPr/>
          </p:nvSpPr>
          <p:spPr>
            <a:xfrm>
              <a:off x="15837795" y="4187266"/>
              <a:ext cx="21824" cy="68483"/>
            </a:xfrm>
            <a:custGeom>
              <a:avLst/>
              <a:gdLst/>
              <a:ahLst/>
              <a:cxnLst/>
              <a:rect l="0" t="0" r="0" b="0"/>
              <a:pathLst>
                <a:path w="21824" h="68483">
                  <a:moveTo>
                    <a:pt x="21824" y="0"/>
                  </a:moveTo>
                  <a:lnTo>
                    <a:pt x="0" y="6848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19" name="Output_receptor__4518">
              <a:extLst>
                <a:ext uri="{FF2B5EF4-FFF2-40B4-BE49-F238E27FC236}">
                  <a16:creationId xmlns:a16="http://schemas.microsoft.com/office/drawing/2014/main" id="{DE4E3483-1BA1-2920-5194-47FD296508B8}"/>
                </a:ext>
              </a:extLst>
            </p:cNvPr>
            <p:cNvSpPr>
              <a:spLocks noGrp="1"/>
            </p:cNvSpPr>
            <p:nvPr/>
          </p:nvSpPr>
          <p:spPr>
            <a:xfrm>
              <a:off x="16024471" y="4207372"/>
              <a:ext cx="25297" cy="64587"/>
            </a:xfrm>
            <a:custGeom>
              <a:avLst/>
              <a:gdLst/>
              <a:ahLst/>
              <a:cxnLst/>
              <a:rect l="0" t="0" r="0" b="0"/>
              <a:pathLst>
                <a:path w="25297" h="64587">
                  <a:moveTo>
                    <a:pt x="0" y="64587"/>
                  </a:moveTo>
                  <a:lnTo>
                    <a:pt x="25297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0" name="Output_receptor__4519">
              <a:extLst>
                <a:ext uri="{FF2B5EF4-FFF2-40B4-BE49-F238E27FC236}">
                  <a16:creationId xmlns:a16="http://schemas.microsoft.com/office/drawing/2014/main" id="{4311CBDA-15B8-F89C-8A91-FD0361588C0A}"/>
                </a:ext>
              </a:extLst>
            </p:cNvPr>
            <p:cNvSpPr>
              <a:spLocks noGrp="1"/>
            </p:cNvSpPr>
            <p:nvPr/>
          </p:nvSpPr>
          <p:spPr>
            <a:xfrm>
              <a:off x="15863118" y="4500421"/>
              <a:ext cx="66846" cy="5559"/>
            </a:xfrm>
            <a:custGeom>
              <a:avLst/>
              <a:gdLst/>
              <a:ahLst/>
              <a:cxnLst/>
              <a:rect l="0" t="0" r="0" b="0"/>
              <a:pathLst>
                <a:path w="66846" h="5559">
                  <a:moveTo>
                    <a:pt x="0" y="5559"/>
                  </a:moveTo>
                  <a:lnTo>
                    <a:pt x="6684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1" name="Output_receptor__4520">
              <a:extLst>
                <a:ext uri="{FF2B5EF4-FFF2-40B4-BE49-F238E27FC236}">
                  <a16:creationId xmlns:a16="http://schemas.microsoft.com/office/drawing/2014/main" id="{B8BEA38C-7CA8-3DB3-51DB-F488372BC0B0}"/>
                </a:ext>
              </a:extLst>
            </p:cNvPr>
            <p:cNvSpPr>
              <a:spLocks noGrp="1"/>
            </p:cNvSpPr>
            <p:nvPr/>
          </p:nvSpPr>
          <p:spPr>
            <a:xfrm>
              <a:off x="16604319" y="3696826"/>
              <a:ext cx="69859" cy="7910"/>
            </a:xfrm>
            <a:custGeom>
              <a:avLst/>
              <a:gdLst/>
              <a:ahLst/>
              <a:cxnLst/>
              <a:rect l="0" t="0" r="0" b="0"/>
              <a:pathLst>
                <a:path w="69859" h="7910">
                  <a:moveTo>
                    <a:pt x="69859" y="79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2" name="Output_receptor__4521">
              <a:extLst>
                <a:ext uri="{FF2B5EF4-FFF2-40B4-BE49-F238E27FC236}">
                  <a16:creationId xmlns:a16="http://schemas.microsoft.com/office/drawing/2014/main" id="{D8720481-7A05-F246-21E4-F0EA4310E6AB}"/>
                </a:ext>
              </a:extLst>
            </p:cNvPr>
            <p:cNvSpPr>
              <a:spLocks noGrp="1"/>
            </p:cNvSpPr>
            <p:nvPr/>
          </p:nvSpPr>
          <p:spPr>
            <a:xfrm>
              <a:off x="16024471" y="4271959"/>
              <a:ext cx="41406" cy="52879"/>
            </a:xfrm>
            <a:custGeom>
              <a:avLst/>
              <a:gdLst/>
              <a:ahLst/>
              <a:cxnLst/>
              <a:rect l="0" t="0" r="0" b="0"/>
              <a:pathLst>
                <a:path w="41406" h="52879">
                  <a:moveTo>
                    <a:pt x="41406" y="528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3" name="Output_receptor__4522">
              <a:extLst>
                <a:ext uri="{FF2B5EF4-FFF2-40B4-BE49-F238E27FC236}">
                  <a16:creationId xmlns:a16="http://schemas.microsoft.com/office/drawing/2014/main" id="{4A66FCDC-9554-8038-B532-A2DFE8C285AB}"/>
                </a:ext>
              </a:extLst>
            </p:cNvPr>
            <p:cNvSpPr>
              <a:spLocks noGrp="1"/>
            </p:cNvSpPr>
            <p:nvPr/>
          </p:nvSpPr>
          <p:spPr>
            <a:xfrm>
              <a:off x="15957919" y="3967911"/>
              <a:ext cx="66569" cy="18603"/>
            </a:xfrm>
            <a:custGeom>
              <a:avLst/>
              <a:gdLst/>
              <a:ahLst/>
              <a:cxnLst/>
              <a:rect l="0" t="0" r="0" b="0"/>
              <a:pathLst>
                <a:path w="66569" h="18603">
                  <a:moveTo>
                    <a:pt x="66569" y="186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4" name="Output_receptor__4523">
              <a:extLst>
                <a:ext uri="{FF2B5EF4-FFF2-40B4-BE49-F238E27FC236}">
                  <a16:creationId xmlns:a16="http://schemas.microsoft.com/office/drawing/2014/main" id="{B1B6BD2F-C5C6-2139-5723-0FDD1DA74F5F}"/>
                </a:ext>
              </a:extLst>
            </p:cNvPr>
            <p:cNvSpPr>
              <a:spLocks noGrp="1"/>
            </p:cNvSpPr>
            <p:nvPr/>
          </p:nvSpPr>
          <p:spPr>
            <a:xfrm>
              <a:off x="16644950" y="4068306"/>
              <a:ext cx="69886" cy="12823"/>
            </a:xfrm>
            <a:custGeom>
              <a:avLst/>
              <a:gdLst/>
              <a:ahLst/>
              <a:cxnLst/>
              <a:rect l="0" t="0" r="0" b="0"/>
              <a:pathLst>
                <a:path w="69886" h="12823">
                  <a:moveTo>
                    <a:pt x="0" y="0"/>
                  </a:moveTo>
                  <a:lnTo>
                    <a:pt x="69886" y="12823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5" name="Output_receptor__4524">
              <a:extLst>
                <a:ext uri="{FF2B5EF4-FFF2-40B4-BE49-F238E27FC236}">
                  <a16:creationId xmlns:a16="http://schemas.microsoft.com/office/drawing/2014/main" id="{B4A5E991-3BBD-9223-1330-5CD345511106}"/>
                </a:ext>
              </a:extLst>
            </p:cNvPr>
            <p:cNvSpPr>
              <a:spLocks noGrp="1"/>
            </p:cNvSpPr>
            <p:nvPr/>
          </p:nvSpPr>
          <p:spPr>
            <a:xfrm>
              <a:off x="15990078" y="4167074"/>
              <a:ext cx="59690" cy="40297"/>
            </a:xfrm>
            <a:custGeom>
              <a:avLst/>
              <a:gdLst/>
              <a:ahLst/>
              <a:cxnLst/>
              <a:rect l="0" t="0" r="0" b="0"/>
              <a:pathLst>
                <a:path w="59690" h="40297">
                  <a:moveTo>
                    <a:pt x="59690" y="402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6" name="Output_receptor__4525">
              <a:extLst>
                <a:ext uri="{FF2B5EF4-FFF2-40B4-BE49-F238E27FC236}">
                  <a16:creationId xmlns:a16="http://schemas.microsoft.com/office/drawing/2014/main" id="{8151559D-123C-F31F-7A50-DEF93F2D44C7}"/>
                </a:ext>
              </a:extLst>
            </p:cNvPr>
            <p:cNvSpPr>
              <a:spLocks noGrp="1"/>
            </p:cNvSpPr>
            <p:nvPr/>
          </p:nvSpPr>
          <p:spPr>
            <a:xfrm>
              <a:off x="16677548" y="3811607"/>
              <a:ext cx="46564" cy="55273"/>
            </a:xfrm>
            <a:custGeom>
              <a:avLst/>
              <a:gdLst/>
              <a:ahLst/>
              <a:cxnLst/>
              <a:rect l="0" t="0" r="0" b="0"/>
              <a:pathLst>
                <a:path w="46564" h="55273">
                  <a:moveTo>
                    <a:pt x="0" y="55273"/>
                  </a:moveTo>
                  <a:lnTo>
                    <a:pt x="46564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7" name="Output_receptor__4526">
              <a:extLst>
                <a:ext uri="{FF2B5EF4-FFF2-40B4-BE49-F238E27FC236}">
                  <a16:creationId xmlns:a16="http://schemas.microsoft.com/office/drawing/2014/main" id="{8ED1944B-0E22-F44C-A2A8-91E7D9B76FA9}"/>
                </a:ext>
              </a:extLst>
            </p:cNvPr>
            <p:cNvSpPr>
              <a:spLocks noGrp="1"/>
            </p:cNvSpPr>
            <p:nvPr/>
          </p:nvSpPr>
          <p:spPr>
            <a:xfrm>
              <a:off x="16479398" y="3917029"/>
              <a:ext cx="257" cy="13410"/>
            </a:xfrm>
            <a:custGeom>
              <a:avLst/>
              <a:gdLst/>
              <a:ahLst/>
              <a:cxnLst/>
              <a:rect l="0" t="0" r="0" b="0"/>
              <a:pathLst>
                <a:path w="257" h="13410">
                  <a:moveTo>
                    <a:pt x="0" y="0"/>
                  </a:moveTo>
                  <a:lnTo>
                    <a:pt x="257" y="1341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8" name="Output_receptor__4527">
              <a:extLst>
                <a:ext uri="{FF2B5EF4-FFF2-40B4-BE49-F238E27FC236}">
                  <a16:creationId xmlns:a16="http://schemas.microsoft.com/office/drawing/2014/main" id="{28761FB7-91B2-DE1C-42D5-0F2EAC2BFBE0}"/>
                </a:ext>
              </a:extLst>
            </p:cNvPr>
            <p:cNvSpPr>
              <a:spLocks noGrp="1"/>
            </p:cNvSpPr>
            <p:nvPr/>
          </p:nvSpPr>
          <p:spPr>
            <a:xfrm>
              <a:off x="16210696" y="4153728"/>
              <a:ext cx="6331" cy="16990"/>
            </a:xfrm>
            <a:custGeom>
              <a:avLst/>
              <a:gdLst/>
              <a:ahLst/>
              <a:cxnLst/>
              <a:rect l="0" t="0" r="0" b="0"/>
              <a:pathLst>
                <a:path w="6331" h="16990">
                  <a:moveTo>
                    <a:pt x="0" y="0"/>
                  </a:moveTo>
                  <a:lnTo>
                    <a:pt x="6331" y="1699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29" name="Output_receptor__4528">
              <a:extLst>
                <a:ext uri="{FF2B5EF4-FFF2-40B4-BE49-F238E27FC236}">
                  <a16:creationId xmlns:a16="http://schemas.microsoft.com/office/drawing/2014/main" id="{A60CEAF5-0288-4521-5D37-AAEA4E443D5E}"/>
                </a:ext>
              </a:extLst>
            </p:cNvPr>
            <p:cNvSpPr>
              <a:spLocks noGrp="1"/>
            </p:cNvSpPr>
            <p:nvPr/>
          </p:nvSpPr>
          <p:spPr>
            <a:xfrm>
              <a:off x="16313885" y="3475259"/>
              <a:ext cx="21559" cy="65427"/>
            </a:xfrm>
            <a:custGeom>
              <a:avLst/>
              <a:gdLst/>
              <a:ahLst/>
              <a:cxnLst/>
              <a:rect l="0" t="0" r="0" b="0"/>
              <a:pathLst>
                <a:path w="21559" h="65427">
                  <a:moveTo>
                    <a:pt x="0" y="65427"/>
                  </a:moveTo>
                  <a:lnTo>
                    <a:pt x="21559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30" name="Output_receptor__4529">
              <a:extLst>
                <a:ext uri="{FF2B5EF4-FFF2-40B4-BE49-F238E27FC236}">
                  <a16:creationId xmlns:a16="http://schemas.microsoft.com/office/drawing/2014/main" id="{4EFCCD38-E416-8C75-AA98-3369601042F7}"/>
                </a:ext>
              </a:extLst>
            </p:cNvPr>
            <p:cNvSpPr>
              <a:spLocks noGrp="1"/>
            </p:cNvSpPr>
            <p:nvPr/>
          </p:nvSpPr>
          <p:spPr>
            <a:xfrm>
              <a:off x="16005646" y="3986514"/>
              <a:ext cx="18842" cy="69865"/>
            </a:xfrm>
            <a:custGeom>
              <a:avLst/>
              <a:gdLst/>
              <a:ahLst/>
              <a:cxnLst/>
              <a:rect l="0" t="0" r="0" b="0"/>
              <a:pathLst>
                <a:path w="18842" h="69865">
                  <a:moveTo>
                    <a:pt x="0" y="69865"/>
                  </a:moveTo>
                  <a:lnTo>
                    <a:pt x="1884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1" name="Output_receptor__4530">
              <a:extLst>
                <a:ext uri="{FF2B5EF4-FFF2-40B4-BE49-F238E27FC236}">
                  <a16:creationId xmlns:a16="http://schemas.microsoft.com/office/drawing/2014/main" id="{52219159-C6E6-0F0C-5512-BE711ED7CE23}"/>
                </a:ext>
              </a:extLst>
            </p:cNvPr>
            <p:cNvSpPr>
              <a:spLocks noGrp="1"/>
            </p:cNvSpPr>
            <p:nvPr/>
          </p:nvSpPr>
          <p:spPr>
            <a:xfrm>
              <a:off x="15797375" y="4173457"/>
              <a:ext cx="62244" cy="13809"/>
            </a:xfrm>
            <a:custGeom>
              <a:avLst/>
              <a:gdLst/>
              <a:ahLst/>
              <a:cxnLst/>
              <a:rect l="0" t="0" r="0" b="0"/>
              <a:pathLst>
                <a:path w="62244" h="13809">
                  <a:moveTo>
                    <a:pt x="0" y="0"/>
                  </a:moveTo>
                  <a:lnTo>
                    <a:pt x="62244" y="1380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2" name="Output_receptor__4531">
              <a:extLst>
                <a:ext uri="{FF2B5EF4-FFF2-40B4-BE49-F238E27FC236}">
                  <a16:creationId xmlns:a16="http://schemas.microsoft.com/office/drawing/2014/main" id="{668AE4C4-D3C0-BB95-B947-F163A5554F92}"/>
                </a:ext>
              </a:extLst>
            </p:cNvPr>
            <p:cNvSpPr>
              <a:spLocks noGrp="1"/>
            </p:cNvSpPr>
            <p:nvPr/>
          </p:nvSpPr>
          <p:spPr>
            <a:xfrm>
              <a:off x="16015774" y="4324838"/>
              <a:ext cx="50103" cy="51695"/>
            </a:xfrm>
            <a:custGeom>
              <a:avLst/>
              <a:gdLst/>
              <a:ahLst/>
              <a:cxnLst/>
              <a:rect l="0" t="0" r="0" b="0"/>
              <a:pathLst>
                <a:path w="50103" h="51695">
                  <a:moveTo>
                    <a:pt x="0" y="51695"/>
                  </a:moveTo>
                  <a:lnTo>
                    <a:pt x="50103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3" name="Output_receptor__4532">
              <a:extLst>
                <a:ext uri="{FF2B5EF4-FFF2-40B4-BE49-F238E27FC236}">
                  <a16:creationId xmlns:a16="http://schemas.microsoft.com/office/drawing/2014/main" id="{A3CEC6BC-2856-93FF-7DBD-C921AF984218}"/>
                </a:ext>
              </a:extLst>
            </p:cNvPr>
            <p:cNvSpPr>
              <a:spLocks noGrp="1"/>
            </p:cNvSpPr>
            <p:nvPr/>
          </p:nvSpPr>
          <p:spPr>
            <a:xfrm>
              <a:off x="15926355" y="3967911"/>
              <a:ext cx="31565" cy="39095"/>
            </a:xfrm>
            <a:custGeom>
              <a:avLst/>
              <a:gdLst/>
              <a:ahLst/>
              <a:cxnLst/>
              <a:rect l="0" t="0" r="0" b="0"/>
              <a:pathLst>
                <a:path w="31565" h="39095">
                  <a:moveTo>
                    <a:pt x="31565" y="0"/>
                  </a:moveTo>
                  <a:lnTo>
                    <a:pt x="0" y="39095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4" name="Output_receptor__4533">
              <a:extLst>
                <a:ext uri="{FF2B5EF4-FFF2-40B4-BE49-F238E27FC236}">
                  <a16:creationId xmlns:a16="http://schemas.microsoft.com/office/drawing/2014/main" id="{94909FDC-82FE-29D8-6C68-B9AD7CCCBEDF}"/>
                </a:ext>
              </a:extLst>
            </p:cNvPr>
            <p:cNvSpPr>
              <a:spLocks noGrp="1"/>
            </p:cNvSpPr>
            <p:nvPr/>
          </p:nvSpPr>
          <p:spPr>
            <a:xfrm>
              <a:off x="15627908" y="4081151"/>
              <a:ext cx="47202" cy="27022"/>
            </a:xfrm>
            <a:custGeom>
              <a:avLst/>
              <a:gdLst/>
              <a:ahLst/>
              <a:cxnLst/>
              <a:rect l="0" t="0" r="0" b="0"/>
              <a:pathLst>
                <a:path w="47202" h="27022">
                  <a:moveTo>
                    <a:pt x="0" y="27022"/>
                  </a:moveTo>
                  <a:lnTo>
                    <a:pt x="4720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5" name="Output_receptor__4534">
              <a:extLst>
                <a:ext uri="{FF2B5EF4-FFF2-40B4-BE49-F238E27FC236}">
                  <a16:creationId xmlns:a16="http://schemas.microsoft.com/office/drawing/2014/main" id="{FD7F0F49-7B62-CCA4-BABC-EEAE1B5942F2}"/>
                </a:ext>
              </a:extLst>
            </p:cNvPr>
            <p:cNvSpPr>
              <a:spLocks noGrp="1"/>
            </p:cNvSpPr>
            <p:nvPr/>
          </p:nvSpPr>
          <p:spPr>
            <a:xfrm>
              <a:off x="15675110" y="4027262"/>
              <a:ext cx="14731" cy="53889"/>
            </a:xfrm>
            <a:custGeom>
              <a:avLst/>
              <a:gdLst/>
              <a:ahLst/>
              <a:cxnLst/>
              <a:rect l="0" t="0" r="0" b="0"/>
              <a:pathLst>
                <a:path w="14731" h="53889">
                  <a:moveTo>
                    <a:pt x="0" y="53889"/>
                  </a:moveTo>
                  <a:lnTo>
                    <a:pt x="14731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6" name="Output_receptor__4535">
              <a:extLst>
                <a:ext uri="{FF2B5EF4-FFF2-40B4-BE49-F238E27FC236}">
                  <a16:creationId xmlns:a16="http://schemas.microsoft.com/office/drawing/2014/main" id="{587096C0-E303-D1E7-6274-97DE6CD11254}"/>
                </a:ext>
              </a:extLst>
            </p:cNvPr>
            <p:cNvSpPr>
              <a:spLocks noGrp="1"/>
            </p:cNvSpPr>
            <p:nvPr/>
          </p:nvSpPr>
          <p:spPr>
            <a:xfrm>
              <a:off x="15834830" y="4503602"/>
              <a:ext cx="28288" cy="2379"/>
            </a:xfrm>
            <a:custGeom>
              <a:avLst/>
              <a:gdLst/>
              <a:ahLst/>
              <a:cxnLst/>
              <a:rect l="0" t="0" r="0" b="0"/>
              <a:pathLst>
                <a:path w="28288" h="2379">
                  <a:moveTo>
                    <a:pt x="0" y="0"/>
                  </a:moveTo>
                  <a:lnTo>
                    <a:pt x="28288" y="237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7" name="Output_receptor__4536">
              <a:extLst>
                <a:ext uri="{FF2B5EF4-FFF2-40B4-BE49-F238E27FC236}">
                  <a16:creationId xmlns:a16="http://schemas.microsoft.com/office/drawing/2014/main" id="{CA299814-309B-5FFC-6E8A-BD9891C7A504}"/>
                </a:ext>
              </a:extLst>
            </p:cNvPr>
            <p:cNvSpPr>
              <a:spLocks noGrp="1"/>
            </p:cNvSpPr>
            <p:nvPr/>
          </p:nvSpPr>
          <p:spPr>
            <a:xfrm>
              <a:off x="16699558" y="4081129"/>
              <a:ext cx="15277" cy="68462"/>
            </a:xfrm>
            <a:custGeom>
              <a:avLst/>
              <a:gdLst/>
              <a:ahLst/>
              <a:cxnLst/>
              <a:rect l="0" t="0" r="0" b="0"/>
              <a:pathLst>
                <a:path w="15277" h="68462">
                  <a:moveTo>
                    <a:pt x="15277" y="0"/>
                  </a:moveTo>
                  <a:lnTo>
                    <a:pt x="0" y="68462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8" name="Output_receptor__4537">
              <a:extLst>
                <a:ext uri="{FF2B5EF4-FFF2-40B4-BE49-F238E27FC236}">
                  <a16:creationId xmlns:a16="http://schemas.microsoft.com/office/drawing/2014/main" id="{4499198B-AB55-F107-3D28-49A54ADBC315}"/>
                </a:ext>
              </a:extLst>
            </p:cNvPr>
            <p:cNvSpPr>
              <a:spLocks noGrp="1"/>
            </p:cNvSpPr>
            <p:nvPr/>
          </p:nvSpPr>
          <p:spPr>
            <a:xfrm>
              <a:off x="15953051" y="4167074"/>
              <a:ext cx="37027" cy="51639"/>
            </a:xfrm>
            <a:custGeom>
              <a:avLst/>
              <a:gdLst/>
              <a:ahLst/>
              <a:cxnLst/>
              <a:rect l="0" t="0" r="0" b="0"/>
              <a:pathLst>
                <a:path w="37027" h="51639">
                  <a:moveTo>
                    <a:pt x="37027" y="0"/>
                  </a:moveTo>
                  <a:lnTo>
                    <a:pt x="0" y="5163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39" name="Output_receptor__4538">
              <a:extLst>
                <a:ext uri="{FF2B5EF4-FFF2-40B4-BE49-F238E27FC236}">
                  <a16:creationId xmlns:a16="http://schemas.microsoft.com/office/drawing/2014/main" id="{B63356EF-B74D-1760-3E0A-539777C5B0E8}"/>
                </a:ext>
              </a:extLst>
            </p:cNvPr>
            <p:cNvSpPr>
              <a:spLocks noGrp="1"/>
            </p:cNvSpPr>
            <p:nvPr/>
          </p:nvSpPr>
          <p:spPr>
            <a:xfrm>
              <a:off x="15602841" y="4012234"/>
              <a:ext cx="16978" cy="3124"/>
            </a:xfrm>
            <a:custGeom>
              <a:avLst/>
              <a:gdLst/>
              <a:ahLst/>
              <a:cxnLst/>
              <a:rect l="0" t="0" r="0" b="0"/>
              <a:pathLst>
                <a:path w="16978" h="3124">
                  <a:moveTo>
                    <a:pt x="16978" y="0"/>
                  </a:moveTo>
                  <a:lnTo>
                    <a:pt x="0" y="3124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0" name="Output_receptor__4539">
              <a:extLst>
                <a:ext uri="{FF2B5EF4-FFF2-40B4-BE49-F238E27FC236}">
                  <a16:creationId xmlns:a16="http://schemas.microsoft.com/office/drawing/2014/main" id="{A55F179F-7C45-481B-BC40-BCC15480D752}"/>
                </a:ext>
              </a:extLst>
            </p:cNvPr>
            <p:cNvSpPr>
              <a:spLocks noGrp="1"/>
            </p:cNvSpPr>
            <p:nvPr/>
          </p:nvSpPr>
          <p:spPr>
            <a:xfrm>
              <a:off x="16190832" y="4298234"/>
              <a:ext cx="9558" cy="26418"/>
            </a:xfrm>
            <a:custGeom>
              <a:avLst/>
              <a:gdLst/>
              <a:ahLst/>
              <a:cxnLst/>
              <a:rect l="0" t="0" r="0" b="0"/>
              <a:pathLst>
                <a:path w="9558" h="26418">
                  <a:moveTo>
                    <a:pt x="9558" y="2641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41" name="Output_receptor__4540">
              <a:extLst>
                <a:ext uri="{FF2B5EF4-FFF2-40B4-BE49-F238E27FC236}">
                  <a16:creationId xmlns:a16="http://schemas.microsoft.com/office/drawing/2014/main" id="{FAF19F03-A543-A1AB-A891-A1B6E1FE6984}"/>
                </a:ext>
              </a:extLst>
            </p:cNvPr>
            <p:cNvSpPr>
              <a:spLocks noGrp="1"/>
            </p:cNvSpPr>
            <p:nvPr/>
          </p:nvSpPr>
          <p:spPr>
            <a:xfrm>
              <a:off x="16625277" y="3759819"/>
              <a:ext cx="33679" cy="31141"/>
            </a:xfrm>
            <a:custGeom>
              <a:avLst/>
              <a:gdLst/>
              <a:ahLst/>
              <a:cxnLst/>
              <a:rect l="0" t="0" r="0" b="0"/>
              <a:pathLst>
                <a:path w="33679" h="31141">
                  <a:moveTo>
                    <a:pt x="0" y="31141"/>
                  </a:moveTo>
                  <a:lnTo>
                    <a:pt x="33679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2" name="Output_receptor__4541">
              <a:extLst>
                <a:ext uri="{FF2B5EF4-FFF2-40B4-BE49-F238E27FC236}">
                  <a16:creationId xmlns:a16="http://schemas.microsoft.com/office/drawing/2014/main" id="{94EBE5F7-0B77-DCF9-2BBF-C786B04517F1}"/>
                </a:ext>
              </a:extLst>
            </p:cNvPr>
            <p:cNvSpPr>
              <a:spLocks noGrp="1"/>
            </p:cNvSpPr>
            <p:nvPr/>
          </p:nvSpPr>
          <p:spPr>
            <a:xfrm>
              <a:off x="16540070" y="3606590"/>
              <a:ext cx="70151" cy="10448"/>
            </a:xfrm>
            <a:custGeom>
              <a:avLst/>
              <a:gdLst/>
              <a:ahLst/>
              <a:cxnLst/>
              <a:rect l="0" t="0" r="0" b="0"/>
              <a:pathLst>
                <a:path w="70151" h="10448">
                  <a:moveTo>
                    <a:pt x="70151" y="0"/>
                  </a:moveTo>
                  <a:lnTo>
                    <a:pt x="0" y="10448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3" name="Output_receptor__4542">
              <a:extLst>
                <a:ext uri="{FF2B5EF4-FFF2-40B4-BE49-F238E27FC236}">
                  <a16:creationId xmlns:a16="http://schemas.microsoft.com/office/drawing/2014/main" id="{BC66DC1B-895A-6D79-87F2-46DE175B5C22}"/>
                </a:ext>
              </a:extLst>
            </p:cNvPr>
            <p:cNvSpPr>
              <a:spLocks noGrp="1"/>
            </p:cNvSpPr>
            <p:nvPr/>
          </p:nvSpPr>
          <p:spPr>
            <a:xfrm>
              <a:off x="15786563" y="4409552"/>
              <a:ext cx="67450" cy="21132"/>
            </a:xfrm>
            <a:custGeom>
              <a:avLst/>
              <a:gdLst/>
              <a:ahLst/>
              <a:cxnLst/>
              <a:rect l="0" t="0" r="0" b="0"/>
              <a:pathLst>
                <a:path w="67450" h="21132">
                  <a:moveTo>
                    <a:pt x="0" y="21132"/>
                  </a:moveTo>
                  <a:lnTo>
                    <a:pt x="6745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4" name="Output_receptor__4543">
              <a:extLst>
                <a:ext uri="{FF2B5EF4-FFF2-40B4-BE49-F238E27FC236}">
                  <a16:creationId xmlns:a16="http://schemas.microsoft.com/office/drawing/2014/main" id="{3CB885CE-2FA3-E6F5-CC0C-D98C0428FB75}"/>
                </a:ext>
              </a:extLst>
            </p:cNvPr>
            <p:cNvSpPr>
              <a:spLocks noGrp="1"/>
            </p:cNvSpPr>
            <p:nvPr/>
          </p:nvSpPr>
          <p:spPr>
            <a:xfrm>
              <a:off x="16588876" y="3696826"/>
              <a:ext cx="15442" cy="3399"/>
            </a:xfrm>
            <a:custGeom>
              <a:avLst/>
              <a:gdLst/>
              <a:ahLst/>
              <a:cxnLst/>
              <a:rect l="0" t="0" r="0" b="0"/>
              <a:pathLst>
                <a:path w="15442" h="3399">
                  <a:moveTo>
                    <a:pt x="15442" y="0"/>
                  </a:moveTo>
                  <a:lnTo>
                    <a:pt x="0" y="3399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5" name="Output_receptor__4544">
              <a:extLst>
                <a:ext uri="{FF2B5EF4-FFF2-40B4-BE49-F238E27FC236}">
                  <a16:creationId xmlns:a16="http://schemas.microsoft.com/office/drawing/2014/main" id="{A983AEC1-570E-A5CD-2DC1-28016FE6E30C}"/>
                </a:ext>
              </a:extLst>
            </p:cNvPr>
            <p:cNvSpPr>
              <a:spLocks noGrp="1"/>
            </p:cNvSpPr>
            <p:nvPr/>
          </p:nvSpPr>
          <p:spPr>
            <a:xfrm>
              <a:off x="16621354" y="4068306"/>
              <a:ext cx="23596" cy="30610"/>
            </a:xfrm>
            <a:custGeom>
              <a:avLst/>
              <a:gdLst/>
              <a:ahLst/>
              <a:cxnLst/>
              <a:rect l="0" t="0" r="0" b="0"/>
              <a:pathLst>
                <a:path w="23596" h="30610">
                  <a:moveTo>
                    <a:pt x="0" y="30610"/>
                  </a:moveTo>
                  <a:lnTo>
                    <a:pt x="23596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6" name="Output_receptor__4545">
              <a:extLst>
                <a:ext uri="{FF2B5EF4-FFF2-40B4-BE49-F238E27FC236}">
                  <a16:creationId xmlns:a16="http://schemas.microsoft.com/office/drawing/2014/main" id="{8E943B72-F37E-7281-63CA-BF077B6C8D83}"/>
                </a:ext>
              </a:extLst>
            </p:cNvPr>
            <p:cNvSpPr>
              <a:spLocks noGrp="1"/>
            </p:cNvSpPr>
            <p:nvPr/>
          </p:nvSpPr>
          <p:spPr>
            <a:xfrm>
              <a:off x="16544974" y="3855523"/>
              <a:ext cx="5584" cy="63079"/>
            </a:xfrm>
            <a:custGeom>
              <a:avLst/>
              <a:gdLst/>
              <a:ahLst/>
              <a:cxnLst/>
              <a:rect l="0" t="0" r="0" b="0"/>
              <a:pathLst>
                <a:path w="5584" h="63079">
                  <a:moveTo>
                    <a:pt x="5584" y="630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7" name="Output_receptor__4546">
              <a:extLst>
                <a:ext uri="{FF2B5EF4-FFF2-40B4-BE49-F238E27FC236}">
                  <a16:creationId xmlns:a16="http://schemas.microsoft.com/office/drawing/2014/main" id="{50CE5A94-C024-8FBA-1274-8872AC1E1D5A}"/>
                </a:ext>
              </a:extLst>
            </p:cNvPr>
            <p:cNvSpPr>
              <a:spLocks noGrp="1"/>
            </p:cNvSpPr>
            <p:nvPr/>
          </p:nvSpPr>
          <p:spPr>
            <a:xfrm>
              <a:off x="16284423" y="3540685"/>
              <a:ext cx="29462" cy="22437"/>
            </a:xfrm>
            <a:custGeom>
              <a:avLst/>
              <a:gdLst/>
              <a:ahLst/>
              <a:cxnLst/>
              <a:rect l="0" t="0" r="0" b="0"/>
              <a:pathLst>
                <a:path w="29462" h="22437">
                  <a:moveTo>
                    <a:pt x="0" y="22437"/>
                  </a:moveTo>
                  <a:lnTo>
                    <a:pt x="29462" y="0"/>
                  </a:lnTo>
                </a:path>
              </a:pathLst>
            </a:custGeom>
            <a:noFill/>
            <a:ln w="8096">
              <a:solidFill>
                <a:srgbClr val="E5E9EC"/>
              </a:solidFill>
            </a:ln>
          </p:spPr>
        </p:sp>
        <p:sp>
          <p:nvSpPr>
            <p:cNvPr id="4548" name="Output_receptor__4547">
              <a:extLst>
                <a:ext uri="{FF2B5EF4-FFF2-40B4-BE49-F238E27FC236}">
                  <a16:creationId xmlns:a16="http://schemas.microsoft.com/office/drawing/2014/main" id="{53730BB7-77DC-DB47-D336-4DF65D57BD05}"/>
                </a:ext>
              </a:extLst>
            </p:cNvPr>
            <p:cNvSpPr>
              <a:spLocks noGrp="1"/>
            </p:cNvSpPr>
            <p:nvPr/>
          </p:nvSpPr>
          <p:spPr>
            <a:xfrm>
              <a:off x="16658956" y="3704736"/>
              <a:ext cx="15222" cy="55083"/>
            </a:xfrm>
            <a:custGeom>
              <a:avLst/>
              <a:gdLst/>
              <a:ahLst/>
              <a:cxnLst/>
              <a:rect l="0" t="0" r="0" b="0"/>
              <a:pathLst>
                <a:path w="15222" h="55083">
                  <a:moveTo>
                    <a:pt x="0" y="55083"/>
                  </a:moveTo>
                  <a:lnTo>
                    <a:pt x="15222" y="0"/>
                  </a:lnTo>
                </a:path>
              </a:pathLst>
            </a:custGeom>
            <a:noFill/>
            <a:ln w="20003">
              <a:solidFill>
                <a:srgbClr val="E5E9EC"/>
              </a:solidFill>
            </a:ln>
          </p:spPr>
        </p:sp>
        <p:sp>
          <p:nvSpPr>
            <p:cNvPr id="4549" name="Output_receptor__4548">
              <a:extLst>
                <a:ext uri="{FF2B5EF4-FFF2-40B4-BE49-F238E27FC236}">
                  <a16:creationId xmlns:a16="http://schemas.microsoft.com/office/drawing/2014/main" id="{EB2F9D1C-F63A-CA18-6A66-D84E49582510}"/>
                </a:ext>
              </a:extLst>
            </p:cNvPr>
            <p:cNvSpPr>
              <a:spLocks noGrp="1"/>
            </p:cNvSpPr>
            <p:nvPr/>
          </p:nvSpPr>
          <p:spPr>
            <a:xfrm>
              <a:off x="16489434" y="3833187"/>
              <a:ext cx="55540" cy="22336"/>
            </a:xfrm>
            <a:custGeom>
              <a:avLst/>
              <a:gdLst/>
              <a:ahLst/>
              <a:cxnLst/>
              <a:rect l="0" t="0" r="0" b="0"/>
              <a:pathLst>
                <a:path w="55540" h="22336">
                  <a:moveTo>
                    <a:pt x="55540" y="223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0" name="Output_receptor__4549">
              <a:extLst>
                <a:ext uri="{FF2B5EF4-FFF2-40B4-BE49-F238E27FC236}">
                  <a16:creationId xmlns:a16="http://schemas.microsoft.com/office/drawing/2014/main" id="{146D655A-6193-25AD-FDD6-93CB3422C8E4}"/>
                </a:ext>
              </a:extLst>
            </p:cNvPr>
            <p:cNvSpPr>
              <a:spLocks noGrp="1"/>
            </p:cNvSpPr>
            <p:nvPr/>
          </p:nvSpPr>
          <p:spPr>
            <a:xfrm>
              <a:off x="15747019" y="3816079"/>
              <a:ext cx="64650" cy="9567"/>
            </a:xfrm>
            <a:custGeom>
              <a:avLst/>
              <a:gdLst/>
              <a:ahLst/>
              <a:cxnLst/>
              <a:rect l="0" t="0" r="0" b="0"/>
              <a:pathLst>
                <a:path w="64650" h="9567">
                  <a:moveTo>
                    <a:pt x="0" y="9567"/>
                  </a:moveTo>
                  <a:lnTo>
                    <a:pt x="6465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1" name="Output_receptor__4550">
              <a:extLst>
                <a:ext uri="{FF2B5EF4-FFF2-40B4-BE49-F238E27FC236}">
                  <a16:creationId xmlns:a16="http://schemas.microsoft.com/office/drawing/2014/main" id="{6507B858-5DD3-3CBD-0C69-CD2B1EA075C3}"/>
                </a:ext>
              </a:extLst>
            </p:cNvPr>
            <p:cNvSpPr>
              <a:spLocks noGrp="1"/>
            </p:cNvSpPr>
            <p:nvPr/>
          </p:nvSpPr>
          <p:spPr>
            <a:xfrm>
              <a:off x="15886304" y="4553935"/>
              <a:ext cx="31014" cy="43232"/>
            </a:xfrm>
            <a:custGeom>
              <a:avLst/>
              <a:gdLst/>
              <a:ahLst/>
              <a:cxnLst/>
              <a:rect l="0" t="0" r="0" b="0"/>
              <a:pathLst>
                <a:path w="31014" h="43232">
                  <a:moveTo>
                    <a:pt x="31014" y="0"/>
                  </a:moveTo>
                  <a:lnTo>
                    <a:pt x="0" y="4323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2" name="Output_receptor__4551">
              <a:extLst>
                <a:ext uri="{FF2B5EF4-FFF2-40B4-BE49-F238E27FC236}">
                  <a16:creationId xmlns:a16="http://schemas.microsoft.com/office/drawing/2014/main" id="{366DDC29-63AC-7FF6-F079-F9ABC198625E}"/>
                </a:ext>
              </a:extLst>
            </p:cNvPr>
            <p:cNvSpPr>
              <a:spLocks noGrp="1"/>
            </p:cNvSpPr>
            <p:nvPr/>
          </p:nvSpPr>
          <p:spPr>
            <a:xfrm>
              <a:off x="16215515" y="4071577"/>
              <a:ext cx="46209" cy="43034"/>
            </a:xfrm>
            <a:custGeom>
              <a:avLst/>
              <a:gdLst/>
              <a:ahLst/>
              <a:cxnLst/>
              <a:rect l="0" t="0" r="0" b="0"/>
              <a:pathLst>
                <a:path w="46209" h="43034">
                  <a:moveTo>
                    <a:pt x="46209" y="43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3" name="Output_receptor__4552">
              <a:extLst>
                <a:ext uri="{FF2B5EF4-FFF2-40B4-BE49-F238E27FC236}">
                  <a16:creationId xmlns:a16="http://schemas.microsoft.com/office/drawing/2014/main" id="{293087F9-269E-2341-2FC2-6288DE4FE4B7}"/>
                </a:ext>
              </a:extLst>
            </p:cNvPr>
            <p:cNvSpPr>
              <a:spLocks noGrp="1"/>
            </p:cNvSpPr>
            <p:nvPr/>
          </p:nvSpPr>
          <p:spPr>
            <a:xfrm>
              <a:off x="15917318" y="4500421"/>
              <a:ext cx="12645" cy="53514"/>
            </a:xfrm>
            <a:custGeom>
              <a:avLst/>
              <a:gdLst/>
              <a:ahLst/>
              <a:cxnLst/>
              <a:rect l="0" t="0" r="0" b="0"/>
              <a:pathLst>
                <a:path w="12645" h="53514">
                  <a:moveTo>
                    <a:pt x="12645" y="0"/>
                  </a:moveTo>
                  <a:lnTo>
                    <a:pt x="0" y="53514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4" name="Output_receptor__4553">
              <a:extLst>
                <a:ext uri="{FF2B5EF4-FFF2-40B4-BE49-F238E27FC236}">
                  <a16:creationId xmlns:a16="http://schemas.microsoft.com/office/drawing/2014/main" id="{8D86A003-7CED-01E9-8817-F2322B31AF89}"/>
                </a:ext>
              </a:extLst>
            </p:cNvPr>
            <p:cNvSpPr>
              <a:spLocks noGrp="1"/>
            </p:cNvSpPr>
            <p:nvPr/>
          </p:nvSpPr>
          <p:spPr>
            <a:xfrm>
              <a:off x="15575520" y="3922925"/>
              <a:ext cx="67306" cy="3259"/>
            </a:xfrm>
            <a:custGeom>
              <a:avLst/>
              <a:gdLst/>
              <a:ahLst/>
              <a:cxnLst/>
              <a:rect l="0" t="0" r="0" b="0"/>
              <a:pathLst>
                <a:path w="67306" h="3259">
                  <a:moveTo>
                    <a:pt x="67306" y="32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5" name="Output_receptor__4554">
              <a:extLst>
                <a:ext uri="{FF2B5EF4-FFF2-40B4-BE49-F238E27FC236}">
                  <a16:creationId xmlns:a16="http://schemas.microsoft.com/office/drawing/2014/main" id="{95E2DF6D-38E9-70D3-5BD3-F0F945B1ED95}"/>
                </a:ext>
              </a:extLst>
            </p:cNvPr>
            <p:cNvSpPr>
              <a:spLocks noGrp="1"/>
            </p:cNvSpPr>
            <p:nvPr/>
          </p:nvSpPr>
          <p:spPr>
            <a:xfrm>
              <a:off x="15811669" y="3816079"/>
              <a:ext cx="24045" cy="57596"/>
            </a:xfrm>
            <a:custGeom>
              <a:avLst/>
              <a:gdLst/>
              <a:ahLst/>
              <a:cxnLst/>
              <a:rect l="0" t="0" r="0" b="0"/>
              <a:pathLst>
                <a:path w="24045" h="57596">
                  <a:moveTo>
                    <a:pt x="0" y="0"/>
                  </a:moveTo>
                  <a:lnTo>
                    <a:pt x="24045" y="57596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6" name="Output_receptor__4555">
              <a:extLst>
                <a:ext uri="{FF2B5EF4-FFF2-40B4-BE49-F238E27FC236}">
                  <a16:creationId xmlns:a16="http://schemas.microsoft.com/office/drawing/2014/main" id="{9ABF0E8D-14CD-1CDD-9642-00FAE056A541}"/>
                </a:ext>
              </a:extLst>
            </p:cNvPr>
            <p:cNvSpPr>
              <a:spLocks noGrp="1"/>
            </p:cNvSpPr>
            <p:nvPr/>
          </p:nvSpPr>
          <p:spPr>
            <a:xfrm>
              <a:off x="16291361" y="4214354"/>
              <a:ext cx="17539" cy="6660"/>
            </a:xfrm>
            <a:custGeom>
              <a:avLst/>
              <a:gdLst/>
              <a:ahLst/>
              <a:cxnLst/>
              <a:rect l="0" t="0" r="0" b="0"/>
              <a:pathLst>
                <a:path w="17539" h="6660">
                  <a:moveTo>
                    <a:pt x="17539" y="66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7" name="Output_receptor__4556">
              <a:extLst>
                <a:ext uri="{FF2B5EF4-FFF2-40B4-BE49-F238E27FC236}">
                  <a16:creationId xmlns:a16="http://schemas.microsoft.com/office/drawing/2014/main" id="{99D3AD63-54AE-D7AC-7954-326CE6B6D449}"/>
                </a:ext>
              </a:extLst>
            </p:cNvPr>
            <p:cNvSpPr>
              <a:spLocks noGrp="1"/>
            </p:cNvSpPr>
            <p:nvPr/>
          </p:nvSpPr>
          <p:spPr>
            <a:xfrm>
              <a:off x="16159731" y="4071577"/>
              <a:ext cx="55784" cy="20199"/>
            </a:xfrm>
            <a:custGeom>
              <a:avLst/>
              <a:gdLst/>
              <a:ahLst/>
              <a:cxnLst/>
              <a:rect l="0" t="0" r="0" b="0"/>
              <a:pathLst>
                <a:path w="55784" h="20199">
                  <a:moveTo>
                    <a:pt x="55784" y="0"/>
                  </a:moveTo>
                  <a:lnTo>
                    <a:pt x="0" y="2019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58" name="Output_receptor__4557">
              <a:extLst>
                <a:ext uri="{FF2B5EF4-FFF2-40B4-BE49-F238E27FC236}">
                  <a16:creationId xmlns:a16="http://schemas.microsoft.com/office/drawing/2014/main" id="{587EF324-79E9-0A20-6177-061BE963530C}"/>
                </a:ext>
              </a:extLst>
            </p:cNvPr>
            <p:cNvSpPr>
              <a:spLocks noGrp="1"/>
            </p:cNvSpPr>
            <p:nvPr/>
          </p:nvSpPr>
          <p:spPr>
            <a:xfrm>
              <a:off x="16562540" y="3391215"/>
              <a:ext cx="41393" cy="8712"/>
            </a:xfrm>
            <a:custGeom>
              <a:avLst/>
              <a:gdLst/>
              <a:ahLst/>
              <a:cxnLst/>
              <a:rect l="0" t="0" r="0" b="0"/>
              <a:pathLst>
                <a:path w="41393" h="8712">
                  <a:moveTo>
                    <a:pt x="41393" y="871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59" name="Output_receptor__4558">
              <a:extLst>
                <a:ext uri="{FF2B5EF4-FFF2-40B4-BE49-F238E27FC236}">
                  <a16:creationId xmlns:a16="http://schemas.microsoft.com/office/drawing/2014/main" id="{953373DA-BC08-D73B-BF11-80C79E27551F}"/>
                </a:ext>
              </a:extLst>
            </p:cNvPr>
            <p:cNvSpPr>
              <a:spLocks noGrp="1"/>
            </p:cNvSpPr>
            <p:nvPr/>
          </p:nvSpPr>
          <p:spPr>
            <a:xfrm>
              <a:off x="16381329" y="3504775"/>
              <a:ext cx="34666" cy="31926"/>
            </a:xfrm>
            <a:custGeom>
              <a:avLst/>
              <a:gdLst/>
              <a:ahLst/>
              <a:cxnLst/>
              <a:rect l="0" t="0" r="0" b="0"/>
              <a:pathLst>
                <a:path w="34666" h="31926">
                  <a:moveTo>
                    <a:pt x="0" y="0"/>
                  </a:moveTo>
                  <a:lnTo>
                    <a:pt x="34666" y="3192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0" name="Output_receptor__4559">
              <a:extLst>
                <a:ext uri="{FF2B5EF4-FFF2-40B4-BE49-F238E27FC236}">
                  <a16:creationId xmlns:a16="http://schemas.microsoft.com/office/drawing/2014/main" id="{9F54C698-70B5-1D73-3816-7D41346F2C1E}"/>
                </a:ext>
              </a:extLst>
            </p:cNvPr>
            <p:cNvSpPr>
              <a:spLocks noGrp="1"/>
            </p:cNvSpPr>
            <p:nvPr/>
          </p:nvSpPr>
          <p:spPr>
            <a:xfrm>
              <a:off x="15782979" y="3873676"/>
              <a:ext cx="52735" cy="42998"/>
            </a:xfrm>
            <a:custGeom>
              <a:avLst/>
              <a:gdLst/>
              <a:ahLst/>
              <a:cxnLst/>
              <a:rect l="0" t="0" r="0" b="0"/>
              <a:pathLst>
                <a:path w="52735" h="42998">
                  <a:moveTo>
                    <a:pt x="52735" y="0"/>
                  </a:moveTo>
                  <a:lnTo>
                    <a:pt x="0" y="42998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1" name="Output_receptor__4560">
              <a:extLst>
                <a:ext uri="{FF2B5EF4-FFF2-40B4-BE49-F238E27FC236}">
                  <a16:creationId xmlns:a16="http://schemas.microsoft.com/office/drawing/2014/main" id="{E6524615-7E21-E871-4B55-F0AB3210EDC9}"/>
                </a:ext>
              </a:extLst>
            </p:cNvPr>
            <p:cNvSpPr>
              <a:spLocks noGrp="1"/>
            </p:cNvSpPr>
            <p:nvPr/>
          </p:nvSpPr>
          <p:spPr>
            <a:xfrm>
              <a:off x="16479655" y="3918602"/>
              <a:ext cx="70903" cy="11837"/>
            </a:xfrm>
            <a:custGeom>
              <a:avLst/>
              <a:gdLst/>
              <a:ahLst/>
              <a:cxnLst/>
              <a:rect l="0" t="0" r="0" b="0"/>
              <a:pathLst>
                <a:path w="70903" h="11837">
                  <a:moveTo>
                    <a:pt x="0" y="11837"/>
                  </a:moveTo>
                  <a:lnTo>
                    <a:pt x="7090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2" name="Output_receptor__4561">
              <a:extLst>
                <a:ext uri="{FF2B5EF4-FFF2-40B4-BE49-F238E27FC236}">
                  <a16:creationId xmlns:a16="http://schemas.microsoft.com/office/drawing/2014/main" id="{5533FACD-375F-6C95-9A0F-F5D10890A907}"/>
                </a:ext>
              </a:extLst>
            </p:cNvPr>
            <p:cNvSpPr>
              <a:spLocks noGrp="1"/>
            </p:cNvSpPr>
            <p:nvPr/>
          </p:nvSpPr>
          <p:spPr>
            <a:xfrm>
              <a:off x="16335444" y="3475259"/>
              <a:ext cx="45885" cy="29516"/>
            </a:xfrm>
            <a:custGeom>
              <a:avLst/>
              <a:gdLst/>
              <a:ahLst/>
              <a:cxnLst/>
              <a:rect l="0" t="0" r="0" b="0"/>
              <a:pathLst>
                <a:path w="45885" h="29516">
                  <a:moveTo>
                    <a:pt x="0" y="0"/>
                  </a:moveTo>
                  <a:lnTo>
                    <a:pt x="45885" y="2951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3" name="Output_receptor__4562">
              <a:extLst>
                <a:ext uri="{FF2B5EF4-FFF2-40B4-BE49-F238E27FC236}">
                  <a16:creationId xmlns:a16="http://schemas.microsoft.com/office/drawing/2014/main" id="{AC77AD7E-BE84-7418-323A-4FF050B470BB}"/>
                </a:ext>
              </a:extLst>
            </p:cNvPr>
            <p:cNvSpPr>
              <a:spLocks noGrp="1"/>
            </p:cNvSpPr>
            <p:nvPr/>
          </p:nvSpPr>
          <p:spPr>
            <a:xfrm>
              <a:off x="16610221" y="3606590"/>
              <a:ext cx="24361" cy="38863"/>
            </a:xfrm>
            <a:custGeom>
              <a:avLst/>
              <a:gdLst/>
              <a:ahLst/>
              <a:cxnLst/>
              <a:rect l="0" t="0" r="0" b="0"/>
              <a:pathLst>
                <a:path w="24361" h="38863">
                  <a:moveTo>
                    <a:pt x="24361" y="388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4" name="Output_receptor__4563">
              <a:extLst>
                <a:ext uri="{FF2B5EF4-FFF2-40B4-BE49-F238E27FC236}">
                  <a16:creationId xmlns:a16="http://schemas.microsoft.com/office/drawing/2014/main" id="{7C790D8C-97E8-E214-49DD-6BBA612C5C61}"/>
                </a:ext>
              </a:extLst>
            </p:cNvPr>
            <p:cNvSpPr>
              <a:spLocks noGrp="1"/>
            </p:cNvSpPr>
            <p:nvPr/>
          </p:nvSpPr>
          <p:spPr>
            <a:xfrm>
              <a:off x="16073609" y="4523989"/>
              <a:ext cx="37340" cy="44746"/>
            </a:xfrm>
            <a:custGeom>
              <a:avLst/>
              <a:gdLst/>
              <a:ahLst/>
              <a:cxnLst/>
              <a:rect l="0" t="0" r="0" b="0"/>
              <a:pathLst>
                <a:path w="37340" h="44746">
                  <a:moveTo>
                    <a:pt x="0" y="0"/>
                  </a:moveTo>
                  <a:lnTo>
                    <a:pt x="37340" y="44746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65" name="Output_receptor__4564">
              <a:extLst>
                <a:ext uri="{FF2B5EF4-FFF2-40B4-BE49-F238E27FC236}">
                  <a16:creationId xmlns:a16="http://schemas.microsoft.com/office/drawing/2014/main" id="{E9EE3EC8-A180-AC33-7659-B84970E412F9}"/>
                </a:ext>
              </a:extLst>
            </p:cNvPr>
            <p:cNvSpPr>
              <a:spLocks noGrp="1"/>
            </p:cNvSpPr>
            <p:nvPr/>
          </p:nvSpPr>
          <p:spPr>
            <a:xfrm>
              <a:off x="15854014" y="4409552"/>
              <a:ext cx="22802" cy="39442"/>
            </a:xfrm>
            <a:custGeom>
              <a:avLst/>
              <a:gdLst/>
              <a:ahLst/>
              <a:cxnLst/>
              <a:rect l="0" t="0" r="0" b="0"/>
              <a:pathLst>
                <a:path w="22802" h="39442">
                  <a:moveTo>
                    <a:pt x="0" y="0"/>
                  </a:moveTo>
                  <a:lnTo>
                    <a:pt x="22802" y="3944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6" name="Output_receptor__4565">
              <a:extLst>
                <a:ext uri="{FF2B5EF4-FFF2-40B4-BE49-F238E27FC236}">
                  <a16:creationId xmlns:a16="http://schemas.microsoft.com/office/drawing/2014/main" id="{522E4197-8E0F-8A94-FA32-5068750EC62C}"/>
                </a:ext>
              </a:extLst>
            </p:cNvPr>
            <p:cNvSpPr>
              <a:spLocks noGrp="1"/>
            </p:cNvSpPr>
            <p:nvPr/>
          </p:nvSpPr>
          <p:spPr>
            <a:xfrm>
              <a:off x="15642826" y="3926184"/>
              <a:ext cx="16834" cy="48242"/>
            </a:xfrm>
            <a:custGeom>
              <a:avLst/>
              <a:gdLst/>
              <a:ahLst/>
              <a:cxnLst/>
              <a:rect l="0" t="0" r="0" b="0"/>
              <a:pathLst>
                <a:path w="16834" h="48242">
                  <a:moveTo>
                    <a:pt x="16834" y="482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7" name="Output_receptor__4566">
              <a:extLst>
                <a:ext uri="{FF2B5EF4-FFF2-40B4-BE49-F238E27FC236}">
                  <a16:creationId xmlns:a16="http://schemas.microsoft.com/office/drawing/2014/main" id="{363422E3-D956-BBDD-7325-04B95CD37AA2}"/>
                </a:ext>
              </a:extLst>
            </p:cNvPr>
            <p:cNvSpPr>
              <a:spLocks noGrp="1"/>
            </p:cNvSpPr>
            <p:nvPr/>
          </p:nvSpPr>
          <p:spPr>
            <a:xfrm>
              <a:off x="16217027" y="4114611"/>
              <a:ext cx="44696" cy="56106"/>
            </a:xfrm>
            <a:custGeom>
              <a:avLst/>
              <a:gdLst/>
              <a:ahLst/>
              <a:cxnLst/>
              <a:rect l="0" t="0" r="0" b="0"/>
              <a:pathLst>
                <a:path w="44696" h="56106">
                  <a:moveTo>
                    <a:pt x="0" y="56106"/>
                  </a:moveTo>
                  <a:lnTo>
                    <a:pt x="44696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8" name="Output_receptor__4567">
              <a:extLst>
                <a:ext uri="{FF2B5EF4-FFF2-40B4-BE49-F238E27FC236}">
                  <a16:creationId xmlns:a16="http://schemas.microsoft.com/office/drawing/2014/main" id="{53DD1925-3A7B-EB2B-5BF2-8E9716C784D9}"/>
                </a:ext>
              </a:extLst>
            </p:cNvPr>
            <p:cNvSpPr>
              <a:spLocks noGrp="1"/>
            </p:cNvSpPr>
            <p:nvPr/>
          </p:nvSpPr>
          <p:spPr>
            <a:xfrm>
              <a:off x="16379361" y="4074679"/>
              <a:ext cx="64540" cy="13931"/>
            </a:xfrm>
            <a:custGeom>
              <a:avLst/>
              <a:gdLst/>
              <a:ahLst/>
              <a:cxnLst/>
              <a:rect l="0" t="0" r="0" b="0"/>
              <a:pathLst>
                <a:path w="64540" h="13931">
                  <a:moveTo>
                    <a:pt x="0" y="0"/>
                  </a:moveTo>
                  <a:lnTo>
                    <a:pt x="64540" y="1393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69" name="Output_receptor__4568">
              <a:extLst>
                <a:ext uri="{FF2B5EF4-FFF2-40B4-BE49-F238E27FC236}">
                  <a16:creationId xmlns:a16="http://schemas.microsoft.com/office/drawing/2014/main" id="{DFD9A213-2010-5E45-0B5D-06D6415411B7}"/>
                </a:ext>
              </a:extLst>
            </p:cNvPr>
            <p:cNvSpPr>
              <a:spLocks noGrp="1"/>
            </p:cNvSpPr>
            <p:nvPr/>
          </p:nvSpPr>
          <p:spPr>
            <a:xfrm>
              <a:off x="16015774" y="4376533"/>
              <a:ext cx="5756" cy="10600"/>
            </a:xfrm>
            <a:custGeom>
              <a:avLst/>
              <a:gdLst/>
              <a:ahLst/>
              <a:cxnLst/>
              <a:rect l="0" t="0" r="0" b="0"/>
              <a:pathLst>
                <a:path w="5756" h="10600">
                  <a:moveTo>
                    <a:pt x="5756" y="106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0" name="Output_receptor__4569">
              <a:extLst>
                <a:ext uri="{FF2B5EF4-FFF2-40B4-BE49-F238E27FC236}">
                  <a16:creationId xmlns:a16="http://schemas.microsoft.com/office/drawing/2014/main" id="{2EFDD2A4-8382-15E7-46F8-C8580C17D60A}"/>
                </a:ext>
              </a:extLst>
            </p:cNvPr>
            <p:cNvSpPr>
              <a:spLocks noGrp="1"/>
            </p:cNvSpPr>
            <p:nvPr/>
          </p:nvSpPr>
          <p:spPr>
            <a:xfrm>
              <a:off x="15395956" y="3997891"/>
              <a:ext cx="20902" cy="47368"/>
            </a:xfrm>
            <a:custGeom>
              <a:avLst/>
              <a:gdLst/>
              <a:ahLst/>
              <a:cxnLst/>
              <a:rect l="0" t="0" r="0" b="0"/>
              <a:pathLst>
                <a:path w="20902" h="47368">
                  <a:moveTo>
                    <a:pt x="20902" y="4736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71" name="Output_receptor__4570">
              <a:extLst>
                <a:ext uri="{FF2B5EF4-FFF2-40B4-BE49-F238E27FC236}">
                  <a16:creationId xmlns:a16="http://schemas.microsoft.com/office/drawing/2014/main" id="{A33CDDE2-6004-71B6-C2CB-1956C65DAAB1}"/>
                </a:ext>
              </a:extLst>
            </p:cNvPr>
            <p:cNvSpPr>
              <a:spLocks noGrp="1"/>
            </p:cNvSpPr>
            <p:nvPr/>
          </p:nvSpPr>
          <p:spPr>
            <a:xfrm>
              <a:off x="15761615" y="4336845"/>
              <a:ext cx="57613" cy="6681"/>
            </a:xfrm>
            <a:custGeom>
              <a:avLst/>
              <a:gdLst/>
              <a:ahLst/>
              <a:cxnLst/>
              <a:rect l="0" t="0" r="0" b="0"/>
              <a:pathLst>
                <a:path w="57613" h="6681">
                  <a:moveTo>
                    <a:pt x="0" y="0"/>
                  </a:moveTo>
                  <a:lnTo>
                    <a:pt x="57613" y="668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2" name="Output_receptor__4571">
              <a:extLst>
                <a:ext uri="{FF2B5EF4-FFF2-40B4-BE49-F238E27FC236}">
                  <a16:creationId xmlns:a16="http://schemas.microsoft.com/office/drawing/2014/main" id="{AEDC8F8A-82D5-33EA-7C08-F5B68CAFFBA4}"/>
                </a:ext>
              </a:extLst>
            </p:cNvPr>
            <p:cNvSpPr>
              <a:spLocks noGrp="1"/>
            </p:cNvSpPr>
            <p:nvPr/>
          </p:nvSpPr>
          <p:spPr>
            <a:xfrm>
              <a:off x="15797375" y="4154856"/>
              <a:ext cx="34186" cy="18601"/>
            </a:xfrm>
            <a:custGeom>
              <a:avLst/>
              <a:gdLst/>
              <a:ahLst/>
              <a:cxnLst/>
              <a:rect l="0" t="0" r="0" b="0"/>
              <a:pathLst>
                <a:path w="34186" h="18601">
                  <a:moveTo>
                    <a:pt x="34186" y="0"/>
                  </a:moveTo>
                  <a:lnTo>
                    <a:pt x="0" y="18601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73" name="Output_receptor__4572">
              <a:extLst>
                <a:ext uri="{FF2B5EF4-FFF2-40B4-BE49-F238E27FC236}">
                  <a16:creationId xmlns:a16="http://schemas.microsoft.com/office/drawing/2014/main" id="{2FFEDE14-9014-7AE2-0C8F-4F8CB0DF76A8}"/>
                </a:ext>
              </a:extLst>
            </p:cNvPr>
            <p:cNvSpPr>
              <a:spLocks noGrp="1"/>
            </p:cNvSpPr>
            <p:nvPr/>
          </p:nvSpPr>
          <p:spPr>
            <a:xfrm>
              <a:off x="15717094" y="4336845"/>
              <a:ext cx="44521" cy="19288"/>
            </a:xfrm>
            <a:custGeom>
              <a:avLst/>
              <a:gdLst/>
              <a:ahLst/>
              <a:cxnLst/>
              <a:rect l="0" t="0" r="0" b="0"/>
              <a:pathLst>
                <a:path w="44521" h="19288">
                  <a:moveTo>
                    <a:pt x="0" y="19288"/>
                  </a:moveTo>
                  <a:lnTo>
                    <a:pt x="44521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4" name="Output_receptor__4573">
              <a:extLst>
                <a:ext uri="{FF2B5EF4-FFF2-40B4-BE49-F238E27FC236}">
                  <a16:creationId xmlns:a16="http://schemas.microsoft.com/office/drawing/2014/main" id="{60B73320-B6EB-0C14-B928-3FBD4F8C8F77}"/>
                </a:ext>
              </a:extLst>
            </p:cNvPr>
            <p:cNvSpPr>
              <a:spLocks noGrp="1"/>
            </p:cNvSpPr>
            <p:nvPr/>
          </p:nvSpPr>
          <p:spPr>
            <a:xfrm>
              <a:off x="15834830" y="4448994"/>
              <a:ext cx="41986" cy="54608"/>
            </a:xfrm>
            <a:custGeom>
              <a:avLst/>
              <a:gdLst/>
              <a:ahLst/>
              <a:cxnLst/>
              <a:rect l="0" t="0" r="0" b="0"/>
              <a:pathLst>
                <a:path w="41986" h="54608">
                  <a:moveTo>
                    <a:pt x="41986" y="0"/>
                  </a:moveTo>
                  <a:lnTo>
                    <a:pt x="0" y="54608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5" name="Output_receptor__4574">
              <a:extLst>
                <a:ext uri="{FF2B5EF4-FFF2-40B4-BE49-F238E27FC236}">
                  <a16:creationId xmlns:a16="http://schemas.microsoft.com/office/drawing/2014/main" id="{0C0F397E-0E81-ECAC-693D-0AD047710882}"/>
                </a:ext>
              </a:extLst>
            </p:cNvPr>
            <p:cNvSpPr>
              <a:spLocks noGrp="1"/>
            </p:cNvSpPr>
            <p:nvPr/>
          </p:nvSpPr>
          <p:spPr>
            <a:xfrm>
              <a:off x="16443902" y="4088609"/>
              <a:ext cx="26674" cy="41879"/>
            </a:xfrm>
            <a:custGeom>
              <a:avLst/>
              <a:gdLst/>
              <a:ahLst/>
              <a:cxnLst/>
              <a:rect l="0" t="0" r="0" b="0"/>
              <a:pathLst>
                <a:path w="26674" h="41879">
                  <a:moveTo>
                    <a:pt x="0" y="0"/>
                  </a:moveTo>
                  <a:lnTo>
                    <a:pt x="26674" y="41879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6" name="Output_receptor__4575">
              <a:extLst>
                <a:ext uri="{FF2B5EF4-FFF2-40B4-BE49-F238E27FC236}">
                  <a16:creationId xmlns:a16="http://schemas.microsoft.com/office/drawing/2014/main" id="{381007E9-AB5F-BFEA-9478-13E4DDA1B184}"/>
                </a:ext>
              </a:extLst>
            </p:cNvPr>
            <p:cNvSpPr>
              <a:spLocks noGrp="1"/>
            </p:cNvSpPr>
            <p:nvPr/>
          </p:nvSpPr>
          <p:spPr>
            <a:xfrm>
              <a:off x="15602841" y="3974426"/>
              <a:ext cx="56819" cy="40931"/>
            </a:xfrm>
            <a:custGeom>
              <a:avLst/>
              <a:gdLst/>
              <a:ahLst/>
              <a:cxnLst/>
              <a:rect l="0" t="0" r="0" b="0"/>
              <a:pathLst>
                <a:path w="56819" h="40931">
                  <a:moveTo>
                    <a:pt x="0" y="40931"/>
                  </a:moveTo>
                  <a:lnTo>
                    <a:pt x="56819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7" name="Output_receptor__4576">
              <a:extLst>
                <a:ext uri="{FF2B5EF4-FFF2-40B4-BE49-F238E27FC236}">
                  <a16:creationId xmlns:a16="http://schemas.microsoft.com/office/drawing/2014/main" id="{D0F39BC0-3F0B-529D-62FE-D4CA7653A8E9}"/>
                </a:ext>
              </a:extLst>
            </p:cNvPr>
            <p:cNvSpPr>
              <a:spLocks noGrp="1"/>
            </p:cNvSpPr>
            <p:nvPr/>
          </p:nvSpPr>
          <p:spPr>
            <a:xfrm>
              <a:off x="16540070" y="3585362"/>
              <a:ext cx="733" cy="31676"/>
            </a:xfrm>
            <a:custGeom>
              <a:avLst/>
              <a:gdLst/>
              <a:ahLst/>
              <a:cxnLst/>
              <a:rect l="0" t="0" r="0" b="0"/>
              <a:pathLst>
                <a:path w="733" h="31676">
                  <a:moveTo>
                    <a:pt x="0" y="31676"/>
                  </a:moveTo>
                  <a:lnTo>
                    <a:pt x="73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8" name="Output_receptor__4577">
              <a:extLst>
                <a:ext uri="{FF2B5EF4-FFF2-40B4-BE49-F238E27FC236}">
                  <a16:creationId xmlns:a16="http://schemas.microsoft.com/office/drawing/2014/main" id="{614D6185-DB65-96C1-3242-6EE04800E57D}"/>
                </a:ext>
              </a:extLst>
            </p:cNvPr>
            <p:cNvSpPr>
              <a:spLocks noGrp="1"/>
            </p:cNvSpPr>
            <p:nvPr/>
          </p:nvSpPr>
          <p:spPr>
            <a:xfrm>
              <a:off x="15953051" y="4218714"/>
              <a:ext cx="44647" cy="3791"/>
            </a:xfrm>
            <a:custGeom>
              <a:avLst/>
              <a:gdLst/>
              <a:ahLst/>
              <a:cxnLst/>
              <a:rect l="0" t="0" r="0" b="0"/>
              <a:pathLst>
                <a:path w="44647" h="3791">
                  <a:moveTo>
                    <a:pt x="0" y="0"/>
                  </a:moveTo>
                  <a:lnTo>
                    <a:pt x="44647" y="3791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79" name="Output_receptor__4578">
              <a:extLst>
                <a:ext uri="{FF2B5EF4-FFF2-40B4-BE49-F238E27FC236}">
                  <a16:creationId xmlns:a16="http://schemas.microsoft.com/office/drawing/2014/main" id="{F351F692-1C5B-BD3B-9DEC-571BCABAF36C}"/>
                </a:ext>
              </a:extLst>
            </p:cNvPr>
            <p:cNvSpPr>
              <a:spLocks noGrp="1"/>
            </p:cNvSpPr>
            <p:nvPr/>
          </p:nvSpPr>
          <p:spPr>
            <a:xfrm>
              <a:off x="16248521" y="3501707"/>
              <a:ext cx="35902" cy="61415"/>
            </a:xfrm>
            <a:custGeom>
              <a:avLst/>
              <a:gdLst/>
              <a:ahLst/>
              <a:cxnLst/>
              <a:rect l="0" t="0" r="0" b="0"/>
              <a:pathLst>
                <a:path w="35902" h="61415">
                  <a:moveTo>
                    <a:pt x="0" y="0"/>
                  </a:moveTo>
                  <a:lnTo>
                    <a:pt x="35902" y="61415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0" name="Output_receptor__4579">
              <a:extLst>
                <a:ext uri="{FF2B5EF4-FFF2-40B4-BE49-F238E27FC236}">
                  <a16:creationId xmlns:a16="http://schemas.microsoft.com/office/drawing/2014/main" id="{2EF8D0A2-C8FB-63F5-46FB-6D8F04C4A78E}"/>
                </a:ext>
              </a:extLst>
            </p:cNvPr>
            <p:cNvSpPr>
              <a:spLocks noGrp="1"/>
            </p:cNvSpPr>
            <p:nvPr/>
          </p:nvSpPr>
          <p:spPr>
            <a:xfrm>
              <a:off x="15755221" y="4080294"/>
              <a:ext cx="71567" cy="5090"/>
            </a:xfrm>
            <a:custGeom>
              <a:avLst/>
              <a:gdLst/>
              <a:ahLst/>
              <a:cxnLst/>
              <a:rect l="0" t="0" r="0" b="0"/>
              <a:pathLst>
                <a:path w="71567" h="5090">
                  <a:moveTo>
                    <a:pt x="0" y="0"/>
                  </a:moveTo>
                  <a:lnTo>
                    <a:pt x="71567" y="509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1" name="Output_receptor__4580">
              <a:extLst>
                <a:ext uri="{FF2B5EF4-FFF2-40B4-BE49-F238E27FC236}">
                  <a16:creationId xmlns:a16="http://schemas.microsoft.com/office/drawing/2014/main" id="{AE4865B7-919F-339A-02A9-F4261B66F0F9}"/>
                </a:ext>
              </a:extLst>
            </p:cNvPr>
            <p:cNvSpPr>
              <a:spLocks noGrp="1"/>
            </p:cNvSpPr>
            <p:nvPr/>
          </p:nvSpPr>
          <p:spPr>
            <a:xfrm>
              <a:off x="16588876" y="3645453"/>
              <a:ext cx="45706" cy="54772"/>
            </a:xfrm>
            <a:custGeom>
              <a:avLst/>
              <a:gdLst/>
              <a:ahLst/>
              <a:cxnLst/>
              <a:rect l="0" t="0" r="0" b="0"/>
              <a:pathLst>
                <a:path w="45706" h="54772">
                  <a:moveTo>
                    <a:pt x="0" y="54772"/>
                  </a:moveTo>
                  <a:lnTo>
                    <a:pt x="45706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2" name="Output_receptor__4581">
              <a:extLst>
                <a:ext uri="{FF2B5EF4-FFF2-40B4-BE49-F238E27FC236}">
                  <a16:creationId xmlns:a16="http://schemas.microsoft.com/office/drawing/2014/main" id="{E924A086-1816-171C-572C-AD6BC92462FB}"/>
                </a:ext>
              </a:extLst>
            </p:cNvPr>
            <p:cNvSpPr>
              <a:spLocks noGrp="1"/>
            </p:cNvSpPr>
            <p:nvPr/>
          </p:nvSpPr>
          <p:spPr>
            <a:xfrm>
              <a:off x="15786563" y="4407742"/>
              <a:ext cx="8566" cy="22943"/>
            </a:xfrm>
            <a:custGeom>
              <a:avLst/>
              <a:gdLst/>
              <a:ahLst/>
              <a:cxnLst/>
              <a:rect l="0" t="0" r="0" b="0"/>
              <a:pathLst>
                <a:path w="8566" h="22943">
                  <a:moveTo>
                    <a:pt x="8566" y="0"/>
                  </a:moveTo>
                  <a:lnTo>
                    <a:pt x="0" y="22943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3" name="Output_receptor__4582">
              <a:extLst>
                <a:ext uri="{FF2B5EF4-FFF2-40B4-BE49-F238E27FC236}">
                  <a16:creationId xmlns:a16="http://schemas.microsoft.com/office/drawing/2014/main" id="{3018FE8E-7A6B-5656-C4F7-EDFA4B3FA63C}"/>
                </a:ext>
              </a:extLst>
            </p:cNvPr>
            <p:cNvSpPr>
              <a:spLocks noGrp="1"/>
            </p:cNvSpPr>
            <p:nvPr/>
          </p:nvSpPr>
          <p:spPr>
            <a:xfrm>
              <a:off x="15926355" y="3978743"/>
              <a:ext cx="42488" cy="28263"/>
            </a:xfrm>
            <a:custGeom>
              <a:avLst/>
              <a:gdLst/>
              <a:ahLst/>
              <a:cxnLst/>
              <a:rect l="0" t="0" r="0" b="0"/>
              <a:pathLst>
                <a:path w="42488" h="28263">
                  <a:moveTo>
                    <a:pt x="0" y="28263"/>
                  </a:moveTo>
                  <a:lnTo>
                    <a:pt x="42488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4" name="Output_receptor__4583">
              <a:extLst>
                <a:ext uri="{FF2B5EF4-FFF2-40B4-BE49-F238E27FC236}">
                  <a16:creationId xmlns:a16="http://schemas.microsoft.com/office/drawing/2014/main" id="{F65B7858-4AF3-DB57-6F9D-85F478BA3547}"/>
                </a:ext>
              </a:extLst>
            </p:cNvPr>
            <p:cNvSpPr>
              <a:spLocks noGrp="1"/>
            </p:cNvSpPr>
            <p:nvPr/>
          </p:nvSpPr>
          <p:spPr>
            <a:xfrm>
              <a:off x="16581590" y="4000675"/>
              <a:ext cx="71823" cy="8344"/>
            </a:xfrm>
            <a:custGeom>
              <a:avLst/>
              <a:gdLst/>
              <a:ahLst/>
              <a:cxnLst/>
              <a:rect l="0" t="0" r="0" b="0"/>
              <a:pathLst>
                <a:path w="71823" h="8344">
                  <a:moveTo>
                    <a:pt x="0" y="8344"/>
                  </a:moveTo>
                  <a:lnTo>
                    <a:pt x="71823" y="0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5" name="Output_receptor__4584">
              <a:extLst>
                <a:ext uri="{FF2B5EF4-FFF2-40B4-BE49-F238E27FC236}">
                  <a16:creationId xmlns:a16="http://schemas.microsoft.com/office/drawing/2014/main" id="{CF70EDF2-C50C-64BF-8036-F1D217E6D794}"/>
                </a:ext>
              </a:extLst>
            </p:cNvPr>
            <p:cNvSpPr>
              <a:spLocks noGrp="1"/>
            </p:cNvSpPr>
            <p:nvPr/>
          </p:nvSpPr>
          <p:spPr>
            <a:xfrm>
              <a:off x="15885486" y="3911152"/>
              <a:ext cx="70575" cy="14602"/>
            </a:xfrm>
            <a:custGeom>
              <a:avLst/>
              <a:gdLst/>
              <a:ahLst/>
              <a:cxnLst/>
              <a:rect l="0" t="0" r="0" b="0"/>
              <a:pathLst>
                <a:path w="70575" h="14602">
                  <a:moveTo>
                    <a:pt x="70575" y="0"/>
                  </a:moveTo>
                  <a:lnTo>
                    <a:pt x="0" y="14602"/>
                  </a:lnTo>
                </a:path>
              </a:pathLst>
            </a:custGeom>
            <a:noFill/>
            <a:ln w="20003">
              <a:solidFill>
                <a:srgbClr val="E6E9EC"/>
              </a:solidFill>
            </a:ln>
          </p:spPr>
        </p:sp>
        <p:sp>
          <p:nvSpPr>
            <p:cNvPr id="4586" name="Output_receptor__4585">
              <a:extLst>
                <a:ext uri="{FF2B5EF4-FFF2-40B4-BE49-F238E27FC236}">
                  <a16:creationId xmlns:a16="http://schemas.microsoft.com/office/drawing/2014/main" id="{62B3FAB5-E85C-D7C1-5F47-5CF212F06AC3}"/>
                </a:ext>
              </a:extLst>
            </p:cNvPr>
            <p:cNvSpPr>
              <a:spLocks noGrp="1"/>
            </p:cNvSpPr>
            <p:nvPr/>
          </p:nvSpPr>
          <p:spPr>
            <a:xfrm>
              <a:off x="16525076" y="3480182"/>
              <a:ext cx="52747" cy="44911"/>
            </a:xfrm>
            <a:custGeom>
              <a:avLst/>
              <a:gdLst/>
              <a:ahLst/>
              <a:cxnLst/>
              <a:rect l="0" t="0" r="0" b="0"/>
              <a:pathLst>
                <a:path w="52747" h="44911">
                  <a:moveTo>
                    <a:pt x="52747" y="449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7" name="Output_receptor__4586">
              <a:extLst>
                <a:ext uri="{FF2B5EF4-FFF2-40B4-BE49-F238E27FC236}">
                  <a16:creationId xmlns:a16="http://schemas.microsoft.com/office/drawing/2014/main" id="{04A8D9CB-2B8C-08E4-A89F-88B8768DF20D}"/>
                </a:ext>
              </a:extLst>
            </p:cNvPr>
            <p:cNvSpPr>
              <a:spLocks noGrp="1"/>
            </p:cNvSpPr>
            <p:nvPr/>
          </p:nvSpPr>
          <p:spPr>
            <a:xfrm>
              <a:off x="16095570" y="3173418"/>
              <a:ext cx="51300" cy="49397"/>
            </a:xfrm>
            <a:custGeom>
              <a:avLst/>
              <a:gdLst/>
              <a:ahLst/>
              <a:cxnLst/>
              <a:rect l="0" t="0" r="0" b="0"/>
              <a:pathLst>
                <a:path w="51300" h="49397">
                  <a:moveTo>
                    <a:pt x="0" y="49397"/>
                  </a:moveTo>
                  <a:lnTo>
                    <a:pt x="51300" y="0"/>
                  </a:lnTo>
                </a:path>
              </a:pathLst>
            </a:custGeom>
            <a:noFill/>
            <a:ln w="8096">
              <a:solidFill>
                <a:srgbClr val="E6E9EC"/>
              </a:solidFill>
            </a:ln>
          </p:spPr>
        </p:sp>
        <p:sp>
          <p:nvSpPr>
            <p:cNvPr id="4588" name="Output_receptor__4587">
              <a:extLst>
                <a:ext uri="{FF2B5EF4-FFF2-40B4-BE49-F238E27FC236}">
                  <a16:creationId xmlns:a16="http://schemas.microsoft.com/office/drawing/2014/main" id="{008C25B6-6D62-9607-549A-71F1F5772852}"/>
                </a:ext>
              </a:extLst>
            </p:cNvPr>
            <p:cNvSpPr>
              <a:spLocks noGrp="1"/>
            </p:cNvSpPr>
            <p:nvPr/>
          </p:nvSpPr>
          <p:spPr>
            <a:xfrm>
              <a:off x="15605127" y="3824921"/>
              <a:ext cx="43677" cy="37893"/>
            </a:xfrm>
            <a:custGeom>
              <a:avLst/>
              <a:gdLst/>
              <a:ahLst/>
              <a:cxnLst/>
              <a:rect l="0" t="0" r="0" b="0"/>
              <a:pathLst>
                <a:path w="43677" h="37893">
                  <a:moveTo>
                    <a:pt x="43677" y="378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89" name="Output_receptor__4588">
              <a:extLst>
                <a:ext uri="{FF2B5EF4-FFF2-40B4-BE49-F238E27FC236}">
                  <a16:creationId xmlns:a16="http://schemas.microsoft.com/office/drawing/2014/main" id="{B8FEE9B6-2D35-62A0-5922-E13DD00390EA}"/>
                </a:ext>
              </a:extLst>
            </p:cNvPr>
            <p:cNvSpPr>
              <a:spLocks noGrp="1"/>
            </p:cNvSpPr>
            <p:nvPr/>
          </p:nvSpPr>
          <p:spPr>
            <a:xfrm>
              <a:off x="15668271" y="4256237"/>
              <a:ext cx="68551" cy="20884"/>
            </a:xfrm>
            <a:custGeom>
              <a:avLst/>
              <a:gdLst/>
              <a:ahLst/>
              <a:cxnLst/>
              <a:rect l="0" t="0" r="0" b="0"/>
              <a:pathLst>
                <a:path w="68551" h="20884">
                  <a:moveTo>
                    <a:pt x="0" y="20884"/>
                  </a:moveTo>
                  <a:lnTo>
                    <a:pt x="6855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0" name="Output_receptor__4589">
              <a:extLst>
                <a:ext uri="{FF2B5EF4-FFF2-40B4-BE49-F238E27FC236}">
                  <a16:creationId xmlns:a16="http://schemas.microsoft.com/office/drawing/2014/main" id="{E1515A7C-54CB-22C1-95D4-15EC8CB1BEBF}"/>
                </a:ext>
              </a:extLst>
            </p:cNvPr>
            <p:cNvSpPr>
              <a:spLocks noGrp="1"/>
            </p:cNvSpPr>
            <p:nvPr/>
          </p:nvSpPr>
          <p:spPr>
            <a:xfrm>
              <a:off x="16190832" y="4298234"/>
              <a:ext cx="36375" cy="42016"/>
            </a:xfrm>
            <a:custGeom>
              <a:avLst/>
              <a:gdLst/>
              <a:ahLst/>
              <a:cxnLst/>
              <a:rect l="0" t="0" r="0" b="0"/>
              <a:pathLst>
                <a:path w="36375" h="42016">
                  <a:moveTo>
                    <a:pt x="0" y="0"/>
                  </a:moveTo>
                  <a:lnTo>
                    <a:pt x="36375" y="42016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591" name="Output_receptor__4590">
              <a:extLst>
                <a:ext uri="{FF2B5EF4-FFF2-40B4-BE49-F238E27FC236}">
                  <a16:creationId xmlns:a16="http://schemas.microsoft.com/office/drawing/2014/main" id="{70F79482-5935-ED4D-6757-6ACC0D5465DF}"/>
                </a:ext>
              </a:extLst>
            </p:cNvPr>
            <p:cNvSpPr>
              <a:spLocks noGrp="1"/>
            </p:cNvSpPr>
            <p:nvPr/>
          </p:nvSpPr>
          <p:spPr>
            <a:xfrm>
              <a:off x="16621354" y="4063856"/>
              <a:ext cx="50449" cy="35060"/>
            </a:xfrm>
            <a:custGeom>
              <a:avLst/>
              <a:gdLst/>
              <a:ahLst/>
              <a:cxnLst/>
              <a:rect l="0" t="0" r="0" b="0"/>
              <a:pathLst>
                <a:path w="50449" h="35060">
                  <a:moveTo>
                    <a:pt x="50449" y="0"/>
                  </a:moveTo>
                  <a:lnTo>
                    <a:pt x="0" y="3506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2" name="Output_receptor__4591">
              <a:extLst>
                <a:ext uri="{FF2B5EF4-FFF2-40B4-BE49-F238E27FC236}">
                  <a16:creationId xmlns:a16="http://schemas.microsoft.com/office/drawing/2014/main" id="{701BCAB5-3CB6-F580-79B9-8A9F307C4BF0}"/>
                </a:ext>
              </a:extLst>
            </p:cNvPr>
            <p:cNvSpPr>
              <a:spLocks noGrp="1"/>
            </p:cNvSpPr>
            <p:nvPr/>
          </p:nvSpPr>
          <p:spPr>
            <a:xfrm>
              <a:off x="16308900" y="4221014"/>
              <a:ext cx="21528" cy="67370"/>
            </a:xfrm>
            <a:custGeom>
              <a:avLst/>
              <a:gdLst/>
              <a:ahLst/>
              <a:cxnLst/>
              <a:rect l="0" t="0" r="0" b="0"/>
              <a:pathLst>
                <a:path w="21528" h="67370">
                  <a:moveTo>
                    <a:pt x="21528" y="673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593" name="Output_receptor__4592">
              <a:extLst>
                <a:ext uri="{FF2B5EF4-FFF2-40B4-BE49-F238E27FC236}">
                  <a16:creationId xmlns:a16="http://schemas.microsoft.com/office/drawing/2014/main" id="{46D688FD-2254-BCD3-E04E-AF8C7E87B1F0}"/>
                </a:ext>
              </a:extLst>
            </p:cNvPr>
            <p:cNvSpPr>
              <a:spLocks noGrp="1"/>
            </p:cNvSpPr>
            <p:nvPr/>
          </p:nvSpPr>
          <p:spPr>
            <a:xfrm>
              <a:off x="15826788" y="4085384"/>
              <a:ext cx="4773" cy="69472"/>
            </a:xfrm>
            <a:custGeom>
              <a:avLst/>
              <a:gdLst/>
              <a:ahLst/>
              <a:cxnLst/>
              <a:rect l="0" t="0" r="0" b="0"/>
              <a:pathLst>
                <a:path w="4773" h="69472">
                  <a:moveTo>
                    <a:pt x="0" y="0"/>
                  </a:moveTo>
                  <a:lnTo>
                    <a:pt x="4773" y="6947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4" name="Output_receptor__4593">
              <a:extLst>
                <a:ext uri="{FF2B5EF4-FFF2-40B4-BE49-F238E27FC236}">
                  <a16:creationId xmlns:a16="http://schemas.microsoft.com/office/drawing/2014/main" id="{9DB4146C-E129-182A-E363-6A4B6FBB1069}"/>
                </a:ext>
              </a:extLst>
            </p:cNvPr>
            <p:cNvSpPr>
              <a:spLocks noGrp="1"/>
            </p:cNvSpPr>
            <p:nvPr/>
          </p:nvSpPr>
          <p:spPr>
            <a:xfrm>
              <a:off x="15747019" y="3825646"/>
              <a:ext cx="27917" cy="3637"/>
            </a:xfrm>
            <a:custGeom>
              <a:avLst/>
              <a:gdLst/>
              <a:ahLst/>
              <a:cxnLst/>
              <a:rect l="0" t="0" r="0" b="0"/>
              <a:pathLst>
                <a:path w="27917" h="3637">
                  <a:moveTo>
                    <a:pt x="27917" y="36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5" name="Output_receptor__4594">
              <a:extLst>
                <a:ext uri="{FF2B5EF4-FFF2-40B4-BE49-F238E27FC236}">
                  <a16:creationId xmlns:a16="http://schemas.microsoft.com/office/drawing/2014/main" id="{6D999848-6B75-92EC-B53E-B61ACFE84180}"/>
                </a:ext>
              </a:extLst>
            </p:cNvPr>
            <p:cNvSpPr>
              <a:spLocks noGrp="1"/>
            </p:cNvSpPr>
            <p:nvPr/>
          </p:nvSpPr>
          <p:spPr>
            <a:xfrm>
              <a:off x="16653413" y="4000675"/>
              <a:ext cx="18389" cy="63181"/>
            </a:xfrm>
            <a:custGeom>
              <a:avLst/>
              <a:gdLst/>
              <a:ahLst/>
              <a:cxnLst/>
              <a:rect l="0" t="0" r="0" b="0"/>
              <a:pathLst>
                <a:path w="18389" h="63181">
                  <a:moveTo>
                    <a:pt x="0" y="0"/>
                  </a:moveTo>
                  <a:lnTo>
                    <a:pt x="18389" y="6318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6" name="Output_receptor__4595">
              <a:extLst>
                <a:ext uri="{FF2B5EF4-FFF2-40B4-BE49-F238E27FC236}">
                  <a16:creationId xmlns:a16="http://schemas.microsoft.com/office/drawing/2014/main" id="{D19322A9-8F80-16C0-DDBC-A7CC6ECDDA17}"/>
                </a:ext>
              </a:extLst>
            </p:cNvPr>
            <p:cNvSpPr>
              <a:spLocks noGrp="1"/>
            </p:cNvSpPr>
            <p:nvPr/>
          </p:nvSpPr>
          <p:spPr>
            <a:xfrm>
              <a:off x="15560651" y="3809990"/>
              <a:ext cx="44476" cy="14931"/>
            </a:xfrm>
            <a:custGeom>
              <a:avLst/>
              <a:gdLst/>
              <a:ahLst/>
              <a:cxnLst/>
              <a:rect l="0" t="0" r="0" b="0"/>
              <a:pathLst>
                <a:path w="44476" h="14931">
                  <a:moveTo>
                    <a:pt x="44476" y="14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7" name="Output_receptor__4596">
              <a:extLst>
                <a:ext uri="{FF2B5EF4-FFF2-40B4-BE49-F238E27FC236}">
                  <a16:creationId xmlns:a16="http://schemas.microsoft.com/office/drawing/2014/main" id="{EF6AE010-6936-D8D6-DBEB-E84753FCE1BF}"/>
                </a:ext>
              </a:extLst>
            </p:cNvPr>
            <p:cNvSpPr>
              <a:spLocks noGrp="1"/>
            </p:cNvSpPr>
            <p:nvPr/>
          </p:nvSpPr>
          <p:spPr>
            <a:xfrm>
              <a:off x="15575520" y="3915190"/>
              <a:ext cx="26883" cy="7735"/>
            </a:xfrm>
            <a:custGeom>
              <a:avLst/>
              <a:gdLst/>
              <a:ahLst/>
              <a:cxnLst/>
              <a:rect l="0" t="0" r="0" b="0"/>
              <a:pathLst>
                <a:path w="26883" h="7735">
                  <a:moveTo>
                    <a:pt x="0" y="7735"/>
                  </a:moveTo>
                  <a:lnTo>
                    <a:pt x="2688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8" name="Output_receptor__4597">
              <a:extLst>
                <a:ext uri="{FF2B5EF4-FFF2-40B4-BE49-F238E27FC236}">
                  <a16:creationId xmlns:a16="http://schemas.microsoft.com/office/drawing/2014/main" id="{049D5896-8EF4-08A8-96C3-4F9E5F4FC6A7}"/>
                </a:ext>
              </a:extLst>
            </p:cNvPr>
            <p:cNvSpPr>
              <a:spLocks noGrp="1"/>
            </p:cNvSpPr>
            <p:nvPr/>
          </p:nvSpPr>
          <p:spPr>
            <a:xfrm>
              <a:off x="16489434" y="3833187"/>
              <a:ext cx="33450" cy="21286"/>
            </a:xfrm>
            <a:custGeom>
              <a:avLst/>
              <a:gdLst/>
              <a:ahLst/>
              <a:cxnLst/>
              <a:rect l="0" t="0" r="0" b="0"/>
              <a:pathLst>
                <a:path w="33450" h="21286">
                  <a:moveTo>
                    <a:pt x="0" y="0"/>
                  </a:moveTo>
                  <a:lnTo>
                    <a:pt x="33450" y="2128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599" name="Output_receptor__4598">
              <a:extLst>
                <a:ext uri="{FF2B5EF4-FFF2-40B4-BE49-F238E27FC236}">
                  <a16:creationId xmlns:a16="http://schemas.microsoft.com/office/drawing/2014/main" id="{F8A391E3-4620-2DC4-011D-319A6DF83B21}"/>
                </a:ext>
              </a:extLst>
            </p:cNvPr>
            <p:cNvSpPr>
              <a:spLocks noGrp="1"/>
            </p:cNvSpPr>
            <p:nvPr/>
          </p:nvSpPr>
          <p:spPr>
            <a:xfrm>
              <a:off x="15956061" y="3911152"/>
              <a:ext cx="12781" cy="67592"/>
            </a:xfrm>
            <a:custGeom>
              <a:avLst/>
              <a:gdLst/>
              <a:ahLst/>
              <a:cxnLst/>
              <a:rect l="0" t="0" r="0" b="0"/>
              <a:pathLst>
                <a:path w="12781" h="67592">
                  <a:moveTo>
                    <a:pt x="12781" y="675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0" name="Output_receptor__4599">
              <a:extLst>
                <a:ext uri="{FF2B5EF4-FFF2-40B4-BE49-F238E27FC236}">
                  <a16:creationId xmlns:a16="http://schemas.microsoft.com/office/drawing/2014/main" id="{C0A4B502-C8EC-7285-14A0-C5CE08EF8393}"/>
                </a:ext>
              </a:extLst>
            </p:cNvPr>
            <p:cNvSpPr>
              <a:spLocks noGrp="1"/>
            </p:cNvSpPr>
            <p:nvPr/>
          </p:nvSpPr>
          <p:spPr>
            <a:xfrm>
              <a:off x="16404605" y="3982948"/>
              <a:ext cx="54719" cy="34964"/>
            </a:xfrm>
            <a:custGeom>
              <a:avLst/>
              <a:gdLst/>
              <a:ahLst/>
              <a:cxnLst/>
              <a:rect l="0" t="0" r="0" b="0"/>
              <a:pathLst>
                <a:path w="54719" h="34964">
                  <a:moveTo>
                    <a:pt x="0" y="0"/>
                  </a:moveTo>
                  <a:lnTo>
                    <a:pt x="54719" y="3496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1" name="Output_receptor__4600">
              <a:extLst>
                <a:ext uri="{FF2B5EF4-FFF2-40B4-BE49-F238E27FC236}">
                  <a16:creationId xmlns:a16="http://schemas.microsoft.com/office/drawing/2014/main" id="{71823A3A-4340-9624-32AB-D097D70EAD49}"/>
                </a:ext>
              </a:extLst>
            </p:cNvPr>
            <p:cNvSpPr>
              <a:spLocks noGrp="1"/>
            </p:cNvSpPr>
            <p:nvPr/>
          </p:nvSpPr>
          <p:spPr>
            <a:xfrm>
              <a:off x="16478122" y="3480182"/>
              <a:ext cx="46953" cy="18964"/>
            </a:xfrm>
            <a:custGeom>
              <a:avLst/>
              <a:gdLst/>
              <a:ahLst/>
              <a:cxnLst/>
              <a:rect l="0" t="0" r="0" b="0"/>
              <a:pathLst>
                <a:path w="46953" h="18964">
                  <a:moveTo>
                    <a:pt x="46953" y="0"/>
                  </a:moveTo>
                  <a:lnTo>
                    <a:pt x="0" y="18964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2" name="Output_receptor__4601">
              <a:extLst>
                <a:ext uri="{FF2B5EF4-FFF2-40B4-BE49-F238E27FC236}">
                  <a16:creationId xmlns:a16="http://schemas.microsoft.com/office/drawing/2014/main" id="{6830CCC2-70CC-4F04-8CE1-A288E6102294}"/>
                </a:ext>
              </a:extLst>
            </p:cNvPr>
            <p:cNvSpPr>
              <a:spLocks noGrp="1"/>
            </p:cNvSpPr>
            <p:nvPr/>
          </p:nvSpPr>
          <p:spPr>
            <a:xfrm>
              <a:off x="15940517" y="4296042"/>
              <a:ext cx="40470" cy="50872"/>
            </a:xfrm>
            <a:custGeom>
              <a:avLst/>
              <a:gdLst/>
              <a:ahLst/>
              <a:cxnLst/>
              <a:rect l="0" t="0" r="0" b="0"/>
              <a:pathLst>
                <a:path w="40470" h="50872">
                  <a:moveTo>
                    <a:pt x="0" y="50872"/>
                  </a:moveTo>
                  <a:lnTo>
                    <a:pt x="4047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3" name="Output_receptor__4602">
              <a:extLst>
                <a:ext uri="{FF2B5EF4-FFF2-40B4-BE49-F238E27FC236}">
                  <a16:creationId xmlns:a16="http://schemas.microsoft.com/office/drawing/2014/main" id="{3EDAAD95-3266-95F6-2BA7-516AF557C882}"/>
                </a:ext>
              </a:extLst>
            </p:cNvPr>
            <p:cNvSpPr>
              <a:spLocks noGrp="1"/>
            </p:cNvSpPr>
            <p:nvPr/>
          </p:nvSpPr>
          <p:spPr>
            <a:xfrm>
              <a:off x="16549920" y="3760252"/>
              <a:ext cx="34712" cy="61313"/>
            </a:xfrm>
            <a:custGeom>
              <a:avLst/>
              <a:gdLst/>
              <a:ahLst/>
              <a:cxnLst/>
              <a:rect l="0" t="0" r="0" b="0"/>
              <a:pathLst>
                <a:path w="34712" h="61313">
                  <a:moveTo>
                    <a:pt x="34712" y="613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4" name="Output_receptor__4603">
              <a:extLst>
                <a:ext uri="{FF2B5EF4-FFF2-40B4-BE49-F238E27FC236}">
                  <a16:creationId xmlns:a16="http://schemas.microsoft.com/office/drawing/2014/main" id="{34E96449-8E83-65E1-BBD3-AB39EB8A5A83}"/>
                </a:ext>
              </a:extLst>
            </p:cNvPr>
            <p:cNvSpPr>
              <a:spLocks noGrp="1"/>
            </p:cNvSpPr>
            <p:nvPr/>
          </p:nvSpPr>
          <p:spPr>
            <a:xfrm>
              <a:off x="15980987" y="4296042"/>
              <a:ext cx="57048" cy="22817"/>
            </a:xfrm>
            <a:custGeom>
              <a:avLst/>
              <a:gdLst/>
              <a:ahLst/>
              <a:cxnLst/>
              <a:rect l="0" t="0" r="0" b="0"/>
              <a:pathLst>
                <a:path w="57048" h="22817">
                  <a:moveTo>
                    <a:pt x="0" y="0"/>
                  </a:moveTo>
                  <a:lnTo>
                    <a:pt x="57048" y="2281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5" name="Output_receptor__4604">
              <a:extLst>
                <a:ext uri="{FF2B5EF4-FFF2-40B4-BE49-F238E27FC236}">
                  <a16:creationId xmlns:a16="http://schemas.microsoft.com/office/drawing/2014/main" id="{323D2294-F684-52F9-648F-80B97547D744}"/>
                </a:ext>
              </a:extLst>
            </p:cNvPr>
            <p:cNvSpPr>
              <a:spLocks noGrp="1"/>
            </p:cNvSpPr>
            <p:nvPr/>
          </p:nvSpPr>
          <p:spPr>
            <a:xfrm>
              <a:off x="15824701" y="4697522"/>
              <a:ext cx="60524" cy="25763"/>
            </a:xfrm>
            <a:custGeom>
              <a:avLst/>
              <a:gdLst/>
              <a:ahLst/>
              <a:cxnLst/>
              <a:rect l="0" t="0" r="0" b="0"/>
              <a:pathLst>
                <a:path w="60524" h="25763">
                  <a:moveTo>
                    <a:pt x="60524" y="257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6" name="Output_receptor__4605">
              <a:extLst>
                <a:ext uri="{FF2B5EF4-FFF2-40B4-BE49-F238E27FC236}">
                  <a16:creationId xmlns:a16="http://schemas.microsoft.com/office/drawing/2014/main" id="{DD89690C-0173-DE4A-77A3-1EC4CF3DEF60}"/>
                </a:ext>
              </a:extLst>
            </p:cNvPr>
            <p:cNvSpPr>
              <a:spLocks noGrp="1"/>
            </p:cNvSpPr>
            <p:nvPr/>
          </p:nvSpPr>
          <p:spPr>
            <a:xfrm>
              <a:off x="16330428" y="4268185"/>
              <a:ext cx="69259" cy="20199"/>
            </a:xfrm>
            <a:custGeom>
              <a:avLst/>
              <a:gdLst/>
              <a:ahLst/>
              <a:cxnLst/>
              <a:rect l="0" t="0" r="0" b="0"/>
              <a:pathLst>
                <a:path w="69259" h="20199">
                  <a:moveTo>
                    <a:pt x="69259" y="0"/>
                  </a:moveTo>
                  <a:lnTo>
                    <a:pt x="0" y="20199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7" name="Output_receptor__4606">
              <a:extLst>
                <a:ext uri="{FF2B5EF4-FFF2-40B4-BE49-F238E27FC236}">
                  <a16:creationId xmlns:a16="http://schemas.microsoft.com/office/drawing/2014/main" id="{5FCEFD51-B1C6-2AF9-B73A-BB3014589489}"/>
                </a:ext>
              </a:extLst>
            </p:cNvPr>
            <p:cNvSpPr>
              <a:spLocks noGrp="1"/>
            </p:cNvSpPr>
            <p:nvPr/>
          </p:nvSpPr>
          <p:spPr>
            <a:xfrm>
              <a:off x="16159731" y="4084244"/>
              <a:ext cx="38255" cy="7532"/>
            </a:xfrm>
            <a:custGeom>
              <a:avLst/>
              <a:gdLst/>
              <a:ahLst/>
              <a:cxnLst/>
              <a:rect l="0" t="0" r="0" b="0"/>
              <a:pathLst>
                <a:path w="38255" h="7532">
                  <a:moveTo>
                    <a:pt x="0" y="7532"/>
                  </a:moveTo>
                  <a:lnTo>
                    <a:pt x="38255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08" name="Output_receptor__4607">
              <a:extLst>
                <a:ext uri="{FF2B5EF4-FFF2-40B4-BE49-F238E27FC236}">
                  <a16:creationId xmlns:a16="http://schemas.microsoft.com/office/drawing/2014/main" id="{EE9BDE15-B4D4-1871-CF94-4706AE8FBDB8}"/>
                </a:ext>
              </a:extLst>
            </p:cNvPr>
            <p:cNvSpPr>
              <a:spLocks noGrp="1"/>
            </p:cNvSpPr>
            <p:nvPr/>
          </p:nvSpPr>
          <p:spPr>
            <a:xfrm>
              <a:off x="16540803" y="3525093"/>
              <a:ext cx="37020" cy="60269"/>
            </a:xfrm>
            <a:custGeom>
              <a:avLst/>
              <a:gdLst/>
              <a:ahLst/>
              <a:cxnLst/>
              <a:rect l="0" t="0" r="0" b="0"/>
              <a:pathLst>
                <a:path w="37020" h="60269">
                  <a:moveTo>
                    <a:pt x="0" y="60269"/>
                  </a:moveTo>
                  <a:lnTo>
                    <a:pt x="3702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09" name="Output_receptor__4608">
              <a:extLst>
                <a:ext uri="{FF2B5EF4-FFF2-40B4-BE49-F238E27FC236}">
                  <a16:creationId xmlns:a16="http://schemas.microsoft.com/office/drawing/2014/main" id="{2C9D841B-885D-5774-3DB4-C0BF9A97DCC4}"/>
                </a:ext>
              </a:extLst>
            </p:cNvPr>
            <p:cNvSpPr>
              <a:spLocks noGrp="1"/>
            </p:cNvSpPr>
            <p:nvPr/>
          </p:nvSpPr>
          <p:spPr>
            <a:xfrm>
              <a:off x="16154624" y="3993312"/>
              <a:ext cx="65661" cy="25495"/>
            </a:xfrm>
            <a:custGeom>
              <a:avLst/>
              <a:gdLst/>
              <a:ahLst/>
              <a:cxnLst/>
              <a:rect l="0" t="0" r="0" b="0"/>
              <a:pathLst>
                <a:path w="65661" h="25495">
                  <a:moveTo>
                    <a:pt x="65661" y="25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0" name="Output_receptor__4609">
              <a:extLst>
                <a:ext uri="{FF2B5EF4-FFF2-40B4-BE49-F238E27FC236}">
                  <a16:creationId xmlns:a16="http://schemas.microsoft.com/office/drawing/2014/main" id="{C0844640-CD77-1160-FC7B-8BD65C8767A7}"/>
                </a:ext>
              </a:extLst>
            </p:cNvPr>
            <p:cNvSpPr>
              <a:spLocks noGrp="1"/>
            </p:cNvSpPr>
            <p:nvPr/>
          </p:nvSpPr>
          <p:spPr>
            <a:xfrm>
              <a:off x="15795129" y="4343526"/>
              <a:ext cx="24100" cy="64215"/>
            </a:xfrm>
            <a:custGeom>
              <a:avLst/>
              <a:gdLst/>
              <a:ahLst/>
              <a:cxnLst/>
              <a:rect l="0" t="0" r="0" b="0"/>
              <a:pathLst>
                <a:path w="24100" h="64215">
                  <a:moveTo>
                    <a:pt x="24100" y="0"/>
                  </a:moveTo>
                  <a:lnTo>
                    <a:pt x="0" y="6421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1" name="Output_receptor__4610">
              <a:extLst>
                <a:ext uri="{FF2B5EF4-FFF2-40B4-BE49-F238E27FC236}">
                  <a16:creationId xmlns:a16="http://schemas.microsoft.com/office/drawing/2014/main" id="{EB76123A-321E-50E8-57B7-9719D7E207F4}"/>
                </a:ext>
              </a:extLst>
            </p:cNvPr>
            <p:cNvSpPr>
              <a:spLocks noGrp="1"/>
            </p:cNvSpPr>
            <p:nvPr/>
          </p:nvSpPr>
          <p:spPr>
            <a:xfrm>
              <a:off x="16248521" y="3441529"/>
              <a:ext cx="7127" cy="60178"/>
            </a:xfrm>
            <a:custGeom>
              <a:avLst/>
              <a:gdLst/>
              <a:ahLst/>
              <a:cxnLst/>
              <a:rect l="0" t="0" r="0" b="0"/>
              <a:pathLst>
                <a:path w="7127" h="60178">
                  <a:moveTo>
                    <a:pt x="7127" y="0"/>
                  </a:moveTo>
                  <a:lnTo>
                    <a:pt x="0" y="60178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2" name="Output_receptor__4611">
              <a:extLst>
                <a:ext uri="{FF2B5EF4-FFF2-40B4-BE49-F238E27FC236}">
                  <a16:creationId xmlns:a16="http://schemas.microsoft.com/office/drawing/2014/main" id="{DF3CDD1C-151F-2B2B-AEBB-C6961291EB96}"/>
                </a:ext>
              </a:extLst>
            </p:cNvPr>
            <p:cNvSpPr>
              <a:spLocks noGrp="1"/>
            </p:cNvSpPr>
            <p:nvPr/>
          </p:nvSpPr>
          <p:spPr>
            <a:xfrm>
              <a:off x="16110949" y="4525626"/>
              <a:ext cx="27149" cy="43110"/>
            </a:xfrm>
            <a:custGeom>
              <a:avLst/>
              <a:gdLst/>
              <a:ahLst/>
              <a:cxnLst/>
              <a:rect l="0" t="0" r="0" b="0"/>
              <a:pathLst>
                <a:path w="27149" h="43110">
                  <a:moveTo>
                    <a:pt x="0" y="43110"/>
                  </a:moveTo>
                  <a:lnTo>
                    <a:pt x="2714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3" name="Output_receptor__4612">
              <a:extLst>
                <a:ext uri="{FF2B5EF4-FFF2-40B4-BE49-F238E27FC236}">
                  <a16:creationId xmlns:a16="http://schemas.microsoft.com/office/drawing/2014/main" id="{E60C2593-82D9-45B7-9CC7-B17C5F01F1DE}"/>
                </a:ext>
              </a:extLst>
            </p:cNvPr>
            <p:cNvSpPr>
              <a:spLocks noGrp="1"/>
            </p:cNvSpPr>
            <p:nvPr/>
          </p:nvSpPr>
          <p:spPr>
            <a:xfrm>
              <a:off x="16546504" y="3399926"/>
              <a:ext cx="57429" cy="4365"/>
            </a:xfrm>
            <a:custGeom>
              <a:avLst/>
              <a:gdLst/>
              <a:ahLst/>
              <a:cxnLst/>
              <a:rect l="0" t="0" r="0" b="0"/>
              <a:pathLst>
                <a:path w="57429" h="4365">
                  <a:moveTo>
                    <a:pt x="0" y="4365"/>
                  </a:moveTo>
                  <a:lnTo>
                    <a:pt x="57429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4" name="Output_receptor__4613">
              <a:extLst>
                <a:ext uri="{FF2B5EF4-FFF2-40B4-BE49-F238E27FC236}">
                  <a16:creationId xmlns:a16="http://schemas.microsoft.com/office/drawing/2014/main" id="{5B148CD7-6931-68A1-1D57-B1FBB414C5B1}"/>
                </a:ext>
              </a:extLst>
            </p:cNvPr>
            <p:cNvSpPr>
              <a:spLocks noGrp="1"/>
            </p:cNvSpPr>
            <p:nvPr/>
          </p:nvSpPr>
          <p:spPr>
            <a:xfrm>
              <a:off x="16146870" y="3173418"/>
              <a:ext cx="43678" cy="21453"/>
            </a:xfrm>
            <a:custGeom>
              <a:avLst/>
              <a:gdLst/>
              <a:ahLst/>
              <a:cxnLst/>
              <a:rect l="0" t="0" r="0" b="0"/>
              <a:pathLst>
                <a:path w="43678" h="21453">
                  <a:moveTo>
                    <a:pt x="0" y="0"/>
                  </a:moveTo>
                  <a:lnTo>
                    <a:pt x="43678" y="21453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5" name="Output_receptor__4614">
              <a:extLst>
                <a:ext uri="{FF2B5EF4-FFF2-40B4-BE49-F238E27FC236}">
                  <a16:creationId xmlns:a16="http://schemas.microsoft.com/office/drawing/2014/main" id="{59522C0F-4FAE-5227-8D6D-606AB459A0C4}"/>
                </a:ext>
              </a:extLst>
            </p:cNvPr>
            <p:cNvSpPr>
              <a:spLocks noGrp="1"/>
            </p:cNvSpPr>
            <p:nvPr/>
          </p:nvSpPr>
          <p:spPr>
            <a:xfrm>
              <a:off x="15739678" y="4080294"/>
              <a:ext cx="15543" cy="25598"/>
            </a:xfrm>
            <a:custGeom>
              <a:avLst/>
              <a:gdLst/>
              <a:ahLst/>
              <a:cxnLst/>
              <a:rect l="0" t="0" r="0" b="0"/>
              <a:pathLst>
                <a:path w="15543" h="25598">
                  <a:moveTo>
                    <a:pt x="0" y="25598"/>
                  </a:moveTo>
                  <a:lnTo>
                    <a:pt x="1554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6" name="Output_receptor__4615">
              <a:extLst>
                <a:ext uri="{FF2B5EF4-FFF2-40B4-BE49-F238E27FC236}">
                  <a16:creationId xmlns:a16="http://schemas.microsoft.com/office/drawing/2014/main" id="{589B5009-588D-283C-F7DC-7BBA67352418}"/>
                </a:ext>
              </a:extLst>
            </p:cNvPr>
            <p:cNvSpPr>
              <a:spLocks noGrp="1"/>
            </p:cNvSpPr>
            <p:nvPr/>
          </p:nvSpPr>
          <p:spPr>
            <a:xfrm>
              <a:off x="15997698" y="4150999"/>
              <a:ext cx="9919" cy="71506"/>
            </a:xfrm>
            <a:custGeom>
              <a:avLst/>
              <a:gdLst/>
              <a:ahLst/>
              <a:cxnLst/>
              <a:rect l="0" t="0" r="0" b="0"/>
              <a:pathLst>
                <a:path w="9919" h="71506">
                  <a:moveTo>
                    <a:pt x="0" y="71506"/>
                  </a:moveTo>
                  <a:lnTo>
                    <a:pt x="991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7" name="Output_receptor__4616">
              <a:extLst>
                <a:ext uri="{FF2B5EF4-FFF2-40B4-BE49-F238E27FC236}">
                  <a16:creationId xmlns:a16="http://schemas.microsoft.com/office/drawing/2014/main" id="{4DFD3448-92F8-3FD5-FF2E-CCFCAB9F63DE}"/>
                </a:ext>
              </a:extLst>
            </p:cNvPr>
            <p:cNvSpPr>
              <a:spLocks noGrp="1"/>
            </p:cNvSpPr>
            <p:nvPr/>
          </p:nvSpPr>
          <p:spPr>
            <a:xfrm>
              <a:off x="15937851" y="4132958"/>
              <a:ext cx="69766" cy="18040"/>
            </a:xfrm>
            <a:custGeom>
              <a:avLst/>
              <a:gdLst/>
              <a:ahLst/>
              <a:cxnLst/>
              <a:rect l="0" t="0" r="0" b="0"/>
              <a:pathLst>
                <a:path w="69766" h="18040">
                  <a:moveTo>
                    <a:pt x="69766" y="1804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18" name="Output_receptor__4617">
              <a:extLst>
                <a:ext uri="{FF2B5EF4-FFF2-40B4-BE49-F238E27FC236}">
                  <a16:creationId xmlns:a16="http://schemas.microsoft.com/office/drawing/2014/main" id="{2699502B-D18E-044F-975F-5FFAE6CAE648}"/>
                </a:ext>
              </a:extLst>
            </p:cNvPr>
            <p:cNvSpPr>
              <a:spLocks noGrp="1"/>
            </p:cNvSpPr>
            <p:nvPr/>
          </p:nvSpPr>
          <p:spPr>
            <a:xfrm>
              <a:off x="15576982" y="3666878"/>
              <a:ext cx="41684" cy="57752"/>
            </a:xfrm>
            <a:custGeom>
              <a:avLst/>
              <a:gdLst/>
              <a:ahLst/>
              <a:cxnLst/>
              <a:rect l="0" t="0" r="0" b="0"/>
              <a:pathLst>
                <a:path w="41684" h="57752">
                  <a:moveTo>
                    <a:pt x="41684" y="577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19" name="Output_receptor__4618">
              <a:extLst>
                <a:ext uri="{FF2B5EF4-FFF2-40B4-BE49-F238E27FC236}">
                  <a16:creationId xmlns:a16="http://schemas.microsoft.com/office/drawing/2014/main" id="{6D8BC414-F62D-5FCD-D2D0-17635A28BB45}"/>
                </a:ext>
              </a:extLst>
            </p:cNvPr>
            <p:cNvSpPr>
              <a:spLocks noGrp="1"/>
            </p:cNvSpPr>
            <p:nvPr/>
          </p:nvSpPr>
          <p:spPr>
            <a:xfrm>
              <a:off x="16021530" y="4318859"/>
              <a:ext cx="16505" cy="68274"/>
            </a:xfrm>
            <a:custGeom>
              <a:avLst/>
              <a:gdLst/>
              <a:ahLst/>
              <a:cxnLst/>
              <a:rect l="0" t="0" r="0" b="0"/>
              <a:pathLst>
                <a:path w="16505" h="68274">
                  <a:moveTo>
                    <a:pt x="16505" y="0"/>
                  </a:moveTo>
                  <a:lnTo>
                    <a:pt x="0" y="6827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0" name="Output_receptor__4619">
              <a:extLst>
                <a:ext uri="{FF2B5EF4-FFF2-40B4-BE49-F238E27FC236}">
                  <a16:creationId xmlns:a16="http://schemas.microsoft.com/office/drawing/2014/main" id="{49DFFF0D-7F5E-B6CF-ECE1-EEE4CED4567E}"/>
                </a:ext>
              </a:extLst>
            </p:cNvPr>
            <p:cNvSpPr>
              <a:spLocks noGrp="1"/>
            </p:cNvSpPr>
            <p:nvPr/>
          </p:nvSpPr>
          <p:spPr>
            <a:xfrm>
              <a:off x="16379361" y="4060308"/>
              <a:ext cx="31150" cy="14371"/>
            </a:xfrm>
            <a:custGeom>
              <a:avLst/>
              <a:gdLst/>
              <a:ahLst/>
              <a:cxnLst/>
              <a:rect l="0" t="0" r="0" b="0"/>
              <a:pathLst>
                <a:path w="31150" h="14371">
                  <a:moveTo>
                    <a:pt x="31150" y="0"/>
                  </a:moveTo>
                  <a:lnTo>
                    <a:pt x="0" y="1437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1" name="Output_receptor__4620">
              <a:extLst>
                <a:ext uri="{FF2B5EF4-FFF2-40B4-BE49-F238E27FC236}">
                  <a16:creationId xmlns:a16="http://schemas.microsoft.com/office/drawing/2014/main" id="{C26768F2-63E7-647D-C299-BA6674DF1DC8}"/>
                </a:ext>
              </a:extLst>
            </p:cNvPr>
            <p:cNvSpPr>
              <a:spLocks noGrp="1"/>
            </p:cNvSpPr>
            <p:nvPr/>
          </p:nvSpPr>
          <p:spPr>
            <a:xfrm>
              <a:off x="16370767" y="3974794"/>
              <a:ext cx="33838" cy="8154"/>
            </a:xfrm>
            <a:custGeom>
              <a:avLst/>
              <a:gdLst/>
              <a:ahLst/>
              <a:cxnLst/>
              <a:rect l="0" t="0" r="0" b="0"/>
              <a:pathLst>
                <a:path w="33838" h="8154">
                  <a:moveTo>
                    <a:pt x="0" y="0"/>
                  </a:moveTo>
                  <a:lnTo>
                    <a:pt x="33838" y="8154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2" name="Output_receptor__4621">
              <a:extLst>
                <a:ext uri="{FF2B5EF4-FFF2-40B4-BE49-F238E27FC236}">
                  <a16:creationId xmlns:a16="http://schemas.microsoft.com/office/drawing/2014/main" id="{988CE3BE-14D9-083D-5B26-777CE529808D}"/>
                </a:ext>
              </a:extLst>
            </p:cNvPr>
            <p:cNvSpPr>
              <a:spLocks noGrp="1"/>
            </p:cNvSpPr>
            <p:nvPr/>
          </p:nvSpPr>
          <p:spPr>
            <a:xfrm>
              <a:off x="15880738" y="3925754"/>
              <a:ext cx="4748" cy="24473"/>
            </a:xfrm>
            <a:custGeom>
              <a:avLst/>
              <a:gdLst/>
              <a:ahLst/>
              <a:cxnLst/>
              <a:rect l="0" t="0" r="0" b="0"/>
              <a:pathLst>
                <a:path w="4748" h="24473">
                  <a:moveTo>
                    <a:pt x="4748" y="0"/>
                  </a:moveTo>
                  <a:lnTo>
                    <a:pt x="0" y="24473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3" name="Output_receptor__4622">
              <a:extLst>
                <a:ext uri="{FF2B5EF4-FFF2-40B4-BE49-F238E27FC236}">
                  <a16:creationId xmlns:a16="http://schemas.microsoft.com/office/drawing/2014/main" id="{21F828F1-0620-E606-D935-9A001939B860}"/>
                </a:ext>
              </a:extLst>
            </p:cNvPr>
            <p:cNvSpPr>
              <a:spLocks noGrp="1"/>
            </p:cNvSpPr>
            <p:nvPr/>
          </p:nvSpPr>
          <p:spPr>
            <a:xfrm>
              <a:off x="16409938" y="4130488"/>
              <a:ext cx="60638" cy="33497"/>
            </a:xfrm>
            <a:custGeom>
              <a:avLst/>
              <a:gdLst/>
              <a:ahLst/>
              <a:cxnLst/>
              <a:rect l="0" t="0" r="0" b="0"/>
              <a:pathLst>
                <a:path w="60638" h="33497">
                  <a:moveTo>
                    <a:pt x="60638" y="0"/>
                  </a:moveTo>
                  <a:lnTo>
                    <a:pt x="0" y="3349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4" name="Output_receptor__4623">
              <a:extLst>
                <a:ext uri="{FF2B5EF4-FFF2-40B4-BE49-F238E27FC236}">
                  <a16:creationId xmlns:a16="http://schemas.microsoft.com/office/drawing/2014/main" id="{35069168-F90B-B92B-5C19-0EEF54FCB644}"/>
                </a:ext>
              </a:extLst>
            </p:cNvPr>
            <p:cNvSpPr>
              <a:spLocks noGrp="1"/>
            </p:cNvSpPr>
            <p:nvPr/>
          </p:nvSpPr>
          <p:spPr>
            <a:xfrm>
              <a:off x="15782698" y="4697522"/>
              <a:ext cx="42004" cy="22111"/>
            </a:xfrm>
            <a:custGeom>
              <a:avLst/>
              <a:gdLst/>
              <a:ahLst/>
              <a:cxnLst/>
              <a:rect l="0" t="0" r="0" b="0"/>
              <a:pathLst>
                <a:path w="42004" h="22111">
                  <a:moveTo>
                    <a:pt x="42004" y="0"/>
                  </a:moveTo>
                  <a:lnTo>
                    <a:pt x="0" y="2211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5" name="Output_receptor__4624">
              <a:extLst>
                <a:ext uri="{FF2B5EF4-FFF2-40B4-BE49-F238E27FC236}">
                  <a16:creationId xmlns:a16="http://schemas.microsoft.com/office/drawing/2014/main" id="{C8F83BD1-73E4-6551-9183-A0F6583E720A}"/>
                </a:ext>
              </a:extLst>
            </p:cNvPr>
            <p:cNvSpPr>
              <a:spLocks noGrp="1"/>
            </p:cNvSpPr>
            <p:nvPr/>
          </p:nvSpPr>
          <p:spPr>
            <a:xfrm>
              <a:off x="15395956" y="3963334"/>
              <a:ext cx="46539" cy="34557"/>
            </a:xfrm>
            <a:custGeom>
              <a:avLst/>
              <a:gdLst/>
              <a:ahLst/>
              <a:cxnLst/>
              <a:rect l="0" t="0" r="0" b="0"/>
              <a:pathLst>
                <a:path w="46539" h="34557">
                  <a:moveTo>
                    <a:pt x="0" y="34557"/>
                  </a:moveTo>
                  <a:lnTo>
                    <a:pt x="46539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26" name="Output_receptor__4625">
              <a:extLst>
                <a:ext uri="{FF2B5EF4-FFF2-40B4-BE49-F238E27FC236}">
                  <a16:creationId xmlns:a16="http://schemas.microsoft.com/office/drawing/2014/main" id="{0760D9B7-0C05-0A4B-0E0A-0F0050B7CD4A}"/>
                </a:ext>
              </a:extLst>
            </p:cNvPr>
            <p:cNvSpPr>
              <a:spLocks noGrp="1"/>
            </p:cNvSpPr>
            <p:nvPr/>
          </p:nvSpPr>
          <p:spPr>
            <a:xfrm>
              <a:off x="16522884" y="3821565"/>
              <a:ext cx="61748" cy="32909"/>
            </a:xfrm>
            <a:custGeom>
              <a:avLst/>
              <a:gdLst/>
              <a:ahLst/>
              <a:cxnLst/>
              <a:rect l="0" t="0" r="0" b="0"/>
              <a:pathLst>
                <a:path w="61748" h="32909">
                  <a:moveTo>
                    <a:pt x="0" y="32909"/>
                  </a:moveTo>
                  <a:lnTo>
                    <a:pt x="61748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7" name="Output_receptor__4626">
              <a:extLst>
                <a:ext uri="{FF2B5EF4-FFF2-40B4-BE49-F238E27FC236}">
                  <a16:creationId xmlns:a16="http://schemas.microsoft.com/office/drawing/2014/main" id="{149E24E2-18DF-0091-6A59-E2357ADF8733}"/>
                </a:ext>
              </a:extLst>
            </p:cNvPr>
            <p:cNvSpPr>
              <a:spLocks noGrp="1"/>
            </p:cNvSpPr>
            <p:nvPr/>
          </p:nvSpPr>
          <p:spPr>
            <a:xfrm>
              <a:off x="16581590" y="4009018"/>
              <a:ext cx="3489" cy="18559"/>
            </a:xfrm>
            <a:custGeom>
              <a:avLst/>
              <a:gdLst/>
              <a:ahLst/>
              <a:cxnLst/>
              <a:rect l="0" t="0" r="0" b="0"/>
              <a:pathLst>
                <a:path w="3489" h="18559">
                  <a:moveTo>
                    <a:pt x="3489" y="185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8" name="Output_receptor__4627">
              <a:extLst>
                <a:ext uri="{FF2B5EF4-FFF2-40B4-BE49-F238E27FC236}">
                  <a16:creationId xmlns:a16="http://schemas.microsoft.com/office/drawing/2014/main" id="{6384222A-D3DB-8858-246C-1408FCD48014}"/>
                </a:ext>
              </a:extLst>
            </p:cNvPr>
            <p:cNvSpPr>
              <a:spLocks noGrp="1"/>
            </p:cNvSpPr>
            <p:nvPr/>
          </p:nvSpPr>
          <p:spPr>
            <a:xfrm>
              <a:off x="15602402" y="3862814"/>
              <a:ext cx="46401" cy="52376"/>
            </a:xfrm>
            <a:custGeom>
              <a:avLst/>
              <a:gdLst/>
              <a:ahLst/>
              <a:cxnLst/>
              <a:rect l="0" t="0" r="0" b="0"/>
              <a:pathLst>
                <a:path w="46401" h="52376">
                  <a:moveTo>
                    <a:pt x="0" y="52376"/>
                  </a:moveTo>
                  <a:lnTo>
                    <a:pt x="4640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29" name="Output_receptor__4628">
              <a:extLst>
                <a:ext uri="{FF2B5EF4-FFF2-40B4-BE49-F238E27FC236}">
                  <a16:creationId xmlns:a16="http://schemas.microsoft.com/office/drawing/2014/main" id="{5947D74E-51BD-4ADF-8A90-69111016E1E1}"/>
                </a:ext>
              </a:extLst>
            </p:cNvPr>
            <p:cNvSpPr>
              <a:spLocks noGrp="1"/>
            </p:cNvSpPr>
            <p:nvPr/>
          </p:nvSpPr>
          <p:spPr>
            <a:xfrm>
              <a:off x="15736822" y="4256237"/>
              <a:ext cx="9470" cy="50561"/>
            </a:xfrm>
            <a:custGeom>
              <a:avLst/>
              <a:gdLst/>
              <a:ahLst/>
              <a:cxnLst/>
              <a:rect l="0" t="0" r="0" b="0"/>
              <a:pathLst>
                <a:path w="9470" h="50561">
                  <a:moveTo>
                    <a:pt x="0" y="0"/>
                  </a:moveTo>
                  <a:lnTo>
                    <a:pt x="9470" y="5056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0" name="Output_receptor__4629">
              <a:extLst>
                <a:ext uri="{FF2B5EF4-FFF2-40B4-BE49-F238E27FC236}">
                  <a16:creationId xmlns:a16="http://schemas.microsoft.com/office/drawing/2014/main" id="{E2264405-3F0C-101C-3825-DFB911F2F8E9}"/>
                </a:ext>
              </a:extLst>
            </p:cNvPr>
            <p:cNvSpPr>
              <a:spLocks noGrp="1"/>
            </p:cNvSpPr>
            <p:nvPr/>
          </p:nvSpPr>
          <p:spPr>
            <a:xfrm>
              <a:off x="15656794" y="4272773"/>
              <a:ext cx="11477" cy="4348"/>
            </a:xfrm>
            <a:custGeom>
              <a:avLst/>
              <a:gdLst/>
              <a:ahLst/>
              <a:cxnLst/>
              <a:rect l="0" t="0" r="0" b="0"/>
              <a:pathLst>
                <a:path w="11477" h="4348">
                  <a:moveTo>
                    <a:pt x="0" y="0"/>
                  </a:moveTo>
                  <a:lnTo>
                    <a:pt x="11477" y="4348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1" name="Output_receptor__4630">
              <a:extLst>
                <a:ext uri="{FF2B5EF4-FFF2-40B4-BE49-F238E27FC236}">
                  <a16:creationId xmlns:a16="http://schemas.microsoft.com/office/drawing/2014/main" id="{CE49EA9E-4A17-A082-4749-37B424F9788A}"/>
                </a:ext>
              </a:extLst>
            </p:cNvPr>
            <p:cNvSpPr>
              <a:spLocks noGrp="1"/>
            </p:cNvSpPr>
            <p:nvPr/>
          </p:nvSpPr>
          <p:spPr>
            <a:xfrm>
              <a:off x="16197985" y="4018807"/>
              <a:ext cx="22299" cy="65437"/>
            </a:xfrm>
            <a:custGeom>
              <a:avLst/>
              <a:gdLst/>
              <a:ahLst/>
              <a:cxnLst/>
              <a:rect l="0" t="0" r="0" b="0"/>
              <a:pathLst>
                <a:path w="22299" h="65437">
                  <a:moveTo>
                    <a:pt x="0" y="65437"/>
                  </a:moveTo>
                  <a:lnTo>
                    <a:pt x="22299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2" name="Output_receptor__4631">
              <a:extLst>
                <a:ext uri="{FF2B5EF4-FFF2-40B4-BE49-F238E27FC236}">
                  <a16:creationId xmlns:a16="http://schemas.microsoft.com/office/drawing/2014/main" id="{9C063769-9D00-A4EF-4304-D6894FBD01D2}"/>
                </a:ext>
              </a:extLst>
            </p:cNvPr>
            <p:cNvSpPr>
              <a:spLocks noGrp="1"/>
            </p:cNvSpPr>
            <p:nvPr/>
          </p:nvSpPr>
          <p:spPr>
            <a:xfrm>
              <a:off x="16511447" y="3760252"/>
              <a:ext cx="38473" cy="2476"/>
            </a:xfrm>
            <a:custGeom>
              <a:avLst/>
              <a:gdLst/>
              <a:ahLst/>
              <a:cxnLst/>
              <a:rect l="0" t="0" r="0" b="0"/>
              <a:pathLst>
                <a:path w="38473" h="2476">
                  <a:moveTo>
                    <a:pt x="38473" y="0"/>
                  </a:moveTo>
                  <a:lnTo>
                    <a:pt x="0" y="247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3" name="Output_receptor__4632">
              <a:extLst>
                <a:ext uri="{FF2B5EF4-FFF2-40B4-BE49-F238E27FC236}">
                  <a16:creationId xmlns:a16="http://schemas.microsoft.com/office/drawing/2014/main" id="{8F03C078-3B48-34E4-1176-475FAE8F19B2}"/>
                </a:ext>
              </a:extLst>
            </p:cNvPr>
            <p:cNvSpPr>
              <a:spLocks noGrp="1"/>
            </p:cNvSpPr>
            <p:nvPr/>
          </p:nvSpPr>
          <p:spPr>
            <a:xfrm>
              <a:off x="15717094" y="4306798"/>
              <a:ext cx="29197" cy="49335"/>
            </a:xfrm>
            <a:custGeom>
              <a:avLst/>
              <a:gdLst/>
              <a:ahLst/>
              <a:cxnLst/>
              <a:rect l="0" t="0" r="0" b="0"/>
              <a:pathLst>
                <a:path w="29197" h="49335">
                  <a:moveTo>
                    <a:pt x="29197" y="0"/>
                  </a:moveTo>
                  <a:lnTo>
                    <a:pt x="0" y="4933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4" name="Output_receptor__4633">
              <a:extLst>
                <a:ext uri="{FF2B5EF4-FFF2-40B4-BE49-F238E27FC236}">
                  <a16:creationId xmlns:a16="http://schemas.microsoft.com/office/drawing/2014/main" id="{7F1BCA4B-5FBF-69A7-8929-46C89E3E7532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4" y="4190310"/>
              <a:ext cx="54952" cy="26583"/>
            </a:xfrm>
            <a:custGeom>
              <a:avLst/>
              <a:gdLst/>
              <a:ahLst/>
              <a:cxnLst/>
              <a:rect l="0" t="0" r="0" b="0"/>
              <a:pathLst>
                <a:path w="54952" h="26583">
                  <a:moveTo>
                    <a:pt x="0" y="26583"/>
                  </a:moveTo>
                  <a:lnTo>
                    <a:pt x="54952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5" name="Output_receptor__4634">
              <a:extLst>
                <a:ext uri="{FF2B5EF4-FFF2-40B4-BE49-F238E27FC236}">
                  <a16:creationId xmlns:a16="http://schemas.microsoft.com/office/drawing/2014/main" id="{72B6F5B3-520C-3125-23D0-8AFC3F2F8C88}"/>
                </a:ext>
              </a:extLst>
            </p:cNvPr>
            <p:cNvSpPr>
              <a:spLocks noGrp="1"/>
            </p:cNvSpPr>
            <p:nvPr/>
          </p:nvSpPr>
          <p:spPr>
            <a:xfrm>
              <a:off x="16122737" y="3993312"/>
              <a:ext cx="31887" cy="29332"/>
            </a:xfrm>
            <a:custGeom>
              <a:avLst/>
              <a:gdLst/>
              <a:ahLst/>
              <a:cxnLst/>
              <a:rect l="0" t="0" r="0" b="0"/>
              <a:pathLst>
                <a:path w="31887" h="29332">
                  <a:moveTo>
                    <a:pt x="31887" y="0"/>
                  </a:moveTo>
                  <a:lnTo>
                    <a:pt x="0" y="2933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6" name="Output_receptor__4635">
              <a:extLst>
                <a:ext uri="{FF2B5EF4-FFF2-40B4-BE49-F238E27FC236}">
                  <a16:creationId xmlns:a16="http://schemas.microsoft.com/office/drawing/2014/main" id="{F8A3A0C2-E02E-4093-6F16-D65A13BCD87C}"/>
                </a:ext>
              </a:extLst>
            </p:cNvPr>
            <p:cNvSpPr>
              <a:spLocks noGrp="1"/>
            </p:cNvSpPr>
            <p:nvPr/>
          </p:nvSpPr>
          <p:spPr>
            <a:xfrm>
              <a:off x="16073968" y="3196599"/>
              <a:ext cx="21602" cy="26217"/>
            </a:xfrm>
            <a:custGeom>
              <a:avLst/>
              <a:gdLst/>
              <a:ahLst/>
              <a:cxnLst/>
              <a:rect l="0" t="0" r="0" b="0"/>
              <a:pathLst>
                <a:path w="21602" h="26217">
                  <a:moveTo>
                    <a:pt x="0" y="0"/>
                  </a:moveTo>
                  <a:lnTo>
                    <a:pt x="21602" y="26217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37" name="Output_receptor__4636">
              <a:extLst>
                <a:ext uri="{FF2B5EF4-FFF2-40B4-BE49-F238E27FC236}">
                  <a16:creationId xmlns:a16="http://schemas.microsoft.com/office/drawing/2014/main" id="{57A29DFB-B89F-B9BE-4CEB-EA0193253E82}"/>
                </a:ext>
              </a:extLst>
            </p:cNvPr>
            <p:cNvSpPr>
              <a:spLocks noGrp="1"/>
            </p:cNvSpPr>
            <p:nvPr/>
          </p:nvSpPr>
          <p:spPr>
            <a:xfrm>
              <a:off x="16370921" y="3880661"/>
              <a:ext cx="68902" cy="22075"/>
            </a:xfrm>
            <a:custGeom>
              <a:avLst/>
              <a:gdLst/>
              <a:ahLst/>
              <a:cxnLst/>
              <a:rect l="0" t="0" r="0" b="0"/>
              <a:pathLst>
                <a:path w="68902" h="22075">
                  <a:moveTo>
                    <a:pt x="0" y="0"/>
                  </a:moveTo>
                  <a:lnTo>
                    <a:pt x="68902" y="22075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8" name="Output_receptor__4637">
              <a:extLst>
                <a:ext uri="{FF2B5EF4-FFF2-40B4-BE49-F238E27FC236}">
                  <a16:creationId xmlns:a16="http://schemas.microsoft.com/office/drawing/2014/main" id="{02BC36A2-E0C6-9A19-CBD4-B998D7572FE1}"/>
                </a:ext>
              </a:extLst>
            </p:cNvPr>
            <p:cNvSpPr>
              <a:spLocks noGrp="1"/>
            </p:cNvSpPr>
            <p:nvPr/>
          </p:nvSpPr>
          <p:spPr>
            <a:xfrm>
              <a:off x="15774936" y="3770627"/>
              <a:ext cx="42315" cy="58657"/>
            </a:xfrm>
            <a:custGeom>
              <a:avLst/>
              <a:gdLst/>
              <a:ahLst/>
              <a:cxnLst/>
              <a:rect l="0" t="0" r="0" b="0"/>
              <a:pathLst>
                <a:path w="42315" h="58657">
                  <a:moveTo>
                    <a:pt x="42315" y="0"/>
                  </a:moveTo>
                  <a:lnTo>
                    <a:pt x="0" y="58657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39" name="Output_receptor__4638">
              <a:extLst>
                <a:ext uri="{FF2B5EF4-FFF2-40B4-BE49-F238E27FC236}">
                  <a16:creationId xmlns:a16="http://schemas.microsoft.com/office/drawing/2014/main" id="{D67565DA-FE1A-563C-A871-448C2A3E7CD3}"/>
                </a:ext>
              </a:extLst>
            </p:cNvPr>
            <p:cNvSpPr>
              <a:spLocks noGrp="1"/>
            </p:cNvSpPr>
            <p:nvPr/>
          </p:nvSpPr>
          <p:spPr>
            <a:xfrm>
              <a:off x="16190548" y="3194871"/>
              <a:ext cx="45514" cy="55899"/>
            </a:xfrm>
            <a:custGeom>
              <a:avLst/>
              <a:gdLst/>
              <a:ahLst/>
              <a:cxnLst/>
              <a:rect l="0" t="0" r="0" b="0"/>
              <a:pathLst>
                <a:path w="45514" h="55899">
                  <a:moveTo>
                    <a:pt x="0" y="0"/>
                  </a:moveTo>
                  <a:lnTo>
                    <a:pt x="45514" y="55899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0" name="Output_receptor__4639">
              <a:extLst>
                <a:ext uri="{FF2B5EF4-FFF2-40B4-BE49-F238E27FC236}">
                  <a16:creationId xmlns:a16="http://schemas.microsoft.com/office/drawing/2014/main" id="{4341C71E-CE11-9775-F7E4-D631D0C835CB}"/>
                </a:ext>
              </a:extLst>
            </p:cNvPr>
            <p:cNvSpPr>
              <a:spLocks noGrp="1"/>
            </p:cNvSpPr>
            <p:nvPr/>
          </p:nvSpPr>
          <p:spPr>
            <a:xfrm>
              <a:off x="16410512" y="4017912"/>
              <a:ext cx="48812" cy="42396"/>
            </a:xfrm>
            <a:custGeom>
              <a:avLst/>
              <a:gdLst/>
              <a:ahLst/>
              <a:cxnLst/>
              <a:rect l="0" t="0" r="0" b="0"/>
              <a:pathLst>
                <a:path w="48812" h="42396">
                  <a:moveTo>
                    <a:pt x="48812" y="0"/>
                  </a:moveTo>
                  <a:lnTo>
                    <a:pt x="0" y="42396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1" name="Output_receptor__4640">
              <a:extLst>
                <a:ext uri="{FF2B5EF4-FFF2-40B4-BE49-F238E27FC236}">
                  <a16:creationId xmlns:a16="http://schemas.microsoft.com/office/drawing/2014/main" id="{47952640-FD29-3E56-ABDF-21D1F6B8B217}"/>
                </a:ext>
              </a:extLst>
            </p:cNvPr>
            <p:cNvSpPr>
              <a:spLocks noGrp="1"/>
            </p:cNvSpPr>
            <p:nvPr/>
          </p:nvSpPr>
          <p:spPr>
            <a:xfrm>
              <a:off x="15918099" y="4132958"/>
              <a:ext cx="19752" cy="55290"/>
            </a:xfrm>
            <a:custGeom>
              <a:avLst/>
              <a:gdLst/>
              <a:ahLst/>
              <a:cxnLst/>
              <a:rect l="0" t="0" r="0" b="0"/>
              <a:pathLst>
                <a:path w="19752" h="55290">
                  <a:moveTo>
                    <a:pt x="19752" y="0"/>
                  </a:moveTo>
                  <a:lnTo>
                    <a:pt x="0" y="5529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2" name="Output_receptor__4641">
              <a:extLst>
                <a:ext uri="{FF2B5EF4-FFF2-40B4-BE49-F238E27FC236}">
                  <a16:creationId xmlns:a16="http://schemas.microsoft.com/office/drawing/2014/main" id="{DCE7C23F-0841-5759-07C8-EA1C194778A1}"/>
                </a:ext>
              </a:extLst>
            </p:cNvPr>
            <p:cNvSpPr>
              <a:spLocks noGrp="1"/>
            </p:cNvSpPr>
            <p:nvPr/>
          </p:nvSpPr>
          <p:spPr>
            <a:xfrm>
              <a:off x="15885226" y="4682516"/>
              <a:ext cx="53887" cy="40769"/>
            </a:xfrm>
            <a:custGeom>
              <a:avLst/>
              <a:gdLst/>
              <a:ahLst/>
              <a:cxnLst/>
              <a:rect l="0" t="0" r="0" b="0"/>
              <a:pathLst>
                <a:path w="53887" h="40769">
                  <a:moveTo>
                    <a:pt x="53887" y="0"/>
                  </a:moveTo>
                  <a:lnTo>
                    <a:pt x="0" y="4076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3" name="Output_receptor__4642">
              <a:extLst>
                <a:ext uri="{FF2B5EF4-FFF2-40B4-BE49-F238E27FC236}">
                  <a16:creationId xmlns:a16="http://schemas.microsoft.com/office/drawing/2014/main" id="{18F4277B-D4B9-AFAA-D9FA-0101A395DEF4}"/>
                </a:ext>
              </a:extLst>
            </p:cNvPr>
            <p:cNvSpPr>
              <a:spLocks noGrp="1"/>
            </p:cNvSpPr>
            <p:nvPr/>
          </p:nvSpPr>
          <p:spPr>
            <a:xfrm>
              <a:off x="15639386" y="4190310"/>
              <a:ext cx="45067" cy="16001"/>
            </a:xfrm>
            <a:custGeom>
              <a:avLst/>
              <a:gdLst/>
              <a:ahLst/>
              <a:cxnLst/>
              <a:rect l="0" t="0" r="0" b="0"/>
              <a:pathLst>
                <a:path w="45067" h="16001">
                  <a:moveTo>
                    <a:pt x="0" y="0"/>
                  </a:moveTo>
                  <a:lnTo>
                    <a:pt x="45067" y="16001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4" name="Output_receptor__4643">
              <a:extLst>
                <a:ext uri="{FF2B5EF4-FFF2-40B4-BE49-F238E27FC236}">
                  <a16:creationId xmlns:a16="http://schemas.microsoft.com/office/drawing/2014/main" id="{B50154CE-4D12-3258-C68C-474A80C4E320}"/>
                </a:ext>
              </a:extLst>
            </p:cNvPr>
            <p:cNvSpPr>
              <a:spLocks noGrp="1"/>
            </p:cNvSpPr>
            <p:nvPr/>
          </p:nvSpPr>
          <p:spPr>
            <a:xfrm>
              <a:off x="15615258" y="3724630"/>
              <a:ext cx="3408" cy="57204"/>
            </a:xfrm>
            <a:custGeom>
              <a:avLst/>
              <a:gdLst/>
              <a:ahLst/>
              <a:cxnLst/>
              <a:rect l="0" t="0" r="0" b="0"/>
              <a:pathLst>
                <a:path w="3408" h="57204">
                  <a:moveTo>
                    <a:pt x="0" y="57204"/>
                  </a:moveTo>
                  <a:lnTo>
                    <a:pt x="3408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5" name="Output_receptor__4644">
              <a:extLst>
                <a:ext uri="{FF2B5EF4-FFF2-40B4-BE49-F238E27FC236}">
                  <a16:creationId xmlns:a16="http://schemas.microsoft.com/office/drawing/2014/main" id="{C842A440-9719-9C3E-9420-6A6211C2CAFA}"/>
                </a:ext>
              </a:extLst>
            </p:cNvPr>
            <p:cNvSpPr>
              <a:spLocks noGrp="1"/>
            </p:cNvSpPr>
            <p:nvPr/>
          </p:nvSpPr>
          <p:spPr>
            <a:xfrm>
              <a:off x="16794007" y="4147276"/>
              <a:ext cx="46993" cy="52332"/>
            </a:xfrm>
            <a:custGeom>
              <a:avLst/>
              <a:gdLst/>
              <a:ahLst/>
              <a:cxnLst/>
              <a:rect l="0" t="0" r="0" b="0"/>
              <a:pathLst>
                <a:path w="46993" h="52332">
                  <a:moveTo>
                    <a:pt x="0" y="52332"/>
                  </a:moveTo>
                  <a:lnTo>
                    <a:pt x="46993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6" name="Output_receptor__4645">
              <a:extLst>
                <a:ext uri="{FF2B5EF4-FFF2-40B4-BE49-F238E27FC236}">
                  <a16:creationId xmlns:a16="http://schemas.microsoft.com/office/drawing/2014/main" id="{B0F744AD-E943-C8D9-DC93-4497096CBC22}"/>
                </a:ext>
              </a:extLst>
            </p:cNvPr>
            <p:cNvSpPr>
              <a:spLocks noGrp="1"/>
            </p:cNvSpPr>
            <p:nvPr/>
          </p:nvSpPr>
          <p:spPr>
            <a:xfrm>
              <a:off x="15560651" y="3781834"/>
              <a:ext cx="54607" cy="28155"/>
            </a:xfrm>
            <a:custGeom>
              <a:avLst/>
              <a:gdLst/>
              <a:ahLst/>
              <a:cxnLst/>
              <a:rect l="0" t="0" r="0" b="0"/>
              <a:pathLst>
                <a:path w="54607" h="28155">
                  <a:moveTo>
                    <a:pt x="0" y="28155"/>
                  </a:moveTo>
                  <a:lnTo>
                    <a:pt x="54607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7" name="Output_receptor__4646">
              <a:extLst>
                <a:ext uri="{FF2B5EF4-FFF2-40B4-BE49-F238E27FC236}">
                  <a16:creationId xmlns:a16="http://schemas.microsoft.com/office/drawing/2014/main" id="{033D9FC6-5760-298D-A177-EE2A3840FD2E}"/>
                </a:ext>
              </a:extLst>
            </p:cNvPr>
            <p:cNvSpPr>
              <a:spLocks noGrp="1"/>
            </p:cNvSpPr>
            <p:nvPr/>
          </p:nvSpPr>
          <p:spPr>
            <a:xfrm>
              <a:off x="16768031" y="4040381"/>
              <a:ext cx="60232" cy="37212"/>
            </a:xfrm>
            <a:custGeom>
              <a:avLst/>
              <a:gdLst/>
              <a:ahLst/>
              <a:cxnLst/>
              <a:rect l="0" t="0" r="0" b="0"/>
              <a:pathLst>
                <a:path w="60232" h="37212">
                  <a:moveTo>
                    <a:pt x="60232" y="0"/>
                  </a:moveTo>
                  <a:lnTo>
                    <a:pt x="0" y="37212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48" name="Output_receptor__4647">
              <a:extLst>
                <a:ext uri="{FF2B5EF4-FFF2-40B4-BE49-F238E27FC236}">
                  <a16:creationId xmlns:a16="http://schemas.microsoft.com/office/drawing/2014/main" id="{61112123-4081-9615-04B6-8A7E8F2F106D}"/>
                </a:ext>
              </a:extLst>
            </p:cNvPr>
            <p:cNvSpPr>
              <a:spLocks noGrp="1"/>
            </p:cNvSpPr>
            <p:nvPr/>
          </p:nvSpPr>
          <p:spPr>
            <a:xfrm>
              <a:off x="16121808" y="3295475"/>
              <a:ext cx="21202" cy="68531"/>
            </a:xfrm>
            <a:custGeom>
              <a:avLst/>
              <a:gdLst/>
              <a:ahLst/>
              <a:cxnLst/>
              <a:rect l="0" t="0" r="0" b="0"/>
              <a:pathLst>
                <a:path w="21202" h="68531">
                  <a:moveTo>
                    <a:pt x="21202" y="0"/>
                  </a:moveTo>
                  <a:lnTo>
                    <a:pt x="0" y="68531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49" name="Output_receptor__4648">
              <a:extLst>
                <a:ext uri="{FF2B5EF4-FFF2-40B4-BE49-F238E27FC236}">
                  <a16:creationId xmlns:a16="http://schemas.microsoft.com/office/drawing/2014/main" id="{125734D6-425C-8D29-F743-32AA134FC45A}"/>
                </a:ext>
              </a:extLst>
            </p:cNvPr>
            <p:cNvSpPr>
              <a:spLocks noGrp="1"/>
            </p:cNvSpPr>
            <p:nvPr/>
          </p:nvSpPr>
          <p:spPr>
            <a:xfrm>
              <a:off x="15940517" y="4322485"/>
              <a:ext cx="20427" cy="24429"/>
            </a:xfrm>
            <a:custGeom>
              <a:avLst/>
              <a:gdLst/>
              <a:ahLst/>
              <a:cxnLst/>
              <a:rect l="0" t="0" r="0" b="0"/>
              <a:pathLst>
                <a:path w="20427" h="24429">
                  <a:moveTo>
                    <a:pt x="20427" y="0"/>
                  </a:moveTo>
                  <a:lnTo>
                    <a:pt x="0" y="24429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0" name="Output_receptor__4649">
              <a:extLst>
                <a:ext uri="{FF2B5EF4-FFF2-40B4-BE49-F238E27FC236}">
                  <a16:creationId xmlns:a16="http://schemas.microsoft.com/office/drawing/2014/main" id="{1B3E24D4-99DE-4170-0BDF-D523E3D131D7}"/>
                </a:ext>
              </a:extLst>
            </p:cNvPr>
            <p:cNvSpPr>
              <a:spLocks noGrp="1"/>
            </p:cNvSpPr>
            <p:nvPr/>
          </p:nvSpPr>
          <p:spPr>
            <a:xfrm>
              <a:off x="16465655" y="3445905"/>
              <a:ext cx="12467" cy="53241"/>
            </a:xfrm>
            <a:custGeom>
              <a:avLst/>
              <a:gdLst/>
              <a:ahLst/>
              <a:cxnLst/>
              <a:rect l="0" t="0" r="0" b="0"/>
              <a:pathLst>
                <a:path w="12467" h="53241">
                  <a:moveTo>
                    <a:pt x="12467" y="532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51" name="Output_receptor__4650">
              <a:extLst>
                <a:ext uri="{FF2B5EF4-FFF2-40B4-BE49-F238E27FC236}">
                  <a16:creationId xmlns:a16="http://schemas.microsoft.com/office/drawing/2014/main" id="{79C6560F-3368-EC5E-9E67-4042C5A20B96}"/>
                </a:ext>
              </a:extLst>
            </p:cNvPr>
            <p:cNvSpPr>
              <a:spLocks noGrp="1"/>
            </p:cNvSpPr>
            <p:nvPr/>
          </p:nvSpPr>
          <p:spPr>
            <a:xfrm>
              <a:off x="16211259" y="3406823"/>
              <a:ext cx="44389" cy="34706"/>
            </a:xfrm>
            <a:custGeom>
              <a:avLst/>
              <a:gdLst/>
              <a:ahLst/>
              <a:cxnLst/>
              <a:rect l="0" t="0" r="0" b="0"/>
              <a:pathLst>
                <a:path w="44389" h="34706">
                  <a:moveTo>
                    <a:pt x="0" y="0"/>
                  </a:moveTo>
                  <a:lnTo>
                    <a:pt x="44389" y="34706"/>
                  </a:lnTo>
                </a:path>
              </a:pathLst>
            </a:custGeom>
            <a:noFill/>
            <a:ln w="8096">
              <a:solidFill>
                <a:srgbClr val="E6EAEC"/>
              </a:solidFill>
            </a:ln>
          </p:spPr>
        </p:sp>
        <p:sp>
          <p:nvSpPr>
            <p:cNvPr id="4652" name="Output_receptor__4651">
              <a:extLst>
                <a:ext uri="{FF2B5EF4-FFF2-40B4-BE49-F238E27FC236}">
                  <a16:creationId xmlns:a16="http://schemas.microsoft.com/office/drawing/2014/main" id="{7B0C9ABE-3887-4DCA-3C41-5273119E172D}"/>
                </a:ext>
              </a:extLst>
            </p:cNvPr>
            <p:cNvSpPr>
              <a:spLocks noGrp="1"/>
            </p:cNvSpPr>
            <p:nvPr/>
          </p:nvSpPr>
          <p:spPr>
            <a:xfrm>
              <a:off x="15749586" y="4624647"/>
              <a:ext cx="71645" cy="1094"/>
            </a:xfrm>
            <a:custGeom>
              <a:avLst/>
              <a:gdLst/>
              <a:ahLst/>
              <a:cxnLst/>
              <a:rect l="0" t="0" r="0" b="0"/>
              <a:pathLst>
                <a:path w="71645" h="1094">
                  <a:moveTo>
                    <a:pt x="71645" y="10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3" name="Output_receptor__4652">
              <a:extLst>
                <a:ext uri="{FF2B5EF4-FFF2-40B4-BE49-F238E27FC236}">
                  <a16:creationId xmlns:a16="http://schemas.microsoft.com/office/drawing/2014/main" id="{AF6D87A7-37EB-547A-ED9B-C58CD88EFF23}"/>
                </a:ext>
              </a:extLst>
            </p:cNvPr>
            <p:cNvSpPr>
              <a:spLocks noGrp="1"/>
            </p:cNvSpPr>
            <p:nvPr/>
          </p:nvSpPr>
          <p:spPr>
            <a:xfrm>
              <a:off x="15880932" y="4254239"/>
              <a:ext cx="66261" cy="17316"/>
            </a:xfrm>
            <a:custGeom>
              <a:avLst/>
              <a:gdLst/>
              <a:ahLst/>
              <a:cxnLst/>
              <a:rect l="0" t="0" r="0" b="0"/>
              <a:pathLst>
                <a:path w="66261" h="17316">
                  <a:moveTo>
                    <a:pt x="0" y="17316"/>
                  </a:moveTo>
                  <a:lnTo>
                    <a:pt x="66261" y="0"/>
                  </a:lnTo>
                </a:path>
              </a:pathLst>
            </a:custGeom>
            <a:noFill/>
            <a:ln w="20003">
              <a:solidFill>
                <a:srgbClr val="E6EAEC"/>
              </a:solidFill>
            </a:ln>
          </p:spPr>
        </p:sp>
        <p:sp>
          <p:nvSpPr>
            <p:cNvPr id="4654" name="Output_receptor__4653">
              <a:extLst>
                <a:ext uri="{FF2B5EF4-FFF2-40B4-BE49-F238E27FC236}">
                  <a16:creationId xmlns:a16="http://schemas.microsoft.com/office/drawing/2014/main" id="{CFAED874-EC5D-831E-0353-A89059251C4F}"/>
                </a:ext>
              </a:extLst>
            </p:cNvPr>
            <p:cNvSpPr>
              <a:spLocks noGrp="1"/>
            </p:cNvSpPr>
            <p:nvPr/>
          </p:nvSpPr>
          <p:spPr>
            <a:xfrm>
              <a:off x="16211296" y="4338895"/>
              <a:ext cx="15910" cy="1355"/>
            </a:xfrm>
            <a:custGeom>
              <a:avLst/>
              <a:gdLst/>
              <a:ahLst/>
              <a:cxnLst/>
              <a:rect l="0" t="0" r="0" b="0"/>
              <a:pathLst>
                <a:path w="15910" h="1355">
                  <a:moveTo>
                    <a:pt x="15910" y="13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5" name="Output_receptor__4654">
              <a:extLst>
                <a:ext uri="{FF2B5EF4-FFF2-40B4-BE49-F238E27FC236}">
                  <a16:creationId xmlns:a16="http://schemas.microsoft.com/office/drawing/2014/main" id="{43346D45-A033-1D0F-46C1-56BF8FE7380A}"/>
                </a:ext>
              </a:extLst>
            </p:cNvPr>
            <p:cNvSpPr>
              <a:spLocks noGrp="1"/>
            </p:cNvSpPr>
            <p:nvPr/>
          </p:nvSpPr>
          <p:spPr>
            <a:xfrm>
              <a:off x="15816785" y="3846752"/>
              <a:ext cx="60887" cy="35198"/>
            </a:xfrm>
            <a:custGeom>
              <a:avLst/>
              <a:gdLst/>
              <a:ahLst/>
              <a:cxnLst/>
              <a:rect l="0" t="0" r="0" b="0"/>
              <a:pathLst>
                <a:path w="60887" h="35198">
                  <a:moveTo>
                    <a:pt x="60887" y="0"/>
                  </a:moveTo>
                  <a:lnTo>
                    <a:pt x="0" y="35198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6" name="Output_receptor__4655">
              <a:extLst>
                <a:ext uri="{FF2B5EF4-FFF2-40B4-BE49-F238E27FC236}">
                  <a16:creationId xmlns:a16="http://schemas.microsoft.com/office/drawing/2014/main" id="{27327AF1-6A85-EDF3-4311-FC9DE77D6749}"/>
                </a:ext>
              </a:extLst>
            </p:cNvPr>
            <p:cNvSpPr>
              <a:spLocks noGrp="1"/>
            </p:cNvSpPr>
            <p:nvPr/>
          </p:nvSpPr>
          <p:spPr>
            <a:xfrm>
              <a:off x="15548066" y="4116920"/>
              <a:ext cx="63576" cy="10452"/>
            </a:xfrm>
            <a:custGeom>
              <a:avLst/>
              <a:gdLst/>
              <a:ahLst/>
              <a:cxnLst/>
              <a:rect l="0" t="0" r="0" b="0"/>
              <a:pathLst>
                <a:path w="63576" h="10452">
                  <a:moveTo>
                    <a:pt x="0" y="10452"/>
                  </a:moveTo>
                  <a:lnTo>
                    <a:pt x="63576" y="0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7" name="Output_receptor__4656">
              <a:extLst>
                <a:ext uri="{FF2B5EF4-FFF2-40B4-BE49-F238E27FC236}">
                  <a16:creationId xmlns:a16="http://schemas.microsoft.com/office/drawing/2014/main" id="{3E70F9B8-1844-35FD-35F6-A981BC8C3650}"/>
                </a:ext>
              </a:extLst>
            </p:cNvPr>
            <p:cNvSpPr>
              <a:spLocks noGrp="1"/>
            </p:cNvSpPr>
            <p:nvPr/>
          </p:nvSpPr>
          <p:spPr>
            <a:xfrm>
              <a:off x="16585248" y="3926201"/>
              <a:ext cx="45059" cy="46045"/>
            </a:xfrm>
            <a:custGeom>
              <a:avLst/>
              <a:gdLst/>
              <a:ahLst/>
              <a:cxnLst/>
              <a:rect l="0" t="0" r="0" b="0"/>
              <a:pathLst>
                <a:path w="45059" h="46045">
                  <a:moveTo>
                    <a:pt x="0" y="0"/>
                  </a:moveTo>
                  <a:lnTo>
                    <a:pt x="45059" y="46045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8" name="Output_receptor__4657">
              <a:extLst>
                <a:ext uri="{FF2B5EF4-FFF2-40B4-BE49-F238E27FC236}">
                  <a16:creationId xmlns:a16="http://schemas.microsoft.com/office/drawing/2014/main" id="{6C7C4035-BEAA-77B0-C589-9E22654C8730}"/>
                </a:ext>
              </a:extLst>
            </p:cNvPr>
            <p:cNvSpPr>
              <a:spLocks noGrp="1"/>
            </p:cNvSpPr>
            <p:nvPr/>
          </p:nvSpPr>
          <p:spPr>
            <a:xfrm>
              <a:off x="15786386" y="3725959"/>
              <a:ext cx="30865" cy="44667"/>
            </a:xfrm>
            <a:custGeom>
              <a:avLst/>
              <a:gdLst/>
              <a:ahLst/>
              <a:cxnLst/>
              <a:rect l="0" t="0" r="0" b="0"/>
              <a:pathLst>
                <a:path w="30865" h="44667">
                  <a:moveTo>
                    <a:pt x="0" y="0"/>
                  </a:moveTo>
                  <a:lnTo>
                    <a:pt x="30865" y="44667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59" name="Output_receptor__4658">
              <a:extLst>
                <a:ext uri="{FF2B5EF4-FFF2-40B4-BE49-F238E27FC236}">
                  <a16:creationId xmlns:a16="http://schemas.microsoft.com/office/drawing/2014/main" id="{1A5947A1-8236-4B5D-E16F-4F29DAC3B961}"/>
                </a:ext>
              </a:extLst>
            </p:cNvPr>
            <p:cNvSpPr>
              <a:spLocks noGrp="1"/>
            </p:cNvSpPr>
            <p:nvPr/>
          </p:nvSpPr>
          <p:spPr>
            <a:xfrm>
              <a:off x="16430556" y="3902736"/>
              <a:ext cx="9268" cy="48452"/>
            </a:xfrm>
            <a:custGeom>
              <a:avLst/>
              <a:gdLst/>
              <a:ahLst/>
              <a:cxnLst/>
              <a:rect l="0" t="0" r="0" b="0"/>
              <a:pathLst>
                <a:path w="9268" h="48452">
                  <a:moveTo>
                    <a:pt x="9268" y="0"/>
                  </a:moveTo>
                  <a:lnTo>
                    <a:pt x="0" y="48452"/>
                  </a:lnTo>
                </a:path>
              </a:pathLst>
            </a:custGeom>
            <a:noFill/>
            <a:ln w="20003">
              <a:solidFill>
                <a:srgbClr val="E6EAED"/>
              </a:solidFill>
            </a:ln>
          </p:spPr>
        </p:sp>
        <p:sp>
          <p:nvSpPr>
            <p:cNvPr id="4660" name="Output_receptor__4659">
              <a:extLst>
                <a:ext uri="{FF2B5EF4-FFF2-40B4-BE49-F238E27FC236}">
                  <a16:creationId xmlns:a16="http://schemas.microsoft.com/office/drawing/2014/main" id="{913158BF-5C50-3E7C-B283-3706BE4C74E7}"/>
                </a:ext>
              </a:extLst>
            </p:cNvPr>
            <p:cNvSpPr>
              <a:spLocks noGrp="1"/>
            </p:cNvSpPr>
            <p:nvPr/>
          </p:nvSpPr>
          <p:spPr>
            <a:xfrm>
              <a:off x="16841000" y="4091279"/>
              <a:ext cx="24163" cy="55997"/>
            </a:xfrm>
            <a:custGeom>
              <a:avLst/>
              <a:gdLst/>
              <a:ahLst/>
              <a:cxnLst/>
              <a:rect l="0" t="0" r="0" b="0"/>
              <a:pathLst>
                <a:path w="24163" h="55997">
                  <a:moveTo>
                    <a:pt x="0" y="55997"/>
                  </a:moveTo>
                  <a:lnTo>
                    <a:pt x="2416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1" name="Output_receptor__4660">
              <a:extLst>
                <a:ext uri="{FF2B5EF4-FFF2-40B4-BE49-F238E27FC236}">
                  <a16:creationId xmlns:a16="http://schemas.microsoft.com/office/drawing/2014/main" id="{63CCB147-3C2F-DB61-1193-596FE2A828F2}"/>
                </a:ext>
              </a:extLst>
            </p:cNvPr>
            <p:cNvSpPr>
              <a:spLocks noGrp="1"/>
            </p:cNvSpPr>
            <p:nvPr/>
          </p:nvSpPr>
          <p:spPr>
            <a:xfrm>
              <a:off x="16205115" y="3250770"/>
              <a:ext cx="30946" cy="33896"/>
            </a:xfrm>
            <a:custGeom>
              <a:avLst/>
              <a:gdLst/>
              <a:ahLst/>
              <a:cxnLst/>
              <a:rect l="0" t="0" r="0" b="0"/>
              <a:pathLst>
                <a:path w="30946" h="33896">
                  <a:moveTo>
                    <a:pt x="30946" y="0"/>
                  </a:moveTo>
                  <a:lnTo>
                    <a:pt x="0" y="33896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62" name="Output_receptor__4661">
              <a:extLst>
                <a:ext uri="{FF2B5EF4-FFF2-40B4-BE49-F238E27FC236}">
                  <a16:creationId xmlns:a16="http://schemas.microsoft.com/office/drawing/2014/main" id="{6C029224-2743-BF2A-C5A8-6904E14643E8}"/>
                </a:ext>
              </a:extLst>
            </p:cNvPr>
            <p:cNvSpPr>
              <a:spLocks noGrp="1"/>
            </p:cNvSpPr>
            <p:nvPr/>
          </p:nvSpPr>
          <p:spPr>
            <a:xfrm>
              <a:off x="15747989" y="4007447"/>
              <a:ext cx="40932" cy="52215"/>
            </a:xfrm>
            <a:custGeom>
              <a:avLst/>
              <a:gdLst/>
              <a:ahLst/>
              <a:cxnLst/>
              <a:rect l="0" t="0" r="0" b="0"/>
              <a:pathLst>
                <a:path w="40932" h="52215">
                  <a:moveTo>
                    <a:pt x="0" y="0"/>
                  </a:moveTo>
                  <a:lnTo>
                    <a:pt x="40932" y="5221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3" name="Output_receptor__4662">
              <a:extLst>
                <a:ext uri="{FF2B5EF4-FFF2-40B4-BE49-F238E27FC236}">
                  <a16:creationId xmlns:a16="http://schemas.microsoft.com/office/drawing/2014/main" id="{83A8B4FF-DF4C-B5FB-37B0-7B17B040D372}"/>
                </a:ext>
              </a:extLst>
            </p:cNvPr>
            <p:cNvSpPr>
              <a:spLocks noGrp="1"/>
            </p:cNvSpPr>
            <p:nvPr/>
          </p:nvSpPr>
          <p:spPr>
            <a:xfrm>
              <a:off x="16828263" y="4040381"/>
              <a:ext cx="36900" cy="50899"/>
            </a:xfrm>
            <a:custGeom>
              <a:avLst/>
              <a:gdLst/>
              <a:ahLst/>
              <a:cxnLst/>
              <a:rect l="0" t="0" r="0" b="0"/>
              <a:pathLst>
                <a:path w="36900" h="50899">
                  <a:moveTo>
                    <a:pt x="36900" y="508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4" name="Output_receptor__4663">
              <a:extLst>
                <a:ext uri="{FF2B5EF4-FFF2-40B4-BE49-F238E27FC236}">
                  <a16:creationId xmlns:a16="http://schemas.microsoft.com/office/drawing/2014/main" id="{B686EA8F-711C-85B9-C723-428CEC6F30D1}"/>
                </a:ext>
              </a:extLst>
            </p:cNvPr>
            <p:cNvSpPr>
              <a:spLocks noGrp="1"/>
            </p:cNvSpPr>
            <p:nvPr/>
          </p:nvSpPr>
          <p:spPr>
            <a:xfrm>
              <a:off x="15739678" y="4059662"/>
              <a:ext cx="49242" cy="46230"/>
            </a:xfrm>
            <a:custGeom>
              <a:avLst/>
              <a:gdLst/>
              <a:ahLst/>
              <a:cxnLst/>
              <a:rect l="0" t="0" r="0" b="0"/>
              <a:pathLst>
                <a:path w="49242" h="46230">
                  <a:moveTo>
                    <a:pt x="49242" y="0"/>
                  </a:moveTo>
                  <a:lnTo>
                    <a:pt x="0" y="4623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5" name="Output_receptor__4664">
              <a:extLst>
                <a:ext uri="{FF2B5EF4-FFF2-40B4-BE49-F238E27FC236}">
                  <a16:creationId xmlns:a16="http://schemas.microsoft.com/office/drawing/2014/main" id="{78BA1A5B-7B33-74EF-DE3E-5BE771D49E0C}"/>
                </a:ext>
              </a:extLst>
            </p:cNvPr>
            <p:cNvSpPr>
              <a:spLocks noGrp="1"/>
            </p:cNvSpPr>
            <p:nvPr/>
          </p:nvSpPr>
          <p:spPr>
            <a:xfrm>
              <a:off x="15690241" y="4007447"/>
              <a:ext cx="57748" cy="30443"/>
            </a:xfrm>
            <a:custGeom>
              <a:avLst/>
              <a:gdLst/>
              <a:ahLst/>
              <a:cxnLst/>
              <a:rect l="0" t="0" r="0" b="0"/>
              <a:pathLst>
                <a:path w="57748" h="30443">
                  <a:moveTo>
                    <a:pt x="0" y="30443"/>
                  </a:moveTo>
                  <a:lnTo>
                    <a:pt x="5774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6" name="Output_receptor__4665">
              <a:extLst>
                <a:ext uri="{FF2B5EF4-FFF2-40B4-BE49-F238E27FC236}">
                  <a16:creationId xmlns:a16="http://schemas.microsoft.com/office/drawing/2014/main" id="{28819D91-1D0D-D74C-3A29-0F3BFBBF855C}"/>
                </a:ext>
              </a:extLst>
            </p:cNvPr>
            <p:cNvSpPr>
              <a:spLocks noGrp="1"/>
            </p:cNvSpPr>
            <p:nvPr/>
          </p:nvSpPr>
          <p:spPr>
            <a:xfrm>
              <a:off x="16533749" y="3926201"/>
              <a:ext cx="51498" cy="22349"/>
            </a:xfrm>
            <a:custGeom>
              <a:avLst/>
              <a:gdLst/>
              <a:ahLst/>
              <a:cxnLst/>
              <a:rect l="0" t="0" r="0" b="0"/>
              <a:pathLst>
                <a:path w="51498" h="22349">
                  <a:moveTo>
                    <a:pt x="0" y="22349"/>
                  </a:moveTo>
                  <a:lnTo>
                    <a:pt x="5149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7" name="Output_receptor__4666">
              <a:extLst>
                <a:ext uri="{FF2B5EF4-FFF2-40B4-BE49-F238E27FC236}">
                  <a16:creationId xmlns:a16="http://schemas.microsoft.com/office/drawing/2014/main" id="{2813A928-934E-CAEB-62FA-FCE7D5EE453A}"/>
                </a:ext>
              </a:extLst>
            </p:cNvPr>
            <p:cNvSpPr>
              <a:spLocks noGrp="1"/>
            </p:cNvSpPr>
            <p:nvPr/>
          </p:nvSpPr>
          <p:spPr>
            <a:xfrm>
              <a:off x="15877672" y="3846752"/>
              <a:ext cx="42996" cy="48313"/>
            </a:xfrm>
            <a:custGeom>
              <a:avLst/>
              <a:gdLst/>
              <a:ahLst/>
              <a:cxnLst/>
              <a:rect l="0" t="0" r="0" b="0"/>
              <a:pathLst>
                <a:path w="42996" h="48313">
                  <a:moveTo>
                    <a:pt x="42996" y="483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8" name="Output_receptor__4667">
              <a:extLst>
                <a:ext uri="{FF2B5EF4-FFF2-40B4-BE49-F238E27FC236}">
                  <a16:creationId xmlns:a16="http://schemas.microsoft.com/office/drawing/2014/main" id="{DB737E26-45BA-BADD-7146-876E6E7CBBE0}"/>
                </a:ext>
              </a:extLst>
            </p:cNvPr>
            <p:cNvSpPr>
              <a:spLocks noGrp="1"/>
            </p:cNvSpPr>
            <p:nvPr/>
          </p:nvSpPr>
          <p:spPr>
            <a:xfrm>
              <a:off x="15656794" y="4206310"/>
              <a:ext cx="27659" cy="66463"/>
            </a:xfrm>
            <a:custGeom>
              <a:avLst/>
              <a:gdLst/>
              <a:ahLst/>
              <a:cxnLst/>
              <a:rect l="0" t="0" r="0" b="0"/>
              <a:pathLst>
                <a:path w="27659" h="66463">
                  <a:moveTo>
                    <a:pt x="27659" y="0"/>
                  </a:moveTo>
                  <a:lnTo>
                    <a:pt x="0" y="6646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69" name="Output_receptor__4668">
              <a:extLst>
                <a:ext uri="{FF2B5EF4-FFF2-40B4-BE49-F238E27FC236}">
                  <a16:creationId xmlns:a16="http://schemas.microsoft.com/office/drawing/2014/main" id="{44A3B483-7E78-88D8-9ABF-E9C8C4EE966C}"/>
                </a:ext>
              </a:extLst>
            </p:cNvPr>
            <p:cNvSpPr>
              <a:spLocks noGrp="1"/>
            </p:cNvSpPr>
            <p:nvPr/>
          </p:nvSpPr>
          <p:spPr>
            <a:xfrm>
              <a:off x="16404479" y="4143592"/>
              <a:ext cx="5459" cy="20392"/>
            </a:xfrm>
            <a:custGeom>
              <a:avLst/>
              <a:gdLst/>
              <a:ahLst/>
              <a:cxnLst/>
              <a:rect l="0" t="0" r="0" b="0"/>
              <a:pathLst>
                <a:path w="5459" h="20392">
                  <a:moveTo>
                    <a:pt x="5459" y="203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0" name="Output_receptor__4669">
              <a:extLst>
                <a:ext uri="{FF2B5EF4-FFF2-40B4-BE49-F238E27FC236}">
                  <a16:creationId xmlns:a16="http://schemas.microsoft.com/office/drawing/2014/main" id="{751AC124-F1A3-9DB2-2A42-4CA7AFB9A8BD}"/>
                </a:ext>
              </a:extLst>
            </p:cNvPr>
            <p:cNvSpPr>
              <a:spLocks noGrp="1"/>
            </p:cNvSpPr>
            <p:nvPr/>
          </p:nvSpPr>
          <p:spPr>
            <a:xfrm>
              <a:off x="15880738" y="3895065"/>
              <a:ext cx="39931" cy="55162"/>
            </a:xfrm>
            <a:custGeom>
              <a:avLst/>
              <a:gdLst/>
              <a:ahLst/>
              <a:cxnLst/>
              <a:rect l="0" t="0" r="0" b="0"/>
              <a:pathLst>
                <a:path w="39931" h="55162">
                  <a:moveTo>
                    <a:pt x="0" y="55162"/>
                  </a:moveTo>
                  <a:lnTo>
                    <a:pt x="3993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1" name="Output_receptor__4670">
              <a:extLst>
                <a:ext uri="{FF2B5EF4-FFF2-40B4-BE49-F238E27FC236}">
                  <a16:creationId xmlns:a16="http://schemas.microsoft.com/office/drawing/2014/main" id="{A4A32CB1-4FF9-B51D-4438-25C6D8A453D0}"/>
                </a:ext>
              </a:extLst>
            </p:cNvPr>
            <p:cNvSpPr>
              <a:spLocks noGrp="1"/>
            </p:cNvSpPr>
            <p:nvPr/>
          </p:nvSpPr>
          <p:spPr>
            <a:xfrm>
              <a:off x="16585079" y="3972246"/>
              <a:ext cx="45227" cy="55331"/>
            </a:xfrm>
            <a:custGeom>
              <a:avLst/>
              <a:gdLst/>
              <a:ahLst/>
              <a:cxnLst/>
              <a:rect l="0" t="0" r="0" b="0"/>
              <a:pathLst>
                <a:path w="45227" h="55331">
                  <a:moveTo>
                    <a:pt x="45227" y="0"/>
                  </a:moveTo>
                  <a:lnTo>
                    <a:pt x="0" y="5533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2" name="Output_receptor__4671">
              <a:extLst>
                <a:ext uri="{FF2B5EF4-FFF2-40B4-BE49-F238E27FC236}">
                  <a16:creationId xmlns:a16="http://schemas.microsoft.com/office/drawing/2014/main" id="{389CAEDB-B8B8-AD75-3AB5-2B66E594266C}"/>
                </a:ext>
              </a:extLst>
            </p:cNvPr>
            <p:cNvSpPr>
              <a:spLocks noGrp="1"/>
            </p:cNvSpPr>
            <p:nvPr/>
          </p:nvSpPr>
          <p:spPr>
            <a:xfrm>
              <a:off x="16156400" y="4233684"/>
              <a:ext cx="69084" cy="20570"/>
            </a:xfrm>
            <a:custGeom>
              <a:avLst/>
              <a:gdLst/>
              <a:ahLst/>
              <a:cxnLst/>
              <a:rect l="0" t="0" r="0" b="0"/>
              <a:pathLst>
                <a:path w="69084" h="20570">
                  <a:moveTo>
                    <a:pt x="69084" y="0"/>
                  </a:moveTo>
                  <a:lnTo>
                    <a:pt x="0" y="205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3" name="Output_receptor__4672">
              <a:extLst>
                <a:ext uri="{FF2B5EF4-FFF2-40B4-BE49-F238E27FC236}">
                  <a16:creationId xmlns:a16="http://schemas.microsoft.com/office/drawing/2014/main" id="{91F23687-F4B8-52A8-A8EB-8A71A5C730BB}"/>
                </a:ext>
              </a:extLst>
            </p:cNvPr>
            <p:cNvSpPr>
              <a:spLocks noGrp="1"/>
            </p:cNvSpPr>
            <p:nvPr/>
          </p:nvSpPr>
          <p:spPr>
            <a:xfrm>
              <a:off x="16546504" y="3379451"/>
              <a:ext cx="16316" cy="24840"/>
            </a:xfrm>
            <a:custGeom>
              <a:avLst/>
              <a:gdLst/>
              <a:ahLst/>
              <a:cxnLst/>
              <a:rect l="0" t="0" r="0" b="0"/>
              <a:pathLst>
                <a:path w="16316" h="24840">
                  <a:moveTo>
                    <a:pt x="16316" y="0"/>
                  </a:moveTo>
                  <a:lnTo>
                    <a:pt x="0" y="2484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4" name="Output_receptor__4673">
              <a:extLst>
                <a:ext uri="{FF2B5EF4-FFF2-40B4-BE49-F238E27FC236}">
                  <a16:creationId xmlns:a16="http://schemas.microsoft.com/office/drawing/2014/main" id="{5418B2E6-108E-9EFA-95CC-241B847FCD79}"/>
                </a:ext>
              </a:extLst>
            </p:cNvPr>
            <p:cNvSpPr>
              <a:spLocks noGrp="1"/>
            </p:cNvSpPr>
            <p:nvPr/>
          </p:nvSpPr>
          <p:spPr>
            <a:xfrm>
              <a:off x="16370767" y="3951189"/>
              <a:ext cx="59789" cy="23605"/>
            </a:xfrm>
            <a:custGeom>
              <a:avLst/>
              <a:gdLst/>
              <a:ahLst/>
              <a:cxnLst/>
              <a:rect l="0" t="0" r="0" b="0"/>
              <a:pathLst>
                <a:path w="59789" h="23605">
                  <a:moveTo>
                    <a:pt x="59789" y="0"/>
                  </a:moveTo>
                  <a:lnTo>
                    <a:pt x="0" y="2360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5" name="Output_receptor__4674">
              <a:extLst>
                <a:ext uri="{FF2B5EF4-FFF2-40B4-BE49-F238E27FC236}">
                  <a16:creationId xmlns:a16="http://schemas.microsoft.com/office/drawing/2014/main" id="{BB9B1027-A97D-8CDC-671E-49B7C4F2D762}"/>
                </a:ext>
              </a:extLst>
            </p:cNvPr>
            <p:cNvSpPr>
              <a:spLocks noGrp="1"/>
            </p:cNvSpPr>
            <p:nvPr/>
          </p:nvSpPr>
          <p:spPr>
            <a:xfrm>
              <a:off x="16370921" y="3872249"/>
              <a:ext cx="2054" cy="8413"/>
            </a:xfrm>
            <a:custGeom>
              <a:avLst/>
              <a:gdLst/>
              <a:ahLst/>
              <a:cxnLst/>
              <a:rect l="0" t="0" r="0" b="0"/>
              <a:pathLst>
                <a:path w="2054" h="8413">
                  <a:moveTo>
                    <a:pt x="2054" y="0"/>
                  </a:moveTo>
                  <a:lnTo>
                    <a:pt x="0" y="841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6" name="Output_receptor__4675">
              <a:extLst>
                <a:ext uri="{FF2B5EF4-FFF2-40B4-BE49-F238E27FC236}">
                  <a16:creationId xmlns:a16="http://schemas.microsoft.com/office/drawing/2014/main" id="{0854BD00-A9F3-20B6-A0BD-7FF1F173BE49}"/>
                </a:ext>
              </a:extLst>
            </p:cNvPr>
            <p:cNvSpPr>
              <a:spLocks noGrp="1"/>
            </p:cNvSpPr>
            <p:nvPr/>
          </p:nvSpPr>
          <p:spPr>
            <a:xfrm>
              <a:off x="16731728" y="4171614"/>
              <a:ext cx="62280" cy="27994"/>
            </a:xfrm>
            <a:custGeom>
              <a:avLst/>
              <a:gdLst/>
              <a:ahLst/>
              <a:cxnLst/>
              <a:rect l="0" t="0" r="0" b="0"/>
              <a:pathLst>
                <a:path w="62280" h="27994">
                  <a:moveTo>
                    <a:pt x="0" y="0"/>
                  </a:moveTo>
                  <a:lnTo>
                    <a:pt x="62280" y="27994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7" name="Output_receptor__4676">
              <a:extLst>
                <a:ext uri="{FF2B5EF4-FFF2-40B4-BE49-F238E27FC236}">
                  <a16:creationId xmlns:a16="http://schemas.microsoft.com/office/drawing/2014/main" id="{9E5D4092-7888-282A-0177-BC4B69446FC0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8" y="3780978"/>
              <a:ext cx="59107" cy="11525"/>
            </a:xfrm>
            <a:custGeom>
              <a:avLst/>
              <a:gdLst/>
              <a:ahLst/>
              <a:cxnLst/>
              <a:rect l="0" t="0" r="0" b="0"/>
              <a:pathLst>
                <a:path w="59107" h="11525">
                  <a:moveTo>
                    <a:pt x="0" y="0"/>
                  </a:moveTo>
                  <a:lnTo>
                    <a:pt x="59107" y="1152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78" name="Output_receptor__4677">
              <a:extLst>
                <a:ext uri="{FF2B5EF4-FFF2-40B4-BE49-F238E27FC236}">
                  <a16:creationId xmlns:a16="http://schemas.microsoft.com/office/drawing/2014/main" id="{C86A125E-02FA-BC87-03C5-08EDB6123E0A}"/>
                </a:ext>
              </a:extLst>
            </p:cNvPr>
            <p:cNvSpPr>
              <a:spLocks noGrp="1"/>
            </p:cNvSpPr>
            <p:nvPr/>
          </p:nvSpPr>
          <p:spPr>
            <a:xfrm>
              <a:off x="16143010" y="3284666"/>
              <a:ext cx="62105" cy="10809"/>
            </a:xfrm>
            <a:custGeom>
              <a:avLst/>
              <a:gdLst/>
              <a:ahLst/>
              <a:cxnLst/>
              <a:rect l="0" t="0" r="0" b="0"/>
              <a:pathLst>
                <a:path w="62105" h="10809">
                  <a:moveTo>
                    <a:pt x="62105" y="0"/>
                  </a:moveTo>
                  <a:lnTo>
                    <a:pt x="0" y="1080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79" name="Output_receptor__4678">
              <a:extLst>
                <a:ext uri="{FF2B5EF4-FFF2-40B4-BE49-F238E27FC236}">
                  <a16:creationId xmlns:a16="http://schemas.microsoft.com/office/drawing/2014/main" id="{F16BEDB5-4514-0F87-93CC-9C2CE3E8F6E5}"/>
                </a:ext>
              </a:extLst>
            </p:cNvPr>
            <p:cNvSpPr>
              <a:spLocks noGrp="1"/>
            </p:cNvSpPr>
            <p:nvPr/>
          </p:nvSpPr>
          <p:spPr>
            <a:xfrm>
              <a:off x="15451878" y="4042864"/>
              <a:ext cx="68161" cy="23065"/>
            </a:xfrm>
            <a:custGeom>
              <a:avLst/>
              <a:gdLst/>
              <a:ahLst/>
              <a:cxnLst/>
              <a:rect l="0" t="0" r="0" b="0"/>
              <a:pathLst>
                <a:path w="68161" h="23065">
                  <a:moveTo>
                    <a:pt x="0" y="23065"/>
                  </a:moveTo>
                  <a:lnTo>
                    <a:pt x="6816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0" name="Output_receptor__4679">
              <a:extLst>
                <a:ext uri="{FF2B5EF4-FFF2-40B4-BE49-F238E27FC236}">
                  <a16:creationId xmlns:a16="http://schemas.microsoft.com/office/drawing/2014/main" id="{999B733B-70F8-3543-AD28-0DA0C26134A8}"/>
                </a:ext>
              </a:extLst>
            </p:cNvPr>
            <p:cNvSpPr>
              <a:spLocks noGrp="1"/>
            </p:cNvSpPr>
            <p:nvPr/>
          </p:nvSpPr>
          <p:spPr>
            <a:xfrm>
              <a:off x="16112013" y="4525626"/>
              <a:ext cx="26084" cy="16449"/>
            </a:xfrm>
            <a:custGeom>
              <a:avLst/>
              <a:gdLst/>
              <a:ahLst/>
              <a:cxnLst/>
              <a:rect l="0" t="0" r="0" b="0"/>
              <a:pathLst>
                <a:path w="26084" h="16449">
                  <a:moveTo>
                    <a:pt x="26084" y="0"/>
                  </a:moveTo>
                  <a:lnTo>
                    <a:pt x="0" y="1644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1" name="Output_receptor__4680">
              <a:extLst>
                <a:ext uri="{FF2B5EF4-FFF2-40B4-BE49-F238E27FC236}">
                  <a16:creationId xmlns:a16="http://schemas.microsoft.com/office/drawing/2014/main" id="{D5D1862C-A63C-02DC-1C65-E141DCC36F1C}"/>
                </a:ext>
              </a:extLst>
            </p:cNvPr>
            <p:cNvSpPr>
              <a:spLocks noGrp="1"/>
            </p:cNvSpPr>
            <p:nvPr/>
          </p:nvSpPr>
          <p:spPr>
            <a:xfrm>
              <a:off x="15515032" y="4127372"/>
              <a:ext cx="33034" cy="9055"/>
            </a:xfrm>
            <a:custGeom>
              <a:avLst/>
              <a:gdLst/>
              <a:ahLst/>
              <a:cxnLst/>
              <a:rect l="0" t="0" r="0" b="0"/>
              <a:pathLst>
                <a:path w="33034" h="9055">
                  <a:moveTo>
                    <a:pt x="0" y="9055"/>
                  </a:moveTo>
                  <a:lnTo>
                    <a:pt x="3303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2" name="Output_receptor__4681">
              <a:extLst>
                <a:ext uri="{FF2B5EF4-FFF2-40B4-BE49-F238E27FC236}">
                  <a16:creationId xmlns:a16="http://schemas.microsoft.com/office/drawing/2014/main" id="{92C929BB-C1AF-DFFA-1E32-7FFA8F56F1CC}"/>
                </a:ext>
              </a:extLst>
            </p:cNvPr>
            <p:cNvSpPr>
              <a:spLocks noGrp="1"/>
            </p:cNvSpPr>
            <p:nvPr/>
          </p:nvSpPr>
          <p:spPr>
            <a:xfrm>
              <a:off x="16029833" y="4456212"/>
              <a:ext cx="42134" cy="57113"/>
            </a:xfrm>
            <a:custGeom>
              <a:avLst/>
              <a:gdLst/>
              <a:ahLst/>
              <a:cxnLst/>
              <a:rect l="0" t="0" r="0" b="0"/>
              <a:pathLst>
                <a:path w="42134" h="57113">
                  <a:moveTo>
                    <a:pt x="42134" y="0"/>
                  </a:moveTo>
                  <a:lnTo>
                    <a:pt x="0" y="5711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3" name="Output_receptor__4682">
              <a:extLst>
                <a:ext uri="{FF2B5EF4-FFF2-40B4-BE49-F238E27FC236}">
                  <a16:creationId xmlns:a16="http://schemas.microsoft.com/office/drawing/2014/main" id="{E0E48F43-FDD6-83C6-7D67-B3DC71BCAB9D}"/>
                </a:ext>
              </a:extLst>
            </p:cNvPr>
            <p:cNvSpPr>
              <a:spLocks noGrp="1"/>
            </p:cNvSpPr>
            <p:nvPr/>
          </p:nvSpPr>
          <p:spPr>
            <a:xfrm>
              <a:off x="15426118" y="3963334"/>
              <a:ext cx="16377" cy="40839"/>
            </a:xfrm>
            <a:custGeom>
              <a:avLst/>
              <a:gdLst/>
              <a:ahLst/>
              <a:cxnLst/>
              <a:rect l="0" t="0" r="0" b="0"/>
              <a:pathLst>
                <a:path w="16377" h="40839">
                  <a:moveTo>
                    <a:pt x="16377" y="0"/>
                  </a:moveTo>
                  <a:lnTo>
                    <a:pt x="0" y="4083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84" name="Output_receptor__4683">
              <a:extLst>
                <a:ext uri="{FF2B5EF4-FFF2-40B4-BE49-F238E27FC236}">
                  <a16:creationId xmlns:a16="http://schemas.microsoft.com/office/drawing/2014/main" id="{38548DC5-D71E-6991-D67C-580D39195BFA}"/>
                </a:ext>
              </a:extLst>
            </p:cNvPr>
            <p:cNvSpPr>
              <a:spLocks noGrp="1"/>
            </p:cNvSpPr>
            <p:nvPr/>
          </p:nvSpPr>
          <p:spPr>
            <a:xfrm>
              <a:off x="15782698" y="4686045"/>
              <a:ext cx="39930" cy="33589"/>
            </a:xfrm>
            <a:custGeom>
              <a:avLst/>
              <a:gdLst/>
              <a:ahLst/>
              <a:cxnLst/>
              <a:rect l="0" t="0" r="0" b="0"/>
              <a:pathLst>
                <a:path w="39930" h="33589">
                  <a:moveTo>
                    <a:pt x="0" y="33589"/>
                  </a:moveTo>
                  <a:lnTo>
                    <a:pt x="3993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5" name="Output_receptor__4684">
              <a:extLst>
                <a:ext uri="{FF2B5EF4-FFF2-40B4-BE49-F238E27FC236}">
                  <a16:creationId xmlns:a16="http://schemas.microsoft.com/office/drawing/2014/main" id="{8D67F587-91D6-9344-6166-B959041759B0}"/>
                </a:ext>
              </a:extLst>
            </p:cNvPr>
            <p:cNvSpPr>
              <a:spLocks noGrp="1"/>
            </p:cNvSpPr>
            <p:nvPr/>
          </p:nvSpPr>
          <p:spPr>
            <a:xfrm>
              <a:off x="16405345" y="3792503"/>
              <a:ext cx="29161" cy="42553"/>
            </a:xfrm>
            <a:custGeom>
              <a:avLst/>
              <a:gdLst/>
              <a:ahLst/>
              <a:cxnLst/>
              <a:rect l="0" t="0" r="0" b="0"/>
              <a:pathLst>
                <a:path w="29161" h="42553">
                  <a:moveTo>
                    <a:pt x="0" y="0"/>
                  </a:moveTo>
                  <a:lnTo>
                    <a:pt x="29161" y="4255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6" name="Output_receptor__4685">
              <a:extLst>
                <a:ext uri="{FF2B5EF4-FFF2-40B4-BE49-F238E27FC236}">
                  <a16:creationId xmlns:a16="http://schemas.microsoft.com/office/drawing/2014/main" id="{AD3CD913-38B1-8075-9F88-7E51C75D86CB}"/>
                </a:ext>
              </a:extLst>
            </p:cNvPr>
            <p:cNvSpPr>
              <a:spLocks noGrp="1"/>
            </p:cNvSpPr>
            <p:nvPr/>
          </p:nvSpPr>
          <p:spPr>
            <a:xfrm>
              <a:off x="15869998" y="4271555"/>
              <a:ext cx="10934" cy="36560"/>
            </a:xfrm>
            <a:custGeom>
              <a:avLst/>
              <a:gdLst/>
              <a:ahLst/>
              <a:cxnLst/>
              <a:rect l="0" t="0" r="0" b="0"/>
              <a:pathLst>
                <a:path w="10934" h="36560">
                  <a:moveTo>
                    <a:pt x="0" y="36560"/>
                  </a:moveTo>
                  <a:lnTo>
                    <a:pt x="1093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7" name="Output_receptor__4686">
              <a:extLst>
                <a:ext uri="{FF2B5EF4-FFF2-40B4-BE49-F238E27FC236}">
                  <a16:creationId xmlns:a16="http://schemas.microsoft.com/office/drawing/2014/main" id="{B0221117-651E-DA15-54FD-9C2F20BBA835}"/>
                </a:ext>
              </a:extLst>
            </p:cNvPr>
            <p:cNvSpPr>
              <a:spLocks noGrp="1"/>
            </p:cNvSpPr>
            <p:nvPr/>
          </p:nvSpPr>
          <p:spPr>
            <a:xfrm>
              <a:off x="16556717" y="3677198"/>
              <a:ext cx="54014" cy="48039"/>
            </a:xfrm>
            <a:custGeom>
              <a:avLst/>
              <a:gdLst/>
              <a:ahLst/>
              <a:cxnLst/>
              <a:rect l="0" t="0" r="0" b="0"/>
              <a:pathLst>
                <a:path w="54014" h="48039">
                  <a:moveTo>
                    <a:pt x="54014" y="48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88" name="Output_receptor__4687">
              <a:extLst>
                <a:ext uri="{FF2B5EF4-FFF2-40B4-BE49-F238E27FC236}">
                  <a16:creationId xmlns:a16="http://schemas.microsoft.com/office/drawing/2014/main" id="{ACD06F04-0BE1-D88B-67D8-69FA61BBB674}"/>
                </a:ext>
              </a:extLst>
            </p:cNvPr>
            <p:cNvSpPr>
              <a:spLocks noGrp="1"/>
            </p:cNvSpPr>
            <p:nvPr/>
          </p:nvSpPr>
          <p:spPr>
            <a:xfrm>
              <a:off x="15939112" y="4682516"/>
              <a:ext cx="18920" cy="45706"/>
            </a:xfrm>
            <a:custGeom>
              <a:avLst/>
              <a:gdLst/>
              <a:ahLst/>
              <a:cxnLst/>
              <a:rect l="0" t="0" r="0" b="0"/>
              <a:pathLst>
                <a:path w="18920" h="45706">
                  <a:moveTo>
                    <a:pt x="18920" y="457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89" name="Output_receptor__4688">
              <a:extLst>
                <a:ext uri="{FF2B5EF4-FFF2-40B4-BE49-F238E27FC236}">
                  <a16:creationId xmlns:a16="http://schemas.microsoft.com/office/drawing/2014/main" id="{E8EB7CFE-1B6A-42D0-6923-EDBFCC22A767}"/>
                </a:ext>
              </a:extLst>
            </p:cNvPr>
            <p:cNvSpPr>
              <a:spLocks noGrp="1"/>
            </p:cNvSpPr>
            <p:nvPr/>
          </p:nvSpPr>
          <p:spPr>
            <a:xfrm>
              <a:off x="15947192" y="4254239"/>
              <a:ext cx="13751" cy="68246"/>
            </a:xfrm>
            <a:custGeom>
              <a:avLst/>
              <a:gdLst/>
              <a:ahLst/>
              <a:cxnLst/>
              <a:rect l="0" t="0" r="0" b="0"/>
              <a:pathLst>
                <a:path w="13751" h="68246">
                  <a:moveTo>
                    <a:pt x="0" y="0"/>
                  </a:moveTo>
                  <a:lnTo>
                    <a:pt x="13751" y="6824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0" name="Output_receptor__4689">
              <a:extLst>
                <a:ext uri="{FF2B5EF4-FFF2-40B4-BE49-F238E27FC236}">
                  <a16:creationId xmlns:a16="http://schemas.microsoft.com/office/drawing/2014/main" id="{384C3527-8262-2605-061A-DA8E07EC627E}"/>
                </a:ext>
              </a:extLst>
            </p:cNvPr>
            <p:cNvSpPr>
              <a:spLocks noGrp="1"/>
            </p:cNvSpPr>
            <p:nvPr/>
          </p:nvSpPr>
          <p:spPr>
            <a:xfrm>
              <a:off x="16100304" y="3925991"/>
              <a:ext cx="71359" cy="7481"/>
            </a:xfrm>
            <a:custGeom>
              <a:avLst/>
              <a:gdLst/>
              <a:ahLst/>
              <a:cxnLst/>
              <a:rect l="0" t="0" r="0" b="0"/>
              <a:pathLst>
                <a:path w="71359" h="7481">
                  <a:moveTo>
                    <a:pt x="71359" y="74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1" name="Output_receptor__4690">
              <a:extLst>
                <a:ext uri="{FF2B5EF4-FFF2-40B4-BE49-F238E27FC236}">
                  <a16:creationId xmlns:a16="http://schemas.microsoft.com/office/drawing/2014/main" id="{9627631B-DBE1-7B95-E967-CF4E657AF7F1}"/>
                </a:ext>
              </a:extLst>
            </p:cNvPr>
            <p:cNvSpPr>
              <a:spLocks noGrp="1"/>
            </p:cNvSpPr>
            <p:nvPr/>
          </p:nvSpPr>
          <p:spPr>
            <a:xfrm>
              <a:off x="15821231" y="4625741"/>
              <a:ext cx="1397" cy="60304"/>
            </a:xfrm>
            <a:custGeom>
              <a:avLst/>
              <a:gdLst/>
              <a:ahLst/>
              <a:cxnLst/>
              <a:rect l="0" t="0" r="0" b="0"/>
              <a:pathLst>
                <a:path w="1397" h="60304">
                  <a:moveTo>
                    <a:pt x="1397" y="603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2" name="Output_receptor__4691">
              <a:extLst>
                <a:ext uri="{FF2B5EF4-FFF2-40B4-BE49-F238E27FC236}">
                  <a16:creationId xmlns:a16="http://schemas.microsoft.com/office/drawing/2014/main" id="{ECBEACD3-1534-7509-010A-B36BAA5E63CE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4" y="4178589"/>
              <a:ext cx="16733" cy="38303"/>
            </a:xfrm>
            <a:custGeom>
              <a:avLst/>
              <a:gdLst/>
              <a:ahLst/>
              <a:cxnLst/>
              <a:rect l="0" t="0" r="0" b="0"/>
              <a:pathLst>
                <a:path w="16733" h="38303">
                  <a:moveTo>
                    <a:pt x="16733" y="0"/>
                  </a:moveTo>
                  <a:lnTo>
                    <a:pt x="0" y="3830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3" name="Output_receptor__4692">
              <a:extLst>
                <a:ext uri="{FF2B5EF4-FFF2-40B4-BE49-F238E27FC236}">
                  <a16:creationId xmlns:a16="http://schemas.microsoft.com/office/drawing/2014/main" id="{E47E2E50-9265-6352-D862-9ABE35240F38}"/>
                </a:ext>
              </a:extLst>
            </p:cNvPr>
            <p:cNvSpPr>
              <a:spLocks noGrp="1"/>
            </p:cNvSpPr>
            <p:nvPr/>
          </p:nvSpPr>
          <p:spPr>
            <a:xfrm>
              <a:off x="16511447" y="3762728"/>
              <a:ext cx="57529" cy="15308"/>
            </a:xfrm>
            <a:custGeom>
              <a:avLst/>
              <a:gdLst/>
              <a:ahLst/>
              <a:cxnLst/>
              <a:rect l="0" t="0" r="0" b="0"/>
              <a:pathLst>
                <a:path w="57529" h="15308">
                  <a:moveTo>
                    <a:pt x="0" y="0"/>
                  </a:moveTo>
                  <a:lnTo>
                    <a:pt x="57529" y="1530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4" name="Output_receptor__4693">
              <a:extLst>
                <a:ext uri="{FF2B5EF4-FFF2-40B4-BE49-F238E27FC236}">
                  <a16:creationId xmlns:a16="http://schemas.microsoft.com/office/drawing/2014/main" id="{B21E8B00-E639-AE66-B7E0-C6C1CE616B28}"/>
                </a:ext>
              </a:extLst>
            </p:cNvPr>
            <p:cNvSpPr>
              <a:spLocks noGrp="1"/>
            </p:cNvSpPr>
            <p:nvPr/>
          </p:nvSpPr>
          <p:spPr>
            <a:xfrm>
              <a:off x="16673951" y="4171614"/>
              <a:ext cx="57777" cy="43355"/>
            </a:xfrm>
            <a:custGeom>
              <a:avLst/>
              <a:gdLst/>
              <a:ahLst/>
              <a:cxnLst/>
              <a:rect l="0" t="0" r="0" b="0"/>
              <a:pathLst>
                <a:path w="57777" h="43355">
                  <a:moveTo>
                    <a:pt x="0" y="43355"/>
                  </a:moveTo>
                  <a:lnTo>
                    <a:pt x="57777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95" name="Output_receptor__4694">
              <a:extLst>
                <a:ext uri="{FF2B5EF4-FFF2-40B4-BE49-F238E27FC236}">
                  <a16:creationId xmlns:a16="http://schemas.microsoft.com/office/drawing/2014/main" id="{C388F4A2-36EF-06C7-DB53-549E5F258E9F}"/>
                </a:ext>
              </a:extLst>
            </p:cNvPr>
            <p:cNvSpPr>
              <a:spLocks noGrp="1"/>
            </p:cNvSpPr>
            <p:nvPr/>
          </p:nvSpPr>
          <p:spPr>
            <a:xfrm>
              <a:off x="15918099" y="4171157"/>
              <a:ext cx="44702" cy="17091"/>
            </a:xfrm>
            <a:custGeom>
              <a:avLst/>
              <a:gdLst/>
              <a:ahLst/>
              <a:cxnLst/>
              <a:rect l="0" t="0" r="0" b="0"/>
              <a:pathLst>
                <a:path w="44702" h="17091">
                  <a:moveTo>
                    <a:pt x="0" y="17091"/>
                  </a:moveTo>
                  <a:lnTo>
                    <a:pt x="44702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6" name="Output_receptor__4695">
              <a:extLst>
                <a:ext uri="{FF2B5EF4-FFF2-40B4-BE49-F238E27FC236}">
                  <a16:creationId xmlns:a16="http://schemas.microsoft.com/office/drawing/2014/main" id="{BD2A2E59-AF11-2C89-8A72-A0915BC1175E}"/>
                </a:ext>
              </a:extLst>
            </p:cNvPr>
            <p:cNvSpPr>
              <a:spLocks noGrp="1"/>
            </p:cNvSpPr>
            <p:nvPr/>
          </p:nvSpPr>
          <p:spPr>
            <a:xfrm>
              <a:off x="16121808" y="3364006"/>
              <a:ext cx="27676" cy="13448"/>
            </a:xfrm>
            <a:custGeom>
              <a:avLst/>
              <a:gdLst/>
              <a:ahLst/>
              <a:cxnLst/>
              <a:rect l="0" t="0" r="0" b="0"/>
              <a:pathLst>
                <a:path w="27676" h="13448">
                  <a:moveTo>
                    <a:pt x="0" y="0"/>
                  </a:moveTo>
                  <a:lnTo>
                    <a:pt x="27676" y="13448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697" name="Output_receptor__4696">
              <a:extLst>
                <a:ext uri="{FF2B5EF4-FFF2-40B4-BE49-F238E27FC236}">
                  <a16:creationId xmlns:a16="http://schemas.microsoft.com/office/drawing/2014/main" id="{6764F359-5093-360C-BBF3-72E76912944B}"/>
                </a:ext>
              </a:extLst>
            </p:cNvPr>
            <p:cNvSpPr>
              <a:spLocks noGrp="1"/>
            </p:cNvSpPr>
            <p:nvPr/>
          </p:nvSpPr>
          <p:spPr>
            <a:xfrm>
              <a:off x="16122737" y="3997035"/>
              <a:ext cx="46478" cy="25610"/>
            </a:xfrm>
            <a:custGeom>
              <a:avLst/>
              <a:gdLst/>
              <a:ahLst/>
              <a:cxnLst/>
              <a:rect l="0" t="0" r="0" b="0"/>
              <a:pathLst>
                <a:path w="46478" h="25610">
                  <a:moveTo>
                    <a:pt x="0" y="25610"/>
                  </a:moveTo>
                  <a:lnTo>
                    <a:pt x="4647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8" name="Output_receptor__4697">
              <a:extLst>
                <a:ext uri="{FF2B5EF4-FFF2-40B4-BE49-F238E27FC236}">
                  <a16:creationId xmlns:a16="http://schemas.microsoft.com/office/drawing/2014/main" id="{17D415B8-5E31-B05A-30AA-A0CF22E58F9C}"/>
                </a:ext>
              </a:extLst>
            </p:cNvPr>
            <p:cNvSpPr>
              <a:spLocks noGrp="1"/>
            </p:cNvSpPr>
            <p:nvPr/>
          </p:nvSpPr>
          <p:spPr>
            <a:xfrm>
              <a:off x="15738628" y="4624647"/>
              <a:ext cx="10958" cy="18438"/>
            </a:xfrm>
            <a:custGeom>
              <a:avLst/>
              <a:gdLst/>
              <a:ahLst/>
              <a:cxnLst/>
              <a:rect l="0" t="0" r="0" b="0"/>
              <a:pathLst>
                <a:path w="10958" h="18438">
                  <a:moveTo>
                    <a:pt x="10958" y="0"/>
                  </a:moveTo>
                  <a:lnTo>
                    <a:pt x="0" y="1843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699" name="Output_receptor__4698">
              <a:extLst>
                <a:ext uri="{FF2B5EF4-FFF2-40B4-BE49-F238E27FC236}">
                  <a16:creationId xmlns:a16="http://schemas.microsoft.com/office/drawing/2014/main" id="{30BA2A60-38D7-8BC1-DA86-A6EB1670CBC6}"/>
                </a:ext>
              </a:extLst>
            </p:cNvPr>
            <p:cNvSpPr>
              <a:spLocks noGrp="1"/>
            </p:cNvSpPr>
            <p:nvPr/>
          </p:nvSpPr>
          <p:spPr>
            <a:xfrm>
              <a:off x="15426118" y="4004173"/>
              <a:ext cx="25760" cy="61756"/>
            </a:xfrm>
            <a:custGeom>
              <a:avLst/>
              <a:gdLst/>
              <a:ahLst/>
              <a:cxnLst/>
              <a:rect l="0" t="0" r="0" b="0"/>
              <a:pathLst>
                <a:path w="25760" h="61756">
                  <a:moveTo>
                    <a:pt x="0" y="0"/>
                  </a:moveTo>
                  <a:lnTo>
                    <a:pt x="25760" y="6175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0" name="Output_receptor__4699">
              <a:extLst>
                <a:ext uri="{FF2B5EF4-FFF2-40B4-BE49-F238E27FC236}">
                  <a16:creationId xmlns:a16="http://schemas.microsoft.com/office/drawing/2014/main" id="{39920CE0-C631-78C5-2A9A-F75FFC61B339}"/>
                </a:ext>
              </a:extLst>
            </p:cNvPr>
            <p:cNvSpPr>
              <a:spLocks noGrp="1"/>
            </p:cNvSpPr>
            <p:nvPr/>
          </p:nvSpPr>
          <p:spPr>
            <a:xfrm>
              <a:off x="16568976" y="3725237"/>
              <a:ext cx="41756" cy="52799"/>
            </a:xfrm>
            <a:custGeom>
              <a:avLst/>
              <a:gdLst/>
              <a:ahLst/>
              <a:cxnLst/>
              <a:rect l="0" t="0" r="0" b="0"/>
              <a:pathLst>
                <a:path w="41756" h="52799">
                  <a:moveTo>
                    <a:pt x="0" y="52799"/>
                  </a:moveTo>
                  <a:lnTo>
                    <a:pt x="41756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1" name="Output_receptor__4700">
              <a:extLst>
                <a:ext uri="{FF2B5EF4-FFF2-40B4-BE49-F238E27FC236}">
                  <a16:creationId xmlns:a16="http://schemas.microsoft.com/office/drawing/2014/main" id="{90664F52-64BA-D7AE-B08D-2063213C8F58}"/>
                </a:ext>
              </a:extLst>
            </p:cNvPr>
            <p:cNvSpPr>
              <a:spLocks noGrp="1"/>
            </p:cNvSpPr>
            <p:nvPr/>
          </p:nvSpPr>
          <p:spPr>
            <a:xfrm>
              <a:off x="16061830" y="3196599"/>
              <a:ext cx="12138" cy="48928"/>
            </a:xfrm>
            <a:custGeom>
              <a:avLst/>
              <a:gdLst/>
              <a:ahLst/>
              <a:cxnLst/>
              <a:rect l="0" t="0" r="0" b="0"/>
              <a:pathLst>
                <a:path w="12138" h="48928">
                  <a:moveTo>
                    <a:pt x="0" y="48928"/>
                  </a:moveTo>
                  <a:lnTo>
                    <a:pt x="12138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02" name="Output_receptor__4701">
              <a:extLst>
                <a:ext uri="{FF2B5EF4-FFF2-40B4-BE49-F238E27FC236}">
                  <a16:creationId xmlns:a16="http://schemas.microsoft.com/office/drawing/2014/main" id="{F7EDFACB-F8E9-0F0A-9C95-C22410E960B6}"/>
                </a:ext>
              </a:extLst>
            </p:cNvPr>
            <p:cNvSpPr>
              <a:spLocks noGrp="1"/>
            </p:cNvSpPr>
            <p:nvPr/>
          </p:nvSpPr>
          <p:spPr>
            <a:xfrm>
              <a:off x="16366383" y="3685429"/>
              <a:ext cx="60214" cy="35048"/>
            </a:xfrm>
            <a:custGeom>
              <a:avLst/>
              <a:gdLst/>
              <a:ahLst/>
              <a:cxnLst/>
              <a:rect l="0" t="0" r="0" b="0"/>
              <a:pathLst>
                <a:path w="60214" h="35048">
                  <a:moveTo>
                    <a:pt x="0" y="0"/>
                  </a:moveTo>
                  <a:lnTo>
                    <a:pt x="60214" y="3504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3" name="Output_receptor__4702">
              <a:extLst>
                <a:ext uri="{FF2B5EF4-FFF2-40B4-BE49-F238E27FC236}">
                  <a16:creationId xmlns:a16="http://schemas.microsoft.com/office/drawing/2014/main" id="{4D3C4F5E-A1E6-4A9E-3DB7-9BDC20493092}"/>
                </a:ext>
              </a:extLst>
            </p:cNvPr>
            <p:cNvSpPr>
              <a:spLocks noGrp="1"/>
            </p:cNvSpPr>
            <p:nvPr/>
          </p:nvSpPr>
          <p:spPr>
            <a:xfrm>
              <a:off x="16768031" y="4077593"/>
              <a:ext cx="15426" cy="9595"/>
            </a:xfrm>
            <a:custGeom>
              <a:avLst/>
              <a:gdLst/>
              <a:ahLst/>
              <a:cxnLst/>
              <a:rect l="0" t="0" r="0" b="0"/>
              <a:pathLst>
                <a:path w="15426" h="9595">
                  <a:moveTo>
                    <a:pt x="0" y="0"/>
                  </a:moveTo>
                  <a:lnTo>
                    <a:pt x="15426" y="959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4" name="Output_receptor__4703">
              <a:extLst>
                <a:ext uri="{FF2B5EF4-FFF2-40B4-BE49-F238E27FC236}">
                  <a16:creationId xmlns:a16="http://schemas.microsoft.com/office/drawing/2014/main" id="{9AAF5623-0D80-3DEC-FD41-ADAABF926462}"/>
                </a:ext>
              </a:extLst>
            </p:cNvPr>
            <p:cNvSpPr>
              <a:spLocks noGrp="1"/>
            </p:cNvSpPr>
            <p:nvPr/>
          </p:nvSpPr>
          <p:spPr>
            <a:xfrm>
              <a:off x="16169215" y="3933471"/>
              <a:ext cx="2448" cy="63563"/>
            </a:xfrm>
            <a:custGeom>
              <a:avLst/>
              <a:gdLst/>
              <a:ahLst/>
              <a:cxnLst/>
              <a:rect l="0" t="0" r="0" b="0"/>
              <a:pathLst>
                <a:path w="2448" h="63563">
                  <a:moveTo>
                    <a:pt x="0" y="63563"/>
                  </a:moveTo>
                  <a:lnTo>
                    <a:pt x="2448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5" name="Output_receptor__4704">
              <a:extLst>
                <a:ext uri="{FF2B5EF4-FFF2-40B4-BE49-F238E27FC236}">
                  <a16:creationId xmlns:a16="http://schemas.microsoft.com/office/drawing/2014/main" id="{81DA3877-ECB3-F5D3-7857-CB4F4D503C90}"/>
                </a:ext>
              </a:extLst>
            </p:cNvPr>
            <p:cNvSpPr>
              <a:spLocks noGrp="1"/>
            </p:cNvSpPr>
            <p:nvPr/>
          </p:nvSpPr>
          <p:spPr>
            <a:xfrm>
              <a:off x="15601167" y="4116920"/>
              <a:ext cx="10475" cy="61669"/>
            </a:xfrm>
            <a:custGeom>
              <a:avLst/>
              <a:gdLst/>
              <a:ahLst/>
              <a:cxnLst/>
              <a:rect l="0" t="0" r="0" b="0"/>
              <a:pathLst>
                <a:path w="10475" h="61669">
                  <a:moveTo>
                    <a:pt x="10475" y="0"/>
                  </a:moveTo>
                  <a:lnTo>
                    <a:pt x="0" y="6166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6" name="Output_receptor__4705">
              <a:extLst>
                <a:ext uri="{FF2B5EF4-FFF2-40B4-BE49-F238E27FC236}">
                  <a16:creationId xmlns:a16="http://schemas.microsoft.com/office/drawing/2014/main" id="{DD5E26F7-E187-5F8E-35E7-1E81E22D9BC7}"/>
                </a:ext>
              </a:extLst>
            </p:cNvPr>
            <p:cNvSpPr>
              <a:spLocks noGrp="1"/>
            </p:cNvSpPr>
            <p:nvPr/>
          </p:nvSpPr>
          <p:spPr>
            <a:xfrm>
              <a:off x="15923839" y="4445751"/>
              <a:ext cx="35455" cy="41054"/>
            </a:xfrm>
            <a:custGeom>
              <a:avLst/>
              <a:gdLst/>
              <a:ahLst/>
              <a:cxnLst/>
              <a:rect l="0" t="0" r="0" b="0"/>
              <a:pathLst>
                <a:path w="35455" h="41054">
                  <a:moveTo>
                    <a:pt x="35455" y="0"/>
                  </a:moveTo>
                  <a:lnTo>
                    <a:pt x="0" y="4105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7" name="Output_receptor__4706">
              <a:extLst>
                <a:ext uri="{FF2B5EF4-FFF2-40B4-BE49-F238E27FC236}">
                  <a16:creationId xmlns:a16="http://schemas.microsoft.com/office/drawing/2014/main" id="{8410B12F-AE88-5346-A2CB-ADFC509A7684}"/>
                </a:ext>
              </a:extLst>
            </p:cNvPr>
            <p:cNvSpPr>
              <a:spLocks noGrp="1"/>
            </p:cNvSpPr>
            <p:nvPr/>
          </p:nvSpPr>
          <p:spPr>
            <a:xfrm>
              <a:off x="16168198" y="3527211"/>
              <a:ext cx="70549" cy="15086"/>
            </a:xfrm>
            <a:custGeom>
              <a:avLst/>
              <a:gdLst/>
              <a:ahLst/>
              <a:cxnLst/>
              <a:rect l="0" t="0" r="0" b="0"/>
              <a:pathLst>
                <a:path w="70549" h="15086">
                  <a:moveTo>
                    <a:pt x="70549" y="1508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8" name="Output_receptor__4707">
              <a:extLst>
                <a:ext uri="{FF2B5EF4-FFF2-40B4-BE49-F238E27FC236}">
                  <a16:creationId xmlns:a16="http://schemas.microsoft.com/office/drawing/2014/main" id="{1A6AD664-CCD4-D101-A238-3137D87027C5}"/>
                </a:ext>
              </a:extLst>
            </p:cNvPr>
            <p:cNvSpPr>
              <a:spLocks noGrp="1"/>
            </p:cNvSpPr>
            <p:nvPr/>
          </p:nvSpPr>
          <p:spPr>
            <a:xfrm>
              <a:off x="16225484" y="4233684"/>
              <a:ext cx="15987" cy="46125"/>
            </a:xfrm>
            <a:custGeom>
              <a:avLst/>
              <a:gdLst/>
              <a:ahLst/>
              <a:cxnLst/>
              <a:rect l="0" t="0" r="0" b="0"/>
              <a:pathLst>
                <a:path w="15987" h="46125">
                  <a:moveTo>
                    <a:pt x="15987" y="461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09" name="Output_receptor__4708">
              <a:extLst>
                <a:ext uri="{FF2B5EF4-FFF2-40B4-BE49-F238E27FC236}">
                  <a16:creationId xmlns:a16="http://schemas.microsoft.com/office/drawing/2014/main" id="{A8993940-8538-B8F8-9B95-08CA0B2480E8}"/>
                </a:ext>
              </a:extLst>
            </p:cNvPr>
            <p:cNvSpPr>
              <a:spLocks noGrp="1"/>
            </p:cNvSpPr>
            <p:nvPr/>
          </p:nvSpPr>
          <p:spPr>
            <a:xfrm>
              <a:off x="15959294" y="4420974"/>
              <a:ext cx="45831" cy="24777"/>
            </a:xfrm>
            <a:custGeom>
              <a:avLst/>
              <a:gdLst/>
              <a:ahLst/>
              <a:cxnLst/>
              <a:rect l="0" t="0" r="0" b="0"/>
              <a:pathLst>
                <a:path w="45831" h="24777">
                  <a:moveTo>
                    <a:pt x="45831" y="0"/>
                  </a:moveTo>
                  <a:lnTo>
                    <a:pt x="0" y="2477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0" name="Output_receptor__4709">
              <a:extLst>
                <a:ext uri="{FF2B5EF4-FFF2-40B4-BE49-F238E27FC236}">
                  <a16:creationId xmlns:a16="http://schemas.microsoft.com/office/drawing/2014/main" id="{4DA64098-6E7F-348A-6FAB-C53E09812023}"/>
                </a:ext>
              </a:extLst>
            </p:cNvPr>
            <p:cNvSpPr>
              <a:spLocks noGrp="1"/>
            </p:cNvSpPr>
            <p:nvPr/>
          </p:nvSpPr>
          <p:spPr>
            <a:xfrm>
              <a:off x="16071967" y="4456212"/>
              <a:ext cx="37673" cy="16744"/>
            </a:xfrm>
            <a:custGeom>
              <a:avLst/>
              <a:gdLst/>
              <a:ahLst/>
              <a:cxnLst/>
              <a:rect l="0" t="0" r="0" b="0"/>
              <a:pathLst>
                <a:path w="37673" h="16744">
                  <a:moveTo>
                    <a:pt x="37673" y="16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1" name="Output_receptor__4710">
              <a:extLst>
                <a:ext uri="{FF2B5EF4-FFF2-40B4-BE49-F238E27FC236}">
                  <a16:creationId xmlns:a16="http://schemas.microsoft.com/office/drawing/2014/main" id="{720307EF-4207-1AAB-39F9-9D777E57AD2B}"/>
                </a:ext>
              </a:extLst>
            </p:cNvPr>
            <p:cNvSpPr>
              <a:spLocks noGrp="1"/>
            </p:cNvSpPr>
            <p:nvPr/>
          </p:nvSpPr>
          <p:spPr>
            <a:xfrm>
              <a:off x="16201710" y="3635211"/>
              <a:ext cx="65413" cy="15109"/>
            </a:xfrm>
            <a:custGeom>
              <a:avLst/>
              <a:gdLst/>
              <a:ahLst/>
              <a:cxnLst/>
              <a:rect l="0" t="0" r="0" b="0"/>
              <a:pathLst>
                <a:path w="65413" h="15109">
                  <a:moveTo>
                    <a:pt x="65413" y="15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2" name="Output_receptor__4711">
              <a:extLst>
                <a:ext uri="{FF2B5EF4-FFF2-40B4-BE49-F238E27FC236}">
                  <a16:creationId xmlns:a16="http://schemas.microsoft.com/office/drawing/2014/main" id="{65634AE0-9FD2-CBBE-2CC5-8850248F8A2C}"/>
                </a:ext>
              </a:extLst>
            </p:cNvPr>
            <p:cNvSpPr>
              <a:spLocks noGrp="1"/>
            </p:cNvSpPr>
            <p:nvPr/>
          </p:nvSpPr>
          <p:spPr>
            <a:xfrm>
              <a:off x="15520039" y="4042864"/>
              <a:ext cx="27375" cy="32786"/>
            </a:xfrm>
            <a:custGeom>
              <a:avLst/>
              <a:gdLst/>
              <a:ahLst/>
              <a:cxnLst/>
              <a:rect l="0" t="0" r="0" b="0"/>
              <a:pathLst>
                <a:path w="27375" h="32786">
                  <a:moveTo>
                    <a:pt x="0" y="0"/>
                  </a:moveTo>
                  <a:lnTo>
                    <a:pt x="27375" y="3278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3" name="Output_receptor__4712">
              <a:extLst>
                <a:ext uri="{FF2B5EF4-FFF2-40B4-BE49-F238E27FC236}">
                  <a16:creationId xmlns:a16="http://schemas.microsoft.com/office/drawing/2014/main" id="{5419681C-C885-6BEA-29AC-1471EB5484EB}"/>
                </a:ext>
              </a:extLst>
            </p:cNvPr>
            <p:cNvSpPr>
              <a:spLocks noGrp="1"/>
            </p:cNvSpPr>
            <p:nvPr/>
          </p:nvSpPr>
          <p:spPr>
            <a:xfrm>
              <a:off x="15548716" y="2645600"/>
              <a:ext cx="21669" cy="68781"/>
            </a:xfrm>
            <a:custGeom>
              <a:avLst/>
              <a:gdLst/>
              <a:ahLst/>
              <a:cxnLst/>
              <a:rect l="0" t="0" r="0" b="0"/>
              <a:pathLst>
                <a:path w="21669" h="68781">
                  <a:moveTo>
                    <a:pt x="0" y="0"/>
                  </a:moveTo>
                  <a:lnTo>
                    <a:pt x="21669" y="6878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4" name="Output_receptor__4713">
              <a:extLst>
                <a:ext uri="{FF2B5EF4-FFF2-40B4-BE49-F238E27FC236}">
                  <a16:creationId xmlns:a16="http://schemas.microsoft.com/office/drawing/2014/main" id="{747E4039-4B67-B187-AE97-11D5CE58FAD8}"/>
                </a:ext>
              </a:extLst>
            </p:cNvPr>
            <p:cNvSpPr>
              <a:spLocks noGrp="1"/>
            </p:cNvSpPr>
            <p:nvPr/>
          </p:nvSpPr>
          <p:spPr>
            <a:xfrm>
              <a:off x="16227452" y="3833620"/>
              <a:ext cx="70318" cy="11338"/>
            </a:xfrm>
            <a:custGeom>
              <a:avLst/>
              <a:gdLst/>
              <a:ahLst/>
              <a:cxnLst/>
              <a:rect l="0" t="0" r="0" b="0"/>
              <a:pathLst>
                <a:path w="70318" h="11338">
                  <a:moveTo>
                    <a:pt x="70318" y="113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5" name="Output_receptor__4714">
              <a:extLst>
                <a:ext uri="{FF2B5EF4-FFF2-40B4-BE49-F238E27FC236}">
                  <a16:creationId xmlns:a16="http://schemas.microsoft.com/office/drawing/2014/main" id="{DB264442-72AA-92FA-D86B-D900048AB4E7}"/>
                </a:ext>
              </a:extLst>
            </p:cNvPr>
            <p:cNvSpPr>
              <a:spLocks noGrp="1"/>
            </p:cNvSpPr>
            <p:nvPr/>
          </p:nvSpPr>
          <p:spPr>
            <a:xfrm>
              <a:off x="15816785" y="3880024"/>
              <a:ext cx="17297" cy="1926"/>
            </a:xfrm>
            <a:custGeom>
              <a:avLst/>
              <a:gdLst/>
              <a:ahLst/>
              <a:cxnLst/>
              <a:rect l="0" t="0" r="0" b="0"/>
              <a:pathLst>
                <a:path w="17297" h="1926">
                  <a:moveTo>
                    <a:pt x="0" y="1926"/>
                  </a:moveTo>
                  <a:lnTo>
                    <a:pt x="1729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6" name="Output_receptor__4715">
              <a:extLst>
                <a:ext uri="{FF2B5EF4-FFF2-40B4-BE49-F238E27FC236}">
                  <a16:creationId xmlns:a16="http://schemas.microsoft.com/office/drawing/2014/main" id="{BB51B62D-AF84-256C-B0F1-6498E2D8AC1E}"/>
                </a:ext>
              </a:extLst>
            </p:cNvPr>
            <p:cNvSpPr>
              <a:spLocks noGrp="1"/>
            </p:cNvSpPr>
            <p:nvPr/>
          </p:nvSpPr>
          <p:spPr>
            <a:xfrm>
              <a:off x="15847570" y="4386436"/>
              <a:ext cx="49500" cy="46203"/>
            </a:xfrm>
            <a:custGeom>
              <a:avLst/>
              <a:gdLst/>
              <a:ahLst/>
              <a:cxnLst/>
              <a:rect l="0" t="0" r="0" b="0"/>
              <a:pathLst>
                <a:path w="49500" h="46203">
                  <a:moveTo>
                    <a:pt x="49500" y="0"/>
                  </a:moveTo>
                  <a:lnTo>
                    <a:pt x="0" y="4620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7" name="Output_receptor__4716">
              <a:extLst>
                <a:ext uri="{FF2B5EF4-FFF2-40B4-BE49-F238E27FC236}">
                  <a16:creationId xmlns:a16="http://schemas.microsoft.com/office/drawing/2014/main" id="{37DFDB6C-40F7-CF1F-6547-DD75A89BC54E}"/>
                </a:ext>
              </a:extLst>
            </p:cNvPr>
            <p:cNvSpPr>
              <a:spLocks noGrp="1"/>
            </p:cNvSpPr>
            <p:nvPr/>
          </p:nvSpPr>
          <p:spPr>
            <a:xfrm>
              <a:off x="16372975" y="3835056"/>
              <a:ext cx="61531" cy="37193"/>
            </a:xfrm>
            <a:custGeom>
              <a:avLst/>
              <a:gdLst/>
              <a:ahLst/>
              <a:cxnLst/>
              <a:rect l="0" t="0" r="0" b="0"/>
              <a:pathLst>
                <a:path w="61531" h="37193">
                  <a:moveTo>
                    <a:pt x="61531" y="0"/>
                  </a:moveTo>
                  <a:lnTo>
                    <a:pt x="0" y="3719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8" name="Output_receptor__4717">
              <a:extLst>
                <a:ext uri="{FF2B5EF4-FFF2-40B4-BE49-F238E27FC236}">
                  <a16:creationId xmlns:a16="http://schemas.microsoft.com/office/drawing/2014/main" id="{F59E89C0-14ED-6842-E38E-E6FE49B4C2E4}"/>
                </a:ext>
              </a:extLst>
            </p:cNvPr>
            <p:cNvSpPr>
              <a:spLocks noGrp="1"/>
            </p:cNvSpPr>
            <p:nvPr/>
          </p:nvSpPr>
          <p:spPr>
            <a:xfrm>
              <a:off x="16195586" y="3723709"/>
              <a:ext cx="56251" cy="17777"/>
            </a:xfrm>
            <a:custGeom>
              <a:avLst/>
              <a:gdLst/>
              <a:ahLst/>
              <a:cxnLst/>
              <a:rect l="0" t="0" r="0" b="0"/>
              <a:pathLst>
                <a:path w="56251" h="17777">
                  <a:moveTo>
                    <a:pt x="56251" y="177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19" name="Output_receptor__4718">
              <a:extLst>
                <a:ext uri="{FF2B5EF4-FFF2-40B4-BE49-F238E27FC236}">
                  <a16:creationId xmlns:a16="http://schemas.microsoft.com/office/drawing/2014/main" id="{C4B7F454-E9B7-FF3F-D7E1-01220A5A162D}"/>
                </a:ext>
              </a:extLst>
            </p:cNvPr>
            <p:cNvSpPr>
              <a:spLocks noGrp="1"/>
            </p:cNvSpPr>
            <p:nvPr/>
          </p:nvSpPr>
          <p:spPr>
            <a:xfrm>
              <a:off x="16211259" y="3406823"/>
              <a:ext cx="16609" cy="45292"/>
            </a:xfrm>
            <a:custGeom>
              <a:avLst/>
              <a:gdLst/>
              <a:ahLst/>
              <a:cxnLst/>
              <a:rect l="0" t="0" r="0" b="0"/>
              <a:pathLst>
                <a:path w="16609" h="45292">
                  <a:moveTo>
                    <a:pt x="16609" y="452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20" name="Output_receptor__4719">
              <a:extLst>
                <a:ext uri="{FF2B5EF4-FFF2-40B4-BE49-F238E27FC236}">
                  <a16:creationId xmlns:a16="http://schemas.microsoft.com/office/drawing/2014/main" id="{29E3DE03-95C3-4673-C0E3-3EE16A42C526}"/>
                </a:ext>
              </a:extLst>
            </p:cNvPr>
            <p:cNvSpPr>
              <a:spLocks noGrp="1"/>
            </p:cNvSpPr>
            <p:nvPr/>
          </p:nvSpPr>
          <p:spPr>
            <a:xfrm>
              <a:off x="16156400" y="4252716"/>
              <a:ext cx="2174" cy="1538"/>
            </a:xfrm>
            <a:custGeom>
              <a:avLst/>
              <a:gdLst/>
              <a:ahLst/>
              <a:cxnLst/>
              <a:rect l="0" t="0" r="0" b="0"/>
              <a:pathLst>
                <a:path w="2174" h="1538">
                  <a:moveTo>
                    <a:pt x="0" y="1538"/>
                  </a:moveTo>
                  <a:lnTo>
                    <a:pt x="217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1" name="Output_receptor__4720">
              <a:extLst>
                <a:ext uri="{FF2B5EF4-FFF2-40B4-BE49-F238E27FC236}">
                  <a16:creationId xmlns:a16="http://schemas.microsoft.com/office/drawing/2014/main" id="{42588009-3E37-CEE7-325B-F8912B53BBD0}"/>
                </a:ext>
              </a:extLst>
            </p:cNvPr>
            <p:cNvSpPr>
              <a:spLocks noGrp="1"/>
            </p:cNvSpPr>
            <p:nvPr/>
          </p:nvSpPr>
          <p:spPr>
            <a:xfrm>
              <a:off x="16211296" y="4279809"/>
              <a:ext cx="30176" cy="59085"/>
            </a:xfrm>
            <a:custGeom>
              <a:avLst/>
              <a:gdLst/>
              <a:ahLst/>
              <a:cxnLst/>
              <a:rect l="0" t="0" r="0" b="0"/>
              <a:pathLst>
                <a:path w="30176" h="59085">
                  <a:moveTo>
                    <a:pt x="0" y="59085"/>
                  </a:moveTo>
                  <a:lnTo>
                    <a:pt x="30176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2" name="Output_receptor__4721">
              <a:extLst>
                <a:ext uri="{FF2B5EF4-FFF2-40B4-BE49-F238E27FC236}">
                  <a16:creationId xmlns:a16="http://schemas.microsoft.com/office/drawing/2014/main" id="{AE787FB1-6771-7B53-47D0-8D308893DFAC}"/>
                </a:ext>
              </a:extLst>
            </p:cNvPr>
            <p:cNvSpPr>
              <a:spLocks noGrp="1"/>
            </p:cNvSpPr>
            <p:nvPr/>
          </p:nvSpPr>
          <p:spPr>
            <a:xfrm>
              <a:off x="16280115" y="3936967"/>
              <a:ext cx="65694" cy="8893"/>
            </a:xfrm>
            <a:custGeom>
              <a:avLst/>
              <a:gdLst/>
              <a:ahLst/>
              <a:cxnLst/>
              <a:rect l="0" t="0" r="0" b="0"/>
              <a:pathLst>
                <a:path w="65694" h="8893">
                  <a:moveTo>
                    <a:pt x="65694" y="88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3" name="Output_receptor__4722">
              <a:extLst>
                <a:ext uri="{FF2B5EF4-FFF2-40B4-BE49-F238E27FC236}">
                  <a16:creationId xmlns:a16="http://schemas.microsoft.com/office/drawing/2014/main" id="{31315E32-676A-49C2-852B-050A6BB8BC82}"/>
                </a:ext>
              </a:extLst>
            </p:cNvPr>
            <p:cNvSpPr>
              <a:spLocks noGrp="1"/>
            </p:cNvSpPr>
            <p:nvPr/>
          </p:nvSpPr>
          <p:spPr>
            <a:xfrm>
              <a:off x="16334686" y="4130453"/>
              <a:ext cx="69793" cy="13139"/>
            </a:xfrm>
            <a:custGeom>
              <a:avLst/>
              <a:gdLst/>
              <a:ahLst/>
              <a:cxnLst/>
              <a:rect l="0" t="0" r="0" b="0"/>
              <a:pathLst>
                <a:path w="69793" h="13139">
                  <a:moveTo>
                    <a:pt x="69793" y="13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4" name="Output_receptor__4723">
              <a:extLst>
                <a:ext uri="{FF2B5EF4-FFF2-40B4-BE49-F238E27FC236}">
                  <a16:creationId xmlns:a16="http://schemas.microsoft.com/office/drawing/2014/main" id="{810F7BBF-6641-61FA-0CEF-F32A7E4B45EF}"/>
                </a:ext>
              </a:extLst>
            </p:cNvPr>
            <p:cNvSpPr>
              <a:spLocks noGrp="1"/>
            </p:cNvSpPr>
            <p:nvPr/>
          </p:nvSpPr>
          <p:spPr>
            <a:xfrm>
              <a:off x="15761767" y="3725959"/>
              <a:ext cx="24619" cy="45232"/>
            </a:xfrm>
            <a:custGeom>
              <a:avLst/>
              <a:gdLst/>
              <a:ahLst/>
              <a:cxnLst/>
              <a:rect l="0" t="0" r="0" b="0"/>
              <a:pathLst>
                <a:path w="24619" h="45232">
                  <a:moveTo>
                    <a:pt x="0" y="45232"/>
                  </a:moveTo>
                  <a:lnTo>
                    <a:pt x="24619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25" name="Output_receptor__4724">
              <a:extLst>
                <a:ext uri="{FF2B5EF4-FFF2-40B4-BE49-F238E27FC236}">
                  <a16:creationId xmlns:a16="http://schemas.microsoft.com/office/drawing/2014/main" id="{C3C0A9D9-CBF3-C4F6-04E8-A88CF4E2E061}"/>
                </a:ext>
              </a:extLst>
            </p:cNvPr>
            <p:cNvSpPr>
              <a:spLocks noGrp="1"/>
            </p:cNvSpPr>
            <p:nvPr/>
          </p:nvSpPr>
          <p:spPr>
            <a:xfrm>
              <a:off x="15737585" y="4360434"/>
              <a:ext cx="50441" cy="51121"/>
            </a:xfrm>
            <a:custGeom>
              <a:avLst/>
              <a:gdLst/>
              <a:ahLst/>
              <a:cxnLst/>
              <a:rect l="0" t="0" r="0" b="0"/>
              <a:pathLst>
                <a:path w="50441" h="51121">
                  <a:moveTo>
                    <a:pt x="50441" y="0"/>
                  </a:moveTo>
                  <a:lnTo>
                    <a:pt x="0" y="5112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6" name="Output_receptor__4725">
              <a:extLst>
                <a:ext uri="{FF2B5EF4-FFF2-40B4-BE49-F238E27FC236}">
                  <a16:creationId xmlns:a16="http://schemas.microsoft.com/office/drawing/2014/main" id="{092FD5E9-2B0F-BF25-416F-0FCCCE712C09}"/>
                </a:ext>
              </a:extLst>
            </p:cNvPr>
            <p:cNvSpPr>
              <a:spLocks noGrp="1"/>
            </p:cNvSpPr>
            <p:nvPr/>
          </p:nvSpPr>
          <p:spPr>
            <a:xfrm>
              <a:off x="15873284" y="4101385"/>
              <a:ext cx="70778" cy="14571"/>
            </a:xfrm>
            <a:custGeom>
              <a:avLst/>
              <a:gdLst/>
              <a:ahLst/>
              <a:cxnLst/>
              <a:rect l="0" t="0" r="0" b="0"/>
              <a:pathLst>
                <a:path w="70778" h="14571">
                  <a:moveTo>
                    <a:pt x="70778" y="0"/>
                  </a:moveTo>
                  <a:lnTo>
                    <a:pt x="0" y="1457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7" name="Output_receptor__4726">
              <a:extLst>
                <a:ext uri="{FF2B5EF4-FFF2-40B4-BE49-F238E27FC236}">
                  <a16:creationId xmlns:a16="http://schemas.microsoft.com/office/drawing/2014/main" id="{55219DC8-CC27-FA5F-361F-5AB10640B3D1}"/>
                </a:ext>
              </a:extLst>
            </p:cNvPr>
            <p:cNvSpPr>
              <a:spLocks noGrp="1"/>
            </p:cNvSpPr>
            <p:nvPr/>
          </p:nvSpPr>
          <p:spPr>
            <a:xfrm>
              <a:off x="15690241" y="4033735"/>
              <a:ext cx="35552" cy="4155"/>
            </a:xfrm>
            <a:custGeom>
              <a:avLst/>
              <a:gdLst/>
              <a:ahLst/>
              <a:cxnLst/>
              <a:rect l="0" t="0" r="0" b="0"/>
              <a:pathLst>
                <a:path w="35552" h="4155">
                  <a:moveTo>
                    <a:pt x="35552" y="0"/>
                  </a:moveTo>
                  <a:lnTo>
                    <a:pt x="0" y="415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8" name="Output_receptor__4727">
              <a:extLst>
                <a:ext uri="{FF2B5EF4-FFF2-40B4-BE49-F238E27FC236}">
                  <a16:creationId xmlns:a16="http://schemas.microsoft.com/office/drawing/2014/main" id="{03B093A1-A031-471F-98D9-0FE200A4A4A8}"/>
                </a:ext>
              </a:extLst>
            </p:cNvPr>
            <p:cNvSpPr>
              <a:spLocks noGrp="1"/>
            </p:cNvSpPr>
            <p:nvPr/>
          </p:nvSpPr>
          <p:spPr>
            <a:xfrm>
              <a:off x="15944062" y="4101385"/>
              <a:ext cx="18739" cy="69772"/>
            </a:xfrm>
            <a:custGeom>
              <a:avLst/>
              <a:gdLst/>
              <a:ahLst/>
              <a:cxnLst/>
              <a:rect l="0" t="0" r="0" b="0"/>
              <a:pathLst>
                <a:path w="18739" h="69772">
                  <a:moveTo>
                    <a:pt x="18739" y="697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29" name="Output_receptor__4728">
              <a:extLst>
                <a:ext uri="{FF2B5EF4-FFF2-40B4-BE49-F238E27FC236}">
                  <a16:creationId xmlns:a16="http://schemas.microsoft.com/office/drawing/2014/main" id="{496409B1-57B0-0DB0-4197-EEA2CF0A112D}"/>
                </a:ext>
              </a:extLst>
            </p:cNvPr>
            <p:cNvSpPr>
              <a:spLocks noGrp="1"/>
            </p:cNvSpPr>
            <p:nvPr/>
          </p:nvSpPr>
          <p:spPr>
            <a:xfrm>
              <a:off x="16539690" y="3677198"/>
              <a:ext cx="17027" cy="14981"/>
            </a:xfrm>
            <a:custGeom>
              <a:avLst/>
              <a:gdLst/>
              <a:ahLst/>
              <a:cxnLst/>
              <a:rect l="0" t="0" r="0" b="0"/>
              <a:pathLst>
                <a:path w="17027" h="14981">
                  <a:moveTo>
                    <a:pt x="17027" y="0"/>
                  </a:moveTo>
                  <a:lnTo>
                    <a:pt x="0" y="14981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0" name="Output_receptor__4729">
              <a:extLst>
                <a:ext uri="{FF2B5EF4-FFF2-40B4-BE49-F238E27FC236}">
                  <a16:creationId xmlns:a16="http://schemas.microsoft.com/office/drawing/2014/main" id="{12BD8DFA-7515-C17F-CC12-562ADDCCEDDB}"/>
                </a:ext>
              </a:extLst>
            </p:cNvPr>
            <p:cNvSpPr>
              <a:spLocks noGrp="1"/>
            </p:cNvSpPr>
            <p:nvPr/>
          </p:nvSpPr>
          <p:spPr>
            <a:xfrm>
              <a:off x="15958032" y="4695977"/>
              <a:ext cx="63163" cy="32245"/>
            </a:xfrm>
            <a:custGeom>
              <a:avLst/>
              <a:gdLst/>
              <a:ahLst/>
              <a:cxnLst/>
              <a:rect l="0" t="0" r="0" b="0"/>
              <a:pathLst>
                <a:path w="63163" h="32245">
                  <a:moveTo>
                    <a:pt x="63163" y="0"/>
                  </a:moveTo>
                  <a:lnTo>
                    <a:pt x="0" y="32245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31" name="Output_receptor__4730">
              <a:extLst>
                <a:ext uri="{FF2B5EF4-FFF2-40B4-BE49-F238E27FC236}">
                  <a16:creationId xmlns:a16="http://schemas.microsoft.com/office/drawing/2014/main" id="{B00EEEC6-A105-B0DC-E82A-59C544AF4F0D}"/>
                </a:ext>
              </a:extLst>
            </p:cNvPr>
            <p:cNvSpPr>
              <a:spLocks noGrp="1"/>
            </p:cNvSpPr>
            <p:nvPr/>
          </p:nvSpPr>
          <p:spPr>
            <a:xfrm>
              <a:off x="15682656" y="4541509"/>
              <a:ext cx="65579" cy="21880"/>
            </a:xfrm>
            <a:custGeom>
              <a:avLst/>
              <a:gdLst/>
              <a:ahLst/>
              <a:cxnLst/>
              <a:rect l="0" t="0" r="0" b="0"/>
              <a:pathLst>
                <a:path w="65579" h="21880">
                  <a:moveTo>
                    <a:pt x="65579" y="0"/>
                  </a:moveTo>
                  <a:lnTo>
                    <a:pt x="0" y="2188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2" name="Output_receptor__4731">
              <a:extLst>
                <a:ext uri="{FF2B5EF4-FFF2-40B4-BE49-F238E27FC236}">
                  <a16:creationId xmlns:a16="http://schemas.microsoft.com/office/drawing/2014/main" id="{B6AC5EB5-CB9B-9449-3FD1-1D79378006C9}"/>
                </a:ext>
              </a:extLst>
            </p:cNvPr>
            <p:cNvSpPr>
              <a:spLocks noGrp="1"/>
            </p:cNvSpPr>
            <p:nvPr/>
          </p:nvSpPr>
          <p:spPr>
            <a:xfrm>
              <a:off x="16251837" y="3741487"/>
              <a:ext cx="40366" cy="15959"/>
            </a:xfrm>
            <a:custGeom>
              <a:avLst/>
              <a:gdLst/>
              <a:ahLst/>
              <a:cxnLst/>
              <a:rect l="0" t="0" r="0" b="0"/>
              <a:pathLst>
                <a:path w="40366" h="15959">
                  <a:moveTo>
                    <a:pt x="40366" y="1595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3" name="Output_receptor__4732">
              <a:extLst>
                <a:ext uri="{FF2B5EF4-FFF2-40B4-BE49-F238E27FC236}">
                  <a16:creationId xmlns:a16="http://schemas.microsoft.com/office/drawing/2014/main" id="{BAE28390-EA10-D997-7CC6-CE7EDAD99C55}"/>
                </a:ext>
              </a:extLst>
            </p:cNvPr>
            <p:cNvSpPr>
              <a:spLocks noGrp="1"/>
            </p:cNvSpPr>
            <p:nvPr/>
          </p:nvSpPr>
          <p:spPr>
            <a:xfrm>
              <a:off x="16465655" y="3441811"/>
              <a:ext cx="24467" cy="4094"/>
            </a:xfrm>
            <a:custGeom>
              <a:avLst/>
              <a:gdLst/>
              <a:ahLst/>
              <a:cxnLst/>
              <a:rect l="0" t="0" r="0" b="0"/>
              <a:pathLst>
                <a:path w="24467" h="4094">
                  <a:moveTo>
                    <a:pt x="0" y="4094"/>
                  </a:moveTo>
                  <a:lnTo>
                    <a:pt x="24467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34" name="Output_receptor__4733">
              <a:extLst>
                <a:ext uri="{FF2B5EF4-FFF2-40B4-BE49-F238E27FC236}">
                  <a16:creationId xmlns:a16="http://schemas.microsoft.com/office/drawing/2014/main" id="{50257C14-071C-6349-D74E-5F04E00AD194}"/>
                </a:ext>
              </a:extLst>
            </p:cNvPr>
            <p:cNvSpPr>
              <a:spLocks noGrp="1"/>
            </p:cNvSpPr>
            <p:nvPr/>
          </p:nvSpPr>
          <p:spPr>
            <a:xfrm>
              <a:off x="16344102" y="3581450"/>
              <a:ext cx="65764" cy="25553"/>
            </a:xfrm>
            <a:custGeom>
              <a:avLst/>
              <a:gdLst/>
              <a:ahLst/>
              <a:cxnLst/>
              <a:rect l="0" t="0" r="0" b="0"/>
              <a:pathLst>
                <a:path w="65764" h="25553">
                  <a:moveTo>
                    <a:pt x="0" y="0"/>
                  </a:moveTo>
                  <a:lnTo>
                    <a:pt x="65764" y="2555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5" name="Output_receptor__4734">
              <a:extLst>
                <a:ext uri="{FF2B5EF4-FFF2-40B4-BE49-F238E27FC236}">
                  <a16:creationId xmlns:a16="http://schemas.microsoft.com/office/drawing/2014/main" id="{68509670-91AE-E9B8-0497-720A176357F4}"/>
                </a:ext>
              </a:extLst>
            </p:cNvPr>
            <p:cNvSpPr>
              <a:spLocks noGrp="1"/>
            </p:cNvSpPr>
            <p:nvPr/>
          </p:nvSpPr>
          <p:spPr>
            <a:xfrm>
              <a:off x="16331570" y="4040574"/>
              <a:ext cx="53160" cy="5928"/>
            </a:xfrm>
            <a:custGeom>
              <a:avLst/>
              <a:gdLst/>
              <a:ahLst/>
              <a:cxnLst/>
              <a:rect l="0" t="0" r="0" b="0"/>
              <a:pathLst>
                <a:path w="53160" h="5928">
                  <a:moveTo>
                    <a:pt x="53160" y="592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6" name="Output_receptor__4735">
              <a:extLst>
                <a:ext uri="{FF2B5EF4-FFF2-40B4-BE49-F238E27FC236}">
                  <a16:creationId xmlns:a16="http://schemas.microsoft.com/office/drawing/2014/main" id="{E6FD84FA-CBDC-D4B8-79BA-F3B077DF6E30}"/>
                </a:ext>
              </a:extLst>
            </p:cNvPr>
            <p:cNvSpPr>
              <a:spLocks noGrp="1"/>
            </p:cNvSpPr>
            <p:nvPr/>
          </p:nvSpPr>
          <p:spPr>
            <a:xfrm>
              <a:off x="16280188" y="4027572"/>
              <a:ext cx="51382" cy="13002"/>
            </a:xfrm>
            <a:custGeom>
              <a:avLst/>
              <a:gdLst/>
              <a:ahLst/>
              <a:cxnLst/>
              <a:rect l="0" t="0" r="0" b="0"/>
              <a:pathLst>
                <a:path w="51382" h="13002">
                  <a:moveTo>
                    <a:pt x="51382" y="130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7" name="Output_receptor__4736">
              <a:extLst>
                <a:ext uri="{FF2B5EF4-FFF2-40B4-BE49-F238E27FC236}">
                  <a16:creationId xmlns:a16="http://schemas.microsoft.com/office/drawing/2014/main" id="{A747166B-5701-8FA7-7AA4-B56CC9E91BB3}"/>
                </a:ext>
              </a:extLst>
            </p:cNvPr>
            <p:cNvSpPr>
              <a:spLocks noGrp="1"/>
            </p:cNvSpPr>
            <p:nvPr/>
          </p:nvSpPr>
          <p:spPr>
            <a:xfrm>
              <a:off x="16081814" y="4166240"/>
              <a:ext cx="50470" cy="29564"/>
            </a:xfrm>
            <a:custGeom>
              <a:avLst/>
              <a:gdLst/>
              <a:ahLst/>
              <a:cxnLst/>
              <a:rect l="0" t="0" r="0" b="0"/>
              <a:pathLst>
                <a:path w="50470" h="29564">
                  <a:moveTo>
                    <a:pt x="50470" y="0"/>
                  </a:moveTo>
                  <a:lnTo>
                    <a:pt x="0" y="2956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8" name="Output_receptor__4737">
              <a:extLst>
                <a:ext uri="{FF2B5EF4-FFF2-40B4-BE49-F238E27FC236}">
                  <a16:creationId xmlns:a16="http://schemas.microsoft.com/office/drawing/2014/main" id="{437E19B2-D4D1-F1E5-AEBB-82D82663B5F7}"/>
                </a:ext>
              </a:extLst>
            </p:cNvPr>
            <p:cNvSpPr>
              <a:spLocks noGrp="1"/>
            </p:cNvSpPr>
            <p:nvPr/>
          </p:nvSpPr>
          <p:spPr>
            <a:xfrm>
              <a:off x="16016548" y="4487572"/>
              <a:ext cx="13285" cy="25753"/>
            </a:xfrm>
            <a:custGeom>
              <a:avLst/>
              <a:gdLst/>
              <a:ahLst/>
              <a:cxnLst/>
              <a:rect l="0" t="0" r="0" b="0"/>
              <a:pathLst>
                <a:path w="13285" h="25753">
                  <a:moveTo>
                    <a:pt x="13285" y="257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39" name="Output_receptor__4738">
              <a:extLst>
                <a:ext uri="{FF2B5EF4-FFF2-40B4-BE49-F238E27FC236}">
                  <a16:creationId xmlns:a16="http://schemas.microsoft.com/office/drawing/2014/main" id="{75DA9101-5E93-849D-D106-BF82BC5BD5E8}"/>
                </a:ext>
              </a:extLst>
            </p:cNvPr>
            <p:cNvSpPr>
              <a:spLocks noGrp="1"/>
            </p:cNvSpPr>
            <p:nvPr/>
          </p:nvSpPr>
          <p:spPr>
            <a:xfrm>
              <a:off x="15792346" y="4207854"/>
              <a:ext cx="55514" cy="45201"/>
            </a:xfrm>
            <a:custGeom>
              <a:avLst/>
              <a:gdLst/>
              <a:ahLst/>
              <a:cxnLst/>
              <a:rect l="0" t="0" r="0" b="0"/>
              <a:pathLst>
                <a:path w="55514" h="45201">
                  <a:moveTo>
                    <a:pt x="0" y="45201"/>
                  </a:moveTo>
                  <a:lnTo>
                    <a:pt x="5551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0" name="Output_receptor__4739">
              <a:extLst>
                <a:ext uri="{FF2B5EF4-FFF2-40B4-BE49-F238E27FC236}">
                  <a16:creationId xmlns:a16="http://schemas.microsoft.com/office/drawing/2014/main" id="{653124F9-D8A2-1CA3-1606-22B7574B8603}"/>
                </a:ext>
              </a:extLst>
            </p:cNvPr>
            <p:cNvSpPr>
              <a:spLocks noGrp="1"/>
            </p:cNvSpPr>
            <p:nvPr/>
          </p:nvSpPr>
          <p:spPr>
            <a:xfrm>
              <a:off x="16533749" y="3938344"/>
              <a:ext cx="46342" cy="10206"/>
            </a:xfrm>
            <a:custGeom>
              <a:avLst/>
              <a:gdLst/>
              <a:ahLst/>
              <a:cxnLst/>
              <a:rect l="0" t="0" r="0" b="0"/>
              <a:pathLst>
                <a:path w="46342" h="10206">
                  <a:moveTo>
                    <a:pt x="46342" y="0"/>
                  </a:moveTo>
                  <a:lnTo>
                    <a:pt x="0" y="1020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1" name="Output_receptor__4740">
              <a:extLst>
                <a:ext uri="{FF2B5EF4-FFF2-40B4-BE49-F238E27FC236}">
                  <a16:creationId xmlns:a16="http://schemas.microsoft.com/office/drawing/2014/main" id="{A50CFDDF-6A85-4205-4F50-DA2CD697945B}"/>
                </a:ext>
              </a:extLst>
            </p:cNvPr>
            <p:cNvSpPr>
              <a:spLocks noGrp="1"/>
            </p:cNvSpPr>
            <p:nvPr/>
          </p:nvSpPr>
          <p:spPr>
            <a:xfrm>
              <a:off x="16109640" y="4472956"/>
              <a:ext cx="2373" cy="69119"/>
            </a:xfrm>
            <a:custGeom>
              <a:avLst/>
              <a:gdLst/>
              <a:ahLst/>
              <a:cxnLst/>
              <a:rect l="0" t="0" r="0" b="0"/>
              <a:pathLst>
                <a:path w="2373" h="69119">
                  <a:moveTo>
                    <a:pt x="2373" y="691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2" name="Output_receptor__4741">
              <a:extLst>
                <a:ext uri="{FF2B5EF4-FFF2-40B4-BE49-F238E27FC236}">
                  <a16:creationId xmlns:a16="http://schemas.microsoft.com/office/drawing/2014/main" id="{871E73EB-AA99-CC39-7D9A-E389BE6DD549}"/>
                </a:ext>
              </a:extLst>
            </p:cNvPr>
            <p:cNvSpPr>
              <a:spLocks noGrp="1"/>
            </p:cNvSpPr>
            <p:nvPr/>
          </p:nvSpPr>
          <p:spPr>
            <a:xfrm>
              <a:off x="16132284" y="4166240"/>
              <a:ext cx="51783" cy="18937"/>
            </a:xfrm>
            <a:custGeom>
              <a:avLst/>
              <a:gdLst/>
              <a:ahLst/>
              <a:cxnLst/>
              <a:rect l="0" t="0" r="0" b="0"/>
              <a:pathLst>
                <a:path w="51783" h="18937">
                  <a:moveTo>
                    <a:pt x="51783" y="189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3" name="Output_receptor__4742">
              <a:extLst>
                <a:ext uri="{FF2B5EF4-FFF2-40B4-BE49-F238E27FC236}">
                  <a16:creationId xmlns:a16="http://schemas.microsoft.com/office/drawing/2014/main" id="{178A4C20-E621-E610-EDD4-B48F0BEC0924}"/>
                </a:ext>
              </a:extLst>
            </p:cNvPr>
            <p:cNvSpPr>
              <a:spLocks noGrp="1"/>
            </p:cNvSpPr>
            <p:nvPr/>
          </p:nvSpPr>
          <p:spPr>
            <a:xfrm>
              <a:off x="16178494" y="3609653"/>
              <a:ext cx="23215" cy="25557"/>
            </a:xfrm>
            <a:custGeom>
              <a:avLst/>
              <a:gdLst/>
              <a:ahLst/>
              <a:cxnLst/>
              <a:rect l="0" t="0" r="0" b="0"/>
              <a:pathLst>
                <a:path w="23215" h="25557">
                  <a:moveTo>
                    <a:pt x="23215" y="25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4" name="Output_receptor__4743">
              <a:extLst>
                <a:ext uri="{FF2B5EF4-FFF2-40B4-BE49-F238E27FC236}">
                  <a16:creationId xmlns:a16="http://schemas.microsoft.com/office/drawing/2014/main" id="{72944A33-D79E-CF5D-02DD-752B257890AD}"/>
                </a:ext>
              </a:extLst>
            </p:cNvPr>
            <p:cNvSpPr>
              <a:spLocks noGrp="1"/>
            </p:cNvSpPr>
            <p:nvPr/>
          </p:nvSpPr>
          <p:spPr>
            <a:xfrm>
              <a:off x="15515032" y="4075650"/>
              <a:ext cx="32382" cy="60777"/>
            </a:xfrm>
            <a:custGeom>
              <a:avLst/>
              <a:gdLst/>
              <a:ahLst/>
              <a:cxnLst/>
              <a:rect l="0" t="0" r="0" b="0"/>
              <a:pathLst>
                <a:path w="32382" h="60777">
                  <a:moveTo>
                    <a:pt x="32382" y="0"/>
                  </a:moveTo>
                  <a:lnTo>
                    <a:pt x="0" y="6077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5" name="Output_receptor__4744">
              <a:extLst>
                <a:ext uri="{FF2B5EF4-FFF2-40B4-BE49-F238E27FC236}">
                  <a16:creationId xmlns:a16="http://schemas.microsoft.com/office/drawing/2014/main" id="{ABC0AD47-50DF-86AF-78EB-0D5C664F1468}"/>
                </a:ext>
              </a:extLst>
            </p:cNvPr>
            <p:cNvSpPr>
              <a:spLocks noGrp="1"/>
            </p:cNvSpPr>
            <p:nvPr/>
          </p:nvSpPr>
          <p:spPr>
            <a:xfrm>
              <a:off x="16347968" y="3678203"/>
              <a:ext cx="18416" cy="7226"/>
            </a:xfrm>
            <a:custGeom>
              <a:avLst/>
              <a:gdLst/>
              <a:ahLst/>
              <a:cxnLst/>
              <a:rect l="0" t="0" r="0" b="0"/>
              <a:pathLst>
                <a:path w="18416" h="7226">
                  <a:moveTo>
                    <a:pt x="0" y="0"/>
                  </a:moveTo>
                  <a:lnTo>
                    <a:pt x="18416" y="722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6" name="Output_receptor__4745">
              <a:extLst>
                <a:ext uri="{FF2B5EF4-FFF2-40B4-BE49-F238E27FC236}">
                  <a16:creationId xmlns:a16="http://schemas.microsoft.com/office/drawing/2014/main" id="{01E2183A-A165-6E3F-A617-911DBA040445}"/>
                </a:ext>
              </a:extLst>
            </p:cNvPr>
            <p:cNvSpPr>
              <a:spLocks noGrp="1"/>
            </p:cNvSpPr>
            <p:nvPr/>
          </p:nvSpPr>
          <p:spPr>
            <a:xfrm>
              <a:off x="16524529" y="3855237"/>
              <a:ext cx="69736" cy="16244"/>
            </a:xfrm>
            <a:custGeom>
              <a:avLst/>
              <a:gdLst/>
              <a:ahLst/>
              <a:cxnLst/>
              <a:rect l="0" t="0" r="0" b="0"/>
              <a:pathLst>
                <a:path w="69736" h="16244">
                  <a:moveTo>
                    <a:pt x="0" y="0"/>
                  </a:moveTo>
                  <a:lnTo>
                    <a:pt x="69736" y="1624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7" name="Output_receptor__4746">
              <a:extLst>
                <a:ext uri="{FF2B5EF4-FFF2-40B4-BE49-F238E27FC236}">
                  <a16:creationId xmlns:a16="http://schemas.microsoft.com/office/drawing/2014/main" id="{5851293C-18AC-C5D1-5360-45AE91006FA4}"/>
                </a:ext>
              </a:extLst>
            </p:cNvPr>
            <p:cNvSpPr>
              <a:spLocks noGrp="1"/>
            </p:cNvSpPr>
            <p:nvPr/>
          </p:nvSpPr>
          <p:spPr>
            <a:xfrm>
              <a:off x="15669962" y="3954772"/>
              <a:ext cx="71137" cy="10684"/>
            </a:xfrm>
            <a:custGeom>
              <a:avLst/>
              <a:gdLst/>
              <a:ahLst/>
              <a:cxnLst/>
              <a:rect l="0" t="0" r="0" b="0"/>
              <a:pathLst>
                <a:path w="71137" h="10684">
                  <a:moveTo>
                    <a:pt x="0" y="0"/>
                  </a:moveTo>
                  <a:lnTo>
                    <a:pt x="71137" y="1068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8" name="Output_receptor__4747">
              <a:extLst>
                <a:ext uri="{FF2B5EF4-FFF2-40B4-BE49-F238E27FC236}">
                  <a16:creationId xmlns:a16="http://schemas.microsoft.com/office/drawing/2014/main" id="{6083A3A3-1F06-A7FB-CF3F-339E0AC5BA28}"/>
                </a:ext>
              </a:extLst>
            </p:cNvPr>
            <p:cNvSpPr>
              <a:spLocks noGrp="1"/>
            </p:cNvSpPr>
            <p:nvPr/>
          </p:nvSpPr>
          <p:spPr>
            <a:xfrm>
              <a:off x="16100304" y="3925991"/>
              <a:ext cx="6074" cy="23970"/>
            </a:xfrm>
            <a:custGeom>
              <a:avLst/>
              <a:gdLst/>
              <a:ahLst/>
              <a:cxnLst/>
              <a:rect l="0" t="0" r="0" b="0"/>
              <a:pathLst>
                <a:path w="6074" h="23970">
                  <a:moveTo>
                    <a:pt x="0" y="0"/>
                  </a:moveTo>
                  <a:lnTo>
                    <a:pt x="6074" y="239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49" name="Output_receptor__4748">
              <a:extLst>
                <a:ext uri="{FF2B5EF4-FFF2-40B4-BE49-F238E27FC236}">
                  <a16:creationId xmlns:a16="http://schemas.microsoft.com/office/drawing/2014/main" id="{AA705A7B-05AC-A07B-CA61-3BBBEA38DAAD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8" y="3761451"/>
              <a:ext cx="42107" cy="19527"/>
            </a:xfrm>
            <a:custGeom>
              <a:avLst/>
              <a:gdLst/>
              <a:ahLst/>
              <a:cxnLst/>
              <a:rect l="0" t="0" r="0" b="0"/>
              <a:pathLst>
                <a:path w="42107" h="19527">
                  <a:moveTo>
                    <a:pt x="42107" y="0"/>
                  </a:moveTo>
                  <a:lnTo>
                    <a:pt x="0" y="1952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0" name="Output_receptor__4749">
              <a:extLst>
                <a:ext uri="{FF2B5EF4-FFF2-40B4-BE49-F238E27FC236}">
                  <a16:creationId xmlns:a16="http://schemas.microsoft.com/office/drawing/2014/main" id="{2A68125C-A20D-4A1C-7D4C-D1BD84D0982F}"/>
                </a:ext>
              </a:extLst>
            </p:cNvPr>
            <p:cNvSpPr>
              <a:spLocks noGrp="1"/>
            </p:cNvSpPr>
            <p:nvPr/>
          </p:nvSpPr>
          <p:spPr>
            <a:xfrm>
              <a:off x="15627131" y="4343142"/>
              <a:ext cx="48308" cy="36415"/>
            </a:xfrm>
            <a:custGeom>
              <a:avLst/>
              <a:gdLst/>
              <a:ahLst/>
              <a:cxnLst/>
              <a:rect l="0" t="0" r="0" b="0"/>
              <a:pathLst>
                <a:path w="48308" h="36415">
                  <a:moveTo>
                    <a:pt x="48308" y="0"/>
                  </a:moveTo>
                  <a:lnTo>
                    <a:pt x="0" y="3641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1" name="Output_receptor__4750">
              <a:extLst>
                <a:ext uri="{FF2B5EF4-FFF2-40B4-BE49-F238E27FC236}">
                  <a16:creationId xmlns:a16="http://schemas.microsoft.com/office/drawing/2014/main" id="{2E051630-CD2A-CA98-0FB0-275E788E42A6}"/>
                </a:ext>
              </a:extLst>
            </p:cNvPr>
            <p:cNvSpPr>
              <a:spLocks noGrp="1"/>
            </p:cNvSpPr>
            <p:nvPr/>
          </p:nvSpPr>
          <p:spPr>
            <a:xfrm>
              <a:off x="16663914" y="4205980"/>
              <a:ext cx="10037" cy="8990"/>
            </a:xfrm>
            <a:custGeom>
              <a:avLst/>
              <a:gdLst/>
              <a:ahLst/>
              <a:cxnLst/>
              <a:rect l="0" t="0" r="0" b="0"/>
              <a:pathLst>
                <a:path w="10037" h="8990">
                  <a:moveTo>
                    <a:pt x="0" y="0"/>
                  </a:moveTo>
                  <a:lnTo>
                    <a:pt x="10037" y="899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2" name="Output_receptor__4751">
              <a:extLst>
                <a:ext uri="{FF2B5EF4-FFF2-40B4-BE49-F238E27FC236}">
                  <a16:creationId xmlns:a16="http://schemas.microsoft.com/office/drawing/2014/main" id="{A82B2A7D-4A41-7760-CC51-574414F3DFF9}"/>
                </a:ext>
              </a:extLst>
            </p:cNvPr>
            <p:cNvSpPr>
              <a:spLocks noGrp="1"/>
            </p:cNvSpPr>
            <p:nvPr/>
          </p:nvSpPr>
          <p:spPr>
            <a:xfrm>
              <a:off x="15748235" y="4541509"/>
              <a:ext cx="34443" cy="48135"/>
            </a:xfrm>
            <a:custGeom>
              <a:avLst/>
              <a:gdLst/>
              <a:ahLst/>
              <a:cxnLst/>
              <a:rect l="0" t="0" r="0" b="0"/>
              <a:pathLst>
                <a:path w="34443" h="48135">
                  <a:moveTo>
                    <a:pt x="34443" y="481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3" name="Output_receptor__4752">
              <a:extLst>
                <a:ext uri="{FF2B5EF4-FFF2-40B4-BE49-F238E27FC236}">
                  <a16:creationId xmlns:a16="http://schemas.microsoft.com/office/drawing/2014/main" id="{D8F95117-DCED-CB89-9C37-08D2CD02D186}"/>
                </a:ext>
              </a:extLst>
            </p:cNvPr>
            <p:cNvSpPr>
              <a:spLocks noGrp="1"/>
            </p:cNvSpPr>
            <p:nvPr/>
          </p:nvSpPr>
          <p:spPr>
            <a:xfrm>
              <a:off x="16736172" y="3994981"/>
              <a:ext cx="60979" cy="22055"/>
            </a:xfrm>
            <a:custGeom>
              <a:avLst/>
              <a:gdLst/>
              <a:ahLst/>
              <a:cxnLst/>
              <a:rect l="0" t="0" r="0" b="0"/>
              <a:pathLst>
                <a:path w="60979" h="22055">
                  <a:moveTo>
                    <a:pt x="60979" y="22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4" name="Output_receptor__4753">
              <a:extLst>
                <a:ext uri="{FF2B5EF4-FFF2-40B4-BE49-F238E27FC236}">
                  <a16:creationId xmlns:a16="http://schemas.microsoft.com/office/drawing/2014/main" id="{D0F80271-2633-85A6-526E-BFA6EACAB030}"/>
                </a:ext>
              </a:extLst>
            </p:cNvPr>
            <p:cNvSpPr>
              <a:spLocks noGrp="1"/>
            </p:cNvSpPr>
            <p:nvPr/>
          </p:nvSpPr>
          <p:spPr>
            <a:xfrm>
              <a:off x="16061830" y="3245526"/>
              <a:ext cx="69687" cy="15353"/>
            </a:xfrm>
            <a:custGeom>
              <a:avLst/>
              <a:gdLst/>
              <a:ahLst/>
              <a:cxnLst/>
              <a:rect l="0" t="0" r="0" b="0"/>
              <a:pathLst>
                <a:path w="69687" h="15353">
                  <a:moveTo>
                    <a:pt x="69687" y="15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5" name="Output_receptor__4754">
              <a:extLst>
                <a:ext uri="{FF2B5EF4-FFF2-40B4-BE49-F238E27FC236}">
                  <a16:creationId xmlns:a16="http://schemas.microsoft.com/office/drawing/2014/main" id="{CAB77085-37A9-9011-4E6F-6514B93F4A0E}"/>
                </a:ext>
              </a:extLst>
            </p:cNvPr>
            <p:cNvSpPr>
              <a:spLocks noGrp="1"/>
            </p:cNvSpPr>
            <p:nvPr/>
          </p:nvSpPr>
          <p:spPr>
            <a:xfrm>
              <a:off x="16562820" y="3379451"/>
              <a:ext cx="50736" cy="30709"/>
            </a:xfrm>
            <a:custGeom>
              <a:avLst/>
              <a:gdLst/>
              <a:ahLst/>
              <a:cxnLst/>
              <a:rect l="0" t="0" r="0" b="0"/>
              <a:pathLst>
                <a:path w="50736" h="30709">
                  <a:moveTo>
                    <a:pt x="50736" y="3070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56" name="Output_receptor__4755">
              <a:extLst>
                <a:ext uri="{FF2B5EF4-FFF2-40B4-BE49-F238E27FC236}">
                  <a16:creationId xmlns:a16="http://schemas.microsoft.com/office/drawing/2014/main" id="{E38A65F8-351D-D15E-00FD-82451133F999}"/>
                </a:ext>
              </a:extLst>
            </p:cNvPr>
            <p:cNvSpPr>
              <a:spLocks noGrp="1"/>
            </p:cNvSpPr>
            <p:nvPr/>
          </p:nvSpPr>
          <p:spPr>
            <a:xfrm>
              <a:off x="15823194" y="4432639"/>
              <a:ext cx="24376" cy="10297"/>
            </a:xfrm>
            <a:custGeom>
              <a:avLst/>
              <a:gdLst/>
              <a:ahLst/>
              <a:cxnLst/>
              <a:rect l="0" t="0" r="0" b="0"/>
              <a:pathLst>
                <a:path w="24376" h="10297">
                  <a:moveTo>
                    <a:pt x="24376" y="0"/>
                  </a:moveTo>
                  <a:lnTo>
                    <a:pt x="0" y="1029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7" name="Output_receptor__4756">
              <a:extLst>
                <a:ext uri="{FF2B5EF4-FFF2-40B4-BE49-F238E27FC236}">
                  <a16:creationId xmlns:a16="http://schemas.microsoft.com/office/drawing/2014/main" id="{B060E1F2-C8C8-2BA3-4B7D-B29A46CB92F7}"/>
                </a:ext>
              </a:extLst>
            </p:cNvPr>
            <p:cNvSpPr>
              <a:spLocks noGrp="1"/>
            </p:cNvSpPr>
            <p:nvPr/>
          </p:nvSpPr>
          <p:spPr>
            <a:xfrm>
              <a:off x="16388345" y="3720477"/>
              <a:ext cx="38252" cy="40974"/>
            </a:xfrm>
            <a:custGeom>
              <a:avLst/>
              <a:gdLst/>
              <a:ahLst/>
              <a:cxnLst/>
              <a:rect l="0" t="0" r="0" b="0"/>
              <a:pathLst>
                <a:path w="38252" h="40974">
                  <a:moveTo>
                    <a:pt x="38252" y="0"/>
                  </a:moveTo>
                  <a:lnTo>
                    <a:pt x="0" y="4097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8" name="Output_receptor__4757">
              <a:extLst>
                <a:ext uri="{FF2B5EF4-FFF2-40B4-BE49-F238E27FC236}">
                  <a16:creationId xmlns:a16="http://schemas.microsoft.com/office/drawing/2014/main" id="{3227EB90-3B2C-30EC-769E-0FE62FD105C7}"/>
                </a:ext>
              </a:extLst>
            </p:cNvPr>
            <p:cNvSpPr>
              <a:spLocks noGrp="1"/>
            </p:cNvSpPr>
            <p:nvPr/>
          </p:nvSpPr>
          <p:spPr>
            <a:xfrm>
              <a:off x="16696643" y="3994981"/>
              <a:ext cx="39529" cy="49424"/>
            </a:xfrm>
            <a:custGeom>
              <a:avLst/>
              <a:gdLst/>
              <a:ahLst/>
              <a:cxnLst/>
              <a:rect l="0" t="0" r="0" b="0"/>
              <a:pathLst>
                <a:path w="39529" h="49424">
                  <a:moveTo>
                    <a:pt x="39529" y="0"/>
                  </a:moveTo>
                  <a:lnTo>
                    <a:pt x="0" y="4942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59" name="Output_receptor__4758">
              <a:extLst>
                <a:ext uri="{FF2B5EF4-FFF2-40B4-BE49-F238E27FC236}">
                  <a16:creationId xmlns:a16="http://schemas.microsoft.com/office/drawing/2014/main" id="{C34058E0-05A3-2B5B-BD7B-8ED156610168}"/>
                </a:ext>
              </a:extLst>
            </p:cNvPr>
            <p:cNvSpPr>
              <a:spLocks noGrp="1"/>
            </p:cNvSpPr>
            <p:nvPr/>
          </p:nvSpPr>
          <p:spPr>
            <a:xfrm>
              <a:off x="16009839" y="4626079"/>
              <a:ext cx="11356" cy="69899"/>
            </a:xfrm>
            <a:custGeom>
              <a:avLst/>
              <a:gdLst/>
              <a:ahLst/>
              <a:cxnLst/>
              <a:rect l="0" t="0" r="0" b="0"/>
              <a:pathLst>
                <a:path w="11356" h="69899">
                  <a:moveTo>
                    <a:pt x="0" y="0"/>
                  </a:moveTo>
                  <a:lnTo>
                    <a:pt x="11356" y="69899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60" name="Output_receptor__4759">
              <a:extLst>
                <a:ext uri="{FF2B5EF4-FFF2-40B4-BE49-F238E27FC236}">
                  <a16:creationId xmlns:a16="http://schemas.microsoft.com/office/drawing/2014/main" id="{6838AD56-D614-03A5-710E-9636920331D2}"/>
                </a:ext>
              </a:extLst>
            </p:cNvPr>
            <p:cNvSpPr>
              <a:spLocks noGrp="1"/>
            </p:cNvSpPr>
            <p:nvPr/>
          </p:nvSpPr>
          <p:spPr>
            <a:xfrm>
              <a:off x="16254210" y="3914896"/>
              <a:ext cx="25905" cy="22071"/>
            </a:xfrm>
            <a:custGeom>
              <a:avLst/>
              <a:gdLst/>
              <a:ahLst/>
              <a:cxnLst/>
              <a:rect l="0" t="0" r="0" b="0"/>
              <a:pathLst>
                <a:path w="25905" h="22071">
                  <a:moveTo>
                    <a:pt x="25905" y="220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1" name="Output_receptor__4760">
              <a:extLst>
                <a:ext uri="{FF2B5EF4-FFF2-40B4-BE49-F238E27FC236}">
                  <a16:creationId xmlns:a16="http://schemas.microsoft.com/office/drawing/2014/main" id="{6AC32D86-6E70-290F-2D25-76B0954FD937}"/>
                </a:ext>
              </a:extLst>
            </p:cNvPr>
            <p:cNvSpPr>
              <a:spLocks noGrp="1"/>
            </p:cNvSpPr>
            <p:nvPr/>
          </p:nvSpPr>
          <p:spPr>
            <a:xfrm>
              <a:off x="16236817" y="3542298"/>
              <a:ext cx="1930" cy="26815"/>
            </a:xfrm>
            <a:custGeom>
              <a:avLst/>
              <a:gdLst/>
              <a:ahLst/>
              <a:cxnLst/>
              <a:rect l="0" t="0" r="0" b="0"/>
              <a:pathLst>
                <a:path w="1930" h="26815">
                  <a:moveTo>
                    <a:pt x="0" y="26815"/>
                  </a:moveTo>
                  <a:lnTo>
                    <a:pt x="193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2" name="Output_receptor__4761">
              <a:extLst>
                <a:ext uri="{FF2B5EF4-FFF2-40B4-BE49-F238E27FC236}">
                  <a16:creationId xmlns:a16="http://schemas.microsoft.com/office/drawing/2014/main" id="{618F3E0A-ADFB-1898-A0DA-87A25459B8EB}"/>
                </a:ext>
              </a:extLst>
            </p:cNvPr>
            <p:cNvSpPr>
              <a:spLocks noGrp="1"/>
            </p:cNvSpPr>
            <p:nvPr/>
          </p:nvSpPr>
          <p:spPr>
            <a:xfrm>
              <a:off x="15869998" y="4251340"/>
              <a:ext cx="22337" cy="56775"/>
            </a:xfrm>
            <a:custGeom>
              <a:avLst/>
              <a:gdLst/>
              <a:ahLst/>
              <a:cxnLst/>
              <a:rect l="0" t="0" r="0" b="0"/>
              <a:pathLst>
                <a:path w="22337" h="56775">
                  <a:moveTo>
                    <a:pt x="22337" y="0"/>
                  </a:moveTo>
                  <a:lnTo>
                    <a:pt x="0" y="56775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3" name="Output_receptor__4762">
              <a:extLst>
                <a:ext uri="{FF2B5EF4-FFF2-40B4-BE49-F238E27FC236}">
                  <a16:creationId xmlns:a16="http://schemas.microsoft.com/office/drawing/2014/main" id="{CF18541D-874E-8066-5F38-675C34622507}"/>
                </a:ext>
              </a:extLst>
            </p:cNvPr>
            <p:cNvSpPr>
              <a:spLocks noGrp="1"/>
            </p:cNvSpPr>
            <p:nvPr/>
          </p:nvSpPr>
          <p:spPr>
            <a:xfrm>
              <a:off x="15847860" y="4207854"/>
              <a:ext cx="44475" cy="43487"/>
            </a:xfrm>
            <a:custGeom>
              <a:avLst/>
              <a:gdLst/>
              <a:ahLst/>
              <a:cxnLst/>
              <a:rect l="0" t="0" r="0" b="0"/>
              <a:pathLst>
                <a:path w="44475" h="43487">
                  <a:moveTo>
                    <a:pt x="0" y="0"/>
                  </a:moveTo>
                  <a:lnTo>
                    <a:pt x="44475" y="43487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4" name="Output_receptor__4763">
              <a:extLst>
                <a:ext uri="{FF2B5EF4-FFF2-40B4-BE49-F238E27FC236}">
                  <a16:creationId xmlns:a16="http://schemas.microsoft.com/office/drawing/2014/main" id="{586D842C-E448-826E-1014-463EBB308D5C}"/>
                </a:ext>
              </a:extLst>
            </p:cNvPr>
            <p:cNvSpPr>
              <a:spLocks noGrp="1"/>
            </p:cNvSpPr>
            <p:nvPr/>
          </p:nvSpPr>
          <p:spPr>
            <a:xfrm>
              <a:off x="15675439" y="4321672"/>
              <a:ext cx="39734" cy="21470"/>
            </a:xfrm>
            <a:custGeom>
              <a:avLst/>
              <a:gdLst/>
              <a:ahLst/>
              <a:cxnLst/>
              <a:rect l="0" t="0" r="0" b="0"/>
              <a:pathLst>
                <a:path w="39734" h="21470">
                  <a:moveTo>
                    <a:pt x="39734" y="0"/>
                  </a:moveTo>
                  <a:lnTo>
                    <a:pt x="0" y="2147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5" name="Output_receptor__4764">
              <a:extLst>
                <a:ext uri="{FF2B5EF4-FFF2-40B4-BE49-F238E27FC236}">
                  <a16:creationId xmlns:a16="http://schemas.microsoft.com/office/drawing/2014/main" id="{8A36E8FA-E570-1F0C-9436-9667ACB8F327}"/>
                </a:ext>
              </a:extLst>
            </p:cNvPr>
            <p:cNvSpPr>
              <a:spLocks noGrp="1"/>
            </p:cNvSpPr>
            <p:nvPr/>
          </p:nvSpPr>
          <p:spPr>
            <a:xfrm>
              <a:off x="16613021" y="4128573"/>
              <a:ext cx="58192" cy="5962"/>
            </a:xfrm>
            <a:custGeom>
              <a:avLst/>
              <a:gdLst/>
              <a:ahLst/>
              <a:cxnLst/>
              <a:rect l="0" t="0" r="0" b="0"/>
              <a:pathLst>
                <a:path w="58192" h="5962">
                  <a:moveTo>
                    <a:pt x="0" y="0"/>
                  </a:moveTo>
                  <a:lnTo>
                    <a:pt x="58192" y="5962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6" name="Output_receptor__4765">
              <a:extLst>
                <a:ext uri="{FF2B5EF4-FFF2-40B4-BE49-F238E27FC236}">
                  <a16:creationId xmlns:a16="http://schemas.microsoft.com/office/drawing/2014/main" id="{36ECEAFD-EEA7-4AEF-E888-C026CC8EA11D}"/>
                </a:ext>
              </a:extLst>
            </p:cNvPr>
            <p:cNvSpPr>
              <a:spLocks noGrp="1"/>
            </p:cNvSpPr>
            <p:nvPr/>
          </p:nvSpPr>
          <p:spPr>
            <a:xfrm>
              <a:off x="16168198" y="3495104"/>
              <a:ext cx="9657" cy="32108"/>
            </a:xfrm>
            <a:custGeom>
              <a:avLst/>
              <a:gdLst/>
              <a:ahLst/>
              <a:cxnLst/>
              <a:rect l="0" t="0" r="0" b="0"/>
              <a:pathLst>
                <a:path w="9657" h="32108">
                  <a:moveTo>
                    <a:pt x="0" y="32108"/>
                  </a:moveTo>
                  <a:lnTo>
                    <a:pt x="965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7" name="Output_receptor__4766">
              <a:extLst>
                <a:ext uri="{FF2B5EF4-FFF2-40B4-BE49-F238E27FC236}">
                  <a16:creationId xmlns:a16="http://schemas.microsoft.com/office/drawing/2014/main" id="{13BBBAE2-2EF7-3A24-7C19-C68E7416625C}"/>
                </a:ext>
              </a:extLst>
            </p:cNvPr>
            <p:cNvSpPr>
              <a:spLocks noGrp="1"/>
            </p:cNvSpPr>
            <p:nvPr/>
          </p:nvSpPr>
          <p:spPr>
            <a:xfrm>
              <a:off x="16297770" y="3844957"/>
              <a:ext cx="10088" cy="21866"/>
            </a:xfrm>
            <a:custGeom>
              <a:avLst/>
              <a:gdLst/>
              <a:ahLst/>
              <a:cxnLst/>
              <a:rect l="0" t="0" r="0" b="0"/>
              <a:pathLst>
                <a:path w="10088" h="21866">
                  <a:moveTo>
                    <a:pt x="10088" y="218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8" name="Output_receptor__4767">
              <a:extLst>
                <a:ext uri="{FF2B5EF4-FFF2-40B4-BE49-F238E27FC236}">
                  <a16:creationId xmlns:a16="http://schemas.microsoft.com/office/drawing/2014/main" id="{2F4A227E-6FA8-5EFE-B4BB-A10E91FFDE04}"/>
                </a:ext>
              </a:extLst>
            </p:cNvPr>
            <p:cNvSpPr>
              <a:spLocks noGrp="1"/>
            </p:cNvSpPr>
            <p:nvPr/>
          </p:nvSpPr>
          <p:spPr>
            <a:xfrm>
              <a:off x="16573758" y="4128573"/>
              <a:ext cx="39263" cy="36960"/>
            </a:xfrm>
            <a:custGeom>
              <a:avLst/>
              <a:gdLst/>
              <a:ahLst/>
              <a:cxnLst/>
              <a:rect l="0" t="0" r="0" b="0"/>
              <a:pathLst>
                <a:path w="39263" h="36960">
                  <a:moveTo>
                    <a:pt x="0" y="36960"/>
                  </a:moveTo>
                  <a:lnTo>
                    <a:pt x="3926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69" name="Output_receptor__4768">
              <a:extLst>
                <a:ext uri="{FF2B5EF4-FFF2-40B4-BE49-F238E27FC236}">
                  <a16:creationId xmlns:a16="http://schemas.microsoft.com/office/drawing/2014/main" id="{A7CAABD8-1563-F567-2617-71CAB6BDD6A4}"/>
                </a:ext>
              </a:extLst>
            </p:cNvPr>
            <p:cNvSpPr>
              <a:spLocks noGrp="1"/>
            </p:cNvSpPr>
            <p:nvPr/>
          </p:nvSpPr>
          <p:spPr>
            <a:xfrm>
              <a:off x="16580091" y="3871481"/>
              <a:ext cx="14175" cy="66863"/>
            </a:xfrm>
            <a:custGeom>
              <a:avLst/>
              <a:gdLst/>
              <a:ahLst/>
              <a:cxnLst/>
              <a:rect l="0" t="0" r="0" b="0"/>
              <a:pathLst>
                <a:path w="14175" h="66863">
                  <a:moveTo>
                    <a:pt x="14175" y="0"/>
                  </a:moveTo>
                  <a:lnTo>
                    <a:pt x="0" y="6686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0" name="Output_receptor__4769">
              <a:extLst>
                <a:ext uri="{FF2B5EF4-FFF2-40B4-BE49-F238E27FC236}">
                  <a16:creationId xmlns:a16="http://schemas.microsoft.com/office/drawing/2014/main" id="{2FB53B3C-4B3A-0D6C-0D80-30D56C368DE7}"/>
                </a:ext>
              </a:extLst>
            </p:cNvPr>
            <p:cNvSpPr>
              <a:spLocks noGrp="1"/>
            </p:cNvSpPr>
            <p:nvPr/>
          </p:nvSpPr>
          <p:spPr>
            <a:xfrm>
              <a:off x="15738628" y="4589644"/>
              <a:ext cx="44050" cy="53441"/>
            </a:xfrm>
            <a:custGeom>
              <a:avLst/>
              <a:gdLst/>
              <a:ahLst/>
              <a:cxnLst/>
              <a:rect l="0" t="0" r="0" b="0"/>
              <a:pathLst>
                <a:path w="44050" h="53441">
                  <a:moveTo>
                    <a:pt x="0" y="53441"/>
                  </a:moveTo>
                  <a:lnTo>
                    <a:pt x="4405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1" name="Output_receptor__4770">
              <a:extLst>
                <a:ext uri="{FF2B5EF4-FFF2-40B4-BE49-F238E27FC236}">
                  <a16:creationId xmlns:a16="http://schemas.microsoft.com/office/drawing/2014/main" id="{C64C86A5-B8B3-8D25-C3FC-7FE9B5E63A14}"/>
                </a:ext>
              </a:extLst>
            </p:cNvPr>
            <p:cNvSpPr>
              <a:spLocks noGrp="1"/>
            </p:cNvSpPr>
            <p:nvPr/>
          </p:nvSpPr>
          <p:spPr>
            <a:xfrm>
              <a:off x="15725793" y="3965457"/>
              <a:ext cx="15305" cy="68278"/>
            </a:xfrm>
            <a:custGeom>
              <a:avLst/>
              <a:gdLst/>
              <a:ahLst/>
              <a:cxnLst/>
              <a:rect l="0" t="0" r="0" b="0"/>
              <a:pathLst>
                <a:path w="15305" h="68278">
                  <a:moveTo>
                    <a:pt x="15305" y="0"/>
                  </a:moveTo>
                  <a:lnTo>
                    <a:pt x="0" y="6827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2" name="Output_receptor__4771">
              <a:extLst>
                <a:ext uri="{FF2B5EF4-FFF2-40B4-BE49-F238E27FC236}">
                  <a16:creationId xmlns:a16="http://schemas.microsoft.com/office/drawing/2014/main" id="{C079B6CC-55D4-47AC-CE46-357F662E805B}"/>
                </a:ext>
              </a:extLst>
            </p:cNvPr>
            <p:cNvSpPr>
              <a:spLocks noGrp="1"/>
            </p:cNvSpPr>
            <p:nvPr/>
          </p:nvSpPr>
          <p:spPr>
            <a:xfrm>
              <a:off x="15563133" y="4275969"/>
              <a:ext cx="50464" cy="40606"/>
            </a:xfrm>
            <a:custGeom>
              <a:avLst/>
              <a:gdLst/>
              <a:ahLst/>
              <a:cxnLst/>
              <a:rect l="0" t="0" r="0" b="0"/>
              <a:pathLst>
                <a:path w="50464" h="40606">
                  <a:moveTo>
                    <a:pt x="50464" y="0"/>
                  </a:moveTo>
                  <a:lnTo>
                    <a:pt x="0" y="40606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3" name="Output_receptor__4772">
              <a:extLst>
                <a:ext uri="{FF2B5EF4-FFF2-40B4-BE49-F238E27FC236}">
                  <a16:creationId xmlns:a16="http://schemas.microsoft.com/office/drawing/2014/main" id="{20C92A22-571D-701E-C028-697180844823}"/>
                </a:ext>
              </a:extLst>
            </p:cNvPr>
            <p:cNvSpPr>
              <a:spLocks noGrp="1"/>
            </p:cNvSpPr>
            <p:nvPr/>
          </p:nvSpPr>
          <p:spPr>
            <a:xfrm>
              <a:off x="16783457" y="4017037"/>
              <a:ext cx="13694" cy="70151"/>
            </a:xfrm>
            <a:custGeom>
              <a:avLst/>
              <a:gdLst/>
              <a:ahLst/>
              <a:cxnLst/>
              <a:rect l="0" t="0" r="0" b="0"/>
              <a:pathLst>
                <a:path w="13694" h="70151">
                  <a:moveTo>
                    <a:pt x="0" y="70151"/>
                  </a:moveTo>
                  <a:lnTo>
                    <a:pt x="13694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4" name="Output_receptor__4773">
              <a:extLst>
                <a:ext uri="{FF2B5EF4-FFF2-40B4-BE49-F238E27FC236}">
                  <a16:creationId xmlns:a16="http://schemas.microsoft.com/office/drawing/2014/main" id="{641FAD93-80BC-4353-9DED-E170135E4440}"/>
                </a:ext>
              </a:extLst>
            </p:cNvPr>
            <p:cNvSpPr>
              <a:spLocks noGrp="1"/>
            </p:cNvSpPr>
            <p:nvPr/>
          </p:nvSpPr>
          <p:spPr>
            <a:xfrm>
              <a:off x="16005125" y="4420974"/>
              <a:ext cx="11423" cy="66598"/>
            </a:xfrm>
            <a:custGeom>
              <a:avLst/>
              <a:gdLst/>
              <a:ahLst/>
              <a:cxnLst/>
              <a:rect l="0" t="0" r="0" b="0"/>
              <a:pathLst>
                <a:path w="11423" h="66598">
                  <a:moveTo>
                    <a:pt x="11423" y="6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5" name="Output_receptor__4774">
              <a:extLst>
                <a:ext uri="{FF2B5EF4-FFF2-40B4-BE49-F238E27FC236}">
                  <a16:creationId xmlns:a16="http://schemas.microsoft.com/office/drawing/2014/main" id="{D417710E-2EC7-AFE6-964D-3FF35E0ABE67}"/>
                </a:ext>
              </a:extLst>
            </p:cNvPr>
            <p:cNvSpPr>
              <a:spLocks noGrp="1"/>
            </p:cNvSpPr>
            <p:nvPr/>
          </p:nvSpPr>
          <p:spPr>
            <a:xfrm>
              <a:off x="15570384" y="2714381"/>
              <a:ext cx="21379" cy="12179"/>
            </a:xfrm>
            <a:custGeom>
              <a:avLst/>
              <a:gdLst/>
              <a:ahLst/>
              <a:cxnLst/>
              <a:rect l="0" t="0" r="0" b="0"/>
              <a:pathLst>
                <a:path w="21379" h="12179">
                  <a:moveTo>
                    <a:pt x="0" y="0"/>
                  </a:moveTo>
                  <a:lnTo>
                    <a:pt x="21379" y="12179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6" name="Output_receptor__4775">
              <a:extLst>
                <a:ext uri="{FF2B5EF4-FFF2-40B4-BE49-F238E27FC236}">
                  <a16:creationId xmlns:a16="http://schemas.microsoft.com/office/drawing/2014/main" id="{CAB76472-D2D9-752B-1B6E-258FF461FE80}"/>
                </a:ext>
              </a:extLst>
            </p:cNvPr>
            <p:cNvSpPr>
              <a:spLocks noGrp="1"/>
            </p:cNvSpPr>
            <p:nvPr/>
          </p:nvSpPr>
          <p:spPr>
            <a:xfrm>
              <a:off x="15938088" y="4626079"/>
              <a:ext cx="71751" cy="12334"/>
            </a:xfrm>
            <a:custGeom>
              <a:avLst/>
              <a:gdLst/>
              <a:ahLst/>
              <a:cxnLst/>
              <a:rect l="0" t="0" r="0" b="0"/>
              <a:pathLst>
                <a:path w="71751" h="12334">
                  <a:moveTo>
                    <a:pt x="0" y="12334"/>
                  </a:moveTo>
                  <a:lnTo>
                    <a:pt x="71751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77" name="Output_receptor__4776">
              <a:extLst>
                <a:ext uri="{FF2B5EF4-FFF2-40B4-BE49-F238E27FC236}">
                  <a16:creationId xmlns:a16="http://schemas.microsoft.com/office/drawing/2014/main" id="{14F50C4A-8530-B9EA-505E-D05854E57484}"/>
                </a:ext>
              </a:extLst>
            </p:cNvPr>
            <p:cNvSpPr>
              <a:spLocks noGrp="1"/>
            </p:cNvSpPr>
            <p:nvPr/>
          </p:nvSpPr>
          <p:spPr>
            <a:xfrm>
              <a:off x="16409866" y="3607004"/>
              <a:ext cx="2326" cy="40764"/>
            </a:xfrm>
            <a:custGeom>
              <a:avLst/>
              <a:gdLst/>
              <a:ahLst/>
              <a:cxnLst/>
              <a:rect l="0" t="0" r="0" b="0"/>
              <a:pathLst>
                <a:path w="2326" h="40764">
                  <a:moveTo>
                    <a:pt x="0" y="0"/>
                  </a:moveTo>
                  <a:lnTo>
                    <a:pt x="2326" y="40764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78" name="Output_receptor__4777">
              <a:extLst>
                <a:ext uri="{FF2B5EF4-FFF2-40B4-BE49-F238E27FC236}">
                  <a16:creationId xmlns:a16="http://schemas.microsoft.com/office/drawing/2014/main" id="{603DD3C2-2F2F-A8E5-33B5-1C4D021272EF}"/>
                </a:ext>
              </a:extLst>
            </p:cNvPr>
            <p:cNvSpPr>
              <a:spLocks noGrp="1"/>
            </p:cNvSpPr>
            <p:nvPr/>
          </p:nvSpPr>
          <p:spPr>
            <a:xfrm>
              <a:off x="15761767" y="3771191"/>
              <a:ext cx="62799" cy="36622"/>
            </a:xfrm>
            <a:custGeom>
              <a:avLst/>
              <a:gdLst/>
              <a:ahLst/>
              <a:cxnLst/>
              <a:rect l="0" t="0" r="0" b="0"/>
              <a:pathLst>
                <a:path w="62799" h="36622">
                  <a:moveTo>
                    <a:pt x="62799" y="3662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79" name="Output_receptor__4778">
              <a:extLst>
                <a:ext uri="{FF2B5EF4-FFF2-40B4-BE49-F238E27FC236}">
                  <a16:creationId xmlns:a16="http://schemas.microsoft.com/office/drawing/2014/main" id="{7058ECE1-642E-6555-09BC-0303D581356D}"/>
                </a:ext>
              </a:extLst>
            </p:cNvPr>
            <p:cNvSpPr>
              <a:spLocks noGrp="1"/>
            </p:cNvSpPr>
            <p:nvPr/>
          </p:nvSpPr>
          <p:spPr>
            <a:xfrm>
              <a:off x="15873284" y="4115956"/>
              <a:ext cx="11581" cy="48323"/>
            </a:xfrm>
            <a:custGeom>
              <a:avLst/>
              <a:gdLst/>
              <a:ahLst/>
              <a:cxnLst/>
              <a:rect l="0" t="0" r="0" b="0"/>
              <a:pathLst>
                <a:path w="11581" h="48323">
                  <a:moveTo>
                    <a:pt x="0" y="0"/>
                  </a:moveTo>
                  <a:lnTo>
                    <a:pt x="11581" y="48323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0" name="Output_receptor__4779">
              <a:extLst>
                <a:ext uri="{FF2B5EF4-FFF2-40B4-BE49-F238E27FC236}">
                  <a16:creationId xmlns:a16="http://schemas.microsoft.com/office/drawing/2014/main" id="{38CEFC6B-AFCA-4FF8-FF61-2F4ED1891A57}"/>
                </a:ext>
              </a:extLst>
            </p:cNvPr>
            <p:cNvSpPr>
              <a:spLocks noGrp="1"/>
            </p:cNvSpPr>
            <p:nvPr/>
          </p:nvSpPr>
          <p:spPr>
            <a:xfrm>
              <a:off x="15824565" y="3807813"/>
              <a:ext cx="9517" cy="72211"/>
            </a:xfrm>
            <a:custGeom>
              <a:avLst/>
              <a:gdLst/>
              <a:ahLst/>
              <a:cxnLst/>
              <a:rect l="0" t="0" r="0" b="0"/>
              <a:pathLst>
                <a:path w="9517" h="72211">
                  <a:moveTo>
                    <a:pt x="9517" y="7221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AED"/>
              </a:solidFill>
            </a:ln>
          </p:spPr>
        </p:sp>
        <p:sp>
          <p:nvSpPr>
            <p:cNvPr id="4781" name="Output_receptor__4780">
              <a:extLst>
                <a:ext uri="{FF2B5EF4-FFF2-40B4-BE49-F238E27FC236}">
                  <a16:creationId xmlns:a16="http://schemas.microsoft.com/office/drawing/2014/main" id="{41C0191B-7811-A59C-6C36-73CDDAA5B88B}"/>
                </a:ext>
              </a:extLst>
            </p:cNvPr>
            <p:cNvSpPr>
              <a:spLocks noGrp="1"/>
            </p:cNvSpPr>
            <p:nvPr/>
          </p:nvSpPr>
          <p:spPr>
            <a:xfrm>
              <a:off x="15788025" y="4360434"/>
              <a:ext cx="28402" cy="11839"/>
            </a:xfrm>
            <a:custGeom>
              <a:avLst/>
              <a:gdLst/>
              <a:ahLst/>
              <a:cxnLst/>
              <a:rect l="0" t="0" r="0" b="0"/>
              <a:pathLst>
                <a:path w="28402" h="11839">
                  <a:moveTo>
                    <a:pt x="28402" y="11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2" name="Output_receptor__4781">
              <a:extLst>
                <a:ext uri="{FF2B5EF4-FFF2-40B4-BE49-F238E27FC236}">
                  <a16:creationId xmlns:a16="http://schemas.microsoft.com/office/drawing/2014/main" id="{4FE5170C-3FA7-E960-9D27-E5C6C811259F}"/>
                </a:ext>
              </a:extLst>
            </p:cNvPr>
            <p:cNvSpPr>
              <a:spLocks noGrp="1"/>
            </p:cNvSpPr>
            <p:nvPr/>
          </p:nvSpPr>
          <p:spPr>
            <a:xfrm>
              <a:off x="16227452" y="3798710"/>
              <a:ext cx="13091" cy="34909"/>
            </a:xfrm>
            <a:custGeom>
              <a:avLst/>
              <a:gdLst/>
              <a:ahLst/>
              <a:cxnLst/>
              <a:rect l="0" t="0" r="0" b="0"/>
              <a:pathLst>
                <a:path w="13091" h="34909">
                  <a:moveTo>
                    <a:pt x="0" y="34909"/>
                  </a:moveTo>
                  <a:lnTo>
                    <a:pt x="13091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3" name="Output_receptor__4782">
              <a:extLst>
                <a:ext uri="{FF2B5EF4-FFF2-40B4-BE49-F238E27FC236}">
                  <a16:creationId xmlns:a16="http://schemas.microsoft.com/office/drawing/2014/main" id="{58A4026A-D45E-5E04-8BB2-ECB4AC916567}"/>
                </a:ext>
              </a:extLst>
            </p:cNvPr>
            <p:cNvSpPr>
              <a:spLocks noGrp="1"/>
            </p:cNvSpPr>
            <p:nvPr/>
          </p:nvSpPr>
          <p:spPr>
            <a:xfrm>
              <a:off x="16131517" y="3191392"/>
              <a:ext cx="5973" cy="69488"/>
            </a:xfrm>
            <a:custGeom>
              <a:avLst/>
              <a:gdLst/>
              <a:ahLst/>
              <a:cxnLst/>
              <a:rect l="0" t="0" r="0" b="0"/>
              <a:pathLst>
                <a:path w="5973" h="69488">
                  <a:moveTo>
                    <a:pt x="5973" y="0"/>
                  </a:moveTo>
                  <a:lnTo>
                    <a:pt x="0" y="69488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4" name="Output_receptor__4783">
              <a:extLst>
                <a:ext uri="{FF2B5EF4-FFF2-40B4-BE49-F238E27FC236}">
                  <a16:creationId xmlns:a16="http://schemas.microsoft.com/office/drawing/2014/main" id="{DC5B20D5-FC7B-6978-0700-804D21F14A44}"/>
                </a:ext>
              </a:extLst>
            </p:cNvPr>
            <p:cNvSpPr>
              <a:spLocks noGrp="1"/>
            </p:cNvSpPr>
            <p:nvPr/>
          </p:nvSpPr>
          <p:spPr>
            <a:xfrm>
              <a:off x="16235256" y="3650320"/>
              <a:ext cx="31867" cy="31541"/>
            </a:xfrm>
            <a:custGeom>
              <a:avLst/>
              <a:gdLst/>
              <a:ahLst/>
              <a:cxnLst/>
              <a:rect l="0" t="0" r="0" b="0"/>
              <a:pathLst>
                <a:path w="31867" h="31541">
                  <a:moveTo>
                    <a:pt x="0" y="31541"/>
                  </a:moveTo>
                  <a:lnTo>
                    <a:pt x="31867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5" name="Output_receptor__4784">
              <a:extLst>
                <a:ext uri="{FF2B5EF4-FFF2-40B4-BE49-F238E27FC236}">
                  <a16:creationId xmlns:a16="http://schemas.microsoft.com/office/drawing/2014/main" id="{E31535D2-09F9-F789-80D0-03717C49F314}"/>
                </a:ext>
              </a:extLst>
            </p:cNvPr>
            <p:cNvSpPr>
              <a:spLocks noGrp="1"/>
            </p:cNvSpPr>
            <p:nvPr/>
          </p:nvSpPr>
          <p:spPr>
            <a:xfrm>
              <a:off x="16158574" y="4185177"/>
              <a:ext cx="25493" cy="67539"/>
            </a:xfrm>
            <a:custGeom>
              <a:avLst/>
              <a:gdLst/>
              <a:ahLst/>
              <a:cxnLst/>
              <a:rect l="0" t="0" r="0" b="0"/>
              <a:pathLst>
                <a:path w="25493" h="67539">
                  <a:moveTo>
                    <a:pt x="0" y="67539"/>
                  </a:moveTo>
                  <a:lnTo>
                    <a:pt x="25493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6" name="Output_receptor__4785">
              <a:extLst>
                <a:ext uri="{FF2B5EF4-FFF2-40B4-BE49-F238E27FC236}">
                  <a16:creationId xmlns:a16="http://schemas.microsoft.com/office/drawing/2014/main" id="{33F55B9A-57F6-8726-050E-7D0F88D2F49E}"/>
                </a:ext>
              </a:extLst>
            </p:cNvPr>
            <p:cNvSpPr>
              <a:spLocks noGrp="1"/>
            </p:cNvSpPr>
            <p:nvPr/>
          </p:nvSpPr>
          <p:spPr>
            <a:xfrm>
              <a:off x="15897070" y="4386436"/>
              <a:ext cx="21102" cy="45735"/>
            </a:xfrm>
            <a:custGeom>
              <a:avLst/>
              <a:gdLst/>
              <a:ahLst/>
              <a:cxnLst/>
              <a:rect l="0" t="0" r="0" b="0"/>
              <a:pathLst>
                <a:path w="21102" h="45735">
                  <a:moveTo>
                    <a:pt x="21102" y="45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AED"/>
              </a:solidFill>
            </a:ln>
          </p:spPr>
        </p:sp>
        <p:sp>
          <p:nvSpPr>
            <p:cNvPr id="4787" name="Output_receptor__4786">
              <a:extLst>
                <a:ext uri="{FF2B5EF4-FFF2-40B4-BE49-F238E27FC236}">
                  <a16:creationId xmlns:a16="http://schemas.microsoft.com/office/drawing/2014/main" id="{5BB3210B-5E65-0EC2-D27D-5EE53A42C708}"/>
                </a:ext>
              </a:extLst>
            </p:cNvPr>
            <p:cNvSpPr>
              <a:spLocks noGrp="1"/>
            </p:cNvSpPr>
            <p:nvPr/>
          </p:nvSpPr>
          <p:spPr>
            <a:xfrm>
              <a:off x="15455072" y="4237799"/>
              <a:ext cx="54189" cy="46402"/>
            </a:xfrm>
            <a:custGeom>
              <a:avLst/>
              <a:gdLst/>
              <a:ahLst/>
              <a:cxnLst/>
              <a:rect l="0" t="0" r="0" b="0"/>
              <a:pathLst>
                <a:path w="54189" h="46402">
                  <a:moveTo>
                    <a:pt x="54189" y="0"/>
                  </a:moveTo>
                  <a:lnTo>
                    <a:pt x="0" y="4640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88" name="Output_receptor__4787">
              <a:extLst>
                <a:ext uri="{FF2B5EF4-FFF2-40B4-BE49-F238E27FC236}">
                  <a16:creationId xmlns:a16="http://schemas.microsoft.com/office/drawing/2014/main" id="{F84AA326-0804-5D23-D8B8-A3E66EA54E0D}"/>
                </a:ext>
              </a:extLst>
            </p:cNvPr>
            <p:cNvSpPr>
              <a:spLocks noGrp="1"/>
            </p:cNvSpPr>
            <p:nvPr/>
          </p:nvSpPr>
          <p:spPr>
            <a:xfrm>
              <a:off x="15918172" y="4432171"/>
              <a:ext cx="5667" cy="54634"/>
            </a:xfrm>
            <a:custGeom>
              <a:avLst/>
              <a:gdLst/>
              <a:ahLst/>
              <a:cxnLst/>
              <a:rect l="0" t="0" r="0" b="0"/>
              <a:pathLst>
                <a:path w="5667" h="54634">
                  <a:moveTo>
                    <a:pt x="5667" y="54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89" name="Output_receptor__4788">
              <a:extLst>
                <a:ext uri="{FF2B5EF4-FFF2-40B4-BE49-F238E27FC236}">
                  <a16:creationId xmlns:a16="http://schemas.microsoft.com/office/drawing/2014/main" id="{B549ED30-1F15-04A7-2D7F-146874ABF3ED}"/>
                </a:ext>
              </a:extLst>
            </p:cNvPr>
            <p:cNvSpPr>
              <a:spLocks noGrp="1"/>
            </p:cNvSpPr>
            <p:nvPr/>
          </p:nvSpPr>
          <p:spPr>
            <a:xfrm>
              <a:off x="16047432" y="4099057"/>
              <a:ext cx="65282" cy="1656"/>
            </a:xfrm>
            <a:custGeom>
              <a:avLst/>
              <a:gdLst/>
              <a:ahLst/>
              <a:cxnLst/>
              <a:rect l="0" t="0" r="0" b="0"/>
              <a:pathLst>
                <a:path w="65282" h="1656">
                  <a:moveTo>
                    <a:pt x="65282" y="0"/>
                  </a:moveTo>
                  <a:lnTo>
                    <a:pt x="0" y="1656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0" name="Output_receptor__4789">
              <a:extLst>
                <a:ext uri="{FF2B5EF4-FFF2-40B4-BE49-F238E27FC236}">
                  <a16:creationId xmlns:a16="http://schemas.microsoft.com/office/drawing/2014/main" id="{1EE57D91-1968-DEAF-77FA-130C47CFE5DE}"/>
                </a:ext>
              </a:extLst>
            </p:cNvPr>
            <p:cNvSpPr>
              <a:spLocks noGrp="1"/>
            </p:cNvSpPr>
            <p:nvPr/>
          </p:nvSpPr>
          <p:spPr>
            <a:xfrm>
              <a:off x="16102944" y="3377454"/>
              <a:ext cx="46539" cy="22739"/>
            </a:xfrm>
            <a:custGeom>
              <a:avLst/>
              <a:gdLst/>
              <a:ahLst/>
              <a:cxnLst/>
              <a:rect l="0" t="0" r="0" b="0"/>
              <a:pathLst>
                <a:path w="46539" h="22739">
                  <a:moveTo>
                    <a:pt x="46539" y="0"/>
                  </a:moveTo>
                  <a:lnTo>
                    <a:pt x="0" y="2273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791" name="Output_receptor__4790">
              <a:extLst>
                <a:ext uri="{FF2B5EF4-FFF2-40B4-BE49-F238E27FC236}">
                  <a16:creationId xmlns:a16="http://schemas.microsoft.com/office/drawing/2014/main" id="{6ED0073B-7AF9-9033-83BD-F52C028470E8}"/>
                </a:ext>
              </a:extLst>
            </p:cNvPr>
            <p:cNvSpPr>
              <a:spLocks noGrp="1"/>
            </p:cNvSpPr>
            <p:nvPr/>
          </p:nvSpPr>
          <p:spPr>
            <a:xfrm>
              <a:off x="16396623" y="3479289"/>
              <a:ext cx="27690" cy="54015"/>
            </a:xfrm>
            <a:custGeom>
              <a:avLst/>
              <a:gdLst/>
              <a:ahLst/>
              <a:cxnLst/>
              <a:rect l="0" t="0" r="0" b="0"/>
              <a:pathLst>
                <a:path w="27690" h="54015">
                  <a:moveTo>
                    <a:pt x="0" y="0"/>
                  </a:moveTo>
                  <a:lnTo>
                    <a:pt x="27690" y="5401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2" name="Output_receptor__4791">
              <a:extLst>
                <a:ext uri="{FF2B5EF4-FFF2-40B4-BE49-F238E27FC236}">
                  <a16:creationId xmlns:a16="http://schemas.microsoft.com/office/drawing/2014/main" id="{6AFB04D3-815E-83B0-9A59-86A8326AAFEC}"/>
                </a:ext>
              </a:extLst>
            </p:cNvPr>
            <p:cNvSpPr>
              <a:spLocks noGrp="1"/>
            </p:cNvSpPr>
            <p:nvPr/>
          </p:nvSpPr>
          <p:spPr>
            <a:xfrm>
              <a:off x="16334686" y="4092378"/>
              <a:ext cx="9649" cy="38075"/>
            </a:xfrm>
            <a:custGeom>
              <a:avLst/>
              <a:gdLst/>
              <a:ahLst/>
              <a:cxnLst/>
              <a:rect l="0" t="0" r="0" b="0"/>
              <a:pathLst>
                <a:path w="9649" h="38075">
                  <a:moveTo>
                    <a:pt x="0" y="38075"/>
                  </a:moveTo>
                  <a:lnTo>
                    <a:pt x="964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3" name="Output_receptor__4792">
              <a:extLst>
                <a:ext uri="{FF2B5EF4-FFF2-40B4-BE49-F238E27FC236}">
                  <a16:creationId xmlns:a16="http://schemas.microsoft.com/office/drawing/2014/main" id="{6C10FD97-AA05-88DB-F7AF-7CB03FD7175B}"/>
                </a:ext>
              </a:extLst>
            </p:cNvPr>
            <p:cNvSpPr>
              <a:spLocks noGrp="1"/>
            </p:cNvSpPr>
            <p:nvPr/>
          </p:nvSpPr>
          <p:spPr>
            <a:xfrm>
              <a:off x="15721551" y="4390024"/>
              <a:ext cx="16034" cy="21530"/>
            </a:xfrm>
            <a:custGeom>
              <a:avLst/>
              <a:gdLst/>
              <a:ahLst/>
              <a:cxnLst/>
              <a:rect l="0" t="0" r="0" b="0"/>
              <a:pathLst>
                <a:path w="16034" h="21530">
                  <a:moveTo>
                    <a:pt x="16034" y="215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4" name="Output_receptor__4793">
              <a:extLst>
                <a:ext uri="{FF2B5EF4-FFF2-40B4-BE49-F238E27FC236}">
                  <a16:creationId xmlns:a16="http://schemas.microsoft.com/office/drawing/2014/main" id="{163D7E06-44EE-C639-5E97-2E81C886763B}"/>
                </a:ext>
              </a:extLst>
            </p:cNvPr>
            <p:cNvSpPr>
              <a:spLocks noGrp="1"/>
            </p:cNvSpPr>
            <p:nvPr/>
          </p:nvSpPr>
          <p:spPr>
            <a:xfrm>
              <a:off x="16195586" y="3681861"/>
              <a:ext cx="39669" cy="41849"/>
            </a:xfrm>
            <a:custGeom>
              <a:avLst/>
              <a:gdLst/>
              <a:ahLst/>
              <a:cxnLst/>
              <a:rect l="0" t="0" r="0" b="0"/>
              <a:pathLst>
                <a:path w="39669" h="41849">
                  <a:moveTo>
                    <a:pt x="0" y="41849"/>
                  </a:moveTo>
                  <a:lnTo>
                    <a:pt x="3966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5" name="Output_receptor__4794">
              <a:extLst>
                <a:ext uri="{FF2B5EF4-FFF2-40B4-BE49-F238E27FC236}">
                  <a16:creationId xmlns:a16="http://schemas.microsoft.com/office/drawing/2014/main" id="{EAED0B97-BD42-A3D6-1A4F-4DC51B6D9E4A}"/>
                </a:ext>
              </a:extLst>
            </p:cNvPr>
            <p:cNvSpPr>
              <a:spLocks noGrp="1"/>
            </p:cNvSpPr>
            <p:nvPr/>
          </p:nvSpPr>
          <p:spPr>
            <a:xfrm>
              <a:off x="16177855" y="3452115"/>
              <a:ext cx="50013" cy="42989"/>
            </a:xfrm>
            <a:custGeom>
              <a:avLst/>
              <a:gdLst/>
              <a:ahLst/>
              <a:cxnLst/>
              <a:rect l="0" t="0" r="0" b="0"/>
              <a:pathLst>
                <a:path w="50013" h="42989">
                  <a:moveTo>
                    <a:pt x="0" y="42989"/>
                  </a:moveTo>
                  <a:lnTo>
                    <a:pt x="5001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6" name="Output_receptor__4795">
              <a:extLst>
                <a:ext uri="{FF2B5EF4-FFF2-40B4-BE49-F238E27FC236}">
                  <a16:creationId xmlns:a16="http://schemas.microsoft.com/office/drawing/2014/main" id="{190DE08F-46F3-55E4-80C0-B62E973540F0}"/>
                </a:ext>
              </a:extLst>
            </p:cNvPr>
            <p:cNvSpPr>
              <a:spLocks noGrp="1"/>
            </p:cNvSpPr>
            <p:nvPr/>
          </p:nvSpPr>
          <p:spPr>
            <a:xfrm>
              <a:off x="15649751" y="3954772"/>
              <a:ext cx="20211" cy="23365"/>
            </a:xfrm>
            <a:custGeom>
              <a:avLst/>
              <a:gdLst/>
              <a:ahLst/>
              <a:cxnLst/>
              <a:rect l="0" t="0" r="0" b="0"/>
              <a:pathLst>
                <a:path w="20211" h="23365">
                  <a:moveTo>
                    <a:pt x="0" y="23365"/>
                  </a:moveTo>
                  <a:lnTo>
                    <a:pt x="2021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7" name="Output_receptor__4796">
              <a:extLst>
                <a:ext uri="{FF2B5EF4-FFF2-40B4-BE49-F238E27FC236}">
                  <a16:creationId xmlns:a16="http://schemas.microsoft.com/office/drawing/2014/main" id="{BFFB8B06-5CBC-CC90-B01E-53EA159C493E}"/>
                </a:ext>
              </a:extLst>
            </p:cNvPr>
            <p:cNvSpPr>
              <a:spLocks noGrp="1"/>
            </p:cNvSpPr>
            <p:nvPr/>
          </p:nvSpPr>
          <p:spPr>
            <a:xfrm>
              <a:off x="16608844" y="3618457"/>
              <a:ext cx="507" cy="65845"/>
            </a:xfrm>
            <a:custGeom>
              <a:avLst/>
              <a:gdLst/>
              <a:ahLst/>
              <a:cxnLst/>
              <a:rect l="0" t="0" r="0" b="0"/>
              <a:pathLst>
                <a:path w="507" h="65845">
                  <a:moveTo>
                    <a:pt x="507" y="658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8" name="Output_receptor__4797">
              <a:extLst>
                <a:ext uri="{FF2B5EF4-FFF2-40B4-BE49-F238E27FC236}">
                  <a16:creationId xmlns:a16="http://schemas.microsoft.com/office/drawing/2014/main" id="{6058D9D3-F17C-2CCF-44C5-F2A55EBB965A}"/>
                </a:ext>
              </a:extLst>
            </p:cNvPr>
            <p:cNvSpPr>
              <a:spLocks noGrp="1"/>
            </p:cNvSpPr>
            <p:nvPr/>
          </p:nvSpPr>
          <p:spPr>
            <a:xfrm>
              <a:off x="16396623" y="3428825"/>
              <a:ext cx="26863" cy="50463"/>
            </a:xfrm>
            <a:custGeom>
              <a:avLst/>
              <a:gdLst/>
              <a:ahLst/>
              <a:cxnLst/>
              <a:rect l="0" t="0" r="0" b="0"/>
              <a:pathLst>
                <a:path w="26863" h="50463">
                  <a:moveTo>
                    <a:pt x="26863" y="0"/>
                  </a:moveTo>
                  <a:lnTo>
                    <a:pt x="0" y="50463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799" name="Output_receptor__4798">
              <a:extLst>
                <a:ext uri="{FF2B5EF4-FFF2-40B4-BE49-F238E27FC236}">
                  <a16:creationId xmlns:a16="http://schemas.microsoft.com/office/drawing/2014/main" id="{6E20EC09-6498-A682-2010-804FC9BA5C27}"/>
                </a:ext>
              </a:extLst>
            </p:cNvPr>
            <p:cNvSpPr>
              <a:spLocks noGrp="1"/>
            </p:cNvSpPr>
            <p:nvPr/>
          </p:nvSpPr>
          <p:spPr>
            <a:xfrm>
              <a:off x="15529312" y="4316576"/>
              <a:ext cx="33821" cy="12229"/>
            </a:xfrm>
            <a:custGeom>
              <a:avLst/>
              <a:gdLst/>
              <a:ahLst/>
              <a:cxnLst/>
              <a:rect l="0" t="0" r="0" b="0"/>
              <a:pathLst>
                <a:path w="33821" h="12229">
                  <a:moveTo>
                    <a:pt x="33821" y="0"/>
                  </a:moveTo>
                  <a:lnTo>
                    <a:pt x="0" y="12229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0" name="Output_receptor__4799">
              <a:extLst>
                <a:ext uri="{FF2B5EF4-FFF2-40B4-BE49-F238E27FC236}">
                  <a16:creationId xmlns:a16="http://schemas.microsoft.com/office/drawing/2014/main" id="{30F58B74-8A17-AB22-D946-8E13288DF957}"/>
                </a:ext>
              </a:extLst>
            </p:cNvPr>
            <p:cNvSpPr>
              <a:spLocks noGrp="1"/>
            </p:cNvSpPr>
            <p:nvPr/>
          </p:nvSpPr>
          <p:spPr>
            <a:xfrm>
              <a:off x="16511421" y="3855237"/>
              <a:ext cx="13108" cy="22179"/>
            </a:xfrm>
            <a:custGeom>
              <a:avLst/>
              <a:gdLst/>
              <a:ahLst/>
              <a:cxnLst/>
              <a:rect l="0" t="0" r="0" b="0"/>
              <a:pathLst>
                <a:path w="13108" h="22179">
                  <a:moveTo>
                    <a:pt x="0" y="22179"/>
                  </a:moveTo>
                  <a:lnTo>
                    <a:pt x="1310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1" name="Output_receptor__4800">
              <a:extLst>
                <a:ext uri="{FF2B5EF4-FFF2-40B4-BE49-F238E27FC236}">
                  <a16:creationId xmlns:a16="http://schemas.microsoft.com/office/drawing/2014/main" id="{703267F4-054E-E7EB-25F0-F703A2BB5BAC}"/>
                </a:ext>
              </a:extLst>
            </p:cNvPr>
            <p:cNvSpPr>
              <a:spLocks noGrp="1"/>
            </p:cNvSpPr>
            <p:nvPr/>
          </p:nvSpPr>
          <p:spPr>
            <a:xfrm>
              <a:off x="16546012" y="3602375"/>
              <a:ext cx="62832" cy="16082"/>
            </a:xfrm>
            <a:custGeom>
              <a:avLst/>
              <a:gdLst/>
              <a:ahLst/>
              <a:cxnLst/>
              <a:rect l="0" t="0" r="0" b="0"/>
              <a:pathLst>
                <a:path w="62832" h="16082">
                  <a:moveTo>
                    <a:pt x="62832" y="1608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2" name="Output_receptor__4801">
              <a:extLst>
                <a:ext uri="{FF2B5EF4-FFF2-40B4-BE49-F238E27FC236}">
                  <a16:creationId xmlns:a16="http://schemas.microsoft.com/office/drawing/2014/main" id="{2B9D16CD-7118-49D4-3E41-1E0A15BC5B60}"/>
                </a:ext>
              </a:extLst>
            </p:cNvPr>
            <p:cNvSpPr>
              <a:spLocks noGrp="1"/>
            </p:cNvSpPr>
            <p:nvPr/>
          </p:nvSpPr>
          <p:spPr>
            <a:xfrm>
              <a:off x="15639598" y="2851851"/>
              <a:ext cx="16321" cy="65053"/>
            </a:xfrm>
            <a:custGeom>
              <a:avLst/>
              <a:gdLst/>
              <a:ahLst/>
              <a:cxnLst/>
              <a:rect l="0" t="0" r="0" b="0"/>
              <a:pathLst>
                <a:path w="16321" h="65053">
                  <a:moveTo>
                    <a:pt x="16321" y="650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03" name="Output_receptor__4802">
              <a:extLst>
                <a:ext uri="{FF2B5EF4-FFF2-40B4-BE49-F238E27FC236}">
                  <a16:creationId xmlns:a16="http://schemas.microsoft.com/office/drawing/2014/main" id="{88028443-CD0D-B01E-FEC3-DA28C1AE5459}"/>
                </a:ext>
              </a:extLst>
            </p:cNvPr>
            <p:cNvSpPr>
              <a:spLocks noGrp="1"/>
            </p:cNvSpPr>
            <p:nvPr/>
          </p:nvSpPr>
          <p:spPr>
            <a:xfrm>
              <a:off x="16319987" y="3945861"/>
              <a:ext cx="25822" cy="36627"/>
            </a:xfrm>
            <a:custGeom>
              <a:avLst/>
              <a:gdLst/>
              <a:ahLst/>
              <a:cxnLst/>
              <a:rect l="0" t="0" r="0" b="0"/>
              <a:pathLst>
                <a:path w="25822" h="36627">
                  <a:moveTo>
                    <a:pt x="0" y="36627"/>
                  </a:moveTo>
                  <a:lnTo>
                    <a:pt x="25822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4" name="Output_receptor__4803">
              <a:extLst>
                <a:ext uri="{FF2B5EF4-FFF2-40B4-BE49-F238E27FC236}">
                  <a16:creationId xmlns:a16="http://schemas.microsoft.com/office/drawing/2014/main" id="{0872B1AF-9358-F96A-A213-54DEA8A74D0E}"/>
                </a:ext>
              </a:extLst>
            </p:cNvPr>
            <p:cNvSpPr>
              <a:spLocks noGrp="1"/>
            </p:cNvSpPr>
            <p:nvPr/>
          </p:nvSpPr>
          <p:spPr>
            <a:xfrm>
              <a:off x="16119186" y="3848642"/>
              <a:ext cx="39757" cy="53963"/>
            </a:xfrm>
            <a:custGeom>
              <a:avLst/>
              <a:gdLst/>
              <a:ahLst/>
              <a:cxnLst/>
              <a:rect l="0" t="0" r="0" b="0"/>
              <a:pathLst>
                <a:path w="39757" h="53963">
                  <a:moveTo>
                    <a:pt x="39757" y="539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5" name="Output_receptor__4804">
              <a:extLst>
                <a:ext uri="{FF2B5EF4-FFF2-40B4-BE49-F238E27FC236}">
                  <a16:creationId xmlns:a16="http://schemas.microsoft.com/office/drawing/2014/main" id="{CD36D1F7-613C-AACC-07C5-73FE4871E6DD}"/>
                </a:ext>
              </a:extLst>
            </p:cNvPr>
            <p:cNvSpPr>
              <a:spLocks noGrp="1"/>
            </p:cNvSpPr>
            <p:nvPr/>
          </p:nvSpPr>
          <p:spPr>
            <a:xfrm>
              <a:off x="16663914" y="4134535"/>
              <a:ext cx="7299" cy="71444"/>
            </a:xfrm>
            <a:custGeom>
              <a:avLst/>
              <a:gdLst/>
              <a:ahLst/>
              <a:cxnLst/>
              <a:rect l="0" t="0" r="0" b="0"/>
              <a:pathLst>
                <a:path w="7299" h="71444">
                  <a:moveTo>
                    <a:pt x="7299" y="0"/>
                  </a:moveTo>
                  <a:lnTo>
                    <a:pt x="0" y="7144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6" name="Output_receptor__4805">
              <a:extLst>
                <a:ext uri="{FF2B5EF4-FFF2-40B4-BE49-F238E27FC236}">
                  <a16:creationId xmlns:a16="http://schemas.microsoft.com/office/drawing/2014/main" id="{CA763BF3-C4E6-6C12-4248-BE2A16320D6E}"/>
                </a:ext>
              </a:extLst>
            </p:cNvPr>
            <p:cNvSpPr>
              <a:spLocks noGrp="1"/>
            </p:cNvSpPr>
            <p:nvPr/>
          </p:nvSpPr>
          <p:spPr>
            <a:xfrm>
              <a:off x="16539690" y="3684302"/>
              <a:ext cx="69661" cy="7877"/>
            </a:xfrm>
            <a:custGeom>
              <a:avLst/>
              <a:gdLst/>
              <a:ahLst/>
              <a:cxnLst/>
              <a:rect l="0" t="0" r="0" b="0"/>
              <a:pathLst>
                <a:path w="69661" h="7877">
                  <a:moveTo>
                    <a:pt x="0" y="7877"/>
                  </a:moveTo>
                  <a:lnTo>
                    <a:pt x="6966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7" name="Output_receptor__4806">
              <a:extLst>
                <a:ext uri="{FF2B5EF4-FFF2-40B4-BE49-F238E27FC236}">
                  <a16:creationId xmlns:a16="http://schemas.microsoft.com/office/drawing/2014/main" id="{885B8FA5-0135-7328-16AA-540141BC752D}"/>
                </a:ext>
              </a:extLst>
            </p:cNvPr>
            <p:cNvSpPr>
              <a:spLocks noGrp="1"/>
            </p:cNvSpPr>
            <p:nvPr/>
          </p:nvSpPr>
          <p:spPr>
            <a:xfrm>
              <a:off x="16178494" y="3569112"/>
              <a:ext cx="58323" cy="40541"/>
            </a:xfrm>
            <a:custGeom>
              <a:avLst/>
              <a:gdLst/>
              <a:ahLst/>
              <a:cxnLst/>
              <a:rect l="0" t="0" r="0" b="0"/>
              <a:pathLst>
                <a:path w="58323" h="40541">
                  <a:moveTo>
                    <a:pt x="0" y="40541"/>
                  </a:moveTo>
                  <a:lnTo>
                    <a:pt x="5832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8" name="Output_receptor__4807">
              <a:extLst>
                <a:ext uri="{FF2B5EF4-FFF2-40B4-BE49-F238E27FC236}">
                  <a16:creationId xmlns:a16="http://schemas.microsoft.com/office/drawing/2014/main" id="{557BCB6B-7399-07D2-4390-6047E974B0EB}"/>
                </a:ext>
              </a:extLst>
            </p:cNvPr>
            <p:cNvSpPr>
              <a:spLocks noGrp="1"/>
            </p:cNvSpPr>
            <p:nvPr/>
          </p:nvSpPr>
          <p:spPr>
            <a:xfrm>
              <a:off x="15792346" y="4253055"/>
              <a:ext cx="12475" cy="5465"/>
            </a:xfrm>
            <a:custGeom>
              <a:avLst/>
              <a:gdLst/>
              <a:ahLst/>
              <a:cxnLst/>
              <a:rect l="0" t="0" r="0" b="0"/>
              <a:pathLst>
                <a:path w="12475" h="5465">
                  <a:moveTo>
                    <a:pt x="12475" y="54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09" name="Output_receptor__4808">
              <a:extLst>
                <a:ext uri="{FF2B5EF4-FFF2-40B4-BE49-F238E27FC236}">
                  <a16:creationId xmlns:a16="http://schemas.microsoft.com/office/drawing/2014/main" id="{A16F9629-95F1-A28E-3CD8-77520DB35781}"/>
                </a:ext>
              </a:extLst>
            </p:cNvPr>
            <p:cNvSpPr>
              <a:spLocks noGrp="1"/>
            </p:cNvSpPr>
            <p:nvPr/>
          </p:nvSpPr>
          <p:spPr>
            <a:xfrm>
              <a:off x="16344102" y="3569284"/>
              <a:ext cx="20868" cy="12166"/>
            </a:xfrm>
            <a:custGeom>
              <a:avLst/>
              <a:gdLst/>
              <a:ahLst/>
              <a:cxnLst/>
              <a:rect l="0" t="0" r="0" b="0"/>
              <a:pathLst>
                <a:path w="20868" h="12166">
                  <a:moveTo>
                    <a:pt x="20868" y="0"/>
                  </a:moveTo>
                  <a:lnTo>
                    <a:pt x="0" y="12166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0" name="Output_receptor__4809">
              <a:extLst>
                <a:ext uri="{FF2B5EF4-FFF2-40B4-BE49-F238E27FC236}">
                  <a16:creationId xmlns:a16="http://schemas.microsoft.com/office/drawing/2014/main" id="{20900FF3-F451-96CA-7A2F-9B710EF62BDD}"/>
                </a:ext>
              </a:extLst>
            </p:cNvPr>
            <p:cNvSpPr>
              <a:spLocks noGrp="1"/>
            </p:cNvSpPr>
            <p:nvPr/>
          </p:nvSpPr>
          <p:spPr>
            <a:xfrm>
              <a:off x="16240544" y="3757446"/>
              <a:ext cx="51659" cy="41264"/>
            </a:xfrm>
            <a:custGeom>
              <a:avLst/>
              <a:gdLst/>
              <a:ahLst/>
              <a:cxnLst/>
              <a:rect l="0" t="0" r="0" b="0"/>
              <a:pathLst>
                <a:path w="51659" h="41264">
                  <a:moveTo>
                    <a:pt x="0" y="41264"/>
                  </a:moveTo>
                  <a:lnTo>
                    <a:pt x="5165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1" name="Output_receptor__4810">
              <a:extLst>
                <a:ext uri="{FF2B5EF4-FFF2-40B4-BE49-F238E27FC236}">
                  <a16:creationId xmlns:a16="http://schemas.microsoft.com/office/drawing/2014/main" id="{331FD6A3-9795-EAE7-7377-FE58ACF80D1C}"/>
                </a:ext>
              </a:extLst>
            </p:cNvPr>
            <p:cNvSpPr>
              <a:spLocks noGrp="1"/>
            </p:cNvSpPr>
            <p:nvPr/>
          </p:nvSpPr>
          <p:spPr>
            <a:xfrm>
              <a:off x="15682656" y="4561710"/>
              <a:ext cx="20647" cy="1679"/>
            </a:xfrm>
            <a:custGeom>
              <a:avLst/>
              <a:gdLst/>
              <a:ahLst/>
              <a:cxnLst/>
              <a:rect l="0" t="0" r="0" b="0"/>
              <a:pathLst>
                <a:path w="20647" h="1679">
                  <a:moveTo>
                    <a:pt x="0" y="1679"/>
                  </a:moveTo>
                  <a:lnTo>
                    <a:pt x="2064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2" name="Output_receptor__4811">
              <a:extLst>
                <a:ext uri="{FF2B5EF4-FFF2-40B4-BE49-F238E27FC236}">
                  <a16:creationId xmlns:a16="http://schemas.microsoft.com/office/drawing/2014/main" id="{D8F9B5F8-503B-26DC-81FE-DEB742EF1BAB}"/>
                </a:ext>
              </a:extLst>
            </p:cNvPr>
            <p:cNvSpPr>
              <a:spLocks noGrp="1"/>
            </p:cNvSpPr>
            <p:nvPr/>
          </p:nvSpPr>
          <p:spPr>
            <a:xfrm>
              <a:off x="16344335" y="4046502"/>
              <a:ext cx="40395" cy="45875"/>
            </a:xfrm>
            <a:custGeom>
              <a:avLst/>
              <a:gdLst/>
              <a:ahLst/>
              <a:cxnLst/>
              <a:rect l="0" t="0" r="0" b="0"/>
              <a:pathLst>
                <a:path w="40395" h="45875">
                  <a:moveTo>
                    <a:pt x="0" y="45875"/>
                  </a:moveTo>
                  <a:lnTo>
                    <a:pt x="40395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3" name="Output_receptor__4812">
              <a:extLst>
                <a:ext uri="{FF2B5EF4-FFF2-40B4-BE49-F238E27FC236}">
                  <a16:creationId xmlns:a16="http://schemas.microsoft.com/office/drawing/2014/main" id="{F669E0FA-C382-317A-D3DA-ABF6E296F9B2}"/>
                </a:ext>
              </a:extLst>
            </p:cNvPr>
            <p:cNvSpPr>
              <a:spLocks noGrp="1"/>
            </p:cNvSpPr>
            <p:nvPr/>
          </p:nvSpPr>
          <p:spPr>
            <a:xfrm>
              <a:off x="16423486" y="3428825"/>
              <a:ext cx="66636" cy="12985"/>
            </a:xfrm>
            <a:custGeom>
              <a:avLst/>
              <a:gdLst/>
              <a:ahLst/>
              <a:cxnLst/>
              <a:rect l="0" t="0" r="0" b="0"/>
              <a:pathLst>
                <a:path w="66636" h="12985">
                  <a:moveTo>
                    <a:pt x="66636" y="1298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14" name="Output_receptor__4813">
              <a:extLst>
                <a:ext uri="{FF2B5EF4-FFF2-40B4-BE49-F238E27FC236}">
                  <a16:creationId xmlns:a16="http://schemas.microsoft.com/office/drawing/2014/main" id="{49FA161B-8D3B-7F54-AC22-5EA84251F3B9}"/>
                </a:ext>
              </a:extLst>
            </p:cNvPr>
            <p:cNvSpPr>
              <a:spLocks noGrp="1"/>
            </p:cNvSpPr>
            <p:nvPr/>
          </p:nvSpPr>
          <p:spPr>
            <a:xfrm>
              <a:off x="16280188" y="3982488"/>
              <a:ext cx="39799" cy="45084"/>
            </a:xfrm>
            <a:custGeom>
              <a:avLst/>
              <a:gdLst/>
              <a:ahLst/>
              <a:cxnLst/>
              <a:rect l="0" t="0" r="0" b="0"/>
              <a:pathLst>
                <a:path w="39799" h="45084">
                  <a:moveTo>
                    <a:pt x="0" y="45084"/>
                  </a:moveTo>
                  <a:lnTo>
                    <a:pt x="3979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5" name="Output_receptor__4814">
              <a:extLst>
                <a:ext uri="{FF2B5EF4-FFF2-40B4-BE49-F238E27FC236}">
                  <a16:creationId xmlns:a16="http://schemas.microsoft.com/office/drawing/2014/main" id="{B00339D7-04DF-F83D-2EF9-16DEA39ABC16}"/>
                </a:ext>
              </a:extLst>
            </p:cNvPr>
            <p:cNvSpPr>
              <a:spLocks noGrp="1"/>
            </p:cNvSpPr>
            <p:nvPr/>
          </p:nvSpPr>
          <p:spPr>
            <a:xfrm>
              <a:off x="16347968" y="3647768"/>
              <a:ext cx="64224" cy="30435"/>
            </a:xfrm>
            <a:custGeom>
              <a:avLst/>
              <a:gdLst/>
              <a:ahLst/>
              <a:cxnLst/>
              <a:rect l="0" t="0" r="0" b="0"/>
              <a:pathLst>
                <a:path w="64224" h="30435">
                  <a:moveTo>
                    <a:pt x="64224" y="0"/>
                  </a:moveTo>
                  <a:lnTo>
                    <a:pt x="0" y="3043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6" name="Output_receptor__4815">
              <a:extLst>
                <a:ext uri="{FF2B5EF4-FFF2-40B4-BE49-F238E27FC236}">
                  <a16:creationId xmlns:a16="http://schemas.microsoft.com/office/drawing/2014/main" id="{B09E770C-421E-61FB-4E61-623803117819}"/>
                </a:ext>
              </a:extLst>
            </p:cNvPr>
            <p:cNvSpPr>
              <a:spLocks noGrp="1"/>
            </p:cNvSpPr>
            <p:nvPr/>
          </p:nvSpPr>
          <p:spPr>
            <a:xfrm>
              <a:off x="15349471" y="4205508"/>
              <a:ext cx="53440" cy="23171"/>
            </a:xfrm>
            <a:custGeom>
              <a:avLst/>
              <a:gdLst/>
              <a:ahLst/>
              <a:cxnLst/>
              <a:rect l="0" t="0" r="0" b="0"/>
              <a:pathLst>
                <a:path w="53440" h="23171">
                  <a:moveTo>
                    <a:pt x="53440" y="0"/>
                  </a:moveTo>
                  <a:lnTo>
                    <a:pt x="0" y="2317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7" name="Output_receptor__4816">
              <a:extLst>
                <a:ext uri="{FF2B5EF4-FFF2-40B4-BE49-F238E27FC236}">
                  <a16:creationId xmlns:a16="http://schemas.microsoft.com/office/drawing/2014/main" id="{FB9CA957-2613-B2B3-BA16-7E8A490A5B69}"/>
                </a:ext>
              </a:extLst>
            </p:cNvPr>
            <p:cNvSpPr>
              <a:spLocks noGrp="1"/>
            </p:cNvSpPr>
            <p:nvPr/>
          </p:nvSpPr>
          <p:spPr>
            <a:xfrm>
              <a:off x="16106379" y="3902605"/>
              <a:ext cx="52564" cy="47355"/>
            </a:xfrm>
            <a:custGeom>
              <a:avLst/>
              <a:gdLst/>
              <a:ahLst/>
              <a:cxnLst/>
              <a:rect l="0" t="0" r="0" b="0"/>
              <a:pathLst>
                <a:path w="52564" h="47355">
                  <a:moveTo>
                    <a:pt x="0" y="47355"/>
                  </a:moveTo>
                  <a:lnTo>
                    <a:pt x="52564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8" name="Output_receptor__4817">
              <a:extLst>
                <a:ext uri="{FF2B5EF4-FFF2-40B4-BE49-F238E27FC236}">
                  <a16:creationId xmlns:a16="http://schemas.microsoft.com/office/drawing/2014/main" id="{596D8506-4DBC-A571-AB1B-A24A49BC496F}"/>
                </a:ext>
              </a:extLst>
            </p:cNvPr>
            <p:cNvSpPr>
              <a:spLocks noGrp="1"/>
            </p:cNvSpPr>
            <p:nvPr/>
          </p:nvSpPr>
          <p:spPr>
            <a:xfrm>
              <a:off x="16017758" y="4100713"/>
              <a:ext cx="29674" cy="14645"/>
            </a:xfrm>
            <a:custGeom>
              <a:avLst/>
              <a:gdLst/>
              <a:ahLst/>
              <a:cxnLst/>
              <a:rect l="0" t="0" r="0" b="0"/>
              <a:pathLst>
                <a:path w="29674" h="14645">
                  <a:moveTo>
                    <a:pt x="29674" y="0"/>
                  </a:moveTo>
                  <a:lnTo>
                    <a:pt x="0" y="14645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19" name="Output_receptor__4818">
              <a:extLst>
                <a:ext uri="{FF2B5EF4-FFF2-40B4-BE49-F238E27FC236}">
                  <a16:creationId xmlns:a16="http://schemas.microsoft.com/office/drawing/2014/main" id="{4A7C4492-FCDD-E705-2B86-C76D10E60BA1}"/>
                </a:ext>
              </a:extLst>
            </p:cNvPr>
            <p:cNvSpPr>
              <a:spLocks noGrp="1"/>
            </p:cNvSpPr>
            <p:nvPr/>
          </p:nvSpPr>
          <p:spPr>
            <a:xfrm>
              <a:off x="16514668" y="4065426"/>
              <a:ext cx="68527" cy="21219"/>
            </a:xfrm>
            <a:custGeom>
              <a:avLst/>
              <a:gdLst/>
              <a:ahLst/>
              <a:cxnLst/>
              <a:rect l="0" t="0" r="0" b="0"/>
              <a:pathLst>
                <a:path w="68527" h="21219">
                  <a:moveTo>
                    <a:pt x="0" y="21219"/>
                  </a:moveTo>
                  <a:lnTo>
                    <a:pt x="6852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0" name="Output_receptor__4819">
              <a:extLst>
                <a:ext uri="{FF2B5EF4-FFF2-40B4-BE49-F238E27FC236}">
                  <a16:creationId xmlns:a16="http://schemas.microsoft.com/office/drawing/2014/main" id="{C4EFFBE6-1E4C-8C2A-EF73-ADF2B65AD3D0}"/>
                </a:ext>
              </a:extLst>
            </p:cNvPr>
            <p:cNvSpPr>
              <a:spLocks noGrp="1"/>
            </p:cNvSpPr>
            <p:nvPr/>
          </p:nvSpPr>
          <p:spPr>
            <a:xfrm>
              <a:off x="16063544" y="3848642"/>
              <a:ext cx="55642" cy="18454"/>
            </a:xfrm>
            <a:custGeom>
              <a:avLst/>
              <a:gdLst/>
              <a:ahLst/>
              <a:cxnLst/>
              <a:rect l="0" t="0" r="0" b="0"/>
              <a:pathLst>
                <a:path w="55642" h="18454">
                  <a:moveTo>
                    <a:pt x="55642" y="0"/>
                  </a:moveTo>
                  <a:lnTo>
                    <a:pt x="0" y="1845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1" name="Output_receptor__4820">
              <a:extLst>
                <a:ext uri="{FF2B5EF4-FFF2-40B4-BE49-F238E27FC236}">
                  <a16:creationId xmlns:a16="http://schemas.microsoft.com/office/drawing/2014/main" id="{2CC82CED-D653-C5DF-0B1C-7B35FE6CE198}"/>
                </a:ext>
              </a:extLst>
            </p:cNvPr>
            <p:cNvSpPr>
              <a:spLocks noGrp="1"/>
            </p:cNvSpPr>
            <p:nvPr/>
          </p:nvSpPr>
          <p:spPr>
            <a:xfrm>
              <a:off x="16254210" y="3866823"/>
              <a:ext cx="53648" cy="48073"/>
            </a:xfrm>
            <a:custGeom>
              <a:avLst/>
              <a:gdLst/>
              <a:ahLst/>
              <a:cxnLst/>
              <a:rect l="0" t="0" r="0" b="0"/>
              <a:pathLst>
                <a:path w="53648" h="48073">
                  <a:moveTo>
                    <a:pt x="0" y="48073"/>
                  </a:moveTo>
                  <a:lnTo>
                    <a:pt x="53648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2" name="Output_receptor__4821">
              <a:extLst>
                <a:ext uri="{FF2B5EF4-FFF2-40B4-BE49-F238E27FC236}">
                  <a16:creationId xmlns:a16="http://schemas.microsoft.com/office/drawing/2014/main" id="{FAA79808-23E7-F88A-B325-91B6A16B57F7}"/>
                </a:ext>
              </a:extLst>
            </p:cNvPr>
            <p:cNvSpPr>
              <a:spLocks noGrp="1"/>
            </p:cNvSpPr>
            <p:nvPr/>
          </p:nvSpPr>
          <p:spPr>
            <a:xfrm>
              <a:off x="16581065" y="4337672"/>
              <a:ext cx="65689" cy="12430"/>
            </a:xfrm>
            <a:custGeom>
              <a:avLst/>
              <a:gdLst/>
              <a:ahLst/>
              <a:cxnLst/>
              <a:rect l="0" t="0" r="0" b="0"/>
              <a:pathLst>
                <a:path w="65689" h="12430">
                  <a:moveTo>
                    <a:pt x="0" y="12430"/>
                  </a:moveTo>
                  <a:lnTo>
                    <a:pt x="65689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3" name="Output_receptor__4822">
              <a:extLst>
                <a:ext uri="{FF2B5EF4-FFF2-40B4-BE49-F238E27FC236}">
                  <a16:creationId xmlns:a16="http://schemas.microsoft.com/office/drawing/2014/main" id="{4EB41F32-199D-B771-ABCB-F227CF502EB2}"/>
                </a:ext>
              </a:extLst>
            </p:cNvPr>
            <p:cNvSpPr>
              <a:spLocks noGrp="1"/>
            </p:cNvSpPr>
            <p:nvPr/>
          </p:nvSpPr>
          <p:spPr>
            <a:xfrm>
              <a:off x="16081814" y="4160506"/>
              <a:ext cx="19813" cy="35297"/>
            </a:xfrm>
            <a:custGeom>
              <a:avLst/>
              <a:gdLst/>
              <a:ahLst/>
              <a:cxnLst/>
              <a:rect l="0" t="0" r="0" b="0"/>
              <a:pathLst>
                <a:path w="19813" h="35297">
                  <a:moveTo>
                    <a:pt x="0" y="35297"/>
                  </a:moveTo>
                  <a:lnTo>
                    <a:pt x="1981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4" name="Output_receptor__4823">
              <a:extLst>
                <a:ext uri="{FF2B5EF4-FFF2-40B4-BE49-F238E27FC236}">
                  <a16:creationId xmlns:a16="http://schemas.microsoft.com/office/drawing/2014/main" id="{E1D75B49-9AFA-46D9-BA56-BE11F099FAC8}"/>
                </a:ext>
              </a:extLst>
            </p:cNvPr>
            <p:cNvSpPr>
              <a:spLocks noGrp="1"/>
            </p:cNvSpPr>
            <p:nvPr/>
          </p:nvSpPr>
          <p:spPr>
            <a:xfrm>
              <a:off x="15816427" y="4372273"/>
              <a:ext cx="6767" cy="70663"/>
            </a:xfrm>
            <a:custGeom>
              <a:avLst/>
              <a:gdLst/>
              <a:ahLst/>
              <a:cxnLst/>
              <a:rect l="0" t="0" r="0" b="0"/>
              <a:pathLst>
                <a:path w="6767" h="70663">
                  <a:moveTo>
                    <a:pt x="6767" y="706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5" name="Output_receptor__4824">
              <a:extLst>
                <a:ext uri="{FF2B5EF4-FFF2-40B4-BE49-F238E27FC236}">
                  <a16:creationId xmlns:a16="http://schemas.microsoft.com/office/drawing/2014/main" id="{4EBB2F41-6AF5-ED6C-A3C5-13C3B6027E7E}"/>
                </a:ext>
              </a:extLst>
            </p:cNvPr>
            <p:cNvSpPr>
              <a:spLocks noGrp="1"/>
            </p:cNvSpPr>
            <p:nvPr/>
          </p:nvSpPr>
          <p:spPr>
            <a:xfrm>
              <a:off x="15662160" y="3451045"/>
              <a:ext cx="64107" cy="27310"/>
            </a:xfrm>
            <a:custGeom>
              <a:avLst/>
              <a:gdLst/>
              <a:ahLst/>
              <a:cxnLst/>
              <a:rect l="0" t="0" r="0" b="0"/>
              <a:pathLst>
                <a:path w="64107" h="27310">
                  <a:moveTo>
                    <a:pt x="64107" y="273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6" name="Output_receptor__4825">
              <a:extLst>
                <a:ext uri="{FF2B5EF4-FFF2-40B4-BE49-F238E27FC236}">
                  <a16:creationId xmlns:a16="http://schemas.microsoft.com/office/drawing/2014/main" id="{E097DC5E-C9A5-B967-630C-F0F302D3D905}"/>
                </a:ext>
              </a:extLst>
            </p:cNvPr>
            <p:cNvSpPr>
              <a:spLocks noGrp="1"/>
            </p:cNvSpPr>
            <p:nvPr/>
          </p:nvSpPr>
          <p:spPr>
            <a:xfrm>
              <a:off x="15627131" y="4330889"/>
              <a:ext cx="581" cy="48669"/>
            </a:xfrm>
            <a:custGeom>
              <a:avLst/>
              <a:gdLst/>
              <a:ahLst/>
              <a:cxnLst/>
              <a:rect l="0" t="0" r="0" b="0"/>
              <a:pathLst>
                <a:path w="581" h="48669">
                  <a:moveTo>
                    <a:pt x="0" y="48669"/>
                  </a:moveTo>
                  <a:lnTo>
                    <a:pt x="581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7" name="Output_receptor__4826">
              <a:extLst>
                <a:ext uri="{FF2B5EF4-FFF2-40B4-BE49-F238E27FC236}">
                  <a16:creationId xmlns:a16="http://schemas.microsoft.com/office/drawing/2014/main" id="{7CD51E30-0C15-EF49-7395-CE61D1A0729C}"/>
                </a:ext>
              </a:extLst>
            </p:cNvPr>
            <p:cNvSpPr>
              <a:spLocks noGrp="1"/>
            </p:cNvSpPr>
            <p:nvPr/>
          </p:nvSpPr>
          <p:spPr>
            <a:xfrm>
              <a:off x="15402911" y="4188379"/>
              <a:ext cx="42542" cy="17128"/>
            </a:xfrm>
            <a:custGeom>
              <a:avLst/>
              <a:gdLst/>
              <a:ahLst/>
              <a:cxnLst/>
              <a:rect l="0" t="0" r="0" b="0"/>
              <a:pathLst>
                <a:path w="42542" h="17128">
                  <a:moveTo>
                    <a:pt x="42542" y="0"/>
                  </a:moveTo>
                  <a:lnTo>
                    <a:pt x="0" y="17128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28" name="Output_receptor__4827">
              <a:extLst>
                <a:ext uri="{FF2B5EF4-FFF2-40B4-BE49-F238E27FC236}">
                  <a16:creationId xmlns:a16="http://schemas.microsoft.com/office/drawing/2014/main" id="{C2921699-7549-DD90-96B8-E679DD61AC46}"/>
                </a:ext>
              </a:extLst>
            </p:cNvPr>
            <p:cNvSpPr>
              <a:spLocks noGrp="1"/>
            </p:cNvSpPr>
            <p:nvPr/>
          </p:nvSpPr>
          <p:spPr>
            <a:xfrm>
              <a:off x="15347320" y="4228679"/>
              <a:ext cx="2151" cy="67658"/>
            </a:xfrm>
            <a:custGeom>
              <a:avLst/>
              <a:gdLst/>
              <a:ahLst/>
              <a:cxnLst/>
              <a:rect l="0" t="0" r="0" b="0"/>
              <a:pathLst>
                <a:path w="2151" h="67658">
                  <a:moveTo>
                    <a:pt x="2151" y="0"/>
                  </a:moveTo>
                  <a:lnTo>
                    <a:pt x="0" y="67658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29" name="Output_receptor__4828">
              <a:extLst>
                <a:ext uri="{FF2B5EF4-FFF2-40B4-BE49-F238E27FC236}">
                  <a16:creationId xmlns:a16="http://schemas.microsoft.com/office/drawing/2014/main" id="{65CA1D45-6E9D-0076-8556-67C129470DFD}"/>
                </a:ext>
              </a:extLst>
            </p:cNvPr>
            <p:cNvSpPr>
              <a:spLocks noGrp="1"/>
            </p:cNvSpPr>
            <p:nvPr/>
          </p:nvSpPr>
          <p:spPr>
            <a:xfrm>
              <a:off x="16646754" y="4276862"/>
              <a:ext cx="13737" cy="60810"/>
            </a:xfrm>
            <a:custGeom>
              <a:avLst/>
              <a:gdLst/>
              <a:ahLst/>
              <a:cxnLst/>
              <a:rect l="0" t="0" r="0" b="0"/>
              <a:pathLst>
                <a:path w="13737" h="60810">
                  <a:moveTo>
                    <a:pt x="0" y="60810"/>
                  </a:moveTo>
                  <a:lnTo>
                    <a:pt x="13737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30" name="Output_receptor__4829">
              <a:extLst>
                <a:ext uri="{FF2B5EF4-FFF2-40B4-BE49-F238E27FC236}">
                  <a16:creationId xmlns:a16="http://schemas.microsoft.com/office/drawing/2014/main" id="{9996D09F-9DB2-5F7F-7FA5-77B176BAF578}"/>
                </a:ext>
              </a:extLst>
            </p:cNvPr>
            <p:cNvSpPr>
              <a:spLocks noGrp="1"/>
            </p:cNvSpPr>
            <p:nvPr/>
          </p:nvSpPr>
          <p:spPr>
            <a:xfrm>
              <a:off x="15715173" y="4321672"/>
              <a:ext cx="6378" cy="68352"/>
            </a:xfrm>
            <a:custGeom>
              <a:avLst/>
              <a:gdLst/>
              <a:ahLst/>
              <a:cxnLst/>
              <a:rect l="0" t="0" r="0" b="0"/>
              <a:pathLst>
                <a:path w="6378" h="68352">
                  <a:moveTo>
                    <a:pt x="6378" y="683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1" name="Output_receptor__4830">
              <a:extLst>
                <a:ext uri="{FF2B5EF4-FFF2-40B4-BE49-F238E27FC236}">
                  <a16:creationId xmlns:a16="http://schemas.microsoft.com/office/drawing/2014/main" id="{6F507F51-0112-E5C1-3610-1CE01E4B1AD1}"/>
                </a:ext>
              </a:extLst>
            </p:cNvPr>
            <p:cNvSpPr>
              <a:spLocks noGrp="1"/>
            </p:cNvSpPr>
            <p:nvPr/>
          </p:nvSpPr>
          <p:spPr>
            <a:xfrm>
              <a:off x="15663758" y="4475555"/>
              <a:ext cx="63715" cy="18667"/>
            </a:xfrm>
            <a:custGeom>
              <a:avLst/>
              <a:gdLst/>
              <a:ahLst/>
              <a:cxnLst/>
              <a:rect l="0" t="0" r="0" b="0"/>
              <a:pathLst>
                <a:path w="63715" h="18667">
                  <a:moveTo>
                    <a:pt x="63715" y="1866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2" name="Output_receptor__4831">
              <a:extLst>
                <a:ext uri="{FF2B5EF4-FFF2-40B4-BE49-F238E27FC236}">
                  <a16:creationId xmlns:a16="http://schemas.microsoft.com/office/drawing/2014/main" id="{6B44ACC7-1F5A-2255-AF86-0C04315338E5}"/>
                </a:ext>
              </a:extLst>
            </p:cNvPr>
            <p:cNvSpPr>
              <a:spLocks noGrp="1"/>
            </p:cNvSpPr>
            <p:nvPr/>
          </p:nvSpPr>
          <p:spPr>
            <a:xfrm>
              <a:off x="15509262" y="4237799"/>
              <a:ext cx="28084" cy="22057"/>
            </a:xfrm>
            <a:custGeom>
              <a:avLst/>
              <a:gdLst/>
              <a:ahLst/>
              <a:cxnLst/>
              <a:rect l="0" t="0" r="0" b="0"/>
              <a:pathLst>
                <a:path w="28084" h="22057">
                  <a:moveTo>
                    <a:pt x="28084" y="220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3" name="Output_receptor__4832">
              <a:extLst>
                <a:ext uri="{FF2B5EF4-FFF2-40B4-BE49-F238E27FC236}">
                  <a16:creationId xmlns:a16="http://schemas.microsoft.com/office/drawing/2014/main" id="{68A27674-7D5E-A8B1-20A2-55B633FF7207}"/>
                </a:ext>
              </a:extLst>
            </p:cNvPr>
            <p:cNvSpPr>
              <a:spLocks noGrp="1"/>
            </p:cNvSpPr>
            <p:nvPr/>
          </p:nvSpPr>
          <p:spPr>
            <a:xfrm>
              <a:off x="15960729" y="4017402"/>
              <a:ext cx="67721" cy="22974"/>
            </a:xfrm>
            <a:custGeom>
              <a:avLst/>
              <a:gdLst/>
              <a:ahLst/>
              <a:cxnLst/>
              <a:rect l="0" t="0" r="0" b="0"/>
              <a:pathLst>
                <a:path w="67721" h="22974">
                  <a:moveTo>
                    <a:pt x="67721" y="0"/>
                  </a:moveTo>
                  <a:lnTo>
                    <a:pt x="0" y="2297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4" name="Output_receptor__4833">
              <a:extLst>
                <a:ext uri="{FF2B5EF4-FFF2-40B4-BE49-F238E27FC236}">
                  <a16:creationId xmlns:a16="http://schemas.microsoft.com/office/drawing/2014/main" id="{D2E1CD85-92D5-0885-D1C3-051882923B39}"/>
                </a:ext>
              </a:extLst>
            </p:cNvPr>
            <p:cNvSpPr>
              <a:spLocks noGrp="1"/>
            </p:cNvSpPr>
            <p:nvPr/>
          </p:nvSpPr>
          <p:spPr>
            <a:xfrm>
              <a:off x="15938088" y="4638412"/>
              <a:ext cx="6092" cy="23733"/>
            </a:xfrm>
            <a:custGeom>
              <a:avLst/>
              <a:gdLst/>
              <a:ahLst/>
              <a:cxnLst/>
              <a:rect l="0" t="0" r="0" b="0"/>
              <a:pathLst>
                <a:path w="6092" h="23733">
                  <a:moveTo>
                    <a:pt x="6092" y="237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5" name="Output_receptor__4834">
              <a:extLst>
                <a:ext uri="{FF2B5EF4-FFF2-40B4-BE49-F238E27FC236}">
                  <a16:creationId xmlns:a16="http://schemas.microsoft.com/office/drawing/2014/main" id="{FC54E659-B20F-2851-998A-3E1CE81945DE}"/>
                </a:ext>
              </a:extLst>
            </p:cNvPr>
            <p:cNvSpPr>
              <a:spLocks noGrp="1"/>
            </p:cNvSpPr>
            <p:nvPr/>
          </p:nvSpPr>
          <p:spPr>
            <a:xfrm>
              <a:off x="15613597" y="4275969"/>
              <a:ext cx="14115" cy="54919"/>
            </a:xfrm>
            <a:custGeom>
              <a:avLst/>
              <a:gdLst/>
              <a:ahLst/>
              <a:cxnLst/>
              <a:rect l="0" t="0" r="0" b="0"/>
              <a:pathLst>
                <a:path w="14115" h="54919">
                  <a:moveTo>
                    <a:pt x="14115" y="5491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6" name="Output_receptor__4835">
              <a:extLst>
                <a:ext uri="{FF2B5EF4-FFF2-40B4-BE49-F238E27FC236}">
                  <a16:creationId xmlns:a16="http://schemas.microsoft.com/office/drawing/2014/main" id="{85B95420-8E70-A570-1519-EBEBD2F84E60}"/>
                </a:ext>
              </a:extLst>
            </p:cNvPr>
            <p:cNvSpPr>
              <a:spLocks noGrp="1"/>
            </p:cNvSpPr>
            <p:nvPr/>
          </p:nvSpPr>
          <p:spPr>
            <a:xfrm>
              <a:off x="16696643" y="4027284"/>
              <a:ext cx="29873" cy="17122"/>
            </a:xfrm>
            <a:custGeom>
              <a:avLst/>
              <a:gdLst/>
              <a:ahLst/>
              <a:cxnLst/>
              <a:rect l="0" t="0" r="0" b="0"/>
              <a:pathLst>
                <a:path w="29873" h="17122">
                  <a:moveTo>
                    <a:pt x="0" y="17122"/>
                  </a:moveTo>
                  <a:lnTo>
                    <a:pt x="29873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7" name="Output_receptor__4836">
              <a:extLst>
                <a:ext uri="{FF2B5EF4-FFF2-40B4-BE49-F238E27FC236}">
                  <a16:creationId xmlns:a16="http://schemas.microsoft.com/office/drawing/2014/main" id="{3ADCF872-A89F-3DCC-2FBD-475961E4FC51}"/>
                </a:ext>
              </a:extLst>
            </p:cNvPr>
            <p:cNvSpPr>
              <a:spLocks noGrp="1"/>
            </p:cNvSpPr>
            <p:nvPr/>
          </p:nvSpPr>
          <p:spPr>
            <a:xfrm>
              <a:off x="16613556" y="3410160"/>
              <a:ext cx="15473" cy="35755"/>
            </a:xfrm>
            <a:custGeom>
              <a:avLst/>
              <a:gdLst/>
              <a:ahLst/>
              <a:cxnLst/>
              <a:rect l="0" t="0" r="0" b="0"/>
              <a:pathLst>
                <a:path w="15473" h="35755">
                  <a:moveTo>
                    <a:pt x="15473" y="3575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38" name="Output_receptor__4837">
              <a:extLst>
                <a:ext uri="{FF2B5EF4-FFF2-40B4-BE49-F238E27FC236}">
                  <a16:creationId xmlns:a16="http://schemas.microsoft.com/office/drawing/2014/main" id="{0B0074FC-9974-6ED1-0FB4-F9848C17372E}"/>
                </a:ext>
              </a:extLst>
            </p:cNvPr>
            <p:cNvSpPr>
              <a:spLocks noGrp="1"/>
            </p:cNvSpPr>
            <p:nvPr/>
          </p:nvSpPr>
          <p:spPr>
            <a:xfrm>
              <a:off x="16101627" y="4099057"/>
              <a:ext cx="11086" cy="61449"/>
            </a:xfrm>
            <a:custGeom>
              <a:avLst/>
              <a:gdLst/>
              <a:ahLst/>
              <a:cxnLst/>
              <a:rect l="0" t="0" r="0" b="0"/>
              <a:pathLst>
                <a:path w="11086" h="61449">
                  <a:moveTo>
                    <a:pt x="0" y="61449"/>
                  </a:moveTo>
                  <a:lnTo>
                    <a:pt x="11086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39" name="Output_receptor__4838">
              <a:extLst>
                <a:ext uri="{FF2B5EF4-FFF2-40B4-BE49-F238E27FC236}">
                  <a16:creationId xmlns:a16="http://schemas.microsoft.com/office/drawing/2014/main" id="{192828CB-30AF-E281-E304-C01B509C47DE}"/>
                </a:ext>
              </a:extLst>
            </p:cNvPr>
            <p:cNvSpPr>
              <a:spLocks noGrp="1"/>
            </p:cNvSpPr>
            <p:nvPr/>
          </p:nvSpPr>
          <p:spPr>
            <a:xfrm>
              <a:off x="15478314" y="2734235"/>
              <a:ext cx="35465" cy="62751"/>
            </a:xfrm>
            <a:custGeom>
              <a:avLst/>
              <a:gdLst/>
              <a:ahLst/>
              <a:cxnLst/>
              <a:rect l="0" t="0" r="0" b="0"/>
              <a:pathLst>
                <a:path w="35465" h="62751">
                  <a:moveTo>
                    <a:pt x="0" y="0"/>
                  </a:moveTo>
                  <a:lnTo>
                    <a:pt x="35465" y="6275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0" name="Output_receptor__4839">
              <a:extLst>
                <a:ext uri="{FF2B5EF4-FFF2-40B4-BE49-F238E27FC236}">
                  <a16:creationId xmlns:a16="http://schemas.microsoft.com/office/drawing/2014/main" id="{D781B966-5E11-A5A7-BF26-10024E34E5B5}"/>
                </a:ext>
              </a:extLst>
            </p:cNvPr>
            <p:cNvSpPr>
              <a:spLocks noGrp="1"/>
            </p:cNvSpPr>
            <p:nvPr/>
          </p:nvSpPr>
          <p:spPr>
            <a:xfrm>
              <a:off x="16364970" y="3533303"/>
              <a:ext cx="59342" cy="35981"/>
            </a:xfrm>
            <a:custGeom>
              <a:avLst/>
              <a:gdLst/>
              <a:ahLst/>
              <a:cxnLst/>
              <a:rect l="0" t="0" r="0" b="0"/>
              <a:pathLst>
                <a:path w="59342" h="35981">
                  <a:moveTo>
                    <a:pt x="59342" y="0"/>
                  </a:moveTo>
                  <a:lnTo>
                    <a:pt x="0" y="3598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1" name="Output_receptor__4840">
              <a:extLst>
                <a:ext uri="{FF2B5EF4-FFF2-40B4-BE49-F238E27FC236}">
                  <a16:creationId xmlns:a16="http://schemas.microsoft.com/office/drawing/2014/main" id="{B2DF867D-FD23-DDD0-10D2-4EDC82648857}"/>
                </a:ext>
              </a:extLst>
            </p:cNvPr>
            <p:cNvSpPr>
              <a:spLocks noGrp="1"/>
            </p:cNvSpPr>
            <p:nvPr/>
          </p:nvSpPr>
          <p:spPr>
            <a:xfrm>
              <a:off x="15747513" y="4179044"/>
              <a:ext cx="62457" cy="7612"/>
            </a:xfrm>
            <a:custGeom>
              <a:avLst/>
              <a:gdLst/>
              <a:ahLst/>
              <a:cxnLst/>
              <a:rect l="0" t="0" r="0" b="0"/>
              <a:pathLst>
                <a:path w="62457" h="7612">
                  <a:moveTo>
                    <a:pt x="0" y="0"/>
                  </a:moveTo>
                  <a:lnTo>
                    <a:pt x="62457" y="7612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2" name="Output_receptor__4841">
              <a:extLst>
                <a:ext uri="{FF2B5EF4-FFF2-40B4-BE49-F238E27FC236}">
                  <a16:creationId xmlns:a16="http://schemas.microsoft.com/office/drawing/2014/main" id="{DC4137EB-5E6E-A30D-CED6-61BE0981A053}"/>
                </a:ext>
              </a:extLst>
            </p:cNvPr>
            <p:cNvSpPr>
              <a:spLocks noGrp="1"/>
            </p:cNvSpPr>
            <p:nvPr/>
          </p:nvSpPr>
          <p:spPr>
            <a:xfrm>
              <a:off x="16104973" y="3191392"/>
              <a:ext cx="32517" cy="19348"/>
            </a:xfrm>
            <a:custGeom>
              <a:avLst/>
              <a:gdLst/>
              <a:ahLst/>
              <a:cxnLst/>
              <a:rect l="0" t="0" r="0" b="0"/>
              <a:pathLst>
                <a:path w="32517" h="19348">
                  <a:moveTo>
                    <a:pt x="0" y="19348"/>
                  </a:moveTo>
                  <a:lnTo>
                    <a:pt x="3251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3" name="Output_receptor__4842">
              <a:extLst>
                <a:ext uri="{FF2B5EF4-FFF2-40B4-BE49-F238E27FC236}">
                  <a16:creationId xmlns:a16="http://schemas.microsoft.com/office/drawing/2014/main" id="{784F8A05-61A5-D672-11A8-5AE4A42E4FA6}"/>
                </a:ext>
              </a:extLst>
            </p:cNvPr>
            <p:cNvSpPr>
              <a:spLocks noGrp="1"/>
            </p:cNvSpPr>
            <p:nvPr/>
          </p:nvSpPr>
          <p:spPr>
            <a:xfrm>
              <a:off x="16573758" y="4121816"/>
              <a:ext cx="25087" cy="43717"/>
            </a:xfrm>
            <a:custGeom>
              <a:avLst/>
              <a:gdLst/>
              <a:ahLst/>
              <a:cxnLst/>
              <a:rect l="0" t="0" r="0" b="0"/>
              <a:pathLst>
                <a:path w="25087" h="43717">
                  <a:moveTo>
                    <a:pt x="25087" y="0"/>
                  </a:moveTo>
                  <a:lnTo>
                    <a:pt x="0" y="43717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4" name="Output_receptor__4843">
              <a:extLst>
                <a:ext uri="{FF2B5EF4-FFF2-40B4-BE49-F238E27FC236}">
                  <a16:creationId xmlns:a16="http://schemas.microsoft.com/office/drawing/2014/main" id="{9D1F4A8D-3756-4392-7B2C-F4A6187DBCD6}"/>
                </a:ext>
              </a:extLst>
            </p:cNvPr>
            <p:cNvSpPr>
              <a:spLocks noGrp="1"/>
            </p:cNvSpPr>
            <p:nvPr/>
          </p:nvSpPr>
          <p:spPr>
            <a:xfrm>
              <a:off x="15629486" y="4475555"/>
              <a:ext cx="34273" cy="32004"/>
            </a:xfrm>
            <a:custGeom>
              <a:avLst/>
              <a:gdLst/>
              <a:ahLst/>
              <a:cxnLst/>
              <a:rect l="0" t="0" r="0" b="0"/>
              <a:pathLst>
                <a:path w="34273" h="32004">
                  <a:moveTo>
                    <a:pt x="34273" y="0"/>
                  </a:moveTo>
                  <a:lnTo>
                    <a:pt x="0" y="32004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5" name="Output_receptor__4844">
              <a:extLst>
                <a:ext uri="{FF2B5EF4-FFF2-40B4-BE49-F238E27FC236}">
                  <a16:creationId xmlns:a16="http://schemas.microsoft.com/office/drawing/2014/main" id="{4C29DCF0-0E31-FE2B-EA96-6E83ABE17723}"/>
                </a:ext>
              </a:extLst>
            </p:cNvPr>
            <p:cNvSpPr>
              <a:spLocks noGrp="1"/>
            </p:cNvSpPr>
            <p:nvPr/>
          </p:nvSpPr>
          <p:spPr>
            <a:xfrm>
              <a:off x="15445238" y="4257356"/>
              <a:ext cx="9835" cy="26845"/>
            </a:xfrm>
            <a:custGeom>
              <a:avLst/>
              <a:gdLst/>
              <a:ahLst/>
              <a:cxnLst/>
              <a:rect l="0" t="0" r="0" b="0"/>
              <a:pathLst>
                <a:path w="9835" h="26845">
                  <a:moveTo>
                    <a:pt x="9835" y="2684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6" name="Output_receptor__4845">
              <a:extLst>
                <a:ext uri="{FF2B5EF4-FFF2-40B4-BE49-F238E27FC236}">
                  <a16:creationId xmlns:a16="http://schemas.microsoft.com/office/drawing/2014/main" id="{F2EC16BB-0A2E-FA95-7181-D18295CCEE32}"/>
                </a:ext>
              </a:extLst>
            </p:cNvPr>
            <p:cNvSpPr>
              <a:spLocks noGrp="1"/>
            </p:cNvSpPr>
            <p:nvPr/>
          </p:nvSpPr>
          <p:spPr>
            <a:xfrm>
              <a:off x="15720146" y="4179044"/>
              <a:ext cx="27367" cy="52506"/>
            </a:xfrm>
            <a:custGeom>
              <a:avLst/>
              <a:gdLst/>
              <a:ahLst/>
              <a:cxnLst/>
              <a:rect l="0" t="0" r="0" b="0"/>
              <a:pathLst>
                <a:path w="27367" h="52506">
                  <a:moveTo>
                    <a:pt x="0" y="52506"/>
                  </a:moveTo>
                  <a:lnTo>
                    <a:pt x="27367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7" name="Output_receptor__4846">
              <a:extLst>
                <a:ext uri="{FF2B5EF4-FFF2-40B4-BE49-F238E27FC236}">
                  <a16:creationId xmlns:a16="http://schemas.microsoft.com/office/drawing/2014/main" id="{442A993D-D421-731A-2028-36C67F84820F}"/>
                </a:ext>
              </a:extLst>
            </p:cNvPr>
            <p:cNvSpPr>
              <a:spLocks noGrp="1"/>
            </p:cNvSpPr>
            <p:nvPr/>
          </p:nvSpPr>
          <p:spPr>
            <a:xfrm>
              <a:off x="15619292" y="3451045"/>
              <a:ext cx="42869" cy="19142"/>
            </a:xfrm>
            <a:custGeom>
              <a:avLst/>
              <a:gdLst/>
              <a:ahLst/>
              <a:cxnLst/>
              <a:rect l="0" t="0" r="0" b="0"/>
              <a:pathLst>
                <a:path w="42869" h="19142">
                  <a:moveTo>
                    <a:pt x="42869" y="0"/>
                  </a:moveTo>
                  <a:lnTo>
                    <a:pt x="0" y="19142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48" name="Output_receptor__4847">
              <a:extLst>
                <a:ext uri="{FF2B5EF4-FFF2-40B4-BE49-F238E27FC236}">
                  <a16:creationId xmlns:a16="http://schemas.microsoft.com/office/drawing/2014/main" id="{F4306FC3-C5C3-38E7-94C8-038525936EE6}"/>
                </a:ext>
              </a:extLst>
            </p:cNvPr>
            <p:cNvSpPr>
              <a:spLocks noGrp="1"/>
            </p:cNvSpPr>
            <p:nvPr/>
          </p:nvSpPr>
          <p:spPr>
            <a:xfrm>
              <a:off x="16643039" y="3957570"/>
              <a:ext cx="67948" cy="16491"/>
            </a:xfrm>
            <a:custGeom>
              <a:avLst/>
              <a:gdLst/>
              <a:ahLst/>
              <a:cxnLst/>
              <a:rect l="0" t="0" r="0" b="0"/>
              <a:pathLst>
                <a:path w="67948" h="16491">
                  <a:moveTo>
                    <a:pt x="67948" y="0"/>
                  </a:moveTo>
                  <a:lnTo>
                    <a:pt x="0" y="16491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49" name="Output_receptor__4848">
              <a:extLst>
                <a:ext uri="{FF2B5EF4-FFF2-40B4-BE49-F238E27FC236}">
                  <a16:creationId xmlns:a16="http://schemas.microsoft.com/office/drawing/2014/main" id="{6B4CCFCA-EA83-80F5-C1E8-7E1772DE7887}"/>
                </a:ext>
              </a:extLst>
            </p:cNvPr>
            <p:cNvSpPr>
              <a:spLocks noGrp="1"/>
            </p:cNvSpPr>
            <p:nvPr/>
          </p:nvSpPr>
          <p:spPr>
            <a:xfrm>
              <a:off x="15347320" y="4296336"/>
              <a:ext cx="37252" cy="20219"/>
            </a:xfrm>
            <a:custGeom>
              <a:avLst/>
              <a:gdLst/>
              <a:ahLst/>
              <a:cxnLst/>
              <a:rect l="0" t="0" r="0" b="0"/>
              <a:pathLst>
                <a:path w="37252" h="20219">
                  <a:moveTo>
                    <a:pt x="0" y="0"/>
                  </a:moveTo>
                  <a:lnTo>
                    <a:pt x="37252" y="20219"/>
                  </a:lnTo>
                </a:path>
              </a:pathLst>
            </a:custGeom>
            <a:noFill/>
            <a:ln w="8096">
              <a:solidFill>
                <a:srgbClr val="E7EBED"/>
              </a:solidFill>
            </a:ln>
          </p:spPr>
        </p:sp>
        <p:sp>
          <p:nvSpPr>
            <p:cNvPr id="4850" name="Output_receptor__4849">
              <a:extLst>
                <a:ext uri="{FF2B5EF4-FFF2-40B4-BE49-F238E27FC236}">
                  <a16:creationId xmlns:a16="http://schemas.microsoft.com/office/drawing/2014/main" id="{25E75BE1-EEDF-A2F7-6BCC-3CD95C3B0937}"/>
                </a:ext>
              </a:extLst>
            </p:cNvPr>
            <p:cNvSpPr>
              <a:spLocks noGrp="1"/>
            </p:cNvSpPr>
            <p:nvPr/>
          </p:nvSpPr>
          <p:spPr>
            <a:xfrm>
              <a:off x="16583195" y="4065426"/>
              <a:ext cx="15651" cy="56390"/>
            </a:xfrm>
            <a:custGeom>
              <a:avLst/>
              <a:gdLst/>
              <a:ahLst/>
              <a:cxnLst/>
              <a:rect l="0" t="0" r="0" b="0"/>
              <a:pathLst>
                <a:path w="15651" h="56390">
                  <a:moveTo>
                    <a:pt x="0" y="0"/>
                  </a:moveTo>
                  <a:lnTo>
                    <a:pt x="15651" y="5639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1" name="Output_receptor__4850">
              <a:extLst>
                <a:ext uri="{FF2B5EF4-FFF2-40B4-BE49-F238E27FC236}">
                  <a16:creationId xmlns:a16="http://schemas.microsoft.com/office/drawing/2014/main" id="{07CA261A-74D2-43A4-2001-E041157B1719}"/>
                </a:ext>
              </a:extLst>
            </p:cNvPr>
            <p:cNvSpPr>
              <a:spLocks noGrp="1"/>
            </p:cNvSpPr>
            <p:nvPr/>
          </p:nvSpPr>
          <p:spPr>
            <a:xfrm>
              <a:off x="15884865" y="4117055"/>
              <a:ext cx="34129" cy="47224"/>
            </a:xfrm>
            <a:custGeom>
              <a:avLst/>
              <a:gdLst/>
              <a:ahLst/>
              <a:cxnLst/>
              <a:rect l="0" t="0" r="0" b="0"/>
              <a:pathLst>
                <a:path w="34129" h="47224">
                  <a:moveTo>
                    <a:pt x="0" y="47224"/>
                  </a:moveTo>
                  <a:lnTo>
                    <a:pt x="3412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2" name="Output_receptor__4851">
              <a:extLst>
                <a:ext uri="{FF2B5EF4-FFF2-40B4-BE49-F238E27FC236}">
                  <a16:creationId xmlns:a16="http://schemas.microsoft.com/office/drawing/2014/main" id="{DC10FCAA-EE9E-D196-3E17-53375C744AC5}"/>
                </a:ext>
              </a:extLst>
            </p:cNvPr>
            <p:cNvSpPr>
              <a:spLocks noGrp="1"/>
            </p:cNvSpPr>
            <p:nvPr/>
          </p:nvSpPr>
          <p:spPr>
            <a:xfrm>
              <a:off x="15535035" y="2699643"/>
              <a:ext cx="56729" cy="26917"/>
            </a:xfrm>
            <a:custGeom>
              <a:avLst/>
              <a:gdLst/>
              <a:ahLst/>
              <a:cxnLst/>
              <a:rect l="0" t="0" r="0" b="0"/>
              <a:pathLst>
                <a:path w="56729" h="26917">
                  <a:moveTo>
                    <a:pt x="56729" y="269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3" name="Output_receptor__4852">
              <a:extLst>
                <a:ext uri="{FF2B5EF4-FFF2-40B4-BE49-F238E27FC236}">
                  <a16:creationId xmlns:a16="http://schemas.microsoft.com/office/drawing/2014/main" id="{6400A4A6-6548-67EE-6C84-9543481406B1}"/>
                </a:ext>
              </a:extLst>
            </p:cNvPr>
            <p:cNvSpPr>
              <a:spLocks noGrp="1"/>
            </p:cNvSpPr>
            <p:nvPr/>
          </p:nvSpPr>
          <p:spPr>
            <a:xfrm>
              <a:off x="16483650" y="3781542"/>
              <a:ext cx="67419" cy="3201"/>
            </a:xfrm>
            <a:custGeom>
              <a:avLst/>
              <a:gdLst/>
              <a:ahLst/>
              <a:cxnLst/>
              <a:rect l="0" t="0" r="0" b="0"/>
              <a:pathLst>
                <a:path w="67419" h="3201">
                  <a:moveTo>
                    <a:pt x="0" y="3201"/>
                  </a:moveTo>
                  <a:lnTo>
                    <a:pt x="67419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4" name="Output_receptor__4853">
              <a:extLst>
                <a:ext uri="{FF2B5EF4-FFF2-40B4-BE49-F238E27FC236}">
                  <a16:creationId xmlns:a16="http://schemas.microsoft.com/office/drawing/2014/main" id="{3E42B4AD-A518-66E2-CE56-A9B68B82FEFD}"/>
                </a:ext>
              </a:extLst>
            </p:cNvPr>
            <p:cNvSpPr>
              <a:spLocks noGrp="1"/>
            </p:cNvSpPr>
            <p:nvPr/>
          </p:nvSpPr>
          <p:spPr>
            <a:xfrm>
              <a:off x="15703303" y="4494222"/>
              <a:ext cx="24170" cy="67488"/>
            </a:xfrm>
            <a:custGeom>
              <a:avLst/>
              <a:gdLst/>
              <a:ahLst/>
              <a:cxnLst/>
              <a:rect l="0" t="0" r="0" b="0"/>
              <a:pathLst>
                <a:path w="24170" h="67488">
                  <a:moveTo>
                    <a:pt x="0" y="67488"/>
                  </a:moveTo>
                  <a:lnTo>
                    <a:pt x="24170" y="0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5" name="Output_receptor__4854">
              <a:extLst>
                <a:ext uri="{FF2B5EF4-FFF2-40B4-BE49-F238E27FC236}">
                  <a16:creationId xmlns:a16="http://schemas.microsoft.com/office/drawing/2014/main" id="{9868896C-E7BF-3BBF-E89A-AF9F609B8DA7}"/>
                </a:ext>
              </a:extLst>
            </p:cNvPr>
            <p:cNvSpPr>
              <a:spLocks noGrp="1"/>
            </p:cNvSpPr>
            <p:nvPr/>
          </p:nvSpPr>
          <p:spPr>
            <a:xfrm>
              <a:off x="15726267" y="3413096"/>
              <a:ext cx="19874" cy="65259"/>
            </a:xfrm>
            <a:custGeom>
              <a:avLst/>
              <a:gdLst/>
              <a:ahLst/>
              <a:cxnLst/>
              <a:rect l="0" t="0" r="0" b="0"/>
              <a:pathLst>
                <a:path w="19874" h="65259">
                  <a:moveTo>
                    <a:pt x="19874" y="0"/>
                  </a:moveTo>
                  <a:lnTo>
                    <a:pt x="0" y="65259"/>
                  </a:lnTo>
                </a:path>
              </a:pathLst>
            </a:custGeom>
            <a:noFill/>
            <a:ln w="20003">
              <a:solidFill>
                <a:srgbClr val="E7EBED"/>
              </a:solidFill>
            </a:ln>
          </p:spPr>
        </p:sp>
        <p:sp>
          <p:nvSpPr>
            <p:cNvPr id="4856" name="Output_receptor__4855">
              <a:extLst>
                <a:ext uri="{FF2B5EF4-FFF2-40B4-BE49-F238E27FC236}">
                  <a16:creationId xmlns:a16="http://schemas.microsoft.com/office/drawing/2014/main" id="{7A26DCCB-572D-6391-8D7E-740460EB6776}"/>
                </a:ext>
              </a:extLst>
            </p:cNvPr>
            <p:cNvSpPr>
              <a:spLocks noGrp="1"/>
            </p:cNvSpPr>
            <p:nvPr/>
          </p:nvSpPr>
          <p:spPr>
            <a:xfrm>
              <a:off x="15828509" y="2809540"/>
              <a:ext cx="17622" cy="67248"/>
            </a:xfrm>
            <a:custGeom>
              <a:avLst/>
              <a:gdLst/>
              <a:ahLst/>
              <a:cxnLst/>
              <a:rect l="0" t="0" r="0" b="0"/>
              <a:pathLst>
                <a:path w="17622" h="67248">
                  <a:moveTo>
                    <a:pt x="0" y="0"/>
                  </a:moveTo>
                  <a:lnTo>
                    <a:pt x="17622" y="67248"/>
                  </a:lnTo>
                </a:path>
              </a:pathLst>
            </a:custGeom>
            <a:noFill/>
            <a:ln w="20003">
              <a:solidFill>
                <a:srgbClr val="E7EBEE"/>
              </a:solidFill>
            </a:ln>
          </p:spPr>
        </p:sp>
        <p:sp>
          <p:nvSpPr>
            <p:cNvPr id="4857" name="Output_receptor__4856">
              <a:extLst>
                <a:ext uri="{FF2B5EF4-FFF2-40B4-BE49-F238E27FC236}">
                  <a16:creationId xmlns:a16="http://schemas.microsoft.com/office/drawing/2014/main" id="{0A65A431-A486-095D-A477-597FBAD64558}"/>
                </a:ext>
              </a:extLst>
            </p:cNvPr>
            <p:cNvSpPr>
              <a:spLocks noGrp="1"/>
            </p:cNvSpPr>
            <p:nvPr/>
          </p:nvSpPr>
          <p:spPr>
            <a:xfrm>
              <a:off x="15529312" y="4259856"/>
              <a:ext cx="8033" cy="68948"/>
            </a:xfrm>
            <a:custGeom>
              <a:avLst/>
              <a:gdLst/>
              <a:ahLst/>
              <a:cxnLst/>
              <a:rect l="0" t="0" r="0" b="0"/>
              <a:pathLst>
                <a:path w="8033" h="68948">
                  <a:moveTo>
                    <a:pt x="0" y="68948"/>
                  </a:moveTo>
                  <a:lnTo>
                    <a:pt x="803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58" name="Output_receptor__4857">
              <a:extLst>
                <a:ext uri="{FF2B5EF4-FFF2-40B4-BE49-F238E27FC236}">
                  <a16:creationId xmlns:a16="http://schemas.microsoft.com/office/drawing/2014/main" id="{F180D35C-5A12-888C-8533-9CDCDE084CCB}"/>
                </a:ext>
              </a:extLst>
            </p:cNvPr>
            <p:cNvSpPr>
              <a:spLocks noGrp="1"/>
            </p:cNvSpPr>
            <p:nvPr/>
          </p:nvSpPr>
          <p:spPr>
            <a:xfrm>
              <a:off x="15478314" y="2699643"/>
              <a:ext cx="56721" cy="34592"/>
            </a:xfrm>
            <a:custGeom>
              <a:avLst/>
              <a:gdLst/>
              <a:ahLst/>
              <a:cxnLst/>
              <a:rect l="0" t="0" r="0" b="0"/>
              <a:pathLst>
                <a:path w="56721" h="34592">
                  <a:moveTo>
                    <a:pt x="56721" y="0"/>
                  </a:moveTo>
                  <a:lnTo>
                    <a:pt x="0" y="3459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59" name="Output_receptor__4858">
              <a:extLst>
                <a:ext uri="{FF2B5EF4-FFF2-40B4-BE49-F238E27FC236}">
                  <a16:creationId xmlns:a16="http://schemas.microsoft.com/office/drawing/2014/main" id="{BB9231F7-87E2-4649-032D-20863BCE4386}"/>
                </a:ext>
              </a:extLst>
            </p:cNvPr>
            <p:cNvSpPr>
              <a:spLocks noGrp="1"/>
            </p:cNvSpPr>
            <p:nvPr/>
          </p:nvSpPr>
          <p:spPr>
            <a:xfrm>
              <a:off x="16660491" y="4254791"/>
              <a:ext cx="68033" cy="22071"/>
            </a:xfrm>
            <a:custGeom>
              <a:avLst/>
              <a:gdLst/>
              <a:ahLst/>
              <a:cxnLst/>
              <a:rect l="0" t="0" r="0" b="0"/>
              <a:pathLst>
                <a:path w="68033" h="22071">
                  <a:moveTo>
                    <a:pt x="0" y="22071"/>
                  </a:moveTo>
                  <a:lnTo>
                    <a:pt x="68033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0" name="Output_receptor__4859">
              <a:extLst>
                <a:ext uri="{FF2B5EF4-FFF2-40B4-BE49-F238E27FC236}">
                  <a16:creationId xmlns:a16="http://schemas.microsoft.com/office/drawing/2014/main" id="{5471E1CD-9A03-5874-3F12-0707F4342B2D}"/>
                </a:ext>
              </a:extLst>
            </p:cNvPr>
            <p:cNvSpPr>
              <a:spLocks noGrp="1"/>
            </p:cNvSpPr>
            <p:nvPr/>
          </p:nvSpPr>
          <p:spPr>
            <a:xfrm>
              <a:off x="16551069" y="3781542"/>
              <a:ext cx="17186" cy="60837"/>
            </a:xfrm>
            <a:custGeom>
              <a:avLst/>
              <a:gdLst/>
              <a:ahLst/>
              <a:cxnLst/>
              <a:rect l="0" t="0" r="0" b="0"/>
              <a:pathLst>
                <a:path w="17186" h="60837">
                  <a:moveTo>
                    <a:pt x="0" y="0"/>
                  </a:moveTo>
                  <a:lnTo>
                    <a:pt x="17186" y="608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1" name="Output_receptor__4860">
              <a:extLst>
                <a:ext uri="{FF2B5EF4-FFF2-40B4-BE49-F238E27FC236}">
                  <a16:creationId xmlns:a16="http://schemas.microsoft.com/office/drawing/2014/main" id="{98421562-8B22-53E1-11CA-5755071F63B6}"/>
                </a:ext>
              </a:extLst>
            </p:cNvPr>
            <p:cNvSpPr>
              <a:spLocks noGrp="1"/>
            </p:cNvSpPr>
            <p:nvPr/>
          </p:nvSpPr>
          <p:spPr>
            <a:xfrm>
              <a:off x="16509522" y="4086645"/>
              <a:ext cx="5146" cy="9239"/>
            </a:xfrm>
            <a:custGeom>
              <a:avLst/>
              <a:gdLst/>
              <a:ahLst/>
              <a:cxnLst/>
              <a:rect l="0" t="0" r="0" b="0"/>
              <a:pathLst>
                <a:path w="5146" h="9239">
                  <a:moveTo>
                    <a:pt x="0" y="9239"/>
                  </a:moveTo>
                  <a:lnTo>
                    <a:pt x="514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2" name="Output_receptor__4861">
              <a:extLst>
                <a:ext uri="{FF2B5EF4-FFF2-40B4-BE49-F238E27FC236}">
                  <a16:creationId xmlns:a16="http://schemas.microsoft.com/office/drawing/2014/main" id="{4FFC13A1-93AF-55B4-DC6D-0DD41231B13A}"/>
                </a:ext>
              </a:extLst>
            </p:cNvPr>
            <p:cNvSpPr>
              <a:spLocks noGrp="1"/>
            </p:cNvSpPr>
            <p:nvPr/>
          </p:nvSpPr>
          <p:spPr>
            <a:xfrm>
              <a:off x="16028451" y="4017402"/>
              <a:ext cx="20561" cy="39918"/>
            </a:xfrm>
            <a:custGeom>
              <a:avLst/>
              <a:gdLst/>
              <a:ahLst/>
              <a:cxnLst/>
              <a:rect l="0" t="0" r="0" b="0"/>
              <a:pathLst>
                <a:path w="20561" h="39918">
                  <a:moveTo>
                    <a:pt x="20561" y="399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3" name="Output_receptor__4862">
              <a:extLst>
                <a:ext uri="{FF2B5EF4-FFF2-40B4-BE49-F238E27FC236}">
                  <a16:creationId xmlns:a16="http://schemas.microsoft.com/office/drawing/2014/main" id="{9429040D-5098-984D-E44A-977557441F78}"/>
                </a:ext>
              </a:extLst>
            </p:cNvPr>
            <p:cNvSpPr>
              <a:spLocks noGrp="1"/>
            </p:cNvSpPr>
            <p:nvPr/>
          </p:nvSpPr>
          <p:spPr>
            <a:xfrm>
              <a:off x="15804821" y="4186657"/>
              <a:ext cx="5148" cy="71864"/>
            </a:xfrm>
            <a:custGeom>
              <a:avLst/>
              <a:gdLst/>
              <a:ahLst/>
              <a:cxnLst/>
              <a:rect l="0" t="0" r="0" b="0"/>
              <a:pathLst>
                <a:path w="5148" h="71864">
                  <a:moveTo>
                    <a:pt x="5148" y="0"/>
                  </a:moveTo>
                  <a:lnTo>
                    <a:pt x="0" y="7186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4" name="Output_receptor__4863">
              <a:extLst>
                <a:ext uri="{FF2B5EF4-FFF2-40B4-BE49-F238E27FC236}">
                  <a16:creationId xmlns:a16="http://schemas.microsoft.com/office/drawing/2014/main" id="{2344F0C4-23C5-8C51-5A05-8C00DC0008AE}"/>
                </a:ext>
              </a:extLst>
            </p:cNvPr>
            <p:cNvSpPr>
              <a:spLocks noGrp="1"/>
            </p:cNvSpPr>
            <p:nvPr/>
          </p:nvSpPr>
          <p:spPr>
            <a:xfrm>
              <a:off x="16548715" y="4296832"/>
              <a:ext cx="32350" cy="53270"/>
            </a:xfrm>
            <a:custGeom>
              <a:avLst/>
              <a:gdLst/>
              <a:ahLst/>
              <a:cxnLst/>
              <a:rect l="0" t="0" r="0" b="0"/>
              <a:pathLst>
                <a:path w="32350" h="53270">
                  <a:moveTo>
                    <a:pt x="0" y="0"/>
                  </a:moveTo>
                  <a:lnTo>
                    <a:pt x="32350" y="5327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5" name="Output_receptor__4864">
              <a:extLst>
                <a:ext uri="{FF2B5EF4-FFF2-40B4-BE49-F238E27FC236}">
                  <a16:creationId xmlns:a16="http://schemas.microsoft.com/office/drawing/2014/main" id="{77D4CA6D-9C84-FEE5-EAAE-BE00F25F9066}"/>
                </a:ext>
              </a:extLst>
            </p:cNvPr>
            <p:cNvSpPr>
              <a:spLocks noGrp="1"/>
            </p:cNvSpPr>
            <p:nvPr/>
          </p:nvSpPr>
          <p:spPr>
            <a:xfrm>
              <a:off x="16511421" y="3842378"/>
              <a:ext cx="56834" cy="35037"/>
            </a:xfrm>
            <a:custGeom>
              <a:avLst/>
              <a:gdLst/>
              <a:ahLst/>
              <a:cxnLst/>
              <a:rect l="0" t="0" r="0" b="0"/>
              <a:pathLst>
                <a:path w="56834" h="35037">
                  <a:moveTo>
                    <a:pt x="56834" y="0"/>
                  </a:moveTo>
                  <a:lnTo>
                    <a:pt x="0" y="350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6" name="Output_receptor__4865">
              <a:extLst>
                <a:ext uri="{FF2B5EF4-FFF2-40B4-BE49-F238E27FC236}">
                  <a16:creationId xmlns:a16="http://schemas.microsoft.com/office/drawing/2014/main" id="{FA0D7E34-D452-EA20-F5D3-B455B1B302DF}"/>
                </a:ext>
              </a:extLst>
            </p:cNvPr>
            <p:cNvSpPr>
              <a:spLocks noGrp="1"/>
            </p:cNvSpPr>
            <p:nvPr/>
          </p:nvSpPr>
          <p:spPr>
            <a:xfrm>
              <a:off x="16546012" y="3602375"/>
              <a:ext cx="27298" cy="18675"/>
            </a:xfrm>
            <a:custGeom>
              <a:avLst/>
              <a:gdLst/>
              <a:ahLst/>
              <a:cxnLst/>
              <a:rect l="0" t="0" r="0" b="0"/>
              <a:pathLst>
                <a:path w="27298" h="18675">
                  <a:moveTo>
                    <a:pt x="0" y="0"/>
                  </a:moveTo>
                  <a:lnTo>
                    <a:pt x="27298" y="1867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67" name="Output_receptor__4866">
              <a:extLst>
                <a:ext uri="{FF2B5EF4-FFF2-40B4-BE49-F238E27FC236}">
                  <a16:creationId xmlns:a16="http://schemas.microsoft.com/office/drawing/2014/main" id="{EE966104-FF87-03DF-05CB-4F0C82FFA3D7}"/>
                </a:ext>
              </a:extLst>
            </p:cNvPr>
            <p:cNvSpPr>
              <a:spLocks noGrp="1"/>
            </p:cNvSpPr>
            <p:nvPr/>
          </p:nvSpPr>
          <p:spPr>
            <a:xfrm>
              <a:off x="16102944" y="3353725"/>
              <a:ext cx="2923" cy="46468"/>
            </a:xfrm>
            <a:custGeom>
              <a:avLst/>
              <a:gdLst/>
              <a:ahLst/>
              <a:cxnLst/>
              <a:rect l="0" t="0" r="0" b="0"/>
              <a:pathLst>
                <a:path w="2923" h="46468">
                  <a:moveTo>
                    <a:pt x="0" y="46468"/>
                  </a:moveTo>
                  <a:lnTo>
                    <a:pt x="2923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8" name="Output_receptor__4867">
              <a:extLst>
                <a:ext uri="{FF2B5EF4-FFF2-40B4-BE49-F238E27FC236}">
                  <a16:creationId xmlns:a16="http://schemas.microsoft.com/office/drawing/2014/main" id="{EB945190-8E2B-FE9F-C20F-42657D587FC8}"/>
                </a:ext>
              </a:extLst>
            </p:cNvPr>
            <p:cNvSpPr>
              <a:spLocks noGrp="1"/>
            </p:cNvSpPr>
            <p:nvPr/>
          </p:nvSpPr>
          <p:spPr>
            <a:xfrm>
              <a:off x="15636971" y="2915410"/>
              <a:ext cx="18948" cy="1494"/>
            </a:xfrm>
            <a:custGeom>
              <a:avLst/>
              <a:gdLst/>
              <a:ahLst/>
              <a:cxnLst/>
              <a:rect l="0" t="0" r="0" b="0"/>
              <a:pathLst>
                <a:path w="18948" h="1494">
                  <a:moveTo>
                    <a:pt x="0" y="0"/>
                  </a:moveTo>
                  <a:lnTo>
                    <a:pt x="18948" y="1494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69" name="Output_receptor__4868">
              <a:extLst>
                <a:ext uri="{FF2B5EF4-FFF2-40B4-BE49-F238E27FC236}">
                  <a16:creationId xmlns:a16="http://schemas.microsoft.com/office/drawing/2014/main" id="{DADD3625-2A6F-ACEA-C663-ED29AF5DB15F}"/>
                </a:ext>
              </a:extLst>
            </p:cNvPr>
            <p:cNvSpPr>
              <a:spLocks noGrp="1"/>
            </p:cNvSpPr>
            <p:nvPr/>
          </p:nvSpPr>
          <p:spPr>
            <a:xfrm>
              <a:off x="15870313" y="4066341"/>
              <a:ext cx="48681" cy="50714"/>
            </a:xfrm>
            <a:custGeom>
              <a:avLst/>
              <a:gdLst/>
              <a:ahLst/>
              <a:cxnLst/>
              <a:rect l="0" t="0" r="0" b="0"/>
              <a:pathLst>
                <a:path w="48681" h="50714">
                  <a:moveTo>
                    <a:pt x="48681" y="507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0" name="Output_receptor__4869">
              <a:extLst>
                <a:ext uri="{FF2B5EF4-FFF2-40B4-BE49-F238E27FC236}">
                  <a16:creationId xmlns:a16="http://schemas.microsoft.com/office/drawing/2014/main" id="{F2BC314F-2A58-B849-2022-D2FA44F3E4DD}"/>
                </a:ext>
              </a:extLst>
            </p:cNvPr>
            <p:cNvSpPr>
              <a:spLocks noGrp="1"/>
            </p:cNvSpPr>
            <p:nvPr/>
          </p:nvSpPr>
          <p:spPr>
            <a:xfrm>
              <a:off x="15815466" y="4066341"/>
              <a:ext cx="54847" cy="43131"/>
            </a:xfrm>
            <a:custGeom>
              <a:avLst/>
              <a:gdLst/>
              <a:ahLst/>
              <a:cxnLst/>
              <a:rect l="0" t="0" r="0" b="0"/>
              <a:pathLst>
                <a:path w="54847" h="43131">
                  <a:moveTo>
                    <a:pt x="54847" y="0"/>
                  </a:moveTo>
                  <a:lnTo>
                    <a:pt x="0" y="4313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1" name="Output_receptor__4870">
              <a:extLst>
                <a:ext uri="{FF2B5EF4-FFF2-40B4-BE49-F238E27FC236}">
                  <a16:creationId xmlns:a16="http://schemas.microsoft.com/office/drawing/2014/main" id="{7D2900DF-C531-361B-C58D-C90EB47E819C}"/>
                </a:ext>
              </a:extLst>
            </p:cNvPr>
            <p:cNvSpPr>
              <a:spLocks noGrp="1"/>
            </p:cNvSpPr>
            <p:nvPr/>
          </p:nvSpPr>
          <p:spPr>
            <a:xfrm>
              <a:off x="15880665" y="3943085"/>
              <a:ext cx="56054" cy="15022"/>
            </a:xfrm>
            <a:custGeom>
              <a:avLst/>
              <a:gdLst/>
              <a:ahLst/>
              <a:cxnLst/>
              <a:rect l="0" t="0" r="0" b="0"/>
              <a:pathLst>
                <a:path w="56054" h="15022">
                  <a:moveTo>
                    <a:pt x="56054" y="0"/>
                  </a:moveTo>
                  <a:lnTo>
                    <a:pt x="0" y="1502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2" name="Output_receptor__4871">
              <a:extLst>
                <a:ext uri="{FF2B5EF4-FFF2-40B4-BE49-F238E27FC236}">
                  <a16:creationId xmlns:a16="http://schemas.microsoft.com/office/drawing/2014/main" id="{379E62FB-8B62-D8EF-C941-9FBB268AD1D0}"/>
                </a:ext>
              </a:extLst>
            </p:cNvPr>
            <p:cNvSpPr>
              <a:spLocks noGrp="1"/>
            </p:cNvSpPr>
            <p:nvPr/>
          </p:nvSpPr>
          <p:spPr>
            <a:xfrm>
              <a:off x="16710987" y="3957570"/>
              <a:ext cx="15528" cy="69713"/>
            </a:xfrm>
            <a:custGeom>
              <a:avLst/>
              <a:gdLst/>
              <a:ahLst/>
              <a:cxnLst/>
              <a:rect l="0" t="0" r="0" b="0"/>
              <a:pathLst>
                <a:path w="15528" h="69713">
                  <a:moveTo>
                    <a:pt x="15528" y="697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3" name="Output_receptor__4872">
              <a:extLst>
                <a:ext uri="{FF2B5EF4-FFF2-40B4-BE49-F238E27FC236}">
                  <a16:creationId xmlns:a16="http://schemas.microsoft.com/office/drawing/2014/main" id="{19400406-1414-0BC0-377B-40FF5E6EEFC3}"/>
                </a:ext>
              </a:extLst>
            </p:cNvPr>
            <p:cNvSpPr>
              <a:spLocks noGrp="1"/>
            </p:cNvSpPr>
            <p:nvPr/>
          </p:nvSpPr>
          <p:spPr>
            <a:xfrm>
              <a:off x="15846131" y="2876787"/>
              <a:ext cx="53795" cy="21782"/>
            </a:xfrm>
            <a:custGeom>
              <a:avLst/>
              <a:gdLst/>
              <a:ahLst/>
              <a:cxnLst/>
              <a:rect l="0" t="0" r="0" b="0"/>
              <a:pathLst>
                <a:path w="53795" h="21782">
                  <a:moveTo>
                    <a:pt x="0" y="0"/>
                  </a:moveTo>
                  <a:lnTo>
                    <a:pt x="53795" y="2178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4" name="Output_receptor__4873">
              <a:extLst>
                <a:ext uri="{FF2B5EF4-FFF2-40B4-BE49-F238E27FC236}">
                  <a16:creationId xmlns:a16="http://schemas.microsoft.com/office/drawing/2014/main" id="{107872FE-6999-DBE8-ED9F-B56E36F74A7D}"/>
                </a:ext>
              </a:extLst>
            </p:cNvPr>
            <p:cNvSpPr>
              <a:spLocks noGrp="1"/>
            </p:cNvSpPr>
            <p:nvPr/>
          </p:nvSpPr>
          <p:spPr>
            <a:xfrm>
              <a:off x="15936719" y="3943085"/>
              <a:ext cx="52082" cy="13234"/>
            </a:xfrm>
            <a:custGeom>
              <a:avLst/>
              <a:gdLst/>
              <a:ahLst/>
              <a:cxnLst/>
              <a:rect l="0" t="0" r="0" b="0"/>
              <a:pathLst>
                <a:path w="52082" h="13234">
                  <a:moveTo>
                    <a:pt x="52082" y="132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5" name="Output_receptor__4874">
              <a:extLst>
                <a:ext uri="{FF2B5EF4-FFF2-40B4-BE49-F238E27FC236}">
                  <a16:creationId xmlns:a16="http://schemas.microsoft.com/office/drawing/2014/main" id="{A21B6948-55AE-49C2-721C-903FC605E0E1}"/>
                </a:ext>
              </a:extLst>
            </p:cNvPr>
            <p:cNvSpPr>
              <a:spLocks noGrp="1"/>
            </p:cNvSpPr>
            <p:nvPr/>
          </p:nvSpPr>
          <p:spPr>
            <a:xfrm>
              <a:off x="15763344" y="2778768"/>
              <a:ext cx="65165" cy="30771"/>
            </a:xfrm>
            <a:custGeom>
              <a:avLst/>
              <a:gdLst/>
              <a:ahLst/>
              <a:cxnLst/>
              <a:rect l="0" t="0" r="0" b="0"/>
              <a:pathLst>
                <a:path w="65165" h="30771">
                  <a:moveTo>
                    <a:pt x="0" y="0"/>
                  </a:moveTo>
                  <a:lnTo>
                    <a:pt x="65165" y="30771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76" name="Output_receptor__4875">
              <a:extLst>
                <a:ext uri="{FF2B5EF4-FFF2-40B4-BE49-F238E27FC236}">
                  <a16:creationId xmlns:a16="http://schemas.microsoft.com/office/drawing/2014/main" id="{067B8C87-CA7A-720C-F53C-96D9BAEEA28C}"/>
                </a:ext>
              </a:extLst>
            </p:cNvPr>
            <p:cNvSpPr>
              <a:spLocks noGrp="1"/>
            </p:cNvSpPr>
            <p:nvPr/>
          </p:nvSpPr>
          <p:spPr>
            <a:xfrm>
              <a:off x="15649751" y="3948381"/>
              <a:ext cx="48612" cy="29756"/>
            </a:xfrm>
            <a:custGeom>
              <a:avLst/>
              <a:gdLst/>
              <a:ahLst/>
              <a:cxnLst/>
              <a:rect l="0" t="0" r="0" b="0"/>
              <a:pathLst>
                <a:path w="48612" h="29756">
                  <a:moveTo>
                    <a:pt x="48612" y="0"/>
                  </a:moveTo>
                  <a:lnTo>
                    <a:pt x="0" y="297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7" name="Output_receptor__4876">
              <a:extLst>
                <a:ext uri="{FF2B5EF4-FFF2-40B4-BE49-F238E27FC236}">
                  <a16:creationId xmlns:a16="http://schemas.microsoft.com/office/drawing/2014/main" id="{1B088F9A-75AC-0F76-F697-6BE96FEEB30F}"/>
                </a:ext>
              </a:extLst>
            </p:cNvPr>
            <p:cNvSpPr>
              <a:spLocks noGrp="1"/>
            </p:cNvSpPr>
            <p:nvPr/>
          </p:nvSpPr>
          <p:spPr>
            <a:xfrm>
              <a:off x="16629030" y="3445915"/>
              <a:ext cx="61982" cy="36899"/>
            </a:xfrm>
            <a:custGeom>
              <a:avLst/>
              <a:gdLst/>
              <a:ahLst/>
              <a:cxnLst/>
              <a:rect l="0" t="0" r="0" b="0"/>
              <a:pathLst>
                <a:path w="61982" h="36899">
                  <a:moveTo>
                    <a:pt x="61982" y="3689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78" name="Output_receptor__4877">
              <a:extLst>
                <a:ext uri="{FF2B5EF4-FFF2-40B4-BE49-F238E27FC236}">
                  <a16:creationId xmlns:a16="http://schemas.microsoft.com/office/drawing/2014/main" id="{72B4DE9F-1B14-702C-8795-16496D35B671}"/>
                </a:ext>
              </a:extLst>
            </p:cNvPr>
            <p:cNvSpPr>
              <a:spLocks noGrp="1"/>
            </p:cNvSpPr>
            <p:nvPr/>
          </p:nvSpPr>
          <p:spPr>
            <a:xfrm>
              <a:off x="15445238" y="4188379"/>
              <a:ext cx="215" cy="68977"/>
            </a:xfrm>
            <a:custGeom>
              <a:avLst/>
              <a:gdLst/>
              <a:ahLst/>
              <a:cxnLst/>
              <a:rect l="0" t="0" r="0" b="0"/>
              <a:pathLst>
                <a:path w="215" h="68977">
                  <a:moveTo>
                    <a:pt x="0" y="68977"/>
                  </a:moveTo>
                  <a:lnTo>
                    <a:pt x="215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79" name="Output_receptor__4878">
              <a:extLst>
                <a:ext uri="{FF2B5EF4-FFF2-40B4-BE49-F238E27FC236}">
                  <a16:creationId xmlns:a16="http://schemas.microsoft.com/office/drawing/2014/main" id="{B676D0AA-296F-4A61-3D9B-F8AF76AF16C3}"/>
                </a:ext>
              </a:extLst>
            </p:cNvPr>
            <p:cNvSpPr>
              <a:spLocks noGrp="1"/>
            </p:cNvSpPr>
            <p:nvPr/>
          </p:nvSpPr>
          <p:spPr>
            <a:xfrm>
              <a:off x="15858218" y="4575539"/>
              <a:ext cx="33759" cy="57230"/>
            </a:xfrm>
            <a:custGeom>
              <a:avLst/>
              <a:gdLst/>
              <a:ahLst/>
              <a:cxnLst/>
              <a:rect l="0" t="0" r="0" b="0"/>
              <a:pathLst>
                <a:path w="33759" h="57230">
                  <a:moveTo>
                    <a:pt x="0" y="57230"/>
                  </a:moveTo>
                  <a:lnTo>
                    <a:pt x="33759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0" name="Output_receptor__4879">
              <a:extLst>
                <a:ext uri="{FF2B5EF4-FFF2-40B4-BE49-F238E27FC236}">
                  <a16:creationId xmlns:a16="http://schemas.microsoft.com/office/drawing/2014/main" id="{A4EBCB70-8EB3-C3B0-389E-0494AD06303C}"/>
                </a:ext>
              </a:extLst>
            </p:cNvPr>
            <p:cNvSpPr>
              <a:spLocks noGrp="1"/>
            </p:cNvSpPr>
            <p:nvPr/>
          </p:nvSpPr>
          <p:spPr>
            <a:xfrm>
              <a:off x="16632743" y="3974061"/>
              <a:ext cx="10296" cy="41435"/>
            </a:xfrm>
            <a:custGeom>
              <a:avLst/>
              <a:gdLst/>
              <a:ahLst/>
              <a:cxnLst/>
              <a:rect l="0" t="0" r="0" b="0"/>
              <a:pathLst>
                <a:path w="10296" h="41435">
                  <a:moveTo>
                    <a:pt x="10296" y="0"/>
                  </a:moveTo>
                  <a:lnTo>
                    <a:pt x="0" y="4143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1" name="Output_receptor__4880">
              <a:extLst>
                <a:ext uri="{FF2B5EF4-FFF2-40B4-BE49-F238E27FC236}">
                  <a16:creationId xmlns:a16="http://schemas.microsoft.com/office/drawing/2014/main" id="{419DAF2F-1271-EF58-31AA-EF17B55A4804}"/>
                </a:ext>
              </a:extLst>
            </p:cNvPr>
            <p:cNvSpPr>
              <a:spLocks noGrp="1"/>
            </p:cNvSpPr>
            <p:nvPr/>
          </p:nvSpPr>
          <p:spPr>
            <a:xfrm>
              <a:off x="16017758" y="4057320"/>
              <a:ext cx="31254" cy="58037"/>
            </a:xfrm>
            <a:custGeom>
              <a:avLst/>
              <a:gdLst/>
              <a:ahLst/>
              <a:cxnLst/>
              <a:rect l="0" t="0" r="0" b="0"/>
              <a:pathLst>
                <a:path w="31254" h="58037">
                  <a:moveTo>
                    <a:pt x="0" y="58037"/>
                  </a:moveTo>
                  <a:lnTo>
                    <a:pt x="3125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2" name="Output_receptor__4881">
              <a:extLst>
                <a:ext uri="{FF2B5EF4-FFF2-40B4-BE49-F238E27FC236}">
                  <a16:creationId xmlns:a16="http://schemas.microsoft.com/office/drawing/2014/main" id="{24096356-282B-4609-B84D-7702EF4CEA4D}"/>
                </a:ext>
              </a:extLst>
            </p:cNvPr>
            <p:cNvSpPr>
              <a:spLocks noGrp="1"/>
            </p:cNvSpPr>
            <p:nvPr/>
          </p:nvSpPr>
          <p:spPr>
            <a:xfrm>
              <a:off x="16590241" y="3524275"/>
              <a:ext cx="41720" cy="57221"/>
            </a:xfrm>
            <a:custGeom>
              <a:avLst/>
              <a:gdLst/>
              <a:ahLst/>
              <a:cxnLst/>
              <a:rect l="0" t="0" r="0" b="0"/>
              <a:pathLst>
                <a:path w="41720" h="57221">
                  <a:moveTo>
                    <a:pt x="41720" y="5722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3" name="Output_receptor__4882">
              <a:extLst>
                <a:ext uri="{FF2B5EF4-FFF2-40B4-BE49-F238E27FC236}">
                  <a16:creationId xmlns:a16="http://schemas.microsoft.com/office/drawing/2014/main" id="{1E26D178-C7D1-CEB9-F369-F794EE829E35}"/>
                </a:ext>
              </a:extLst>
            </p:cNvPr>
            <p:cNvSpPr>
              <a:spLocks noGrp="1"/>
            </p:cNvSpPr>
            <p:nvPr/>
          </p:nvSpPr>
          <p:spPr>
            <a:xfrm>
              <a:off x="15960066" y="4020006"/>
              <a:ext cx="663" cy="20370"/>
            </a:xfrm>
            <a:custGeom>
              <a:avLst/>
              <a:gdLst/>
              <a:ahLst/>
              <a:cxnLst/>
              <a:rect l="0" t="0" r="0" b="0"/>
              <a:pathLst>
                <a:path w="663" h="20370">
                  <a:moveTo>
                    <a:pt x="663" y="203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4" name="Output_receptor__4883">
              <a:extLst>
                <a:ext uri="{FF2B5EF4-FFF2-40B4-BE49-F238E27FC236}">
                  <a16:creationId xmlns:a16="http://schemas.microsoft.com/office/drawing/2014/main" id="{67DBAE55-B55D-EE86-D6A0-E29ACB2DB756}"/>
                </a:ext>
              </a:extLst>
            </p:cNvPr>
            <p:cNvSpPr>
              <a:spLocks noGrp="1"/>
            </p:cNvSpPr>
            <p:nvPr/>
          </p:nvSpPr>
          <p:spPr>
            <a:xfrm>
              <a:off x="15698363" y="3884986"/>
              <a:ext cx="1456" cy="63395"/>
            </a:xfrm>
            <a:custGeom>
              <a:avLst/>
              <a:gdLst/>
              <a:ahLst/>
              <a:cxnLst/>
              <a:rect l="0" t="0" r="0" b="0"/>
              <a:pathLst>
                <a:path w="1456" h="63395">
                  <a:moveTo>
                    <a:pt x="1456" y="0"/>
                  </a:moveTo>
                  <a:lnTo>
                    <a:pt x="0" y="6339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5" name="Output_receptor__4884">
              <a:extLst>
                <a:ext uri="{FF2B5EF4-FFF2-40B4-BE49-F238E27FC236}">
                  <a16:creationId xmlns:a16="http://schemas.microsoft.com/office/drawing/2014/main" id="{C458094C-830E-AF93-4D5B-1297F1914EBC}"/>
                </a:ext>
              </a:extLst>
            </p:cNvPr>
            <p:cNvSpPr>
              <a:spLocks noGrp="1"/>
            </p:cNvSpPr>
            <p:nvPr/>
          </p:nvSpPr>
          <p:spPr>
            <a:xfrm>
              <a:off x="15891977" y="4575539"/>
              <a:ext cx="60579" cy="18023"/>
            </a:xfrm>
            <a:custGeom>
              <a:avLst/>
              <a:gdLst/>
              <a:ahLst/>
              <a:cxnLst/>
              <a:rect l="0" t="0" r="0" b="0"/>
              <a:pathLst>
                <a:path w="60579" h="18023">
                  <a:moveTo>
                    <a:pt x="0" y="0"/>
                  </a:moveTo>
                  <a:lnTo>
                    <a:pt x="60579" y="1802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6" name="Output_receptor__4885">
              <a:extLst>
                <a:ext uri="{FF2B5EF4-FFF2-40B4-BE49-F238E27FC236}">
                  <a16:creationId xmlns:a16="http://schemas.microsoft.com/office/drawing/2014/main" id="{2846F72C-3079-5C4A-7923-1A12B4190CBE}"/>
                </a:ext>
              </a:extLst>
            </p:cNvPr>
            <p:cNvSpPr>
              <a:spLocks noGrp="1"/>
            </p:cNvSpPr>
            <p:nvPr/>
          </p:nvSpPr>
          <p:spPr>
            <a:xfrm>
              <a:off x="15587649" y="3593280"/>
              <a:ext cx="50726" cy="42024"/>
            </a:xfrm>
            <a:custGeom>
              <a:avLst/>
              <a:gdLst/>
              <a:ahLst/>
              <a:cxnLst/>
              <a:rect l="0" t="0" r="0" b="0"/>
              <a:pathLst>
                <a:path w="50726" h="42024">
                  <a:moveTo>
                    <a:pt x="50726" y="420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87" name="Output_receptor__4886">
              <a:extLst>
                <a:ext uri="{FF2B5EF4-FFF2-40B4-BE49-F238E27FC236}">
                  <a16:creationId xmlns:a16="http://schemas.microsoft.com/office/drawing/2014/main" id="{03B300BD-A87C-F259-9F4A-2EA4D667C220}"/>
                </a:ext>
              </a:extLst>
            </p:cNvPr>
            <p:cNvSpPr>
              <a:spLocks noGrp="1"/>
            </p:cNvSpPr>
            <p:nvPr/>
          </p:nvSpPr>
          <p:spPr>
            <a:xfrm>
              <a:off x="15513778" y="2788372"/>
              <a:ext cx="22070" cy="8614"/>
            </a:xfrm>
            <a:custGeom>
              <a:avLst/>
              <a:gdLst/>
              <a:ahLst/>
              <a:cxnLst/>
              <a:rect l="0" t="0" r="0" b="0"/>
              <a:pathLst>
                <a:path w="22070" h="8614">
                  <a:moveTo>
                    <a:pt x="0" y="8614"/>
                  </a:moveTo>
                  <a:lnTo>
                    <a:pt x="2207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8" name="Output_receptor__4887">
              <a:extLst>
                <a:ext uri="{FF2B5EF4-FFF2-40B4-BE49-F238E27FC236}">
                  <a16:creationId xmlns:a16="http://schemas.microsoft.com/office/drawing/2014/main" id="{9B66EC11-8D0C-36AA-082C-D0A959C44AD9}"/>
                </a:ext>
              </a:extLst>
            </p:cNvPr>
            <p:cNvSpPr>
              <a:spLocks noGrp="1"/>
            </p:cNvSpPr>
            <p:nvPr/>
          </p:nvSpPr>
          <p:spPr>
            <a:xfrm>
              <a:off x="16063544" y="3867096"/>
              <a:ext cx="42242" cy="5580"/>
            </a:xfrm>
            <a:custGeom>
              <a:avLst/>
              <a:gdLst/>
              <a:ahLst/>
              <a:cxnLst/>
              <a:rect l="0" t="0" r="0" b="0"/>
              <a:pathLst>
                <a:path w="42242" h="5580">
                  <a:moveTo>
                    <a:pt x="0" y="0"/>
                  </a:moveTo>
                  <a:lnTo>
                    <a:pt x="42242" y="558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89" name="Output_receptor__4888">
              <a:extLst>
                <a:ext uri="{FF2B5EF4-FFF2-40B4-BE49-F238E27FC236}">
                  <a16:creationId xmlns:a16="http://schemas.microsoft.com/office/drawing/2014/main" id="{9ACA8E1E-C4E7-0647-6A96-DC23D95229DE}"/>
                </a:ext>
              </a:extLst>
            </p:cNvPr>
            <p:cNvSpPr>
              <a:spLocks noGrp="1"/>
            </p:cNvSpPr>
            <p:nvPr/>
          </p:nvSpPr>
          <p:spPr>
            <a:xfrm>
              <a:off x="15552551" y="3535840"/>
              <a:ext cx="35098" cy="57440"/>
            </a:xfrm>
            <a:custGeom>
              <a:avLst/>
              <a:gdLst/>
              <a:ahLst/>
              <a:cxnLst/>
              <a:rect l="0" t="0" r="0" b="0"/>
              <a:pathLst>
                <a:path w="35098" h="57440">
                  <a:moveTo>
                    <a:pt x="35098" y="574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0" name="Output_receptor__4889">
              <a:extLst>
                <a:ext uri="{FF2B5EF4-FFF2-40B4-BE49-F238E27FC236}">
                  <a16:creationId xmlns:a16="http://schemas.microsoft.com/office/drawing/2014/main" id="{51739CE3-CA65-789F-34D2-146F3327C3E0}"/>
                </a:ext>
              </a:extLst>
            </p:cNvPr>
            <p:cNvSpPr>
              <a:spLocks noGrp="1"/>
            </p:cNvSpPr>
            <p:nvPr/>
          </p:nvSpPr>
          <p:spPr>
            <a:xfrm>
              <a:off x="16440558" y="4005403"/>
              <a:ext cx="51447" cy="19767"/>
            </a:xfrm>
            <a:custGeom>
              <a:avLst/>
              <a:gdLst/>
              <a:ahLst/>
              <a:cxnLst/>
              <a:rect l="0" t="0" r="0" b="0"/>
              <a:pathLst>
                <a:path w="51447" h="19767">
                  <a:moveTo>
                    <a:pt x="0" y="19767"/>
                  </a:moveTo>
                  <a:lnTo>
                    <a:pt x="51447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1" name="Output_receptor__4890">
              <a:extLst>
                <a:ext uri="{FF2B5EF4-FFF2-40B4-BE49-F238E27FC236}">
                  <a16:creationId xmlns:a16="http://schemas.microsoft.com/office/drawing/2014/main" id="{D1DB9B67-E22B-F938-B797-1254F09CAC04}"/>
                </a:ext>
              </a:extLst>
            </p:cNvPr>
            <p:cNvSpPr>
              <a:spLocks noGrp="1"/>
            </p:cNvSpPr>
            <p:nvPr/>
          </p:nvSpPr>
          <p:spPr>
            <a:xfrm>
              <a:off x="15655595" y="3853277"/>
              <a:ext cx="44224" cy="31708"/>
            </a:xfrm>
            <a:custGeom>
              <a:avLst/>
              <a:gdLst/>
              <a:ahLst/>
              <a:cxnLst/>
              <a:rect l="0" t="0" r="0" b="0"/>
              <a:pathLst>
                <a:path w="44224" h="31708">
                  <a:moveTo>
                    <a:pt x="0" y="0"/>
                  </a:moveTo>
                  <a:lnTo>
                    <a:pt x="44224" y="3170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2" name="Output_receptor__4891">
              <a:extLst>
                <a:ext uri="{FF2B5EF4-FFF2-40B4-BE49-F238E27FC236}">
                  <a16:creationId xmlns:a16="http://schemas.microsoft.com/office/drawing/2014/main" id="{6EE634B0-A91E-A11B-82F7-FA063920928D}"/>
                </a:ext>
              </a:extLst>
            </p:cNvPr>
            <p:cNvSpPr>
              <a:spLocks noGrp="1"/>
            </p:cNvSpPr>
            <p:nvPr/>
          </p:nvSpPr>
          <p:spPr>
            <a:xfrm>
              <a:off x="16354881" y="4363814"/>
              <a:ext cx="22547" cy="5196"/>
            </a:xfrm>
            <a:custGeom>
              <a:avLst/>
              <a:gdLst/>
              <a:ahLst/>
              <a:cxnLst/>
              <a:rect l="0" t="0" r="0" b="0"/>
              <a:pathLst>
                <a:path w="22547" h="5196">
                  <a:moveTo>
                    <a:pt x="22547" y="0"/>
                  </a:moveTo>
                  <a:lnTo>
                    <a:pt x="0" y="5196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3" name="Output_receptor__4892">
              <a:extLst>
                <a:ext uri="{FF2B5EF4-FFF2-40B4-BE49-F238E27FC236}">
                  <a16:creationId xmlns:a16="http://schemas.microsoft.com/office/drawing/2014/main" id="{A1C2C40A-FDF6-C1E3-E2EC-C5B0F1A86935}"/>
                </a:ext>
              </a:extLst>
            </p:cNvPr>
            <p:cNvSpPr>
              <a:spLocks noGrp="1"/>
            </p:cNvSpPr>
            <p:nvPr/>
          </p:nvSpPr>
          <p:spPr>
            <a:xfrm>
              <a:off x="16492005" y="4005403"/>
              <a:ext cx="45788" cy="24723"/>
            </a:xfrm>
            <a:custGeom>
              <a:avLst/>
              <a:gdLst/>
              <a:ahLst/>
              <a:cxnLst/>
              <a:rect l="0" t="0" r="0" b="0"/>
              <a:pathLst>
                <a:path w="45788" h="24723">
                  <a:moveTo>
                    <a:pt x="0" y="0"/>
                  </a:moveTo>
                  <a:lnTo>
                    <a:pt x="45788" y="2472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4" name="Output_receptor__4893">
              <a:extLst>
                <a:ext uri="{FF2B5EF4-FFF2-40B4-BE49-F238E27FC236}">
                  <a16:creationId xmlns:a16="http://schemas.microsoft.com/office/drawing/2014/main" id="{81ECFA20-8E75-7BAE-3ABE-B9D2A7750E1E}"/>
                </a:ext>
              </a:extLst>
            </p:cNvPr>
            <p:cNvSpPr>
              <a:spLocks noGrp="1"/>
            </p:cNvSpPr>
            <p:nvPr/>
          </p:nvSpPr>
          <p:spPr>
            <a:xfrm>
              <a:off x="15638375" y="3613854"/>
              <a:ext cx="56260" cy="21450"/>
            </a:xfrm>
            <a:custGeom>
              <a:avLst/>
              <a:gdLst/>
              <a:ahLst/>
              <a:cxnLst/>
              <a:rect l="0" t="0" r="0" b="0"/>
              <a:pathLst>
                <a:path w="56260" h="21450">
                  <a:moveTo>
                    <a:pt x="56260" y="0"/>
                  </a:moveTo>
                  <a:lnTo>
                    <a:pt x="0" y="2145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5" name="Output_receptor__4894">
              <a:extLst>
                <a:ext uri="{FF2B5EF4-FFF2-40B4-BE49-F238E27FC236}">
                  <a16:creationId xmlns:a16="http://schemas.microsoft.com/office/drawing/2014/main" id="{9B806151-1822-8C1B-F5E1-12DAD57B067C}"/>
                </a:ext>
              </a:extLst>
            </p:cNvPr>
            <p:cNvSpPr>
              <a:spLocks noGrp="1"/>
            </p:cNvSpPr>
            <p:nvPr/>
          </p:nvSpPr>
          <p:spPr>
            <a:xfrm>
              <a:off x="15944180" y="4593562"/>
              <a:ext cx="8376" cy="68583"/>
            </a:xfrm>
            <a:custGeom>
              <a:avLst/>
              <a:gdLst/>
              <a:ahLst/>
              <a:cxnLst/>
              <a:rect l="0" t="0" r="0" b="0"/>
              <a:pathLst>
                <a:path w="8376" h="68583">
                  <a:moveTo>
                    <a:pt x="8376" y="0"/>
                  </a:moveTo>
                  <a:lnTo>
                    <a:pt x="0" y="68583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6" name="Output_receptor__4895">
              <a:extLst>
                <a:ext uri="{FF2B5EF4-FFF2-40B4-BE49-F238E27FC236}">
                  <a16:creationId xmlns:a16="http://schemas.microsoft.com/office/drawing/2014/main" id="{7DA3AF0D-F503-2A2D-C785-85F3970B220E}"/>
                </a:ext>
              </a:extLst>
            </p:cNvPr>
            <p:cNvSpPr>
              <a:spLocks noGrp="1"/>
            </p:cNvSpPr>
            <p:nvPr/>
          </p:nvSpPr>
          <p:spPr>
            <a:xfrm>
              <a:off x="16728524" y="4206224"/>
              <a:ext cx="33154" cy="48567"/>
            </a:xfrm>
            <a:custGeom>
              <a:avLst/>
              <a:gdLst/>
              <a:ahLst/>
              <a:cxnLst/>
              <a:rect l="0" t="0" r="0" b="0"/>
              <a:pathLst>
                <a:path w="33154" h="48567">
                  <a:moveTo>
                    <a:pt x="0" y="48567"/>
                  </a:moveTo>
                  <a:lnTo>
                    <a:pt x="3315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7" name="Output_receptor__4896">
              <a:extLst>
                <a:ext uri="{FF2B5EF4-FFF2-40B4-BE49-F238E27FC236}">
                  <a16:creationId xmlns:a16="http://schemas.microsoft.com/office/drawing/2014/main" id="{8B5E024E-14E6-140A-7983-DF3E7920610F}"/>
                </a:ext>
              </a:extLst>
            </p:cNvPr>
            <p:cNvSpPr>
              <a:spLocks noGrp="1"/>
            </p:cNvSpPr>
            <p:nvPr/>
          </p:nvSpPr>
          <p:spPr>
            <a:xfrm>
              <a:off x="16232549" y="3123531"/>
              <a:ext cx="54927" cy="28098"/>
            </a:xfrm>
            <a:custGeom>
              <a:avLst/>
              <a:gdLst/>
              <a:ahLst/>
              <a:cxnLst/>
              <a:rect l="0" t="0" r="0" b="0"/>
              <a:pathLst>
                <a:path w="54927" h="28098">
                  <a:moveTo>
                    <a:pt x="54927" y="0"/>
                  </a:moveTo>
                  <a:lnTo>
                    <a:pt x="0" y="28098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898" name="Output_receptor__4897">
              <a:extLst>
                <a:ext uri="{FF2B5EF4-FFF2-40B4-BE49-F238E27FC236}">
                  <a16:creationId xmlns:a16="http://schemas.microsoft.com/office/drawing/2014/main" id="{2B2A02B6-D77E-9609-CF56-5036650D3885}"/>
                </a:ext>
              </a:extLst>
            </p:cNvPr>
            <p:cNvSpPr>
              <a:spLocks noGrp="1"/>
            </p:cNvSpPr>
            <p:nvPr/>
          </p:nvSpPr>
          <p:spPr>
            <a:xfrm>
              <a:off x="15686866" y="3410054"/>
              <a:ext cx="59275" cy="3041"/>
            </a:xfrm>
            <a:custGeom>
              <a:avLst/>
              <a:gdLst/>
              <a:ahLst/>
              <a:cxnLst/>
              <a:rect l="0" t="0" r="0" b="0"/>
              <a:pathLst>
                <a:path w="59275" h="3041">
                  <a:moveTo>
                    <a:pt x="0" y="0"/>
                  </a:moveTo>
                  <a:lnTo>
                    <a:pt x="59275" y="304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899" name="Output_receptor__4898">
              <a:extLst>
                <a:ext uri="{FF2B5EF4-FFF2-40B4-BE49-F238E27FC236}">
                  <a16:creationId xmlns:a16="http://schemas.microsoft.com/office/drawing/2014/main" id="{7328096F-B361-B5F5-8E77-E94B9CC11874}"/>
                </a:ext>
              </a:extLst>
            </p:cNvPr>
            <p:cNvSpPr>
              <a:spLocks noGrp="1"/>
            </p:cNvSpPr>
            <p:nvPr/>
          </p:nvSpPr>
          <p:spPr>
            <a:xfrm>
              <a:off x="16573311" y="3581496"/>
              <a:ext cx="58650" cy="39553"/>
            </a:xfrm>
            <a:custGeom>
              <a:avLst/>
              <a:gdLst/>
              <a:ahLst/>
              <a:cxnLst/>
              <a:rect l="0" t="0" r="0" b="0"/>
              <a:pathLst>
                <a:path w="58650" h="39553">
                  <a:moveTo>
                    <a:pt x="0" y="39553"/>
                  </a:moveTo>
                  <a:lnTo>
                    <a:pt x="5865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0" name="Output_receptor__4899">
              <a:extLst>
                <a:ext uri="{FF2B5EF4-FFF2-40B4-BE49-F238E27FC236}">
                  <a16:creationId xmlns:a16="http://schemas.microsoft.com/office/drawing/2014/main" id="{56D8FB9D-9470-B705-BE29-188FB6FBD90B}"/>
                </a:ext>
              </a:extLst>
            </p:cNvPr>
            <p:cNvSpPr>
              <a:spLocks noGrp="1"/>
            </p:cNvSpPr>
            <p:nvPr/>
          </p:nvSpPr>
          <p:spPr>
            <a:xfrm>
              <a:off x="16104973" y="3210740"/>
              <a:ext cx="64329" cy="25375"/>
            </a:xfrm>
            <a:custGeom>
              <a:avLst/>
              <a:gdLst/>
              <a:ahLst/>
              <a:cxnLst/>
              <a:rect l="0" t="0" r="0" b="0"/>
              <a:pathLst>
                <a:path w="64329" h="25375">
                  <a:moveTo>
                    <a:pt x="64329" y="25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1" name="Output_receptor__4900">
              <a:extLst>
                <a:ext uri="{FF2B5EF4-FFF2-40B4-BE49-F238E27FC236}">
                  <a16:creationId xmlns:a16="http://schemas.microsoft.com/office/drawing/2014/main" id="{F12E7DDA-5CD5-DA74-3C7F-792F9BA2562D}"/>
                </a:ext>
              </a:extLst>
            </p:cNvPr>
            <p:cNvSpPr>
              <a:spLocks noGrp="1"/>
            </p:cNvSpPr>
            <p:nvPr/>
          </p:nvSpPr>
          <p:spPr>
            <a:xfrm>
              <a:off x="16081500" y="3770677"/>
              <a:ext cx="59354" cy="39762"/>
            </a:xfrm>
            <a:custGeom>
              <a:avLst/>
              <a:gdLst/>
              <a:ahLst/>
              <a:cxnLst/>
              <a:rect l="0" t="0" r="0" b="0"/>
              <a:pathLst>
                <a:path w="59354" h="39762">
                  <a:moveTo>
                    <a:pt x="59354" y="397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2" name="Output_receptor__4901">
              <a:extLst>
                <a:ext uri="{FF2B5EF4-FFF2-40B4-BE49-F238E27FC236}">
                  <a16:creationId xmlns:a16="http://schemas.microsoft.com/office/drawing/2014/main" id="{EA6C5CD2-5852-D31F-9885-D306B3B1E519}"/>
                </a:ext>
              </a:extLst>
            </p:cNvPr>
            <p:cNvSpPr>
              <a:spLocks noGrp="1"/>
            </p:cNvSpPr>
            <p:nvPr/>
          </p:nvSpPr>
          <p:spPr>
            <a:xfrm>
              <a:off x="15648368" y="4132664"/>
              <a:ext cx="61121" cy="35785"/>
            </a:xfrm>
            <a:custGeom>
              <a:avLst/>
              <a:gdLst/>
              <a:ahLst/>
              <a:cxnLst/>
              <a:rect l="0" t="0" r="0" b="0"/>
              <a:pathLst>
                <a:path w="61121" h="35785">
                  <a:moveTo>
                    <a:pt x="0" y="35785"/>
                  </a:moveTo>
                  <a:lnTo>
                    <a:pt x="61121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3" name="Output_receptor__4902">
              <a:extLst>
                <a:ext uri="{FF2B5EF4-FFF2-40B4-BE49-F238E27FC236}">
                  <a16:creationId xmlns:a16="http://schemas.microsoft.com/office/drawing/2014/main" id="{3ACFEBE7-A63E-18AE-29F4-A9A2F0228953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3" y="4409724"/>
              <a:ext cx="70805" cy="14407"/>
            </a:xfrm>
            <a:custGeom>
              <a:avLst/>
              <a:gdLst/>
              <a:ahLst/>
              <a:cxnLst/>
              <a:rect l="0" t="0" r="0" b="0"/>
              <a:pathLst>
                <a:path w="70805" h="14407">
                  <a:moveTo>
                    <a:pt x="70805" y="0"/>
                  </a:moveTo>
                  <a:lnTo>
                    <a:pt x="0" y="1440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4" name="Output_receptor__4903">
              <a:extLst>
                <a:ext uri="{FF2B5EF4-FFF2-40B4-BE49-F238E27FC236}">
                  <a16:creationId xmlns:a16="http://schemas.microsoft.com/office/drawing/2014/main" id="{16615F48-D679-2307-181D-6B04E2A65202}"/>
                </a:ext>
              </a:extLst>
            </p:cNvPr>
            <p:cNvSpPr>
              <a:spLocks noGrp="1"/>
            </p:cNvSpPr>
            <p:nvPr/>
          </p:nvSpPr>
          <p:spPr>
            <a:xfrm>
              <a:off x="15577033" y="3419692"/>
              <a:ext cx="42258" cy="50494"/>
            </a:xfrm>
            <a:custGeom>
              <a:avLst/>
              <a:gdLst/>
              <a:ahLst/>
              <a:cxnLst/>
              <a:rect l="0" t="0" r="0" b="0"/>
              <a:pathLst>
                <a:path w="42258" h="50494">
                  <a:moveTo>
                    <a:pt x="42258" y="5049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5" name="Output_receptor__4904">
              <a:extLst>
                <a:ext uri="{FF2B5EF4-FFF2-40B4-BE49-F238E27FC236}">
                  <a16:creationId xmlns:a16="http://schemas.microsoft.com/office/drawing/2014/main" id="{06BE2C13-069C-A3EF-CF33-9B0311743EAF}"/>
                </a:ext>
              </a:extLst>
            </p:cNvPr>
            <p:cNvSpPr>
              <a:spLocks noGrp="1"/>
            </p:cNvSpPr>
            <p:nvPr/>
          </p:nvSpPr>
          <p:spPr>
            <a:xfrm>
              <a:off x="15834517" y="3642769"/>
              <a:ext cx="56994" cy="8195"/>
            </a:xfrm>
            <a:custGeom>
              <a:avLst/>
              <a:gdLst/>
              <a:ahLst/>
              <a:cxnLst/>
              <a:rect l="0" t="0" r="0" b="0"/>
              <a:pathLst>
                <a:path w="56994" h="8195">
                  <a:moveTo>
                    <a:pt x="56994" y="0"/>
                  </a:moveTo>
                  <a:lnTo>
                    <a:pt x="0" y="8195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6" name="Output_receptor__4905">
              <a:extLst>
                <a:ext uri="{FF2B5EF4-FFF2-40B4-BE49-F238E27FC236}">
                  <a16:creationId xmlns:a16="http://schemas.microsoft.com/office/drawing/2014/main" id="{1A32C33D-40A5-521A-A3FA-90422CEB6196}"/>
                </a:ext>
              </a:extLst>
            </p:cNvPr>
            <p:cNvSpPr>
              <a:spLocks noGrp="1"/>
            </p:cNvSpPr>
            <p:nvPr/>
          </p:nvSpPr>
          <p:spPr>
            <a:xfrm>
              <a:off x="16547545" y="3524275"/>
              <a:ext cx="42695" cy="9501"/>
            </a:xfrm>
            <a:custGeom>
              <a:avLst/>
              <a:gdLst/>
              <a:ahLst/>
              <a:cxnLst/>
              <a:rect l="0" t="0" r="0" b="0"/>
              <a:pathLst>
                <a:path w="42695" h="9501">
                  <a:moveTo>
                    <a:pt x="42695" y="0"/>
                  </a:moveTo>
                  <a:lnTo>
                    <a:pt x="0" y="950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7" name="Output_receptor__4906">
              <a:extLst>
                <a:ext uri="{FF2B5EF4-FFF2-40B4-BE49-F238E27FC236}">
                  <a16:creationId xmlns:a16="http://schemas.microsoft.com/office/drawing/2014/main" id="{E8109D98-C21F-BD0C-2B61-BEC4E5D4CCB8}"/>
                </a:ext>
              </a:extLst>
            </p:cNvPr>
            <p:cNvSpPr>
              <a:spLocks noGrp="1"/>
            </p:cNvSpPr>
            <p:nvPr/>
          </p:nvSpPr>
          <p:spPr>
            <a:xfrm>
              <a:off x="15525018" y="3509268"/>
              <a:ext cx="27534" cy="26572"/>
            </a:xfrm>
            <a:custGeom>
              <a:avLst/>
              <a:gdLst/>
              <a:ahLst/>
              <a:cxnLst/>
              <a:rect l="0" t="0" r="0" b="0"/>
              <a:pathLst>
                <a:path w="27534" h="26572">
                  <a:moveTo>
                    <a:pt x="27534" y="265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8" name="Output_receptor__4907">
              <a:extLst>
                <a:ext uri="{FF2B5EF4-FFF2-40B4-BE49-F238E27FC236}">
                  <a16:creationId xmlns:a16="http://schemas.microsoft.com/office/drawing/2014/main" id="{91B65B2F-0BEF-E4C7-8F0A-677288105560}"/>
                </a:ext>
              </a:extLst>
            </p:cNvPr>
            <p:cNvSpPr>
              <a:spLocks noGrp="1"/>
            </p:cNvSpPr>
            <p:nvPr/>
          </p:nvSpPr>
          <p:spPr>
            <a:xfrm>
              <a:off x="15720146" y="4193133"/>
              <a:ext cx="16673" cy="38417"/>
            </a:xfrm>
            <a:custGeom>
              <a:avLst/>
              <a:gdLst/>
              <a:ahLst/>
              <a:cxnLst/>
              <a:rect l="0" t="0" r="0" b="0"/>
              <a:pathLst>
                <a:path w="16673" h="38417">
                  <a:moveTo>
                    <a:pt x="16673" y="0"/>
                  </a:moveTo>
                  <a:lnTo>
                    <a:pt x="0" y="3841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09" name="Output_receptor__4908">
              <a:extLst>
                <a:ext uri="{FF2B5EF4-FFF2-40B4-BE49-F238E27FC236}">
                  <a16:creationId xmlns:a16="http://schemas.microsoft.com/office/drawing/2014/main" id="{652AFB0F-F75D-E505-2C70-10B6843F827F}"/>
                </a:ext>
              </a:extLst>
            </p:cNvPr>
            <p:cNvSpPr>
              <a:spLocks noGrp="1"/>
            </p:cNvSpPr>
            <p:nvPr/>
          </p:nvSpPr>
          <p:spPr>
            <a:xfrm>
              <a:off x="16483650" y="3784742"/>
              <a:ext cx="27864" cy="9216"/>
            </a:xfrm>
            <a:custGeom>
              <a:avLst/>
              <a:gdLst/>
              <a:ahLst/>
              <a:cxnLst/>
              <a:rect l="0" t="0" r="0" b="0"/>
              <a:pathLst>
                <a:path w="27864" h="9216">
                  <a:moveTo>
                    <a:pt x="27864" y="92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0" name="Output_receptor__4909">
              <a:extLst>
                <a:ext uri="{FF2B5EF4-FFF2-40B4-BE49-F238E27FC236}">
                  <a16:creationId xmlns:a16="http://schemas.microsoft.com/office/drawing/2014/main" id="{1605CCB9-B850-5F2D-B65C-379AAA98956B}"/>
                </a:ext>
              </a:extLst>
            </p:cNvPr>
            <p:cNvSpPr>
              <a:spLocks noGrp="1"/>
            </p:cNvSpPr>
            <p:nvPr/>
          </p:nvSpPr>
          <p:spPr>
            <a:xfrm>
              <a:off x="15629486" y="4472087"/>
              <a:ext cx="41142" cy="35473"/>
            </a:xfrm>
            <a:custGeom>
              <a:avLst/>
              <a:gdLst/>
              <a:ahLst/>
              <a:cxnLst/>
              <a:rect l="0" t="0" r="0" b="0"/>
              <a:pathLst>
                <a:path w="41142" h="35473">
                  <a:moveTo>
                    <a:pt x="0" y="35473"/>
                  </a:moveTo>
                  <a:lnTo>
                    <a:pt x="41142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1" name="Output_receptor__4910">
              <a:extLst>
                <a:ext uri="{FF2B5EF4-FFF2-40B4-BE49-F238E27FC236}">
                  <a16:creationId xmlns:a16="http://schemas.microsoft.com/office/drawing/2014/main" id="{6CF234DC-0893-22A4-3F93-C731C5607AB0}"/>
                </a:ext>
              </a:extLst>
            </p:cNvPr>
            <p:cNvSpPr>
              <a:spLocks noGrp="1"/>
            </p:cNvSpPr>
            <p:nvPr/>
          </p:nvSpPr>
          <p:spPr>
            <a:xfrm>
              <a:off x="15960066" y="3956319"/>
              <a:ext cx="28735" cy="63687"/>
            </a:xfrm>
            <a:custGeom>
              <a:avLst/>
              <a:gdLst/>
              <a:ahLst/>
              <a:cxnLst/>
              <a:rect l="0" t="0" r="0" b="0"/>
              <a:pathLst>
                <a:path w="28735" h="63687">
                  <a:moveTo>
                    <a:pt x="0" y="63687"/>
                  </a:moveTo>
                  <a:lnTo>
                    <a:pt x="28735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2" name="Output_receptor__4911">
              <a:extLst>
                <a:ext uri="{FF2B5EF4-FFF2-40B4-BE49-F238E27FC236}">
                  <a16:creationId xmlns:a16="http://schemas.microsoft.com/office/drawing/2014/main" id="{1205F9FF-2F4A-86CA-DF00-5FEC25CEEE2F}"/>
                </a:ext>
              </a:extLst>
            </p:cNvPr>
            <p:cNvSpPr>
              <a:spLocks noGrp="1"/>
            </p:cNvSpPr>
            <p:nvPr/>
          </p:nvSpPr>
          <p:spPr>
            <a:xfrm>
              <a:off x="16357324" y="4258950"/>
              <a:ext cx="58099" cy="12412"/>
            </a:xfrm>
            <a:custGeom>
              <a:avLst/>
              <a:gdLst/>
              <a:ahLst/>
              <a:cxnLst/>
              <a:rect l="0" t="0" r="0" b="0"/>
              <a:pathLst>
                <a:path w="58099" h="12412">
                  <a:moveTo>
                    <a:pt x="58099" y="124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3" name="Output_receptor__4912">
              <a:extLst>
                <a:ext uri="{FF2B5EF4-FFF2-40B4-BE49-F238E27FC236}">
                  <a16:creationId xmlns:a16="http://schemas.microsoft.com/office/drawing/2014/main" id="{E5CD2AFB-0488-481B-7652-34BDE633B323}"/>
                </a:ext>
              </a:extLst>
            </p:cNvPr>
            <p:cNvSpPr>
              <a:spLocks noGrp="1"/>
            </p:cNvSpPr>
            <p:nvPr/>
          </p:nvSpPr>
          <p:spPr>
            <a:xfrm>
              <a:off x="16509522" y="4030126"/>
              <a:ext cx="28270" cy="65758"/>
            </a:xfrm>
            <a:custGeom>
              <a:avLst/>
              <a:gdLst/>
              <a:ahLst/>
              <a:cxnLst/>
              <a:rect l="0" t="0" r="0" b="0"/>
              <a:pathLst>
                <a:path w="28270" h="65758">
                  <a:moveTo>
                    <a:pt x="28270" y="0"/>
                  </a:moveTo>
                  <a:lnTo>
                    <a:pt x="0" y="6575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4" name="Output_receptor__4913">
              <a:extLst>
                <a:ext uri="{FF2B5EF4-FFF2-40B4-BE49-F238E27FC236}">
                  <a16:creationId xmlns:a16="http://schemas.microsoft.com/office/drawing/2014/main" id="{244F8568-3291-7B5F-3674-ED3B447D6E6F}"/>
                </a:ext>
              </a:extLst>
            </p:cNvPr>
            <p:cNvSpPr>
              <a:spLocks noGrp="1"/>
            </p:cNvSpPr>
            <p:nvPr/>
          </p:nvSpPr>
          <p:spPr>
            <a:xfrm>
              <a:off x="16105786" y="3810439"/>
              <a:ext cx="35068" cy="62236"/>
            </a:xfrm>
            <a:custGeom>
              <a:avLst/>
              <a:gdLst/>
              <a:ahLst/>
              <a:cxnLst/>
              <a:rect l="0" t="0" r="0" b="0"/>
              <a:pathLst>
                <a:path w="35068" h="62236">
                  <a:moveTo>
                    <a:pt x="0" y="62236"/>
                  </a:moveTo>
                  <a:lnTo>
                    <a:pt x="35068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5" name="Output_receptor__4914">
              <a:extLst>
                <a:ext uri="{FF2B5EF4-FFF2-40B4-BE49-F238E27FC236}">
                  <a16:creationId xmlns:a16="http://schemas.microsoft.com/office/drawing/2014/main" id="{37852CC4-956D-2FFD-9826-9AD9F235FAA9}"/>
                </a:ext>
              </a:extLst>
            </p:cNvPr>
            <p:cNvSpPr>
              <a:spLocks noGrp="1"/>
            </p:cNvSpPr>
            <p:nvPr/>
          </p:nvSpPr>
          <p:spPr>
            <a:xfrm>
              <a:off x="15747232" y="2778768"/>
              <a:ext cx="16112" cy="35762"/>
            </a:xfrm>
            <a:custGeom>
              <a:avLst/>
              <a:gdLst/>
              <a:ahLst/>
              <a:cxnLst/>
              <a:rect l="0" t="0" r="0" b="0"/>
              <a:pathLst>
                <a:path w="16112" h="35762">
                  <a:moveTo>
                    <a:pt x="0" y="35762"/>
                  </a:moveTo>
                  <a:lnTo>
                    <a:pt x="16112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6" name="Output_receptor__4915">
              <a:extLst>
                <a:ext uri="{FF2B5EF4-FFF2-40B4-BE49-F238E27FC236}">
                  <a16:creationId xmlns:a16="http://schemas.microsoft.com/office/drawing/2014/main" id="{7A79B9C1-5128-3EA8-0A9C-64B20481E546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2" y="3482814"/>
              <a:ext cx="8076" cy="23126"/>
            </a:xfrm>
            <a:custGeom>
              <a:avLst/>
              <a:gdLst/>
              <a:ahLst/>
              <a:cxnLst/>
              <a:rect l="0" t="0" r="0" b="0"/>
              <a:pathLst>
                <a:path w="8076" h="23126">
                  <a:moveTo>
                    <a:pt x="8076" y="231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7" name="Output_receptor__4916">
              <a:extLst>
                <a:ext uri="{FF2B5EF4-FFF2-40B4-BE49-F238E27FC236}">
                  <a16:creationId xmlns:a16="http://schemas.microsoft.com/office/drawing/2014/main" id="{56D0ABFE-CAB4-898A-7356-BE3E0BDF8925}"/>
                </a:ext>
              </a:extLst>
            </p:cNvPr>
            <p:cNvSpPr>
              <a:spLocks noGrp="1"/>
            </p:cNvSpPr>
            <p:nvPr/>
          </p:nvSpPr>
          <p:spPr>
            <a:xfrm>
              <a:off x="16172888" y="3111529"/>
              <a:ext cx="59661" cy="40100"/>
            </a:xfrm>
            <a:custGeom>
              <a:avLst/>
              <a:gdLst/>
              <a:ahLst/>
              <a:cxnLst/>
              <a:rect l="0" t="0" r="0" b="0"/>
              <a:pathLst>
                <a:path w="59661" h="40100">
                  <a:moveTo>
                    <a:pt x="59661" y="401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18" name="Output_receptor__4917">
              <a:extLst>
                <a:ext uri="{FF2B5EF4-FFF2-40B4-BE49-F238E27FC236}">
                  <a16:creationId xmlns:a16="http://schemas.microsoft.com/office/drawing/2014/main" id="{52EBE10E-814F-1DE2-598F-F071FEADDB49}"/>
                </a:ext>
              </a:extLst>
            </p:cNvPr>
            <p:cNvSpPr>
              <a:spLocks noGrp="1"/>
            </p:cNvSpPr>
            <p:nvPr/>
          </p:nvSpPr>
          <p:spPr>
            <a:xfrm>
              <a:off x="15815466" y="4109472"/>
              <a:ext cx="30810" cy="18806"/>
            </a:xfrm>
            <a:custGeom>
              <a:avLst/>
              <a:gdLst/>
              <a:ahLst/>
              <a:cxnLst/>
              <a:rect l="0" t="0" r="0" b="0"/>
              <a:pathLst>
                <a:path w="30810" h="18806">
                  <a:moveTo>
                    <a:pt x="0" y="0"/>
                  </a:moveTo>
                  <a:lnTo>
                    <a:pt x="30810" y="1880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19" name="Output_receptor__4918">
              <a:extLst>
                <a:ext uri="{FF2B5EF4-FFF2-40B4-BE49-F238E27FC236}">
                  <a16:creationId xmlns:a16="http://schemas.microsoft.com/office/drawing/2014/main" id="{052E05F2-A92E-29AF-FA92-36F891A90FA8}"/>
                </a:ext>
              </a:extLst>
            </p:cNvPr>
            <p:cNvSpPr>
              <a:spLocks noGrp="1"/>
            </p:cNvSpPr>
            <p:nvPr/>
          </p:nvSpPr>
          <p:spPr>
            <a:xfrm>
              <a:off x="16397756" y="3930726"/>
              <a:ext cx="49693" cy="27693"/>
            </a:xfrm>
            <a:custGeom>
              <a:avLst/>
              <a:gdLst/>
              <a:ahLst/>
              <a:cxnLst/>
              <a:rect l="0" t="0" r="0" b="0"/>
              <a:pathLst>
                <a:path w="49693" h="27693">
                  <a:moveTo>
                    <a:pt x="0" y="0"/>
                  </a:moveTo>
                  <a:lnTo>
                    <a:pt x="49693" y="27693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20" name="Output_receptor__4919">
              <a:extLst>
                <a:ext uri="{FF2B5EF4-FFF2-40B4-BE49-F238E27FC236}">
                  <a16:creationId xmlns:a16="http://schemas.microsoft.com/office/drawing/2014/main" id="{AAA2A799-056A-D711-ABDA-23C36174AB9B}"/>
                </a:ext>
              </a:extLst>
            </p:cNvPr>
            <p:cNvSpPr>
              <a:spLocks noGrp="1"/>
            </p:cNvSpPr>
            <p:nvPr/>
          </p:nvSpPr>
          <p:spPr>
            <a:xfrm>
              <a:off x="15655239" y="4409724"/>
              <a:ext cx="15390" cy="62362"/>
            </a:xfrm>
            <a:custGeom>
              <a:avLst/>
              <a:gdLst/>
              <a:ahLst/>
              <a:cxnLst/>
              <a:rect l="0" t="0" r="0" b="0"/>
              <a:pathLst>
                <a:path w="15390" h="62362">
                  <a:moveTo>
                    <a:pt x="15390" y="623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1" name="Output_receptor__4920">
              <a:extLst>
                <a:ext uri="{FF2B5EF4-FFF2-40B4-BE49-F238E27FC236}">
                  <a16:creationId xmlns:a16="http://schemas.microsoft.com/office/drawing/2014/main" id="{8CD9F18E-ADA9-9A91-9A87-B26A62D40C35}"/>
                </a:ext>
              </a:extLst>
            </p:cNvPr>
            <p:cNvSpPr>
              <a:spLocks noGrp="1"/>
            </p:cNvSpPr>
            <p:nvPr/>
          </p:nvSpPr>
          <p:spPr>
            <a:xfrm>
              <a:off x="16313498" y="4258950"/>
              <a:ext cx="43826" cy="5821"/>
            </a:xfrm>
            <a:custGeom>
              <a:avLst/>
              <a:gdLst/>
              <a:ahLst/>
              <a:cxnLst/>
              <a:rect l="0" t="0" r="0" b="0"/>
              <a:pathLst>
                <a:path w="43826" h="5821">
                  <a:moveTo>
                    <a:pt x="43826" y="0"/>
                  </a:moveTo>
                  <a:lnTo>
                    <a:pt x="0" y="582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2" name="Output_receptor__4921">
              <a:extLst>
                <a:ext uri="{FF2B5EF4-FFF2-40B4-BE49-F238E27FC236}">
                  <a16:creationId xmlns:a16="http://schemas.microsoft.com/office/drawing/2014/main" id="{7590CFE8-5F35-52BD-D067-A472E70E0A18}"/>
                </a:ext>
              </a:extLst>
            </p:cNvPr>
            <p:cNvSpPr>
              <a:spLocks noGrp="1"/>
            </p:cNvSpPr>
            <p:nvPr/>
          </p:nvSpPr>
          <p:spPr>
            <a:xfrm>
              <a:off x="16350763" y="3930726"/>
              <a:ext cx="46993" cy="1117"/>
            </a:xfrm>
            <a:custGeom>
              <a:avLst/>
              <a:gdLst/>
              <a:ahLst/>
              <a:cxnLst/>
              <a:rect l="0" t="0" r="0" b="0"/>
              <a:pathLst>
                <a:path w="46993" h="1117">
                  <a:moveTo>
                    <a:pt x="0" y="1117"/>
                  </a:moveTo>
                  <a:lnTo>
                    <a:pt x="46993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3" name="Output_receptor__4922">
              <a:extLst>
                <a:ext uri="{FF2B5EF4-FFF2-40B4-BE49-F238E27FC236}">
                  <a16:creationId xmlns:a16="http://schemas.microsoft.com/office/drawing/2014/main" id="{C605BD18-E0A0-40C3-1D27-2FEE8144C47B}"/>
                </a:ext>
              </a:extLst>
            </p:cNvPr>
            <p:cNvSpPr>
              <a:spLocks noGrp="1"/>
            </p:cNvSpPr>
            <p:nvPr/>
          </p:nvSpPr>
          <p:spPr>
            <a:xfrm>
              <a:off x="16555253" y="3913681"/>
              <a:ext cx="58172" cy="42456"/>
            </a:xfrm>
            <a:custGeom>
              <a:avLst/>
              <a:gdLst/>
              <a:ahLst/>
              <a:cxnLst/>
              <a:rect l="0" t="0" r="0" b="0"/>
              <a:pathLst>
                <a:path w="58172" h="42456">
                  <a:moveTo>
                    <a:pt x="58172" y="0"/>
                  </a:moveTo>
                  <a:lnTo>
                    <a:pt x="0" y="4245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4" name="Output_receptor__4923">
              <a:extLst>
                <a:ext uri="{FF2B5EF4-FFF2-40B4-BE49-F238E27FC236}">
                  <a16:creationId xmlns:a16="http://schemas.microsoft.com/office/drawing/2014/main" id="{D7509C74-65F0-4509-E1EF-91906CBC62EC}"/>
                </a:ext>
              </a:extLst>
            </p:cNvPr>
            <p:cNvSpPr>
              <a:spLocks noGrp="1"/>
            </p:cNvSpPr>
            <p:nvPr/>
          </p:nvSpPr>
          <p:spPr>
            <a:xfrm>
              <a:off x="16276641" y="4171151"/>
              <a:ext cx="71466" cy="10311"/>
            </a:xfrm>
            <a:custGeom>
              <a:avLst/>
              <a:gdLst/>
              <a:ahLst/>
              <a:cxnLst/>
              <a:rect l="0" t="0" r="0" b="0"/>
              <a:pathLst>
                <a:path w="71466" h="10311">
                  <a:moveTo>
                    <a:pt x="71466" y="0"/>
                  </a:moveTo>
                  <a:lnTo>
                    <a:pt x="0" y="1031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5" name="Output_receptor__4924">
              <a:extLst>
                <a:ext uri="{FF2B5EF4-FFF2-40B4-BE49-F238E27FC236}">
                  <a16:creationId xmlns:a16="http://schemas.microsoft.com/office/drawing/2014/main" id="{1EBD1D16-4DC6-9E04-06B1-6BE7DC804FD2}"/>
                </a:ext>
              </a:extLst>
            </p:cNvPr>
            <p:cNvSpPr>
              <a:spLocks noGrp="1"/>
            </p:cNvSpPr>
            <p:nvPr/>
          </p:nvSpPr>
          <p:spPr>
            <a:xfrm>
              <a:off x="16496183" y="3696508"/>
              <a:ext cx="56916" cy="38784"/>
            </a:xfrm>
            <a:custGeom>
              <a:avLst/>
              <a:gdLst/>
              <a:ahLst/>
              <a:cxnLst/>
              <a:rect l="0" t="0" r="0" b="0"/>
              <a:pathLst>
                <a:path w="56916" h="38784">
                  <a:moveTo>
                    <a:pt x="0" y="0"/>
                  </a:moveTo>
                  <a:lnTo>
                    <a:pt x="56916" y="38784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6" name="Output_receptor__4925">
              <a:extLst>
                <a:ext uri="{FF2B5EF4-FFF2-40B4-BE49-F238E27FC236}">
                  <a16:creationId xmlns:a16="http://schemas.microsoft.com/office/drawing/2014/main" id="{0579556C-1616-46B1-45A7-E00D96A3B03F}"/>
                </a:ext>
              </a:extLst>
            </p:cNvPr>
            <p:cNvSpPr>
              <a:spLocks noGrp="1"/>
            </p:cNvSpPr>
            <p:nvPr/>
          </p:nvSpPr>
          <p:spPr>
            <a:xfrm>
              <a:off x="16202642" y="3291551"/>
              <a:ext cx="48879" cy="45537"/>
            </a:xfrm>
            <a:custGeom>
              <a:avLst/>
              <a:gdLst/>
              <a:ahLst/>
              <a:cxnLst/>
              <a:rect l="0" t="0" r="0" b="0"/>
              <a:pathLst>
                <a:path w="48879" h="45537">
                  <a:moveTo>
                    <a:pt x="48879" y="0"/>
                  </a:moveTo>
                  <a:lnTo>
                    <a:pt x="0" y="45537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7" name="Output_receptor__4926">
              <a:extLst>
                <a:ext uri="{FF2B5EF4-FFF2-40B4-BE49-F238E27FC236}">
                  <a16:creationId xmlns:a16="http://schemas.microsoft.com/office/drawing/2014/main" id="{422CE361-EEF9-0FA3-4FDA-A744EF3516FD}"/>
                </a:ext>
              </a:extLst>
            </p:cNvPr>
            <p:cNvSpPr>
              <a:spLocks noGrp="1"/>
            </p:cNvSpPr>
            <p:nvPr/>
          </p:nvSpPr>
          <p:spPr>
            <a:xfrm>
              <a:off x="15709489" y="4132664"/>
              <a:ext cx="27330" cy="60469"/>
            </a:xfrm>
            <a:custGeom>
              <a:avLst/>
              <a:gdLst/>
              <a:ahLst/>
              <a:cxnLst/>
              <a:rect l="0" t="0" r="0" b="0"/>
              <a:pathLst>
                <a:path w="27330" h="60469">
                  <a:moveTo>
                    <a:pt x="0" y="0"/>
                  </a:moveTo>
                  <a:lnTo>
                    <a:pt x="27330" y="60469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28" name="Output_receptor__4927">
              <a:extLst>
                <a:ext uri="{FF2B5EF4-FFF2-40B4-BE49-F238E27FC236}">
                  <a16:creationId xmlns:a16="http://schemas.microsoft.com/office/drawing/2014/main" id="{E32DED74-1180-4949-67E1-EF59F1192455}"/>
                </a:ext>
              </a:extLst>
            </p:cNvPr>
            <p:cNvSpPr>
              <a:spLocks noGrp="1"/>
            </p:cNvSpPr>
            <p:nvPr/>
          </p:nvSpPr>
          <p:spPr>
            <a:xfrm>
              <a:off x="15636971" y="2915410"/>
              <a:ext cx="53454" cy="37662"/>
            </a:xfrm>
            <a:custGeom>
              <a:avLst/>
              <a:gdLst/>
              <a:ahLst/>
              <a:cxnLst/>
              <a:rect l="0" t="0" r="0" b="0"/>
              <a:pathLst>
                <a:path w="53454" h="37662">
                  <a:moveTo>
                    <a:pt x="53454" y="3766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29" name="Output_receptor__4928">
              <a:extLst>
                <a:ext uri="{FF2B5EF4-FFF2-40B4-BE49-F238E27FC236}">
                  <a16:creationId xmlns:a16="http://schemas.microsoft.com/office/drawing/2014/main" id="{0C37A700-40CE-B7BF-7FBA-4E622909C8B4}"/>
                </a:ext>
              </a:extLst>
            </p:cNvPr>
            <p:cNvSpPr>
              <a:spLocks noGrp="1"/>
            </p:cNvSpPr>
            <p:nvPr/>
          </p:nvSpPr>
          <p:spPr>
            <a:xfrm>
              <a:off x="15368763" y="4297792"/>
              <a:ext cx="15810" cy="18764"/>
            </a:xfrm>
            <a:custGeom>
              <a:avLst/>
              <a:gdLst/>
              <a:ahLst/>
              <a:cxnLst/>
              <a:rect l="0" t="0" r="0" b="0"/>
              <a:pathLst>
                <a:path w="15810" h="18764">
                  <a:moveTo>
                    <a:pt x="15810" y="187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0" name="Output_receptor__4929">
              <a:extLst>
                <a:ext uri="{FF2B5EF4-FFF2-40B4-BE49-F238E27FC236}">
                  <a16:creationId xmlns:a16="http://schemas.microsoft.com/office/drawing/2014/main" id="{0B215BEF-11D3-A40B-5084-CB9E55FE13D8}"/>
                </a:ext>
              </a:extLst>
            </p:cNvPr>
            <p:cNvSpPr>
              <a:spLocks noGrp="1"/>
            </p:cNvSpPr>
            <p:nvPr/>
          </p:nvSpPr>
          <p:spPr>
            <a:xfrm>
              <a:off x="15807907" y="2924610"/>
              <a:ext cx="47195" cy="54328"/>
            </a:xfrm>
            <a:custGeom>
              <a:avLst/>
              <a:gdLst/>
              <a:ahLst/>
              <a:cxnLst/>
              <a:rect l="0" t="0" r="0" b="0"/>
              <a:pathLst>
                <a:path w="47195" h="54328">
                  <a:moveTo>
                    <a:pt x="0" y="0"/>
                  </a:moveTo>
                  <a:lnTo>
                    <a:pt x="47195" y="54328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1" name="Output_receptor__4930">
              <a:extLst>
                <a:ext uri="{FF2B5EF4-FFF2-40B4-BE49-F238E27FC236}">
                  <a16:creationId xmlns:a16="http://schemas.microsoft.com/office/drawing/2014/main" id="{E0DB4D3B-36A9-5341-B52D-0D109C7DCE42}"/>
                </a:ext>
              </a:extLst>
            </p:cNvPr>
            <p:cNvSpPr>
              <a:spLocks noGrp="1"/>
            </p:cNvSpPr>
            <p:nvPr/>
          </p:nvSpPr>
          <p:spPr>
            <a:xfrm>
              <a:off x="16055588" y="3770677"/>
              <a:ext cx="25912" cy="16936"/>
            </a:xfrm>
            <a:custGeom>
              <a:avLst/>
              <a:gdLst/>
              <a:ahLst/>
              <a:cxnLst/>
              <a:rect l="0" t="0" r="0" b="0"/>
              <a:pathLst>
                <a:path w="25912" h="16936">
                  <a:moveTo>
                    <a:pt x="25912" y="0"/>
                  </a:moveTo>
                  <a:lnTo>
                    <a:pt x="0" y="1693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2" name="Output_receptor__4931">
              <a:extLst>
                <a:ext uri="{FF2B5EF4-FFF2-40B4-BE49-F238E27FC236}">
                  <a16:creationId xmlns:a16="http://schemas.microsoft.com/office/drawing/2014/main" id="{588065B1-6DBD-30A5-D51F-4EA668C1D050}"/>
                </a:ext>
              </a:extLst>
            </p:cNvPr>
            <p:cNvSpPr>
              <a:spLocks noGrp="1"/>
            </p:cNvSpPr>
            <p:nvPr/>
          </p:nvSpPr>
          <p:spPr>
            <a:xfrm>
              <a:off x="16440558" y="3958419"/>
              <a:ext cx="6892" cy="66751"/>
            </a:xfrm>
            <a:custGeom>
              <a:avLst/>
              <a:gdLst/>
              <a:ahLst/>
              <a:cxnLst/>
              <a:rect l="0" t="0" r="0" b="0"/>
              <a:pathLst>
                <a:path w="6892" h="66751">
                  <a:moveTo>
                    <a:pt x="6892" y="0"/>
                  </a:moveTo>
                  <a:lnTo>
                    <a:pt x="0" y="66751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3" name="Output_receptor__4932">
              <a:extLst>
                <a:ext uri="{FF2B5EF4-FFF2-40B4-BE49-F238E27FC236}">
                  <a16:creationId xmlns:a16="http://schemas.microsoft.com/office/drawing/2014/main" id="{5F468CAE-B6F1-EE44-E0C9-BCF8D04E3B7A}"/>
                </a:ext>
              </a:extLst>
            </p:cNvPr>
            <p:cNvSpPr>
              <a:spLocks noGrp="1"/>
            </p:cNvSpPr>
            <p:nvPr/>
          </p:nvSpPr>
          <p:spPr>
            <a:xfrm>
              <a:off x="16543927" y="4296832"/>
              <a:ext cx="4788" cy="18682"/>
            </a:xfrm>
            <a:custGeom>
              <a:avLst/>
              <a:gdLst/>
              <a:ahLst/>
              <a:cxnLst/>
              <a:rect l="0" t="0" r="0" b="0"/>
              <a:pathLst>
                <a:path w="4788" h="18682">
                  <a:moveTo>
                    <a:pt x="0" y="18682"/>
                  </a:moveTo>
                  <a:lnTo>
                    <a:pt x="4788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4" name="Output_receptor__4933">
              <a:extLst>
                <a:ext uri="{FF2B5EF4-FFF2-40B4-BE49-F238E27FC236}">
                  <a16:creationId xmlns:a16="http://schemas.microsoft.com/office/drawing/2014/main" id="{97AEAFD0-C42C-C784-9F30-74A203078342}"/>
                </a:ext>
              </a:extLst>
            </p:cNvPr>
            <p:cNvSpPr>
              <a:spLocks noGrp="1"/>
            </p:cNvSpPr>
            <p:nvPr/>
          </p:nvSpPr>
          <p:spPr>
            <a:xfrm>
              <a:off x="15880665" y="3922030"/>
              <a:ext cx="17644" cy="36077"/>
            </a:xfrm>
            <a:custGeom>
              <a:avLst/>
              <a:gdLst/>
              <a:ahLst/>
              <a:cxnLst/>
              <a:rect l="0" t="0" r="0" b="0"/>
              <a:pathLst>
                <a:path w="17644" h="36077">
                  <a:moveTo>
                    <a:pt x="0" y="36077"/>
                  </a:moveTo>
                  <a:lnTo>
                    <a:pt x="17644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5" name="Output_receptor__4934">
              <a:extLst>
                <a:ext uri="{FF2B5EF4-FFF2-40B4-BE49-F238E27FC236}">
                  <a16:creationId xmlns:a16="http://schemas.microsoft.com/office/drawing/2014/main" id="{F1636850-7ECA-DA6F-27A5-7C7097010C24}"/>
                </a:ext>
              </a:extLst>
            </p:cNvPr>
            <p:cNvSpPr>
              <a:spLocks noGrp="1"/>
            </p:cNvSpPr>
            <p:nvPr/>
          </p:nvSpPr>
          <p:spPr>
            <a:xfrm>
              <a:off x="15860376" y="2885363"/>
              <a:ext cx="39549" cy="13207"/>
            </a:xfrm>
            <a:custGeom>
              <a:avLst/>
              <a:gdLst/>
              <a:ahLst/>
              <a:cxnLst/>
              <a:rect l="0" t="0" r="0" b="0"/>
              <a:pathLst>
                <a:path w="39549" h="13207">
                  <a:moveTo>
                    <a:pt x="39549" y="132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6" name="Output_receptor__4935">
              <a:extLst>
                <a:ext uri="{FF2B5EF4-FFF2-40B4-BE49-F238E27FC236}">
                  <a16:creationId xmlns:a16="http://schemas.microsoft.com/office/drawing/2014/main" id="{BA62CDB5-E2C2-2663-E117-E838E146EBA8}"/>
                </a:ext>
              </a:extLst>
            </p:cNvPr>
            <p:cNvSpPr>
              <a:spLocks noGrp="1"/>
            </p:cNvSpPr>
            <p:nvPr/>
          </p:nvSpPr>
          <p:spPr>
            <a:xfrm>
              <a:off x="15647116" y="4168449"/>
              <a:ext cx="1252" cy="27411"/>
            </a:xfrm>
            <a:custGeom>
              <a:avLst/>
              <a:gdLst/>
              <a:ahLst/>
              <a:cxnLst/>
              <a:rect l="0" t="0" r="0" b="0"/>
              <a:pathLst>
                <a:path w="1252" h="27411">
                  <a:moveTo>
                    <a:pt x="0" y="27411"/>
                  </a:moveTo>
                  <a:lnTo>
                    <a:pt x="1252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7" name="Output_receptor__4936">
              <a:extLst>
                <a:ext uri="{FF2B5EF4-FFF2-40B4-BE49-F238E27FC236}">
                  <a16:creationId xmlns:a16="http://schemas.microsoft.com/office/drawing/2014/main" id="{05235DEA-C6D4-A947-02E3-D8E1BD308E06}"/>
                </a:ext>
              </a:extLst>
            </p:cNvPr>
            <p:cNvSpPr>
              <a:spLocks noGrp="1"/>
            </p:cNvSpPr>
            <p:nvPr/>
          </p:nvSpPr>
          <p:spPr>
            <a:xfrm>
              <a:off x="16138606" y="2958896"/>
              <a:ext cx="3875" cy="12813"/>
            </a:xfrm>
            <a:custGeom>
              <a:avLst/>
              <a:gdLst/>
              <a:ahLst/>
              <a:cxnLst/>
              <a:rect l="0" t="0" r="0" b="0"/>
              <a:pathLst>
                <a:path w="3875" h="12813">
                  <a:moveTo>
                    <a:pt x="0" y="12813"/>
                  </a:moveTo>
                  <a:lnTo>
                    <a:pt x="3875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38" name="Output_receptor__4937">
              <a:extLst>
                <a:ext uri="{FF2B5EF4-FFF2-40B4-BE49-F238E27FC236}">
                  <a16:creationId xmlns:a16="http://schemas.microsoft.com/office/drawing/2014/main" id="{90EE8BF4-CBB7-9B49-C7BE-236734AD6B2F}"/>
                </a:ext>
              </a:extLst>
            </p:cNvPr>
            <p:cNvSpPr>
              <a:spLocks noGrp="1"/>
            </p:cNvSpPr>
            <p:nvPr/>
          </p:nvSpPr>
          <p:spPr>
            <a:xfrm>
              <a:off x="15858218" y="4613409"/>
              <a:ext cx="20639" cy="19360"/>
            </a:xfrm>
            <a:custGeom>
              <a:avLst/>
              <a:gdLst/>
              <a:ahLst/>
              <a:cxnLst/>
              <a:rect l="0" t="0" r="0" b="0"/>
              <a:pathLst>
                <a:path w="20639" h="19360">
                  <a:moveTo>
                    <a:pt x="20639" y="0"/>
                  </a:moveTo>
                  <a:lnTo>
                    <a:pt x="0" y="1936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39" name="Output_receptor__4938">
              <a:extLst>
                <a:ext uri="{FF2B5EF4-FFF2-40B4-BE49-F238E27FC236}">
                  <a16:creationId xmlns:a16="http://schemas.microsoft.com/office/drawing/2014/main" id="{16324B42-C129-2A5F-0A8C-88AF6F042FFE}"/>
                </a:ext>
              </a:extLst>
            </p:cNvPr>
            <p:cNvSpPr>
              <a:spLocks noGrp="1"/>
            </p:cNvSpPr>
            <p:nvPr/>
          </p:nvSpPr>
          <p:spPr>
            <a:xfrm>
              <a:off x="16632743" y="3960901"/>
              <a:ext cx="25986" cy="54596"/>
            </a:xfrm>
            <a:custGeom>
              <a:avLst/>
              <a:gdLst/>
              <a:ahLst/>
              <a:cxnLst/>
              <a:rect l="0" t="0" r="0" b="0"/>
              <a:pathLst>
                <a:path w="25986" h="54596">
                  <a:moveTo>
                    <a:pt x="0" y="54596"/>
                  </a:moveTo>
                  <a:lnTo>
                    <a:pt x="25986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0" name="Output_receptor__4939">
              <a:extLst>
                <a:ext uri="{FF2B5EF4-FFF2-40B4-BE49-F238E27FC236}">
                  <a16:creationId xmlns:a16="http://schemas.microsoft.com/office/drawing/2014/main" id="{D1B3F310-668D-6074-137D-5ECDCFAAB080}"/>
                </a:ext>
              </a:extLst>
            </p:cNvPr>
            <p:cNvSpPr>
              <a:spLocks noGrp="1"/>
            </p:cNvSpPr>
            <p:nvPr/>
          </p:nvSpPr>
          <p:spPr>
            <a:xfrm>
              <a:off x="15686866" y="3410054"/>
              <a:ext cx="17200" cy="64055"/>
            </a:xfrm>
            <a:custGeom>
              <a:avLst/>
              <a:gdLst/>
              <a:ahLst/>
              <a:cxnLst/>
              <a:rect l="0" t="0" r="0" b="0"/>
              <a:pathLst>
                <a:path w="17200" h="64055">
                  <a:moveTo>
                    <a:pt x="17200" y="64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1" name="Output_receptor__4940">
              <a:extLst>
                <a:ext uri="{FF2B5EF4-FFF2-40B4-BE49-F238E27FC236}">
                  <a16:creationId xmlns:a16="http://schemas.microsoft.com/office/drawing/2014/main" id="{1E13179F-943A-9631-22F5-3E8D296DC3E4}"/>
                </a:ext>
              </a:extLst>
            </p:cNvPr>
            <p:cNvSpPr>
              <a:spLocks noGrp="1"/>
            </p:cNvSpPr>
            <p:nvPr/>
          </p:nvSpPr>
          <p:spPr>
            <a:xfrm>
              <a:off x="15752913" y="3838023"/>
              <a:ext cx="61192" cy="32181"/>
            </a:xfrm>
            <a:custGeom>
              <a:avLst/>
              <a:gdLst/>
              <a:ahLst/>
              <a:cxnLst/>
              <a:rect l="0" t="0" r="0" b="0"/>
              <a:pathLst>
                <a:path w="61192" h="32181">
                  <a:moveTo>
                    <a:pt x="61192" y="321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2" name="Output_receptor__4941">
              <a:extLst>
                <a:ext uri="{FF2B5EF4-FFF2-40B4-BE49-F238E27FC236}">
                  <a16:creationId xmlns:a16="http://schemas.microsoft.com/office/drawing/2014/main" id="{F334127F-277D-C1C2-2D39-DCBECC7301C2}"/>
                </a:ext>
              </a:extLst>
            </p:cNvPr>
            <p:cNvSpPr>
              <a:spLocks noGrp="1"/>
            </p:cNvSpPr>
            <p:nvPr/>
          </p:nvSpPr>
          <p:spPr>
            <a:xfrm>
              <a:off x="15469777" y="2768826"/>
              <a:ext cx="66071" cy="19546"/>
            </a:xfrm>
            <a:custGeom>
              <a:avLst/>
              <a:gdLst/>
              <a:ahLst/>
              <a:cxnLst/>
              <a:rect l="0" t="0" r="0" b="0"/>
              <a:pathLst>
                <a:path w="66071" h="19546">
                  <a:moveTo>
                    <a:pt x="66071" y="19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3" name="Output_receptor__4942">
              <a:extLst>
                <a:ext uri="{FF2B5EF4-FFF2-40B4-BE49-F238E27FC236}">
                  <a16:creationId xmlns:a16="http://schemas.microsoft.com/office/drawing/2014/main" id="{D053A3C9-DE89-484A-FD81-275B52490DDB}"/>
                </a:ext>
              </a:extLst>
            </p:cNvPr>
            <p:cNvSpPr>
              <a:spLocks noGrp="1"/>
            </p:cNvSpPr>
            <p:nvPr/>
          </p:nvSpPr>
          <p:spPr>
            <a:xfrm>
              <a:off x="16613425" y="3913681"/>
              <a:ext cx="45304" cy="47220"/>
            </a:xfrm>
            <a:custGeom>
              <a:avLst/>
              <a:gdLst/>
              <a:ahLst/>
              <a:cxnLst/>
              <a:rect l="0" t="0" r="0" b="0"/>
              <a:pathLst>
                <a:path w="45304" h="47220">
                  <a:moveTo>
                    <a:pt x="45304" y="472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4" name="Output_receptor__4943">
              <a:extLst>
                <a:ext uri="{FF2B5EF4-FFF2-40B4-BE49-F238E27FC236}">
                  <a16:creationId xmlns:a16="http://schemas.microsoft.com/office/drawing/2014/main" id="{06445CAF-9856-FF94-DEEE-128B019DA9A0}"/>
                </a:ext>
              </a:extLst>
            </p:cNvPr>
            <p:cNvSpPr>
              <a:spLocks noGrp="1"/>
            </p:cNvSpPr>
            <p:nvPr/>
          </p:nvSpPr>
          <p:spPr>
            <a:xfrm>
              <a:off x="16090145" y="3348425"/>
              <a:ext cx="15722" cy="5300"/>
            </a:xfrm>
            <a:custGeom>
              <a:avLst/>
              <a:gdLst/>
              <a:ahLst/>
              <a:cxnLst/>
              <a:rect l="0" t="0" r="0" b="0"/>
              <a:pathLst>
                <a:path w="15722" h="5300">
                  <a:moveTo>
                    <a:pt x="15722" y="530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BEE"/>
              </a:solidFill>
            </a:ln>
          </p:spPr>
        </p:sp>
        <p:sp>
          <p:nvSpPr>
            <p:cNvPr id="4945" name="Output_receptor__4944">
              <a:extLst>
                <a:ext uri="{FF2B5EF4-FFF2-40B4-BE49-F238E27FC236}">
                  <a16:creationId xmlns:a16="http://schemas.microsoft.com/office/drawing/2014/main" id="{57424136-91D4-CA55-F1D6-7A435CB00087}"/>
                </a:ext>
              </a:extLst>
            </p:cNvPr>
            <p:cNvSpPr>
              <a:spLocks noGrp="1"/>
            </p:cNvSpPr>
            <p:nvPr/>
          </p:nvSpPr>
          <p:spPr>
            <a:xfrm>
              <a:off x="15866210" y="3579047"/>
              <a:ext cx="25301" cy="63722"/>
            </a:xfrm>
            <a:custGeom>
              <a:avLst/>
              <a:gdLst/>
              <a:ahLst/>
              <a:cxnLst/>
              <a:rect l="0" t="0" r="0" b="0"/>
              <a:pathLst>
                <a:path w="25301" h="63722">
                  <a:moveTo>
                    <a:pt x="0" y="0"/>
                  </a:moveTo>
                  <a:lnTo>
                    <a:pt x="25301" y="63722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6" name="Output_receptor__4945">
              <a:extLst>
                <a:ext uri="{FF2B5EF4-FFF2-40B4-BE49-F238E27FC236}">
                  <a16:creationId xmlns:a16="http://schemas.microsoft.com/office/drawing/2014/main" id="{55FA1F42-1773-6234-0043-B8F2011B156E}"/>
                </a:ext>
              </a:extLst>
            </p:cNvPr>
            <p:cNvSpPr>
              <a:spLocks noGrp="1"/>
            </p:cNvSpPr>
            <p:nvPr/>
          </p:nvSpPr>
          <p:spPr>
            <a:xfrm>
              <a:off x="16511514" y="3735293"/>
              <a:ext cx="41585" cy="58666"/>
            </a:xfrm>
            <a:custGeom>
              <a:avLst/>
              <a:gdLst/>
              <a:ahLst/>
              <a:cxnLst/>
              <a:rect l="0" t="0" r="0" b="0"/>
              <a:pathLst>
                <a:path w="41585" h="58666">
                  <a:moveTo>
                    <a:pt x="41585" y="0"/>
                  </a:moveTo>
                  <a:lnTo>
                    <a:pt x="0" y="58666"/>
                  </a:lnTo>
                </a:path>
              </a:pathLst>
            </a:custGeom>
            <a:noFill/>
            <a:ln w="20003">
              <a:solidFill>
                <a:srgbClr val="E8EBEE"/>
              </a:solidFill>
            </a:ln>
          </p:spPr>
        </p:sp>
        <p:sp>
          <p:nvSpPr>
            <p:cNvPr id="4947" name="Output_receptor__4946">
              <a:extLst>
                <a:ext uri="{FF2B5EF4-FFF2-40B4-BE49-F238E27FC236}">
                  <a16:creationId xmlns:a16="http://schemas.microsoft.com/office/drawing/2014/main" id="{5758DF85-4CC2-9672-1A4C-B403D8239643}"/>
                </a:ext>
              </a:extLst>
            </p:cNvPr>
            <p:cNvSpPr>
              <a:spLocks noGrp="1"/>
            </p:cNvSpPr>
            <p:nvPr/>
          </p:nvSpPr>
          <p:spPr>
            <a:xfrm>
              <a:off x="16166522" y="3236114"/>
              <a:ext cx="2781" cy="45087"/>
            </a:xfrm>
            <a:custGeom>
              <a:avLst/>
              <a:gdLst/>
              <a:ahLst/>
              <a:cxnLst/>
              <a:rect l="0" t="0" r="0" b="0"/>
              <a:pathLst>
                <a:path w="2781" h="45087">
                  <a:moveTo>
                    <a:pt x="0" y="45087"/>
                  </a:moveTo>
                  <a:lnTo>
                    <a:pt x="2781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48" name="Output_receptor__4947">
              <a:extLst>
                <a:ext uri="{FF2B5EF4-FFF2-40B4-BE49-F238E27FC236}">
                  <a16:creationId xmlns:a16="http://schemas.microsoft.com/office/drawing/2014/main" id="{78C6A15C-51ED-1BAA-584E-D001549F2208}"/>
                </a:ext>
              </a:extLst>
            </p:cNvPr>
            <p:cNvSpPr>
              <a:spLocks noGrp="1"/>
            </p:cNvSpPr>
            <p:nvPr/>
          </p:nvSpPr>
          <p:spPr>
            <a:xfrm>
              <a:off x="15584433" y="4424131"/>
              <a:ext cx="4027" cy="19404"/>
            </a:xfrm>
            <a:custGeom>
              <a:avLst/>
              <a:gdLst/>
              <a:ahLst/>
              <a:cxnLst/>
              <a:rect l="0" t="0" r="0" b="0"/>
              <a:pathLst>
                <a:path w="4027" h="19404">
                  <a:moveTo>
                    <a:pt x="0" y="0"/>
                  </a:moveTo>
                  <a:lnTo>
                    <a:pt x="4027" y="1940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49" name="Output_receptor__4948">
              <a:extLst>
                <a:ext uri="{FF2B5EF4-FFF2-40B4-BE49-F238E27FC236}">
                  <a16:creationId xmlns:a16="http://schemas.microsoft.com/office/drawing/2014/main" id="{CB7397F4-A4E8-FCA4-C099-76F4867633FD}"/>
                </a:ext>
              </a:extLst>
            </p:cNvPr>
            <p:cNvSpPr>
              <a:spLocks noGrp="1"/>
            </p:cNvSpPr>
            <p:nvPr/>
          </p:nvSpPr>
          <p:spPr>
            <a:xfrm>
              <a:off x="15795309" y="4543962"/>
              <a:ext cx="64964" cy="19222"/>
            </a:xfrm>
            <a:custGeom>
              <a:avLst/>
              <a:gdLst/>
              <a:ahLst/>
              <a:cxnLst/>
              <a:rect l="0" t="0" r="0" b="0"/>
              <a:pathLst>
                <a:path w="64964" h="19222">
                  <a:moveTo>
                    <a:pt x="0" y="19222"/>
                  </a:moveTo>
                  <a:lnTo>
                    <a:pt x="64964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0" name="Output_receptor__4949">
              <a:extLst>
                <a:ext uri="{FF2B5EF4-FFF2-40B4-BE49-F238E27FC236}">
                  <a16:creationId xmlns:a16="http://schemas.microsoft.com/office/drawing/2014/main" id="{8F74AEB4-A7DE-F7F7-8955-8797724B5F37}"/>
                </a:ext>
              </a:extLst>
            </p:cNvPr>
            <p:cNvSpPr>
              <a:spLocks noGrp="1"/>
            </p:cNvSpPr>
            <p:nvPr/>
          </p:nvSpPr>
          <p:spPr>
            <a:xfrm>
              <a:off x="16456441" y="3696508"/>
              <a:ext cx="39742" cy="19659"/>
            </a:xfrm>
            <a:custGeom>
              <a:avLst/>
              <a:gdLst/>
              <a:ahLst/>
              <a:cxnLst/>
              <a:rect l="0" t="0" r="0" b="0"/>
              <a:pathLst>
                <a:path w="39742" h="19659">
                  <a:moveTo>
                    <a:pt x="0" y="19659"/>
                  </a:moveTo>
                  <a:lnTo>
                    <a:pt x="3974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1" name="Output_receptor__4950">
              <a:extLst>
                <a:ext uri="{FF2B5EF4-FFF2-40B4-BE49-F238E27FC236}">
                  <a16:creationId xmlns:a16="http://schemas.microsoft.com/office/drawing/2014/main" id="{17479873-7EA4-1C6D-AAC2-80D226BB8803}"/>
                </a:ext>
              </a:extLst>
            </p:cNvPr>
            <p:cNvSpPr>
              <a:spLocks noGrp="1"/>
            </p:cNvSpPr>
            <p:nvPr/>
          </p:nvSpPr>
          <p:spPr>
            <a:xfrm>
              <a:off x="16251521" y="3260487"/>
              <a:ext cx="19888" cy="31064"/>
            </a:xfrm>
            <a:custGeom>
              <a:avLst/>
              <a:gdLst/>
              <a:ahLst/>
              <a:cxnLst/>
              <a:rect l="0" t="0" r="0" b="0"/>
              <a:pathLst>
                <a:path w="19888" h="31064">
                  <a:moveTo>
                    <a:pt x="19888" y="0"/>
                  </a:moveTo>
                  <a:lnTo>
                    <a:pt x="0" y="31064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2" name="Output_receptor__4951">
              <a:extLst>
                <a:ext uri="{FF2B5EF4-FFF2-40B4-BE49-F238E27FC236}">
                  <a16:creationId xmlns:a16="http://schemas.microsoft.com/office/drawing/2014/main" id="{2E32B3B8-10A2-9615-B83D-560174D703A5}"/>
                </a:ext>
              </a:extLst>
            </p:cNvPr>
            <p:cNvSpPr>
              <a:spLocks noGrp="1"/>
            </p:cNvSpPr>
            <p:nvPr/>
          </p:nvSpPr>
          <p:spPr>
            <a:xfrm>
              <a:off x="15814105" y="3853733"/>
              <a:ext cx="59281" cy="16471"/>
            </a:xfrm>
            <a:custGeom>
              <a:avLst/>
              <a:gdLst/>
              <a:ahLst/>
              <a:cxnLst/>
              <a:rect l="0" t="0" r="0" b="0"/>
              <a:pathLst>
                <a:path w="59281" h="16471">
                  <a:moveTo>
                    <a:pt x="59281" y="0"/>
                  </a:moveTo>
                  <a:lnTo>
                    <a:pt x="0" y="16471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53" name="Output_receptor__4952">
              <a:extLst>
                <a:ext uri="{FF2B5EF4-FFF2-40B4-BE49-F238E27FC236}">
                  <a16:creationId xmlns:a16="http://schemas.microsoft.com/office/drawing/2014/main" id="{E7083EB4-8317-E275-BCF9-8C1B3A26174D}"/>
                </a:ext>
              </a:extLst>
            </p:cNvPr>
            <p:cNvSpPr>
              <a:spLocks noGrp="1"/>
            </p:cNvSpPr>
            <p:nvPr/>
          </p:nvSpPr>
          <p:spPr>
            <a:xfrm>
              <a:off x="15655595" y="3853277"/>
              <a:ext cx="42023" cy="23476"/>
            </a:xfrm>
            <a:custGeom>
              <a:avLst/>
              <a:gdLst/>
              <a:ahLst/>
              <a:cxnLst/>
              <a:rect l="0" t="0" r="0" b="0"/>
              <a:pathLst>
                <a:path w="42023" h="23476">
                  <a:moveTo>
                    <a:pt x="42023" y="234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4" name="Output_receptor__4953">
              <a:extLst>
                <a:ext uri="{FF2B5EF4-FFF2-40B4-BE49-F238E27FC236}">
                  <a16:creationId xmlns:a16="http://schemas.microsoft.com/office/drawing/2014/main" id="{13D6252C-C885-7F94-CEF7-8953E8FCFAB8}"/>
                </a:ext>
              </a:extLst>
            </p:cNvPr>
            <p:cNvSpPr>
              <a:spLocks noGrp="1"/>
            </p:cNvSpPr>
            <p:nvPr/>
          </p:nvSpPr>
          <p:spPr>
            <a:xfrm>
              <a:off x="16721499" y="4206224"/>
              <a:ext cx="40179" cy="9325"/>
            </a:xfrm>
            <a:custGeom>
              <a:avLst/>
              <a:gdLst/>
              <a:ahLst/>
              <a:cxnLst/>
              <a:rect l="0" t="0" r="0" b="0"/>
              <a:pathLst>
                <a:path w="40179" h="9325">
                  <a:moveTo>
                    <a:pt x="40179" y="0"/>
                  </a:moveTo>
                  <a:lnTo>
                    <a:pt x="0" y="932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5" name="Output_receptor__4954">
              <a:extLst>
                <a:ext uri="{FF2B5EF4-FFF2-40B4-BE49-F238E27FC236}">
                  <a16:creationId xmlns:a16="http://schemas.microsoft.com/office/drawing/2014/main" id="{D4473A80-DF5F-D2FF-1A32-21E350552DF5}"/>
                </a:ext>
              </a:extLst>
            </p:cNvPr>
            <p:cNvSpPr>
              <a:spLocks noGrp="1"/>
            </p:cNvSpPr>
            <p:nvPr/>
          </p:nvSpPr>
          <p:spPr>
            <a:xfrm>
              <a:off x="15657602" y="3613854"/>
              <a:ext cx="37033" cy="3923"/>
            </a:xfrm>
            <a:custGeom>
              <a:avLst/>
              <a:gdLst/>
              <a:ahLst/>
              <a:cxnLst/>
              <a:rect l="0" t="0" r="0" b="0"/>
              <a:pathLst>
                <a:path w="37033" h="3923">
                  <a:moveTo>
                    <a:pt x="0" y="3923"/>
                  </a:moveTo>
                  <a:lnTo>
                    <a:pt x="3703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6" name="Output_receptor__4955">
              <a:extLst>
                <a:ext uri="{FF2B5EF4-FFF2-40B4-BE49-F238E27FC236}">
                  <a16:creationId xmlns:a16="http://schemas.microsoft.com/office/drawing/2014/main" id="{1154E558-7EFD-350F-4125-1F6829268AA6}"/>
                </a:ext>
              </a:extLst>
            </p:cNvPr>
            <p:cNvSpPr>
              <a:spLocks noGrp="1"/>
            </p:cNvSpPr>
            <p:nvPr/>
          </p:nvSpPr>
          <p:spPr>
            <a:xfrm>
              <a:off x="15807907" y="2885363"/>
              <a:ext cx="52469" cy="39247"/>
            </a:xfrm>
            <a:custGeom>
              <a:avLst/>
              <a:gdLst/>
              <a:ahLst/>
              <a:cxnLst/>
              <a:rect l="0" t="0" r="0" b="0"/>
              <a:pathLst>
                <a:path w="52469" h="39247">
                  <a:moveTo>
                    <a:pt x="52469" y="0"/>
                  </a:moveTo>
                  <a:lnTo>
                    <a:pt x="0" y="392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7" name="Output_receptor__4956">
              <a:extLst>
                <a:ext uri="{FF2B5EF4-FFF2-40B4-BE49-F238E27FC236}">
                  <a16:creationId xmlns:a16="http://schemas.microsoft.com/office/drawing/2014/main" id="{3324885D-87D2-C3F5-840A-C225C8B8AAEA}"/>
                </a:ext>
              </a:extLst>
            </p:cNvPr>
            <p:cNvSpPr>
              <a:spLocks noGrp="1"/>
            </p:cNvSpPr>
            <p:nvPr/>
          </p:nvSpPr>
          <p:spPr>
            <a:xfrm>
              <a:off x="15441746" y="2768826"/>
              <a:ext cx="28031" cy="66576"/>
            </a:xfrm>
            <a:custGeom>
              <a:avLst/>
              <a:gdLst/>
              <a:ahLst/>
              <a:cxnLst/>
              <a:rect l="0" t="0" r="0" b="0"/>
              <a:pathLst>
                <a:path w="28031" h="66576">
                  <a:moveTo>
                    <a:pt x="28031" y="0"/>
                  </a:moveTo>
                  <a:lnTo>
                    <a:pt x="0" y="66576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58" name="Output_receptor__4957">
              <a:extLst>
                <a:ext uri="{FF2B5EF4-FFF2-40B4-BE49-F238E27FC236}">
                  <a16:creationId xmlns:a16="http://schemas.microsoft.com/office/drawing/2014/main" id="{21F6F304-12E5-CC68-15C2-0CC544B263DB}"/>
                </a:ext>
              </a:extLst>
            </p:cNvPr>
            <p:cNvSpPr>
              <a:spLocks noGrp="1"/>
            </p:cNvSpPr>
            <p:nvPr/>
          </p:nvSpPr>
          <p:spPr>
            <a:xfrm>
              <a:off x="16194873" y="3475510"/>
              <a:ext cx="58366" cy="36109"/>
            </a:xfrm>
            <a:custGeom>
              <a:avLst/>
              <a:gdLst/>
              <a:ahLst/>
              <a:cxnLst/>
              <a:rect l="0" t="0" r="0" b="0"/>
              <a:pathLst>
                <a:path w="58366" h="36109">
                  <a:moveTo>
                    <a:pt x="0" y="36109"/>
                  </a:moveTo>
                  <a:lnTo>
                    <a:pt x="58366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59" name="Output_receptor__4958">
              <a:extLst>
                <a:ext uri="{FF2B5EF4-FFF2-40B4-BE49-F238E27FC236}">
                  <a16:creationId xmlns:a16="http://schemas.microsoft.com/office/drawing/2014/main" id="{1832B485-CB62-0D24-0095-85666C32991B}"/>
                </a:ext>
              </a:extLst>
            </p:cNvPr>
            <p:cNvSpPr>
              <a:spLocks noGrp="1"/>
            </p:cNvSpPr>
            <p:nvPr/>
          </p:nvSpPr>
          <p:spPr>
            <a:xfrm>
              <a:off x="16151584" y="3111529"/>
              <a:ext cx="21304" cy="31924"/>
            </a:xfrm>
            <a:custGeom>
              <a:avLst/>
              <a:gdLst/>
              <a:ahLst/>
              <a:cxnLst/>
              <a:rect l="0" t="0" r="0" b="0"/>
              <a:pathLst>
                <a:path w="21304" h="31924">
                  <a:moveTo>
                    <a:pt x="21304" y="0"/>
                  </a:moveTo>
                  <a:lnTo>
                    <a:pt x="0" y="3192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60" name="Output_receptor__4959">
              <a:extLst>
                <a:ext uri="{FF2B5EF4-FFF2-40B4-BE49-F238E27FC236}">
                  <a16:creationId xmlns:a16="http://schemas.microsoft.com/office/drawing/2014/main" id="{7E3B9649-EB50-A933-4933-932920C86A12}"/>
                </a:ext>
              </a:extLst>
            </p:cNvPr>
            <p:cNvSpPr>
              <a:spLocks noGrp="1"/>
            </p:cNvSpPr>
            <p:nvPr/>
          </p:nvSpPr>
          <p:spPr>
            <a:xfrm>
              <a:off x="16330981" y="3841063"/>
              <a:ext cx="71340" cy="4503"/>
            </a:xfrm>
            <a:custGeom>
              <a:avLst/>
              <a:gdLst/>
              <a:ahLst/>
              <a:cxnLst/>
              <a:rect l="0" t="0" r="0" b="0"/>
              <a:pathLst>
                <a:path w="71340" h="4503">
                  <a:moveTo>
                    <a:pt x="0" y="4503"/>
                  </a:moveTo>
                  <a:lnTo>
                    <a:pt x="7134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1" name="Output_receptor__4960">
              <a:extLst>
                <a:ext uri="{FF2B5EF4-FFF2-40B4-BE49-F238E27FC236}">
                  <a16:creationId xmlns:a16="http://schemas.microsoft.com/office/drawing/2014/main" id="{2DF15DB5-5E64-B672-BC5D-5BCA531CECAB}"/>
                </a:ext>
              </a:extLst>
            </p:cNvPr>
            <p:cNvSpPr>
              <a:spLocks noGrp="1"/>
            </p:cNvSpPr>
            <p:nvPr/>
          </p:nvSpPr>
          <p:spPr>
            <a:xfrm>
              <a:off x="16208312" y="4084040"/>
              <a:ext cx="58781" cy="12497"/>
            </a:xfrm>
            <a:custGeom>
              <a:avLst/>
              <a:gdLst/>
              <a:ahLst/>
              <a:cxnLst/>
              <a:rect l="0" t="0" r="0" b="0"/>
              <a:pathLst>
                <a:path w="58781" h="12497">
                  <a:moveTo>
                    <a:pt x="58781" y="0"/>
                  </a:moveTo>
                  <a:lnTo>
                    <a:pt x="0" y="1249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2" name="Output_receptor__4961">
              <a:extLst>
                <a:ext uri="{FF2B5EF4-FFF2-40B4-BE49-F238E27FC236}">
                  <a16:creationId xmlns:a16="http://schemas.microsoft.com/office/drawing/2014/main" id="{218B9D16-B2CC-0EE4-7FC0-C83671BA3B0B}"/>
                </a:ext>
              </a:extLst>
            </p:cNvPr>
            <p:cNvSpPr>
              <a:spLocks noGrp="1"/>
            </p:cNvSpPr>
            <p:nvPr/>
          </p:nvSpPr>
          <p:spPr>
            <a:xfrm>
              <a:off x="16354881" y="4328201"/>
              <a:ext cx="39342" cy="40810"/>
            </a:xfrm>
            <a:custGeom>
              <a:avLst/>
              <a:gdLst/>
              <a:ahLst/>
              <a:cxnLst/>
              <a:rect l="0" t="0" r="0" b="0"/>
              <a:pathLst>
                <a:path w="39342" h="40810">
                  <a:moveTo>
                    <a:pt x="0" y="40810"/>
                  </a:moveTo>
                  <a:lnTo>
                    <a:pt x="3934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3" name="Output_receptor__4962">
              <a:extLst>
                <a:ext uri="{FF2B5EF4-FFF2-40B4-BE49-F238E27FC236}">
                  <a16:creationId xmlns:a16="http://schemas.microsoft.com/office/drawing/2014/main" id="{9ABCBCD6-A6AD-6CCF-E20F-A1EF6C37BE0F}"/>
                </a:ext>
              </a:extLst>
            </p:cNvPr>
            <p:cNvSpPr>
              <a:spLocks noGrp="1"/>
            </p:cNvSpPr>
            <p:nvPr/>
          </p:nvSpPr>
          <p:spPr>
            <a:xfrm>
              <a:off x="16394222" y="4271362"/>
              <a:ext cx="21201" cy="56838"/>
            </a:xfrm>
            <a:custGeom>
              <a:avLst/>
              <a:gdLst/>
              <a:ahLst/>
              <a:cxnLst/>
              <a:rect l="0" t="0" r="0" b="0"/>
              <a:pathLst>
                <a:path w="21201" h="56838">
                  <a:moveTo>
                    <a:pt x="0" y="56838"/>
                  </a:moveTo>
                  <a:lnTo>
                    <a:pt x="21201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4" name="Output_receptor__4963">
              <a:extLst>
                <a:ext uri="{FF2B5EF4-FFF2-40B4-BE49-F238E27FC236}">
                  <a16:creationId xmlns:a16="http://schemas.microsoft.com/office/drawing/2014/main" id="{D548865B-8F20-AA10-9355-E1675E89F6F1}"/>
                </a:ext>
              </a:extLst>
            </p:cNvPr>
            <p:cNvSpPr>
              <a:spLocks noGrp="1"/>
            </p:cNvSpPr>
            <p:nvPr/>
          </p:nvSpPr>
          <p:spPr>
            <a:xfrm>
              <a:off x="16348107" y="4171151"/>
              <a:ext cx="5205" cy="43557"/>
            </a:xfrm>
            <a:custGeom>
              <a:avLst/>
              <a:gdLst/>
              <a:ahLst/>
              <a:cxnLst/>
              <a:rect l="0" t="0" r="0" b="0"/>
              <a:pathLst>
                <a:path w="5205" h="43557">
                  <a:moveTo>
                    <a:pt x="5205" y="435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5" name="Output_receptor__4964">
              <a:extLst>
                <a:ext uri="{FF2B5EF4-FFF2-40B4-BE49-F238E27FC236}">
                  <a16:creationId xmlns:a16="http://schemas.microsoft.com/office/drawing/2014/main" id="{C935E7DF-DD5A-A002-4732-A5F2D6BB7467}"/>
                </a:ext>
              </a:extLst>
            </p:cNvPr>
            <p:cNvSpPr>
              <a:spLocks noGrp="1"/>
            </p:cNvSpPr>
            <p:nvPr/>
          </p:nvSpPr>
          <p:spPr>
            <a:xfrm>
              <a:off x="16166522" y="3281201"/>
              <a:ext cx="36121" cy="55887"/>
            </a:xfrm>
            <a:custGeom>
              <a:avLst/>
              <a:gdLst/>
              <a:ahLst/>
              <a:cxnLst/>
              <a:rect l="0" t="0" r="0" b="0"/>
              <a:pathLst>
                <a:path w="36121" h="55887">
                  <a:moveTo>
                    <a:pt x="36121" y="558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6" name="Output_receptor__4965">
              <a:extLst>
                <a:ext uri="{FF2B5EF4-FFF2-40B4-BE49-F238E27FC236}">
                  <a16:creationId xmlns:a16="http://schemas.microsoft.com/office/drawing/2014/main" id="{D4B8DC1C-99B4-7AB9-6DCA-6C3ED17AF2FC}"/>
                </a:ext>
              </a:extLst>
            </p:cNvPr>
            <p:cNvSpPr>
              <a:spLocks noGrp="1"/>
            </p:cNvSpPr>
            <p:nvPr/>
          </p:nvSpPr>
          <p:spPr>
            <a:xfrm>
              <a:off x="15686617" y="2814530"/>
              <a:ext cx="60615" cy="33412"/>
            </a:xfrm>
            <a:custGeom>
              <a:avLst/>
              <a:gdLst/>
              <a:ahLst/>
              <a:cxnLst/>
              <a:rect l="0" t="0" r="0" b="0"/>
              <a:pathLst>
                <a:path w="60615" h="33412">
                  <a:moveTo>
                    <a:pt x="0" y="33412"/>
                  </a:moveTo>
                  <a:lnTo>
                    <a:pt x="60615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67" name="Output_receptor__4966">
              <a:extLst>
                <a:ext uri="{FF2B5EF4-FFF2-40B4-BE49-F238E27FC236}">
                  <a16:creationId xmlns:a16="http://schemas.microsoft.com/office/drawing/2014/main" id="{8E9A9920-005F-468C-272B-43ECBF27E7E7}"/>
                </a:ext>
              </a:extLst>
            </p:cNvPr>
            <p:cNvSpPr>
              <a:spLocks noGrp="1"/>
            </p:cNvSpPr>
            <p:nvPr/>
          </p:nvSpPr>
          <p:spPr>
            <a:xfrm>
              <a:off x="15577033" y="3419397"/>
              <a:ext cx="10879" cy="295"/>
            </a:xfrm>
            <a:custGeom>
              <a:avLst/>
              <a:gdLst/>
              <a:ahLst/>
              <a:cxnLst/>
              <a:rect l="0" t="0" r="0" b="0"/>
              <a:pathLst>
                <a:path w="10879" h="295">
                  <a:moveTo>
                    <a:pt x="0" y="295"/>
                  </a:moveTo>
                  <a:lnTo>
                    <a:pt x="10879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8" name="Output_receptor__4967">
              <a:extLst>
                <a:ext uri="{FF2B5EF4-FFF2-40B4-BE49-F238E27FC236}">
                  <a16:creationId xmlns:a16="http://schemas.microsoft.com/office/drawing/2014/main" id="{232FA01C-FF56-1AE3-EC85-2A4B0DE529CB}"/>
                </a:ext>
              </a:extLst>
            </p:cNvPr>
            <p:cNvSpPr>
              <a:spLocks noGrp="1"/>
            </p:cNvSpPr>
            <p:nvPr/>
          </p:nvSpPr>
          <p:spPr>
            <a:xfrm>
              <a:off x="16267093" y="4084040"/>
              <a:ext cx="44447" cy="21789"/>
            </a:xfrm>
            <a:custGeom>
              <a:avLst/>
              <a:gdLst/>
              <a:ahLst/>
              <a:cxnLst/>
              <a:rect l="0" t="0" r="0" b="0"/>
              <a:pathLst>
                <a:path w="44447" h="21789">
                  <a:moveTo>
                    <a:pt x="44447" y="217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69" name="Output_receptor__4968">
              <a:extLst>
                <a:ext uri="{FF2B5EF4-FFF2-40B4-BE49-F238E27FC236}">
                  <a16:creationId xmlns:a16="http://schemas.microsoft.com/office/drawing/2014/main" id="{6ADCE11D-5A27-325F-F310-13AEC90FE7AE}"/>
                </a:ext>
              </a:extLst>
            </p:cNvPr>
            <p:cNvSpPr>
              <a:spLocks noGrp="1"/>
            </p:cNvSpPr>
            <p:nvPr/>
          </p:nvSpPr>
          <p:spPr>
            <a:xfrm>
              <a:off x="15785799" y="4563184"/>
              <a:ext cx="9510" cy="44593"/>
            </a:xfrm>
            <a:custGeom>
              <a:avLst/>
              <a:gdLst/>
              <a:ahLst/>
              <a:cxnLst/>
              <a:rect l="0" t="0" r="0" b="0"/>
              <a:pathLst>
                <a:path w="9510" h="44593">
                  <a:moveTo>
                    <a:pt x="0" y="44593"/>
                  </a:moveTo>
                  <a:lnTo>
                    <a:pt x="951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0" name="Output_receptor__4969">
              <a:extLst>
                <a:ext uri="{FF2B5EF4-FFF2-40B4-BE49-F238E27FC236}">
                  <a16:creationId xmlns:a16="http://schemas.microsoft.com/office/drawing/2014/main" id="{0BBAB928-BE84-9D56-04F6-E4E141F735C5}"/>
                </a:ext>
              </a:extLst>
            </p:cNvPr>
            <p:cNvSpPr>
              <a:spLocks noGrp="1"/>
            </p:cNvSpPr>
            <p:nvPr/>
          </p:nvSpPr>
          <p:spPr>
            <a:xfrm>
              <a:off x="15704066" y="3450092"/>
              <a:ext cx="66296" cy="24017"/>
            </a:xfrm>
            <a:custGeom>
              <a:avLst/>
              <a:gdLst/>
              <a:ahLst/>
              <a:cxnLst/>
              <a:rect l="0" t="0" r="0" b="0"/>
              <a:pathLst>
                <a:path w="66296" h="24017">
                  <a:moveTo>
                    <a:pt x="66296" y="0"/>
                  </a:moveTo>
                  <a:lnTo>
                    <a:pt x="0" y="2401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1" name="Output_receptor__4970">
              <a:extLst>
                <a:ext uri="{FF2B5EF4-FFF2-40B4-BE49-F238E27FC236}">
                  <a16:creationId xmlns:a16="http://schemas.microsoft.com/office/drawing/2014/main" id="{35C8CEFE-AA02-F639-A77A-2A7B6E6A017A}"/>
                </a:ext>
              </a:extLst>
            </p:cNvPr>
            <p:cNvSpPr>
              <a:spLocks noGrp="1"/>
            </p:cNvSpPr>
            <p:nvPr/>
          </p:nvSpPr>
          <p:spPr>
            <a:xfrm>
              <a:off x="15787671" y="4043758"/>
              <a:ext cx="66947" cy="15575"/>
            </a:xfrm>
            <a:custGeom>
              <a:avLst/>
              <a:gdLst/>
              <a:ahLst/>
              <a:cxnLst/>
              <a:rect l="0" t="0" r="0" b="0"/>
              <a:pathLst>
                <a:path w="66947" h="15575">
                  <a:moveTo>
                    <a:pt x="66947" y="155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2" name="Output_receptor__4971">
              <a:extLst>
                <a:ext uri="{FF2B5EF4-FFF2-40B4-BE49-F238E27FC236}">
                  <a16:creationId xmlns:a16="http://schemas.microsoft.com/office/drawing/2014/main" id="{4A1D57F3-1054-679E-1C45-5859EBB17FD6}"/>
                </a:ext>
              </a:extLst>
            </p:cNvPr>
            <p:cNvSpPr>
              <a:spLocks noGrp="1"/>
            </p:cNvSpPr>
            <p:nvPr/>
          </p:nvSpPr>
          <p:spPr>
            <a:xfrm>
              <a:off x="16633880" y="3480426"/>
              <a:ext cx="65208" cy="25514"/>
            </a:xfrm>
            <a:custGeom>
              <a:avLst/>
              <a:gdLst/>
              <a:ahLst/>
              <a:cxnLst/>
              <a:rect l="0" t="0" r="0" b="0"/>
              <a:pathLst>
                <a:path w="65208" h="25514">
                  <a:moveTo>
                    <a:pt x="0" y="0"/>
                  </a:moveTo>
                  <a:lnTo>
                    <a:pt x="65208" y="25514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73" name="Output_receptor__4972">
              <a:extLst>
                <a:ext uri="{FF2B5EF4-FFF2-40B4-BE49-F238E27FC236}">
                  <a16:creationId xmlns:a16="http://schemas.microsoft.com/office/drawing/2014/main" id="{A367CA8E-6C20-F22E-5DD0-D9662C3C8439}"/>
                </a:ext>
              </a:extLst>
            </p:cNvPr>
            <p:cNvSpPr>
              <a:spLocks noGrp="1"/>
            </p:cNvSpPr>
            <p:nvPr/>
          </p:nvSpPr>
          <p:spPr>
            <a:xfrm>
              <a:off x="15855102" y="2971258"/>
              <a:ext cx="19958" cy="7680"/>
            </a:xfrm>
            <a:custGeom>
              <a:avLst/>
              <a:gdLst/>
              <a:ahLst/>
              <a:cxnLst/>
              <a:rect l="0" t="0" r="0" b="0"/>
              <a:pathLst>
                <a:path w="19958" h="7680">
                  <a:moveTo>
                    <a:pt x="0" y="7680"/>
                  </a:moveTo>
                  <a:lnTo>
                    <a:pt x="19958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4" name="Output_receptor__4973">
              <a:extLst>
                <a:ext uri="{FF2B5EF4-FFF2-40B4-BE49-F238E27FC236}">
                  <a16:creationId xmlns:a16="http://schemas.microsoft.com/office/drawing/2014/main" id="{1F56464C-99F6-30AB-839E-E612F6C95C94}"/>
                </a:ext>
              </a:extLst>
            </p:cNvPr>
            <p:cNvSpPr>
              <a:spLocks noGrp="1"/>
            </p:cNvSpPr>
            <p:nvPr/>
          </p:nvSpPr>
          <p:spPr>
            <a:xfrm>
              <a:off x="15697618" y="3838023"/>
              <a:ext cx="55295" cy="38731"/>
            </a:xfrm>
            <a:custGeom>
              <a:avLst/>
              <a:gdLst/>
              <a:ahLst/>
              <a:cxnLst/>
              <a:rect l="0" t="0" r="0" b="0"/>
              <a:pathLst>
                <a:path w="55295" h="38731">
                  <a:moveTo>
                    <a:pt x="55295" y="0"/>
                  </a:moveTo>
                  <a:lnTo>
                    <a:pt x="0" y="3873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5" name="Output_receptor__4974">
              <a:extLst>
                <a:ext uri="{FF2B5EF4-FFF2-40B4-BE49-F238E27FC236}">
                  <a16:creationId xmlns:a16="http://schemas.microsoft.com/office/drawing/2014/main" id="{18AF8191-713B-1249-6155-70AF1E4F263E}"/>
                </a:ext>
              </a:extLst>
            </p:cNvPr>
            <p:cNvSpPr>
              <a:spLocks noGrp="1"/>
            </p:cNvSpPr>
            <p:nvPr/>
          </p:nvSpPr>
          <p:spPr>
            <a:xfrm>
              <a:off x="15846276" y="4059333"/>
              <a:ext cx="8343" cy="68945"/>
            </a:xfrm>
            <a:custGeom>
              <a:avLst/>
              <a:gdLst/>
              <a:ahLst/>
              <a:cxnLst/>
              <a:rect l="0" t="0" r="0" b="0"/>
              <a:pathLst>
                <a:path w="8343" h="68945">
                  <a:moveTo>
                    <a:pt x="0" y="68945"/>
                  </a:moveTo>
                  <a:lnTo>
                    <a:pt x="8343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6" name="Output_receptor__4975">
              <a:extLst>
                <a:ext uri="{FF2B5EF4-FFF2-40B4-BE49-F238E27FC236}">
                  <a16:creationId xmlns:a16="http://schemas.microsoft.com/office/drawing/2014/main" id="{FFD617C3-D7DB-BEAA-21B5-CCD1607F673A}"/>
                </a:ext>
              </a:extLst>
            </p:cNvPr>
            <p:cNvSpPr>
              <a:spLocks noGrp="1"/>
            </p:cNvSpPr>
            <p:nvPr/>
          </p:nvSpPr>
          <p:spPr>
            <a:xfrm>
              <a:off x="15677589" y="2953072"/>
              <a:ext cx="12836" cy="62204"/>
            </a:xfrm>
            <a:custGeom>
              <a:avLst/>
              <a:gdLst/>
              <a:ahLst/>
              <a:cxnLst/>
              <a:rect l="0" t="0" r="0" b="0"/>
              <a:pathLst>
                <a:path w="12836" h="62204">
                  <a:moveTo>
                    <a:pt x="0" y="62204"/>
                  </a:moveTo>
                  <a:lnTo>
                    <a:pt x="12836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7" name="Output_receptor__4976">
              <a:extLst>
                <a:ext uri="{FF2B5EF4-FFF2-40B4-BE49-F238E27FC236}">
                  <a16:creationId xmlns:a16="http://schemas.microsoft.com/office/drawing/2014/main" id="{E581595D-115D-7C16-D5DF-9B90BFEB57B1}"/>
                </a:ext>
              </a:extLst>
            </p:cNvPr>
            <p:cNvSpPr>
              <a:spLocks noGrp="1"/>
            </p:cNvSpPr>
            <p:nvPr/>
          </p:nvSpPr>
          <p:spPr>
            <a:xfrm>
              <a:off x="16271971" y="4165437"/>
              <a:ext cx="4670" cy="16024"/>
            </a:xfrm>
            <a:custGeom>
              <a:avLst/>
              <a:gdLst/>
              <a:ahLst/>
              <a:cxnLst/>
              <a:rect l="0" t="0" r="0" b="0"/>
              <a:pathLst>
                <a:path w="4670" h="16024">
                  <a:moveTo>
                    <a:pt x="4670" y="160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8" name="Output_receptor__4977">
              <a:extLst>
                <a:ext uri="{FF2B5EF4-FFF2-40B4-BE49-F238E27FC236}">
                  <a16:creationId xmlns:a16="http://schemas.microsoft.com/office/drawing/2014/main" id="{36543CAD-7D6A-5E0D-037F-1F1AE136504D}"/>
                </a:ext>
              </a:extLst>
            </p:cNvPr>
            <p:cNvSpPr>
              <a:spLocks noGrp="1"/>
            </p:cNvSpPr>
            <p:nvPr/>
          </p:nvSpPr>
          <p:spPr>
            <a:xfrm>
              <a:off x="15860273" y="4543962"/>
              <a:ext cx="18584" cy="69447"/>
            </a:xfrm>
            <a:custGeom>
              <a:avLst/>
              <a:gdLst/>
              <a:ahLst/>
              <a:cxnLst/>
              <a:rect l="0" t="0" r="0" b="0"/>
              <a:pathLst>
                <a:path w="18584" h="69447">
                  <a:moveTo>
                    <a:pt x="0" y="0"/>
                  </a:moveTo>
                  <a:lnTo>
                    <a:pt x="18584" y="6944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79" name="Output_receptor__4978">
              <a:extLst>
                <a:ext uri="{FF2B5EF4-FFF2-40B4-BE49-F238E27FC236}">
                  <a16:creationId xmlns:a16="http://schemas.microsoft.com/office/drawing/2014/main" id="{CA8F706F-60C1-DD40-405B-6073CBED114F}"/>
                </a:ext>
              </a:extLst>
            </p:cNvPr>
            <p:cNvSpPr>
              <a:spLocks noGrp="1"/>
            </p:cNvSpPr>
            <p:nvPr/>
          </p:nvSpPr>
          <p:spPr>
            <a:xfrm>
              <a:off x="15441746" y="2835402"/>
              <a:ext cx="60589" cy="29965"/>
            </a:xfrm>
            <a:custGeom>
              <a:avLst/>
              <a:gdLst/>
              <a:ahLst/>
              <a:cxnLst/>
              <a:rect l="0" t="0" r="0" b="0"/>
              <a:pathLst>
                <a:path w="60589" h="29965">
                  <a:moveTo>
                    <a:pt x="0" y="0"/>
                  </a:moveTo>
                  <a:lnTo>
                    <a:pt x="60589" y="29965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0" name="Output_receptor__4979">
              <a:extLst>
                <a:ext uri="{FF2B5EF4-FFF2-40B4-BE49-F238E27FC236}">
                  <a16:creationId xmlns:a16="http://schemas.microsoft.com/office/drawing/2014/main" id="{D648B556-6263-7AC3-017C-3E5E11FF2C39}"/>
                </a:ext>
              </a:extLst>
            </p:cNvPr>
            <p:cNvSpPr>
              <a:spLocks noGrp="1"/>
            </p:cNvSpPr>
            <p:nvPr/>
          </p:nvSpPr>
          <p:spPr>
            <a:xfrm>
              <a:off x="16547545" y="3533776"/>
              <a:ext cx="54260" cy="8971"/>
            </a:xfrm>
            <a:custGeom>
              <a:avLst/>
              <a:gdLst/>
              <a:ahLst/>
              <a:cxnLst/>
              <a:rect l="0" t="0" r="0" b="0"/>
              <a:pathLst>
                <a:path w="54260" h="8971">
                  <a:moveTo>
                    <a:pt x="0" y="0"/>
                  </a:moveTo>
                  <a:lnTo>
                    <a:pt x="54260" y="897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1" name="Output_receptor__4980">
              <a:extLst>
                <a:ext uri="{FF2B5EF4-FFF2-40B4-BE49-F238E27FC236}">
                  <a16:creationId xmlns:a16="http://schemas.microsoft.com/office/drawing/2014/main" id="{1AEB5CF5-CBE9-4C79-D669-87ED65CFCE75}"/>
                </a:ext>
              </a:extLst>
            </p:cNvPr>
            <p:cNvSpPr>
              <a:spLocks noGrp="1"/>
            </p:cNvSpPr>
            <p:nvPr/>
          </p:nvSpPr>
          <p:spPr>
            <a:xfrm>
              <a:off x="16280515" y="3573032"/>
              <a:ext cx="65715" cy="29673"/>
            </a:xfrm>
            <a:custGeom>
              <a:avLst/>
              <a:gdLst/>
              <a:ahLst/>
              <a:cxnLst/>
              <a:rect l="0" t="0" r="0" b="0"/>
              <a:pathLst>
                <a:path w="65715" h="29673">
                  <a:moveTo>
                    <a:pt x="65715" y="0"/>
                  </a:moveTo>
                  <a:lnTo>
                    <a:pt x="0" y="29673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2" name="Output_receptor__4981">
              <a:extLst>
                <a:ext uri="{FF2B5EF4-FFF2-40B4-BE49-F238E27FC236}">
                  <a16:creationId xmlns:a16="http://schemas.microsoft.com/office/drawing/2014/main" id="{D374CF30-9C1B-75E0-B79E-BACF0BF3A375}"/>
                </a:ext>
              </a:extLst>
            </p:cNvPr>
            <p:cNvSpPr>
              <a:spLocks noGrp="1"/>
            </p:cNvSpPr>
            <p:nvPr/>
          </p:nvSpPr>
          <p:spPr>
            <a:xfrm>
              <a:off x="15873386" y="3853733"/>
              <a:ext cx="24924" cy="68297"/>
            </a:xfrm>
            <a:custGeom>
              <a:avLst/>
              <a:gdLst/>
              <a:ahLst/>
              <a:cxnLst/>
              <a:rect l="0" t="0" r="0" b="0"/>
              <a:pathLst>
                <a:path w="24924" h="68297">
                  <a:moveTo>
                    <a:pt x="24924" y="6829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3" name="Output_receptor__4982">
              <a:extLst>
                <a:ext uri="{FF2B5EF4-FFF2-40B4-BE49-F238E27FC236}">
                  <a16:creationId xmlns:a16="http://schemas.microsoft.com/office/drawing/2014/main" id="{91C96FA7-BB63-92CF-F462-9C80C5406390}"/>
                </a:ext>
              </a:extLst>
            </p:cNvPr>
            <p:cNvSpPr>
              <a:spLocks noGrp="1"/>
            </p:cNvSpPr>
            <p:nvPr/>
          </p:nvSpPr>
          <p:spPr>
            <a:xfrm>
              <a:off x="15643150" y="3688498"/>
              <a:ext cx="67933" cy="14773"/>
            </a:xfrm>
            <a:custGeom>
              <a:avLst/>
              <a:gdLst/>
              <a:ahLst/>
              <a:cxnLst/>
              <a:rect l="0" t="0" r="0" b="0"/>
              <a:pathLst>
                <a:path w="67933" h="14773">
                  <a:moveTo>
                    <a:pt x="67933" y="147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4" name="Output_receptor__4983">
              <a:extLst>
                <a:ext uri="{FF2B5EF4-FFF2-40B4-BE49-F238E27FC236}">
                  <a16:creationId xmlns:a16="http://schemas.microsoft.com/office/drawing/2014/main" id="{D32D98CB-78C5-90BD-7618-D5ED865AECA1}"/>
                </a:ext>
              </a:extLst>
            </p:cNvPr>
            <p:cNvSpPr>
              <a:spLocks noGrp="1"/>
            </p:cNvSpPr>
            <p:nvPr/>
          </p:nvSpPr>
          <p:spPr>
            <a:xfrm>
              <a:off x="16555253" y="3956137"/>
              <a:ext cx="12657" cy="20027"/>
            </a:xfrm>
            <a:custGeom>
              <a:avLst/>
              <a:gdLst/>
              <a:ahLst/>
              <a:cxnLst/>
              <a:rect l="0" t="0" r="0" b="0"/>
              <a:pathLst>
                <a:path w="12657" h="20027">
                  <a:moveTo>
                    <a:pt x="0" y="0"/>
                  </a:moveTo>
                  <a:lnTo>
                    <a:pt x="12657" y="2002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5" name="Output_receptor__4984">
              <a:extLst>
                <a:ext uri="{FF2B5EF4-FFF2-40B4-BE49-F238E27FC236}">
                  <a16:creationId xmlns:a16="http://schemas.microsoft.com/office/drawing/2014/main" id="{0DA13E13-3B06-4F2B-72E7-0D4F95EDA855}"/>
                </a:ext>
              </a:extLst>
            </p:cNvPr>
            <p:cNvSpPr>
              <a:spLocks noGrp="1"/>
            </p:cNvSpPr>
            <p:nvPr/>
          </p:nvSpPr>
          <p:spPr>
            <a:xfrm>
              <a:off x="15561903" y="4108096"/>
              <a:ext cx="39607" cy="55388"/>
            </a:xfrm>
            <a:custGeom>
              <a:avLst/>
              <a:gdLst/>
              <a:ahLst/>
              <a:cxnLst/>
              <a:rect l="0" t="0" r="0" b="0"/>
              <a:pathLst>
                <a:path w="39607" h="55388">
                  <a:moveTo>
                    <a:pt x="0" y="55388"/>
                  </a:moveTo>
                  <a:lnTo>
                    <a:pt x="39607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6" name="Output_receptor__4985">
              <a:extLst>
                <a:ext uri="{FF2B5EF4-FFF2-40B4-BE49-F238E27FC236}">
                  <a16:creationId xmlns:a16="http://schemas.microsoft.com/office/drawing/2014/main" id="{5C3C1A8A-9556-B47F-ECA2-3259F2C13ACC}"/>
                </a:ext>
              </a:extLst>
            </p:cNvPr>
            <p:cNvSpPr>
              <a:spLocks noGrp="1"/>
            </p:cNvSpPr>
            <p:nvPr/>
          </p:nvSpPr>
          <p:spPr>
            <a:xfrm>
              <a:off x="15804771" y="3579047"/>
              <a:ext cx="61439" cy="29854"/>
            </a:xfrm>
            <a:custGeom>
              <a:avLst/>
              <a:gdLst/>
              <a:ahLst/>
              <a:cxnLst/>
              <a:rect l="0" t="0" r="0" b="0"/>
              <a:pathLst>
                <a:path w="61439" h="29854">
                  <a:moveTo>
                    <a:pt x="0" y="29854"/>
                  </a:moveTo>
                  <a:lnTo>
                    <a:pt x="61439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7" name="Output_receptor__4986">
              <a:extLst>
                <a:ext uri="{FF2B5EF4-FFF2-40B4-BE49-F238E27FC236}">
                  <a16:creationId xmlns:a16="http://schemas.microsoft.com/office/drawing/2014/main" id="{4BC6738A-A3E9-E4E1-347C-417AB77F5C36}"/>
                </a:ext>
              </a:extLst>
            </p:cNvPr>
            <p:cNvSpPr>
              <a:spLocks noGrp="1"/>
            </p:cNvSpPr>
            <p:nvPr/>
          </p:nvSpPr>
          <p:spPr>
            <a:xfrm>
              <a:off x="15391930" y="3534885"/>
              <a:ext cx="60566" cy="5559"/>
            </a:xfrm>
            <a:custGeom>
              <a:avLst/>
              <a:gdLst/>
              <a:ahLst/>
              <a:cxnLst/>
              <a:rect l="0" t="0" r="0" b="0"/>
              <a:pathLst>
                <a:path w="60566" h="5559">
                  <a:moveTo>
                    <a:pt x="0" y="0"/>
                  </a:moveTo>
                  <a:lnTo>
                    <a:pt x="60566" y="5559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88" name="Output_receptor__4987">
              <a:extLst>
                <a:ext uri="{FF2B5EF4-FFF2-40B4-BE49-F238E27FC236}">
                  <a16:creationId xmlns:a16="http://schemas.microsoft.com/office/drawing/2014/main" id="{17A0C9DA-1541-E675-DE24-29B5B5FB04F0}"/>
                </a:ext>
              </a:extLst>
            </p:cNvPr>
            <p:cNvSpPr>
              <a:spLocks noGrp="1"/>
            </p:cNvSpPr>
            <p:nvPr/>
          </p:nvSpPr>
          <p:spPr>
            <a:xfrm>
              <a:off x="15762841" y="4043758"/>
              <a:ext cx="24830" cy="55623"/>
            </a:xfrm>
            <a:custGeom>
              <a:avLst/>
              <a:gdLst/>
              <a:ahLst/>
              <a:cxnLst/>
              <a:rect l="0" t="0" r="0" b="0"/>
              <a:pathLst>
                <a:path w="24830" h="55623">
                  <a:moveTo>
                    <a:pt x="24830" y="0"/>
                  </a:moveTo>
                  <a:lnTo>
                    <a:pt x="0" y="55623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89" name="Output_receptor__4988">
              <a:extLst>
                <a:ext uri="{FF2B5EF4-FFF2-40B4-BE49-F238E27FC236}">
                  <a16:creationId xmlns:a16="http://schemas.microsoft.com/office/drawing/2014/main" id="{FAAC614A-3E55-4CFC-C4F6-7FC6D096EFA7}"/>
                </a:ext>
              </a:extLst>
            </p:cNvPr>
            <p:cNvSpPr>
              <a:spLocks noGrp="1"/>
            </p:cNvSpPr>
            <p:nvPr/>
          </p:nvSpPr>
          <p:spPr>
            <a:xfrm>
              <a:off x="16346230" y="3508756"/>
              <a:ext cx="32540" cy="64277"/>
            </a:xfrm>
            <a:custGeom>
              <a:avLst/>
              <a:gdLst/>
              <a:ahLst/>
              <a:cxnLst/>
              <a:rect l="0" t="0" r="0" b="0"/>
              <a:pathLst>
                <a:path w="32540" h="64277">
                  <a:moveTo>
                    <a:pt x="32540" y="0"/>
                  </a:moveTo>
                  <a:lnTo>
                    <a:pt x="0" y="64277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0" name="Output_receptor__4989">
              <a:extLst>
                <a:ext uri="{FF2B5EF4-FFF2-40B4-BE49-F238E27FC236}">
                  <a16:creationId xmlns:a16="http://schemas.microsoft.com/office/drawing/2014/main" id="{DB14D5F5-B58D-990D-E9E8-2BE76D99AA32}"/>
                </a:ext>
              </a:extLst>
            </p:cNvPr>
            <p:cNvSpPr>
              <a:spLocks noGrp="1"/>
            </p:cNvSpPr>
            <p:nvPr/>
          </p:nvSpPr>
          <p:spPr>
            <a:xfrm>
              <a:off x="16313498" y="4214708"/>
              <a:ext cx="39814" cy="50064"/>
            </a:xfrm>
            <a:custGeom>
              <a:avLst/>
              <a:gdLst/>
              <a:ahLst/>
              <a:cxnLst/>
              <a:rect l="0" t="0" r="0" b="0"/>
              <a:pathLst>
                <a:path w="39814" h="50064">
                  <a:moveTo>
                    <a:pt x="0" y="50064"/>
                  </a:moveTo>
                  <a:lnTo>
                    <a:pt x="39814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1" name="Output_receptor__4990">
              <a:extLst>
                <a:ext uri="{FF2B5EF4-FFF2-40B4-BE49-F238E27FC236}">
                  <a16:creationId xmlns:a16="http://schemas.microsoft.com/office/drawing/2014/main" id="{C9350425-9313-DDC0-D58A-5851EBFA9000}"/>
                </a:ext>
              </a:extLst>
            </p:cNvPr>
            <p:cNvSpPr>
              <a:spLocks noGrp="1"/>
            </p:cNvSpPr>
            <p:nvPr/>
          </p:nvSpPr>
          <p:spPr>
            <a:xfrm>
              <a:off x="16253240" y="3451888"/>
              <a:ext cx="18107" cy="23623"/>
            </a:xfrm>
            <a:custGeom>
              <a:avLst/>
              <a:gdLst/>
              <a:ahLst/>
              <a:cxnLst/>
              <a:rect l="0" t="0" r="0" b="0"/>
              <a:pathLst>
                <a:path w="18107" h="23623">
                  <a:moveTo>
                    <a:pt x="0" y="23623"/>
                  </a:moveTo>
                  <a:lnTo>
                    <a:pt x="18107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2" name="Output_receptor__4991">
              <a:extLst>
                <a:ext uri="{FF2B5EF4-FFF2-40B4-BE49-F238E27FC236}">
                  <a16:creationId xmlns:a16="http://schemas.microsoft.com/office/drawing/2014/main" id="{A4540D9F-638F-AEDE-D02E-4D29BB59B7A4}"/>
                </a:ext>
              </a:extLst>
            </p:cNvPr>
            <p:cNvSpPr>
              <a:spLocks noGrp="1"/>
            </p:cNvSpPr>
            <p:nvPr/>
          </p:nvSpPr>
          <p:spPr>
            <a:xfrm>
              <a:off x="15354785" y="3534885"/>
              <a:ext cx="37145" cy="33835"/>
            </a:xfrm>
            <a:custGeom>
              <a:avLst/>
              <a:gdLst/>
              <a:ahLst/>
              <a:cxnLst/>
              <a:rect l="0" t="0" r="0" b="0"/>
              <a:pathLst>
                <a:path w="37145" h="33835">
                  <a:moveTo>
                    <a:pt x="0" y="33835"/>
                  </a:moveTo>
                  <a:lnTo>
                    <a:pt x="37145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3" name="Output_receptor__4992">
              <a:extLst>
                <a:ext uri="{FF2B5EF4-FFF2-40B4-BE49-F238E27FC236}">
                  <a16:creationId xmlns:a16="http://schemas.microsoft.com/office/drawing/2014/main" id="{8BBF663E-5C07-4BBE-3AF5-03998C03976A}"/>
                </a:ext>
              </a:extLst>
            </p:cNvPr>
            <p:cNvSpPr>
              <a:spLocks noGrp="1"/>
            </p:cNvSpPr>
            <p:nvPr/>
          </p:nvSpPr>
          <p:spPr>
            <a:xfrm>
              <a:off x="15368763" y="4234658"/>
              <a:ext cx="29110" cy="63134"/>
            </a:xfrm>
            <a:custGeom>
              <a:avLst/>
              <a:gdLst/>
              <a:ahLst/>
              <a:cxnLst/>
              <a:rect l="0" t="0" r="0" b="0"/>
              <a:pathLst>
                <a:path w="29110" h="63134">
                  <a:moveTo>
                    <a:pt x="0" y="63134"/>
                  </a:moveTo>
                  <a:lnTo>
                    <a:pt x="29110" y="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4" name="Output_receptor__4993">
              <a:extLst>
                <a:ext uri="{FF2B5EF4-FFF2-40B4-BE49-F238E27FC236}">
                  <a16:creationId xmlns:a16="http://schemas.microsoft.com/office/drawing/2014/main" id="{BECC2756-365C-78F0-AFF0-CC639803F5AD}"/>
                </a:ext>
              </a:extLst>
            </p:cNvPr>
            <p:cNvSpPr>
              <a:spLocks noGrp="1"/>
            </p:cNvSpPr>
            <p:nvPr/>
          </p:nvSpPr>
          <p:spPr>
            <a:xfrm>
              <a:off x="16510790" y="4217782"/>
              <a:ext cx="59533" cy="33302"/>
            </a:xfrm>
            <a:custGeom>
              <a:avLst/>
              <a:gdLst/>
              <a:ahLst/>
              <a:cxnLst/>
              <a:rect l="0" t="0" r="0" b="0"/>
              <a:pathLst>
                <a:path w="59533" h="33302">
                  <a:moveTo>
                    <a:pt x="0" y="0"/>
                  </a:moveTo>
                  <a:lnTo>
                    <a:pt x="59533" y="33302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5" name="Output_receptor__4994">
              <a:extLst>
                <a:ext uri="{FF2B5EF4-FFF2-40B4-BE49-F238E27FC236}">
                  <a16:creationId xmlns:a16="http://schemas.microsoft.com/office/drawing/2014/main" id="{5128F9F7-BF8C-9099-6F14-7BD67180AC3A}"/>
                </a:ext>
              </a:extLst>
            </p:cNvPr>
            <p:cNvSpPr>
              <a:spLocks noGrp="1"/>
            </p:cNvSpPr>
            <p:nvPr/>
          </p:nvSpPr>
          <p:spPr>
            <a:xfrm>
              <a:off x="15525018" y="3509268"/>
              <a:ext cx="35800" cy="3830"/>
            </a:xfrm>
            <a:custGeom>
              <a:avLst/>
              <a:gdLst/>
              <a:ahLst/>
              <a:cxnLst/>
              <a:rect l="0" t="0" r="0" b="0"/>
              <a:pathLst>
                <a:path w="35800" h="3830">
                  <a:moveTo>
                    <a:pt x="0" y="0"/>
                  </a:moveTo>
                  <a:lnTo>
                    <a:pt x="35800" y="383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6" name="Output_receptor__4995">
              <a:extLst>
                <a:ext uri="{FF2B5EF4-FFF2-40B4-BE49-F238E27FC236}">
                  <a16:creationId xmlns:a16="http://schemas.microsoft.com/office/drawing/2014/main" id="{25EAA964-4E53-1FA1-6DB1-F3D648FD1A6B}"/>
                </a:ext>
              </a:extLst>
            </p:cNvPr>
            <p:cNvSpPr>
              <a:spLocks noGrp="1"/>
            </p:cNvSpPr>
            <p:nvPr/>
          </p:nvSpPr>
          <p:spPr>
            <a:xfrm>
              <a:off x="15601511" y="4108096"/>
              <a:ext cx="52955" cy="21757"/>
            </a:xfrm>
            <a:custGeom>
              <a:avLst/>
              <a:gdLst/>
              <a:ahLst/>
              <a:cxnLst/>
              <a:rect l="0" t="0" r="0" b="0"/>
              <a:pathLst>
                <a:path w="52955" h="21757">
                  <a:moveTo>
                    <a:pt x="0" y="0"/>
                  </a:moveTo>
                  <a:lnTo>
                    <a:pt x="52955" y="21757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7" name="Output_receptor__4996">
              <a:extLst>
                <a:ext uri="{FF2B5EF4-FFF2-40B4-BE49-F238E27FC236}">
                  <a16:creationId xmlns:a16="http://schemas.microsoft.com/office/drawing/2014/main" id="{F25AE74C-8733-108A-8543-E7E68FB09746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1" y="4121420"/>
              <a:ext cx="72420" cy="2558"/>
            </a:xfrm>
            <a:custGeom>
              <a:avLst/>
              <a:gdLst/>
              <a:ahLst/>
              <a:cxnLst/>
              <a:rect l="0" t="0" r="0" b="0"/>
              <a:pathLst>
                <a:path w="72420" h="2558">
                  <a:moveTo>
                    <a:pt x="72420" y="0"/>
                  </a:moveTo>
                  <a:lnTo>
                    <a:pt x="0" y="2558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4998" name="Output_receptor__4997">
              <a:extLst>
                <a:ext uri="{FF2B5EF4-FFF2-40B4-BE49-F238E27FC236}">
                  <a16:creationId xmlns:a16="http://schemas.microsoft.com/office/drawing/2014/main" id="{83A359AF-5E70-CBB1-7200-D695ED537125}"/>
                </a:ext>
              </a:extLst>
            </p:cNvPr>
            <p:cNvSpPr>
              <a:spLocks noGrp="1"/>
            </p:cNvSpPr>
            <p:nvPr/>
          </p:nvSpPr>
          <p:spPr>
            <a:xfrm>
              <a:off x="15452496" y="3540444"/>
              <a:ext cx="41856" cy="54762"/>
            </a:xfrm>
            <a:custGeom>
              <a:avLst/>
              <a:gdLst/>
              <a:ahLst/>
              <a:cxnLst/>
              <a:rect l="0" t="0" r="0" b="0"/>
              <a:pathLst>
                <a:path w="41856" h="54762">
                  <a:moveTo>
                    <a:pt x="0" y="0"/>
                  </a:moveTo>
                  <a:lnTo>
                    <a:pt x="41856" y="54762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4999" name="Output_receptor__4998">
              <a:extLst>
                <a:ext uri="{FF2B5EF4-FFF2-40B4-BE49-F238E27FC236}">
                  <a16:creationId xmlns:a16="http://schemas.microsoft.com/office/drawing/2014/main" id="{874957FD-0576-B463-9F68-86CA72740AC5}"/>
                </a:ext>
              </a:extLst>
            </p:cNvPr>
            <p:cNvSpPr>
              <a:spLocks noGrp="1"/>
            </p:cNvSpPr>
            <p:nvPr/>
          </p:nvSpPr>
          <p:spPr>
            <a:xfrm>
              <a:off x="16187202" y="3998953"/>
              <a:ext cx="67796" cy="6176"/>
            </a:xfrm>
            <a:custGeom>
              <a:avLst/>
              <a:gdLst/>
              <a:ahLst/>
              <a:cxnLst/>
              <a:rect l="0" t="0" r="0" b="0"/>
              <a:pathLst>
                <a:path w="67796" h="6176">
                  <a:moveTo>
                    <a:pt x="67796" y="61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0" name="Output_receptor__4999">
              <a:extLst>
                <a:ext uri="{FF2B5EF4-FFF2-40B4-BE49-F238E27FC236}">
                  <a16:creationId xmlns:a16="http://schemas.microsoft.com/office/drawing/2014/main" id="{A93F87C6-09DA-9C99-0442-003B1561AAF3}"/>
                </a:ext>
              </a:extLst>
            </p:cNvPr>
            <p:cNvSpPr>
              <a:spLocks noGrp="1"/>
            </p:cNvSpPr>
            <p:nvPr/>
          </p:nvSpPr>
          <p:spPr>
            <a:xfrm>
              <a:off x="16543927" y="4251084"/>
              <a:ext cx="26396" cy="64430"/>
            </a:xfrm>
            <a:custGeom>
              <a:avLst/>
              <a:gdLst/>
              <a:ahLst/>
              <a:cxnLst/>
              <a:rect l="0" t="0" r="0" b="0"/>
              <a:pathLst>
                <a:path w="26396" h="64430">
                  <a:moveTo>
                    <a:pt x="26396" y="0"/>
                  </a:moveTo>
                  <a:lnTo>
                    <a:pt x="0" y="64430"/>
                  </a:lnTo>
                </a:path>
              </a:pathLst>
            </a:custGeom>
            <a:noFill/>
            <a:ln w="8096">
              <a:solidFill>
                <a:srgbClr val="E8ECEE"/>
              </a:solidFill>
            </a:ln>
          </p:spPr>
        </p:sp>
        <p:sp>
          <p:nvSpPr>
            <p:cNvPr id="5001" name="Output_receptor__5000">
              <a:extLst>
                <a:ext uri="{FF2B5EF4-FFF2-40B4-BE49-F238E27FC236}">
                  <a16:creationId xmlns:a16="http://schemas.microsoft.com/office/drawing/2014/main" id="{C050E1D4-BC63-541C-77A0-58829184657D}"/>
                </a:ext>
              </a:extLst>
            </p:cNvPr>
            <p:cNvSpPr>
              <a:spLocks noGrp="1"/>
            </p:cNvSpPr>
            <p:nvPr/>
          </p:nvSpPr>
          <p:spPr>
            <a:xfrm>
              <a:off x="16350763" y="3897934"/>
              <a:ext cx="43604" cy="33909"/>
            </a:xfrm>
            <a:custGeom>
              <a:avLst/>
              <a:gdLst/>
              <a:ahLst/>
              <a:cxnLst/>
              <a:rect l="0" t="0" r="0" b="0"/>
              <a:pathLst>
                <a:path w="43604" h="33909">
                  <a:moveTo>
                    <a:pt x="43604" y="0"/>
                  </a:moveTo>
                  <a:lnTo>
                    <a:pt x="0" y="33909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2" name="Output_receptor__5001">
              <a:extLst>
                <a:ext uri="{FF2B5EF4-FFF2-40B4-BE49-F238E27FC236}">
                  <a16:creationId xmlns:a16="http://schemas.microsoft.com/office/drawing/2014/main" id="{D5662544-1EA7-B3D8-FF45-5DFEC9131670}"/>
                </a:ext>
              </a:extLst>
            </p:cNvPr>
            <p:cNvSpPr>
              <a:spLocks noGrp="1"/>
            </p:cNvSpPr>
            <p:nvPr/>
          </p:nvSpPr>
          <p:spPr>
            <a:xfrm>
              <a:off x="15643150" y="3617777"/>
              <a:ext cx="14452" cy="70721"/>
            </a:xfrm>
            <a:custGeom>
              <a:avLst/>
              <a:gdLst/>
              <a:ahLst/>
              <a:cxnLst/>
              <a:rect l="0" t="0" r="0" b="0"/>
              <a:pathLst>
                <a:path w="14452" h="70721">
                  <a:moveTo>
                    <a:pt x="0" y="70721"/>
                  </a:moveTo>
                  <a:lnTo>
                    <a:pt x="14452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3" name="Output_receptor__5002">
              <a:extLst>
                <a:ext uri="{FF2B5EF4-FFF2-40B4-BE49-F238E27FC236}">
                  <a16:creationId xmlns:a16="http://schemas.microsoft.com/office/drawing/2014/main" id="{76CA5975-4499-8A0B-D5AF-189D50F9A140}"/>
                </a:ext>
              </a:extLst>
            </p:cNvPr>
            <p:cNvSpPr>
              <a:spLocks noGrp="1"/>
            </p:cNvSpPr>
            <p:nvPr/>
          </p:nvSpPr>
          <p:spPr>
            <a:xfrm>
              <a:off x="16394367" y="3841063"/>
              <a:ext cx="7954" cy="56871"/>
            </a:xfrm>
            <a:custGeom>
              <a:avLst/>
              <a:gdLst/>
              <a:ahLst/>
              <a:cxnLst/>
              <a:rect l="0" t="0" r="0" b="0"/>
              <a:pathLst>
                <a:path w="7954" h="56871">
                  <a:moveTo>
                    <a:pt x="7954" y="0"/>
                  </a:moveTo>
                  <a:lnTo>
                    <a:pt x="0" y="56871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4" name="Output_receptor__5003">
              <a:extLst>
                <a:ext uri="{FF2B5EF4-FFF2-40B4-BE49-F238E27FC236}">
                  <a16:creationId xmlns:a16="http://schemas.microsoft.com/office/drawing/2014/main" id="{042F73C7-57FD-ACB2-683B-8AE74E67470C}"/>
                </a:ext>
              </a:extLst>
            </p:cNvPr>
            <p:cNvSpPr>
              <a:spLocks noGrp="1"/>
            </p:cNvSpPr>
            <p:nvPr/>
          </p:nvSpPr>
          <p:spPr>
            <a:xfrm>
              <a:off x="16601805" y="3480426"/>
              <a:ext cx="32075" cy="62321"/>
            </a:xfrm>
            <a:custGeom>
              <a:avLst/>
              <a:gdLst/>
              <a:ahLst/>
              <a:cxnLst/>
              <a:rect l="0" t="0" r="0" b="0"/>
              <a:pathLst>
                <a:path w="32075" h="62321">
                  <a:moveTo>
                    <a:pt x="0" y="62321"/>
                  </a:moveTo>
                  <a:lnTo>
                    <a:pt x="32075" y="0"/>
                  </a:lnTo>
                </a:path>
              </a:pathLst>
            </a:custGeom>
            <a:noFill/>
            <a:ln w="20003">
              <a:solidFill>
                <a:srgbClr val="E8ECEE"/>
              </a:solidFill>
            </a:ln>
          </p:spPr>
        </p:sp>
        <p:sp>
          <p:nvSpPr>
            <p:cNvPr id="5005" name="Output_receptor__5004">
              <a:extLst>
                <a:ext uri="{FF2B5EF4-FFF2-40B4-BE49-F238E27FC236}">
                  <a16:creationId xmlns:a16="http://schemas.microsoft.com/office/drawing/2014/main" id="{C49DCF7A-3014-5009-7DD3-2AC7645B4D65}"/>
                </a:ext>
              </a:extLst>
            </p:cNvPr>
            <p:cNvSpPr>
              <a:spLocks noGrp="1"/>
            </p:cNvSpPr>
            <p:nvPr/>
          </p:nvSpPr>
          <p:spPr>
            <a:xfrm>
              <a:off x="15579895" y="4340748"/>
              <a:ext cx="48387" cy="44372"/>
            </a:xfrm>
            <a:custGeom>
              <a:avLst/>
              <a:gdLst/>
              <a:ahLst/>
              <a:cxnLst/>
              <a:rect l="0" t="0" r="0" b="0"/>
              <a:pathLst>
                <a:path w="48387" h="44372">
                  <a:moveTo>
                    <a:pt x="48387" y="4437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6" name="Output_receptor__5005">
              <a:extLst>
                <a:ext uri="{FF2B5EF4-FFF2-40B4-BE49-F238E27FC236}">
                  <a16:creationId xmlns:a16="http://schemas.microsoft.com/office/drawing/2014/main" id="{4C6D7703-1C52-FD5E-5455-072432DF3629}"/>
                </a:ext>
              </a:extLst>
            </p:cNvPr>
            <p:cNvSpPr>
              <a:spLocks noGrp="1"/>
            </p:cNvSpPr>
            <p:nvPr/>
          </p:nvSpPr>
          <p:spPr>
            <a:xfrm>
              <a:off x="15523059" y="4340748"/>
              <a:ext cx="56836" cy="33618"/>
            </a:xfrm>
            <a:custGeom>
              <a:avLst/>
              <a:gdLst/>
              <a:ahLst/>
              <a:cxnLst/>
              <a:rect l="0" t="0" r="0" b="0"/>
              <a:pathLst>
                <a:path w="56836" h="33618">
                  <a:moveTo>
                    <a:pt x="56836" y="0"/>
                  </a:moveTo>
                  <a:lnTo>
                    <a:pt x="0" y="3361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7" name="Output_receptor__5006">
              <a:extLst>
                <a:ext uri="{FF2B5EF4-FFF2-40B4-BE49-F238E27FC236}">
                  <a16:creationId xmlns:a16="http://schemas.microsoft.com/office/drawing/2014/main" id="{D9A3BB57-4E3F-1DA6-6D8E-DE80F08F9B1F}"/>
                </a:ext>
              </a:extLst>
            </p:cNvPr>
            <p:cNvSpPr>
              <a:spLocks noGrp="1"/>
            </p:cNvSpPr>
            <p:nvPr/>
          </p:nvSpPr>
          <p:spPr>
            <a:xfrm>
              <a:off x="15647116" y="4129853"/>
              <a:ext cx="7350" cy="66007"/>
            </a:xfrm>
            <a:custGeom>
              <a:avLst/>
              <a:gdLst/>
              <a:ahLst/>
              <a:cxnLst/>
              <a:rect l="0" t="0" r="0" b="0"/>
              <a:pathLst>
                <a:path w="7350" h="66007">
                  <a:moveTo>
                    <a:pt x="7350" y="0"/>
                  </a:moveTo>
                  <a:lnTo>
                    <a:pt x="0" y="6600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08" name="Output_receptor__5007">
              <a:extLst>
                <a:ext uri="{FF2B5EF4-FFF2-40B4-BE49-F238E27FC236}">
                  <a16:creationId xmlns:a16="http://schemas.microsoft.com/office/drawing/2014/main" id="{6E832544-DA62-30E8-9C42-B487A138530A}"/>
                </a:ext>
              </a:extLst>
            </p:cNvPr>
            <p:cNvSpPr>
              <a:spLocks noGrp="1"/>
            </p:cNvSpPr>
            <p:nvPr/>
          </p:nvSpPr>
          <p:spPr>
            <a:xfrm>
              <a:off x="16055588" y="3760976"/>
              <a:ext cx="55378" cy="26637"/>
            </a:xfrm>
            <a:custGeom>
              <a:avLst/>
              <a:gdLst/>
              <a:ahLst/>
              <a:cxnLst/>
              <a:rect l="0" t="0" r="0" b="0"/>
              <a:pathLst>
                <a:path w="55378" h="26637">
                  <a:moveTo>
                    <a:pt x="0" y="26637"/>
                  </a:moveTo>
                  <a:lnTo>
                    <a:pt x="5537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09" name="Output_receptor__5008">
              <a:extLst>
                <a:ext uri="{FF2B5EF4-FFF2-40B4-BE49-F238E27FC236}">
                  <a16:creationId xmlns:a16="http://schemas.microsoft.com/office/drawing/2014/main" id="{205AFA4A-31C0-3728-ECAA-2B8D080FF3C2}"/>
                </a:ext>
              </a:extLst>
            </p:cNvPr>
            <p:cNvSpPr>
              <a:spLocks noGrp="1"/>
            </p:cNvSpPr>
            <p:nvPr/>
          </p:nvSpPr>
          <p:spPr>
            <a:xfrm>
              <a:off x="15743515" y="3389386"/>
              <a:ext cx="26847" cy="60706"/>
            </a:xfrm>
            <a:custGeom>
              <a:avLst/>
              <a:gdLst/>
              <a:ahLst/>
              <a:cxnLst/>
              <a:rect l="0" t="0" r="0" b="0"/>
              <a:pathLst>
                <a:path w="26847" h="60706">
                  <a:moveTo>
                    <a:pt x="0" y="0"/>
                  </a:moveTo>
                  <a:lnTo>
                    <a:pt x="26847" y="6070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0" name="Output_receptor__5009">
              <a:extLst>
                <a:ext uri="{FF2B5EF4-FFF2-40B4-BE49-F238E27FC236}">
                  <a16:creationId xmlns:a16="http://schemas.microsoft.com/office/drawing/2014/main" id="{0A970ABE-D4DA-9D79-7FC3-B0AB66634D11}"/>
                </a:ext>
              </a:extLst>
            </p:cNvPr>
            <p:cNvSpPr>
              <a:spLocks noGrp="1"/>
            </p:cNvSpPr>
            <p:nvPr/>
          </p:nvSpPr>
          <p:spPr>
            <a:xfrm>
              <a:off x="15711082" y="3665579"/>
              <a:ext cx="21379" cy="37692"/>
            </a:xfrm>
            <a:custGeom>
              <a:avLst/>
              <a:gdLst/>
              <a:ahLst/>
              <a:cxnLst/>
              <a:rect l="0" t="0" r="0" b="0"/>
              <a:pathLst>
                <a:path w="21379" h="37692">
                  <a:moveTo>
                    <a:pt x="21379" y="0"/>
                  </a:moveTo>
                  <a:lnTo>
                    <a:pt x="0" y="3769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1" name="Output_receptor__5010">
              <a:extLst>
                <a:ext uri="{FF2B5EF4-FFF2-40B4-BE49-F238E27FC236}">
                  <a16:creationId xmlns:a16="http://schemas.microsoft.com/office/drawing/2014/main" id="{4A3694EA-7354-0027-EFD0-2B4B3B3858D4}"/>
                </a:ext>
              </a:extLst>
            </p:cNvPr>
            <p:cNvSpPr>
              <a:spLocks noGrp="1"/>
            </p:cNvSpPr>
            <p:nvPr/>
          </p:nvSpPr>
          <p:spPr>
            <a:xfrm>
              <a:off x="16037451" y="3300286"/>
              <a:ext cx="52694" cy="48139"/>
            </a:xfrm>
            <a:custGeom>
              <a:avLst/>
              <a:gdLst/>
              <a:ahLst/>
              <a:cxnLst/>
              <a:rect l="0" t="0" r="0" b="0"/>
              <a:pathLst>
                <a:path w="52694" h="48139">
                  <a:moveTo>
                    <a:pt x="52694" y="48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2" name="Output_receptor__5011">
              <a:extLst>
                <a:ext uri="{FF2B5EF4-FFF2-40B4-BE49-F238E27FC236}">
                  <a16:creationId xmlns:a16="http://schemas.microsoft.com/office/drawing/2014/main" id="{6C6CE255-8B1E-19D0-851A-75914095C958}"/>
                </a:ext>
              </a:extLst>
            </p:cNvPr>
            <p:cNvSpPr>
              <a:spLocks noGrp="1"/>
            </p:cNvSpPr>
            <p:nvPr/>
          </p:nvSpPr>
          <p:spPr>
            <a:xfrm>
              <a:off x="16323474" y="3842657"/>
              <a:ext cx="7507" cy="2909"/>
            </a:xfrm>
            <a:custGeom>
              <a:avLst/>
              <a:gdLst/>
              <a:ahLst/>
              <a:cxnLst/>
              <a:rect l="0" t="0" r="0" b="0"/>
              <a:pathLst>
                <a:path w="7507" h="2909">
                  <a:moveTo>
                    <a:pt x="0" y="0"/>
                  </a:moveTo>
                  <a:lnTo>
                    <a:pt x="7507" y="290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3" name="Output_receptor__5012">
              <a:extLst>
                <a:ext uri="{FF2B5EF4-FFF2-40B4-BE49-F238E27FC236}">
                  <a16:creationId xmlns:a16="http://schemas.microsoft.com/office/drawing/2014/main" id="{C82B36AE-45D5-EE1A-EFC6-F7C56AF0482A}"/>
                </a:ext>
              </a:extLst>
            </p:cNvPr>
            <p:cNvSpPr>
              <a:spLocks noGrp="1"/>
            </p:cNvSpPr>
            <p:nvPr/>
          </p:nvSpPr>
          <p:spPr>
            <a:xfrm>
              <a:off x="16178075" y="3454930"/>
              <a:ext cx="16798" cy="56689"/>
            </a:xfrm>
            <a:custGeom>
              <a:avLst/>
              <a:gdLst/>
              <a:ahLst/>
              <a:cxnLst/>
              <a:rect l="0" t="0" r="0" b="0"/>
              <a:pathLst>
                <a:path w="16798" h="56689">
                  <a:moveTo>
                    <a:pt x="0" y="0"/>
                  </a:moveTo>
                  <a:lnTo>
                    <a:pt x="16798" y="56689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14" name="Output_receptor__5013">
              <a:extLst>
                <a:ext uri="{FF2B5EF4-FFF2-40B4-BE49-F238E27FC236}">
                  <a16:creationId xmlns:a16="http://schemas.microsoft.com/office/drawing/2014/main" id="{518E820D-D827-E684-F7FA-D85148B16251}"/>
                </a:ext>
              </a:extLst>
            </p:cNvPr>
            <p:cNvSpPr>
              <a:spLocks noGrp="1"/>
            </p:cNvSpPr>
            <p:nvPr/>
          </p:nvSpPr>
          <p:spPr>
            <a:xfrm>
              <a:off x="15588460" y="4385120"/>
              <a:ext cx="39822" cy="58415"/>
            </a:xfrm>
            <a:custGeom>
              <a:avLst/>
              <a:gdLst/>
              <a:ahLst/>
              <a:cxnLst/>
              <a:rect l="0" t="0" r="0" b="0"/>
              <a:pathLst>
                <a:path w="39822" h="58415">
                  <a:moveTo>
                    <a:pt x="0" y="58415"/>
                  </a:moveTo>
                  <a:lnTo>
                    <a:pt x="39822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5" name="Output_receptor__5014">
              <a:extLst>
                <a:ext uri="{FF2B5EF4-FFF2-40B4-BE49-F238E27FC236}">
                  <a16:creationId xmlns:a16="http://schemas.microsoft.com/office/drawing/2014/main" id="{4E897148-CF01-AE00-42E2-AE8F681B12C3}"/>
                </a:ext>
              </a:extLst>
            </p:cNvPr>
            <p:cNvSpPr>
              <a:spLocks noGrp="1"/>
            </p:cNvSpPr>
            <p:nvPr/>
          </p:nvSpPr>
          <p:spPr>
            <a:xfrm>
              <a:off x="16473006" y="4217782"/>
              <a:ext cx="37784" cy="24809"/>
            </a:xfrm>
            <a:custGeom>
              <a:avLst/>
              <a:gdLst/>
              <a:ahLst/>
              <a:cxnLst/>
              <a:rect l="0" t="0" r="0" b="0"/>
              <a:pathLst>
                <a:path w="37784" h="24809">
                  <a:moveTo>
                    <a:pt x="0" y="24809"/>
                  </a:moveTo>
                  <a:lnTo>
                    <a:pt x="37784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6" name="Output_receptor__5015">
              <a:extLst>
                <a:ext uri="{FF2B5EF4-FFF2-40B4-BE49-F238E27FC236}">
                  <a16:creationId xmlns:a16="http://schemas.microsoft.com/office/drawing/2014/main" id="{6B2F114C-7053-0F44-1504-7A2E7D828B5A}"/>
                </a:ext>
              </a:extLst>
            </p:cNvPr>
            <p:cNvSpPr>
              <a:spLocks noGrp="1"/>
            </p:cNvSpPr>
            <p:nvPr/>
          </p:nvSpPr>
          <p:spPr>
            <a:xfrm>
              <a:off x="15796365" y="3031417"/>
              <a:ext cx="55063" cy="32816"/>
            </a:xfrm>
            <a:custGeom>
              <a:avLst/>
              <a:gdLst/>
              <a:ahLst/>
              <a:cxnLst/>
              <a:rect l="0" t="0" r="0" b="0"/>
              <a:pathLst>
                <a:path w="55063" h="32816">
                  <a:moveTo>
                    <a:pt x="0" y="0"/>
                  </a:moveTo>
                  <a:lnTo>
                    <a:pt x="55063" y="3281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7" name="Output_receptor__5016">
              <a:extLst>
                <a:ext uri="{FF2B5EF4-FFF2-40B4-BE49-F238E27FC236}">
                  <a16:creationId xmlns:a16="http://schemas.microsoft.com/office/drawing/2014/main" id="{CBFEAA9F-E2FB-28B1-BF8F-3AFAA80CDB06}"/>
                </a:ext>
              </a:extLst>
            </p:cNvPr>
            <p:cNvSpPr>
              <a:spLocks noGrp="1"/>
            </p:cNvSpPr>
            <p:nvPr/>
          </p:nvSpPr>
          <p:spPr>
            <a:xfrm>
              <a:off x="16271971" y="4105829"/>
              <a:ext cx="39569" cy="59608"/>
            </a:xfrm>
            <a:custGeom>
              <a:avLst/>
              <a:gdLst/>
              <a:ahLst/>
              <a:cxnLst/>
              <a:rect l="0" t="0" r="0" b="0"/>
              <a:pathLst>
                <a:path w="39569" h="59608">
                  <a:moveTo>
                    <a:pt x="0" y="59608"/>
                  </a:moveTo>
                  <a:lnTo>
                    <a:pt x="3956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8" name="Output_receptor__5017">
              <a:extLst>
                <a:ext uri="{FF2B5EF4-FFF2-40B4-BE49-F238E27FC236}">
                  <a16:creationId xmlns:a16="http://schemas.microsoft.com/office/drawing/2014/main" id="{93DC94EB-00B2-541A-4558-E7A9151302AE}"/>
                </a:ext>
              </a:extLst>
            </p:cNvPr>
            <p:cNvSpPr>
              <a:spLocks noGrp="1"/>
            </p:cNvSpPr>
            <p:nvPr/>
          </p:nvSpPr>
          <p:spPr>
            <a:xfrm>
              <a:off x="16447330" y="3626389"/>
              <a:ext cx="71549" cy="9678"/>
            </a:xfrm>
            <a:custGeom>
              <a:avLst/>
              <a:gdLst/>
              <a:ahLst/>
              <a:cxnLst/>
              <a:rect l="0" t="0" r="0" b="0"/>
              <a:pathLst>
                <a:path w="71549" h="9678">
                  <a:moveTo>
                    <a:pt x="0" y="0"/>
                  </a:moveTo>
                  <a:lnTo>
                    <a:pt x="71549" y="967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19" name="Output_receptor__5018">
              <a:extLst>
                <a:ext uri="{FF2B5EF4-FFF2-40B4-BE49-F238E27FC236}">
                  <a16:creationId xmlns:a16="http://schemas.microsoft.com/office/drawing/2014/main" id="{1D29E243-4618-D052-4718-C0766129F2FB}"/>
                </a:ext>
              </a:extLst>
            </p:cNvPr>
            <p:cNvSpPr>
              <a:spLocks noGrp="1"/>
            </p:cNvSpPr>
            <p:nvPr/>
          </p:nvSpPr>
          <p:spPr>
            <a:xfrm>
              <a:off x="15686617" y="2847942"/>
              <a:ext cx="8590" cy="52343"/>
            </a:xfrm>
            <a:custGeom>
              <a:avLst/>
              <a:gdLst/>
              <a:ahLst/>
              <a:cxnLst/>
              <a:rect l="0" t="0" r="0" b="0"/>
              <a:pathLst>
                <a:path w="8590" h="52343">
                  <a:moveTo>
                    <a:pt x="8590" y="523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0" name="Output_receptor__5019">
              <a:extLst>
                <a:ext uri="{FF2B5EF4-FFF2-40B4-BE49-F238E27FC236}">
                  <a16:creationId xmlns:a16="http://schemas.microsoft.com/office/drawing/2014/main" id="{F55A3D7F-56C2-4ACC-D2BF-DA202F048937}"/>
                </a:ext>
              </a:extLst>
            </p:cNvPr>
            <p:cNvSpPr>
              <a:spLocks noGrp="1"/>
            </p:cNvSpPr>
            <p:nvPr/>
          </p:nvSpPr>
          <p:spPr>
            <a:xfrm>
              <a:off x="16265501" y="3752130"/>
              <a:ext cx="59029" cy="21730"/>
            </a:xfrm>
            <a:custGeom>
              <a:avLst/>
              <a:gdLst/>
              <a:ahLst/>
              <a:cxnLst/>
              <a:rect l="0" t="0" r="0" b="0"/>
              <a:pathLst>
                <a:path w="59029" h="21730">
                  <a:moveTo>
                    <a:pt x="0" y="21730"/>
                  </a:moveTo>
                  <a:lnTo>
                    <a:pt x="5902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1" name="Output_receptor__5020">
              <a:extLst>
                <a:ext uri="{FF2B5EF4-FFF2-40B4-BE49-F238E27FC236}">
                  <a16:creationId xmlns:a16="http://schemas.microsoft.com/office/drawing/2014/main" id="{9F1785D7-76C9-9289-B0C2-A1A8AB7015B9}"/>
                </a:ext>
              </a:extLst>
            </p:cNvPr>
            <p:cNvSpPr>
              <a:spLocks noGrp="1"/>
            </p:cNvSpPr>
            <p:nvPr/>
          </p:nvSpPr>
          <p:spPr>
            <a:xfrm>
              <a:off x="16142481" y="2955984"/>
              <a:ext cx="54818" cy="2912"/>
            </a:xfrm>
            <a:custGeom>
              <a:avLst/>
              <a:gdLst/>
              <a:ahLst/>
              <a:cxnLst/>
              <a:rect l="0" t="0" r="0" b="0"/>
              <a:pathLst>
                <a:path w="54818" h="2912">
                  <a:moveTo>
                    <a:pt x="0" y="2912"/>
                  </a:moveTo>
                  <a:lnTo>
                    <a:pt x="5481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2" name="Output_receptor__5021">
              <a:extLst>
                <a:ext uri="{FF2B5EF4-FFF2-40B4-BE49-F238E27FC236}">
                  <a16:creationId xmlns:a16="http://schemas.microsoft.com/office/drawing/2014/main" id="{4B6A9E14-8B4D-B1F1-41DE-5D8651EC762C}"/>
                </a:ext>
              </a:extLst>
            </p:cNvPr>
            <p:cNvSpPr>
              <a:spLocks noGrp="1"/>
            </p:cNvSpPr>
            <p:nvPr/>
          </p:nvSpPr>
          <p:spPr>
            <a:xfrm>
              <a:off x="16010926" y="3456624"/>
              <a:ext cx="62461" cy="29132"/>
            </a:xfrm>
            <a:custGeom>
              <a:avLst/>
              <a:gdLst/>
              <a:ahLst/>
              <a:cxnLst/>
              <a:rect l="0" t="0" r="0" b="0"/>
              <a:pathLst>
                <a:path w="62461" h="29132">
                  <a:moveTo>
                    <a:pt x="62461" y="0"/>
                  </a:moveTo>
                  <a:lnTo>
                    <a:pt x="0" y="2913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3" name="Output_receptor__5022">
              <a:extLst>
                <a:ext uri="{FF2B5EF4-FFF2-40B4-BE49-F238E27FC236}">
                  <a16:creationId xmlns:a16="http://schemas.microsoft.com/office/drawing/2014/main" id="{077AA5A1-27A2-C7E8-5592-ED53C571B69B}"/>
                </a:ext>
              </a:extLst>
            </p:cNvPr>
            <p:cNvSpPr>
              <a:spLocks noGrp="1"/>
            </p:cNvSpPr>
            <p:nvPr/>
          </p:nvSpPr>
          <p:spPr>
            <a:xfrm>
              <a:off x="16249731" y="3596108"/>
              <a:ext cx="30784" cy="6598"/>
            </a:xfrm>
            <a:custGeom>
              <a:avLst/>
              <a:gdLst/>
              <a:ahLst/>
              <a:cxnLst/>
              <a:rect l="0" t="0" r="0" b="0"/>
              <a:pathLst>
                <a:path w="30784" h="6598">
                  <a:moveTo>
                    <a:pt x="30784" y="65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4" name="Output_receptor__5023">
              <a:extLst>
                <a:ext uri="{FF2B5EF4-FFF2-40B4-BE49-F238E27FC236}">
                  <a16:creationId xmlns:a16="http://schemas.microsoft.com/office/drawing/2014/main" id="{D29BA334-D3E1-63CF-7CD8-E7B5729ABA5E}"/>
                </a:ext>
              </a:extLst>
            </p:cNvPr>
            <p:cNvSpPr>
              <a:spLocks noGrp="1"/>
            </p:cNvSpPr>
            <p:nvPr/>
          </p:nvSpPr>
          <p:spPr>
            <a:xfrm>
              <a:off x="15796365" y="2973396"/>
              <a:ext cx="9342" cy="58022"/>
            </a:xfrm>
            <a:custGeom>
              <a:avLst/>
              <a:gdLst/>
              <a:ahLst/>
              <a:cxnLst/>
              <a:rect l="0" t="0" r="0" b="0"/>
              <a:pathLst>
                <a:path w="9342" h="58022">
                  <a:moveTo>
                    <a:pt x="9342" y="0"/>
                  </a:moveTo>
                  <a:lnTo>
                    <a:pt x="0" y="5802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5" name="Output_receptor__5024">
              <a:extLst>
                <a:ext uri="{FF2B5EF4-FFF2-40B4-BE49-F238E27FC236}">
                  <a16:creationId xmlns:a16="http://schemas.microsoft.com/office/drawing/2014/main" id="{B0A8779E-31EB-E5DD-8257-A869DC117D40}"/>
                </a:ext>
              </a:extLst>
            </p:cNvPr>
            <p:cNvSpPr>
              <a:spLocks noGrp="1"/>
            </p:cNvSpPr>
            <p:nvPr/>
          </p:nvSpPr>
          <p:spPr>
            <a:xfrm>
              <a:off x="15494352" y="3595206"/>
              <a:ext cx="41895" cy="3546"/>
            </a:xfrm>
            <a:custGeom>
              <a:avLst/>
              <a:gdLst/>
              <a:ahLst/>
              <a:cxnLst/>
              <a:rect l="0" t="0" r="0" b="0"/>
              <a:pathLst>
                <a:path w="41895" h="3546">
                  <a:moveTo>
                    <a:pt x="0" y="0"/>
                  </a:moveTo>
                  <a:lnTo>
                    <a:pt x="41895" y="354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6" name="Output_receptor__5025">
              <a:extLst>
                <a:ext uri="{FF2B5EF4-FFF2-40B4-BE49-F238E27FC236}">
                  <a16:creationId xmlns:a16="http://schemas.microsoft.com/office/drawing/2014/main" id="{6E771FCA-1602-F50D-CA43-BDB8BD574DDE}"/>
                </a:ext>
              </a:extLst>
            </p:cNvPr>
            <p:cNvSpPr>
              <a:spLocks noGrp="1"/>
            </p:cNvSpPr>
            <p:nvPr/>
          </p:nvSpPr>
          <p:spPr>
            <a:xfrm>
              <a:off x="16763431" y="4121420"/>
              <a:ext cx="4447" cy="56590"/>
            </a:xfrm>
            <a:custGeom>
              <a:avLst/>
              <a:gdLst/>
              <a:ahLst/>
              <a:cxnLst/>
              <a:rect l="0" t="0" r="0" b="0"/>
              <a:pathLst>
                <a:path w="4447" h="56590">
                  <a:moveTo>
                    <a:pt x="4447" y="565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7" name="Output_receptor__5026">
              <a:extLst>
                <a:ext uri="{FF2B5EF4-FFF2-40B4-BE49-F238E27FC236}">
                  <a16:creationId xmlns:a16="http://schemas.microsoft.com/office/drawing/2014/main" id="{4E832A4B-CA54-C382-655A-E59F78C9D2BF}"/>
                </a:ext>
              </a:extLst>
            </p:cNvPr>
            <p:cNvSpPr>
              <a:spLocks noGrp="1"/>
            </p:cNvSpPr>
            <p:nvPr/>
          </p:nvSpPr>
          <p:spPr>
            <a:xfrm>
              <a:off x="16336624" y="3476513"/>
              <a:ext cx="42146" cy="32243"/>
            </a:xfrm>
            <a:custGeom>
              <a:avLst/>
              <a:gdLst/>
              <a:ahLst/>
              <a:cxnLst/>
              <a:rect l="0" t="0" r="0" b="0"/>
              <a:pathLst>
                <a:path w="42146" h="32243">
                  <a:moveTo>
                    <a:pt x="0" y="0"/>
                  </a:moveTo>
                  <a:lnTo>
                    <a:pt x="42146" y="32243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28" name="Output_receptor__5027">
              <a:extLst>
                <a:ext uri="{FF2B5EF4-FFF2-40B4-BE49-F238E27FC236}">
                  <a16:creationId xmlns:a16="http://schemas.microsoft.com/office/drawing/2014/main" id="{78D605F3-48E5-DF4A-3B33-5CBBEC7245D6}"/>
                </a:ext>
              </a:extLst>
            </p:cNvPr>
            <p:cNvSpPr>
              <a:spLocks noGrp="1"/>
            </p:cNvSpPr>
            <p:nvPr/>
          </p:nvSpPr>
          <p:spPr>
            <a:xfrm>
              <a:off x="16456441" y="3701866"/>
              <a:ext cx="55391" cy="14302"/>
            </a:xfrm>
            <a:custGeom>
              <a:avLst/>
              <a:gdLst/>
              <a:ahLst/>
              <a:cxnLst/>
              <a:rect l="0" t="0" r="0" b="0"/>
              <a:pathLst>
                <a:path w="55391" h="14302">
                  <a:moveTo>
                    <a:pt x="55391" y="0"/>
                  </a:moveTo>
                  <a:lnTo>
                    <a:pt x="0" y="1430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29" name="Output_receptor__5028">
              <a:extLst>
                <a:ext uri="{FF2B5EF4-FFF2-40B4-BE49-F238E27FC236}">
                  <a16:creationId xmlns:a16="http://schemas.microsoft.com/office/drawing/2014/main" id="{2A728529-4A5D-1EDB-92D5-AB83F5DF0226}"/>
                </a:ext>
              </a:extLst>
            </p:cNvPr>
            <p:cNvSpPr>
              <a:spLocks noGrp="1"/>
            </p:cNvSpPr>
            <p:nvPr/>
          </p:nvSpPr>
          <p:spPr>
            <a:xfrm>
              <a:off x="15804771" y="3608901"/>
              <a:ext cx="38194" cy="47400"/>
            </a:xfrm>
            <a:custGeom>
              <a:avLst/>
              <a:gdLst/>
              <a:ahLst/>
              <a:cxnLst/>
              <a:rect l="0" t="0" r="0" b="0"/>
              <a:pathLst>
                <a:path w="38194" h="47400">
                  <a:moveTo>
                    <a:pt x="38194" y="4740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0" name="Output_receptor__5029">
              <a:extLst>
                <a:ext uri="{FF2B5EF4-FFF2-40B4-BE49-F238E27FC236}">
                  <a16:creationId xmlns:a16="http://schemas.microsoft.com/office/drawing/2014/main" id="{A6128398-28FD-3778-0C85-74E5EB7AA65D}"/>
                </a:ext>
              </a:extLst>
            </p:cNvPr>
            <p:cNvSpPr>
              <a:spLocks noGrp="1"/>
            </p:cNvSpPr>
            <p:nvPr/>
          </p:nvSpPr>
          <p:spPr>
            <a:xfrm>
              <a:off x="16162205" y="3998953"/>
              <a:ext cx="24997" cy="9282"/>
            </a:xfrm>
            <a:custGeom>
              <a:avLst/>
              <a:gdLst/>
              <a:ahLst/>
              <a:cxnLst/>
              <a:rect l="0" t="0" r="0" b="0"/>
              <a:pathLst>
                <a:path w="24997" h="9282">
                  <a:moveTo>
                    <a:pt x="24997" y="0"/>
                  </a:moveTo>
                  <a:lnTo>
                    <a:pt x="0" y="928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1" name="Output_receptor__5030">
              <a:extLst>
                <a:ext uri="{FF2B5EF4-FFF2-40B4-BE49-F238E27FC236}">
                  <a16:creationId xmlns:a16="http://schemas.microsoft.com/office/drawing/2014/main" id="{724191FA-495F-0BCD-74F7-F132E04D36CE}"/>
                </a:ext>
              </a:extLst>
            </p:cNvPr>
            <p:cNvSpPr>
              <a:spLocks noGrp="1"/>
            </p:cNvSpPr>
            <p:nvPr/>
          </p:nvSpPr>
          <p:spPr>
            <a:xfrm>
              <a:off x="16721499" y="4178010"/>
              <a:ext cx="46379" cy="37539"/>
            </a:xfrm>
            <a:custGeom>
              <a:avLst/>
              <a:gdLst/>
              <a:ahLst/>
              <a:cxnLst/>
              <a:rect l="0" t="0" r="0" b="0"/>
              <a:pathLst>
                <a:path w="46379" h="37539">
                  <a:moveTo>
                    <a:pt x="0" y="37539"/>
                  </a:moveTo>
                  <a:lnTo>
                    <a:pt x="4637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2" name="Output_receptor__5031">
              <a:extLst>
                <a:ext uri="{FF2B5EF4-FFF2-40B4-BE49-F238E27FC236}">
                  <a16:creationId xmlns:a16="http://schemas.microsoft.com/office/drawing/2014/main" id="{9168A3D8-8903-83CA-6B87-6ECBA5FCE614}"/>
                </a:ext>
              </a:extLst>
            </p:cNvPr>
            <p:cNvSpPr>
              <a:spLocks noGrp="1"/>
            </p:cNvSpPr>
            <p:nvPr/>
          </p:nvSpPr>
          <p:spPr>
            <a:xfrm>
              <a:off x="16324530" y="3752130"/>
              <a:ext cx="41869" cy="32778"/>
            </a:xfrm>
            <a:custGeom>
              <a:avLst/>
              <a:gdLst/>
              <a:ahLst/>
              <a:cxnLst/>
              <a:rect l="0" t="0" r="0" b="0"/>
              <a:pathLst>
                <a:path w="41869" h="32778">
                  <a:moveTo>
                    <a:pt x="0" y="0"/>
                  </a:moveTo>
                  <a:lnTo>
                    <a:pt x="41869" y="3277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3" name="Output_receptor__5032">
              <a:extLst>
                <a:ext uri="{FF2B5EF4-FFF2-40B4-BE49-F238E27FC236}">
                  <a16:creationId xmlns:a16="http://schemas.microsoft.com/office/drawing/2014/main" id="{638F17A9-4AB8-DAD4-1FF2-F76340EF2BD1}"/>
                </a:ext>
              </a:extLst>
            </p:cNvPr>
            <p:cNvSpPr>
              <a:spLocks noGrp="1"/>
            </p:cNvSpPr>
            <p:nvPr/>
          </p:nvSpPr>
          <p:spPr>
            <a:xfrm>
              <a:off x="16478098" y="3886772"/>
              <a:ext cx="41275" cy="50607"/>
            </a:xfrm>
            <a:custGeom>
              <a:avLst/>
              <a:gdLst/>
              <a:ahLst/>
              <a:cxnLst/>
              <a:rect l="0" t="0" r="0" b="0"/>
              <a:pathLst>
                <a:path w="41275" h="50607">
                  <a:moveTo>
                    <a:pt x="41275" y="0"/>
                  </a:moveTo>
                  <a:lnTo>
                    <a:pt x="0" y="5060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4" name="Output_receptor__5033">
              <a:extLst>
                <a:ext uri="{FF2B5EF4-FFF2-40B4-BE49-F238E27FC236}">
                  <a16:creationId xmlns:a16="http://schemas.microsoft.com/office/drawing/2014/main" id="{011B4796-D77B-F51E-494A-F8293E288467}"/>
                </a:ext>
              </a:extLst>
            </p:cNvPr>
            <p:cNvSpPr>
              <a:spLocks noGrp="1"/>
            </p:cNvSpPr>
            <p:nvPr/>
          </p:nvSpPr>
          <p:spPr>
            <a:xfrm>
              <a:off x="16208312" y="4061281"/>
              <a:ext cx="27694" cy="35256"/>
            </a:xfrm>
            <a:custGeom>
              <a:avLst/>
              <a:gdLst/>
              <a:ahLst/>
              <a:cxnLst/>
              <a:rect l="0" t="0" r="0" b="0"/>
              <a:pathLst>
                <a:path w="27694" h="35256">
                  <a:moveTo>
                    <a:pt x="0" y="35256"/>
                  </a:moveTo>
                  <a:lnTo>
                    <a:pt x="27694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5" name="Output_receptor__5034">
              <a:extLst>
                <a:ext uri="{FF2B5EF4-FFF2-40B4-BE49-F238E27FC236}">
                  <a16:creationId xmlns:a16="http://schemas.microsoft.com/office/drawing/2014/main" id="{D5C1DCF7-FB40-DE7C-D62F-C2531CBD403B}"/>
                </a:ext>
              </a:extLst>
            </p:cNvPr>
            <p:cNvSpPr>
              <a:spLocks noGrp="1"/>
            </p:cNvSpPr>
            <p:nvPr/>
          </p:nvSpPr>
          <p:spPr>
            <a:xfrm>
              <a:off x="16096359" y="3041724"/>
              <a:ext cx="67225" cy="17594"/>
            </a:xfrm>
            <a:custGeom>
              <a:avLst/>
              <a:gdLst/>
              <a:ahLst/>
              <a:cxnLst/>
              <a:rect l="0" t="0" r="0" b="0"/>
              <a:pathLst>
                <a:path w="67225" h="17594">
                  <a:moveTo>
                    <a:pt x="67225" y="0"/>
                  </a:moveTo>
                  <a:lnTo>
                    <a:pt x="0" y="17594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36" name="Output_receptor__5035">
              <a:extLst>
                <a:ext uri="{FF2B5EF4-FFF2-40B4-BE49-F238E27FC236}">
                  <a16:creationId xmlns:a16="http://schemas.microsoft.com/office/drawing/2014/main" id="{371EB89D-69CC-F2BA-02C6-84328CB427B8}"/>
                </a:ext>
              </a:extLst>
            </p:cNvPr>
            <p:cNvSpPr>
              <a:spLocks noGrp="1"/>
            </p:cNvSpPr>
            <p:nvPr/>
          </p:nvSpPr>
          <p:spPr>
            <a:xfrm>
              <a:off x="16151584" y="3100417"/>
              <a:ext cx="42058" cy="43036"/>
            </a:xfrm>
            <a:custGeom>
              <a:avLst/>
              <a:gdLst/>
              <a:ahLst/>
              <a:cxnLst/>
              <a:rect l="0" t="0" r="0" b="0"/>
              <a:pathLst>
                <a:path w="42058" h="43036">
                  <a:moveTo>
                    <a:pt x="0" y="43036"/>
                  </a:moveTo>
                  <a:lnTo>
                    <a:pt x="42058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37" name="Output_receptor__5036">
              <a:extLst>
                <a:ext uri="{FF2B5EF4-FFF2-40B4-BE49-F238E27FC236}">
                  <a16:creationId xmlns:a16="http://schemas.microsoft.com/office/drawing/2014/main" id="{94099FE3-E9F5-525B-41BE-E99958087C7F}"/>
                </a:ext>
              </a:extLst>
            </p:cNvPr>
            <p:cNvSpPr>
              <a:spLocks noGrp="1"/>
            </p:cNvSpPr>
            <p:nvPr/>
          </p:nvSpPr>
          <p:spPr>
            <a:xfrm>
              <a:off x="16519373" y="3886772"/>
              <a:ext cx="59669" cy="21474"/>
            </a:xfrm>
            <a:custGeom>
              <a:avLst/>
              <a:gdLst/>
              <a:ahLst/>
              <a:cxnLst/>
              <a:rect l="0" t="0" r="0" b="0"/>
              <a:pathLst>
                <a:path w="59669" h="21474">
                  <a:moveTo>
                    <a:pt x="59669" y="214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8" name="Output_receptor__5037">
              <a:extLst>
                <a:ext uri="{FF2B5EF4-FFF2-40B4-BE49-F238E27FC236}">
                  <a16:creationId xmlns:a16="http://schemas.microsoft.com/office/drawing/2014/main" id="{05415261-095E-016A-5721-9CBC1946C40D}"/>
                </a:ext>
              </a:extLst>
            </p:cNvPr>
            <p:cNvSpPr>
              <a:spLocks noGrp="1"/>
            </p:cNvSpPr>
            <p:nvPr/>
          </p:nvSpPr>
          <p:spPr>
            <a:xfrm>
              <a:off x="15502335" y="2818371"/>
              <a:ext cx="3105" cy="46997"/>
            </a:xfrm>
            <a:custGeom>
              <a:avLst/>
              <a:gdLst/>
              <a:ahLst/>
              <a:cxnLst/>
              <a:rect l="0" t="0" r="0" b="0"/>
              <a:pathLst>
                <a:path w="3105" h="46997">
                  <a:moveTo>
                    <a:pt x="0" y="46997"/>
                  </a:moveTo>
                  <a:lnTo>
                    <a:pt x="3105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39" name="Output_receptor__5038">
              <a:extLst>
                <a:ext uri="{FF2B5EF4-FFF2-40B4-BE49-F238E27FC236}">
                  <a16:creationId xmlns:a16="http://schemas.microsoft.com/office/drawing/2014/main" id="{3B18A1CF-89FC-67A2-08BE-5EBB19E51666}"/>
                </a:ext>
              </a:extLst>
            </p:cNvPr>
            <p:cNvSpPr>
              <a:spLocks noGrp="1"/>
            </p:cNvSpPr>
            <p:nvPr/>
          </p:nvSpPr>
          <p:spPr>
            <a:xfrm>
              <a:off x="16511832" y="3636067"/>
              <a:ext cx="7048" cy="65799"/>
            </a:xfrm>
            <a:custGeom>
              <a:avLst/>
              <a:gdLst/>
              <a:ahLst/>
              <a:cxnLst/>
              <a:rect l="0" t="0" r="0" b="0"/>
              <a:pathLst>
                <a:path w="7048" h="65799">
                  <a:moveTo>
                    <a:pt x="7048" y="0"/>
                  </a:moveTo>
                  <a:lnTo>
                    <a:pt x="0" y="6579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0" name="Output_receptor__5039">
              <a:extLst>
                <a:ext uri="{FF2B5EF4-FFF2-40B4-BE49-F238E27FC236}">
                  <a16:creationId xmlns:a16="http://schemas.microsoft.com/office/drawing/2014/main" id="{54711E37-DCE8-22F1-3BF1-4E15D59F2102}"/>
                </a:ext>
              </a:extLst>
            </p:cNvPr>
            <p:cNvSpPr>
              <a:spLocks noGrp="1"/>
            </p:cNvSpPr>
            <p:nvPr/>
          </p:nvSpPr>
          <p:spPr>
            <a:xfrm>
              <a:off x="15705944" y="4508851"/>
              <a:ext cx="53593" cy="48745"/>
            </a:xfrm>
            <a:custGeom>
              <a:avLst/>
              <a:gdLst/>
              <a:ahLst/>
              <a:cxnLst/>
              <a:rect l="0" t="0" r="0" b="0"/>
              <a:pathLst>
                <a:path w="53593" h="48745">
                  <a:moveTo>
                    <a:pt x="0" y="48745"/>
                  </a:moveTo>
                  <a:lnTo>
                    <a:pt x="53593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1" name="Output_receptor__5040">
              <a:extLst>
                <a:ext uri="{FF2B5EF4-FFF2-40B4-BE49-F238E27FC236}">
                  <a16:creationId xmlns:a16="http://schemas.microsoft.com/office/drawing/2014/main" id="{A233D440-A704-1DEA-C05C-C204B9FCD2A7}"/>
                </a:ext>
              </a:extLst>
            </p:cNvPr>
            <p:cNvSpPr>
              <a:spLocks noGrp="1"/>
            </p:cNvSpPr>
            <p:nvPr/>
          </p:nvSpPr>
          <p:spPr>
            <a:xfrm>
              <a:off x="15805708" y="2971258"/>
              <a:ext cx="69352" cy="2138"/>
            </a:xfrm>
            <a:custGeom>
              <a:avLst/>
              <a:gdLst/>
              <a:ahLst/>
              <a:cxnLst/>
              <a:rect l="0" t="0" r="0" b="0"/>
              <a:pathLst>
                <a:path w="69352" h="2138">
                  <a:moveTo>
                    <a:pt x="69352" y="0"/>
                  </a:moveTo>
                  <a:lnTo>
                    <a:pt x="0" y="2138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2" name="Output_receptor__5041">
              <a:extLst>
                <a:ext uri="{FF2B5EF4-FFF2-40B4-BE49-F238E27FC236}">
                  <a16:creationId xmlns:a16="http://schemas.microsoft.com/office/drawing/2014/main" id="{CE248B36-5ACA-A15D-3F71-4E5E87EC5E3E}"/>
                </a:ext>
              </a:extLst>
            </p:cNvPr>
            <p:cNvSpPr>
              <a:spLocks noGrp="1"/>
            </p:cNvSpPr>
            <p:nvPr/>
          </p:nvSpPr>
          <p:spPr>
            <a:xfrm>
              <a:off x="16163584" y="3041724"/>
              <a:ext cx="30058" cy="58693"/>
            </a:xfrm>
            <a:custGeom>
              <a:avLst/>
              <a:gdLst/>
              <a:ahLst/>
              <a:cxnLst/>
              <a:rect l="0" t="0" r="0" b="0"/>
              <a:pathLst>
                <a:path w="30058" h="58693">
                  <a:moveTo>
                    <a:pt x="30058" y="586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43" name="Output_receptor__5042">
              <a:extLst>
                <a:ext uri="{FF2B5EF4-FFF2-40B4-BE49-F238E27FC236}">
                  <a16:creationId xmlns:a16="http://schemas.microsoft.com/office/drawing/2014/main" id="{28A2F142-986E-18E9-75AC-19B5516624C3}"/>
                </a:ext>
              </a:extLst>
            </p:cNvPr>
            <p:cNvSpPr>
              <a:spLocks noGrp="1"/>
            </p:cNvSpPr>
            <p:nvPr/>
          </p:nvSpPr>
          <p:spPr>
            <a:xfrm>
              <a:off x="16271409" y="3260487"/>
              <a:ext cx="216" cy="42535"/>
            </a:xfrm>
            <a:custGeom>
              <a:avLst/>
              <a:gdLst/>
              <a:ahLst/>
              <a:cxnLst/>
              <a:rect l="0" t="0" r="0" b="0"/>
              <a:pathLst>
                <a:path w="216" h="42535">
                  <a:moveTo>
                    <a:pt x="216" y="425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4" name="Output_receptor__5043">
              <a:extLst>
                <a:ext uri="{FF2B5EF4-FFF2-40B4-BE49-F238E27FC236}">
                  <a16:creationId xmlns:a16="http://schemas.microsoft.com/office/drawing/2014/main" id="{67887990-E81B-FAEE-CB59-EA0B58D6AE7A}"/>
                </a:ext>
              </a:extLst>
            </p:cNvPr>
            <p:cNvSpPr>
              <a:spLocks noGrp="1"/>
            </p:cNvSpPr>
            <p:nvPr/>
          </p:nvSpPr>
          <p:spPr>
            <a:xfrm>
              <a:off x="15677589" y="3015276"/>
              <a:ext cx="44161" cy="235"/>
            </a:xfrm>
            <a:custGeom>
              <a:avLst/>
              <a:gdLst/>
              <a:ahLst/>
              <a:cxnLst/>
              <a:rect l="0" t="0" r="0" b="0"/>
              <a:pathLst>
                <a:path w="44161" h="235">
                  <a:moveTo>
                    <a:pt x="44161" y="2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5" name="Output_receptor__5044">
              <a:extLst>
                <a:ext uri="{FF2B5EF4-FFF2-40B4-BE49-F238E27FC236}">
                  <a16:creationId xmlns:a16="http://schemas.microsoft.com/office/drawing/2014/main" id="{58C89EA0-8E8C-4329-B5D1-C5A74366E8F6}"/>
                </a:ext>
              </a:extLst>
            </p:cNvPr>
            <p:cNvSpPr>
              <a:spLocks noGrp="1"/>
            </p:cNvSpPr>
            <p:nvPr/>
          </p:nvSpPr>
          <p:spPr>
            <a:xfrm>
              <a:off x="16236006" y="4005129"/>
              <a:ext cx="18993" cy="56152"/>
            </a:xfrm>
            <a:custGeom>
              <a:avLst/>
              <a:gdLst/>
              <a:ahLst/>
              <a:cxnLst/>
              <a:rect l="0" t="0" r="0" b="0"/>
              <a:pathLst>
                <a:path w="18993" h="56152">
                  <a:moveTo>
                    <a:pt x="0" y="56152"/>
                  </a:moveTo>
                  <a:lnTo>
                    <a:pt x="18993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6" name="Output_receptor__5045">
              <a:extLst>
                <a:ext uri="{FF2B5EF4-FFF2-40B4-BE49-F238E27FC236}">
                  <a16:creationId xmlns:a16="http://schemas.microsoft.com/office/drawing/2014/main" id="{A75F8BBA-04A7-4432-0A32-8D8A7453A0BE}"/>
                </a:ext>
              </a:extLst>
            </p:cNvPr>
            <p:cNvSpPr>
              <a:spLocks noGrp="1"/>
            </p:cNvSpPr>
            <p:nvPr/>
          </p:nvSpPr>
          <p:spPr>
            <a:xfrm>
              <a:off x="16567910" y="3908246"/>
              <a:ext cx="11132" cy="67918"/>
            </a:xfrm>
            <a:custGeom>
              <a:avLst/>
              <a:gdLst/>
              <a:ahLst/>
              <a:cxnLst/>
              <a:rect l="0" t="0" r="0" b="0"/>
              <a:pathLst>
                <a:path w="11132" h="67918">
                  <a:moveTo>
                    <a:pt x="0" y="67918"/>
                  </a:moveTo>
                  <a:lnTo>
                    <a:pt x="11132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7" name="Output_receptor__5046">
              <a:extLst>
                <a:ext uri="{FF2B5EF4-FFF2-40B4-BE49-F238E27FC236}">
                  <a16:creationId xmlns:a16="http://schemas.microsoft.com/office/drawing/2014/main" id="{C50D745A-3B17-C04E-FC90-9DC658E47DCB}"/>
                </a:ext>
              </a:extLst>
            </p:cNvPr>
            <p:cNvSpPr>
              <a:spLocks noGrp="1"/>
            </p:cNvSpPr>
            <p:nvPr/>
          </p:nvSpPr>
          <p:spPr>
            <a:xfrm>
              <a:off x="15785799" y="4555916"/>
              <a:ext cx="19088" cy="51861"/>
            </a:xfrm>
            <a:custGeom>
              <a:avLst/>
              <a:gdLst/>
              <a:ahLst/>
              <a:cxnLst/>
              <a:rect l="0" t="0" r="0" b="0"/>
              <a:pathLst>
                <a:path w="19088" h="51861">
                  <a:moveTo>
                    <a:pt x="19088" y="0"/>
                  </a:moveTo>
                  <a:lnTo>
                    <a:pt x="0" y="51861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8" name="Output_receptor__5047">
              <a:extLst>
                <a:ext uri="{FF2B5EF4-FFF2-40B4-BE49-F238E27FC236}">
                  <a16:creationId xmlns:a16="http://schemas.microsoft.com/office/drawing/2014/main" id="{1EE05B23-9331-2E10-A8AC-65180FDA35D5}"/>
                </a:ext>
              </a:extLst>
            </p:cNvPr>
            <p:cNvSpPr>
              <a:spLocks noGrp="1"/>
            </p:cNvSpPr>
            <p:nvPr/>
          </p:nvSpPr>
          <p:spPr>
            <a:xfrm>
              <a:off x="16691011" y="4123978"/>
              <a:ext cx="1312" cy="2987"/>
            </a:xfrm>
            <a:custGeom>
              <a:avLst/>
              <a:gdLst/>
              <a:ahLst/>
              <a:cxnLst/>
              <a:rect l="0" t="0" r="0" b="0"/>
              <a:pathLst>
                <a:path w="1312" h="2987">
                  <a:moveTo>
                    <a:pt x="0" y="0"/>
                  </a:moveTo>
                  <a:lnTo>
                    <a:pt x="1312" y="298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49" name="Output_receptor__5048">
              <a:extLst>
                <a:ext uri="{FF2B5EF4-FFF2-40B4-BE49-F238E27FC236}">
                  <a16:creationId xmlns:a16="http://schemas.microsoft.com/office/drawing/2014/main" id="{F361D3EA-D9F1-DFB5-605B-28B6EBD9CFC8}"/>
                </a:ext>
              </a:extLst>
            </p:cNvPr>
            <p:cNvSpPr>
              <a:spLocks noGrp="1"/>
            </p:cNvSpPr>
            <p:nvPr/>
          </p:nvSpPr>
          <p:spPr>
            <a:xfrm>
              <a:off x="16116778" y="3911614"/>
              <a:ext cx="68972" cy="13406"/>
            </a:xfrm>
            <a:custGeom>
              <a:avLst/>
              <a:gdLst/>
              <a:ahLst/>
              <a:cxnLst/>
              <a:rect l="0" t="0" r="0" b="0"/>
              <a:pathLst>
                <a:path w="68972" h="13406">
                  <a:moveTo>
                    <a:pt x="68972" y="0"/>
                  </a:moveTo>
                  <a:lnTo>
                    <a:pt x="0" y="13406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0" name="Output_receptor__5049">
              <a:extLst>
                <a:ext uri="{FF2B5EF4-FFF2-40B4-BE49-F238E27FC236}">
                  <a16:creationId xmlns:a16="http://schemas.microsoft.com/office/drawing/2014/main" id="{D4F2D8A4-E0C5-BB5D-5F12-ADE1BF4A63DB}"/>
                </a:ext>
              </a:extLst>
            </p:cNvPr>
            <p:cNvSpPr>
              <a:spLocks noGrp="1"/>
            </p:cNvSpPr>
            <p:nvPr/>
          </p:nvSpPr>
          <p:spPr>
            <a:xfrm>
              <a:off x="16271346" y="3451888"/>
              <a:ext cx="65278" cy="24625"/>
            </a:xfrm>
            <a:custGeom>
              <a:avLst/>
              <a:gdLst/>
              <a:ahLst/>
              <a:cxnLst/>
              <a:rect l="0" t="0" r="0" b="0"/>
              <a:pathLst>
                <a:path w="65278" h="24625">
                  <a:moveTo>
                    <a:pt x="0" y="0"/>
                  </a:moveTo>
                  <a:lnTo>
                    <a:pt x="65278" y="24625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51" name="Output_receptor__5050">
              <a:extLst>
                <a:ext uri="{FF2B5EF4-FFF2-40B4-BE49-F238E27FC236}">
                  <a16:creationId xmlns:a16="http://schemas.microsoft.com/office/drawing/2014/main" id="{283B8695-4EA4-B9F3-51C1-33923E55F74C}"/>
                </a:ext>
              </a:extLst>
            </p:cNvPr>
            <p:cNvSpPr>
              <a:spLocks noGrp="1"/>
            </p:cNvSpPr>
            <p:nvPr/>
          </p:nvSpPr>
          <p:spPr>
            <a:xfrm>
              <a:off x="15979726" y="3485756"/>
              <a:ext cx="31200" cy="8212"/>
            </a:xfrm>
            <a:custGeom>
              <a:avLst/>
              <a:gdLst/>
              <a:ahLst/>
              <a:cxnLst/>
              <a:rect l="0" t="0" r="0" b="0"/>
              <a:pathLst>
                <a:path w="31200" h="8212">
                  <a:moveTo>
                    <a:pt x="31200" y="0"/>
                  </a:moveTo>
                  <a:lnTo>
                    <a:pt x="0" y="821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2" name="Output_receptor__5051">
              <a:extLst>
                <a:ext uri="{FF2B5EF4-FFF2-40B4-BE49-F238E27FC236}">
                  <a16:creationId xmlns:a16="http://schemas.microsoft.com/office/drawing/2014/main" id="{CD79A020-153B-EBCD-A5B0-212479E63C03}"/>
                </a:ext>
              </a:extLst>
            </p:cNvPr>
            <p:cNvSpPr>
              <a:spLocks noGrp="1"/>
            </p:cNvSpPr>
            <p:nvPr/>
          </p:nvSpPr>
          <p:spPr>
            <a:xfrm>
              <a:off x="15561569" y="4150088"/>
              <a:ext cx="334" cy="13397"/>
            </a:xfrm>
            <a:custGeom>
              <a:avLst/>
              <a:gdLst/>
              <a:ahLst/>
              <a:cxnLst/>
              <a:rect l="0" t="0" r="0" b="0"/>
              <a:pathLst>
                <a:path w="334" h="13397">
                  <a:moveTo>
                    <a:pt x="0" y="0"/>
                  </a:moveTo>
                  <a:lnTo>
                    <a:pt x="334" y="13397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3" name="Output_receptor__5052">
              <a:extLst>
                <a:ext uri="{FF2B5EF4-FFF2-40B4-BE49-F238E27FC236}">
                  <a16:creationId xmlns:a16="http://schemas.microsoft.com/office/drawing/2014/main" id="{5850175D-F9F6-658F-A60F-386077995B51}"/>
                </a:ext>
              </a:extLst>
            </p:cNvPr>
            <p:cNvSpPr>
              <a:spLocks noGrp="1"/>
            </p:cNvSpPr>
            <p:nvPr/>
          </p:nvSpPr>
          <p:spPr>
            <a:xfrm>
              <a:off x="15395914" y="4234658"/>
              <a:ext cx="1958" cy="23665"/>
            </a:xfrm>
            <a:custGeom>
              <a:avLst/>
              <a:gdLst/>
              <a:ahLst/>
              <a:cxnLst/>
              <a:rect l="0" t="0" r="0" b="0"/>
              <a:pathLst>
                <a:path w="1958" h="23665">
                  <a:moveTo>
                    <a:pt x="1958" y="0"/>
                  </a:moveTo>
                  <a:lnTo>
                    <a:pt x="0" y="23665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54" name="Output_receptor__5053">
              <a:extLst>
                <a:ext uri="{FF2B5EF4-FFF2-40B4-BE49-F238E27FC236}">
                  <a16:creationId xmlns:a16="http://schemas.microsoft.com/office/drawing/2014/main" id="{E2C65721-806A-F31F-BA2A-458A6C668EAE}"/>
                </a:ext>
              </a:extLst>
            </p:cNvPr>
            <p:cNvSpPr>
              <a:spLocks noGrp="1"/>
            </p:cNvSpPr>
            <p:nvPr/>
          </p:nvSpPr>
          <p:spPr>
            <a:xfrm>
              <a:off x="15698325" y="3389386"/>
              <a:ext cx="45189" cy="38838"/>
            </a:xfrm>
            <a:custGeom>
              <a:avLst/>
              <a:gdLst/>
              <a:ahLst/>
              <a:cxnLst/>
              <a:rect l="0" t="0" r="0" b="0"/>
              <a:pathLst>
                <a:path w="45189" h="38838">
                  <a:moveTo>
                    <a:pt x="0" y="38838"/>
                  </a:moveTo>
                  <a:lnTo>
                    <a:pt x="45189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5" name="Output_receptor__5054">
              <a:extLst>
                <a:ext uri="{FF2B5EF4-FFF2-40B4-BE49-F238E27FC236}">
                  <a16:creationId xmlns:a16="http://schemas.microsoft.com/office/drawing/2014/main" id="{D1D26DA2-7DD6-F316-4CFC-19D5A41729A1}"/>
                </a:ext>
              </a:extLst>
            </p:cNvPr>
            <p:cNvSpPr>
              <a:spLocks noGrp="1"/>
            </p:cNvSpPr>
            <p:nvPr/>
          </p:nvSpPr>
          <p:spPr>
            <a:xfrm>
              <a:off x="15762841" y="4072845"/>
              <a:ext cx="33490" cy="26535"/>
            </a:xfrm>
            <a:custGeom>
              <a:avLst/>
              <a:gdLst/>
              <a:ahLst/>
              <a:cxnLst/>
              <a:rect l="0" t="0" r="0" b="0"/>
              <a:pathLst>
                <a:path w="33490" h="26535">
                  <a:moveTo>
                    <a:pt x="0" y="26535"/>
                  </a:moveTo>
                  <a:lnTo>
                    <a:pt x="3349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6" name="Output_receptor__5055">
              <a:extLst>
                <a:ext uri="{FF2B5EF4-FFF2-40B4-BE49-F238E27FC236}">
                  <a16:creationId xmlns:a16="http://schemas.microsoft.com/office/drawing/2014/main" id="{0BF18151-AA6F-69AA-7B40-2E3B541DBFFC}"/>
                </a:ext>
              </a:extLst>
            </p:cNvPr>
            <p:cNvSpPr>
              <a:spLocks noGrp="1"/>
            </p:cNvSpPr>
            <p:nvPr/>
          </p:nvSpPr>
          <p:spPr>
            <a:xfrm>
              <a:off x="16037451" y="3270608"/>
              <a:ext cx="30326" cy="29678"/>
            </a:xfrm>
            <a:custGeom>
              <a:avLst/>
              <a:gdLst/>
              <a:ahLst/>
              <a:cxnLst/>
              <a:rect l="0" t="0" r="0" b="0"/>
              <a:pathLst>
                <a:path w="30326" h="29678">
                  <a:moveTo>
                    <a:pt x="0" y="29678"/>
                  </a:moveTo>
                  <a:lnTo>
                    <a:pt x="30326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7" name="Output_receptor__5056">
              <a:extLst>
                <a:ext uri="{FF2B5EF4-FFF2-40B4-BE49-F238E27FC236}">
                  <a16:creationId xmlns:a16="http://schemas.microsoft.com/office/drawing/2014/main" id="{0CBD67CC-33CC-F470-4D3A-91C568441036}"/>
                </a:ext>
              </a:extLst>
            </p:cNvPr>
            <p:cNvSpPr>
              <a:spLocks noGrp="1"/>
            </p:cNvSpPr>
            <p:nvPr/>
          </p:nvSpPr>
          <p:spPr>
            <a:xfrm>
              <a:off x="16102602" y="3698041"/>
              <a:ext cx="8364" cy="62934"/>
            </a:xfrm>
            <a:custGeom>
              <a:avLst/>
              <a:gdLst/>
              <a:ahLst/>
              <a:cxnLst/>
              <a:rect l="0" t="0" r="0" b="0"/>
              <a:pathLst>
                <a:path w="8364" h="62934">
                  <a:moveTo>
                    <a:pt x="8364" y="629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8" name="Output_receptor__5057">
              <a:extLst>
                <a:ext uri="{FF2B5EF4-FFF2-40B4-BE49-F238E27FC236}">
                  <a16:creationId xmlns:a16="http://schemas.microsoft.com/office/drawing/2014/main" id="{03F3B03F-CF92-CB78-4B71-4E827553E578}"/>
                </a:ext>
              </a:extLst>
            </p:cNvPr>
            <p:cNvSpPr>
              <a:spLocks noGrp="1"/>
            </p:cNvSpPr>
            <p:nvPr/>
          </p:nvSpPr>
          <p:spPr>
            <a:xfrm>
              <a:off x="15759537" y="4508851"/>
              <a:ext cx="45350" cy="47065"/>
            </a:xfrm>
            <a:custGeom>
              <a:avLst/>
              <a:gdLst/>
              <a:ahLst/>
              <a:cxnLst/>
              <a:rect l="0" t="0" r="0" b="0"/>
              <a:pathLst>
                <a:path w="45350" h="47065">
                  <a:moveTo>
                    <a:pt x="0" y="0"/>
                  </a:moveTo>
                  <a:lnTo>
                    <a:pt x="45350" y="47065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59" name="Output_receptor__5058">
              <a:extLst>
                <a:ext uri="{FF2B5EF4-FFF2-40B4-BE49-F238E27FC236}">
                  <a16:creationId xmlns:a16="http://schemas.microsoft.com/office/drawing/2014/main" id="{05E96334-88CE-934A-B8A5-7CBA944043DB}"/>
                </a:ext>
              </a:extLst>
            </p:cNvPr>
            <p:cNvSpPr>
              <a:spLocks noGrp="1"/>
            </p:cNvSpPr>
            <p:nvPr/>
          </p:nvSpPr>
          <p:spPr>
            <a:xfrm>
              <a:off x="16428355" y="4140769"/>
              <a:ext cx="68530" cy="19791"/>
            </a:xfrm>
            <a:custGeom>
              <a:avLst/>
              <a:gdLst/>
              <a:ahLst/>
              <a:cxnLst/>
              <a:rect l="0" t="0" r="0" b="0"/>
              <a:pathLst>
                <a:path w="68530" h="19791">
                  <a:moveTo>
                    <a:pt x="0" y="19791"/>
                  </a:moveTo>
                  <a:lnTo>
                    <a:pt x="6853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0" name="Output_receptor__5059">
              <a:extLst>
                <a:ext uri="{FF2B5EF4-FFF2-40B4-BE49-F238E27FC236}">
                  <a16:creationId xmlns:a16="http://schemas.microsoft.com/office/drawing/2014/main" id="{08FBC125-00DF-163E-5B39-9F3B6A51F10A}"/>
                </a:ext>
              </a:extLst>
            </p:cNvPr>
            <p:cNvSpPr>
              <a:spLocks noGrp="1"/>
            </p:cNvSpPr>
            <p:nvPr/>
          </p:nvSpPr>
          <p:spPr>
            <a:xfrm>
              <a:off x="15544877" y="3391568"/>
              <a:ext cx="43035" cy="27829"/>
            </a:xfrm>
            <a:custGeom>
              <a:avLst/>
              <a:gdLst/>
              <a:ahLst/>
              <a:cxnLst/>
              <a:rect l="0" t="0" r="0" b="0"/>
              <a:pathLst>
                <a:path w="43035" h="27829">
                  <a:moveTo>
                    <a:pt x="43035" y="278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1" name="Output_receptor__5060">
              <a:extLst>
                <a:ext uri="{FF2B5EF4-FFF2-40B4-BE49-F238E27FC236}">
                  <a16:creationId xmlns:a16="http://schemas.microsoft.com/office/drawing/2014/main" id="{2C6445DC-B084-DB59-1764-AEDB41D3334B}"/>
                </a:ext>
              </a:extLst>
            </p:cNvPr>
            <p:cNvSpPr>
              <a:spLocks noGrp="1"/>
            </p:cNvSpPr>
            <p:nvPr/>
          </p:nvSpPr>
          <p:spPr>
            <a:xfrm>
              <a:off x="16013535" y="2416129"/>
              <a:ext cx="70327" cy="4276"/>
            </a:xfrm>
            <a:custGeom>
              <a:avLst/>
              <a:gdLst/>
              <a:ahLst/>
              <a:cxnLst/>
              <a:rect l="0" t="0" r="0" b="0"/>
              <a:pathLst>
                <a:path w="70327" h="4276">
                  <a:moveTo>
                    <a:pt x="70327" y="42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2" name="Output_receptor__5061">
              <a:extLst>
                <a:ext uri="{FF2B5EF4-FFF2-40B4-BE49-F238E27FC236}">
                  <a16:creationId xmlns:a16="http://schemas.microsoft.com/office/drawing/2014/main" id="{C89A9054-9BF1-B5A7-82E3-1FD9189AB0CB}"/>
                </a:ext>
              </a:extLst>
            </p:cNvPr>
            <p:cNvSpPr>
              <a:spLocks noGrp="1"/>
            </p:cNvSpPr>
            <p:nvPr/>
          </p:nvSpPr>
          <p:spPr>
            <a:xfrm>
              <a:off x="15418354" y="2620643"/>
              <a:ext cx="43472" cy="57167"/>
            </a:xfrm>
            <a:custGeom>
              <a:avLst/>
              <a:gdLst/>
              <a:ahLst/>
              <a:cxnLst/>
              <a:rect l="0" t="0" r="0" b="0"/>
              <a:pathLst>
                <a:path w="43472" h="57167">
                  <a:moveTo>
                    <a:pt x="0" y="0"/>
                  </a:moveTo>
                  <a:lnTo>
                    <a:pt x="43472" y="57167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3" name="Output_receptor__5062">
              <a:extLst>
                <a:ext uri="{FF2B5EF4-FFF2-40B4-BE49-F238E27FC236}">
                  <a16:creationId xmlns:a16="http://schemas.microsoft.com/office/drawing/2014/main" id="{622163EA-2ABA-A474-2F1C-32A64A473B2D}"/>
                </a:ext>
              </a:extLst>
            </p:cNvPr>
            <p:cNvSpPr>
              <a:spLocks noGrp="1"/>
            </p:cNvSpPr>
            <p:nvPr/>
          </p:nvSpPr>
          <p:spPr>
            <a:xfrm>
              <a:off x="15354785" y="3519900"/>
              <a:ext cx="30313" cy="48820"/>
            </a:xfrm>
            <a:custGeom>
              <a:avLst/>
              <a:gdLst/>
              <a:ahLst/>
              <a:cxnLst/>
              <a:rect l="0" t="0" r="0" b="0"/>
              <a:pathLst>
                <a:path w="30313" h="48820">
                  <a:moveTo>
                    <a:pt x="30313" y="0"/>
                  </a:moveTo>
                  <a:lnTo>
                    <a:pt x="0" y="4882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4" name="Output_receptor__5063">
              <a:extLst>
                <a:ext uri="{FF2B5EF4-FFF2-40B4-BE49-F238E27FC236}">
                  <a16:creationId xmlns:a16="http://schemas.microsoft.com/office/drawing/2014/main" id="{7C80A39C-8068-308D-8C89-B6C8C7225A64}"/>
                </a:ext>
              </a:extLst>
            </p:cNvPr>
            <p:cNvSpPr>
              <a:spLocks noGrp="1"/>
            </p:cNvSpPr>
            <p:nvPr/>
          </p:nvSpPr>
          <p:spPr>
            <a:xfrm>
              <a:off x="16323474" y="3784908"/>
              <a:ext cx="42925" cy="57749"/>
            </a:xfrm>
            <a:custGeom>
              <a:avLst/>
              <a:gdLst/>
              <a:ahLst/>
              <a:cxnLst/>
              <a:rect l="0" t="0" r="0" b="0"/>
              <a:pathLst>
                <a:path w="42925" h="57749">
                  <a:moveTo>
                    <a:pt x="42925" y="0"/>
                  </a:moveTo>
                  <a:lnTo>
                    <a:pt x="0" y="57749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5" name="Output_receptor__5064">
              <a:extLst>
                <a:ext uri="{FF2B5EF4-FFF2-40B4-BE49-F238E27FC236}">
                  <a16:creationId xmlns:a16="http://schemas.microsoft.com/office/drawing/2014/main" id="{775F4750-71AE-8A2B-F5C1-FAEB77666710}"/>
                </a:ext>
              </a:extLst>
            </p:cNvPr>
            <p:cNvSpPr>
              <a:spLocks noGrp="1"/>
            </p:cNvSpPr>
            <p:nvPr/>
          </p:nvSpPr>
          <p:spPr>
            <a:xfrm>
              <a:off x="16641004" y="4030998"/>
              <a:ext cx="62020" cy="13920"/>
            </a:xfrm>
            <a:custGeom>
              <a:avLst/>
              <a:gdLst/>
              <a:ahLst/>
              <a:cxnLst/>
              <a:rect l="0" t="0" r="0" b="0"/>
              <a:pathLst>
                <a:path w="62020" h="13920">
                  <a:moveTo>
                    <a:pt x="62020" y="0"/>
                  </a:moveTo>
                  <a:lnTo>
                    <a:pt x="0" y="1392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6" name="Output_receptor__5065">
              <a:extLst>
                <a:ext uri="{FF2B5EF4-FFF2-40B4-BE49-F238E27FC236}">
                  <a16:creationId xmlns:a16="http://schemas.microsoft.com/office/drawing/2014/main" id="{5F017176-2994-166C-C62A-9CD65B15C27D}"/>
                </a:ext>
              </a:extLst>
            </p:cNvPr>
            <p:cNvSpPr>
              <a:spLocks noGrp="1"/>
            </p:cNvSpPr>
            <p:nvPr/>
          </p:nvSpPr>
          <p:spPr>
            <a:xfrm>
              <a:off x="16228462" y="3686897"/>
              <a:ext cx="67935" cy="7384"/>
            </a:xfrm>
            <a:custGeom>
              <a:avLst/>
              <a:gdLst/>
              <a:ahLst/>
              <a:cxnLst/>
              <a:rect l="0" t="0" r="0" b="0"/>
              <a:pathLst>
                <a:path w="67935" h="7384">
                  <a:moveTo>
                    <a:pt x="0" y="7384"/>
                  </a:moveTo>
                  <a:lnTo>
                    <a:pt x="67935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7" name="Output_receptor__5066">
              <a:extLst>
                <a:ext uri="{FF2B5EF4-FFF2-40B4-BE49-F238E27FC236}">
                  <a16:creationId xmlns:a16="http://schemas.microsoft.com/office/drawing/2014/main" id="{DC935F3C-4F2E-59DC-D5C2-A0CC40DF129F}"/>
                </a:ext>
              </a:extLst>
            </p:cNvPr>
            <p:cNvSpPr>
              <a:spLocks noGrp="1"/>
            </p:cNvSpPr>
            <p:nvPr/>
          </p:nvSpPr>
          <p:spPr>
            <a:xfrm>
              <a:off x="16073387" y="3456624"/>
              <a:ext cx="16677" cy="54913"/>
            </a:xfrm>
            <a:custGeom>
              <a:avLst/>
              <a:gdLst/>
              <a:ahLst/>
              <a:cxnLst/>
              <a:rect l="0" t="0" r="0" b="0"/>
              <a:pathLst>
                <a:path w="16677" h="54913">
                  <a:moveTo>
                    <a:pt x="16677" y="549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68" name="Output_receptor__5067">
              <a:extLst>
                <a:ext uri="{FF2B5EF4-FFF2-40B4-BE49-F238E27FC236}">
                  <a16:creationId xmlns:a16="http://schemas.microsoft.com/office/drawing/2014/main" id="{11C896CB-86BC-2127-1914-21EE7687D2BD}"/>
                </a:ext>
              </a:extLst>
            </p:cNvPr>
            <p:cNvSpPr>
              <a:spLocks noGrp="1"/>
            </p:cNvSpPr>
            <p:nvPr/>
          </p:nvSpPr>
          <p:spPr>
            <a:xfrm>
              <a:off x="15469564" y="4110621"/>
              <a:ext cx="32581" cy="54947"/>
            </a:xfrm>
            <a:custGeom>
              <a:avLst/>
              <a:gdLst/>
              <a:ahLst/>
              <a:cxnLst/>
              <a:rect l="0" t="0" r="0" b="0"/>
              <a:pathLst>
                <a:path w="32581" h="54947">
                  <a:moveTo>
                    <a:pt x="0" y="54947"/>
                  </a:moveTo>
                  <a:lnTo>
                    <a:pt x="32581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69" name="Output_receptor__5068">
              <a:extLst>
                <a:ext uri="{FF2B5EF4-FFF2-40B4-BE49-F238E27FC236}">
                  <a16:creationId xmlns:a16="http://schemas.microsoft.com/office/drawing/2014/main" id="{6C7B1B02-80CC-76D6-AB03-CA91F74799EF}"/>
                </a:ext>
              </a:extLst>
            </p:cNvPr>
            <p:cNvSpPr>
              <a:spLocks noGrp="1"/>
            </p:cNvSpPr>
            <p:nvPr/>
          </p:nvSpPr>
          <p:spPr>
            <a:xfrm>
              <a:off x="15649978" y="2900285"/>
              <a:ext cx="45230" cy="52282"/>
            </a:xfrm>
            <a:custGeom>
              <a:avLst/>
              <a:gdLst/>
              <a:ahLst/>
              <a:cxnLst/>
              <a:rect l="0" t="0" r="0" b="0"/>
              <a:pathLst>
                <a:path w="45230" h="52282">
                  <a:moveTo>
                    <a:pt x="0" y="52282"/>
                  </a:moveTo>
                  <a:lnTo>
                    <a:pt x="45230" y="0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70" name="Output_receptor__5069">
              <a:extLst>
                <a:ext uri="{FF2B5EF4-FFF2-40B4-BE49-F238E27FC236}">
                  <a16:creationId xmlns:a16="http://schemas.microsoft.com/office/drawing/2014/main" id="{9D7470A9-C88B-523D-DC0E-2BDC5DBD7536}"/>
                </a:ext>
              </a:extLst>
            </p:cNvPr>
            <p:cNvSpPr>
              <a:spLocks noGrp="1"/>
            </p:cNvSpPr>
            <p:nvPr/>
          </p:nvSpPr>
          <p:spPr>
            <a:xfrm>
              <a:off x="15913516" y="3382102"/>
              <a:ext cx="71607" cy="3407"/>
            </a:xfrm>
            <a:custGeom>
              <a:avLst/>
              <a:gdLst/>
              <a:ahLst/>
              <a:cxnLst/>
              <a:rect l="0" t="0" r="0" b="0"/>
              <a:pathLst>
                <a:path w="71607" h="3407">
                  <a:moveTo>
                    <a:pt x="71607" y="34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E"/>
              </a:solidFill>
            </a:ln>
          </p:spPr>
        </p:sp>
        <p:sp>
          <p:nvSpPr>
            <p:cNvPr id="5071" name="Output_receptor__5070">
              <a:extLst>
                <a:ext uri="{FF2B5EF4-FFF2-40B4-BE49-F238E27FC236}">
                  <a16:creationId xmlns:a16="http://schemas.microsoft.com/office/drawing/2014/main" id="{F69DB748-9E6A-29DC-7DDD-98A2542D0879}"/>
                </a:ext>
              </a:extLst>
            </p:cNvPr>
            <p:cNvSpPr>
              <a:spLocks noGrp="1"/>
            </p:cNvSpPr>
            <p:nvPr/>
          </p:nvSpPr>
          <p:spPr>
            <a:xfrm>
              <a:off x="15703458" y="4006211"/>
              <a:ext cx="67641" cy="22652"/>
            </a:xfrm>
            <a:custGeom>
              <a:avLst/>
              <a:gdLst/>
              <a:ahLst/>
              <a:cxnLst/>
              <a:rect l="0" t="0" r="0" b="0"/>
              <a:pathLst>
                <a:path w="67641" h="22652">
                  <a:moveTo>
                    <a:pt x="67641" y="0"/>
                  </a:moveTo>
                  <a:lnTo>
                    <a:pt x="0" y="22652"/>
                  </a:lnTo>
                </a:path>
              </a:pathLst>
            </a:custGeom>
            <a:noFill/>
            <a:ln w="20003">
              <a:solidFill>
                <a:srgbClr val="E9ECEE"/>
              </a:solidFill>
            </a:ln>
          </p:spPr>
        </p:sp>
        <p:sp>
          <p:nvSpPr>
            <p:cNvPr id="5072" name="Output_receptor__5071">
              <a:extLst>
                <a:ext uri="{FF2B5EF4-FFF2-40B4-BE49-F238E27FC236}">
                  <a16:creationId xmlns:a16="http://schemas.microsoft.com/office/drawing/2014/main" id="{3026759E-1FFB-2C6D-8E6A-2B9413ABD0A2}"/>
                </a:ext>
              </a:extLst>
            </p:cNvPr>
            <p:cNvSpPr>
              <a:spLocks noGrp="1"/>
            </p:cNvSpPr>
            <p:nvPr/>
          </p:nvSpPr>
          <p:spPr>
            <a:xfrm>
              <a:off x="15469564" y="4165567"/>
              <a:ext cx="16092" cy="59488"/>
            </a:xfrm>
            <a:custGeom>
              <a:avLst/>
              <a:gdLst/>
              <a:ahLst/>
              <a:cxnLst/>
              <a:rect l="0" t="0" r="0" b="0"/>
              <a:pathLst>
                <a:path w="16092" h="59488">
                  <a:moveTo>
                    <a:pt x="16092" y="5948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3" name="Output_receptor__5072">
              <a:extLst>
                <a:ext uri="{FF2B5EF4-FFF2-40B4-BE49-F238E27FC236}">
                  <a16:creationId xmlns:a16="http://schemas.microsoft.com/office/drawing/2014/main" id="{08389F44-B8E2-9795-4337-79A032F17DEA}"/>
                </a:ext>
              </a:extLst>
            </p:cNvPr>
            <p:cNvSpPr>
              <a:spLocks noGrp="1"/>
            </p:cNvSpPr>
            <p:nvPr/>
          </p:nvSpPr>
          <p:spPr>
            <a:xfrm>
              <a:off x="15523059" y="4342630"/>
              <a:ext cx="654" cy="31736"/>
            </a:xfrm>
            <a:custGeom>
              <a:avLst/>
              <a:gdLst/>
              <a:ahLst/>
              <a:cxnLst/>
              <a:rect l="0" t="0" r="0" b="0"/>
              <a:pathLst>
                <a:path w="654" h="31736">
                  <a:moveTo>
                    <a:pt x="0" y="31736"/>
                  </a:moveTo>
                  <a:lnTo>
                    <a:pt x="65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4" name="Output_receptor__5073">
              <a:extLst>
                <a:ext uri="{FF2B5EF4-FFF2-40B4-BE49-F238E27FC236}">
                  <a16:creationId xmlns:a16="http://schemas.microsoft.com/office/drawing/2014/main" id="{B1FA0A66-CE43-C192-11C5-D169214BCEC0}"/>
                </a:ext>
              </a:extLst>
            </p:cNvPr>
            <p:cNvSpPr>
              <a:spLocks noGrp="1"/>
            </p:cNvSpPr>
            <p:nvPr/>
          </p:nvSpPr>
          <p:spPr>
            <a:xfrm>
              <a:off x="15627061" y="2580326"/>
              <a:ext cx="11502" cy="65005"/>
            </a:xfrm>
            <a:custGeom>
              <a:avLst/>
              <a:gdLst/>
              <a:ahLst/>
              <a:cxnLst/>
              <a:rect l="0" t="0" r="0" b="0"/>
              <a:pathLst>
                <a:path w="11502" h="65005">
                  <a:moveTo>
                    <a:pt x="11502" y="0"/>
                  </a:moveTo>
                  <a:lnTo>
                    <a:pt x="0" y="65005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75" name="Output_receptor__5074">
              <a:extLst>
                <a:ext uri="{FF2B5EF4-FFF2-40B4-BE49-F238E27FC236}">
                  <a16:creationId xmlns:a16="http://schemas.microsoft.com/office/drawing/2014/main" id="{B8204893-ABEA-7948-599F-AE0E058817B1}"/>
                </a:ext>
              </a:extLst>
            </p:cNvPr>
            <p:cNvSpPr>
              <a:spLocks noGrp="1"/>
            </p:cNvSpPr>
            <p:nvPr/>
          </p:nvSpPr>
          <p:spPr>
            <a:xfrm>
              <a:off x="15364154" y="3457540"/>
              <a:ext cx="20943" cy="62360"/>
            </a:xfrm>
            <a:custGeom>
              <a:avLst/>
              <a:gdLst/>
              <a:ahLst/>
              <a:cxnLst/>
              <a:rect l="0" t="0" r="0" b="0"/>
              <a:pathLst>
                <a:path w="20943" h="62360">
                  <a:moveTo>
                    <a:pt x="0" y="0"/>
                  </a:moveTo>
                  <a:lnTo>
                    <a:pt x="20943" y="6236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6" name="Output_receptor__5075">
              <a:extLst>
                <a:ext uri="{FF2B5EF4-FFF2-40B4-BE49-F238E27FC236}">
                  <a16:creationId xmlns:a16="http://schemas.microsoft.com/office/drawing/2014/main" id="{C76A0ED8-5F52-85B1-E078-052F94A6C91F}"/>
                </a:ext>
              </a:extLst>
            </p:cNvPr>
            <p:cNvSpPr>
              <a:spLocks noGrp="1"/>
            </p:cNvSpPr>
            <p:nvPr/>
          </p:nvSpPr>
          <p:spPr>
            <a:xfrm>
              <a:off x="15299505" y="3444414"/>
              <a:ext cx="64650" cy="13125"/>
            </a:xfrm>
            <a:custGeom>
              <a:avLst/>
              <a:gdLst/>
              <a:ahLst/>
              <a:cxnLst/>
              <a:rect l="0" t="0" r="0" b="0"/>
              <a:pathLst>
                <a:path w="64650" h="13125">
                  <a:moveTo>
                    <a:pt x="0" y="0"/>
                  </a:moveTo>
                  <a:lnTo>
                    <a:pt x="64650" y="1312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7" name="Output_receptor__5076">
              <a:extLst>
                <a:ext uri="{FF2B5EF4-FFF2-40B4-BE49-F238E27FC236}">
                  <a16:creationId xmlns:a16="http://schemas.microsoft.com/office/drawing/2014/main" id="{C9F33DD7-8590-DAB8-8B30-4A16D71E434F}"/>
                </a:ext>
              </a:extLst>
            </p:cNvPr>
            <p:cNvSpPr>
              <a:spLocks noGrp="1"/>
            </p:cNvSpPr>
            <p:nvPr/>
          </p:nvSpPr>
          <p:spPr>
            <a:xfrm>
              <a:off x="16446862" y="3626389"/>
              <a:ext cx="468" cy="14376"/>
            </a:xfrm>
            <a:custGeom>
              <a:avLst/>
              <a:gdLst/>
              <a:ahLst/>
              <a:cxnLst/>
              <a:rect l="0" t="0" r="0" b="0"/>
              <a:pathLst>
                <a:path w="468" h="14376">
                  <a:moveTo>
                    <a:pt x="0" y="14376"/>
                  </a:moveTo>
                  <a:lnTo>
                    <a:pt x="46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8" name="Output_receptor__5077">
              <a:extLst>
                <a:ext uri="{FF2B5EF4-FFF2-40B4-BE49-F238E27FC236}">
                  <a16:creationId xmlns:a16="http://schemas.microsoft.com/office/drawing/2014/main" id="{5A71772D-E5B4-4DDB-7B32-C0675B979FDD}"/>
                </a:ext>
              </a:extLst>
            </p:cNvPr>
            <p:cNvSpPr>
              <a:spLocks noGrp="1"/>
            </p:cNvSpPr>
            <p:nvPr/>
          </p:nvSpPr>
          <p:spPr>
            <a:xfrm>
              <a:off x="16102602" y="3641972"/>
              <a:ext cx="42839" cy="56069"/>
            </a:xfrm>
            <a:custGeom>
              <a:avLst/>
              <a:gdLst/>
              <a:ahLst/>
              <a:cxnLst/>
              <a:rect l="0" t="0" r="0" b="0"/>
              <a:pathLst>
                <a:path w="42839" h="56069">
                  <a:moveTo>
                    <a:pt x="0" y="56069"/>
                  </a:moveTo>
                  <a:lnTo>
                    <a:pt x="4283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79" name="Output_receptor__5078">
              <a:extLst>
                <a:ext uri="{FF2B5EF4-FFF2-40B4-BE49-F238E27FC236}">
                  <a16:creationId xmlns:a16="http://schemas.microsoft.com/office/drawing/2014/main" id="{9E5527CA-BB02-6686-81A1-FC561FAD7F82}"/>
                </a:ext>
              </a:extLst>
            </p:cNvPr>
            <p:cNvSpPr>
              <a:spLocks noGrp="1"/>
            </p:cNvSpPr>
            <p:nvPr/>
          </p:nvSpPr>
          <p:spPr>
            <a:xfrm>
              <a:off x="15842965" y="3600961"/>
              <a:ext cx="38453" cy="55340"/>
            </a:xfrm>
            <a:custGeom>
              <a:avLst/>
              <a:gdLst/>
              <a:ahLst/>
              <a:cxnLst/>
              <a:rect l="0" t="0" r="0" b="0"/>
              <a:pathLst>
                <a:path w="38453" h="55340">
                  <a:moveTo>
                    <a:pt x="38453" y="0"/>
                  </a:moveTo>
                  <a:lnTo>
                    <a:pt x="0" y="5534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0" name="Output_receptor__5079">
              <a:extLst>
                <a:ext uri="{FF2B5EF4-FFF2-40B4-BE49-F238E27FC236}">
                  <a16:creationId xmlns:a16="http://schemas.microsoft.com/office/drawing/2014/main" id="{329F143C-3BF4-E79D-5F4E-95191626011A}"/>
                </a:ext>
              </a:extLst>
            </p:cNvPr>
            <p:cNvSpPr>
              <a:spLocks noGrp="1"/>
            </p:cNvSpPr>
            <p:nvPr/>
          </p:nvSpPr>
          <p:spPr>
            <a:xfrm>
              <a:off x="16703023" y="4030998"/>
              <a:ext cx="37581" cy="42354"/>
            </a:xfrm>
            <a:custGeom>
              <a:avLst/>
              <a:gdLst/>
              <a:ahLst/>
              <a:cxnLst/>
              <a:rect l="0" t="0" r="0" b="0"/>
              <a:pathLst>
                <a:path w="37581" h="42354">
                  <a:moveTo>
                    <a:pt x="37581" y="4235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1" name="Output_receptor__5080">
              <a:extLst>
                <a:ext uri="{FF2B5EF4-FFF2-40B4-BE49-F238E27FC236}">
                  <a16:creationId xmlns:a16="http://schemas.microsoft.com/office/drawing/2014/main" id="{7D041C6D-36C0-5179-7237-17C2E669BF25}"/>
                </a:ext>
              </a:extLst>
            </p:cNvPr>
            <p:cNvSpPr>
              <a:spLocks noGrp="1"/>
            </p:cNvSpPr>
            <p:nvPr/>
          </p:nvSpPr>
          <p:spPr>
            <a:xfrm>
              <a:off x="16185749" y="3911614"/>
              <a:ext cx="19602" cy="44714"/>
            </a:xfrm>
            <a:custGeom>
              <a:avLst/>
              <a:gdLst/>
              <a:ahLst/>
              <a:cxnLst/>
              <a:rect l="0" t="0" r="0" b="0"/>
              <a:pathLst>
                <a:path w="19602" h="44714">
                  <a:moveTo>
                    <a:pt x="19602" y="447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2" name="Output_receptor__5081">
              <a:extLst>
                <a:ext uri="{FF2B5EF4-FFF2-40B4-BE49-F238E27FC236}">
                  <a16:creationId xmlns:a16="http://schemas.microsoft.com/office/drawing/2014/main" id="{7F6A367E-A8A6-D559-E066-BF939BAFFA18}"/>
                </a:ext>
              </a:extLst>
            </p:cNvPr>
            <p:cNvSpPr>
              <a:spLocks noGrp="1"/>
            </p:cNvSpPr>
            <p:nvPr/>
          </p:nvSpPr>
          <p:spPr>
            <a:xfrm>
              <a:off x="16136068" y="2782693"/>
              <a:ext cx="17379" cy="66106"/>
            </a:xfrm>
            <a:custGeom>
              <a:avLst/>
              <a:gdLst/>
              <a:ahLst/>
              <a:cxnLst/>
              <a:rect l="0" t="0" r="0" b="0"/>
              <a:pathLst>
                <a:path w="17379" h="66106">
                  <a:moveTo>
                    <a:pt x="0" y="0"/>
                  </a:moveTo>
                  <a:lnTo>
                    <a:pt x="17379" y="66106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3" name="Output_receptor__5082">
              <a:extLst>
                <a:ext uri="{FF2B5EF4-FFF2-40B4-BE49-F238E27FC236}">
                  <a16:creationId xmlns:a16="http://schemas.microsoft.com/office/drawing/2014/main" id="{74C1555D-0BEC-6C52-175F-C3882C4044F7}"/>
                </a:ext>
              </a:extLst>
            </p:cNvPr>
            <p:cNvSpPr>
              <a:spLocks noGrp="1"/>
            </p:cNvSpPr>
            <p:nvPr/>
          </p:nvSpPr>
          <p:spPr>
            <a:xfrm>
              <a:off x="15978946" y="3204448"/>
              <a:ext cx="69043" cy="15902"/>
            </a:xfrm>
            <a:custGeom>
              <a:avLst/>
              <a:gdLst/>
              <a:ahLst/>
              <a:cxnLst/>
              <a:rect l="0" t="0" r="0" b="0"/>
              <a:pathLst>
                <a:path w="69043" h="15902">
                  <a:moveTo>
                    <a:pt x="69043" y="0"/>
                  </a:moveTo>
                  <a:lnTo>
                    <a:pt x="0" y="1590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4" name="Output_receptor__5083">
              <a:extLst>
                <a:ext uri="{FF2B5EF4-FFF2-40B4-BE49-F238E27FC236}">
                  <a16:creationId xmlns:a16="http://schemas.microsoft.com/office/drawing/2014/main" id="{CF6136CC-BFB4-E088-FE02-68F33A25D7C0}"/>
                </a:ext>
              </a:extLst>
            </p:cNvPr>
            <p:cNvSpPr>
              <a:spLocks noGrp="1"/>
            </p:cNvSpPr>
            <p:nvPr/>
          </p:nvSpPr>
          <p:spPr>
            <a:xfrm>
              <a:off x="15686795" y="3665579"/>
              <a:ext cx="45667" cy="37295"/>
            </a:xfrm>
            <a:custGeom>
              <a:avLst/>
              <a:gdLst/>
              <a:ahLst/>
              <a:cxnLst/>
              <a:rect l="0" t="0" r="0" b="0"/>
              <a:pathLst>
                <a:path w="45667" h="37295">
                  <a:moveTo>
                    <a:pt x="0" y="37295"/>
                  </a:moveTo>
                  <a:lnTo>
                    <a:pt x="4566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5" name="Output_receptor__5084">
              <a:extLst>
                <a:ext uri="{FF2B5EF4-FFF2-40B4-BE49-F238E27FC236}">
                  <a16:creationId xmlns:a16="http://schemas.microsoft.com/office/drawing/2014/main" id="{8462DA54-0414-520C-ACC5-741278C5DC07}"/>
                </a:ext>
              </a:extLst>
            </p:cNvPr>
            <p:cNvSpPr>
              <a:spLocks noGrp="1"/>
            </p:cNvSpPr>
            <p:nvPr/>
          </p:nvSpPr>
          <p:spPr>
            <a:xfrm>
              <a:off x="16080613" y="2744816"/>
              <a:ext cx="55455" cy="37877"/>
            </a:xfrm>
            <a:custGeom>
              <a:avLst/>
              <a:gdLst/>
              <a:ahLst/>
              <a:cxnLst/>
              <a:rect l="0" t="0" r="0" b="0"/>
              <a:pathLst>
                <a:path w="55455" h="37877">
                  <a:moveTo>
                    <a:pt x="0" y="0"/>
                  </a:moveTo>
                  <a:lnTo>
                    <a:pt x="55455" y="3787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6" name="Output_receptor__5085">
              <a:extLst>
                <a:ext uri="{FF2B5EF4-FFF2-40B4-BE49-F238E27FC236}">
                  <a16:creationId xmlns:a16="http://schemas.microsoft.com/office/drawing/2014/main" id="{10CC4A32-FA5E-5EE6-5505-E62476351BF7}"/>
                </a:ext>
              </a:extLst>
            </p:cNvPr>
            <p:cNvSpPr>
              <a:spLocks noGrp="1"/>
            </p:cNvSpPr>
            <p:nvPr/>
          </p:nvSpPr>
          <p:spPr>
            <a:xfrm>
              <a:off x="15565946" y="2645331"/>
              <a:ext cx="61115" cy="8787"/>
            </a:xfrm>
            <a:custGeom>
              <a:avLst/>
              <a:gdLst/>
              <a:ahLst/>
              <a:cxnLst/>
              <a:rect l="0" t="0" r="0" b="0"/>
              <a:pathLst>
                <a:path w="61115" h="8787">
                  <a:moveTo>
                    <a:pt x="61115" y="0"/>
                  </a:moveTo>
                  <a:lnTo>
                    <a:pt x="0" y="878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7" name="Output_receptor__5086">
              <a:extLst>
                <a:ext uri="{FF2B5EF4-FFF2-40B4-BE49-F238E27FC236}">
                  <a16:creationId xmlns:a16="http://schemas.microsoft.com/office/drawing/2014/main" id="{2F51A433-9408-8BB0-C1FE-A4D3DFAD48B4}"/>
                </a:ext>
              </a:extLst>
            </p:cNvPr>
            <p:cNvSpPr>
              <a:spLocks noGrp="1"/>
            </p:cNvSpPr>
            <p:nvPr/>
          </p:nvSpPr>
          <p:spPr>
            <a:xfrm>
              <a:off x="15440490" y="3663954"/>
              <a:ext cx="58567" cy="12523"/>
            </a:xfrm>
            <a:custGeom>
              <a:avLst/>
              <a:gdLst/>
              <a:ahLst/>
              <a:cxnLst/>
              <a:rect l="0" t="0" r="0" b="0"/>
              <a:pathLst>
                <a:path w="58567" h="12523">
                  <a:moveTo>
                    <a:pt x="0" y="0"/>
                  </a:moveTo>
                  <a:lnTo>
                    <a:pt x="58567" y="1252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88" name="Output_receptor__5087">
              <a:extLst>
                <a:ext uri="{FF2B5EF4-FFF2-40B4-BE49-F238E27FC236}">
                  <a16:creationId xmlns:a16="http://schemas.microsoft.com/office/drawing/2014/main" id="{AB4B617C-11EA-8ECC-1269-7199E49AFCD7}"/>
                </a:ext>
              </a:extLst>
            </p:cNvPr>
            <p:cNvSpPr>
              <a:spLocks noGrp="1"/>
            </p:cNvSpPr>
            <p:nvPr/>
          </p:nvSpPr>
          <p:spPr>
            <a:xfrm>
              <a:off x="15711639" y="3743572"/>
              <a:ext cx="67825" cy="21864"/>
            </a:xfrm>
            <a:custGeom>
              <a:avLst/>
              <a:gdLst/>
              <a:ahLst/>
              <a:cxnLst/>
              <a:rect l="0" t="0" r="0" b="0"/>
              <a:pathLst>
                <a:path w="67825" h="21864">
                  <a:moveTo>
                    <a:pt x="67825" y="0"/>
                  </a:moveTo>
                  <a:lnTo>
                    <a:pt x="0" y="2186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89" name="Output_receptor__5088">
              <a:extLst>
                <a:ext uri="{FF2B5EF4-FFF2-40B4-BE49-F238E27FC236}">
                  <a16:creationId xmlns:a16="http://schemas.microsoft.com/office/drawing/2014/main" id="{F3FB9C01-524C-84B7-D56B-8C9E2F927C98}"/>
                </a:ext>
              </a:extLst>
            </p:cNvPr>
            <p:cNvSpPr>
              <a:spLocks noGrp="1"/>
            </p:cNvSpPr>
            <p:nvPr/>
          </p:nvSpPr>
          <p:spPr>
            <a:xfrm>
              <a:off x="15416843" y="3611967"/>
              <a:ext cx="23646" cy="51988"/>
            </a:xfrm>
            <a:custGeom>
              <a:avLst/>
              <a:gdLst/>
              <a:ahLst/>
              <a:cxnLst/>
              <a:rect l="0" t="0" r="0" b="0"/>
              <a:pathLst>
                <a:path w="23646" h="51988">
                  <a:moveTo>
                    <a:pt x="0" y="0"/>
                  </a:moveTo>
                  <a:lnTo>
                    <a:pt x="23646" y="5198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0" name="Output_receptor__5089">
              <a:extLst>
                <a:ext uri="{FF2B5EF4-FFF2-40B4-BE49-F238E27FC236}">
                  <a16:creationId xmlns:a16="http://schemas.microsoft.com/office/drawing/2014/main" id="{67E5C099-000A-0351-1985-49802629216D}"/>
                </a:ext>
              </a:extLst>
            </p:cNvPr>
            <p:cNvSpPr>
              <a:spLocks noGrp="1"/>
            </p:cNvSpPr>
            <p:nvPr/>
          </p:nvSpPr>
          <p:spPr>
            <a:xfrm>
              <a:off x="15536012" y="3483351"/>
              <a:ext cx="24806" cy="29747"/>
            </a:xfrm>
            <a:custGeom>
              <a:avLst/>
              <a:gdLst/>
              <a:ahLst/>
              <a:cxnLst/>
              <a:rect l="0" t="0" r="0" b="0"/>
              <a:pathLst>
                <a:path w="24806" h="29747">
                  <a:moveTo>
                    <a:pt x="24806" y="297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1" name="Output_receptor__5090">
              <a:extLst>
                <a:ext uri="{FF2B5EF4-FFF2-40B4-BE49-F238E27FC236}">
                  <a16:creationId xmlns:a16="http://schemas.microsoft.com/office/drawing/2014/main" id="{1F485711-18E1-4943-0F97-D5502DEAC8C6}"/>
                </a:ext>
              </a:extLst>
            </p:cNvPr>
            <p:cNvSpPr>
              <a:spLocks noGrp="1"/>
            </p:cNvSpPr>
            <p:nvPr/>
          </p:nvSpPr>
          <p:spPr>
            <a:xfrm>
              <a:off x="16047989" y="3204448"/>
              <a:ext cx="19789" cy="66160"/>
            </a:xfrm>
            <a:custGeom>
              <a:avLst/>
              <a:gdLst/>
              <a:ahLst/>
              <a:cxnLst/>
              <a:rect l="0" t="0" r="0" b="0"/>
              <a:pathLst>
                <a:path w="19789" h="66160">
                  <a:moveTo>
                    <a:pt x="19789" y="661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2" name="Output_receptor__5091">
              <a:extLst>
                <a:ext uri="{FF2B5EF4-FFF2-40B4-BE49-F238E27FC236}">
                  <a16:creationId xmlns:a16="http://schemas.microsoft.com/office/drawing/2014/main" id="{41616F15-910B-59A3-6127-281FA6E20299}"/>
                </a:ext>
              </a:extLst>
            </p:cNvPr>
            <p:cNvSpPr>
              <a:spLocks noGrp="1"/>
            </p:cNvSpPr>
            <p:nvPr/>
          </p:nvSpPr>
          <p:spPr>
            <a:xfrm>
              <a:off x="15434845" y="2818371"/>
              <a:ext cx="70595" cy="10777"/>
            </a:xfrm>
            <a:custGeom>
              <a:avLst/>
              <a:gdLst/>
              <a:ahLst/>
              <a:cxnLst/>
              <a:rect l="0" t="0" r="0" b="0"/>
              <a:pathLst>
                <a:path w="70595" h="10777">
                  <a:moveTo>
                    <a:pt x="70595" y="0"/>
                  </a:moveTo>
                  <a:lnTo>
                    <a:pt x="0" y="1077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3" name="Output_receptor__5092">
              <a:extLst>
                <a:ext uri="{FF2B5EF4-FFF2-40B4-BE49-F238E27FC236}">
                  <a16:creationId xmlns:a16="http://schemas.microsoft.com/office/drawing/2014/main" id="{52605942-9C02-B5C5-46EE-7CEF8906D169}"/>
                </a:ext>
              </a:extLst>
            </p:cNvPr>
            <p:cNvSpPr>
              <a:spLocks noGrp="1"/>
            </p:cNvSpPr>
            <p:nvPr/>
          </p:nvSpPr>
          <p:spPr>
            <a:xfrm>
              <a:off x="16058834" y="3023312"/>
              <a:ext cx="37526" cy="36007"/>
            </a:xfrm>
            <a:custGeom>
              <a:avLst/>
              <a:gdLst/>
              <a:ahLst/>
              <a:cxnLst/>
              <a:rect l="0" t="0" r="0" b="0"/>
              <a:pathLst>
                <a:path w="37526" h="36007">
                  <a:moveTo>
                    <a:pt x="37526" y="3600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4" name="Output_receptor__5093">
              <a:extLst>
                <a:ext uri="{FF2B5EF4-FFF2-40B4-BE49-F238E27FC236}">
                  <a16:creationId xmlns:a16="http://schemas.microsoft.com/office/drawing/2014/main" id="{1CEC2A27-5003-066C-DF82-FE57C72BDECA}"/>
                </a:ext>
              </a:extLst>
            </p:cNvPr>
            <p:cNvSpPr>
              <a:spLocks noGrp="1"/>
            </p:cNvSpPr>
            <p:nvPr/>
          </p:nvSpPr>
          <p:spPr>
            <a:xfrm>
              <a:off x="15638562" y="2579692"/>
              <a:ext cx="71443" cy="634"/>
            </a:xfrm>
            <a:custGeom>
              <a:avLst/>
              <a:gdLst/>
              <a:ahLst/>
              <a:cxnLst/>
              <a:rect l="0" t="0" r="0" b="0"/>
              <a:pathLst>
                <a:path w="71443" h="634">
                  <a:moveTo>
                    <a:pt x="71443" y="0"/>
                  </a:moveTo>
                  <a:lnTo>
                    <a:pt x="0" y="63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5" name="Output_receptor__5094">
              <a:extLst>
                <a:ext uri="{FF2B5EF4-FFF2-40B4-BE49-F238E27FC236}">
                  <a16:creationId xmlns:a16="http://schemas.microsoft.com/office/drawing/2014/main" id="{A7D76ABA-7A5E-5AA7-1E0C-9C12AEDEC93C}"/>
                </a:ext>
              </a:extLst>
            </p:cNvPr>
            <p:cNvSpPr>
              <a:spLocks noGrp="1"/>
            </p:cNvSpPr>
            <p:nvPr/>
          </p:nvSpPr>
          <p:spPr>
            <a:xfrm>
              <a:off x="15418354" y="2580531"/>
              <a:ext cx="41589" cy="40111"/>
            </a:xfrm>
            <a:custGeom>
              <a:avLst/>
              <a:gdLst/>
              <a:ahLst/>
              <a:cxnLst/>
              <a:rect l="0" t="0" r="0" b="0"/>
              <a:pathLst>
                <a:path w="41589" h="40111">
                  <a:moveTo>
                    <a:pt x="41589" y="0"/>
                  </a:moveTo>
                  <a:lnTo>
                    <a:pt x="0" y="40111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6" name="Output_receptor__5095">
              <a:extLst>
                <a:ext uri="{FF2B5EF4-FFF2-40B4-BE49-F238E27FC236}">
                  <a16:creationId xmlns:a16="http://schemas.microsoft.com/office/drawing/2014/main" id="{6E9AE632-DE9B-3C52-9336-6CA3B6AE58AA}"/>
                </a:ext>
              </a:extLst>
            </p:cNvPr>
            <p:cNvSpPr>
              <a:spLocks noGrp="1"/>
            </p:cNvSpPr>
            <p:nvPr/>
          </p:nvSpPr>
          <p:spPr>
            <a:xfrm>
              <a:off x="15824781" y="3047522"/>
              <a:ext cx="26647" cy="16712"/>
            </a:xfrm>
            <a:custGeom>
              <a:avLst/>
              <a:gdLst/>
              <a:ahLst/>
              <a:cxnLst/>
              <a:rect l="0" t="0" r="0" b="0"/>
              <a:pathLst>
                <a:path w="26647" h="16712">
                  <a:moveTo>
                    <a:pt x="26647" y="167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097" name="Output_receptor__5096">
              <a:extLst>
                <a:ext uri="{FF2B5EF4-FFF2-40B4-BE49-F238E27FC236}">
                  <a16:creationId xmlns:a16="http://schemas.microsoft.com/office/drawing/2014/main" id="{B7BD216C-C65B-A125-4BCF-94E85E91B214}"/>
                </a:ext>
              </a:extLst>
            </p:cNvPr>
            <p:cNvSpPr>
              <a:spLocks noGrp="1"/>
            </p:cNvSpPr>
            <p:nvPr/>
          </p:nvSpPr>
          <p:spPr>
            <a:xfrm>
              <a:off x="16197299" y="2955984"/>
              <a:ext cx="30245" cy="45227"/>
            </a:xfrm>
            <a:custGeom>
              <a:avLst/>
              <a:gdLst/>
              <a:ahLst/>
              <a:cxnLst/>
              <a:rect l="0" t="0" r="0" b="0"/>
              <a:pathLst>
                <a:path w="30245" h="45227">
                  <a:moveTo>
                    <a:pt x="0" y="0"/>
                  </a:moveTo>
                  <a:lnTo>
                    <a:pt x="30245" y="4522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8" name="Output_receptor__5097">
              <a:extLst>
                <a:ext uri="{FF2B5EF4-FFF2-40B4-BE49-F238E27FC236}">
                  <a16:creationId xmlns:a16="http://schemas.microsoft.com/office/drawing/2014/main" id="{D30E8648-EECB-EF0C-3F5E-137C12528B44}"/>
                </a:ext>
              </a:extLst>
            </p:cNvPr>
            <p:cNvSpPr>
              <a:spLocks noGrp="1"/>
            </p:cNvSpPr>
            <p:nvPr/>
          </p:nvSpPr>
          <p:spPr>
            <a:xfrm>
              <a:off x="16164562" y="3454930"/>
              <a:ext cx="13513" cy="11053"/>
            </a:xfrm>
            <a:custGeom>
              <a:avLst/>
              <a:gdLst/>
              <a:ahLst/>
              <a:cxnLst/>
              <a:rect l="0" t="0" r="0" b="0"/>
              <a:pathLst>
                <a:path w="13513" h="11053">
                  <a:moveTo>
                    <a:pt x="0" y="11053"/>
                  </a:moveTo>
                  <a:lnTo>
                    <a:pt x="1351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099" name="Output_receptor__5098">
              <a:extLst>
                <a:ext uri="{FF2B5EF4-FFF2-40B4-BE49-F238E27FC236}">
                  <a16:creationId xmlns:a16="http://schemas.microsoft.com/office/drawing/2014/main" id="{1D4BD14D-07D7-7FA9-C188-1C762DC6C903}"/>
                </a:ext>
              </a:extLst>
            </p:cNvPr>
            <p:cNvSpPr>
              <a:spLocks noGrp="1"/>
            </p:cNvSpPr>
            <p:nvPr/>
          </p:nvSpPr>
          <p:spPr>
            <a:xfrm>
              <a:off x="15520979" y="2603209"/>
              <a:ext cx="44967" cy="50910"/>
            </a:xfrm>
            <a:custGeom>
              <a:avLst/>
              <a:gdLst/>
              <a:ahLst/>
              <a:cxnLst/>
              <a:rect l="0" t="0" r="0" b="0"/>
              <a:pathLst>
                <a:path w="44967" h="50910">
                  <a:moveTo>
                    <a:pt x="44967" y="50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0" name="Output_receptor__5099">
              <a:extLst>
                <a:ext uri="{FF2B5EF4-FFF2-40B4-BE49-F238E27FC236}">
                  <a16:creationId xmlns:a16="http://schemas.microsoft.com/office/drawing/2014/main" id="{3029A4FE-A412-78C5-81E9-13600C31298D}"/>
                </a:ext>
              </a:extLst>
            </p:cNvPr>
            <p:cNvSpPr>
              <a:spLocks noGrp="1"/>
            </p:cNvSpPr>
            <p:nvPr/>
          </p:nvSpPr>
          <p:spPr>
            <a:xfrm>
              <a:off x="15771098" y="4006211"/>
              <a:ext cx="25233" cy="66634"/>
            </a:xfrm>
            <a:custGeom>
              <a:avLst/>
              <a:gdLst/>
              <a:ahLst/>
              <a:cxnLst/>
              <a:rect l="0" t="0" r="0" b="0"/>
              <a:pathLst>
                <a:path w="25233" h="66634">
                  <a:moveTo>
                    <a:pt x="25233" y="666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1" name="Output_receptor__5100">
              <a:extLst>
                <a:ext uri="{FF2B5EF4-FFF2-40B4-BE49-F238E27FC236}">
                  <a16:creationId xmlns:a16="http://schemas.microsoft.com/office/drawing/2014/main" id="{72DCD046-F638-CAC6-1567-6DD1C5FC39EA}"/>
                </a:ext>
              </a:extLst>
            </p:cNvPr>
            <p:cNvSpPr>
              <a:spLocks noGrp="1"/>
            </p:cNvSpPr>
            <p:nvPr/>
          </p:nvSpPr>
          <p:spPr>
            <a:xfrm>
              <a:off x="15686795" y="3702874"/>
              <a:ext cx="24844" cy="62562"/>
            </a:xfrm>
            <a:custGeom>
              <a:avLst/>
              <a:gdLst/>
              <a:ahLst/>
              <a:cxnLst/>
              <a:rect l="0" t="0" r="0" b="0"/>
              <a:pathLst>
                <a:path w="24844" h="62562">
                  <a:moveTo>
                    <a:pt x="24844" y="625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2" name="Output_receptor__5101">
              <a:extLst>
                <a:ext uri="{FF2B5EF4-FFF2-40B4-BE49-F238E27FC236}">
                  <a16:creationId xmlns:a16="http://schemas.microsoft.com/office/drawing/2014/main" id="{DD76D77F-707E-C340-719F-A3F31A34FA46}"/>
                </a:ext>
              </a:extLst>
            </p:cNvPr>
            <p:cNvSpPr>
              <a:spLocks noGrp="1"/>
            </p:cNvSpPr>
            <p:nvPr/>
          </p:nvSpPr>
          <p:spPr>
            <a:xfrm>
              <a:off x="15705944" y="4557596"/>
              <a:ext cx="15334" cy="13971"/>
            </a:xfrm>
            <a:custGeom>
              <a:avLst/>
              <a:gdLst/>
              <a:ahLst/>
              <a:cxnLst/>
              <a:rect l="0" t="0" r="0" b="0"/>
              <a:pathLst>
                <a:path w="15334" h="13971">
                  <a:moveTo>
                    <a:pt x="15334" y="139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3" name="Output_receptor__5102">
              <a:extLst>
                <a:ext uri="{FF2B5EF4-FFF2-40B4-BE49-F238E27FC236}">
                  <a16:creationId xmlns:a16="http://schemas.microsoft.com/office/drawing/2014/main" id="{2FDC410E-54B3-A8FB-E1CF-83A6B4EF2E84}"/>
                </a:ext>
              </a:extLst>
            </p:cNvPr>
            <p:cNvSpPr>
              <a:spLocks noGrp="1"/>
            </p:cNvSpPr>
            <p:nvPr/>
          </p:nvSpPr>
          <p:spPr>
            <a:xfrm>
              <a:off x="15691945" y="2778191"/>
              <a:ext cx="62403" cy="31853"/>
            </a:xfrm>
            <a:custGeom>
              <a:avLst/>
              <a:gdLst/>
              <a:ahLst/>
              <a:cxnLst/>
              <a:rect l="0" t="0" r="0" b="0"/>
              <a:pathLst>
                <a:path w="62403" h="31853">
                  <a:moveTo>
                    <a:pt x="0" y="31853"/>
                  </a:moveTo>
                  <a:lnTo>
                    <a:pt x="6240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4" name="Output_receptor__5103">
              <a:extLst>
                <a:ext uri="{FF2B5EF4-FFF2-40B4-BE49-F238E27FC236}">
                  <a16:creationId xmlns:a16="http://schemas.microsoft.com/office/drawing/2014/main" id="{D2AD59FB-F022-6FB1-6C8E-20B66119BE11}"/>
                </a:ext>
              </a:extLst>
            </p:cNvPr>
            <p:cNvSpPr>
              <a:spLocks noGrp="1"/>
            </p:cNvSpPr>
            <p:nvPr/>
          </p:nvSpPr>
          <p:spPr>
            <a:xfrm>
              <a:off x="16265501" y="3750828"/>
              <a:ext cx="31046" cy="23032"/>
            </a:xfrm>
            <a:custGeom>
              <a:avLst/>
              <a:gdLst/>
              <a:ahLst/>
              <a:cxnLst/>
              <a:rect l="0" t="0" r="0" b="0"/>
              <a:pathLst>
                <a:path w="31046" h="23032">
                  <a:moveTo>
                    <a:pt x="31046" y="0"/>
                  </a:moveTo>
                  <a:lnTo>
                    <a:pt x="0" y="2303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5" name="Output_receptor__5104">
              <a:extLst>
                <a:ext uri="{FF2B5EF4-FFF2-40B4-BE49-F238E27FC236}">
                  <a16:creationId xmlns:a16="http://schemas.microsoft.com/office/drawing/2014/main" id="{6670B0EA-73E8-0717-9CA6-976E9CD0716B}"/>
                </a:ext>
              </a:extLst>
            </p:cNvPr>
            <p:cNvSpPr>
              <a:spLocks noGrp="1"/>
            </p:cNvSpPr>
            <p:nvPr/>
          </p:nvSpPr>
          <p:spPr>
            <a:xfrm>
              <a:off x="16083862" y="2420405"/>
              <a:ext cx="27137" cy="28447"/>
            </a:xfrm>
            <a:custGeom>
              <a:avLst/>
              <a:gdLst/>
              <a:ahLst/>
              <a:cxnLst/>
              <a:rect l="0" t="0" r="0" b="0"/>
              <a:pathLst>
                <a:path w="27137" h="28447">
                  <a:moveTo>
                    <a:pt x="27137" y="2844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6" name="Output_receptor__5105">
              <a:extLst>
                <a:ext uri="{FF2B5EF4-FFF2-40B4-BE49-F238E27FC236}">
                  <a16:creationId xmlns:a16="http://schemas.microsoft.com/office/drawing/2014/main" id="{2D800891-5411-720E-C646-0D1591488BB2}"/>
                </a:ext>
              </a:extLst>
            </p:cNvPr>
            <p:cNvSpPr>
              <a:spLocks noGrp="1"/>
            </p:cNvSpPr>
            <p:nvPr/>
          </p:nvSpPr>
          <p:spPr>
            <a:xfrm>
              <a:off x="16473006" y="4199750"/>
              <a:ext cx="33035" cy="42842"/>
            </a:xfrm>
            <a:custGeom>
              <a:avLst/>
              <a:gdLst/>
              <a:ahLst/>
              <a:cxnLst/>
              <a:rect l="0" t="0" r="0" b="0"/>
              <a:pathLst>
                <a:path w="33035" h="42842">
                  <a:moveTo>
                    <a:pt x="33035" y="0"/>
                  </a:moveTo>
                  <a:lnTo>
                    <a:pt x="0" y="4284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07" name="Output_receptor__5106">
              <a:extLst>
                <a:ext uri="{FF2B5EF4-FFF2-40B4-BE49-F238E27FC236}">
                  <a16:creationId xmlns:a16="http://schemas.microsoft.com/office/drawing/2014/main" id="{66B06DDA-B243-BAB9-614B-1EFF6E9F6BF1}"/>
                </a:ext>
              </a:extLst>
            </p:cNvPr>
            <p:cNvSpPr>
              <a:spLocks noGrp="1"/>
            </p:cNvSpPr>
            <p:nvPr/>
          </p:nvSpPr>
          <p:spPr>
            <a:xfrm>
              <a:off x="15754348" y="2778191"/>
              <a:ext cx="45252" cy="52169"/>
            </a:xfrm>
            <a:custGeom>
              <a:avLst/>
              <a:gdLst/>
              <a:ahLst/>
              <a:cxnLst/>
              <a:rect l="0" t="0" r="0" b="0"/>
              <a:pathLst>
                <a:path w="45252" h="52169">
                  <a:moveTo>
                    <a:pt x="0" y="0"/>
                  </a:moveTo>
                  <a:lnTo>
                    <a:pt x="45252" y="52169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8" name="Output_receptor__5107">
              <a:extLst>
                <a:ext uri="{FF2B5EF4-FFF2-40B4-BE49-F238E27FC236}">
                  <a16:creationId xmlns:a16="http://schemas.microsoft.com/office/drawing/2014/main" id="{C95B6F6B-7BB1-2FB2-F877-EE0B67AF6D4F}"/>
                </a:ext>
              </a:extLst>
            </p:cNvPr>
            <p:cNvSpPr>
              <a:spLocks noGrp="1"/>
            </p:cNvSpPr>
            <p:nvPr/>
          </p:nvSpPr>
          <p:spPr>
            <a:xfrm>
              <a:off x="15485656" y="4225056"/>
              <a:ext cx="51869" cy="49640"/>
            </a:xfrm>
            <a:custGeom>
              <a:avLst/>
              <a:gdLst/>
              <a:ahLst/>
              <a:cxnLst/>
              <a:rect l="0" t="0" r="0" b="0"/>
              <a:pathLst>
                <a:path w="51869" h="49640">
                  <a:moveTo>
                    <a:pt x="51869" y="496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09" name="Output_receptor__5108">
              <a:extLst>
                <a:ext uri="{FF2B5EF4-FFF2-40B4-BE49-F238E27FC236}">
                  <a16:creationId xmlns:a16="http://schemas.microsoft.com/office/drawing/2014/main" id="{58DEBDF7-9584-1F4D-7752-12E3ED8700A7}"/>
                </a:ext>
              </a:extLst>
            </p:cNvPr>
            <p:cNvSpPr>
              <a:spLocks noGrp="1"/>
            </p:cNvSpPr>
            <p:nvPr/>
          </p:nvSpPr>
          <p:spPr>
            <a:xfrm>
              <a:off x="16249731" y="3571478"/>
              <a:ext cx="58349" cy="24630"/>
            </a:xfrm>
            <a:custGeom>
              <a:avLst/>
              <a:gdLst/>
              <a:ahLst/>
              <a:cxnLst/>
              <a:rect l="0" t="0" r="0" b="0"/>
              <a:pathLst>
                <a:path w="58349" h="24630">
                  <a:moveTo>
                    <a:pt x="0" y="24630"/>
                  </a:moveTo>
                  <a:lnTo>
                    <a:pt x="5834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0" name="Output_receptor__5109">
              <a:extLst>
                <a:ext uri="{FF2B5EF4-FFF2-40B4-BE49-F238E27FC236}">
                  <a16:creationId xmlns:a16="http://schemas.microsoft.com/office/drawing/2014/main" id="{01B5DC55-9060-AC4C-11DA-15CCABC05497}"/>
                </a:ext>
              </a:extLst>
            </p:cNvPr>
            <p:cNvSpPr>
              <a:spLocks noGrp="1"/>
            </p:cNvSpPr>
            <p:nvPr/>
          </p:nvSpPr>
          <p:spPr>
            <a:xfrm>
              <a:off x="16019194" y="2322269"/>
              <a:ext cx="54830" cy="20587"/>
            </a:xfrm>
            <a:custGeom>
              <a:avLst/>
              <a:gdLst/>
              <a:ahLst/>
              <a:cxnLst/>
              <a:rect l="0" t="0" r="0" b="0"/>
              <a:pathLst>
                <a:path w="54830" h="20587">
                  <a:moveTo>
                    <a:pt x="54830" y="205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1" name="Output_receptor__5110">
              <a:extLst>
                <a:ext uri="{FF2B5EF4-FFF2-40B4-BE49-F238E27FC236}">
                  <a16:creationId xmlns:a16="http://schemas.microsoft.com/office/drawing/2014/main" id="{898A0151-4698-CBF4-4692-E70366FB6FED}"/>
                </a:ext>
              </a:extLst>
            </p:cNvPr>
            <p:cNvSpPr>
              <a:spLocks noGrp="1"/>
            </p:cNvSpPr>
            <p:nvPr/>
          </p:nvSpPr>
          <p:spPr>
            <a:xfrm>
              <a:off x="15459943" y="2580531"/>
              <a:ext cx="61036" cy="22678"/>
            </a:xfrm>
            <a:custGeom>
              <a:avLst/>
              <a:gdLst/>
              <a:ahLst/>
              <a:cxnLst/>
              <a:rect l="0" t="0" r="0" b="0"/>
              <a:pathLst>
                <a:path w="61036" h="22678">
                  <a:moveTo>
                    <a:pt x="61036" y="226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2" name="Output_receptor__5111">
              <a:extLst>
                <a:ext uri="{FF2B5EF4-FFF2-40B4-BE49-F238E27FC236}">
                  <a16:creationId xmlns:a16="http://schemas.microsoft.com/office/drawing/2014/main" id="{952956C0-264C-E47A-AA9E-70A4ED7C0685}"/>
                </a:ext>
              </a:extLst>
            </p:cNvPr>
            <p:cNvSpPr>
              <a:spLocks noGrp="1"/>
            </p:cNvSpPr>
            <p:nvPr/>
          </p:nvSpPr>
          <p:spPr>
            <a:xfrm>
              <a:off x="16162205" y="3956327"/>
              <a:ext cx="43146" cy="51908"/>
            </a:xfrm>
            <a:custGeom>
              <a:avLst/>
              <a:gdLst/>
              <a:ahLst/>
              <a:cxnLst/>
              <a:rect l="0" t="0" r="0" b="0"/>
              <a:pathLst>
                <a:path w="43146" h="51908">
                  <a:moveTo>
                    <a:pt x="0" y="51908"/>
                  </a:moveTo>
                  <a:lnTo>
                    <a:pt x="4314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3" name="Output_receptor__5112">
              <a:extLst>
                <a:ext uri="{FF2B5EF4-FFF2-40B4-BE49-F238E27FC236}">
                  <a16:creationId xmlns:a16="http://schemas.microsoft.com/office/drawing/2014/main" id="{A76FABDE-7E54-8EE7-59D6-24034B92999B}"/>
                </a:ext>
              </a:extLst>
            </p:cNvPr>
            <p:cNvSpPr>
              <a:spLocks noGrp="1"/>
            </p:cNvSpPr>
            <p:nvPr/>
          </p:nvSpPr>
          <p:spPr>
            <a:xfrm>
              <a:off x="15434845" y="2829147"/>
              <a:ext cx="9771" cy="71214"/>
            </a:xfrm>
            <a:custGeom>
              <a:avLst/>
              <a:gdLst/>
              <a:ahLst/>
              <a:cxnLst/>
              <a:rect l="0" t="0" r="0" b="0"/>
              <a:pathLst>
                <a:path w="9771" h="71214">
                  <a:moveTo>
                    <a:pt x="0" y="0"/>
                  </a:moveTo>
                  <a:lnTo>
                    <a:pt x="9771" y="7121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4" name="Output_receptor__5113">
              <a:extLst>
                <a:ext uri="{FF2B5EF4-FFF2-40B4-BE49-F238E27FC236}">
                  <a16:creationId xmlns:a16="http://schemas.microsoft.com/office/drawing/2014/main" id="{FFFC4BE7-BCFA-EF70-F489-5D95F36647CF}"/>
                </a:ext>
              </a:extLst>
            </p:cNvPr>
            <p:cNvSpPr>
              <a:spLocks noGrp="1"/>
            </p:cNvSpPr>
            <p:nvPr/>
          </p:nvSpPr>
          <p:spPr>
            <a:xfrm>
              <a:off x="16496885" y="4140769"/>
              <a:ext cx="9156" cy="58981"/>
            </a:xfrm>
            <a:custGeom>
              <a:avLst/>
              <a:gdLst/>
              <a:ahLst/>
              <a:cxnLst/>
              <a:rect l="0" t="0" r="0" b="0"/>
              <a:pathLst>
                <a:path w="9156" h="58981">
                  <a:moveTo>
                    <a:pt x="0" y="0"/>
                  </a:moveTo>
                  <a:lnTo>
                    <a:pt x="9156" y="5898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5" name="Output_receptor__5114">
              <a:extLst>
                <a:ext uri="{FF2B5EF4-FFF2-40B4-BE49-F238E27FC236}">
                  <a16:creationId xmlns:a16="http://schemas.microsoft.com/office/drawing/2014/main" id="{96560C29-2622-FBB4-5716-1A10C2D26425}"/>
                </a:ext>
              </a:extLst>
            </p:cNvPr>
            <p:cNvSpPr>
              <a:spLocks noGrp="1"/>
            </p:cNvSpPr>
            <p:nvPr/>
          </p:nvSpPr>
          <p:spPr>
            <a:xfrm>
              <a:off x="15543906" y="3237281"/>
              <a:ext cx="15547" cy="68095"/>
            </a:xfrm>
            <a:custGeom>
              <a:avLst/>
              <a:gdLst/>
              <a:ahLst/>
              <a:cxnLst/>
              <a:rect l="0" t="0" r="0" b="0"/>
              <a:pathLst>
                <a:path w="15547" h="68095">
                  <a:moveTo>
                    <a:pt x="0" y="0"/>
                  </a:moveTo>
                  <a:lnTo>
                    <a:pt x="15547" y="68095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6" name="Output_receptor__5115">
              <a:extLst>
                <a:ext uri="{FF2B5EF4-FFF2-40B4-BE49-F238E27FC236}">
                  <a16:creationId xmlns:a16="http://schemas.microsoft.com/office/drawing/2014/main" id="{13BE7DB1-477C-C0F8-8B20-A8FCCE804272}"/>
                </a:ext>
              </a:extLst>
            </p:cNvPr>
            <p:cNvSpPr>
              <a:spLocks noGrp="1"/>
            </p:cNvSpPr>
            <p:nvPr/>
          </p:nvSpPr>
          <p:spPr>
            <a:xfrm>
              <a:off x="15721749" y="3015511"/>
              <a:ext cx="37580" cy="57883"/>
            </a:xfrm>
            <a:custGeom>
              <a:avLst/>
              <a:gdLst/>
              <a:ahLst/>
              <a:cxnLst/>
              <a:rect l="0" t="0" r="0" b="0"/>
              <a:pathLst>
                <a:path w="37580" h="57883">
                  <a:moveTo>
                    <a:pt x="37580" y="578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17" name="Output_receptor__5116">
              <a:extLst>
                <a:ext uri="{FF2B5EF4-FFF2-40B4-BE49-F238E27FC236}">
                  <a16:creationId xmlns:a16="http://schemas.microsoft.com/office/drawing/2014/main" id="{0CE4A3AC-C0D5-F483-7D69-4FB2D21840DF}"/>
                </a:ext>
              </a:extLst>
            </p:cNvPr>
            <p:cNvSpPr>
              <a:spLocks noGrp="1"/>
            </p:cNvSpPr>
            <p:nvPr/>
          </p:nvSpPr>
          <p:spPr>
            <a:xfrm>
              <a:off x="16201337" y="3694281"/>
              <a:ext cx="27126" cy="13841"/>
            </a:xfrm>
            <a:custGeom>
              <a:avLst/>
              <a:gdLst/>
              <a:ahLst/>
              <a:cxnLst/>
              <a:rect l="0" t="0" r="0" b="0"/>
              <a:pathLst>
                <a:path w="27126" h="13841">
                  <a:moveTo>
                    <a:pt x="0" y="13841"/>
                  </a:moveTo>
                  <a:lnTo>
                    <a:pt x="2712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8" name="Output_receptor__5117">
              <a:extLst>
                <a:ext uri="{FF2B5EF4-FFF2-40B4-BE49-F238E27FC236}">
                  <a16:creationId xmlns:a16="http://schemas.microsoft.com/office/drawing/2014/main" id="{8C2DC356-603B-D7CA-BE77-D4F5F1A5B011}"/>
                </a:ext>
              </a:extLst>
            </p:cNvPr>
            <p:cNvSpPr>
              <a:spLocks noGrp="1"/>
            </p:cNvSpPr>
            <p:nvPr/>
          </p:nvSpPr>
          <p:spPr>
            <a:xfrm>
              <a:off x="15502145" y="4110621"/>
              <a:ext cx="59425" cy="39468"/>
            </a:xfrm>
            <a:custGeom>
              <a:avLst/>
              <a:gdLst/>
              <a:ahLst/>
              <a:cxnLst/>
              <a:rect l="0" t="0" r="0" b="0"/>
              <a:pathLst>
                <a:path w="59425" h="39468">
                  <a:moveTo>
                    <a:pt x="0" y="0"/>
                  </a:moveTo>
                  <a:lnTo>
                    <a:pt x="59425" y="3946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19" name="Output_receptor__5118">
              <a:extLst>
                <a:ext uri="{FF2B5EF4-FFF2-40B4-BE49-F238E27FC236}">
                  <a16:creationId xmlns:a16="http://schemas.microsoft.com/office/drawing/2014/main" id="{6A11AD74-2A67-BD39-7394-D4CE1CE4950D}"/>
                </a:ext>
              </a:extLst>
            </p:cNvPr>
            <p:cNvSpPr>
              <a:spLocks noGrp="1"/>
            </p:cNvSpPr>
            <p:nvPr/>
          </p:nvSpPr>
          <p:spPr>
            <a:xfrm>
              <a:off x="15985123" y="3385510"/>
              <a:ext cx="15266" cy="44811"/>
            </a:xfrm>
            <a:custGeom>
              <a:avLst/>
              <a:gdLst/>
              <a:ahLst/>
              <a:cxnLst/>
              <a:rect l="0" t="0" r="0" b="0"/>
              <a:pathLst>
                <a:path w="15266" h="44811">
                  <a:moveTo>
                    <a:pt x="15266" y="448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0" name="Output_receptor__5119">
              <a:extLst>
                <a:ext uri="{FF2B5EF4-FFF2-40B4-BE49-F238E27FC236}">
                  <a16:creationId xmlns:a16="http://schemas.microsoft.com/office/drawing/2014/main" id="{AD58ACCB-6E90-2D77-C0EB-947E1AE74DD0}"/>
                </a:ext>
              </a:extLst>
            </p:cNvPr>
            <p:cNvSpPr>
              <a:spLocks noGrp="1"/>
            </p:cNvSpPr>
            <p:nvPr/>
          </p:nvSpPr>
          <p:spPr>
            <a:xfrm>
              <a:off x="15698325" y="3428225"/>
              <a:ext cx="54240" cy="43312"/>
            </a:xfrm>
            <a:custGeom>
              <a:avLst/>
              <a:gdLst/>
              <a:ahLst/>
              <a:cxnLst/>
              <a:rect l="0" t="0" r="0" b="0"/>
              <a:pathLst>
                <a:path w="54240" h="43312">
                  <a:moveTo>
                    <a:pt x="54240" y="433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1" name="Output_receptor__5120">
              <a:extLst>
                <a:ext uri="{FF2B5EF4-FFF2-40B4-BE49-F238E27FC236}">
                  <a16:creationId xmlns:a16="http://schemas.microsoft.com/office/drawing/2014/main" id="{78FC5E1F-F911-ADF5-2D08-737B2C5857F2}"/>
                </a:ext>
              </a:extLst>
            </p:cNvPr>
            <p:cNvSpPr>
              <a:spLocks noGrp="1"/>
            </p:cNvSpPr>
            <p:nvPr/>
          </p:nvSpPr>
          <p:spPr>
            <a:xfrm>
              <a:off x="16414222" y="4160560"/>
              <a:ext cx="14133" cy="8412"/>
            </a:xfrm>
            <a:custGeom>
              <a:avLst/>
              <a:gdLst/>
              <a:ahLst/>
              <a:cxnLst/>
              <a:rect l="0" t="0" r="0" b="0"/>
              <a:pathLst>
                <a:path w="14133" h="8412">
                  <a:moveTo>
                    <a:pt x="0" y="8412"/>
                  </a:moveTo>
                  <a:lnTo>
                    <a:pt x="141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2" name="Output_receptor__5121">
              <a:extLst>
                <a:ext uri="{FF2B5EF4-FFF2-40B4-BE49-F238E27FC236}">
                  <a16:creationId xmlns:a16="http://schemas.microsoft.com/office/drawing/2014/main" id="{9D57A5E3-D1F0-7112-88C5-6F5E5F7D1B45}"/>
                </a:ext>
              </a:extLst>
            </p:cNvPr>
            <p:cNvSpPr>
              <a:spLocks noGrp="1"/>
            </p:cNvSpPr>
            <p:nvPr/>
          </p:nvSpPr>
          <p:spPr>
            <a:xfrm>
              <a:off x="16478098" y="3930819"/>
              <a:ext cx="25590" cy="6560"/>
            </a:xfrm>
            <a:custGeom>
              <a:avLst/>
              <a:gdLst/>
              <a:ahLst/>
              <a:cxnLst/>
              <a:rect l="0" t="0" r="0" b="0"/>
              <a:pathLst>
                <a:path w="25590" h="6560">
                  <a:moveTo>
                    <a:pt x="0" y="6560"/>
                  </a:moveTo>
                  <a:lnTo>
                    <a:pt x="2559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3" name="Output_receptor__5122">
              <a:extLst>
                <a:ext uri="{FF2B5EF4-FFF2-40B4-BE49-F238E27FC236}">
                  <a16:creationId xmlns:a16="http://schemas.microsoft.com/office/drawing/2014/main" id="{67916193-D0ED-4260-F3A8-8FBFBD7689D5}"/>
                </a:ext>
              </a:extLst>
            </p:cNvPr>
            <p:cNvSpPr>
              <a:spLocks noGrp="1"/>
            </p:cNvSpPr>
            <p:nvPr/>
          </p:nvSpPr>
          <p:spPr>
            <a:xfrm>
              <a:off x="15970308" y="2321679"/>
              <a:ext cx="48885" cy="590"/>
            </a:xfrm>
            <a:custGeom>
              <a:avLst/>
              <a:gdLst/>
              <a:ahLst/>
              <a:cxnLst/>
              <a:rect l="0" t="0" r="0" b="0"/>
              <a:pathLst>
                <a:path w="48885" h="590">
                  <a:moveTo>
                    <a:pt x="48885" y="5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4" name="Output_receptor__5123">
              <a:extLst>
                <a:ext uri="{FF2B5EF4-FFF2-40B4-BE49-F238E27FC236}">
                  <a16:creationId xmlns:a16="http://schemas.microsoft.com/office/drawing/2014/main" id="{2C968203-B83E-6AAF-081B-B4734CC34CAB}"/>
                </a:ext>
              </a:extLst>
            </p:cNvPr>
            <p:cNvSpPr>
              <a:spLocks noGrp="1"/>
            </p:cNvSpPr>
            <p:nvPr/>
          </p:nvSpPr>
          <p:spPr>
            <a:xfrm>
              <a:off x="16692323" y="4073352"/>
              <a:ext cx="48281" cy="53612"/>
            </a:xfrm>
            <a:custGeom>
              <a:avLst/>
              <a:gdLst/>
              <a:ahLst/>
              <a:cxnLst/>
              <a:rect l="0" t="0" r="0" b="0"/>
              <a:pathLst>
                <a:path w="48281" h="53612">
                  <a:moveTo>
                    <a:pt x="0" y="53612"/>
                  </a:moveTo>
                  <a:lnTo>
                    <a:pt x="48281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5" name="Output_receptor__5124">
              <a:extLst>
                <a:ext uri="{FF2B5EF4-FFF2-40B4-BE49-F238E27FC236}">
                  <a16:creationId xmlns:a16="http://schemas.microsoft.com/office/drawing/2014/main" id="{89C3D647-20E5-11D0-55A2-0A862C27817D}"/>
                </a:ext>
              </a:extLst>
            </p:cNvPr>
            <p:cNvSpPr>
              <a:spLocks noGrp="1"/>
            </p:cNvSpPr>
            <p:nvPr/>
          </p:nvSpPr>
          <p:spPr>
            <a:xfrm>
              <a:off x="15523713" y="4274696"/>
              <a:ext cx="13811" cy="67934"/>
            </a:xfrm>
            <a:custGeom>
              <a:avLst/>
              <a:gdLst/>
              <a:ahLst/>
              <a:cxnLst/>
              <a:rect l="0" t="0" r="0" b="0"/>
              <a:pathLst>
                <a:path w="13811" h="67934">
                  <a:moveTo>
                    <a:pt x="0" y="67934"/>
                  </a:moveTo>
                  <a:lnTo>
                    <a:pt x="13811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26" name="Output_receptor__5125">
              <a:extLst>
                <a:ext uri="{FF2B5EF4-FFF2-40B4-BE49-F238E27FC236}">
                  <a16:creationId xmlns:a16="http://schemas.microsoft.com/office/drawing/2014/main" id="{614D3CE3-5143-A510-35D4-7FB818EBF74E}"/>
                </a:ext>
              </a:extLst>
            </p:cNvPr>
            <p:cNvSpPr>
              <a:spLocks noGrp="1"/>
            </p:cNvSpPr>
            <p:nvPr/>
          </p:nvSpPr>
          <p:spPr>
            <a:xfrm>
              <a:off x="15823170" y="3560892"/>
              <a:ext cx="58248" cy="40069"/>
            </a:xfrm>
            <a:custGeom>
              <a:avLst/>
              <a:gdLst/>
              <a:ahLst/>
              <a:cxnLst/>
              <a:rect l="0" t="0" r="0" b="0"/>
              <a:pathLst>
                <a:path w="58248" h="40069">
                  <a:moveTo>
                    <a:pt x="0" y="0"/>
                  </a:moveTo>
                  <a:lnTo>
                    <a:pt x="58248" y="4006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7" name="Output_receptor__5126">
              <a:extLst>
                <a:ext uri="{FF2B5EF4-FFF2-40B4-BE49-F238E27FC236}">
                  <a16:creationId xmlns:a16="http://schemas.microsoft.com/office/drawing/2014/main" id="{FA4C3804-B1D8-8568-9030-0745CA85B7DB}"/>
                </a:ext>
              </a:extLst>
            </p:cNvPr>
            <p:cNvSpPr>
              <a:spLocks noGrp="1"/>
            </p:cNvSpPr>
            <p:nvPr/>
          </p:nvSpPr>
          <p:spPr>
            <a:xfrm>
              <a:off x="15703458" y="4028863"/>
              <a:ext cx="95" cy="40698"/>
            </a:xfrm>
            <a:custGeom>
              <a:avLst/>
              <a:gdLst/>
              <a:ahLst/>
              <a:cxnLst/>
              <a:rect l="0" t="0" r="0" b="0"/>
              <a:pathLst>
                <a:path w="95" h="40698">
                  <a:moveTo>
                    <a:pt x="0" y="0"/>
                  </a:moveTo>
                  <a:lnTo>
                    <a:pt x="58" y="4069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28" name="Output_receptor__5127">
              <a:extLst>
                <a:ext uri="{FF2B5EF4-FFF2-40B4-BE49-F238E27FC236}">
                  <a16:creationId xmlns:a16="http://schemas.microsoft.com/office/drawing/2014/main" id="{9EBB9C26-E571-508F-74BE-AADC6BE19DC8}"/>
                </a:ext>
              </a:extLst>
            </p:cNvPr>
            <p:cNvSpPr>
              <a:spLocks noGrp="1"/>
            </p:cNvSpPr>
            <p:nvPr/>
          </p:nvSpPr>
          <p:spPr>
            <a:xfrm>
              <a:off x="16394358" y="3095371"/>
              <a:ext cx="19535" cy="9634"/>
            </a:xfrm>
            <a:custGeom>
              <a:avLst/>
              <a:gdLst/>
              <a:ahLst/>
              <a:cxnLst/>
              <a:rect l="0" t="0" r="0" b="0"/>
              <a:pathLst>
                <a:path w="19535" h="9634">
                  <a:moveTo>
                    <a:pt x="19535" y="963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29" name="Output_receptor__5128">
              <a:extLst>
                <a:ext uri="{FF2B5EF4-FFF2-40B4-BE49-F238E27FC236}">
                  <a16:creationId xmlns:a16="http://schemas.microsoft.com/office/drawing/2014/main" id="{7CEA7E8B-2C2D-EDDF-DA13-3D82F7DFFC92}"/>
                </a:ext>
              </a:extLst>
            </p:cNvPr>
            <p:cNvSpPr>
              <a:spLocks noGrp="1"/>
            </p:cNvSpPr>
            <p:nvPr/>
          </p:nvSpPr>
          <p:spPr>
            <a:xfrm>
              <a:off x="16080613" y="2687332"/>
              <a:ext cx="41364" cy="57484"/>
            </a:xfrm>
            <a:custGeom>
              <a:avLst/>
              <a:gdLst/>
              <a:ahLst/>
              <a:cxnLst/>
              <a:rect l="0" t="0" r="0" b="0"/>
              <a:pathLst>
                <a:path w="41364" h="57484">
                  <a:moveTo>
                    <a:pt x="41364" y="0"/>
                  </a:moveTo>
                  <a:lnTo>
                    <a:pt x="0" y="5748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0" name="Output_receptor__5129">
              <a:extLst>
                <a:ext uri="{FF2B5EF4-FFF2-40B4-BE49-F238E27FC236}">
                  <a16:creationId xmlns:a16="http://schemas.microsoft.com/office/drawing/2014/main" id="{5196AEFF-569B-BDF5-2D9D-F785296CCFC2}"/>
                </a:ext>
              </a:extLst>
            </p:cNvPr>
            <p:cNvSpPr>
              <a:spLocks noGrp="1"/>
            </p:cNvSpPr>
            <p:nvPr/>
          </p:nvSpPr>
          <p:spPr>
            <a:xfrm>
              <a:off x="16296397" y="3686897"/>
              <a:ext cx="150" cy="63931"/>
            </a:xfrm>
            <a:custGeom>
              <a:avLst/>
              <a:gdLst/>
              <a:ahLst/>
              <a:cxnLst/>
              <a:rect l="0" t="0" r="0" b="0"/>
              <a:pathLst>
                <a:path w="150" h="63931">
                  <a:moveTo>
                    <a:pt x="0" y="0"/>
                  </a:moveTo>
                  <a:lnTo>
                    <a:pt x="150" y="6393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1" name="Output_receptor__5130">
              <a:extLst>
                <a:ext uri="{FF2B5EF4-FFF2-40B4-BE49-F238E27FC236}">
                  <a16:creationId xmlns:a16="http://schemas.microsoft.com/office/drawing/2014/main" id="{B7FE7658-AC1A-8B6E-F5C3-322CADDD11DD}"/>
                </a:ext>
              </a:extLst>
            </p:cNvPr>
            <p:cNvSpPr>
              <a:spLocks noGrp="1"/>
            </p:cNvSpPr>
            <p:nvPr/>
          </p:nvSpPr>
          <p:spPr>
            <a:xfrm>
              <a:off x="16153447" y="2822705"/>
              <a:ext cx="61514" cy="26095"/>
            </a:xfrm>
            <a:custGeom>
              <a:avLst/>
              <a:gdLst/>
              <a:ahLst/>
              <a:cxnLst/>
              <a:rect l="0" t="0" r="0" b="0"/>
              <a:pathLst>
                <a:path w="61514" h="26095">
                  <a:moveTo>
                    <a:pt x="0" y="26095"/>
                  </a:moveTo>
                  <a:lnTo>
                    <a:pt x="6151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2" name="Output_receptor__5131">
              <a:extLst>
                <a:ext uri="{FF2B5EF4-FFF2-40B4-BE49-F238E27FC236}">
                  <a16:creationId xmlns:a16="http://schemas.microsoft.com/office/drawing/2014/main" id="{EBD92C2F-7318-2086-7FC9-59A723722807}"/>
                </a:ext>
              </a:extLst>
            </p:cNvPr>
            <p:cNvSpPr>
              <a:spLocks noGrp="1"/>
            </p:cNvSpPr>
            <p:nvPr/>
          </p:nvSpPr>
          <p:spPr>
            <a:xfrm>
              <a:off x="15522352" y="3568449"/>
              <a:ext cx="13895" cy="30303"/>
            </a:xfrm>
            <a:custGeom>
              <a:avLst/>
              <a:gdLst/>
              <a:ahLst/>
              <a:cxnLst/>
              <a:rect l="0" t="0" r="0" b="0"/>
              <a:pathLst>
                <a:path w="13895" h="30303">
                  <a:moveTo>
                    <a:pt x="13895" y="3030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3" name="Output_receptor__5132">
              <a:extLst>
                <a:ext uri="{FF2B5EF4-FFF2-40B4-BE49-F238E27FC236}">
                  <a16:creationId xmlns:a16="http://schemas.microsoft.com/office/drawing/2014/main" id="{D4737E2F-328D-47DF-9F19-1904848B5EDD}"/>
                </a:ext>
              </a:extLst>
            </p:cNvPr>
            <p:cNvSpPr>
              <a:spLocks noGrp="1"/>
            </p:cNvSpPr>
            <p:nvPr/>
          </p:nvSpPr>
          <p:spPr>
            <a:xfrm>
              <a:off x="16116778" y="3915743"/>
              <a:ext cx="12963" cy="9277"/>
            </a:xfrm>
            <a:custGeom>
              <a:avLst/>
              <a:gdLst/>
              <a:ahLst/>
              <a:cxnLst/>
              <a:rect l="0" t="0" r="0" b="0"/>
              <a:pathLst>
                <a:path w="12963" h="9277">
                  <a:moveTo>
                    <a:pt x="0" y="9277"/>
                  </a:moveTo>
                  <a:lnTo>
                    <a:pt x="129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4" name="Output_receptor__5133">
              <a:extLst>
                <a:ext uri="{FF2B5EF4-FFF2-40B4-BE49-F238E27FC236}">
                  <a16:creationId xmlns:a16="http://schemas.microsoft.com/office/drawing/2014/main" id="{F4F8E017-D14C-FC86-9D0B-72B8B78D3C87}"/>
                </a:ext>
              </a:extLst>
            </p:cNvPr>
            <p:cNvSpPr>
              <a:spLocks noGrp="1"/>
            </p:cNvSpPr>
            <p:nvPr/>
          </p:nvSpPr>
          <p:spPr>
            <a:xfrm>
              <a:off x="16145441" y="3641972"/>
              <a:ext cx="21727" cy="3471"/>
            </a:xfrm>
            <a:custGeom>
              <a:avLst/>
              <a:gdLst/>
              <a:ahLst/>
              <a:cxnLst/>
              <a:rect l="0" t="0" r="0" b="0"/>
              <a:pathLst>
                <a:path w="21727" h="3471">
                  <a:moveTo>
                    <a:pt x="0" y="0"/>
                  </a:moveTo>
                  <a:lnTo>
                    <a:pt x="21727" y="347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5" name="Output_receptor__5134">
              <a:extLst>
                <a:ext uri="{FF2B5EF4-FFF2-40B4-BE49-F238E27FC236}">
                  <a16:creationId xmlns:a16="http://schemas.microsoft.com/office/drawing/2014/main" id="{0BD64D05-F375-B0DA-8ED5-8F73B6924969}"/>
                </a:ext>
              </a:extLst>
            </p:cNvPr>
            <p:cNvSpPr>
              <a:spLocks noGrp="1"/>
            </p:cNvSpPr>
            <p:nvPr/>
          </p:nvSpPr>
          <p:spPr>
            <a:xfrm>
              <a:off x="16275996" y="2650559"/>
              <a:ext cx="59619" cy="2571"/>
            </a:xfrm>
            <a:custGeom>
              <a:avLst/>
              <a:gdLst/>
              <a:ahLst/>
              <a:cxnLst/>
              <a:rect l="0" t="0" r="0" b="0"/>
              <a:pathLst>
                <a:path w="59619" h="2571">
                  <a:moveTo>
                    <a:pt x="59619" y="2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6" name="Output_receptor__5135">
              <a:extLst>
                <a:ext uri="{FF2B5EF4-FFF2-40B4-BE49-F238E27FC236}">
                  <a16:creationId xmlns:a16="http://schemas.microsoft.com/office/drawing/2014/main" id="{83BCF937-622F-6D22-3B57-51660A47DB7D}"/>
                </a:ext>
              </a:extLst>
            </p:cNvPr>
            <p:cNvSpPr>
              <a:spLocks noGrp="1"/>
            </p:cNvSpPr>
            <p:nvPr/>
          </p:nvSpPr>
          <p:spPr>
            <a:xfrm>
              <a:off x="15395914" y="4258323"/>
              <a:ext cx="53604" cy="44498"/>
            </a:xfrm>
            <a:custGeom>
              <a:avLst/>
              <a:gdLst/>
              <a:ahLst/>
              <a:cxnLst/>
              <a:rect l="0" t="0" r="0" b="0"/>
              <a:pathLst>
                <a:path w="53604" h="44498">
                  <a:moveTo>
                    <a:pt x="0" y="0"/>
                  </a:moveTo>
                  <a:lnTo>
                    <a:pt x="53604" y="4449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7" name="Output_receptor__5136">
              <a:extLst>
                <a:ext uri="{FF2B5EF4-FFF2-40B4-BE49-F238E27FC236}">
                  <a16:creationId xmlns:a16="http://schemas.microsoft.com/office/drawing/2014/main" id="{ED8CC4E3-C15F-6098-5043-39154122FAC9}"/>
                </a:ext>
              </a:extLst>
            </p:cNvPr>
            <p:cNvSpPr>
              <a:spLocks noGrp="1"/>
            </p:cNvSpPr>
            <p:nvPr/>
          </p:nvSpPr>
          <p:spPr>
            <a:xfrm>
              <a:off x="15446930" y="2677810"/>
              <a:ext cx="14897" cy="5282"/>
            </a:xfrm>
            <a:custGeom>
              <a:avLst/>
              <a:gdLst/>
              <a:ahLst/>
              <a:cxnLst/>
              <a:rect l="0" t="0" r="0" b="0"/>
              <a:pathLst>
                <a:path w="14897" h="5282">
                  <a:moveTo>
                    <a:pt x="14897" y="0"/>
                  </a:moveTo>
                  <a:lnTo>
                    <a:pt x="0" y="5282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38" name="Output_receptor__5137">
              <a:extLst>
                <a:ext uri="{FF2B5EF4-FFF2-40B4-BE49-F238E27FC236}">
                  <a16:creationId xmlns:a16="http://schemas.microsoft.com/office/drawing/2014/main" id="{D8F0321E-FA1F-705F-25A0-00C527B25C11}"/>
                </a:ext>
              </a:extLst>
            </p:cNvPr>
            <p:cNvSpPr>
              <a:spLocks noGrp="1"/>
            </p:cNvSpPr>
            <p:nvPr/>
          </p:nvSpPr>
          <p:spPr>
            <a:xfrm>
              <a:off x="15979726" y="3430321"/>
              <a:ext cx="20663" cy="63647"/>
            </a:xfrm>
            <a:custGeom>
              <a:avLst/>
              <a:gdLst/>
              <a:ahLst/>
              <a:cxnLst/>
              <a:rect l="0" t="0" r="0" b="0"/>
              <a:pathLst>
                <a:path w="20663" h="63647">
                  <a:moveTo>
                    <a:pt x="0" y="63647"/>
                  </a:moveTo>
                  <a:lnTo>
                    <a:pt x="206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39" name="Output_receptor__5138">
              <a:extLst>
                <a:ext uri="{FF2B5EF4-FFF2-40B4-BE49-F238E27FC236}">
                  <a16:creationId xmlns:a16="http://schemas.microsoft.com/office/drawing/2014/main" id="{9E5AEF36-463C-9949-4DC8-4FB796772CDC}"/>
                </a:ext>
              </a:extLst>
            </p:cNvPr>
            <p:cNvSpPr>
              <a:spLocks noGrp="1"/>
            </p:cNvSpPr>
            <p:nvPr/>
          </p:nvSpPr>
          <p:spPr>
            <a:xfrm>
              <a:off x="16013535" y="2393872"/>
              <a:ext cx="18733" cy="22258"/>
            </a:xfrm>
            <a:custGeom>
              <a:avLst/>
              <a:gdLst/>
              <a:ahLst/>
              <a:cxnLst/>
              <a:rect l="0" t="0" r="0" b="0"/>
              <a:pathLst>
                <a:path w="18733" h="22258">
                  <a:moveTo>
                    <a:pt x="0" y="22258"/>
                  </a:moveTo>
                  <a:lnTo>
                    <a:pt x="187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0" name="Output_receptor__5139">
              <a:extLst>
                <a:ext uri="{FF2B5EF4-FFF2-40B4-BE49-F238E27FC236}">
                  <a16:creationId xmlns:a16="http://schemas.microsoft.com/office/drawing/2014/main" id="{A013AAA3-0F4C-0698-3253-2D4D219D7C03}"/>
                </a:ext>
              </a:extLst>
            </p:cNvPr>
            <p:cNvSpPr>
              <a:spLocks noGrp="1"/>
            </p:cNvSpPr>
            <p:nvPr/>
          </p:nvSpPr>
          <p:spPr>
            <a:xfrm>
              <a:off x="15436905" y="4302820"/>
              <a:ext cx="12613" cy="69464"/>
            </a:xfrm>
            <a:custGeom>
              <a:avLst/>
              <a:gdLst/>
              <a:ahLst/>
              <a:cxnLst/>
              <a:rect l="0" t="0" r="0" b="0"/>
              <a:pathLst>
                <a:path w="12613" h="69464">
                  <a:moveTo>
                    <a:pt x="12613" y="0"/>
                  </a:moveTo>
                  <a:lnTo>
                    <a:pt x="0" y="69464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1" name="Output_receptor__5140">
              <a:extLst>
                <a:ext uri="{FF2B5EF4-FFF2-40B4-BE49-F238E27FC236}">
                  <a16:creationId xmlns:a16="http://schemas.microsoft.com/office/drawing/2014/main" id="{8109675A-2CDE-ABAB-EC21-667C044EFCA8}"/>
                </a:ext>
              </a:extLst>
            </p:cNvPr>
            <p:cNvSpPr>
              <a:spLocks noGrp="1"/>
            </p:cNvSpPr>
            <p:nvPr/>
          </p:nvSpPr>
          <p:spPr>
            <a:xfrm>
              <a:off x="15710006" y="2561115"/>
              <a:ext cx="35740" cy="18577"/>
            </a:xfrm>
            <a:custGeom>
              <a:avLst/>
              <a:gdLst/>
              <a:ahLst/>
              <a:cxnLst/>
              <a:rect l="0" t="0" r="0" b="0"/>
              <a:pathLst>
                <a:path w="35740" h="18577">
                  <a:moveTo>
                    <a:pt x="35740" y="0"/>
                  </a:moveTo>
                  <a:lnTo>
                    <a:pt x="0" y="1857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2" name="Output_receptor__5141">
              <a:extLst>
                <a:ext uri="{FF2B5EF4-FFF2-40B4-BE49-F238E27FC236}">
                  <a16:creationId xmlns:a16="http://schemas.microsoft.com/office/drawing/2014/main" id="{9C9257FD-B869-EFB6-6B6D-FB76069AD6CA}"/>
                </a:ext>
              </a:extLst>
            </p:cNvPr>
            <p:cNvSpPr>
              <a:spLocks noGrp="1"/>
            </p:cNvSpPr>
            <p:nvPr/>
          </p:nvSpPr>
          <p:spPr>
            <a:xfrm>
              <a:off x="16271624" y="3298275"/>
              <a:ext cx="45073" cy="4747"/>
            </a:xfrm>
            <a:custGeom>
              <a:avLst/>
              <a:gdLst/>
              <a:ahLst/>
              <a:cxnLst/>
              <a:rect l="0" t="0" r="0" b="0"/>
              <a:pathLst>
                <a:path w="45073" h="4747">
                  <a:moveTo>
                    <a:pt x="45073" y="0"/>
                  </a:moveTo>
                  <a:lnTo>
                    <a:pt x="0" y="4747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3" name="Output_receptor__5142">
              <a:extLst>
                <a:ext uri="{FF2B5EF4-FFF2-40B4-BE49-F238E27FC236}">
                  <a16:creationId xmlns:a16="http://schemas.microsoft.com/office/drawing/2014/main" id="{20804B15-A8D8-F768-539B-DE75F845D022}"/>
                </a:ext>
              </a:extLst>
            </p:cNvPr>
            <p:cNvSpPr>
              <a:spLocks noGrp="1"/>
            </p:cNvSpPr>
            <p:nvPr/>
          </p:nvSpPr>
          <p:spPr>
            <a:xfrm>
              <a:off x="15759329" y="3047522"/>
              <a:ext cx="65452" cy="25872"/>
            </a:xfrm>
            <a:custGeom>
              <a:avLst/>
              <a:gdLst/>
              <a:ahLst/>
              <a:cxnLst/>
              <a:rect l="0" t="0" r="0" b="0"/>
              <a:pathLst>
                <a:path w="65452" h="25872">
                  <a:moveTo>
                    <a:pt x="65452" y="0"/>
                  </a:moveTo>
                  <a:lnTo>
                    <a:pt x="0" y="25872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4" name="Output_receptor__5143">
              <a:extLst>
                <a:ext uri="{FF2B5EF4-FFF2-40B4-BE49-F238E27FC236}">
                  <a16:creationId xmlns:a16="http://schemas.microsoft.com/office/drawing/2014/main" id="{87318F30-52CE-99AA-CB0F-64FBF525C291}"/>
                </a:ext>
              </a:extLst>
            </p:cNvPr>
            <p:cNvSpPr>
              <a:spLocks noGrp="1"/>
            </p:cNvSpPr>
            <p:nvPr/>
          </p:nvSpPr>
          <p:spPr>
            <a:xfrm>
              <a:off x="16345300" y="4074798"/>
              <a:ext cx="58142" cy="33145"/>
            </a:xfrm>
            <a:custGeom>
              <a:avLst/>
              <a:gdLst/>
              <a:ahLst/>
              <a:cxnLst/>
              <a:rect l="0" t="0" r="0" b="0"/>
              <a:pathLst>
                <a:path w="58142" h="33145">
                  <a:moveTo>
                    <a:pt x="0" y="33145"/>
                  </a:moveTo>
                  <a:lnTo>
                    <a:pt x="58142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5" name="Output_receptor__5144">
              <a:extLst>
                <a:ext uri="{FF2B5EF4-FFF2-40B4-BE49-F238E27FC236}">
                  <a16:creationId xmlns:a16="http://schemas.microsoft.com/office/drawing/2014/main" id="{34E4095F-64A3-7DBD-2C98-2410611F87A2}"/>
                </a:ext>
              </a:extLst>
            </p:cNvPr>
            <p:cNvSpPr>
              <a:spLocks noGrp="1"/>
            </p:cNvSpPr>
            <p:nvPr/>
          </p:nvSpPr>
          <p:spPr>
            <a:xfrm>
              <a:off x="15799600" y="2810359"/>
              <a:ext cx="65087" cy="20002"/>
            </a:xfrm>
            <a:custGeom>
              <a:avLst/>
              <a:gdLst/>
              <a:ahLst/>
              <a:cxnLst/>
              <a:rect l="0" t="0" r="0" b="0"/>
              <a:pathLst>
                <a:path w="65087" h="20002">
                  <a:moveTo>
                    <a:pt x="0" y="20002"/>
                  </a:moveTo>
                  <a:lnTo>
                    <a:pt x="6508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6" name="Output_receptor__5145">
              <a:extLst>
                <a:ext uri="{FF2B5EF4-FFF2-40B4-BE49-F238E27FC236}">
                  <a16:creationId xmlns:a16="http://schemas.microsoft.com/office/drawing/2014/main" id="{1E5C66D7-7FC1-E2C6-41BC-1840F3BC1D14}"/>
                </a:ext>
              </a:extLst>
            </p:cNvPr>
            <p:cNvSpPr>
              <a:spLocks noGrp="1"/>
            </p:cNvSpPr>
            <p:nvPr/>
          </p:nvSpPr>
          <p:spPr>
            <a:xfrm>
              <a:off x="15543906" y="3211892"/>
              <a:ext cx="32505" cy="25389"/>
            </a:xfrm>
            <a:custGeom>
              <a:avLst/>
              <a:gdLst/>
              <a:ahLst/>
              <a:cxnLst/>
              <a:rect l="0" t="0" r="0" b="0"/>
              <a:pathLst>
                <a:path w="32505" h="25389">
                  <a:moveTo>
                    <a:pt x="32505" y="0"/>
                  </a:moveTo>
                  <a:lnTo>
                    <a:pt x="0" y="25389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47" name="Output_receptor__5146">
              <a:extLst>
                <a:ext uri="{FF2B5EF4-FFF2-40B4-BE49-F238E27FC236}">
                  <a16:creationId xmlns:a16="http://schemas.microsoft.com/office/drawing/2014/main" id="{BDA806E1-1380-0D90-8494-08DC9684A1CC}"/>
                </a:ext>
              </a:extLst>
            </p:cNvPr>
            <p:cNvSpPr>
              <a:spLocks noGrp="1"/>
            </p:cNvSpPr>
            <p:nvPr/>
          </p:nvSpPr>
          <p:spPr>
            <a:xfrm>
              <a:off x="16289321" y="3383451"/>
              <a:ext cx="69137" cy="17760"/>
            </a:xfrm>
            <a:custGeom>
              <a:avLst/>
              <a:gdLst/>
              <a:ahLst/>
              <a:cxnLst/>
              <a:rect l="0" t="0" r="0" b="0"/>
              <a:pathLst>
                <a:path w="69137" h="17760">
                  <a:moveTo>
                    <a:pt x="0" y="0"/>
                  </a:moveTo>
                  <a:lnTo>
                    <a:pt x="69137" y="1776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8" name="Output_receptor__5147">
              <a:extLst>
                <a:ext uri="{FF2B5EF4-FFF2-40B4-BE49-F238E27FC236}">
                  <a16:creationId xmlns:a16="http://schemas.microsoft.com/office/drawing/2014/main" id="{C0E71864-0D68-AFE7-AACC-5A39BD528D22}"/>
                </a:ext>
              </a:extLst>
            </p:cNvPr>
            <p:cNvSpPr>
              <a:spLocks noGrp="1"/>
            </p:cNvSpPr>
            <p:nvPr/>
          </p:nvSpPr>
          <p:spPr>
            <a:xfrm>
              <a:off x="15649978" y="2952568"/>
              <a:ext cx="2843" cy="40249"/>
            </a:xfrm>
            <a:custGeom>
              <a:avLst/>
              <a:gdLst/>
              <a:ahLst/>
              <a:cxnLst/>
              <a:rect l="0" t="0" r="0" b="0"/>
              <a:pathLst>
                <a:path w="2843" h="40249">
                  <a:moveTo>
                    <a:pt x="2843" y="402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49" name="Output_receptor__5148">
              <a:extLst>
                <a:ext uri="{FF2B5EF4-FFF2-40B4-BE49-F238E27FC236}">
                  <a16:creationId xmlns:a16="http://schemas.microsoft.com/office/drawing/2014/main" id="{4C1EEC29-717A-7412-2463-1C42226424C2}"/>
                </a:ext>
              </a:extLst>
            </p:cNvPr>
            <p:cNvSpPr>
              <a:spLocks noGrp="1"/>
            </p:cNvSpPr>
            <p:nvPr/>
          </p:nvSpPr>
          <p:spPr>
            <a:xfrm>
              <a:off x="16232097" y="2650559"/>
              <a:ext cx="43898" cy="13671"/>
            </a:xfrm>
            <a:custGeom>
              <a:avLst/>
              <a:gdLst/>
              <a:ahLst/>
              <a:cxnLst/>
              <a:rect l="0" t="0" r="0" b="0"/>
              <a:pathLst>
                <a:path w="43898" h="13671">
                  <a:moveTo>
                    <a:pt x="43898" y="0"/>
                  </a:moveTo>
                  <a:lnTo>
                    <a:pt x="0" y="1367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0" name="Output_receptor__5149">
              <a:extLst>
                <a:ext uri="{FF2B5EF4-FFF2-40B4-BE49-F238E27FC236}">
                  <a16:creationId xmlns:a16="http://schemas.microsoft.com/office/drawing/2014/main" id="{F8F69601-AAAA-61B3-554C-CD0A6D3C1FBA}"/>
                </a:ext>
              </a:extLst>
            </p:cNvPr>
            <p:cNvSpPr>
              <a:spLocks noGrp="1"/>
            </p:cNvSpPr>
            <p:nvPr/>
          </p:nvSpPr>
          <p:spPr>
            <a:xfrm>
              <a:off x="16190142" y="2567748"/>
              <a:ext cx="69097" cy="13068"/>
            </a:xfrm>
            <a:custGeom>
              <a:avLst/>
              <a:gdLst/>
              <a:ahLst/>
              <a:cxnLst/>
              <a:rect l="0" t="0" r="0" b="0"/>
              <a:pathLst>
                <a:path w="69097" h="13068">
                  <a:moveTo>
                    <a:pt x="69097" y="0"/>
                  </a:moveTo>
                  <a:lnTo>
                    <a:pt x="0" y="13068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1" name="Output_receptor__5150">
              <a:extLst>
                <a:ext uri="{FF2B5EF4-FFF2-40B4-BE49-F238E27FC236}">
                  <a16:creationId xmlns:a16="http://schemas.microsoft.com/office/drawing/2014/main" id="{5EF22127-40FF-8A59-A979-FE95692744B3}"/>
                </a:ext>
              </a:extLst>
            </p:cNvPr>
            <p:cNvSpPr>
              <a:spLocks noGrp="1"/>
            </p:cNvSpPr>
            <p:nvPr/>
          </p:nvSpPr>
          <p:spPr>
            <a:xfrm>
              <a:off x="15752565" y="3414992"/>
              <a:ext cx="41195" cy="56544"/>
            </a:xfrm>
            <a:custGeom>
              <a:avLst/>
              <a:gdLst/>
              <a:ahLst/>
              <a:cxnLst/>
              <a:rect l="0" t="0" r="0" b="0"/>
              <a:pathLst>
                <a:path w="41195" h="56544">
                  <a:moveTo>
                    <a:pt x="41195" y="0"/>
                  </a:moveTo>
                  <a:lnTo>
                    <a:pt x="0" y="56544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2" name="Output_receptor__5151">
              <a:extLst>
                <a:ext uri="{FF2B5EF4-FFF2-40B4-BE49-F238E27FC236}">
                  <a16:creationId xmlns:a16="http://schemas.microsoft.com/office/drawing/2014/main" id="{F9589EFA-8B26-B455-0525-8483A9BE2B2C}"/>
                </a:ext>
              </a:extLst>
            </p:cNvPr>
            <p:cNvSpPr>
              <a:spLocks noGrp="1"/>
            </p:cNvSpPr>
            <p:nvPr/>
          </p:nvSpPr>
          <p:spPr>
            <a:xfrm>
              <a:off x="16440993" y="3852203"/>
              <a:ext cx="65184" cy="6529"/>
            </a:xfrm>
            <a:custGeom>
              <a:avLst/>
              <a:gdLst/>
              <a:ahLst/>
              <a:cxnLst/>
              <a:rect l="0" t="0" r="0" b="0"/>
              <a:pathLst>
                <a:path w="65184" h="6529">
                  <a:moveTo>
                    <a:pt x="65184" y="652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3" name="Output_receptor__5152">
              <a:extLst>
                <a:ext uri="{FF2B5EF4-FFF2-40B4-BE49-F238E27FC236}">
                  <a16:creationId xmlns:a16="http://schemas.microsoft.com/office/drawing/2014/main" id="{FEBF2210-6923-B557-89BB-BE63B8700609}"/>
                </a:ext>
              </a:extLst>
            </p:cNvPr>
            <p:cNvSpPr>
              <a:spLocks noGrp="1"/>
            </p:cNvSpPr>
            <p:nvPr/>
          </p:nvSpPr>
          <p:spPr>
            <a:xfrm>
              <a:off x="16646401" y="3943426"/>
              <a:ext cx="56869" cy="27930"/>
            </a:xfrm>
            <a:custGeom>
              <a:avLst/>
              <a:gdLst/>
              <a:ahLst/>
              <a:cxnLst/>
              <a:rect l="0" t="0" r="0" b="0"/>
              <a:pathLst>
                <a:path w="56869" h="27930">
                  <a:moveTo>
                    <a:pt x="56869" y="2793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4" name="Output_receptor__5153">
              <a:extLst>
                <a:ext uri="{FF2B5EF4-FFF2-40B4-BE49-F238E27FC236}">
                  <a16:creationId xmlns:a16="http://schemas.microsoft.com/office/drawing/2014/main" id="{82ADF655-DD75-75A0-702B-5181632DEA5E}"/>
                </a:ext>
              </a:extLst>
            </p:cNvPr>
            <p:cNvSpPr>
              <a:spLocks noGrp="1"/>
            </p:cNvSpPr>
            <p:nvPr/>
          </p:nvSpPr>
          <p:spPr>
            <a:xfrm>
              <a:off x="15375986" y="2681620"/>
              <a:ext cx="4131" cy="67028"/>
            </a:xfrm>
            <a:custGeom>
              <a:avLst/>
              <a:gdLst/>
              <a:ahLst/>
              <a:cxnLst/>
              <a:rect l="0" t="0" r="0" b="0"/>
              <a:pathLst>
                <a:path w="4131" h="67028">
                  <a:moveTo>
                    <a:pt x="0" y="0"/>
                  </a:moveTo>
                  <a:lnTo>
                    <a:pt x="4131" y="67028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55" name="Output_receptor__5154">
              <a:extLst>
                <a:ext uri="{FF2B5EF4-FFF2-40B4-BE49-F238E27FC236}">
                  <a16:creationId xmlns:a16="http://schemas.microsoft.com/office/drawing/2014/main" id="{C5484A13-4B2F-2F8B-AD2C-2B884804D355}"/>
                </a:ext>
              </a:extLst>
            </p:cNvPr>
            <p:cNvSpPr>
              <a:spLocks noGrp="1"/>
            </p:cNvSpPr>
            <p:nvPr/>
          </p:nvSpPr>
          <p:spPr>
            <a:xfrm>
              <a:off x="15913516" y="3377733"/>
              <a:ext cx="16078" cy="4369"/>
            </a:xfrm>
            <a:custGeom>
              <a:avLst/>
              <a:gdLst/>
              <a:ahLst/>
              <a:cxnLst/>
              <a:rect l="0" t="0" r="0" b="0"/>
              <a:pathLst>
                <a:path w="16078" h="4369">
                  <a:moveTo>
                    <a:pt x="0" y="4369"/>
                  </a:moveTo>
                  <a:lnTo>
                    <a:pt x="1607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6" name="Output_receptor__5155">
              <a:extLst>
                <a:ext uri="{FF2B5EF4-FFF2-40B4-BE49-F238E27FC236}">
                  <a16:creationId xmlns:a16="http://schemas.microsoft.com/office/drawing/2014/main" id="{1228B9D9-FFED-C326-933E-976BE26AC1ED}"/>
                </a:ext>
              </a:extLst>
            </p:cNvPr>
            <p:cNvSpPr>
              <a:spLocks noGrp="1"/>
            </p:cNvSpPr>
            <p:nvPr/>
          </p:nvSpPr>
          <p:spPr>
            <a:xfrm>
              <a:off x="16094750" y="3824136"/>
              <a:ext cx="66274" cy="27443"/>
            </a:xfrm>
            <a:custGeom>
              <a:avLst/>
              <a:gdLst/>
              <a:ahLst/>
              <a:cxnLst/>
              <a:rect l="0" t="0" r="0" b="0"/>
              <a:pathLst>
                <a:path w="66274" h="27443">
                  <a:moveTo>
                    <a:pt x="66274" y="2744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57" name="Output_receptor__5156">
              <a:extLst>
                <a:ext uri="{FF2B5EF4-FFF2-40B4-BE49-F238E27FC236}">
                  <a16:creationId xmlns:a16="http://schemas.microsoft.com/office/drawing/2014/main" id="{9B8A21F5-E03D-008D-23EF-B451311CAFEB}"/>
                </a:ext>
              </a:extLst>
            </p:cNvPr>
            <p:cNvSpPr>
              <a:spLocks noGrp="1"/>
            </p:cNvSpPr>
            <p:nvPr/>
          </p:nvSpPr>
          <p:spPr>
            <a:xfrm>
              <a:off x="15444616" y="2900095"/>
              <a:ext cx="50963" cy="266"/>
            </a:xfrm>
            <a:custGeom>
              <a:avLst/>
              <a:gdLst/>
              <a:ahLst/>
              <a:cxnLst/>
              <a:rect l="0" t="0" r="0" b="0"/>
              <a:pathLst>
                <a:path w="50963" h="266">
                  <a:moveTo>
                    <a:pt x="0" y="266"/>
                  </a:moveTo>
                  <a:lnTo>
                    <a:pt x="5096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8" name="Output_receptor__5157">
              <a:extLst>
                <a:ext uri="{FF2B5EF4-FFF2-40B4-BE49-F238E27FC236}">
                  <a16:creationId xmlns:a16="http://schemas.microsoft.com/office/drawing/2014/main" id="{27D1039F-B7DE-81F8-ECBF-F0969A72C530}"/>
                </a:ext>
              </a:extLst>
            </p:cNvPr>
            <p:cNvSpPr>
              <a:spLocks noGrp="1"/>
            </p:cNvSpPr>
            <p:nvPr/>
          </p:nvSpPr>
          <p:spPr>
            <a:xfrm>
              <a:off x="15764935" y="3724183"/>
              <a:ext cx="14529" cy="19389"/>
            </a:xfrm>
            <a:custGeom>
              <a:avLst/>
              <a:gdLst/>
              <a:ahLst/>
              <a:cxnLst/>
              <a:rect l="0" t="0" r="0" b="0"/>
              <a:pathLst>
                <a:path w="14529" h="19389">
                  <a:moveTo>
                    <a:pt x="0" y="0"/>
                  </a:moveTo>
                  <a:lnTo>
                    <a:pt x="14529" y="1938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59" name="Output_receptor__5158">
              <a:extLst>
                <a:ext uri="{FF2B5EF4-FFF2-40B4-BE49-F238E27FC236}">
                  <a16:creationId xmlns:a16="http://schemas.microsoft.com/office/drawing/2014/main" id="{A276C910-BEAB-27D8-1F97-488B3887985F}"/>
                </a:ext>
              </a:extLst>
            </p:cNvPr>
            <p:cNvSpPr>
              <a:spLocks noGrp="1"/>
            </p:cNvSpPr>
            <p:nvPr/>
          </p:nvSpPr>
          <p:spPr>
            <a:xfrm>
              <a:off x="15790154" y="3560892"/>
              <a:ext cx="33016" cy="56552"/>
            </a:xfrm>
            <a:custGeom>
              <a:avLst/>
              <a:gdLst/>
              <a:ahLst/>
              <a:cxnLst/>
              <a:rect l="0" t="0" r="0" b="0"/>
              <a:pathLst>
                <a:path w="33016" h="56552">
                  <a:moveTo>
                    <a:pt x="0" y="56552"/>
                  </a:moveTo>
                  <a:lnTo>
                    <a:pt x="3301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0" name="Output_receptor__5159">
              <a:extLst>
                <a:ext uri="{FF2B5EF4-FFF2-40B4-BE49-F238E27FC236}">
                  <a16:creationId xmlns:a16="http://schemas.microsoft.com/office/drawing/2014/main" id="{69BD7D3D-FAE4-26B2-CF49-A94626FE65A0}"/>
                </a:ext>
              </a:extLst>
            </p:cNvPr>
            <p:cNvSpPr>
              <a:spLocks noGrp="1"/>
            </p:cNvSpPr>
            <p:nvPr/>
          </p:nvSpPr>
          <p:spPr>
            <a:xfrm>
              <a:off x="15354390" y="3611967"/>
              <a:ext cx="62453" cy="4944"/>
            </a:xfrm>
            <a:custGeom>
              <a:avLst/>
              <a:gdLst/>
              <a:ahLst/>
              <a:cxnLst/>
              <a:rect l="0" t="0" r="0" b="0"/>
              <a:pathLst>
                <a:path w="62453" h="4944">
                  <a:moveTo>
                    <a:pt x="0" y="4944"/>
                  </a:moveTo>
                  <a:lnTo>
                    <a:pt x="62453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61" name="Output_receptor__5160">
              <a:extLst>
                <a:ext uri="{FF2B5EF4-FFF2-40B4-BE49-F238E27FC236}">
                  <a16:creationId xmlns:a16="http://schemas.microsoft.com/office/drawing/2014/main" id="{58DBF879-F84C-3BD3-0DA9-828FF90B33F5}"/>
                </a:ext>
              </a:extLst>
            </p:cNvPr>
            <p:cNvSpPr>
              <a:spLocks noGrp="1"/>
            </p:cNvSpPr>
            <p:nvPr/>
          </p:nvSpPr>
          <p:spPr>
            <a:xfrm>
              <a:off x="16641004" y="4031049"/>
              <a:ext cx="27308" cy="13870"/>
            </a:xfrm>
            <a:custGeom>
              <a:avLst/>
              <a:gdLst/>
              <a:ahLst/>
              <a:cxnLst/>
              <a:rect l="0" t="0" r="0" b="0"/>
              <a:pathLst>
                <a:path w="27308" h="13870">
                  <a:moveTo>
                    <a:pt x="0" y="13870"/>
                  </a:moveTo>
                  <a:lnTo>
                    <a:pt x="2730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2" name="Output_receptor__5161">
              <a:extLst>
                <a:ext uri="{FF2B5EF4-FFF2-40B4-BE49-F238E27FC236}">
                  <a16:creationId xmlns:a16="http://schemas.microsoft.com/office/drawing/2014/main" id="{16BFC77D-E184-D3FD-7FE8-E4947EABF136}"/>
                </a:ext>
              </a:extLst>
            </p:cNvPr>
            <p:cNvSpPr>
              <a:spLocks noGrp="1"/>
            </p:cNvSpPr>
            <p:nvPr/>
          </p:nvSpPr>
          <p:spPr>
            <a:xfrm>
              <a:off x="15687112" y="2810045"/>
              <a:ext cx="4833" cy="49276"/>
            </a:xfrm>
            <a:custGeom>
              <a:avLst/>
              <a:gdLst/>
              <a:ahLst/>
              <a:cxnLst/>
              <a:rect l="0" t="0" r="0" b="0"/>
              <a:pathLst>
                <a:path w="4833" h="49276">
                  <a:moveTo>
                    <a:pt x="0" y="49276"/>
                  </a:moveTo>
                  <a:lnTo>
                    <a:pt x="483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3" name="Output_receptor__5162">
              <a:extLst>
                <a:ext uri="{FF2B5EF4-FFF2-40B4-BE49-F238E27FC236}">
                  <a16:creationId xmlns:a16="http://schemas.microsoft.com/office/drawing/2014/main" id="{18086D9D-5160-DEAC-195B-109C594727A1}"/>
                </a:ext>
              </a:extLst>
            </p:cNvPr>
            <p:cNvSpPr>
              <a:spLocks noGrp="1"/>
            </p:cNvSpPr>
            <p:nvPr/>
          </p:nvSpPr>
          <p:spPr>
            <a:xfrm>
              <a:off x="16403442" y="4074798"/>
              <a:ext cx="42426" cy="31179"/>
            </a:xfrm>
            <a:custGeom>
              <a:avLst/>
              <a:gdLst/>
              <a:ahLst/>
              <a:cxnLst/>
              <a:rect l="0" t="0" r="0" b="0"/>
              <a:pathLst>
                <a:path w="42426" h="31179">
                  <a:moveTo>
                    <a:pt x="0" y="0"/>
                  </a:moveTo>
                  <a:lnTo>
                    <a:pt x="42426" y="3117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4" name="Output_receptor__5163">
              <a:extLst>
                <a:ext uri="{FF2B5EF4-FFF2-40B4-BE49-F238E27FC236}">
                  <a16:creationId xmlns:a16="http://schemas.microsoft.com/office/drawing/2014/main" id="{339DFB1B-5350-703E-957C-EE80DDFF0B35}"/>
                </a:ext>
              </a:extLst>
            </p:cNvPr>
            <p:cNvSpPr>
              <a:spLocks noGrp="1"/>
            </p:cNvSpPr>
            <p:nvPr/>
          </p:nvSpPr>
          <p:spPr>
            <a:xfrm>
              <a:off x="15978946" y="3220350"/>
              <a:ext cx="14977" cy="299"/>
            </a:xfrm>
            <a:custGeom>
              <a:avLst/>
              <a:gdLst/>
              <a:ahLst/>
              <a:cxnLst/>
              <a:rect l="0" t="0" r="0" b="0"/>
              <a:pathLst>
                <a:path w="14977" h="299">
                  <a:moveTo>
                    <a:pt x="0" y="0"/>
                  </a:moveTo>
                  <a:lnTo>
                    <a:pt x="14977" y="29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5" name="Output_receptor__5164">
              <a:extLst>
                <a:ext uri="{FF2B5EF4-FFF2-40B4-BE49-F238E27FC236}">
                  <a16:creationId xmlns:a16="http://schemas.microsoft.com/office/drawing/2014/main" id="{3DF52FBF-F652-F411-3673-511549B97744}"/>
                </a:ext>
              </a:extLst>
            </p:cNvPr>
            <p:cNvSpPr>
              <a:spLocks noGrp="1"/>
            </p:cNvSpPr>
            <p:nvPr/>
          </p:nvSpPr>
          <p:spPr>
            <a:xfrm>
              <a:off x="16335614" y="2598019"/>
              <a:ext cx="46467" cy="55111"/>
            </a:xfrm>
            <a:custGeom>
              <a:avLst/>
              <a:gdLst/>
              <a:ahLst/>
              <a:cxnLst/>
              <a:rect l="0" t="0" r="0" b="0"/>
              <a:pathLst>
                <a:path w="46467" h="55111">
                  <a:moveTo>
                    <a:pt x="46467" y="0"/>
                  </a:moveTo>
                  <a:lnTo>
                    <a:pt x="0" y="5511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6" name="Output_receptor__5165">
              <a:extLst>
                <a:ext uri="{FF2B5EF4-FFF2-40B4-BE49-F238E27FC236}">
                  <a16:creationId xmlns:a16="http://schemas.microsoft.com/office/drawing/2014/main" id="{59035CB5-CF9F-7880-2E43-7DA390900E8B}"/>
                </a:ext>
              </a:extLst>
            </p:cNvPr>
            <p:cNvSpPr>
              <a:spLocks noGrp="1"/>
            </p:cNvSpPr>
            <p:nvPr/>
          </p:nvSpPr>
          <p:spPr>
            <a:xfrm>
              <a:off x="15628715" y="4489114"/>
              <a:ext cx="31409" cy="57640"/>
            </a:xfrm>
            <a:custGeom>
              <a:avLst/>
              <a:gdLst/>
              <a:ahLst/>
              <a:cxnLst/>
              <a:rect l="0" t="0" r="0" b="0"/>
              <a:pathLst>
                <a:path w="31409" h="57640">
                  <a:moveTo>
                    <a:pt x="0" y="57640"/>
                  </a:moveTo>
                  <a:lnTo>
                    <a:pt x="31409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7" name="Output_receptor__5166">
              <a:extLst>
                <a:ext uri="{FF2B5EF4-FFF2-40B4-BE49-F238E27FC236}">
                  <a16:creationId xmlns:a16="http://schemas.microsoft.com/office/drawing/2014/main" id="{F9C1CEDF-455A-8E8F-EC6B-A3FABAB792A7}"/>
                </a:ext>
              </a:extLst>
            </p:cNvPr>
            <p:cNvSpPr>
              <a:spLocks noGrp="1"/>
            </p:cNvSpPr>
            <p:nvPr/>
          </p:nvSpPr>
          <p:spPr>
            <a:xfrm>
              <a:off x="15660124" y="4489114"/>
              <a:ext cx="63953" cy="12123"/>
            </a:xfrm>
            <a:custGeom>
              <a:avLst/>
              <a:gdLst/>
              <a:ahLst/>
              <a:cxnLst/>
              <a:rect l="0" t="0" r="0" b="0"/>
              <a:pathLst>
                <a:path w="63953" h="12123">
                  <a:moveTo>
                    <a:pt x="0" y="0"/>
                  </a:moveTo>
                  <a:lnTo>
                    <a:pt x="63953" y="1212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8" name="Output_receptor__5167">
              <a:extLst>
                <a:ext uri="{FF2B5EF4-FFF2-40B4-BE49-F238E27FC236}">
                  <a16:creationId xmlns:a16="http://schemas.microsoft.com/office/drawing/2014/main" id="{59B33B3F-F7F0-30DF-EC12-BC19A51C5747}"/>
                </a:ext>
              </a:extLst>
            </p:cNvPr>
            <p:cNvSpPr>
              <a:spLocks noGrp="1"/>
            </p:cNvSpPr>
            <p:nvPr/>
          </p:nvSpPr>
          <p:spPr>
            <a:xfrm>
              <a:off x="15299505" y="3444414"/>
              <a:ext cx="32693" cy="1291"/>
            </a:xfrm>
            <a:custGeom>
              <a:avLst/>
              <a:gdLst/>
              <a:ahLst/>
              <a:cxnLst/>
              <a:rect l="0" t="0" r="0" b="0"/>
              <a:pathLst>
                <a:path w="32693" h="1291">
                  <a:moveTo>
                    <a:pt x="32693" y="1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69" name="Output_receptor__5168">
              <a:extLst>
                <a:ext uri="{FF2B5EF4-FFF2-40B4-BE49-F238E27FC236}">
                  <a16:creationId xmlns:a16="http://schemas.microsoft.com/office/drawing/2014/main" id="{CE7B51DA-9EC7-65BA-B3CF-17E9B4DAD166}"/>
                </a:ext>
              </a:extLst>
            </p:cNvPr>
            <p:cNvSpPr>
              <a:spLocks noGrp="1"/>
            </p:cNvSpPr>
            <p:nvPr/>
          </p:nvSpPr>
          <p:spPr>
            <a:xfrm>
              <a:off x="16110999" y="2419129"/>
              <a:ext cx="65009" cy="29723"/>
            </a:xfrm>
            <a:custGeom>
              <a:avLst/>
              <a:gdLst/>
              <a:ahLst/>
              <a:cxnLst/>
              <a:rect l="0" t="0" r="0" b="0"/>
              <a:pathLst>
                <a:path w="65009" h="29723">
                  <a:moveTo>
                    <a:pt x="65009" y="0"/>
                  </a:moveTo>
                  <a:lnTo>
                    <a:pt x="0" y="29723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0" name="Output_receptor__5169">
              <a:extLst>
                <a:ext uri="{FF2B5EF4-FFF2-40B4-BE49-F238E27FC236}">
                  <a16:creationId xmlns:a16="http://schemas.microsoft.com/office/drawing/2014/main" id="{F02DE955-1EBD-1E5D-635A-5AC459E7DEEC}"/>
                </a:ext>
              </a:extLst>
            </p:cNvPr>
            <p:cNvSpPr>
              <a:spLocks noGrp="1"/>
            </p:cNvSpPr>
            <p:nvPr/>
          </p:nvSpPr>
          <p:spPr>
            <a:xfrm>
              <a:off x="16413591" y="3852203"/>
              <a:ext cx="27402" cy="44451"/>
            </a:xfrm>
            <a:custGeom>
              <a:avLst/>
              <a:gdLst/>
              <a:ahLst/>
              <a:cxnLst/>
              <a:rect l="0" t="0" r="0" b="0"/>
              <a:pathLst>
                <a:path w="27402" h="44451">
                  <a:moveTo>
                    <a:pt x="27402" y="0"/>
                  </a:moveTo>
                  <a:lnTo>
                    <a:pt x="0" y="44451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1" name="Output_receptor__5170">
              <a:extLst>
                <a:ext uri="{FF2B5EF4-FFF2-40B4-BE49-F238E27FC236}">
                  <a16:creationId xmlns:a16="http://schemas.microsoft.com/office/drawing/2014/main" id="{7CC93919-4E13-9E02-DCD0-4764F50F8A63}"/>
                </a:ext>
              </a:extLst>
            </p:cNvPr>
            <p:cNvSpPr>
              <a:spLocks noGrp="1"/>
            </p:cNvSpPr>
            <p:nvPr/>
          </p:nvSpPr>
          <p:spPr>
            <a:xfrm>
              <a:off x="16446862" y="3597700"/>
              <a:ext cx="52321" cy="43065"/>
            </a:xfrm>
            <a:custGeom>
              <a:avLst/>
              <a:gdLst/>
              <a:ahLst/>
              <a:cxnLst/>
              <a:rect l="0" t="0" r="0" b="0"/>
              <a:pathLst>
                <a:path w="52321" h="43065">
                  <a:moveTo>
                    <a:pt x="52321" y="0"/>
                  </a:moveTo>
                  <a:lnTo>
                    <a:pt x="0" y="43065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2" name="Output_receptor__5171">
              <a:extLst>
                <a:ext uri="{FF2B5EF4-FFF2-40B4-BE49-F238E27FC236}">
                  <a16:creationId xmlns:a16="http://schemas.microsoft.com/office/drawing/2014/main" id="{BE63CB9A-4E36-AA87-175D-DE27A8EB3A4B}"/>
                </a:ext>
              </a:extLst>
            </p:cNvPr>
            <p:cNvSpPr>
              <a:spLocks noGrp="1"/>
            </p:cNvSpPr>
            <p:nvPr/>
          </p:nvSpPr>
          <p:spPr>
            <a:xfrm>
              <a:off x="16601109" y="3943426"/>
              <a:ext cx="45293" cy="15507"/>
            </a:xfrm>
            <a:custGeom>
              <a:avLst/>
              <a:gdLst/>
              <a:ahLst/>
              <a:cxnLst/>
              <a:rect l="0" t="0" r="0" b="0"/>
              <a:pathLst>
                <a:path w="45293" h="15507">
                  <a:moveTo>
                    <a:pt x="45293" y="0"/>
                  </a:moveTo>
                  <a:lnTo>
                    <a:pt x="0" y="1550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3" name="Output_receptor__5172">
              <a:extLst>
                <a:ext uri="{FF2B5EF4-FFF2-40B4-BE49-F238E27FC236}">
                  <a16:creationId xmlns:a16="http://schemas.microsoft.com/office/drawing/2014/main" id="{F2F10BCE-8485-9AA6-C10B-A3B54AFF9E69}"/>
                </a:ext>
              </a:extLst>
            </p:cNvPr>
            <p:cNvSpPr>
              <a:spLocks noGrp="1"/>
            </p:cNvSpPr>
            <p:nvPr/>
          </p:nvSpPr>
          <p:spPr>
            <a:xfrm>
              <a:off x="16032268" y="2342855"/>
              <a:ext cx="41756" cy="51017"/>
            </a:xfrm>
            <a:custGeom>
              <a:avLst/>
              <a:gdLst/>
              <a:ahLst/>
              <a:cxnLst/>
              <a:rect l="0" t="0" r="0" b="0"/>
              <a:pathLst>
                <a:path w="41756" h="51017">
                  <a:moveTo>
                    <a:pt x="0" y="51017"/>
                  </a:moveTo>
                  <a:lnTo>
                    <a:pt x="4175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4" name="Output_receptor__5173">
              <a:extLst>
                <a:ext uri="{FF2B5EF4-FFF2-40B4-BE49-F238E27FC236}">
                  <a16:creationId xmlns:a16="http://schemas.microsoft.com/office/drawing/2014/main" id="{31FBF16E-8D7A-EB27-DB5F-2B3F9179CBDF}"/>
                </a:ext>
              </a:extLst>
            </p:cNvPr>
            <p:cNvSpPr>
              <a:spLocks noGrp="1"/>
            </p:cNvSpPr>
            <p:nvPr/>
          </p:nvSpPr>
          <p:spPr>
            <a:xfrm>
              <a:off x="16358458" y="3341865"/>
              <a:ext cx="22627" cy="59346"/>
            </a:xfrm>
            <a:custGeom>
              <a:avLst/>
              <a:gdLst/>
              <a:ahLst/>
              <a:cxnLst/>
              <a:rect l="0" t="0" r="0" b="0"/>
              <a:pathLst>
                <a:path w="22627" h="59346">
                  <a:moveTo>
                    <a:pt x="0" y="59346"/>
                  </a:moveTo>
                  <a:lnTo>
                    <a:pt x="22627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5" name="Output_receptor__5174">
              <a:extLst>
                <a:ext uri="{FF2B5EF4-FFF2-40B4-BE49-F238E27FC236}">
                  <a16:creationId xmlns:a16="http://schemas.microsoft.com/office/drawing/2014/main" id="{CE9AB5FA-5AE1-11D0-75E0-12CD97F26A69}"/>
                </a:ext>
              </a:extLst>
            </p:cNvPr>
            <p:cNvSpPr>
              <a:spLocks noGrp="1"/>
            </p:cNvSpPr>
            <p:nvPr/>
          </p:nvSpPr>
          <p:spPr>
            <a:xfrm>
              <a:off x="15544877" y="3389811"/>
              <a:ext cx="3013" cy="1757"/>
            </a:xfrm>
            <a:custGeom>
              <a:avLst/>
              <a:gdLst/>
              <a:ahLst/>
              <a:cxnLst/>
              <a:rect l="0" t="0" r="0" b="0"/>
              <a:pathLst>
                <a:path w="3013" h="1757">
                  <a:moveTo>
                    <a:pt x="0" y="1757"/>
                  </a:moveTo>
                  <a:lnTo>
                    <a:pt x="301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6" name="Output_receptor__5175">
              <a:extLst>
                <a:ext uri="{FF2B5EF4-FFF2-40B4-BE49-F238E27FC236}">
                  <a16:creationId xmlns:a16="http://schemas.microsoft.com/office/drawing/2014/main" id="{8B20122E-8218-A97C-3C8A-17DDFC72471E}"/>
                </a:ext>
              </a:extLst>
            </p:cNvPr>
            <p:cNvSpPr>
              <a:spLocks noGrp="1"/>
            </p:cNvSpPr>
            <p:nvPr/>
          </p:nvSpPr>
          <p:spPr>
            <a:xfrm>
              <a:off x="16075878" y="3511537"/>
              <a:ext cx="14186" cy="3933"/>
            </a:xfrm>
            <a:custGeom>
              <a:avLst/>
              <a:gdLst/>
              <a:ahLst/>
              <a:cxnLst/>
              <a:rect l="0" t="0" r="0" b="0"/>
              <a:pathLst>
                <a:path w="14186" h="3933">
                  <a:moveTo>
                    <a:pt x="0" y="3933"/>
                  </a:moveTo>
                  <a:lnTo>
                    <a:pt x="14186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7" name="Output_receptor__5176">
              <a:extLst>
                <a:ext uri="{FF2B5EF4-FFF2-40B4-BE49-F238E27FC236}">
                  <a16:creationId xmlns:a16="http://schemas.microsoft.com/office/drawing/2014/main" id="{4F2E1F35-D5AD-61B1-27A1-3243BDE24F2E}"/>
                </a:ext>
              </a:extLst>
            </p:cNvPr>
            <p:cNvSpPr>
              <a:spLocks noGrp="1"/>
            </p:cNvSpPr>
            <p:nvPr/>
          </p:nvSpPr>
          <p:spPr>
            <a:xfrm>
              <a:off x="16503688" y="3858733"/>
              <a:ext cx="2488" cy="72086"/>
            </a:xfrm>
            <a:custGeom>
              <a:avLst/>
              <a:gdLst/>
              <a:ahLst/>
              <a:cxnLst/>
              <a:rect l="0" t="0" r="0" b="0"/>
              <a:pathLst>
                <a:path w="2488" h="72086">
                  <a:moveTo>
                    <a:pt x="0" y="72086"/>
                  </a:moveTo>
                  <a:lnTo>
                    <a:pt x="248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8" name="Output_receptor__5177">
              <a:extLst>
                <a:ext uri="{FF2B5EF4-FFF2-40B4-BE49-F238E27FC236}">
                  <a16:creationId xmlns:a16="http://schemas.microsoft.com/office/drawing/2014/main" id="{4AC34CD3-E39F-5693-F26A-B24093D6E37D}"/>
                </a:ext>
              </a:extLst>
            </p:cNvPr>
            <p:cNvSpPr>
              <a:spLocks noGrp="1"/>
            </p:cNvSpPr>
            <p:nvPr/>
          </p:nvSpPr>
          <p:spPr>
            <a:xfrm>
              <a:off x="16276468" y="3525187"/>
              <a:ext cx="31612" cy="46291"/>
            </a:xfrm>
            <a:custGeom>
              <a:avLst/>
              <a:gdLst/>
              <a:ahLst/>
              <a:cxnLst/>
              <a:rect l="0" t="0" r="0" b="0"/>
              <a:pathLst>
                <a:path w="31612" h="46291">
                  <a:moveTo>
                    <a:pt x="31612" y="462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79" name="Output_receptor__5178">
              <a:extLst>
                <a:ext uri="{FF2B5EF4-FFF2-40B4-BE49-F238E27FC236}">
                  <a16:creationId xmlns:a16="http://schemas.microsoft.com/office/drawing/2014/main" id="{F1FEA05D-9F25-C30B-90E4-090E1DC815A3}"/>
                </a:ext>
              </a:extLst>
            </p:cNvPr>
            <p:cNvSpPr>
              <a:spLocks noGrp="1"/>
            </p:cNvSpPr>
            <p:nvPr/>
          </p:nvSpPr>
          <p:spPr>
            <a:xfrm>
              <a:off x="15721278" y="4501238"/>
              <a:ext cx="2799" cy="70330"/>
            </a:xfrm>
            <a:custGeom>
              <a:avLst/>
              <a:gdLst/>
              <a:ahLst/>
              <a:cxnLst/>
              <a:rect l="0" t="0" r="0" b="0"/>
              <a:pathLst>
                <a:path w="2799" h="70330">
                  <a:moveTo>
                    <a:pt x="2799" y="0"/>
                  </a:moveTo>
                  <a:lnTo>
                    <a:pt x="0" y="7033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0" name="Output_receptor__5179">
              <a:extLst>
                <a:ext uri="{FF2B5EF4-FFF2-40B4-BE49-F238E27FC236}">
                  <a16:creationId xmlns:a16="http://schemas.microsoft.com/office/drawing/2014/main" id="{81DDE132-3B7A-C585-CA4E-76127FB8C260}"/>
                </a:ext>
              </a:extLst>
            </p:cNvPr>
            <p:cNvSpPr>
              <a:spLocks noGrp="1"/>
            </p:cNvSpPr>
            <p:nvPr/>
          </p:nvSpPr>
          <p:spPr>
            <a:xfrm>
              <a:off x="15576411" y="3211892"/>
              <a:ext cx="65622" cy="18091"/>
            </a:xfrm>
            <a:custGeom>
              <a:avLst/>
              <a:gdLst/>
              <a:ahLst/>
              <a:cxnLst/>
              <a:rect l="0" t="0" r="0" b="0"/>
              <a:pathLst>
                <a:path w="65622" h="18091">
                  <a:moveTo>
                    <a:pt x="65622" y="180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1" name="Output_receptor__5180">
              <a:extLst>
                <a:ext uri="{FF2B5EF4-FFF2-40B4-BE49-F238E27FC236}">
                  <a16:creationId xmlns:a16="http://schemas.microsoft.com/office/drawing/2014/main" id="{BF9AB328-AF10-17C6-476F-6BFA396193AE}"/>
                </a:ext>
              </a:extLst>
            </p:cNvPr>
            <p:cNvSpPr>
              <a:spLocks noGrp="1"/>
            </p:cNvSpPr>
            <p:nvPr/>
          </p:nvSpPr>
          <p:spPr>
            <a:xfrm>
              <a:off x="16129741" y="3851579"/>
              <a:ext cx="31283" cy="64164"/>
            </a:xfrm>
            <a:custGeom>
              <a:avLst/>
              <a:gdLst/>
              <a:ahLst/>
              <a:cxnLst/>
              <a:rect l="0" t="0" r="0" b="0"/>
              <a:pathLst>
                <a:path w="31283" h="64164">
                  <a:moveTo>
                    <a:pt x="0" y="64164"/>
                  </a:moveTo>
                  <a:lnTo>
                    <a:pt x="31283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2" name="Output_receptor__5181">
              <a:extLst>
                <a:ext uri="{FF2B5EF4-FFF2-40B4-BE49-F238E27FC236}">
                  <a16:creationId xmlns:a16="http://schemas.microsoft.com/office/drawing/2014/main" id="{92515421-D37A-67C8-5C92-25BA727C8AC4}"/>
                </a:ext>
              </a:extLst>
            </p:cNvPr>
            <p:cNvSpPr>
              <a:spLocks noGrp="1"/>
            </p:cNvSpPr>
            <p:nvPr/>
          </p:nvSpPr>
          <p:spPr>
            <a:xfrm>
              <a:off x="16167168" y="3645443"/>
              <a:ext cx="34169" cy="62679"/>
            </a:xfrm>
            <a:custGeom>
              <a:avLst/>
              <a:gdLst/>
              <a:ahLst/>
              <a:cxnLst/>
              <a:rect l="0" t="0" r="0" b="0"/>
              <a:pathLst>
                <a:path w="34169" h="62679">
                  <a:moveTo>
                    <a:pt x="0" y="0"/>
                  </a:moveTo>
                  <a:lnTo>
                    <a:pt x="34169" y="62679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3" name="Output_receptor__5182">
              <a:extLst>
                <a:ext uri="{FF2B5EF4-FFF2-40B4-BE49-F238E27FC236}">
                  <a16:creationId xmlns:a16="http://schemas.microsoft.com/office/drawing/2014/main" id="{068A03C8-ACE4-08F4-7213-B3BFDDD2476F}"/>
                </a:ext>
              </a:extLst>
            </p:cNvPr>
            <p:cNvSpPr>
              <a:spLocks noGrp="1"/>
            </p:cNvSpPr>
            <p:nvPr/>
          </p:nvSpPr>
          <p:spPr>
            <a:xfrm>
              <a:off x="15380117" y="2748649"/>
              <a:ext cx="36166" cy="23342"/>
            </a:xfrm>
            <a:custGeom>
              <a:avLst/>
              <a:gdLst/>
              <a:ahLst/>
              <a:cxnLst/>
              <a:rect l="0" t="0" r="0" b="0"/>
              <a:pathLst>
                <a:path w="36166" h="23342">
                  <a:moveTo>
                    <a:pt x="0" y="0"/>
                  </a:moveTo>
                  <a:lnTo>
                    <a:pt x="36166" y="23342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4" name="Output_receptor__5183">
              <a:extLst>
                <a:ext uri="{FF2B5EF4-FFF2-40B4-BE49-F238E27FC236}">
                  <a16:creationId xmlns:a16="http://schemas.microsoft.com/office/drawing/2014/main" id="{F2DBA5EE-9615-1154-7844-737020B92ED5}"/>
                </a:ext>
              </a:extLst>
            </p:cNvPr>
            <p:cNvSpPr>
              <a:spLocks noGrp="1"/>
            </p:cNvSpPr>
            <p:nvPr/>
          </p:nvSpPr>
          <p:spPr>
            <a:xfrm>
              <a:off x="15436905" y="4372284"/>
              <a:ext cx="19125" cy="32951"/>
            </a:xfrm>
            <a:custGeom>
              <a:avLst/>
              <a:gdLst/>
              <a:ahLst/>
              <a:cxnLst/>
              <a:rect l="0" t="0" r="0" b="0"/>
              <a:pathLst>
                <a:path w="19125" h="32951">
                  <a:moveTo>
                    <a:pt x="0" y="0"/>
                  </a:moveTo>
                  <a:lnTo>
                    <a:pt x="19125" y="32951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5" name="Output_receptor__5184">
              <a:extLst>
                <a:ext uri="{FF2B5EF4-FFF2-40B4-BE49-F238E27FC236}">
                  <a16:creationId xmlns:a16="http://schemas.microsoft.com/office/drawing/2014/main" id="{B54AE44B-7110-3504-5304-2752E93D9066}"/>
                </a:ext>
              </a:extLst>
            </p:cNvPr>
            <p:cNvSpPr>
              <a:spLocks noGrp="1"/>
            </p:cNvSpPr>
            <p:nvPr/>
          </p:nvSpPr>
          <p:spPr>
            <a:xfrm>
              <a:off x="16051171" y="3023312"/>
              <a:ext cx="7662" cy="52423"/>
            </a:xfrm>
            <a:custGeom>
              <a:avLst/>
              <a:gdLst/>
              <a:ahLst/>
              <a:cxnLst/>
              <a:rect l="0" t="0" r="0" b="0"/>
              <a:pathLst>
                <a:path w="7662" h="52423">
                  <a:moveTo>
                    <a:pt x="7662" y="0"/>
                  </a:moveTo>
                  <a:lnTo>
                    <a:pt x="0" y="52423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6" name="Output_receptor__5185">
              <a:extLst>
                <a:ext uri="{FF2B5EF4-FFF2-40B4-BE49-F238E27FC236}">
                  <a16:creationId xmlns:a16="http://schemas.microsoft.com/office/drawing/2014/main" id="{0FEE557F-1842-E83D-3322-9F9CECE87CFC}"/>
                </a:ext>
              </a:extLst>
            </p:cNvPr>
            <p:cNvSpPr>
              <a:spLocks noGrp="1"/>
            </p:cNvSpPr>
            <p:nvPr/>
          </p:nvSpPr>
          <p:spPr>
            <a:xfrm>
              <a:off x="15768036" y="2634986"/>
              <a:ext cx="31744" cy="63529"/>
            </a:xfrm>
            <a:custGeom>
              <a:avLst/>
              <a:gdLst/>
              <a:ahLst/>
              <a:cxnLst/>
              <a:rect l="0" t="0" r="0" b="0"/>
              <a:pathLst>
                <a:path w="31744" h="63529">
                  <a:moveTo>
                    <a:pt x="0" y="63529"/>
                  </a:moveTo>
                  <a:lnTo>
                    <a:pt x="31744" y="0"/>
                  </a:lnTo>
                </a:path>
              </a:pathLst>
            </a:custGeom>
            <a:noFill/>
            <a:ln w="8096">
              <a:solidFill>
                <a:srgbClr val="E9ECEF"/>
              </a:solidFill>
            </a:ln>
          </p:spPr>
        </p:sp>
        <p:sp>
          <p:nvSpPr>
            <p:cNvPr id="5187" name="Output_receptor__5186">
              <a:extLst>
                <a:ext uri="{FF2B5EF4-FFF2-40B4-BE49-F238E27FC236}">
                  <a16:creationId xmlns:a16="http://schemas.microsoft.com/office/drawing/2014/main" id="{7B59EEA3-4536-E858-9B1A-EEC291F9AF25}"/>
                </a:ext>
              </a:extLst>
            </p:cNvPr>
            <p:cNvSpPr>
              <a:spLocks noGrp="1"/>
            </p:cNvSpPr>
            <p:nvPr/>
          </p:nvSpPr>
          <p:spPr>
            <a:xfrm>
              <a:off x="15499057" y="3658329"/>
              <a:ext cx="19178" cy="18149"/>
            </a:xfrm>
            <a:custGeom>
              <a:avLst/>
              <a:gdLst/>
              <a:ahLst/>
              <a:cxnLst/>
              <a:rect l="0" t="0" r="0" b="0"/>
              <a:pathLst>
                <a:path w="19178" h="18149">
                  <a:moveTo>
                    <a:pt x="0" y="18149"/>
                  </a:moveTo>
                  <a:lnTo>
                    <a:pt x="19178" y="0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8" name="Output_receptor__5187">
              <a:extLst>
                <a:ext uri="{FF2B5EF4-FFF2-40B4-BE49-F238E27FC236}">
                  <a16:creationId xmlns:a16="http://schemas.microsoft.com/office/drawing/2014/main" id="{5AEF57CF-B79B-A738-9AC1-DDB121012A08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7" y="4221345"/>
              <a:ext cx="42724" cy="55847"/>
            </a:xfrm>
            <a:custGeom>
              <a:avLst/>
              <a:gdLst/>
              <a:ahLst/>
              <a:cxnLst/>
              <a:rect l="0" t="0" r="0" b="0"/>
              <a:pathLst>
                <a:path w="42724" h="55847">
                  <a:moveTo>
                    <a:pt x="0" y="0"/>
                  </a:moveTo>
                  <a:lnTo>
                    <a:pt x="42724" y="55847"/>
                  </a:lnTo>
                </a:path>
              </a:pathLst>
            </a:custGeom>
            <a:noFill/>
            <a:ln w="20003">
              <a:solidFill>
                <a:srgbClr val="E9ECEF"/>
              </a:solidFill>
            </a:ln>
          </p:spPr>
        </p:sp>
        <p:sp>
          <p:nvSpPr>
            <p:cNvPr id="5189" name="Output_receptor__5188">
              <a:extLst>
                <a:ext uri="{FF2B5EF4-FFF2-40B4-BE49-F238E27FC236}">
                  <a16:creationId xmlns:a16="http://schemas.microsoft.com/office/drawing/2014/main" id="{89D237E0-D556-EEA5-13F5-9B7FD31EF021}"/>
                </a:ext>
              </a:extLst>
            </p:cNvPr>
            <p:cNvSpPr>
              <a:spLocks noGrp="1"/>
            </p:cNvSpPr>
            <p:nvPr/>
          </p:nvSpPr>
          <p:spPr>
            <a:xfrm>
              <a:off x="15536483" y="3299238"/>
              <a:ext cx="22969" cy="6138"/>
            </a:xfrm>
            <a:custGeom>
              <a:avLst/>
              <a:gdLst/>
              <a:ahLst/>
              <a:cxnLst/>
              <a:rect l="0" t="0" r="0" b="0"/>
              <a:pathLst>
                <a:path w="22969" h="6138">
                  <a:moveTo>
                    <a:pt x="22969" y="61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0" name="Output_receptor__5189">
              <a:extLst>
                <a:ext uri="{FF2B5EF4-FFF2-40B4-BE49-F238E27FC236}">
                  <a16:creationId xmlns:a16="http://schemas.microsoft.com/office/drawing/2014/main" id="{31B5F417-099D-DB5C-5474-E4F0106AD0F3}"/>
                </a:ext>
              </a:extLst>
            </p:cNvPr>
            <p:cNvSpPr>
              <a:spLocks noGrp="1"/>
            </p:cNvSpPr>
            <p:nvPr/>
          </p:nvSpPr>
          <p:spPr>
            <a:xfrm>
              <a:off x="15375986" y="2681620"/>
              <a:ext cx="70944" cy="1472"/>
            </a:xfrm>
            <a:custGeom>
              <a:avLst/>
              <a:gdLst/>
              <a:ahLst/>
              <a:cxnLst/>
              <a:rect l="0" t="0" r="0" b="0"/>
              <a:pathLst>
                <a:path w="70944" h="1472">
                  <a:moveTo>
                    <a:pt x="70944" y="147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1" name="Output_receptor__5190">
              <a:extLst>
                <a:ext uri="{FF2B5EF4-FFF2-40B4-BE49-F238E27FC236}">
                  <a16:creationId xmlns:a16="http://schemas.microsoft.com/office/drawing/2014/main" id="{C749841C-C07C-88A6-8BD0-85E5D577135E}"/>
                </a:ext>
              </a:extLst>
            </p:cNvPr>
            <p:cNvSpPr>
              <a:spLocks noGrp="1"/>
            </p:cNvSpPr>
            <p:nvPr/>
          </p:nvSpPr>
          <p:spPr>
            <a:xfrm>
              <a:off x="15347357" y="3335793"/>
              <a:ext cx="35243" cy="62799"/>
            </a:xfrm>
            <a:custGeom>
              <a:avLst/>
              <a:gdLst/>
              <a:ahLst/>
              <a:cxnLst/>
              <a:rect l="0" t="0" r="0" b="0"/>
              <a:pathLst>
                <a:path w="35243" h="62799">
                  <a:moveTo>
                    <a:pt x="0" y="0"/>
                  </a:moveTo>
                  <a:lnTo>
                    <a:pt x="35243" y="62799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2" name="Output_receptor__5191">
              <a:extLst>
                <a:ext uri="{FF2B5EF4-FFF2-40B4-BE49-F238E27FC236}">
                  <a16:creationId xmlns:a16="http://schemas.microsoft.com/office/drawing/2014/main" id="{B82A71EB-0D52-A228-2DA9-48CF3B679940}"/>
                </a:ext>
              </a:extLst>
            </p:cNvPr>
            <p:cNvSpPr>
              <a:spLocks noGrp="1"/>
            </p:cNvSpPr>
            <p:nvPr/>
          </p:nvSpPr>
          <p:spPr>
            <a:xfrm>
              <a:off x="16414222" y="4105977"/>
              <a:ext cx="31646" cy="62995"/>
            </a:xfrm>
            <a:custGeom>
              <a:avLst/>
              <a:gdLst/>
              <a:ahLst/>
              <a:cxnLst/>
              <a:rect l="0" t="0" r="0" b="0"/>
              <a:pathLst>
                <a:path w="31646" h="62995">
                  <a:moveTo>
                    <a:pt x="31646" y="0"/>
                  </a:moveTo>
                  <a:lnTo>
                    <a:pt x="0" y="6299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3" name="Output_receptor__5192">
              <a:extLst>
                <a:ext uri="{FF2B5EF4-FFF2-40B4-BE49-F238E27FC236}">
                  <a16:creationId xmlns:a16="http://schemas.microsoft.com/office/drawing/2014/main" id="{7831FC69-B564-F6AF-635E-7E25763E65BF}"/>
                </a:ext>
              </a:extLst>
            </p:cNvPr>
            <p:cNvSpPr>
              <a:spLocks noGrp="1"/>
            </p:cNvSpPr>
            <p:nvPr/>
          </p:nvSpPr>
          <p:spPr>
            <a:xfrm>
              <a:off x="15621475" y="3964105"/>
              <a:ext cx="60392" cy="38955"/>
            </a:xfrm>
            <a:custGeom>
              <a:avLst/>
              <a:gdLst/>
              <a:ahLst/>
              <a:cxnLst/>
              <a:rect l="0" t="0" r="0" b="0"/>
              <a:pathLst>
                <a:path w="60392" h="38955">
                  <a:moveTo>
                    <a:pt x="60392" y="0"/>
                  </a:moveTo>
                  <a:lnTo>
                    <a:pt x="0" y="38955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194" name="Output_receptor__5193">
              <a:extLst>
                <a:ext uri="{FF2B5EF4-FFF2-40B4-BE49-F238E27FC236}">
                  <a16:creationId xmlns:a16="http://schemas.microsoft.com/office/drawing/2014/main" id="{A32BA239-CE93-916A-9E14-59A96A5C2195}"/>
                </a:ext>
              </a:extLst>
            </p:cNvPr>
            <p:cNvSpPr>
              <a:spLocks noGrp="1"/>
            </p:cNvSpPr>
            <p:nvPr/>
          </p:nvSpPr>
          <p:spPr>
            <a:xfrm>
              <a:off x="16175391" y="2781910"/>
              <a:ext cx="39570" cy="40795"/>
            </a:xfrm>
            <a:custGeom>
              <a:avLst/>
              <a:gdLst/>
              <a:ahLst/>
              <a:cxnLst/>
              <a:rect l="0" t="0" r="0" b="0"/>
              <a:pathLst>
                <a:path w="39570" h="40795">
                  <a:moveTo>
                    <a:pt x="39570" y="4079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5" name="Output_receptor__5194">
              <a:extLst>
                <a:ext uri="{FF2B5EF4-FFF2-40B4-BE49-F238E27FC236}">
                  <a16:creationId xmlns:a16="http://schemas.microsoft.com/office/drawing/2014/main" id="{C91981A8-A161-CF2A-17A6-94CC5B8951B2}"/>
                </a:ext>
              </a:extLst>
            </p:cNvPr>
            <p:cNvSpPr>
              <a:spLocks noGrp="1"/>
            </p:cNvSpPr>
            <p:nvPr/>
          </p:nvSpPr>
          <p:spPr>
            <a:xfrm>
              <a:off x="15642032" y="3229984"/>
              <a:ext cx="38170" cy="45432"/>
            </a:xfrm>
            <a:custGeom>
              <a:avLst/>
              <a:gdLst/>
              <a:ahLst/>
              <a:cxnLst/>
              <a:rect l="0" t="0" r="0" b="0"/>
              <a:pathLst>
                <a:path w="38170" h="45432">
                  <a:moveTo>
                    <a:pt x="38170" y="4543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6" name="Output_receptor__5195">
              <a:extLst>
                <a:ext uri="{FF2B5EF4-FFF2-40B4-BE49-F238E27FC236}">
                  <a16:creationId xmlns:a16="http://schemas.microsoft.com/office/drawing/2014/main" id="{BC47C969-84F2-EF5D-50A7-F0D2995E4096}"/>
                </a:ext>
              </a:extLst>
            </p:cNvPr>
            <p:cNvSpPr>
              <a:spLocks noGrp="1"/>
            </p:cNvSpPr>
            <p:nvPr/>
          </p:nvSpPr>
          <p:spPr>
            <a:xfrm>
              <a:off x="15745746" y="2561115"/>
              <a:ext cx="54035" cy="73870"/>
            </a:xfrm>
            <a:custGeom>
              <a:avLst/>
              <a:gdLst/>
              <a:ahLst/>
              <a:cxnLst/>
              <a:rect l="0" t="0" r="0" b="0"/>
              <a:pathLst>
                <a:path w="54035" h="73870">
                  <a:moveTo>
                    <a:pt x="54035" y="738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7" name="Output_receptor__5196">
              <a:extLst>
                <a:ext uri="{FF2B5EF4-FFF2-40B4-BE49-F238E27FC236}">
                  <a16:creationId xmlns:a16="http://schemas.microsoft.com/office/drawing/2014/main" id="{F8C8E206-F4F0-6F46-64C8-22CABE73264B}"/>
                </a:ext>
              </a:extLst>
            </p:cNvPr>
            <p:cNvSpPr>
              <a:spLocks noGrp="1"/>
            </p:cNvSpPr>
            <p:nvPr/>
          </p:nvSpPr>
          <p:spPr>
            <a:xfrm>
              <a:off x="16120023" y="2659712"/>
              <a:ext cx="1953" cy="27620"/>
            </a:xfrm>
            <a:custGeom>
              <a:avLst/>
              <a:gdLst/>
              <a:ahLst/>
              <a:cxnLst/>
              <a:rect l="0" t="0" r="0" b="0"/>
              <a:pathLst>
                <a:path w="1953" h="27620">
                  <a:moveTo>
                    <a:pt x="0" y="0"/>
                  </a:moveTo>
                  <a:lnTo>
                    <a:pt x="1953" y="2762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8" name="Output_receptor__5197">
              <a:extLst>
                <a:ext uri="{FF2B5EF4-FFF2-40B4-BE49-F238E27FC236}">
                  <a16:creationId xmlns:a16="http://schemas.microsoft.com/office/drawing/2014/main" id="{281E5F29-FFED-613B-CD0A-247815A0B3A8}"/>
                </a:ext>
              </a:extLst>
            </p:cNvPr>
            <p:cNvSpPr>
              <a:spLocks noGrp="1"/>
            </p:cNvSpPr>
            <p:nvPr/>
          </p:nvSpPr>
          <p:spPr>
            <a:xfrm>
              <a:off x="16116905" y="3427406"/>
              <a:ext cx="47657" cy="38577"/>
            </a:xfrm>
            <a:custGeom>
              <a:avLst/>
              <a:gdLst/>
              <a:ahLst/>
              <a:cxnLst/>
              <a:rect l="0" t="0" r="0" b="0"/>
              <a:pathLst>
                <a:path w="47657" h="38577">
                  <a:moveTo>
                    <a:pt x="0" y="0"/>
                  </a:moveTo>
                  <a:lnTo>
                    <a:pt x="47657" y="38577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199" name="Output_receptor__5198">
              <a:extLst>
                <a:ext uri="{FF2B5EF4-FFF2-40B4-BE49-F238E27FC236}">
                  <a16:creationId xmlns:a16="http://schemas.microsoft.com/office/drawing/2014/main" id="{3B2A3987-D870-C7ED-2B97-B0511271C5C7}"/>
                </a:ext>
              </a:extLst>
            </p:cNvPr>
            <p:cNvSpPr>
              <a:spLocks noGrp="1"/>
            </p:cNvSpPr>
            <p:nvPr/>
          </p:nvSpPr>
          <p:spPr>
            <a:xfrm>
              <a:off x="16167787" y="2580816"/>
              <a:ext cx="22355" cy="936"/>
            </a:xfrm>
            <a:custGeom>
              <a:avLst/>
              <a:gdLst/>
              <a:ahLst/>
              <a:cxnLst/>
              <a:rect l="0" t="0" r="0" b="0"/>
              <a:pathLst>
                <a:path w="22355" h="936">
                  <a:moveTo>
                    <a:pt x="22355" y="0"/>
                  </a:moveTo>
                  <a:lnTo>
                    <a:pt x="0" y="936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0" name="Output_receptor__5199">
              <a:extLst>
                <a:ext uri="{FF2B5EF4-FFF2-40B4-BE49-F238E27FC236}">
                  <a16:creationId xmlns:a16="http://schemas.microsoft.com/office/drawing/2014/main" id="{0C12D987-A0E5-F8FD-74DF-AD4B0A42B512}"/>
                </a:ext>
              </a:extLst>
            </p:cNvPr>
            <p:cNvSpPr>
              <a:spLocks noGrp="1"/>
            </p:cNvSpPr>
            <p:nvPr/>
          </p:nvSpPr>
          <p:spPr>
            <a:xfrm>
              <a:off x="15622598" y="2859321"/>
              <a:ext cx="64514" cy="29265"/>
            </a:xfrm>
            <a:custGeom>
              <a:avLst/>
              <a:gdLst/>
              <a:ahLst/>
              <a:cxnLst/>
              <a:rect l="0" t="0" r="0" b="0"/>
              <a:pathLst>
                <a:path w="64514" h="29265">
                  <a:moveTo>
                    <a:pt x="0" y="29265"/>
                  </a:moveTo>
                  <a:lnTo>
                    <a:pt x="6451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1" name="Output_receptor__5200">
              <a:extLst>
                <a:ext uri="{FF2B5EF4-FFF2-40B4-BE49-F238E27FC236}">
                  <a16:creationId xmlns:a16="http://schemas.microsoft.com/office/drawing/2014/main" id="{1AD9CDB0-F21F-2FEC-189C-875BF4CB56FE}"/>
                </a:ext>
              </a:extLst>
            </p:cNvPr>
            <p:cNvSpPr>
              <a:spLocks noGrp="1"/>
            </p:cNvSpPr>
            <p:nvPr/>
          </p:nvSpPr>
          <p:spPr>
            <a:xfrm>
              <a:off x="15739077" y="3383495"/>
              <a:ext cx="54683" cy="31497"/>
            </a:xfrm>
            <a:custGeom>
              <a:avLst/>
              <a:gdLst/>
              <a:ahLst/>
              <a:cxnLst/>
              <a:rect l="0" t="0" r="0" b="0"/>
              <a:pathLst>
                <a:path w="54683" h="31497">
                  <a:moveTo>
                    <a:pt x="0" y="0"/>
                  </a:moveTo>
                  <a:lnTo>
                    <a:pt x="54683" y="3149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2" name="Output_receptor__5201">
              <a:extLst>
                <a:ext uri="{FF2B5EF4-FFF2-40B4-BE49-F238E27FC236}">
                  <a16:creationId xmlns:a16="http://schemas.microsoft.com/office/drawing/2014/main" id="{13B23A74-0DF0-14A4-2299-9EDFEB9A8ED9}"/>
                </a:ext>
              </a:extLst>
            </p:cNvPr>
            <p:cNvSpPr>
              <a:spLocks noGrp="1"/>
            </p:cNvSpPr>
            <p:nvPr/>
          </p:nvSpPr>
          <p:spPr>
            <a:xfrm>
              <a:off x="16668311" y="3971355"/>
              <a:ext cx="34959" cy="59693"/>
            </a:xfrm>
            <a:custGeom>
              <a:avLst/>
              <a:gdLst/>
              <a:ahLst/>
              <a:cxnLst/>
              <a:rect l="0" t="0" r="0" b="0"/>
              <a:pathLst>
                <a:path w="34959" h="59693">
                  <a:moveTo>
                    <a:pt x="0" y="59693"/>
                  </a:moveTo>
                  <a:lnTo>
                    <a:pt x="3495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3" name="Output_receptor__5202">
              <a:extLst>
                <a:ext uri="{FF2B5EF4-FFF2-40B4-BE49-F238E27FC236}">
                  <a16:creationId xmlns:a16="http://schemas.microsoft.com/office/drawing/2014/main" id="{7A0BAD9B-BE9C-A660-B33D-DABFC31F9021}"/>
                </a:ext>
              </a:extLst>
            </p:cNvPr>
            <p:cNvSpPr>
              <a:spLocks noGrp="1"/>
            </p:cNvSpPr>
            <p:nvPr/>
          </p:nvSpPr>
          <p:spPr>
            <a:xfrm>
              <a:off x="15536012" y="3481177"/>
              <a:ext cx="37929" cy="2174"/>
            </a:xfrm>
            <a:custGeom>
              <a:avLst/>
              <a:gdLst/>
              <a:ahLst/>
              <a:cxnLst/>
              <a:rect l="0" t="0" r="0" b="0"/>
              <a:pathLst>
                <a:path w="37929" h="2174">
                  <a:moveTo>
                    <a:pt x="0" y="2174"/>
                  </a:moveTo>
                  <a:lnTo>
                    <a:pt x="3792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4" name="Output_receptor__5203">
              <a:extLst>
                <a:ext uri="{FF2B5EF4-FFF2-40B4-BE49-F238E27FC236}">
                  <a16:creationId xmlns:a16="http://schemas.microsoft.com/office/drawing/2014/main" id="{8558E210-A731-D19A-47D3-A7D3ED2B6877}"/>
                </a:ext>
              </a:extLst>
            </p:cNvPr>
            <p:cNvSpPr>
              <a:spLocks noGrp="1"/>
            </p:cNvSpPr>
            <p:nvPr/>
          </p:nvSpPr>
          <p:spPr>
            <a:xfrm>
              <a:off x="16206580" y="2994136"/>
              <a:ext cx="20965" cy="7075"/>
            </a:xfrm>
            <a:custGeom>
              <a:avLst/>
              <a:gdLst/>
              <a:ahLst/>
              <a:cxnLst/>
              <a:rect l="0" t="0" r="0" b="0"/>
              <a:pathLst>
                <a:path w="20965" h="7075">
                  <a:moveTo>
                    <a:pt x="20965" y="7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05" name="Output_receptor__5204">
              <a:extLst>
                <a:ext uri="{FF2B5EF4-FFF2-40B4-BE49-F238E27FC236}">
                  <a16:creationId xmlns:a16="http://schemas.microsoft.com/office/drawing/2014/main" id="{7143D174-EB85-EA90-C8A6-5F9E24A9E08C}"/>
                </a:ext>
              </a:extLst>
            </p:cNvPr>
            <p:cNvSpPr>
              <a:spLocks noGrp="1"/>
            </p:cNvSpPr>
            <p:nvPr/>
          </p:nvSpPr>
          <p:spPr>
            <a:xfrm>
              <a:off x="15912772" y="3268169"/>
              <a:ext cx="54665" cy="48265"/>
            </a:xfrm>
            <a:custGeom>
              <a:avLst/>
              <a:gdLst/>
              <a:ahLst/>
              <a:cxnLst/>
              <a:rect l="0" t="0" r="0" b="0"/>
              <a:pathLst>
                <a:path w="54665" h="48265">
                  <a:moveTo>
                    <a:pt x="54665" y="482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6" name="Output_receptor__5205">
              <a:extLst>
                <a:ext uri="{FF2B5EF4-FFF2-40B4-BE49-F238E27FC236}">
                  <a16:creationId xmlns:a16="http://schemas.microsoft.com/office/drawing/2014/main" id="{A8C8FA7E-7867-BDF0-78BD-6E677E69511B}"/>
                </a:ext>
              </a:extLst>
            </p:cNvPr>
            <p:cNvSpPr>
              <a:spLocks noGrp="1"/>
            </p:cNvSpPr>
            <p:nvPr/>
          </p:nvSpPr>
          <p:spPr>
            <a:xfrm>
              <a:off x="15332197" y="3398593"/>
              <a:ext cx="50402" cy="47113"/>
            </a:xfrm>
            <a:custGeom>
              <a:avLst/>
              <a:gdLst/>
              <a:ahLst/>
              <a:cxnLst/>
              <a:rect l="0" t="0" r="0" b="0"/>
              <a:pathLst>
                <a:path w="50402" h="47113">
                  <a:moveTo>
                    <a:pt x="50402" y="0"/>
                  </a:moveTo>
                  <a:lnTo>
                    <a:pt x="0" y="47113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7" name="Output_receptor__5206">
              <a:extLst>
                <a:ext uri="{FF2B5EF4-FFF2-40B4-BE49-F238E27FC236}">
                  <a16:creationId xmlns:a16="http://schemas.microsoft.com/office/drawing/2014/main" id="{A3560884-9ECF-404F-8AF0-6BC0603CDD4D}"/>
                </a:ext>
              </a:extLst>
            </p:cNvPr>
            <p:cNvSpPr>
              <a:spLocks noGrp="1"/>
            </p:cNvSpPr>
            <p:nvPr/>
          </p:nvSpPr>
          <p:spPr>
            <a:xfrm>
              <a:off x="16245869" y="3380964"/>
              <a:ext cx="43452" cy="2488"/>
            </a:xfrm>
            <a:custGeom>
              <a:avLst/>
              <a:gdLst/>
              <a:ahLst/>
              <a:cxnLst/>
              <a:rect l="0" t="0" r="0" b="0"/>
              <a:pathLst>
                <a:path w="43452" h="2488">
                  <a:moveTo>
                    <a:pt x="0" y="0"/>
                  </a:moveTo>
                  <a:lnTo>
                    <a:pt x="43452" y="2488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8" name="Output_receptor__5207">
              <a:extLst>
                <a:ext uri="{FF2B5EF4-FFF2-40B4-BE49-F238E27FC236}">
                  <a16:creationId xmlns:a16="http://schemas.microsoft.com/office/drawing/2014/main" id="{C1F13CD1-18A1-1871-984A-14F4206DE5DE}"/>
                </a:ext>
              </a:extLst>
            </p:cNvPr>
            <p:cNvSpPr>
              <a:spLocks noGrp="1"/>
            </p:cNvSpPr>
            <p:nvPr/>
          </p:nvSpPr>
          <p:spPr>
            <a:xfrm>
              <a:off x="15703516" y="4011781"/>
              <a:ext cx="23699" cy="57779"/>
            </a:xfrm>
            <a:custGeom>
              <a:avLst/>
              <a:gdLst/>
              <a:ahLst/>
              <a:cxnLst/>
              <a:rect l="0" t="0" r="0" b="0"/>
              <a:pathLst>
                <a:path w="23699" h="57779">
                  <a:moveTo>
                    <a:pt x="0" y="57779"/>
                  </a:moveTo>
                  <a:lnTo>
                    <a:pt x="2369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09" name="Output_receptor__5208">
              <a:extLst>
                <a:ext uri="{FF2B5EF4-FFF2-40B4-BE49-F238E27FC236}">
                  <a16:creationId xmlns:a16="http://schemas.microsoft.com/office/drawing/2014/main" id="{F61275CC-9049-FE12-0623-61439E15FFB2}"/>
                </a:ext>
              </a:extLst>
            </p:cNvPr>
            <p:cNvSpPr>
              <a:spLocks noGrp="1"/>
            </p:cNvSpPr>
            <p:nvPr/>
          </p:nvSpPr>
          <p:spPr>
            <a:xfrm>
              <a:off x="15970308" y="2289051"/>
              <a:ext cx="45004" cy="32628"/>
            </a:xfrm>
            <a:custGeom>
              <a:avLst/>
              <a:gdLst/>
              <a:ahLst/>
              <a:cxnLst/>
              <a:rect l="0" t="0" r="0" b="0"/>
              <a:pathLst>
                <a:path w="45004" h="32628">
                  <a:moveTo>
                    <a:pt x="0" y="32628"/>
                  </a:moveTo>
                  <a:lnTo>
                    <a:pt x="45004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0" name="Output_receptor__5209">
              <a:extLst>
                <a:ext uri="{FF2B5EF4-FFF2-40B4-BE49-F238E27FC236}">
                  <a16:creationId xmlns:a16="http://schemas.microsoft.com/office/drawing/2014/main" id="{91C22209-BF9B-C36F-4656-EC208367628A}"/>
                </a:ext>
              </a:extLst>
            </p:cNvPr>
            <p:cNvSpPr>
              <a:spLocks noGrp="1"/>
            </p:cNvSpPr>
            <p:nvPr/>
          </p:nvSpPr>
          <p:spPr>
            <a:xfrm>
              <a:off x="16304011" y="4018014"/>
              <a:ext cx="63479" cy="7169"/>
            </a:xfrm>
            <a:custGeom>
              <a:avLst/>
              <a:gdLst/>
              <a:ahLst/>
              <a:cxnLst/>
              <a:rect l="0" t="0" r="0" b="0"/>
              <a:pathLst>
                <a:path w="63479" h="7169">
                  <a:moveTo>
                    <a:pt x="0" y="7169"/>
                  </a:moveTo>
                  <a:lnTo>
                    <a:pt x="63479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1" name="Output_receptor__5210">
              <a:extLst>
                <a:ext uri="{FF2B5EF4-FFF2-40B4-BE49-F238E27FC236}">
                  <a16:creationId xmlns:a16="http://schemas.microsoft.com/office/drawing/2014/main" id="{9DC2AD29-BC76-893C-6860-580DE334914F}"/>
                </a:ext>
              </a:extLst>
            </p:cNvPr>
            <p:cNvSpPr>
              <a:spLocks noGrp="1"/>
            </p:cNvSpPr>
            <p:nvPr/>
          </p:nvSpPr>
          <p:spPr>
            <a:xfrm>
              <a:off x="16084592" y="3806575"/>
              <a:ext cx="10158" cy="17561"/>
            </a:xfrm>
            <a:custGeom>
              <a:avLst/>
              <a:gdLst/>
              <a:ahLst/>
              <a:cxnLst/>
              <a:rect l="0" t="0" r="0" b="0"/>
              <a:pathLst>
                <a:path w="10158" h="17561">
                  <a:moveTo>
                    <a:pt x="10158" y="1756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12" name="Output_receptor__5211">
              <a:extLst>
                <a:ext uri="{FF2B5EF4-FFF2-40B4-BE49-F238E27FC236}">
                  <a16:creationId xmlns:a16="http://schemas.microsoft.com/office/drawing/2014/main" id="{26DE705F-A4AF-E3F1-52F0-4C88C295DAAF}"/>
                </a:ext>
              </a:extLst>
            </p:cNvPr>
            <p:cNvSpPr>
              <a:spLocks noGrp="1"/>
            </p:cNvSpPr>
            <p:nvPr/>
          </p:nvSpPr>
          <p:spPr>
            <a:xfrm>
              <a:off x="15929595" y="3316434"/>
              <a:ext cx="37842" cy="61299"/>
            </a:xfrm>
            <a:custGeom>
              <a:avLst/>
              <a:gdLst/>
              <a:ahLst/>
              <a:cxnLst/>
              <a:rect l="0" t="0" r="0" b="0"/>
              <a:pathLst>
                <a:path w="37842" h="61299">
                  <a:moveTo>
                    <a:pt x="0" y="61299"/>
                  </a:moveTo>
                  <a:lnTo>
                    <a:pt x="37842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3" name="Output_receptor__5212">
              <a:extLst>
                <a:ext uri="{FF2B5EF4-FFF2-40B4-BE49-F238E27FC236}">
                  <a16:creationId xmlns:a16="http://schemas.microsoft.com/office/drawing/2014/main" id="{D20C38C4-BDC4-CA93-9387-DF43DAA2D039}"/>
                </a:ext>
              </a:extLst>
            </p:cNvPr>
            <p:cNvSpPr>
              <a:spLocks noGrp="1"/>
            </p:cNvSpPr>
            <p:nvPr/>
          </p:nvSpPr>
          <p:spPr>
            <a:xfrm>
              <a:off x="15643967" y="4277192"/>
              <a:ext cx="35124" cy="43308"/>
            </a:xfrm>
            <a:custGeom>
              <a:avLst/>
              <a:gdLst/>
              <a:ahLst/>
              <a:cxnLst/>
              <a:rect l="0" t="0" r="0" b="0"/>
              <a:pathLst>
                <a:path w="35124" h="43308">
                  <a:moveTo>
                    <a:pt x="35124" y="0"/>
                  </a:moveTo>
                  <a:lnTo>
                    <a:pt x="0" y="43308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4" name="Output_receptor__5213">
              <a:extLst>
                <a:ext uri="{FF2B5EF4-FFF2-40B4-BE49-F238E27FC236}">
                  <a16:creationId xmlns:a16="http://schemas.microsoft.com/office/drawing/2014/main" id="{2B10C65C-068D-D2DA-5B1A-BB2CFD39EAF2}"/>
                </a:ext>
              </a:extLst>
            </p:cNvPr>
            <p:cNvSpPr>
              <a:spLocks noGrp="1"/>
            </p:cNvSpPr>
            <p:nvPr/>
          </p:nvSpPr>
          <p:spPr>
            <a:xfrm>
              <a:off x="15681867" y="3964105"/>
              <a:ext cx="45348" cy="47676"/>
            </a:xfrm>
            <a:custGeom>
              <a:avLst/>
              <a:gdLst/>
              <a:ahLst/>
              <a:cxnLst/>
              <a:rect l="0" t="0" r="0" b="0"/>
              <a:pathLst>
                <a:path w="45348" h="47676">
                  <a:moveTo>
                    <a:pt x="45348" y="476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5" name="Output_receptor__5214">
              <a:extLst>
                <a:ext uri="{FF2B5EF4-FFF2-40B4-BE49-F238E27FC236}">
                  <a16:creationId xmlns:a16="http://schemas.microsoft.com/office/drawing/2014/main" id="{033D16AF-48B0-CAAF-1C16-A84649C37C0D}"/>
                </a:ext>
              </a:extLst>
            </p:cNvPr>
            <p:cNvSpPr>
              <a:spLocks noGrp="1"/>
            </p:cNvSpPr>
            <p:nvPr/>
          </p:nvSpPr>
          <p:spPr>
            <a:xfrm>
              <a:off x="15864687" y="2810359"/>
              <a:ext cx="35346" cy="27537"/>
            </a:xfrm>
            <a:custGeom>
              <a:avLst/>
              <a:gdLst/>
              <a:ahLst/>
              <a:cxnLst/>
              <a:rect l="0" t="0" r="0" b="0"/>
              <a:pathLst>
                <a:path w="35346" h="27537">
                  <a:moveTo>
                    <a:pt x="0" y="0"/>
                  </a:moveTo>
                  <a:lnTo>
                    <a:pt x="35346" y="27537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6" name="Output_receptor__5215">
              <a:extLst>
                <a:ext uri="{FF2B5EF4-FFF2-40B4-BE49-F238E27FC236}">
                  <a16:creationId xmlns:a16="http://schemas.microsoft.com/office/drawing/2014/main" id="{43BF55FA-AA75-5A5D-DDCE-010D1A3F0501}"/>
                </a:ext>
              </a:extLst>
            </p:cNvPr>
            <p:cNvSpPr>
              <a:spLocks noGrp="1"/>
            </p:cNvSpPr>
            <p:nvPr/>
          </p:nvSpPr>
          <p:spPr>
            <a:xfrm>
              <a:off x="16258551" y="2567748"/>
              <a:ext cx="688" cy="42031"/>
            </a:xfrm>
            <a:custGeom>
              <a:avLst/>
              <a:gdLst/>
              <a:ahLst/>
              <a:cxnLst/>
              <a:rect l="0" t="0" r="0" b="0"/>
              <a:pathLst>
                <a:path w="688" h="42031">
                  <a:moveTo>
                    <a:pt x="0" y="42031"/>
                  </a:moveTo>
                  <a:lnTo>
                    <a:pt x="688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7" name="Output_receptor__5216">
              <a:extLst>
                <a:ext uri="{FF2B5EF4-FFF2-40B4-BE49-F238E27FC236}">
                  <a16:creationId xmlns:a16="http://schemas.microsoft.com/office/drawing/2014/main" id="{A3C62BA4-1238-A50C-48E8-FBE380DCC9CA}"/>
                </a:ext>
              </a:extLst>
            </p:cNvPr>
            <p:cNvSpPr>
              <a:spLocks noGrp="1"/>
            </p:cNvSpPr>
            <p:nvPr/>
          </p:nvSpPr>
          <p:spPr>
            <a:xfrm>
              <a:off x="16010384" y="2225897"/>
              <a:ext cx="4929" cy="63153"/>
            </a:xfrm>
            <a:custGeom>
              <a:avLst/>
              <a:gdLst/>
              <a:ahLst/>
              <a:cxnLst/>
              <a:rect l="0" t="0" r="0" b="0"/>
              <a:pathLst>
                <a:path w="4929" h="63153">
                  <a:moveTo>
                    <a:pt x="4929" y="631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8" name="Output_receptor__5217">
              <a:extLst>
                <a:ext uri="{FF2B5EF4-FFF2-40B4-BE49-F238E27FC236}">
                  <a16:creationId xmlns:a16="http://schemas.microsoft.com/office/drawing/2014/main" id="{465ED30E-2668-AD13-88D3-6BEB943EF3A2}"/>
                </a:ext>
              </a:extLst>
            </p:cNvPr>
            <p:cNvSpPr>
              <a:spLocks noGrp="1"/>
            </p:cNvSpPr>
            <p:nvPr/>
          </p:nvSpPr>
          <p:spPr>
            <a:xfrm>
              <a:off x="16451374" y="3552337"/>
              <a:ext cx="47809" cy="45363"/>
            </a:xfrm>
            <a:custGeom>
              <a:avLst/>
              <a:gdLst/>
              <a:ahLst/>
              <a:cxnLst/>
              <a:rect l="0" t="0" r="0" b="0"/>
              <a:pathLst>
                <a:path w="47809" h="45363">
                  <a:moveTo>
                    <a:pt x="0" y="0"/>
                  </a:moveTo>
                  <a:lnTo>
                    <a:pt x="47809" y="45363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19" name="Output_receptor__5218">
              <a:extLst>
                <a:ext uri="{FF2B5EF4-FFF2-40B4-BE49-F238E27FC236}">
                  <a16:creationId xmlns:a16="http://schemas.microsoft.com/office/drawing/2014/main" id="{1EFC9B4E-4148-FC5B-66B7-6A452225A981}"/>
                </a:ext>
              </a:extLst>
            </p:cNvPr>
            <p:cNvSpPr>
              <a:spLocks noGrp="1"/>
            </p:cNvSpPr>
            <p:nvPr/>
          </p:nvSpPr>
          <p:spPr>
            <a:xfrm>
              <a:off x="16373717" y="2574824"/>
              <a:ext cx="8365" cy="23195"/>
            </a:xfrm>
            <a:custGeom>
              <a:avLst/>
              <a:gdLst/>
              <a:ahLst/>
              <a:cxnLst/>
              <a:rect l="0" t="0" r="0" b="0"/>
              <a:pathLst>
                <a:path w="8365" h="23195">
                  <a:moveTo>
                    <a:pt x="0" y="0"/>
                  </a:moveTo>
                  <a:lnTo>
                    <a:pt x="8365" y="23195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20" name="Output_receptor__5219">
              <a:extLst>
                <a:ext uri="{FF2B5EF4-FFF2-40B4-BE49-F238E27FC236}">
                  <a16:creationId xmlns:a16="http://schemas.microsoft.com/office/drawing/2014/main" id="{2A18EA6B-488D-0F1B-AC63-92331AD54E33}"/>
                </a:ext>
              </a:extLst>
            </p:cNvPr>
            <p:cNvSpPr>
              <a:spLocks noGrp="1"/>
            </p:cNvSpPr>
            <p:nvPr/>
          </p:nvSpPr>
          <p:spPr>
            <a:xfrm>
              <a:off x="15608700" y="2992817"/>
              <a:ext cx="44121" cy="52867"/>
            </a:xfrm>
            <a:custGeom>
              <a:avLst/>
              <a:gdLst/>
              <a:ahLst/>
              <a:cxnLst/>
              <a:rect l="0" t="0" r="0" b="0"/>
              <a:pathLst>
                <a:path w="44121" h="52867">
                  <a:moveTo>
                    <a:pt x="0" y="52867"/>
                  </a:moveTo>
                  <a:lnTo>
                    <a:pt x="44121" y="0"/>
                  </a:lnTo>
                </a:path>
              </a:pathLst>
            </a:custGeom>
            <a:noFill/>
            <a:ln w="20003">
              <a:solidFill>
                <a:srgbClr val="E9EDEF"/>
              </a:solidFill>
            </a:ln>
          </p:spPr>
        </p:sp>
        <p:sp>
          <p:nvSpPr>
            <p:cNvPr id="5221" name="Output_receptor__5220">
              <a:extLst>
                <a:ext uri="{FF2B5EF4-FFF2-40B4-BE49-F238E27FC236}">
                  <a16:creationId xmlns:a16="http://schemas.microsoft.com/office/drawing/2014/main" id="{95E52CB0-5B81-D245-90A6-5FC263DC9A7C}"/>
                </a:ext>
              </a:extLst>
            </p:cNvPr>
            <p:cNvSpPr>
              <a:spLocks noGrp="1"/>
            </p:cNvSpPr>
            <p:nvPr/>
          </p:nvSpPr>
          <p:spPr>
            <a:xfrm>
              <a:off x="16161045" y="2367871"/>
              <a:ext cx="14964" cy="51258"/>
            </a:xfrm>
            <a:custGeom>
              <a:avLst/>
              <a:gdLst/>
              <a:ahLst/>
              <a:cxnLst/>
              <a:rect l="0" t="0" r="0" b="0"/>
              <a:pathLst>
                <a:path w="14964" h="51258">
                  <a:moveTo>
                    <a:pt x="0" y="0"/>
                  </a:moveTo>
                  <a:lnTo>
                    <a:pt x="14964" y="51258"/>
                  </a:lnTo>
                </a:path>
              </a:pathLst>
            </a:custGeom>
            <a:noFill/>
            <a:ln w="8096">
              <a:solidFill>
                <a:srgbClr val="E9EDEF"/>
              </a:solidFill>
            </a:ln>
          </p:spPr>
        </p:sp>
        <p:sp>
          <p:nvSpPr>
            <p:cNvPr id="5222" name="Output_receptor__5221">
              <a:extLst>
                <a:ext uri="{FF2B5EF4-FFF2-40B4-BE49-F238E27FC236}">
                  <a16:creationId xmlns:a16="http://schemas.microsoft.com/office/drawing/2014/main" id="{55D1A995-6CC5-AD5D-AD83-23F13DCC9682}"/>
                </a:ext>
              </a:extLst>
            </p:cNvPr>
            <p:cNvSpPr>
              <a:spLocks noGrp="1"/>
            </p:cNvSpPr>
            <p:nvPr/>
          </p:nvSpPr>
          <p:spPr>
            <a:xfrm>
              <a:off x="15758061" y="2698514"/>
              <a:ext cx="9975" cy="46173"/>
            </a:xfrm>
            <a:custGeom>
              <a:avLst/>
              <a:gdLst/>
              <a:ahLst/>
              <a:cxnLst/>
              <a:rect l="0" t="0" r="0" b="0"/>
              <a:pathLst>
                <a:path w="9975" h="46173">
                  <a:moveTo>
                    <a:pt x="0" y="46173"/>
                  </a:moveTo>
                  <a:lnTo>
                    <a:pt x="997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23" name="Output_receptor__5222">
              <a:extLst>
                <a:ext uri="{FF2B5EF4-FFF2-40B4-BE49-F238E27FC236}">
                  <a16:creationId xmlns:a16="http://schemas.microsoft.com/office/drawing/2014/main" id="{BE5CDC41-00C2-7CE0-3239-F347A7561748}"/>
                </a:ext>
              </a:extLst>
            </p:cNvPr>
            <p:cNvSpPr>
              <a:spLocks noGrp="1"/>
            </p:cNvSpPr>
            <p:nvPr/>
          </p:nvSpPr>
          <p:spPr>
            <a:xfrm>
              <a:off x="16051171" y="3075735"/>
              <a:ext cx="67636" cy="25575"/>
            </a:xfrm>
            <a:custGeom>
              <a:avLst/>
              <a:gdLst/>
              <a:ahLst/>
              <a:cxnLst/>
              <a:rect l="0" t="0" r="0" b="0"/>
              <a:pathLst>
                <a:path w="67636" h="25575">
                  <a:moveTo>
                    <a:pt x="0" y="0"/>
                  </a:moveTo>
                  <a:lnTo>
                    <a:pt x="67636" y="2557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4" name="Output_receptor__5223">
              <a:extLst>
                <a:ext uri="{FF2B5EF4-FFF2-40B4-BE49-F238E27FC236}">
                  <a16:creationId xmlns:a16="http://schemas.microsoft.com/office/drawing/2014/main" id="{3929A7A7-5FF5-8C9F-945C-5F70542DFE9F}"/>
                </a:ext>
              </a:extLst>
            </p:cNvPr>
            <p:cNvSpPr>
              <a:spLocks noGrp="1"/>
            </p:cNvSpPr>
            <p:nvPr/>
          </p:nvSpPr>
          <p:spPr>
            <a:xfrm>
              <a:off x="15790154" y="3617444"/>
              <a:ext cx="59562" cy="12508"/>
            </a:xfrm>
            <a:custGeom>
              <a:avLst/>
              <a:gdLst/>
              <a:ahLst/>
              <a:cxnLst/>
              <a:rect l="0" t="0" r="0" b="0"/>
              <a:pathLst>
                <a:path w="59562" h="12508">
                  <a:moveTo>
                    <a:pt x="59562" y="125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5" name="Output_receptor__5224">
              <a:extLst>
                <a:ext uri="{FF2B5EF4-FFF2-40B4-BE49-F238E27FC236}">
                  <a16:creationId xmlns:a16="http://schemas.microsoft.com/office/drawing/2014/main" id="{A2F8ACB5-17DE-9D23-3408-B8F6E44B0AA7}"/>
                </a:ext>
              </a:extLst>
            </p:cNvPr>
            <p:cNvSpPr>
              <a:spLocks noGrp="1"/>
            </p:cNvSpPr>
            <p:nvPr/>
          </p:nvSpPr>
          <p:spPr>
            <a:xfrm>
              <a:off x="15522352" y="3568449"/>
              <a:ext cx="58408" cy="5618"/>
            </a:xfrm>
            <a:custGeom>
              <a:avLst/>
              <a:gdLst/>
              <a:ahLst/>
              <a:cxnLst/>
              <a:rect l="0" t="0" r="0" b="0"/>
              <a:pathLst>
                <a:path w="58408" h="5618">
                  <a:moveTo>
                    <a:pt x="0" y="0"/>
                  </a:moveTo>
                  <a:lnTo>
                    <a:pt x="58408" y="561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6" name="Output_receptor__5225">
              <a:extLst>
                <a:ext uri="{FF2B5EF4-FFF2-40B4-BE49-F238E27FC236}">
                  <a16:creationId xmlns:a16="http://schemas.microsoft.com/office/drawing/2014/main" id="{2E12E192-9B60-E722-8E46-6B18C202EC08}"/>
                </a:ext>
              </a:extLst>
            </p:cNvPr>
            <p:cNvSpPr>
              <a:spLocks noGrp="1"/>
            </p:cNvSpPr>
            <p:nvPr/>
          </p:nvSpPr>
          <p:spPr>
            <a:xfrm>
              <a:off x="16345300" y="4084213"/>
              <a:ext cx="16265" cy="23731"/>
            </a:xfrm>
            <a:custGeom>
              <a:avLst/>
              <a:gdLst/>
              <a:ahLst/>
              <a:cxnLst/>
              <a:rect l="0" t="0" r="0" b="0"/>
              <a:pathLst>
                <a:path w="16265" h="23731">
                  <a:moveTo>
                    <a:pt x="16265" y="0"/>
                  </a:moveTo>
                  <a:lnTo>
                    <a:pt x="0" y="2373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7" name="Output_receptor__5226">
              <a:extLst>
                <a:ext uri="{FF2B5EF4-FFF2-40B4-BE49-F238E27FC236}">
                  <a16:creationId xmlns:a16="http://schemas.microsoft.com/office/drawing/2014/main" id="{66912A6E-F4C6-8306-179D-0768C863232C}"/>
                </a:ext>
              </a:extLst>
            </p:cNvPr>
            <p:cNvSpPr>
              <a:spLocks noGrp="1"/>
            </p:cNvSpPr>
            <p:nvPr/>
          </p:nvSpPr>
          <p:spPr>
            <a:xfrm>
              <a:off x="16593840" y="3858034"/>
              <a:ext cx="67414" cy="14311"/>
            </a:xfrm>
            <a:custGeom>
              <a:avLst/>
              <a:gdLst/>
              <a:ahLst/>
              <a:cxnLst/>
              <a:rect l="0" t="0" r="0" b="0"/>
              <a:pathLst>
                <a:path w="67414" h="14311">
                  <a:moveTo>
                    <a:pt x="67414" y="143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28" name="Output_receptor__5227">
              <a:extLst>
                <a:ext uri="{FF2B5EF4-FFF2-40B4-BE49-F238E27FC236}">
                  <a16:creationId xmlns:a16="http://schemas.microsoft.com/office/drawing/2014/main" id="{2B220B01-E8A4-EE74-ACAD-8EF53D80A489}"/>
                </a:ext>
              </a:extLst>
            </p:cNvPr>
            <p:cNvSpPr>
              <a:spLocks noGrp="1"/>
            </p:cNvSpPr>
            <p:nvPr/>
          </p:nvSpPr>
          <p:spPr>
            <a:xfrm>
              <a:off x="16409298" y="3105005"/>
              <a:ext cx="4595" cy="50848"/>
            </a:xfrm>
            <a:custGeom>
              <a:avLst/>
              <a:gdLst/>
              <a:ahLst/>
              <a:cxnLst/>
              <a:rect l="0" t="0" r="0" b="0"/>
              <a:pathLst>
                <a:path w="4595" h="50848">
                  <a:moveTo>
                    <a:pt x="0" y="50848"/>
                  </a:moveTo>
                  <a:lnTo>
                    <a:pt x="459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29" name="Output_receptor__5228">
              <a:extLst>
                <a:ext uri="{FF2B5EF4-FFF2-40B4-BE49-F238E27FC236}">
                  <a16:creationId xmlns:a16="http://schemas.microsoft.com/office/drawing/2014/main" id="{481107A3-3047-32ED-D1C6-A1AAE78116D9}"/>
                </a:ext>
              </a:extLst>
            </p:cNvPr>
            <p:cNvSpPr>
              <a:spLocks noGrp="1"/>
            </p:cNvSpPr>
            <p:nvPr/>
          </p:nvSpPr>
          <p:spPr>
            <a:xfrm>
              <a:off x="16272386" y="4025183"/>
              <a:ext cx="31625" cy="17273"/>
            </a:xfrm>
            <a:custGeom>
              <a:avLst/>
              <a:gdLst/>
              <a:ahLst/>
              <a:cxnLst/>
              <a:rect l="0" t="0" r="0" b="0"/>
              <a:pathLst>
                <a:path w="31625" h="17273">
                  <a:moveTo>
                    <a:pt x="0" y="17273"/>
                  </a:moveTo>
                  <a:lnTo>
                    <a:pt x="3162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0" name="Output_receptor__5229">
              <a:extLst>
                <a:ext uri="{FF2B5EF4-FFF2-40B4-BE49-F238E27FC236}">
                  <a16:creationId xmlns:a16="http://schemas.microsoft.com/office/drawing/2014/main" id="{C0731F8D-1C81-1BDD-BBD5-6163FA10A685}"/>
                </a:ext>
              </a:extLst>
            </p:cNvPr>
            <p:cNvSpPr>
              <a:spLocks noGrp="1"/>
            </p:cNvSpPr>
            <p:nvPr/>
          </p:nvSpPr>
          <p:spPr>
            <a:xfrm>
              <a:off x="16232097" y="2609779"/>
              <a:ext cx="26454" cy="54450"/>
            </a:xfrm>
            <a:custGeom>
              <a:avLst/>
              <a:gdLst/>
              <a:ahLst/>
              <a:cxnLst/>
              <a:rect l="0" t="0" r="0" b="0"/>
              <a:pathLst>
                <a:path w="26454" h="54450">
                  <a:moveTo>
                    <a:pt x="0" y="54450"/>
                  </a:moveTo>
                  <a:lnTo>
                    <a:pt x="2645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1" name="Output_receptor__5230">
              <a:extLst>
                <a:ext uri="{FF2B5EF4-FFF2-40B4-BE49-F238E27FC236}">
                  <a16:creationId xmlns:a16="http://schemas.microsoft.com/office/drawing/2014/main" id="{38049D05-79FB-B321-2394-9C0C60E1C549}"/>
                </a:ext>
              </a:extLst>
            </p:cNvPr>
            <p:cNvSpPr>
              <a:spLocks noGrp="1"/>
            </p:cNvSpPr>
            <p:nvPr/>
          </p:nvSpPr>
          <p:spPr>
            <a:xfrm>
              <a:off x="15435608" y="3754872"/>
              <a:ext cx="26155" cy="60536"/>
            </a:xfrm>
            <a:custGeom>
              <a:avLst/>
              <a:gdLst/>
              <a:ahLst/>
              <a:cxnLst/>
              <a:rect l="0" t="0" r="0" b="0"/>
              <a:pathLst>
                <a:path w="26155" h="60536">
                  <a:moveTo>
                    <a:pt x="0" y="60536"/>
                  </a:moveTo>
                  <a:lnTo>
                    <a:pt x="26155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2" name="Output_receptor__5231">
              <a:extLst>
                <a:ext uri="{FF2B5EF4-FFF2-40B4-BE49-F238E27FC236}">
                  <a16:creationId xmlns:a16="http://schemas.microsoft.com/office/drawing/2014/main" id="{4F576074-6078-9EFC-619A-13D31F4C518E}"/>
                </a:ext>
              </a:extLst>
            </p:cNvPr>
            <p:cNvSpPr>
              <a:spLocks noGrp="1"/>
            </p:cNvSpPr>
            <p:nvPr/>
          </p:nvSpPr>
          <p:spPr>
            <a:xfrm>
              <a:off x="15602234" y="2888586"/>
              <a:ext cx="20364" cy="43482"/>
            </a:xfrm>
            <a:custGeom>
              <a:avLst/>
              <a:gdLst/>
              <a:ahLst/>
              <a:cxnLst/>
              <a:rect l="0" t="0" r="0" b="0"/>
              <a:pathLst>
                <a:path w="20364" h="43482">
                  <a:moveTo>
                    <a:pt x="0" y="43482"/>
                  </a:moveTo>
                  <a:lnTo>
                    <a:pt x="2036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3" name="Output_receptor__5232">
              <a:extLst>
                <a:ext uri="{FF2B5EF4-FFF2-40B4-BE49-F238E27FC236}">
                  <a16:creationId xmlns:a16="http://schemas.microsoft.com/office/drawing/2014/main" id="{E59D375D-5E46-3E89-4FAC-6FE2694FE208}"/>
                </a:ext>
              </a:extLst>
            </p:cNvPr>
            <p:cNvSpPr>
              <a:spLocks noGrp="1"/>
            </p:cNvSpPr>
            <p:nvPr/>
          </p:nvSpPr>
          <p:spPr>
            <a:xfrm>
              <a:off x="15740237" y="3724183"/>
              <a:ext cx="24699" cy="65979"/>
            </a:xfrm>
            <a:custGeom>
              <a:avLst/>
              <a:gdLst/>
              <a:ahLst/>
              <a:cxnLst/>
              <a:rect l="0" t="0" r="0" b="0"/>
              <a:pathLst>
                <a:path w="24699" h="65979">
                  <a:moveTo>
                    <a:pt x="0" y="65979"/>
                  </a:moveTo>
                  <a:lnTo>
                    <a:pt x="2469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4" name="Output_receptor__5233">
              <a:extLst>
                <a:ext uri="{FF2B5EF4-FFF2-40B4-BE49-F238E27FC236}">
                  <a16:creationId xmlns:a16="http://schemas.microsoft.com/office/drawing/2014/main" id="{1FADCFB4-486F-5195-C7A0-000F5465C3C6}"/>
                </a:ext>
              </a:extLst>
            </p:cNvPr>
            <p:cNvSpPr>
              <a:spLocks noGrp="1"/>
            </p:cNvSpPr>
            <p:nvPr/>
          </p:nvSpPr>
          <p:spPr>
            <a:xfrm>
              <a:off x="16268926" y="3295314"/>
              <a:ext cx="47772" cy="2961"/>
            </a:xfrm>
            <a:custGeom>
              <a:avLst/>
              <a:gdLst/>
              <a:ahLst/>
              <a:cxnLst/>
              <a:rect l="0" t="0" r="0" b="0"/>
              <a:pathLst>
                <a:path w="47772" h="2961">
                  <a:moveTo>
                    <a:pt x="0" y="0"/>
                  </a:moveTo>
                  <a:lnTo>
                    <a:pt x="47772" y="2961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5" name="Output_receptor__5234">
              <a:extLst>
                <a:ext uri="{FF2B5EF4-FFF2-40B4-BE49-F238E27FC236}">
                  <a16:creationId xmlns:a16="http://schemas.microsoft.com/office/drawing/2014/main" id="{510B885E-6019-80CA-11CE-B98B9945B27A}"/>
                </a:ext>
              </a:extLst>
            </p:cNvPr>
            <p:cNvSpPr>
              <a:spLocks noGrp="1"/>
            </p:cNvSpPr>
            <p:nvPr/>
          </p:nvSpPr>
          <p:spPr>
            <a:xfrm>
              <a:off x="16232109" y="3525187"/>
              <a:ext cx="44358" cy="51130"/>
            </a:xfrm>
            <a:custGeom>
              <a:avLst/>
              <a:gdLst/>
              <a:ahLst/>
              <a:cxnLst/>
              <a:rect l="0" t="0" r="0" b="0"/>
              <a:pathLst>
                <a:path w="44358" h="51130">
                  <a:moveTo>
                    <a:pt x="44358" y="0"/>
                  </a:moveTo>
                  <a:lnTo>
                    <a:pt x="0" y="5113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36" name="Output_receptor__5235">
              <a:extLst>
                <a:ext uri="{FF2B5EF4-FFF2-40B4-BE49-F238E27FC236}">
                  <a16:creationId xmlns:a16="http://schemas.microsoft.com/office/drawing/2014/main" id="{88E54082-1153-7C5A-CD40-A805FD0BB545}"/>
                </a:ext>
              </a:extLst>
            </p:cNvPr>
            <p:cNvSpPr>
              <a:spLocks noGrp="1"/>
            </p:cNvSpPr>
            <p:nvPr/>
          </p:nvSpPr>
          <p:spPr>
            <a:xfrm>
              <a:off x="16124881" y="2781910"/>
              <a:ext cx="50510" cy="50904"/>
            </a:xfrm>
            <a:custGeom>
              <a:avLst/>
              <a:gdLst/>
              <a:ahLst/>
              <a:cxnLst/>
              <a:rect l="0" t="0" r="0" b="0"/>
              <a:pathLst>
                <a:path w="50510" h="50904">
                  <a:moveTo>
                    <a:pt x="50510" y="0"/>
                  </a:moveTo>
                  <a:lnTo>
                    <a:pt x="0" y="50904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7" name="Output_receptor__5236">
              <a:extLst>
                <a:ext uri="{FF2B5EF4-FFF2-40B4-BE49-F238E27FC236}">
                  <a16:creationId xmlns:a16="http://schemas.microsoft.com/office/drawing/2014/main" id="{3A969B33-E386-8A6D-E8D1-127F67E9DE6C}"/>
                </a:ext>
              </a:extLst>
            </p:cNvPr>
            <p:cNvSpPr>
              <a:spLocks noGrp="1"/>
            </p:cNvSpPr>
            <p:nvPr/>
          </p:nvSpPr>
          <p:spPr>
            <a:xfrm>
              <a:off x="15354390" y="3616910"/>
              <a:ext cx="36257" cy="19684"/>
            </a:xfrm>
            <a:custGeom>
              <a:avLst/>
              <a:gdLst/>
              <a:ahLst/>
              <a:cxnLst/>
              <a:rect l="0" t="0" r="0" b="0"/>
              <a:pathLst>
                <a:path w="36257" h="19684">
                  <a:moveTo>
                    <a:pt x="36257" y="1968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8" name="Output_receptor__5237">
              <a:extLst>
                <a:ext uri="{FF2B5EF4-FFF2-40B4-BE49-F238E27FC236}">
                  <a16:creationId xmlns:a16="http://schemas.microsoft.com/office/drawing/2014/main" id="{CAF3583E-72B1-0D00-9869-DF13F3EC3903}"/>
                </a:ext>
              </a:extLst>
            </p:cNvPr>
            <p:cNvSpPr>
              <a:spLocks noGrp="1"/>
            </p:cNvSpPr>
            <p:nvPr/>
          </p:nvSpPr>
          <p:spPr>
            <a:xfrm>
              <a:off x="15588138" y="2623545"/>
              <a:ext cx="68813" cy="6035"/>
            </a:xfrm>
            <a:custGeom>
              <a:avLst/>
              <a:gdLst/>
              <a:ahLst/>
              <a:cxnLst/>
              <a:rect l="0" t="0" r="0" b="0"/>
              <a:pathLst>
                <a:path w="68813" h="6035">
                  <a:moveTo>
                    <a:pt x="68813" y="603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39" name="Output_receptor__5238">
              <a:extLst>
                <a:ext uri="{FF2B5EF4-FFF2-40B4-BE49-F238E27FC236}">
                  <a16:creationId xmlns:a16="http://schemas.microsoft.com/office/drawing/2014/main" id="{D452340C-EC72-91CE-4269-C091E119CC44}"/>
                </a:ext>
              </a:extLst>
            </p:cNvPr>
            <p:cNvSpPr>
              <a:spLocks noGrp="1"/>
            </p:cNvSpPr>
            <p:nvPr/>
          </p:nvSpPr>
          <p:spPr>
            <a:xfrm>
              <a:off x="15797166" y="2848304"/>
              <a:ext cx="34817" cy="62664"/>
            </a:xfrm>
            <a:custGeom>
              <a:avLst/>
              <a:gdLst/>
              <a:ahLst/>
              <a:cxnLst/>
              <a:rect l="0" t="0" r="0" b="0"/>
              <a:pathLst>
                <a:path w="34817" h="62664">
                  <a:moveTo>
                    <a:pt x="0" y="0"/>
                  </a:moveTo>
                  <a:lnTo>
                    <a:pt x="34817" y="62664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0" name="Output_receptor__5239">
              <a:extLst>
                <a:ext uri="{FF2B5EF4-FFF2-40B4-BE49-F238E27FC236}">
                  <a16:creationId xmlns:a16="http://schemas.microsoft.com/office/drawing/2014/main" id="{B8CAAC5F-C231-2ECE-83E0-0AECB9F86FFA}"/>
                </a:ext>
              </a:extLst>
            </p:cNvPr>
            <p:cNvSpPr>
              <a:spLocks noGrp="1"/>
            </p:cNvSpPr>
            <p:nvPr/>
          </p:nvSpPr>
          <p:spPr>
            <a:xfrm>
              <a:off x="15465445" y="3299238"/>
              <a:ext cx="71039" cy="13360"/>
            </a:xfrm>
            <a:custGeom>
              <a:avLst/>
              <a:gdLst/>
              <a:ahLst/>
              <a:cxnLst/>
              <a:rect l="0" t="0" r="0" b="0"/>
              <a:pathLst>
                <a:path w="71039" h="13360">
                  <a:moveTo>
                    <a:pt x="71039" y="0"/>
                  </a:moveTo>
                  <a:lnTo>
                    <a:pt x="0" y="1336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1" name="Output_receptor__5240">
              <a:extLst>
                <a:ext uri="{FF2B5EF4-FFF2-40B4-BE49-F238E27FC236}">
                  <a16:creationId xmlns:a16="http://schemas.microsoft.com/office/drawing/2014/main" id="{6E512810-6647-3CD5-ADAF-CC2E729E7BC9}"/>
                </a:ext>
              </a:extLst>
            </p:cNvPr>
            <p:cNvSpPr>
              <a:spLocks noGrp="1"/>
            </p:cNvSpPr>
            <p:nvPr/>
          </p:nvSpPr>
          <p:spPr>
            <a:xfrm>
              <a:off x="15628715" y="4531089"/>
              <a:ext cx="26110" cy="15665"/>
            </a:xfrm>
            <a:custGeom>
              <a:avLst/>
              <a:gdLst/>
              <a:ahLst/>
              <a:cxnLst/>
              <a:rect l="0" t="0" r="0" b="0"/>
              <a:pathLst>
                <a:path w="26110" h="15665">
                  <a:moveTo>
                    <a:pt x="26110" y="0"/>
                  </a:moveTo>
                  <a:lnTo>
                    <a:pt x="0" y="1566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2" name="Output_receptor__5241">
              <a:extLst>
                <a:ext uri="{FF2B5EF4-FFF2-40B4-BE49-F238E27FC236}">
                  <a16:creationId xmlns:a16="http://schemas.microsoft.com/office/drawing/2014/main" id="{0AF6CA84-4C63-12FC-63E7-718807F947EA}"/>
                </a:ext>
              </a:extLst>
            </p:cNvPr>
            <p:cNvSpPr>
              <a:spLocks noGrp="1"/>
            </p:cNvSpPr>
            <p:nvPr/>
          </p:nvSpPr>
          <p:spPr>
            <a:xfrm>
              <a:off x="16212629" y="3943287"/>
              <a:ext cx="66385" cy="27137"/>
            </a:xfrm>
            <a:custGeom>
              <a:avLst/>
              <a:gdLst/>
              <a:ahLst/>
              <a:cxnLst/>
              <a:rect l="0" t="0" r="0" b="0"/>
              <a:pathLst>
                <a:path w="66385" h="27137">
                  <a:moveTo>
                    <a:pt x="0" y="27137"/>
                  </a:moveTo>
                  <a:lnTo>
                    <a:pt x="6638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3" name="Output_receptor__5242">
              <a:extLst>
                <a:ext uri="{FF2B5EF4-FFF2-40B4-BE49-F238E27FC236}">
                  <a16:creationId xmlns:a16="http://schemas.microsoft.com/office/drawing/2014/main" id="{D2641BFD-86C8-7722-2E12-F45CFC953FF9}"/>
                </a:ext>
              </a:extLst>
            </p:cNvPr>
            <p:cNvSpPr>
              <a:spLocks noGrp="1"/>
            </p:cNvSpPr>
            <p:nvPr/>
          </p:nvSpPr>
          <p:spPr>
            <a:xfrm>
              <a:off x="16085350" y="2596098"/>
              <a:ext cx="34674" cy="63614"/>
            </a:xfrm>
            <a:custGeom>
              <a:avLst/>
              <a:gdLst/>
              <a:ahLst/>
              <a:cxnLst/>
              <a:rect l="0" t="0" r="0" b="0"/>
              <a:pathLst>
                <a:path w="34674" h="63614">
                  <a:moveTo>
                    <a:pt x="0" y="0"/>
                  </a:moveTo>
                  <a:lnTo>
                    <a:pt x="34674" y="63614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4" name="Output_receptor__5243">
              <a:extLst>
                <a:ext uri="{FF2B5EF4-FFF2-40B4-BE49-F238E27FC236}">
                  <a16:creationId xmlns:a16="http://schemas.microsoft.com/office/drawing/2014/main" id="{0FEB6674-0F72-1169-D22B-5B2B86673B6A}"/>
                </a:ext>
              </a:extLst>
            </p:cNvPr>
            <p:cNvSpPr>
              <a:spLocks noGrp="1"/>
            </p:cNvSpPr>
            <p:nvPr/>
          </p:nvSpPr>
          <p:spPr>
            <a:xfrm>
              <a:off x="16177351" y="3357022"/>
              <a:ext cx="68518" cy="23941"/>
            </a:xfrm>
            <a:custGeom>
              <a:avLst/>
              <a:gdLst/>
              <a:ahLst/>
              <a:cxnLst/>
              <a:rect l="0" t="0" r="0" b="0"/>
              <a:pathLst>
                <a:path w="68518" h="23941">
                  <a:moveTo>
                    <a:pt x="0" y="0"/>
                  </a:moveTo>
                  <a:lnTo>
                    <a:pt x="68518" y="2394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5" name="Output_receptor__5244">
              <a:extLst>
                <a:ext uri="{FF2B5EF4-FFF2-40B4-BE49-F238E27FC236}">
                  <a16:creationId xmlns:a16="http://schemas.microsoft.com/office/drawing/2014/main" id="{EF3F31B8-219A-868C-FF8B-9A7065B7678B}"/>
                </a:ext>
              </a:extLst>
            </p:cNvPr>
            <p:cNvSpPr>
              <a:spLocks noGrp="1"/>
            </p:cNvSpPr>
            <p:nvPr/>
          </p:nvSpPr>
          <p:spPr>
            <a:xfrm>
              <a:off x="16354786" y="3795575"/>
              <a:ext cx="68644" cy="17560"/>
            </a:xfrm>
            <a:custGeom>
              <a:avLst/>
              <a:gdLst/>
              <a:ahLst/>
              <a:cxnLst/>
              <a:rect l="0" t="0" r="0" b="0"/>
              <a:pathLst>
                <a:path w="68644" h="17560">
                  <a:moveTo>
                    <a:pt x="68644" y="0"/>
                  </a:moveTo>
                  <a:lnTo>
                    <a:pt x="0" y="1756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6" name="Output_receptor__5245">
              <a:extLst>
                <a:ext uri="{FF2B5EF4-FFF2-40B4-BE49-F238E27FC236}">
                  <a16:creationId xmlns:a16="http://schemas.microsoft.com/office/drawing/2014/main" id="{239DF9CA-6C69-71DA-7BC1-30BFF30B509E}"/>
                </a:ext>
              </a:extLst>
            </p:cNvPr>
            <p:cNvSpPr>
              <a:spLocks noGrp="1"/>
            </p:cNvSpPr>
            <p:nvPr/>
          </p:nvSpPr>
          <p:spPr>
            <a:xfrm>
              <a:off x="15456030" y="4405235"/>
              <a:ext cx="2853" cy="69016"/>
            </a:xfrm>
            <a:custGeom>
              <a:avLst/>
              <a:gdLst/>
              <a:ahLst/>
              <a:cxnLst/>
              <a:rect l="0" t="0" r="0" b="0"/>
              <a:pathLst>
                <a:path w="2853" h="69016">
                  <a:moveTo>
                    <a:pt x="0" y="0"/>
                  </a:moveTo>
                  <a:lnTo>
                    <a:pt x="2853" y="69016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7" name="Output_receptor__5246">
              <a:extLst>
                <a:ext uri="{FF2B5EF4-FFF2-40B4-BE49-F238E27FC236}">
                  <a16:creationId xmlns:a16="http://schemas.microsoft.com/office/drawing/2014/main" id="{75365D55-E00C-782A-DEAE-0371AF3DA6EE}"/>
                </a:ext>
              </a:extLst>
            </p:cNvPr>
            <p:cNvSpPr>
              <a:spLocks noGrp="1"/>
            </p:cNvSpPr>
            <p:nvPr/>
          </p:nvSpPr>
          <p:spPr>
            <a:xfrm>
              <a:off x="15577412" y="4292922"/>
              <a:ext cx="66555" cy="27579"/>
            </a:xfrm>
            <a:custGeom>
              <a:avLst/>
              <a:gdLst/>
              <a:ahLst/>
              <a:cxnLst/>
              <a:rect l="0" t="0" r="0" b="0"/>
              <a:pathLst>
                <a:path w="66555" h="27579">
                  <a:moveTo>
                    <a:pt x="66555" y="275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48" name="Output_receptor__5247">
              <a:extLst>
                <a:ext uri="{FF2B5EF4-FFF2-40B4-BE49-F238E27FC236}">
                  <a16:creationId xmlns:a16="http://schemas.microsoft.com/office/drawing/2014/main" id="{91C682EE-9AA4-FBA2-365D-8EE518D20491}"/>
                </a:ext>
              </a:extLst>
            </p:cNvPr>
            <p:cNvSpPr>
              <a:spLocks noGrp="1"/>
            </p:cNvSpPr>
            <p:nvPr/>
          </p:nvSpPr>
          <p:spPr>
            <a:xfrm>
              <a:off x="15319864" y="3335793"/>
              <a:ext cx="27493" cy="13829"/>
            </a:xfrm>
            <a:custGeom>
              <a:avLst/>
              <a:gdLst/>
              <a:ahLst/>
              <a:cxnLst/>
              <a:rect l="0" t="0" r="0" b="0"/>
              <a:pathLst>
                <a:path w="27493" h="13829">
                  <a:moveTo>
                    <a:pt x="0" y="13829"/>
                  </a:moveTo>
                  <a:lnTo>
                    <a:pt x="27493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49" name="Output_receptor__5248">
              <a:extLst>
                <a:ext uri="{FF2B5EF4-FFF2-40B4-BE49-F238E27FC236}">
                  <a16:creationId xmlns:a16="http://schemas.microsoft.com/office/drawing/2014/main" id="{1E8E1D4A-13A2-0DBB-0E50-6E02B7D85BEA}"/>
                </a:ext>
              </a:extLst>
            </p:cNvPr>
            <p:cNvSpPr>
              <a:spLocks noGrp="1"/>
            </p:cNvSpPr>
            <p:nvPr/>
          </p:nvSpPr>
          <p:spPr>
            <a:xfrm>
              <a:off x="16358663" y="3341865"/>
              <a:ext cx="22422" cy="28687"/>
            </a:xfrm>
            <a:custGeom>
              <a:avLst/>
              <a:gdLst/>
              <a:ahLst/>
              <a:cxnLst/>
              <a:rect l="0" t="0" r="0" b="0"/>
              <a:pathLst>
                <a:path w="22422" h="28687">
                  <a:moveTo>
                    <a:pt x="22422" y="0"/>
                  </a:moveTo>
                  <a:lnTo>
                    <a:pt x="0" y="2868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0" name="Output_receptor__5249">
              <a:extLst>
                <a:ext uri="{FF2B5EF4-FFF2-40B4-BE49-F238E27FC236}">
                  <a16:creationId xmlns:a16="http://schemas.microsoft.com/office/drawing/2014/main" id="{1FEE5379-3C0F-92ED-3C9F-0976C0816949}"/>
                </a:ext>
              </a:extLst>
            </p:cNvPr>
            <p:cNvSpPr>
              <a:spLocks noGrp="1"/>
            </p:cNvSpPr>
            <p:nvPr/>
          </p:nvSpPr>
          <p:spPr>
            <a:xfrm>
              <a:off x="15461763" y="3736699"/>
              <a:ext cx="39019" cy="18174"/>
            </a:xfrm>
            <a:custGeom>
              <a:avLst/>
              <a:gdLst/>
              <a:ahLst/>
              <a:cxnLst/>
              <a:rect l="0" t="0" r="0" b="0"/>
              <a:pathLst>
                <a:path w="39019" h="18174">
                  <a:moveTo>
                    <a:pt x="0" y="18174"/>
                  </a:moveTo>
                  <a:lnTo>
                    <a:pt x="3901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1" name="Output_receptor__5250">
              <a:extLst>
                <a:ext uri="{FF2B5EF4-FFF2-40B4-BE49-F238E27FC236}">
                  <a16:creationId xmlns:a16="http://schemas.microsoft.com/office/drawing/2014/main" id="{3AA83913-D650-CC89-BB73-A3EE25CD352E}"/>
                </a:ext>
              </a:extLst>
            </p:cNvPr>
            <p:cNvSpPr>
              <a:spLocks noGrp="1"/>
            </p:cNvSpPr>
            <p:nvPr/>
          </p:nvSpPr>
          <p:spPr>
            <a:xfrm>
              <a:off x="16361565" y="4018014"/>
              <a:ext cx="5925" cy="66198"/>
            </a:xfrm>
            <a:custGeom>
              <a:avLst/>
              <a:gdLst/>
              <a:ahLst/>
              <a:cxnLst/>
              <a:rect l="0" t="0" r="0" b="0"/>
              <a:pathLst>
                <a:path w="5925" h="66198">
                  <a:moveTo>
                    <a:pt x="5925" y="0"/>
                  </a:moveTo>
                  <a:lnTo>
                    <a:pt x="0" y="6619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2" name="Output_receptor__5251">
              <a:extLst>
                <a:ext uri="{FF2B5EF4-FFF2-40B4-BE49-F238E27FC236}">
                  <a16:creationId xmlns:a16="http://schemas.microsoft.com/office/drawing/2014/main" id="{D7483DA6-8CED-3F49-43C1-9B9D63F1B5BD}"/>
                </a:ext>
              </a:extLst>
            </p:cNvPr>
            <p:cNvSpPr>
              <a:spLocks noGrp="1"/>
            </p:cNvSpPr>
            <p:nvPr/>
          </p:nvSpPr>
          <p:spPr>
            <a:xfrm>
              <a:off x="16118807" y="3082716"/>
              <a:ext cx="49194" cy="18593"/>
            </a:xfrm>
            <a:custGeom>
              <a:avLst/>
              <a:gdLst/>
              <a:ahLst/>
              <a:cxnLst/>
              <a:rect l="0" t="0" r="0" b="0"/>
              <a:pathLst>
                <a:path w="49194" h="18593">
                  <a:moveTo>
                    <a:pt x="0" y="18593"/>
                  </a:moveTo>
                  <a:lnTo>
                    <a:pt x="49194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3" name="Output_receptor__5252">
              <a:extLst>
                <a:ext uri="{FF2B5EF4-FFF2-40B4-BE49-F238E27FC236}">
                  <a16:creationId xmlns:a16="http://schemas.microsoft.com/office/drawing/2014/main" id="{97F951E7-367F-A9BE-8668-D08B1535CA5A}"/>
                </a:ext>
              </a:extLst>
            </p:cNvPr>
            <p:cNvSpPr>
              <a:spLocks noGrp="1"/>
            </p:cNvSpPr>
            <p:nvPr/>
          </p:nvSpPr>
          <p:spPr>
            <a:xfrm>
              <a:off x="15680203" y="3249765"/>
              <a:ext cx="58059" cy="25650"/>
            </a:xfrm>
            <a:custGeom>
              <a:avLst/>
              <a:gdLst/>
              <a:ahLst/>
              <a:cxnLst/>
              <a:rect l="0" t="0" r="0" b="0"/>
              <a:pathLst>
                <a:path w="58059" h="25650">
                  <a:moveTo>
                    <a:pt x="58059" y="0"/>
                  </a:moveTo>
                  <a:lnTo>
                    <a:pt x="0" y="2565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4" name="Output_receptor__5253">
              <a:extLst>
                <a:ext uri="{FF2B5EF4-FFF2-40B4-BE49-F238E27FC236}">
                  <a16:creationId xmlns:a16="http://schemas.microsoft.com/office/drawing/2014/main" id="{D62E0724-45D1-49D1-2A8D-53B6704E93D0}"/>
                </a:ext>
              </a:extLst>
            </p:cNvPr>
            <p:cNvSpPr>
              <a:spLocks noGrp="1"/>
            </p:cNvSpPr>
            <p:nvPr/>
          </p:nvSpPr>
          <p:spPr>
            <a:xfrm>
              <a:off x="16413591" y="3860517"/>
              <a:ext cx="30052" cy="36137"/>
            </a:xfrm>
            <a:custGeom>
              <a:avLst/>
              <a:gdLst/>
              <a:ahLst/>
              <a:cxnLst/>
              <a:rect l="0" t="0" r="0" b="0"/>
              <a:pathLst>
                <a:path w="30052" h="36137">
                  <a:moveTo>
                    <a:pt x="0" y="36137"/>
                  </a:moveTo>
                  <a:lnTo>
                    <a:pt x="30052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5" name="Output_receptor__5254">
              <a:extLst>
                <a:ext uri="{FF2B5EF4-FFF2-40B4-BE49-F238E27FC236}">
                  <a16:creationId xmlns:a16="http://schemas.microsoft.com/office/drawing/2014/main" id="{D9712D3E-E657-1ADF-1B0B-B3C76C690087}"/>
                </a:ext>
              </a:extLst>
            </p:cNvPr>
            <p:cNvSpPr>
              <a:spLocks noGrp="1"/>
            </p:cNvSpPr>
            <p:nvPr/>
          </p:nvSpPr>
          <p:spPr>
            <a:xfrm>
              <a:off x="15727670" y="3383495"/>
              <a:ext cx="11407" cy="61662"/>
            </a:xfrm>
            <a:custGeom>
              <a:avLst/>
              <a:gdLst/>
              <a:ahLst/>
              <a:cxnLst/>
              <a:rect l="0" t="0" r="0" b="0"/>
              <a:pathLst>
                <a:path w="11407" h="61662">
                  <a:moveTo>
                    <a:pt x="0" y="61662"/>
                  </a:moveTo>
                  <a:lnTo>
                    <a:pt x="1140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6" name="Output_receptor__5255">
              <a:extLst>
                <a:ext uri="{FF2B5EF4-FFF2-40B4-BE49-F238E27FC236}">
                  <a16:creationId xmlns:a16="http://schemas.microsoft.com/office/drawing/2014/main" id="{9597D40F-D80F-5647-B9DE-A6CCA0AB2E2B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7" y="4221345"/>
              <a:ext cx="14292" cy="7777"/>
            </a:xfrm>
            <a:custGeom>
              <a:avLst/>
              <a:gdLst/>
              <a:ahLst/>
              <a:cxnLst/>
              <a:rect l="0" t="0" r="0" b="0"/>
              <a:pathLst>
                <a:path w="14292" h="7777">
                  <a:moveTo>
                    <a:pt x="14292" y="77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57" name="Output_receptor__5256">
              <a:extLst>
                <a:ext uri="{FF2B5EF4-FFF2-40B4-BE49-F238E27FC236}">
                  <a16:creationId xmlns:a16="http://schemas.microsoft.com/office/drawing/2014/main" id="{1FC01233-BF22-5029-3377-5CEF07E751AC}"/>
                </a:ext>
              </a:extLst>
            </p:cNvPr>
            <p:cNvSpPr>
              <a:spLocks noGrp="1"/>
            </p:cNvSpPr>
            <p:nvPr/>
          </p:nvSpPr>
          <p:spPr>
            <a:xfrm>
              <a:off x="15621475" y="4003060"/>
              <a:ext cx="16110" cy="17313"/>
            </a:xfrm>
            <a:custGeom>
              <a:avLst/>
              <a:gdLst/>
              <a:ahLst/>
              <a:cxnLst/>
              <a:rect l="0" t="0" r="0" b="0"/>
              <a:pathLst>
                <a:path w="16110" h="17313">
                  <a:moveTo>
                    <a:pt x="0" y="0"/>
                  </a:moveTo>
                  <a:lnTo>
                    <a:pt x="16110" y="17313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8" name="Output_receptor__5257">
              <a:extLst>
                <a:ext uri="{FF2B5EF4-FFF2-40B4-BE49-F238E27FC236}">
                  <a16:creationId xmlns:a16="http://schemas.microsoft.com/office/drawing/2014/main" id="{8EA47184-B3CC-1BDA-3550-85358C83BAB3}"/>
                </a:ext>
              </a:extLst>
            </p:cNvPr>
            <p:cNvSpPr>
              <a:spLocks noGrp="1"/>
            </p:cNvSpPr>
            <p:nvPr/>
          </p:nvSpPr>
          <p:spPr>
            <a:xfrm>
              <a:off x="15973198" y="3165989"/>
              <a:ext cx="20725" cy="54659"/>
            </a:xfrm>
            <a:custGeom>
              <a:avLst/>
              <a:gdLst/>
              <a:ahLst/>
              <a:cxnLst/>
              <a:rect l="0" t="0" r="0" b="0"/>
              <a:pathLst>
                <a:path w="20725" h="54659">
                  <a:moveTo>
                    <a:pt x="20725" y="5465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59" name="Output_receptor__5258">
              <a:extLst>
                <a:ext uri="{FF2B5EF4-FFF2-40B4-BE49-F238E27FC236}">
                  <a16:creationId xmlns:a16="http://schemas.microsoft.com/office/drawing/2014/main" id="{0B5A4C3B-7D74-9DC4-FC02-D2A073407B98}"/>
                </a:ext>
              </a:extLst>
            </p:cNvPr>
            <p:cNvSpPr>
              <a:spLocks noGrp="1"/>
            </p:cNvSpPr>
            <p:nvPr/>
          </p:nvSpPr>
          <p:spPr>
            <a:xfrm>
              <a:off x="16601109" y="3931827"/>
              <a:ext cx="40495" cy="27105"/>
            </a:xfrm>
            <a:custGeom>
              <a:avLst/>
              <a:gdLst/>
              <a:ahLst/>
              <a:cxnLst/>
              <a:rect l="0" t="0" r="0" b="0"/>
              <a:pathLst>
                <a:path w="40495" h="27105">
                  <a:moveTo>
                    <a:pt x="0" y="27105"/>
                  </a:moveTo>
                  <a:lnTo>
                    <a:pt x="40495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0" name="Output_receptor__5259">
              <a:extLst>
                <a:ext uri="{FF2B5EF4-FFF2-40B4-BE49-F238E27FC236}">
                  <a16:creationId xmlns:a16="http://schemas.microsoft.com/office/drawing/2014/main" id="{4EE0795C-18D3-E00E-1BF5-9F19FEC1A8AD}"/>
                </a:ext>
              </a:extLst>
            </p:cNvPr>
            <p:cNvSpPr>
              <a:spLocks noGrp="1"/>
            </p:cNvSpPr>
            <p:nvPr/>
          </p:nvSpPr>
          <p:spPr>
            <a:xfrm>
              <a:off x="15672206" y="3790162"/>
              <a:ext cx="68031" cy="9872"/>
            </a:xfrm>
            <a:custGeom>
              <a:avLst/>
              <a:gdLst/>
              <a:ahLst/>
              <a:cxnLst/>
              <a:rect l="0" t="0" r="0" b="0"/>
              <a:pathLst>
                <a:path w="68031" h="9872">
                  <a:moveTo>
                    <a:pt x="0" y="9872"/>
                  </a:moveTo>
                  <a:lnTo>
                    <a:pt x="68031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1" name="Output_receptor__5260">
              <a:extLst>
                <a:ext uri="{FF2B5EF4-FFF2-40B4-BE49-F238E27FC236}">
                  <a16:creationId xmlns:a16="http://schemas.microsoft.com/office/drawing/2014/main" id="{9BF05179-8D7D-5D72-80F4-6462FDB05A2E}"/>
                </a:ext>
              </a:extLst>
            </p:cNvPr>
            <p:cNvSpPr>
              <a:spLocks noGrp="1"/>
            </p:cNvSpPr>
            <p:nvPr/>
          </p:nvSpPr>
          <p:spPr>
            <a:xfrm>
              <a:off x="16344975" y="3155853"/>
              <a:ext cx="64323" cy="30901"/>
            </a:xfrm>
            <a:custGeom>
              <a:avLst/>
              <a:gdLst/>
              <a:ahLst/>
              <a:cxnLst/>
              <a:rect l="0" t="0" r="0" b="0"/>
              <a:pathLst>
                <a:path w="64323" h="30901">
                  <a:moveTo>
                    <a:pt x="0" y="30901"/>
                  </a:moveTo>
                  <a:lnTo>
                    <a:pt x="64323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2" name="Output_receptor__5261">
              <a:extLst>
                <a:ext uri="{FF2B5EF4-FFF2-40B4-BE49-F238E27FC236}">
                  <a16:creationId xmlns:a16="http://schemas.microsoft.com/office/drawing/2014/main" id="{681E010D-5645-022B-45BC-E6B467292C15}"/>
                </a:ext>
              </a:extLst>
            </p:cNvPr>
            <p:cNvSpPr>
              <a:spLocks noGrp="1"/>
            </p:cNvSpPr>
            <p:nvPr/>
          </p:nvSpPr>
          <p:spPr>
            <a:xfrm>
              <a:off x="16565993" y="3858034"/>
              <a:ext cx="27847" cy="12417"/>
            </a:xfrm>
            <a:custGeom>
              <a:avLst/>
              <a:gdLst/>
              <a:ahLst/>
              <a:cxnLst/>
              <a:rect l="0" t="0" r="0" b="0"/>
              <a:pathLst>
                <a:path w="27847" h="12417">
                  <a:moveTo>
                    <a:pt x="27847" y="0"/>
                  </a:moveTo>
                  <a:lnTo>
                    <a:pt x="0" y="1241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3" name="Output_receptor__5262">
              <a:extLst>
                <a:ext uri="{FF2B5EF4-FFF2-40B4-BE49-F238E27FC236}">
                  <a16:creationId xmlns:a16="http://schemas.microsoft.com/office/drawing/2014/main" id="{1E2E6C5B-8A8E-73B3-6C95-B5A0A76ED871}"/>
                </a:ext>
              </a:extLst>
            </p:cNvPr>
            <p:cNvSpPr>
              <a:spLocks noGrp="1"/>
            </p:cNvSpPr>
            <p:nvPr/>
          </p:nvSpPr>
          <p:spPr>
            <a:xfrm>
              <a:off x="15518235" y="3658329"/>
              <a:ext cx="67777" cy="4739"/>
            </a:xfrm>
            <a:custGeom>
              <a:avLst/>
              <a:gdLst/>
              <a:ahLst/>
              <a:cxnLst/>
              <a:rect l="0" t="0" r="0" b="0"/>
              <a:pathLst>
                <a:path w="67777" h="4739">
                  <a:moveTo>
                    <a:pt x="0" y="0"/>
                  </a:moveTo>
                  <a:lnTo>
                    <a:pt x="67777" y="4739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4" name="Output_receptor__5263">
              <a:extLst>
                <a:ext uri="{FF2B5EF4-FFF2-40B4-BE49-F238E27FC236}">
                  <a16:creationId xmlns:a16="http://schemas.microsoft.com/office/drawing/2014/main" id="{47A5CCAE-DB6B-318B-A2A5-F88BD285AD73}"/>
                </a:ext>
              </a:extLst>
            </p:cNvPr>
            <p:cNvSpPr>
              <a:spLocks noGrp="1"/>
            </p:cNvSpPr>
            <p:nvPr/>
          </p:nvSpPr>
          <p:spPr>
            <a:xfrm>
              <a:off x="15898857" y="3268169"/>
              <a:ext cx="13915" cy="26386"/>
            </a:xfrm>
            <a:custGeom>
              <a:avLst/>
              <a:gdLst/>
              <a:ahLst/>
              <a:cxnLst/>
              <a:rect l="0" t="0" r="0" b="0"/>
              <a:pathLst>
                <a:path w="13915" h="26386">
                  <a:moveTo>
                    <a:pt x="13915" y="0"/>
                  </a:moveTo>
                  <a:lnTo>
                    <a:pt x="0" y="2638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5" name="Output_receptor__5264">
              <a:extLst>
                <a:ext uri="{FF2B5EF4-FFF2-40B4-BE49-F238E27FC236}">
                  <a16:creationId xmlns:a16="http://schemas.microsoft.com/office/drawing/2014/main" id="{C186AD56-3066-FEF3-454F-E9B6618133FC}"/>
                </a:ext>
              </a:extLst>
            </p:cNvPr>
            <p:cNvSpPr>
              <a:spLocks noGrp="1"/>
            </p:cNvSpPr>
            <p:nvPr/>
          </p:nvSpPr>
          <p:spPr>
            <a:xfrm>
              <a:off x="15493704" y="2900095"/>
              <a:ext cx="1876" cy="1368"/>
            </a:xfrm>
            <a:custGeom>
              <a:avLst/>
              <a:gdLst/>
              <a:ahLst/>
              <a:cxnLst/>
              <a:rect l="0" t="0" r="0" b="0"/>
              <a:pathLst>
                <a:path w="1876" h="1368">
                  <a:moveTo>
                    <a:pt x="1876" y="0"/>
                  </a:moveTo>
                  <a:lnTo>
                    <a:pt x="0" y="1368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6" name="Output_receptor__5265">
              <a:extLst>
                <a:ext uri="{FF2B5EF4-FFF2-40B4-BE49-F238E27FC236}">
                  <a16:creationId xmlns:a16="http://schemas.microsoft.com/office/drawing/2014/main" id="{49A383AD-BE4F-89A0-63D0-12D6D02CC9B6}"/>
                </a:ext>
              </a:extLst>
            </p:cNvPr>
            <p:cNvSpPr>
              <a:spLocks noGrp="1"/>
            </p:cNvSpPr>
            <p:nvPr/>
          </p:nvSpPr>
          <p:spPr>
            <a:xfrm>
              <a:off x="15373312" y="2771991"/>
              <a:ext cx="42971" cy="42128"/>
            </a:xfrm>
            <a:custGeom>
              <a:avLst/>
              <a:gdLst/>
              <a:ahLst/>
              <a:cxnLst/>
              <a:rect l="0" t="0" r="0" b="0"/>
              <a:pathLst>
                <a:path w="42971" h="42128">
                  <a:moveTo>
                    <a:pt x="42971" y="0"/>
                  </a:moveTo>
                  <a:lnTo>
                    <a:pt x="0" y="42128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7" name="Output_receptor__5266">
              <a:extLst>
                <a:ext uri="{FF2B5EF4-FFF2-40B4-BE49-F238E27FC236}">
                  <a16:creationId xmlns:a16="http://schemas.microsoft.com/office/drawing/2014/main" id="{C318E9A4-06FA-6BE6-F4B8-FBC900E0FDC4}"/>
                </a:ext>
              </a:extLst>
            </p:cNvPr>
            <p:cNvSpPr>
              <a:spLocks noGrp="1"/>
            </p:cNvSpPr>
            <p:nvPr/>
          </p:nvSpPr>
          <p:spPr>
            <a:xfrm>
              <a:off x="15686195" y="2744687"/>
              <a:ext cx="71866" cy="5627"/>
            </a:xfrm>
            <a:custGeom>
              <a:avLst/>
              <a:gdLst/>
              <a:ahLst/>
              <a:cxnLst/>
              <a:rect l="0" t="0" r="0" b="0"/>
              <a:pathLst>
                <a:path w="71866" h="5627">
                  <a:moveTo>
                    <a:pt x="0" y="5627"/>
                  </a:moveTo>
                  <a:lnTo>
                    <a:pt x="71866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68" name="Output_receptor__5267">
              <a:extLst>
                <a:ext uri="{FF2B5EF4-FFF2-40B4-BE49-F238E27FC236}">
                  <a16:creationId xmlns:a16="http://schemas.microsoft.com/office/drawing/2014/main" id="{CD5FB8A8-5A30-EF03-D56E-D6FC4096EC95}"/>
                </a:ext>
              </a:extLst>
            </p:cNvPr>
            <p:cNvSpPr>
              <a:spLocks noGrp="1"/>
            </p:cNvSpPr>
            <p:nvPr/>
          </p:nvSpPr>
          <p:spPr>
            <a:xfrm>
              <a:off x="15719831" y="4183411"/>
              <a:ext cx="11637" cy="61766"/>
            </a:xfrm>
            <a:custGeom>
              <a:avLst/>
              <a:gdLst/>
              <a:ahLst/>
              <a:cxnLst/>
              <a:rect l="0" t="0" r="0" b="0"/>
              <a:pathLst>
                <a:path w="11637" h="61766">
                  <a:moveTo>
                    <a:pt x="11637" y="0"/>
                  </a:moveTo>
                  <a:lnTo>
                    <a:pt x="0" y="6176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69" name="Output_receptor__5268">
              <a:extLst>
                <a:ext uri="{FF2B5EF4-FFF2-40B4-BE49-F238E27FC236}">
                  <a16:creationId xmlns:a16="http://schemas.microsoft.com/office/drawing/2014/main" id="{DC6B2F3E-F93C-CCBF-D3EE-94F5D96731E4}"/>
                </a:ext>
              </a:extLst>
            </p:cNvPr>
            <p:cNvSpPr>
              <a:spLocks noGrp="1"/>
            </p:cNvSpPr>
            <p:nvPr/>
          </p:nvSpPr>
          <p:spPr>
            <a:xfrm>
              <a:off x="16421766" y="3552337"/>
              <a:ext cx="29609" cy="57530"/>
            </a:xfrm>
            <a:custGeom>
              <a:avLst/>
              <a:gdLst/>
              <a:ahLst/>
              <a:cxnLst/>
              <a:rect l="0" t="0" r="0" b="0"/>
              <a:pathLst>
                <a:path w="29609" h="57530">
                  <a:moveTo>
                    <a:pt x="0" y="57530"/>
                  </a:moveTo>
                  <a:lnTo>
                    <a:pt x="2960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0" name="Output_receptor__5269">
              <a:extLst>
                <a:ext uri="{FF2B5EF4-FFF2-40B4-BE49-F238E27FC236}">
                  <a16:creationId xmlns:a16="http://schemas.microsoft.com/office/drawing/2014/main" id="{C991F317-D870-5B19-F833-B9AEAA3B5024}"/>
                </a:ext>
              </a:extLst>
            </p:cNvPr>
            <p:cNvSpPr>
              <a:spLocks noGrp="1"/>
            </p:cNvSpPr>
            <p:nvPr/>
          </p:nvSpPr>
          <p:spPr>
            <a:xfrm>
              <a:off x="15656951" y="2580541"/>
              <a:ext cx="16350" cy="49040"/>
            </a:xfrm>
            <a:custGeom>
              <a:avLst/>
              <a:gdLst/>
              <a:ahLst/>
              <a:cxnLst/>
              <a:rect l="0" t="0" r="0" b="0"/>
              <a:pathLst>
                <a:path w="16350" h="49040">
                  <a:moveTo>
                    <a:pt x="16350" y="0"/>
                  </a:moveTo>
                  <a:lnTo>
                    <a:pt x="0" y="4904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71" name="Output_receptor__5270">
              <a:extLst>
                <a:ext uri="{FF2B5EF4-FFF2-40B4-BE49-F238E27FC236}">
                  <a16:creationId xmlns:a16="http://schemas.microsoft.com/office/drawing/2014/main" id="{55DBBC1D-49CF-AE94-8B5F-65D1004A8CFF}"/>
                </a:ext>
              </a:extLst>
            </p:cNvPr>
            <p:cNvSpPr>
              <a:spLocks noGrp="1"/>
            </p:cNvSpPr>
            <p:nvPr/>
          </p:nvSpPr>
          <p:spPr>
            <a:xfrm>
              <a:off x="15490052" y="3389811"/>
              <a:ext cx="57838" cy="13112"/>
            </a:xfrm>
            <a:custGeom>
              <a:avLst/>
              <a:gdLst/>
              <a:ahLst/>
              <a:cxnLst/>
              <a:rect l="0" t="0" r="0" b="0"/>
              <a:pathLst>
                <a:path w="57838" h="13112">
                  <a:moveTo>
                    <a:pt x="57838" y="0"/>
                  </a:moveTo>
                  <a:lnTo>
                    <a:pt x="0" y="131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2" name="Output_receptor__5271">
              <a:extLst>
                <a:ext uri="{FF2B5EF4-FFF2-40B4-BE49-F238E27FC236}">
                  <a16:creationId xmlns:a16="http://schemas.microsoft.com/office/drawing/2014/main" id="{5B480E19-171B-7B40-CFF7-A617A38631FB}"/>
                </a:ext>
              </a:extLst>
            </p:cNvPr>
            <p:cNvSpPr>
              <a:spLocks noGrp="1"/>
            </p:cNvSpPr>
            <p:nvPr/>
          </p:nvSpPr>
          <p:spPr>
            <a:xfrm>
              <a:off x="15548266" y="2932068"/>
              <a:ext cx="53967" cy="47134"/>
            </a:xfrm>
            <a:custGeom>
              <a:avLst/>
              <a:gdLst/>
              <a:ahLst/>
              <a:cxnLst/>
              <a:rect l="0" t="0" r="0" b="0"/>
              <a:pathLst>
                <a:path w="53967" h="47134">
                  <a:moveTo>
                    <a:pt x="0" y="47134"/>
                  </a:moveTo>
                  <a:lnTo>
                    <a:pt x="5396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3" name="Output_receptor__5272">
              <a:extLst>
                <a:ext uri="{FF2B5EF4-FFF2-40B4-BE49-F238E27FC236}">
                  <a16:creationId xmlns:a16="http://schemas.microsoft.com/office/drawing/2014/main" id="{1681E8BE-88B0-60FE-6E4B-092A0EAF118E}"/>
                </a:ext>
              </a:extLst>
            </p:cNvPr>
            <p:cNvSpPr>
              <a:spLocks noGrp="1"/>
            </p:cNvSpPr>
            <p:nvPr/>
          </p:nvSpPr>
          <p:spPr>
            <a:xfrm>
              <a:off x="15549041" y="2563673"/>
              <a:ext cx="39097" cy="59873"/>
            </a:xfrm>
            <a:custGeom>
              <a:avLst/>
              <a:gdLst/>
              <a:ahLst/>
              <a:cxnLst/>
              <a:rect l="0" t="0" r="0" b="0"/>
              <a:pathLst>
                <a:path w="39097" h="59873">
                  <a:moveTo>
                    <a:pt x="39097" y="598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74" name="Output_receptor__5273">
              <a:extLst>
                <a:ext uri="{FF2B5EF4-FFF2-40B4-BE49-F238E27FC236}">
                  <a16:creationId xmlns:a16="http://schemas.microsoft.com/office/drawing/2014/main" id="{6F723F5C-23AC-A548-078A-F876FB639A02}"/>
                </a:ext>
              </a:extLst>
            </p:cNvPr>
            <p:cNvSpPr>
              <a:spLocks noGrp="1"/>
            </p:cNvSpPr>
            <p:nvPr/>
          </p:nvSpPr>
          <p:spPr>
            <a:xfrm>
              <a:off x="16395513" y="3393417"/>
              <a:ext cx="59190" cy="37778"/>
            </a:xfrm>
            <a:custGeom>
              <a:avLst/>
              <a:gdLst/>
              <a:ahLst/>
              <a:cxnLst/>
              <a:rect l="0" t="0" r="0" b="0"/>
              <a:pathLst>
                <a:path w="59190" h="37778">
                  <a:moveTo>
                    <a:pt x="0" y="37778"/>
                  </a:moveTo>
                  <a:lnTo>
                    <a:pt x="5919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5" name="Output_receptor__5274">
              <a:extLst>
                <a:ext uri="{FF2B5EF4-FFF2-40B4-BE49-F238E27FC236}">
                  <a16:creationId xmlns:a16="http://schemas.microsoft.com/office/drawing/2014/main" id="{C7D5E7C7-D2FA-99F5-2E82-BB1198D9B61F}"/>
                </a:ext>
              </a:extLst>
            </p:cNvPr>
            <p:cNvSpPr>
              <a:spLocks noGrp="1"/>
            </p:cNvSpPr>
            <p:nvPr/>
          </p:nvSpPr>
          <p:spPr>
            <a:xfrm>
              <a:off x="16201322" y="3273763"/>
              <a:ext cx="67603" cy="21551"/>
            </a:xfrm>
            <a:custGeom>
              <a:avLst/>
              <a:gdLst/>
              <a:ahLst/>
              <a:cxnLst/>
              <a:rect l="0" t="0" r="0" b="0"/>
              <a:pathLst>
                <a:path w="67603" h="21551">
                  <a:moveTo>
                    <a:pt x="0" y="0"/>
                  </a:moveTo>
                  <a:lnTo>
                    <a:pt x="67603" y="2155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6" name="Output_receptor__5275">
              <a:extLst>
                <a:ext uri="{FF2B5EF4-FFF2-40B4-BE49-F238E27FC236}">
                  <a16:creationId xmlns:a16="http://schemas.microsoft.com/office/drawing/2014/main" id="{52880EAA-0D00-A898-4D96-FEB3EAAC104C}"/>
                </a:ext>
              </a:extLst>
            </p:cNvPr>
            <p:cNvSpPr>
              <a:spLocks noGrp="1"/>
            </p:cNvSpPr>
            <p:nvPr/>
          </p:nvSpPr>
          <p:spPr>
            <a:xfrm>
              <a:off x="16167787" y="2519941"/>
              <a:ext cx="29183" cy="61811"/>
            </a:xfrm>
            <a:custGeom>
              <a:avLst/>
              <a:gdLst/>
              <a:ahLst/>
              <a:cxnLst/>
              <a:rect l="0" t="0" r="0" b="0"/>
              <a:pathLst>
                <a:path w="29183" h="61811">
                  <a:moveTo>
                    <a:pt x="0" y="61811"/>
                  </a:moveTo>
                  <a:lnTo>
                    <a:pt x="29183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7" name="Output_receptor__5276">
              <a:extLst>
                <a:ext uri="{FF2B5EF4-FFF2-40B4-BE49-F238E27FC236}">
                  <a16:creationId xmlns:a16="http://schemas.microsoft.com/office/drawing/2014/main" id="{64256026-254E-75B9-B725-2C73B6640792}"/>
                </a:ext>
              </a:extLst>
            </p:cNvPr>
            <p:cNvSpPr>
              <a:spLocks noGrp="1"/>
            </p:cNvSpPr>
            <p:nvPr/>
          </p:nvSpPr>
          <p:spPr>
            <a:xfrm>
              <a:off x="15848357" y="3561440"/>
              <a:ext cx="1359" cy="68512"/>
            </a:xfrm>
            <a:custGeom>
              <a:avLst/>
              <a:gdLst/>
              <a:ahLst/>
              <a:cxnLst/>
              <a:rect l="0" t="0" r="0" b="0"/>
              <a:pathLst>
                <a:path w="1359" h="68512">
                  <a:moveTo>
                    <a:pt x="0" y="0"/>
                  </a:moveTo>
                  <a:lnTo>
                    <a:pt x="1359" y="685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8" name="Output_receptor__5277">
              <a:extLst>
                <a:ext uri="{FF2B5EF4-FFF2-40B4-BE49-F238E27FC236}">
                  <a16:creationId xmlns:a16="http://schemas.microsoft.com/office/drawing/2014/main" id="{2B0EB652-9F67-20D7-BB72-1889ED06830B}"/>
                </a:ext>
              </a:extLst>
            </p:cNvPr>
            <p:cNvSpPr>
              <a:spLocks noGrp="1"/>
            </p:cNvSpPr>
            <p:nvPr/>
          </p:nvSpPr>
          <p:spPr>
            <a:xfrm>
              <a:off x="16641603" y="3872345"/>
              <a:ext cx="19651" cy="59482"/>
            </a:xfrm>
            <a:custGeom>
              <a:avLst/>
              <a:gdLst/>
              <a:ahLst/>
              <a:cxnLst/>
              <a:rect l="0" t="0" r="0" b="0"/>
              <a:pathLst>
                <a:path w="19651" h="59482">
                  <a:moveTo>
                    <a:pt x="0" y="59482"/>
                  </a:moveTo>
                  <a:lnTo>
                    <a:pt x="19651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79" name="Output_receptor__5278">
              <a:extLst>
                <a:ext uri="{FF2B5EF4-FFF2-40B4-BE49-F238E27FC236}">
                  <a16:creationId xmlns:a16="http://schemas.microsoft.com/office/drawing/2014/main" id="{9645E7BC-211C-C9B7-F285-41737C2E68A5}"/>
                </a:ext>
              </a:extLst>
            </p:cNvPr>
            <p:cNvSpPr>
              <a:spLocks noGrp="1"/>
            </p:cNvSpPr>
            <p:nvPr/>
          </p:nvSpPr>
          <p:spPr>
            <a:xfrm>
              <a:off x="15697060" y="4141998"/>
              <a:ext cx="34409" cy="41413"/>
            </a:xfrm>
            <a:custGeom>
              <a:avLst/>
              <a:gdLst/>
              <a:ahLst/>
              <a:cxnLst/>
              <a:rect l="0" t="0" r="0" b="0"/>
              <a:pathLst>
                <a:path w="34409" h="41413">
                  <a:moveTo>
                    <a:pt x="0" y="0"/>
                  </a:moveTo>
                  <a:lnTo>
                    <a:pt x="34409" y="4141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0" name="Output_receptor__5279">
              <a:extLst>
                <a:ext uri="{FF2B5EF4-FFF2-40B4-BE49-F238E27FC236}">
                  <a16:creationId xmlns:a16="http://schemas.microsoft.com/office/drawing/2014/main" id="{640C416E-AC20-002A-9F84-6763B587E190}"/>
                </a:ext>
              </a:extLst>
            </p:cNvPr>
            <p:cNvSpPr>
              <a:spLocks noGrp="1"/>
            </p:cNvSpPr>
            <p:nvPr/>
          </p:nvSpPr>
          <p:spPr>
            <a:xfrm>
              <a:off x="16161045" y="2324278"/>
              <a:ext cx="53482" cy="43593"/>
            </a:xfrm>
            <a:custGeom>
              <a:avLst/>
              <a:gdLst/>
              <a:ahLst/>
              <a:cxnLst/>
              <a:rect l="0" t="0" r="0" b="0"/>
              <a:pathLst>
                <a:path w="53482" h="43593">
                  <a:moveTo>
                    <a:pt x="53482" y="0"/>
                  </a:moveTo>
                  <a:lnTo>
                    <a:pt x="0" y="4359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1" name="Output_receptor__5280">
              <a:extLst>
                <a:ext uri="{FF2B5EF4-FFF2-40B4-BE49-F238E27FC236}">
                  <a16:creationId xmlns:a16="http://schemas.microsoft.com/office/drawing/2014/main" id="{E88800ED-CAB9-FC07-1F56-623D6F1EB0C9}"/>
                </a:ext>
              </a:extLst>
            </p:cNvPr>
            <p:cNvSpPr>
              <a:spLocks noGrp="1"/>
            </p:cNvSpPr>
            <p:nvPr/>
          </p:nvSpPr>
          <p:spPr>
            <a:xfrm>
              <a:off x="15570452" y="4461036"/>
              <a:ext cx="67519" cy="16614"/>
            </a:xfrm>
            <a:custGeom>
              <a:avLst/>
              <a:gdLst/>
              <a:ahLst/>
              <a:cxnLst/>
              <a:rect l="0" t="0" r="0" b="0"/>
              <a:pathLst>
                <a:path w="67519" h="16614">
                  <a:moveTo>
                    <a:pt x="0" y="16614"/>
                  </a:moveTo>
                  <a:lnTo>
                    <a:pt x="6751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2" name="Output_receptor__5281">
              <a:extLst>
                <a:ext uri="{FF2B5EF4-FFF2-40B4-BE49-F238E27FC236}">
                  <a16:creationId xmlns:a16="http://schemas.microsoft.com/office/drawing/2014/main" id="{39B42374-A3B4-9B67-7A31-6DA2EF3910AB}"/>
                </a:ext>
              </a:extLst>
            </p:cNvPr>
            <p:cNvSpPr>
              <a:spLocks noGrp="1"/>
            </p:cNvSpPr>
            <p:nvPr/>
          </p:nvSpPr>
          <p:spPr>
            <a:xfrm>
              <a:off x="16232109" y="3576317"/>
              <a:ext cx="54864" cy="40412"/>
            </a:xfrm>
            <a:custGeom>
              <a:avLst/>
              <a:gdLst/>
              <a:ahLst/>
              <a:cxnLst/>
              <a:rect l="0" t="0" r="0" b="0"/>
              <a:pathLst>
                <a:path w="54864" h="40412">
                  <a:moveTo>
                    <a:pt x="0" y="0"/>
                  </a:moveTo>
                  <a:lnTo>
                    <a:pt x="54864" y="404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3" name="Output_receptor__5282">
              <a:extLst>
                <a:ext uri="{FF2B5EF4-FFF2-40B4-BE49-F238E27FC236}">
                  <a16:creationId xmlns:a16="http://schemas.microsoft.com/office/drawing/2014/main" id="{D94FC46F-33B2-F9B7-5315-6D1A054763C6}"/>
                </a:ext>
              </a:extLst>
            </p:cNvPr>
            <p:cNvSpPr>
              <a:spLocks noGrp="1"/>
            </p:cNvSpPr>
            <p:nvPr/>
          </p:nvSpPr>
          <p:spPr>
            <a:xfrm>
              <a:off x="16423430" y="3795575"/>
              <a:ext cx="20212" cy="64942"/>
            </a:xfrm>
            <a:custGeom>
              <a:avLst/>
              <a:gdLst/>
              <a:ahLst/>
              <a:cxnLst/>
              <a:rect l="0" t="0" r="0" b="0"/>
              <a:pathLst>
                <a:path w="20212" h="64942">
                  <a:moveTo>
                    <a:pt x="20212" y="649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4" name="Output_receptor__5283">
              <a:extLst>
                <a:ext uri="{FF2B5EF4-FFF2-40B4-BE49-F238E27FC236}">
                  <a16:creationId xmlns:a16="http://schemas.microsoft.com/office/drawing/2014/main" id="{A158B50C-7631-C79F-18B6-2BDEA7F2B924}"/>
                </a:ext>
              </a:extLst>
            </p:cNvPr>
            <p:cNvSpPr>
              <a:spLocks noGrp="1"/>
            </p:cNvSpPr>
            <p:nvPr/>
          </p:nvSpPr>
          <p:spPr>
            <a:xfrm>
              <a:off x="16075878" y="3515470"/>
              <a:ext cx="41179" cy="21744"/>
            </a:xfrm>
            <a:custGeom>
              <a:avLst/>
              <a:gdLst/>
              <a:ahLst/>
              <a:cxnLst/>
              <a:rect l="0" t="0" r="0" b="0"/>
              <a:pathLst>
                <a:path w="41179" h="21744">
                  <a:moveTo>
                    <a:pt x="41179" y="217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5" name="Output_receptor__5284">
              <a:extLst>
                <a:ext uri="{FF2B5EF4-FFF2-40B4-BE49-F238E27FC236}">
                  <a16:creationId xmlns:a16="http://schemas.microsoft.com/office/drawing/2014/main" id="{A6DE7D60-DFC0-2D32-219B-2569618A97B5}"/>
                </a:ext>
              </a:extLst>
            </p:cNvPr>
            <p:cNvSpPr>
              <a:spLocks noGrp="1"/>
            </p:cNvSpPr>
            <p:nvPr/>
          </p:nvSpPr>
          <p:spPr>
            <a:xfrm>
              <a:off x="16116905" y="3427406"/>
              <a:ext cx="3975" cy="13039"/>
            </a:xfrm>
            <a:custGeom>
              <a:avLst/>
              <a:gdLst/>
              <a:ahLst/>
              <a:cxnLst/>
              <a:rect l="0" t="0" r="0" b="0"/>
              <a:pathLst>
                <a:path w="3975" h="13039">
                  <a:moveTo>
                    <a:pt x="3975" y="13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6" name="Output_receptor__5285">
              <a:extLst>
                <a:ext uri="{FF2B5EF4-FFF2-40B4-BE49-F238E27FC236}">
                  <a16:creationId xmlns:a16="http://schemas.microsoft.com/office/drawing/2014/main" id="{601B2727-AABA-68E2-78B2-49DBD916016C}"/>
                </a:ext>
              </a:extLst>
            </p:cNvPr>
            <p:cNvSpPr>
              <a:spLocks noGrp="1"/>
            </p:cNvSpPr>
            <p:nvPr/>
          </p:nvSpPr>
          <p:spPr>
            <a:xfrm>
              <a:off x="16279014" y="3943287"/>
              <a:ext cx="23532" cy="41339"/>
            </a:xfrm>
            <a:custGeom>
              <a:avLst/>
              <a:gdLst/>
              <a:ahLst/>
              <a:cxnLst/>
              <a:rect l="0" t="0" r="0" b="0"/>
              <a:pathLst>
                <a:path w="23532" h="41339">
                  <a:moveTo>
                    <a:pt x="0" y="0"/>
                  </a:moveTo>
                  <a:lnTo>
                    <a:pt x="23532" y="41339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87" name="Output_receptor__5286">
              <a:extLst>
                <a:ext uri="{FF2B5EF4-FFF2-40B4-BE49-F238E27FC236}">
                  <a16:creationId xmlns:a16="http://schemas.microsoft.com/office/drawing/2014/main" id="{40062A16-A0CD-DCF9-9BBC-4633FB4EF367}"/>
                </a:ext>
              </a:extLst>
            </p:cNvPr>
            <p:cNvSpPr>
              <a:spLocks noGrp="1"/>
            </p:cNvSpPr>
            <p:nvPr/>
          </p:nvSpPr>
          <p:spPr>
            <a:xfrm>
              <a:off x="16287607" y="3186755"/>
              <a:ext cx="57368" cy="12713"/>
            </a:xfrm>
            <a:custGeom>
              <a:avLst/>
              <a:gdLst/>
              <a:ahLst/>
              <a:cxnLst/>
              <a:rect l="0" t="0" r="0" b="0"/>
              <a:pathLst>
                <a:path w="57368" h="12713">
                  <a:moveTo>
                    <a:pt x="0" y="12713"/>
                  </a:moveTo>
                  <a:lnTo>
                    <a:pt x="57368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88" name="Output_receptor__5287">
              <a:extLst>
                <a:ext uri="{FF2B5EF4-FFF2-40B4-BE49-F238E27FC236}">
                  <a16:creationId xmlns:a16="http://schemas.microsoft.com/office/drawing/2014/main" id="{4B6D0921-4021-87E8-5B3A-4594C171CC17}"/>
                </a:ext>
              </a:extLst>
            </p:cNvPr>
            <p:cNvSpPr>
              <a:spLocks noGrp="1"/>
            </p:cNvSpPr>
            <p:nvPr/>
          </p:nvSpPr>
          <p:spPr>
            <a:xfrm>
              <a:off x="16035463" y="2596098"/>
              <a:ext cx="49887" cy="14340"/>
            </a:xfrm>
            <a:custGeom>
              <a:avLst/>
              <a:gdLst/>
              <a:ahLst/>
              <a:cxnLst/>
              <a:rect l="0" t="0" r="0" b="0"/>
              <a:pathLst>
                <a:path w="49887" h="14340">
                  <a:moveTo>
                    <a:pt x="0" y="14340"/>
                  </a:moveTo>
                  <a:lnTo>
                    <a:pt x="49887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289" name="Output_receptor__5288">
              <a:extLst>
                <a:ext uri="{FF2B5EF4-FFF2-40B4-BE49-F238E27FC236}">
                  <a16:creationId xmlns:a16="http://schemas.microsoft.com/office/drawing/2014/main" id="{7A7113D6-DFE4-2D4A-C02E-0DE6E46A9A4B}"/>
                </a:ext>
              </a:extLst>
            </p:cNvPr>
            <p:cNvSpPr>
              <a:spLocks noGrp="1"/>
            </p:cNvSpPr>
            <p:nvPr/>
          </p:nvSpPr>
          <p:spPr>
            <a:xfrm>
              <a:off x="15658026" y="2750314"/>
              <a:ext cx="28169" cy="56323"/>
            </a:xfrm>
            <a:custGeom>
              <a:avLst/>
              <a:gdLst/>
              <a:ahLst/>
              <a:cxnLst/>
              <a:rect l="0" t="0" r="0" b="0"/>
              <a:pathLst>
                <a:path w="28169" h="56323">
                  <a:moveTo>
                    <a:pt x="0" y="56323"/>
                  </a:moveTo>
                  <a:lnTo>
                    <a:pt x="28169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0" name="Output_receptor__5289">
              <a:extLst>
                <a:ext uri="{FF2B5EF4-FFF2-40B4-BE49-F238E27FC236}">
                  <a16:creationId xmlns:a16="http://schemas.microsoft.com/office/drawing/2014/main" id="{CC447D80-278C-5E4D-1717-08E5D6870149}"/>
                </a:ext>
              </a:extLst>
            </p:cNvPr>
            <p:cNvSpPr>
              <a:spLocks noGrp="1"/>
            </p:cNvSpPr>
            <p:nvPr/>
          </p:nvSpPr>
          <p:spPr>
            <a:xfrm>
              <a:off x="15797166" y="2822788"/>
              <a:ext cx="46624" cy="25516"/>
            </a:xfrm>
            <a:custGeom>
              <a:avLst/>
              <a:gdLst/>
              <a:ahLst/>
              <a:cxnLst/>
              <a:rect l="0" t="0" r="0" b="0"/>
              <a:pathLst>
                <a:path w="46624" h="25516">
                  <a:moveTo>
                    <a:pt x="46624" y="0"/>
                  </a:moveTo>
                  <a:lnTo>
                    <a:pt x="0" y="2551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1" name="Output_receptor__5290">
              <a:extLst>
                <a:ext uri="{FF2B5EF4-FFF2-40B4-BE49-F238E27FC236}">
                  <a16:creationId xmlns:a16="http://schemas.microsoft.com/office/drawing/2014/main" id="{DD6FC075-8BEE-5136-6279-CE304ADA0F7C}"/>
                </a:ext>
              </a:extLst>
            </p:cNvPr>
            <p:cNvSpPr>
              <a:spLocks noGrp="1"/>
            </p:cNvSpPr>
            <p:nvPr/>
          </p:nvSpPr>
          <p:spPr>
            <a:xfrm>
              <a:off x="16348638" y="3813135"/>
              <a:ext cx="6148" cy="35991"/>
            </a:xfrm>
            <a:custGeom>
              <a:avLst/>
              <a:gdLst/>
              <a:ahLst/>
              <a:cxnLst/>
              <a:rect l="0" t="0" r="0" b="0"/>
              <a:pathLst>
                <a:path w="6148" h="35991">
                  <a:moveTo>
                    <a:pt x="6148" y="0"/>
                  </a:moveTo>
                  <a:lnTo>
                    <a:pt x="0" y="35991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2" name="Output_receptor__5291">
              <a:extLst>
                <a:ext uri="{FF2B5EF4-FFF2-40B4-BE49-F238E27FC236}">
                  <a16:creationId xmlns:a16="http://schemas.microsoft.com/office/drawing/2014/main" id="{4B82A277-4B2F-575B-AD4E-B1E26DFBB9B1}"/>
                </a:ext>
              </a:extLst>
            </p:cNvPr>
            <p:cNvSpPr>
              <a:spLocks noGrp="1"/>
            </p:cNvSpPr>
            <p:nvPr/>
          </p:nvSpPr>
          <p:spPr>
            <a:xfrm>
              <a:off x="15419819" y="3312598"/>
              <a:ext cx="45626" cy="10312"/>
            </a:xfrm>
            <a:custGeom>
              <a:avLst/>
              <a:gdLst/>
              <a:ahLst/>
              <a:cxnLst/>
              <a:rect l="0" t="0" r="0" b="0"/>
              <a:pathLst>
                <a:path w="45626" h="10312">
                  <a:moveTo>
                    <a:pt x="45626" y="0"/>
                  </a:moveTo>
                  <a:lnTo>
                    <a:pt x="0" y="1031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3" name="Output_receptor__5292">
              <a:extLst>
                <a:ext uri="{FF2B5EF4-FFF2-40B4-BE49-F238E27FC236}">
                  <a16:creationId xmlns:a16="http://schemas.microsoft.com/office/drawing/2014/main" id="{A70B1E5F-A6B4-E3CB-2DE4-4807DB9D80D9}"/>
                </a:ext>
              </a:extLst>
            </p:cNvPr>
            <p:cNvSpPr>
              <a:spLocks noGrp="1"/>
            </p:cNvSpPr>
            <p:nvPr/>
          </p:nvSpPr>
          <p:spPr>
            <a:xfrm>
              <a:off x="16358663" y="3370552"/>
              <a:ext cx="36850" cy="60643"/>
            </a:xfrm>
            <a:custGeom>
              <a:avLst/>
              <a:gdLst/>
              <a:ahLst/>
              <a:cxnLst/>
              <a:rect l="0" t="0" r="0" b="0"/>
              <a:pathLst>
                <a:path w="36850" h="60643">
                  <a:moveTo>
                    <a:pt x="0" y="0"/>
                  </a:moveTo>
                  <a:lnTo>
                    <a:pt x="36850" y="60643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4" name="Output_receptor__5293">
              <a:extLst>
                <a:ext uri="{FF2B5EF4-FFF2-40B4-BE49-F238E27FC236}">
                  <a16:creationId xmlns:a16="http://schemas.microsoft.com/office/drawing/2014/main" id="{11984F07-9ED1-D047-5947-F0F377120056}"/>
                </a:ext>
              </a:extLst>
            </p:cNvPr>
            <p:cNvSpPr>
              <a:spLocks noGrp="1"/>
            </p:cNvSpPr>
            <p:nvPr/>
          </p:nvSpPr>
          <p:spPr>
            <a:xfrm>
              <a:off x="15843790" y="2822788"/>
              <a:ext cx="56243" cy="15109"/>
            </a:xfrm>
            <a:custGeom>
              <a:avLst/>
              <a:gdLst/>
              <a:ahLst/>
              <a:cxnLst/>
              <a:rect l="0" t="0" r="0" b="0"/>
              <a:pathLst>
                <a:path w="56243" h="15109">
                  <a:moveTo>
                    <a:pt x="56243" y="151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5" name="Output_receptor__5294">
              <a:extLst>
                <a:ext uri="{FF2B5EF4-FFF2-40B4-BE49-F238E27FC236}">
                  <a16:creationId xmlns:a16="http://schemas.microsoft.com/office/drawing/2014/main" id="{5BBD46BC-261F-AADE-479A-902D5D301300}"/>
                </a:ext>
              </a:extLst>
            </p:cNvPr>
            <p:cNvSpPr>
              <a:spLocks noGrp="1"/>
            </p:cNvSpPr>
            <p:nvPr/>
          </p:nvSpPr>
          <p:spPr>
            <a:xfrm>
              <a:off x="15608700" y="3045684"/>
              <a:ext cx="9832" cy="1139"/>
            </a:xfrm>
            <a:custGeom>
              <a:avLst/>
              <a:gdLst/>
              <a:ahLst/>
              <a:cxnLst/>
              <a:rect l="0" t="0" r="0" b="0"/>
              <a:pathLst>
                <a:path w="9832" h="1139">
                  <a:moveTo>
                    <a:pt x="9832" y="11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6" name="Output_receptor__5295">
              <a:extLst>
                <a:ext uri="{FF2B5EF4-FFF2-40B4-BE49-F238E27FC236}">
                  <a16:creationId xmlns:a16="http://schemas.microsoft.com/office/drawing/2014/main" id="{0DA8FA9C-1E2F-F68E-113F-718AF53B6457}"/>
                </a:ext>
              </a:extLst>
            </p:cNvPr>
            <p:cNvSpPr>
              <a:spLocks noGrp="1"/>
            </p:cNvSpPr>
            <p:nvPr/>
          </p:nvSpPr>
          <p:spPr>
            <a:xfrm>
              <a:off x="16168001" y="3082716"/>
              <a:ext cx="70715" cy="12777"/>
            </a:xfrm>
            <a:custGeom>
              <a:avLst/>
              <a:gdLst/>
              <a:ahLst/>
              <a:cxnLst/>
              <a:rect l="0" t="0" r="0" b="0"/>
              <a:pathLst>
                <a:path w="70715" h="12777">
                  <a:moveTo>
                    <a:pt x="0" y="0"/>
                  </a:moveTo>
                  <a:lnTo>
                    <a:pt x="70715" y="1277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7" name="Output_receptor__5296">
              <a:extLst>
                <a:ext uri="{FF2B5EF4-FFF2-40B4-BE49-F238E27FC236}">
                  <a16:creationId xmlns:a16="http://schemas.microsoft.com/office/drawing/2014/main" id="{C1A7FCD2-0DDE-9105-C701-422E4478EA2F}"/>
                </a:ext>
              </a:extLst>
            </p:cNvPr>
            <p:cNvSpPr>
              <a:spLocks noGrp="1"/>
            </p:cNvSpPr>
            <p:nvPr/>
          </p:nvSpPr>
          <p:spPr>
            <a:xfrm>
              <a:off x="16224700" y="3187292"/>
              <a:ext cx="62907" cy="12176"/>
            </a:xfrm>
            <a:custGeom>
              <a:avLst/>
              <a:gdLst/>
              <a:ahLst/>
              <a:cxnLst/>
              <a:rect l="0" t="0" r="0" b="0"/>
              <a:pathLst>
                <a:path w="62907" h="12176">
                  <a:moveTo>
                    <a:pt x="0" y="0"/>
                  </a:moveTo>
                  <a:lnTo>
                    <a:pt x="62907" y="12176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8" name="Output_receptor__5297">
              <a:extLst>
                <a:ext uri="{FF2B5EF4-FFF2-40B4-BE49-F238E27FC236}">
                  <a16:creationId xmlns:a16="http://schemas.microsoft.com/office/drawing/2014/main" id="{67A105DD-293B-6B13-B9E9-D5A8F47015EA}"/>
                </a:ext>
              </a:extLst>
            </p:cNvPr>
            <p:cNvSpPr>
              <a:spLocks noGrp="1"/>
            </p:cNvSpPr>
            <p:nvPr/>
          </p:nvSpPr>
          <p:spPr>
            <a:xfrm>
              <a:off x="16535825" y="3775622"/>
              <a:ext cx="72046" cy="4742"/>
            </a:xfrm>
            <a:custGeom>
              <a:avLst/>
              <a:gdLst/>
              <a:ahLst/>
              <a:cxnLst/>
              <a:rect l="0" t="0" r="0" b="0"/>
              <a:pathLst>
                <a:path w="72046" h="4742">
                  <a:moveTo>
                    <a:pt x="72046" y="0"/>
                  </a:moveTo>
                  <a:lnTo>
                    <a:pt x="0" y="474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299" name="Output_receptor__5298">
              <a:extLst>
                <a:ext uri="{FF2B5EF4-FFF2-40B4-BE49-F238E27FC236}">
                  <a16:creationId xmlns:a16="http://schemas.microsoft.com/office/drawing/2014/main" id="{906BA5C2-0667-1203-893C-31C59D9C82FA}"/>
                </a:ext>
              </a:extLst>
            </p:cNvPr>
            <p:cNvSpPr>
              <a:spLocks noGrp="1"/>
            </p:cNvSpPr>
            <p:nvPr/>
          </p:nvSpPr>
          <p:spPr>
            <a:xfrm>
              <a:off x="15637972" y="4461036"/>
              <a:ext cx="16854" cy="70052"/>
            </a:xfrm>
            <a:custGeom>
              <a:avLst/>
              <a:gdLst/>
              <a:ahLst/>
              <a:cxnLst/>
              <a:rect l="0" t="0" r="0" b="0"/>
              <a:pathLst>
                <a:path w="16854" h="70052">
                  <a:moveTo>
                    <a:pt x="0" y="0"/>
                  </a:moveTo>
                  <a:lnTo>
                    <a:pt x="16854" y="70052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0" name="Output_receptor__5299">
              <a:extLst>
                <a:ext uri="{FF2B5EF4-FFF2-40B4-BE49-F238E27FC236}">
                  <a16:creationId xmlns:a16="http://schemas.microsoft.com/office/drawing/2014/main" id="{3AC1F742-0FCE-10FC-1D25-02247DCFFA6A}"/>
                </a:ext>
              </a:extLst>
            </p:cNvPr>
            <p:cNvSpPr>
              <a:spLocks noGrp="1"/>
            </p:cNvSpPr>
            <p:nvPr/>
          </p:nvSpPr>
          <p:spPr>
            <a:xfrm>
              <a:off x="15390647" y="3569076"/>
              <a:ext cx="25475" cy="67519"/>
            </a:xfrm>
            <a:custGeom>
              <a:avLst/>
              <a:gdLst/>
              <a:ahLst/>
              <a:cxnLst/>
              <a:rect l="0" t="0" r="0" b="0"/>
              <a:pathLst>
                <a:path w="25475" h="67519">
                  <a:moveTo>
                    <a:pt x="25475" y="0"/>
                  </a:moveTo>
                  <a:lnTo>
                    <a:pt x="0" y="67519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1" name="Output_receptor__5300">
              <a:extLst>
                <a:ext uri="{FF2B5EF4-FFF2-40B4-BE49-F238E27FC236}">
                  <a16:creationId xmlns:a16="http://schemas.microsoft.com/office/drawing/2014/main" id="{E369CA6E-8992-0588-5D7E-C8D1407EB80F}"/>
                </a:ext>
              </a:extLst>
            </p:cNvPr>
            <p:cNvSpPr>
              <a:spLocks noGrp="1"/>
            </p:cNvSpPr>
            <p:nvPr/>
          </p:nvSpPr>
          <p:spPr>
            <a:xfrm>
              <a:off x="15727670" y="3445158"/>
              <a:ext cx="70658" cy="5768"/>
            </a:xfrm>
            <a:custGeom>
              <a:avLst/>
              <a:gdLst/>
              <a:ahLst/>
              <a:cxnLst/>
              <a:rect l="0" t="0" r="0" b="0"/>
              <a:pathLst>
                <a:path w="70658" h="5768">
                  <a:moveTo>
                    <a:pt x="70658" y="57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2" name="Output_receptor__5301">
              <a:extLst>
                <a:ext uri="{FF2B5EF4-FFF2-40B4-BE49-F238E27FC236}">
                  <a16:creationId xmlns:a16="http://schemas.microsoft.com/office/drawing/2014/main" id="{FC6A59E5-F116-AB7F-C6B4-535731CE6DAE}"/>
                </a:ext>
              </a:extLst>
            </p:cNvPr>
            <p:cNvSpPr>
              <a:spLocks noGrp="1"/>
            </p:cNvSpPr>
            <p:nvPr/>
          </p:nvSpPr>
          <p:spPr>
            <a:xfrm>
              <a:off x="15831982" y="2910968"/>
              <a:ext cx="5949" cy="6700"/>
            </a:xfrm>
            <a:custGeom>
              <a:avLst/>
              <a:gdLst/>
              <a:ahLst/>
              <a:cxnLst/>
              <a:rect l="0" t="0" r="0" b="0"/>
              <a:pathLst>
                <a:path w="5949" h="6700">
                  <a:moveTo>
                    <a:pt x="0" y="0"/>
                  </a:moveTo>
                  <a:lnTo>
                    <a:pt x="5949" y="670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3" name="Output_receptor__5302">
              <a:extLst>
                <a:ext uri="{FF2B5EF4-FFF2-40B4-BE49-F238E27FC236}">
                  <a16:creationId xmlns:a16="http://schemas.microsoft.com/office/drawing/2014/main" id="{7F41C6C3-915A-82E6-4CB6-7CF42C663A87}"/>
                </a:ext>
              </a:extLst>
            </p:cNvPr>
            <p:cNvSpPr>
              <a:spLocks noGrp="1"/>
            </p:cNvSpPr>
            <p:nvPr/>
          </p:nvSpPr>
          <p:spPr>
            <a:xfrm>
              <a:off x="16373717" y="2574824"/>
              <a:ext cx="6641" cy="65036"/>
            </a:xfrm>
            <a:custGeom>
              <a:avLst/>
              <a:gdLst/>
              <a:ahLst/>
              <a:cxnLst/>
              <a:rect l="0" t="0" r="0" b="0"/>
              <a:pathLst>
                <a:path w="6641" h="65036">
                  <a:moveTo>
                    <a:pt x="6641" y="650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4" name="Output_receptor__5303">
              <a:extLst>
                <a:ext uri="{FF2B5EF4-FFF2-40B4-BE49-F238E27FC236}">
                  <a16:creationId xmlns:a16="http://schemas.microsoft.com/office/drawing/2014/main" id="{D63CEAB6-3982-CF9E-50CD-7E84C0023D95}"/>
                </a:ext>
              </a:extLst>
            </p:cNvPr>
            <p:cNvSpPr>
              <a:spLocks noGrp="1"/>
            </p:cNvSpPr>
            <p:nvPr/>
          </p:nvSpPr>
          <p:spPr>
            <a:xfrm>
              <a:off x="16124881" y="2832814"/>
              <a:ext cx="21728" cy="19383"/>
            </a:xfrm>
            <a:custGeom>
              <a:avLst/>
              <a:gdLst/>
              <a:ahLst/>
              <a:cxnLst/>
              <a:rect l="0" t="0" r="0" b="0"/>
              <a:pathLst>
                <a:path w="21728" h="19383">
                  <a:moveTo>
                    <a:pt x="0" y="0"/>
                  </a:moveTo>
                  <a:lnTo>
                    <a:pt x="21728" y="19383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5" name="Output_receptor__5304">
              <a:extLst>
                <a:ext uri="{FF2B5EF4-FFF2-40B4-BE49-F238E27FC236}">
                  <a16:creationId xmlns:a16="http://schemas.microsoft.com/office/drawing/2014/main" id="{E84DE92D-E83A-537E-78A0-A75A97CA190F}"/>
                </a:ext>
              </a:extLst>
            </p:cNvPr>
            <p:cNvSpPr>
              <a:spLocks noGrp="1"/>
            </p:cNvSpPr>
            <p:nvPr/>
          </p:nvSpPr>
          <p:spPr>
            <a:xfrm>
              <a:off x="16206580" y="2994136"/>
              <a:ext cx="48492" cy="17965"/>
            </a:xfrm>
            <a:custGeom>
              <a:avLst/>
              <a:gdLst/>
              <a:ahLst/>
              <a:cxnLst/>
              <a:rect l="0" t="0" r="0" b="0"/>
              <a:pathLst>
                <a:path w="48492" h="17965">
                  <a:moveTo>
                    <a:pt x="0" y="0"/>
                  </a:moveTo>
                  <a:lnTo>
                    <a:pt x="48492" y="17965"/>
                  </a:lnTo>
                </a:path>
              </a:pathLst>
            </a:custGeom>
            <a:noFill/>
            <a:ln w="8096">
              <a:solidFill>
                <a:srgbClr val="EAEDEF"/>
              </a:solidFill>
            </a:ln>
          </p:spPr>
        </p:sp>
        <p:sp>
          <p:nvSpPr>
            <p:cNvPr id="5306" name="Output_receptor__5305">
              <a:extLst>
                <a:ext uri="{FF2B5EF4-FFF2-40B4-BE49-F238E27FC236}">
                  <a16:creationId xmlns:a16="http://schemas.microsoft.com/office/drawing/2014/main" id="{C46C3BCC-55CF-FFA0-08D0-B4EF702E167D}"/>
                </a:ext>
              </a:extLst>
            </p:cNvPr>
            <p:cNvSpPr>
              <a:spLocks noGrp="1"/>
            </p:cNvSpPr>
            <p:nvPr/>
          </p:nvSpPr>
          <p:spPr>
            <a:xfrm>
              <a:off x="16146458" y="2470099"/>
              <a:ext cx="50512" cy="49842"/>
            </a:xfrm>
            <a:custGeom>
              <a:avLst/>
              <a:gdLst/>
              <a:ahLst/>
              <a:cxnLst/>
              <a:rect l="0" t="0" r="0" b="0"/>
              <a:pathLst>
                <a:path w="50512" h="49842">
                  <a:moveTo>
                    <a:pt x="50512" y="4984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7" name="Output_receptor__5306">
              <a:extLst>
                <a:ext uri="{FF2B5EF4-FFF2-40B4-BE49-F238E27FC236}">
                  <a16:creationId xmlns:a16="http://schemas.microsoft.com/office/drawing/2014/main" id="{CDEF578B-60FD-6276-DA5D-412EFE5B0CCD}"/>
                </a:ext>
              </a:extLst>
            </p:cNvPr>
            <p:cNvSpPr>
              <a:spLocks noGrp="1"/>
            </p:cNvSpPr>
            <p:nvPr/>
          </p:nvSpPr>
          <p:spPr>
            <a:xfrm>
              <a:off x="15500782" y="3736699"/>
              <a:ext cx="69011" cy="20167"/>
            </a:xfrm>
            <a:custGeom>
              <a:avLst/>
              <a:gdLst/>
              <a:ahLst/>
              <a:cxnLst/>
              <a:rect l="0" t="0" r="0" b="0"/>
              <a:pathLst>
                <a:path w="69011" h="20167">
                  <a:moveTo>
                    <a:pt x="0" y="0"/>
                  </a:moveTo>
                  <a:lnTo>
                    <a:pt x="69011" y="20167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8" name="Output_receptor__5307">
              <a:extLst>
                <a:ext uri="{FF2B5EF4-FFF2-40B4-BE49-F238E27FC236}">
                  <a16:creationId xmlns:a16="http://schemas.microsoft.com/office/drawing/2014/main" id="{766E1B5E-93F4-DE94-48A5-D1D759EBD994}"/>
                </a:ext>
              </a:extLst>
            </p:cNvPr>
            <p:cNvSpPr>
              <a:spLocks noGrp="1"/>
            </p:cNvSpPr>
            <p:nvPr/>
          </p:nvSpPr>
          <p:spPr>
            <a:xfrm>
              <a:off x="15559295" y="4477650"/>
              <a:ext cx="11157" cy="48273"/>
            </a:xfrm>
            <a:custGeom>
              <a:avLst/>
              <a:gdLst/>
              <a:ahLst/>
              <a:cxnLst/>
              <a:rect l="0" t="0" r="0" b="0"/>
              <a:pathLst>
                <a:path w="11157" h="48273">
                  <a:moveTo>
                    <a:pt x="0" y="48273"/>
                  </a:moveTo>
                  <a:lnTo>
                    <a:pt x="11157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09" name="Output_receptor__5308">
              <a:extLst>
                <a:ext uri="{FF2B5EF4-FFF2-40B4-BE49-F238E27FC236}">
                  <a16:creationId xmlns:a16="http://schemas.microsoft.com/office/drawing/2014/main" id="{C9ADC2CC-78B2-AD03-D7C8-34DD8F785C19}"/>
                </a:ext>
              </a:extLst>
            </p:cNvPr>
            <p:cNvSpPr>
              <a:spLocks noGrp="1"/>
            </p:cNvSpPr>
            <p:nvPr/>
          </p:nvSpPr>
          <p:spPr>
            <a:xfrm>
              <a:off x="16167722" y="3173534"/>
              <a:ext cx="56979" cy="13758"/>
            </a:xfrm>
            <a:custGeom>
              <a:avLst/>
              <a:gdLst/>
              <a:ahLst/>
              <a:cxnLst/>
              <a:rect l="0" t="0" r="0" b="0"/>
              <a:pathLst>
                <a:path w="56979" h="13758">
                  <a:moveTo>
                    <a:pt x="0" y="0"/>
                  </a:moveTo>
                  <a:lnTo>
                    <a:pt x="56979" y="13758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0" name="Output_receptor__5309">
              <a:extLst>
                <a:ext uri="{FF2B5EF4-FFF2-40B4-BE49-F238E27FC236}">
                  <a16:creationId xmlns:a16="http://schemas.microsoft.com/office/drawing/2014/main" id="{CD13BFB5-E537-6AEF-B254-62A3492839E1}"/>
                </a:ext>
              </a:extLst>
            </p:cNvPr>
            <p:cNvSpPr>
              <a:spLocks noGrp="1"/>
            </p:cNvSpPr>
            <p:nvPr/>
          </p:nvSpPr>
          <p:spPr>
            <a:xfrm>
              <a:off x="15777177" y="3561440"/>
              <a:ext cx="71180" cy="3026"/>
            </a:xfrm>
            <a:custGeom>
              <a:avLst/>
              <a:gdLst/>
              <a:ahLst/>
              <a:cxnLst/>
              <a:rect l="0" t="0" r="0" b="0"/>
              <a:pathLst>
                <a:path w="71180" h="3026">
                  <a:moveTo>
                    <a:pt x="0" y="3026"/>
                  </a:moveTo>
                  <a:lnTo>
                    <a:pt x="71180" y="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1" name="Output_receptor__5310">
              <a:extLst>
                <a:ext uri="{FF2B5EF4-FFF2-40B4-BE49-F238E27FC236}">
                  <a16:creationId xmlns:a16="http://schemas.microsoft.com/office/drawing/2014/main" id="{92200422-498A-4219-9F60-13AD2D884C6A}"/>
                </a:ext>
              </a:extLst>
            </p:cNvPr>
            <p:cNvSpPr>
              <a:spLocks noGrp="1"/>
            </p:cNvSpPr>
            <p:nvPr/>
          </p:nvSpPr>
          <p:spPr>
            <a:xfrm>
              <a:off x="15648321" y="4090398"/>
              <a:ext cx="48739" cy="51600"/>
            </a:xfrm>
            <a:custGeom>
              <a:avLst/>
              <a:gdLst/>
              <a:ahLst/>
              <a:cxnLst/>
              <a:rect l="0" t="0" r="0" b="0"/>
              <a:pathLst>
                <a:path w="48739" h="51600">
                  <a:moveTo>
                    <a:pt x="0" y="0"/>
                  </a:moveTo>
                  <a:lnTo>
                    <a:pt x="48739" y="51600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2" name="Output_receptor__5311">
              <a:extLst>
                <a:ext uri="{FF2B5EF4-FFF2-40B4-BE49-F238E27FC236}">
                  <a16:creationId xmlns:a16="http://schemas.microsoft.com/office/drawing/2014/main" id="{DE9570C1-8916-9226-5C2F-203CEB14DC85}"/>
                </a:ext>
              </a:extLst>
            </p:cNvPr>
            <p:cNvSpPr>
              <a:spLocks noGrp="1"/>
            </p:cNvSpPr>
            <p:nvPr/>
          </p:nvSpPr>
          <p:spPr>
            <a:xfrm>
              <a:off x="16149388" y="3356297"/>
              <a:ext cx="27963" cy="725"/>
            </a:xfrm>
            <a:custGeom>
              <a:avLst/>
              <a:gdLst/>
              <a:ahLst/>
              <a:cxnLst/>
              <a:rect l="0" t="0" r="0" b="0"/>
              <a:pathLst>
                <a:path w="27963" h="725">
                  <a:moveTo>
                    <a:pt x="0" y="0"/>
                  </a:moveTo>
                  <a:lnTo>
                    <a:pt x="27963" y="725"/>
                  </a:lnTo>
                </a:path>
              </a:pathLst>
            </a:custGeom>
            <a:noFill/>
            <a:ln w="20003">
              <a:solidFill>
                <a:srgbClr val="EAEDEF"/>
              </a:solidFill>
            </a:ln>
          </p:spPr>
        </p:sp>
        <p:sp>
          <p:nvSpPr>
            <p:cNvPr id="5313" name="Output_receptor__5312">
              <a:extLst>
                <a:ext uri="{FF2B5EF4-FFF2-40B4-BE49-F238E27FC236}">
                  <a16:creationId xmlns:a16="http://schemas.microsoft.com/office/drawing/2014/main" id="{4E745F29-731C-0848-E562-4836BB672702}"/>
                </a:ext>
              </a:extLst>
            </p:cNvPr>
            <p:cNvSpPr>
              <a:spLocks noGrp="1"/>
            </p:cNvSpPr>
            <p:nvPr/>
          </p:nvSpPr>
          <p:spPr>
            <a:xfrm>
              <a:off x="15540730" y="3481177"/>
              <a:ext cx="33211" cy="3028"/>
            </a:xfrm>
            <a:custGeom>
              <a:avLst/>
              <a:gdLst/>
              <a:ahLst/>
              <a:cxnLst/>
              <a:rect l="0" t="0" r="0" b="0"/>
              <a:pathLst>
                <a:path w="33211" h="3028">
                  <a:moveTo>
                    <a:pt x="33211" y="0"/>
                  </a:moveTo>
                  <a:lnTo>
                    <a:pt x="0" y="302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4" name="Output_receptor__5313">
              <a:extLst>
                <a:ext uri="{FF2B5EF4-FFF2-40B4-BE49-F238E27FC236}">
                  <a16:creationId xmlns:a16="http://schemas.microsoft.com/office/drawing/2014/main" id="{A6E866DF-5AA9-9179-7C74-D5674443E2AD}"/>
                </a:ext>
              </a:extLst>
            </p:cNvPr>
            <p:cNvSpPr>
              <a:spLocks noGrp="1"/>
            </p:cNvSpPr>
            <p:nvPr/>
          </p:nvSpPr>
          <p:spPr>
            <a:xfrm>
              <a:off x="15589273" y="2806637"/>
              <a:ext cx="68753" cy="14201"/>
            </a:xfrm>
            <a:custGeom>
              <a:avLst/>
              <a:gdLst/>
              <a:ahLst/>
              <a:cxnLst/>
              <a:rect l="0" t="0" r="0" b="0"/>
              <a:pathLst>
                <a:path w="68753" h="14201">
                  <a:moveTo>
                    <a:pt x="0" y="14201"/>
                  </a:moveTo>
                  <a:lnTo>
                    <a:pt x="68753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5" name="Output_receptor__5314">
              <a:extLst>
                <a:ext uri="{FF2B5EF4-FFF2-40B4-BE49-F238E27FC236}">
                  <a16:creationId xmlns:a16="http://schemas.microsoft.com/office/drawing/2014/main" id="{9A7BA433-2BF6-8287-E174-67090017B858}"/>
                </a:ext>
              </a:extLst>
            </p:cNvPr>
            <p:cNvSpPr>
              <a:spLocks noGrp="1"/>
            </p:cNvSpPr>
            <p:nvPr/>
          </p:nvSpPr>
          <p:spPr>
            <a:xfrm>
              <a:off x="15637585" y="4020373"/>
              <a:ext cx="10736" cy="70025"/>
            </a:xfrm>
            <a:custGeom>
              <a:avLst/>
              <a:gdLst/>
              <a:ahLst/>
              <a:cxnLst/>
              <a:rect l="0" t="0" r="0" b="0"/>
              <a:pathLst>
                <a:path w="10736" h="70025">
                  <a:moveTo>
                    <a:pt x="0" y="0"/>
                  </a:moveTo>
                  <a:lnTo>
                    <a:pt x="10736" y="7002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6" name="Output_receptor__5315">
              <a:extLst>
                <a:ext uri="{FF2B5EF4-FFF2-40B4-BE49-F238E27FC236}">
                  <a16:creationId xmlns:a16="http://schemas.microsoft.com/office/drawing/2014/main" id="{4FEB8469-8260-E774-B5E9-6B07F6D3D923}"/>
                </a:ext>
              </a:extLst>
            </p:cNvPr>
            <p:cNvSpPr>
              <a:spLocks noGrp="1"/>
            </p:cNvSpPr>
            <p:nvPr/>
          </p:nvSpPr>
          <p:spPr>
            <a:xfrm>
              <a:off x="16084592" y="3779120"/>
              <a:ext cx="46545" cy="27456"/>
            </a:xfrm>
            <a:custGeom>
              <a:avLst/>
              <a:gdLst/>
              <a:ahLst/>
              <a:cxnLst/>
              <a:rect l="0" t="0" r="0" b="0"/>
              <a:pathLst>
                <a:path w="46545" h="27456">
                  <a:moveTo>
                    <a:pt x="0" y="27456"/>
                  </a:moveTo>
                  <a:lnTo>
                    <a:pt x="4654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7" name="Output_receptor__5316">
              <a:extLst>
                <a:ext uri="{FF2B5EF4-FFF2-40B4-BE49-F238E27FC236}">
                  <a16:creationId xmlns:a16="http://schemas.microsoft.com/office/drawing/2014/main" id="{79249696-08F1-BC5D-2B01-F36F8F63908D}"/>
                </a:ext>
              </a:extLst>
            </p:cNvPr>
            <p:cNvSpPr>
              <a:spLocks noGrp="1"/>
            </p:cNvSpPr>
            <p:nvPr/>
          </p:nvSpPr>
          <p:spPr>
            <a:xfrm>
              <a:off x="15561934" y="4292922"/>
              <a:ext cx="15478" cy="31859"/>
            </a:xfrm>
            <a:custGeom>
              <a:avLst/>
              <a:gdLst/>
              <a:ahLst/>
              <a:cxnLst/>
              <a:rect l="0" t="0" r="0" b="0"/>
              <a:pathLst>
                <a:path w="15478" h="31859">
                  <a:moveTo>
                    <a:pt x="15478" y="0"/>
                  </a:moveTo>
                  <a:lnTo>
                    <a:pt x="0" y="31859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18" name="Output_receptor__5317">
              <a:extLst>
                <a:ext uri="{FF2B5EF4-FFF2-40B4-BE49-F238E27FC236}">
                  <a16:creationId xmlns:a16="http://schemas.microsoft.com/office/drawing/2014/main" id="{C499B906-6FC1-0788-5F9D-FD7434E2302E}"/>
                </a:ext>
              </a:extLst>
            </p:cNvPr>
            <p:cNvSpPr>
              <a:spLocks noGrp="1"/>
            </p:cNvSpPr>
            <p:nvPr/>
          </p:nvSpPr>
          <p:spPr>
            <a:xfrm>
              <a:off x="15650658" y="4229123"/>
              <a:ext cx="69173" cy="16055"/>
            </a:xfrm>
            <a:custGeom>
              <a:avLst/>
              <a:gdLst/>
              <a:ahLst/>
              <a:cxnLst/>
              <a:rect l="0" t="0" r="0" b="0"/>
              <a:pathLst>
                <a:path w="69173" h="16055">
                  <a:moveTo>
                    <a:pt x="69173" y="16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19" name="Output_receptor__5318">
              <a:extLst>
                <a:ext uri="{FF2B5EF4-FFF2-40B4-BE49-F238E27FC236}">
                  <a16:creationId xmlns:a16="http://schemas.microsoft.com/office/drawing/2014/main" id="{272B3E89-D245-3DF3-0519-A38188684D8E}"/>
                </a:ext>
              </a:extLst>
            </p:cNvPr>
            <p:cNvSpPr>
              <a:spLocks noGrp="1"/>
            </p:cNvSpPr>
            <p:nvPr/>
          </p:nvSpPr>
          <p:spPr>
            <a:xfrm>
              <a:off x="16041444" y="3153685"/>
              <a:ext cx="62290" cy="24414"/>
            </a:xfrm>
            <a:custGeom>
              <a:avLst/>
              <a:gdLst/>
              <a:ahLst/>
              <a:cxnLst/>
              <a:rect l="0" t="0" r="0" b="0"/>
              <a:pathLst>
                <a:path w="62290" h="24414">
                  <a:moveTo>
                    <a:pt x="0" y="0"/>
                  </a:moveTo>
                  <a:lnTo>
                    <a:pt x="62290" y="2441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0" name="Output_receptor__5319">
              <a:extLst>
                <a:ext uri="{FF2B5EF4-FFF2-40B4-BE49-F238E27FC236}">
                  <a16:creationId xmlns:a16="http://schemas.microsoft.com/office/drawing/2014/main" id="{C72F75A7-576C-AC99-2060-A1388275C54A}"/>
                </a:ext>
              </a:extLst>
            </p:cNvPr>
            <p:cNvSpPr>
              <a:spLocks noGrp="1"/>
            </p:cNvSpPr>
            <p:nvPr/>
          </p:nvSpPr>
          <p:spPr>
            <a:xfrm>
              <a:off x="16450060" y="3353403"/>
              <a:ext cx="4643" cy="40014"/>
            </a:xfrm>
            <a:custGeom>
              <a:avLst/>
              <a:gdLst/>
              <a:ahLst/>
              <a:cxnLst/>
              <a:rect l="0" t="0" r="0" b="0"/>
              <a:pathLst>
                <a:path w="4643" h="40014">
                  <a:moveTo>
                    <a:pt x="4643" y="400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1" name="Output_receptor__5320">
              <a:extLst>
                <a:ext uri="{FF2B5EF4-FFF2-40B4-BE49-F238E27FC236}">
                  <a16:creationId xmlns:a16="http://schemas.microsoft.com/office/drawing/2014/main" id="{3C41D2D9-9ADE-1D92-EA43-311720DA4ECB}"/>
                </a:ext>
              </a:extLst>
            </p:cNvPr>
            <p:cNvSpPr>
              <a:spLocks noGrp="1"/>
            </p:cNvSpPr>
            <p:nvPr/>
          </p:nvSpPr>
          <p:spPr>
            <a:xfrm>
              <a:off x="16159119" y="3262683"/>
              <a:ext cx="42203" cy="11080"/>
            </a:xfrm>
            <a:custGeom>
              <a:avLst/>
              <a:gdLst/>
              <a:ahLst/>
              <a:cxnLst/>
              <a:rect l="0" t="0" r="0" b="0"/>
              <a:pathLst>
                <a:path w="42203" h="11080">
                  <a:moveTo>
                    <a:pt x="0" y="0"/>
                  </a:moveTo>
                  <a:lnTo>
                    <a:pt x="42203" y="1108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2" name="Output_receptor__5321">
              <a:extLst>
                <a:ext uri="{FF2B5EF4-FFF2-40B4-BE49-F238E27FC236}">
                  <a16:creationId xmlns:a16="http://schemas.microsoft.com/office/drawing/2014/main" id="{BC73C42C-D311-F2AE-5E10-28C3859F95C8}"/>
                </a:ext>
              </a:extLst>
            </p:cNvPr>
            <p:cNvSpPr>
              <a:spLocks noGrp="1"/>
            </p:cNvSpPr>
            <p:nvPr/>
          </p:nvSpPr>
          <p:spPr>
            <a:xfrm>
              <a:off x="16272386" y="3984626"/>
              <a:ext cx="30160" cy="57831"/>
            </a:xfrm>
            <a:custGeom>
              <a:avLst/>
              <a:gdLst/>
              <a:ahLst/>
              <a:cxnLst/>
              <a:rect l="0" t="0" r="0" b="0"/>
              <a:pathLst>
                <a:path w="30160" h="57831">
                  <a:moveTo>
                    <a:pt x="30160" y="0"/>
                  </a:moveTo>
                  <a:lnTo>
                    <a:pt x="0" y="5783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3" name="Output_receptor__5322">
              <a:extLst>
                <a:ext uri="{FF2B5EF4-FFF2-40B4-BE49-F238E27FC236}">
                  <a16:creationId xmlns:a16="http://schemas.microsoft.com/office/drawing/2014/main" id="{EE7CB4BF-4390-F832-DD4C-D05D09EFDAD5}"/>
                </a:ext>
              </a:extLst>
            </p:cNvPr>
            <p:cNvSpPr>
              <a:spLocks noGrp="1"/>
            </p:cNvSpPr>
            <p:nvPr/>
          </p:nvSpPr>
          <p:spPr>
            <a:xfrm>
              <a:off x="15351404" y="3538815"/>
              <a:ext cx="64717" cy="30261"/>
            </a:xfrm>
            <a:custGeom>
              <a:avLst/>
              <a:gdLst/>
              <a:ahLst/>
              <a:cxnLst/>
              <a:rect l="0" t="0" r="0" b="0"/>
              <a:pathLst>
                <a:path w="64717" h="30261">
                  <a:moveTo>
                    <a:pt x="0" y="0"/>
                  </a:moveTo>
                  <a:lnTo>
                    <a:pt x="64717" y="30261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4" name="Output_receptor__5323">
              <a:extLst>
                <a:ext uri="{FF2B5EF4-FFF2-40B4-BE49-F238E27FC236}">
                  <a16:creationId xmlns:a16="http://schemas.microsoft.com/office/drawing/2014/main" id="{79FADB87-7735-EC58-2A16-DEB40EE9686B}"/>
                </a:ext>
              </a:extLst>
            </p:cNvPr>
            <p:cNvSpPr>
              <a:spLocks noGrp="1"/>
            </p:cNvSpPr>
            <p:nvPr/>
          </p:nvSpPr>
          <p:spPr>
            <a:xfrm>
              <a:off x="15420305" y="3790973"/>
              <a:ext cx="15303" cy="24436"/>
            </a:xfrm>
            <a:custGeom>
              <a:avLst/>
              <a:gdLst/>
              <a:ahLst/>
              <a:cxnLst/>
              <a:rect l="0" t="0" r="0" b="0"/>
              <a:pathLst>
                <a:path w="15303" h="24436">
                  <a:moveTo>
                    <a:pt x="0" y="0"/>
                  </a:moveTo>
                  <a:lnTo>
                    <a:pt x="15303" y="24436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5" name="Output_receptor__5324">
              <a:extLst>
                <a:ext uri="{FF2B5EF4-FFF2-40B4-BE49-F238E27FC236}">
                  <a16:creationId xmlns:a16="http://schemas.microsoft.com/office/drawing/2014/main" id="{AE417D2A-C4FB-19A0-4485-E601F2B2ED59}"/>
                </a:ext>
              </a:extLst>
            </p:cNvPr>
            <p:cNvSpPr>
              <a:spLocks noGrp="1"/>
            </p:cNvSpPr>
            <p:nvPr/>
          </p:nvSpPr>
          <p:spPr>
            <a:xfrm>
              <a:off x="16103734" y="3173534"/>
              <a:ext cx="63988" cy="4565"/>
            </a:xfrm>
            <a:custGeom>
              <a:avLst/>
              <a:gdLst/>
              <a:ahLst/>
              <a:cxnLst/>
              <a:rect l="0" t="0" r="0" b="0"/>
              <a:pathLst>
                <a:path w="63988" h="4565">
                  <a:moveTo>
                    <a:pt x="0" y="4565"/>
                  </a:moveTo>
                  <a:lnTo>
                    <a:pt x="6398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6" name="Output_receptor__5325">
              <a:extLst>
                <a:ext uri="{FF2B5EF4-FFF2-40B4-BE49-F238E27FC236}">
                  <a16:creationId xmlns:a16="http://schemas.microsoft.com/office/drawing/2014/main" id="{3E9F3021-AE7C-68A3-51A1-D40B393AD6A7}"/>
                </a:ext>
              </a:extLst>
            </p:cNvPr>
            <p:cNvSpPr>
              <a:spLocks noGrp="1"/>
            </p:cNvSpPr>
            <p:nvPr/>
          </p:nvSpPr>
          <p:spPr>
            <a:xfrm>
              <a:off x="15973198" y="3153685"/>
              <a:ext cx="68246" cy="12305"/>
            </a:xfrm>
            <a:custGeom>
              <a:avLst/>
              <a:gdLst/>
              <a:ahLst/>
              <a:cxnLst/>
              <a:rect l="0" t="0" r="0" b="0"/>
              <a:pathLst>
                <a:path w="68246" h="12305">
                  <a:moveTo>
                    <a:pt x="0" y="12305"/>
                  </a:moveTo>
                  <a:lnTo>
                    <a:pt x="6824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7" name="Output_receptor__5326">
              <a:extLst>
                <a:ext uri="{FF2B5EF4-FFF2-40B4-BE49-F238E27FC236}">
                  <a16:creationId xmlns:a16="http://schemas.microsoft.com/office/drawing/2014/main" id="{0B5D8CFC-AAA5-36ED-D6EB-9C6F47901830}"/>
                </a:ext>
              </a:extLst>
            </p:cNvPr>
            <p:cNvSpPr>
              <a:spLocks noGrp="1"/>
            </p:cNvSpPr>
            <p:nvPr/>
          </p:nvSpPr>
          <p:spPr>
            <a:xfrm>
              <a:off x="15523210" y="2979202"/>
              <a:ext cx="25056" cy="29284"/>
            </a:xfrm>
            <a:custGeom>
              <a:avLst/>
              <a:gdLst/>
              <a:ahLst/>
              <a:cxnLst/>
              <a:rect l="0" t="0" r="0" b="0"/>
              <a:pathLst>
                <a:path w="25056" h="29284">
                  <a:moveTo>
                    <a:pt x="0" y="29284"/>
                  </a:moveTo>
                  <a:lnTo>
                    <a:pt x="2505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28" name="Output_receptor__5327">
              <a:extLst>
                <a:ext uri="{FF2B5EF4-FFF2-40B4-BE49-F238E27FC236}">
                  <a16:creationId xmlns:a16="http://schemas.microsoft.com/office/drawing/2014/main" id="{26AF68D0-88DB-35EB-763A-C05597C7596F}"/>
                </a:ext>
              </a:extLst>
            </p:cNvPr>
            <p:cNvSpPr>
              <a:spLocks noGrp="1"/>
            </p:cNvSpPr>
            <p:nvPr/>
          </p:nvSpPr>
          <p:spPr>
            <a:xfrm>
              <a:off x="15458883" y="4474251"/>
              <a:ext cx="30693" cy="35492"/>
            </a:xfrm>
            <a:custGeom>
              <a:avLst/>
              <a:gdLst/>
              <a:ahLst/>
              <a:cxnLst/>
              <a:rect l="0" t="0" r="0" b="0"/>
              <a:pathLst>
                <a:path w="30693" h="35492">
                  <a:moveTo>
                    <a:pt x="0" y="0"/>
                  </a:moveTo>
                  <a:lnTo>
                    <a:pt x="30693" y="35492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29" name="Output_receptor__5328">
              <a:extLst>
                <a:ext uri="{FF2B5EF4-FFF2-40B4-BE49-F238E27FC236}">
                  <a16:creationId xmlns:a16="http://schemas.microsoft.com/office/drawing/2014/main" id="{43A493AE-9D9D-0BA1-49A2-5A75D3C29B82}"/>
                </a:ext>
              </a:extLst>
            </p:cNvPr>
            <p:cNvSpPr>
              <a:spLocks noGrp="1"/>
            </p:cNvSpPr>
            <p:nvPr/>
          </p:nvSpPr>
          <p:spPr>
            <a:xfrm>
              <a:off x="16212629" y="3957490"/>
              <a:ext cx="154" cy="12934"/>
            </a:xfrm>
            <a:custGeom>
              <a:avLst/>
              <a:gdLst/>
              <a:ahLst/>
              <a:cxnLst/>
              <a:rect l="0" t="0" r="0" b="0"/>
              <a:pathLst>
                <a:path w="154" h="12934">
                  <a:moveTo>
                    <a:pt x="154" y="0"/>
                  </a:moveTo>
                  <a:lnTo>
                    <a:pt x="0" y="12934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0" name="Output_receptor__5329">
              <a:extLst>
                <a:ext uri="{FF2B5EF4-FFF2-40B4-BE49-F238E27FC236}">
                  <a16:creationId xmlns:a16="http://schemas.microsoft.com/office/drawing/2014/main" id="{2DE61AEC-84AD-C329-6E7A-40798B2ECDD6}"/>
                </a:ext>
              </a:extLst>
            </p:cNvPr>
            <p:cNvSpPr>
              <a:spLocks noGrp="1"/>
            </p:cNvSpPr>
            <p:nvPr/>
          </p:nvSpPr>
          <p:spPr>
            <a:xfrm>
              <a:off x="15755723" y="2955876"/>
              <a:ext cx="42713" cy="47030"/>
            </a:xfrm>
            <a:custGeom>
              <a:avLst/>
              <a:gdLst/>
              <a:ahLst/>
              <a:cxnLst/>
              <a:rect l="0" t="0" r="0" b="0"/>
              <a:pathLst>
                <a:path w="42713" h="47030">
                  <a:moveTo>
                    <a:pt x="0" y="0"/>
                  </a:moveTo>
                  <a:lnTo>
                    <a:pt x="42713" y="4703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1" name="Output_receptor__5330">
              <a:extLst>
                <a:ext uri="{FF2B5EF4-FFF2-40B4-BE49-F238E27FC236}">
                  <a16:creationId xmlns:a16="http://schemas.microsoft.com/office/drawing/2014/main" id="{57C0D98A-C923-69B1-3538-31DAB7A50EBC}"/>
                </a:ext>
              </a:extLst>
            </p:cNvPr>
            <p:cNvSpPr>
              <a:spLocks noGrp="1"/>
            </p:cNvSpPr>
            <p:nvPr/>
          </p:nvSpPr>
          <p:spPr>
            <a:xfrm>
              <a:off x="15566577" y="3569714"/>
              <a:ext cx="14182" cy="4353"/>
            </a:xfrm>
            <a:custGeom>
              <a:avLst/>
              <a:gdLst/>
              <a:ahLst/>
              <a:cxnLst/>
              <a:rect l="0" t="0" r="0" b="0"/>
              <a:pathLst>
                <a:path w="14182" h="4353">
                  <a:moveTo>
                    <a:pt x="14182" y="4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2" name="Output_receptor__5331">
              <a:extLst>
                <a:ext uri="{FF2B5EF4-FFF2-40B4-BE49-F238E27FC236}">
                  <a16:creationId xmlns:a16="http://schemas.microsoft.com/office/drawing/2014/main" id="{A4DC0A5E-D3B8-05E6-0807-C85CECCF984B}"/>
                </a:ext>
              </a:extLst>
            </p:cNvPr>
            <p:cNvSpPr>
              <a:spLocks noGrp="1"/>
            </p:cNvSpPr>
            <p:nvPr/>
          </p:nvSpPr>
          <p:spPr>
            <a:xfrm>
              <a:off x="16286974" y="3557004"/>
              <a:ext cx="34772" cy="59724"/>
            </a:xfrm>
            <a:custGeom>
              <a:avLst/>
              <a:gdLst/>
              <a:ahLst/>
              <a:cxnLst/>
              <a:rect l="0" t="0" r="0" b="0"/>
              <a:pathLst>
                <a:path w="34772" h="59724">
                  <a:moveTo>
                    <a:pt x="0" y="59724"/>
                  </a:moveTo>
                  <a:lnTo>
                    <a:pt x="34772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3" name="Output_receptor__5332">
              <a:extLst>
                <a:ext uri="{FF2B5EF4-FFF2-40B4-BE49-F238E27FC236}">
                  <a16:creationId xmlns:a16="http://schemas.microsoft.com/office/drawing/2014/main" id="{0939A132-970E-8235-89FF-E920A328CE0A}"/>
                </a:ext>
              </a:extLst>
            </p:cNvPr>
            <p:cNvSpPr>
              <a:spLocks noGrp="1"/>
            </p:cNvSpPr>
            <p:nvPr/>
          </p:nvSpPr>
          <p:spPr>
            <a:xfrm>
              <a:off x="15673301" y="2522984"/>
              <a:ext cx="40866" cy="57557"/>
            </a:xfrm>
            <a:custGeom>
              <a:avLst/>
              <a:gdLst/>
              <a:ahLst/>
              <a:cxnLst/>
              <a:rect l="0" t="0" r="0" b="0"/>
              <a:pathLst>
                <a:path w="40866" h="57557">
                  <a:moveTo>
                    <a:pt x="40866" y="0"/>
                  </a:moveTo>
                  <a:lnTo>
                    <a:pt x="0" y="5755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34" name="Output_receptor__5333">
              <a:extLst>
                <a:ext uri="{FF2B5EF4-FFF2-40B4-BE49-F238E27FC236}">
                  <a16:creationId xmlns:a16="http://schemas.microsoft.com/office/drawing/2014/main" id="{AE6B0673-D8A8-C54E-76C8-20F63BF2189D}"/>
                </a:ext>
              </a:extLst>
            </p:cNvPr>
            <p:cNvSpPr>
              <a:spLocks noGrp="1"/>
            </p:cNvSpPr>
            <p:nvPr/>
          </p:nvSpPr>
          <p:spPr>
            <a:xfrm>
              <a:off x="16421766" y="3609867"/>
              <a:ext cx="61442" cy="16361"/>
            </a:xfrm>
            <a:custGeom>
              <a:avLst/>
              <a:gdLst/>
              <a:ahLst/>
              <a:cxnLst/>
              <a:rect l="0" t="0" r="0" b="0"/>
              <a:pathLst>
                <a:path w="61442" h="16361">
                  <a:moveTo>
                    <a:pt x="61442" y="163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5" name="Output_receptor__5334">
              <a:extLst>
                <a:ext uri="{FF2B5EF4-FFF2-40B4-BE49-F238E27FC236}">
                  <a16:creationId xmlns:a16="http://schemas.microsoft.com/office/drawing/2014/main" id="{1514F800-1474-3774-D230-89F2D0AB03B6}"/>
                </a:ext>
              </a:extLst>
            </p:cNvPr>
            <p:cNvSpPr>
              <a:spLocks noGrp="1"/>
            </p:cNvSpPr>
            <p:nvPr/>
          </p:nvSpPr>
          <p:spPr>
            <a:xfrm>
              <a:off x="16146458" y="2418994"/>
              <a:ext cx="48717" cy="51106"/>
            </a:xfrm>
            <a:custGeom>
              <a:avLst/>
              <a:gdLst/>
              <a:ahLst/>
              <a:cxnLst/>
              <a:rect l="0" t="0" r="0" b="0"/>
              <a:pathLst>
                <a:path w="48717" h="51106">
                  <a:moveTo>
                    <a:pt x="0" y="51106"/>
                  </a:moveTo>
                  <a:lnTo>
                    <a:pt x="4871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6" name="Output_receptor__5335">
              <a:extLst>
                <a:ext uri="{FF2B5EF4-FFF2-40B4-BE49-F238E27FC236}">
                  <a16:creationId xmlns:a16="http://schemas.microsoft.com/office/drawing/2014/main" id="{8567138C-DBB4-5248-A7F1-F4B508B8AD9A}"/>
                </a:ext>
              </a:extLst>
            </p:cNvPr>
            <p:cNvSpPr>
              <a:spLocks noGrp="1"/>
            </p:cNvSpPr>
            <p:nvPr/>
          </p:nvSpPr>
          <p:spPr>
            <a:xfrm>
              <a:off x="15557012" y="2820838"/>
              <a:ext cx="32261" cy="51426"/>
            </a:xfrm>
            <a:custGeom>
              <a:avLst/>
              <a:gdLst/>
              <a:ahLst/>
              <a:cxnLst/>
              <a:rect l="0" t="0" r="0" b="0"/>
              <a:pathLst>
                <a:path w="32261" h="51426">
                  <a:moveTo>
                    <a:pt x="0" y="51426"/>
                  </a:moveTo>
                  <a:lnTo>
                    <a:pt x="3226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7" name="Output_receptor__5336">
              <a:extLst>
                <a:ext uri="{FF2B5EF4-FFF2-40B4-BE49-F238E27FC236}">
                  <a16:creationId xmlns:a16="http://schemas.microsoft.com/office/drawing/2014/main" id="{5C8F5E49-4933-BC03-19C5-C0E6C962A5AE}"/>
                </a:ext>
              </a:extLst>
            </p:cNvPr>
            <p:cNvSpPr>
              <a:spLocks noGrp="1"/>
            </p:cNvSpPr>
            <p:nvPr/>
          </p:nvSpPr>
          <p:spPr>
            <a:xfrm>
              <a:off x="15319864" y="3349623"/>
              <a:ext cx="60342" cy="33075"/>
            </a:xfrm>
            <a:custGeom>
              <a:avLst/>
              <a:gdLst/>
              <a:ahLst/>
              <a:cxnLst/>
              <a:rect l="0" t="0" r="0" b="0"/>
              <a:pathLst>
                <a:path w="60342" h="33075">
                  <a:moveTo>
                    <a:pt x="60342" y="33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38" name="Output_receptor__5337">
              <a:extLst>
                <a:ext uri="{FF2B5EF4-FFF2-40B4-BE49-F238E27FC236}">
                  <a16:creationId xmlns:a16="http://schemas.microsoft.com/office/drawing/2014/main" id="{ACC8395B-F849-9897-8337-D1C25C0A3875}"/>
                </a:ext>
              </a:extLst>
            </p:cNvPr>
            <p:cNvSpPr>
              <a:spLocks noGrp="1"/>
            </p:cNvSpPr>
            <p:nvPr/>
          </p:nvSpPr>
          <p:spPr>
            <a:xfrm>
              <a:off x="15755723" y="2905213"/>
              <a:ext cx="11317" cy="50663"/>
            </a:xfrm>
            <a:custGeom>
              <a:avLst/>
              <a:gdLst/>
              <a:ahLst/>
              <a:cxnLst/>
              <a:rect l="0" t="0" r="0" b="0"/>
              <a:pathLst>
                <a:path w="11317" h="50663">
                  <a:moveTo>
                    <a:pt x="11317" y="0"/>
                  </a:moveTo>
                  <a:lnTo>
                    <a:pt x="0" y="5066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39" name="Output_receptor__5338">
              <a:extLst>
                <a:ext uri="{FF2B5EF4-FFF2-40B4-BE49-F238E27FC236}">
                  <a16:creationId xmlns:a16="http://schemas.microsoft.com/office/drawing/2014/main" id="{1A84EF80-0632-ECE7-4FE6-1E0017A2E30C}"/>
                </a:ext>
              </a:extLst>
            </p:cNvPr>
            <p:cNvSpPr>
              <a:spLocks noGrp="1"/>
            </p:cNvSpPr>
            <p:nvPr/>
          </p:nvSpPr>
          <p:spPr>
            <a:xfrm>
              <a:off x="15738262" y="3249765"/>
              <a:ext cx="16207" cy="47055"/>
            </a:xfrm>
            <a:custGeom>
              <a:avLst/>
              <a:gdLst/>
              <a:ahLst/>
              <a:cxnLst/>
              <a:rect l="0" t="0" r="0" b="0"/>
              <a:pathLst>
                <a:path w="16207" h="47055">
                  <a:moveTo>
                    <a:pt x="16207" y="470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0" name="Output_receptor__5339">
              <a:extLst>
                <a:ext uri="{FF2B5EF4-FFF2-40B4-BE49-F238E27FC236}">
                  <a16:creationId xmlns:a16="http://schemas.microsoft.com/office/drawing/2014/main" id="{89EABC58-43C4-07E2-87A5-4E356DBC9F6E}"/>
                </a:ext>
              </a:extLst>
            </p:cNvPr>
            <p:cNvSpPr>
              <a:spLocks noGrp="1"/>
            </p:cNvSpPr>
            <p:nvPr/>
          </p:nvSpPr>
          <p:spPr>
            <a:xfrm>
              <a:off x="15525439" y="2563673"/>
              <a:ext cx="23602" cy="22685"/>
            </a:xfrm>
            <a:custGeom>
              <a:avLst/>
              <a:gdLst/>
              <a:ahLst/>
              <a:cxnLst/>
              <a:rect l="0" t="0" r="0" b="0"/>
              <a:pathLst>
                <a:path w="23602" h="22685">
                  <a:moveTo>
                    <a:pt x="23602" y="0"/>
                  </a:moveTo>
                  <a:lnTo>
                    <a:pt x="0" y="22685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41" name="Output_receptor__5340">
              <a:extLst>
                <a:ext uri="{FF2B5EF4-FFF2-40B4-BE49-F238E27FC236}">
                  <a16:creationId xmlns:a16="http://schemas.microsoft.com/office/drawing/2014/main" id="{CA683A4E-EFD5-845D-3405-43C9D5489E09}"/>
                </a:ext>
              </a:extLst>
            </p:cNvPr>
            <p:cNvSpPr>
              <a:spLocks noGrp="1"/>
            </p:cNvSpPr>
            <p:nvPr/>
          </p:nvSpPr>
          <p:spPr>
            <a:xfrm>
              <a:off x="15655707" y="3800034"/>
              <a:ext cx="16499" cy="27358"/>
            </a:xfrm>
            <a:custGeom>
              <a:avLst/>
              <a:gdLst/>
              <a:ahLst/>
              <a:cxnLst/>
              <a:rect l="0" t="0" r="0" b="0"/>
              <a:pathLst>
                <a:path w="16499" h="27358">
                  <a:moveTo>
                    <a:pt x="0" y="27358"/>
                  </a:moveTo>
                  <a:lnTo>
                    <a:pt x="16499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42" name="Output_receptor__5341">
              <a:extLst>
                <a:ext uri="{FF2B5EF4-FFF2-40B4-BE49-F238E27FC236}">
                  <a16:creationId xmlns:a16="http://schemas.microsoft.com/office/drawing/2014/main" id="{F9EABABA-2191-E85E-091B-0AA5976EED85}"/>
                </a:ext>
              </a:extLst>
            </p:cNvPr>
            <p:cNvSpPr>
              <a:spLocks noGrp="1"/>
            </p:cNvSpPr>
            <p:nvPr/>
          </p:nvSpPr>
          <p:spPr>
            <a:xfrm>
              <a:off x="16607871" y="3775622"/>
              <a:ext cx="6958" cy="53822"/>
            </a:xfrm>
            <a:custGeom>
              <a:avLst/>
              <a:gdLst/>
              <a:ahLst/>
              <a:cxnLst/>
              <a:rect l="0" t="0" r="0" b="0"/>
              <a:pathLst>
                <a:path w="6958" h="53822">
                  <a:moveTo>
                    <a:pt x="6958" y="538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3" name="Output_receptor__5342">
              <a:extLst>
                <a:ext uri="{FF2B5EF4-FFF2-40B4-BE49-F238E27FC236}">
                  <a16:creationId xmlns:a16="http://schemas.microsoft.com/office/drawing/2014/main" id="{44EAECC2-CF06-7D18-E89A-2B3819501DD9}"/>
                </a:ext>
              </a:extLst>
            </p:cNvPr>
            <p:cNvSpPr>
              <a:spLocks noGrp="1"/>
            </p:cNvSpPr>
            <p:nvPr/>
          </p:nvSpPr>
          <p:spPr>
            <a:xfrm>
              <a:off x="15795949" y="3384400"/>
              <a:ext cx="2380" cy="66526"/>
            </a:xfrm>
            <a:custGeom>
              <a:avLst/>
              <a:gdLst/>
              <a:ahLst/>
              <a:cxnLst/>
              <a:rect l="0" t="0" r="0" b="0"/>
              <a:pathLst>
                <a:path w="2380" h="66526">
                  <a:moveTo>
                    <a:pt x="0" y="0"/>
                  </a:moveTo>
                  <a:lnTo>
                    <a:pt x="2380" y="6652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4" name="Output_receptor__5343">
              <a:extLst>
                <a:ext uri="{FF2B5EF4-FFF2-40B4-BE49-F238E27FC236}">
                  <a16:creationId xmlns:a16="http://schemas.microsoft.com/office/drawing/2014/main" id="{2EC64E6B-96FF-C77B-0A06-2FAAFDF08939}"/>
                </a:ext>
              </a:extLst>
            </p:cNvPr>
            <p:cNvSpPr>
              <a:spLocks noGrp="1"/>
            </p:cNvSpPr>
            <p:nvPr/>
          </p:nvSpPr>
          <p:spPr>
            <a:xfrm>
              <a:off x="16177519" y="3864549"/>
              <a:ext cx="57080" cy="24075"/>
            </a:xfrm>
            <a:custGeom>
              <a:avLst/>
              <a:gdLst/>
              <a:ahLst/>
              <a:cxnLst/>
              <a:rect l="0" t="0" r="0" b="0"/>
              <a:pathLst>
                <a:path w="57080" h="24075">
                  <a:moveTo>
                    <a:pt x="0" y="0"/>
                  </a:moveTo>
                  <a:lnTo>
                    <a:pt x="57080" y="2407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5" name="Output_receptor__5344">
              <a:extLst>
                <a:ext uri="{FF2B5EF4-FFF2-40B4-BE49-F238E27FC236}">
                  <a16:creationId xmlns:a16="http://schemas.microsoft.com/office/drawing/2014/main" id="{C771BAFC-070F-6185-A282-1146C1650EB2}"/>
                </a:ext>
              </a:extLst>
            </p:cNvPr>
            <p:cNvSpPr>
              <a:spLocks noGrp="1"/>
            </p:cNvSpPr>
            <p:nvPr/>
          </p:nvSpPr>
          <p:spPr>
            <a:xfrm>
              <a:off x="16120271" y="3864549"/>
              <a:ext cx="57248" cy="22476"/>
            </a:xfrm>
            <a:custGeom>
              <a:avLst/>
              <a:gdLst/>
              <a:ahLst/>
              <a:cxnLst/>
              <a:rect l="0" t="0" r="0" b="0"/>
              <a:pathLst>
                <a:path w="57248" h="22476">
                  <a:moveTo>
                    <a:pt x="0" y="22476"/>
                  </a:moveTo>
                  <a:lnTo>
                    <a:pt x="5724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6" name="Output_receptor__5345">
              <a:extLst>
                <a:ext uri="{FF2B5EF4-FFF2-40B4-BE49-F238E27FC236}">
                  <a16:creationId xmlns:a16="http://schemas.microsoft.com/office/drawing/2014/main" id="{C0FE7BF4-A10F-517F-0892-09D4FD202459}"/>
                </a:ext>
              </a:extLst>
            </p:cNvPr>
            <p:cNvSpPr>
              <a:spLocks noGrp="1"/>
            </p:cNvSpPr>
            <p:nvPr/>
          </p:nvSpPr>
          <p:spPr>
            <a:xfrm>
              <a:off x="15898857" y="3287135"/>
              <a:ext cx="68651" cy="7421"/>
            </a:xfrm>
            <a:custGeom>
              <a:avLst/>
              <a:gdLst/>
              <a:ahLst/>
              <a:cxnLst/>
              <a:rect l="0" t="0" r="0" b="0"/>
              <a:pathLst>
                <a:path w="68651" h="7421">
                  <a:moveTo>
                    <a:pt x="0" y="7421"/>
                  </a:moveTo>
                  <a:lnTo>
                    <a:pt x="6865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7" name="Output_receptor__5346">
              <a:extLst>
                <a:ext uri="{FF2B5EF4-FFF2-40B4-BE49-F238E27FC236}">
                  <a16:creationId xmlns:a16="http://schemas.microsoft.com/office/drawing/2014/main" id="{4FEE663B-C69E-189B-0634-1465BFE6AC36}"/>
                </a:ext>
              </a:extLst>
            </p:cNvPr>
            <p:cNvSpPr>
              <a:spLocks noGrp="1"/>
            </p:cNvSpPr>
            <p:nvPr/>
          </p:nvSpPr>
          <p:spPr>
            <a:xfrm>
              <a:off x="16238716" y="3095493"/>
              <a:ext cx="45651" cy="21381"/>
            </a:xfrm>
            <a:custGeom>
              <a:avLst/>
              <a:gdLst/>
              <a:ahLst/>
              <a:cxnLst/>
              <a:rect l="0" t="0" r="0" b="0"/>
              <a:pathLst>
                <a:path w="45651" h="21381">
                  <a:moveTo>
                    <a:pt x="0" y="0"/>
                  </a:moveTo>
                  <a:lnTo>
                    <a:pt x="45651" y="2138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8" name="Output_receptor__5347">
              <a:extLst>
                <a:ext uri="{FF2B5EF4-FFF2-40B4-BE49-F238E27FC236}">
                  <a16:creationId xmlns:a16="http://schemas.microsoft.com/office/drawing/2014/main" id="{27FA6108-2D72-3E3C-4C6D-3A32D7DE2BF3}"/>
                </a:ext>
              </a:extLst>
            </p:cNvPr>
            <p:cNvSpPr>
              <a:spLocks noGrp="1"/>
            </p:cNvSpPr>
            <p:nvPr/>
          </p:nvSpPr>
          <p:spPr>
            <a:xfrm>
              <a:off x="15493704" y="2872264"/>
              <a:ext cx="63309" cy="29199"/>
            </a:xfrm>
            <a:custGeom>
              <a:avLst/>
              <a:gdLst/>
              <a:ahLst/>
              <a:cxnLst/>
              <a:rect l="0" t="0" r="0" b="0"/>
              <a:pathLst>
                <a:path w="63309" h="29199">
                  <a:moveTo>
                    <a:pt x="0" y="29199"/>
                  </a:moveTo>
                  <a:lnTo>
                    <a:pt x="63309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49" name="Output_receptor__5348">
              <a:extLst>
                <a:ext uri="{FF2B5EF4-FFF2-40B4-BE49-F238E27FC236}">
                  <a16:creationId xmlns:a16="http://schemas.microsoft.com/office/drawing/2014/main" id="{907BC3FA-0622-4D04-4E84-CEEC9B28C630}"/>
                </a:ext>
              </a:extLst>
            </p:cNvPr>
            <p:cNvSpPr>
              <a:spLocks noGrp="1"/>
            </p:cNvSpPr>
            <p:nvPr/>
          </p:nvSpPr>
          <p:spPr>
            <a:xfrm>
              <a:off x="15586011" y="3653958"/>
              <a:ext cx="3778" cy="9110"/>
            </a:xfrm>
            <a:custGeom>
              <a:avLst/>
              <a:gdLst/>
              <a:ahLst/>
              <a:cxnLst/>
              <a:rect l="0" t="0" r="0" b="0"/>
              <a:pathLst>
                <a:path w="3778" h="9110">
                  <a:moveTo>
                    <a:pt x="0" y="9110"/>
                  </a:moveTo>
                  <a:lnTo>
                    <a:pt x="377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0" name="Output_receptor__5349">
              <a:extLst>
                <a:ext uri="{FF2B5EF4-FFF2-40B4-BE49-F238E27FC236}">
                  <a16:creationId xmlns:a16="http://schemas.microsoft.com/office/drawing/2014/main" id="{F137F039-A471-570C-B3FD-B6A50B4D8D0F}"/>
                </a:ext>
              </a:extLst>
            </p:cNvPr>
            <p:cNvSpPr>
              <a:spLocks noGrp="1"/>
            </p:cNvSpPr>
            <p:nvPr/>
          </p:nvSpPr>
          <p:spPr>
            <a:xfrm>
              <a:off x="15380205" y="3322910"/>
              <a:ext cx="39614" cy="59787"/>
            </a:xfrm>
            <a:custGeom>
              <a:avLst/>
              <a:gdLst/>
              <a:ahLst/>
              <a:cxnLst/>
              <a:rect l="0" t="0" r="0" b="0"/>
              <a:pathLst>
                <a:path w="39614" h="59787">
                  <a:moveTo>
                    <a:pt x="39614" y="0"/>
                  </a:moveTo>
                  <a:lnTo>
                    <a:pt x="0" y="5978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51" name="Output_receptor__5350">
              <a:extLst>
                <a:ext uri="{FF2B5EF4-FFF2-40B4-BE49-F238E27FC236}">
                  <a16:creationId xmlns:a16="http://schemas.microsoft.com/office/drawing/2014/main" id="{AC933544-B79D-323E-F2F1-1D902A3C8220}"/>
                </a:ext>
              </a:extLst>
            </p:cNvPr>
            <p:cNvSpPr>
              <a:spLocks noGrp="1"/>
            </p:cNvSpPr>
            <p:nvPr/>
          </p:nvSpPr>
          <p:spPr>
            <a:xfrm>
              <a:off x="16483207" y="3626229"/>
              <a:ext cx="47047" cy="53780"/>
            </a:xfrm>
            <a:custGeom>
              <a:avLst/>
              <a:gdLst/>
              <a:ahLst/>
              <a:cxnLst/>
              <a:rect l="0" t="0" r="0" b="0"/>
              <a:pathLst>
                <a:path w="47047" h="53780">
                  <a:moveTo>
                    <a:pt x="47047" y="537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2" name="Output_receptor__5351">
              <a:extLst>
                <a:ext uri="{FF2B5EF4-FFF2-40B4-BE49-F238E27FC236}">
                  <a16:creationId xmlns:a16="http://schemas.microsoft.com/office/drawing/2014/main" id="{EB2FBCC4-15A8-F2CC-41C5-386DFF717A60}"/>
                </a:ext>
              </a:extLst>
            </p:cNvPr>
            <p:cNvSpPr>
              <a:spLocks noGrp="1"/>
            </p:cNvSpPr>
            <p:nvPr/>
          </p:nvSpPr>
          <p:spPr>
            <a:xfrm>
              <a:off x="16195176" y="2409681"/>
              <a:ext cx="70618" cy="9312"/>
            </a:xfrm>
            <a:custGeom>
              <a:avLst/>
              <a:gdLst/>
              <a:ahLst/>
              <a:cxnLst/>
              <a:rect l="0" t="0" r="0" b="0"/>
              <a:pathLst>
                <a:path w="70618" h="9312">
                  <a:moveTo>
                    <a:pt x="0" y="9312"/>
                  </a:moveTo>
                  <a:lnTo>
                    <a:pt x="70618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3" name="Output_receptor__5352">
              <a:extLst>
                <a:ext uri="{FF2B5EF4-FFF2-40B4-BE49-F238E27FC236}">
                  <a16:creationId xmlns:a16="http://schemas.microsoft.com/office/drawing/2014/main" id="{5B27D575-BAEF-B4BD-0299-A4B01D6B6CA4}"/>
                </a:ext>
              </a:extLst>
            </p:cNvPr>
            <p:cNvSpPr>
              <a:spLocks noGrp="1"/>
            </p:cNvSpPr>
            <p:nvPr/>
          </p:nvSpPr>
          <p:spPr>
            <a:xfrm>
              <a:off x="16088433" y="3262683"/>
              <a:ext cx="70686" cy="376"/>
            </a:xfrm>
            <a:custGeom>
              <a:avLst/>
              <a:gdLst/>
              <a:ahLst/>
              <a:cxnLst/>
              <a:rect l="0" t="0" r="0" b="0"/>
              <a:pathLst>
                <a:path w="70686" h="376">
                  <a:moveTo>
                    <a:pt x="0" y="376"/>
                  </a:moveTo>
                  <a:lnTo>
                    <a:pt x="7068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4" name="Output_receptor__5353">
              <a:extLst>
                <a:ext uri="{FF2B5EF4-FFF2-40B4-BE49-F238E27FC236}">
                  <a16:creationId xmlns:a16="http://schemas.microsoft.com/office/drawing/2014/main" id="{6DF594A3-6971-755D-A458-572508C7A780}"/>
                </a:ext>
              </a:extLst>
            </p:cNvPr>
            <p:cNvSpPr>
              <a:spLocks noGrp="1"/>
            </p:cNvSpPr>
            <p:nvPr/>
          </p:nvSpPr>
          <p:spPr>
            <a:xfrm>
              <a:off x="15714167" y="2522984"/>
              <a:ext cx="68657" cy="15737"/>
            </a:xfrm>
            <a:custGeom>
              <a:avLst/>
              <a:gdLst/>
              <a:ahLst/>
              <a:cxnLst/>
              <a:rect l="0" t="0" r="0" b="0"/>
              <a:pathLst>
                <a:path w="68657" h="15737">
                  <a:moveTo>
                    <a:pt x="68657" y="15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55" name="Output_receptor__5354">
              <a:extLst>
                <a:ext uri="{FF2B5EF4-FFF2-40B4-BE49-F238E27FC236}">
                  <a16:creationId xmlns:a16="http://schemas.microsoft.com/office/drawing/2014/main" id="{109897D2-8A8A-AC57-EB17-22846D7368A6}"/>
                </a:ext>
              </a:extLst>
            </p:cNvPr>
            <p:cNvSpPr>
              <a:spLocks noGrp="1"/>
            </p:cNvSpPr>
            <p:nvPr/>
          </p:nvSpPr>
          <p:spPr>
            <a:xfrm>
              <a:off x="16565993" y="3829444"/>
              <a:ext cx="48836" cy="41007"/>
            </a:xfrm>
            <a:custGeom>
              <a:avLst/>
              <a:gdLst/>
              <a:ahLst/>
              <a:cxnLst/>
              <a:rect l="0" t="0" r="0" b="0"/>
              <a:pathLst>
                <a:path w="48836" h="41007">
                  <a:moveTo>
                    <a:pt x="0" y="41007"/>
                  </a:moveTo>
                  <a:lnTo>
                    <a:pt x="48836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6" name="Output_receptor__5355">
              <a:extLst>
                <a:ext uri="{FF2B5EF4-FFF2-40B4-BE49-F238E27FC236}">
                  <a16:creationId xmlns:a16="http://schemas.microsoft.com/office/drawing/2014/main" id="{2B800AA4-2078-E2E8-609F-55F45723355A}"/>
                </a:ext>
              </a:extLst>
            </p:cNvPr>
            <p:cNvSpPr>
              <a:spLocks noGrp="1"/>
            </p:cNvSpPr>
            <p:nvPr/>
          </p:nvSpPr>
          <p:spPr>
            <a:xfrm>
              <a:off x="15777177" y="3564466"/>
              <a:ext cx="10338" cy="60299"/>
            </a:xfrm>
            <a:custGeom>
              <a:avLst/>
              <a:gdLst/>
              <a:ahLst/>
              <a:cxnLst/>
              <a:rect l="0" t="0" r="0" b="0"/>
              <a:pathLst>
                <a:path w="10338" h="60299">
                  <a:moveTo>
                    <a:pt x="10338" y="6029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7" name="Output_receptor__5356">
              <a:extLst>
                <a:ext uri="{FF2B5EF4-FFF2-40B4-BE49-F238E27FC236}">
                  <a16:creationId xmlns:a16="http://schemas.microsoft.com/office/drawing/2014/main" id="{79F3DD67-9F4E-1AA3-D3FA-BFC34974441B}"/>
                </a:ext>
              </a:extLst>
            </p:cNvPr>
            <p:cNvSpPr>
              <a:spLocks noGrp="1"/>
            </p:cNvSpPr>
            <p:nvPr/>
          </p:nvSpPr>
          <p:spPr>
            <a:xfrm>
              <a:off x="16268890" y="3748415"/>
              <a:ext cx="57984" cy="40279"/>
            </a:xfrm>
            <a:custGeom>
              <a:avLst/>
              <a:gdLst/>
              <a:ahLst/>
              <a:cxnLst/>
              <a:rect l="0" t="0" r="0" b="0"/>
              <a:pathLst>
                <a:path w="57984" h="40279">
                  <a:moveTo>
                    <a:pt x="57984" y="0"/>
                  </a:moveTo>
                  <a:lnTo>
                    <a:pt x="0" y="4027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8" name="Output_receptor__5357">
              <a:extLst>
                <a:ext uri="{FF2B5EF4-FFF2-40B4-BE49-F238E27FC236}">
                  <a16:creationId xmlns:a16="http://schemas.microsoft.com/office/drawing/2014/main" id="{7A3153A0-EFE5-278F-B7CC-40F27BF05733}"/>
                </a:ext>
              </a:extLst>
            </p:cNvPr>
            <p:cNvSpPr>
              <a:spLocks noGrp="1"/>
            </p:cNvSpPr>
            <p:nvPr/>
          </p:nvSpPr>
          <p:spPr>
            <a:xfrm>
              <a:off x="15569792" y="3747620"/>
              <a:ext cx="40237" cy="9245"/>
            </a:xfrm>
            <a:custGeom>
              <a:avLst/>
              <a:gdLst/>
              <a:ahLst/>
              <a:cxnLst/>
              <a:rect l="0" t="0" r="0" b="0"/>
              <a:pathLst>
                <a:path w="40237" h="9245">
                  <a:moveTo>
                    <a:pt x="0" y="9245"/>
                  </a:moveTo>
                  <a:lnTo>
                    <a:pt x="40237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59" name="Output_receptor__5358">
              <a:extLst>
                <a:ext uri="{FF2B5EF4-FFF2-40B4-BE49-F238E27FC236}">
                  <a16:creationId xmlns:a16="http://schemas.microsoft.com/office/drawing/2014/main" id="{47161417-BEA4-FAEB-D03E-80750BA0804F}"/>
                </a:ext>
              </a:extLst>
            </p:cNvPr>
            <p:cNvSpPr>
              <a:spLocks noGrp="1"/>
            </p:cNvSpPr>
            <p:nvPr/>
          </p:nvSpPr>
          <p:spPr>
            <a:xfrm>
              <a:off x="16214527" y="2324278"/>
              <a:ext cx="5634" cy="3383"/>
            </a:xfrm>
            <a:custGeom>
              <a:avLst/>
              <a:gdLst/>
              <a:ahLst/>
              <a:cxnLst/>
              <a:rect l="0" t="0" r="0" b="0"/>
              <a:pathLst>
                <a:path w="5634" h="3383">
                  <a:moveTo>
                    <a:pt x="5634" y="33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0" name="Output_receptor__5359">
              <a:extLst>
                <a:ext uri="{FF2B5EF4-FFF2-40B4-BE49-F238E27FC236}">
                  <a16:creationId xmlns:a16="http://schemas.microsoft.com/office/drawing/2014/main" id="{326993DA-47CC-02B1-BA24-5DBD2D085D4B}"/>
                </a:ext>
              </a:extLst>
            </p:cNvPr>
            <p:cNvSpPr>
              <a:spLocks noGrp="1"/>
            </p:cNvSpPr>
            <p:nvPr/>
          </p:nvSpPr>
          <p:spPr>
            <a:xfrm>
              <a:off x="15489576" y="4509743"/>
              <a:ext cx="69719" cy="16181"/>
            </a:xfrm>
            <a:custGeom>
              <a:avLst/>
              <a:gdLst/>
              <a:ahLst/>
              <a:cxnLst/>
              <a:rect l="0" t="0" r="0" b="0"/>
              <a:pathLst>
                <a:path w="69719" h="16181">
                  <a:moveTo>
                    <a:pt x="0" y="0"/>
                  </a:moveTo>
                  <a:lnTo>
                    <a:pt x="69719" y="16181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1" name="Output_receptor__5360">
              <a:extLst>
                <a:ext uri="{FF2B5EF4-FFF2-40B4-BE49-F238E27FC236}">
                  <a16:creationId xmlns:a16="http://schemas.microsoft.com/office/drawing/2014/main" id="{A448E229-2333-14D9-CC79-7FC673CDC1EE}"/>
                </a:ext>
              </a:extLst>
            </p:cNvPr>
            <p:cNvSpPr>
              <a:spLocks noGrp="1"/>
            </p:cNvSpPr>
            <p:nvPr/>
          </p:nvSpPr>
          <p:spPr>
            <a:xfrm>
              <a:off x="15360718" y="2799871"/>
              <a:ext cx="12594" cy="14249"/>
            </a:xfrm>
            <a:custGeom>
              <a:avLst/>
              <a:gdLst/>
              <a:ahLst/>
              <a:cxnLst/>
              <a:rect l="0" t="0" r="0" b="0"/>
              <a:pathLst>
                <a:path w="12594" h="14249">
                  <a:moveTo>
                    <a:pt x="12594" y="142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2" name="Output_receptor__5361">
              <a:extLst>
                <a:ext uri="{FF2B5EF4-FFF2-40B4-BE49-F238E27FC236}">
                  <a16:creationId xmlns:a16="http://schemas.microsoft.com/office/drawing/2014/main" id="{CC20E304-761D-B77B-251F-3194D7383FA7}"/>
                </a:ext>
              </a:extLst>
            </p:cNvPr>
            <p:cNvSpPr>
              <a:spLocks noGrp="1"/>
            </p:cNvSpPr>
            <p:nvPr/>
          </p:nvSpPr>
          <p:spPr>
            <a:xfrm>
              <a:off x="15490052" y="3368810"/>
              <a:ext cx="6640" cy="34113"/>
            </a:xfrm>
            <a:custGeom>
              <a:avLst/>
              <a:gdLst/>
              <a:ahLst/>
              <a:cxnLst/>
              <a:rect l="0" t="0" r="0" b="0"/>
              <a:pathLst>
                <a:path w="6640" h="34113">
                  <a:moveTo>
                    <a:pt x="0" y="34113"/>
                  </a:moveTo>
                  <a:lnTo>
                    <a:pt x="664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3" name="Output_receptor__5362">
              <a:extLst>
                <a:ext uri="{FF2B5EF4-FFF2-40B4-BE49-F238E27FC236}">
                  <a16:creationId xmlns:a16="http://schemas.microsoft.com/office/drawing/2014/main" id="{C40F7C6F-C655-970F-28F9-39A230B5A474}"/>
                </a:ext>
              </a:extLst>
            </p:cNvPr>
            <p:cNvSpPr>
              <a:spLocks noGrp="1"/>
            </p:cNvSpPr>
            <p:nvPr/>
          </p:nvSpPr>
          <p:spPr>
            <a:xfrm>
              <a:off x="15351404" y="3495968"/>
              <a:ext cx="22312" cy="42847"/>
            </a:xfrm>
            <a:custGeom>
              <a:avLst/>
              <a:gdLst/>
              <a:ahLst/>
              <a:cxnLst/>
              <a:rect l="0" t="0" r="0" b="0"/>
              <a:pathLst>
                <a:path w="22312" h="42847">
                  <a:moveTo>
                    <a:pt x="22312" y="0"/>
                  </a:moveTo>
                  <a:lnTo>
                    <a:pt x="0" y="4284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4" name="Output_receptor__5363">
              <a:extLst>
                <a:ext uri="{FF2B5EF4-FFF2-40B4-BE49-F238E27FC236}">
                  <a16:creationId xmlns:a16="http://schemas.microsoft.com/office/drawing/2014/main" id="{17299047-1482-E72E-C374-5925DE0DA9D0}"/>
                </a:ext>
              </a:extLst>
            </p:cNvPr>
            <p:cNvSpPr>
              <a:spLocks noGrp="1"/>
            </p:cNvSpPr>
            <p:nvPr/>
          </p:nvSpPr>
          <p:spPr>
            <a:xfrm>
              <a:off x="16535825" y="3776762"/>
              <a:ext cx="3841" cy="3603"/>
            </a:xfrm>
            <a:custGeom>
              <a:avLst/>
              <a:gdLst/>
              <a:ahLst/>
              <a:cxnLst/>
              <a:rect l="0" t="0" r="0" b="0"/>
              <a:pathLst>
                <a:path w="3841" h="3603">
                  <a:moveTo>
                    <a:pt x="0" y="3603"/>
                  </a:moveTo>
                  <a:lnTo>
                    <a:pt x="3841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5" name="Output_receptor__5364">
              <a:extLst>
                <a:ext uri="{FF2B5EF4-FFF2-40B4-BE49-F238E27FC236}">
                  <a16:creationId xmlns:a16="http://schemas.microsoft.com/office/drawing/2014/main" id="{64AEA332-7115-E55D-0ECF-4BAD43F76FA6}"/>
                </a:ext>
              </a:extLst>
            </p:cNvPr>
            <p:cNvSpPr>
              <a:spLocks noGrp="1"/>
            </p:cNvSpPr>
            <p:nvPr/>
          </p:nvSpPr>
          <p:spPr>
            <a:xfrm>
              <a:off x="15074745" y="2931032"/>
              <a:ext cx="17037" cy="60625"/>
            </a:xfrm>
            <a:custGeom>
              <a:avLst/>
              <a:gdLst/>
              <a:ahLst/>
              <a:cxnLst/>
              <a:rect l="0" t="0" r="0" b="0"/>
              <a:pathLst>
                <a:path w="17037" h="60625">
                  <a:moveTo>
                    <a:pt x="0" y="0"/>
                  </a:moveTo>
                  <a:lnTo>
                    <a:pt x="17037" y="60625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6" name="Output_receptor__5365">
              <a:extLst>
                <a:ext uri="{FF2B5EF4-FFF2-40B4-BE49-F238E27FC236}">
                  <a16:creationId xmlns:a16="http://schemas.microsoft.com/office/drawing/2014/main" id="{458E2FD9-0EE3-6A65-64B8-8335E7F7F609}"/>
                </a:ext>
              </a:extLst>
            </p:cNvPr>
            <p:cNvSpPr>
              <a:spLocks noGrp="1"/>
            </p:cNvSpPr>
            <p:nvPr/>
          </p:nvSpPr>
          <p:spPr>
            <a:xfrm>
              <a:off x="15767040" y="2905213"/>
              <a:ext cx="70891" cy="12455"/>
            </a:xfrm>
            <a:custGeom>
              <a:avLst/>
              <a:gdLst/>
              <a:ahLst/>
              <a:cxnLst/>
              <a:rect l="0" t="0" r="0" b="0"/>
              <a:pathLst>
                <a:path w="70891" h="12455">
                  <a:moveTo>
                    <a:pt x="70891" y="1245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7" name="Output_receptor__5366">
              <a:extLst>
                <a:ext uri="{FF2B5EF4-FFF2-40B4-BE49-F238E27FC236}">
                  <a16:creationId xmlns:a16="http://schemas.microsoft.com/office/drawing/2014/main" id="{A0F22569-877C-6687-4C36-1AA19D3ED4B4}"/>
                </a:ext>
              </a:extLst>
            </p:cNvPr>
            <p:cNvSpPr>
              <a:spLocks noGrp="1"/>
            </p:cNvSpPr>
            <p:nvPr/>
          </p:nvSpPr>
          <p:spPr>
            <a:xfrm>
              <a:off x="15523210" y="3008486"/>
              <a:ext cx="5158" cy="71430"/>
            </a:xfrm>
            <a:custGeom>
              <a:avLst/>
              <a:gdLst/>
              <a:ahLst/>
              <a:cxnLst/>
              <a:rect l="0" t="0" r="0" b="0"/>
              <a:pathLst>
                <a:path w="5158" h="71430">
                  <a:moveTo>
                    <a:pt x="5158" y="7143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68" name="Output_receptor__5367">
              <a:extLst>
                <a:ext uri="{FF2B5EF4-FFF2-40B4-BE49-F238E27FC236}">
                  <a16:creationId xmlns:a16="http://schemas.microsoft.com/office/drawing/2014/main" id="{FA908690-5EDC-4CE7-BDE6-4CF10D2A9009}"/>
                </a:ext>
              </a:extLst>
            </p:cNvPr>
            <p:cNvSpPr>
              <a:spLocks noGrp="1"/>
            </p:cNvSpPr>
            <p:nvPr/>
          </p:nvSpPr>
          <p:spPr>
            <a:xfrm>
              <a:off x="16078109" y="3351415"/>
              <a:ext cx="71279" cy="4882"/>
            </a:xfrm>
            <a:custGeom>
              <a:avLst/>
              <a:gdLst/>
              <a:ahLst/>
              <a:cxnLst/>
              <a:rect l="0" t="0" r="0" b="0"/>
              <a:pathLst>
                <a:path w="71279" h="4882">
                  <a:moveTo>
                    <a:pt x="0" y="0"/>
                  </a:moveTo>
                  <a:lnTo>
                    <a:pt x="71279" y="488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69" name="Output_receptor__5368">
              <a:extLst>
                <a:ext uri="{FF2B5EF4-FFF2-40B4-BE49-F238E27FC236}">
                  <a16:creationId xmlns:a16="http://schemas.microsoft.com/office/drawing/2014/main" id="{1AFD8778-5B0F-3812-0E53-EB46B9B74B56}"/>
                </a:ext>
              </a:extLst>
            </p:cNvPr>
            <p:cNvSpPr>
              <a:spLocks noGrp="1"/>
            </p:cNvSpPr>
            <p:nvPr/>
          </p:nvSpPr>
          <p:spPr>
            <a:xfrm>
              <a:off x="16326874" y="3748415"/>
              <a:ext cx="43743" cy="41432"/>
            </a:xfrm>
            <a:custGeom>
              <a:avLst/>
              <a:gdLst/>
              <a:ahLst/>
              <a:cxnLst/>
              <a:rect l="0" t="0" r="0" b="0"/>
              <a:pathLst>
                <a:path w="43743" h="41432">
                  <a:moveTo>
                    <a:pt x="43743" y="414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0" name="Output_receptor__5369">
              <a:extLst>
                <a:ext uri="{FF2B5EF4-FFF2-40B4-BE49-F238E27FC236}">
                  <a16:creationId xmlns:a16="http://schemas.microsoft.com/office/drawing/2014/main" id="{EB854894-2D0C-0DF2-276F-8F2BBD845FE7}"/>
                </a:ext>
              </a:extLst>
            </p:cNvPr>
            <p:cNvSpPr>
              <a:spLocks noGrp="1"/>
            </p:cNvSpPr>
            <p:nvPr/>
          </p:nvSpPr>
          <p:spPr>
            <a:xfrm>
              <a:off x="16212783" y="3888624"/>
              <a:ext cx="21816" cy="68866"/>
            </a:xfrm>
            <a:custGeom>
              <a:avLst/>
              <a:gdLst/>
              <a:ahLst/>
              <a:cxnLst/>
              <a:rect l="0" t="0" r="0" b="0"/>
              <a:pathLst>
                <a:path w="21816" h="68866">
                  <a:moveTo>
                    <a:pt x="21816" y="0"/>
                  </a:moveTo>
                  <a:lnTo>
                    <a:pt x="0" y="68866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1" name="Output_receptor__5370">
              <a:extLst>
                <a:ext uri="{FF2B5EF4-FFF2-40B4-BE49-F238E27FC236}">
                  <a16:creationId xmlns:a16="http://schemas.microsoft.com/office/drawing/2014/main" id="{3D4638EF-92C2-D943-7D1A-3A78D81F93FB}"/>
                </a:ext>
              </a:extLst>
            </p:cNvPr>
            <p:cNvSpPr>
              <a:spLocks noGrp="1"/>
            </p:cNvSpPr>
            <p:nvPr/>
          </p:nvSpPr>
          <p:spPr>
            <a:xfrm>
              <a:off x="16267371" y="3535147"/>
              <a:ext cx="54374" cy="21857"/>
            </a:xfrm>
            <a:custGeom>
              <a:avLst/>
              <a:gdLst/>
              <a:ahLst/>
              <a:cxnLst/>
              <a:rect l="0" t="0" r="0" b="0"/>
              <a:pathLst>
                <a:path w="54374" h="21857">
                  <a:moveTo>
                    <a:pt x="54374" y="2185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2" name="Output_receptor__5371">
              <a:extLst>
                <a:ext uri="{FF2B5EF4-FFF2-40B4-BE49-F238E27FC236}">
                  <a16:creationId xmlns:a16="http://schemas.microsoft.com/office/drawing/2014/main" id="{C5F86F97-3BB9-450A-BEB0-D9FA483960F3}"/>
                </a:ext>
              </a:extLst>
            </p:cNvPr>
            <p:cNvSpPr>
              <a:spLocks noGrp="1"/>
            </p:cNvSpPr>
            <p:nvPr/>
          </p:nvSpPr>
          <p:spPr>
            <a:xfrm>
              <a:off x="15986960" y="2722208"/>
              <a:ext cx="5969" cy="69227"/>
            </a:xfrm>
            <a:custGeom>
              <a:avLst/>
              <a:gdLst/>
              <a:ahLst/>
              <a:cxnLst/>
              <a:rect l="0" t="0" r="0" b="0"/>
              <a:pathLst>
                <a:path w="5969" h="69227">
                  <a:moveTo>
                    <a:pt x="5969" y="0"/>
                  </a:moveTo>
                  <a:lnTo>
                    <a:pt x="0" y="69227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3" name="Output_receptor__5372">
              <a:extLst>
                <a:ext uri="{FF2B5EF4-FFF2-40B4-BE49-F238E27FC236}">
                  <a16:creationId xmlns:a16="http://schemas.microsoft.com/office/drawing/2014/main" id="{751A9A6E-B8D1-80DA-69DE-5FB75DA0D834}"/>
                </a:ext>
              </a:extLst>
            </p:cNvPr>
            <p:cNvSpPr>
              <a:spLocks noGrp="1"/>
            </p:cNvSpPr>
            <p:nvPr/>
          </p:nvSpPr>
          <p:spPr>
            <a:xfrm>
              <a:off x="16051827" y="3224970"/>
              <a:ext cx="36605" cy="38089"/>
            </a:xfrm>
            <a:custGeom>
              <a:avLst/>
              <a:gdLst/>
              <a:ahLst/>
              <a:cxnLst/>
              <a:rect l="0" t="0" r="0" b="0"/>
              <a:pathLst>
                <a:path w="36605" h="38089">
                  <a:moveTo>
                    <a:pt x="0" y="0"/>
                  </a:moveTo>
                  <a:lnTo>
                    <a:pt x="36605" y="38089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4" name="Output_receptor__5373">
              <a:extLst>
                <a:ext uri="{FF2B5EF4-FFF2-40B4-BE49-F238E27FC236}">
                  <a16:creationId xmlns:a16="http://schemas.microsoft.com/office/drawing/2014/main" id="{21B544BD-A56D-7C1C-77D2-FDC5EB6CF102}"/>
                </a:ext>
              </a:extLst>
            </p:cNvPr>
            <p:cNvSpPr>
              <a:spLocks noGrp="1"/>
            </p:cNvSpPr>
            <p:nvPr/>
          </p:nvSpPr>
          <p:spPr>
            <a:xfrm>
              <a:off x="16348638" y="3789847"/>
              <a:ext cx="21979" cy="59279"/>
            </a:xfrm>
            <a:custGeom>
              <a:avLst/>
              <a:gdLst/>
              <a:ahLst/>
              <a:cxnLst/>
              <a:rect l="0" t="0" r="0" b="0"/>
              <a:pathLst>
                <a:path w="21979" h="59279">
                  <a:moveTo>
                    <a:pt x="0" y="59279"/>
                  </a:moveTo>
                  <a:lnTo>
                    <a:pt x="21979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75" name="Output_receptor__5374">
              <a:extLst>
                <a:ext uri="{FF2B5EF4-FFF2-40B4-BE49-F238E27FC236}">
                  <a16:creationId xmlns:a16="http://schemas.microsoft.com/office/drawing/2014/main" id="{0C865021-5F85-749C-D0E2-986B18AF2A43}"/>
                </a:ext>
              </a:extLst>
            </p:cNvPr>
            <p:cNvSpPr>
              <a:spLocks noGrp="1"/>
            </p:cNvSpPr>
            <p:nvPr/>
          </p:nvSpPr>
          <p:spPr>
            <a:xfrm>
              <a:off x="15465343" y="3079916"/>
              <a:ext cx="63025" cy="35400"/>
            </a:xfrm>
            <a:custGeom>
              <a:avLst/>
              <a:gdLst/>
              <a:ahLst/>
              <a:cxnLst/>
              <a:rect l="0" t="0" r="0" b="0"/>
              <a:pathLst>
                <a:path w="63025" h="35400">
                  <a:moveTo>
                    <a:pt x="0" y="35400"/>
                  </a:moveTo>
                  <a:lnTo>
                    <a:pt x="6302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6" name="Output_receptor__5375">
              <a:extLst>
                <a:ext uri="{FF2B5EF4-FFF2-40B4-BE49-F238E27FC236}">
                  <a16:creationId xmlns:a16="http://schemas.microsoft.com/office/drawing/2014/main" id="{B1CC5FBD-B818-8635-6972-3817079591C6}"/>
                </a:ext>
              </a:extLst>
            </p:cNvPr>
            <p:cNvSpPr>
              <a:spLocks noGrp="1"/>
            </p:cNvSpPr>
            <p:nvPr/>
          </p:nvSpPr>
          <p:spPr>
            <a:xfrm>
              <a:off x="16035463" y="2610438"/>
              <a:ext cx="49058" cy="15353"/>
            </a:xfrm>
            <a:custGeom>
              <a:avLst/>
              <a:gdLst/>
              <a:ahLst/>
              <a:cxnLst/>
              <a:rect l="0" t="0" r="0" b="0"/>
              <a:pathLst>
                <a:path w="49058" h="15353">
                  <a:moveTo>
                    <a:pt x="49058" y="1535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7" name="Output_receptor__5376">
              <a:extLst>
                <a:ext uri="{FF2B5EF4-FFF2-40B4-BE49-F238E27FC236}">
                  <a16:creationId xmlns:a16="http://schemas.microsoft.com/office/drawing/2014/main" id="{6B972DAB-A662-E64B-2965-ECFDC3A70293}"/>
                </a:ext>
              </a:extLst>
            </p:cNvPr>
            <p:cNvSpPr>
              <a:spLocks noGrp="1"/>
            </p:cNvSpPr>
            <p:nvPr/>
          </p:nvSpPr>
          <p:spPr>
            <a:xfrm>
              <a:off x="16284368" y="3111667"/>
              <a:ext cx="71624" cy="5206"/>
            </a:xfrm>
            <a:custGeom>
              <a:avLst/>
              <a:gdLst/>
              <a:ahLst/>
              <a:cxnLst/>
              <a:rect l="0" t="0" r="0" b="0"/>
              <a:pathLst>
                <a:path w="71624" h="5206">
                  <a:moveTo>
                    <a:pt x="0" y="5206"/>
                  </a:moveTo>
                  <a:lnTo>
                    <a:pt x="71624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8" name="Output_receptor__5377">
              <a:extLst>
                <a:ext uri="{FF2B5EF4-FFF2-40B4-BE49-F238E27FC236}">
                  <a16:creationId xmlns:a16="http://schemas.microsoft.com/office/drawing/2014/main" id="{34574486-2583-6495-CFD5-CE1936C83832}"/>
                </a:ext>
              </a:extLst>
            </p:cNvPr>
            <p:cNvSpPr>
              <a:spLocks noGrp="1"/>
            </p:cNvSpPr>
            <p:nvPr/>
          </p:nvSpPr>
          <p:spPr>
            <a:xfrm>
              <a:off x="16530255" y="3680008"/>
              <a:ext cx="41754" cy="31910"/>
            </a:xfrm>
            <a:custGeom>
              <a:avLst/>
              <a:gdLst/>
              <a:ahLst/>
              <a:cxnLst/>
              <a:rect l="0" t="0" r="0" b="0"/>
              <a:pathLst>
                <a:path w="41754" h="31910">
                  <a:moveTo>
                    <a:pt x="41754" y="3191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79" name="Output_receptor__5378">
              <a:extLst>
                <a:ext uri="{FF2B5EF4-FFF2-40B4-BE49-F238E27FC236}">
                  <a16:creationId xmlns:a16="http://schemas.microsoft.com/office/drawing/2014/main" id="{0D14621F-60CA-D488-89ED-9280F9DE7AEC}"/>
                </a:ext>
              </a:extLst>
            </p:cNvPr>
            <p:cNvSpPr>
              <a:spLocks noGrp="1"/>
            </p:cNvSpPr>
            <p:nvPr/>
          </p:nvSpPr>
          <p:spPr>
            <a:xfrm>
              <a:off x="16146609" y="2784537"/>
              <a:ext cx="2937" cy="67660"/>
            </a:xfrm>
            <a:custGeom>
              <a:avLst/>
              <a:gdLst/>
              <a:ahLst/>
              <a:cxnLst/>
              <a:rect l="0" t="0" r="0" b="0"/>
              <a:pathLst>
                <a:path w="2937" h="67660">
                  <a:moveTo>
                    <a:pt x="0" y="67660"/>
                  </a:moveTo>
                  <a:lnTo>
                    <a:pt x="2937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0" name="Output_receptor__5379">
              <a:extLst>
                <a:ext uri="{FF2B5EF4-FFF2-40B4-BE49-F238E27FC236}">
                  <a16:creationId xmlns:a16="http://schemas.microsoft.com/office/drawing/2014/main" id="{0DD39BB4-46B4-FF76-3140-0DE453EC29BE}"/>
                </a:ext>
              </a:extLst>
            </p:cNvPr>
            <p:cNvSpPr>
              <a:spLocks noGrp="1"/>
            </p:cNvSpPr>
            <p:nvPr/>
          </p:nvSpPr>
          <p:spPr>
            <a:xfrm>
              <a:off x="16085732" y="2761940"/>
              <a:ext cx="63814" cy="22597"/>
            </a:xfrm>
            <a:custGeom>
              <a:avLst/>
              <a:gdLst/>
              <a:ahLst/>
              <a:cxnLst/>
              <a:rect l="0" t="0" r="0" b="0"/>
              <a:pathLst>
                <a:path w="63814" h="22597">
                  <a:moveTo>
                    <a:pt x="63814" y="225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1" name="Output_receptor__5380">
              <a:extLst>
                <a:ext uri="{FF2B5EF4-FFF2-40B4-BE49-F238E27FC236}">
                  <a16:creationId xmlns:a16="http://schemas.microsoft.com/office/drawing/2014/main" id="{63D9A75F-A22A-4E41-E227-79DAA0DFDE3E}"/>
                </a:ext>
              </a:extLst>
            </p:cNvPr>
            <p:cNvSpPr>
              <a:spLocks noGrp="1"/>
            </p:cNvSpPr>
            <p:nvPr/>
          </p:nvSpPr>
          <p:spPr>
            <a:xfrm>
              <a:off x="15586872" y="3827392"/>
              <a:ext cx="68835" cy="20451"/>
            </a:xfrm>
            <a:custGeom>
              <a:avLst/>
              <a:gdLst/>
              <a:ahLst/>
              <a:cxnLst/>
              <a:rect l="0" t="0" r="0" b="0"/>
              <a:pathLst>
                <a:path w="68835" h="20451">
                  <a:moveTo>
                    <a:pt x="0" y="20451"/>
                  </a:moveTo>
                  <a:lnTo>
                    <a:pt x="68835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2" name="Output_receptor__5381">
              <a:extLst>
                <a:ext uri="{FF2B5EF4-FFF2-40B4-BE49-F238E27FC236}">
                  <a16:creationId xmlns:a16="http://schemas.microsoft.com/office/drawing/2014/main" id="{8D871DDC-DD2C-39DC-109F-690D23C0C46C}"/>
                </a:ext>
              </a:extLst>
            </p:cNvPr>
            <p:cNvSpPr>
              <a:spLocks noGrp="1"/>
            </p:cNvSpPr>
            <p:nvPr/>
          </p:nvSpPr>
          <p:spPr>
            <a:xfrm>
              <a:off x="15918752" y="2421493"/>
              <a:ext cx="68993" cy="9515"/>
            </a:xfrm>
            <a:custGeom>
              <a:avLst/>
              <a:gdLst/>
              <a:ahLst/>
              <a:cxnLst/>
              <a:rect l="0" t="0" r="0" b="0"/>
              <a:pathLst>
                <a:path w="68993" h="9515">
                  <a:moveTo>
                    <a:pt x="68993" y="951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3" name="Output_receptor__5382">
              <a:extLst>
                <a:ext uri="{FF2B5EF4-FFF2-40B4-BE49-F238E27FC236}">
                  <a16:creationId xmlns:a16="http://schemas.microsoft.com/office/drawing/2014/main" id="{BA2D95DB-77D4-7976-47DB-B8C33C07C86A}"/>
                </a:ext>
              </a:extLst>
            </p:cNvPr>
            <p:cNvSpPr>
              <a:spLocks noGrp="1"/>
            </p:cNvSpPr>
            <p:nvPr/>
          </p:nvSpPr>
          <p:spPr>
            <a:xfrm>
              <a:off x="15741769" y="2633438"/>
              <a:ext cx="2317" cy="65049"/>
            </a:xfrm>
            <a:custGeom>
              <a:avLst/>
              <a:gdLst/>
              <a:ahLst/>
              <a:cxnLst/>
              <a:rect l="0" t="0" r="0" b="0"/>
              <a:pathLst>
                <a:path w="2317" h="65049">
                  <a:moveTo>
                    <a:pt x="0" y="65049"/>
                  </a:moveTo>
                  <a:lnTo>
                    <a:pt x="2317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4" name="Output_receptor__5383">
              <a:extLst>
                <a:ext uri="{FF2B5EF4-FFF2-40B4-BE49-F238E27FC236}">
                  <a16:creationId xmlns:a16="http://schemas.microsoft.com/office/drawing/2014/main" id="{88F1B609-ED22-A0C2-1D11-B53440777C16}"/>
                </a:ext>
              </a:extLst>
            </p:cNvPr>
            <p:cNvSpPr>
              <a:spLocks noGrp="1"/>
            </p:cNvSpPr>
            <p:nvPr/>
          </p:nvSpPr>
          <p:spPr>
            <a:xfrm>
              <a:off x="15701082" y="2994677"/>
              <a:ext cx="18696" cy="60698"/>
            </a:xfrm>
            <a:custGeom>
              <a:avLst/>
              <a:gdLst/>
              <a:ahLst/>
              <a:cxnLst/>
              <a:rect l="0" t="0" r="0" b="0"/>
              <a:pathLst>
                <a:path w="18696" h="60698">
                  <a:moveTo>
                    <a:pt x="0" y="0"/>
                  </a:moveTo>
                  <a:lnTo>
                    <a:pt x="18696" y="60698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5" name="Output_receptor__5384">
              <a:extLst>
                <a:ext uri="{FF2B5EF4-FFF2-40B4-BE49-F238E27FC236}">
                  <a16:creationId xmlns:a16="http://schemas.microsoft.com/office/drawing/2014/main" id="{C95340CF-7832-A0B1-0C67-2BA8B941CCB7}"/>
                </a:ext>
              </a:extLst>
            </p:cNvPr>
            <p:cNvSpPr>
              <a:spLocks noGrp="1"/>
            </p:cNvSpPr>
            <p:nvPr/>
          </p:nvSpPr>
          <p:spPr>
            <a:xfrm>
              <a:off x="16380357" y="2617594"/>
              <a:ext cx="695" cy="22267"/>
            </a:xfrm>
            <a:custGeom>
              <a:avLst/>
              <a:gdLst/>
              <a:ahLst/>
              <a:cxnLst/>
              <a:rect l="0" t="0" r="0" b="0"/>
              <a:pathLst>
                <a:path w="695" h="22267">
                  <a:moveTo>
                    <a:pt x="695" y="0"/>
                  </a:moveTo>
                  <a:lnTo>
                    <a:pt x="0" y="22267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6" name="Output_receptor__5385">
              <a:extLst>
                <a:ext uri="{FF2B5EF4-FFF2-40B4-BE49-F238E27FC236}">
                  <a16:creationId xmlns:a16="http://schemas.microsoft.com/office/drawing/2014/main" id="{86C6981E-834E-41BA-A3BE-7C6B4ACF9CA5}"/>
                </a:ext>
              </a:extLst>
            </p:cNvPr>
            <p:cNvSpPr>
              <a:spLocks noGrp="1"/>
            </p:cNvSpPr>
            <p:nvPr/>
          </p:nvSpPr>
          <p:spPr>
            <a:xfrm>
              <a:off x="16083958" y="3532312"/>
              <a:ext cx="33099" cy="4903"/>
            </a:xfrm>
            <a:custGeom>
              <a:avLst/>
              <a:gdLst/>
              <a:ahLst/>
              <a:cxnLst/>
              <a:rect l="0" t="0" r="0" b="0"/>
              <a:pathLst>
                <a:path w="33099" h="4903">
                  <a:moveTo>
                    <a:pt x="0" y="0"/>
                  </a:moveTo>
                  <a:lnTo>
                    <a:pt x="33099" y="4903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7" name="Output_receptor__5386">
              <a:extLst>
                <a:ext uri="{FF2B5EF4-FFF2-40B4-BE49-F238E27FC236}">
                  <a16:creationId xmlns:a16="http://schemas.microsoft.com/office/drawing/2014/main" id="{48EAA38F-2B56-A75B-4E12-32293C0A439F}"/>
                </a:ext>
              </a:extLst>
            </p:cNvPr>
            <p:cNvSpPr>
              <a:spLocks noGrp="1"/>
            </p:cNvSpPr>
            <p:nvPr/>
          </p:nvSpPr>
          <p:spPr>
            <a:xfrm>
              <a:off x="16265794" y="2352052"/>
              <a:ext cx="22149" cy="57629"/>
            </a:xfrm>
            <a:custGeom>
              <a:avLst/>
              <a:gdLst/>
              <a:ahLst/>
              <a:cxnLst/>
              <a:rect l="0" t="0" r="0" b="0"/>
              <a:pathLst>
                <a:path w="22149" h="57629">
                  <a:moveTo>
                    <a:pt x="0" y="57629"/>
                  </a:moveTo>
                  <a:lnTo>
                    <a:pt x="22149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88" name="Output_receptor__5387">
              <a:extLst>
                <a:ext uri="{FF2B5EF4-FFF2-40B4-BE49-F238E27FC236}">
                  <a16:creationId xmlns:a16="http://schemas.microsoft.com/office/drawing/2014/main" id="{C3E1FF94-EFFA-4A79-29A0-E6FD22A11CC8}"/>
                </a:ext>
              </a:extLst>
            </p:cNvPr>
            <p:cNvSpPr>
              <a:spLocks noGrp="1"/>
            </p:cNvSpPr>
            <p:nvPr/>
          </p:nvSpPr>
          <p:spPr>
            <a:xfrm>
              <a:off x="16067150" y="3435363"/>
              <a:ext cx="53731" cy="5082"/>
            </a:xfrm>
            <a:custGeom>
              <a:avLst/>
              <a:gdLst/>
              <a:ahLst/>
              <a:cxnLst/>
              <a:rect l="0" t="0" r="0" b="0"/>
              <a:pathLst>
                <a:path w="53731" h="5082">
                  <a:moveTo>
                    <a:pt x="0" y="0"/>
                  </a:moveTo>
                  <a:lnTo>
                    <a:pt x="53731" y="508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89" name="Output_receptor__5388">
              <a:extLst>
                <a:ext uri="{FF2B5EF4-FFF2-40B4-BE49-F238E27FC236}">
                  <a16:creationId xmlns:a16="http://schemas.microsoft.com/office/drawing/2014/main" id="{F2EEE9DC-15AD-390B-6132-0A1C62FDF72B}"/>
                </a:ext>
              </a:extLst>
            </p:cNvPr>
            <p:cNvSpPr>
              <a:spLocks noGrp="1"/>
            </p:cNvSpPr>
            <p:nvPr/>
          </p:nvSpPr>
          <p:spPr>
            <a:xfrm>
              <a:off x="15054292" y="2901680"/>
              <a:ext cx="20453" cy="29352"/>
            </a:xfrm>
            <a:custGeom>
              <a:avLst/>
              <a:gdLst/>
              <a:ahLst/>
              <a:cxnLst/>
              <a:rect l="0" t="0" r="0" b="0"/>
              <a:pathLst>
                <a:path w="20453" h="29352">
                  <a:moveTo>
                    <a:pt x="0" y="0"/>
                  </a:moveTo>
                  <a:lnTo>
                    <a:pt x="20453" y="29352"/>
                  </a:lnTo>
                </a:path>
              </a:pathLst>
            </a:custGeom>
            <a:noFill/>
            <a:ln w="20003">
              <a:solidFill>
                <a:srgbClr val="EAEDF0"/>
              </a:solidFill>
            </a:ln>
          </p:spPr>
        </p:sp>
        <p:sp>
          <p:nvSpPr>
            <p:cNvPr id="5390" name="Output_receptor__5389">
              <a:extLst>
                <a:ext uri="{FF2B5EF4-FFF2-40B4-BE49-F238E27FC236}">
                  <a16:creationId xmlns:a16="http://schemas.microsoft.com/office/drawing/2014/main" id="{8780CB30-DD64-F48F-E106-997A32BCCD9C}"/>
                </a:ext>
              </a:extLst>
            </p:cNvPr>
            <p:cNvSpPr>
              <a:spLocks noGrp="1"/>
            </p:cNvSpPr>
            <p:nvPr/>
          </p:nvSpPr>
          <p:spPr>
            <a:xfrm>
              <a:off x="15618532" y="3046823"/>
              <a:ext cx="30404" cy="53141"/>
            </a:xfrm>
            <a:custGeom>
              <a:avLst/>
              <a:gdLst/>
              <a:ahLst/>
              <a:cxnLst/>
              <a:rect l="0" t="0" r="0" b="0"/>
              <a:pathLst>
                <a:path w="30404" h="53141">
                  <a:moveTo>
                    <a:pt x="30404" y="5314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DF0"/>
              </a:solidFill>
            </a:ln>
          </p:spPr>
        </p:sp>
        <p:sp>
          <p:nvSpPr>
            <p:cNvPr id="5391" name="Output_receptor__5390">
              <a:extLst>
                <a:ext uri="{FF2B5EF4-FFF2-40B4-BE49-F238E27FC236}">
                  <a16:creationId xmlns:a16="http://schemas.microsoft.com/office/drawing/2014/main" id="{10D5E6B0-D705-0F79-D5A6-3D501A442D27}"/>
                </a:ext>
              </a:extLst>
            </p:cNvPr>
            <p:cNvSpPr>
              <a:spLocks noGrp="1"/>
            </p:cNvSpPr>
            <p:nvPr/>
          </p:nvSpPr>
          <p:spPr>
            <a:xfrm>
              <a:off x="16430724" y="3353403"/>
              <a:ext cx="19335" cy="59089"/>
            </a:xfrm>
            <a:custGeom>
              <a:avLst/>
              <a:gdLst/>
              <a:ahLst/>
              <a:cxnLst/>
              <a:rect l="0" t="0" r="0" b="0"/>
              <a:pathLst>
                <a:path w="19335" h="59089">
                  <a:moveTo>
                    <a:pt x="19335" y="0"/>
                  </a:moveTo>
                  <a:lnTo>
                    <a:pt x="0" y="59089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2" name="Output_receptor__5391">
              <a:extLst>
                <a:ext uri="{FF2B5EF4-FFF2-40B4-BE49-F238E27FC236}">
                  <a16:creationId xmlns:a16="http://schemas.microsoft.com/office/drawing/2014/main" id="{0424377B-51F5-8759-6696-A3C702A82433}"/>
                </a:ext>
              </a:extLst>
            </p:cNvPr>
            <p:cNvSpPr>
              <a:spLocks noGrp="1"/>
            </p:cNvSpPr>
            <p:nvPr/>
          </p:nvSpPr>
          <p:spPr>
            <a:xfrm>
              <a:off x="15967507" y="3229457"/>
              <a:ext cx="12263" cy="57678"/>
            </a:xfrm>
            <a:custGeom>
              <a:avLst/>
              <a:gdLst/>
              <a:ahLst/>
              <a:cxnLst/>
              <a:rect l="0" t="0" r="0" b="0"/>
              <a:pathLst>
                <a:path w="12263" h="57678">
                  <a:moveTo>
                    <a:pt x="0" y="57678"/>
                  </a:moveTo>
                  <a:lnTo>
                    <a:pt x="12263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3" name="Output_receptor__5392">
              <a:extLst>
                <a:ext uri="{FF2B5EF4-FFF2-40B4-BE49-F238E27FC236}">
                  <a16:creationId xmlns:a16="http://schemas.microsoft.com/office/drawing/2014/main" id="{67EA46DB-EE28-02FC-FCF5-D20B8AB3FC90}"/>
                </a:ext>
              </a:extLst>
            </p:cNvPr>
            <p:cNvSpPr>
              <a:spLocks noGrp="1"/>
            </p:cNvSpPr>
            <p:nvPr/>
          </p:nvSpPr>
          <p:spPr>
            <a:xfrm>
              <a:off x="16112989" y="3779120"/>
              <a:ext cx="18148" cy="47365"/>
            </a:xfrm>
            <a:custGeom>
              <a:avLst/>
              <a:gdLst/>
              <a:ahLst/>
              <a:cxnLst/>
              <a:rect l="0" t="0" r="0" b="0"/>
              <a:pathLst>
                <a:path w="18148" h="47365">
                  <a:moveTo>
                    <a:pt x="18148" y="0"/>
                  </a:moveTo>
                  <a:lnTo>
                    <a:pt x="0" y="47365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4" name="Output_receptor__5393">
              <a:extLst>
                <a:ext uri="{FF2B5EF4-FFF2-40B4-BE49-F238E27FC236}">
                  <a16:creationId xmlns:a16="http://schemas.microsoft.com/office/drawing/2014/main" id="{3B2DFCB9-1751-85D8-8A6C-CE61658712DD}"/>
                </a:ext>
              </a:extLst>
            </p:cNvPr>
            <p:cNvSpPr>
              <a:spLocks noGrp="1"/>
            </p:cNvSpPr>
            <p:nvPr/>
          </p:nvSpPr>
          <p:spPr>
            <a:xfrm>
              <a:off x="15736257" y="3384400"/>
              <a:ext cx="59692" cy="12459"/>
            </a:xfrm>
            <a:custGeom>
              <a:avLst/>
              <a:gdLst/>
              <a:ahLst/>
              <a:cxnLst/>
              <a:rect l="0" t="0" r="0" b="0"/>
              <a:pathLst>
                <a:path w="59692" h="12459">
                  <a:moveTo>
                    <a:pt x="0" y="12459"/>
                  </a:moveTo>
                  <a:lnTo>
                    <a:pt x="5969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5" name="Output_receptor__5394">
              <a:extLst>
                <a:ext uri="{FF2B5EF4-FFF2-40B4-BE49-F238E27FC236}">
                  <a16:creationId xmlns:a16="http://schemas.microsoft.com/office/drawing/2014/main" id="{22B3C264-84B3-F5F6-C0AF-B51D89B5FAC6}"/>
                </a:ext>
              </a:extLst>
            </p:cNvPr>
            <p:cNvSpPr>
              <a:spLocks noGrp="1"/>
            </p:cNvSpPr>
            <p:nvPr/>
          </p:nvSpPr>
          <p:spPr>
            <a:xfrm>
              <a:off x="16355992" y="3111667"/>
              <a:ext cx="50145" cy="43579"/>
            </a:xfrm>
            <a:custGeom>
              <a:avLst/>
              <a:gdLst/>
              <a:ahLst/>
              <a:cxnLst/>
              <a:rect l="0" t="0" r="0" b="0"/>
              <a:pathLst>
                <a:path w="50145" h="43579">
                  <a:moveTo>
                    <a:pt x="0" y="0"/>
                  </a:moveTo>
                  <a:lnTo>
                    <a:pt x="50145" y="43579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6" name="Output_receptor__5395">
              <a:extLst>
                <a:ext uri="{FF2B5EF4-FFF2-40B4-BE49-F238E27FC236}">
                  <a16:creationId xmlns:a16="http://schemas.microsoft.com/office/drawing/2014/main" id="{AF49F5B5-5FC6-7ADA-0233-F2958608FAFA}"/>
                </a:ext>
              </a:extLst>
            </p:cNvPr>
            <p:cNvSpPr>
              <a:spLocks noGrp="1"/>
            </p:cNvSpPr>
            <p:nvPr/>
          </p:nvSpPr>
          <p:spPr>
            <a:xfrm>
              <a:off x="16227496" y="3012102"/>
              <a:ext cx="27576" cy="22624"/>
            </a:xfrm>
            <a:custGeom>
              <a:avLst/>
              <a:gdLst/>
              <a:ahLst/>
              <a:cxnLst/>
              <a:rect l="0" t="0" r="0" b="0"/>
              <a:pathLst>
                <a:path w="27576" h="22624">
                  <a:moveTo>
                    <a:pt x="27576" y="0"/>
                  </a:moveTo>
                  <a:lnTo>
                    <a:pt x="0" y="22624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7" name="Output_receptor__5396">
              <a:extLst>
                <a:ext uri="{FF2B5EF4-FFF2-40B4-BE49-F238E27FC236}">
                  <a16:creationId xmlns:a16="http://schemas.microsoft.com/office/drawing/2014/main" id="{72CFB63C-F75C-E5BB-0723-5690F2892AD8}"/>
                </a:ext>
              </a:extLst>
            </p:cNvPr>
            <p:cNvSpPr>
              <a:spLocks noGrp="1"/>
            </p:cNvSpPr>
            <p:nvPr/>
          </p:nvSpPr>
          <p:spPr>
            <a:xfrm>
              <a:off x="15768719" y="2991341"/>
              <a:ext cx="29717" cy="11565"/>
            </a:xfrm>
            <a:custGeom>
              <a:avLst/>
              <a:gdLst/>
              <a:ahLst/>
              <a:cxnLst/>
              <a:rect l="0" t="0" r="0" b="0"/>
              <a:pathLst>
                <a:path w="29717" h="11565">
                  <a:moveTo>
                    <a:pt x="29717" y="1156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398" name="Output_receptor__5397">
              <a:extLst>
                <a:ext uri="{FF2B5EF4-FFF2-40B4-BE49-F238E27FC236}">
                  <a16:creationId xmlns:a16="http://schemas.microsoft.com/office/drawing/2014/main" id="{979C9301-8315-2219-0079-108BC9478EE2}"/>
                </a:ext>
              </a:extLst>
            </p:cNvPr>
            <p:cNvSpPr>
              <a:spLocks noGrp="1"/>
            </p:cNvSpPr>
            <p:nvPr/>
          </p:nvSpPr>
          <p:spPr>
            <a:xfrm>
              <a:off x="15713286" y="2596860"/>
              <a:ext cx="30800" cy="36578"/>
            </a:xfrm>
            <a:custGeom>
              <a:avLst/>
              <a:gdLst/>
              <a:ahLst/>
              <a:cxnLst/>
              <a:rect l="0" t="0" r="0" b="0"/>
              <a:pathLst>
                <a:path w="30800" h="36578">
                  <a:moveTo>
                    <a:pt x="30800" y="3657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399" name="Output_receptor__5398">
              <a:extLst>
                <a:ext uri="{FF2B5EF4-FFF2-40B4-BE49-F238E27FC236}">
                  <a16:creationId xmlns:a16="http://schemas.microsoft.com/office/drawing/2014/main" id="{91F23F2D-D029-DF7A-4101-28F0C76BAE68}"/>
                </a:ext>
              </a:extLst>
            </p:cNvPr>
            <p:cNvSpPr>
              <a:spLocks noGrp="1"/>
            </p:cNvSpPr>
            <p:nvPr/>
          </p:nvSpPr>
          <p:spPr>
            <a:xfrm>
              <a:off x="15610029" y="3718918"/>
              <a:ext cx="65827" cy="28702"/>
            </a:xfrm>
            <a:custGeom>
              <a:avLst/>
              <a:gdLst/>
              <a:ahLst/>
              <a:cxnLst/>
              <a:rect l="0" t="0" r="0" b="0"/>
              <a:pathLst>
                <a:path w="65827" h="28702">
                  <a:moveTo>
                    <a:pt x="0" y="28702"/>
                  </a:moveTo>
                  <a:lnTo>
                    <a:pt x="65827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0" name="Output_receptor__5399">
              <a:extLst>
                <a:ext uri="{FF2B5EF4-FFF2-40B4-BE49-F238E27FC236}">
                  <a16:creationId xmlns:a16="http://schemas.microsoft.com/office/drawing/2014/main" id="{6A11A2D2-DD72-19FA-F55B-B39EE89A141C}"/>
                </a:ext>
              </a:extLst>
            </p:cNvPr>
            <p:cNvSpPr>
              <a:spLocks noGrp="1"/>
            </p:cNvSpPr>
            <p:nvPr/>
          </p:nvSpPr>
          <p:spPr>
            <a:xfrm>
              <a:off x="16043643" y="2927230"/>
              <a:ext cx="59024" cy="32929"/>
            </a:xfrm>
            <a:custGeom>
              <a:avLst/>
              <a:gdLst/>
              <a:ahLst/>
              <a:cxnLst/>
              <a:rect l="0" t="0" r="0" b="0"/>
              <a:pathLst>
                <a:path w="59024" h="32929">
                  <a:moveTo>
                    <a:pt x="0" y="32929"/>
                  </a:moveTo>
                  <a:lnTo>
                    <a:pt x="59024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01" name="Output_receptor__5400">
              <a:extLst>
                <a:ext uri="{FF2B5EF4-FFF2-40B4-BE49-F238E27FC236}">
                  <a16:creationId xmlns:a16="http://schemas.microsoft.com/office/drawing/2014/main" id="{586D6FE0-4405-685D-79F8-A2726CC6410B}"/>
                </a:ext>
              </a:extLst>
            </p:cNvPr>
            <p:cNvSpPr>
              <a:spLocks noGrp="1"/>
            </p:cNvSpPr>
            <p:nvPr/>
          </p:nvSpPr>
          <p:spPr>
            <a:xfrm>
              <a:off x="16112989" y="3826485"/>
              <a:ext cx="7282" cy="60540"/>
            </a:xfrm>
            <a:custGeom>
              <a:avLst/>
              <a:gdLst/>
              <a:ahLst/>
              <a:cxnLst/>
              <a:rect l="0" t="0" r="0" b="0"/>
              <a:pathLst>
                <a:path w="7282" h="60540">
                  <a:moveTo>
                    <a:pt x="0" y="0"/>
                  </a:moveTo>
                  <a:lnTo>
                    <a:pt x="7282" y="6054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2" name="Output_receptor__5401">
              <a:extLst>
                <a:ext uri="{FF2B5EF4-FFF2-40B4-BE49-F238E27FC236}">
                  <a16:creationId xmlns:a16="http://schemas.microsoft.com/office/drawing/2014/main" id="{5E806CA4-410B-17E9-A121-1A9E637A0BE2}"/>
                </a:ext>
              </a:extLst>
            </p:cNvPr>
            <p:cNvSpPr>
              <a:spLocks noGrp="1"/>
            </p:cNvSpPr>
            <p:nvPr/>
          </p:nvSpPr>
          <p:spPr>
            <a:xfrm>
              <a:off x="15667440" y="3233441"/>
              <a:ext cx="12052" cy="71016"/>
            </a:xfrm>
            <a:custGeom>
              <a:avLst/>
              <a:gdLst/>
              <a:ahLst/>
              <a:cxnLst/>
              <a:rect l="0" t="0" r="0" b="0"/>
              <a:pathLst>
                <a:path w="12052" h="71016">
                  <a:moveTo>
                    <a:pt x="0" y="71016"/>
                  </a:moveTo>
                  <a:lnTo>
                    <a:pt x="12052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3" name="Output_receptor__5402">
              <a:extLst>
                <a:ext uri="{FF2B5EF4-FFF2-40B4-BE49-F238E27FC236}">
                  <a16:creationId xmlns:a16="http://schemas.microsoft.com/office/drawing/2014/main" id="{6683E009-A08B-DC12-63C3-434380ABD448}"/>
                </a:ext>
              </a:extLst>
            </p:cNvPr>
            <p:cNvSpPr>
              <a:spLocks noGrp="1"/>
            </p:cNvSpPr>
            <p:nvPr/>
          </p:nvSpPr>
          <p:spPr>
            <a:xfrm>
              <a:off x="15669941" y="2698487"/>
              <a:ext cx="71828" cy="2293"/>
            </a:xfrm>
            <a:custGeom>
              <a:avLst/>
              <a:gdLst/>
              <a:ahLst/>
              <a:cxnLst/>
              <a:rect l="0" t="0" r="0" b="0"/>
              <a:pathLst>
                <a:path w="71828" h="2293">
                  <a:moveTo>
                    <a:pt x="0" y="2293"/>
                  </a:moveTo>
                  <a:lnTo>
                    <a:pt x="71828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04" name="Output_receptor__5403">
              <a:extLst>
                <a:ext uri="{FF2B5EF4-FFF2-40B4-BE49-F238E27FC236}">
                  <a16:creationId xmlns:a16="http://schemas.microsoft.com/office/drawing/2014/main" id="{097D338B-1D19-757C-4307-D6F68E64ECA6}"/>
                </a:ext>
              </a:extLst>
            </p:cNvPr>
            <p:cNvSpPr>
              <a:spLocks noGrp="1"/>
            </p:cNvSpPr>
            <p:nvPr/>
          </p:nvSpPr>
          <p:spPr>
            <a:xfrm>
              <a:off x="15540730" y="3465322"/>
              <a:ext cx="45015" cy="18883"/>
            </a:xfrm>
            <a:custGeom>
              <a:avLst/>
              <a:gdLst/>
              <a:ahLst/>
              <a:cxnLst/>
              <a:rect l="0" t="0" r="0" b="0"/>
              <a:pathLst>
                <a:path w="45015" h="18883">
                  <a:moveTo>
                    <a:pt x="0" y="18883"/>
                  </a:moveTo>
                  <a:lnTo>
                    <a:pt x="45015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5" name="Output_receptor__5404">
              <a:extLst>
                <a:ext uri="{FF2B5EF4-FFF2-40B4-BE49-F238E27FC236}">
                  <a16:creationId xmlns:a16="http://schemas.microsoft.com/office/drawing/2014/main" id="{707077E6-42E5-1FE2-968A-87B75661D51C}"/>
                </a:ext>
              </a:extLst>
            </p:cNvPr>
            <p:cNvSpPr>
              <a:spLocks noGrp="1"/>
            </p:cNvSpPr>
            <p:nvPr/>
          </p:nvSpPr>
          <p:spPr>
            <a:xfrm>
              <a:off x="15116177" y="2833644"/>
              <a:ext cx="38332" cy="61501"/>
            </a:xfrm>
            <a:custGeom>
              <a:avLst/>
              <a:gdLst/>
              <a:ahLst/>
              <a:cxnLst/>
              <a:rect l="0" t="0" r="0" b="0"/>
              <a:pathLst>
                <a:path w="38332" h="61501">
                  <a:moveTo>
                    <a:pt x="0" y="0"/>
                  </a:moveTo>
                  <a:lnTo>
                    <a:pt x="38332" y="6150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6" name="Output_receptor__5405">
              <a:extLst>
                <a:ext uri="{FF2B5EF4-FFF2-40B4-BE49-F238E27FC236}">
                  <a16:creationId xmlns:a16="http://schemas.microsoft.com/office/drawing/2014/main" id="{AFCDF6EE-D089-04A2-A279-1CE4E3E5ADFB}"/>
                </a:ext>
              </a:extLst>
            </p:cNvPr>
            <p:cNvSpPr>
              <a:spLocks noGrp="1"/>
            </p:cNvSpPr>
            <p:nvPr/>
          </p:nvSpPr>
          <p:spPr>
            <a:xfrm>
              <a:off x="15719778" y="3055375"/>
              <a:ext cx="25786" cy="26246"/>
            </a:xfrm>
            <a:custGeom>
              <a:avLst/>
              <a:gdLst/>
              <a:ahLst/>
              <a:cxnLst/>
              <a:rect l="0" t="0" r="0" b="0"/>
              <a:pathLst>
                <a:path w="25786" h="26246">
                  <a:moveTo>
                    <a:pt x="0" y="0"/>
                  </a:moveTo>
                  <a:lnTo>
                    <a:pt x="25786" y="2624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7" name="Output_receptor__5406">
              <a:extLst>
                <a:ext uri="{FF2B5EF4-FFF2-40B4-BE49-F238E27FC236}">
                  <a16:creationId xmlns:a16="http://schemas.microsoft.com/office/drawing/2014/main" id="{DA70AFBC-2CD0-F585-04BA-C3522EC38B1F}"/>
                </a:ext>
              </a:extLst>
            </p:cNvPr>
            <p:cNvSpPr>
              <a:spLocks noGrp="1"/>
            </p:cNvSpPr>
            <p:nvPr/>
          </p:nvSpPr>
          <p:spPr>
            <a:xfrm>
              <a:off x="16050648" y="2740344"/>
              <a:ext cx="35083" cy="21596"/>
            </a:xfrm>
            <a:custGeom>
              <a:avLst/>
              <a:gdLst/>
              <a:ahLst/>
              <a:cxnLst/>
              <a:rect l="0" t="0" r="0" b="0"/>
              <a:pathLst>
                <a:path w="35083" h="21596">
                  <a:moveTo>
                    <a:pt x="35083" y="2159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8" name="Output_receptor__5407">
              <a:extLst>
                <a:ext uri="{FF2B5EF4-FFF2-40B4-BE49-F238E27FC236}">
                  <a16:creationId xmlns:a16="http://schemas.microsoft.com/office/drawing/2014/main" id="{30DC1018-66C4-0EAF-036F-5986FEC11ECA}"/>
                </a:ext>
              </a:extLst>
            </p:cNvPr>
            <p:cNvSpPr>
              <a:spLocks noGrp="1"/>
            </p:cNvSpPr>
            <p:nvPr/>
          </p:nvSpPr>
          <p:spPr>
            <a:xfrm>
              <a:off x="15566577" y="3548418"/>
              <a:ext cx="58606" cy="21296"/>
            </a:xfrm>
            <a:custGeom>
              <a:avLst/>
              <a:gdLst/>
              <a:ahLst/>
              <a:cxnLst/>
              <a:rect l="0" t="0" r="0" b="0"/>
              <a:pathLst>
                <a:path w="58606" h="21296">
                  <a:moveTo>
                    <a:pt x="0" y="21296"/>
                  </a:moveTo>
                  <a:lnTo>
                    <a:pt x="58606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09" name="Output_receptor__5408">
              <a:extLst>
                <a:ext uri="{FF2B5EF4-FFF2-40B4-BE49-F238E27FC236}">
                  <a16:creationId xmlns:a16="http://schemas.microsoft.com/office/drawing/2014/main" id="{B6EBC208-0369-8C66-D627-FCB572112390}"/>
                </a:ext>
              </a:extLst>
            </p:cNvPr>
            <p:cNvSpPr>
              <a:spLocks noGrp="1"/>
            </p:cNvSpPr>
            <p:nvPr/>
          </p:nvSpPr>
          <p:spPr>
            <a:xfrm>
              <a:off x="15787515" y="3592154"/>
              <a:ext cx="54718" cy="32611"/>
            </a:xfrm>
            <a:custGeom>
              <a:avLst/>
              <a:gdLst/>
              <a:ahLst/>
              <a:cxnLst/>
              <a:rect l="0" t="0" r="0" b="0"/>
              <a:pathLst>
                <a:path w="54718" h="32611">
                  <a:moveTo>
                    <a:pt x="54718" y="0"/>
                  </a:moveTo>
                  <a:lnTo>
                    <a:pt x="0" y="3261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0" name="Output_receptor__5409">
              <a:extLst>
                <a:ext uri="{FF2B5EF4-FFF2-40B4-BE49-F238E27FC236}">
                  <a16:creationId xmlns:a16="http://schemas.microsoft.com/office/drawing/2014/main" id="{F40BE047-99AD-C31D-58B0-E0B09919BC7E}"/>
                </a:ext>
              </a:extLst>
            </p:cNvPr>
            <p:cNvSpPr>
              <a:spLocks noGrp="1"/>
            </p:cNvSpPr>
            <p:nvPr/>
          </p:nvSpPr>
          <p:spPr>
            <a:xfrm>
              <a:off x="15525439" y="2586357"/>
              <a:ext cx="64640" cy="7484"/>
            </a:xfrm>
            <a:custGeom>
              <a:avLst/>
              <a:gdLst/>
              <a:ahLst/>
              <a:cxnLst/>
              <a:rect l="0" t="0" r="0" b="0"/>
              <a:pathLst>
                <a:path w="64640" h="7484">
                  <a:moveTo>
                    <a:pt x="0" y="0"/>
                  </a:moveTo>
                  <a:lnTo>
                    <a:pt x="64640" y="7484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1" name="Output_receptor__5410">
              <a:extLst>
                <a:ext uri="{FF2B5EF4-FFF2-40B4-BE49-F238E27FC236}">
                  <a16:creationId xmlns:a16="http://schemas.microsoft.com/office/drawing/2014/main" id="{3C1549E0-1B5B-7192-6532-AA07EE7C7943}"/>
                </a:ext>
              </a:extLst>
            </p:cNvPr>
            <p:cNvSpPr>
              <a:spLocks noGrp="1"/>
            </p:cNvSpPr>
            <p:nvPr/>
          </p:nvSpPr>
          <p:spPr>
            <a:xfrm>
              <a:off x="15986960" y="2791435"/>
              <a:ext cx="2581" cy="24326"/>
            </a:xfrm>
            <a:custGeom>
              <a:avLst/>
              <a:gdLst/>
              <a:ahLst/>
              <a:cxnLst/>
              <a:rect l="0" t="0" r="0" b="0"/>
              <a:pathLst>
                <a:path w="2581" h="24326">
                  <a:moveTo>
                    <a:pt x="0" y="0"/>
                  </a:moveTo>
                  <a:lnTo>
                    <a:pt x="2581" y="2432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2" name="Output_receptor__5411">
              <a:extLst>
                <a:ext uri="{FF2B5EF4-FFF2-40B4-BE49-F238E27FC236}">
                  <a16:creationId xmlns:a16="http://schemas.microsoft.com/office/drawing/2014/main" id="{43E7D126-50FC-F1E3-81F6-AC4632F840B3}"/>
                </a:ext>
              </a:extLst>
            </p:cNvPr>
            <p:cNvSpPr>
              <a:spLocks noGrp="1"/>
            </p:cNvSpPr>
            <p:nvPr/>
          </p:nvSpPr>
          <p:spPr>
            <a:xfrm>
              <a:off x="15023899" y="2991658"/>
              <a:ext cx="67883" cy="6320"/>
            </a:xfrm>
            <a:custGeom>
              <a:avLst/>
              <a:gdLst/>
              <a:ahLst/>
              <a:cxnLst/>
              <a:rect l="0" t="0" r="0" b="0"/>
              <a:pathLst>
                <a:path w="67883" h="6320">
                  <a:moveTo>
                    <a:pt x="67883" y="0"/>
                  </a:moveTo>
                  <a:lnTo>
                    <a:pt x="0" y="632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3" name="Output_receptor__5412">
              <a:extLst>
                <a:ext uri="{FF2B5EF4-FFF2-40B4-BE49-F238E27FC236}">
                  <a16:creationId xmlns:a16="http://schemas.microsoft.com/office/drawing/2014/main" id="{A898CC32-0566-535B-B878-5803498D36CB}"/>
                </a:ext>
              </a:extLst>
            </p:cNvPr>
            <p:cNvSpPr>
              <a:spLocks noGrp="1"/>
            </p:cNvSpPr>
            <p:nvPr/>
          </p:nvSpPr>
          <p:spPr>
            <a:xfrm>
              <a:off x="15775580" y="2538722"/>
              <a:ext cx="7245" cy="25080"/>
            </a:xfrm>
            <a:custGeom>
              <a:avLst/>
              <a:gdLst/>
              <a:ahLst/>
              <a:cxnLst/>
              <a:rect l="0" t="0" r="0" b="0"/>
              <a:pathLst>
                <a:path w="7245" h="25080">
                  <a:moveTo>
                    <a:pt x="0" y="25080"/>
                  </a:moveTo>
                  <a:lnTo>
                    <a:pt x="7245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4" name="Output_receptor__5413">
              <a:extLst>
                <a:ext uri="{FF2B5EF4-FFF2-40B4-BE49-F238E27FC236}">
                  <a16:creationId xmlns:a16="http://schemas.microsoft.com/office/drawing/2014/main" id="{37AA581C-F724-1641-92F1-E8080D4AEF92}"/>
                </a:ext>
              </a:extLst>
            </p:cNvPr>
            <p:cNvSpPr>
              <a:spLocks noGrp="1"/>
            </p:cNvSpPr>
            <p:nvPr/>
          </p:nvSpPr>
          <p:spPr>
            <a:xfrm>
              <a:off x="15741409" y="3245963"/>
              <a:ext cx="13060" cy="50857"/>
            </a:xfrm>
            <a:custGeom>
              <a:avLst/>
              <a:gdLst/>
              <a:ahLst/>
              <a:cxnLst/>
              <a:rect l="0" t="0" r="0" b="0"/>
              <a:pathLst>
                <a:path w="13060" h="50857">
                  <a:moveTo>
                    <a:pt x="0" y="0"/>
                  </a:moveTo>
                  <a:lnTo>
                    <a:pt x="13060" y="50857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5" name="Output_receptor__5414">
              <a:extLst>
                <a:ext uri="{FF2B5EF4-FFF2-40B4-BE49-F238E27FC236}">
                  <a16:creationId xmlns:a16="http://schemas.microsoft.com/office/drawing/2014/main" id="{4B4683C2-AD08-B135-BAD6-31E3627B9288}"/>
                </a:ext>
              </a:extLst>
            </p:cNvPr>
            <p:cNvSpPr>
              <a:spLocks noGrp="1"/>
            </p:cNvSpPr>
            <p:nvPr/>
          </p:nvSpPr>
          <p:spPr>
            <a:xfrm>
              <a:off x="16406137" y="3155246"/>
              <a:ext cx="20925" cy="68704"/>
            </a:xfrm>
            <a:custGeom>
              <a:avLst/>
              <a:gdLst/>
              <a:ahLst/>
              <a:cxnLst/>
              <a:rect l="0" t="0" r="0" b="0"/>
              <a:pathLst>
                <a:path w="20925" h="68704">
                  <a:moveTo>
                    <a:pt x="0" y="0"/>
                  </a:moveTo>
                  <a:lnTo>
                    <a:pt x="20925" y="6870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6" name="Output_receptor__5415">
              <a:extLst>
                <a:ext uri="{FF2B5EF4-FFF2-40B4-BE49-F238E27FC236}">
                  <a16:creationId xmlns:a16="http://schemas.microsoft.com/office/drawing/2014/main" id="{6EEF6EA9-A84C-6134-F53F-49D38B3DA9FA}"/>
                </a:ext>
              </a:extLst>
            </p:cNvPr>
            <p:cNvSpPr>
              <a:spLocks noGrp="1"/>
            </p:cNvSpPr>
            <p:nvPr/>
          </p:nvSpPr>
          <p:spPr>
            <a:xfrm>
              <a:off x="16220160" y="2327661"/>
              <a:ext cx="67782" cy="24391"/>
            </a:xfrm>
            <a:custGeom>
              <a:avLst/>
              <a:gdLst/>
              <a:ahLst/>
              <a:cxnLst/>
              <a:rect l="0" t="0" r="0" b="0"/>
              <a:pathLst>
                <a:path w="67782" h="24391">
                  <a:moveTo>
                    <a:pt x="67782" y="2439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7" name="Output_receptor__5416">
              <a:extLst>
                <a:ext uri="{FF2B5EF4-FFF2-40B4-BE49-F238E27FC236}">
                  <a16:creationId xmlns:a16="http://schemas.microsoft.com/office/drawing/2014/main" id="{AB95D39B-C39C-D09D-576F-7E5114773CE7}"/>
                </a:ext>
              </a:extLst>
            </p:cNvPr>
            <p:cNvSpPr>
              <a:spLocks noGrp="1"/>
            </p:cNvSpPr>
            <p:nvPr/>
          </p:nvSpPr>
          <p:spPr>
            <a:xfrm>
              <a:off x="16084521" y="2558449"/>
              <a:ext cx="24493" cy="67343"/>
            </a:xfrm>
            <a:custGeom>
              <a:avLst/>
              <a:gdLst/>
              <a:ahLst/>
              <a:cxnLst/>
              <a:rect l="0" t="0" r="0" b="0"/>
              <a:pathLst>
                <a:path w="24493" h="67343">
                  <a:moveTo>
                    <a:pt x="24493" y="0"/>
                  </a:moveTo>
                  <a:lnTo>
                    <a:pt x="0" y="67343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18" name="Output_receptor__5417">
              <a:extLst>
                <a:ext uri="{FF2B5EF4-FFF2-40B4-BE49-F238E27FC236}">
                  <a16:creationId xmlns:a16="http://schemas.microsoft.com/office/drawing/2014/main" id="{6E77D861-6171-A44B-EE2B-CA7BFEC44BC8}"/>
                </a:ext>
              </a:extLst>
            </p:cNvPr>
            <p:cNvSpPr>
              <a:spLocks noGrp="1"/>
            </p:cNvSpPr>
            <p:nvPr/>
          </p:nvSpPr>
          <p:spPr>
            <a:xfrm>
              <a:off x="16268890" y="3788695"/>
              <a:ext cx="20604" cy="1994"/>
            </a:xfrm>
            <a:custGeom>
              <a:avLst/>
              <a:gdLst/>
              <a:ahLst/>
              <a:cxnLst/>
              <a:rect l="0" t="0" r="0" b="0"/>
              <a:pathLst>
                <a:path w="20604" h="1994">
                  <a:moveTo>
                    <a:pt x="0" y="0"/>
                  </a:moveTo>
                  <a:lnTo>
                    <a:pt x="20604" y="1994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19" name="Output_receptor__5418">
              <a:extLst>
                <a:ext uri="{FF2B5EF4-FFF2-40B4-BE49-F238E27FC236}">
                  <a16:creationId xmlns:a16="http://schemas.microsoft.com/office/drawing/2014/main" id="{DCFA0550-D389-99ED-B990-3D7BAE1497A1}"/>
                </a:ext>
              </a:extLst>
            </p:cNvPr>
            <p:cNvSpPr>
              <a:spLocks noGrp="1"/>
            </p:cNvSpPr>
            <p:nvPr/>
          </p:nvSpPr>
          <p:spPr>
            <a:xfrm>
              <a:off x="16375183" y="3223951"/>
              <a:ext cx="51879" cy="49650"/>
            </a:xfrm>
            <a:custGeom>
              <a:avLst/>
              <a:gdLst/>
              <a:ahLst/>
              <a:cxnLst/>
              <a:rect l="0" t="0" r="0" b="0"/>
              <a:pathLst>
                <a:path w="51879" h="49650">
                  <a:moveTo>
                    <a:pt x="51879" y="0"/>
                  </a:moveTo>
                  <a:lnTo>
                    <a:pt x="0" y="4965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0" name="Output_receptor__5419">
              <a:extLst>
                <a:ext uri="{FF2B5EF4-FFF2-40B4-BE49-F238E27FC236}">
                  <a16:creationId xmlns:a16="http://schemas.microsoft.com/office/drawing/2014/main" id="{FADC1A5B-58C0-7710-586C-D9009127D37C}"/>
                </a:ext>
              </a:extLst>
            </p:cNvPr>
            <p:cNvSpPr>
              <a:spLocks noGrp="1"/>
            </p:cNvSpPr>
            <p:nvPr/>
          </p:nvSpPr>
          <p:spPr>
            <a:xfrm>
              <a:off x="15979770" y="3224970"/>
              <a:ext cx="72057" cy="4487"/>
            </a:xfrm>
            <a:custGeom>
              <a:avLst/>
              <a:gdLst/>
              <a:ahLst/>
              <a:cxnLst/>
              <a:rect l="0" t="0" r="0" b="0"/>
              <a:pathLst>
                <a:path w="72057" h="4487">
                  <a:moveTo>
                    <a:pt x="0" y="4487"/>
                  </a:moveTo>
                  <a:lnTo>
                    <a:pt x="72057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1" name="Output_receptor__5420">
              <a:extLst>
                <a:ext uri="{FF2B5EF4-FFF2-40B4-BE49-F238E27FC236}">
                  <a16:creationId xmlns:a16="http://schemas.microsoft.com/office/drawing/2014/main" id="{CC0E358B-F2C6-CA55-78D5-18967421E042}"/>
                </a:ext>
              </a:extLst>
            </p:cNvPr>
            <p:cNvSpPr>
              <a:spLocks noGrp="1"/>
            </p:cNvSpPr>
            <p:nvPr/>
          </p:nvSpPr>
          <p:spPr>
            <a:xfrm>
              <a:off x="16539666" y="3711918"/>
              <a:ext cx="32344" cy="64843"/>
            </a:xfrm>
            <a:custGeom>
              <a:avLst/>
              <a:gdLst/>
              <a:ahLst/>
              <a:cxnLst/>
              <a:rect l="0" t="0" r="0" b="0"/>
              <a:pathLst>
                <a:path w="32344" h="64843">
                  <a:moveTo>
                    <a:pt x="0" y="64843"/>
                  </a:moveTo>
                  <a:lnTo>
                    <a:pt x="32344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2" name="Output_receptor__5421">
              <a:extLst>
                <a:ext uri="{FF2B5EF4-FFF2-40B4-BE49-F238E27FC236}">
                  <a16:creationId xmlns:a16="http://schemas.microsoft.com/office/drawing/2014/main" id="{194D163F-C9E6-24A5-D37D-1D7802535F7A}"/>
                </a:ext>
              </a:extLst>
            </p:cNvPr>
            <p:cNvSpPr>
              <a:spLocks noGrp="1"/>
            </p:cNvSpPr>
            <p:nvPr/>
          </p:nvSpPr>
          <p:spPr>
            <a:xfrm>
              <a:off x="15897600" y="2419252"/>
              <a:ext cx="21151" cy="2240"/>
            </a:xfrm>
            <a:custGeom>
              <a:avLst/>
              <a:gdLst/>
              <a:ahLst/>
              <a:cxnLst/>
              <a:rect l="0" t="0" r="0" b="0"/>
              <a:pathLst>
                <a:path w="21151" h="2240">
                  <a:moveTo>
                    <a:pt x="21151" y="224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23" name="Output_receptor__5422">
              <a:extLst>
                <a:ext uri="{FF2B5EF4-FFF2-40B4-BE49-F238E27FC236}">
                  <a16:creationId xmlns:a16="http://schemas.microsoft.com/office/drawing/2014/main" id="{4D75356B-EDC4-FCA2-68B5-BEC069D912F6}"/>
                </a:ext>
              </a:extLst>
            </p:cNvPr>
            <p:cNvSpPr>
              <a:spLocks noGrp="1"/>
            </p:cNvSpPr>
            <p:nvPr/>
          </p:nvSpPr>
          <p:spPr>
            <a:xfrm>
              <a:off x="15420305" y="3790973"/>
              <a:ext cx="22484" cy="15875"/>
            </a:xfrm>
            <a:custGeom>
              <a:avLst/>
              <a:gdLst/>
              <a:ahLst/>
              <a:cxnLst/>
              <a:rect l="0" t="0" r="0" b="0"/>
              <a:pathLst>
                <a:path w="22484" h="15875">
                  <a:moveTo>
                    <a:pt x="22484" y="158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24" name="Output_receptor__5423">
              <a:extLst>
                <a:ext uri="{FF2B5EF4-FFF2-40B4-BE49-F238E27FC236}">
                  <a16:creationId xmlns:a16="http://schemas.microsoft.com/office/drawing/2014/main" id="{4B7C5B86-2FFD-83E0-F8C2-4D5473769EB2}"/>
                </a:ext>
              </a:extLst>
            </p:cNvPr>
            <p:cNvSpPr>
              <a:spLocks noGrp="1"/>
            </p:cNvSpPr>
            <p:nvPr/>
          </p:nvSpPr>
          <p:spPr>
            <a:xfrm>
              <a:off x="15636361" y="2700780"/>
              <a:ext cx="33579" cy="56740"/>
            </a:xfrm>
            <a:custGeom>
              <a:avLst/>
              <a:gdLst/>
              <a:ahLst/>
              <a:cxnLst/>
              <a:rect l="0" t="0" r="0" b="0"/>
              <a:pathLst>
                <a:path w="33579" h="56740">
                  <a:moveTo>
                    <a:pt x="0" y="56740"/>
                  </a:moveTo>
                  <a:lnTo>
                    <a:pt x="33579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5" name="Output_receptor__5424">
              <a:extLst>
                <a:ext uri="{FF2B5EF4-FFF2-40B4-BE49-F238E27FC236}">
                  <a16:creationId xmlns:a16="http://schemas.microsoft.com/office/drawing/2014/main" id="{35D78367-947C-5978-D9B8-B9DE318A6C8D}"/>
                </a:ext>
              </a:extLst>
            </p:cNvPr>
            <p:cNvSpPr>
              <a:spLocks noGrp="1"/>
            </p:cNvSpPr>
            <p:nvPr/>
          </p:nvSpPr>
          <p:spPr>
            <a:xfrm>
              <a:off x="15992929" y="2722208"/>
              <a:ext cx="57720" cy="18136"/>
            </a:xfrm>
            <a:custGeom>
              <a:avLst/>
              <a:gdLst/>
              <a:ahLst/>
              <a:cxnLst/>
              <a:rect l="0" t="0" r="0" b="0"/>
              <a:pathLst>
                <a:path w="57720" h="18136">
                  <a:moveTo>
                    <a:pt x="57720" y="181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6" name="Output_receptor__5425">
              <a:extLst>
                <a:ext uri="{FF2B5EF4-FFF2-40B4-BE49-F238E27FC236}">
                  <a16:creationId xmlns:a16="http://schemas.microsoft.com/office/drawing/2014/main" id="{F85EFE0E-31B4-5D6B-C3AF-508220BE7C32}"/>
                </a:ext>
              </a:extLst>
            </p:cNvPr>
            <p:cNvSpPr>
              <a:spLocks noGrp="1"/>
            </p:cNvSpPr>
            <p:nvPr/>
          </p:nvSpPr>
          <p:spPr>
            <a:xfrm>
              <a:off x="16255214" y="3535147"/>
              <a:ext cx="12157" cy="67580"/>
            </a:xfrm>
            <a:custGeom>
              <a:avLst/>
              <a:gdLst/>
              <a:ahLst/>
              <a:cxnLst/>
              <a:rect l="0" t="0" r="0" b="0"/>
              <a:pathLst>
                <a:path w="12157" h="67580">
                  <a:moveTo>
                    <a:pt x="12157" y="0"/>
                  </a:moveTo>
                  <a:lnTo>
                    <a:pt x="0" y="6758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7" name="Output_receptor__5426">
              <a:extLst>
                <a:ext uri="{FF2B5EF4-FFF2-40B4-BE49-F238E27FC236}">
                  <a16:creationId xmlns:a16="http://schemas.microsoft.com/office/drawing/2014/main" id="{81400EFE-EE51-4579-8698-8EA192EC4573}"/>
                </a:ext>
              </a:extLst>
            </p:cNvPr>
            <p:cNvSpPr>
              <a:spLocks noGrp="1"/>
            </p:cNvSpPr>
            <p:nvPr/>
          </p:nvSpPr>
          <p:spPr>
            <a:xfrm>
              <a:off x="15568841" y="2757520"/>
              <a:ext cx="67520" cy="2751"/>
            </a:xfrm>
            <a:custGeom>
              <a:avLst/>
              <a:gdLst/>
              <a:ahLst/>
              <a:cxnLst/>
              <a:rect l="0" t="0" r="0" b="0"/>
              <a:pathLst>
                <a:path w="67520" h="2751">
                  <a:moveTo>
                    <a:pt x="0" y="2751"/>
                  </a:moveTo>
                  <a:lnTo>
                    <a:pt x="6752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8" name="Output_receptor__5427">
              <a:extLst>
                <a:ext uri="{FF2B5EF4-FFF2-40B4-BE49-F238E27FC236}">
                  <a16:creationId xmlns:a16="http://schemas.microsoft.com/office/drawing/2014/main" id="{68670AEC-6EA6-02E0-798A-CA1FA4B43AE5}"/>
                </a:ext>
              </a:extLst>
            </p:cNvPr>
            <p:cNvSpPr>
              <a:spLocks noGrp="1"/>
            </p:cNvSpPr>
            <p:nvPr/>
          </p:nvSpPr>
          <p:spPr>
            <a:xfrm>
              <a:off x="16052566" y="3318434"/>
              <a:ext cx="25543" cy="32982"/>
            </a:xfrm>
            <a:custGeom>
              <a:avLst/>
              <a:gdLst/>
              <a:ahLst/>
              <a:cxnLst/>
              <a:rect l="0" t="0" r="0" b="0"/>
              <a:pathLst>
                <a:path w="25543" h="32982">
                  <a:moveTo>
                    <a:pt x="0" y="0"/>
                  </a:moveTo>
                  <a:lnTo>
                    <a:pt x="25543" y="3298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29" name="Output_receptor__5428">
              <a:extLst>
                <a:ext uri="{FF2B5EF4-FFF2-40B4-BE49-F238E27FC236}">
                  <a16:creationId xmlns:a16="http://schemas.microsoft.com/office/drawing/2014/main" id="{C9ED1775-4F78-9C63-43A7-3723C575EC2C}"/>
                </a:ext>
              </a:extLst>
            </p:cNvPr>
            <p:cNvSpPr>
              <a:spLocks noGrp="1"/>
            </p:cNvSpPr>
            <p:nvPr/>
          </p:nvSpPr>
          <p:spPr>
            <a:xfrm>
              <a:off x="15553162" y="3846075"/>
              <a:ext cx="33710" cy="1767"/>
            </a:xfrm>
            <a:custGeom>
              <a:avLst/>
              <a:gdLst/>
              <a:ahLst/>
              <a:cxnLst/>
              <a:rect l="0" t="0" r="0" b="0"/>
              <a:pathLst>
                <a:path w="33710" h="1767">
                  <a:moveTo>
                    <a:pt x="0" y="0"/>
                  </a:moveTo>
                  <a:lnTo>
                    <a:pt x="33710" y="1767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0" name="Output_receptor__5429">
              <a:extLst>
                <a:ext uri="{FF2B5EF4-FFF2-40B4-BE49-F238E27FC236}">
                  <a16:creationId xmlns:a16="http://schemas.microsoft.com/office/drawing/2014/main" id="{00F071A0-1DE6-9915-E920-532666D5F8DB}"/>
                </a:ext>
              </a:extLst>
            </p:cNvPr>
            <p:cNvSpPr>
              <a:spLocks noGrp="1"/>
            </p:cNvSpPr>
            <p:nvPr/>
          </p:nvSpPr>
          <p:spPr>
            <a:xfrm>
              <a:off x="15589789" y="3636536"/>
              <a:ext cx="63833" cy="17422"/>
            </a:xfrm>
            <a:custGeom>
              <a:avLst/>
              <a:gdLst/>
              <a:ahLst/>
              <a:cxnLst/>
              <a:rect l="0" t="0" r="0" b="0"/>
              <a:pathLst>
                <a:path w="63833" h="17422">
                  <a:moveTo>
                    <a:pt x="0" y="17422"/>
                  </a:moveTo>
                  <a:lnTo>
                    <a:pt x="63833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1" name="Output_receptor__5430">
              <a:extLst>
                <a:ext uri="{FF2B5EF4-FFF2-40B4-BE49-F238E27FC236}">
                  <a16:creationId xmlns:a16="http://schemas.microsoft.com/office/drawing/2014/main" id="{7E77299D-9C6F-C143-E8DA-4DE6FB5D3895}"/>
                </a:ext>
              </a:extLst>
            </p:cNvPr>
            <p:cNvSpPr>
              <a:spLocks noGrp="1"/>
            </p:cNvSpPr>
            <p:nvPr/>
          </p:nvSpPr>
          <p:spPr>
            <a:xfrm>
              <a:off x="15679492" y="3233441"/>
              <a:ext cx="61916" cy="12522"/>
            </a:xfrm>
            <a:custGeom>
              <a:avLst/>
              <a:gdLst/>
              <a:ahLst/>
              <a:cxnLst/>
              <a:rect l="0" t="0" r="0" b="0"/>
              <a:pathLst>
                <a:path w="61916" h="12522">
                  <a:moveTo>
                    <a:pt x="0" y="0"/>
                  </a:moveTo>
                  <a:lnTo>
                    <a:pt x="61916" y="12522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2" name="Output_receptor__5431">
              <a:extLst>
                <a:ext uri="{FF2B5EF4-FFF2-40B4-BE49-F238E27FC236}">
                  <a16:creationId xmlns:a16="http://schemas.microsoft.com/office/drawing/2014/main" id="{25F8FE83-8E5D-16D7-49D7-F31EAA430EE0}"/>
                </a:ext>
              </a:extLst>
            </p:cNvPr>
            <p:cNvSpPr>
              <a:spLocks noGrp="1"/>
            </p:cNvSpPr>
            <p:nvPr/>
          </p:nvSpPr>
          <p:spPr>
            <a:xfrm>
              <a:off x="15971846" y="2431008"/>
              <a:ext cx="15899" cy="60857"/>
            </a:xfrm>
            <a:custGeom>
              <a:avLst/>
              <a:gdLst/>
              <a:ahLst/>
              <a:cxnLst/>
              <a:rect l="0" t="0" r="0" b="0"/>
              <a:pathLst>
                <a:path w="15899" h="60857">
                  <a:moveTo>
                    <a:pt x="0" y="60857"/>
                  </a:moveTo>
                  <a:lnTo>
                    <a:pt x="15899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3" name="Output_receptor__5432">
              <a:extLst>
                <a:ext uri="{FF2B5EF4-FFF2-40B4-BE49-F238E27FC236}">
                  <a16:creationId xmlns:a16="http://schemas.microsoft.com/office/drawing/2014/main" id="{8194AC02-1E76-880C-BAA2-FECD9110F816}"/>
                </a:ext>
              </a:extLst>
            </p:cNvPr>
            <p:cNvSpPr>
              <a:spLocks noGrp="1"/>
            </p:cNvSpPr>
            <p:nvPr/>
          </p:nvSpPr>
          <p:spPr>
            <a:xfrm>
              <a:off x="16060167" y="3600774"/>
              <a:ext cx="69294" cy="19349"/>
            </a:xfrm>
            <a:custGeom>
              <a:avLst/>
              <a:gdLst/>
              <a:ahLst/>
              <a:cxnLst/>
              <a:rect l="0" t="0" r="0" b="0"/>
              <a:pathLst>
                <a:path w="69294" h="19349">
                  <a:moveTo>
                    <a:pt x="69294" y="193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4" name="Output_receptor__5433">
              <a:extLst>
                <a:ext uri="{FF2B5EF4-FFF2-40B4-BE49-F238E27FC236}">
                  <a16:creationId xmlns:a16="http://schemas.microsoft.com/office/drawing/2014/main" id="{4129B5EF-5767-C3BE-E601-214980D413E8}"/>
                </a:ext>
              </a:extLst>
            </p:cNvPr>
            <p:cNvSpPr>
              <a:spLocks noGrp="1"/>
            </p:cNvSpPr>
            <p:nvPr/>
          </p:nvSpPr>
          <p:spPr>
            <a:xfrm>
              <a:off x="16109014" y="2542599"/>
              <a:ext cx="68658" cy="15851"/>
            </a:xfrm>
            <a:custGeom>
              <a:avLst/>
              <a:gdLst/>
              <a:ahLst/>
              <a:cxnLst/>
              <a:rect l="0" t="0" r="0" b="0"/>
              <a:pathLst>
                <a:path w="68658" h="15851">
                  <a:moveTo>
                    <a:pt x="68658" y="0"/>
                  </a:moveTo>
                  <a:lnTo>
                    <a:pt x="0" y="15851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5" name="Output_receptor__5434">
              <a:extLst>
                <a:ext uri="{FF2B5EF4-FFF2-40B4-BE49-F238E27FC236}">
                  <a16:creationId xmlns:a16="http://schemas.microsoft.com/office/drawing/2014/main" id="{560ACDB4-2973-8DFC-75DD-270AF3F454A5}"/>
                </a:ext>
              </a:extLst>
            </p:cNvPr>
            <p:cNvSpPr>
              <a:spLocks noGrp="1"/>
            </p:cNvSpPr>
            <p:nvPr/>
          </p:nvSpPr>
          <p:spPr>
            <a:xfrm>
              <a:off x="15440047" y="3115316"/>
              <a:ext cx="25296" cy="25610"/>
            </a:xfrm>
            <a:custGeom>
              <a:avLst/>
              <a:gdLst/>
              <a:ahLst/>
              <a:cxnLst/>
              <a:rect l="0" t="0" r="0" b="0"/>
              <a:pathLst>
                <a:path w="25296" h="25610">
                  <a:moveTo>
                    <a:pt x="0" y="25610"/>
                  </a:moveTo>
                  <a:lnTo>
                    <a:pt x="25296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36" name="Output_receptor__5435">
              <a:extLst>
                <a:ext uri="{FF2B5EF4-FFF2-40B4-BE49-F238E27FC236}">
                  <a16:creationId xmlns:a16="http://schemas.microsoft.com/office/drawing/2014/main" id="{DEC1C81C-F684-F224-DFE7-B2F58640593F}"/>
                </a:ext>
              </a:extLst>
            </p:cNvPr>
            <p:cNvSpPr>
              <a:spLocks noGrp="1"/>
            </p:cNvSpPr>
            <p:nvPr/>
          </p:nvSpPr>
          <p:spPr>
            <a:xfrm>
              <a:off x="15701082" y="2991341"/>
              <a:ext cx="67638" cy="3336"/>
            </a:xfrm>
            <a:custGeom>
              <a:avLst/>
              <a:gdLst/>
              <a:ahLst/>
              <a:cxnLst/>
              <a:rect l="0" t="0" r="0" b="0"/>
              <a:pathLst>
                <a:path w="67638" h="3336">
                  <a:moveTo>
                    <a:pt x="67638" y="0"/>
                  </a:moveTo>
                  <a:lnTo>
                    <a:pt x="0" y="3336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7" name="Output_receptor__5436">
              <a:extLst>
                <a:ext uri="{FF2B5EF4-FFF2-40B4-BE49-F238E27FC236}">
                  <a16:creationId xmlns:a16="http://schemas.microsoft.com/office/drawing/2014/main" id="{2E9B2561-089F-E93E-6CAC-24B4CF591204}"/>
                </a:ext>
              </a:extLst>
            </p:cNvPr>
            <p:cNvSpPr>
              <a:spLocks noGrp="1"/>
            </p:cNvSpPr>
            <p:nvPr/>
          </p:nvSpPr>
          <p:spPr>
            <a:xfrm>
              <a:off x="15525345" y="2760271"/>
              <a:ext cx="43496" cy="47861"/>
            </a:xfrm>
            <a:custGeom>
              <a:avLst/>
              <a:gdLst/>
              <a:ahLst/>
              <a:cxnLst/>
              <a:rect l="0" t="0" r="0" b="0"/>
              <a:pathLst>
                <a:path w="43496" h="47861">
                  <a:moveTo>
                    <a:pt x="0" y="47861"/>
                  </a:moveTo>
                  <a:lnTo>
                    <a:pt x="43496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8" name="Output_receptor__5437">
              <a:extLst>
                <a:ext uri="{FF2B5EF4-FFF2-40B4-BE49-F238E27FC236}">
                  <a16:creationId xmlns:a16="http://schemas.microsoft.com/office/drawing/2014/main" id="{FF350B16-A80C-776F-5A2D-ECAAB5334BA6}"/>
                </a:ext>
              </a:extLst>
            </p:cNvPr>
            <p:cNvSpPr>
              <a:spLocks noGrp="1"/>
            </p:cNvSpPr>
            <p:nvPr/>
          </p:nvSpPr>
          <p:spPr>
            <a:xfrm>
              <a:off x="15462347" y="2808132"/>
              <a:ext cx="62998" cy="16462"/>
            </a:xfrm>
            <a:custGeom>
              <a:avLst/>
              <a:gdLst/>
              <a:ahLst/>
              <a:cxnLst/>
              <a:rect l="0" t="0" r="0" b="0"/>
              <a:pathLst>
                <a:path w="62998" h="16462">
                  <a:moveTo>
                    <a:pt x="0" y="16462"/>
                  </a:moveTo>
                  <a:lnTo>
                    <a:pt x="62998" y="0"/>
                  </a:lnTo>
                </a:path>
              </a:pathLst>
            </a:custGeom>
            <a:noFill/>
            <a:ln w="20003">
              <a:solidFill>
                <a:srgbClr val="EAEEF0"/>
              </a:solidFill>
            </a:ln>
          </p:spPr>
        </p:sp>
        <p:sp>
          <p:nvSpPr>
            <p:cNvPr id="5439" name="Output_receptor__5438">
              <a:extLst>
                <a:ext uri="{FF2B5EF4-FFF2-40B4-BE49-F238E27FC236}">
                  <a16:creationId xmlns:a16="http://schemas.microsoft.com/office/drawing/2014/main" id="{20554EA8-BD98-56EE-7621-640A66441020}"/>
                </a:ext>
              </a:extLst>
            </p:cNvPr>
            <p:cNvSpPr>
              <a:spLocks noGrp="1"/>
            </p:cNvSpPr>
            <p:nvPr/>
          </p:nvSpPr>
          <p:spPr>
            <a:xfrm>
              <a:off x="16102667" y="2898206"/>
              <a:ext cx="14912" cy="29024"/>
            </a:xfrm>
            <a:custGeom>
              <a:avLst/>
              <a:gdLst/>
              <a:ahLst/>
              <a:cxnLst/>
              <a:rect l="0" t="0" r="0" b="0"/>
              <a:pathLst>
                <a:path w="14912" h="29024">
                  <a:moveTo>
                    <a:pt x="0" y="29024"/>
                  </a:moveTo>
                  <a:lnTo>
                    <a:pt x="14912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40" name="Output_receptor__5439">
              <a:extLst>
                <a:ext uri="{FF2B5EF4-FFF2-40B4-BE49-F238E27FC236}">
                  <a16:creationId xmlns:a16="http://schemas.microsoft.com/office/drawing/2014/main" id="{0BBE2AA4-A367-65C9-7FDD-80D543A18E4C}"/>
                </a:ext>
              </a:extLst>
            </p:cNvPr>
            <p:cNvSpPr>
              <a:spLocks noGrp="1"/>
            </p:cNvSpPr>
            <p:nvPr/>
          </p:nvSpPr>
          <p:spPr>
            <a:xfrm>
              <a:off x="16060167" y="3532312"/>
              <a:ext cx="23791" cy="68462"/>
            </a:xfrm>
            <a:custGeom>
              <a:avLst/>
              <a:gdLst/>
              <a:ahLst/>
              <a:cxnLst/>
              <a:rect l="0" t="0" r="0" b="0"/>
              <a:pathLst>
                <a:path w="23791" h="68462">
                  <a:moveTo>
                    <a:pt x="0" y="68462"/>
                  </a:moveTo>
                  <a:lnTo>
                    <a:pt x="23791" y="0"/>
                  </a:lnTo>
                </a:path>
              </a:pathLst>
            </a:custGeom>
            <a:noFill/>
            <a:ln w="8096">
              <a:solidFill>
                <a:srgbClr val="EAEEF0"/>
              </a:solidFill>
            </a:ln>
          </p:spPr>
        </p:sp>
        <p:sp>
          <p:nvSpPr>
            <p:cNvPr id="5441" name="Output_receptor__5440">
              <a:extLst>
                <a:ext uri="{FF2B5EF4-FFF2-40B4-BE49-F238E27FC236}">
                  <a16:creationId xmlns:a16="http://schemas.microsoft.com/office/drawing/2014/main" id="{D138719A-8572-B4A8-BE03-50BE81B8650A}"/>
                </a:ext>
              </a:extLst>
            </p:cNvPr>
            <p:cNvSpPr>
              <a:spLocks noGrp="1"/>
            </p:cNvSpPr>
            <p:nvPr/>
          </p:nvSpPr>
          <p:spPr>
            <a:xfrm>
              <a:off x="15900927" y="2780038"/>
              <a:ext cx="3221" cy="70324"/>
            </a:xfrm>
            <a:custGeom>
              <a:avLst/>
              <a:gdLst/>
              <a:ahLst/>
              <a:cxnLst/>
              <a:rect l="0" t="0" r="0" b="0"/>
              <a:pathLst>
                <a:path w="3221" h="70324">
                  <a:moveTo>
                    <a:pt x="0" y="0"/>
                  </a:moveTo>
                  <a:lnTo>
                    <a:pt x="3221" y="70324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2" name="Output_receptor__5441">
              <a:extLst>
                <a:ext uri="{FF2B5EF4-FFF2-40B4-BE49-F238E27FC236}">
                  <a16:creationId xmlns:a16="http://schemas.microsoft.com/office/drawing/2014/main" id="{E4B28E5E-CA0F-12A0-9E1A-8BF4B8963E2E}"/>
                </a:ext>
              </a:extLst>
            </p:cNvPr>
            <p:cNvSpPr>
              <a:spLocks noGrp="1"/>
            </p:cNvSpPr>
            <p:nvPr/>
          </p:nvSpPr>
          <p:spPr>
            <a:xfrm>
              <a:off x="15407622" y="2824594"/>
              <a:ext cx="54725" cy="10200"/>
            </a:xfrm>
            <a:custGeom>
              <a:avLst/>
              <a:gdLst/>
              <a:ahLst/>
              <a:cxnLst/>
              <a:rect l="0" t="0" r="0" b="0"/>
              <a:pathLst>
                <a:path w="54725" h="10200">
                  <a:moveTo>
                    <a:pt x="0" y="10200"/>
                  </a:moveTo>
                  <a:lnTo>
                    <a:pt x="54725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43" name="Output_receptor__5442">
              <a:extLst>
                <a:ext uri="{FF2B5EF4-FFF2-40B4-BE49-F238E27FC236}">
                  <a16:creationId xmlns:a16="http://schemas.microsoft.com/office/drawing/2014/main" id="{78EB28BE-9859-B90F-E695-2E8C9C18184A}"/>
                </a:ext>
              </a:extLst>
            </p:cNvPr>
            <p:cNvSpPr>
              <a:spLocks noGrp="1"/>
            </p:cNvSpPr>
            <p:nvPr/>
          </p:nvSpPr>
          <p:spPr>
            <a:xfrm>
              <a:off x="16372423" y="3384025"/>
              <a:ext cx="58301" cy="28466"/>
            </a:xfrm>
            <a:custGeom>
              <a:avLst/>
              <a:gdLst/>
              <a:ahLst/>
              <a:cxnLst/>
              <a:rect l="0" t="0" r="0" b="0"/>
              <a:pathLst>
                <a:path w="58301" h="28466">
                  <a:moveTo>
                    <a:pt x="58301" y="2846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4" name="Output_receptor__5443">
              <a:extLst>
                <a:ext uri="{FF2B5EF4-FFF2-40B4-BE49-F238E27FC236}">
                  <a16:creationId xmlns:a16="http://schemas.microsoft.com/office/drawing/2014/main" id="{27451E35-188A-5E7C-B1A2-C3AB3F9E98FA}"/>
                </a:ext>
              </a:extLst>
            </p:cNvPr>
            <p:cNvSpPr>
              <a:spLocks noGrp="1"/>
            </p:cNvSpPr>
            <p:nvPr/>
          </p:nvSpPr>
          <p:spPr>
            <a:xfrm>
              <a:off x="15675856" y="3718918"/>
              <a:ext cx="35682" cy="6926"/>
            </a:xfrm>
            <a:custGeom>
              <a:avLst/>
              <a:gdLst/>
              <a:ahLst/>
              <a:cxnLst/>
              <a:rect l="0" t="0" r="0" b="0"/>
              <a:pathLst>
                <a:path w="35682" h="6926">
                  <a:moveTo>
                    <a:pt x="0" y="0"/>
                  </a:moveTo>
                  <a:lnTo>
                    <a:pt x="35682" y="692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5" name="Output_receptor__5444">
              <a:extLst>
                <a:ext uri="{FF2B5EF4-FFF2-40B4-BE49-F238E27FC236}">
                  <a16:creationId xmlns:a16="http://schemas.microsoft.com/office/drawing/2014/main" id="{BE106899-D345-1BA5-385E-44DD395CD54D}"/>
                </a:ext>
              </a:extLst>
            </p:cNvPr>
            <p:cNvSpPr>
              <a:spLocks noGrp="1"/>
            </p:cNvSpPr>
            <p:nvPr/>
          </p:nvSpPr>
          <p:spPr>
            <a:xfrm>
              <a:off x="15360718" y="2799871"/>
              <a:ext cx="46904" cy="34924"/>
            </a:xfrm>
            <a:custGeom>
              <a:avLst/>
              <a:gdLst/>
              <a:ahLst/>
              <a:cxnLst/>
              <a:rect l="0" t="0" r="0" b="0"/>
              <a:pathLst>
                <a:path w="46904" h="34924">
                  <a:moveTo>
                    <a:pt x="0" y="0"/>
                  </a:moveTo>
                  <a:lnTo>
                    <a:pt x="46904" y="3492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46" name="Output_receptor__5445">
              <a:extLst>
                <a:ext uri="{FF2B5EF4-FFF2-40B4-BE49-F238E27FC236}">
                  <a16:creationId xmlns:a16="http://schemas.microsoft.com/office/drawing/2014/main" id="{16D62278-71F7-C9E2-1E49-4DD4B83AFC80}"/>
                </a:ext>
              </a:extLst>
            </p:cNvPr>
            <p:cNvSpPr>
              <a:spLocks noGrp="1"/>
            </p:cNvSpPr>
            <p:nvPr/>
          </p:nvSpPr>
          <p:spPr>
            <a:xfrm>
              <a:off x="15115338" y="2895145"/>
              <a:ext cx="39171" cy="27958"/>
            </a:xfrm>
            <a:custGeom>
              <a:avLst/>
              <a:gdLst/>
              <a:ahLst/>
              <a:cxnLst/>
              <a:rect l="0" t="0" r="0" b="0"/>
              <a:pathLst>
                <a:path w="39171" h="27958">
                  <a:moveTo>
                    <a:pt x="39171" y="0"/>
                  </a:moveTo>
                  <a:lnTo>
                    <a:pt x="0" y="2795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7" name="Output_receptor__5446">
              <a:extLst>
                <a:ext uri="{FF2B5EF4-FFF2-40B4-BE49-F238E27FC236}">
                  <a16:creationId xmlns:a16="http://schemas.microsoft.com/office/drawing/2014/main" id="{7A036513-7673-EB8C-22F4-E0EB5A6FC19A}"/>
                </a:ext>
              </a:extLst>
            </p:cNvPr>
            <p:cNvSpPr>
              <a:spLocks noGrp="1"/>
            </p:cNvSpPr>
            <p:nvPr/>
          </p:nvSpPr>
          <p:spPr>
            <a:xfrm>
              <a:off x="15013138" y="3158318"/>
              <a:ext cx="8920" cy="51462"/>
            </a:xfrm>
            <a:custGeom>
              <a:avLst/>
              <a:gdLst/>
              <a:ahLst/>
              <a:cxnLst/>
              <a:rect l="0" t="0" r="0" b="0"/>
              <a:pathLst>
                <a:path w="8920" h="51462">
                  <a:moveTo>
                    <a:pt x="8920" y="0"/>
                  </a:moveTo>
                  <a:lnTo>
                    <a:pt x="0" y="5146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8" name="Output_receptor__5447">
              <a:extLst>
                <a:ext uri="{FF2B5EF4-FFF2-40B4-BE49-F238E27FC236}">
                  <a16:creationId xmlns:a16="http://schemas.microsoft.com/office/drawing/2014/main" id="{4334F26E-D302-36E7-982C-D19CC4EA8FCF}"/>
                </a:ext>
              </a:extLst>
            </p:cNvPr>
            <p:cNvSpPr>
              <a:spLocks noGrp="1"/>
            </p:cNvSpPr>
            <p:nvPr/>
          </p:nvSpPr>
          <p:spPr>
            <a:xfrm>
              <a:off x="15099084" y="3076903"/>
              <a:ext cx="10578" cy="70479"/>
            </a:xfrm>
            <a:custGeom>
              <a:avLst/>
              <a:gdLst/>
              <a:ahLst/>
              <a:cxnLst/>
              <a:rect l="0" t="0" r="0" b="0"/>
              <a:pathLst>
                <a:path w="10578" h="70479">
                  <a:moveTo>
                    <a:pt x="0" y="0"/>
                  </a:moveTo>
                  <a:lnTo>
                    <a:pt x="10578" y="704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49" name="Output_receptor__5448">
              <a:extLst>
                <a:ext uri="{FF2B5EF4-FFF2-40B4-BE49-F238E27FC236}">
                  <a16:creationId xmlns:a16="http://schemas.microsoft.com/office/drawing/2014/main" id="{E4A14C06-ED48-632F-6BC5-66A2CBAA9745}"/>
                </a:ext>
              </a:extLst>
            </p:cNvPr>
            <p:cNvSpPr>
              <a:spLocks noGrp="1"/>
            </p:cNvSpPr>
            <p:nvPr/>
          </p:nvSpPr>
          <p:spPr>
            <a:xfrm>
              <a:off x="15801693" y="3534492"/>
              <a:ext cx="40540" cy="57662"/>
            </a:xfrm>
            <a:custGeom>
              <a:avLst/>
              <a:gdLst/>
              <a:ahLst/>
              <a:cxnLst/>
              <a:rect l="0" t="0" r="0" b="0"/>
              <a:pathLst>
                <a:path w="40540" h="57662">
                  <a:moveTo>
                    <a:pt x="0" y="0"/>
                  </a:moveTo>
                  <a:lnTo>
                    <a:pt x="40540" y="5766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0" name="Output_receptor__5449">
              <a:extLst>
                <a:ext uri="{FF2B5EF4-FFF2-40B4-BE49-F238E27FC236}">
                  <a16:creationId xmlns:a16="http://schemas.microsoft.com/office/drawing/2014/main" id="{60FC223F-19F1-E88E-44BC-2F0C69D8E171}"/>
                </a:ext>
              </a:extLst>
            </p:cNvPr>
            <p:cNvSpPr>
              <a:spLocks noGrp="1"/>
            </p:cNvSpPr>
            <p:nvPr/>
          </p:nvSpPr>
          <p:spPr>
            <a:xfrm>
              <a:off x="15736257" y="3396859"/>
              <a:ext cx="24358" cy="59324"/>
            </a:xfrm>
            <a:custGeom>
              <a:avLst/>
              <a:gdLst/>
              <a:ahLst/>
              <a:cxnLst/>
              <a:rect l="0" t="0" r="0" b="0"/>
              <a:pathLst>
                <a:path w="24358" h="59324">
                  <a:moveTo>
                    <a:pt x="24358" y="5932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1" name="Output_receptor__5450">
              <a:extLst>
                <a:ext uri="{FF2B5EF4-FFF2-40B4-BE49-F238E27FC236}">
                  <a16:creationId xmlns:a16="http://schemas.microsoft.com/office/drawing/2014/main" id="{B4D488FB-B57E-A00C-B1FE-FC267F15C37F}"/>
                </a:ext>
              </a:extLst>
            </p:cNvPr>
            <p:cNvSpPr>
              <a:spLocks noGrp="1"/>
            </p:cNvSpPr>
            <p:nvPr/>
          </p:nvSpPr>
          <p:spPr>
            <a:xfrm>
              <a:off x="15016299" y="3109652"/>
              <a:ext cx="5760" cy="48666"/>
            </a:xfrm>
            <a:custGeom>
              <a:avLst/>
              <a:gdLst/>
              <a:ahLst/>
              <a:cxnLst/>
              <a:rect l="0" t="0" r="0" b="0"/>
              <a:pathLst>
                <a:path w="5760" h="48666">
                  <a:moveTo>
                    <a:pt x="0" y="0"/>
                  </a:moveTo>
                  <a:lnTo>
                    <a:pt x="5760" y="4866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2" name="Output_receptor__5451">
              <a:extLst>
                <a:ext uri="{FF2B5EF4-FFF2-40B4-BE49-F238E27FC236}">
                  <a16:creationId xmlns:a16="http://schemas.microsoft.com/office/drawing/2014/main" id="{2BAB8973-1ED8-A9E0-5BE7-958AC9D58A22}"/>
                </a:ext>
              </a:extLst>
            </p:cNvPr>
            <p:cNvSpPr>
              <a:spLocks noGrp="1"/>
            </p:cNvSpPr>
            <p:nvPr/>
          </p:nvSpPr>
          <p:spPr>
            <a:xfrm>
              <a:off x="16025592" y="2960159"/>
              <a:ext cx="18052" cy="58288"/>
            </a:xfrm>
            <a:custGeom>
              <a:avLst/>
              <a:gdLst/>
              <a:ahLst/>
              <a:cxnLst/>
              <a:rect l="0" t="0" r="0" b="0"/>
              <a:pathLst>
                <a:path w="18052" h="58288">
                  <a:moveTo>
                    <a:pt x="0" y="58288"/>
                  </a:moveTo>
                  <a:lnTo>
                    <a:pt x="18052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3" name="Output_receptor__5452">
              <a:extLst>
                <a:ext uri="{FF2B5EF4-FFF2-40B4-BE49-F238E27FC236}">
                  <a16:creationId xmlns:a16="http://schemas.microsoft.com/office/drawing/2014/main" id="{C9918135-3AA6-E098-63DE-DECBC8D5C9F9}"/>
                </a:ext>
              </a:extLst>
            </p:cNvPr>
            <p:cNvSpPr>
              <a:spLocks noGrp="1"/>
            </p:cNvSpPr>
            <p:nvPr/>
          </p:nvSpPr>
          <p:spPr>
            <a:xfrm>
              <a:off x="15327399" y="3495968"/>
              <a:ext cx="46318" cy="786"/>
            </a:xfrm>
            <a:custGeom>
              <a:avLst/>
              <a:gdLst/>
              <a:ahLst/>
              <a:cxnLst/>
              <a:rect l="0" t="0" r="0" b="0"/>
              <a:pathLst>
                <a:path w="46318" h="786">
                  <a:moveTo>
                    <a:pt x="0" y="786"/>
                  </a:moveTo>
                  <a:lnTo>
                    <a:pt x="4631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4" name="Output_receptor__5453">
              <a:extLst>
                <a:ext uri="{FF2B5EF4-FFF2-40B4-BE49-F238E27FC236}">
                  <a16:creationId xmlns:a16="http://schemas.microsoft.com/office/drawing/2014/main" id="{9187F9F8-31CE-DDE5-60EA-D91BEB64063B}"/>
                </a:ext>
              </a:extLst>
            </p:cNvPr>
            <p:cNvSpPr>
              <a:spLocks noGrp="1"/>
            </p:cNvSpPr>
            <p:nvPr/>
          </p:nvSpPr>
          <p:spPr>
            <a:xfrm>
              <a:off x="15454263" y="3368810"/>
              <a:ext cx="42428" cy="24314"/>
            </a:xfrm>
            <a:custGeom>
              <a:avLst/>
              <a:gdLst/>
              <a:ahLst/>
              <a:cxnLst/>
              <a:rect l="0" t="0" r="0" b="0"/>
              <a:pathLst>
                <a:path w="42428" h="24314">
                  <a:moveTo>
                    <a:pt x="42428" y="0"/>
                  </a:moveTo>
                  <a:lnTo>
                    <a:pt x="0" y="2431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5" name="Output_receptor__5454">
              <a:extLst>
                <a:ext uri="{FF2B5EF4-FFF2-40B4-BE49-F238E27FC236}">
                  <a16:creationId xmlns:a16="http://schemas.microsoft.com/office/drawing/2014/main" id="{EBF9AAD5-9193-7017-B1E2-E0436960FCB0}"/>
                </a:ext>
              </a:extLst>
            </p:cNvPr>
            <p:cNvSpPr>
              <a:spLocks noGrp="1"/>
            </p:cNvSpPr>
            <p:nvPr/>
          </p:nvSpPr>
          <p:spPr>
            <a:xfrm>
              <a:off x="16323682" y="2666965"/>
              <a:ext cx="15300" cy="50272"/>
            </a:xfrm>
            <a:custGeom>
              <a:avLst/>
              <a:gdLst/>
              <a:ahLst/>
              <a:cxnLst/>
              <a:rect l="0" t="0" r="0" b="0"/>
              <a:pathLst>
                <a:path w="15300" h="50272">
                  <a:moveTo>
                    <a:pt x="0" y="50272"/>
                  </a:moveTo>
                  <a:lnTo>
                    <a:pt x="1530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6" name="Output_receptor__5455">
              <a:extLst>
                <a:ext uri="{FF2B5EF4-FFF2-40B4-BE49-F238E27FC236}">
                  <a16:creationId xmlns:a16="http://schemas.microsoft.com/office/drawing/2014/main" id="{ADA71CEC-79D9-1F9E-A7A8-CEAAFF9C54A9}"/>
                </a:ext>
              </a:extLst>
            </p:cNvPr>
            <p:cNvSpPr>
              <a:spLocks noGrp="1"/>
            </p:cNvSpPr>
            <p:nvPr/>
          </p:nvSpPr>
          <p:spPr>
            <a:xfrm>
              <a:off x="16319676" y="2717238"/>
              <a:ext cx="4007" cy="51437"/>
            </a:xfrm>
            <a:custGeom>
              <a:avLst/>
              <a:gdLst/>
              <a:ahLst/>
              <a:cxnLst/>
              <a:rect l="0" t="0" r="0" b="0"/>
              <a:pathLst>
                <a:path w="4007" h="51437">
                  <a:moveTo>
                    <a:pt x="0" y="51437"/>
                  </a:moveTo>
                  <a:lnTo>
                    <a:pt x="4007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7" name="Output_receptor__5456">
              <a:extLst>
                <a:ext uri="{FF2B5EF4-FFF2-40B4-BE49-F238E27FC236}">
                  <a16:creationId xmlns:a16="http://schemas.microsoft.com/office/drawing/2014/main" id="{BD2A7AE8-8C32-97F1-6230-BA64C5BBA5E3}"/>
                </a:ext>
              </a:extLst>
            </p:cNvPr>
            <p:cNvSpPr>
              <a:spLocks noGrp="1"/>
            </p:cNvSpPr>
            <p:nvPr/>
          </p:nvSpPr>
          <p:spPr>
            <a:xfrm>
              <a:off x="15713286" y="2563802"/>
              <a:ext cx="62294" cy="33058"/>
            </a:xfrm>
            <a:custGeom>
              <a:avLst/>
              <a:gdLst/>
              <a:ahLst/>
              <a:cxnLst/>
              <a:rect l="0" t="0" r="0" b="0"/>
              <a:pathLst>
                <a:path w="62294" h="33058">
                  <a:moveTo>
                    <a:pt x="0" y="33058"/>
                  </a:moveTo>
                  <a:lnTo>
                    <a:pt x="62294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58" name="Output_receptor__5457">
              <a:extLst>
                <a:ext uri="{FF2B5EF4-FFF2-40B4-BE49-F238E27FC236}">
                  <a16:creationId xmlns:a16="http://schemas.microsoft.com/office/drawing/2014/main" id="{64AC461A-94D1-ED2B-03F3-42E234249C17}"/>
                </a:ext>
              </a:extLst>
            </p:cNvPr>
            <p:cNvSpPr>
              <a:spLocks noGrp="1"/>
            </p:cNvSpPr>
            <p:nvPr/>
          </p:nvSpPr>
          <p:spPr>
            <a:xfrm>
              <a:off x="16255214" y="3602728"/>
              <a:ext cx="69485" cy="4078"/>
            </a:xfrm>
            <a:custGeom>
              <a:avLst/>
              <a:gdLst/>
              <a:ahLst/>
              <a:cxnLst/>
              <a:rect l="0" t="0" r="0" b="0"/>
              <a:pathLst>
                <a:path w="69485" h="4078">
                  <a:moveTo>
                    <a:pt x="0" y="0"/>
                  </a:moveTo>
                  <a:lnTo>
                    <a:pt x="69485" y="407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59" name="Output_receptor__5458">
              <a:extLst>
                <a:ext uri="{FF2B5EF4-FFF2-40B4-BE49-F238E27FC236}">
                  <a16:creationId xmlns:a16="http://schemas.microsoft.com/office/drawing/2014/main" id="{A0191AAB-9DBE-1A70-C658-A54739C5CB8B}"/>
                </a:ext>
              </a:extLst>
            </p:cNvPr>
            <p:cNvSpPr>
              <a:spLocks noGrp="1"/>
            </p:cNvSpPr>
            <p:nvPr/>
          </p:nvSpPr>
          <p:spPr>
            <a:xfrm>
              <a:off x="16177671" y="2475361"/>
              <a:ext cx="9004" cy="67237"/>
            </a:xfrm>
            <a:custGeom>
              <a:avLst/>
              <a:gdLst/>
              <a:ahLst/>
              <a:cxnLst/>
              <a:rect l="0" t="0" r="0" b="0"/>
              <a:pathLst>
                <a:path w="9004" h="67237">
                  <a:moveTo>
                    <a:pt x="9004" y="0"/>
                  </a:moveTo>
                  <a:lnTo>
                    <a:pt x="0" y="6723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0" name="Output_receptor__5459">
              <a:extLst>
                <a:ext uri="{FF2B5EF4-FFF2-40B4-BE49-F238E27FC236}">
                  <a16:creationId xmlns:a16="http://schemas.microsoft.com/office/drawing/2014/main" id="{FBB1569E-A60F-C103-9948-EA2B4BBBC58B}"/>
                </a:ext>
              </a:extLst>
            </p:cNvPr>
            <p:cNvSpPr>
              <a:spLocks noGrp="1"/>
            </p:cNvSpPr>
            <p:nvPr/>
          </p:nvSpPr>
          <p:spPr>
            <a:xfrm>
              <a:off x="15426170" y="3888170"/>
              <a:ext cx="69064" cy="3567"/>
            </a:xfrm>
            <a:custGeom>
              <a:avLst/>
              <a:gdLst/>
              <a:ahLst/>
              <a:cxnLst/>
              <a:rect l="0" t="0" r="0" b="0"/>
              <a:pathLst>
                <a:path w="69064" h="3567">
                  <a:moveTo>
                    <a:pt x="0" y="3567"/>
                  </a:moveTo>
                  <a:lnTo>
                    <a:pt x="69064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1" name="Output_receptor__5460">
              <a:extLst>
                <a:ext uri="{FF2B5EF4-FFF2-40B4-BE49-F238E27FC236}">
                  <a16:creationId xmlns:a16="http://schemas.microsoft.com/office/drawing/2014/main" id="{D1780355-5306-9642-D68F-C78550428378}"/>
                </a:ext>
              </a:extLst>
            </p:cNvPr>
            <p:cNvSpPr>
              <a:spLocks noGrp="1"/>
            </p:cNvSpPr>
            <p:nvPr/>
          </p:nvSpPr>
          <p:spPr>
            <a:xfrm>
              <a:off x="15648936" y="3065641"/>
              <a:ext cx="33812" cy="34323"/>
            </a:xfrm>
            <a:custGeom>
              <a:avLst/>
              <a:gdLst/>
              <a:ahLst/>
              <a:cxnLst/>
              <a:rect l="0" t="0" r="0" b="0"/>
              <a:pathLst>
                <a:path w="33812" h="34323">
                  <a:moveTo>
                    <a:pt x="33812" y="0"/>
                  </a:moveTo>
                  <a:lnTo>
                    <a:pt x="0" y="34323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2" name="Output_receptor__5461">
              <a:extLst>
                <a:ext uri="{FF2B5EF4-FFF2-40B4-BE49-F238E27FC236}">
                  <a16:creationId xmlns:a16="http://schemas.microsoft.com/office/drawing/2014/main" id="{46FFF6E2-AFAC-4971-4764-F6FBBCA611B4}"/>
                </a:ext>
              </a:extLst>
            </p:cNvPr>
            <p:cNvSpPr>
              <a:spLocks noGrp="1"/>
            </p:cNvSpPr>
            <p:nvPr/>
          </p:nvSpPr>
          <p:spPr>
            <a:xfrm>
              <a:off x="15667440" y="3304457"/>
              <a:ext cx="12143" cy="317"/>
            </a:xfrm>
            <a:custGeom>
              <a:avLst/>
              <a:gdLst/>
              <a:ahLst/>
              <a:cxnLst/>
              <a:rect l="0" t="0" r="0" b="0"/>
              <a:pathLst>
                <a:path w="12143" h="317">
                  <a:moveTo>
                    <a:pt x="12143" y="3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3" name="Output_receptor__5462">
              <a:extLst>
                <a:ext uri="{FF2B5EF4-FFF2-40B4-BE49-F238E27FC236}">
                  <a16:creationId xmlns:a16="http://schemas.microsoft.com/office/drawing/2014/main" id="{225887F0-5E3F-8D2D-CD66-D4236D233BC5}"/>
                </a:ext>
              </a:extLst>
            </p:cNvPr>
            <p:cNvSpPr>
              <a:spLocks noGrp="1"/>
            </p:cNvSpPr>
            <p:nvPr/>
          </p:nvSpPr>
          <p:spPr>
            <a:xfrm>
              <a:off x="16216818" y="3716092"/>
              <a:ext cx="69933" cy="2278"/>
            </a:xfrm>
            <a:custGeom>
              <a:avLst/>
              <a:gdLst/>
              <a:ahLst/>
              <a:cxnLst/>
              <a:rect l="0" t="0" r="0" b="0"/>
              <a:pathLst>
                <a:path w="69933" h="2278">
                  <a:moveTo>
                    <a:pt x="69933" y="2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4" name="Output_receptor__5463">
              <a:extLst>
                <a:ext uri="{FF2B5EF4-FFF2-40B4-BE49-F238E27FC236}">
                  <a16:creationId xmlns:a16="http://schemas.microsoft.com/office/drawing/2014/main" id="{9C37764F-898E-7071-70BD-063CE43C2D8C}"/>
                </a:ext>
              </a:extLst>
            </p:cNvPr>
            <p:cNvSpPr>
              <a:spLocks noGrp="1"/>
            </p:cNvSpPr>
            <p:nvPr/>
          </p:nvSpPr>
          <p:spPr>
            <a:xfrm>
              <a:off x="15116177" y="2830173"/>
              <a:ext cx="11124" cy="3471"/>
            </a:xfrm>
            <a:custGeom>
              <a:avLst/>
              <a:gdLst/>
              <a:ahLst/>
              <a:cxnLst/>
              <a:rect l="0" t="0" r="0" b="0"/>
              <a:pathLst>
                <a:path w="11124" h="3471">
                  <a:moveTo>
                    <a:pt x="11124" y="0"/>
                  </a:moveTo>
                  <a:lnTo>
                    <a:pt x="0" y="347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5" name="Output_receptor__5464">
              <a:extLst>
                <a:ext uri="{FF2B5EF4-FFF2-40B4-BE49-F238E27FC236}">
                  <a16:creationId xmlns:a16="http://schemas.microsoft.com/office/drawing/2014/main" id="{68B46FA8-F1BA-40E6-D0D6-3DC5DD1AD63A}"/>
                </a:ext>
              </a:extLst>
            </p:cNvPr>
            <p:cNvSpPr>
              <a:spLocks noGrp="1"/>
            </p:cNvSpPr>
            <p:nvPr/>
          </p:nvSpPr>
          <p:spPr>
            <a:xfrm>
              <a:off x="15054292" y="2901680"/>
              <a:ext cx="61046" cy="21423"/>
            </a:xfrm>
            <a:custGeom>
              <a:avLst/>
              <a:gdLst/>
              <a:ahLst/>
              <a:cxnLst/>
              <a:rect l="0" t="0" r="0" b="0"/>
              <a:pathLst>
                <a:path w="61046" h="21423">
                  <a:moveTo>
                    <a:pt x="61046" y="214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6" name="Output_receptor__5465">
              <a:extLst>
                <a:ext uri="{FF2B5EF4-FFF2-40B4-BE49-F238E27FC236}">
                  <a16:creationId xmlns:a16="http://schemas.microsoft.com/office/drawing/2014/main" id="{8166E9DC-BEB8-B9C4-84E0-B773722F030F}"/>
                </a:ext>
              </a:extLst>
            </p:cNvPr>
            <p:cNvSpPr>
              <a:spLocks noGrp="1"/>
            </p:cNvSpPr>
            <p:nvPr/>
          </p:nvSpPr>
          <p:spPr>
            <a:xfrm>
              <a:off x="15537055" y="3110200"/>
              <a:ext cx="46815" cy="48093"/>
            </a:xfrm>
            <a:custGeom>
              <a:avLst/>
              <a:gdLst/>
              <a:ahLst/>
              <a:cxnLst/>
              <a:rect l="0" t="0" r="0" b="0"/>
              <a:pathLst>
                <a:path w="46815" h="48093">
                  <a:moveTo>
                    <a:pt x="46815" y="0"/>
                  </a:moveTo>
                  <a:lnTo>
                    <a:pt x="0" y="48093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7" name="Output_receptor__5466">
              <a:extLst>
                <a:ext uri="{FF2B5EF4-FFF2-40B4-BE49-F238E27FC236}">
                  <a16:creationId xmlns:a16="http://schemas.microsoft.com/office/drawing/2014/main" id="{21B9DCC5-F3A7-90B7-2D27-AB6466476125}"/>
                </a:ext>
              </a:extLst>
            </p:cNvPr>
            <p:cNvSpPr>
              <a:spLocks noGrp="1"/>
            </p:cNvSpPr>
            <p:nvPr/>
          </p:nvSpPr>
          <p:spPr>
            <a:xfrm>
              <a:off x="15900927" y="2766746"/>
              <a:ext cx="43108" cy="13292"/>
            </a:xfrm>
            <a:custGeom>
              <a:avLst/>
              <a:gdLst/>
              <a:ahLst/>
              <a:cxnLst/>
              <a:rect l="0" t="0" r="0" b="0"/>
              <a:pathLst>
                <a:path w="43108" h="13292">
                  <a:moveTo>
                    <a:pt x="43108" y="0"/>
                  </a:moveTo>
                  <a:lnTo>
                    <a:pt x="0" y="1329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68" name="Output_receptor__5467">
              <a:extLst>
                <a:ext uri="{FF2B5EF4-FFF2-40B4-BE49-F238E27FC236}">
                  <a16:creationId xmlns:a16="http://schemas.microsoft.com/office/drawing/2014/main" id="{F500AAA9-FCCF-4BF5-D132-02764415EA83}"/>
                </a:ext>
              </a:extLst>
            </p:cNvPr>
            <p:cNvSpPr>
              <a:spLocks noGrp="1"/>
            </p:cNvSpPr>
            <p:nvPr/>
          </p:nvSpPr>
          <p:spPr>
            <a:xfrm>
              <a:off x="15348912" y="2682792"/>
              <a:ext cx="21891" cy="61655"/>
            </a:xfrm>
            <a:custGeom>
              <a:avLst/>
              <a:gdLst/>
              <a:ahLst/>
              <a:cxnLst/>
              <a:rect l="0" t="0" r="0" b="0"/>
              <a:pathLst>
                <a:path w="21891" h="61655">
                  <a:moveTo>
                    <a:pt x="0" y="0"/>
                  </a:moveTo>
                  <a:lnTo>
                    <a:pt x="21891" y="61655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69" name="Output_receptor__5468">
              <a:extLst>
                <a:ext uri="{FF2B5EF4-FFF2-40B4-BE49-F238E27FC236}">
                  <a16:creationId xmlns:a16="http://schemas.microsoft.com/office/drawing/2014/main" id="{42657535-516C-223E-0EB4-C10847E3CA36}"/>
                </a:ext>
              </a:extLst>
            </p:cNvPr>
            <p:cNvSpPr>
              <a:spLocks noGrp="1"/>
            </p:cNvSpPr>
            <p:nvPr/>
          </p:nvSpPr>
          <p:spPr>
            <a:xfrm>
              <a:off x="15348912" y="2648076"/>
              <a:ext cx="55221" cy="34716"/>
            </a:xfrm>
            <a:custGeom>
              <a:avLst/>
              <a:gdLst/>
              <a:ahLst/>
              <a:cxnLst/>
              <a:rect l="0" t="0" r="0" b="0"/>
              <a:pathLst>
                <a:path w="55221" h="34716">
                  <a:moveTo>
                    <a:pt x="55221" y="0"/>
                  </a:moveTo>
                  <a:lnTo>
                    <a:pt x="0" y="3471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0" name="Output_receptor__5469">
              <a:extLst>
                <a:ext uri="{FF2B5EF4-FFF2-40B4-BE49-F238E27FC236}">
                  <a16:creationId xmlns:a16="http://schemas.microsoft.com/office/drawing/2014/main" id="{3A573C38-7C75-1721-83DE-D354CA9CABA9}"/>
                </a:ext>
              </a:extLst>
            </p:cNvPr>
            <p:cNvSpPr>
              <a:spLocks noGrp="1"/>
            </p:cNvSpPr>
            <p:nvPr/>
          </p:nvSpPr>
          <p:spPr>
            <a:xfrm>
              <a:off x="15370803" y="2737802"/>
              <a:ext cx="67069" cy="6646"/>
            </a:xfrm>
            <a:custGeom>
              <a:avLst/>
              <a:gdLst/>
              <a:ahLst/>
              <a:cxnLst/>
              <a:rect l="0" t="0" r="0" b="0"/>
              <a:pathLst>
                <a:path w="67069" h="6646">
                  <a:moveTo>
                    <a:pt x="0" y="6646"/>
                  </a:moveTo>
                  <a:lnTo>
                    <a:pt x="67069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1" name="Output_receptor__5470">
              <a:extLst>
                <a:ext uri="{FF2B5EF4-FFF2-40B4-BE49-F238E27FC236}">
                  <a16:creationId xmlns:a16="http://schemas.microsoft.com/office/drawing/2014/main" id="{1104D091-45F9-DE2F-05C2-1F681773D782}"/>
                </a:ext>
              </a:extLst>
            </p:cNvPr>
            <p:cNvSpPr>
              <a:spLocks noGrp="1"/>
            </p:cNvSpPr>
            <p:nvPr/>
          </p:nvSpPr>
          <p:spPr>
            <a:xfrm>
              <a:off x="16381052" y="2617024"/>
              <a:ext cx="59503" cy="570"/>
            </a:xfrm>
            <a:custGeom>
              <a:avLst/>
              <a:gdLst/>
              <a:ahLst/>
              <a:cxnLst/>
              <a:rect l="0" t="0" r="0" b="0"/>
              <a:pathLst>
                <a:path w="59503" h="570">
                  <a:moveTo>
                    <a:pt x="59503" y="0"/>
                  </a:moveTo>
                  <a:lnTo>
                    <a:pt x="0" y="57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2" name="Output_receptor__5471">
              <a:extLst>
                <a:ext uri="{FF2B5EF4-FFF2-40B4-BE49-F238E27FC236}">
                  <a16:creationId xmlns:a16="http://schemas.microsoft.com/office/drawing/2014/main" id="{E038532B-BFFB-E069-0E2E-453AC0D16911}"/>
                </a:ext>
              </a:extLst>
            </p:cNvPr>
            <p:cNvSpPr>
              <a:spLocks noGrp="1"/>
            </p:cNvSpPr>
            <p:nvPr/>
          </p:nvSpPr>
          <p:spPr>
            <a:xfrm>
              <a:off x="15407831" y="3140925"/>
              <a:ext cx="32216" cy="63984"/>
            </a:xfrm>
            <a:custGeom>
              <a:avLst/>
              <a:gdLst/>
              <a:ahLst/>
              <a:cxnLst/>
              <a:rect l="0" t="0" r="0" b="0"/>
              <a:pathLst>
                <a:path w="32216" h="63984">
                  <a:moveTo>
                    <a:pt x="0" y="63984"/>
                  </a:moveTo>
                  <a:lnTo>
                    <a:pt x="32216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3" name="Output_receptor__5472">
              <a:extLst>
                <a:ext uri="{FF2B5EF4-FFF2-40B4-BE49-F238E27FC236}">
                  <a16:creationId xmlns:a16="http://schemas.microsoft.com/office/drawing/2014/main" id="{9F001BEA-A0FF-C396-3D4E-B5D2B092D9C5}"/>
                </a:ext>
              </a:extLst>
            </p:cNvPr>
            <p:cNvSpPr>
              <a:spLocks noGrp="1"/>
            </p:cNvSpPr>
            <p:nvPr/>
          </p:nvSpPr>
          <p:spPr>
            <a:xfrm>
              <a:off x="16375183" y="3273601"/>
              <a:ext cx="19046" cy="33056"/>
            </a:xfrm>
            <a:custGeom>
              <a:avLst/>
              <a:gdLst/>
              <a:ahLst/>
              <a:cxnLst/>
              <a:rect l="0" t="0" r="0" b="0"/>
              <a:pathLst>
                <a:path w="19046" h="33056">
                  <a:moveTo>
                    <a:pt x="0" y="0"/>
                  </a:moveTo>
                  <a:lnTo>
                    <a:pt x="19046" y="3305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4" name="Output_receptor__5473">
              <a:extLst>
                <a:ext uri="{FF2B5EF4-FFF2-40B4-BE49-F238E27FC236}">
                  <a16:creationId xmlns:a16="http://schemas.microsoft.com/office/drawing/2014/main" id="{E6D83AED-F261-B83F-F6E5-FC7F34754C7D}"/>
                </a:ext>
              </a:extLst>
            </p:cNvPr>
            <p:cNvSpPr>
              <a:spLocks noGrp="1"/>
            </p:cNvSpPr>
            <p:nvPr/>
          </p:nvSpPr>
          <p:spPr>
            <a:xfrm>
              <a:off x="15364124" y="3888471"/>
              <a:ext cx="62046" cy="3266"/>
            </a:xfrm>
            <a:custGeom>
              <a:avLst/>
              <a:gdLst/>
              <a:ahLst/>
              <a:cxnLst/>
              <a:rect l="0" t="0" r="0" b="0"/>
              <a:pathLst>
                <a:path w="62046" h="3266">
                  <a:moveTo>
                    <a:pt x="0" y="0"/>
                  </a:moveTo>
                  <a:lnTo>
                    <a:pt x="62046" y="326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5" name="Output_receptor__5474">
              <a:extLst>
                <a:ext uri="{FF2B5EF4-FFF2-40B4-BE49-F238E27FC236}">
                  <a16:creationId xmlns:a16="http://schemas.microsoft.com/office/drawing/2014/main" id="{26714547-6690-4E47-C061-177F88D50D07}"/>
                </a:ext>
              </a:extLst>
            </p:cNvPr>
            <p:cNvSpPr>
              <a:spLocks noGrp="1"/>
            </p:cNvSpPr>
            <p:nvPr/>
          </p:nvSpPr>
          <p:spPr>
            <a:xfrm>
              <a:off x="16328540" y="3384025"/>
              <a:ext cx="43883" cy="57389"/>
            </a:xfrm>
            <a:custGeom>
              <a:avLst/>
              <a:gdLst/>
              <a:ahLst/>
              <a:cxnLst/>
              <a:rect l="0" t="0" r="0" b="0"/>
              <a:pathLst>
                <a:path w="43883" h="57389">
                  <a:moveTo>
                    <a:pt x="43883" y="0"/>
                  </a:moveTo>
                  <a:lnTo>
                    <a:pt x="0" y="5738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6" name="Output_receptor__5475">
              <a:extLst>
                <a:ext uri="{FF2B5EF4-FFF2-40B4-BE49-F238E27FC236}">
                  <a16:creationId xmlns:a16="http://schemas.microsoft.com/office/drawing/2014/main" id="{DA725D50-688F-DFA1-11CC-8BB89078FCEE}"/>
                </a:ext>
              </a:extLst>
            </p:cNvPr>
            <p:cNvSpPr>
              <a:spLocks noGrp="1"/>
            </p:cNvSpPr>
            <p:nvPr/>
          </p:nvSpPr>
          <p:spPr>
            <a:xfrm>
              <a:off x="15175730" y="3004127"/>
              <a:ext cx="18544" cy="61863"/>
            </a:xfrm>
            <a:custGeom>
              <a:avLst/>
              <a:gdLst/>
              <a:ahLst/>
              <a:cxnLst/>
              <a:rect l="0" t="0" r="0" b="0"/>
              <a:pathLst>
                <a:path w="18544" h="61863">
                  <a:moveTo>
                    <a:pt x="0" y="0"/>
                  </a:moveTo>
                  <a:lnTo>
                    <a:pt x="18544" y="6186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7" name="Output_receptor__5476">
              <a:extLst>
                <a:ext uri="{FF2B5EF4-FFF2-40B4-BE49-F238E27FC236}">
                  <a16:creationId xmlns:a16="http://schemas.microsoft.com/office/drawing/2014/main" id="{F652CC44-C2A4-3EB0-4FC9-92AC207787BB}"/>
                </a:ext>
              </a:extLst>
            </p:cNvPr>
            <p:cNvSpPr>
              <a:spLocks noGrp="1"/>
            </p:cNvSpPr>
            <p:nvPr/>
          </p:nvSpPr>
          <p:spPr>
            <a:xfrm>
              <a:off x="16286751" y="3718370"/>
              <a:ext cx="2743" cy="72320"/>
            </a:xfrm>
            <a:custGeom>
              <a:avLst/>
              <a:gdLst/>
              <a:ahLst/>
              <a:cxnLst/>
              <a:rect l="0" t="0" r="0" b="0"/>
              <a:pathLst>
                <a:path w="2743" h="72320">
                  <a:moveTo>
                    <a:pt x="2743" y="723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78" name="Output_receptor__5477">
              <a:extLst>
                <a:ext uri="{FF2B5EF4-FFF2-40B4-BE49-F238E27FC236}">
                  <a16:creationId xmlns:a16="http://schemas.microsoft.com/office/drawing/2014/main" id="{5BE04B77-1F65-794A-76D6-242161863107}"/>
                </a:ext>
              </a:extLst>
            </p:cNvPr>
            <p:cNvSpPr>
              <a:spLocks noGrp="1"/>
            </p:cNvSpPr>
            <p:nvPr/>
          </p:nvSpPr>
          <p:spPr>
            <a:xfrm>
              <a:off x="15495234" y="3846075"/>
              <a:ext cx="57928" cy="42095"/>
            </a:xfrm>
            <a:custGeom>
              <a:avLst/>
              <a:gdLst/>
              <a:ahLst/>
              <a:cxnLst/>
              <a:rect l="0" t="0" r="0" b="0"/>
              <a:pathLst>
                <a:path w="57928" h="42095">
                  <a:moveTo>
                    <a:pt x="0" y="42095"/>
                  </a:moveTo>
                  <a:lnTo>
                    <a:pt x="5792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79" name="Output_receptor__5478">
              <a:extLst>
                <a:ext uri="{FF2B5EF4-FFF2-40B4-BE49-F238E27FC236}">
                  <a16:creationId xmlns:a16="http://schemas.microsoft.com/office/drawing/2014/main" id="{283A17D2-4E9E-AE48-B591-87A33B8A0274}"/>
                </a:ext>
              </a:extLst>
            </p:cNvPr>
            <p:cNvSpPr>
              <a:spLocks noGrp="1"/>
            </p:cNvSpPr>
            <p:nvPr/>
          </p:nvSpPr>
          <p:spPr>
            <a:xfrm>
              <a:off x="16060639" y="3404567"/>
              <a:ext cx="6511" cy="30797"/>
            </a:xfrm>
            <a:custGeom>
              <a:avLst/>
              <a:gdLst/>
              <a:ahLst/>
              <a:cxnLst/>
              <a:rect l="0" t="0" r="0" b="0"/>
              <a:pathLst>
                <a:path w="6511" h="30797">
                  <a:moveTo>
                    <a:pt x="0" y="0"/>
                  </a:moveTo>
                  <a:lnTo>
                    <a:pt x="6511" y="3079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0" name="Output_receptor__5479">
              <a:extLst>
                <a:ext uri="{FF2B5EF4-FFF2-40B4-BE49-F238E27FC236}">
                  <a16:creationId xmlns:a16="http://schemas.microsoft.com/office/drawing/2014/main" id="{F35AC2EF-7484-84A9-D47A-48A10EAB0AD8}"/>
                </a:ext>
              </a:extLst>
            </p:cNvPr>
            <p:cNvSpPr>
              <a:spLocks noGrp="1"/>
            </p:cNvSpPr>
            <p:nvPr/>
          </p:nvSpPr>
          <p:spPr>
            <a:xfrm>
              <a:off x="16129461" y="3599144"/>
              <a:ext cx="15375" cy="20979"/>
            </a:xfrm>
            <a:custGeom>
              <a:avLst/>
              <a:gdLst/>
              <a:ahLst/>
              <a:cxnLst/>
              <a:rect l="0" t="0" r="0" b="0"/>
              <a:pathLst>
                <a:path w="15375" h="20979">
                  <a:moveTo>
                    <a:pt x="15375" y="0"/>
                  </a:moveTo>
                  <a:lnTo>
                    <a:pt x="0" y="209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1" name="Output_receptor__5480">
              <a:extLst>
                <a:ext uri="{FF2B5EF4-FFF2-40B4-BE49-F238E27FC236}">
                  <a16:creationId xmlns:a16="http://schemas.microsoft.com/office/drawing/2014/main" id="{F7AC61B4-680E-644B-DE1C-42726C1AC3EB}"/>
                </a:ext>
              </a:extLst>
            </p:cNvPr>
            <p:cNvSpPr>
              <a:spLocks noGrp="1"/>
            </p:cNvSpPr>
            <p:nvPr/>
          </p:nvSpPr>
          <p:spPr>
            <a:xfrm>
              <a:off x="15442789" y="3748398"/>
              <a:ext cx="42883" cy="58450"/>
            </a:xfrm>
            <a:custGeom>
              <a:avLst/>
              <a:gdLst/>
              <a:ahLst/>
              <a:cxnLst/>
              <a:rect l="0" t="0" r="0" b="0"/>
              <a:pathLst>
                <a:path w="42883" h="58450">
                  <a:moveTo>
                    <a:pt x="42883" y="0"/>
                  </a:moveTo>
                  <a:lnTo>
                    <a:pt x="0" y="5845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2" name="Output_receptor__5481">
              <a:extLst>
                <a:ext uri="{FF2B5EF4-FFF2-40B4-BE49-F238E27FC236}">
                  <a16:creationId xmlns:a16="http://schemas.microsoft.com/office/drawing/2014/main" id="{EC707CF1-0BE4-D585-BCE3-06C6CB0A5234}"/>
                </a:ext>
              </a:extLst>
            </p:cNvPr>
            <p:cNvSpPr>
              <a:spLocks noGrp="1"/>
            </p:cNvSpPr>
            <p:nvPr/>
          </p:nvSpPr>
          <p:spPr>
            <a:xfrm>
              <a:off x="15429519" y="3703530"/>
              <a:ext cx="56153" cy="44868"/>
            </a:xfrm>
            <a:custGeom>
              <a:avLst/>
              <a:gdLst/>
              <a:ahLst/>
              <a:cxnLst/>
              <a:rect l="0" t="0" r="0" b="0"/>
              <a:pathLst>
                <a:path w="56153" h="44868">
                  <a:moveTo>
                    <a:pt x="0" y="0"/>
                  </a:moveTo>
                  <a:lnTo>
                    <a:pt x="56153" y="44868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3" name="Output_receptor__5482">
              <a:extLst>
                <a:ext uri="{FF2B5EF4-FFF2-40B4-BE49-F238E27FC236}">
                  <a16:creationId xmlns:a16="http://schemas.microsoft.com/office/drawing/2014/main" id="{8F9F4566-99AA-2825-B76F-B9181230DA68}"/>
                </a:ext>
              </a:extLst>
            </p:cNvPr>
            <p:cNvSpPr>
              <a:spLocks noGrp="1"/>
            </p:cNvSpPr>
            <p:nvPr/>
          </p:nvSpPr>
          <p:spPr>
            <a:xfrm>
              <a:off x="15743721" y="3534492"/>
              <a:ext cx="57972" cy="37350"/>
            </a:xfrm>
            <a:custGeom>
              <a:avLst/>
              <a:gdLst/>
              <a:ahLst/>
              <a:cxnLst/>
              <a:rect l="0" t="0" r="0" b="0"/>
              <a:pathLst>
                <a:path w="57972" h="37350">
                  <a:moveTo>
                    <a:pt x="0" y="37350"/>
                  </a:moveTo>
                  <a:lnTo>
                    <a:pt x="5797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4" name="Output_receptor__5483">
              <a:extLst>
                <a:ext uri="{FF2B5EF4-FFF2-40B4-BE49-F238E27FC236}">
                  <a16:creationId xmlns:a16="http://schemas.microsoft.com/office/drawing/2014/main" id="{6EE2F0AA-BA3E-EB0A-80C4-545006D6AC02}"/>
                </a:ext>
              </a:extLst>
            </p:cNvPr>
            <p:cNvSpPr>
              <a:spLocks noGrp="1"/>
            </p:cNvSpPr>
            <p:nvPr/>
          </p:nvSpPr>
          <p:spPr>
            <a:xfrm>
              <a:off x="15682747" y="3065641"/>
              <a:ext cx="62816" cy="15979"/>
            </a:xfrm>
            <a:custGeom>
              <a:avLst/>
              <a:gdLst/>
              <a:ahLst/>
              <a:cxnLst/>
              <a:rect l="0" t="0" r="0" b="0"/>
              <a:pathLst>
                <a:path w="62816" h="15979">
                  <a:moveTo>
                    <a:pt x="62816" y="1597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5" name="Output_receptor__5484">
              <a:extLst>
                <a:ext uri="{FF2B5EF4-FFF2-40B4-BE49-F238E27FC236}">
                  <a16:creationId xmlns:a16="http://schemas.microsoft.com/office/drawing/2014/main" id="{2E5EA786-1488-F84E-F3F6-473F62BD2DB8}"/>
                </a:ext>
              </a:extLst>
            </p:cNvPr>
            <p:cNvSpPr>
              <a:spLocks noGrp="1"/>
            </p:cNvSpPr>
            <p:nvPr/>
          </p:nvSpPr>
          <p:spPr>
            <a:xfrm>
              <a:off x="16186676" y="2436826"/>
              <a:ext cx="60877" cy="38535"/>
            </a:xfrm>
            <a:custGeom>
              <a:avLst/>
              <a:gdLst/>
              <a:ahLst/>
              <a:cxnLst/>
              <a:rect l="0" t="0" r="0" b="0"/>
              <a:pathLst>
                <a:path w="60877" h="38535">
                  <a:moveTo>
                    <a:pt x="60877" y="0"/>
                  </a:moveTo>
                  <a:lnTo>
                    <a:pt x="0" y="3853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6" name="Output_receptor__5485">
              <a:extLst>
                <a:ext uri="{FF2B5EF4-FFF2-40B4-BE49-F238E27FC236}">
                  <a16:creationId xmlns:a16="http://schemas.microsoft.com/office/drawing/2014/main" id="{D8F646B7-9839-A19A-213A-23C3D6092455}"/>
                </a:ext>
              </a:extLst>
            </p:cNvPr>
            <p:cNvSpPr>
              <a:spLocks noGrp="1"/>
            </p:cNvSpPr>
            <p:nvPr/>
          </p:nvSpPr>
          <p:spPr>
            <a:xfrm>
              <a:off x="15807324" y="2791263"/>
              <a:ext cx="25247" cy="49948"/>
            </a:xfrm>
            <a:custGeom>
              <a:avLst/>
              <a:gdLst/>
              <a:ahLst/>
              <a:cxnLst/>
              <a:rect l="0" t="0" r="0" b="0"/>
              <a:pathLst>
                <a:path w="25247" h="49948">
                  <a:moveTo>
                    <a:pt x="25247" y="0"/>
                  </a:moveTo>
                  <a:lnTo>
                    <a:pt x="0" y="4994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7" name="Output_receptor__5486">
              <a:extLst>
                <a:ext uri="{FF2B5EF4-FFF2-40B4-BE49-F238E27FC236}">
                  <a16:creationId xmlns:a16="http://schemas.microsoft.com/office/drawing/2014/main" id="{48E27510-FD00-6E0F-9E00-80E637FF2676}"/>
                </a:ext>
              </a:extLst>
            </p:cNvPr>
            <p:cNvSpPr>
              <a:spLocks noGrp="1"/>
            </p:cNvSpPr>
            <p:nvPr/>
          </p:nvSpPr>
          <p:spPr>
            <a:xfrm>
              <a:off x="15971846" y="2491865"/>
              <a:ext cx="63606" cy="10796"/>
            </a:xfrm>
            <a:custGeom>
              <a:avLst/>
              <a:gdLst/>
              <a:ahLst/>
              <a:cxnLst/>
              <a:rect l="0" t="0" r="0" b="0"/>
              <a:pathLst>
                <a:path w="63606" h="10796">
                  <a:moveTo>
                    <a:pt x="63606" y="107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88" name="Output_receptor__5487">
              <a:extLst>
                <a:ext uri="{FF2B5EF4-FFF2-40B4-BE49-F238E27FC236}">
                  <a16:creationId xmlns:a16="http://schemas.microsoft.com/office/drawing/2014/main" id="{09039326-5DA2-B3A9-CC11-62DE80DF3A4A}"/>
                </a:ext>
              </a:extLst>
            </p:cNvPr>
            <p:cNvSpPr>
              <a:spLocks noGrp="1"/>
            </p:cNvSpPr>
            <p:nvPr/>
          </p:nvSpPr>
          <p:spPr>
            <a:xfrm>
              <a:off x="16226428" y="2730939"/>
              <a:ext cx="2641" cy="70325"/>
            </a:xfrm>
            <a:custGeom>
              <a:avLst/>
              <a:gdLst/>
              <a:ahLst/>
              <a:cxnLst/>
              <a:rect l="0" t="0" r="0" b="0"/>
              <a:pathLst>
                <a:path w="2641" h="70325">
                  <a:moveTo>
                    <a:pt x="0" y="70325"/>
                  </a:moveTo>
                  <a:lnTo>
                    <a:pt x="2641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89" name="Output_receptor__5488">
              <a:extLst>
                <a:ext uri="{FF2B5EF4-FFF2-40B4-BE49-F238E27FC236}">
                  <a16:creationId xmlns:a16="http://schemas.microsoft.com/office/drawing/2014/main" id="{94A4D2A8-064F-E8A0-21B7-BFE5E8FF7AF8}"/>
                </a:ext>
              </a:extLst>
            </p:cNvPr>
            <p:cNvSpPr>
              <a:spLocks noGrp="1"/>
            </p:cNvSpPr>
            <p:nvPr/>
          </p:nvSpPr>
          <p:spPr>
            <a:xfrm>
              <a:off x="15807324" y="2841211"/>
              <a:ext cx="95" cy="52407"/>
            </a:xfrm>
            <a:custGeom>
              <a:avLst/>
              <a:gdLst/>
              <a:ahLst/>
              <a:cxnLst/>
              <a:rect l="0" t="0" r="0" b="0"/>
              <a:pathLst>
                <a:path w="95" h="52407">
                  <a:moveTo>
                    <a:pt x="0" y="0"/>
                  </a:moveTo>
                  <a:lnTo>
                    <a:pt x="32" y="5240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0" name="Output_receptor__5489">
              <a:extLst>
                <a:ext uri="{FF2B5EF4-FFF2-40B4-BE49-F238E27FC236}">
                  <a16:creationId xmlns:a16="http://schemas.microsoft.com/office/drawing/2014/main" id="{60880027-91F5-8CE9-EA29-3BC08B1710C1}"/>
                </a:ext>
              </a:extLst>
            </p:cNvPr>
            <p:cNvSpPr>
              <a:spLocks noGrp="1"/>
            </p:cNvSpPr>
            <p:nvPr/>
          </p:nvSpPr>
          <p:spPr>
            <a:xfrm>
              <a:off x="15023899" y="2970051"/>
              <a:ext cx="1683" cy="27926"/>
            </a:xfrm>
            <a:custGeom>
              <a:avLst/>
              <a:gdLst/>
              <a:ahLst/>
              <a:cxnLst/>
              <a:rect l="0" t="0" r="0" b="0"/>
              <a:pathLst>
                <a:path w="1683" h="27926">
                  <a:moveTo>
                    <a:pt x="0" y="27926"/>
                  </a:moveTo>
                  <a:lnTo>
                    <a:pt x="1683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1" name="Output_receptor__5490">
              <a:extLst>
                <a:ext uri="{FF2B5EF4-FFF2-40B4-BE49-F238E27FC236}">
                  <a16:creationId xmlns:a16="http://schemas.microsoft.com/office/drawing/2014/main" id="{AFEE9791-71B2-96C8-7E34-B3BE52C86F2C}"/>
                </a:ext>
              </a:extLst>
            </p:cNvPr>
            <p:cNvSpPr>
              <a:spLocks noGrp="1"/>
            </p:cNvSpPr>
            <p:nvPr/>
          </p:nvSpPr>
          <p:spPr>
            <a:xfrm>
              <a:off x="15507889" y="3158293"/>
              <a:ext cx="29166" cy="40429"/>
            </a:xfrm>
            <a:custGeom>
              <a:avLst/>
              <a:gdLst/>
              <a:ahLst/>
              <a:cxnLst/>
              <a:rect l="0" t="0" r="0" b="0"/>
              <a:pathLst>
                <a:path w="29166" h="40429">
                  <a:moveTo>
                    <a:pt x="29166" y="0"/>
                  </a:moveTo>
                  <a:lnTo>
                    <a:pt x="0" y="4042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2" name="Output_receptor__5491">
              <a:extLst>
                <a:ext uri="{FF2B5EF4-FFF2-40B4-BE49-F238E27FC236}">
                  <a16:creationId xmlns:a16="http://schemas.microsoft.com/office/drawing/2014/main" id="{9EA53BFE-CA62-4F5C-C086-B39499DA3DCD}"/>
                </a:ext>
              </a:extLst>
            </p:cNvPr>
            <p:cNvSpPr>
              <a:spLocks noGrp="1"/>
            </p:cNvSpPr>
            <p:nvPr/>
          </p:nvSpPr>
          <p:spPr>
            <a:xfrm>
              <a:off x="15590080" y="2558233"/>
              <a:ext cx="10556" cy="35607"/>
            </a:xfrm>
            <a:custGeom>
              <a:avLst/>
              <a:gdLst/>
              <a:ahLst/>
              <a:cxnLst/>
              <a:rect l="0" t="0" r="0" b="0"/>
              <a:pathLst>
                <a:path w="10556" h="35607">
                  <a:moveTo>
                    <a:pt x="0" y="35607"/>
                  </a:moveTo>
                  <a:lnTo>
                    <a:pt x="10556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3" name="Output_receptor__5492">
              <a:extLst>
                <a:ext uri="{FF2B5EF4-FFF2-40B4-BE49-F238E27FC236}">
                  <a16:creationId xmlns:a16="http://schemas.microsoft.com/office/drawing/2014/main" id="{35790A9A-B23B-CC2C-64A8-747579F8122B}"/>
                </a:ext>
              </a:extLst>
            </p:cNvPr>
            <p:cNvSpPr>
              <a:spLocks noGrp="1"/>
            </p:cNvSpPr>
            <p:nvPr/>
          </p:nvSpPr>
          <p:spPr>
            <a:xfrm>
              <a:off x="15437872" y="2734462"/>
              <a:ext cx="53808" cy="3340"/>
            </a:xfrm>
            <a:custGeom>
              <a:avLst/>
              <a:gdLst/>
              <a:ahLst/>
              <a:cxnLst/>
              <a:rect l="0" t="0" r="0" b="0"/>
              <a:pathLst>
                <a:path w="53808" h="3340">
                  <a:moveTo>
                    <a:pt x="0" y="3340"/>
                  </a:moveTo>
                  <a:lnTo>
                    <a:pt x="53808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4" name="Output_receptor__5493">
              <a:extLst>
                <a:ext uri="{FF2B5EF4-FFF2-40B4-BE49-F238E27FC236}">
                  <a16:creationId xmlns:a16="http://schemas.microsoft.com/office/drawing/2014/main" id="{730E1AA4-226D-8D72-9397-97A3B9BD88B2}"/>
                </a:ext>
              </a:extLst>
            </p:cNvPr>
            <p:cNvSpPr>
              <a:spLocks noGrp="1"/>
            </p:cNvSpPr>
            <p:nvPr/>
          </p:nvSpPr>
          <p:spPr>
            <a:xfrm>
              <a:off x="16062065" y="2277473"/>
              <a:ext cx="12282" cy="71141"/>
            </a:xfrm>
            <a:custGeom>
              <a:avLst/>
              <a:gdLst/>
              <a:ahLst/>
              <a:cxnLst/>
              <a:rect l="0" t="0" r="0" b="0"/>
              <a:pathLst>
                <a:path w="12282" h="71141">
                  <a:moveTo>
                    <a:pt x="0" y="71141"/>
                  </a:moveTo>
                  <a:lnTo>
                    <a:pt x="1228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5" name="Output_receptor__5494">
              <a:extLst>
                <a:ext uri="{FF2B5EF4-FFF2-40B4-BE49-F238E27FC236}">
                  <a16:creationId xmlns:a16="http://schemas.microsoft.com/office/drawing/2014/main" id="{4C2DE7B0-E320-60CA-484E-2F2E9A13324D}"/>
                </a:ext>
              </a:extLst>
            </p:cNvPr>
            <p:cNvSpPr>
              <a:spLocks noGrp="1"/>
            </p:cNvSpPr>
            <p:nvPr/>
          </p:nvSpPr>
          <p:spPr>
            <a:xfrm>
              <a:off x="15983519" y="3318434"/>
              <a:ext cx="69047" cy="3260"/>
            </a:xfrm>
            <a:custGeom>
              <a:avLst/>
              <a:gdLst/>
              <a:ahLst/>
              <a:cxnLst/>
              <a:rect l="0" t="0" r="0" b="0"/>
              <a:pathLst>
                <a:path w="69047" h="3260">
                  <a:moveTo>
                    <a:pt x="0" y="3260"/>
                  </a:moveTo>
                  <a:lnTo>
                    <a:pt x="69047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6" name="Output_receptor__5495">
              <a:extLst>
                <a:ext uri="{FF2B5EF4-FFF2-40B4-BE49-F238E27FC236}">
                  <a16:creationId xmlns:a16="http://schemas.microsoft.com/office/drawing/2014/main" id="{E1C17139-568D-1E9A-E9A0-A76AB4FFE45E}"/>
                </a:ext>
              </a:extLst>
            </p:cNvPr>
            <p:cNvSpPr>
              <a:spLocks noGrp="1"/>
            </p:cNvSpPr>
            <p:nvPr/>
          </p:nvSpPr>
          <p:spPr>
            <a:xfrm>
              <a:off x="15944035" y="2766746"/>
              <a:ext cx="45505" cy="49015"/>
            </a:xfrm>
            <a:custGeom>
              <a:avLst/>
              <a:gdLst/>
              <a:ahLst/>
              <a:cxnLst/>
              <a:rect l="0" t="0" r="0" b="0"/>
              <a:pathLst>
                <a:path w="45505" h="49015">
                  <a:moveTo>
                    <a:pt x="45505" y="4901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7" name="Output_receptor__5496">
              <a:extLst>
                <a:ext uri="{FF2B5EF4-FFF2-40B4-BE49-F238E27FC236}">
                  <a16:creationId xmlns:a16="http://schemas.microsoft.com/office/drawing/2014/main" id="{51410695-6A4D-6A50-00DB-304D1640133B}"/>
                </a:ext>
              </a:extLst>
            </p:cNvPr>
            <p:cNvSpPr>
              <a:spLocks noGrp="1"/>
            </p:cNvSpPr>
            <p:nvPr/>
          </p:nvSpPr>
          <p:spPr>
            <a:xfrm>
              <a:off x="15575014" y="3037746"/>
              <a:ext cx="8856" cy="72454"/>
            </a:xfrm>
            <a:custGeom>
              <a:avLst/>
              <a:gdLst/>
              <a:ahLst/>
              <a:cxnLst/>
              <a:rect l="0" t="0" r="0" b="0"/>
              <a:pathLst>
                <a:path w="8856" h="72454">
                  <a:moveTo>
                    <a:pt x="0" y="0"/>
                  </a:moveTo>
                  <a:lnTo>
                    <a:pt x="8856" y="7245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498" name="Output_receptor__5497">
              <a:extLst>
                <a:ext uri="{FF2B5EF4-FFF2-40B4-BE49-F238E27FC236}">
                  <a16:creationId xmlns:a16="http://schemas.microsoft.com/office/drawing/2014/main" id="{E45DAABD-ED07-8AB3-771B-44DC3653A0DF}"/>
                </a:ext>
              </a:extLst>
            </p:cNvPr>
            <p:cNvSpPr>
              <a:spLocks noGrp="1"/>
            </p:cNvSpPr>
            <p:nvPr/>
          </p:nvSpPr>
          <p:spPr>
            <a:xfrm>
              <a:off x="15099084" y="3060502"/>
              <a:ext cx="17037" cy="16401"/>
            </a:xfrm>
            <a:custGeom>
              <a:avLst/>
              <a:gdLst/>
              <a:ahLst/>
              <a:cxnLst/>
              <a:rect l="0" t="0" r="0" b="0"/>
              <a:pathLst>
                <a:path w="17037" h="16401">
                  <a:moveTo>
                    <a:pt x="17037" y="0"/>
                  </a:moveTo>
                  <a:lnTo>
                    <a:pt x="0" y="1640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499" name="Output_receptor__5498">
              <a:extLst>
                <a:ext uri="{FF2B5EF4-FFF2-40B4-BE49-F238E27FC236}">
                  <a16:creationId xmlns:a16="http://schemas.microsoft.com/office/drawing/2014/main" id="{1D516BDB-C076-529F-E752-AD31D0A2BD50}"/>
                </a:ext>
              </a:extLst>
            </p:cNvPr>
            <p:cNvSpPr>
              <a:spLocks noGrp="1"/>
            </p:cNvSpPr>
            <p:nvPr/>
          </p:nvSpPr>
          <p:spPr>
            <a:xfrm>
              <a:off x="16195508" y="3716092"/>
              <a:ext cx="21311" cy="40445"/>
            </a:xfrm>
            <a:custGeom>
              <a:avLst/>
              <a:gdLst/>
              <a:ahLst/>
              <a:cxnLst/>
              <a:rect l="0" t="0" r="0" b="0"/>
              <a:pathLst>
                <a:path w="21311" h="40445">
                  <a:moveTo>
                    <a:pt x="21311" y="0"/>
                  </a:moveTo>
                  <a:lnTo>
                    <a:pt x="0" y="40445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00" name="Output_receptor__5499">
              <a:extLst>
                <a:ext uri="{FF2B5EF4-FFF2-40B4-BE49-F238E27FC236}">
                  <a16:creationId xmlns:a16="http://schemas.microsoft.com/office/drawing/2014/main" id="{692F89CA-F738-132B-EEC7-B8003DE5E9D9}"/>
                </a:ext>
              </a:extLst>
            </p:cNvPr>
            <p:cNvSpPr>
              <a:spLocks noGrp="1"/>
            </p:cNvSpPr>
            <p:nvPr/>
          </p:nvSpPr>
          <p:spPr>
            <a:xfrm>
              <a:off x="15623582" y="3548418"/>
              <a:ext cx="1601" cy="9016"/>
            </a:xfrm>
            <a:custGeom>
              <a:avLst/>
              <a:gdLst/>
              <a:ahLst/>
              <a:cxnLst/>
              <a:rect l="0" t="0" r="0" b="0"/>
              <a:pathLst>
                <a:path w="1601" h="9016">
                  <a:moveTo>
                    <a:pt x="1601" y="0"/>
                  </a:moveTo>
                  <a:lnTo>
                    <a:pt x="0" y="901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01" name="Output_receptor__5500">
              <a:extLst>
                <a:ext uri="{FF2B5EF4-FFF2-40B4-BE49-F238E27FC236}">
                  <a16:creationId xmlns:a16="http://schemas.microsoft.com/office/drawing/2014/main" id="{38A88181-0120-F64C-EE2B-12BB65D5CF15}"/>
                </a:ext>
              </a:extLst>
            </p:cNvPr>
            <p:cNvSpPr>
              <a:spLocks noGrp="1"/>
            </p:cNvSpPr>
            <p:nvPr/>
          </p:nvSpPr>
          <p:spPr>
            <a:xfrm>
              <a:off x="15954015" y="2332827"/>
              <a:ext cx="20042" cy="54829"/>
            </a:xfrm>
            <a:custGeom>
              <a:avLst/>
              <a:gdLst/>
              <a:ahLst/>
              <a:cxnLst/>
              <a:rect l="0" t="0" r="0" b="0"/>
              <a:pathLst>
                <a:path w="20042" h="54829">
                  <a:moveTo>
                    <a:pt x="0" y="54829"/>
                  </a:moveTo>
                  <a:lnTo>
                    <a:pt x="20042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2" name="Output_receptor__5501">
              <a:extLst>
                <a:ext uri="{FF2B5EF4-FFF2-40B4-BE49-F238E27FC236}">
                  <a16:creationId xmlns:a16="http://schemas.microsoft.com/office/drawing/2014/main" id="{0E87BF05-5535-CC03-D95B-D4069B948F82}"/>
                </a:ext>
              </a:extLst>
            </p:cNvPr>
            <p:cNvSpPr>
              <a:spLocks noGrp="1"/>
            </p:cNvSpPr>
            <p:nvPr/>
          </p:nvSpPr>
          <p:spPr>
            <a:xfrm>
              <a:off x="15173716" y="3065990"/>
              <a:ext cx="20557" cy="38292"/>
            </a:xfrm>
            <a:custGeom>
              <a:avLst/>
              <a:gdLst/>
              <a:ahLst/>
              <a:cxnLst/>
              <a:rect l="0" t="0" r="0" b="0"/>
              <a:pathLst>
                <a:path w="20557" h="38292">
                  <a:moveTo>
                    <a:pt x="20557" y="0"/>
                  </a:moveTo>
                  <a:lnTo>
                    <a:pt x="0" y="3829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3" name="Output_receptor__5502">
              <a:extLst>
                <a:ext uri="{FF2B5EF4-FFF2-40B4-BE49-F238E27FC236}">
                  <a16:creationId xmlns:a16="http://schemas.microsoft.com/office/drawing/2014/main" id="{1CD7D733-407A-7FAA-0EB7-38122C85DC7F}"/>
                </a:ext>
              </a:extLst>
            </p:cNvPr>
            <p:cNvSpPr>
              <a:spLocks noGrp="1"/>
            </p:cNvSpPr>
            <p:nvPr/>
          </p:nvSpPr>
          <p:spPr>
            <a:xfrm>
              <a:off x="16314596" y="3544665"/>
              <a:ext cx="10104" cy="62141"/>
            </a:xfrm>
            <a:custGeom>
              <a:avLst/>
              <a:gdLst/>
              <a:ahLst/>
              <a:cxnLst/>
              <a:rect l="0" t="0" r="0" b="0"/>
              <a:pathLst>
                <a:path w="10104" h="62141">
                  <a:moveTo>
                    <a:pt x="10104" y="6214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4" name="Output_receptor__5503">
              <a:extLst>
                <a:ext uri="{FF2B5EF4-FFF2-40B4-BE49-F238E27FC236}">
                  <a16:creationId xmlns:a16="http://schemas.microsoft.com/office/drawing/2014/main" id="{B9806388-E77A-B48D-2C88-A84143FD18B2}"/>
                </a:ext>
              </a:extLst>
            </p:cNvPr>
            <p:cNvSpPr>
              <a:spLocks noGrp="1"/>
            </p:cNvSpPr>
            <p:nvPr/>
          </p:nvSpPr>
          <p:spPr>
            <a:xfrm>
              <a:off x="14950382" y="3179168"/>
              <a:ext cx="62756" cy="30613"/>
            </a:xfrm>
            <a:custGeom>
              <a:avLst/>
              <a:gdLst/>
              <a:ahLst/>
              <a:cxnLst/>
              <a:rect l="0" t="0" r="0" b="0"/>
              <a:pathLst>
                <a:path w="62756" h="30613">
                  <a:moveTo>
                    <a:pt x="62756" y="306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5" name="Output_receptor__5504">
              <a:extLst>
                <a:ext uri="{FF2B5EF4-FFF2-40B4-BE49-F238E27FC236}">
                  <a16:creationId xmlns:a16="http://schemas.microsoft.com/office/drawing/2014/main" id="{A6F6B9BE-8C61-36A3-96C4-A4EB688D9511}"/>
                </a:ext>
              </a:extLst>
            </p:cNvPr>
            <p:cNvSpPr>
              <a:spLocks noGrp="1"/>
            </p:cNvSpPr>
            <p:nvPr/>
          </p:nvSpPr>
          <p:spPr>
            <a:xfrm>
              <a:off x="15356526" y="3204909"/>
              <a:ext cx="51305" cy="20302"/>
            </a:xfrm>
            <a:custGeom>
              <a:avLst/>
              <a:gdLst/>
              <a:ahLst/>
              <a:cxnLst/>
              <a:rect l="0" t="0" r="0" b="0"/>
              <a:pathLst>
                <a:path w="51305" h="20302">
                  <a:moveTo>
                    <a:pt x="0" y="20302"/>
                  </a:moveTo>
                  <a:lnTo>
                    <a:pt x="51305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6" name="Output_receptor__5505">
              <a:extLst>
                <a:ext uri="{FF2B5EF4-FFF2-40B4-BE49-F238E27FC236}">
                  <a16:creationId xmlns:a16="http://schemas.microsoft.com/office/drawing/2014/main" id="{AA787042-9216-76B8-FD11-678C3F5E6E82}"/>
                </a:ext>
              </a:extLst>
            </p:cNvPr>
            <p:cNvSpPr>
              <a:spLocks noGrp="1"/>
            </p:cNvSpPr>
            <p:nvPr/>
          </p:nvSpPr>
          <p:spPr>
            <a:xfrm>
              <a:off x="16227496" y="3034725"/>
              <a:ext cx="21912" cy="7087"/>
            </a:xfrm>
            <a:custGeom>
              <a:avLst/>
              <a:gdLst/>
              <a:ahLst/>
              <a:cxnLst/>
              <a:rect l="0" t="0" r="0" b="0"/>
              <a:pathLst>
                <a:path w="21912" h="7087">
                  <a:moveTo>
                    <a:pt x="0" y="0"/>
                  </a:moveTo>
                  <a:lnTo>
                    <a:pt x="21912" y="708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7" name="Output_receptor__5506">
              <a:extLst>
                <a:ext uri="{FF2B5EF4-FFF2-40B4-BE49-F238E27FC236}">
                  <a16:creationId xmlns:a16="http://schemas.microsoft.com/office/drawing/2014/main" id="{208EB0FB-87BD-44D1-5EBA-91A698F805D4}"/>
                </a:ext>
              </a:extLst>
            </p:cNvPr>
            <p:cNvSpPr>
              <a:spLocks noGrp="1"/>
            </p:cNvSpPr>
            <p:nvPr/>
          </p:nvSpPr>
          <p:spPr>
            <a:xfrm>
              <a:off x="15897600" y="2387656"/>
              <a:ext cx="56414" cy="31597"/>
            </a:xfrm>
            <a:custGeom>
              <a:avLst/>
              <a:gdLst/>
              <a:ahLst/>
              <a:cxnLst/>
              <a:rect l="0" t="0" r="0" b="0"/>
              <a:pathLst>
                <a:path w="56414" h="31597">
                  <a:moveTo>
                    <a:pt x="0" y="31597"/>
                  </a:moveTo>
                  <a:lnTo>
                    <a:pt x="56414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8" name="Output_receptor__5507">
              <a:extLst>
                <a:ext uri="{FF2B5EF4-FFF2-40B4-BE49-F238E27FC236}">
                  <a16:creationId xmlns:a16="http://schemas.microsoft.com/office/drawing/2014/main" id="{302BA0B0-DA85-C22B-C8B3-AE369ECF624D}"/>
                </a:ext>
              </a:extLst>
            </p:cNvPr>
            <p:cNvSpPr>
              <a:spLocks noGrp="1"/>
            </p:cNvSpPr>
            <p:nvPr/>
          </p:nvSpPr>
          <p:spPr>
            <a:xfrm>
              <a:off x="15884620" y="2835375"/>
              <a:ext cx="19529" cy="14988"/>
            </a:xfrm>
            <a:custGeom>
              <a:avLst/>
              <a:gdLst/>
              <a:ahLst/>
              <a:cxnLst/>
              <a:rect l="0" t="0" r="0" b="0"/>
              <a:pathLst>
                <a:path w="19529" h="14988">
                  <a:moveTo>
                    <a:pt x="19529" y="1498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09" name="Output_receptor__5508">
              <a:extLst>
                <a:ext uri="{FF2B5EF4-FFF2-40B4-BE49-F238E27FC236}">
                  <a16:creationId xmlns:a16="http://schemas.microsoft.com/office/drawing/2014/main" id="{F65A3BE2-0DBF-8CFB-6E9B-C5CBC4F6D01A}"/>
                </a:ext>
              </a:extLst>
            </p:cNvPr>
            <p:cNvSpPr>
              <a:spLocks noGrp="1"/>
            </p:cNvSpPr>
            <p:nvPr/>
          </p:nvSpPr>
          <p:spPr>
            <a:xfrm>
              <a:off x="15584999" y="3272480"/>
              <a:ext cx="6885" cy="65516"/>
            </a:xfrm>
            <a:custGeom>
              <a:avLst/>
              <a:gdLst/>
              <a:ahLst/>
              <a:cxnLst/>
              <a:rect l="0" t="0" r="0" b="0"/>
              <a:pathLst>
                <a:path w="6885" h="65516">
                  <a:moveTo>
                    <a:pt x="6885" y="6551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0" name="Output_receptor__5509">
              <a:extLst>
                <a:ext uri="{FF2B5EF4-FFF2-40B4-BE49-F238E27FC236}">
                  <a16:creationId xmlns:a16="http://schemas.microsoft.com/office/drawing/2014/main" id="{586E6196-98A4-27C7-98B7-9FF3D5854D5E}"/>
                </a:ext>
              </a:extLst>
            </p:cNvPr>
            <p:cNvSpPr>
              <a:spLocks noGrp="1"/>
            </p:cNvSpPr>
            <p:nvPr/>
          </p:nvSpPr>
          <p:spPr>
            <a:xfrm>
              <a:off x="15574781" y="3465322"/>
              <a:ext cx="10964" cy="8285"/>
            </a:xfrm>
            <a:custGeom>
              <a:avLst/>
              <a:gdLst/>
              <a:ahLst/>
              <a:cxnLst/>
              <a:rect l="0" t="0" r="0" b="0"/>
              <a:pathLst>
                <a:path w="10964" h="8285">
                  <a:moveTo>
                    <a:pt x="10964" y="0"/>
                  </a:moveTo>
                  <a:lnTo>
                    <a:pt x="0" y="828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1" name="Output_receptor__5510">
              <a:extLst>
                <a:ext uri="{FF2B5EF4-FFF2-40B4-BE49-F238E27FC236}">
                  <a16:creationId xmlns:a16="http://schemas.microsoft.com/office/drawing/2014/main" id="{00B02A2E-7047-1BF4-2907-1CC12CAD59E1}"/>
                </a:ext>
              </a:extLst>
            </p:cNvPr>
            <p:cNvSpPr>
              <a:spLocks noGrp="1"/>
            </p:cNvSpPr>
            <p:nvPr/>
          </p:nvSpPr>
          <p:spPr>
            <a:xfrm>
              <a:off x="15067692" y="3144444"/>
              <a:ext cx="41971" cy="2938"/>
            </a:xfrm>
            <a:custGeom>
              <a:avLst/>
              <a:gdLst/>
              <a:ahLst/>
              <a:cxnLst/>
              <a:rect l="0" t="0" r="0" b="0"/>
              <a:pathLst>
                <a:path w="41971" h="2938">
                  <a:moveTo>
                    <a:pt x="41971" y="29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2" name="Output_receptor__5511">
              <a:extLst>
                <a:ext uri="{FF2B5EF4-FFF2-40B4-BE49-F238E27FC236}">
                  <a16:creationId xmlns:a16="http://schemas.microsoft.com/office/drawing/2014/main" id="{39CAC293-FA64-3A74-F602-192BAB4E69D1}"/>
                </a:ext>
              </a:extLst>
            </p:cNvPr>
            <p:cNvSpPr>
              <a:spLocks noGrp="1"/>
            </p:cNvSpPr>
            <p:nvPr/>
          </p:nvSpPr>
          <p:spPr>
            <a:xfrm>
              <a:off x="15653622" y="3636536"/>
              <a:ext cx="6921" cy="10695"/>
            </a:xfrm>
            <a:custGeom>
              <a:avLst/>
              <a:gdLst/>
              <a:ahLst/>
              <a:cxnLst/>
              <a:rect l="0" t="0" r="0" b="0"/>
              <a:pathLst>
                <a:path w="6921" h="10695">
                  <a:moveTo>
                    <a:pt x="0" y="0"/>
                  </a:moveTo>
                  <a:lnTo>
                    <a:pt x="6921" y="1069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3" name="Output_receptor__5512">
              <a:extLst>
                <a:ext uri="{FF2B5EF4-FFF2-40B4-BE49-F238E27FC236}">
                  <a16:creationId xmlns:a16="http://schemas.microsoft.com/office/drawing/2014/main" id="{BF1759C2-036E-8DE6-485E-E03926FE1C7D}"/>
                </a:ext>
              </a:extLst>
            </p:cNvPr>
            <p:cNvSpPr>
              <a:spLocks noGrp="1"/>
            </p:cNvSpPr>
            <p:nvPr/>
          </p:nvSpPr>
          <p:spPr>
            <a:xfrm>
              <a:off x="15974057" y="2292016"/>
              <a:ext cx="13790" cy="40811"/>
            </a:xfrm>
            <a:custGeom>
              <a:avLst/>
              <a:gdLst/>
              <a:ahLst/>
              <a:cxnLst/>
              <a:rect l="0" t="0" r="0" b="0"/>
              <a:pathLst>
                <a:path w="13790" h="40811">
                  <a:moveTo>
                    <a:pt x="0" y="40811"/>
                  </a:moveTo>
                  <a:lnTo>
                    <a:pt x="1379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4" name="Output_receptor__5513">
              <a:extLst>
                <a:ext uri="{FF2B5EF4-FFF2-40B4-BE49-F238E27FC236}">
                  <a16:creationId xmlns:a16="http://schemas.microsoft.com/office/drawing/2014/main" id="{14C29798-B84C-3152-35EF-5179E65E82BB}"/>
                </a:ext>
              </a:extLst>
            </p:cNvPr>
            <p:cNvSpPr>
              <a:spLocks noGrp="1"/>
            </p:cNvSpPr>
            <p:nvPr/>
          </p:nvSpPr>
          <p:spPr>
            <a:xfrm>
              <a:off x="15491680" y="2693072"/>
              <a:ext cx="53904" cy="41390"/>
            </a:xfrm>
            <a:custGeom>
              <a:avLst/>
              <a:gdLst/>
              <a:ahLst/>
              <a:cxnLst/>
              <a:rect l="0" t="0" r="0" b="0"/>
              <a:pathLst>
                <a:path w="53904" h="41390">
                  <a:moveTo>
                    <a:pt x="0" y="41390"/>
                  </a:moveTo>
                  <a:lnTo>
                    <a:pt x="53904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5" name="Output_receptor__5514">
              <a:extLst>
                <a:ext uri="{FF2B5EF4-FFF2-40B4-BE49-F238E27FC236}">
                  <a16:creationId xmlns:a16="http://schemas.microsoft.com/office/drawing/2014/main" id="{368A7ACE-7D06-BE45-BA4F-679E41AF351B}"/>
                </a:ext>
              </a:extLst>
            </p:cNvPr>
            <p:cNvSpPr>
              <a:spLocks noGrp="1"/>
            </p:cNvSpPr>
            <p:nvPr/>
          </p:nvSpPr>
          <p:spPr>
            <a:xfrm>
              <a:off x="15584999" y="3244818"/>
              <a:ext cx="55717" cy="27661"/>
            </a:xfrm>
            <a:custGeom>
              <a:avLst/>
              <a:gdLst/>
              <a:ahLst/>
              <a:cxnLst/>
              <a:rect l="0" t="0" r="0" b="0"/>
              <a:pathLst>
                <a:path w="55717" h="27661">
                  <a:moveTo>
                    <a:pt x="0" y="27661"/>
                  </a:moveTo>
                  <a:lnTo>
                    <a:pt x="55717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6" name="Output_receptor__5515">
              <a:extLst>
                <a:ext uri="{FF2B5EF4-FFF2-40B4-BE49-F238E27FC236}">
                  <a16:creationId xmlns:a16="http://schemas.microsoft.com/office/drawing/2014/main" id="{6D7111CD-0532-7A90-5BE9-15BC5DE372F7}"/>
                </a:ext>
              </a:extLst>
            </p:cNvPr>
            <p:cNvSpPr>
              <a:spLocks noGrp="1"/>
            </p:cNvSpPr>
            <p:nvPr/>
          </p:nvSpPr>
          <p:spPr>
            <a:xfrm>
              <a:off x="15707489" y="2828750"/>
              <a:ext cx="21320" cy="67827"/>
            </a:xfrm>
            <a:custGeom>
              <a:avLst/>
              <a:gdLst/>
              <a:ahLst/>
              <a:cxnLst/>
              <a:rect l="0" t="0" r="0" b="0"/>
              <a:pathLst>
                <a:path w="21320" h="67827">
                  <a:moveTo>
                    <a:pt x="21320" y="0"/>
                  </a:moveTo>
                  <a:lnTo>
                    <a:pt x="0" y="6782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7" name="Output_receptor__5516">
              <a:extLst>
                <a:ext uri="{FF2B5EF4-FFF2-40B4-BE49-F238E27FC236}">
                  <a16:creationId xmlns:a16="http://schemas.microsoft.com/office/drawing/2014/main" id="{1DC830FB-5885-EA58-14D9-04A64E66A80F}"/>
                </a:ext>
              </a:extLst>
            </p:cNvPr>
            <p:cNvSpPr>
              <a:spLocks noGrp="1"/>
            </p:cNvSpPr>
            <p:nvPr/>
          </p:nvSpPr>
          <p:spPr>
            <a:xfrm>
              <a:off x="16229069" y="2717596"/>
              <a:ext cx="52793" cy="13343"/>
            </a:xfrm>
            <a:custGeom>
              <a:avLst/>
              <a:gdLst/>
              <a:ahLst/>
              <a:cxnLst/>
              <a:rect l="0" t="0" r="0" b="0"/>
              <a:pathLst>
                <a:path w="52793" h="13343">
                  <a:moveTo>
                    <a:pt x="0" y="13343"/>
                  </a:moveTo>
                  <a:lnTo>
                    <a:pt x="5279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8" name="Output_receptor__5517">
              <a:extLst>
                <a:ext uri="{FF2B5EF4-FFF2-40B4-BE49-F238E27FC236}">
                  <a16:creationId xmlns:a16="http://schemas.microsoft.com/office/drawing/2014/main" id="{3BF45D76-354A-5F18-A04F-185AD8208CDD}"/>
                </a:ext>
              </a:extLst>
            </p:cNvPr>
            <p:cNvSpPr>
              <a:spLocks noGrp="1"/>
            </p:cNvSpPr>
            <p:nvPr/>
          </p:nvSpPr>
          <p:spPr>
            <a:xfrm>
              <a:off x="15127301" y="2827857"/>
              <a:ext cx="70757" cy="2315"/>
            </a:xfrm>
            <a:custGeom>
              <a:avLst/>
              <a:gdLst/>
              <a:ahLst/>
              <a:cxnLst/>
              <a:rect l="0" t="0" r="0" b="0"/>
              <a:pathLst>
                <a:path w="70757" h="2315">
                  <a:moveTo>
                    <a:pt x="70757" y="0"/>
                  </a:moveTo>
                  <a:lnTo>
                    <a:pt x="0" y="231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19" name="Output_receptor__5518">
              <a:extLst>
                <a:ext uri="{FF2B5EF4-FFF2-40B4-BE49-F238E27FC236}">
                  <a16:creationId xmlns:a16="http://schemas.microsoft.com/office/drawing/2014/main" id="{39231838-B82C-7836-6D67-EC410149976B}"/>
                </a:ext>
              </a:extLst>
            </p:cNvPr>
            <p:cNvSpPr>
              <a:spLocks noGrp="1"/>
            </p:cNvSpPr>
            <p:nvPr/>
          </p:nvSpPr>
          <p:spPr>
            <a:xfrm>
              <a:off x="16167459" y="2242089"/>
              <a:ext cx="8253" cy="57417"/>
            </a:xfrm>
            <a:custGeom>
              <a:avLst/>
              <a:gdLst/>
              <a:ahLst/>
              <a:cxnLst/>
              <a:rect l="0" t="0" r="0" b="0"/>
              <a:pathLst>
                <a:path w="8253" h="57417">
                  <a:moveTo>
                    <a:pt x="0" y="57417"/>
                  </a:moveTo>
                  <a:lnTo>
                    <a:pt x="825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0" name="Output_receptor__5519">
              <a:extLst>
                <a:ext uri="{FF2B5EF4-FFF2-40B4-BE49-F238E27FC236}">
                  <a16:creationId xmlns:a16="http://schemas.microsoft.com/office/drawing/2014/main" id="{50CA201E-6AE8-AC83-1EFD-167F868C6D4A}"/>
                </a:ext>
              </a:extLst>
            </p:cNvPr>
            <p:cNvSpPr>
              <a:spLocks noGrp="1"/>
            </p:cNvSpPr>
            <p:nvPr/>
          </p:nvSpPr>
          <p:spPr>
            <a:xfrm>
              <a:off x="15198057" y="2827857"/>
              <a:ext cx="46242" cy="54117"/>
            </a:xfrm>
            <a:custGeom>
              <a:avLst/>
              <a:gdLst/>
              <a:ahLst/>
              <a:cxnLst/>
              <a:rect l="0" t="0" r="0" b="0"/>
              <a:pathLst>
                <a:path w="46242" h="54117">
                  <a:moveTo>
                    <a:pt x="46242" y="5411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1" name="Output_receptor__5520">
              <a:extLst>
                <a:ext uri="{FF2B5EF4-FFF2-40B4-BE49-F238E27FC236}">
                  <a16:creationId xmlns:a16="http://schemas.microsoft.com/office/drawing/2014/main" id="{B93D48A9-A62D-F084-9ECF-1487B5F7AB67}"/>
                </a:ext>
              </a:extLst>
            </p:cNvPr>
            <p:cNvSpPr>
              <a:spLocks noGrp="1"/>
            </p:cNvSpPr>
            <p:nvPr/>
          </p:nvSpPr>
          <p:spPr>
            <a:xfrm>
              <a:off x="16240817" y="2378140"/>
              <a:ext cx="6736" cy="58686"/>
            </a:xfrm>
            <a:custGeom>
              <a:avLst/>
              <a:gdLst/>
              <a:ahLst/>
              <a:cxnLst/>
              <a:rect l="0" t="0" r="0" b="0"/>
              <a:pathLst>
                <a:path w="6736" h="58686">
                  <a:moveTo>
                    <a:pt x="0" y="0"/>
                  </a:moveTo>
                  <a:lnTo>
                    <a:pt x="6736" y="5868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2" name="Output_receptor__5521">
              <a:extLst>
                <a:ext uri="{FF2B5EF4-FFF2-40B4-BE49-F238E27FC236}">
                  <a16:creationId xmlns:a16="http://schemas.microsoft.com/office/drawing/2014/main" id="{38E7C31A-9A81-80E8-BEA1-FD9CC52818D3}"/>
                </a:ext>
              </a:extLst>
            </p:cNvPr>
            <p:cNvSpPr>
              <a:spLocks noGrp="1"/>
            </p:cNvSpPr>
            <p:nvPr/>
          </p:nvSpPr>
          <p:spPr>
            <a:xfrm>
              <a:off x="15968321" y="3008945"/>
              <a:ext cx="57271" cy="9503"/>
            </a:xfrm>
            <a:custGeom>
              <a:avLst/>
              <a:gdLst/>
              <a:ahLst/>
              <a:cxnLst/>
              <a:rect l="0" t="0" r="0" b="0"/>
              <a:pathLst>
                <a:path w="57271" h="9503">
                  <a:moveTo>
                    <a:pt x="0" y="0"/>
                  </a:moveTo>
                  <a:lnTo>
                    <a:pt x="57271" y="950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3" name="Output_receptor__5522">
              <a:extLst>
                <a:ext uri="{FF2B5EF4-FFF2-40B4-BE49-F238E27FC236}">
                  <a16:creationId xmlns:a16="http://schemas.microsoft.com/office/drawing/2014/main" id="{24B3BC8A-0562-281F-83AE-B0A3839FF158}"/>
                </a:ext>
              </a:extLst>
            </p:cNvPr>
            <p:cNvSpPr>
              <a:spLocks noGrp="1"/>
            </p:cNvSpPr>
            <p:nvPr/>
          </p:nvSpPr>
          <p:spPr>
            <a:xfrm>
              <a:off x="16114138" y="2898206"/>
              <a:ext cx="3442" cy="58807"/>
            </a:xfrm>
            <a:custGeom>
              <a:avLst/>
              <a:gdLst/>
              <a:ahLst/>
              <a:cxnLst/>
              <a:rect l="0" t="0" r="0" b="0"/>
              <a:pathLst>
                <a:path w="3442" h="58807">
                  <a:moveTo>
                    <a:pt x="3442" y="0"/>
                  </a:moveTo>
                  <a:lnTo>
                    <a:pt x="0" y="58807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4" name="Output_receptor__5523">
              <a:extLst>
                <a:ext uri="{FF2B5EF4-FFF2-40B4-BE49-F238E27FC236}">
                  <a16:creationId xmlns:a16="http://schemas.microsoft.com/office/drawing/2014/main" id="{E62D5319-E499-04E1-CCBF-70631A222FC3}"/>
                </a:ext>
              </a:extLst>
            </p:cNvPr>
            <p:cNvSpPr>
              <a:spLocks noGrp="1"/>
            </p:cNvSpPr>
            <p:nvPr/>
          </p:nvSpPr>
          <p:spPr>
            <a:xfrm>
              <a:off x="16034903" y="2502660"/>
              <a:ext cx="550" cy="71403"/>
            </a:xfrm>
            <a:custGeom>
              <a:avLst/>
              <a:gdLst/>
              <a:ahLst/>
              <a:cxnLst/>
              <a:rect l="0" t="0" r="0" b="0"/>
              <a:pathLst>
                <a:path w="550" h="71403">
                  <a:moveTo>
                    <a:pt x="0" y="71403"/>
                  </a:moveTo>
                  <a:lnTo>
                    <a:pt x="55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5" name="Output_receptor__5524">
              <a:extLst>
                <a:ext uri="{FF2B5EF4-FFF2-40B4-BE49-F238E27FC236}">
                  <a16:creationId xmlns:a16="http://schemas.microsoft.com/office/drawing/2014/main" id="{4D170DA4-D99A-F4AD-44F8-BD9FFED8D5D6}"/>
                </a:ext>
              </a:extLst>
            </p:cNvPr>
            <p:cNvSpPr>
              <a:spLocks noGrp="1"/>
            </p:cNvSpPr>
            <p:nvPr/>
          </p:nvSpPr>
          <p:spPr>
            <a:xfrm>
              <a:off x="15711538" y="3683759"/>
              <a:ext cx="51089" cy="42085"/>
            </a:xfrm>
            <a:custGeom>
              <a:avLst/>
              <a:gdLst/>
              <a:ahLst/>
              <a:cxnLst/>
              <a:rect l="0" t="0" r="0" b="0"/>
              <a:pathLst>
                <a:path w="51089" h="42085">
                  <a:moveTo>
                    <a:pt x="0" y="42085"/>
                  </a:moveTo>
                  <a:lnTo>
                    <a:pt x="51089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6" name="Output_receptor__5525">
              <a:extLst>
                <a:ext uri="{FF2B5EF4-FFF2-40B4-BE49-F238E27FC236}">
                  <a16:creationId xmlns:a16="http://schemas.microsoft.com/office/drawing/2014/main" id="{6809357C-AA86-0F92-C19B-08049C7AEBF7}"/>
                </a:ext>
              </a:extLst>
            </p:cNvPr>
            <p:cNvSpPr>
              <a:spLocks noGrp="1"/>
            </p:cNvSpPr>
            <p:nvPr/>
          </p:nvSpPr>
          <p:spPr>
            <a:xfrm>
              <a:off x="15398772" y="3703530"/>
              <a:ext cx="30747" cy="35436"/>
            </a:xfrm>
            <a:custGeom>
              <a:avLst/>
              <a:gdLst/>
              <a:ahLst/>
              <a:cxnLst/>
              <a:rect l="0" t="0" r="0" b="0"/>
              <a:pathLst>
                <a:path w="30747" h="35436">
                  <a:moveTo>
                    <a:pt x="0" y="35436"/>
                  </a:moveTo>
                  <a:lnTo>
                    <a:pt x="30747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27" name="Output_receptor__5526">
              <a:extLst>
                <a:ext uri="{FF2B5EF4-FFF2-40B4-BE49-F238E27FC236}">
                  <a16:creationId xmlns:a16="http://schemas.microsoft.com/office/drawing/2014/main" id="{1C19DB48-2FAA-AFC3-D93D-A575B1C847ED}"/>
                </a:ext>
              </a:extLst>
            </p:cNvPr>
            <p:cNvSpPr>
              <a:spLocks noGrp="1"/>
            </p:cNvSpPr>
            <p:nvPr/>
          </p:nvSpPr>
          <p:spPr>
            <a:xfrm>
              <a:off x="15462984" y="3198721"/>
              <a:ext cx="44905" cy="55793"/>
            </a:xfrm>
            <a:custGeom>
              <a:avLst/>
              <a:gdLst/>
              <a:ahLst/>
              <a:cxnLst/>
              <a:rect l="0" t="0" r="0" b="0"/>
              <a:pathLst>
                <a:path w="44905" h="55793">
                  <a:moveTo>
                    <a:pt x="44905" y="0"/>
                  </a:moveTo>
                  <a:lnTo>
                    <a:pt x="0" y="5579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8" name="Output_receptor__5527">
              <a:extLst>
                <a:ext uri="{FF2B5EF4-FFF2-40B4-BE49-F238E27FC236}">
                  <a16:creationId xmlns:a16="http://schemas.microsoft.com/office/drawing/2014/main" id="{AD71EB8D-FDF6-9E2D-0140-F87DA577979B}"/>
                </a:ext>
              </a:extLst>
            </p:cNvPr>
            <p:cNvSpPr>
              <a:spLocks noGrp="1"/>
            </p:cNvSpPr>
            <p:nvPr/>
          </p:nvSpPr>
          <p:spPr>
            <a:xfrm>
              <a:off x="16281861" y="2717596"/>
              <a:ext cx="37815" cy="51079"/>
            </a:xfrm>
            <a:custGeom>
              <a:avLst/>
              <a:gdLst/>
              <a:ahLst/>
              <a:cxnLst/>
              <a:rect l="0" t="0" r="0" b="0"/>
              <a:pathLst>
                <a:path w="37815" h="51079">
                  <a:moveTo>
                    <a:pt x="0" y="0"/>
                  </a:moveTo>
                  <a:lnTo>
                    <a:pt x="37815" y="5107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29" name="Output_receptor__5528">
              <a:extLst>
                <a:ext uri="{FF2B5EF4-FFF2-40B4-BE49-F238E27FC236}">
                  <a16:creationId xmlns:a16="http://schemas.microsoft.com/office/drawing/2014/main" id="{99CC3AD8-297D-39A5-3B49-069D3EA17B88}"/>
                </a:ext>
              </a:extLst>
            </p:cNvPr>
            <p:cNvSpPr>
              <a:spLocks noGrp="1"/>
            </p:cNvSpPr>
            <p:nvPr/>
          </p:nvSpPr>
          <p:spPr>
            <a:xfrm>
              <a:off x="15545584" y="2693072"/>
              <a:ext cx="57681" cy="5393"/>
            </a:xfrm>
            <a:custGeom>
              <a:avLst/>
              <a:gdLst/>
              <a:ahLst/>
              <a:cxnLst/>
              <a:rect l="0" t="0" r="0" b="0"/>
              <a:pathLst>
                <a:path w="57681" h="5393">
                  <a:moveTo>
                    <a:pt x="0" y="0"/>
                  </a:moveTo>
                  <a:lnTo>
                    <a:pt x="57681" y="539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0" name="Output_receptor__5529">
              <a:extLst>
                <a:ext uri="{FF2B5EF4-FFF2-40B4-BE49-F238E27FC236}">
                  <a16:creationId xmlns:a16="http://schemas.microsoft.com/office/drawing/2014/main" id="{68F26808-E5A9-887F-1F35-3783265F4C98}"/>
                </a:ext>
              </a:extLst>
            </p:cNvPr>
            <p:cNvSpPr>
              <a:spLocks noGrp="1"/>
            </p:cNvSpPr>
            <p:nvPr/>
          </p:nvSpPr>
          <p:spPr>
            <a:xfrm>
              <a:off x="15016299" y="3109652"/>
              <a:ext cx="51393" cy="34792"/>
            </a:xfrm>
            <a:custGeom>
              <a:avLst/>
              <a:gdLst/>
              <a:ahLst/>
              <a:cxnLst/>
              <a:rect l="0" t="0" r="0" b="0"/>
              <a:pathLst>
                <a:path w="51393" h="34792">
                  <a:moveTo>
                    <a:pt x="51393" y="347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1" name="Output_receptor__5530">
              <a:extLst>
                <a:ext uri="{FF2B5EF4-FFF2-40B4-BE49-F238E27FC236}">
                  <a16:creationId xmlns:a16="http://schemas.microsoft.com/office/drawing/2014/main" id="{25FF0F8B-446F-1ED6-A4D7-E57D8D99AD68}"/>
                </a:ext>
              </a:extLst>
            </p:cNvPr>
            <p:cNvSpPr>
              <a:spLocks noGrp="1"/>
            </p:cNvSpPr>
            <p:nvPr/>
          </p:nvSpPr>
          <p:spPr>
            <a:xfrm>
              <a:off x="16143162" y="2299506"/>
              <a:ext cx="24298" cy="37459"/>
            </a:xfrm>
            <a:custGeom>
              <a:avLst/>
              <a:gdLst/>
              <a:ahLst/>
              <a:cxnLst/>
              <a:rect l="0" t="0" r="0" b="0"/>
              <a:pathLst>
                <a:path w="24298" h="37459">
                  <a:moveTo>
                    <a:pt x="0" y="37459"/>
                  </a:moveTo>
                  <a:lnTo>
                    <a:pt x="24298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2" name="Output_receptor__5531">
              <a:extLst>
                <a:ext uri="{FF2B5EF4-FFF2-40B4-BE49-F238E27FC236}">
                  <a16:creationId xmlns:a16="http://schemas.microsoft.com/office/drawing/2014/main" id="{993192E3-069B-3B54-3831-2545AE8F879C}"/>
                </a:ext>
              </a:extLst>
            </p:cNvPr>
            <p:cNvSpPr>
              <a:spLocks noGrp="1"/>
            </p:cNvSpPr>
            <p:nvPr/>
          </p:nvSpPr>
          <p:spPr>
            <a:xfrm>
              <a:off x="15306027" y="3440709"/>
              <a:ext cx="21372" cy="56046"/>
            </a:xfrm>
            <a:custGeom>
              <a:avLst/>
              <a:gdLst/>
              <a:ahLst/>
              <a:cxnLst/>
              <a:rect l="0" t="0" r="0" b="0"/>
              <a:pathLst>
                <a:path w="21372" h="56046">
                  <a:moveTo>
                    <a:pt x="0" y="0"/>
                  </a:moveTo>
                  <a:lnTo>
                    <a:pt x="21372" y="56046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33" name="Output_receptor__5532">
              <a:extLst>
                <a:ext uri="{FF2B5EF4-FFF2-40B4-BE49-F238E27FC236}">
                  <a16:creationId xmlns:a16="http://schemas.microsoft.com/office/drawing/2014/main" id="{5617C7E1-319D-0A5E-88D8-AC4E92A278C8}"/>
                </a:ext>
              </a:extLst>
            </p:cNvPr>
            <p:cNvSpPr>
              <a:spLocks noGrp="1"/>
            </p:cNvSpPr>
            <p:nvPr/>
          </p:nvSpPr>
          <p:spPr>
            <a:xfrm>
              <a:off x="15760615" y="3429056"/>
              <a:ext cx="16207" cy="27127"/>
            </a:xfrm>
            <a:custGeom>
              <a:avLst/>
              <a:gdLst/>
              <a:ahLst/>
              <a:cxnLst/>
              <a:rect l="0" t="0" r="0" b="0"/>
              <a:pathLst>
                <a:path w="16207" h="27127">
                  <a:moveTo>
                    <a:pt x="16207" y="0"/>
                  </a:moveTo>
                  <a:lnTo>
                    <a:pt x="0" y="2712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4" name="Output_receptor__5533">
              <a:extLst>
                <a:ext uri="{FF2B5EF4-FFF2-40B4-BE49-F238E27FC236}">
                  <a16:creationId xmlns:a16="http://schemas.microsoft.com/office/drawing/2014/main" id="{B53F67C0-9F76-FEE9-E798-CF7ADF24809E}"/>
                </a:ext>
              </a:extLst>
            </p:cNvPr>
            <p:cNvSpPr>
              <a:spLocks noGrp="1"/>
            </p:cNvSpPr>
            <p:nvPr/>
          </p:nvSpPr>
          <p:spPr>
            <a:xfrm>
              <a:off x="15640716" y="3244818"/>
              <a:ext cx="38867" cy="59956"/>
            </a:xfrm>
            <a:custGeom>
              <a:avLst/>
              <a:gdLst/>
              <a:ahLst/>
              <a:cxnLst/>
              <a:rect l="0" t="0" r="0" b="0"/>
              <a:pathLst>
                <a:path w="38867" h="59956">
                  <a:moveTo>
                    <a:pt x="0" y="0"/>
                  </a:moveTo>
                  <a:lnTo>
                    <a:pt x="38867" y="59956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5" name="Output_receptor__5534">
              <a:extLst>
                <a:ext uri="{FF2B5EF4-FFF2-40B4-BE49-F238E27FC236}">
                  <a16:creationId xmlns:a16="http://schemas.microsoft.com/office/drawing/2014/main" id="{2C5324A7-E4D7-60FF-F754-1B45C2974233}"/>
                </a:ext>
              </a:extLst>
            </p:cNvPr>
            <p:cNvSpPr>
              <a:spLocks noGrp="1"/>
            </p:cNvSpPr>
            <p:nvPr/>
          </p:nvSpPr>
          <p:spPr>
            <a:xfrm>
              <a:off x="15429731" y="3343459"/>
              <a:ext cx="24532" cy="49664"/>
            </a:xfrm>
            <a:custGeom>
              <a:avLst/>
              <a:gdLst/>
              <a:ahLst/>
              <a:cxnLst/>
              <a:rect l="0" t="0" r="0" b="0"/>
              <a:pathLst>
                <a:path w="24532" h="49664">
                  <a:moveTo>
                    <a:pt x="24532" y="496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36" name="Output_receptor__5535">
              <a:extLst>
                <a:ext uri="{FF2B5EF4-FFF2-40B4-BE49-F238E27FC236}">
                  <a16:creationId xmlns:a16="http://schemas.microsoft.com/office/drawing/2014/main" id="{ABE13815-A6E6-E507-0423-85BCEF6FE62F}"/>
                </a:ext>
              </a:extLst>
            </p:cNvPr>
            <p:cNvSpPr>
              <a:spLocks noGrp="1"/>
            </p:cNvSpPr>
            <p:nvPr/>
          </p:nvSpPr>
          <p:spPr>
            <a:xfrm>
              <a:off x="16328540" y="3441414"/>
              <a:ext cx="12352" cy="14075"/>
            </a:xfrm>
            <a:custGeom>
              <a:avLst/>
              <a:gdLst/>
              <a:ahLst/>
              <a:cxnLst/>
              <a:rect l="0" t="0" r="0" b="0"/>
              <a:pathLst>
                <a:path w="12352" h="14075">
                  <a:moveTo>
                    <a:pt x="0" y="0"/>
                  </a:moveTo>
                  <a:lnTo>
                    <a:pt x="12352" y="1407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7" name="Output_receptor__5536">
              <a:extLst>
                <a:ext uri="{FF2B5EF4-FFF2-40B4-BE49-F238E27FC236}">
                  <a16:creationId xmlns:a16="http://schemas.microsoft.com/office/drawing/2014/main" id="{5E6AC180-B8E4-2EAB-A106-C966346FBFDC}"/>
                </a:ext>
              </a:extLst>
            </p:cNvPr>
            <p:cNvSpPr>
              <a:spLocks noGrp="1"/>
            </p:cNvSpPr>
            <p:nvPr/>
          </p:nvSpPr>
          <p:spPr>
            <a:xfrm>
              <a:off x="16338982" y="2666965"/>
              <a:ext cx="44639" cy="30029"/>
            </a:xfrm>
            <a:custGeom>
              <a:avLst/>
              <a:gdLst/>
              <a:ahLst/>
              <a:cxnLst/>
              <a:rect l="0" t="0" r="0" b="0"/>
              <a:pathLst>
                <a:path w="44639" h="30029">
                  <a:moveTo>
                    <a:pt x="0" y="0"/>
                  </a:moveTo>
                  <a:lnTo>
                    <a:pt x="44639" y="30029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8" name="Output_receptor__5537">
              <a:extLst>
                <a:ext uri="{FF2B5EF4-FFF2-40B4-BE49-F238E27FC236}">
                  <a16:creationId xmlns:a16="http://schemas.microsoft.com/office/drawing/2014/main" id="{B0AC7AAB-8B54-BC73-3DAF-E46B79A89D0F}"/>
                </a:ext>
              </a:extLst>
            </p:cNvPr>
            <p:cNvSpPr>
              <a:spLocks noGrp="1"/>
            </p:cNvSpPr>
            <p:nvPr/>
          </p:nvSpPr>
          <p:spPr>
            <a:xfrm>
              <a:off x="16144835" y="3552554"/>
              <a:ext cx="54896" cy="46591"/>
            </a:xfrm>
            <a:custGeom>
              <a:avLst/>
              <a:gdLst/>
              <a:ahLst/>
              <a:cxnLst/>
              <a:rect l="0" t="0" r="0" b="0"/>
              <a:pathLst>
                <a:path w="54896" h="46591">
                  <a:moveTo>
                    <a:pt x="54896" y="0"/>
                  </a:moveTo>
                  <a:lnTo>
                    <a:pt x="0" y="46591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39" name="Output_receptor__5538">
              <a:extLst>
                <a:ext uri="{FF2B5EF4-FFF2-40B4-BE49-F238E27FC236}">
                  <a16:creationId xmlns:a16="http://schemas.microsoft.com/office/drawing/2014/main" id="{1A7E19B2-BFB2-50A0-81D0-C1B6163C2E2A}"/>
                </a:ext>
              </a:extLst>
            </p:cNvPr>
            <p:cNvSpPr>
              <a:spLocks noGrp="1"/>
            </p:cNvSpPr>
            <p:nvPr/>
          </p:nvSpPr>
          <p:spPr>
            <a:xfrm>
              <a:off x="15518711" y="3037746"/>
              <a:ext cx="56303" cy="1067"/>
            </a:xfrm>
            <a:custGeom>
              <a:avLst/>
              <a:gdLst/>
              <a:ahLst/>
              <a:cxnLst/>
              <a:rect l="0" t="0" r="0" b="0"/>
              <a:pathLst>
                <a:path w="56303" h="1067">
                  <a:moveTo>
                    <a:pt x="0" y="1067"/>
                  </a:moveTo>
                  <a:lnTo>
                    <a:pt x="56303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0" name="Output_receptor__5539">
              <a:extLst>
                <a:ext uri="{FF2B5EF4-FFF2-40B4-BE49-F238E27FC236}">
                  <a16:creationId xmlns:a16="http://schemas.microsoft.com/office/drawing/2014/main" id="{FBEDEBF1-9327-99C3-7A14-ADFC11552325}"/>
                </a:ext>
              </a:extLst>
            </p:cNvPr>
            <p:cNvSpPr>
              <a:spLocks noGrp="1"/>
            </p:cNvSpPr>
            <p:nvPr/>
          </p:nvSpPr>
          <p:spPr>
            <a:xfrm>
              <a:off x="16240817" y="2309276"/>
              <a:ext cx="6603" cy="68864"/>
            </a:xfrm>
            <a:custGeom>
              <a:avLst/>
              <a:gdLst/>
              <a:ahLst/>
              <a:cxnLst/>
              <a:rect l="0" t="0" r="0" b="0"/>
              <a:pathLst>
                <a:path w="6603" h="68864">
                  <a:moveTo>
                    <a:pt x="6603" y="0"/>
                  </a:moveTo>
                  <a:lnTo>
                    <a:pt x="0" y="6886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1" name="Output_receptor__5540">
              <a:extLst>
                <a:ext uri="{FF2B5EF4-FFF2-40B4-BE49-F238E27FC236}">
                  <a16:creationId xmlns:a16="http://schemas.microsoft.com/office/drawing/2014/main" id="{CE010403-56C9-9F1A-3E54-0DD2FFEF8559}"/>
                </a:ext>
              </a:extLst>
            </p:cNvPr>
            <p:cNvSpPr>
              <a:spLocks noGrp="1"/>
            </p:cNvSpPr>
            <p:nvPr/>
          </p:nvSpPr>
          <p:spPr>
            <a:xfrm>
              <a:off x="15743721" y="3571842"/>
              <a:ext cx="33565" cy="44449"/>
            </a:xfrm>
            <a:custGeom>
              <a:avLst/>
              <a:gdLst/>
              <a:ahLst/>
              <a:cxnLst/>
              <a:rect l="0" t="0" r="0" b="0"/>
              <a:pathLst>
                <a:path w="33565" h="44449">
                  <a:moveTo>
                    <a:pt x="33565" y="4444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2" name="Output_receptor__5541">
              <a:extLst>
                <a:ext uri="{FF2B5EF4-FFF2-40B4-BE49-F238E27FC236}">
                  <a16:creationId xmlns:a16="http://schemas.microsoft.com/office/drawing/2014/main" id="{AEF095C9-B92A-CD48-7F54-0FEE20E731F9}"/>
                </a:ext>
              </a:extLst>
            </p:cNvPr>
            <p:cNvSpPr>
              <a:spLocks noGrp="1"/>
            </p:cNvSpPr>
            <p:nvPr/>
          </p:nvSpPr>
          <p:spPr>
            <a:xfrm>
              <a:off x="15832571" y="2791263"/>
              <a:ext cx="52049" cy="44111"/>
            </a:xfrm>
            <a:custGeom>
              <a:avLst/>
              <a:gdLst/>
              <a:ahLst/>
              <a:cxnLst/>
              <a:rect l="0" t="0" r="0" b="0"/>
              <a:pathLst>
                <a:path w="52049" h="44111">
                  <a:moveTo>
                    <a:pt x="52049" y="4411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3" name="Output_receptor__5542">
              <a:extLst>
                <a:ext uri="{FF2B5EF4-FFF2-40B4-BE49-F238E27FC236}">
                  <a16:creationId xmlns:a16="http://schemas.microsoft.com/office/drawing/2014/main" id="{2AE7DFA6-D4B9-87B5-5630-9A6C85B757B8}"/>
                </a:ext>
              </a:extLst>
            </p:cNvPr>
            <p:cNvSpPr>
              <a:spLocks noGrp="1"/>
            </p:cNvSpPr>
            <p:nvPr/>
          </p:nvSpPr>
          <p:spPr>
            <a:xfrm>
              <a:off x="16030068" y="2345512"/>
              <a:ext cx="31997" cy="3102"/>
            </a:xfrm>
            <a:custGeom>
              <a:avLst/>
              <a:gdLst/>
              <a:ahLst/>
              <a:cxnLst/>
              <a:rect l="0" t="0" r="0" b="0"/>
              <a:pathLst>
                <a:path w="31997" h="3102">
                  <a:moveTo>
                    <a:pt x="0" y="0"/>
                  </a:moveTo>
                  <a:lnTo>
                    <a:pt x="31997" y="310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4" name="Output_receptor__5543">
              <a:extLst>
                <a:ext uri="{FF2B5EF4-FFF2-40B4-BE49-F238E27FC236}">
                  <a16:creationId xmlns:a16="http://schemas.microsoft.com/office/drawing/2014/main" id="{74427F4B-7797-9004-5283-9B9EB69ED718}"/>
                </a:ext>
              </a:extLst>
            </p:cNvPr>
            <p:cNvSpPr>
              <a:spLocks noGrp="1"/>
            </p:cNvSpPr>
            <p:nvPr/>
          </p:nvSpPr>
          <p:spPr>
            <a:xfrm>
              <a:off x="15404133" y="2648076"/>
              <a:ext cx="36866" cy="29831"/>
            </a:xfrm>
            <a:custGeom>
              <a:avLst/>
              <a:gdLst/>
              <a:ahLst/>
              <a:cxnLst/>
              <a:rect l="0" t="0" r="0" b="0"/>
              <a:pathLst>
                <a:path w="36866" h="29831">
                  <a:moveTo>
                    <a:pt x="36866" y="298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5" name="Output_receptor__5544">
              <a:extLst>
                <a:ext uri="{FF2B5EF4-FFF2-40B4-BE49-F238E27FC236}">
                  <a16:creationId xmlns:a16="http://schemas.microsoft.com/office/drawing/2014/main" id="{28C6FEA8-A312-C3B4-2F31-473E0061E45D}"/>
                </a:ext>
              </a:extLst>
            </p:cNvPr>
            <p:cNvSpPr>
              <a:spLocks noGrp="1"/>
            </p:cNvSpPr>
            <p:nvPr/>
          </p:nvSpPr>
          <p:spPr>
            <a:xfrm>
              <a:off x="15244299" y="2856661"/>
              <a:ext cx="63874" cy="25314"/>
            </a:xfrm>
            <a:custGeom>
              <a:avLst/>
              <a:gdLst/>
              <a:ahLst/>
              <a:cxnLst/>
              <a:rect l="0" t="0" r="0" b="0"/>
              <a:pathLst>
                <a:path w="63874" h="25314">
                  <a:moveTo>
                    <a:pt x="63874" y="0"/>
                  </a:moveTo>
                  <a:lnTo>
                    <a:pt x="0" y="25314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6" name="Output_receptor__5545">
              <a:extLst>
                <a:ext uri="{FF2B5EF4-FFF2-40B4-BE49-F238E27FC236}">
                  <a16:creationId xmlns:a16="http://schemas.microsoft.com/office/drawing/2014/main" id="{0FFBA9D2-6C7F-3519-D5C6-361432D37D93}"/>
                </a:ext>
              </a:extLst>
            </p:cNvPr>
            <p:cNvSpPr>
              <a:spLocks noGrp="1"/>
            </p:cNvSpPr>
            <p:nvPr/>
          </p:nvSpPr>
          <p:spPr>
            <a:xfrm>
              <a:off x="15399632" y="3564516"/>
              <a:ext cx="36354" cy="45042"/>
            </a:xfrm>
            <a:custGeom>
              <a:avLst/>
              <a:gdLst/>
              <a:ahLst/>
              <a:cxnLst/>
              <a:rect l="0" t="0" r="0" b="0"/>
              <a:pathLst>
                <a:path w="36354" h="45042">
                  <a:moveTo>
                    <a:pt x="36354" y="0"/>
                  </a:moveTo>
                  <a:lnTo>
                    <a:pt x="0" y="45042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7" name="Output_receptor__5546">
              <a:extLst>
                <a:ext uri="{FF2B5EF4-FFF2-40B4-BE49-F238E27FC236}">
                  <a16:creationId xmlns:a16="http://schemas.microsoft.com/office/drawing/2014/main" id="{260E4C66-71F2-D293-AFFE-AD7F96A6D73F}"/>
                </a:ext>
              </a:extLst>
            </p:cNvPr>
            <p:cNvSpPr>
              <a:spLocks noGrp="1"/>
            </p:cNvSpPr>
            <p:nvPr/>
          </p:nvSpPr>
          <p:spPr>
            <a:xfrm>
              <a:off x="15603265" y="2659256"/>
              <a:ext cx="56806" cy="39209"/>
            </a:xfrm>
            <a:custGeom>
              <a:avLst/>
              <a:gdLst/>
              <a:ahLst/>
              <a:cxnLst/>
              <a:rect l="0" t="0" r="0" b="0"/>
              <a:pathLst>
                <a:path w="56806" h="39209">
                  <a:moveTo>
                    <a:pt x="0" y="39209"/>
                  </a:moveTo>
                  <a:lnTo>
                    <a:pt x="56806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48" name="Output_receptor__5547">
              <a:extLst>
                <a:ext uri="{FF2B5EF4-FFF2-40B4-BE49-F238E27FC236}">
                  <a16:creationId xmlns:a16="http://schemas.microsoft.com/office/drawing/2014/main" id="{840315F4-666B-CE60-875D-BE0C170A68E1}"/>
                </a:ext>
              </a:extLst>
            </p:cNvPr>
            <p:cNvSpPr>
              <a:spLocks noGrp="1"/>
            </p:cNvSpPr>
            <p:nvPr/>
          </p:nvSpPr>
          <p:spPr>
            <a:xfrm>
              <a:off x="15116122" y="3060502"/>
              <a:ext cx="57595" cy="43780"/>
            </a:xfrm>
            <a:custGeom>
              <a:avLst/>
              <a:gdLst/>
              <a:ahLst/>
              <a:cxnLst/>
              <a:rect l="0" t="0" r="0" b="0"/>
              <a:pathLst>
                <a:path w="57595" h="43780">
                  <a:moveTo>
                    <a:pt x="57595" y="4378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49" name="Output_receptor__5548">
              <a:extLst>
                <a:ext uri="{FF2B5EF4-FFF2-40B4-BE49-F238E27FC236}">
                  <a16:creationId xmlns:a16="http://schemas.microsoft.com/office/drawing/2014/main" id="{080FA48C-8FB6-81EE-5F79-B272A464E883}"/>
                </a:ext>
              </a:extLst>
            </p:cNvPr>
            <p:cNvSpPr>
              <a:spLocks noGrp="1"/>
            </p:cNvSpPr>
            <p:nvPr/>
          </p:nvSpPr>
          <p:spPr>
            <a:xfrm>
              <a:off x="16074346" y="2277473"/>
              <a:ext cx="24366" cy="5728"/>
            </a:xfrm>
            <a:custGeom>
              <a:avLst/>
              <a:gdLst/>
              <a:ahLst/>
              <a:cxnLst/>
              <a:rect l="0" t="0" r="0" b="0"/>
              <a:pathLst>
                <a:path w="24366" h="5728">
                  <a:moveTo>
                    <a:pt x="0" y="0"/>
                  </a:moveTo>
                  <a:lnTo>
                    <a:pt x="24366" y="5728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0" name="Output_receptor__5549">
              <a:extLst>
                <a:ext uri="{FF2B5EF4-FFF2-40B4-BE49-F238E27FC236}">
                  <a16:creationId xmlns:a16="http://schemas.microsoft.com/office/drawing/2014/main" id="{2968626C-15A8-C4D1-4301-5F0F0EB264C3}"/>
                </a:ext>
              </a:extLst>
            </p:cNvPr>
            <p:cNvSpPr>
              <a:spLocks noGrp="1"/>
            </p:cNvSpPr>
            <p:nvPr/>
          </p:nvSpPr>
          <p:spPr>
            <a:xfrm>
              <a:off x="15175730" y="3004127"/>
              <a:ext cx="44254" cy="11089"/>
            </a:xfrm>
            <a:custGeom>
              <a:avLst/>
              <a:gdLst/>
              <a:ahLst/>
              <a:cxnLst/>
              <a:rect l="0" t="0" r="0" b="0"/>
              <a:pathLst>
                <a:path w="44254" h="11089">
                  <a:moveTo>
                    <a:pt x="44254" y="110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1" name="Output_receptor__5550">
              <a:extLst>
                <a:ext uri="{FF2B5EF4-FFF2-40B4-BE49-F238E27FC236}">
                  <a16:creationId xmlns:a16="http://schemas.microsoft.com/office/drawing/2014/main" id="{275C7651-4A50-B5BC-999A-95FDA6812E03}"/>
                </a:ext>
              </a:extLst>
            </p:cNvPr>
            <p:cNvSpPr>
              <a:spLocks noGrp="1"/>
            </p:cNvSpPr>
            <p:nvPr/>
          </p:nvSpPr>
          <p:spPr>
            <a:xfrm>
              <a:off x="15435985" y="3512129"/>
              <a:ext cx="3219" cy="52387"/>
            </a:xfrm>
            <a:custGeom>
              <a:avLst/>
              <a:gdLst/>
              <a:ahLst/>
              <a:cxnLst/>
              <a:rect l="0" t="0" r="0" b="0"/>
              <a:pathLst>
                <a:path w="3219" h="52387">
                  <a:moveTo>
                    <a:pt x="3219" y="0"/>
                  </a:moveTo>
                  <a:lnTo>
                    <a:pt x="0" y="52387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2" name="Output_receptor__5551">
              <a:extLst>
                <a:ext uri="{FF2B5EF4-FFF2-40B4-BE49-F238E27FC236}">
                  <a16:creationId xmlns:a16="http://schemas.microsoft.com/office/drawing/2014/main" id="{F794AAE3-3899-2EFC-6D5A-040E57E39AB3}"/>
                </a:ext>
              </a:extLst>
            </p:cNvPr>
            <p:cNvSpPr>
              <a:spLocks noGrp="1"/>
            </p:cNvSpPr>
            <p:nvPr/>
          </p:nvSpPr>
          <p:spPr>
            <a:xfrm>
              <a:off x="16034903" y="2574063"/>
              <a:ext cx="63803" cy="17883"/>
            </a:xfrm>
            <a:custGeom>
              <a:avLst/>
              <a:gdLst/>
              <a:ahLst/>
              <a:cxnLst/>
              <a:rect l="0" t="0" r="0" b="0"/>
              <a:pathLst>
                <a:path w="63803" h="17883">
                  <a:moveTo>
                    <a:pt x="63803" y="178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3" name="Output_receptor__5552">
              <a:extLst>
                <a:ext uri="{FF2B5EF4-FFF2-40B4-BE49-F238E27FC236}">
                  <a16:creationId xmlns:a16="http://schemas.microsoft.com/office/drawing/2014/main" id="{45CBD867-E8D2-F5A3-4251-DA46817C85B0}"/>
                </a:ext>
              </a:extLst>
            </p:cNvPr>
            <p:cNvSpPr>
              <a:spLocks noGrp="1"/>
            </p:cNvSpPr>
            <p:nvPr/>
          </p:nvSpPr>
          <p:spPr>
            <a:xfrm>
              <a:off x="16394229" y="3244689"/>
              <a:ext cx="19643" cy="61969"/>
            </a:xfrm>
            <a:custGeom>
              <a:avLst/>
              <a:gdLst/>
              <a:ahLst/>
              <a:cxnLst/>
              <a:rect l="0" t="0" r="0" b="0"/>
              <a:pathLst>
                <a:path w="19643" h="61969">
                  <a:moveTo>
                    <a:pt x="0" y="61969"/>
                  </a:moveTo>
                  <a:lnTo>
                    <a:pt x="19643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4" name="Output_receptor__5553">
              <a:extLst>
                <a:ext uri="{FF2B5EF4-FFF2-40B4-BE49-F238E27FC236}">
                  <a16:creationId xmlns:a16="http://schemas.microsoft.com/office/drawing/2014/main" id="{6970AD00-6BE9-BEDC-7E3A-917EF1B21E4C}"/>
                </a:ext>
              </a:extLst>
            </p:cNvPr>
            <p:cNvSpPr>
              <a:spLocks noGrp="1"/>
            </p:cNvSpPr>
            <p:nvPr/>
          </p:nvSpPr>
          <p:spPr>
            <a:xfrm>
              <a:off x="15953589" y="3286234"/>
              <a:ext cx="29930" cy="35460"/>
            </a:xfrm>
            <a:custGeom>
              <a:avLst/>
              <a:gdLst/>
              <a:ahLst/>
              <a:cxnLst/>
              <a:rect l="0" t="0" r="0" b="0"/>
              <a:pathLst>
                <a:path w="29930" h="35460">
                  <a:moveTo>
                    <a:pt x="0" y="0"/>
                  </a:moveTo>
                  <a:lnTo>
                    <a:pt x="29930" y="3546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5" name="Output_receptor__5554">
              <a:extLst>
                <a:ext uri="{FF2B5EF4-FFF2-40B4-BE49-F238E27FC236}">
                  <a16:creationId xmlns:a16="http://schemas.microsoft.com/office/drawing/2014/main" id="{E04554B6-3D91-A5A4-946A-C00E467613EB}"/>
                </a:ext>
              </a:extLst>
            </p:cNvPr>
            <p:cNvSpPr>
              <a:spLocks noGrp="1"/>
            </p:cNvSpPr>
            <p:nvPr/>
          </p:nvSpPr>
          <p:spPr>
            <a:xfrm>
              <a:off x="16225507" y="2785311"/>
              <a:ext cx="921" cy="15953"/>
            </a:xfrm>
            <a:custGeom>
              <a:avLst/>
              <a:gdLst/>
              <a:ahLst/>
              <a:cxnLst/>
              <a:rect l="0" t="0" r="0" b="0"/>
              <a:pathLst>
                <a:path w="921" h="15953">
                  <a:moveTo>
                    <a:pt x="0" y="0"/>
                  </a:moveTo>
                  <a:lnTo>
                    <a:pt x="921" y="1595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6" name="Output_receptor__5555">
              <a:extLst>
                <a:ext uri="{FF2B5EF4-FFF2-40B4-BE49-F238E27FC236}">
                  <a16:creationId xmlns:a16="http://schemas.microsoft.com/office/drawing/2014/main" id="{2A80E636-38A6-BE18-2E6A-84E4D35F9C29}"/>
                </a:ext>
              </a:extLst>
            </p:cNvPr>
            <p:cNvSpPr>
              <a:spLocks noGrp="1"/>
            </p:cNvSpPr>
            <p:nvPr/>
          </p:nvSpPr>
          <p:spPr>
            <a:xfrm>
              <a:off x="15335949" y="3609559"/>
              <a:ext cx="63683" cy="21790"/>
            </a:xfrm>
            <a:custGeom>
              <a:avLst/>
              <a:gdLst/>
              <a:ahLst/>
              <a:cxnLst/>
              <a:rect l="0" t="0" r="0" b="0"/>
              <a:pathLst>
                <a:path w="63683" h="21790">
                  <a:moveTo>
                    <a:pt x="63683" y="0"/>
                  </a:moveTo>
                  <a:lnTo>
                    <a:pt x="0" y="2179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7" name="Output_receptor__5556">
              <a:extLst>
                <a:ext uri="{FF2B5EF4-FFF2-40B4-BE49-F238E27FC236}">
                  <a16:creationId xmlns:a16="http://schemas.microsoft.com/office/drawing/2014/main" id="{A1F1D081-ECE4-AB72-B215-C78CAB1C1185}"/>
                </a:ext>
              </a:extLst>
            </p:cNvPr>
            <p:cNvSpPr>
              <a:spLocks noGrp="1"/>
            </p:cNvSpPr>
            <p:nvPr/>
          </p:nvSpPr>
          <p:spPr>
            <a:xfrm>
              <a:off x="15600635" y="2558233"/>
              <a:ext cx="68161" cy="12959"/>
            </a:xfrm>
            <a:custGeom>
              <a:avLst/>
              <a:gdLst/>
              <a:ahLst/>
              <a:cxnLst/>
              <a:rect l="0" t="0" r="0" b="0"/>
              <a:pathLst>
                <a:path w="68161" h="12959">
                  <a:moveTo>
                    <a:pt x="0" y="0"/>
                  </a:moveTo>
                  <a:lnTo>
                    <a:pt x="68161" y="12959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58" name="Output_receptor__5557">
              <a:extLst>
                <a:ext uri="{FF2B5EF4-FFF2-40B4-BE49-F238E27FC236}">
                  <a16:creationId xmlns:a16="http://schemas.microsoft.com/office/drawing/2014/main" id="{C394085F-62AF-DD30-A65B-08E9A623F609}"/>
                </a:ext>
              </a:extLst>
            </p:cNvPr>
            <p:cNvSpPr>
              <a:spLocks noGrp="1"/>
            </p:cNvSpPr>
            <p:nvPr/>
          </p:nvSpPr>
          <p:spPr>
            <a:xfrm>
              <a:off x="15762627" y="3616291"/>
              <a:ext cx="14659" cy="67468"/>
            </a:xfrm>
            <a:custGeom>
              <a:avLst/>
              <a:gdLst/>
              <a:ahLst/>
              <a:cxnLst/>
              <a:rect l="0" t="0" r="0" b="0"/>
              <a:pathLst>
                <a:path w="14659" h="67468">
                  <a:moveTo>
                    <a:pt x="0" y="67468"/>
                  </a:moveTo>
                  <a:lnTo>
                    <a:pt x="14659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59" name="Output_receptor__5558">
              <a:extLst>
                <a:ext uri="{FF2B5EF4-FFF2-40B4-BE49-F238E27FC236}">
                  <a16:creationId xmlns:a16="http://schemas.microsoft.com/office/drawing/2014/main" id="{10DC7B98-5A91-F4F9-1D34-5B95CC6184A3}"/>
                </a:ext>
              </a:extLst>
            </p:cNvPr>
            <p:cNvSpPr>
              <a:spLocks noGrp="1"/>
            </p:cNvSpPr>
            <p:nvPr/>
          </p:nvSpPr>
          <p:spPr>
            <a:xfrm>
              <a:off x="15552479" y="3547158"/>
              <a:ext cx="71104" cy="10276"/>
            </a:xfrm>
            <a:custGeom>
              <a:avLst/>
              <a:gdLst/>
              <a:ahLst/>
              <a:cxnLst/>
              <a:rect l="0" t="0" r="0" b="0"/>
              <a:pathLst>
                <a:path w="71104" h="10276">
                  <a:moveTo>
                    <a:pt x="71104" y="1027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0" name="Output_receptor__5559">
              <a:extLst>
                <a:ext uri="{FF2B5EF4-FFF2-40B4-BE49-F238E27FC236}">
                  <a16:creationId xmlns:a16="http://schemas.microsoft.com/office/drawing/2014/main" id="{58BA15B5-EB95-D043-3258-C878314D8438}"/>
                </a:ext>
              </a:extLst>
            </p:cNvPr>
            <p:cNvSpPr>
              <a:spLocks noGrp="1"/>
            </p:cNvSpPr>
            <p:nvPr/>
          </p:nvSpPr>
          <p:spPr>
            <a:xfrm>
              <a:off x="16259524" y="3544665"/>
              <a:ext cx="55072" cy="31785"/>
            </a:xfrm>
            <a:custGeom>
              <a:avLst/>
              <a:gdLst/>
              <a:ahLst/>
              <a:cxnLst/>
              <a:rect l="0" t="0" r="0" b="0"/>
              <a:pathLst>
                <a:path w="55072" h="31785">
                  <a:moveTo>
                    <a:pt x="55072" y="0"/>
                  </a:moveTo>
                  <a:lnTo>
                    <a:pt x="0" y="31785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1" name="Output_receptor__5560">
              <a:extLst>
                <a:ext uri="{FF2B5EF4-FFF2-40B4-BE49-F238E27FC236}">
                  <a16:creationId xmlns:a16="http://schemas.microsoft.com/office/drawing/2014/main" id="{35C07ADB-23B9-8402-FBA1-3F28A3EA36D3}"/>
                </a:ext>
              </a:extLst>
            </p:cNvPr>
            <p:cNvSpPr>
              <a:spLocks noGrp="1"/>
            </p:cNvSpPr>
            <p:nvPr/>
          </p:nvSpPr>
          <p:spPr>
            <a:xfrm>
              <a:off x="15704544" y="2896577"/>
              <a:ext cx="2945" cy="11367"/>
            </a:xfrm>
            <a:custGeom>
              <a:avLst/>
              <a:gdLst/>
              <a:ahLst/>
              <a:cxnLst/>
              <a:rect l="0" t="0" r="0" b="0"/>
              <a:pathLst>
                <a:path w="2945" h="11367">
                  <a:moveTo>
                    <a:pt x="2945" y="0"/>
                  </a:moveTo>
                  <a:lnTo>
                    <a:pt x="0" y="1136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2" name="Output_receptor__5561">
              <a:extLst>
                <a:ext uri="{FF2B5EF4-FFF2-40B4-BE49-F238E27FC236}">
                  <a16:creationId xmlns:a16="http://schemas.microsoft.com/office/drawing/2014/main" id="{6ADF9A17-091E-2F13-2BBE-840EF025AA2B}"/>
                </a:ext>
              </a:extLst>
            </p:cNvPr>
            <p:cNvSpPr>
              <a:spLocks noGrp="1"/>
            </p:cNvSpPr>
            <p:nvPr/>
          </p:nvSpPr>
          <p:spPr>
            <a:xfrm>
              <a:off x="16199731" y="3552554"/>
              <a:ext cx="59793" cy="23896"/>
            </a:xfrm>
            <a:custGeom>
              <a:avLst/>
              <a:gdLst/>
              <a:ahLst/>
              <a:cxnLst/>
              <a:rect l="0" t="0" r="0" b="0"/>
              <a:pathLst>
                <a:path w="59793" h="23896">
                  <a:moveTo>
                    <a:pt x="59793" y="2389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3" name="Output_receptor__5562">
              <a:extLst>
                <a:ext uri="{FF2B5EF4-FFF2-40B4-BE49-F238E27FC236}">
                  <a16:creationId xmlns:a16="http://schemas.microsoft.com/office/drawing/2014/main" id="{B6329FE7-297B-45FA-0546-33C26EB190E9}"/>
                </a:ext>
              </a:extLst>
            </p:cNvPr>
            <p:cNvSpPr>
              <a:spLocks noGrp="1"/>
            </p:cNvSpPr>
            <p:nvPr/>
          </p:nvSpPr>
          <p:spPr>
            <a:xfrm>
              <a:off x="15999406" y="3395164"/>
              <a:ext cx="61233" cy="9403"/>
            </a:xfrm>
            <a:custGeom>
              <a:avLst/>
              <a:gdLst/>
              <a:ahLst/>
              <a:cxnLst/>
              <a:rect l="0" t="0" r="0" b="0"/>
              <a:pathLst>
                <a:path w="61233" h="9403">
                  <a:moveTo>
                    <a:pt x="0" y="0"/>
                  </a:moveTo>
                  <a:lnTo>
                    <a:pt x="61233" y="9403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4" name="Output_receptor__5563">
              <a:extLst>
                <a:ext uri="{FF2B5EF4-FFF2-40B4-BE49-F238E27FC236}">
                  <a16:creationId xmlns:a16="http://schemas.microsoft.com/office/drawing/2014/main" id="{1B13A81F-15B6-7068-E58C-6159D9130EC9}"/>
                </a:ext>
              </a:extLst>
            </p:cNvPr>
            <p:cNvSpPr>
              <a:spLocks noGrp="1"/>
            </p:cNvSpPr>
            <p:nvPr/>
          </p:nvSpPr>
          <p:spPr>
            <a:xfrm>
              <a:off x="16350522" y="3213500"/>
              <a:ext cx="63351" cy="31189"/>
            </a:xfrm>
            <a:custGeom>
              <a:avLst/>
              <a:gdLst/>
              <a:ahLst/>
              <a:cxnLst/>
              <a:rect l="0" t="0" r="0" b="0"/>
              <a:pathLst>
                <a:path w="63351" h="31189">
                  <a:moveTo>
                    <a:pt x="63351" y="311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5" name="Output_receptor__5564">
              <a:extLst>
                <a:ext uri="{FF2B5EF4-FFF2-40B4-BE49-F238E27FC236}">
                  <a16:creationId xmlns:a16="http://schemas.microsoft.com/office/drawing/2014/main" id="{9C9A27C8-9EC3-6ADA-D131-9200E5337BED}"/>
                </a:ext>
              </a:extLst>
            </p:cNvPr>
            <p:cNvSpPr>
              <a:spLocks noGrp="1"/>
            </p:cNvSpPr>
            <p:nvPr/>
          </p:nvSpPr>
          <p:spPr>
            <a:xfrm>
              <a:off x="14950382" y="3135817"/>
              <a:ext cx="14648" cy="43350"/>
            </a:xfrm>
            <a:custGeom>
              <a:avLst/>
              <a:gdLst/>
              <a:ahLst/>
              <a:cxnLst/>
              <a:rect l="0" t="0" r="0" b="0"/>
              <a:pathLst>
                <a:path w="14648" h="43350">
                  <a:moveTo>
                    <a:pt x="0" y="43350"/>
                  </a:moveTo>
                  <a:lnTo>
                    <a:pt x="14648" y="0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6" name="Output_receptor__5565">
              <a:extLst>
                <a:ext uri="{FF2B5EF4-FFF2-40B4-BE49-F238E27FC236}">
                  <a16:creationId xmlns:a16="http://schemas.microsoft.com/office/drawing/2014/main" id="{D457E4C3-47FF-E076-8FD7-966C8F4A771D}"/>
                </a:ext>
              </a:extLst>
            </p:cNvPr>
            <p:cNvSpPr>
              <a:spLocks noGrp="1"/>
            </p:cNvSpPr>
            <p:nvPr/>
          </p:nvSpPr>
          <p:spPr>
            <a:xfrm>
              <a:off x="15728809" y="2828750"/>
              <a:ext cx="45148" cy="23018"/>
            </a:xfrm>
            <a:custGeom>
              <a:avLst/>
              <a:gdLst/>
              <a:ahLst/>
              <a:cxnLst/>
              <a:rect l="0" t="0" r="0" b="0"/>
              <a:pathLst>
                <a:path w="45148" h="23018">
                  <a:moveTo>
                    <a:pt x="45148" y="230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7" name="Output_receptor__5566">
              <a:extLst>
                <a:ext uri="{FF2B5EF4-FFF2-40B4-BE49-F238E27FC236}">
                  <a16:creationId xmlns:a16="http://schemas.microsoft.com/office/drawing/2014/main" id="{7B7B6A01-4BAC-B9C4-BE4E-CB1FAEDA703E}"/>
                </a:ext>
              </a:extLst>
            </p:cNvPr>
            <p:cNvSpPr>
              <a:spLocks noGrp="1"/>
            </p:cNvSpPr>
            <p:nvPr/>
          </p:nvSpPr>
          <p:spPr>
            <a:xfrm>
              <a:off x="16383621" y="2696994"/>
              <a:ext cx="62671" cy="33857"/>
            </a:xfrm>
            <a:custGeom>
              <a:avLst/>
              <a:gdLst/>
              <a:ahLst/>
              <a:cxnLst/>
              <a:rect l="0" t="0" r="0" b="0"/>
              <a:pathLst>
                <a:path w="62671" h="33857">
                  <a:moveTo>
                    <a:pt x="0" y="0"/>
                  </a:moveTo>
                  <a:lnTo>
                    <a:pt x="62671" y="33857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68" name="Output_receptor__5567">
              <a:extLst>
                <a:ext uri="{FF2B5EF4-FFF2-40B4-BE49-F238E27FC236}">
                  <a16:creationId xmlns:a16="http://schemas.microsoft.com/office/drawing/2014/main" id="{14AB5852-9FA9-EB09-0988-8C8916F8BD22}"/>
                </a:ext>
              </a:extLst>
            </p:cNvPr>
            <p:cNvSpPr>
              <a:spLocks noGrp="1"/>
            </p:cNvSpPr>
            <p:nvPr/>
          </p:nvSpPr>
          <p:spPr>
            <a:xfrm>
              <a:off x="16429719" y="2603065"/>
              <a:ext cx="10836" cy="13959"/>
            </a:xfrm>
            <a:custGeom>
              <a:avLst/>
              <a:gdLst/>
              <a:ahLst/>
              <a:cxnLst/>
              <a:rect l="0" t="0" r="0" b="0"/>
              <a:pathLst>
                <a:path w="10836" h="13959">
                  <a:moveTo>
                    <a:pt x="0" y="0"/>
                  </a:moveTo>
                  <a:lnTo>
                    <a:pt x="10836" y="13959"/>
                  </a:lnTo>
                </a:path>
              </a:pathLst>
            </a:custGeom>
            <a:noFill/>
            <a:ln w="8096">
              <a:solidFill>
                <a:srgbClr val="EBEEF0"/>
              </a:solidFill>
            </a:ln>
          </p:spPr>
        </p:sp>
        <p:sp>
          <p:nvSpPr>
            <p:cNvPr id="5569" name="Output_receptor__5568">
              <a:extLst>
                <a:ext uri="{FF2B5EF4-FFF2-40B4-BE49-F238E27FC236}">
                  <a16:creationId xmlns:a16="http://schemas.microsoft.com/office/drawing/2014/main" id="{F3107196-B0FA-5C8B-EF95-826AA3210A8C}"/>
                </a:ext>
              </a:extLst>
            </p:cNvPr>
            <p:cNvSpPr>
              <a:spLocks noGrp="1"/>
            </p:cNvSpPr>
            <p:nvPr/>
          </p:nvSpPr>
          <p:spPr>
            <a:xfrm>
              <a:off x="14985138" y="2917556"/>
              <a:ext cx="40444" cy="52495"/>
            </a:xfrm>
            <a:custGeom>
              <a:avLst/>
              <a:gdLst/>
              <a:ahLst/>
              <a:cxnLst/>
              <a:rect l="0" t="0" r="0" b="0"/>
              <a:pathLst>
                <a:path w="40444" h="52495">
                  <a:moveTo>
                    <a:pt x="40444" y="52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0"/>
              </a:solidFill>
            </a:ln>
          </p:spPr>
        </p:sp>
        <p:sp>
          <p:nvSpPr>
            <p:cNvPr id="5570" name="Output_receptor__5569">
              <a:extLst>
                <a:ext uri="{FF2B5EF4-FFF2-40B4-BE49-F238E27FC236}">
                  <a16:creationId xmlns:a16="http://schemas.microsoft.com/office/drawing/2014/main" id="{81D2AA01-034C-E218-AD2A-257CE37E71EC}"/>
                </a:ext>
              </a:extLst>
            </p:cNvPr>
            <p:cNvSpPr>
              <a:spLocks noGrp="1"/>
            </p:cNvSpPr>
            <p:nvPr/>
          </p:nvSpPr>
          <p:spPr>
            <a:xfrm>
              <a:off x="15473750" y="2983181"/>
              <a:ext cx="44961" cy="55632"/>
            </a:xfrm>
            <a:custGeom>
              <a:avLst/>
              <a:gdLst/>
              <a:ahLst/>
              <a:cxnLst/>
              <a:rect l="0" t="0" r="0" b="0"/>
              <a:pathLst>
                <a:path w="44961" h="55632">
                  <a:moveTo>
                    <a:pt x="0" y="0"/>
                  </a:moveTo>
                  <a:lnTo>
                    <a:pt x="44961" y="55632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71" name="Output_receptor__5570">
              <a:extLst>
                <a:ext uri="{FF2B5EF4-FFF2-40B4-BE49-F238E27FC236}">
                  <a16:creationId xmlns:a16="http://schemas.microsoft.com/office/drawing/2014/main" id="{AAC2E20B-D61D-D782-B637-633D714E95D7}"/>
                </a:ext>
              </a:extLst>
            </p:cNvPr>
            <p:cNvSpPr>
              <a:spLocks noGrp="1"/>
            </p:cNvSpPr>
            <p:nvPr/>
          </p:nvSpPr>
          <p:spPr>
            <a:xfrm>
              <a:off x="15773957" y="2851769"/>
              <a:ext cx="33399" cy="41850"/>
            </a:xfrm>
            <a:custGeom>
              <a:avLst/>
              <a:gdLst/>
              <a:ahLst/>
              <a:cxnLst/>
              <a:rect l="0" t="0" r="0" b="0"/>
              <a:pathLst>
                <a:path w="33399" h="41850">
                  <a:moveTo>
                    <a:pt x="33399" y="4185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2" name="Output_receptor__5571">
              <a:extLst>
                <a:ext uri="{FF2B5EF4-FFF2-40B4-BE49-F238E27FC236}">
                  <a16:creationId xmlns:a16="http://schemas.microsoft.com/office/drawing/2014/main" id="{ECAA0A04-B86A-CBC1-0F11-0F7963F1C9F0}"/>
                </a:ext>
              </a:extLst>
            </p:cNvPr>
            <p:cNvSpPr>
              <a:spLocks noGrp="1"/>
            </p:cNvSpPr>
            <p:nvPr/>
          </p:nvSpPr>
          <p:spPr>
            <a:xfrm>
              <a:off x="16315599" y="3213500"/>
              <a:ext cx="34923" cy="59771"/>
            </a:xfrm>
            <a:custGeom>
              <a:avLst/>
              <a:gdLst/>
              <a:ahLst/>
              <a:cxnLst/>
              <a:rect l="0" t="0" r="0" b="0"/>
              <a:pathLst>
                <a:path w="34923" h="59771">
                  <a:moveTo>
                    <a:pt x="34923" y="0"/>
                  </a:moveTo>
                  <a:lnTo>
                    <a:pt x="0" y="59771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3" name="Output_receptor__5572">
              <a:extLst>
                <a:ext uri="{FF2B5EF4-FFF2-40B4-BE49-F238E27FC236}">
                  <a16:creationId xmlns:a16="http://schemas.microsoft.com/office/drawing/2014/main" id="{A209CCFF-7558-2687-EBB0-4ED3AF88C961}"/>
                </a:ext>
              </a:extLst>
            </p:cNvPr>
            <p:cNvSpPr>
              <a:spLocks noGrp="1"/>
            </p:cNvSpPr>
            <p:nvPr/>
          </p:nvSpPr>
          <p:spPr>
            <a:xfrm>
              <a:off x="16134986" y="2735686"/>
              <a:ext cx="39141" cy="50405"/>
            </a:xfrm>
            <a:custGeom>
              <a:avLst/>
              <a:gdLst/>
              <a:ahLst/>
              <a:cxnLst/>
              <a:rect l="0" t="0" r="0" b="0"/>
              <a:pathLst>
                <a:path w="39141" h="50405">
                  <a:moveTo>
                    <a:pt x="0" y="50405"/>
                  </a:moveTo>
                  <a:lnTo>
                    <a:pt x="39141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4" name="Output_receptor__5573">
              <a:extLst>
                <a:ext uri="{FF2B5EF4-FFF2-40B4-BE49-F238E27FC236}">
                  <a16:creationId xmlns:a16="http://schemas.microsoft.com/office/drawing/2014/main" id="{9D214CCB-88CD-2964-6472-5B8EEAEDE1A0}"/>
                </a:ext>
              </a:extLst>
            </p:cNvPr>
            <p:cNvSpPr>
              <a:spLocks noGrp="1"/>
            </p:cNvSpPr>
            <p:nvPr/>
          </p:nvSpPr>
          <p:spPr>
            <a:xfrm>
              <a:off x="16215579" y="2285003"/>
              <a:ext cx="31841" cy="24272"/>
            </a:xfrm>
            <a:custGeom>
              <a:avLst/>
              <a:gdLst/>
              <a:ahLst/>
              <a:cxnLst/>
              <a:rect l="0" t="0" r="0" b="0"/>
              <a:pathLst>
                <a:path w="31841" h="24272">
                  <a:moveTo>
                    <a:pt x="0" y="0"/>
                  </a:moveTo>
                  <a:lnTo>
                    <a:pt x="31841" y="2427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5" name="Output_receptor__5574">
              <a:extLst>
                <a:ext uri="{FF2B5EF4-FFF2-40B4-BE49-F238E27FC236}">
                  <a16:creationId xmlns:a16="http://schemas.microsoft.com/office/drawing/2014/main" id="{C6CB00EC-CF36-13E9-5EA7-B2C9F7BDC0DD}"/>
                </a:ext>
              </a:extLst>
            </p:cNvPr>
            <p:cNvSpPr>
              <a:spLocks noGrp="1"/>
            </p:cNvSpPr>
            <p:nvPr/>
          </p:nvSpPr>
          <p:spPr>
            <a:xfrm>
              <a:off x="15660071" y="2659256"/>
              <a:ext cx="49991" cy="13625"/>
            </a:xfrm>
            <a:custGeom>
              <a:avLst/>
              <a:gdLst/>
              <a:ahLst/>
              <a:cxnLst/>
              <a:rect l="0" t="0" r="0" b="0"/>
              <a:pathLst>
                <a:path w="49991" h="13625">
                  <a:moveTo>
                    <a:pt x="0" y="0"/>
                  </a:moveTo>
                  <a:lnTo>
                    <a:pt x="49991" y="13625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76" name="Output_receptor__5575">
              <a:extLst>
                <a:ext uri="{FF2B5EF4-FFF2-40B4-BE49-F238E27FC236}">
                  <a16:creationId xmlns:a16="http://schemas.microsoft.com/office/drawing/2014/main" id="{29895AA7-9E7B-D37E-BEB9-05168B7E3435}"/>
                </a:ext>
              </a:extLst>
            </p:cNvPr>
            <p:cNvSpPr>
              <a:spLocks noGrp="1"/>
            </p:cNvSpPr>
            <p:nvPr/>
          </p:nvSpPr>
          <p:spPr>
            <a:xfrm>
              <a:off x="15610569" y="2867006"/>
              <a:ext cx="13382" cy="64095"/>
            </a:xfrm>
            <a:custGeom>
              <a:avLst/>
              <a:gdLst/>
              <a:ahLst/>
              <a:cxnLst/>
              <a:rect l="0" t="0" r="0" b="0"/>
              <a:pathLst>
                <a:path w="13382" h="64095">
                  <a:moveTo>
                    <a:pt x="13382" y="0"/>
                  </a:moveTo>
                  <a:lnTo>
                    <a:pt x="0" y="6409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7" name="Output_receptor__5576">
              <a:extLst>
                <a:ext uri="{FF2B5EF4-FFF2-40B4-BE49-F238E27FC236}">
                  <a16:creationId xmlns:a16="http://schemas.microsoft.com/office/drawing/2014/main" id="{621A41C1-9DE2-B6D5-16DB-172EDFD8B3C9}"/>
                </a:ext>
              </a:extLst>
            </p:cNvPr>
            <p:cNvSpPr>
              <a:spLocks noGrp="1"/>
            </p:cNvSpPr>
            <p:nvPr/>
          </p:nvSpPr>
          <p:spPr>
            <a:xfrm>
              <a:off x="16098706" y="2575220"/>
              <a:ext cx="69516" cy="16726"/>
            </a:xfrm>
            <a:custGeom>
              <a:avLst/>
              <a:gdLst/>
              <a:ahLst/>
              <a:cxnLst/>
              <a:rect l="0" t="0" r="0" b="0"/>
              <a:pathLst>
                <a:path w="69516" h="16726">
                  <a:moveTo>
                    <a:pt x="69516" y="0"/>
                  </a:moveTo>
                  <a:lnTo>
                    <a:pt x="0" y="1672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8" name="Output_receptor__5577">
              <a:extLst>
                <a:ext uri="{FF2B5EF4-FFF2-40B4-BE49-F238E27FC236}">
                  <a16:creationId xmlns:a16="http://schemas.microsoft.com/office/drawing/2014/main" id="{3628C6FC-8D73-64F3-A622-3EADCBBB178E}"/>
                </a:ext>
              </a:extLst>
            </p:cNvPr>
            <p:cNvSpPr>
              <a:spLocks noGrp="1"/>
            </p:cNvSpPr>
            <p:nvPr/>
          </p:nvSpPr>
          <p:spPr>
            <a:xfrm>
              <a:off x="15437561" y="3253228"/>
              <a:ext cx="25423" cy="1287"/>
            </a:xfrm>
            <a:custGeom>
              <a:avLst/>
              <a:gdLst/>
              <a:ahLst/>
              <a:cxnLst/>
              <a:rect l="0" t="0" r="0" b="0"/>
              <a:pathLst>
                <a:path w="25423" h="1287">
                  <a:moveTo>
                    <a:pt x="25423" y="12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79" name="Output_receptor__5578">
              <a:extLst>
                <a:ext uri="{FF2B5EF4-FFF2-40B4-BE49-F238E27FC236}">
                  <a16:creationId xmlns:a16="http://schemas.microsoft.com/office/drawing/2014/main" id="{487BB1ED-CBAA-6533-3DC0-46D60F5D3F58}"/>
                </a:ext>
              </a:extLst>
            </p:cNvPr>
            <p:cNvSpPr>
              <a:spLocks noGrp="1"/>
            </p:cNvSpPr>
            <p:nvPr/>
          </p:nvSpPr>
          <p:spPr>
            <a:xfrm>
              <a:off x="16076061" y="2957013"/>
              <a:ext cx="38076" cy="55300"/>
            </a:xfrm>
            <a:custGeom>
              <a:avLst/>
              <a:gdLst/>
              <a:ahLst/>
              <a:cxnLst/>
              <a:rect l="0" t="0" r="0" b="0"/>
              <a:pathLst>
                <a:path w="38076" h="55300">
                  <a:moveTo>
                    <a:pt x="38076" y="0"/>
                  </a:moveTo>
                  <a:lnTo>
                    <a:pt x="0" y="5530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0" name="Output_receptor__5579">
              <a:extLst>
                <a:ext uri="{FF2B5EF4-FFF2-40B4-BE49-F238E27FC236}">
                  <a16:creationId xmlns:a16="http://schemas.microsoft.com/office/drawing/2014/main" id="{4C9E6E91-F587-4F6C-852A-525F252926E7}"/>
                </a:ext>
              </a:extLst>
            </p:cNvPr>
            <p:cNvSpPr>
              <a:spLocks noGrp="1"/>
            </p:cNvSpPr>
            <p:nvPr/>
          </p:nvSpPr>
          <p:spPr>
            <a:xfrm>
              <a:off x="15987846" y="2292016"/>
              <a:ext cx="42221" cy="53496"/>
            </a:xfrm>
            <a:custGeom>
              <a:avLst/>
              <a:gdLst/>
              <a:ahLst/>
              <a:cxnLst/>
              <a:rect l="0" t="0" r="0" b="0"/>
              <a:pathLst>
                <a:path w="42221" h="53496">
                  <a:moveTo>
                    <a:pt x="0" y="0"/>
                  </a:moveTo>
                  <a:lnTo>
                    <a:pt x="42221" y="53496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1" name="Output_receptor__5580">
              <a:extLst>
                <a:ext uri="{FF2B5EF4-FFF2-40B4-BE49-F238E27FC236}">
                  <a16:creationId xmlns:a16="http://schemas.microsoft.com/office/drawing/2014/main" id="{F237D4E8-9CB6-3F10-1F14-114B8B351BD0}"/>
                </a:ext>
              </a:extLst>
            </p:cNvPr>
            <p:cNvSpPr>
              <a:spLocks noGrp="1"/>
            </p:cNvSpPr>
            <p:nvPr/>
          </p:nvSpPr>
          <p:spPr>
            <a:xfrm>
              <a:off x="16245025" y="3391620"/>
              <a:ext cx="21860" cy="60334"/>
            </a:xfrm>
            <a:custGeom>
              <a:avLst/>
              <a:gdLst/>
              <a:ahLst/>
              <a:cxnLst/>
              <a:rect l="0" t="0" r="0" b="0"/>
              <a:pathLst>
                <a:path w="21860" h="60334">
                  <a:moveTo>
                    <a:pt x="21860" y="0"/>
                  </a:moveTo>
                  <a:lnTo>
                    <a:pt x="0" y="6033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2" name="Output_receptor__5581">
              <a:extLst>
                <a:ext uri="{FF2B5EF4-FFF2-40B4-BE49-F238E27FC236}">
                  <a16:creationId xmlns:a16="http://schemas.microsoft.com/office/drawing/2014/main" id="{DFBB784A-0C0F-BF99-ED35-8B0E1D68C880}"/>
                </a:ext>
              </a:extLst>
            </p:cNvPr>
            <p:cNvSpPr>
              <a:spLocks noGrp="1"/>
            </p:cNvSpPr>
            <p:nvPr/>
          </p:nvSpPr>
          <p:spPr>
            <a:xfrm>
              <a:off x="16175713" y="2242089"/>
              <a:ext cx="39866" cy="42915"/>
            </a:xfrm>
            <a:custGeom>
              <a:avLst/>
              <a:gdLst/>
              <a:ahLst/>
              <a:cxnLst/>
              <a:rect l="0" t="0" r="0" b="0"/>
              <a:pathLst>
                <a:path w="39866" h="42915">
                  <a:moveTo>
                    <a:pt x="0" y="0"/>
                  </a:moveTo>
                  <a:lnTo>
                    <a:pt x="39866" y="4291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3" name="Output_receptor__5582">
              <a:extLst>
                <a:ext uri="{FF2B5EF4-FFF2-40B4-BE49-F238E27FC236}">
                  <a16:creationId xmlns:a16="http://schemas.microsoft.com/office/drawing/2014/main" id="{AFECCAFB-43D4-C961-E81B-EEA0084AF4BC}"/>
                </a:ext>
              </a:extLst>
            </p:cNvPr>
            <p:cNvSpPr>
              <a:spLocks noGrp="1"/>
            </p:cNvSpPr>
            <p:nvPr/>
          </p:nvSpPr>
          <p:spPr>
            <a:xfrm>
              <a:off x="15584768" y="3311090"/>
              <a:ext cx="7116" cy="26905"/>
            </a:xfrm>
            <a:custGeom>
              <a:avLst/>
              <a:gdLst/>
              <a:ahLst/>
              <a:cxnLst/>
              <a:rect l="0" t="0" r="0" b="0"/>
              <a:pathLst>
                <a:path w="7116" h="26905">
                  <a:moveTo>
                    <a:pt x="0" y="0"/>
                  </a:moveTo>
                  <a:lnTo>
                    <a:pt x="7116" y="2690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4" name="Output_receptor__5583">
              <a:extLst>
                <a:ext uri="{FF2B5EF4-FFF2-40B4-BE49-F238E27FC236}">
                  <a16:creationId xmlns:a16="http://schemas.microsoft.com/office/drawing/2014/main" id="{3D5BA80D-34DC-9BE3-0569-9704764ADF03}"/>
                </a:ext>
              </a:extLst>
            </p:cNvPr>
            <p:cNvSpPr>
              <a:spLocks noGrp="1"/>
            </p:cNvSpPr>
            <p:nvPr/>
          </p:nvSpPr>
          <p:spPr>
            <a:xfrm>
              <a:off x="15946194" y="3008945"/>
              <a:ext cx="22127" cy="56123"/>
            </a:xfrm>
            <a:custGeom>
              <a:avLst/>
              <a:gdLst/>
              <a:ahLst/>
              <a:cxnLst/>
              <a:rect l="0" t="0" r="0" b="0"/>
              <a:pathLst>
                <a:path w="22127" h="56123">
                  <a:moveTo>
                    <a:pt x="0" y="56123"/>
                  </a:moveTo>
                  <a:lnTo>
                    <a:pt x="22127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5" name="Output_receptor__5584">
              <a:extLst>
                <a:ext uri="{FF2B5EF4-FFF2-40B4-BE49-F238E27FC236}">
                  <a16:creationId xmlns:a16="http://schemas.microsoft.com/office/drawing/2014/main" id="{D8468A60-420C-72AD-5273-89EF252E6853}"/>
                </a:ext>
              </a:extLst>
            </p:cNvPr>
            <p:cNvSpPr>
              <a:spLocks noGrp="1"/>
            </p:cNvSpPr>
            <p:nvPr/>
          </p:nvSpPr>
          <p:spPr>
            <a:xfrm>
              <a:off x="16134986" y="2786091"/>
              <a:ext cx="12013" cy="45287"/>
            </a:xfrm>
            <a:custGeom>
              <a:avLst/>
              <a:gdLst/>
              <a:ahLst/>
              <a:cxnLst/>
              <a:rect l="0" t="0" r="0" b="0"/>
              <a:pathLst>
                <a:path w="12013" h="45287">
                  <a:moveTo>
                    <a:pt x="12013" y="4528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6" name="Output_receptor__5585">
              <a:extLst>
                <a:ext uri="{FF2B5EF4-FFF2-40B4-BE49-F238E27FC236}">
                  <a16:creationId xmlns:a16="http://schemas.microsoft.com/office/drawing/2014/main" id="{0B43C7AE-99D1-F7D0-0650-913E04DA7F73}"/>
                </a:ext>
              </a:extLst>
            </p:cNvPr>
            <p:cNvSpPr>
              <a:spLocks noGrp="1"/>
            </p:cNvSpPr>
            <p:nvPr/>
          </p:nvSpPr>
          <p:spPr>
            <a:xfrm>
              <a:off x="16249409" y="3041812"/>
              <a:ext cx="9513" cy="63028"/>
            </a:xfrm>
            <a:custGeom>
              <a:avLst/>
              <a:gdLst/>
              <a:ahLst/>
              <a:cxnLst/>
              <a:rect l="0" t="0" r="0" b="0"/>
              <a:pathLst>
                <a:path w="9513" h="63028">
                  <a:moveTo>
                    <a:pt x="0" y="0"/>
                  </a:moveTo>
                  <a:lnTo>
                    <a:pt x="9513" y="63028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7" name="Output_receptor__5586">
              <a:extLst>
                <a:ext uri="{FF2B5EF4-FFF2-40B4-BE49-F238E27FC236}">
                  <a16:creationId xmlns:a16="http://schemas.microsoft.com/office/drawing/2014/main" id="{33515F74-B10F-DA76-4F59-8392613906E4}"/>
                </a:ext>
              </a:extLst>
            </p:cNvPr>
            <p:cNvSpPr>
              <a:spLocks noGrp="1"/>
            </p:cNvSpPr>
            <p:nvPr/>
          </p:nvSpPr>
          <p:spPr>
            <a:xfrm>
              <a:off x="16098712" y="2283201"/>
              <a:ext cx="44449" cy="53764"/>
            </a:xfrm>
            <a:custGeom>
              <a:avLst/>
              <a:gdLst/>
              <a:ahLst/>
              <a:cxnLst/>
              <a:rect l="0" t="0" r="0" b="0"/>
              <a:pathLst>
                <a:path w="44449" h="53764">
                  <a:moveTo>
                    <a:pt x="0" y="0"/>
                  </a:moveTo>
                  <a:lnTo>
                    <a:pt x="44449" y="5376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8" name="Output_receptor__5587">
              <a:extLst>
                <a:ext uri="{FF2B5EF4-FFF2-40B4-BE49-F238E27FC236}">
                  <a16:creationId xmlns:a16="http://schemas.microsoft.com/office/drawing/2014/main" id="{6A8ED971-B41A-9E1E-408E-B920CE61C156}"/>
                </a:ext>
              </a:extLst>
            </p:cNvPr>
            <p:cNvSpPr>
              <a:spLocks noGrp="1"/>
            </p:cNvSpPr>
            <p:nvPr/>
          </p:nvSpPr>
          <p:spPr>
            <a:xfrm>
              <a:off x="15311473" y="3631348"/>
              <a:ext cx="24475" cy="9833"/>
            </a:xfrm>
            <a:custGeom>
              <a:avLst/>
              <a:gdLst/>
              <a:ahLst/>
              <a:cxnLst/>
              <a:rect l="0" t="0" r="0" b="0"/>
              <a:pathLst>
                <a:path w="24475" h="9833">
                  <a:moveTo>
                    <a:pt x="24475" y="0"/>
                  </a:moveTo>
                  <a:lnTo>
                    <a:pt x="0" y="9833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89" name="Output_receptor__5588">
              <a:extLst>
                <a:ext uri="{FF2B5EF4-FFF2-40B4-BE49-F238E27FC236}">
                  <a16:creationId xmlns:a16="http://schemas.microsoft.com/office/drawing/2014/main" id="{2ADA2A21-AAE6-754B-C445-BC9C750C2A4C}"/>
                </a:ext>
              </a:extLst>
            </p:cNvPr>
            <p:cNvSpPr>
              <a:spLocks noGrp="1"/>
            </p:cNvSpPr>
            <p:nvPr/>
          </p:nvSpPr>
          <p:spPr>
            <a:xfrm>
              <a:off x="16266885" y="3389136"/>
              <a:ext cx="56064" cy="2484"/>
            </a:xfrm>
            <a:custGeom>
              <a:avLst/>
              <a:gdLst/>
              <a:ahLst/>
              <a:cxnLst/>
              <a:rect l="0" t="0" r="0" b="0"/>
              <a:pathLst>
                <a:path w="56064" h="2484">
                  <a:moveTo>
                    <a:pt x="56064" y="0"/>
                  </a:moveTo>
                  <a:lnTo>
                    <a:pt x="0" y="2484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0" name="Output_receptor__5589">
              <a:extLst>
                <a:ext uri="{FF2B5EF4-FFF2-40B4-BE49-F238E27FC236}">
                  <a16:creationId xmlns:a16="http://schemas.microsoft.com/office/drawing/2014/main" id="{A181A344-EB6D-B1E9-AFEA-190693BD3B39}"/>
                </a:ext>
              </a:extLst>
            </p:cNvPr>
            <p:cNvSpPr>
              <a:spLocks noGrp="1"/>
            </p:cNvSpPr>
            <p:nvPr/>
          </p:nvSpPr>
          <p:spPr>
            <a:xfrm>
              <a:off x="15623951" y="2849055"/>
              <a:ext cx="40048" cy="17952"/>
            </a:xfrm>
            <a:custGeom>
              <a:avLst/>
              <a:gdLst/>
              <a:ahLst/>
              <a:cxnLst/>
              <a:rect l="0" t="0" r="0" b="0"/>
              <a:pathLst>
                <a:path w="40048" h="17952">
                  <a:moveTo>
                    <a:pt x="40048" y="0"/>
                  </a:moveTo>
                  <a:lnTo>
                    <a:pt x="0" y="1795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1" name="Output_receptor__5590">
              <a:extLst>
                <a:ext uri="{FF2B5EF4-FFF2-40B4-BE49-F238E27FC236}">
                  <a16:creationId xmlns:a16="http://schemas.microsoft.com/office/drawing/2014/main" id="{A255576E-C1E0-7B35-A704-571EC87398EC}"/>
                </a:ext>
              </a:extLst>
            </p:cNvPr>
            <p:cNvSpPr>
              <a:spLocks noGrp="1"/>
            </p:cNvSpPr>
            <p:nvPr/>
          </p:nvSpPr>
          <p:spPr>
            <a:xfrm>
              <a:off x="15457683" y="2925118"/>
              <a:ext cx="16066" cy="58063"/>
            </a:xfrm>
            <a:custGeom>
              <a:avLst/>
              <a:gdLst/>
              <a:ahLst/>
              <a:cxnLst/>
              <a:rect l="0" t="0" r="0" b="0"/>
              <a:pathLst>
                <a:path w="16066" h="58063">
                  <a:moveTo>
                    <a:pt x="0" y="0"/>
                  </a:moveTo>
                  <a:lnTo>
                    <a:pt x="16066" y="58063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2" name="Output_receptor__5591">
              <a:extLst>
                <a:ext uri="{FF2B5EF4-FFF2-40B4-BE49-F238E27FC236}">
                  <a16:creationId xmlns:a16="http://schemas.microsoft.com/office/drawing/2014/main" id="{AA617137-D7BB-FFFB-46DA-843A6F7F7CC3}"/>
                </a:ext>
              </a:extLst>
            </p:cNvPr>
            <p:cNvSpPr>
              <a:spLocks noGrp="1"/>
            </p:cNvSpPr>
            <p:nvPr/>
          </p:nvSpPr>
          <p:spPr>
            <a:xfrm>
              <a:off x="16168222" y="2511605"/>
              <a:ext cx="19295" cy="63615"/>
            </a:xfrm>
            <a:custGeom>
              <a:avLst/>
              <a:gdLst/>
              <a:ahLst/>
              <a:cxnLst/>
              <a:rect l="0" t="0" r="0" b="0"/>
              <a:pathLst>
                <a:path w="19295" h="63615">
                  <a:moveTo>
                    <a:pt x="19295" y="0"/>
                  </a:moveTo>
                  <a:lnTo>
                    <a:pt x="0" y="6361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3" name="Output_receptor__5592">
              <a:extLst>
                <a:ext uri="{FF2B5EF4-FFF2-40B4-BE49-F238E27FC236}">
                  <a16:creationId xmlns:a16="http://schemas.microsoft.com/office/drawing/2014/main" id="{7E8E7B31-6740-B451-D8D9-831E0BB388D8}"/>
                </a:ext>
              </a:extLst>
            </p:cNvPr>
            <p:cNvSpPr>
              <a:spLocks noGrp="1"/>
            </p:cNvSpPr>
            <p:nvPr/>
          </p:nvSpPr>
          <p:spPr>
            <a:xfrm>
              <a:off x="15440999" y="2639863"/>
              <a:ext cx="60279" cy="38045"/>
            </a:xfrm>
            <a:custGeom>
              <a:avLst/>
              <a:gdLst/>
              <a:ahLst/>
              <a:cxnLst/>
              <a:rect l="0" t="0" r="0" b="0"/>
              <a:pathLst>
                <a:path w="60279" h="38045">
                  <a:moveTo>
                    <a:pt x="60279" y="0"/>
                  </a:moveTo>
                  <a:lnTo>
                    <a:pt x="0" y="3804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4" name="Output_receptor__5593">
              <a:extLst>
                <a:ext uri="{FF2B5EF4-FFF2-40B4-BE49-F238E27FC236}">
                  <a16:creationId xmlns:a16="http://schemas.microsoft.com/office/drawing/2014/main" id="{DE313A5D-EE72-015F-4AF0-2A89D8D860D0}"/>
                </a:ext>
              </a:extLst>
            </p:cNvPr>
            <p:cNvSpPr>
              <a:spLocks noGrp="1"/>
            </p:cNvSpPr>
            <p:nvPr/>
          </p:nvSpPr>
          <p:spPr>
            <a:xfrm>
              <a:off x="16177359" y="3737346"/>
              <a:ext cx="18149" cy="19190"/>
            </a:xfrm>
            <a:custGeom>
              <a:avLst/>
              <a:gdLst/>
              <a:ahLst/>
              <a:cxnLst/>
              <a:rect l="0" t="0" r="0" b="0"/>
              <a:pathLst>
                <a:path w="18149" h="19190">
                  <a:moveTo>
                    <a:pt x="18149" y="1919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5" name="Output_receptor__5594">
              <a:extLst>
                <a:ext uri="{FF2B5EF4-FFF2-40B4-BE49-F238E27FC236}">
                  <a16:creationId xmlns:a16="http://schemas.microsoft.com/office/drawing/2014/main" id="{08D1DF7B-BB61-B093-DA26-7341C83CF4B2}"/>
                </a:ext>
              </a:extLst>
            </p:cNvPr>
            <p:cNvSpPr>
              <a:spLocks noGrp="1"/>
            </p:cNvSpPr>
            <p:nvPr/>
          </p:nvSpPr>
          <p:spPr>
            <a:xfrm>
              <a:off x="15510992" y="3547158"/>
              <a:ext cx="41487" cy="44366"/>
            </a:xfrm>
            <a:custGeom>
              <a:avLst/>
              <a:gdLst/>
              <a:ahLst/>
              <a:cxnLst/>
              <a:rect l="0" t="0" r="0" b="0"/>
              <a:pathLst>
                <a:path w="41487" h="44366">
                  <a:moveTo>
                    <a:pt x="41487" y="0"/>
                  </a:moveTo>
                  <a:lnTo>
                    <a:pt x="0" y="4436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596" name="Output_receptor__5595">
              <a:extLst>
                <a:ext uri="{FF2B5EF4-FFF2-40B4-BE49-F238E27FC236}">
                  <a16:creationId xmlns:a16="http://schemas.microsoft.com/office/drawing/2014/main" id="{2D093664-B0FB-C48E-94D0-9BFDD9142C44}"/>
                </a:ext>
              </a:extLst>
            </p:cNvPr>
            <p:cNvSpPr>
              <a:spLocks noGrp="1"/>
            </p:cNvSpPr>
            <p:nvPr/>
          </p:nvSpPr>
          <p:spPr>
            <a:xfrm>
              <a:off x="15341505" y="3225211"/>
              <a:ext cx="15021" cy="5371"/>
            </a:xfrm>
            <a:custGeom>
              <a:avLst/>
              <a:gdLst/>
              <a:ahLst/>
              <a:cxnLst/>
              <a:rect l="0" t="0" r="0" b="0"/>
              <a:pathLst>
                <a:path w="15021" h="5371">
                  <a:moveTo>
                    <a:pt x="0" y="5371"/>
                  </a:moveTo>
                  <a:lnTo>
                    <a:pt x="15021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7" name="Output_receptor__5596">
              <a:extLst>
                <a:ext uri="{FF2B5EF4-FFF2-40B4-BE49-F238E27FC236}">
                  <a16:creationId xmlns:a16="http://schemas.microsoft.com/office/drawing/2014/main" id="{42DEE0E3-2B94-C2F2-E7F4-1EDAC5ACDC71}"/>
                </a:ext>
              </a:extLst>
            </p:cNvPr>
            <p:cNvSpPr>
              <a:spLocks noGrp="1"/>
            </p:cNvSpPr>
            <p:nvPr/>
          </p:nvSpPr>
          <p:spPr>
            <a:xfrm>
              <a:off x="15654188" y="3477776"/>
              <a:ext cx="30915" cy="43091"/>
            </a:xfrm>
            <a:custGeom>
              <a:avLst/>
              <a:gdLst/>
              <a:ahLst/>
              <a:cxnLst/>
              <a:rect l="0" t="0" r="0" b="0"/>
              <a:pathLst>
                <a:path w="30915" h="43091">
                  <a:moveTo>
                    <a:pt x="0" y="43091"/>
                  </a:moveTo>
                  <a:lnTo>
                    <a:pt x="30915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8" name="Output_receptor__5597">
              <a:extLst>
                <a:ext uri="{FF2B5EF4-FFF2-40B4-BE49-F238E27FC236}">
                  <a16:creationId xmlns:a16="http://schemas.microsoft.com/office/drawing/2014/main" id="{2FA29071-428D-ECF3-2534-6B5AEDD3C5A1}"/>
                </a:ext>
              </a:extLst>
            </p:cNvPr>
            <p:cNvSpPr>
              <a:spLocks noGrp="1"/>
            </p:cNvSpPr>
            <p:nvPr/>
          </p:nvSpPr>
          <p:spPr>
            <a:xfrm>
              <a:off x="16161843" y="3068669"/>
              <a:ext cx="9661" cy="63622"/>
            </a:xfrm>
            <a:custGeom>
              <a:avLst/>
              <a:gdLst/>
              <a:ahLst/>
              <a:cxnLst/>
              <a:rect l="0" t="0" r="0" b="0"/>
              <a:pathLst>
                <a:path w="9661" h="63622">
                  <a:moveTo>
                    <a:pt x="0" y="0"/>
                  </a:moveTo>
                  <a:lnTo>
                    <a:pt x="9661" y="63622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599" name="Output_receptor__5598">
              <a:extLst>
                <a:ext uri="{FF2B5EF4-FFF2-40B4-BE49-F238E27FC236}">
                  <a16:creationId xmlns:a16="http://schemas.microsoft.com/office/drawing/2014/main" id="{2E34D7A3-B7C2-0FD1-2E20-94D596B63A31}"/>
                </a:ext>
              </a:extLst>
            </p:cNvPr>
            <p:cNvSpPr>
              <a:spLocks noGrp="1"/>
            </p:cNvSpPr>
            <p:nvPr/>
          </p:nvSpPr>
          <p:spPr>
            <a:xfrm>
              <a:off x="15953589" y="3228276"/>
              <a:ext cx="42076" cy="57958"/>
            </a:xfrm>
            <a:custGeom>
              <a:avLst/>
              <a:gdLst/>
              <a:ahLst/>
              <a:cxnLst/>
              <a:rect l="0" t="0" r="0" b="0"/>
              <a:pathLst>
                <a:path w="42076" h="57958">
                  <a:moveTo>
                    <a:pt x="42076" y="0"/>
                  </a:moveTo>
                  <a:lnTo>
                    <a:pt x="0" y="57958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0" name="Output_receptor__5599">
              <a:extLst>
                <a:ext uri="{FF2B5EF4-FFF2-40B4-BE49-F238E27FC236}">
                  <a16:creationId xmlns:a16="http://schemas.microsoft.com/office/drawing/2014/main" id="{684693C3-B232-9BEF-7499-95D791AB820E}"/>
                </a:ext>
              </a:extLst>
            </p:cNvPr>
            <p:cNvSpPr>
              <a:spLocks noGrp="1"/>
            </p:cNvSpPr>
            <p:nvPr/>
          </p:nvSpPr>
          <p:spPr>
            <a:xfrm>
              <a:off x="16446292" y="2730851"/>
              <a:ext cx="25835" cy="34056"/>
            </a:xfrm>
            <a:custGeom>
              <a:avLst/>
              <a:gdLst/>
              <a:ahLst/>
              <a:cxnLst/>
              <a:rect l="0" t="0" r="0" b="0"/>
              <a:pathLst>
                <a:path w="25835" h="34056">
                  <a:moveTo>
                    <a:pt x="0" y="0"/>
                  </a:moveTo>
                  <a:lnTo>
                    <a:pt x="25835" y="34056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1" name="Output_receptor__5600">
              <a:extLst>
                <a:ext uri="{FF2B5EF4-FFF2-40B4-BE49-F238E27FC236}">
                  <a16:creationId xmlns:a16="http://schemas.microsoft.com/office/drawing/2014/main" id="{A2E85772-A562-CF00-B8AE-BAE5BC7907A5}"/>
                </a:ext>
              </a:extLst>
            </p:cNvPr>
            <p:cNvSpPr>
              <a:spLocks noGrp="1"/>
            </p:cNvSpPr>
            <p:nvPr/>
          </p:nvSpPr>
          <p:spPr>
            <a:xfrm>
              <a:off x="15683884" y="3426529"/>
              <a:ext cx="1219" cy="51246"/>
            </a:xfrm>
            <a:custGeom>
              <a:avLst/>
              <a:gdLst/>
              <a:ahLst/>
              <a:cxnLst/>
              <a:rect l="0" t="0" r="0" b="0"/>
              <a:pathLst>
                <a:path w="1219" h="51246">
                  <a:moveTo>
                    <a:pt x="1219" y="512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2" name="Output_receptor__5601">
              <a:extLst>
                <a:ext uri="{FF2B5EF4-FFF2-40B4-BE49-F238E27FC236}">
                  <a16:creationId xmlns:a16="http://schemas.microsoft.com/office/drawing/2014/main" id="{072E19E9-4469-111D-9460-936F5589732C}"/>
                </a:ext>
              </a:extLst>
            </p:cNvPr>
            <p:cNvSpPr>
              <a:spLocks noGrp="1"/>
            </p:cNvSpPr>
            <p:nvPr/>
          </p:nvSpPr>
          <p:spPr>
            <a:xfrm>
              <a:off x="16079661" y="3148316"/>
              <a:ext cx="17688" cy="69418"/>
            </a:xfrm>
            <a:custGeom>
              <a:avLst/>
              <a:gdLst/>
              <a:ahLst/>
              <a:cxnLst/>
              <a:rect l="0" t="0" r="0" b="0"/>
              <a:pathLst>
                <a:path w="17688" h="69418">
                  <a:moveTo>
                    <a:pt x="0" y="0"/>
                  </a:moveTo>
                  <a:lnTo>
                    <a:pt x="17688" y="69418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3" name="Output_receptor__5602">
              <a:extLst>
                <a:ext uri="{FF2B5EF4-FFF2-40B4-BE49-F238E27FC236}">
                  <a16:creationId xmlns:a16="http://schemas.microsoft.com/office/drawing/2014/main" id="{94D424AA-F099-B94B-1C3C-6F2EE94621A4}"/>
                </a:ext>
              </a:extLst>
            </p:cNvPr>
            <p:cNvSpPr>
              <a:spLocks noGrp="1"/>
            </p:cNvSpPr>
            <p:nvPr/>
          </p:nvSpPr>
          <p:spPr>
            <a:xfrm>
              <a:off x="15660543" y="3647231"/>
              <a:ext cx="47004" cy="29904"/>
            </a:xfrm>
            <a:custGeom>
              <a:avLst/>
              <a:gdLst/>
              <a:ahLst/>
              <a:cxnLst/>
              <a:rect l="0" t="0" r="0" b="0"/>
              <a:pathLst>
                <a:path w="47004" h="29904">
                  <a:moveTo>
                    <a:pt x="0" y="0"/>
                  </a:moveTo>
                  <a:lnTo>
                    <a:pt x="47004" y="29904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4" name="Output_receptor__5603">
              <a:extLst>
                <a:ext uri="{FF2B5EF4-FFF2-40B4-BE49-F238E27FC236}">
                  <a16:creationId xmlns:a16="http://schemas.microsoft.com/office/drawing/2014/main" id="{86CBDA2E-0E6A-6AF3-C1E7-AAE81B8046DE}"/>
                </a:ext>
              </a:extLst>
            </p:cNvPr>
            <p:cNvSpPr>
              <a:spLocks noGrp="1"/>
            </p:cNvSpPr>
            <p:nvPr/>
          </p:nvSpPr>
          <p:spPr>
            <a:xfrm>
              <a:off x="16187517" y="2499588"/>
              <a:ext cx="69267" cy="12017"/>
            </a:xfrm>
            <a:custGeom>
              <a:avLst/>
              <a:gdLst/>
              <a:ahLst/>
              <a:cxnLst/>
              <a:rect l="0" t="0" r="0" b="0"/>
              <a:pathLst>
                <a:path w="69267" h="12017">
                  <a:moveTo>
                    <a:pt x="69267" y="0"/>
                  </a:moveTo>
                  <a:lnTo>
                    <a:pt x="0" y="12017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5" name="Output_receptor__5604">
              <a:extLst>
                <a:ext uri="{FF2B5EF4-FFF2-40B4-BE49-F238E27FC236}">
                  <a16:creationId xmlns:a16="http://schemas.microsoft.com/office/drawing/2014/main" id="{E4357DBF-A721-38F5-1F32-629C029E3A99}"/>
                </a:ext>
              </a:extLst>
            </p:cNvPr>
            <p:cNvSpPr>
              <a:spLocks noGrp="1"/>
            </p:cNvSpPr>
            <p:nvPr/>
          </p:nvSpPr>
          <p:spPr>
            <a:xfrm>
              <a:off x="16174127" y="2735686"/>
              <a:ext cx="51380" cy="49625"/>
            </a:xfrm>
            <a:custGeom>
              <a:avLst/>
              <a:gdLst/>
              <a:ahLst/>
              <a:cxnLst/>
              <a:rect l="0" t="0" r="0" b="0"/>
              <a:pathLst>
                <a:path w="51380" h="49625">
                  <a:moveTo>
                    <a:pt x="0" y="0"/>
                  </a:moveTo>
                  <a:lnTo>
                    <a:pt x="51380" y="49625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06" name="Output_receptor__5605">
              <a:extLst>
                <a:ext uri="{FF2B5EF4-FFF2-40B4-BE49-F238E27FC236}">
                  <a16:creationId xmlns:a16="http://schemas.microsoft.com/office/drawing/2014/main" id="{B5DB2E8B-3FC2-5897-D61D-E03B04684A44}"/>
                </a:ext>
              </a:extLst>
            </p:cNvPr>
            <p:cNvSpPr>
              <a:spLocks noGrp="1"/>
            </p:cNvSpPr>
            <p:nvPr/>
          </p:nvSpPr>
          <p:spPr>
            <a:xfrm>
              <a:off x="15457683" y="2893067"/>
              <a:ext cx="59872" cy="32051"/>
            </a:xfrm>
            <a:custGeom>
              <a:avLst/>
              <a:gdLst/>
              <a:ahLst/>
              <a:cxnLst/>
              <a:rect l="0" t="0" r="0" b="0"/>
              <a:pathLst>
                <a:path w="59872" h="32051">
                  <a:moveTo>
                    <a:pt x="59872" y="0"/>
                  </a:moveTo>
                  <a:lnTo>
                    <a:pt x="0" y="32051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7" name="Output_receptor__5606">
              <a:extLst>
                <a:ext uri="{FF2B5EF4-FFF2-40B4-BE49-F238E27FC236}">
                  <a16:creationId xmlns:a16="http://schemas.microsoft.com/office/drawing/2014/main" id="{0DCD2873-C625-DB9E-FECB-9C13A1B2774E}"/>
                </a:ext>
              </a:extLst>
            </p:cNvPr>
            <p:cNvSpPr>
              <a:spLocks noGrp="1"/>
            </p:cNvSpPr>
            <p:nvPr/>
          </p:nvSpPr>
          <p:spPr>
            <a:xfrm>
              <a:off x="15398772" y="3701699"/>
              <a:ext cx="37094" cy="37267"/>
            </a:xfrm>
            <a:custGeom>
              <a:avLst/>
              <a:gdLst/>
              <a:ahLst/>
              <a:cxnLst/>
              <a:rect l="0" t="0" r="0" b="0"/>
              <a:pathLst>
                <a:path w="37094" h="37267">
                  <a:moveTo>
                    <a:pt x="37094" y="0"/>
                  </a:moveTo>
                  <a:lnTo>
                    <a:pt x="0" y="37267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8" name="Output_receptor__5607">
              <a:extLst>
                <a:ext uri="{FF2B5EF4-FFF2-40B4-BE49-F238E27FC236}">
                  <a16:creationId xmlns:a16="http://schemas.microsoft.com/office/drawing/2014/main" id="{E3ED9E27-B5CE-A835-1CD0-F62C84BE60B7}"/>
                </a:ext>
              </a:extLst>
            </p:cNvPr>
            <p:cNvSpPr>
              <a:spLocks noGrp="1"/>
            </p:cNvSpPr>
            <p:nvPr/>
          </p:nvSpPr>
          <p:spPr>
            <a:xfrm>
              <a:off x="15308173" y="2856661"/>
              <a:ext cx="3178" cy="45024"/>
            </a:xfrm>
            <a:custGeom>
              <a:avLst/>
              <a:gdLst/>
              <a:ahLst/>
              <a:cxnLst/>
              <a:rect l="0" t="0" r="0" b="0"/>
              <a:pathLst>
                <a:path w="3178" h="45024">
                  <a:moveTo>
                    <a:pt x="3178" y="4502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BEEF1"/>
              </a:solidFill>
            </a:ln>
          </p:spPr>
        </p:sp>
        <p:sp>
          <p:nvSpPr>
            <p:cNvPr id="5609" name="Output_receptor__5608">
              <a:extLst>
                <a:ext uri="{FF2B5EF4-FFF2-40B4-BE49-F238E27FC236}">
                  <a16:creationId xmlns:a16="http://schemas.microsoft.com/office/drawing/2014/main" id="{67B5D972-C6C1-34DE-B585-86CF619B6ADD}"/>
                </a:ext>
              </a:extLst>
            </p:cNvPr>
            <p:cNvSpPr>
              <a:spLocks noGrp="1"/>
            </p:cNvSpPr>
            <p:nvPr/>
          </p:nvSpPr>
          <p:spPr>
            <a:xfrm>
              <a:off x="16322949" y="3389136"/>
              <a:ext cx="17943" cy="66353"/>
            </a:xfrm>
            <a:custGeom>
              <a:avLst/>
              <a:gdLst/>
              <a:ahLst/>
              <a:cxnLst/>
              <a:rect l="0" t="0" r="0" b="0"/>
              <a:pathLst>
                <a:path w="17943" h="66353">
                  <a:moveTo>
                    <a:pt x="17943" y="663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BEEF1"/>
              </a:solidFill>
            </a:ln>
          </p:spPr>
        </p:sp>
        <p:sp>
          <p:nvSpPr>
            <p:cNvPr id="5610" name="Output_receptor__5609">
              <a:extLst>
                <a:ext uri="{FF2B5EF4-FFF2-40B4-BE49-F238E27FC236}">
                  <a16:creationId xmlns:a16="http://schemas.microsoft.com/office/drawing/2014/main" id="{D2393AB4-436F-BDB2-3731-7BEFB84F2E89}"/>
                </a:ext>
              </a:extLst>
            </p:cNvPr>
            <p:cNvSpPr>
              <a:spLocks noGrp="1"/>
            </p:cNvSpPr>
            <p:nvPr/>
          </p:nvSpPr>
          <p:spPr>
            <a:xfrm>
              <a:off x="15766144" y="3429056"/>
              <a:ext cx="10677" cy="64338"/>
            </a:xfrm>
            <a:custGeom>
              <a:avLst/>
              <a:gdLst/>
              <a:ahLst/>
              <a:cxnLst/>
              <a:rect l="0" t="0" r="0" b="0"/>
              <a:pathLst>
                <a:path w="10677" h="64338">
                  <a:moveTo>
                    <a:pt x="0" y="64338"/>
                  </a:moveTo>
                  <a:lnTo>
                    <a:pt x="10677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1" name="Output_receptor__5610">
              <a:extLst>
                <a:ext uri="{FF2B5EF4-FFF2-40B4-BE49-F238E27FC236}">
                  <a16:creationId xmlns:a16="http://schemas.microsoft.com/office/drawing/2014/main" id="{F9DD85B4-1133-BE19-47FC-4795252435EB}"/>
                </a:ext>
              </a:extLst>
            </p:cNvPr>
            <p:cNvSpPr>
              <a:spLocks noGrp="1"/>
            </p:cNvSpPr>
            <p:nvPr/>
          </p:nvSpPr>
          <p:spPr>
            <a:xfrm>
              <a:off x="14985138" y="2864275"/>
              <a:ext cx="39157" cy="53281"/>
            </a:xfrm>
            <a:custGeom>
              <a:avLst/>
              <a:gdLst/>
              <a:ahLst/>
              <a:cxnLst/>
              <a:rect l="0" t="0" r="0" b="0"/>
              <a:pathLst>
                <a:path w="39157" h="53281">
                  <a:moveTo>
                    <a:pt x="0" y="53281"/>
                  </a:moveTo>
                  <a:lnTo>
                    <a:pt x="39157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2" name="Output_receptor__5611">
              <a:extLst>
                <a:ext uri="{FF2B5EF4-FFF2-40B4-BE49-F238E27FC236}">
                  <a16:creationId xmlns:a16="http://schemas.microsoft.com/office/drawing/2014/main" id="{968886A9-6261-D158-097B-8FF8F95367D3}"/>
                </a:ext>
              </a:extLst>
            </p:cNvPr>
            <p:cNvSpPr>
              <a:spLocks noGrp="1"/>
            </p:cNvSpPr>
            <p:nvPr/>
          </p:nvSpPr>
          <p:spPr>
            <a:xfrm>
              <a:off x="15241305" y="3569730"/>
              <a:ext cx="58452" cy="17269"/>
            </a:xfrm>
            <a:custGeom>
              <a:avLst/>
              <a:gdLst/>
              <a:ahLst/>
              <a:cxnLst/>
              <a:rect l="0" t="0" r="0" b="0"/>
              <a:pathLst>
                <a:path w="58452" h="17269">
                  <a:moveTo>
                    <a:pt x="58452" y="0"/>
                  </a:moveTo>
                  <a:lnTo>
                    <a:pt x="0" y="17269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3" name="Output_receptor__5612">
              <a:extLst>
                <a:ext uri="{FF2B5EF4-FFF2-40B4-BE49-F238E27FC236}">
                  <a16:creationId xmlns:a16="http://schemas.microsoft.com/office/drawing/2014/main" id="{B6B7FCF0-0B6F-BD3A-D00C-9505190CB46E}"/>
                </a:ext>
              </a:extLst>
            </p:cNvPr>
            <p:cNvSpPr>
              <a:spLocks noGrp="1"/>
            </p:cNvSpPr>
            <p:nvPr/>
          </p:nvSpPr>
          <p:spPr>
            <a:xfrm>
              <a:off x="15574781" y="3471025"/>
              <a:ext cx="30333" cy="2582"/>
            </a:xfrm>
            <a:custGeom>
              <a:avLst/>
              <a:gdLst/>
              <a:ahLst/>
              <a:cxnLst/>
              <a:rect l="0" t="0" r="0" b="0"/>
              <a:pathLst>
                <a:path w="30333" h="2582">
                  <a:moveTo>
                    <a:pt x="0" y="2582"/>
                  </a:moveTo>
                  <a:lnTo>
                    <a:pt x="30333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4" name="Output_receptor__5613">
              <a:extLst>
                <a:ext uri="{FF2B5EF4-FFF2-40B4-BE49-F238E27FC236}">
                  <a16:creationId xmlns:a16="http://schemas.microsoft.com/office/drawing/2014/main" id="{76788353-BA81-899D-24A7-8770D9B42901}"/>
                </a:ext>
              </a:extLst>
            </p:cNvPr>
            <p:cNvSpPr>
              <a:spLocks noGrp="1"/>
            </p:cNvSpPr>
            <p:nvPr/>
          </p:nvSpPr>
          <p:spPr>
            <a:xfrm>
              <a:off x="14930425" y="3219068"/>
              <a:ext cx="14800" cy="62394"/>
            </a:xfrm>
            <a:custGeom>
              <a:avLst/>
              <a:gdLst/>
              <a:ahLst/>
              <a:cxnLst/>
              <a:rect l="0" t="0" r="0" b="0"/>
              <a:pathLst>
                <a:path w="14800" h="62394">
                  <a:moveTo>
                    <a:pt x="14800" y="6239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5" name="Output_receptor__5614">
              <a:extLst>
                <a:ext uri="{FF2B5EF4-FFF2-40B4-BE49-F238E27FC236}">
                  <a16:creationId xmlns:a16="http://schemas.microsoft.com/office/drawing/2014/main" id="{C075B84D-8F66-4367-BC61-CC2E487CE95D}"/>
                </a:ext>
              </a:extLst>
            </p:cNvPr>
            <p:cNvSpPr>
              <a:spLocks noGrp="1"/>
            </p:cNvSpPr>
            <p:nvPr/>
          </p:nvSpPr>
          <p:spPr>
            <a:xfrm>
              <a:off x="15306027" y="3440709"/>
              <a:ext cx="6713" cy="14737"/>
            </a:xfrm>
            <a:custGeom>
              <a:avLst/>
              <a:gdLst/>
              <a:ahLst/>
              <a:cxnLst/>
              <a:rect l="0" t="0" r="0" b="0"/>
              <a:pathLst>
                <a:path w="6713" h="14737">
                  <a:moveTo>
                    <a:pt x="6713" y="1473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6" name="Output_receptor__5615">
              <a:extLst>
                <a:ext uri="{FF2B5EF4-FFF2-40B4-BE49-F238E27FC236}">
                  <a16:creationId xmlns:a16="http://schemas.microsoft.com/office/drawing/2014/main" id="{C0D944C9-B845-2537-008F-4A7D37F61DB8}"/>
                </a:ext>
              </a:extLst>
            </p:cNvPr>
            <p:cNvSpPr>
              <a:spLocks noGrp="1"/>
            </p:cNvSpPr>
            <p:nvPr/>
          </p:nvSpPr>
          <p:spPr>
            <a:xfrm>
              <a:off x="14956597" y="3065726"/>
              <a:ext cx="8433" cy="70092"/>
            </a:xfrm>
            <a:custGeom>
              <a:avLst/>
              <a:gdLst/>
              <a:ahLst/>
              <a:cxnLst/>
              <a:rect l="0" t="0" r="0" b="0"/>
              <a:pathLst>
                <a:path w="8433" h="70092">
                  <a:moveTo>
                    <a:pt x="8433" y="700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7" name="Output_receptor__5616">
              <a:extLst>
                <a:ext uri="{FF2B5EF4-FFF2-40B4-BE49-F238E27FC236}">
                  <a16:creationId xmlns:a16="http://schemas.microsoft.com/office/drawing/2014/main" id="{023BD129-901F-568D-F265-DCD842CAE4B6}"/>
                </a:ext>
              </a:extLst>
            </p:cNvPr>
            <p:cNvSpPr>
              <a:spLocks noGrp="1"/>
            </p:cNvSpPr>
            <p:nvPr/>
          </p:nvSpPr>
          <p:spPr>
            <a:xfrm>
              <a:off x="15429731" y="3343459"/>
              <a:ext cx="14885" cy="36072"/>
            </a:xfrm>
            <a:custGeom>
              <a:avLst/>
              <a:gdLst/>
              <a:ahLst/>
              <a:cxnLst/>
              <a:rect l="0" t="0" r="0" b="0"/>
              <a:pathLst>
                <a:path w="14885" h="36072">
                  <a:moveTo>
                    <a:pt x="0" y="0"/>
                  </a:moveTo>
                  <a:lnTo>
                    <a:pt x="14885" y="36072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18" name="Output_receptor__5617">
              <a:extLst>
                <a:ext uri="{FF2B5EF4-FFF2-40B4-BE49-F238E27FC236}">
                  <a16:creationId xmlns:a16="http://schemas.microsoft.com/office/drawing/2014/main" id="{00F5B685-C109-A443-339D-E38444430FB9}"/>
                </a:ext>
              </a:extLst>
            </p:cNvPr>
            <p:cNvSpPr>
              <a:spLocks noGrp="1"/>
            </p:cNvSpPr>
            <p:nvPr/>
          </p:nvSpPr>
          <p:spPr>
            <a:xfrm>
              <a:off x="15517555" y="2848661"/>
              <a:ext cx="36229" cy="44406"/>
            </a:xfrm>
            <a:custGeom>
              <a:avLst/>
              <a:gdLst/>
              <a:ahLst/>
              <a:cxnLst/>
              <a:rect l="0" t="0" r="0" b="0"/>
              <a:pathLst>
                <a:path w="36229" h="44406">
                  <a:moveTo>
                    <a:pt x="36229" y="0"/>
                  </a:moveTo>
                  <a:lnTo>
                    <a:pt x="0" y="44406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19" name="Output_receptor__5618">
              <a:extLst>
                <a:ext uri="{FF2B5EF4-FFF2-40B4-BE49-F238E27FC236}">
                  <a16:creationId xmlns:a16="http://schemas.microsoft.com/office/drawing/2014/main" id="{4C18ABFF-248F-DBA0-5E52-3252D277DA7F}"/>
                </a:ext>
              </a:extLst>
            </p:cNvPr>
            <p:cNvSpPr>
              <a:spLocks noGrp="1"/>
            </p:cNvSpPr>
            <p:nvPr/>
          </p:nvSpPr>
          <p:spPr>
            <a:xfrm>
              <a:off x="15365933" y="2971923"/>
              <a:ext cx="27234" cy="66568"/>
            </a:xfrm>
            <a:custGeom>
              <a:avLst/>
              <a:gdLst/>
              <a:ahLst/>
              <a:cxnLst/>
              <a:rect l="0" t="0" r="0" b="0"/>
              <a:pathLst>
                <a:path w="27234" h="66568">
                  <a:moveTo>
                    <a:pt x="0" y="0"/>
                  </a:moveTo>
                  <a:lnTo>
                    <a:pt x="27234" y="66568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20" name="Output_receptor__5619">
              <a:extLst>
                <a:ext uri="{FF2B5EF4-FFF2-40B4-BE49-F238E27FC236}">
                  <a16:creationId xmlns:a16="http://schemas.microsoft.com/office/drawing/2014/main" id="{4F0931A5-9855-8A36-90CB-1AF7E3209473}"/>
                </a:ext>
              </a:extLst>
            </p:cNvPr>
            <p:cNvSpPr>
              <a:spLocks noGrp="1"/>
            </p:cNvSpPr>
            <p:nvPr/>
          </p:nvSpPr>
          <p:spPr>
            <a:xfrm>
              <a:off x="15215807" y="3587000"/>
              <a:ext cx="25499" cy="43788"/>
            </a:xfrm>
            <a:custGeom>
              <a:avLst/>
              <a:gdLst/>
              <a:ahLst/>
              <a:cxnLst/>
              <a:rect l="0" t="0" r="0" b="0"/>
              <a:pathLst>
                <a:path w="25499" h="43788">
                  <a:moveTo>
                    <a:pt x="25499" y="0"/>
                  </a:moveTo>
                  <a:lnTo>
                    <a:pt x="0" y="43788"/>
                  </a:lnTo>
                </a:path>
              </a:pathLst>
            </a:custGeom>
            <a:noFill/>
            <a:ln w="8096">
              <a:solidFill>
                <a:srgbClr val="ECEEF1"/>
              </a:solidFill>
            </a:ln>
          </p:spPr>
        </p:sp>
        <p:sp>
          <p:nvSpPr>
            <p:cNvPr id="5621" name="Output_receptor__5620">
              <a:extLst>
                <a:ext uri="{FF2B5EF4-FFF2-40B4-BE49-F238E27FC236}">
                  <a16:creationId xmlns:a16="http://schemas.microsoft.com/office/drawing/2014/main" id="{85E28E5D-766F-9D90-9640-DAD1FE64BD49}"/>
                </a:ext>
              </a:extLst>
            </p:cNvPr>
            <p:cNvSpPr>
              <a:spLocks noGrp="1"/>
            </p:cNvSpPr>
            <p:nvPr/>
          </p:nvSpPr>
          <p:spPr>
            <a:xfrm>
              <a:off x="16256784" y="2456834"/>
              <a:ext cx="41175" cy="42754"/>
            </a:xfrm>
            <a:custGeom>
              <a:avLst/>
              <a:gdLst/>
              <a:ahLst/>
              <a:cxnLst/>
              <a:rect l="0" t="0" r="0" b="0"/>
              <a:pathLst>
                <a:path w="41175" h="42754">
                  <a:moveTo>
                    <a:pt x="41175" y="0"/>
                  </a:moveTo>
                  <a:lnTo>
                    <a:pt x="0" y="42754"/>
                  </a:lnTo>
                </a:path>
              </a:pathLst>
            </a:custGeom>
            <a:noFill/>
            <a:ln w="20003">
              <a:solidFill>
                <a:srgbClr val="ECEEF1"/>
              </a:solidFill>
            </a:ln>
          </p:spPr>
        </p:sp>
        <p:sp>
          <p:nvSpPr>
            <p:cNvPr id="5622" name="Output_receptor__5621">
              <a:extLst>
                <a:ext uri="{FF2B5EF4-FFF2-40B4-BE49-F238E27FC236}">
                  <a16:creationId xmlns:a16="http://schemas.microsoft.com/office/drawing/2014/main" id="{E38A1707-9C0C-5414-D7C9-CC642D11FB97}"/>
                </a:ext>
              </a:extLst>
            </p:cNvPr>
            <p:cNvSpPr>
              <a:spLocks noGrp="1"/>
            </p:cNvSpPr>
            <p:nvPr/>
          </p:nvSpPr>
          <p:spPr>
            <a:xfrm>
              <a:off x="15740716" y="3084384"/>
              <a:ext cx="31319" cy="63639"/>
            </a:xfrm>
            <a:custGeom>
              <a:avLst/>
              <a:gdLst/>
              <a:ahLst/>
              <a:cxnLst/>
              <a:rect l="0" t="0" r="0" b="0"/>
              <a:pathLst>
                <a:path w="31319" h="63639">
                  <a:moveTo>
                    <a:pt x="0" y="63639"/>
                  </a:moveTo>
                  <a:lnTo>
                    <a:pt x="3131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3" name="Output_receptor__5622">
              <a:extLst>
                <a:ext uri="{FF2B5EF4-FFF2-40B4-BE49-F238E27FC236}">
                  <a16:creationId xmlns:a16="http://schemas.microsoft.com/office/drawing/2014/main" id="{6E175C3C-AA69-BA79-DB08-B49E0D151319}"/>
                </a:ext>
              </a:extLst>
            </p:cNvPr>
            <p:cNvSpPr>
              <a:spLocks noGrp="1"/>
            </p:cNvSpPr>
            <p:nvPr/>
          </p:nvSpPr>
          <p:spPr>
            <a:xfrm>
              <a:off x="16167953" y="3132291"/>
              <a:ext cx="3551" cy="31637"/>
            </a:xfrm>
            <a:custGeom>
              <a:avLst/>
              <a:gdLst/>
              <a:ahLst/>
              <a:cxnLst/>
              <a:rect l="0" t="0" r="0" b="0"/>
              <a:pathLst>
                <a:path w="3551" h="31637">
                  <a:moveTo>
                    <a:pt x="3551" y="0"/>
                  </a:moveTo>
                  <a:lnTo>
                    <a:pt x="0" y="3163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4" name="Output_receptor__5623">
              <a:extLst>
                <a:ext uri="{FF2B5EF4-FFF2-40B4-BE49-F238E27FC236}">
                  <a16:creationId xmlns:a16="http://schemas.microsoft.com/office/drawing/2014/main" id="{0F2E78B6-1E19-8B7F-19AC-1E425EF741E8}"/>
                </a:ext>
              </a:extLst>
            </p:cNvPr>
            <p:cNvSpPr>
              <a:spLocks noGrp="1"/>
            </p:cNvSpPr>
            <p:nvPr/>
          </p:nvSpPr>
          <p:spPr>
            <a:xfrm>
              <a:off x="15710061" y="2628758"/>
              <a:ext cx="52121" cy="44123"/>
            </a:xfrm>
            <a:custGeom>
              <a:avLst/>
              <a:gdLst/>
              <a:ahLst/>
              <a:cxnLst/>
              <a:rect l="0" t="0" r="0" b="0"/>
              <a:pathLst>
                <a:path w="52121" h="44123">
                  <a:moveTo>
                    <a:pt x="0" y="44123"/>
                  </a:moveTo>
                  <a:lnTo>
                    <a:pt x="52121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5" name="Output_receptor__5624">
              <a:extLst>
                <a:ext uri="{FF2B5EF4-FFF2-40B4-BE49-F238E27FC236}">
                  <a16:creationId xmlns:a16="http://schemas.microsoft.com/office/drawing/2014/main" id="{9F188BE1-A8E9-F939-C61C-7DAA08C13C72}"/>
                </a:ext>
              </a:extLst>
            </p:cNvPr>
            <p:cNvSpPr>
              <a:spLocks noGrp="1"/>
            </p:cNvSpPr>
            <p:nvPr/>
          </p:nvSpPr>
          <p:spPr>
            <a:xfrm>
              <a:off x="15668796" y="2571192"/>
              <a:ext cx="4202" cy="32108"/>
            </a:xfrm>
            <a:custGeom>
              <a:avLst/>
              <a:gdLst/>
              <a:ahLst/>
              <a:cxnLst/>
              <a:rect l="0" t="0" r="0" b="0"/>
              <a:pathLst>
                <a:path w="4202" h="32108">
                  <a:moveTo>
                    <a:pt x="0" y="0"/>
                  </a:moveTo>
                  <a:lnTo>
                    <a:pt x="4202" y="3210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6" name="Output_receptor__5625">
              <a:extLst>
                <a:ext uri="{FF2B5EF4-FFF2-40B4-BE49-F238E27FC236}">
                  <a16:creationId xmlns:a16="http://schemas.microsoft.com/office/drawing/2014/main" id="{DDACB6FC-9AE0-5E67-A751-9D5ADADB7451}"/>
                </a:ext>
              </a:extLst>
            </p:cNvPr>
            <p:cNvSpPr>
              <a:spLocks noGrp="1"/>
            </p:cNvSpPr>
            <p:nvPr/>
          </p:nvSpPr>
          <p:spPr>
            <a:xfrm>
              <a:off x="15876517" y="3056359"/>
              <a:ext cx="69677" cy="8708"/>
            </a:xfrm>
            <a:custGeom>
              <a:avLst/>
              <a:gdLst/>
              <a:ahLst/>
              <a:cxnLst/>
              <a:rect l="0" t="0" r="0" b="0"/>
              <a:pathLst>
                <a:path w="69677" h="8708">
                  <a:moveTo>
                    <a:pt x="0" y="0"/>
                  </a:moveTo>
                  <a:lnTo>
                    <a:pt x="69677" y="870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27" name="Output_receptor__5626">
              <a:extLst>
                <a:ext uri="{FF2B5EF4-FFF2-40B4-BE49-F238E27FC236}">
                  <a16:creationId xmlns:a16="http://schemas.microsoft.com/office/drawing/2014/main" id="{94272316-30EA-CA4E-B8AD-A67C45F2C053}"/>
                </a:ext>
              </a:extLst>
            </p:cNvPr>
            <p:cNvSpPr>
              <a:spLocks noGrp="1"/>
            </p:cNvSpPr>
            <p:nvPr/>
          </p:nvSpPr>
          <p:spPr>
            <a:xfrm>
              <a:off x="15663999" y="2849055"/>
              <a:ext cx="40545" cy="58890"/>
            </a:xfrm>
            <a:custGeom>
              <a:avLst/>
              <a:gdLst/>
              <a:ahLst/>
              <a:cxnLst/>
              <a:rect l="0" t="0" r="0" b="0"/>
              <a:pathLst>
                <a:path w="40545" h="58890">
                  <a:moveTo>
                    <a:pt x="40545" y="588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8" name="Output_receptor__5627">
              <a:extLst>
                <a:ext uri="{FF2B5EF4-FFF2-40B4-BE49-F238E27FC236}">
                  <a16:creationId xmlns:a16="http://schemas.microsoft.com/office/drawing/2014/main" id="{AAAFADCE-02CD-C01B-E408-26F1F629F732}"/>
                </a:ext>
              </a:extLst>
            </p:cNvPr>
            <p:cNvSpPr>
              <a:spLocks noGrp="1"/>
            </p:cNvSpPr>
            <p:nvPr/>
          </p:nvSpPr>
          <p:spPr>
            <a:xfrm>
              <a:off x="15534213" y="3260682"/>
              <a:ext cx="50555" cy="50408"/>
            </a:xfrm>
            <a:custGeom>
              <a:avLst/>
              <a:gdLst/>
              <a:ahLst/>
              <a:cxnLst/>
              <a:rect l="0" t="0" r="0" b="0"/>
              <a:pathLst>
                <a:path w="50555" h="50408">
                  <a:moveTo>
                    <a:pt x="0" y="0"/>
                  </a:moveTo>
                  <a:lnTo>
                    <a:pt x="50555" y="5040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29" name="Output_receptor__5628">
              <a:extLst>
                <a:ext uri="{FF2B5EF4-FFF2-40B4-BE49-F238E27FC236}">
                  <a16:creationId xmlns:a16="http://schemas.microsoft.com/office/drawing/2014/main" id="{35B13BC7-6E77-E3A2-A745-64C2A0EA918B}"/>
                </a:ext>
              </a:extLst>
            </p:cNvPr>
            <p:cNvSpPr>
              <a:spLocks noGrp="1"/>
            </p:cNvSpPr>
            <p:nvPr/>
          </p:nvSpPr>
          <p:spPr>
            <a:xfrm>
              <a:off x="16297959" y="2409559"/>
              <a:ext cx="42571" cy="47275"/>
            </a:xfrm>
            <a:custGeom>
              <a:avLst/>
              <a:gdLst/>
              <a:ahLst/>
              <a:cxnLst/>
              <a:rect l="0" t="0" r="0" b="0"/>
              <a:pathLst>
                <a:path w="42571" h="47275">
                  <a:moveTo>
                    <a:pt x="42571" y="0"/>
                  </a:moveTo>
                  <a:lnTo>
                    <a:pt x="0" y="47275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0" name="Output_receptor__5629">
              <a:extLst>
                <a:ext uri="{FF2B5EF4-FFF2-40B4-BE49-F238E27FC236}">
                  <a16:creationId xmlns:a16="http://schemas.microsoft.com/office/drawing/2014/main" id="{6853A7E3-99E6-2419-07D9-152E219AFAE9}"/>
                </a:ext>
              </a:extLst>
            </p:cNvPr>
            <p:cNvSpPr>
              <a:spLocks noGrp="1"/>
            </p:cNvSpPr>
            <p:nvPr/>
          </p:nvSpPr>
          <p:spPr>
            <a:xfrm>
              <a:off x="15439205" y="3512129"/>
              <a:ext cx="11949" cy="49514"/>
            </a:xfrm>
            <a:custGeom>
              <a:avLst/>
              <a:gdLst/>
              <a:ahLst/>
              <a:cxnLst/>
              <a:rect l="0" t="0" r="0" b="0"/>
              <a:pathLst>
                <a:path w="11949" h="49514">
                  <a:moveTo>
                    <a:pt x="11949" y="495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1" name="Output_receptor__5630">
              <a:extLst>
                <a:ext uri="{FF2B5EF4-FFF2-40B4-BE49-F238E27FC236}">
                  <a16:creationId xmlns:a16="http://schemas.microsoft.com/office/drawing/2014/main" id="{231C52B4-0B70-0A33-3B0E-51FA40BCA90D}"/>
                </a:ext>
              </a:extLst>
            </p:cNvPr>
            <p:cNvSpPr>
              <a:spLocks noGrp="1"/>
            </p:cNvSpPr>
            <p:nvPr/>
          </p:nvSpPr>
          <p:spPr>
            <a:xfrm>
              <a:off x="15501278" y="2639863"/>
              <a:ext cx="54465" cy="30692"/>
            </a:xfrm>
            <a:custGeom>
              <a:avLst/>
              <a:gdLst/>
              <a:ahLst/>
              <a:cxnLst/>
              <a:rect l="0" t="0" r="0" b="0"/>
              <a:pathLst>
                <a:path w="54465" h="30692">
                  <a:moveTo>
                    <a:pt x="54465" y="3069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2" name="Output_receptor__5631">
              <a:extLst>
                <a:ext uri="{FF2B5EF4-FFF2-40B4-BE49-F238E27FC236}">
                  <a16:creationId xmlns:a16="http://schemas.microsoft.com/office/drawing/2014/main" id="{0C840EE9-C3DD-39B4-736B-92198C1AF9AC}"/>
                </a:ext>
              </a:extLst>
            </p:cNvPr>
            <p:cNvSpPr>
              <a:spLocks noGrp="1"/>
            </p:cNvSpPr>
            <p:nvPr/>
          </p:nvSpPr>
          <p:spPr>
            <a:xfrm>
              <a:off x="16024040" y="3006190"/>
              <a:ext cx="52022" cy="6123"/>
            </a:xfrm>
            <a:custGeom>
              <a:avLst/>
              <a:gdLst/>
              <a:ahLst/>
              <a:cxnLst/>
              <a:rect l="0" t="0" r="0" b="0"/>
              <a:pathLst>
                <a:path w="52022" h="6123">
                  <a:moveTo>
                    <a:pt x="52022" y="612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3" name="Output_receptor__5632">
              <a:extLst>
                <a:ext uri="{FF2B5EF4-FFF2-40B4-BE49-F238E27FC236}">
                  <a16:creationId xmlns:a16="http://schemas.microsoft.com/office/drawing/2014/main" id="{A9077B9A-2C0A-F1E9-32F7-28C345292BF6}"/>
                </a:ext>
              </a:extLst>
            </p:cNvPr>
            <p:cNvSpPr>
              <a:spLocks noGrp="1"/>
            </p:cNvSpPr>
            <p:nvPr/>
          </p:nvSpPr>
          <p:spPr>
            <a:xfrm>
              <a:off x="15999406" y="3347349"/>
              <a:ext cx="11957" cy="47815"/>
            </a:xfrm>
            <a:custGeom>
              <a:avLst/>
              <a:gdLst/>
              <a:ahLst/>
              <a:cxnLst/>
              <a:rect l="0" t="0" r="0" b="0"/>
              <a:pathLst>
                <a:path w="11957" h="47815">
                  <a:moveTo>
                    <a:pt x="11957" y="0"/>
                  </a:moveTo>
                  <a:lnTo>
                    <a:pt x="0" y="4781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4" name="Output_receptor__5633">
              <a:extLst>
                <a:ext uri="{FF2B5EF4-FFF2-40B4-BE49-F238E27FC236}">
                  <a16:creationId xmlns:a16="http://schemas.microsoft.com/office/drawing/2014/main" id="{1215AB38-911A-D7CA-A521-DBC2D64BAAFC}"/>
                </a:ext>
              </a:extLst>
            </p:cNvPr>
            <p:cNvSpPr>
              <a:spLocks noGrp="1"/>
            </p:cNvSpPr>
            <p:nvPr/>
          </p:nvSpPr>
          <p:spPr>
            <a:xfrm>
              <a:off x="16315599" y="3273271"/>
              <a:ext cx="32548" cy="1984"/>
            </a:xfrm>
            <a:custGeom>
              <a:avLst/>
              <a:gdLst/>
              <a:ahLst/>
              <a:cxnLst/>
              <a:rect l="0" t="0" r="0" b="0"/>
              <a:pathLst>
                <a:path w="32548" h="1984">
                  <a:moveTo>
                    <a:pt x="0" y="0"/>
                  </a:moveTo>
                  <a:lnTo>
                    <a:pt x="32548" y="198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5" name="Output_receptor__5634">
              <a:extLst>
                <a:ext uri="{FF2B5EF4-FFF2-40B4-BE49-F238E27FC236}">
                  <a16:creationId xmlns:a16="http://schemas.microsoft.com/office/drawing/2014/main" id="{8F9BE37F-1047-76B7-A101-D33A2DCBAC18}"/>
                </a:ext>
              </a:extLst>
            </p:cNvPr>
            <p:cNvSpPr>
              <a:spLocks noGrp="1"/>
            </p:cNvSpPr>
            <p:nvPr/>
          </p:nvSpPr>
          <p:spPr>
            <a:xfrm>
              <a:off x="16049865" y="2769121"/>
              <a:ext cx="14480" cy="70806"/>
            </a:xfrm>
            <a:custGeom>
              <a:avLst/>
              <a:gdLst/>
              <a:ahLst/>
              <a:cxnLst/>
              <a:rect l="0" t="0" r="0" b="0"/>
              <a:pathLst>
                <a:path w="14480" h="70806">
                  <a:moveTo>
                    <a:pt x="0" y="70806"/>
                  </a:moveTo>
                  <a:lnTo>
                    <a:pt x="1448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6" name="Output_receptor__5635">
              <a:extLst>
                <a:ext uri="{FF2B5EF4-FFF2-40B4-BE49-F238E27FC236}">
                  <a16:creationId xmlns:a16="http://schemas.microsoft.com/office/drawing/2014/main" id="{F0DBB0F6-91D0-283D-87DB-D1DB3017DD1A}"/>
                </a:ext>
              </a:extLst>
            </p:cNvPr>
            <p:cNvSpPr>
              <a:spLocks noGrp="1"/>
            </p:cNvSpPr>
            <p:nvPr/>
          </p:nvSpPr>
          <p:spPr>
            <a:xfrm>
              <a:off x="14945225" y="3281462"/>
              <a:ext cx="32236" cy="26387"/>
            </a:xfrm>
            <a:custGeom>
              <a:avLst/>
              <a:gdLst/>
              <a:ahLst/>
              <a:cxnLst/>
              <a:rect l="0" t="0" r="0" b="0"/>
              <a:pathLst>
                <a:path w="32236" h="26387">
                  <a:moveTo>
                    <a:pt x="32236" y="2638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7" name="Output_receptor__5636">
              <a:extLst>
                <a:ext uri="{FF2B5EF4-FFF2-40B4-BE49-F238E27FC236}">
                  <a16:creationId xmlns:a16="http://schemas.microsoft.com/office/drawing/2014/main" id="{05BD9B8F-ACDC-F725-8E5B-7E11C04E93B9}"/>
                </a:ext>
              </a:extLst>
            </p:cNvPr>
            <p:cNvSpPr>
              <a:spLocks noGrp="1"/>
            </p:cNvSpPr>
            <p:nvPr/>
          </p:nvSpPr>
          <p:spPr>
            <a:xfrm>
              <a:off x="16328063" y="2357156"/>
              <a:ext cx="12467" cy="52403"/>
            </a:xfrm>
            <a:custGeom>
              <a:avLst/>
              <a:gdLst/>
              <a:ahLst/>
              <a:cxnLst/>
              <a:rect l="0" t="0" r="0" b="0"/>
              <a:pathLst>
                <a:path w="12467" h="52403">
                  <a:moveTo>
                    <a:pt x="0" y="0"/>
                  </a:moveTo>
                  <a:lnTo>
                    <a:pt x="12467" y="5240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38" name="Output_receptor__5637">
              <a:extLst>
                <a:ext uri="{FF2B5EF4-FFF2-40B4-BE49-F238E27FC236}">
                  <a16:creationId xmlns:a16="http://schemas.microsoft.com/office/drawing/2014/main" id="{071F25DB-6339-1C8F-75C7-9C22629D0B1F}"/>
                </a:ext>
              </a:extLst>
            </p:cNvPr>
            <p:cNvSpPr>
              <a:spLocks noGrp="1"/>
            </p:cNvSpPr>
            <p:nvPr/>
          </p:nvSpPr>
          <p:spPr>
            <a:xfrm>
              <a:off x="15772034" y="3084384"/>
              <a:ext cx="62563" cy="35119"/>
            </a:xfrm>
            <a:custGeom>
              <a:avLst/>
              <a:gdLst/>
              <a:ahLst/>
              <a:cxnLst/>
              <a:rect l="0" t="0" r="0" b="0"/>
              <a:pathLst>
                <a:path w="62563" h="35119">
                  <a:moveTo>
                    <a:pt x="0" y="0"/>
                  </a:moveTo>
                  <a:lnTo>
                    <a:pt x="62563" y="3511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39" name="Output_receptor__5638">
              <a:extLst>
                <a:ext uri="{FF2B5EF4-FFF2-40B4-BE49-F238E27FC236}">
                  <a16:creationId xmlns:a16="http://schemas.microsoft.com/office/drawing/2014/main" id="{AA9D99EC-8DA7-747D-046A-494AE70567AD}"/>
                </a:ext>
              </a:extLst>
            </p:cNvPr>
            <p:cNvSpPr>
              <a:spLocks noGrp="1"/>
            </p:cNvSpPr>
            <p:nvPr/>
          </p:nvSpPr>
          <p:spPr>
            <a:xfrm>
              <a:off x="16429719" y="2603065"/>
              <a:ext cx="39549" cy="52612"/>
            </a:xfrm>
            <a:custGeom>
              <a:avLst/>
              <a:gdLst/>
              <a:ahLst/>
              <a:cxnLst/>
              <a:rect l="0" t="0" r="0" b="0"/>
              <a:pathLst>
                <a:path w="39549" h="52612">
                  <a:moveTo>
                    <a:pt x="39549" y="5261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0" name="Output_receptor__5639">
              <a:extLst>
                <a:ext uri="{FF2B5EF4-FFF2-40B4-BE49-F238E27FC236}">
                  <a16:creationId xmlns:a16="http://schemas.microsoft.com/office/drawing/2014/main" id="{90E6F406-25A6-B282-1684-1913CF7E4890}"/>
                </a:ext>
              </a:extLst>
            </p:cNvPr>
            <p:cNvSpPr>
              <a:spLocks noGrp="1"/>
            </p:cNvSpPr>
            <p:nvPr/>
          </p:nvSpPr>
          <p:spPr>
            <a:xfrm>
              <a:off x="15299757" y="3569730"/>
              <a:ext cx="11717" cy="71451"/>
            </a:xfrm>
            <a:custGeom>
              <a:avLst/>
              <a:gdLst/>
              <a:ahLst/>
              <a:cxnLst/>
              <a:rect l="0" t="0" r="0" b="0"/>
              <a:pathLst>
                <a:path w="11717" h="71451">
                  <a:moveTo>
                    <a:pt x="11717" y="714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1" name="Output_receptor__5640">
              <a:extLst>
                <a:ext uri="{FF2B5EF4-FFF2-40B4-BE49-F238E27FC236}">
                  <a16:creationId xmlns:a16="http://schemas.microsoft.com/office/drawing/2014/main" id="{FA5D7111-F2FA-5487-D16F-E03B149BB663}"/>
                </a:ext>
              </a:extLst>
            </p:cNvPr>
            <p:cNvSpPr>
              <a:spLocks noGrp="1"/>
            </p:cNvSpPr>
            <p:nvPr/>
          </p:nvSpPr>
          <p:spPr>
            <a:xfrm>
              <a:off x="15188327" y="3015215"/>
              <a:ext cx="31657" cy="20534"/>
            </a:xfrm>
            <a:custGeom>
              <a:avLst/>
              <a:gdLst/>
              <a:ahLst/>
              <a:cxnLst/>
              <a:rect l="0" t="0" r="0" b="0"/>
              <a:pathLst>
                <a:path w="31657" h="20534">
                  <a:moveTo>
                    <a:pt x="0" y="20534"/>
                  </a:moveTo>
                  <a:lnTo>
                    <a:pt x="3165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2" name="Output_receptor__5641">
              <a:extLst>
                <a:ext uri="{FF2B5EF4-FFF2-40B4-BE49-F238E27FC236}">
                  <a16:creationId xmlns:a16="http://schemas.microsoft.com/office/drawing/2014/main" id="{4F786559-9DE3-5FCA-B2CD-8133C225E868}"/>
                </a:ext>
              </a:extLst>
            </p:cNvPr>
            <p:cNvSpPr>
              <a:spLocks noGrp="1"/>
            </p:cNvSpPr>
            <p:nvPr/>
          </p:nvSpPr>
          <p:spPr>
            <a:xfrm>
              <a:off x="15598385" y="2899865"/>
              <a:ext cx="12184" cy="31236"/>
            </a:xfrm>
            <a:custGeom>
              <a:avLst/>
              <a:gdLst/>
              <a:ahLst/>
              <a:cxnLst/>
              <a:rect l="0" t="0" r="0" b="0"/>
              <a:pathLst>
                <a:path w="12184" h="31236">
                  <a:moveTo>
                    <a:pt x="12184" y="3123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3" name="Output_receptor__5642">
              <a:extLst>
                <a:ext uri="{FF2B5EF4-FFF2-40B4-BE49-F238E27FC236}">
                  <a16:creationId xmlns:a16="http://schemas.microsoft.com/office/drawing/2014/main" id="{B934DBA5-DC78-4BC0-6A4B-8A873D4CFC28}"/>
                </a:ext>
              </a:extLst>
            </p:cNvPr>
            <p:cNvSpPr>
              <a:spLocks noGrp="1"/>
            </p:cNvSpPr>
            <p:nvPr/>
          </p:nvSpPr>
          <p:spPr>
            <a:xfrm>
              <a:off x="14956597" y="3026556"/>
              <a:ext cx="57498" cy="39170"/>
            </a:xfrm>
            <a:custGeom>
              <a:avLst/>
              <a:gdLst/>
              <a:ahLst/>
              <a:cxnLst/>
              <a:rect l="0" t="0" r="0" b="0"/>
              <a:pathLst>
                <a:path w="57498" h="39170">
                  <a:moveTo>
                    <a:pt x="0" y="39170"/>
                  </a:moveTo>
                  <a:lnTo>
                    <a:pt x="57498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4" name="Output_receptor__5643">
              <a:extLst>
                <a:ext uri="{FF2B5EF4-FFF2-40B4-BE49-F238E27FC236}">
                  <a16:creationId xmlns:a16="http://schemas.microsoft.com/office/drawing/2014/main" id="{B61BF5F1-3364-3579-B1EF-F112493218E2}"/>
                </a:ext>
              </a:extLst>
            </p:cNvPr>
            <p:cNvSpPr>
              <a:spLocks noGrp="1"/>
            </p:cNvSpPr>
            <p:nvPr/>
          </p:nvSpPr>
          <p:spPr>
            <a:xfrm>
              <a:off x="15381934" y="3253228"/>
              <a:ext cx="55627" cy="36860"/>
            </a:xfrm>
            <a:custGeom>
              <a:avLst/>
              <a:gdLst/>
              <a:ahLst/>
              <a:cxnLst/>
              <a:rect l="0" t="0" r="0" b="0"/>
              <a:pathLst>
                <a:path w="55627" h="36860">
                  <a:moveTo>
                    <a:pt x="55627" y="0"/>
                  </a:moveTo>
                  <a:lnTo>
                    <a:pt x="0" y="3686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5" name="Output_receptor__5644">
              <a:extLst>
                <a:ext uri="{FF2B5EF4-FFF2-40B4-BE49-F238E27FC236}">
                  <a16:creationId xmlns:a16="http://schemas.microsoft.com/office/drawing/2014/main" id="{4C60FCF6-26DE-79C2-9866-661B3F119173}"/>
                </a:ext>
              </a:extLst>
            </p:cNvPr>
            <p:cNvSpPr>
              <a:spLocks noGrp="1"/>
            </p:cNvSpPr>
            <p:nvPr/>
          </p:nvSpPr>
          <p:spPr>
            <a:xfrm>
              <a:off x="16079661" y="3131073"/>
              <a:ext cx="25162" cy="17243"/>
            </a:xfrm>
            <a:custGeom>
              <a:avLst/>
              <a:gdLst/>
              <a:ahLst/>
              <a:cxnLst/>
              <a:rect l="0" t="0" r="0" b="0"/>
              <a:pathLst>
                <a:path w="25162" h="17243">
                  <a:moveTo>
                    <a:pt x="25162" y="0"/>
                  </a:moveTo>
                  <a:lnTo>
                    <a:pt x="0" y="1724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6" name="Output_receptor__5645">
              <a:extLst>
                <a:ext uri="{FF2B5EF4-FFF2-40B4-BE49-F238E27FC236}">
                  <a16:creationId xmlns:a16="http://schemas.microsoft.com/office/drawing/2014/main" id="{F0FAE0D5-9081-3F3F-89A3-26BB93C5BDAD}"/>
                </a:ext>
              </a:extLst>
            </p:cNvPr>
            <p:cNvSpPr>
              <a:spLocks noGrp="1"/>
            </p:cNvSpPr>
            <p:nvPr/>
          </p:nvSpPr>
          <p:spPr>
            <a:xfrm>
              <a:off x="15444616" y="3379531"/>
              <a:ext cx="58880" cy="33101"/>
            </a:xfrm>
            <a:custGeom>
              <a:avLst/>
              <a:gdLst/>
              <a:ahLst/>
              <a:cxnLst/>
              <a:rect l="0" t="0" r="0" b="0"/>
              <a:pathLst>
                <a:path w="58880" h="33101">
                  <a:moveTo>
                    <a:pt x="0" y="0"/>
                  </a:moveTo>
                  <a:lnTo>
                    <a:pt x="58880" y="3310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7" name="Output_receptor__5646">
              <a:extLst>
                <a:ext uri="{FF2B5EF4-FFF2-40B4-BE49-F238E27FC236}">
                  <a16:creationId xmlns:a16="http://schemas.microsoft.com/office/drawing/2014/main" id="{8F26D54B-2C54-3378-F2D8-875B363F655B}"/>
                </a:ext>
              </a:extLst>
            </p:cNvPr>
            <p:cNvSpPr>
              <a:spLocks noGrp="1"/>
            </p:cNvSpPr>
            <p:nvPr/>
          </p:nvSpPr>
          <p:spPr>
            <a:xfrm>
              <a:off x="15451154" y="3561643"/>
              <a:ext cx="59838" cy="29881"/>
            </a:xfrm>
            <a:custGeom>
              <a:avLst/>
              <a:gdLst/>
              <a:ahLst/>
              <a:cxnLst/>
              <a:rect l="0" t="0" r="0" b="0"/>
              <a:pathLst>
                <a:path w="59838" h="29881">
                  <a:moveTo>
                    <a:pt x="59838" y="2988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48" name="Output_receptor__5647">
              <a:extLst>
                <a:ext uri="{FF2B5EF4-FFF2-40B4-BE49-F238E27FC236}">
                  <a16:creationId xmlns:a16="http://schemas.microsoft.com/office/drawing/2014/main" id="{A05CBDC4-5F39-8599-3B6A-EBC71C39F444}"/>
                </a:ext>
              </a:extLst>
            </p:cNvPr>
            <p:cNvSpPr>
              <a:spLocks noGrp="1"/>
            </p:cNvSpPr>
            <p:nvPr/>
          </p:nvSpPr>
          <p:spPr>
            <a:xfrm>
              <a:off x="16163060" y="3362295"/>
              <a:ext cx="51763" cy="44333"/>
            </a:xfrm>
            <a:custGeom>
              <a:avLst/>
              <a:gdLst/>
              <a:ahLst/>
              <a:cxnLst/>
              <a:rect l="0" t="0" r="0" b="0"/>
              <a:pathLst>
                <a:path w="51763" h="44333">
                  <a:moveTo>
                    <a:pt x="51763" y="0"/>
                  </a:moveTo>
                  <a:lnTo>
                    <a:pt x="0" y="4433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49" name="Output_receptor__5648">
              <a:extLst>
                <a:ext uri="{FF2B5EF4-FFF2-40B4-BE49-F238E27FC236}">
                  <a16:creationId xmlns:a16="http://schemas.microsoft.com/office/drawing/2014/main" id="{015129D9-192D-5C41-19C9-247C39DF20D8}"/>
                </a:ext>
              </a:extLst>
            </p:cNvPr>
            <p:cNvSpPr>
              <a:spLocks noGrp="1"/>
            </p:cNvSpPr>
            <p:nvPr/>
          </p:nvSpPr>
          <p:spPr>
            <a:xfrm>
              <a:off x="15605115" y="3471025"/>
              <a:ext cx="49073" cy="49841"/>
            </a:xfrm>
            <a:custGeom>
              <a:avLst/>
              <a:gdLst/>
              <a:ahLst/>
              <a:cxnLst/>
              <a:rect l="0" t="0" r="0" b="0"/>
              <a:pathLst>
                <a:path w="49073" h="49841">
                  <a:moveTo>
                    <a:pt x="0" y="0"/>
                  </a:moveTo>
                  <a:lnTo>
                    <a:pt x="49073" y="4984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0" name="Output_receptor__5649">
              <a:extLst>
                <a:ext uri="{FF2B5EF4-FFF2-40B4-BE49-F238E27FC236}">
                  <a16:creationId xmlns:a16="http://schemas.microsoft.com/office/drawing/2014/main" id="{FEA0F064-65EF-19FA-AD68-1ADF92432A9E}"/>
                </a:ext>
              </a:extLst>
            </p:cNvPr>
            <p:cNvSpPr>
              <a:spLocks noGrp="1"/>
            </p:cNvSpPr>
            <p:nvPr/>
          </p:nvSpPr>
          <p:spPr>
            <a:xfrm>
              <a:off x="15995665" y="3195756"/>
              <a:ext cx="12012" cy="32520"/>
            </a:xfrm>
            <a:custGeom>
              <a:avLst/>
              <a:gdLst/>
              <a:ahLst/>
              <a:cxnLst/>
              <a:rect l="0" t="0" r="0" b="0"/>
              <a:pathLst>
                <a:path w="12012" h="32520">
                  <a:moveTo>
                    <a:pt x="12012" y="0"/>
                  </a:moveTo>
                  <a:lnTo>
                    <a:pt x="0" y="3252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51" name="Output_receptor__5650">
              <a:extLst>
                <a:ext uri="{FF2B5EF4-FFF2-40B4-BE49-F238E27FC236}">
                  <a16:creationId xmlns:a16="http://schemas.microsoft.com/office/drawing/2014/main" id="{917782BA-772D-B0C5-4E43-72A7D7D7683E}"/>
                </a:ext>
              </a:extLst>
            </p:cNvPr>
            <p:cNvSpPr>
              <a:spLocks noGrp="1"/>
            </p:cNvSpPr>
            <p:nvPr/>
          </p:nvSpPr>
          <p:spPr>
            <a:xfrm>
              <a:off x="15805826" y="2724254"/>
              <a:ext cx="68790" cy="23038"/>
            </a:xfrm>
            <a:custGeom>
              <a:avLst/>
              <a:gdLst/>
              <a:ahLst/>
              <a:cxnLst/>
              <a:rect l="0" t="0" r="0" b="0"/>
              <a:pathLst>
                <a:path w="68790" h="23038">
                  <a:moveTo>
                    <a:pt x="0" y="0"/>
                  </a:moveTo>
                  <a:lnTo>
                    <a:pt x="68790" y="2303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2" name="Output_receptor__5651">
              <a:extLst>
                <a:ext uri="{FF2B5EF4-FFF2-40B4-BE49-F238E27FC236}">
                  <a16:creationId xmlns:a16="http://schemas.microsoft.com/office/drawing/2014/main" id="{49CC0D06-761B-E557-B95C-3A83D99A39C9}"/>
                </a:ext>
              </a:extLst>
            </p:cNvPr>
            <p:cNvSpPr>
              <a:spLocks noGrp="1"/>
            </p:cNvSpPr>
            <p:nvPr/>
          </p:nvSpPr>
          <p:spPr>
            <a:xfrm>
              <a:off x="16245025" y="3418888"/>
              <a:ext cx="8647" cy="33066"/>
            </a:xfrm>
            <a:custGeom>
              <a:avLst/>
              <a:gdLst/>
              <a:ahLst/>
              <a:cxnLst/>
              <a:rect l="0" t="0" r="0" b="0"/>
              <a:pathLst>
                <a:path w="8647" h="33066">
                  <a:moveTo>
                    <a:pt x="0" y="33066"/>
                  </a:moveTo>
                  <a:lnTo>
                    <a:pt x="8647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3" name="Output_receptor__5652">
              <a:extLst>
                <a:ext uri="{FF2B5EF4-FFF2-40B4-BE49-F238E27FC236}">
                  <a16:creationId xmlns:a16="http://schemas.microsoft.com/office/drawing/2014/main" id="{173A1714-720A-6CA1-CDEE-4BBFA5BC0559}"/>
                </a:ext>
              </a:extLst>
            </p:cNvPr>
            <p:cNvSpPr>
              <a:spLocks noGrp="1"/>
            </p:cNvSpPr>
            <p:nvPr/>
          </p:nvSpPr>
          <p:spPr>
            <a:xfrm>
              <a:off x="15762182" y="2628758"/>
              <a:ext cx="64321" cy="28490"/>
            </a:xfrm>
            <a:custGeom>
              <a:avLst/>
              <a:gdLst/>
              <a:ahLst/>
              <a:cxnLst/>
              <a:rect l="0" t="0" r="0" b="0"/>
              <a:pathLst>
                <a:path w="64321" h="28490">
                  <a:moveTo>
                    <a:pt x="0" y="0"/>
                  </a:moveTo>
                  <a:lnTo>
                    <a:pt x="64321" y="2849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4" name="Output_receptor__5653">
              <a:extLst>
                <a:ext uri="{FF2B5EF4-FFF2-40B4-BE49-F238E27FC236}">
                  <a16:creationId xmlns:a16="http://schemas.microsoft.com/office/drawing/2014/main" id="{4B81EFFE-0898-AD64-1B07-19CA0ACB6773}"/>
                </a:ext>
              </a:extLst>
            </p:cNvPr>
            <p:cNvSpPr>
              <a:spLocks noGrp="1"/>
            </p:cNvSpPr>
            <p:nvPr/>
          </p:nvSpPr>
          <p:spPr>
            <a:xfrm>
              <a:off x="16213719" y="3087832"/>
              <a:ext cx="45203" cy="17008"/>
            </a:xfrm>
            <a:custGeom>
              <a:avLst/>
              <a:gdLst/>
              <a:ahLst/>
              <a:cxnLst/>
              <a:rect l="0" t="0" r="0" b="0"/>
              <a:pathLst>
                <a:path w="45203" h="17008">
                  <a:moveTo>
                    <a:pt x="45203" y="170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5" name="Output_receptor__5654">
              <a:extLst>
                <a:ext uri="{FF2B5EF4-FFF2-40B4-BE49-F238E27FC236}">
                  <a16:creationId xmlns:a16="http://schemas.microsoft.com/office/drawing/2014/main" id="{79699C05-E93F-38C5-AC68-3FD3A009883C}"/>
                </a:ext>
              </a:extLst>
            </p:cNvPr>
            <p:cNvSpPr>
              <a:spLocks noGrp="1"/>
            </p:cNvSpPr>
            <p:nvPr/>
          </p:nvSpPr>
          <p:spPr>
            <a:xfrm>
              <a:off x="15805826" y="2657249"/>
              <a:ext cx="20678" cy="67005"/>
            </a:xfrm>
            <a:custGeom>
              <a:avLst/>
              <a:gdLst/>
              <a:ahLst/>
              <a:cxnLst/>
              <a:rect l="0" t="0" r="0" b="0"/>
              <a:pathLst>
                <a:path w="20678" h="67005">
                  <a:moveTo>
                    <a:pt x="20678" y="0"/>
                  </a:moveTo>
                  <a:lnTo>
                    <a:pt x="0" y="670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6" name="Output_receptor__5655">
              <a:extLst>
                <a:ext uri="{FF2B5EF4-FFF2-40B4-BE49-F238E27FC236}">
                  <a16:creationId xmlns:a16="http://schemas.microsoft.com/office/drawing/2014/main" id="{78AA897B-F3A4-E763-1157-6DC88C477E99}"/>
                </a:ext>
              </a:extLst>
            </p:cNvPr>
            <p:cNvSpPr>
              <a:spLocks noGrp="1"/>
            </p:cNvSpPr>
            <p:nvPr/>
          </p:nvSpPr>
          <p:spPr>
            <a:xfrm>
              <a:off x="15341505" y="3230582"/>
              <a:ext cx="40429" cy="59506"/>
            </a:xfrm>
            <a:custGeom>
              <a:avLst/>
              <a:gdLst/>
              <a:ahLst/>
              <a:cxnLst/>
              <a:rect l="0" t="0" r="0" b="0"/>
              <a:pathLst>
                <a:path w="40429" h="59506">
                  <a:moveTo>
                    <a:pt x="40429" y="5950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57" name="Output_receptor__5656">
              <a:extLst>
                <a:ext uri="{FF2B5EF4-FFF2-40B4-BE49-F238E27FC236}">
                  <a16:creationId xmlns:a16="http://schemas.microsoft.com/office/drawing/2014/main" id="{4B7416E7-22B8-9584-0941-9135749DFA25}"/>
                </a:ext>
              </a:extLst>
            </p:cNvPr>
            <p:cNvSpPr>
              <a:spLocks noGrp="1"/>
            </p:cNvSpPr>
            <p:nvPr/>
          </p:nvSpPr>
          <p:spPr>
            <a:xfrm>
              <a:off x="15309690" y="3075299"/>
              <a:ext cx="27142" cy="54127"/>
            </a:xfrm>
            <a:custGeom>
              <a:avLst/>
              <a:gdLst/>
              <a:ahLst/>
              <a:cxnLst/>
              <a:rect l="0" t="0" r="0" b="0"/>
              <a:pathLst>
                <a:path w="27142" h="54127">
                  <a:moveTo>
                    <a:pt x="0" y="0"/>
                  </a:moveTo>
                  <a:lnTo>
                    <a:pt x="27142" y="54127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8" name="Output_receptor__5657">
              <a:extLst>
                <a:ext uri="{FF2B5EF4-FFF2-40B4-BE49-F238E27FC236}">
                  <a16:creationId xmlns:a16="http://schemas.microsoft.com/office/drawing/2014/main" id="{2FFCA0FA-ACD2-C57D-33C5-B57F953E47B2}"/>
                </a:ext>
              </a:extLst>
            </p:cNvPr>
            <p:cNvSpPr>
              <a:spLocks noGrp="1"/>
            </p:cNvSpPr>
            <p:nvPr/>
          </p:nvSpPr>
          <p:spPr>
            <a:xfrm>
              <a:off x="15224891" y="2817032"/>
              <a:ext cx="34356" cy="63199"/>
            </a:xfrm>
            <a:custGeom>
              <a:avLst/>
              <a:gdLst/>
              <a:ahLst/>
              <a:cxnLst/>
              <a:rect l="0" t="0" r="0" b="0"/>
              <a:pathLst>
                <a:path w="34356" h="63199">
                  <a:moveTo>
                    <a:pt x="0" y="63199"/>
                  </a:moveTo>
                  <a:lnTo>
                    <a:pt x="34356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59" name="Output_receptor__5658">
              <a:extLst>
                <a:ext uri="{FF2B5EF4-FFF2-40B4-BE49-F238E27FC236}">
                  <a16:creationId xmlns:a16="http://schemas.microsoft.com/office/drawing/2014/main" id="{4276048C-14FC-F06C-55EF-52F5384A39E5}"/>
                </a:ext>
              </a:extLst>
            </p:cNvPr>
            <p:cNvSpPr>
              <a:spLocks noGrp="1"/>
            </p:cNvSpPr>
            <p:nvPr/>
          </p:nvSpPr>
          <p:spPr>
            <a:xfrm>
              <a:off x="15676432" y="3677135"/>
              <a:ext cx="31115" cy="57163"/>
            </a:xfrm>
            <a:custGeom>
              <a:avLst/>
              <a:gdLst/>
              <a:ahLst/>
              <a:cxnLst/>
              <a:rect l="0" t="0" r="0" b="0"/>
              <a:pathLst>
                <a:path w="31115" h="57163">
                  <a:moveTo>
                    <a:pt x="31115" y="0"/>
                  </a:moveTo>
                  <a:lnTo>
                    <a:pt x="0" y="5716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0" name="Output_receptor__5659">
              <a:extLst>
                <a:ext uri="{FF2B5EF4-FFF2-40B4-BE49-F238E27FC236}">
                  <a16:creationId xmlns:a16="http://schemas.microsoft.com/office/drawing/2014/main" id="{3783AE95-BD71-1110-1EBC-673321F5D7CB}"/>
                </a:ext>
              </a:extLst>
            </p:cNvPr>
            <p:cNvSpPr>
              <a:spLocks noGrp="1"/>
            </p:cNvSpPr>
            <p:nvPr/>
          </p:nvSpPr>
          <p:spPr>
            <a:xfrm>
              <a:off x="15740716" y="3148023"/>
              <a:ext cx="29678" cy="27252"/>
            </a:xfrm>
            <a:custGeom>
              <a:avLst/>
              <a:gdLst/>
              <a:ahLst/>
              <a:cxnLst/>
              <a:rect l="0" t="0" r="0" b="0"/>
              <a:pathLst>
                <a:path w="29678" h="27252">
                  <a:moveTo>
                    <a:pt x="29678" y="272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1" name="Output_receptor__5660">
              <a:extLst>
                <a:ext uri="{FF2B5EF4-FFF2-40B4-BE49-F238E27FC236}">
                  <a16:creationId xmlns:a16="http://schemas.microsoft.com/office/drawing/2014/main" id="{D9E713EE-E9FF-DC0F-E6F2-00352DD9849A}"/>
                </a:ext>
              </a:extLst>
            </p:cNvPr>
            <p:cNvSpPr>
              <a:spLocks noGrp="1"/>
            </p:cNvSpPr>
            <p:nvPr/>
          </p:nvSpPr>
          <p:spPr>
            <a:xfrm>
              <a:off x="16161843" y="3068669"/>
              <a:ext cx="51876" cy="19163"/>
            </a:xfrm>
            <a:custGeom>
              <a:avLst/>
              <a:gdLst/>
              <a:ahLst/>
              <a:cxnLst/>
              <a:rect l="0" t="0" r="0" b="0"/>
              <a:pathLst>
                <a:path w="51876" h="19163">
                  <a:moveTo>
                    <a:pt x="51876" y="1916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2" name="Output_receptor__5661">
              <a:extLst>
                <a:ext uri="{FF2B5EF4-FFF2-40B4-BE49-F238E27FC236}">
                  <a16:creationId xmlns:a16="http://schemas.microsoft.com/office/drawing/2014/main" id="{99B88816-6BCE-6AB3-01CE-F5D2B8891B9E}"/>
                </a:ext>
              </a:extLst>
            </p:cNvPr>
            <p:cNvSpPr>
              <a:spLocks noGrp="1"/>
            </p:cNvSpPr>
            <p:nvPr/>
          </p:nvSpPr>
          <p:spPr>
            <a:xfrm>
              <a:off x="16075412" y="3217734"/>
              <a:ext cx="21936" cy="95"/>
            </a:xfrm>
            <a:custGeom>
              <a:avLst/>
              <a:gdLst/>
              <a:ahLst/>
              <a:cxnLst/>
              <a:rect l="0" t="0" r="0" b="0"/>
              <a:pathLst>
                <a:path w="21936" h="95">
                  <a:moveTo>
                    <a:pt x="21936" y="0"/>
                  </a:moveTo>
                  <a:lnTo>
                    <a:pt x="0" y="56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3" name="Output_receptor__5662">
              <a:extLst>
                <a:ext uri="{FF2B5EF4-FFF2-40B4-BE49-F238E27FC236}">
                  <a16:creationId xmlns:a16="http://schemas.microsoft.com/office/drawing/2014/main" id="{1F2462B2-C3FA-74E7-AB5C-2D144DA1D6F2}"/>
                </a:ext>
              </a:extLst>
            </p:cNvPr>
            <p:cNvSpPr>
              <a:spLocks noGrp="1"/>
            </p:cNvSpPr>
            <p:nvPr/>
          </p:nvSpPr>
          <p:spPr>
            <a:xfrm>
              <a:off x="16122454" y="2780558"/>
              <a:ext cx="24545" cy="50820"/>
            </a:xfrm>
            <a:custGeom>
              <a:avLst/>
              <a:gdLst/>
              <a:ahLst/>
              <a:cxnLst/>
              <a:rect l="0" t="0" r="0" b="0"/>
              <a:pathLst>
                <a:path w="24545" h="50820">
                  <a:moveTo>
                    <a:pt x="0" y="0"/>
                  </a:moveTo>
                  <a:lnTo>
                    <a:pt x="24545" y="5082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4" name="Output_receptor__5663">
              <a:extLst>
                <a:ext uri="{FF2B5EF4-FFF2-40B4-BE49-F238E27FC236}">
                  <a16:creationId xmlns:a16="http://schemas.microsoft.com/office/drawing/2014/main" id="{F6EDBDDB-3C07-3302-DDB5-58F2BDF218A2}"/>
                </a:ext>
              </a:extLst>
            </p:cNvPr>
            <p:cNvSpPr>
              <a:spLocks noGrp="1"/>
            </p:cNvSpPr>
            <p:nvPr/>
          </p:nvSpPr>
          <p:spPr>
            <a:xfrm>
              <a:off x="16064346" y="2769121"/>
              <a:ext cx="58108" cy="11438"/>
            </a:xfrm>
            <a:custGeom>
              <a:avLst/>
              <a:gdLst/>
              <a:ahLst/>
              <a:cxnLst/>
              <a:rect l="0" t="0" r="0" b="0"/>
              <a:pathLst>
                <a:path w="58108" h="11438">
                  <a:moveTo>
                    <a:pt x="0" y="0"/>
                  </a:moveTo>
                  <a:lnTo>
                    <a:pt x="58108" y="1143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5" name="Output_receptor__5664">
              <a:extLst>
                <a:ext uri="{FF2B5EF4-FFF2-40B4-BE49-F238E27FC236}">
                  <a16:creationId xmlns:a16="http://schemas.microsoft.com/office/drawing/2014/main" id="{669F3B7B-9447-E541-D6FD-2960C1ACCB45}"/>
                </a:ext>
              </a:extLst>
            </p:cNvPr>
            <p:cNvSpPr>
              <a:spLocks noGrp="1"/>
            </p:cNvSpPr>
            <p:nvPr/>
          </p:nvSpPr>
          <p:spPr>
            <a:xfrm>
              <a:off x="15503496" y="3408190"/>
              <a:ext cx="53356" cy="4442"/>
            </a:xfrm>
            <a:custGeom>
              <a:avLst/>
              <a:gdLst/>
              <a:ahLst/>
              <a:cxnLst/>
              <a:rect l="0" t="0" r="0" b="0"/>
              <a:pathLst>
                <a:path w="53356" h="4442">
                  <a:moveTo>
                    <a:pt x="0" y="4442"/>
                  </a:moveTo>
                  <a:lnTo>
                    <a:pt x="53356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6" name="Output_receptor__5665">
              <a:extLst>
                <a:ext uri="{FF2B5EF4-FFF2-40B4-BE49-F238E27FC236}">
                  <a16:creationId xmlns:a16="http://schemas.microsoft.com/office/drawing/2014/main" id="{D1419279-06FE-2B75-DAD9-86D32D2697C0}"/>
                </a:ext>
              </a:extLst>
            </p:cNvPr>
            <p:cNvSpPr>
              <a:spLocks noGrp="1"/>
            </p:cNvSpPr>
            <p:nvPr/>
          </p:nvSpPr>
          <p:spPr>
            <a:xfrm>
              <a:off x="15497879" y="3260682"/>
              <a:ext cx="36334" cy="9997"/>
            </a:xfrm>
            <a:custGeom>
              <a:avLst/>
              <a:gdLst/>
              <a:ahLst/>
              <a:cxnLst/>
              <a:rect l="0" t="0" r="0" b="0"/>
              <a:pathLst>
                <a:path w="36334" h="9997">
                  <a:moveTo>
                    <a:pt x="0" y="9997"/>
                  </a:moveTo>
                  <a:lnTo>
                    <a:pt x="36334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7" name="Output_receptor__5666">
              <a:extLst>
                <a:ext uri="{FF2B5EF4-FFF2-40B4-BE49-F238E27FC236}">
                  <a16:creationId xmlns:a16="http://schemas.microsoft.com/office/drawing/2014/main" id="{7C29FB42-84EA-39F6-5C0C-512A75F604D1}"/>
                </a:ext>
              </a:extLst>
            </p:cNvPr>
            <p:cNvSpPr>
              <a:spLocks noGrp="1"/>
            </p:cNvSpPr>
            <p:nvPr/>
          </p:nvSpPr>
          <p:spPr>
            <a:xfrm>
              <a:off x="15989928" y="2496616"/>
              <a:ext cx="30519" cy="62379"/>
            </a:xfrm>
            <a:custGeom>
              <a:avLst/>
              <a:gdLst/>
              <a:ahLst/>
              <a:cxnLst/>
              <a:rect l="0" t="0" r="0" b="0"/>
              <a:pathLst>
                <a:path w="30519" h="62379">
                  <a:moveTo>
                    <a:pt x="0" y="62379"/>
                  </a:moveTo>
                  <a:lnTo>
                    <a:pt x="3051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68" name="Output_receptor__5667">
              <a:extLst>
                <a:ext uri="{FF2B5EF4-FFF2-40B4-BE49-F238E27FC236}">
                  <a16:creationId xmlns:a16="http://schemas.microsoft.com/office/drawing/2014/main" id="{D5B5827B-140F-3AB7-0D37-0B5D2D826197}"/>
                </a:ext>
              </a:extLst>
            </p:cNvPr>
            <p:cNvSpPr>
              <a:spLocks noGrp="1"/>
            </p:cNvSpPr>
            <p:nvPr/>
          </p:nvSpPr>
          <p:spPr>
            <a:xfrm>
              <a:off x="15309690" y="3029078"/>
              <a:ext cx="2475" cy="46221"/>
            </a:xfrm>
            <a:custGeom>
              <a:avLst/>
              <a:gdLst/>
              <a:ahLst/>
              <a:cxnLst/>
              <a:rect l="0" t="0" r="0" b="0"/>
              <a:pathLst>
                <a:path w="2475" h="46221">
                  <a:moveTo>
                    <a:pt x="2475" y="0"/>
                  </a:moveTo>
                  <a:lnTo>
                    <a:pt x="0" y="4622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69" name="Output_receptor__5668">
              <a:extLst>
                <a:ext uri="{FF2B5EF4-FFF2-40B4-BE49-F238E27FC236}">
                  <a16:creationId xmlns:a16="http://schemas.microsoft.com/office/drawing/2014/main" id="{DCC17E31-CD76-E20F-98FB-26E97639A88B}"/>
                </a:ext>
              </a:extLst>
            </p:cNvPr>
            <p:cNvSpPr>
              <a:spLocks noGrp="1"/>
            </p:cNvSpPr>
            <p:nvPr/>
          </p:nvSpPr>
          <p:spPr>
            <a:xfrm>
              <a:off x="15365933" y="2950005"/>
              <a:ext cx="16234" cy="21918"/>
            </a:xfrm>
            <a:custGeom>
              <a:avLst/>
              <a:gdLst/>
              <a:ahLst/>
              <a:cxnLst/>
              <a:rect l="0" t="0" r="0" b="0"/>
              <a:pathLst>
                <a:path w="16234" h="21918">
                  <a:moveTo>
                    <a:pt x="16234" y="0"/>
                  </a:moveTo>
                  <a:lnTo>
                    <a:pt x="0" y="2191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0" name="Output_receptor__5669">
              <a:extLst>
                <a:ext uri="{FF2B5EF4-FFF2-40B4-BE49-F238E27FC236}">
                  <a16:creationId xmlns:a16="http://schemas.microsoft.com/office/drawing/2014/main" id="{AB0F940B-1DF8-DC5B-1C1B-F23E7C60C1B7}"/>
                </a:ext>
              </a:extLst>
            </p:cNvPr>
            <p:cNvSpPr>
              <a:spLocks noGrp="1"/>
            </p:cNvSpPr>
            <p:nvPr/>
          </p:nvSpPr>
          <p:spPr>
            <a:xfrm>
              <a:off x="15719505" y="3469648"/>
              <a:ext cx="46639" cy="23745"/>
            </a:xfrm>
            <a:custGeom>
              <a:avLst/>
              <a:gdLst/>
              <a:ahLst/>
              <a:cxnLst/>
              <a:rect l="0" t="0" r="0" b="0"/>
              <a:pathLst>
                <a:path w="46639" h="23745">
                  <a:moveTo>
                    <a:pt x="0" y="0"/>
                  </a:moveTo>
                  <a:lnTo>
                    <a:pt x="46639" y="2374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1" name="Output_receptor__5670">
              <a:extLst>
                <a:ext uri="{FF2B5EF4-FFF2-40B4-BE49-F238E27FC236}">
                  <a16:creationId xmlns:a16="http://schemas.microsoft.com/office/drawing/2014/main" id="{5387B47A-740F-1317-7267-67980A39FCF5}"/>
                </a:ext>
              </a:extLst>
            </p:cNvPr>
            <p:cNvSpPr>
              <a:spLocks noGrp="1"/>
            </p:cNvSpPr>
            <p:nvPr/>
          </p:nvSpPr>
          <p:spPr>
            <a:xfrm>
              <a:off x="15553785" y="2848661"/>
              <a:ext cx="44600" cy="51204"/>
            </a:xfrm>
            <a:custGeom>
              <a:avLst/>
              <a:gdLst/>
              <a:ahLst/>
              <a:cxnLst/>
              <a:rect l="0" t="0" r="0" b="0"/>
              <a:pathLst>
                <a:path w="44600" h="51204">
                  <a:moveTo>
                    <a:pt x="44600" y="512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2" name="Output_receptor__5671">
              <a:extLst>
                <a:ext uri="{FF2B5EF4-FFF2-40B4-BE49-F238E27FC236}">
                  <a16:creationId xmlns:a16="http://schemas.microsoft.com/office/drawing/2014/main" id="{121A568A-39AA-C426-5D34-6439E868695C}"/>
                </a:ext>
              </a:extLst>
            </p:cNvPr>
            <p:cNvSpPr>
              <a:spLocks noGrp="1"/>
            </p:cNvSpPr>
            <p:nvPr/>
          </p:nvSpPr>
          <p:spPr>
            <a:xfrm>
              <a:off x="15683884" y="3426529"/>
              <a:ext cx="35621" cy="43119"/>
            </a:xfrm>
            <a:custGeom>
              <a:avLst/>
              <a:gdLst/>
              <a:ahLst/>
              <a:cxnLst/>
              <a:rect l="0" t="0" r="0" b="0"/>
              <a:pathLst>
                <a:path w="35621" h="43119">
                  <a:moveTo>
                    <a:pt x="0" y="0"/>
                  </a:moveTo>
                  <a:lnTo>
                    <a:pt x="35621" y="4311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3" name="Output_receptor__5672">
              <a:extLst>
                <a:ext uri="{FF2B5EF4-FFF2-40B4-BE49-F238E27FC236}">
                  <a16:creationId xmlns:a16="http://schemas.microsoft.com/office/drawing/2014/main" id="{E08C68FB-AFC7-27B1-A022-41CA0411F5D7}"/>
                </a:ext>
              </a:extLst>
            </p:cNvPr>
            <p:cNvSpPr>
              <a:spLocks noGrp="1"/>
            </p:cNvSpPr>
            <p:nvPr/>
          </p:nvSpPr>
          <p:spPr>
            <a:xfrm>
              <a:off x="14990431" y="2836237"/>
              <a:ext cx="33863" cy="28039"/>
            </a:xfrm>
            <a:custGeom>
              <a:avLst/>
              <a:gdLst/>
              <a:ahLst/>
              <a:cxnLst/>
              <a:rect l="0" t="0" r="0" b="0"/>
              <a:pathLst>
                <a:path w="33863" h="28039">
                  <a:moveTo>
                    <a:pt x="33863" y="280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4" name="Output_receptor__5673">
              <a:extLst>
                <a:ext uri="{FF2B5EF4-FFF2-40B4-BE49-F238E27FC236}">
                  <a16:creationId xmlns:a16="http://schemas.microsoft.com/office/drawing/2014/main" id="{17C3EC46-87BC-56F2-7DFD-77C134C8689D}"/>
                </a:ext>
              </a:extLst>
            </p:cNvPr>
            <p:cNvSpPr>
              <a:spLocks noGrp="1"/>
            </p:cNvSpPr>
            <p:nvPr/>
          </p:nvSpPr>
          <p:spPr>
            <a:xfrm>
              <a:off x="15555743" y="2623960"/>
              <a:ext cx="49474" cy="46595"/>
            </a:xfrm>
            <a:custGeom>
              <a:avLst/>
              <a:gdLst/>
              <a:ahLst/>
              <a:cxnLst/>
              <a:rect l="0" t="0" r="0" b="0"/>
              <a:pathLst>
                <a:path w="49474" h="46595">
                  <a:moveTo>
                    <a:pt x="49474" y="0"/>
                  </a:moveTo>
                  <a:lnTo>
                    <a:pt x="0" y="4659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5" name="Output_receptor__5674">
              <a:extLst>
                <a:ext uri="{FF2B5EF4-FFF2-40B4-BE49-F238E27FC236}">
                  <a16:creationId xmlns:a16="http://schemas.microsoft.com/office/drawing/2014/main" id="{02B1A3A0-2024-6738-8D6E-E4373B4F4C10}"/>
                </a:ext>
              </a:extLst>
            </p:cNvPr>
            <p:cNvSpPr>
              <a:spLocks noGrp="1"/>
            </p:cNvSpPr>
            <p:nvPr/>
          </p:nvSpPr>
          <p:spPr>
            <a:xfrm>
              <a:off x="15381263" y="3038490"/>
              <a:ext cx="11904" cy="7158"/>
            </a:xfrm>
            <a:custGeom>
              <a:avLst/>
              <a:gdLst/>
              <a:ahLst/>
              <a:cxnLst/>
              <a:rect l="0" t="0" r="0" b="0"/>
              <a:pathLst>
                <a:path w="11904" h="7158">
                  <a:moveTo>
                    <a:pt x="11904" y="0"/>
                  </a:moveTo>
                  <a:lnTo>
                    <a:pt x="0" y="715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6" name="Output_receptor__5675">
              <a:extLst>
                <a:ext uri="{FF2B5EF4-FFF2-40B4-BE49-F238E27FC236}">
                  <a16:creationId xmlns:a16="http://schemas.microsoft.com/office/drawing/2014/main" id="{03965E69-39B4-7875-4C6F-4C54DD664DC6}"/>
                </a:ext>
              </a:extLst>
            </p:cNvPr>
            <p:cNvSpPr>
              <a:spLocks noGrp="1"/>
            </p:cNvSpPr>
            <p:nvPr/>
          </p:nvSpPr>
          <p:spPr>
            <a:xfrm>
              <a:off x="15846207" y="3025029"/>
              <a:ext cx="30309" cy="31330"/>
            </a:xfrm>
            <a:custGeom>
              <a:avLst/>
              <a:gdLst/>
              <a:ahLst/>
              <a:cxnLst/>
              <a:rect l="0" t="0" r="0" b="0"/>
              <a:pathLst>
                <a:path w="30309" h="31330">
                  <a:moveTo>
                    <a:pt x="0" y="0"/>
                  </a:moveTo>
                  <a:lnTo>
                    <a:pt x="30309" y="3133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77" name="Output_receptor__5676">
              <a:extLst>
                <a:ext uri="{FF2B5EF4-FFF2-40B4-BE49-F238E27FC236}">
                  <a16:creationId xmlns:a16="http://schemas.microsoft.com/office/drawing/2014/main" id="{A4C748FB-8BB9-4B5E-231A-C91A41143B08}"/>
                </a:ext>
              </a:extLst>
            </p:cNvPr>
            <p:cNvSpPr>
              <a:spLocks noGrp="1"/>
            </p:cNvSpPr>
            <p:nvPr/>
          </p:nvSpPr>
          <p:spPr>
            <a:xfrm>
              <a:off x="16444867" y="2714924"/>
              <a:ext cx="27260" cy="49983"/>
            </a:xfrm>
            <a:custGeom>
              <a:avLst/>
              <a:gdLst/>
              <a:ahLst/>
              <a:cxnLst/>
              <a:rect l="0" t="0" r="0" b="0"/>
              <a:pathLst>
                <a:path w="27260" h="49983">
                  <a:moveTo>
                    <a:pt x="27260" y="499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78" name="Output_receptor__5677">
              <a:extLst>
                <a:ext uri="{FF2B5EF4-FFF2-40B4-BE49-F238E27FC236}">
                  <a16:creationId xmlns:a16="http://schemas.microsoft.com/office/drawing/2014/main" id="{07CA90ED-816B-B9E6-C2BB-E09B079000D2}"/>
                </a:ext>
              </a:extLst>
            </p:cNvPr>
            <p:cNvSpPr>
              <a:spLocks noGrp="1"/>
            </p:cNvSpPr>
            <p:nvPr/>
          </p:nvSpPr>
          <p:spPr>
            <a:xfrm>
              <a:off x="16162655" y="3406628"/>
              <a:ext cx="405" cy="32084"/>
            </a:xfrm>
            <a:custGeom>
              <a:avLst/>
              <a:gdLst/>
              <a:ahLst/>
              <a:cxnLst/>
              <a:rect l="0" t="0" r="0" b="0"/>
              <a:pathLst>
                <a:path w="405" h="32084">
                  <a:moveTo>
                    <a:pt x="405" y="0"/>
                  </a:moveTo>
                  <a:lnTo>
                    <a:pt x="0" y="3208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79" name="Output_receptor__5678">
              <a:extLst>
                <a:ext uri="{FF2B5EF4-FFF2-40B4-BE49-F238E27FC236}">
                  <a16:creationId xmlns:a16="http://schemas.microsoft.com/office/drawing/2014/main" id="{B629E241-49DD-C657-89E5-3B56C74E20A7}"/>
                </a:ext>
              </a:extLst>
            </p:cNvPr>
            <p:cNvSpPr>
              <a:spLocks noGrp="1"/>
            </p:cNvSpPr>
            <p:nvPr/>
          </p:nvSpPr>
          <p:spPr>
            <a:xfrm>
              <a:off x="15311351" y="2844272"/>
              <a:ext cx="859" cy="57413"/>
            </a:xfrm>
            <a:custGeom>
              <a:avLst/>
              <a:gdLst/>
              <a:ahLst/>
              <a:cxnLst/>
              <a:rect l="0" t="0" r="0" b="0"/>
              <a:pathLst>
                <a:path w="859" h="57413">
                  <a:moveTo>
                    <a:pt x="859" y="0"/>
                  </a:moveTo>
                  <a:lnTo>
                    <a:pt x="0" y="5741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0" name="Output_receptor__5679">
              <a:extLst>
                <a:ext uri="{FF2B5EF4-FFF2-40B4-BE49-F238E27FC236}">
                  <a16:creationId xmlns:a16="http://schemas.microsoft.com/office/drawing/2014/main" id="{18EEDFEA-3B82-35DF-C85F-5A00F42E8301}"/>
                </a:ext>
              </a:extLst>
            </p:cNvPr>
            <p:cNvSpPr>
              <a:spLocks noGrp="1"/>
            </p:cNvSpPr>
            <p:nvPr/>
          </p:nvSpPr>
          <p:spPr>
            <a:xfrm>
              <a:off x="14894674" y="3219068"/>
              <a:ext cx="35752" cy="26769"/>
            </a:xfrm>
            <a:custGeom>
              <a:avLst/>
              <a:gdLst/>
              <a:ahLst/>
              <a:cxnLst/>
              <a:rect l="0" t="0" r="0" b="0"/>
              <a:pathLst>
                <a:path w="35752" h="26769">
                  <a:moveTo>
                    <a:pt x="35752" y="0"/>
                  </a:moveTo>
                  <a:lnTo>
                    <a:pt x="0" y="26769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1" name="Output_receptor__5680">
              <a:extLst>
                <a:ext uri="{FF2B5EF4-FFF2-40B4-BE49-F238E27FC236}">
                  <a16:creationId xmlns:a16="http://schemas.microsoft.com/office/drawing/2014/main" id="{1EE3CFFC-7DDE-4B10-BC0A-830524B75D4C}"/>
                </a:ext>
              </a:extLst>
            </p:cNvPr>
            <p:cNvSpPr>
              <a:spLocks noGrp="1"/>
            </p:cNvSpPr>
            <p:nvPr/>
          </p:nvSpPr>
          <p:spPr>
            <a:xfrm>
              <a:off x="16267738" y="3203845"/>
              <a:ext cx="69914" cy="13073"/>
            </a:xfrm>
            <a:custGeom>
              <a:avLst/>
              <a:gdLst/>
              <a:ahLst/>
              <a:cxnLst/>
              <a:rect l="0" t="0" r="0" b="0"/>
              <a:pathLst>
                <a:path w="69914" h="13073">
                  <a:moveTo>
                    <a:pt x="69914" y="0"/>
                  </a:moveTo>
                  <a:lnTo>
                    <a:pt x="0" y="1307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2" name="Output_receptor__5681">
              <a:extLst>
                <a:ext uri="{FF2B5EF4-FFF2-40B4-BE49-F238E27FC236}">
                  <a16:creationId xmlns:a16="http://schemas.microsoft.com/office/drawing/2014/main" id="{D56FA1BA-7801-51BD-BC73-71B145244FA2}"/>
                </a:ext>
              </a:extLst>
            </p:cNvPr>
            <p:cNvSpPr>
              <a:spLocks noGrp="1"/>
            </p:cNvSpPr>
            <p:nvPr/>
          </p:nvSpPr>
          <p:spPr>
            <a:xfrm>
              <a:off x="16104822" y="3131073"/>
              <a:ext cx="63131" cy="32856"/>
            </a:xfrm>
            <a:custGeom>
              <a:avLst/>
              <a:gdLst/>
              <a:ahLst/>
              <a:cxnLst/>
              <a:rect l="0" t="0" r="0" b="0"/>
              <a:pathLst>
                <a:path w="63131" h="32856">
                  <a:moveTo>
                    <a:pt x="63131" y="328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3" name="Output_receptor__5682">
              <a:extLst>
                <a:ext uri="{FF2B5EF4-FFF2-40B4-BE49-F238E27FC236}">
                  <a16:creationId xmlns:a16="http://schemas.microsoft.com/office/drawing/2014/main" id="{0778BA30-C560-C7E3-5C57-C32EF6172729}"/>
                </a:ext>
              </a:extLst>
            </p:cNvPr>
            <p:cNvSpPr>
              <a:spLocks noGrp="1"/>
            </p:cNvSpPr>
            <p:nvPr/>
          </p:nvSpPr>
          <p:spPr>
            <a:xfrm>
              <a:off x="15605216" y="2603300"/>
              <a:ext cx="67781" cy="20660"/>
            </a:xfrm>
            <a:custGeom>
              <a:avLst/>
              <a:gdLst/>
              <a:ahLst/>
              <a:cxnLst/>
              <a:rect l="0" t="0" r="0" b="0"/>
              <a:pathLst>
                <a:path w="67781" h="20660">
                  <a:moveTo>
                    <a:pt x="67781" y="0"/>
                  </a:moveTo>
                  <a:lnTo>
                    <a:pt x="0" y="2066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4" name="Output_receptor__5683">
              <a:extLst>
                <a:ext uri="{FF2B5EF4-FFF2-40B4-BE49-F238E27FC236}">
                  <a16:creationId xmlns:a16="http://schemas.microsoft.com/office/drawing/2014/main" id="{296C682C-D2E6-82AC-B6FF-9D403D1864BA}"/>
                </a:ext>
              </a:extLst>
            </p:cNvPr>
            <p:cNvSpPr>
              <a:spLocks noGrp="1"/>
            </p:cNvSpPr>
            <p:nvPr/>
          </p:nvSpPr>
          <p:spPr>
            <a:xfrm>
              <a:off x="16214822" y="3362295"/>
              <a:ext cx="38849" cy="56593"/>
            </a:xfrm>
            <a:custGeom>
              <a:avLst/>
              <a:gdLst/>
              <a:ahLst/>
              <a:cxnLst/>
              <a:rect l="0" t="0" r="0" b="0"/>
              <a:pathLst>
                <a:path w="38849" h="56593">
                  <a:moveTo>
                    <a:pt x="38849" y="5659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5" name="Output_receptor__5684">
              <a:extLst>
                <a:ext uri="{FF2B5EF4-FFF2-40B4-BE49-F238E27FC236}">
                  <a16:creationId xmlns:a16="http://schemas.microsoft.com/office/drawing/2014/main" id="{A13B6E74-EC0A-AA09-B39E-B2081670000D}"/>
                </a:ext>
              </a:extLst>
            </p:cNvPr>
            <p:cNvSpPr>
              <a:spLocks noGrp="1"/>
            </p:cNvSpPr>
            <p:nvPr/>
          </p:nvSpPr>
          <p:spPr>
            <a:xfrm>
              <a:off x="15989928" y="2558995"/>
              <a:ext cx="40715" cy="59013"/>
            </a:xfrm>
            <a:custGeom>
              <a:avLst/>
              <a:gdLst/>
              <a:ahLst/>
              <a:cxnLst/>
              <a:rect l="0" t="0" r="0" b="0"/>
              <a:pathLst>
                <a:path w="40715" h="59013">
                  <a:moveTo>
                    <a:pt x="40715" y="590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86" name="Output_receptor__5685">
              <a:extLst>
                <a:ext uri="{FF2B5EF4-FFF2-40B4-BE49-F238E27FC236}">
                  <a16:creationId xmlns:a16="http://schemas.microsoft.com/office/drawing/2014/main" id="{65B22239-5E9C-674E-4FC7-3622C05A7AF7}"/>
                </a:ext>
              </a:extLst>
            </p:cNvPr>
            <p:cNvSpPr>
              <a:spLocks noGrp="1"/>
            </p:cNvSpPr>
            <p:nvPr/>
          </p:nvSpPr>
          <p:spPr>
            <a:xfrm>
              <a:off x="15006404" y="2964079"/>
              <a:ext cx="7691" cy="62476"/>
            </a:xfrm>
            <a:custGeom>
              <a:avLst/>
              <a:gdLst/>
              <a:ahLst/>
              <a:cxnLst/>
              <a:rect l="0" t="0" r="0" b="0"/>
              <a:pathLst>
                <a:path w="7691" h="62476">
                  <a:moveTo>
                    <a:pt x="7691" y="624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7" name="Output_receptor__5686">
              <a:extLst>
                <a:ext uri="{FF2B5EF4-FFF2-40B4-BE49-F238E27FC236}">
                  <a16:creationId xmlns:a16="http://schemas.microsoft.com/office/drawing/2014/main" id="{6D08FD1B-639A-169D-9A12-28F7985D0291}"/>
                </a:ext>
              </a:extLst>
            </p:cNvPr>
            <p:cNvSpPr>
              <a:spLocks noGrp="1"/>
            </p:cNvSpPr>
            <p:nvPr/>
          </p:nvSpPr>
          <p:spPr>
            <a:xfrm>
              <a:off x="15236148" y="3110578"/>
              <a:ext cx="15243" cy="64705"/>
            </a:xfrm>
            <a:custGeom>
              <a:avLst/>
              <a:gdLst/>
              <a:ahLst/>
              <a:cxnLst/>
              <a:rect l="0" t="0" r="0" b="0"/>
              <a:pathLst>
                <a:path w="15243" h="64705">
                  <a:moveTo>
                    <a:pt x="0" y="0"/>
                  </a:moveTo>
                  <a:lnTo>
                    <a:pt x="15243" y="647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8" name="Output_receptor__5687">
              <a:extLst>
                <a:ext uri="{FF2B5EF4-FFF2-40B4-BE49-F238E27FC236}">
                  <a16:creationId xmlns:a16="http://schemas.microsoft.com/office/drawing/2014/main" id="{A3E1179A-1757-0189-5C27-1D33A0C4B61A}"/>
                </a:ext>
              </a:extLst>
            </p:cNvPr>
            <p:cNvSpPr>
              <a:spLocks noGrp="1"/>
            </p:cNvSpPr>
            <p:nvPr/>
          </p:nvSpPr>
          <p:spPr>
            <a:xfrm>
              <a:off x="15259247" y="2817032"/>
              <a:ext cx="52962" cy="27240"/>
            </a:xfrm>
            <a:custGeom>
              <a:avLst/>
              <a:gdLst/>
              <a:ahLst/>
              <a:cxnLst/>
              <a:rect l="0" t="0" r="0" b="0"/>
              <a:pathLst>
                <a:path w="52962" h="27240">
                  <a:moveTo>
                    <a:pt x="0" y="0"/>
                  </a:moveTo>
                  <a:lnTo>
                    <a:pt x="52962" y="2724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89" name="Output_receptor__5688">
              <a:extLst>
                <a:ext uri="{FF2B5EF4-FFF2-40B4-BE49-F238E27FC236}">
                  <a16:creationId xmlns:a16="http://schemas.microsoft.com/office/drawing/2014/main" id="{A63A97D8-7908-3C3D-808B-03C030934B39}"/>
                </a:ext>
              </a:extLst>
            </p:cNvPr>
            <p:cNvSpPr>
              <a:spLocks noGrp="1"/>
            </p:cNvSpPr>
            <p:nvPr/>
          </p:nvSpPr>
          <p:spPr>
            <a:xfrm>
              <a:off x="16337652" y="3203845"/>
              <a:ext cx="10495" cy="71410"/>
            </a:xfrm>
            <a:custGeom>
              <a:avLst/>
              <a:gdLst/>
              <a:ahLst/>
              <a:cxnLst/>
              <a:rect l="0" t="0" r="0" b="0"/>
              <a:pathLst>
                <a:path w="10495" h="71410">
                  <a:moveTo>
                    <a:pt x="10495" y="7141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0" name="Output_receptor__5689">
              <a:extLst>
                <a:ext uri="{FF2B5EF4-FFF2-40B4-BE49-F238E27FC236}">
                  <a16:creationId xmlns:a16="http://schemas.microsoft.com/office/drawing/2014/main" id="{6530992F-3F17-0678-E319-174406A17343}"/>
                </a:ext>
              </a:extLst>
            </p:cNvPr>
            <p:cNvSpPr>
              <a:spLocks noGrp="1"/>
            </p:cNvSpPr>
            <p:nvPr/>
          </p:nvSpPr>
          <p:spPr>
            <a:xfrm>
              <a:off x="16444867" y="2655677"/>
              <a:ext cx="24401" cy="59247"/>
            </a:xfrm>
            <a:custGeom>
              <a:avLst/>
              <a:gdLst/>
              <a:ahLst/>
              <a:cxnLst/>
              <a:rect l="0" t="0" r="0" b="0"/>
              <a:pathLst>
                <a:path w="24401" h="59247">
                  <a:moveTo>
                    <a:pt x="0" y="59247"/>
                  </a:moveTo>
                  <a:lnTo>
                    <a:pt x="24401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1" name="Output_receptor__5690">
              <a:extLst>
                <a:ext uri="{FF2B5EF4-FFF2-40B4-BE49-F238E27FC236}">
                  <a16:creationId xmlns:a16="http://schemas.microsoft.com/office/drawing/2014/main" id="{41EFA89C-7121-5DF7-D726-75041603E773}"/>
                </a:ext>
              </a:extLst>
            </p:cNvPr>
            <p:cNvSpPr>
              <a:spLocks noGrp="1"/>
            </p:cNvSpPr>
            <p:nvPr/>
          </p:nvSpPr>
          <p:spPr>
            <a:xfrm>
              <a:off x="16049865" y="2839927"/>
              <a:ext cx="8641" cy="3018"/>
            </a:xfrm>
            <a:custGeom>
              <a:avLst/>
              <a:gdLst/>
              <a:ahLst/>
              <a:cxnLst/>
              <a:rect l="0" t="0" r="0" b="0"/>
              <a:pathLst>
                <a:path w="8641" h="3018">
                  <a:moveTo>
                    <a:pt x="8641" y="30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692" name="Output_receptor__5691">
              <a:extLst>
                <a:ext uri="{FF2B5EF4-FFF2-40B4-BE49-F238E27FC236}">
                  <a16:creationId xmlns:a16="http://schemas.microsoft.com/office/drawing/2014/main" id="{5AA0722D-926A-02FD-C9A9-3AC71641E309}"/>
                </a:ext>
              </a:extLst>
            </p:cNvPr>
            <p:cNvSpPr>
              <a:spLocks noGrp="1"/>
            </p:cNvSpPr>
            <p:nvPr/>
          </p:nvSpPr>
          <p:spPr>
            <a:xfrm>
              <a:off x="15435866" y="3701699"/>
              <a:ext cx="4479" cy="27959"/>
            </a:xfrm>
            <a:custGeom>
              <a:avLst/>
              <a:gdLst/>
              <a:ahLst/>
              <a:cxnLst/>
              <a:rect l="0" t="0" r="0" b="0"/>
              <a:pathLst>
                <a:path w="4479" h="27959">
                  <a:moveTo>
                    <a:pt x="4479" y="2795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3" name="Output_receptor__5692">
              <a:extLst>
                <a:ext uri="{FF2B5EF4-FFF2-40B4-BE49-F238E27FC236}">
                  <a16:creationId xmlns:a16="http://schemas.microsoft.com/office/drawing/2014/main" id="{345BAF17-92A0-93DD-E554-A38F070EFE93}"/>
                </a:ext>
              </a:extLst>
            </p:cNvPr>
            <p:cNvSpPr>
              <a:spLocks noGrp="1"/>
            </p:cNvSpPr>
            <p:nvPr/>
          </p:nvSpPr>
          <p:spPr>
            <a:xfrm>
              <a:off x="16020447" y="2466015"/>
              <a:ext cx="31318" cy="30601"/>
            </a:xfrm>
            <a:custGeom>
              <a:avLst/>
              <a:gdLst/>
              <a:ahLst/>
              <a:cxnLst/>
              <a:rect l="0" t="0" r="0" b="0"/>
              <a:pathLst>
                <a:path w="31318" h="30601">
                  <a:moveTo>
                    <a:pt x="0" y="30601"/>
                  </a:moveTo>
                  <a:lnTo>
                    <a:pt x="31318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4" name="Output_receptor__5693">
              <a:extLst>
                <a:ext uri="{FF2B5EF4-FFF2-40B4-BE49-F238E27FC236}">
                  <a16:creationId xmlns:a16="http://schemas.microsoft.com/office/drawing/2014/main" id="{7641CE0B-4271-BD74-F164-4039EE01041A}"/>
                </a:ext>
              </a:extLst>
            </p:cNvPr>
            <p:cNvSpPr>
              <a:spLocks noGrp="1"/>
            </p:cNvSpPr>
            <p:nvPr/>
          </p:nvSpPr>
          <p:spPr>
            <a:xfrm>
              <a:off x="15249758" y="3455446"/>
              <a:ext cx="62982" cy="6037"/>
            </a:xfrm>
            <a:custGeom>
              <a:avLst/>
              <a:gdLst/>
              <a:ahLst/>
              <a:cxnLst/>
              <a:rect l="0" t="0" r="0" b="0"/>
              <a:pathLst>
                <a:path w="62982" h="6037">
                  <a:moveTo>
                    <a:pt x="0" y="6037"/>
                  </a:moveTo>
                  <a:lnTo>
                    <a:pt x="6298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5" name="Output_receptor__5694">
              <a:extLst>
                <a:ext uri="{FF2B5EF4-FFF2-40B4-BE49-F238E27FC236}">
                  <a16:creationId xmlns:a16="http://schemas.microsoft.com/office/drawing/2014/main" id="{3F0A046F-DED4-3972-CFF9-884B1F425348}"/>
                </a:ext>
              </a:extLst>
            </p:cNvPr>
            <p:cNvSpPr>
              <a:spLocks noGrp="1"/>
            </p:cNvSpPr>
            <p:nvPr/>
          </p:nvSpPr>
          <p:spPr>
            <a:xfrm>
              <a:off x="16002963" y="3006190"/>
              <a:ext cx="21077" cy="56620"/>
            </a:xfrm>
            <a:custGeom>
              <a:avLst/>
              <a:gdLst/>
              <a:ahLst/>
              <a:cxnLst/>
              <a:rect l="0" t="0" r="0" b="0"/>
              <a:pathLst>
                <a:path w="21077" h="56620">
                  <a:moveTo>
                    <a:pt x="21077" y="0"/>
                  </a:moveTo>
                  <a:lnTo>
                    <a:pt x="0" y="5662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6" name="Output_receptor__5695">
              <a:extLst>
                <a:ext uri="{FF2B5EF4-FFF2-40B4-BE49-F238E27FC236}">
                  <a16:creationId xmlns:a16="http://schemas.microsoft.com/office/drawing/2014/main" id="{2934AEB4-C6EE-A959-C637-8730B8D5E421}"/>
                </a:ext>
              </a:extLst>
            </p:cNvPr>
            <p:cNvSpPr>
              <a:spLocks noGrp="1"/>
            </p:cNvSpPr>
            <p:nvPr/>
          </p:nvSpPr>
          <p:spPr>
            <a:xfrm>
              <a:off x="15834597" y="3118617"/>
              <a:ext cx="12468" cy="887"/>
            </a:xfrm>
            <a:custGeom>
              <a:avLst/>
              <a:gdLst/>
              <a:ahLst/>
              <a:cxnLst/>
              <a:rect l="0" t="0" r="0" b="0"/>
              <a:pathLst>
                <a:path w="12468" h="887">
                  <a:moveTo>
                    <a:pt x="0" y="887"/>
                  </a:moveTo>
                  <a:lnTo>
                    <a:pt x="12468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7" name="Output_receptor__5696">
              <a:extLst>
                <a:ext uri="{FF2B5EF4-FFF2-40B4-BE49-F238E27FC236}">
                  <a16:creationId xmlns:a16="http://schemas.microsoft.com/office/drawing/2014/main" id="{725C5115-1A51-F1ED-9166-200B23A15A25}"/>
                </a:ext>
              </a:extLst>
            </p:cNvPr>
            <p:cNvSpPr>
              <a:spLocks noGrp="1"/>
            </p:cNvSpPr>
            <p:nvPr/>
          </p:nvSpPr>
          <p:spPr>
            <a:xfrm>
              <a:off x="15178501" y="3598004"/>
              <a:ext cx="37305" cy="32783"/>
            </a:xfrm>
            <a:custGeom>
              <a:avLst/>
              <a:gdLst/>
              <a:ahLst/>
              <a:cxnLst/>
              <a:rect l="0" t="0" r="0" b="0"/>
              <a:pathLst>
                <a:path w="37305" h="32783">
                  <a:moveTo>
                    <a:pt x="37305" y="327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8" name="Output_receptor__5697">
              <a:extLst>
                <a:ext uri="{FF2B5EF4-FFF2-40B4-BE49-F238E27FC236}">
                  <a16:creationId xmlns:a16="http://schemas.microsoft.com/office/drawing/2014/main" id="{315A6A85-8404-C7F6-CEB8-AFFBE7F9AAC2}"/>
                </a:ext>
              </a:extLst>
            </p:cNvPr>
            <p:cNvSpPr>
              <a:spLocks noGrp="1"/>
            </p:cNvSpPr>
            <p:nvPr/>
          </p:nvSpPr>
          <p:spPr>
            <a:xfrm>
              <a:off x="16030642" y="2591018"/>
              <a:ext cx="63905" cy="26991"/>
            </a:xfrm>
            <a:custGeom>
              <a:avLst/>
              <a:gdLst/>
              <a:ahLst/>
              <a:cxnLst/>
              <a:rect l="0" t="0" r="0" b="0"/>
              <a:pathLst>
                <a:path w="63905" h="26991">
                  <a:moveTo>
                    <a:pt x="63905" y="0"/>
                  </a:moveTo>
                  <a:lnTo>
                    <a:pt x="0" y="26991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699" name="Output_receptor__5698">
              <a:extLst>
                <a:ext uri="{FF2B5EF4-FFF2-40B4-BE49-F238E27FC236}">
                  <a16:creationId xmlns:a16="http://schemas.microsoft.com/office/drawing/2014/main" id="{91AA16AE-ACF1-3198-EAEC-D58AE8573CD9}"/>
                </a:ext>
              </a:extLst>
            </p:cNvPr>
            <p:cNvSpPr>
              <a:spLocks noGrp="1"/>
            </p:cNvSpPr>
            <p:nvPr/>
          </p:nvSpPr>
          <p:spPr>
            <a:xfrm>
              <a:off x="15181784" y="2863610"/>
              <a:ext cx="43107" cy="16621"/>
            </a:xfrm>
            <a:custGeom>
              <a:avLst/>
              <a:gdLst/>
              <a:ahLst/>
              <a:cxnLst/>
              <a:rect l="0" t="0" r="0" b="0"/>
              <a:pathLst>
                <a:path w="43107" h="16621">
                  <a:moveTo>
                    <a:pt x="0" y="0"/>
                  </a:moveTo>
                  <a:lnTo>
                    <a:pt x="43107" y="16621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0" name="Output_receptor__5699">
              <a:extLst>
                <a:ext uri="{FF2B5EF4-FFF2-40B4-BE49-F238E27FC236}">
                  <a16:creationId xmlns:a16="http://schemas.microsoft.com/office/drawing/2014/main" id="{D700A69A-B7CB-E31C-2ECA-E3E16157ABCE}"/>
                </a:ext>
              </a:extLst>
            </p:cNvPr>
            <p:cNvSpPr>
              <a:spLocks noGrp="1"/>
            </p:cNvSpPr>
            <p:nvPr/>
          </p:nvSpPr>
          <p:spPr>
            <a:xfrm>
              <a:off x="16007677" y="3195756"/>
              <a:ext cx="67735" cy="22034"/>
            </a:xfrm>
            <a:custGeom>
              <a:avLst/>
              <a:gdLst/>
              <a:ahLst/>
              <a:cxnLst/>
              <a:rect l="0" t="0" r="0" b="0"/>
              <a:pathLst>
                <a:path w="67735" h="22034">
                  <a:moveTo>
                    <a:pt x="67735" y="220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1" name="Output_receptor__5700">
              <a:extLst>
                <a:ext uri="{FF2B5EF4-FFF2-40B4-BE49-F238E27FC236}">
                  <a16:creationId xmlns:a16="http://schemas.microsoft.com/office/drawing/2014/main" id="{22EA6176-2267-9658-5AB1-E88FA9E85692}"/>
                </a:ext>
              </a:extLst>
            </p:cNvPr>
            <p:cNvSpPr>
              <a:spLocks noGrp="1"/>
            </p:cNvSpPr>
            <p:nvPr/>
          </p:nvSpPr>
          <p:spPr>
            <a:xfrm>
              <a:off x="15615909" y="3734298"/>
              <a:ext cx="60522" cy="19707"/>
            </a:xfrm>
            <a:custGeom>
              <a:avLst/>
              <a:gdLst/>
              <a:ahLst/>
              <a:cxnLst/>
              <a:rect l="0" t="0" r="0" b="0"/>
              <a:pathLst>
                <a:path w="60522" h="19707">
                  <a:moveTo>
                    <a:pt x="60522" y="0"/>
                  </a:moveTo>
                  <a:lnTo>
                    <a:pt x="0" y="19707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02" name="Output_receptor__5701">
              <a:extLst>
                <a:ext uri="{FF2B5EF4-FFF2-40B4-BE49-F238E27FC236}">
                  <a16:creationId xmlns:a16="http://schemas.microsoft.com/office/drawing/2014/main" id="{3C5318A5-CED4-BE8A-3FB1-69406ACC27F5}"/>
                </a:ext>
              </a:extLst>
            </p:cNvPr>
            <p:cNvSpPr>
              <a:spLocks noGrp="1"/>
            </p:cNvSpPr>
            <p:nvPr/>
          </p:nvSpPr>
          <p:spPr>
            <a:xfrm>
              <a:off x="15871365" y="2721071"/>
              <a:ext cx="3251" cy="26222"/>
            </a:xfrm>
            <a:custGeom>
              <a:avLst/>
              <a:gdLst/>
              <a:ahLst/>
              <a:cxnLst/>
              <a:rect l="0" t="0" r="0" b="0"/>
              <a:pathLst>
                <a:path w="3251" h="26222">
                  <a:moveTo>
                    <a:pt x="3251" y="26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3" name="Output_receptor__5702">
              <a:extLst>
                <a:ext uri="{FF2B5EF4-FFF2-40B4-BE49-F238E27FC236}">
                  <a16:creationId xmlns:a16="http://schemas.microsoft.com/office/drawing/2014/main" id="{1DB34F40-53C2-2F67-5119-EA9E2204CB76}"/>
                </a:ext>
              </a:extLst>
            </p:cNvPr>
            <p:cNvSpPr>
              <a:spLocks noGrp="1"/>
            </p:cNvSpPr>
            <p:nvPr/>
          </p:nvSpPr>
          <p:spPr>
            <a:xfrm>
              <a:off x="15166915" y="3202749"/>
              <a:ext cx="25909" cy="65426"/>
            </a:xfrm>
            <a:custGeom>
              <a:avLst/>
              <a:gdLst/>
              <a:ahLst/>
              <a:cxnLst/>
              <a:rect l="0" t="0" r="0" b="0"/>
              <a:pathLst>
                <a:path w="25909" h="65426">
                  <a:moveTo>
                    <a:pt x="0" y="0"/>
                  </a:moveTo>
                  <a:lnTo>
                    <a:pt x="25909" y="65426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4" name="Output_receptor__5703">
              <a:extLst>
                <a:ext uri="{FF2B5EF4-FFF2-40B4-BE49-F238E27FC236}">
                  <a16:creationId xmlns:a16="http://schemas.microsoft.com/office/drawing/2014/main" id="{F380C255-1182-93BB-E2B5-401A91B65F96}"/>
                </a:ext>
              </a:extLst>
            </p:cNvPr>
            <p:cNvSpPr>
              <a:spLocks noGrp="1"/>
            </p:cNvSpPr>
            <p:nvPr/>
          </p:nvSpPr>
          <p:spPr>
            <a:xfrm>
              <a:off x="16267738" y="3216918"/>
              <a:ext cx="3284" cy="52883"/>
            </a:xfrm>
            <a:custGeom>
              <a:avLst/>
              <a:gdLst/>
              <a:ahLst/>
              <a:cxnLst/>
              <a:rect l="0" t="0" r="0" b="0"/>
              <a:pathLst>
                <a:path w="3284" h="52883">
                  <a:moveTo>
                    <a:pt x="0" y="0"/>
                  </a:moveTo>
                  <a:lnTo>
                    <a:pt x="3284" y="5288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5" name="Output_receptor__5704">
              <a:extLst>
                <a:ext uri="{FF2B5EF4-FFF2-40B4-BE49-F238E27FC236}">
                  <a16:creationId xmlns:a16="http://schemas.microsoft.com/office/drawing/2014/main" id="{4F9FE418-2E28-11E3-C5F4-074EF65A3597}"/>
                </a:ext>
              </a:extLst>
            </p:cNvPr>
            <p:cNvSpPr>
              <a:spLocks noGrp="1"/>
            </p:cNvSpPr>
            <p:nvPr/>
          </p:nvSpPr>
          <p:spPr>
            <a:xfrm>
              <a:off x="16094548" y="2591018"/>
              <a:ext cx="69266" cy="19628"/>
            </a:xfrm>
            <a:custGeom>
              <a:avLst/>
              <a:gdLst/>
              <a:ahLst/>
              <a:cxnLst/>
              <a:rect l="0" t="0" r="0" b="0"/>
              <a:pathLst>
                <a:path w="69266" h="19628">
                  <a:moveTo>
                    <a:pt x="69266" y="1962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06" name="Output_receptor__5705">
              <a:extLst>
                <a:ext uri="{FF2B5EF4-FFF2-40B4-BE49-F238E27FC236}">
                  <a16:creationId xmlns:a16="http://schemas.microsoft.com/office/drawing/2014/main" id="{E030E975-9D98-8852-BF9B-5169E8E77781}"/>
                </a:ext>
              </a:extLst>
            </p:cNvPr>
            <p:cNvSpPr>
              <a:spLocks noGrp="1"/>
            </p:cNvSpPr>
            <p:nvPr/>
          </p:nvSpPr>
          <p:spPr>
            <a:xfrm>
              <a:off x="15006404" y="2925652"/>
              <a:ext cx="61039" cy="38428"/>
            </a:xfrm>
            <a:custGeom>
              <a:avLst/>
              <a:gdLst/>
              <a:ahLst/>
              <a:cxnLst/>
              <a:rect l="0" t="0" r="0" b="0"/>
              <a:pathLst>
                <a:path w="61039" h="38428">
                  <a:moveTo>
                    <a:pt x="0" y="38428"/>
                  </a:moveTo>
                  <a:lnTo>
                    <a:pt x="6103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7" name="Output_receptor__5706">
              <a:extLst>
                <a:ext uri="{FF2B5EF4-FFF2-40B4-BE49-F238E27FC236}">
                  <a16:creationId xmlns:a16="http://schemas.microsoft.com/office/drawing/2014/main" id="{699901A0-CB4E-E8F3-28A5-47B7559C2BA9}"/>
                </a:ext>
              </a:extLst>
            </p:cNvPr>
            <p:cNvSpPr>
              <a:spLocks noGrp="1"/>
            </p:cNvSpPr>
            <p:nvPr/>
          </p:nvSpPr>
          <p:spPr>
            <a:xfrm>
              <a:off x="15251391" y="3175283"/>
              <a:ext cx="7589" cy="24974"/>
            </a:xfrm>
            <a:custGeom>
              <a:avLst/>
              <a:gdLst/>
              <a:ahLst/>
              <a:cxnLst/>
              <a:rect l="0" t="0" r="0" b="0"/>
              <a:pathLst>
                <a:path w="7589" h="24974">
                  <a:moveTo>
                    <a:pt x="0" y="0"/>
                  </a:moveTo>
                  <a:lnTo>
                    <a:pt x="7589" y="24974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8" name="Output_receptor__5707">
              <a:extLst>
                <a:ext uri="{FF2B5EF4-FFF2-40B4-BE49-F238E27FC236}">
                  <a16:creationId xmlns:a16="http://schemas.microsoft.com/office/drawing/2014/main" id="{7C5BA17C-C811-A5EB-8B16-82347EB1CBAE}"/>
                </a:ext>
              </a:extLst>
            </p:cNvPr>
            <p:cNvSpPr>
              <a:spLocks noGrp="1"/>
            </p:cNvSpPr>
            <p:nvPr/>
          </p:nvSpPr>
          <p:spPr>
            <a:xfrm>
              <a:off x="15095274" y="2797805"/>
              <a:ext cx="70758" cy="7856"/>
            </a:xfrm>
            <a:custGeom>
              <a:avLst/>
              <a:gdLst/>
              <a:ahLst/>
              <a:cxnLst/>
              <a:rect l="0" t="0" r="0" b="0"/>
              <a:pathLst>
                <a:path w="70758" h="7856">
                  <a:moveTo>
                    <a:pt x="0" y="7856"/>
                  </a:moveTo>
                  <a:lnTo>
                    <a:pt x="70758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09" name="Output_receptor__5708">
              <a:extLst>
                <a:ext uri="{FF2B5EF4-FFF2-40B4-BE49-F238E27FC236}">
                  <a16:creationId xmlns:a16="http://schemas.microsoft.com/office/drawing/2014/main" id="{1BC591C0-0AB5-4E9F-0137-0C6D0578948A}"/>
                </a:ext>
              </a:extLst>
            </p:cNvPr>
            <p:cNvSpPr>
              <a:spLocks noGrp="1"/>
            </p:cNvSpPr>
            <p:nvPr/>
          </p:nvSpPr>
          <p:spPr>
            <a:xfrm>
              <a:off x="16269904" y="2524363"/>
              <a:ext cx="58687" cy="37848"/>
            </a:xfrm>
            <a:custGeom>
              <a:avLst/>
              <a:gdLst/>
              <a:ahLst/>
              <a:cxnLst/>
              <a:rect l="0" t="0" r="0" b="0"/>
              <a:pathLst>
                <a:path w="58687" h="37848">
                  <a:moveTo>
                    <a:pt x="58687" y="0"/>
                  </a:moveTo>
                  <a:lnTo>
                    <a:pt x="0" y="37848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0" name="Output_receptor__5709">
              <a:extLst>
                <a:ext uri="{FF2B5EF4-FFF2-40B4-BE49-F238E27FC236}">
                  <a16:creationId xmlns:a16="http://schemas.microsoft.com/office/drawing/2014/main" id="{ED37CBAC-4025-9DE9-B608-1B4810215D2B}"/>
                </a:ext>
              </a:extLst>
            </p:cNvPr>
            <p:cNvSpPr>
              <a:spLocks noGrp="1"/>
            </p:cNvSpPr>
            <p:nvPr/>
          </p:nvSpPr>
          <p:spPr>
            <a:xfrm>
              <a:off x="16298708" y="2357156"/>
              <a:ext cx="29355" cy="31293"/>
            </a:xfrm>
            <a:custGeom>
              <a:avLst/>
              <a:gdLst/>
              <a:ahLst/>
              <a:cxnLst/>
              <a:rect l="0" t="0" r="0" b="0"/>
              <a:pathLst>
                <a:path w="29355" h="31293">
                  <a:moveTo>
                    <a:pt x="0" y="31293"/>
                  </a:moveTo>
                  <a:lnTo>
                    <a:pt x="29355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1" name="Output_receptor__5710">
              <a:extLst>
                <a:ext uri="{FF2B5EF4-FFF2-40B4-BE49-F238E27FC236}">
                  <a16:creationId xmlns:a16="http://schemas.microsoft.com/office/drawing/2014/main" id="{31082757-8331-8C5C-CD3E-70340B948CBD}"/>
                </a:ext>
              </a:extLst>
            </p:cNvPr>
            <p:cNvSpPr>
              <a:spLocks noGrp="1"/>
            </p:cNvSpPr>
            <p:nvPr/>
          </p:nvSpPr>
          <p:spPr>
            <a:xfrm>
              <a:off x="16202010" y="2551716"/>
              <a:ext cx="67894" cy="10495"/>
            </a:xfrm>
            <a:custGeom>
              <a:avLst/>
              <a:gdLst/>
              <a:ahLst/>
              <a:cxnLst/>
              <a:rect l="0" t="0" r="0" b="0"/>
              <a:pathLst>
                <a:path w="67894" h="10495">
                  <a:moveTo>
                    <a:pt x="67894" y="1049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2" name="Output_receptor__5711">
              <a:extLst>
                <a:ext uri="{FF2B5EF4-FFF2-40B4-BE49-F238E27FC236}">
                  <a16:creationId xmlns:a16="http://schemas.microsoft.com/office/drawing/2014/main" id="{0DAEDCBF-C9D1-2197-A63F-CB54DB4EB4EF}"/>
                </a:ext>
              </a:extLst>
            </p:cNvPr>
            <p:cNvSpPr>
              <a:spLocks noGrp="1"/>
            </p:cNvSpPr>
            <p:nvPr/>
          </p:nvSpPr>
          <p:spPr>
            <a:xfrm>
              <a:off x="14845986" y="3146492"/>
              <a:ext cx="59033" cy="18873"/>
            </a:xfrm>
            <a:custGeom>
              <a:avLst/>
              <a:gdLst/>
              <a:ahLst/>
              <a:cxnLst/>
              <a:rect l="0" t="0" r="0" b="0"/>
              <a:pathLst>
                <a:path w="59033" h="18873">
                  <a:moveTo>
                    <a:pt x="0" y="18873"/>
                  </a:moveTo>
                  <a:lnTo>
                    <a:pt x="59033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3" name="Output_receptor__5712">
              <a:extLst>
                <a:ext uri="{FF2B5EF4-FFF2-40B4-BE49-F238E27FC236}">
                  <a16:creationId xmlns:a16="http://schemas.microsoft.com/office/drawing/2014/main" id="{BC031090-0C6F-B97D-C3D3-4921321B392E}"/>
                </a:ext>
              </a:extLst>
            </p:cNvPr>
            <p:cNvSpPr>
              <a:spLocks noGrp="1"/>
            </p:cNvSpPr>
            <p:nvPr/>
          </p:nvSpPr>
          <p:spPr>
            <a:xfrm>
              <a:off x="14977461" y="3263879"/>
              <a:ext cx="20536" cy="43970"/>
            </a:xfrm>
            <a:custGeom>
              <a:avLst/>
              <a:gdLst/>
              <a:ahLst/>
              <a:cxnLst/>
              <a:rect l="0" t="0" r="0" b="0"/>
              <a:pathLst>
                <a:path w="20536" h="43970">
                  <a:moveTo>
                    <a:pt x="20536" y="0"/>
                  </a:moveTo>
                  <a:lnTo>
                    <a:pt x="0" y="4397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4" name="Output_receptor__5713">
              <a:extLst>
                <a:ext uri="{FF2B5EF4-FFF2-40B4-BE49-F238E27FC236}">
                  <a16:creationId xmlns:a16="http://schemas.microsoft.com/office/drawing/2014/main" id="{AB056171-A378-4457-965B-8A0043500FE9}"/>
                </a:ext>
              </a:extLst>
            </p:cNvPr>
            <p:cNvSpPr>
              <a:spLocks noGrp="1"/>
            </p:cNvSpPr>
            <p:nvPr/>
          </p:nvSpPr>
          <p:spPr>
            <a:xfrm>
              <a:off x="15846207" y="2963576"/>
              <a:ext cx="36187" cy="61453"/>
            </a:xfrm>
            <a:custGeom>
              <a:avLst/>
              <a:gdLst/>
              <a:ahLst/>
              <a:cxnLst/>
              <a:rect l="0" t="0" r="0" b="0"/>
              <a:pathLst>
                <a:path w="36187" h="61453">
                  <a:moveTo>
                    <a:pt x="36187" y="0"/>
                  </a:moveTo>
                  <a:lnTo>
                    <a:pt x="0" y="61453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15" name="Output_receptor__5714">
              <a:extLst>
                <a:ext uri="{FF2B5EF4-FFF2-40B4-BE49-F238E27FC236}">
                  <a16:creationId xmlns:a16="http://schemas.microsoft.com/office/drawing/2014/main" id="{FD5B74E0-93B0-A15C-5FAD-DF36EF71D439}"/>
                </a:ext>
              </a:extLst>
            </p:cNvPr>
            <p:cNvSpPr>
              <a:spLocks noGrp="1"/>
            </p:cNvSpPr>
            <p:nvPr/>
          </p:nvSpPr>
          <p:spPr>
            <a:xfrm>
              <a:off x="15312165" y="3029078"/>
              <a:ext cx="69099" cy="16571"/>
            </a:xfrm>
            <a:custGeom>
              <a:avLst/>
              <a:gdLst/>
              <a:ahLst/>
              <a:cxnLst/>
              <a:rect l="0" t="0" r="0" b="0"/>
              <a:pathLst>
                <a:path w="69099" h="16571">
                  <a:moveTo>
                    <a:pt x="69099" y="1657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6" name="Output_receptor__5715">
              <a:extLst>
                <a:ext uri="{FF2B5EF4-FFF2-40B4-BE49-F238E27FC236}">
                  <a16:creationId xmlns:a16="http://schemas.microsoft.com/office/drawing/2014/main" id="{81A1A05E-9F9A-9FBF-F49E-AB1F8A555F40}"/>
                </a:ext>
              </a:extLst>
            </p:cNvPr>
            <p:cNvSpPr>
              <a:spLocks noGrp="1"/>
            </p:cNvSpPr>
            <p:nvPr/>
          </p:nvSpPr>
          <p:spPr>
            <a:xfrm>
              <a:off x="15382167" y="2950005"/>
              <a:ext cx="70628" cy="12305"/>
            </a:xfrm>
            <a:custGeom>
              <a:avLst/>
              <a:gdLst/>
              <a:ahLst/>
              <a:cxnLst/>
              <a:rect l="0" t="0" r="0" b="0"/>
              <a:pathLst>
                <a:path w="70628" h="12305">
                  <a:moveTo>
                    <a:pt x="70628" y="1230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7" name="Output_receptor__5716">
              <a:extLst>
                <a:ext uri="{FF2B5EF4-FFF2-40B4-BE49-F238E27FC236}">
                  <a16:creationId xmlns:a16="http://schemas.microsoft.com/office/drawing/2014/main" id="{2C2806BC-A974-5180-C6B9-99E1E099327D}"/>
                </a:ext>
              </a:extLst>
            </p:cNvPr>
            <p:cNvSpPr>
              <a:spLocks noGrp="1"/>
            </p:cNvSpPr>
            <p:nvPr/>
          </p:nvSpPr>
          <p:spPr>
            <a:xfrm>
              <a:off x="16069335" y="3352197"/>
              <a:ext cx="35530" cy="61942"/>
            </a:xfrm>
            <a:custGeom>
              <a:avLst/>
              <a:gdLst/>
              <a:ahLst/>
              <a:cxnLst/>
              <a:rect l="0" t="0" r="0" b="0"/>
              <a:pathLst>
                <a:path w="35530" h="61942">
                  <a:moveTo>
                    <a:pt x="35530" y="0"/>
                  </a:moveTo>
                  <a:lnTo>
                    <a:pt x="0" y="61942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8" name="Output_receptor__5717">
              <a:extLst>
                <a:ext uri="{FF2B5EF4-FFF2-40B4-BE49-F238E27FC236}">
                  <a16:creationId xmlns:a16="http://schemas.microsoft.com/office/drawing/2014/main" id="{F76F92A7-00AE-AC0B-A534-F51172BEDF0B}"/>
                </a:ext>
              </a:extLst>
            </p:cNvPr>
            <p:cNvSpPr>
              <a:spLocks noGrp="1"/>
            </p:cNvSpPr>
            <p:nvPr/>
          </p:nvSpPr>
          <p:spPr>
            <a:xfrm>
              <a:off x="16163814" y="2551716"/>
              <a:ext cx="38196" cy="58929"/>
            </a:xfrm>
            <a:custGeom>
              <a:avLst/>
              <a:gdLst/>
              <a:ahLst/>
              <a:cxnLst/>
              <a:rect l="0" t="0" r="0" b="0"/>
              <a:pathLst>
                <a:path w="38196" h="58929">
                  <a:moveTo>
                    <a:pt x="38196" y="0"/>
                  </a:moveTo>
                  <a:lnTo>
                    <a:pt x="0" y="5892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19" name="Output_receptor__5718">
              <a:extLst>
                <a:ext uri="{FF2B5EF4-FFF2-40B4-BE49-F238E27FC236}">
                  <a16:creationId xmlns:a16="http://schemas.microsoft.com/office/drawing/2014/main" id="{706A952F-20FF-FFEF-06D7-7AD288928A01}"/>
                </a:ext>
              </a:extLst>
            </p:cNvPr>
            <p:cNvSpPr>
              <a:spLocks noGrp="1"/>
            </p:cNvSpPr>
            <p:nvPr/>
          </p:nvSpPr>
          <p:spPr>
            <a:xfrm>
              <a:off x="15965646" y="2812560"/>
              <a:ext cx="7312" cy="60931"/>
            </a:xfrm>
            <a:custGeom>
              <a:avLst/>
              <a:gdLst/>
              <a:ahLst/>
              <a:cxnLst/>
              <a:rect l="0" t="0" r="0" b="0"/>
              <a:pathLst>
                <a:path w="7312" h="60931">
                  <a:moveTo>
                    <a:pt x="7312" y="6093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0" name="Output_receptor__5719">
              <a:extLst>
                <a:ext uri="{FF2B5EF4-FFF2-40B4-BE49-F238E27FC236}">
                  <a16:creationId xmlns:a16="http://schemas.microsoft.com/office/drawing/2014/main" id="{D4B6F174-B1FC-EE17-9FD3-F2306076197E}"/>
                </a:ext>
              </a:extLst>
            </p:cNvPr>
            <p:cNvSpPr>
              <a:spLocks noGrp="1"/>
            </p:cNvSpPr>
            <p:nvPr/>
          </p:nvSpPr>
          <p:spPr>
            <a:xfrm>
              <a:off x="15679033" y="3132499"/>
              <a:ext cx="1282" cy="70908"/>
            </a:xfrm>
            <a:custGeom>
              <a:avLst/>
              <a:gdLst/>
              <a:ahLst/>
              <a:cxnLst/>
              <a:rect l="0" t="0" r="0" b="0"/>
              <a:pathLst>
                <a:path w="1282" h="70908">
                  <a:moveTo>
                    <a:pt x="1282" y="7090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1" name="Output_receptor__5720">
              <a:extLst>
                <a:ext uri="{FF2B5EF4-FFF2-40B4-BE49-F238E27FC236}">
                  <a16:creationId xmlns:a16="http://schemas.microsoft.com/office/drawing/2014/main" id="{7497F4A2-6D2E-D8A2-0007-259B3A8E858B}"/>
                </a:ext>
              </a:extLst>
            </p:cNvPr>
            <p:cNvSpPr>
              <a:spLocks noGrp="1"/>
            </p:cNvSpPr>
            <p:nvPr/>
          </p:nvSpPr>
          <p:spPr>
            <a:xfrm>
              <a:off x="15994201" y="3347349"/>
              <a:ext cx="17162" cy="13156"/>
            </a:xfrm>
            <a:custGeom>
              <a:avLst/>
              <a:gdLst/>
              <a:ahLst/>
              <a:cxnLst/>
              <a:rect l="0" t="0" r="0" b="0"/>
              <a:pathLst>
                <a:path w="17162" h="13156">
                  <a:moveTo>
                    <a:pt x="0" y="13156"/>
                  </a:moveTo>
                  <a:lnTo>
                    <a:pt x="1716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22" name="Output_receptor__5721">
              <a:extLst>
                <a:ext uri="{FF2B5EF4-FFF2-40B4-BE49-F238E27FC236}">
                  <a16:creationId xmlns:a16="http://schemas.microsoft.com/office/drawing/2014/main" id="{1DC55406-7252-81DE-9F56-DEBE8FBB5631}"/>
                </a:ext>
              </a:extLst>
            </p:cNvPr>
            <p:cNvSpPr>
              <a:spLocks noGrp="1"/>
            </p:cNvSpPr>
            <p:nvPr/>
          </p:nvSpPr>
          <p:spPr>
            <a:xfrm>
              <a:off x="15965646" y="2784343"/>
              <a:ext cx="51585" cy="28217"/>
            </a:xfrm>
            <a:custGeom>
              <a:avLst/>
              <a:gdLst/>
              <a:ahLst/>
              <a:cxnLst/>
              <a:rect l="0" t="0" r="0" b="0"/>
              <a:pathLst>
                <a:path w="51585" h="28217">
                  <a:moveTo>
                    <a:pt x="0" y="28217"/>
                  </a:moveTo>
                  <a:lnTo>
                    <a:pt x="51585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3" name="Output_receptor__5722">
              <a:extLst>
                <a:ext uri="{FF2B5EF4-FFF2-40B4-BE49-F238E27FC236}">
                  <a16:creationId xmlns:a16="http://schemas.microsoft.com/office/drawing/2014/main" id="{04AEB437-F8FE-880E-8C93-2719C4E3BAD3}"/>
                </a:ext>
              </a:extLst>
            </p:cNvPr>
            <p:cNvSpPr>
              <a:spLocks noGrp="1"/>
            </p:cNvSpPr>
            <p:nvPr/>
          </p:nvSpPr>
          <p:spPr>
            <a:xfrm>
              <a:off x="15166032" y="2797805"/>
              <a:ext cx="15752" cy="65805"/>
            </a:xfrm>
            <a:custGeom>
              <a:avLst/>
              <a:gdLst/>
              <a:ahLst/>
              <a:cxnLst/>
              <a:rect l="0" t="0" r="0" b="0"/>
              <a:pathLst>
                <a:path w="15752" h="65805">
                  <a:moveTo>
                    <a:pt x="0" y="0"/>
                  </a:moveTo>
                  <a:lnTo>
                    <a:pt x="15752" y="65805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4" name="Output_receptor__5723">
              <a:extLst>
                <a:ext uri="{FF2B5EF4-FFF2-40B4-BE49-F238E27FC236}">
                  <a16:creationId xmlns:a16="http://schemas.microsoft.com/office/drawing/2014/main" id="{5EEC1568-33BA-5F34-3B55-6F900F803155}"/>
                </a:ext>
              </a:extLst>
            </p:cNvPr>
            <p:cNvSpPr>
              <a:spLocks noGrp="1"/>
            </p:cNvSpPr>
            <p:nvPr/>
          </p:nvSpPr>
          <p:spPr>
            <a:xfrm>
              <a:off x="15293479" y="3113856"/>
              <a:ext cx="43353" cy="15570"/>
            </a:xfrm>
            <a:custGeom>
              <a:avLst/>
              <a:gdLst/>
              <a:ahLst/>
              <a:cxnLst/>
              <a:rect l="0" t="0" r="0" b="0"/>
              <a:pathLst>
                <a:path w="43353" h="15570">
                  <a:moveTo>
                    <a:pt x="43353" y="1557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5" name="Output_receptor__5724">
              <a:extLst>
                <a:ext uri="{FF2B5EF4-FFF2-40B4-BE49-F238E27FC236}">
                  <a16:creationId xmlns:a16="http://schemas.microsoft.com/office/drawing/2014/main" id="{4554F09C-9183-708A-360A-1EC981EF1451}"/>
                </a:ext>
              </a:extLst>
            </p:cNvPr>
            <p:cNvSpPr>
              <a:spLocks noGrp="1"/>
            </p:cNvSpPr>
            <p:nvPr/>
          </p:nvSpPr>
          <p:spPr>
            <a:xfrm>
              <a:off x="15249758" y="3461483"/>
              <a:ext cx="9506" cy="70073"/>
            </a:xfrm>
            <a:custGeom>
              <a:avLst/>
              <a:gdLst/>
              <a:ahLst/>
              <a:cxnLst/>
              <a:rect l="0" t="0" r="0" b="0"/>
              <a:pathLst>
                <a:path w="9506" h="70073">
                  <a:moveTo>
                    <a:pt x="9506" y="7007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26" name="Output_receptor__5725">
              <a:extLst>
                <a:ext uri="{FF2B5EF4-FFF2-40B4-BE49-F238E27FC236}">
                  <a16:creationId xmlns:a16="http://schemas.microsoft.com/office/drawing/2014/main" id="{921CC4E0-948D-83EF-20BD-E72A8B74F67F}"/>
                </a:ext>
              </a:extLst>
            </p:cNvPr>
            <p:cNvSpPr>
              <a:spLocks noGrp="1"/>
            </p:cNvSpPr>
            <p:nvPr/>
          </p:nvSpPr>
          <p:spPr>
            <a:xfrm>
              <a:off x="15742748" y="3119922"/>
              <a:ext cx="27645" cy="55353"/>
            </a:xfrm>
            <a:custGeom>
              <a:avLst/>
              <a:gdLst/>
              <a:ahLst/>
              <a:cxnLst/>
              <a:rect l="0" t="0" r="0" b="0"/>
              <a:pathLst>
                <a:path w="27645" h="55353">
                  <a:moveTo>
                    <a:pt x="0" y="0"/>
                  </a:moveTo>
                  <a:lnTo>
                    <a:pt x="27645" y="5535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7" name="Output_receptor__5726">
              <a:extLst>
                <a:ext uri="{FF2B5EF4-FFF2-40B4-BE49-F238E27FC236}">
                  <a16:creationId xmlns:a16="http://schemas.microsoft.com/office/drawing/2014/main" id="{46D6DC75-864E-7319-0745-EB94E3BC6A04}"/>
                </a:ext>
              </a:extLst>
            </p:cNvPr>
            <p:cNvSpPr>
              <a:spLocks noGrp="1"/>
            </p:cNvSpPr>
            <p:nvPr/>
          </p:nvSpPr>
          <p:spPr>
            <a:xfrm>
              <a:off x="15679033" y="3119922"/>
              <a:ext cx="63716" cy="12578"/>
            </a:xfrm>
            <a:custGeom>
              <a:avLst/>
              <a:gdLst/>
              <a:ahLst/>
              <a:cxnLst/>
              <a:rect l="0" t="0" r="0" b="0"/>
              <a:pathLst>
                <a:path w="63716" h="12578">
                  <a:moveTo>
                    <a:pt x="0" y="12578"/>
                  </a:moveTo>
                  <a:lnTo>
                    <a:pt x="63716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8" name="Output_receptor__5727">
              <a:extLst>
                <a:ext uri="{FF2B5EF4-FFF2-40B4-BE49-F238E27FC236}">
                  <a16:creationId xmlns:a16="http://schemas.microsoft.com/office/drawing/2014/main" id="{6EE195FD-1527-3432-FC9B-6ED28A48493B}"/>
                </a:ext>
              </a:extLst>
            </p:cNvPr>
            <p:cNvSpPr>
              <a:spLocks noGrp="1"/>
            </p:cNvSpPr>
            <p:nvPr/>
          </p:nvSpPr>
          <p:spPr>
            <a:xfrm>
              <a:off x="15236148" y="3110578"/>
              <a:ext cx="57331" cy="3278"/>
            </a:xfrm>
            <a:custGeom>
              <a:avLst/>
              <a:gdLst/>
              <a:ahLst/>
              <a:cxnLst/>
              <a:rect l="0" t="0" r="0" b="0"/>
              <a:pathLst>
                <a:path w="57331" h="3278">
                  <a:moveTo>
                    <a:pt x="57331" y="327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29" name="Output_receptor__5728">
              <a:extLst>
                <a:ext uri="{FF2B5EF4-FFF2-40B4-BE49-F238E27FC236}">
                  <a16:creationId xmlns:a16="http://schemas.microsoft.com/office/drawing/2014/main" id="{43CFD169-AF76-0EE7-3A52-276E6DBA8963}"/>
                </a:ext>
              </a:extLst>
            </p:cNvPr>
            <p:cNvSpPr>
              <a:spLocks noGrp="1"/>
            </p:cNvSpPr>
            <p:nvPr/>
          </p:nvSpPr>
          <p:spPr>
            <a:xfrm>
              <a:off x="15932796" y="3062810"/>
              <a:ext cx="70166" cy="12848"/>
            </a:xfrm>
            <a:custGeom>
              <a:avLst/>
              <a:gdLst/>
              <a:ahLst/>
              <a:cxnLst/>
              <a:rect l="0" t="0" r="0" b="0"/>
              <a:pathLst>
                <a:path w="70166" h="12848">
                  <a:moveTo>
                    <a:pt x="70166" y="0"/>
                  </a:moveTo>
                  <a:lnTo>
                    <a:pt x="0" y="12848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0" name="Output_receptor__5729">
              <a:extLst>
                <a:ext uri="{FF2B5EF4-FFF2-40B4-BE49-F238E27FC236}">
                  <a16:creationId xmlns:a16="http://schemas.microsoft.com/office/drawing/2014/main" id="{00674AAB-E91B-0BC1-74DB-1D8229D137ED}"/>
                </a:ext>
              </a:extLst>
            </p:cNvPr>
            <p:cNvSpPr>
              <a:spLocks noGrp="1"/>
            </p:cNvSpPr>
            <p:nvPr/>
          </p:nvSpPr>
          <p:spPr>
            <a:xfrm>
              <a:off x="15188327" y="3026804"/>
              <a:ext cx="19818" cy="8946"/>
            </a:xfrm>
            <a:custGeom>
              <a:avLst/>
              <a:gdLst/>
              <a:ahLst/>
              <a:cxnLst/>
              <a:rect l="0" t="0" r="0" b="0"/>
              <a:pathLst>
                <a:path w="19818" h="8946">
                  <a:moveTo>
                    <a:pt x="19818" y="0"/>
                  </a:moveTo>
                  <a:lnTo>
                    <a:pt x="0" y="8946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1" name="Output_receptor__5730">
              <a:extLst>
                <a:ext uri="{FF2B5EF4-FFF2-40B4-BE49-F238E27FC236}">
                  <a16:creationId xmlns:a16="http://schemas.microsoft.com/office/drawing/2014/main" id="{B55177CB-79C1-9DAA-9AB6-78EECE0AD7E9}"/>
                </a:ext>
              </a:extLst>
            </p:cNvPr>
            <p:cNvSpPr>
              <a:spLocks noGrp="1"/>
            </p:cNvSpPr>
            <p:nvPr/>
          </p:nvSpPr>
          <p:spPr>
            <a:xfrm>
              <a:off x="15166915" y="3173676"/>
              <a:ext cx="26933" cy="29073"/>
            </a:xfrm>
            <a:custGeom>
              <a:avLst/>
              <a:gdLst/>
              <a:ahLst/>
              <a:cxnLst/>
              <a:rect l="0" t="0" r="0" b="0"/>
              <a:pathLst>
                <a:path w="26933" h="29073">
                  <a:moveTo>
                    <a:pt x="26933" y="0"/>
                  </a:moveTo>
                  <a:lnTo>
                    <a:pt x="0" y="29073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2" name="Output_receptor__5731">
              <a:extLst>
                <a:ext uri="{FF2B5EF4-FFF2-40B4-BE49-F238E27FC236}">
                  <a16:creationId xmlns:a16="http://schemas.microsoft.com/office/drawing/2014/main" id="{9381B856-D832-9834-8C19-EC24085E2A98}"/>
                </a:ext>
              </a:extLst>
            </p:cNvPr>
            <p:cNvSpPr>
              <a:spLocks noGrp="1"/>
            </p:cNvSpPr>
            <p:nvPr/>
          </p:nvSpPr>
          <p:spPr>
            <a:xfrm>
              <a:off x="15067443" y="2865899"/>
              <a:ext cx="8762" cy="59753"/>
            </a:xfrm>
            <a:custGeom>
              <a:avLst/>
              <a:gdLst/>
              <a:ahLst/>
              <a:cxnLst/>
              <a:rect l="0" t="0" r="0" b="0"/>
              <a:pathLst>
                <a:path w="8762" h="59753">
                  <a:moveTo>
                    <a:pt x="0" y="59753"/>
                  </a:moveTo>
                  <a:lnTo>
                    <a:pt x="8762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3" name="Output_receptor__5732">
              <a:extLst>
                <a:ext uri="{FF2B5EF4-FFF2-40B4-BE49-F238E27FC236}">
                  <a16:creationId xmlns:a16="http://schemas.microsoft.com/office/drawing/2014/main" id="{488CB15D-788E-F971-FAB2-19FAD22C9C4F}"/>
                </a:ext>
              </a:extLst>
            </p:cNvPr>
            <p:cNvSpPr>
              <a:spLocks noGrp="1"/>
            </p:cNvSpPr>
            <p:nvPr/>
          </p:nvSpPr>
          <p:spPr>
            <a:xfrm>
              <a:off x="15497879" y="3270679"/>
              <a:ext cx="39890" cy="38413"/>
            </a:xfrm>
            <a:custGeom>
              <a:avLst/>
              <a:gdLst/>
              <a:ahLst/>
              <a:cxnLst/>
              <a:rect l="0" t="0" r="0" b="0"/>
              <a:pathLst>
                <a:path w="39890" h="38413">
                  <a:moveTo>
                    <a:pt x="39890" y="384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4" name="Output_receptor__5733">
              <a:extLst>
                <a:ext uri="{FF2B5EF4-FFF2-40B4-BE49-F238E27FC236}">
                  <a16:creationId xmlns:a16="http://schemas.microsoft.com/office/drawing/2014/main" id="{DAB8A865-B4F0-4FA0-4092-E8E2D1DADF1B}"/>
                </a:ext>
              </a:extLst>
            </p:cNvPr>
            <p:cNvSpPr>
              <a:spLocks noGrp="1"/>
            </p:cNvSpPr>
            <p:nvPr/>
          </p:nvSpPr>
          <p:spPr>
            <a:xfrm>
              <a:off x="16104865" y="3352197"/>
              <a:ext cx="53818" cy="22413"/>
            </a:xfrm>
            <a:custGeom>
              <a:avLst/>
              <a:gdLst/>
              <a:ahLst/>
              <a:cxnLst/>
              <a:rect l="0" t="0" r="0" b="0"/>
              <a:pathLst>
                <a:path w="53818" h="22413">
                  <a:moveTo>
                    <a:pt x="53818" y="2241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5" name="Output_receptor__5734">
              <a:extLst>
                <a:ext uri="{FF2B5EF4-FFF2-40B4-BE49-F238E27FC236}">
                  <a16:creationId xmlns:a16="http://schemas.microsoft.com/office/drawing/2014/main" id="{823519D5-88D1-DE35-74F0-798DDD2645FB}"/>
                </a:ext>
              </a:extLst>
            </p:cNvPr>
            <p:cNvSpPr>
              <a:spLocks noGrp="1"/>
            </p:cNvSpPr>
            <p:nvPr/>
          </p:nvSpPr>
          <p:spPr>
            <a:xfrm>
              <a:off x="15076205" y="2805661"/>
              <a:ext cx="19069" cy="60237"/>
            </a:xfrm>
            <a:custGeom>
              <a:avLst/>
              <a:gdLst/>
              <a:ahLst/>
              <a:cxnLst/>
              <a:rect l="0" t="0" r="0" b="0"/>
              <a:pathLst>
                <a:path w="19069" h="60237">
                  <a:moveTo>
                    <a:pt x="0" y="60237"/>
                  </a:moveTo>
                  <a:lnTo>
                    <a:pt x="1906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6" name="Output_receptor__5735">
              <a:extLst>
                <a:ext uri="{FF2B5EF4-FFF2-40B4-BE49-F238E27FC236}">
                  <a16:creationId xmlns:a16="http://schemas.microsoft.com/office/drawing/2014/main" id="{91B9CA05-B596-ED9E-AA36-9F63AFF4D16A}"/>
                </a:ext>
              </a:extLst>
            </p:cNvPr>
            <p:cNvSpPr>
              <a:spLocks noGrp="1"/>
            </p:cNvSpPr>
            <p:nvPr/>
          </p:nvSpPr>
          <p:spPr>
            <a:xfrm>
              <a:off x="15548703" y="3379549"/>
              <a:ext cx="8150" cy="28642"/>
            </a:xfrm>
            <a:custGeom>
              <a:avLst/>
              <a:gdLst/>
              <a:ahLst/>
              <a:cxnLst/>
              <a:rect l="0" t="0" r="0" b="0"/>
              <a:pathLst>
                <a:path w="8150" h="28642">
                  <a:moveTo>
                    <a:pt x="8150" y="2864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7" name="Output_receptor__5736">
              <a:extLst>
                <a:ext uri="{FF2B5EF4-FFF2-40B4-BE49-F238E27FC236}">
                  <a16:creationId xmlns:a16="http://schemas.microsoft.com/office/drawing/2014/main" id="{8368FF5B-2BC4-7E97-13EC-8690CFEB49E5}"/>
                </a:ext>
              </a:extLst>
            </p:cNvPr>
            <p:cNvSpPr>
              <a:spLocks noGrp="1"/>
            </p:cNvSpPr>
            <p:nvPr/>
          </p:nvSpPr>
          <p:spPr>
            <a:xfrm>
              <a:off x="14905019" y="3084860"/>
              <a:ext cx="37235" cy="61631"/>
            </a:xfrm>
            <a:custGeom>
              <a:avLst/>
              <a:gdLst/>
              <a:ahLst/>
              <a:cxnLst/>
              <a:rect l="0" t="0" r="0" b="0"/>
              <a:pathLst>
                <a:path w="37235" h="61631">
                  <a:moveTo>
                    <a:pt x="0" y="61631"/>
                  </a:moveTo>
                  <a:lnTo>
                    <a:pt x="37235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38" name="Output_receptor__5737">
              <a:extLst>
                <a:ext uri="{FF2B5EF4-FFF2-40B4-BE49-F238E27FC236}">
                  <a16:creationId xmlns:a16="http://schemas.microsoft.com/office/drawing/2014/main" id="{19C513BC-076D-F448-444B-B8F320E4FB7A}"/>
                </a:ext>
              </a:extLst>
            </p:cNvPr>
            <p:cNvSpPr>
              <a:spLocks noGrp="1"/>
            </p:cNvSpPr>
            <p:nvPr/>
          </p:nvSpPr>
          <p:spPr>
            <a:xfrm>
              <a:off x="15714368" y="3308807"/>
              <a:ext cx="71399" cy="12114"/>
            </a:xfrm>
            <a:custGeom>
              <a:avLst/>
              <a:gdLst/>
              <a:ahLst/>
              <a:cxnLst/>
              <a:rect l="0" t="0" r="0" b="0"/>
              <a:pathLst>
                <a:path w="71399" h="12114">
                  <a:moveTo>
                    <a:pt x="0" y="12114"/>
                  </a:moveTo>
                  <a:lnTo>
                    <a:pt x="71399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39" name="Output_receptor__5738">
              <a:extLst>
                <a:ext uri="{FF2B5EF4-FFF2-40B4-BE49-F238E27FC236}">
                  <a16:creationId xmlns:a16="http://schemas.microsoft.com/office/drawing/2014/main" id="{B5648C51-E26E-0BAF-943B-D4787171389A}"/>
                </a:ext>
              </a:extLst>
            </p:cNvPr>
            <p:cNvSpPr>
              <a:spLocks noGrp="1"/>
            </p:cNvSpPr>
            <p:nvPr/>
          </p:nvSpPr>
          <p:spPr>
            <a:xfrm>
              <a:off x="16017231" y="2784343"/>
              <a:ext cx="41275" cy="58602"/>
            </a:xfrm>
            <a:custGeom>
              <a:avLst/>
              <a:gdLst/>
              <a:ahLst/>
              <a:cxnLst/>
              <a:rect l="0" t="0" r="0" b="0"/>
              <a:pathLst>
                <a:path w="41275" h="58602">
                  <a:moveTo>
                    <a:pt x="0" y="0"/>
                  </a:moveTo>
                  <a:lnTo>
                    <a:pt x="41275" y="58602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0" name="Output_receptor__5739">
              <a:extLst>
                <a:ext uri="{FF2B5EF4-FFF2-40B4-BE49-F238E27FC236}">
                  <a16:creationId xmlns:a16="http://schemas.microsoft.com/office/drawing/2014/main" id="{D282F231-CDAB-A439-C585-34E8EA2FC165}"/>
                </a:ext>
              </a:extLst>
            </p:cNvPr>
            <p:cNvSpPr>
              <a:spLocks noGrp="1"/>
            </p:cNvSpPr>
            <p:nvPr/>
          </p:nvSpPr>
          <p:spPr>
            <a:xfrm>
              <a:off x="16158683" y="3374610"/>
              <a:ext cx="3972" cy="64102"/>
            </a:xfrm>
            <a:custGeom>
              <a:avLst/>
              <a:gdLst/>
              <a:ahLst/>
              <a:cxnLst/>
              <a:rect l="0" t="0" r="0" b="0"/>
              <a:pathLst>
                <a:path w="3972" h="64102">
                  <a:moveTo>
                    <a:pt x="3972" y="6410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1" name="Output_receptor__5740">
              <a:extLst>
                <a:ext uri="{FF2B5EF4-FFF2-40B4-BE49-F238E27FC236}">
                  <a16:creationId xmlns:a16="http://schemas.microsoft.com/office/drawing/2014/main" id="{1888746F-7F01-2031-BF0B-6F62BFA35387}"/>
                </a:ext>
              </a:extLst>
            </p:cNvPr>
            <p:cNvSpPr>
              <a:spLocks noGrp="1"/>
            </p:cNvSpPr>
            <p:nvPr/>
          </p:nvSpPr>
          <p:spPr>
            <a:xfrm>
              <a:off x="15259264" y="3531556"/>
              <a:ext cx="66261" cy="21093"/>
            </a:xfrm>
            <a:custGeom>
              <a:avLst/>
              <a:gdLst/>
              <a:ahLst/>
              <a:cxnLst/>
              <a:rect l="0" t="0" r="0" b="0"/>
              <a:pathLst>
                <a:path w="66261" h="21093">
                  <a:moveTo>
                    <a:pt x="66261" y="2109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2" name="Output_receptor__5741">
              <a:extLst>
                <a:ext uri="{FF2B5EF4-FFF2-40B4-BE49-F238E27FC236}">
                  <a16:creationId xmlns:a16="http://schemas.microsoft.com/office/drawing/2014/main" id="{EEB53ACC-64C1-E715-EF85-E36173F8D305}"/>
                </a:ext>
              </a:extLst>
            </p:cNvPr>
            <p:cNvSpPr>
              <a:spLocks noGrp="1"/>
            </p:cNvSpPr>
            <p:nvPr/>
          </p:nvSpPr>
          <p:spPr>
            <a:xfrm>
              <a:off x="15100445" y="3238991"/>
              <a:ext cx="2485" cy="61859"/>
            </a:xfrm>
            <a:custGeom>
              <a:avLst/>
              <a:gdLst/>
              <a:ahLst/>
              <a:cxnLst/>
              <a:rect l="0" t="0" r="0" b="0"/>
              <a:pathLst>
                <a:path w="2485" h="61859">
                  <a:moveTo>
                    <a:pt x="2485" y="0"/>
                  </a:moveTo>
                  <a:lnTo>
                    <a:pt x="0" y="61859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3" name="Output_receptor__5742">
              <a:extLst>
                <a:ext uri="{FF2B5EF4-FFF2-40B4-BE49-F238E27FC236}">
                  <a16:creationId xmlns:a16="http://schemas.microsoft.com/office/drawing/2014/main" id="{FA7445A7-A9B6-DEE0-4649-7F6A4CE2B1BD}"/>
                </a:ext>
              </a:extLst>
            </p:cNvPr>
            <p:cNvSpPr>
              <a:spLocks noGrp="1"/>
            </p:cNvSpPr>
            <p:nvPr/>
          </p:nvSpPr>
          <p:spPr>
            <a:xfrm>
              <a:off x="15714368" y="3320920"/>
              <a:ext cx="8384" cy="70662"/>
            </a:xfrm>
            <a:custGeom>
              <a:avLst/>
              <a:gdLst/>
              <a:ahLst/>
              <a:cxnLst/>
              <a:rect l="0" t="0" r="0" b="0"/>
              <a:pathLst>
                <a:path w="8384" h="70662">
                  <a:moveTo>
                    <a:pt x="8384" y="706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4" name="Output_receptor__5743">
              <a:extLst>
                <a:ext uri="{FF2B5EF4-FFF2-40B4-BE49-F238E27FC236}">
                  <a16:creationId xmlns:a16="http://schemas.microsoft.com/office/drawing/2014/main" id="{26A43C26-60CE-A19C-55B9-5884B67EF43D}"/>
                </a:ext>
              </a:extLst>
            </p:cNvPr>
            <p:cNvSpPr>
              <a:spLocks noGrp="1"/>
            </p:cNvSpPr>
            <p:nvPr/>
          </p:nvSpPr>
          <p:spPr>
            <a:xfrm>
              <a:off x="15452795" y="2913480"/>
              <a:ext cx="12003" cy="48830"/>
            </a:xfrm>
            <a:custGeom>
              <a:avLst/>
              <a:gdLst/>
              <a:ahLst/>
              <a:cxnLst/>
              <a:rect l="0" t="0" r="0" b="0"/>
              <a:pathLst>
                <a:path w="12003" h="48830">
                  <a:moveTo>
                    <a:pt x="12003" y="0"/>
                  </a:moveTo>
                  <a:lnTo>
                    <a:pt x="0" y="4883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5" name="Output_receptor__5744">
              <a:extLst>
                <a:ext uri="{FF2B5EF4-FFF2-40B4-BE49-F238E27FC236}">
                  <a16:creationId xmlns:a16="http://schemas.microsoft.com/office/drawing/2014/main" id="{B23CD03F-E3D9-F472-7D3C-F2BD0AA926F7}"/>
                </a:ext>
              </a:extLst>
            </p:cNvPr>
            <p:cNvSpPr>
              <a:spLocks noGrp="1"/>
            </p:cNvSpPr>
            <p:nvPr/>
          </p:nvSpPr>
          <p:spPr>
            <a:xfrm>
              <a:off x="14990431" y="2794637"/>
              <a:ext cx="15382" cy="41600"/>
            </a:xfrm>
            <a:custGeom>
              <a:avLst/>
              <a:gdLst/>
              <a:ahLst/>
              <a:cxnLst/>
              <a:rect l="0" t="0" r="0" b="0"/>
              <a:pathLst>
                <a:path w="15382" h="41600">
                  <a:moveTo>
                    <a:pt x="0" y="41600"/>
                  </a:moveTo>
                  <a:lnTo>
                    <a:pt x="15382" y="0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6" name="Output_receptor__5745">
              <a:extLst>
                <a:ext uri="{FF2B5EF4-FFF2-40B4-BE49-F238E27FC236}">
                  <a16:creationId xmlns:a16="http://schemas.microsoft.com/office/drawing/2014/main" id="{82A30556-12A6-4C66-C8A0-75E5B56B1308}"/>
                </a:ext>
              </a:extLst>
            </p:cNvPr>
            <p:cNvSpPr>
              <a:spLocks noGrp="1"/>
            </p:cNvSpPr>
            <p:nvPr/>
          </p:nvSpPr>
          <p:spPr>
            <a:xfrm>
              <a:off x="16019697" y="2410225"/>
              <a:ext cx="32068" cy="55790"/>
            </a:xfrm>
            <a:custGeom>
              <a:avLst/>
              <a:gdLst/>
              <a:ahLst/>
              <a:cxnLst/>
              <a:rect l="0" t="0" r="0" b="0"/>
              <a:pathLst>
                <a:path w="32068" h="55790">
                  <a:moveTo>
                    <a:pt x="32068" y="5579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7" name="Output_receptor__5746">
              <a:extLst>
                <a:ext uri="{FF2B5EF4-FFF2-40B4-BE49-F238E27FC236}">
                  <a16:creationId xmlns:a16="http://schemas.microsoft.com/office/drawing/2014/main" id="{96A5DDFE-12E1-321C-B42C-8DEA7BCB4167}"/>
                </a:ext>
              </a:extLst>
            </p:cNvPr>
            <p:cNvSpPr>
              <a:spLocks noGrp="1"/>
            </p:cNvSpPr>
            <p:nvPr/>
          </p:nvSpPr>
          <p:spPr>
            <a:xfrm>
              <a:off x="14942254" y="3069947"/>
              <a:ext cx="68689" cy="14913"/>
            </a:xfrm>
            <a:custGeom>
              <a:avLst/>
              <a:gdLst/>
              <a:ahLst/>
              <a:cxnLst/>
              <a:rect l="0" t="0" r="0" b="0"/>
              <a:pathLst>
                <a:path w="68689" h="14913">
                  <a:moveTo>
                    <a:pt x="0" y="14913"/>
                  </a:moveTo>
                  <a:lnTo>
                    <a:pt x="68689" y="0"/>
                  </a:lnTo>
                </a:path>
              </a:pathLst>
            </a:custGeom>
            <a:noFill/>
            <a:ln w="20003">
              <a:solidFill>
                <a:srgbClr val="ECEFF1"/>
              </a:solidFill>
            </a:ln>
          </p:spPr>
        </p:sp>
        <p:sp>
          <p:nvSpPr>
            <p:cNvPr id="5748" name="Output_receptor__5747">
              <a:extLst>
                <a:ext uri="{FF2B5EF4-FFF2-40B4-BE49-F238E27FC236}">
                  <a16:creationId xmlns:a16="http://schemas.microsoft.com/office/drawing/2014/main" id="{757E84AC-5CC5-69D7-BCEA-5EEA4E2DC944}"/>
                </a:ext>
              </a:extLst>
            </p:cNvPr>
            <p:cNvSpPr>
              <a:spLocks noGrp="1"/>
            </p:cNvSpPr>
            <p:nvPr/>
          </p:nvSpPr>
          <p:spPr>
            <a:xfrm>
              <a:off x="15882395" y="2929242"/>
              <a:ext cx="9560" cy="34334"/>
            </a:xfrm>
            <a:custGeom>
              <a:avLst/>
              <a:gdLst/>
              <a:ahLst/>
              <a:cxnLst/>
              <a:rect l="0" t="0" r="0" b="0"/>
              <a:pathLst>
                <a:path w="9560" h="34334">
                  <a:moveTo>
                    <a:pt x="9560" y="0"/>
                  </a:moveTo>
                  <a:lnTo>
                    <a:pt x="0" y="34334"/>
                  </a:lnTo>
                </a:path>
              </a:pathLst>
            </a:custGeom>
            <a:noFill/>
            <a:ln w="8096">
              <a:solidFill>
                <a:srgbClr val="ECEFF1"/>
              </a:solidFill>
            </a:ln>
          </p:spPr>
        </p:sp>
        <p:sp>
          <p:nvSpPr>
            <p:cNvPr id="5749" name="Output_receptor__5748">
              <a:extLst>
                <a:ext uri="{FF2B5EF4-FFF2-40B4-BE49-F238E27FC236}">
                  <a16:creationId xmlns:a16="http://schemas.microsoft.com/office/drawing/2014/main" id="{A8AC2606-87C7-8B57-99F5-B011C22256E9}"/>
                </a:ext>
              </a:extLst>
            </p:cNvPr>
            <p:cNvSpPr>
              <a:spLocks noGrp="1"/>
            </p:cNvSpPr>
            <p:nvPr/>
          </p:nvSpPr>
          <p:spPr>
            <a:xfrm>
              <a:off x="15610947" y="3697089"/>
              <a:ext cx="4962" cy="56917"/>
            </a:xfrm>
            <a:custGeom>
              <a:avLst/>
              <a:gdLst/>
              <a:ahLst/>
              <a:cxnLst/>
              <a:rect l="0" t="0" r="0" b="0"/>
              <a:pathLst>
                <a:path w="4962" h="56917">
                  <a:moveTo>
                    <a:pt x="4962" y="56917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0" name="Output_receptor__5749">
              <a:extLst>
                <a:ext uri="{FF2B5EF4-FFF2-40B4-BE49-F238E27FC236}">
                  <a16:creationId xmlns:a16="http://schemas.microsoft.com/office/drawing/2014/main" id="{57E1CDB5-6AB1-29BF-8AAF-4509F0F0A73C}"/>
                </a:ext>
              </a:extLst>
            </p:cNvPr>
            <p:cNvSpPr>
              <a:spLocks noGrp="1"/>
            </p:cNvSpPr>
            <p:nvPr/>
          </p:nvSpPr>
          <p:spPr>
            <a:xfrm>
              <a:off x="16228231" y="2388449"/>
              <a:ext cx="70476" cy="3771"/>
            </a:xfrm>
            <a:custGeom>
              <a:avLst/>
              <a:gdLst/>
              <a:ahLst/>
              <a:cxnLst/>
              <a:rect l="0" t="0" r="0" b="0"/>
              <a:pathLst>
                <a:path w="70476" h="3771">
                  <a:moveTo>
                    <a:pt x="0" y="3771"/>
                  </a:moveTo>
                  <a:lnTo>
                    <a:pt x="70476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1" name="Output_receptor__5750">
              <a:extLst>
                <a:ext uri="{FF2B5EF4-FFF2-40B4-BE49-F238E27FC236}">
                  <a16:creationId xmlns:a16="http://schemas.microsoft.com/office/drawing/2014/main" id="{3AC62CCE-8F73-4017-AADB-43D6E8FC092F}"/>
                </a:ext>
              </a:extLst>
            </p:cNvPr>
            <p:cNvSpPr>
              <a:spLocks noGrp="1"/>
            </p:cNvSpPr>
            <p:nvPr/>
          </p:nvSpPr>
          <p:spPr>
            <a:xfrm>
              <a:off x="15167326" y="3260831"/>
              <a:ext cx="25499" cy="7344"/>
            </a:xfrm>
            <a:custGeom>
              <a:avLst/>
              <a:gdLst/>
              <a:ahLst/>
              <a:cxnLst/>
              <a:rect l="0" t="0" r="0" b="0"/>
              <a:pathLst>
                <a:path w="25499" h="7344">
                  <a:moveTo>
                    <a:pt x="25499" y="734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2" name="Output_receptor__5751">
              <a:extLst>
                <a:ext uri="{FF2B5EF4-FFF2-40B4-BE49-F238E27FC236}">
                  <a16:creationId xmlns:a16="http://schemas.microsoft.com/office/drawing/2014/main" id="{528AD0B8-E2F8-78EE-7419-9EE88BF9FB51}"/>
                </a:ext>
              </a:extLst>
            </p:cNvPr>
            <p:cNvSpPr>
              <a:spLocks noGrp="1"/>
            </p:cNvSpPr>
            <p:nvPr/>
          </p:nvSpPr>
          <p:spPr>
            <a:xfrm>
              <a:off x="15820518" y="2721071"/>
              <a:ext cx="50846" cy="47415"/>
            </a:xfrm>
            <a:custGeom>
              <a:avLst/>
              <a:gdLst/>
              <a:ahLst/>
              <a:cxnLst/>
              <a:rect l="0" t="0" r="0" b="0"/>
              <a:pathLst>
                <a:path w="50846" h="47415">
                  <a:moveTo>
                    <a:pt x="50846" y="0"/>
                  </a:moveTo>
                  <a:lnTo>
                    <a:pt x="0" y="47415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3" name="Output_receptor__5752">
              <a:extLst>
                <a:ext uri="{FF2B5EF4-FFF2-40B4-BE49-F238E27FC236}">
                  <a16:creationId xmlns:a16="http://schemas.microsoft.com/office/drawing/2014/main" id="{3D4A2129-0F5F-7477-1C4C-E762D3642C31}"/>
                </a:ext>
              </a:extLst>
            </p:cNvPr>
            <p:cNvSpPr>
              <a:spLocks noGrp="1"/>
            </p:cNvSpPr>
            <p:nvPr/>
          </p:nvSpPr>
          <p:spPr>
            <a:xfrm>
              <a:off x="15193848" y="3173676"/>
              <a:ext cx="65132" cy="26581"/>
            </a:xfrm>
            <a:custGeom>
              <a:avLst/>
              <a:gdLst/>
              <a:ahLst/>
              <a:cxnLst/>
              <a:rect l="0" t="0" r="0" b="0"/>
              <a:pathLst>
                <a:path w="65132" h="26581">
                  <a:moveTo>
                    <a:pt x="65132" y="2658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4" name="Output_receptor__5753">
              <a:extLst>
                <a:ext uri="{FF2B5EF4-FFF2-40B4-BE49-F238E27FC236}">
                  <a16:creationId xmlns:a16="http://schemas.microsoft.com/office/drawing/2014/main" id="{EA18980F-DF22-9C2B-9566-857AC7B5C66C}"/>
                </a:ext>
              </a:extLst>
            </p:cNvPr>
            <p:cNvSpPr>
              <a:spLocks noGrp="1"/>
            </p:cNvSpPr>
            <p:nvPr/>
          </p:nvSpPr>
          <p:spPr>
            <a:xfrm>
              <a:off x="14894674" y="3237475"/>
              <a:ext cx="17890" cy="8361"/>
            </a:xfrm>
            <a:custGeom>
              <a:avLst/>
              <a:gdLst/>
              <a:ahLst/>
              <a:cxnLst/>
              <a:rect l="0" t="0" r="0" b="0"/>
              <a:pathLst>
                <a:path w="17890" h="8361">
                  <a:moveTo>
                    <a:pt x="0" y="8361"/>
                  </a:moveTo>
                  <a:lnTo>
                    <a:pt x="1789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5" name="Output_receptor__5754">
              <a:extLst>
                <a:ext uri="{FF2B5EF4-FFF2-40B4-BE49-F238E27FC236}">
                  <a16:creationId xmlns:a16="http://schemas.microsoft.com/office/drawing/2014/main" id="{858C3756-6318-B6F7-8686-18A5B5FA3BF1}"/>
                </a:ext>
              </a:extLst>
            </p:cNvPr>
            <p:cNvSpPr>
              <a:spLocks noGrp="1"/>
            </p:cNvSpPr>
            <p:nvPr/>
          </p:nvSpPr>
          <p:spPr>
            <a:xfrm>
              <a:off x="15178501" y="3598004"/>
              <a:ext cx="20711" cy="46731"/>
            </a:xfrm>
            <a:custGeom>
              <a:avLst/>
              <a:gdLst/>
              <a:ahLst/>
              <a:cxnLst/>
              <a:rect l="0" t="0" r="0" b="0"/>
              <a:pathLst>
                <a:path w="20711" h="46731">
                  <a:moveTo>
                    <a:pt x="0" y="0"/>
                  </a:moveTo>
                  <a:lnTo>
                    <a:pt x="20711" y="46731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6" name="Output_receptor__5755">
              <a:extLst>
                <a:ext uri="{FF2B5EF4-FFF2-40B4-BE49-F238E27FC236}">
                  <a16:creationId xmlns:a16="http://schemas.microsoft.com/office/drawing/2014/main" id="{B80D5C65-4533-FE6B-490D-F766228FB5AA}"/>
                </a:ext>
              </a:extLst>
            </p:cNvPr>
            <p:cNvSpPr>
              <a:spLocks noGrp="1"/>
            </p:cNvSpPr>
            <p:nvPr/>
          </p:nvSpPr>
          <p:spPr>
            <a:xfrm>
              <a:off x="15820518" y="2768485"/>
              <a:ext cx="43826" cy="56030"/>
            </a:xfrm>
            <a:custGeom>
              <a:avLst/>
              <a:gdLst/>
              <a:ahLst/>
              <a:cxnLst/>
              <a:rect l="0" t="0" r="0" b="0"/>
              <a:pathLst>
                <a:path w="43826" h="56030">
                  <a:moveTo>
                    <a:pt x="0" y="0"/>
                  </a:moveTo>
                  <a:lnTo>
                    <a:pt x="43826" y="5603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7" name="Output_receptor__5756">
              <a:extLst>
                <a:ext uri="{FF2B5EF4-FFF2-40B4-BE49-F238E27FC236}">
                  <a16:creationId xmlns:a16="http://schemas.microsoft.com/office/drawing/2014/main" id="{01BA289B-7A2A-448C-146B-8CE90160DAF9}"/>
                </a:ext>
              </a:extLst>
            </p:cNvPr>
            <p:cNvSpPr>
              <a:spLocks noGrp="1"/>
            </p:cNvSpPr>
            <p:nvPr/>
          </p:nvSpPr>
          <p:spPr>
            <a:xfrm>
              <a:off x="15085621" y="3300851"/>
              <a:ext cx="14825" cy="26679"/>
            </a:xfrm>
            <a:custGeom>
              <a:avLst/>
              <a:gdLst/>
              <a:ahLst/>
              <a:cxnLst/>
              <a:rect l="0" t="0" r="0" b="0"/>
              <a:pathLst>
                <a:path w="14825" h="26679">
                  <a:moveTo>
                    <a:pt x="14825" y="0"/>
                  </a:moveTo>
                  <a:lnTo>
                    <a:pt x="0" y="26679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58" name="Output_receptor__5757">
              <a:extLst>
                <a:ext uri="{FF2B5EF4-FFF2-40B4-BE49-F238E27FC236}">
                  <a16:creationId xmlns:a16="http://schemas.microsoft.com/office/drawing/2014/main" id="{DD7E1E19-E395-6724-6B9E-AAEAAF6D1418}"/>
                </a:ext>
              </a:extLst>
            </p:cNvPr>
            <p:cNvSpPr>
              <a:spLocks noGrp="1"/>
            </p:cNvSpPr>
            <p:nvPr/>
          </p:nvSpPr>
          <p:spPr>
            <a:xfrm>
              <a:off x="15847065" y="3118617"/>
              <a:ext cx="30769" cy="53458"/>
            </a:xfrm>
            <a:custGeom>
              <a:avLst/>
              <a:gdLst/>
              <a:ahLst/>
              <a:cxnLst/>
              <a:rect l="0" t="0" r="0" b="0"/>
              <a:pathLst>
                <a:path w="30769" h="53458">
                  <a:moveTo>
                    <a:pt x="0" y="0"/>
                  </a:moveTo>
                  <a:lnTo>
                    <a:pt x="30769" y="53458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59" name="Output_receptor__5758">
              <a:extLst>
                <a:ext uri="{FF2B5EF4-FFF2-40B4-BE49-F238E27FC236}">
                  <a16:creationId xmlns:a16="http://schemas.microsoft.com/office/drawing/2014/main" id="{5DFD3C6B-0875-44AD-03D1-792851B3755B}"/>
                </a:ext>
              </a:extLst>
            </p:cNvPr>
            <p:cNvSpPr>
              <a:spLocks noGrp="1"/>
            </p:cNvSpPr>
            <p:nvPr/>
          </p:nvSpPr>
          <p:spPr>
            <a:xfrm>
              <a:off x="15430356" y="3683829"/>
              <a:ext cx="9989" cy="45829"/>
            </a:xfrm>
            <a:custGeom>
              <a:avLst/>
              <a:gdLst/>
              <a:ahLst/>
              <a:cxnLst/>
              <a:rect l="0" t="0" r="0" b="0"/>
              <a:pathLst>
                <a:path w="9989" h="45829">
                  <a:moveTo>
                    <a:pt x="0" y="0"/>
                  </a:moveTo>
                  <a:lnTo>
                    <a:pt x="9989" y="45829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0" name="Output_receptor__5759">
              <a:extLst>
                <a:ext uri="{FF2B5EF4-FFF2-40B4-BE49-F238E27FC236}">
                  <a16:creationId xmlns:a16="http://schemas.microsoft.com/office/drawing/2014/main" id="{CD55BFA6-FF0C-220C-C3B1-E45AE48451CC}"/>
                </a:ext>
              </a:extLst>
            </p:cNvPr>
            <p:cNvSpPr>
              <a:spLocks noGrp="1"/>
            </p:cNvSpPr>
            <p:nvPr/>
          </p:nvSpPr>
          <p:spPr>
            <a:xfrm>
              <a:off x="16320146" y="2517836"/>
              <a:ext cx="8445" cy="6527"/>
            </a:xfrm>
            <a:custGeom>
              <a:avLst/>
              <a:gdLst/>
              <a:ahLst/>
              <a:cxnLst/>
              <a:rect l="0" t="0" r="0" b="0"/>
              <a:pathLst>
                <a:path w="8445" h="6527">
                  <a:moveTo>
                    <a:pt x="0" y="0"/>
                  </a:moveTo>
                  <a:lnTo>
                    <a:pt x="8445" y="6527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1" name="Output_receptor__5760">
              <a:extLst>
                <a:ext uri="{FF2B5EF4-FFF2-40B4-BE49-F238E27FC236}">
                  <a16:creationId xmlns:a16="http://schemas.microsoft.com/office/drawing/2014/main" id="{4AE2E7D0-39D2-ADA7-4388-E814E69B8225}"/>
                </a:ext>
              </a:extLst>
            </p:cNvPr>
            <p:cNvSpPr>
              <a:spLocks noGrp="1"/>
            </p:cNvSpPr>
            <p:nvPr/>
          </p:nvSpPr>
          <p:spPr>
            <a:xfrm>
              <a:off x="16069335" y="3405931"/>
              <a:ext cx="8760" cy="8208"/>
            </a:xfrm>
            <a:custGeom>
              <a:avLst/>
              <a:gdLst/>
              <a:ahLst/>
              <a:cxnLst/>
              <a:rect l="0" t="0" r="0" b="0"/>
              <a:pathLst>
                <a:path w="8760" h="8208">
                  <a:moveTo>
                    <a:pt x="0" y="8208"/>
                  </a:moveTo>
                  <a:lnTo>
                    <a:pt x="876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2" name="Output_receptor__5761">
              <a:extLst>
                <a:ext uri="{FF2B5EF4-FFF2-40B4-BE49-F238E27FC236}">
                  <a16:creationId xmlns:a16="http://schemas.microsoft.com/office/drawing/2014/main" id="{3465A313-5750-24ED-D28D-9C7BD7AAE58B}"/>
                </a:ext>
              </a:extLst>
            </p:cNvPr>
            <p:cNvSpPr>
              <a:spLocks noGrp="1"/>
            </p:cNvSpPr>
            <p:nvPr/>
          </p:nvSpPr>
          <p:spPr>
            <a:xfrm>
              <a:off x="16271022" y="3223894"/>
              <a:ext cx="28255" cy="45907"/>
            </a:xfrm>
            <a:custGeom>
              <a:avLst/>
              <a:gdLst/>
              <a:ahLst/>
              <a:cxnLst/>
              <a:rect l="0" t="0" r="0" b="0"/>
              <a:pathLst>
                <a:path w="28255" h="45907">
                  <a:moveTo>
                    <a:pt x="0" y="45907"/>
                  </a:moveTo>
                  <a:lnTo>
                    <a:pt x="28255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3" name="Output_receptor__5762">
              <a:extLst>
                <a:ext uri="{FF2B5EF4-FFF2-40B4-BE49-F238E27FC236}">
                  <a16:creationId xmlns:a16="http://schemas.microsoft.com/office/drawing/2014/main" id="{11F6C904-34EB-8EAF-6941-C83838061953}"/>
                </a:ext>
              </a:extLst>
            </p:cNvPr>
            <p:cNvSpPr>
              <a:spLocks noGrp="1"/>
            </p:cNvSpPr>
            <p:nvPr/>
          </p:nvSpPr>
          <p:spPr>
            <a:xfrm>
              <a:off x="15208145" y="2964641"/>
              <a:ext cx="34727" cy="62163"/>
            </a:xfrm>
            <a:custGeom>
              <a:avLst/>
              <a:gdLst/>
              <a:ahLst/>
              <a:cxnLst/>
              <a:rect l="0" t="0" r="0" b="0"/>
              <a:pathLst>
                <a:path w="34727" h="62163">
                  <a:moveTo>
                    <a:pt x="34727" y="0"/>
                  </a:moveTo>
                  <a:lnTo>
                    <a:pt x="0" y="62163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4" name="Output_receptor__5763">
              <a:extLst>
                <a:ext uri="{FF2B5EF4-FFF2-40B4-BE49-F238E27FC236}">
                  <a16:creationId xmlns:a16="http://schemas.microsoft.com/office/drawing/2014/main" id="{B90BE453-34D9-2A8E-3F62-85087EC4355C}"/>
                </a:ext>
              </a:extLst>
            </p:cNvPr>
            <p:cNvSpPr>
              <a:spLocks noGrp="1"/>
            </p:cNvSpPr>
            <p:nvPr/>
          </p:nvSpPr>
          <p:spPr>
            <a:xfrm>
              <a:off x="15311305" y="3310153"/>
              <a:ext cx="25217" cy="47405"/>
            </a:xfrm>
            <a:custGeom>
              <a:avLst/>
              <a:gdLst/>
              <a:ahLst/>
              <a:cxnLst/>
              <a:rect l="0" t="0" r="0" b="0"/>
              <a:pathLst>
                <a:path w="25217" h="47405">
                  <a:moveTo>
                    <a:pt x="25217" y="474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5" name="Output_receptor__5764">
              <a:extLst>
                <a:ext uri="{FF2B5EF4-FFF2-40B4-BE49-F238E27FC236}">
                  <a16:creationId xmlns:a16="http://schemas.microsoft.com/office/drawing/2014/main" id="{29E1B2EF-5970-5EFA-278B-C908B860EC40}"/>
                </a:ext>
              </a:extLst>
            </p:cNvPr>
            <p:cNvSpPr>
              <a:spLocks noGrp="1"/>
            </p:cNvSpPr>
            <p:nvPr/>
          </p:nvSpPr>
          <p:spPr>
            <a:xfrm>
              <a:off x="16135559" y="2318748"/>
              <a:ext cx="22262" cy="54252"/>
            </a:xfrm>
            <a:custGeom>
              <a:avLst/>
              <a:gdLst/>
              <a:ahLst/>
              <a:cxnLst/>
              <a:rect l="0" t="0" r="0" b="0"/>
              <a:pathLst>
                <a:path w="22262" h="54252">
                  <a:moveTo>
                    <a:pt x="0" y="54252"/>
                  </a:moveTo>
                  <a:lnTo>
                    <a:pt x="22262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6" name="Output_receptor__5765">
              <a:extLst>
                <a:ext uri="{FF2B5EF4-FFF2-40B4-BE49-F238E27FC236}">
                  <a16:creationId xmlns:a16="http://schemas.microsoft.com/office/drawing/2014/main" id="{2988FA94-239A-798A-C15A-F9FA28FB25DE}"/>
                </a:ext>
              </a:extLst>
            </p:cNvPr>
            <p:cNvSpPr>
              <a:spLocks noGrp="1"/>
            </p:cNvSpPr>
            <p:nvPr/>
          </p:nvSpPr>
          <p:spPr>
            <a:xfrm>
              <a:off x="15680315" y="3195702"/>
              <a:ext cx="21883" cy="7706"/>
            </a:xfrm>
            <a:custGeom>
              <a:avLst/>
              <a:gdLst/>
              <a:ahLst/>
              <a:cxnLst/>
              <a:rect l="0" t="0" r="0" b="0"/>
              <a:pathLst>
                <a:path w="21883" h="7706">
                  <a:moveTo>
                    <a:pt x="21883" y="0"/>
                  </a:moveTo>
                  <a:lnTo>
                    <a:pt x="0" y="7706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67" name="Output_receptor__5766">
              <a:extLst>
                <a:ext uri="{FF2B5EF4-FFF2-40B4-BE49-F238E27FC236}">
                  <a16:creationId xmlns:a16="http://schemas.microsoft.com/office/drawing/2014/main" id="{E6FBBF74-BE94-E45B-B27A-62540B8A436D}"/>
                </a:ext>
              </a:extLst>
            </p:cNvPr>
            <p:cNvSpPr>
              <a:spLocks noGrp="1"/>
            </p:cNvSpPr>
            <p:nvPr/>
          </p:nvSpPr>
          <p:spPr>
            <a:xfrm>
              <a:off x="15270008" y="3277927"/>
              <a:ext cx="41297" cy="32226"/>
            </a:xfrm>
            <a:custGeom>
              <a:avLst/>
              <a:gdLst/>
              <a:ahLst/>
              <a:cxnLst/>
              <a:rect l="0" t="0" r="0" b="0"/>
              <a:pathLst>
                <a:path w="41297" h="32226">
                  <a:moveTo>
                    <a:pt x="41297" y="3222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8" name="Output_receptor__5767">
              <a:extLst>
                <a:ext uri="{FF2B5EF4-FFF2-40B4-BE49-F238E27FC236}">
                  <a16:creationId xmlns:a16="http://schemas.microsoft.com/office/drawing/2014/main" id="{EA0F9610-326C-1B52-D194-7CA5A94B0239}"/>
                </a:ext>
              </a:extLst>
            </p:cNvPr>
            <p:cNvSpPr>
              <a:spLocks noGrp="1"/>
            </p:cNvSpPr>
            <p:nvPr/>
          </p:nvSpPr>
          <p:spPr>
            <a:xfrm>
              <a:off x="16406285" y="2619507"/>
              <a:ext cx="69543" cy="12716"/>
            </a:xfrm>
            <a:custGeom>
              <a:avLst/>
              <a:gdLst/>
              <a:ahLst/>
              <a:cxnLst/>
              <a:rect l="0" t="0" r="0" b="0"/>
              <a:pathLst>
                <a:path w="69543" h="12716">
                  <a:moveTo>
                    <a:pt x="69543" y="1271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69" name="Output_receptor__5768">
              <a:extLst>
                <a:ext uri="{FF2B5EF4-FFF2-40B4-BE49-F238E27FC236}">
                  <a16:creationId xmlns:a16="http://schemas.microsoft.com/office/drawing/2014/main" id="{65B225DF-E7E8-0B95-DA38-2ED5C82BB484}"/>
                </a:ext>
              </a:extLst>
            </p:cNvPr>
            <p:cNvSpPr>
              <a:spLocks noGrp="1"/>
            </p:cNvSpPr>
            <p:nvPr/>
          </p:nvSpPr>
          <p:spPr>
            <a:xfrm>
              <a:off x="15537769" y="3309093"/>
              <a:ext cx="10934" cy="70456"/>
            </a:xfrm>
            <a:custGeom>
              <a:avLst/>
              <a:gdLst/>
              <a:ahLst/>
              <a:cxnLst/>
              <a:rect l="0" t="0" r="0" b="0"/>
              <a:pathLst>
                <a:path w="10934" h="70456">
                  <a:moveTo>
                    <a:pt x="10934" y="7045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0" name="Output_receptor__5769">
              <a:extLst>
                <a:ext uri="{FF2B5EF4-FFF2-40B4-BE49-F238E27FC236}">
                  <a16:creationId xmlns:a16="http://schemas.microsoft.com/office/drawing/2014/main" id="{B2CB936D-7785-1C6E-9052-8592ABB4C9FC}"/>
                </a:ext>
              </a:extLst>
            </p:cNvPr>
            <p:cNvSpPr>
              <a:spLocks noGrp="1"/>
            </p:cNvSpPr>
            <p:nvPr/>
          </p:nvSpPr>
          <p:spPr>
            <a:xfrm>
              <a:off x="16019697" y="2344151"/>
              <a:ext cx="27602" cy="66073"/>
            </a:xfrm>
            <a:custGeom>
              <a:avLst/>
              <a:gdLst/>
              <a:ahLst/>
              <a:cxnLst/>
              <a:rect l="0" t="0" r="0" b="0"/>
              <a:pathLst>
                <a:path w="27602" h="66073">
                  <a:moveTo>
                    <a:pt x="0" y="66073"/>
                  </a:moveTo>
                  <a:lnTo>
                    <a:pt x="27602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1" name="Output_receptor__5770">
              <a:extLst>
                <a:ext uri="{FF2B5EF4-FFF2-40B4-BE49-F238E27FC236}">
                  <a16:creationId xmlns:a16="http://schemas.microsoft.com/office/drawing/2014/main" id="{F358FF82-100F-22D9-BAD9-0DBA4D9BA1A8}"/>
                </a:ext>
              </a:extLst>
            </p:cNvPr>
            <p:cNvSpPr>
              <a:spLocks noGrp="1"/>
            </p:cNvSpPr>
            <p:nvPr/>
          </p:nvSpPr>
          <p:spPr>
            <a:xfrm>
              <a:off x="16087254" y="2693945"/>
              <a:ext cx="44445" cy="49443"/>
            </a:xfrm>
            <a:custGeom>
              <a:avLst/>
              <a:gdLst/>
              <a:ahLst/>
              <a:cxnLst/>
              <a:rect l="0" t="0" r="0" b="0"/>
              <a:pathLst>
                <a:path w="44445" h="49443">
                  <a:moveTo>
                    <a:pt x="0" y="0"/>
                  </a:moveTo>
                  <a:lnTo>
                    <a:pt x="44445" y="49443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2" name="Output_receptor__5771">
              <a:extLst>
                <a:ext uri="{FF2B5EF4-FFF2-40B4-BE49-F238E27FC236}">
                  <a16:creationId xmlns:a16="http://schemas.microsoft.com/office/drawing/2014/main" id="{E5C31E90-52C4-7ADB-13EB-6551215E782E}"/>
                </a:ext>
              </a:extLst>
            </p:cNvPr>
            <p:cNvSpPr>
              <a:spLocks noGrp="1"/>
            </p:cNvSpPr>
            <p:nvPr/>
          </p:nvSpPr>
          <p:spPr>
            <a:xfrm>
              <a:off x="15242872" y="2943653"/>
              <a:ext cx="65328" cy="20988"/>
            </a:xfrm>
            <a:custGeom>
              <a:avLst/>
              <a:gdLst/>
              <a:ahLst/>
              <a:cxnLst/>
              <a:rect l="0" t="0" r="0" b="0"/>
              <a:pathLst>
                <a:path w="65328" h="20988">
                  <a:moveTo>
                    <a:pt x="65328" y="0"/>
                  </a:moveTo>
                  <a:lnTo>
                    <a:pt x="0" y="20988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3" name="Output_receptor__5772">
              <a:extLst>
                <a:ext uri="{FF2B5EF4-FFF2-40B4-BE49-F238E27FC236}">
                  <a16:creationId xmlns:a16="http://schemas.microsoft.com/office/drawing/2014/main" id="{77D1F535-C432-CFF0-D67C-BABA3FC4D8FE}"/>
                </a:ext>
              </a:extLst>
            </p:cNvPr>
            <p:cNvSpPr>
              <a:spLocks noGrp="1"/>
            </p:cNvSpPr>
            <p:nvPr/>
          </p:nvSpPr>
          <p:spPr>
            <a:xfrm>
              <a:off x="15904512" y="3055588"/>
              <a:ext cx="28284" cy="20070"/>
            </a:xfrm>
            <a:custGeom>
              <a:avLst/>
              <a:gdLst/>
              <a:ahLst/>
              <a:cxnLst/>
              <a:rect l="0" t="0" r="0" b="0"/>
              <a:pathLst>
                <a:path w="28284" h="20070">
                  <a:moveTo>
                    <a:pt x="28284" y="200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4" name="Output_receptor__5773">
              <a:extLst>
                <a:ext uri="{FF2B5EF4-FFF2-40B4-BE49-F238E27FC236}">
                  <a16:creationId xmlns:a16="http://schemas.microsoft.com/office/drawing/2014/main" id="{93450EF2-644B-A563-9B0D-A3CCD9C2B32B}"/>
                </a:ext>
              </a:extLst>
            </p:cNvPr>
            <p:cNvSpPr>
              <a:spLocks noGrp="1"/>
            </p:cNvSpPr>
            <p:nvPr/>
          </p:nvSpPr>
          <p:spPr>
            <a:xfrm>
              <a:off x="15864344" y="2789739"/>
              <a:ext cx="52053" cy="34776"/>
            </a:xfrm>
            <a:custGeom>
              <a:avLst/>
              <a:gdLst/>
              <a:ahLst/>
              <a:cxnLst/>
              <a:rect l="0" t="0" r="0" b="0"/>
              <a:pathLst>
                <a:path w="52053" h="34776">
                  <a:moveTo>
                    <a:pt x="0" y="34776"/>
                  </a:moveTo>
                  <a:lnTo>
                    <a:pt x="52053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5" name="Output_receptor__5774">
              <a:extLst>
                <a:ext uri="{FF2B5EF4-FFF2-40B4-BE49-F238E27FC236}">
                  <a16:creationId xmlns:a16="http://schemas.microsoft.com/office/drawing/2014/main" id="{3447ECAF-F6DA-4BD5-77AC-122D058AAD45}"/>
                </a:ext>
              </a:extLst>
            </p:cNvPr>
            <p:cNvSpPr>
              <a:spLocks noGrp="1"/>
            </p:cNvSpPr>
            <p:nvPr/>
          </p:nvSpPr>
          <p:spPr>
            <a:xfrm>
              <a:off x="15579212" y="3016061"/>
              <a:ext cx="7639" cy="67573"/>
            </a:xfrm>
            <a:custGeom>
              <a:avLst/>
              <a:gdLst/>
              <a:ahLst/>
              <a:cxnLst/>
              <a:rect l="0" t="0" r="0" b="0"/>
              <a:pathLst>
                <a:path w="7639" h="67573">
                  <a:moveTo>
                    <a:pt x="7639" y="6757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6" name="Output_receptor__5775">
              <a:extLst>
                <a:ext uri="{FF2B5EF4-FFF2-40B4-BE49-F238E27FC236}">
                  <a16:creationId xmlns:a16="http://schemas.microsoft.com/office/drawing/2014/main" id="{AA7EC8C5-3139-63D5-30BA-4421A48D601A}"/>
                </a:ext>
              </a:extLst>
            </p:cNvPr>
            <p:cNvSpPr>
              <a:spLocks noGrp="1"/>
            </p:cNvSpPr>
            <p:nvPr/>
          </p:nvSpPr>
          <p:spPr>
            <a:xfrm>
              <a:off x="15725398" y="2896425"/>
              <a:ext cx="25956" cy="67391"/>
            </a:xfrm>
            <a:custGeom>
              <a:avLst/>
              <a:gdLst/>
              <a:ahLst/>
              <a:cxnLst/>
              <a:rect l="0" t="0" r="0" b="0"/>
              <a:pathLst>
                <a:path w="25956" h="67391">
                  <a:moveTo>
                    <a:pt x="25956" y="6739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7" name="Output_receptor__5776">
              <a:extLst>
                <a:ext uri="{FF2B5EF4-FFF2-40B4-BE49-F238E27FC236}">
                  <a16:creationId xmlns:a16="http://schemas.microsoft.com/office/drawing/2014/main" id="{4575505B-BC3F-AF9B-CFC4-3A97BC329170}"/>
                </a:ext>
              </a:extLst>
            </p:cNvPr>
            <p:cNvSpPr>
              <a:spLocks noGrp="1"/>
            </p:cNvSpPr>
            <p:nvPr/>
          </p:nvSpPr>
          <p:spPr>
            <a:xfrm>
              <a:off x="15534531" y="3590994"/>
              <a:ext cx="13966" cy="70566"/>
            </a:xfrm>
            <a:custGeom>
              <a:avLst/>
              <a:gdLst/>
              <a:ahLst/>
              <a:cxnLst/>
              <a:rect l="0" t="0" r="0" b="0"/>
              <a:pathLst>
                <a:path w="13966" h="70566">
                  <a:moveTo>
                    <a:pt x="13966" y="7056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78" name="Output_receptor__5777">
              <a:extLst>
                <a:ext uri="{FF2B5EF4-FFF2-40B4-BE49-F238E27FC236}">
                  <a16:creationId xmlns:a16="http://schemas.microsoft.com/office/drawing/2014/main" id="{58E0DCBE-3C88-83FE-4877-95F407F8691D}"/>
                </a:ext>
              </a:extLst>
            </p:cNvPr>
            <p:cNvSpPr>
              <a:spLocks noGrp="1"/>
            </p:cNvSpPr>
            <p:nvPr/>
          </p:nvSpPr>
          <p:spPr>
            <a:xfrm>
              <a:off x="16196161" y="3173390"/>
              <a:ext cx="53960" cy="47984"/>
            </a:xfrm>
            <a:custGeom>
              <a:avLst/>
              <a:gdLst/>
              <a:ahLst/>
              <a:cxnLst/>
              <a:rect l="0" t="0" r="0" b="0"/>
              <a:pathLst>
                <a:path w="53960" h="47984">
                  <a:moveTo>
                    <a:pt x="53960" y="0"/>
                  </a:moveTo>
                  <a:lnTo>
                    <a:pt x="0" y="47984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79" name="Output_receptor__5778">
              <a:extLst>
                <a:ext uri="{FF2B5EF4-FFF2-40B4-BE49-F238E27FC236}">
                  <a16:creationId xmlns:a16="http://schemas.microsoft.com/office/drawing/2014/main" id="{7D8433B4-9826-0A18-9B3A-78555208CE4B}"/>
                </a:ext>
              </a:extLst>
            </p:cNvPr>
            <p:cNvSpPr>
              <a:spLocks noGrp="1"/>
            </p:cNvSpPr>
            <p:nvPr/>
          </p:nvSpPr>
          <p:spPr>
            <a:xfrm>
              <a:off x="15010943" y="3008333"/>
              <a:ext cx="21388" cy="61614"/>
            </a:xfrm>
            <a:custGeom>
              <a:avLst/>
              <a:gdLst/>
              <a:ahLst/>
              <a:cxnLst/>
              <a:rect l="0" t="0" r="0" b="0"/>
              <a:pathLst>
                <a:path w="21388" h="61614">
                  <a:moveTo>
                    <a:pt x="0" y="61614"/>
                  </a:moveTo>
                  <a:lnTo>
                    <a:pt x="21388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0" name="Output_receptor__5779">
              <a:extLst>
                <a:ext uri="{FF2B5EF4-FFF2-40B4-BE49-F238E27FC236}">
                  <a16:creationId xmlns:a16="http://schemas.microsoft.com/office/drawing/2014/main" id="{8EB7EAFF-0623-1EAA-C4E5-92B1C9A37521}"/>
                </a:ext>
              </a:extLst>
            </p:cNvPr>
            <p:cNvSpPr>
              <a:spLocks noGrp="1"/>
            </p:cNvSpPr>
            <p:nvPr/>
          </p:nvSpPr>
          <p:spPr>
            <a:xfrm>
              <a:off x="16120613" y="2373000"/>
              <a:ext cx="14946" cy="38220"/>
            </a:xfrm>
            <a:custGeom>
              <a:avLst/>
              <a:gdLst/>
              <a:ahLst/>
              <a:cxnLst/>
              <a:rect l="0" t="0" r="0" b="0"/>
              <a:pathLst>
                <a:path w="14946" h="38220">
                  <a:moveTo>
                    <a:pt x="0" y="38220"/>
                  </a:moveTo>
                  <a:lnTo>
                    <a:pt x="14946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1" name="Output_receptor__5780">
              <a:extLst>
                <a:ext uri="{FF2B5EF4-FFF2-40B4-BE49-F238E27FC236}">
                  <a16:creationId xmlns:a16="http://schemas.microsoft.com/office/drawing/2014/main" id="{3468C92E-3636-984E-3330-C60F1577B8CB}"/>
                </a:ext>
              </a:extLst>
            </p:cNvPr>
            <p:cNvSpPr>
              <a:spLocks noGrp="1"/>
            </p:cNvSpPr>
            <p:nvPr/>
          </p:nvSpPr>
          <p:spPr>
            <a:xfrm>
              <a:off x="15548497" y="3661560"/>
              <a:ext cx="62450" cy="35529"/>
            </a:xfrm>
            <a:custGeom>
              <a:avLst/>
              <a:gdLst/>
              <a:ahLst/>
              <a:cxnLst/>
              <a:rect l="0" t="0" r="0" b="0"/>
              <a:pathLst>
                <a:path w="62450" h="35529">
                  <a:moveTo>
                    <a:pt x="62450" y="3552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2" name="Output_receptor__5781">
              <a:extLst>
                <a:ext uri="{FF2B5EF4-FFF2-40B4-BE49-F238E27FC236}">
                  <a16:creationId xmlns:a16="http://schemas.microsoft.com/office/drawing/2014/main" id="{3A311D6B-C453-26BB-4187-FD006E9E0138}"/>
                </a:ext>
              </a:extLst>
            </p:cNvPr>
            <p:cNvSpPr>
              <a:spLocks noGrp="1"/>
            </p:cNvSpPr>
            <p:nvPr/>
          </p:nvSpPr>
          <p:spPr>
            <a:xfrm>
              <a:off x="16402731" y="2771448"/>
              <a:ext cx="28230" cy="56792"/>
            </a:xfrm>
            <a:custGeom>
              <a:avLst/>
              <a:gdLst/>
              <a:ahLst/>
              <a:cxnLst/>
              <a:rect l="0" t="0" r="0" b="0"/>
              <a:pathLst>
                <a:path w="28230" h="56792">
                  <a:moveTo>
                    <a:pt x="0" y="56792"/>
                  </a:moveTo>
                  <a:lnTo>
                    <a:pt x="28230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3" name="Output_receptor__5782">
              <a:extLst>
                <a:ext uri="{FF2B5EF4-FFF2-40B4-BE49-F238E27FC236}">
                  <a16:creationId xmlns:a16="http://schemas.microsoft.com/office/drawing/2014/main" id="{54F208D6-5113-779B-61E3-B09A8EB95CC2}"/>
                </a:ext>
              </a:extLst>
            </p:cNvPr>
            <p:cNvSpPr>
              <a:spLocks noGrp="1"/>
            </p:cNvSpPr>
            <p:nvPr/>
          </p:nvSpPr>
          <p:spPr>
            <a:xfrm>
              <a:off x="15963625" y="2842205"/>
              <a:ext cx="9333" cy="31286"/>
            </a:xfrm>
            <a:custGeom>
              <a:avLst/>
              <a:gdLst/>
              <a:ahLst/>
              <a:cxnLst/>
              <a:rect l="0" t="0" r="0" b="0"/>
              <a:pathLst>
                <a:path w="9333" h="31286">
                  <a:moveTo>
                    <a:pt x="0" y="0"/>
                  </a:moveTo>
                  <a:lnTo>
                    <a:pt x="9333" y="31286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4" name="Output_receptor__5783">
              <a:extLst>
                <a:ext uri="{FF2B5EF4-FFF2-40B4-BE49-F238E27FC236}">
                  <a16:creationId xmlns:a16="http://schemas.microsoft.com/office/drawing/2014/main" id="{63DB58FA-36CF-4532-BF5C-9C1DA9EAC9A5}"/>
                </a:ext>
              </a:extLst>
            </p:cNvPr>
            <p:cNvSpPr>
              <a:spLocks noGrp="1"/>
            </p:cNvSpPr>
            <p:nvPr/>
          </p:nvSpPr>
          <p:spPr>
            <a:xfrm>
              <a:off x="15785768" y="3286380"/>
              <a:ext cx="12336" cy="22427"/>
            </a:xfrm>
            <a:custGeom>
              <a:avLst/>
              <a:gdLst/>
              <a:ahLst/>
              <a:cxnLst/>
              <a:rect l="0" t="0" r="0" b="0"/>
              <a:pathLst>
                <a:path w="12336" h="22427">
                  <a:moveTo>
                    <a:pt x="0" y="22427"/>
                  </a:moveTo>
                  <a:lnTo>
                    <a:pt x="12336" y="0"/>
                  </a:lnTo>
                </a:path>
              </a:pathLst>
            </a:custGeom>
            <a:noFill/>
            <a:ln w="8096">
              <a:solidFill>
                <a:srgbClr val="ECEFF2"/>
              </a:solidFill>
            </a:ln>
          </p:spPr>
        </p:sp>
        <p:sp>
          <p:nvSpPr>
            <p:cNvPr id="5785" name="Output_receptor__5784">
              <a:extLst>
                <a:ext uri="{FF2B5EF4-FFF2-40B4-BE49-F238E27FC236}">
                  <a16:creationId xmlns:a16="http://schemas.microsoft.com/office/drawing/2014/main" id="{86F11F1E-1A73-01FD-850C-A05883D70092}"/>
                </a:ext>
              </a:extLst>
            </p:cNvPr>
            <p:cNvSpPr>
              <a:spLocks noGrp="1"/>
            </p:cNvSpPr>
            <p:nvPr/>
          </p:nvSpPr>
          <p:spPr>
            <a:xfrm>
              <a:off x="16289214" y="2794755"/>
              <a:ext cx="19706" cy="69386"/>
            </a:xfrm>
            <a:custGeom>
              <a:avLst/>
              <a:gdLst/>
              <a:ahLst/>
              <a:cxnLst/>
              <a:rect l="0" t="0" r="0" b="0"/>
              <a:pathLst>
                <a:path w="19706" h="69386">
                  <a:moveTo>
                    <a:pt x="0" y="69386"/>
                  </a:moveTo>
                  <a:lnTo>
                    <a:pt x="19706" y="0"/>
                  </a:lnTo>
                </a:path>
              </a:pathLst>
            </a:custGeom>
            <a:noFill/>
            <a:ln w="20003">
              <a:solidFill>
                <a:srgbClr val="ECEFF2"/>
              </a:solidFill>
            </a:ln>
          </p:spPr>
        </p:sp>
        <p:sp>
          <p:nvSpPr>
            <p:cNvPr id="5786" name="Output_receptor__5785">
              <a:extLst>
                <a:ext uri="{FF2B5EF4-FFF2-40B4-BE49-F238E27FC236}">
                  <a16:creationId xmlns:a16="http://schemas.microsoft.com/office/drawing/2014/main" id="{01FADC75-E359-40A2-A0D4-2360B86AC31A}"/>
                </a:ext>
              </a:extLst>
            </p:cNvPr>
            <p:cNvSpPr>
              <a:spLocks noGrp="1"/>
            </p:cNvSpPr>
            <p:nvPr/>
          </p:nvSpPr>
          <p:spPr>
            <a:xfrm>
              <a:off x="15994201" y="3338199"/>
              <a:ext cx="59066" cy="22306"/>
            </a:xfrm>
            <a:custGeom>
              <a:avLst/>
              <a:gdLst/>
              <a:ahLst/>
              <a:cxnLst/>
              <a:rect l="0" t="0" r="0" b="0"/>
              <a:pathLst>
                <a:path w="59066" h="22306">
                  <a:moveTo>
                    <a:pt x="59066" y="0"/>
                  </a:moveTo>
                  <a:lnTo>
                    <a:pt x="0" y="22306"/>
                  </a:lnTo>
                </a:path>
              </a:pathLst>
            </a:custGeom>
            <a:noFill/>
            <a:ln w="20003">
              <a:solidFill>
                <a:srgbClr val="EDEFF2"/>
              </a:solidFill>
            </a:ln>
          </p:spPr>
        </p:sp>
        <p:sp>
          <p:nvSpPr>
            <p:cNvPr id="5787" name="Output_receptor__5786">
              <a:extLst>
                <a:ext uri="{FF2B5EF4-FFF2-40B4-BE49-F238E27FC236}">
                  <a16:creationId xmlns:a16="http://schemas.microsoft.com/office/drawing/2014/main" id="{BEA7FE36-ECEE-953F-8B2E-8096467B9758}"/>
                </a:ext>
              </a:extLst>
            </p:cNvPr>
            <p:cNvSpPr>
              <a:spLocks noGrp="1"/>
            </p:cNvSpPr>
            <p:nvPr/>
          </p:nvSpPr>
          <p:spPr>
            <a:xfrm>
              <a:off x="15660143" y="2991311"/>
              <a:ext cx="14555" cy="57283"/>
            </a:xfrm>
            <a:custGeom>
              <a:avLst/>
              <a:gdLst/>
              <a:ahLst/>
              <a:cxnLst/>
              <a:rect l="0" t="0" r="0" b="0"/>
              <a:pathLst>
                <a:path w="14555" h="57283">
                  <a:moveTo>
                    <a:pt x="14555" y="5728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EFF2"/>
              </a:solidFill>
            </a:ln>
          </p:spPr>
        </p:sp>
        <p:sp>
          <p:nvSpPr>
            <p:cNvPr id="5788" name="Output_receptor__5787">
              <a:extLst>
                <a:ext uri="{FF2B5EF4-FFF2-40B4-BE49-F238E27FC236}">
                  <a16:creationId xmlns:a16="http://schemas.microsoft.com/office/drawing/2014/main" id="{989254DA-9F8A-4637-CBD6-6760443D4F10}"/>
                </a:ext>
              </a:extLst>
            </p:cNvPr>
            <p:cNvSpPr>
              <a:spLocks noGrp="1"/>
            </p:cNvSpPr>
            <p:nvPr/>
          </p:nvSpPr>
          <p:spPr>
            <a:xfrm>
              <a:off x="14997997" y="3263879"/>
              <a:ext cx="37453" cy="13183"/>
            </a:xfrm>
            <a:custGeom>
              <a:avLst/>
              <a:gdLst/>
              <a:ahLst/>
              <a:cxnLst/>
              <a:rect l="0" t="0" r="0" b="0"/>
              <a:pathLst>
                <a:path w="37453" h="13183">
                  <a:moveTo>
                    <a:pt x="37453" y="1318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89" name="Output_receptor__5788">
              <a:extLst>
                <a:ext uri="{FF2B5EF4-FFF2-40B4-BE49-F238E27FC236}">
                  <a16:creationId xmlns:a16="http://schemas.microsoft.com/office/drawing/2014/main" id="{BB73292C-661A-2559-2274-8134F3ABF7A3}"/>
                </a:ext>
              </a:extLst>
            </p:cNvPr>
            <p:cNvSpPr>
              <a:spLocks noGrp="1"/>
            </p:cNvSpPr>
            <p:nvPr/>
          </p:nvSpPr>
          <p:spPr>
            <a:xfrm>
              <a:off x="15102930" y="3238991"/>
              <a:ext cx="64395" cy="21839"/>
            </a:xfrm>
            <a:custGeom>
              <a:avLst/>
              <a:gdLst/>
              <a:ahLst/>
              <a:cxnLst/>
              <a:rect l="0" t="0" r="0" b="0"/>
              <a:pathLst>
                <a:path w="64395" h="21839">
                  <a:moveTo>
                    <a:pt x="64395" y="218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0" name="Output_receptor__5789">
              <a:extLst>
                <a:ext uri="{FF2B5EF4-FFF2-40B4-BE49-F238E27FC236}">
                  <a16:creationId xmlns:a16="http://schemas.microsoft.com/office/drawing/2014/main" id="{2AF467AA-02F6-FFE6-CB5B-AC77DDB68886}"/>
                </a:ext>
              </a:extLst>
            </p:cNvPr>
            <p:cNvSpPr>
              <a:spLocks noGrp="1"/>
            </p:cNvSpPr>
            <p:nvPr/>
          </p:nvSpPr>
          <p:spPr>
            <a:xfrm>
              <a:off x="16346875" y="2604465"/>
              <a:ext cx="59410" cy="15043"/>
            </a:xfrm>
            <a:custGeom>
              <a:avLst/>
              <a:gdLst/>
              <a:ahLst/>
              <a:cxnLst/>
              <a:rect l="0" t="0" r="0" b="0"/>
              <a:pathLst>
                <a:path w="59410" h="15043">
                  <a:moveTo>
                    <a:pt x="59410" y="150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1" name="Output_receptor__5790">
              <a:extLst>
                <a:ext uri="{FF2B5EF4-FFF2-40B4-BE49-F238E27FC236}">
                  <a16:creationId xmlns:a16="http://schemas.microsoft.com/office/drawing/2014/main" id="{13622687-F4F0-6316-76D0-3F5778096A2D}"/>
                </a:ext>
              </a:extLst>
            </p:cNvPr>
            <p:cNvSpPr>
              <a:spLocks noGrp="1"/>
            </p:cNvSpPr>
            <p:nvPr/>
          </p:nvSpPr>
          <p:spPr>
            <a:xfrm>
              <a:off x="15488670" y="3087286"/>
              <a:ext cx="11492" cy="70375"/>
            </a:xfrm>
            <a:custGeom>
              <a:avLst/>
              <a:gdLst/>
              <a:ahLst/>
              <a:cxnLst/>
              <a:rect l="0" t="0" r="0" b="0"/>
              <a:pathLst>
                <a:path w="11492" h="70375">
                  <a:moveTo>
                    <a:pt x="11492" y="7037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2" name="Output_receptor__5791">
              <a:extLst>
                <a:ext uri="{FF2B5EF4-FFF2-40B4-BE49-F238E27FC236}">
                  <a16:creationId xmlns:a16="http://schemas.microsoft.com/office/drawing/2014/main" id="{C09F566C-F158-6D97-BABA-D37416F89012}"/>
                </a:ext>
              </a:extLst>
            </p:cNvPr>
            <p:cNvSpPr>
              <a:spLocks noGrp="1"/>
            </p:cNvSpPr>
            <p:nvPr/>
          </p:nvSpPr>
          <p:spPr>
            <a:xfrm>
              <a:off x="16250121" y="3173390"/>
              <a:ext cx="49156" cy="50504"/>
            </a:xfrm>
            <a:custGeom>
              <a:avLst/>
              <a:gdLst/>
              <a:ahLst/>
              <a:cxnLst/>
              <a:rect l="0" t="0" r="0" b="0"/>
              <a:pathLst>
                <a:path w="49156" h="50504">
                  <a:moveTo>
                    <a:pt x="49156" y="5050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3" name="Output_receptor__5792">
              <a:extLst>
                <a:ext uri="{FF2B5EF4-FFF2-40B4-BE49-F238E27FC236}">
                  <a16:creationId xmlns:a16="http://schemas.microsoft.com/office/drawing/2014/main" id="{25E96DF0-8915-5DED-5A8E-CD6F71E378AD}"/>
                </a:ext>
              </a:extLst>
            </p:cNvPr>
            <p:cNvSpPr>
              <a:spLocks noGrp="1"/>
            </p:cNvSpPr>
            <p:nvPr/>
          </p:nvSpPr>
          <p:spPr>
            <a:xfrm>
              <a:off x="16036263" y="2693945"/>
              <a:ext cx="50991" cy="8619"/>
            </a:xfrm>
            <a:custGeom>
              <a:avLst/>
              <a:gdLst/>
              <a:ahLst/>
              <a:cxnLst/>
              <a:rect l="0" t="0" r="0" b="0"/>
              <a:pathLst>
                <a:path w="50991" h="8619">
                  <a:moveTo>
                    <a:pt x="0" y="8619"/>
                  </a:moveTo>
                  <a:lnTo>
                    <a:pt x="5099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4" name="Output_receptor__5793">
              <a:extLst>
                <a:ext uri="{FF2B5EF4-FFF2-40B4-BE49-F238E27FC236}">
                  <a16:creationId xmlns:a16="http://schemas.microsoft.com/office/drawing/2014/main" id="{26041F45-6852-E07A-0074-00EF8A75ACEF}"/>
                </a:ext>
              </a:extLst>
            </p:cNvPr>
            <p:cNvSpPr>
              <a:spLocks noGrp="1"/>
            </p:cNvSpPr>
            <p:nvPr/>
          </p:nvSpPr>
          <p:spPr>
            <a:xfrm>
              <a:off x="15722752" y="3375039"/>
              <a:ext cx="45446" cy="16543"/>
            </a:xfrm>
            <a:custGeom>
              <a:avLst/>
              <a:gdLst/>
              <a:ahLst/>
              <a:cxnLst/>
              <a:rect l="0" t="0" r="0" b="0"/>
              <a:pathLst>
                <a:path w="45446" h="16543">
                  <a:moveTo>
                    <a:pt x="45446" y="0"/>
                  </a:moveTo>
                  <a:lnTo>
                    <a:pt x="0" y="1654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5" name="Output_receptor__5794">
              <a:extLst>
                <a:ext uri="{FF2B5EF4-FFF2-40B4-BE49-F238E27FC236}">
                  <a16:creationId xmlns:a16="http://schemas.microsoft.com/office/drawing/2014/main" id="{142E55BB-A664-2F6B-21EA-900BEEAF9411}"/>
                </a:ext>
              </a:extLst>
            </p:cNvPr>
            <p:cNvSpPr>
              <a:spLocks noGrp="1"/>
            </p:cNvSpPr>
            <p:nvPr/>
          </p:nvSpPr>
          <p:spPr>
            <a:xfrm>
              <a:off x="15199212" y="3636862"/>
              <a:ext cx="71197" cy="7873"/>
            </a:xfrm>
            <a:custGeom>
              <a:avLst/>
              <a:gdLst/>
              <a:ahLst/>
              <a:cxnLst/>
              <a:rect l="0" t="0" r="0" b="0"/>
              <a:pathLst>
                <a:path w="71197" h="7873">
                  <a:moveTo>
                    <a:pt x="0" y="7873"/>
                  </a:moveTo>
                  <a:lnTo>
                    <a:pt x="71197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6" name="Output_receptor__5795">
              <a:extLst>
                <a:ext uri="{FF2B5EF4-FFF2-40B4-BE49-F238E27FC236}">
                  <a16:creationId xmlns:a16="http://schemas.microsoft.com/office/drawing/2014/main" id="{54CC313D-6E1C-B3BB-B81E-FCA67276EFC5}"/>
                </a:ext>
              </a:extLst>
            </p:cNvPr>
            <p:cNvSpPr>
              <a:spLocks noGrp="1"/>
            </p:cNvSpPr>
            <p:nvPr/>
          </p:nvSpPr>
          <p:spPr>
            <a:xfrm>
              <a:off x="15660097" y="2945491"/>
              <a:ext cx="95" cy="45820"/>
            </a:xfrm>
            <a:custGeom>
              <a:avLst/>
              <a:gdLst/>
              <a:ahLst/>
              <a:cxnLst/>
              <a:rect l="0" t="0" r="0" b="0"/>
              <a:pathLst>
                <a:path w="95" h="45820">
                  <a:moveTo>
                    <a:pt x="46" y="4582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797" name="Output_receptor__5796">
              <a:extLst>
                <a:ext uri="{FF2B5EF4-FFF2-40B4-BE49-F238E27FC236}">
                  <a16:creationId xmlns:a16="http://schemas.microsoft.com/office/drawing/2014/main" id="{DCF0EC2E-E5DE-EE4D-0C62-0893BFBA8354}"/>
                </a:ext>
              </a:extLst>
            </p:cNvPr>
            <p:cNvSpPr>
              <a:spLocks noGrp="1"/>
            </p:cNvSpPr>
            <p:nvPr/>
          </p:nvSpPr>
          <p:spPr>
            <a:xfrm>
              <a:off x="15310351" y="3552649"/>
              <a:ext cx="15175" cy="36718"/>
            </a:xfrm>
            <a:custGeom>
              <a:avLst/>
              <a:gdLst/>
              <a:ahLst/>
              <a:cxnLst/>
              <a:rect l="0" t="0" r="0" b="0"/>
              <a:pathLst>
                <a:path w="15175" h="36718">
                  <a:moveTo>
                    <a:pt x="0" y="36718"/>
                  </a:moveTo>
                  <a:lnTo>
                    <a:pt x="15175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8" name="Output_receptor__5797">
              <a:extLst>
                <a:ext uri="{FF2B5EF4-FFF2-40B4-BE49-F238E27FC236}">
                  <a16:creationId xmlns:a16="http://schemas.microsoft.com/office/drawing/2014/main" id="{10B4BEDF-09BE-7ABE-9509-B22762E93C51}"/>
                </a:ext>
              </a:extLst>
            </p:cNvPr>
            <p:cNvSpPr>
              <a:spLocks noGrp="1"/>
            </p:cNvSpPr>
            <p:nvPr/>
          </p:nvSpPr>
          <p:spPr>
            <a:xfrm>
              <a:off x="15308200" y="2877086"/>
              <a:ext cx="24741" cy="66566"/>
            </a:xfrm>
            <a:custGeom>
              <a:avLst/>
              <a:gdLst/>
              <a:ahLst/>
              <a:cxnLst/>
              <a:rect l="0" t="0" r="0" b="0"/>
              <a:pathLst>
                <a:path w="24741" h="66566">
                  <a:moveTo>
                    <a:pt x="24741" y="0"/>
                  </a:moveTo>
                  <a:lnTo>
                    <a:pt x="0" y="6656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799" name="Output_receptor__5798">
              <a:extLst>
                <a:ext uri="{FF2B5EF4-FFF2-40B4-BE49-F238E27FC236}">
                  <a16:creationId xmlns:a16="http://schemas.microsoft.com/office/drawing/2014/main" id="{C00DC5E0-699E-B131-EA19-7A211E57BA68}"/>
                </a:ext>
              </a:extLst>
            </p:cNvPr>
            <p:cNvSpPr>
              <a:spLocks noGrp="1"/>
            </p:cNvSpPr>
            <p:nvPr/>
          </p:nvSpPr>
          <p:spPr>
            <a:xfrm>
              <a:off x="16378771" y="2828240"/>
              <a:ext cx="23961" cy="28834"/>
            </a:xfrm>
            <a:custGeom>
              <a:avLst/>
              <a:gdLst/>
              <a:ahLst/>
              <a:cxnLst/>
              <a:rect l="0" t="0" r="0" b="0"/>
              <a:pathLst>
                <a:path w="23961" h="28834">
                  <a:moveTo>
                    <a:pt x="0" y="28834"/>
                  </a:moveTo>
                  <a:lnTo>
                    <a:pt x="23961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0" name="Output_receptor__5799">
              <a:extLst>
                <a:ext uri="{FF2B5EF4-FFF2-40B4-BE49-F238E27FC236}">
                  <a16:creationId xmlns:a16="http://schemas.microsoft.com/office/drawing/2014/main" id="{7FEF8416-3073-6C60-84D2-0799D2ACC17B}"/>
                </a:ext>
              </a:extLst>
            </p:cNvPr>
            <p:cNvSpPr>
              <a:spLocks noGrp="1"/>
            </p:cNvSpPr>
            <p:nvPr/>
          </p:nvSpPr>
          <p:spPr>
            <a:xfrm>
              <a:off x="15032332" y="2981072"/>
              <a:ext cx="66555" cy="27262"/>
            </a:xfrm>
            <a:custGeom>
              <a:avLst/>
              <a:gdLst/>
              <a:ahLst/>
              <a:cxnLst/>
              <a:rect l="0" t="0" r="0" b="0"/>
              <a:pathLst>
                <a:path w="66555" h="27262">
                  <a:moveTo>
                    <a:pt x="0" y="27262"/>
                  </a:moveTo>
                  <a:lnTo>
                    <a:pt x="6655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1" name="Output_receptor__5800">
              <a:extLst>
                <a:ext uri="{FF2B5EF4-FFF2-40B4-BE49-F238E27FC236}">
                  <a16:creationId xmlns:a16="http://schemas.microsoft.com/office/drawing/2014/main" id="{1C8660EF-FC1D-8FED-B6C2-36B10B13A47E}"/>
                </a:ext>
              </a:extLst>
            </p:cNvPr>
            <p:cNvSpPr>
              <a:spLocks noGrp="1"/>
            </p:cNvSpPr>
            <p:nvPr/>
          </p:nvSpPr>
          <p:spPr>
            <a:xfrm>
              <a:off x="16278772" y="2604465"/>
              <a:ext cx="68102" cy="18090"/>
            </a:xfrm>
            <a:custGeom>
              <a:avLst/>
              <a:gdLst/>
              <a:ahLst/>
              <a:cxnLst/>
              <a:rect l="0" t="0" r="0" b="0"/>
              <a:pathLst>
                <a:path w="68102" h="18090">
                  <a:moveTo>
                    <a:pt x="68102" y="0"/>
                  </a:moveTo>
                  <a:lnTo>
                    <a:pt x="0" y="1809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2" name="Output_receptor__5801">
              <a:extLst>
                <a:ext uri="{FF2B5EF4-FFF2-40B4-BE49-F238E27FC236}">
                  <a16:creationId xmlns:a16="http://schemas.microsoft.com/office/drawing/2014/main" id="{83C8F142-6BB6-9718-2200-DE12D34631DB}"/>
                </a:ext>
              </a:extLst>
            </p:cNvPr>
            <p:cNvSpPr>
              <a:spLocks noGrp="1"/>
            </p:cNvSpPr>
            <p:nvPr/>
          </p:nvSpPr>
          <p:spPr>
            <a:xfrm>
              <a:off x="16378498" y="2721535"/>
              <a:ext cx="52464" cy="49913"/>
            </a:xfrm>
            <a:custGeom>
              <a:avLst/>
              <a:gdLst/>
              <a:ahLst/>
              <a:cxnLst/>
              <a:rect l="0" t="0" r="0" b="0"/>
              <a:pathLst>
                <a:path w="52464" h="49913">
                  <a:moveTo>
                    <a:pt x="52464" y="4991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3" name="Output_receptor__5802">
              <a:extLst>
                <a:ext uri="{FF2B5EF4-FFF2-40B4-BE49-F238E27FC236}">
                  <a16:creationId xmlns:a16="http://schemas.microsoft.com/office/drawing/2014/main" id="{DFF0527F-5E3A-D8A2-95F1-4C377215F79A}"/>
                </a:ext>
              </a:extLst>
            </p:cNvPr>
            <p:cNvSpPr>
              <a:spLocks noGrp="1"/>
            </p:cNvSpPr>
            <p:nvPr/>
          </p:nvSpPr>
          <p:spPr>
            <a:xfrm>
              <a:off x="15407058" y="2913480"/>
              <a:ext cx="57740" cy="21469"/>
            </a:xfrm>
            <a:custGeom>
              <a:avLst/>
              <a:gdLst/>
              <a:ahLst/>
              <a:cxnLst/>
              <a:rect l="0" t="0" r="0" b="0"/>
              <a:pathLst>
                <a:path w="57740" h="21469">
                  <a:moveTo>
                    <a:pt x="0" y="21469"/>
                  </a:moveTo>
                  <a:lnTo>
                    <a:pt x="5774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4" name="Output_receptor__5803">
              <a:extLst>
                <a:ext uri="{FF2B5EF4-FFF2-40B4-BE49-F238E27FC236}">
                  <a16:creationId xmlns:a16="http://schemas.microsoft.com/office/drawing/2014/main" id="{D0553875-DD8E-98F4-2E70-1564391BBC7F}"/>
                </a:ext>
              </a:extLst>
            </p:cNvPr>
            <p:cNvSpPr>
              <a:spLocks noGrp="1"/>
            </p:cNvSpPr>
            <p:nvPr/>
          </p:nvSpPr>
          <p:spPr>
            <a:xfrm>
              <a:off x="15505581" y="3542805"/>
              <a:ext cx="28950" cy="48189"/>
            </a:xfrm>
            <a:custGeom>
              <a:avLst/>
              <a:gdLst/>
              <a:ahLst/>
              <a:cxnLst/>
              <a:rect l="0" t="0" r="0" b="0"/>
              <a:pathLst>
                <a:path w="28950" h="48189">
                  <a:moveTo>
                    <a:pt x="28950" y="4818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5" name="Output_receptor__5804">
              <a:extLst>
                <a:ext uri="{FF2B5EF4-FFF2-40B4-BE49-F238E27FC236}">
                  <a16:creationId xmlns:a16="http://schemas.microsoft.com/office/drawing/2014/main" id="{3DE168B4-A628-0C32-D340-B5F1F95D6D54}"/>
                </a:ext>
              </a:extLst>
            </p:cNvPr>
            <p:cNvSpPr>
              <a:spLocks noGrp="1"/>
            </p:cNvSpPr>
            <p:nvPr/>
          </p:nvSpPr>
          <p:spPr>
            <a:xfrm>
              <a:off x="15576666" y="3083634"/>
              <a:ext cx="10186" cy="26679"/>
            </a:xfrm>
            <a:custGeom>
              <a:avLst/>
              <a:gdLst/>
              <a:ahLst/>
              <a:cxnLst/>
              <a:rect l="0" t="0" r="0" b="0"/>
              <a:pathLst>
                <a:path w="10186" h="26679">
                  <a:moveTo>
                    <a:pt x="0" y="26679"/>
                  </a:moveTo>
                  <a:lnTo>
                    <a:pt x="10186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06" name="Output_receptor__5805">
              <a:extLst>
                <a:ext uri="{FF2B5EF4-FFF2-40B4-BE49-F238E27FC236}">
                  <a16:creationId xmlns:a16="http://schemas.microsoft.com/office/drawing/2014/main" id="{37AFB18F-3CCC-C370-5347-8DDAC17F5FD6}"/>
                </a:ext>
              </a:extLst>
            </p:cNvPr>
            <p:cNvSpPr>
              <a:spLocks noGrp="1"/>
            </p:cNvSpPr>
            <p:nvPr/>
          </p:nvSpPr>
          <p:spPr>
            <a:xfrm>
              <a:off x="16195183" y="2368321"/>
              <a:ext cx="33048" cy="23899"/>
            </a:xfrm>
            <a:custGeom>
              <a:avLst/>
              <a:gdLst/>
              <a:ahLst/>
              <a:cxnLst/>
              <a:rect l="0" t="0" r="0" b="0"/>
              <a:pathLst>
                <a:path w="33048" h="23899">
                  <a:moveTo>
                    <a:pt x="0" y="0"/>
                  </a:moveTo>
                  <a:lnTo>
                    <a:pt x="33048" y="2389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7" name="Output_receptor__5806">
              <a:extLst>
                <a:ext uri="{FF2B5EF4-FFF2-40B4-BE49-F238E27FC236}">
                  <a16:creationId xmlns:a16="http://schemas.microsoft.com/office/drawing/2014/main" id="{6BD6B868-3612-5329-E3E8-01806FB0D98A}"/>
                </a:ext>
              </a:extLst>
            </p:cNvPr>
            <p:cNvSpPr>
              <a:spLocks noGrp="1"/>
            </p:cNvSpPr>
            <p:nvPr/>
          </p:nvSpPr>
          <p:spPr>
            <a:xfrm>
              <a:off x="15967210" y="2702564"/>
              <a:ext cx="69053" cy="3761"/>
            </a:xfrm>
            <a:custGeom>
              <a:avLst/>
              <a:gdLst/>
              <a:ahLst/>
              <a:cxnLst/>
              <a:rect l="0" t="0" r="0" b="0"/>
              <a:pathLst>
                <a:path w="69053" h="3761">
                  <a:moveTo>
                    <a:pt x="0" y="3761"/>
                  </a:moveTo>
                  <a:lnTo>
                    <a:pt x="69053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8" name="Output_receptor__5807">
              <a:extLst>
                <a:ext uri="{FF2B5EF4-FFF2-40B4-BE49-F238E27FC236}">
                  <a16:creationId xmlns:a16="http://schemas.microsoft.com/office/drawing/2014/main" id="{CE1A2A7C-D636-5FFA-7111-480042327A95}"/>
                </a:ext>
              </a:extLst>
            </p:cNvPr>
            <p:cNvSpPr>
              <a:spLocks noGrp="1"/>
            </p:cNvSpPr>
            <p:nvPr/>
          </p:nvSpPr>
          <p:spPr>
            <a:xfrm>
              <a:off x="15270409" y="3589367"/>
              <a:ext cx="39941" cy="47495"/>
            </a:xfrm>
            <a:custGeom>
              <a:avLst/>
              <a:gdLst/>
              <a:ahLst/>
              <a:cxnLst/>
              <a:rect l="0" t="0" r="0" b="0"/>
              <a:pathLst>
                <a:path w="39941" h="47495">
                  <a:moveTo>
                    <a:pt x="0" y="47495"/>
                  </a:moveTo>
                  <a:lnTo>
                    <a:pt x="3994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09" name="Output_receptor__5808">
              <a:extLst>
                <a:ext uri="{FF2B5EF4-FFF2-40B4-BE49-F238E27FC236}">
                  <a16:creationId xmlns:a16="http://schemas.microsoft.com/office/drawing/2014/main" id="{7EE77B5A-B3A5-5F2C-96B3-644B76589ED9}"/>
                </a:ext>
              </a:extLst>
            </p:cNvPr>
            <p:cNvSpPr>
              <a:spLocks noGrp="1"/>
            </p:cNvSpPr>
            <p:nvPr/>
          </p:nvSpPr>
          <p:spPr>
            <a:xfrm>
              <a:off x="15602990" y="3144309"/>
              <a:ext cx="49291" cy="44534"/>
            </a:xfrm>
            <a:custGeom>
              <a:avLst/>
              <a:gdLst/>
              <a:ahLst/>
              <a:cxnLst/>
              <a:rect l="0" t="0" r="0" b="0"/>
              <a:pathLst>
                <a:path w="49291" h="44534">
                  <a:moveTo>
                    <a:pt x="0" y="44534"/>
                  </a:moveTo>
                  <a:lnTo>
                    <a:pt x="49291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0" name="Output_receptor__5809">
              <a:extLst>
                <a:ext uri="{FF2B5EF4-FFF2-40B4-BE49-F238E27FC236}">
                  <a16:creationId xmlns:a16="http://schemas.microsoft.com/office/drawing/2014/main" id="{E524D3FD-3782-1F27-AE8F-287C586121D0}"/>
                </a:ext>
              </a:extLst>
            </p:cNvPr>
            <p:cNvSpPr>
              <a:spLocks noGrp="1"/>
            </p:cNvSpPr>
            <p:nvPr/>
          </p:nvSpPr>
          <p:spPr>
            <a:xfrm>
              <a:off x="16053267" y="3338199"/>
              <a:ext cx="24828" cy="67732"/>
            </a:xfrm>
            <a:custGeom>
              <a:avLst/>
              <a:gdLst/>
              <a:ahLst/>
              <a:cxnLst/>
              <a:rect l="0" t="0" r="0" b="0"/>
              <a:pathLst>
                <a:path w="24828" h="67732">
                  <a:moveTo>
                    <a:pt x="24828" y="6773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1" name="Output_receptor__5810">
              <a:extLst>
                <a:ext uri="{FF2B5EF4-FFF2-40B4-BE49-F238E27FC236}">
                  <a16:creationId xmlns:a16="http://schemas.microsoft.com/office/drawing/2014/main" id="{A45F1CFC-C80A-3481-796D-B285DC124E9C}"/>
                </a:ext>
              </a:extLst>
            </p:cNvPr>
            <p:cNvSpPr>
              <a:spLocks noGrp="1"/>
            </p:cNvSpPr>
            <p:nvPr/>
          </p:nvSpPr>
          <p:spPr>
            <a:xfrm>
              <a:off x="16223040" y="2590370"/>
              <a:ext cx="55732" cy="32185"/>
            </a:xfrm>
            <a:custGeom>
              <a:avLst/>
              <a:gdLst/>
              <a:ahLst/>
              <a:cxnLst/>
              <a:rect l="0" t="0" r="0" b="0"/>
              <a:pathLst>
                <a:path w="55732" h="32185">
                  <a:moveTo>
                    <a:pt x="55732" y="3218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2" name="Output_receptor__5811">
              <a:extLst>
                <a:ext uri="{FF2B5EF4-FFF2-40B4-BE49-F238E27FC236}">
                  <a16:creationId xmlns:a16="http://schemas.microsoft.com/office/drawing/2014/main" id="{78A0284F-34D7-F6A2-CDCB-56C2026DD959}"/>
                </a:ext>
              </a:extLst>
            </p:cNvPr>
            <p:cNvSpPr>
              <a:spLocks noGrp="1"/>
            </p:cNvSpPr>
            <p:nvPr/>
          </p:nvSpPr>
          <p:spPr>
            <a:xfrm>
              <a:off x="15866343" y="2869740"/>
              <a:ext cx="25611" cy="59502"/>
            </a:xfrm>
            <a:custGeom>
              <a:avLst/>
              <a:gdLst/>
              <a:ahLst/>
              <a:cxnLst/>
              <a:rect l="0" t="0" r="0" b="0"/>
              <a:pathLst>
                <a:path w="25611" h="59502">
                  <a:moveTo>
                    <a:pt x="0" y="0"/>
                  </a:moveTo>
                  <a:lnTo>
                    <a:pt x="25611" y="59502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13" name="Output_receptor__5812">
              <a:extLst>
                <a:ext uri="{FF2B5EF4-FFF2-40B4-BE49-F238E27FC236}">
                  <a16:creationId xmlns:a16="http://schemas.microsoft.com/office/drawing/2014/main" id="{DE2BE93F-21BF-A10A-CAE2-90A82F67E34C}"/>
                </a:ext>
              </a:extLst>
            </p:cNvPr>
            <p:cNvSpPr>
              <a:spLocks noGrp="1"/>
            </p:cNvSpPr>
            <p:nvPr/>
          </p:nvSpPr>
          <p:spPr>
            <a:xfrm>
              <a:off x="15916396" y="2789739"/>
              <a:ext cx="47229" cy="52466"/>
            </a:xfrm>
            <a:custGeom>
              <a:avLst/>
              <a:gdLst/>
              <a:ahLst/>
              <a:cxnLst/>
              <a:rect l="0" t="0" r="0" b="0"/>
              <a:pathLst>
                <a:path w="47229" h="52466">
                  <a:moveTo>
                    <a:pt x="0" y="0"/>
                  </a:moveTo>
                  <a:lnTo>
                    <a:pt x="47229" y="5246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4" name="Output_receptor__5813">
              <a:extLst>
                <a:ext uri="{FF2B5EF4-FFF2-40B4-BE49-F238E27FC236}">
                  <a16:creationId xmlns:a16="http://schemas.microsoft.com/office/drawing/2014/main" id="{0E49B088-A0D8-02A5-0C83-5892E998AF56}"/>
                </a:ext>
              </a:extLst>
            </p:cNvPr>
            <p:cNvSpPr>
              <a:spLocks noGrp="1"/>
            </p:cNvSpPr>
            <p:nvPr/>
          </p:nvSpPr>
          <p:spPr>
            <a:xfrm>
              <a:off x="16200621" y="2796685"/>
              <a:ext cx="28044" cy="42806"/>
            </a:xfrm>
            <a:custGeom>
              <a:avLst/>
              <a:gdLst/>
              <a:ahLst/>
              <a:cxnLst/>
              <a:rect l="0" t="0" r="0" b="0"/>
              <a:pathLst>
                <a:path w="28044" h="42806">
                  <a:moveTo>
                    <a:pt x="0" y="42806"/>
                  </a:moveTo>
                  <a:lnTo>
                    <a:pt x="2804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5" name="Output_receptor__5814">
              <a:extLst>
                <a:ext uri="{FF2B5EF4-FFF2-40B4-BE49-F238E27FC236}">
                  <a16:creationId xmlns:a16="http://schemas.microsoft.com/office/drawing/2014/main" id="{331DCF77-24FC-36AF-DEE6-34CF50855A3E}"/>
                </a:ext>
              </a:extLst>
            </p:cNvPr>
            <p:cNvSpPr>
              <a:spLocks noGrp="1"/>
            </p:cNvSpPr>
            <p:nvPr/>
          </p:nvSpPr>
          <p:spPr>
            <a:xfrm>
              <a:off x="15822578" y="3172075"/>
              <a:ext cx="55256" cy="23657"/>
            </a:xfrm>
            <a:custGeom>
              <a:avLst/>
              <a:gdLst/>
              <a:ahLst/>
              <a:cxnLst/>
              <a:rect l="0" t="0" r="0" b="0"/>
              <a:pathLst>
                <a:path w="55256" h="23657">
                  <a:moveTo>
                    <a:pt x="55256" y="0"/>
                  </a:moveTo>
                  <a:lnTo>
                    <a:pt x="0" y="23657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6" name="Output_receptor__5815">
              <a:extLst>
                <a:ext uri="{FF2B5EF4-FFF2-40B4-BE49-F238E27FC236}">
                  <a16:creationId xmlns:a16="http://schemas.microsoft.com/office/drawing/2014/main" id="{32810F3D-23BF-C09F-E7B1-15D701C19E47}"/>
                </a:ext>
              </a:extLst>
            </p:cNvPr>
            <p:cNvSpPr>
              <a:spLocks noGrp="1"/>
            </p:cNvSpPr>
            <p:nvPr/>
          </p:nvSpPr>
          <p:spPr>
            <a:xfrm>
              <a:off x="16181738" y="2839491"/>
              <a:ext cx="18883" cy="45569"/>
            </a:xfrm>
            <a:custGeom>
              <a:avLst/>
              <a:gdLst/>
              <a:ahLst/>
              <a:cxnLst/>
              <a:rect l="0" t="0" r="0" b="0"/>
              <a:pathLst>
                <a:path w="18883" h="45569">
                  <a:moveTo>
                    <a:pt x="0" y="45569"/>
                  </a:moveTo>
                  <a:lnTo>
                    <a:pt x="18883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7" name="Output_receptor__5816">
              <a:extLst>
                <a:ext uri="{FF2B5EF4-FFF2-40B4-BE49-F238E27FC236}">
                  <a16:creationId xmlns:a16="http://schemas.microsoft.com/office/drawing/2014/main" id="{F5A18B63-1691-C749-7CE7-15125F3E4943}"/>
                </a:ext>
              </a:extLst>
            </p:cNvPr>
            <p:cNvSpPr>
              <a:spLocks noGrp="1"/>
            </p:cNvSpPr>
            <p:nvPr/>
          </p:nvSpPr>
          <p:spPr>
            <a:xfrm>
              <a:off x="15261079" y="3433387"/>
              <a:ext cx="69404" cy="16698"/>
            </a:xfrm>
            <a:custGeom>
              <a:avLst/>
              <a:gdLst/>
              <a:ahLst/>
              <a:cxnLst/>
              <a:rect l="0" t="0" r="0" b="0"/>
              <a:pathLst>
                <a:path w="69404" h="16698">
                  <a:moveTo>
                    <a:pt x="69404" y="166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18" name="Output_receptor__5817">
              <a:extLst>
                <a:ext uri="{FF2B5EF4-FFF2-40B4-BE49-F238E27FC236}">
                  <a16:creationId xmlns:a16="http://schemas.microsoft.com/office/drawing/2014/main" id="{DCF967B5-62D5-55E7-C2B7-5AFA9CFAA948}"/>
                </a:ext>
              </a:extLst>
            </p:cNvPr>
            <p:cNvSpPr>
              <a:spLocks noGrp="1"/>
            </p:cNvSpPr>
            <p:nvPr/>
          </p:nvSpPr>
          <p:spPr>
            <a:xfrm>
              <a:off x="15035450" y="3277062"/>
              <a:ext cx="50171" cy="50469"/>
            </a:xfrm>
            <a:custGeom>
              <a:avLst/>
              <a:gdLst/>
              <a:ahLst/>
              <a:cxnLst/>
              <a:rect l="0" t="0" r="0" b="0"/>
              <a:pathLst>
                <a:path w="50171" h="50469">
                  <a:moveTo>
                    <a:pt x="50171" y="5046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19" name="Output_receptor__5818">
              <a:extLst>
                <a:ext uri="{FF2B5EF4-FFF2-40B4-BE49-F238E27FC236}">
                  <a16:creationId xmlns:a16="http://schemas.microsoft.com/office/drawing/2014/main" id="{1F9599B8-2A49-2901-AF5B-2702832125AD}"/>
                </a:ext>
              </a:extLst>
            </p:cNvPr>
            <p:cNvSpPr>
              <a:spLocks noGrp="1"/>
            </p:cNvSpPr>
            <p:nvPr/>
          </p:nvSpPr>
          <p:spPr>
            <a:xfrm>
              <a:off x="16047299" y="2344151"/>
              <a:ext cx="36085" cy="12185"/>
            </a:xfrm>
            <a:custGeom>
              <a:avLst/>
              <a:gdLst/>
              <a:ahLst/>
              <a:cxnLst/>
              <a:rect l="0" t="0" r="0" b="0"/>
              <a:pathLst>
                <a:path w="36085" h="12185">
                  <a:moveTo>
                    <a:pt x="0" y="0"/>
                  </a:moveTo>
                  <a:lnTo>
                    <a:pt x="36085" y="1218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0" name="Output_receptor__5819">
              <a:extLst>
                <a:ext uri="{FF2B5EF4-FFF2-40B4-BE49-F238E27FC236}">
                  <a16:creationId xmlns:a16="http://schemas.microsoft.com/office/drawing/2014/main" id="{0E642B8E-FA55-2155-0C6E-D6DCBF10E8B5}"/>
                </a:ext>
              </a:extLst>
            </p:cNvPr>
            <p:cNvSpPr>
              <a:spLocks noGrp="1"/>
            </p:cNvSpPr>
            <p:nvPr/>
          </p:nvSpPr>
          <p:spPr>
            <a:xfrm>
              <a:off x="15832301" y="2524993"/>
              <a:ext cx="70771" cy="4268"/>
            </a:xfrm>
            <a:custGeom>
              <a:avLst/>
              <a:gdLst/>
              <a:ahLst/>
              <a:cxnLst/>
              <a:rect l="0" t="0" r="0" b="0"/>
              <a:pathLst>
                <a:path w="70771" h="4268">
                  <a:moveTo>
                    <a:pt x="70771" y="0"/>
                  </a:moveTo>
                  <a:lnTo>
                    <a:pt x="0" y="426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21" name="Output_receptor__5820">
              <a:extLst>
                <a:ext uri="{FF2B5EF4-FFF2-40B4-BE49-F238E27FC236}">
                  <a16:creationId xmlns:a16="http://schemas.microsoft.com/office/drawing/2014/main" id="{C06489FD-6DB9-0F55-C474-A4F705B94D26}"/>
                </a:ext>
              </a:extLst>
            </p:cNvPr>
            <p:cNvSpPr>
              <a:spLocks noGrp="1"/>
            </p:cNvSpPr>
            <p:nvPr/>
          </p:nvSpPr>
          <p:spPr>
            <a:xfrm>
              <a:off x="16112170" y="2743387"/>
              <a:ext cx="19529" cy="58976"/>
            </a:xfrm>
            <a:custGeom>
              <a:avLst/>
              <a:gdLst/>
              <a:ahLst/>
              <a:cxnLst/>
              <a:rect l="0" t="0" r="0" b="0"/>
              <a:pathLst>
                <a:path w="19529" h="58976">
                  <a:moveTo>
                    <a:pt x="19529" y="0"/>
                  </a:moveTo>
                  <a:lnTo>
                    <a:pt x="0" y="589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2" name="Output_receptor__5821">
              <a:extLst>
                <a:ext uri="{FF2B5EF4-FFF2-40B4-BE49-F238E27FC236}">
                  <a16:creationId xmlns:a16="http://schemas.microsoft.com/office/drawing/2014/main" id="{5F59822F-E4E0-7C66-5E81-5E5AF2941A70}"/>
                </a:ext>
              </a:extLst>
            </p:cNvPr>
            <p:cNvSpPr>
              <a:spLocks noGrp="1"/>
            </p:cNvSpPr>
            <p:nvPr/>
          </p:nvSpPr>
          <p:spPr>
            <a:xfrm>
              <a:off x="15825390" y="2600804"/>
              <a:ext cx="66002" cy="25636"/>
            </a:xfrm>
            <a:custGeom>
              <a:avLst/>
              <a:gdLst/>
              <a:ahLst/>
              <a:cxnLst/>
              <a:rect l="0" t="0" r="0" b="0"/>
              <a:pathLst>
                <a:path w="66002" h="25636">
                  <a:moveTo>
                    <a:pt x="0" y="0"/>
                  </a:moveTo>
                  <a:lnTo>
                    <a:pt x="66002" y="2563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23" name="Output_receptor__5822">
              <a:extLst>
                <a:ext uri="{FF2B5EF4-FFF2-40B4-BE49-F238E27FC236}">
                  <a16:creationId xmlns:a16="http://schemas.microsoft.com/office/drawing/2014/main" id="{FCC28977-BD6F-9DA2-9BE7-869FADB2A781}"/>
                </a:ext>
              </a:extLst>
            </p:cNvPr>
            <p:cNvSpPr>
              <a:spLocks noGrp="1"/>
            </p:cNvSpPr>
            <p:nvPr/>
          </p:nvSpPr>
          <p:spPr>
            <a:xfrm>
              <a:off x="15602990" y="3188842"/>
              <a:ext cx="22297" cy="53433"/>
            </a:xfrm>
            <a:custGeom>
              <a:avLst/>
              <a:gdLst/>
              <a:ahLst/>
              <a:cxnLst/>
              <a:rect l="0" t="0" r="0" b="0"/>
              <a:pathLst>
                <a:path w="22297" h="53433">
                  <a:moveTo>
                    <a:pt x="22297" y="5343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4" name="Output_receptor__5823">
              <a:extLst>
                <a:ext uri="{FF2B5EF4-FFF2-40B4-BE49-F238E27FC236}">
                  <a16:creationId xmlns:a16="http://schemas.microsoft.com/office/drawing/2014/main" id="{92B59F49-0BB9-D174-265E-183CEAA70CF9}"/>
                </a:ext>
              </a:extLst>
            </p:cNvPr>
            <p:cNvSpPr>
              <a:spLocks noGrp="1"/>
            </p:cNvSpPr>
            <p:nvPr/>
          </p:nvSpPr>
          <p:spPr>
            <a:xfrm>
              <a:off x="16308920" y="2794755"/>
              <a:ext cx="35387" cy="850"/>
            </a:xfrm>
            <a:custGeom>
              <a:avLst/>
              <a:gdLst/>
              <a:ahLst/>
              <a:cxnLst/>
              <a:rect l="0" t="0" r="0" b="0"/>
              <a:pathLst>
                <a:path w="35387" h="850">
                  <a:moveTo>
                    <a:pt x="0" y="0"/>
                  </a:moveTo>
                  <a:lnTo>
                    <a:pt x="35387" y="85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5" name="Output_receptor__5824">
              <a:extLst>
                <a:ext uri="{FF2B5EF4-FFF2-40B4-BE49-F238E27FC236}">
                  <a16:creationId xmlns:a16="http://schemas.microsoft.com/office/drawing/2014/main" id="{48BE54E4-3ABD-80FA-4722-C055F9400EEB}"/>
                </a:ext>
              </a:extLst>
            </p:cNvPr>
            <p:cNvSpPr>
              <a:spLocks noGrp="1"/>
            </p:cNvSpPr>
            <p:nvPr/>
          </p:nvSpPr>
          <p:spPr>
            <a:xfrm>
              <a:off x="15408739" y="3120096"/>
              <a:ext cx="7014" cy="57518"/>
            </a:xfrm>
            <a:custGeom>
              <a:avLst/>
              <a:gdLst/>
              <a:ahLst/>
              <a:cxnLst/>
              <a:rect l="0" t="0" r="0" b="0"/>
              <a:pathLst>
                <a:path w="7014" h="57518">
                  <a:moveTo>
                    <a:pt x="0" y="57518"/>
                  </a:moveTo>
                  <a:lnTo>
                    <a:pt x="701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6" name="Output_receptor__5825">
              <a:extLst>
                <a:ext uri="{FF2B5EF4-FFF2-40B4-BE49-F238E27FC236}">
                  <a16:creationId xmlns:a16="http://schemas.microsoft.com/office/drawing/2014/main" id="{0AA94E32-878B-E389-F97D-080A3955B9C7}"/>
                </a:ext>
              </a:extLst>
            </p:cNvPr>
            <p:cNvSpPr>
              <a:spLocks noGrp="1"/>
            </p:cNvSpPr>
            <p:nvPr/>
          </p:nvSpPr>
          <p:spPr>
            <a:xfrm>
              <a:off x="15720039" y="2963816"/>
              <a:ext cx="31315" cy="12775"/>
            </a:xfrm>
            <a:custGeom>
              <a:avLst/>
              <a:gdLst/>
              <a:ahLst/>
              <a:cxnLst/>
              <a:rect l="0" t="0" r="0" b="0"/>
              <a:pathLst>
                <a:path w="31315" h="12775">
                  <a:moveTo>
                    <a:pt x="0" y="12775"/>
                  </a:moveTo>
                  <a:lnTo>
                    <a:pt x="3131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7" name="Output_receptor__5826">
              <a:extLst>
                <a:ext uri="{FF2B5EF4-FFF2-40B4-BE49-F238E27FC236}">
                  <a16:creationId xmlns:a16="http://schemas.microsoft.com/office/drawing/2014/main" id="{823FA39E-A327-B49A-ABEC-031E4149AA1F}"/>
                </a:ext>
              </a:extLst>
            </p:cNvPr>
            <p:cNvSpPr>
              <a:spLocks noGrp="1"/>
            </p:cNvSpPr>
            <p:nvPr/>
          </p:nvSpPr>
          <p:spPr>
            <a:xfrm>
              <a:off x="16157821" y="2318748"/>
              <a:ext cx="37363" cy="49573"/>
            </a:xfrm>
            <a:custGeom>
              <a:avLst/>
              <a:gdLst/>
              <a:ahLst/>
              <a:cxnLst/>
              <a:rect l="0" t="0" r="0" b="0"/>
              <a:pathLst>
                <a:path w="37363" h="49573">
                  <a:moveTo>
                    <a:pt x="0" y="0"/>
                  </a:moveTo>
                  <a:lnTo>
                    <a:pt x="37363" y="4957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8" name="Output_receptor__5827">
              <a:extLst>
                <a:ext uri="{FF2B5EF4-FFF2-40B4-BE49-F238E27FC236}">
                  <a16:creationId xmlns:a16="http://schemas.microsoft.com/office/drawing/2014/main" id="{69E11D5E-676E-FC22-14EC-BF5888E8E363}"/>
                </a:ext>
              </a:extLst>
            </p:cNvPr>
            <p:cNvSpPr>
              <a:spLocks noGrp="1"/>
            </p:cNvSpPr>
            <p:nvPr/>
          </p:nvSpPr>
          <p:spPr>
            <a:xfrm>
              <a:off x="15652281" y="3144309"/>
              <a:ext cx="49917" cy="51393"/>
            </a:xfrm>
            <a:custGeom>
              <a:avLst/>
              <a:gdLst/>
              <a:ahLst/>
              <a:cxnLst/>
              <a:rect l="0" t="0" r="0" b="0"/>
              <a:pathLst>
                <a:path w="49917" h="51393">
                  <a:moveTo>
                    <a:pt x="0" y="0"/>
                  </a:moveTo>
                  <a:lnTo>
                    <a:pt x="49917" y="5139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29" name="Output_receptor__5828">
              <a:extLst>
                <a:ext uri="{FF2B5EF4-FFF2-40B4-BE49-F238E27FC236}">
                  <a16:creationId xmlns:a16="http://schemas.microsoft.com/office/drawing/2014/main" id="{34D3DAD9-A324-62D7-2D82-C3C56660DF20}"/>
                </a:ext>
              </a:extLst>
            </p:cNvPr>
            <p:cNvSpPr>
              <a:spLocks noGrp="1"/>
            </p:cNvSpPr>
            <p:nvPr/>
          </p:nvSpPr>
          <p:spPr>
            <a:xfrm>
              <a:off x="15098886" y="2918549"/>
              <a:ext cx="15319" cy="62523"/>
            </a:xfrm>
            <a:custGeom>
              <a:avLst/>
              <a:gdLst/>
              <a:ahLst/>
              <a:cxnLst/>
              <a:rect l="0" t="0" r="0" b="0"/>
              <a:pathLst>
                <a:path w="15319" h="62523">
                  <a:moveTo>
                    <a:pt x="0" y="62523"/>
                  </a:moveTo>
                  <a:lnTo>
                    <a:pt x="1531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0" name="Output_receptor__5829">
              <a:extLst>
                <a:ext uri="{FF2B5EF4-FFF2-40B4-BE49-F238E27FC236}">
                  <a16:creationId xmlns:a16="http://schemas.microsoft.com/office/drawing/2014/main" id="{04385E77-B9A7-A206-339F-B06225D495BF}"/>
                </a:ext>
              </a:extLst>
            </p:cNvPr>
            <p:cNvSpPr>
              <a:spLocks noGrp="1"/>
            </p:cNvSpPr>
            <p:nvPr/>
          </p:nvSpPr>
          <p:spPr>
            <a:xfrm>
              <a:off x="15488670" y="3070834"/>
              <a:ext cx="28505" cy="16452"/>
            </a:xfrm>
            <a:custGeom>
              <a:avLst/>
              <a:gdLst/>
              <a:ahLst/>
              <a:cxnLst/>
              <a:rect l="0" t="0" r="0" b="0"/>
              <a:pathLst>
                <a:path w="28505" h="16452">
                  <a:moveTo>
                    <a:pt x="0" y="16452"/>
                  </a:moveTo>
                  <a:lnTo>
                    <a:pt x="2850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1" name="Output_receptor__5830">
              <a:extLst>
                <a:ext uri="{FF2B5EF4-FFF2-40B4-BE49-F238E27FC236}">
                  <a16:creationId xmlns:a16="http://schemas.microsoft.com/office/drawing/2014/main" id="{9DCC5EC6-4AAB-E066-826C-4DA46ED4A2EF}"/>
                </a:ext>
              </a:extLst>
            </p:cNvPr>
            <p:cNvSpPr>
              <a:spLocks noGrp="1"/>
            </p:cNvSpPr>
            <p:nvPr/>
          </p:nvSpPr>
          <p:spPr>
            <a:xfrm>
              <a:off x="16196161" y="3221374"/>
              <a:ext cx="18224" cy="27019"/>
            </a:xfrm>
            <a:custGeom>
              <a:avLst/>
              <a:gdLst/>
              <a:ahLst/>
              <a:cxnLst/>
              <a:rect l="0" t="0" r="0" b="0"/>
              <a:pathLst>
                <a:path w="18224" h="27019">
                  <a:moveTo>
                    <a:pt x="0" y="0"/>
                  </a:moveTo>
                  <a:lnTo>
                    <a:pt x="18224" y="2701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2" name="Output_receptor__5831">
              <a:extLst>
                <a:ext uri="{FF2B5EF4-FFF2-40B4-BE49-F238E27FC236}">
                  <a16:creationId xmlns:a16="http://schemas.microsoft.com/office/drawing/2014/main" id="{E77A3FCC-4878-B49A-3964-579E388E813C}"/>
                </a:ext>
              </a:extLst>
            </p:cNvPr>
            <p:cNvSpPr>
              <a:spLocks noGrp="1"/>
            </p:cNvSpPr>
            <p:nvPr/>
          </p:nvSpPr>
          <p:spPr>
            <a:xfrm>
              <a:off x="14912564" y="3237475"/>
              <a:ext cx="16408" cy="65544"/>
            </a:xfrm>
            <a:custGeom>
              <a:avLst/>
              <a:gdLst/>
              <a:ahLst/>
              <a:cxnLst/>
              <a:rect l="0" t="0" r="0" b="0"/>
              <a:pathLst>
                <a:path w="16408" h="65544">
                  <a:moveTo>
                    <a:pt x="0" y="0"/>
                  </a:moveTo>
                  <a:lnTo>
                    <a:pt x="16408" y="6554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3" name="Output_receptor__5832">
              <a:extLst>
                <a:ext uri="{FF2B5EF4-FFF2-40B4-BE49-F238E27FC236}">
                  <a16:creationId xmlns:a16="http://schemas.microsoft.com/office/drawing/2014/main" id="{147DEB10-9A56-1B00-787B-1CEF3CA2A88B}"/>
                </a:ext>
              </a:extLst>
            </p:cNvPr>
            <p:cNvSpPr>
              <a:spLocks noGrp="1"/>
            </p:cNvSpPr>
            <p:nvPr/>
          </p:nvSpPr>
          <p:spPr>
            <a:xfrm>
              <a:off x="15275118" y="3357558"/>
              <a:ext cx="61404" cy="11196"/>
            </a:xfrm>
            <a:custGeom>
              <a:avLst/>
              <a:gdLst/>
              <a:ahLst/>
              <a:cxnLst/>
              <a:rect l="0" t="0" r="0" b="0"/>
              <a:pathLst>
                <a:path w="61404" h="11196">
                  <a:moveTo>
                    <a:pt x="0" y="11196"/>
                  </a:moveTo>
                  <a:lnTo>
                    <a:pt x="6140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4" name="Output_receptor__5833">
              <a:extLst>
                <a:ext uri="{FF2B5EF4-FFF2-40B4-BE49-F238E27FC236}">
                  <a16:creationId xmlns:a16="http://schemas.microsoft.com/office/drawing/2014/main" id="{843D0863-8412-3623-13B0-23DF020C078C}"/>
                </a:ext>
              </a:extLst>
            </p:cNvPr>
            <p:cNvSpPr>
              <a:spLocks noGrp="1"/>
            </p:cNvSpPr>
            <p:nvPr/>
          </p:nvSpPr>
          <p:spPr>
            <a:xfrm>
              <a:off x="15725398" y="2880131"/>
              <a:ext cx="19252" cy="16295"/>
            </a:xfrm>
            <a:custGeom>
              <a:avLst/>
              <a:gdLst/>
              <a:ahLst/>
              <a:cxnLst/>
              <a:rect l="0" t="0" r="0" b="0"/>
              <a:pathLst>
                <a:path w="19252" h="16295">
                  <a:moveTo>
                    <a:pt x="0" y="16295"/>
                  </a:moveTo>
                  <a:lnTo>
                    <a:pt x="19252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5" name="Output_receptor__5834">
              <a:extLst>
                <a:ext uri="{FF2B5EF4-FFF2-40B4-BE49-F238E27FC236}">
                  <a16:creationId xmlns:a16="http://schemas.microsoft.com/office/drawing/2014/main" id="{94FCEE21-D4AC-5EFB-55E8-68291F21C3ED}"/>
                </a:ext>
              </a:extLst>
            </p:cNvPr>
            <p:cNvSpPr>
              <a:spLocks noGrp="1"/>
            </p:cNvSpPr>
            <p:nvPr/>
          </p:nvSpPr>
          <p:spPr>
            <a:xfrm>
              <a:off x="15914461" y="2685471"/>
              <a:ext cx="52748" cy="20854"/>
            </a:xfrm>
            <a:custGeom>
              <a:avLst/>
              <a:gdLst/>
              <a:ahLst/>
              <a:cxnLst/>
              <a:rect l="0" t="0" r="0" b="0"/>
              <a:pathLst>
                <a:path w="52748" h="20854">
                  <a:moveTo>
                    <a:pt x="0" y="0"/>
                  </a:moveTo>
                  <a:lnTo>
                    <a:pt x="52748" y="2085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6" name="Output_receptor__5835">
              <a:extLst>
                <a:ext uri="{FF2B5EF4-FFF2-40B4-BE49-F238E27FC236}">
                  <a16:creationId xmlns:a16="http://schemas.microsoft.com/office/drawing/2014/main" id="{89A0070E-5414-391E-8814-E7C1F08C1000}"/>
                </a:ext>
              </a:extLst>
            </p:cNvPr>
            <p:cNvSpPr>
              <a:spLocks noGrp="1"/>
            </p:cNvSpPr>
            <p:nvPr/>
          </p:nvSpPr>
          <p:spPr>
            <a:xfrm>
              <a:off x="15408739" y="3177614"/>
              <a:ext cx="13072" cy="49168"/>
            </a:xfrm>
            <a:custGeom>
              <a:avLst/>
              <a:gdLst/>
              <a:ahLst/>
              <a:cxnLst/>
              <a:rect l="0" t="0" r="0" b="0"/>
              <a:pathLst>
                <a:path w="13072" h="49168">
                  <a:moveTo>
                    <a:pt x="13072" y="491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37" name="Output_receptor__5836">
              <a:extLst>
                <a:ext uri="{FF2B5EF4-FFF2-40B4-BE49-F238E27FC236}">
                  <a16:creationId xmlns:a16="http://schemas.microsoft.com/office/drawing/2014/main" id="{7838F221-8BAD-E0F2-E936-7685944B8029}"/>
                </a:ext>
              </a:extLst>
            </p:cNvPr>
            <p:cNvSpPr>
              <a:spLocks noGrp="1"/>
            </p:cNvSpPr>
            <p:nvPr/>
          </p:nvSpPr>
          <p:spPr>
            <a:xfrm>
              <a:off x="15825390" y="2529261"/>
              <a:ext cx="6911" cy="71544"/>
            </a:xfrm>
            <a:custGeom>
              <a:avLst/>
              <a:gdLst/>
              <a:ahLst/>
              <a:cxnLst/>
              <a:rect l="0" t="0" r="0" b="0"/>
              <a:pathLst>
                <a:path w="6911" h="71544">
                  <a:moveTo>
                    <a:pt x="6911" y="0"/>
                  </a:moveTo>
                  <a:lnTo>
                    <a:pt x="0" y="7154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8" name="Output_receptor__5837">
              <a:extLst>
                <a:ext uri="{FF2B5EF4-FFF2-40B4-BE49-F238E27FC236}">
                  <a16:creationId xmlns:a16="http://schemas.microsoft.com/office/drawing/2014/main" id="{15D57384-9879-97C5-BCF3-BA701AD6A0AA}"/>
                </a:ext>
              </a:extLst>
            </p:cNvPr>
            <p:cNvSpPr>
              <a:spLocks noGrp="1"/>
            </p:cNvSpPr>
            <p:nvPr/>
          </p:nvSpPr>
          <p:spPr>
            <a:xfrm>
              <a:off x="15430356" y="3641995"/>
              <a:ext cx="42551" cy="41834"/>
            </a:xfrm>
            <a:custGeom>
              <a:avLst/>
              <a:gdLst/>
              <a:ahLst/>
              <a:cxnLst/>
              <a:rect l="0" t="0" r="0" b="0"/>
              <a:pathLst>
                <a:path w="42551" h="41834">
                  <a:moveTo>
                    <a:pt x="42551" y="0"/>
                  </a:moveTo>
                  <a:lnTo>
                    <a:pt x="0" y="4183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39" name="Output_receptor__5838">
              <a:extLst>
                <a:ext uri="{FF2B5EF4-FFF2-40B4-BE49-F238E27FC236}">
                  <a16:creationId xmlns:a16="http://schemas.microsoft.com/office/drawing/2014/main" id="{DD88AFE0-EDA1-AE6A-B57B-B029505D5256}"/>
                </a:ext>
              </a:extLst>
            </p:cNvPr>
            <p:cNvSpPr>
              <a:spLocks noGrp="1"/>
            </p:cNvSpPr>
            <p:nvPr/>
          </p:nvSpPr>
          <p:spPr>
            <a:xfrm>
              <a:off x="15261079" y="3368754"/>
              <a:ext cx="14039" cy="64633"/>
            </a:xfrm>
            <a:custGeom>
              <a:avLst/>
              <a:gdLst/>
              <a:ahLst/>
              <a:cxnLst/>
              <a:rect l="0" t="0" r="0" b="0"/>
              <a:pathLst>
                <a:path w="14039" h="64633">
                  <a:moveTo>
                    <a:pt x="0" y="64633"/>
                  </a:moveTo>
                  <a:lnTo>
                    <a:pt x="14039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0" name="Output_receptor__5839">
              <a:extLst>
                <a:ext uri="{FF2B5EF4-FFF2-40B4-BE49-F238E27FC236}">
                  <a16:creationId xmlns:a16="http://schemas.microsoft.com/office/drawing/2014/main" id="{32987A8F-607E-7B70-4FCF-39D6ED00ECD6}"/>
                </a:ext>
              </a:extLst>
            </p:cNvPr>
            <p:cNvSpPr>
              <a:spLocks noGrp="1"/>
            </p:cNvSpPr>
            <p:nvPr/>
          </p:nvSpPr>
          <p:spPr>
            <a:xfrm>
              <a:off x="15005813" y="2794637"/>
              <a:ext cx="15825" cy="16458"/>
            </a:xfrm>
            <a:custGeom>
              <a:avLst/>
              <a:gdLst/>
              <a:ahLst/>
              <a:cxnLst/>
              <a:rect l="0" t="0" r="0" b="0"/>
              <a:pathLst>
                <a:path w="15825" h="16458">
                  <a:moveTo>
                    <a:pt x="0" y="0"/>
                  </a:moveTo>
                  <a:lnTo>
                    <a:pt x="15825" y="1645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1" name="Output_receptor__5840">
              <a:extLst>
                <a:ext uri="{FF2B5EF4-FFF2-40B4-BE49-F238E27FC236}">
                  <a16:creationId xmlns:a16="http://schemas.microsoft.com/office/drawing/2014/main" id="{86862827-EC56-69EB-2808-2DCA05838F4B}"/>
                </a:ext>
              </a:extLst>
            </p:cNvPr>
            <p:cNvSpPr>
              <a:spLocks noGrp="1"/>
            </p:cNvSpPr>
            <p:nvPr/>
          </p:nvSpPr>
          <p:spPr>
            <a:xfrm>
              <a:off x="16269541" y="2852565"/>
              <a:ext cx="19673" cy="11576"/>
            </a:xfrm>
            <a:custGeom>
              <a:avLst/>
              <a:gdLst/>
              <a:ahLst/>
              <a:cxnLst/>
              <a:rect l="0" t="0" r="0" b="0"/>
              <a:pathLst>
                <a:path w="19673" h="11576">
                  <a:moveTo>
                    <a:pt x="0" y="0"/>
                  </a:moveTo>
                  <a:lnTo>
                    <a:pt x="19673" y="115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2" name="Output_receptor__5841">
              <a:extLst>
                <a:ext uri="{FF2B5EF4-FFF2-40B4-BE49-F238E27FC236}">
                  <a16:creationId xmlns:a16="http://schemas.microsoft.com/office/drawing/2014/main" id="{138D21A3-FB48-EAB7-12F0-620A7CB71F77}"/>
                </a:ext>
              </a:extLst>
            </p:cNvPr>
            <p:cNvSpPr>
              <a:spLocks noGrp="1"/>
            </p:cNvSpPr>
            <p:nvPr/>
          </p:nvSpPr>
          <p:spPr>
            <a:xfrm>
              <a:off x="15270008" y="3263670"/>
              <a:ext cx="55802" cy="14257"/>
            </a:xfrm>
            <a:custGeom>
              <a:avLst/>
              <a:gdLst/>
              <a:ahLst/>
              <a:cxnLst/>
              <a:rect l="0" t="0" r="0" b="0"/>
              <a:pathLst>
                <a:path w="55802" h="14257">
                  <a:moveTo>
                    <a:pt x="0" y="14257"/>
                  </a:moveTo>
                  <a:lnTo>
                    <a:pt x="55802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3" name="Output_receptor__5842">
              <a:extLst>
                <a:ext uri="{FF2B5EF4-FFF2-40B4-BE49-F238E27FC236}">
                  <a16:creationId xmlns:a16="http://schemas.microsoft.com/office/drawing/2014/main" id="{65DB2B3B-57AB-A0D4-3D14-42DBE76C43E9}"/>
                </a:ext>
              </a:extLst>
            </p:cNvPr>
            <p:cNvSpPr>
              <a:spLocks noGrp="1"/>
            </p:cNvSpPr>
            <p:nvPr/>
          </p:nvSpPr>
          <p:spPr>
            <a:xfrm>
              <a:off x="15579212" y="3016061"/>
              <a:ext cx="41371" cy="14188"/>
            </a:xfrm>
            <a:custGeom>
              <a:avLst/>
              <a:gdLst/>
              <a:ahLst/>
              <a:cxnLst/>
              <a:rect l="0" t="0" r="0" b="0"/>
              <a:pathLst>
                <a:path w="41371" h="14188">
                  <a:moveTo>
                    <a:pt x="0" y="0"/>
                  </a:moveTo>
                  <a:lnTo>
                    <a:pt x="41371" y="1418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4" name="Output_receptor__5843">
              <a:extLst>
                <a:ext uri="{FF2B5EF4-FFF2-40B4-BE49-F238E27FC236}">
                  <a16:creationId xmlns:a16="http://schemas.microsoft.com/office/drawing/2014/main" id="{973684EB-EAFE-33B6-56B6-6C6DC19ED55A}"/>
                </a:ext>
              </a:extLst>
            </p:cNvPr>
            <p:cNvSpPr>
              <a:spLocks noGrp="1"/>
            </p:cNvSpPr>
            <p:nvPr/>
          </p:nvSpPr>
          <p:spPr>
            <a:xfrm>
              <a:off x="15891392" y="2626441"/>
              <a:ext cx="23069" cy="59031"/>
            </a:xfrm>
            <a:custGeom>
              <a:avLst/>
              <a:gdLst/>
              <a:ahLst/>
              <a:cxnLst/>
              <a:rect l="0" t="0" r="0" b="0"/>
              <a:pathLst>
                <a:path w="23069" h="59031">
                  <a:moveTo>
                    <a:pt x="0" y="0"/>
                  </a:moveTo>
                  <a:lnTo>
                    <a:pt x="23069" y="5903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5" name="Output_receptor__5844">
              <a:extLst>
                <a:ext uri="{FF2B5EF4-FFF2-40B4-BE49-F238E27FC236}">
                  <a16:creationId xmlns:a16="http://schemas.microsoft.com/office/drawing/2014/main" id="{632A67C6-12F5-4467-77FD-9FE79A26BC05}"/>
                </a:ext>
              </a:extLst>
            </p:cNvPr>
            <p:cNvSpPr>
              <a:spLocks noGrp="1"/>
            </p:cNvSpPr>
            <p:nvPr/>
          </p:nvSpPr>
          <p:spPr>
            <a:xfrm>
              <a:off x="15407058" y="2934949"/>
              <a:ext cx="25499" cy="67464"/>
            </a:xfrm>
            <a:custGeom>
              <a:avLst/>
              <a:gdLst/>
              <a:ahLst/>
              <a:cxnLst/>
              <a:rect l="0" t="0" r="0" b="0"/>
              <a:pathLst>
                <a:path w="25499" h="67464">
                  <a:moveTo>
                    <a:pt x="25499" y="6746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6" name="Output_receptor__5845">
              <a:extLst>
                <a:ext uri="{FF2B5EF4-FFF2-40B4-BE49-F238E27FC236}">
                  <a16:creationId xmlns:a16="http://schemas.microsoft.com/office/drawing/2014/main" id="{7917D315-64A3-0FBC-2736-80A00A471B24}"/>
                </a:ext>
              </a:extLst>
            </p:cNvPr>
            <p:cNvSpPr>
              <a:spLocks noGrp="1"/>
            </p:cNvSpPr>
            <p:nvPr/>
          </p:nvSpPr>
          <p:spPr>
            <a:xfrm>
              <a:off x="16156782" y="2590370"/>
              <a:ext cx="66258" cy="28563"/>
            </a:xfrm>
            <a:custGeom>
              <a:avLst/>
              <a:gdLst/>
              <a:ahLst/>
              <a:cxnLst/>
              <a:rect l="0" t="0" r="0" b="0"/>
              <a:pathLst>
                <a:path w="66258" h="28563">
                  <a:moveTo>
                    <a:pt x="66258" y="0"/>
                  </a:moveTo>
                  <a:lnTo>
                    <a:pt x="0" y="2856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7" name="Output_receptor__5846">
              <a:extLst>
                <a:ext uri="{FF2B5EF4-FFF2-40B4-BE49-F238E27FC236}">
                  <a16:creationId xmlns:a16="http://schemas.microsoft.com/office/drawing/2014/main" id="{7B866380-0394-07E8-7045-75AE358A4E9D}"/>
                </a:ext>
              </a:extLst>
            </p:cNvPr>
            <p:cNvSpPr>
              <a:spLocks noGrp="1"/>
            </p:cNvSpPr>
            <p:nvPr/>
          </p:nvSpPr>
          <p:spPr>
            <a:xfrm>
              <a:off x="16083383" y="2356337"/>
              <a:ext cx="37229" cy="54884"/>
            </a:xfrm>
            <a:custGeom>
              <a:avLst/>
              <a:gdLst/>
              <a:ahLst/>
              <a:cxnLst/>
              <a:rect l="0" t="0" r="0" b="0"/>
              <a:pathLst>
                <a:path w="37229" h="54884">
                  <a:moveTo>
                    <a:pt x="0" y="0"/>
                  </a:moveTo>
                  <a:lnTo>
                    <a:pt x="37229" y="54884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48" name="Output_receptor__5847">
              <a:extLst>
                <a:ext uri="{FF2B5EF4-FFF2-40B4-BE49-F238E27FC236}">
                  <a16:creationId xmlns:a16="http://schemas.microsoft.com/office/drawing/2014/main" id="{D7C81A61-38BB-4833-4CD9-1866FB9E278A}"/>
                </a:ext>
              </a:extLst>
            </p:cNvPr>
            <p:cNvSpPr>
              <a:spLocks noGrp="1"/>
            </p:cNvSpPr>
            <p:nvPr/>
          </p:nvSpPr>
          <p:spPr>
            <a:xfrm>
              <a:off x="15114205" y="2870868"/>
              <a:ext cx="52448" cy="47681"/>
            </a:xfrm>
            <a:custGeom>
              <a:avLst/>
              <a:gdLst/>
              <a:ahLst/>
              <a:cxnLst/>
              <a:rect l="0" t="0" r="0" b="0"/>
              <a:pathLst>
                <a:path w="52448" h="47681">
                  <a:moveTo>
                    <a:pt x="0" y="47681"/>
                  </a:moveTo>
                  <a:lnTo>
                    <a:pt x="52448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49" name="Output_receptor__5848">
              <a:extLst>
                <a:ext uri="{FF2B5EF4-FFF2-40B4-BE49-F238E27FC236}">
                  <a16:creationId xmlns:a16="http://schemas.microsoft.com/office/drawing/2014/main" id="{04AAF425-CBF4-D32A-CA8D-214A8F2C63C3}"/>
                </a:ext>
              </a:extLst>
            </p:cNvPr>
            <p:cNvSpPr>
              <a:spLocks noGrp="1"/>
            </p:cNvSpPr>
            <p:nvPr/>
          </p:nvSpPr>
          <p:spPr>
            <a:xfrm>
              <a:off x="16320146" y="2481116"/>
              <a:ext cx="46767" cy="36719"/>
            </a:xfrm>
            <a:custGeom>
              <a:avLst/>
              <a:gdLst/>
              <a:ahLst/>
              <a:cxnLst/>
              <a:rect l="0" t="0" r="0" b="0"/>
              <a:pathLst>
                <a:path w="46767" h="36719">
                  <a:moveTo>
                    <a:pt x="46767" y="0"/>
                  </a:moveTo>
                  <a:lnTo>
                    <a:pt x="0" y="3671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0" name="Output_receptor__5849">
              <a:extLst>
                <a:ext uri="{FF2B5EF4-FFF2-40B4-BE49-F238E27FC236}">
                  <a16:creationId xmlns:a16="http://schemas.microsoft.com/office/drawing/2014/main" id="{B53F0EF2-62FC-F781-84F0-93E9CF9267FC}"/>
                </a:ext>
              </a:extLst>
            </p:cNvPr>
            <p:cNvSpPr>
              <a:spLocks noGrp="1"/>
            </p:cNvSpPr>
            <p:nvPr/>
          </p:nvSpPr>
          <p:spPr>
            <a:xfrm>
              <a:off x="15620583" y="3030249"/>
              <a:ext cx="54114" cy="18344"/>
            </a:xfrm>
            <a:custGeom>
              <a:avLst/>
              <a:gdLst/>
              <a:ahLst/>
              <a:cxnLst/>
              <a:rect l="0" t="0" r="0" b="0"/>
              <a:pathLst>
                <a:path w="54114" h="18344">
                  <a:moveTo>
                    <a:pt x="0" y="0"/>
                  </a:moveTo>
                  <a:lnTo>
                    <a:pt x="54114" y="18344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1" name="Output_receptor__5850">
              <a:extLst>
                <a:ext uri="{FF2B5EF4-FFF2-40B4-BE49-F238E27FC236}">
                  <a16:creationId xmlns:a16="http://schemas.microsoft.com/office/drawing/2014/main" id="{93DF48E8-CD8B-DE13-ED38-1F06A3D18DDF}"/>
                </a:ext>
              </a:extLst>
            </p:cNvPr>
            <p:cNvSpPr>
              <a:spLocks noGrp="1"/>
            </p:cNvSpPr>
            <p:nvPr/>
          </p:nvSpPr>
          <p:spPr>
            <a:xfrm>
              <a:off x="15475501" y="3150256"/>
              <a:ext cx="24661" cy="7405"/>
            </a:xfrm>
            <a:custGeom>
              <a:avLst/>
              <a:gdLst/>
              <a:ahLst/>
              <a:cxnLst/>
              <a:rect l="0" t="0" r="0" b="0"/>
              <a:pathLst>
                <a:path w="24661" h="7405">
                  <a:moveTo>
                    <a:pt x="0" y="0"/>
                  </a:moveTo>
                  <a:lnTo>
                    <a:pt x="24661" y="740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2" name="Output_receptor__5851">
              <a:extLst>
                <a:ext uri="{FF2B5EF4-FFF2-40B4-BE49-F238E27FC236}">
                  <a16:creationId xmlns:a16="http://schemas.microsoft.com/office/drawing/2014/main" id="{98E68E26-CB48-ED70-5EDA-1D4D3CD6205F}"/>
                </a:ext>
              </a:extLst>
            </p:cNvPr>
            <p:cNvSpPr>
              <a:spLocks noGrp="1"/>
            </p:cNvSpPr>
            <p:nvPr/>
          </p:nvSpPr>
          <p:spPr>
            <a:xfrm>
              <a:off x="16348670" y="2682475"/>
              <a:ext cx="29828" cy="39060"/>
            </a:xfrm>
            <a:custGeom>
              <a:avLst/>
              <a:gdLst/>
              <a:ahLst/>
              <a:cxnLst/>
              <a:rect l="0" t="0" r="0" b="0"/>
              <a:pathLst>
                <a:path w="29828" h="39060">
                  <a:moveTo>
                    <a:pt x="29828" y="39060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3" name="Output_receptor__5852">
              <a:extLst>
                <a:ext uri="{FF2B5EF4-FFF2-40B4-BE49-F238E27FC236}">
                  <a16:creationId xmlns:a16="http://schemas.microsoft.com/office/drawing/2014/main" id="{CB12C996-0232-C971-AC1B-0DEFCCD38BEC}"/>
                </a:ext>
              </a:extLst>
            </p:cNvPr>
            <p:cNvSpPr>
              <a:spLocks noGrp="1"/>
            </p:cNvSpPr>
            <p:nvPr/>
          </p:nvSpPr>
          <p:spPr>
            <a:xfrm>
              <a:off x="15442606" y="3542805"/>
              <a:ext cx="62975" cy="34109"/>
            </a:xfrm>
            <a:custGeom>
              <a:avLst/>
              <a:gdLst/>
              <a:ahLst/>
              <a:cxnLst/>
              <a:rect l="0" t="0" r="0" b="0"/>
              <a:pathLst>
                <a:path w="62975" h="34109">
                  <a:moveTo>
                    <a:pt x="62975" y="0"/>
                  </a:moveTo>
                  <a:lnTo>
                    <a:pt x="0" y="3410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4" name="Output_receptor__5853">
              <a:extLst>
                <a:ext uri="{FF2B5EF4-FFF2-40B4-BE49-F238E27FC236}">
                  <a16:creationId xmlns:a16="http://schemas.microsoft.com/office/drawing/2014/main" id="{5A453D5F-F615-5623-78BB-B7E360CCEE6B}"/>
                </a:ext>
              </a:extLst>
            </p:cNvPr>
            <p:cNvSpPr>
              <a:spLocks noGrp="1"/>
            </p:cNvSpPr>
            <p:nvPr/>
          </p:nvSpPr>
          <p:spPr>
            <a:xfrm>
              <a:off x="15716627" y="3332351"/>
              <a:ext cx="51572" cy="42688"/>
            </a:xfrm>
            <a:custGeom>
              <a:avLst/>
              <a:gdLst/>
              <a:ahLst/>
              <a:cxnLst/>
              <a:rect l="0" t="0" r="0" b="0"/>
              <a:pathLst>
                <a:path w="51572" h="42688">
                  <a:moveTo>
                    <a:pt x="0" y="0"/>
                  </a:moveTo>
                  <a:lnTo>
                    <a:pt x="51572" y="4268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5" name="Output_receptor__5854">
              <a:extLst>
                <a:ext uri="{FF2B5EF4-FFF2-40B4-BE49-F238E27FC236}">
                  <a16:creationId xmlns:a16="http://schemas.microsoft.com/office/drawing/2014/main" id="{91C0F417-4E80-D004-E92E-E0335E015FE2}"/>
                </a:ext>
              </a:extLst>
            </p:cNvPr>
            <p:cNvSpPr>
              <a:spLocks noGrp="1"/>
            </p:cNvSpPr>
            <p:nvPr/>
          </p:nvSpPr>
          <p:spPr>
            <a:xfrm>
              <a:off x="15903072" y="2524993"/>
              <a:ext cx="43709" cy="504"/>
            </a:xfrm>
            <a:custGeom>
              <a:avLst/>
              <a:gdLst/>
              <a:ahLst/>
              <a:cxnLst/>
              <a:rect l="0" t="0" r="0" b="0"/>
              <a:pathLst>
                <a:path w="43709" h="504">
                  <a:moveTo>
                    <a:pt x="43709" y="50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6" name="Output_receptor__5855">
              <a:extLst>
                <a:ext uri="{FF2B5EF4-FFF2-40B4-BE49-F238E27FC236}">
                  <a16:creationId xmlns:a16="http://schemas.microsoft.com/office/drawing/2014/main" id="{72C219F3-EB9F-FF1E-C2E4-DE542AB647E6}"/>
                </a:ext>
              </a:extLst>
            </p:cNvPr>
            <p:cNvSpPr>
              <a:spLocks noGrp="1"/>
            </p:cNvSpPr>
            <p:nvPr/>
          </p:nvSpPr>
          <p:spPr>
            <a:xfrm>
              <a:off x="15660097" y="2945491"/>
              <a:ext cx="59942" cy="31100"/>
            </a:xfrm>
            <a:custGeom>
              <a:avLst/>
              <a:gdLst/>
              <a:ahLst/>
              <a:cxnLst/>
              <a:rect l="0" t="0" r="0" b="0"/>
              <a:pathLst>
                <a:path w="59942" h="31100">
                  <a:moveTo>
                    <a:pt x="0" y="0"/>
                  </a:moveTo>
                  <a:lnTo>
                    <a:pt x="59942" y="3110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57" name="Output_receptor__5856">
              <a:extLst>
                <a:ext uri="{FF2B5EF4-FFF2-40B4-BE49-F238E27FC236}">
                  <a16:creationId xmlns:a16="http://schemas.microsoft.com/office/drawing/2014/main" id="{165B3309-D99E-1852-9306-D70C086D694B}"/>
                </a:ext>
              </a:extLst>
            </p:cNvPr>
            <p:cNvSpPr>
              <a:spLocks noGrp="1"/>
            </p:cNvSpPr>
            <p:nvPr/>
          </p:nvSpPr>
          <p:spPr>
            <a:xfrm>
              <a:off x="15810322" y="2869740"/>
              <a:ext cx="56021" cy="39419"/>
            </a:xfrm>
            <a:custGeom>
              <a:avLst/>
              <a:gdLst/>
              <a:ahLst/>
              <a:cxnLst/>
              <a:rect l="0" t="0" r="0" b="0"/>
              <a:pathLst>
                <a:path w="56021" h="39419">
                  <a:moveTo>
                    <a:pt x="0" y="39419"/>
                  </a:moveTo>
                  <a:lnTo>
                    <a:pt x="56021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8" name="Output_receptor__5857">
              <a:extLst>
                <a:ext uri="{FF2B5EF4-FFF2-40B4-BE49-F238E27FC236}">
                  <a16:creationId xmlns:a16="http://schemas.microsoft.com/office/drawing/2014/main" id="{CFC88637-0219-D5A9-9E16-7D74C2438A54}"/>
                </a:ext>
              </a:extLst>
            </p:cNvPr>
            <p:cNvSpPr>
              <a:spLocks noGrp="1"/>
            </p:cNvSpPr>
            <p:nvPr/>
          </p:nvSpPr>
          <p:spPr>
            <a:xfrm>
              <a:off x="14922918" y="2845337"/>
              <a:ext cx="50590" cy="47439"/>
            </a:xfrm>
            <a:custGeom>
              <a:avLst/>
              <a:gdLst/>
              <a:ahLst/>
              <a:cxnLst/>
              <a:rect l="0" t="0" r="0" b="0"/>
              <a:pathLst>
                <a:path w="50590" h="47439">
                  <a:moveTo>
                    <a:pt x="0" y="0"/>
                  </a:moveTo>
                  <a:lnTo>
                    <a:pt x="50590" y="4743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59" name="Output_receptor__5858">
              <a:extLst>
                <a:ext uri="{FF2B5EF4-FFF2-40B4-BE49-F238E27FC236}">
                  <a16:creationId xmlns:a16="http://schemas.microsoft.com/office/drawing/2014/main" id="{B5C0791C-4ED1-5F6A-1E59-12718305B7C1}"/>
                </a:ext>
              </a:extLst>
            </p:cNvPr>
            <p:cNvSpPr>
              <a:spLocks noGrp="1"/>
            </p:cNvSpPr>
            <p:nvPr/>
          </p:nvSpPr>
          <p:spPr>
            <a:xfrm>
              <a:off x="15891608" y="3055588"/>
              <a:ext cx="12904" cy="52480"/>
            </a:xfrm>
            <a:custGeom>
              <a:avLst/>
              <a:gdLst/>
              <a:ahLst/>
              <a:cxnLst/>
              <a:rect l="0" t="0" r="0" b="0"/>
              <a:pathLst>
                <a:path w="12904" h="52480">
                  <a:moveTo>
                    <a:pt x="12904" y="0"/>
                  </a:moveTo>
                  <a:lnTo>
                    <a:pt x="0" y="524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0" name="Output_receptor__5859">
              <a:extLst>
                <a:ext uri="{FF2B5EF4-FFF2-40B4-BE49-F238E27FC236}">
                  <a16:creationId xmlns:a16="http://schemas.microsoft.com/office/drawing/2014/main" id="{A5A83F5A-CBF1-26C0-A964-94CDF51C36DA}"/>
                </a:ext>
              </a:extLst>
            </p:cNvPr>
            <p:cNvSpPr>
              <a:spLocks noGrp="1"/>
            </p:cNvSpPr>
            <p:nvPr/>
          </p:nvSpPr>
          <p:spPr>
            <a:xfrm>
              <a:off x="16344307" y="2795606"/>
              <a:ext cx="34464" cy="61468"/>
            </a:xfrm>
            <a:custGeom>
              <a:avLst/>
              <a:gdLst/>
              <a:ahLst/>
              <a:cxnLst/>
              <a:rect l="0" t="0" r="0" b="0"/>
              <a:pathLst>
                <a:path w="34464" h="61468">
                  <a:moveTo>
                    <a:pt x="0" y="0"/>
                  </a:moveTo>
                  <a:lnTo>
                    <a:pt x="34464" y="6146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1" name="Output_receptor__5860">
              <a:extLst>
                <a:ext uri="{FF2B5EF4-FFF2-40B4-BE49-F238E27FC236}">
                  <a16:creationId xmlns:a16="http://schemas.microsoft.com/office/drawing/2014/main" id="{B4772A66-DA7A-E61D-D70F-51A586CA9609}"/>
                </a:ext>
              </a:extLst>
            </p:cNvPr>
            <p:cNvSpPr>
              <a:spLocks noGrp="1"/>
            </p:cNvSpPr>
            <p:nvPr/>
          </p:nvSpPr>
          <p:spPr>
            <a:xfrm>
              <a:off x="15442606" y="3576914"/>
              <a:ext cx="30301" cy="65081"/>
            </a:xfrm>
            <a:custGeom>
              <a:avLst/>
              <a:gdLst/>
              <a:ahLst/>
              <a:cxnLst/>
              <a:rect l="0" t="0" r="0" b="0"/>
              <a:pathLst>
                <a:path w="30301" h="65081">
                  <a:moveTo>
                    <a:pt x="0" y="0"/>
                  </a:moveTo>
                  <a:lnTo>
                    <a:pt x="30301" y="6508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2" name="Output_receptor__5861">
              <a:extLst>
                <a:ext uri="{FF2B5EF4-FFF2-40B4-BE49-F238E27FC236}">
                  <a16:creationId xmlns:a16="http://schemas.microsoft.com/office/drawing/2014/main" id="{FE16B27D-1572-B2FA-0908-72715392CBF4}"/>
                </a:ext>
              </a:extLst>
            </p:cNvPr>
            <p:cNvSpPr>
              <a:spLocks noGrp="1"/>
            </p:cNvSpPr>
            <p:nvPr/>
          </p:nvSpPr>
          <p:spPr>
            <a:xfrm>
              <a:off x="15798104" y="3286380"/>
              <a:ext cx="50209" cy="29883"/>
            </a:xfrm>
            <a:custGeom>
              <a:avLst/>
              <a:gdLst/>
              <a:ahLst/>
              <a:cxnLst/>
              <a:rect l="0" t="0" r="0" b="0"/>
              <a:pathLst>
                <a:path w="50209" h="29883">
                  <a:moveTo>
                    <a:pt x="0" y="0"/>
                  </a:moveTo>
                  <a:lnTo>
                    <a:pt x="50209" y="2988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3" name="Output_receptor__5862">
              <a:extLst>
                <a:ext uri="{FF2B5EF4-FFF2-40B4-BE49-F238E27FC236}">
                  <a16:creationId xmlns:a16="http://schemas.microsoft.com/office/drawing/2014/main" id="{BA8412D3-CA75-3F07-F49A-2E7A5580EBF0}"/>
                </a:ext>
              </a:extLst>
            </p:cNvPr>
            <p:cNvSpPr>
              <a:spLocks noGrp="1"/>
            </p:cNvSpPr>
            <p:nvPr/>
          </p:nvSpPr>
          <p:spPr>
            <a:xfrm>
              <a:off x="15332941" y="2877086"/>
              <a:ext cx="5494" cy="5645"/>
            </a:xfrm>
            <a:custGeom>
              <a:avLst/>
              <a:gdLst/>
              <a:ahLst/>
              <a:cxnLst/>
              <a:rect l="0" t="0" r="0" b="0"/>
              <a:pathLst>
                <a:path w="5494" h="5645">
                  <a:moveTo>
                    <a:pt x="5494" y="5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4" name="Output_receptor__5863">
              <a:extLst>
                <a:ext uri="{FF2B5EF4-FFF2-40B4-BE49-F238E27FC236}">
                  <a16:creationId xmlns:a16="http://schemas.microsoft.com/office/drawing/2014/main" id="{EA1A7F44-FEB0-47D3-8FCB-FE4DB4450355}"/>
                </a:ext>
              </a:extLst>
            </p:cNvPr>
            <p:cNvSpPr>
              <a:spLocks noGrp="1"/>
            </p:cNvSpPr>
            <p:nvPr/>
          </p:nvSpPr>
          <p:spPr>
            <a:xfrm>
              <a:off x="16108386" y="2571297"/>
              <a:ext cx="48396" cy="47636"/>
            </a:xfrm>
            <a:custGeom>
              <a:avLst/>
              <a:gdLst/>
              <a:ahLst/>
              <a:cxnLst/>
              <a:rect l="0" t="0" r="0" b="0"/>
              <a:pathLst>
                <a:path w="48396" h="47636">
                  <a:moveTo>
                    <a:pt x="48396" y="47636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5" name="Output_receptor__5864">
              <a:extLst>
                <a:ext uri="{FF2B5EF4-FFF2-40B4-BE49-F238E27FC236}">
                  <a16:creationId xmlns:a16="http://schemas.microsoft.com/office/drawing/2014/main" id="{55028D13-7C87-3C41-FF6C-4199AEC1FACA}"/>
                </a:ext>
              </a:extLst>
            </p:cNvPr>
            <p:cNvSpPr>
              <a:spLocks noGrp="1"/>
            </p:cNvSpPr>
            <p:nvPr/>
          </p:nvSpPr>
          <p:spPr>
            <a:xfrm>
              <a:off x="14861854" y="2996228"/>
              <a:ext cx="62113" cy="36761"/>
            </a:xfrm>
            <a:custGeom>
              <a:avLst/>
              <a:gdLst/>
              <a:ahLst/>
              <a:cxnLst/>
              <a:rect l="0" t="0" r="0" b="0"/>
              <a:pathLst>
                <a:path w="62113" h="36761">
                  <a:moveTo>
                    <a:pt x="0" y="0"/>
                  </a:moveTo>
                  <a:lnTo>
                    <a:pt x="62113" y="36761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66" name="Output_receptor__5865">
              <a:extLst>
                <a:ext uri="{FF2B5EF4-FFF2-40B4-BE49-F238E27FC236}">
                  <a16:creationId xmlns:a16="http://schemas.microsoft.com/office/drawing/2014/main" id="{0DA2A9C6-96B0-8070-630C-155B51104DCE}"/>
                </a:ext>
              </a:extLst>
            </p:cNvPr>
            <p:cNvSpPr>
              <a:spLocks noGrp="1"/>
            </p:cNvSpPr>
            <p:nvPr/>
          </p:nvSpPr>
          <p:spPr>
            <a:xfrm>
              <a:off x="15668492" y="3332351"/>
              <a:ext cx="48135" cy="53387"/>
            </a:xfrm>
            <a:custGeom>
              <a:avLst/>
              <a:gdLst/>
              <a:ahLst/>
              <a:cxnLst/>
              <a:rect l="0" t="0" r="0" b="0"/>
              <a:pathLst>
                <a:path w="48135" h="53387">
                  <a:moveTo>
                    <a:pt x="0" y="53387"/>
                  </a:moveTo>
                  <a:lnTo>
                    <a:pt x="48135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7" name="Output_receptor__5866">
              <a:extLst>
                <a:ext uri="{FF2B5EF4-FFF2-40B4-BE49-F238E27FC236}">
                  <a16:creationId xmlns:a16="http://schemas.microsoft.com/office/drawing/2014/main" id="{E22566C9-10C5-4E7B-7047-729A356C8788}"/>
                </a:ext>
              </a:extLst>
            </p:cNvPr>
            <p:cNvSpPr>
              <a:spLocks noGrp="1"/>
            </p:cNvSpPr>
            <p:nvPr/>
          </p:nvSpPr>
          <p:spPr>
            <a:xfrm>
              <a:off x="15517176" y="3070834"/>
              <a:ext cx="59490" cy="39479"/>
            </a:xfrm>
            <a:custGeom>
              <a:avLst/>
              <a:gdLst/>
              <a:ahLst/>
              <a:cxnLst/>
              <a:rect l="0" t="0" r="0" b="0"/>
              <a:pathLst>
                <a:path w="59490" h="39479">
                  <a:moveTo>
                    <a:pt x="0" y="0"/>
                  </a:moveTo>
                  <a:lnTo>
                    <a:pt x="59490" y="3947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8" name="Output_receptor__5867">
              <a:extLst>
                <a:ext uri="{FF2B5EF4-FFF2-40B4-BE49-F238E27FC236}">
                  <a16:creationId xmlns:a16="http://schemas.microsoft.com/office/drawing/2014/main" id="{B9E6FCD2-FA46-5C24-CCD2-FCE763306616}"/>
                </a:ext>
              </a:extLst>
            </p:cNvPr>
            <p:cNvSpPr>
              <a:spLocks noGrp="1"/>
            </p:cNvSpPr>
            <p:nvPr/>
          </p:nvSpPr>
          <p:spPr>
            <a:xfrm>
              <a:off x="15325810" y="3191742"/>
              <a:ext cx="854" cy="71928"/>
            </a:xfrm>
            <a:custGeom>
              <a:avLst/>
              <a:gdLst/>
              <a:ahLst/>
              <a:cxnLst/>
              <a:rect l="0" t="0" r="0" b="0"/>
              <a:pathLst>
                <a:path w="854" h="71928">
                  <a:moveTo>
                    <a:pt x="0" y="71928"/>
                  </a:moveTo>
                  <a:lnTo>
                    <a:pt x="85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69" name="Output_receptor__5868">
              <a:extLst>
                <a:ext uri="{FF2B5EF4-FFF2-40B4-BE49-F238E27FC236}">
                  <a16:creationId xmlns:a16="http://schemas.microsoft.com/office/drawing/2014/main" id="{FB45682A-AADC-5FED-2292-4D647207B595}"/>
                </a:ext>
              </a:extLst>
            </p:cNvPr>
            <p:cNvSpPr>
              <a:spLocks noGrp="1"/>
            </p:cNvSpPr>
            <p:nvPr/>
          </p:nvSpPr>
          <p:spPr>
            <a:xfrm>
              <a:off x="16228665" y="2796685"/>
              <a:ext cx="40876" cy="55880"/>
            </a:xfrm>
            <a:custGeom>
              <a:avLst/>
              <a:gdLst/>
              <a:ahLst/>
              <a:cxnLst/>
              <a:rect l="0" t="0" r="0" b="0"/>
              <a:pathLst>
                <a:path w="40876" h="55880">
                  <a:moveTo>
                    <a:pt x="0" y="0"/>
                  </a:moveTo>
                  <a:lnTo>
                    <a:pt x="40876" y="558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0" name="Output_receptor__5869">
              <a:extLst>
                <a:ext uri="{FF2B5EF4-FFF2-40B4-BE49-F238E27FC236}">
                  <a16:creationId xmlns:a16="http://schemas.microsoft.com/office/drawing/2014/main" id="{563C3967-5895-DF1E-B92B-1751F2D7B57E}"/>
                </a:ext>
              </a:extLst>
            </p:cNvPr>
            <p:cNvSpPr>
              <a:spLocks noGrp="1"/>
            </p:cNvSpPr>
            <p:nvPr/>
          </p:nvSpPr>
          <p:spPr>
            <a:xfrm>
              <a:off x="15744651" y="2880131"/>
              <a:ext cx="65672" cy="29029"/>
            </a:xfrm>
            <a:custGeom>
              <a:avLst/>
              <a:gdLst/>
              <a:ahLst/>
              <a:cxnLst/>
              <a:rect l="0" t="0" r="0" b="0"/>
              <a:pathLst>
                <a:path w="65672" h="29029">
                  <a:moveTo>
                    <a:pt x="0" y="0"/>
                  </a:moveTo>
                  <a:lnTo>
                    <a:pt x="65672" y="2902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1" name="Output_receptor__5870">
              <a:extLst>
                <a:ext uri="{FF2B5EF4-FFF2-40B4-BE49-F238E27FC236}">
                  <a16:creationId xmlns:a16="http://schemas.microsoft.com/office/drawing/2014/main" id="{F2E2BA9B-10F0-AA9E-7175-6ADF5FEB4E83}"/>
                </a:ext>
              </a:extLst>
            </p:cNvPr>
            <p:cNvSpPr>
              <a:spLocks noGrp="1"/>
            </p:cNvSpPr>
            <p:nvPr/>
          </p:nvSpPr>
          <p:spPr>
            <a:xfrm>
              <a:off x="15946781" y="2525498"/>
              <a:ext cx="50415" cy="45003"/>
            </a:xfrm>
            <a:custGeom>
              <a:avLst/>
              <a:gdLst/>
              <a:ahLst/>
              <a:cxnLst/>
              <a:rect l="0" t="0" r="0" b="0"/>
              <a:pathLst>
                <a:path w="50415" h="45003">
                  <a:moveTo>
                    <a:pt x="50415" y="45003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2" name="Output_receptor__5871">
              <a:extLst>
                <a:ext uri="{FF2B5EF4-FFF2-40B4-BE49-F238E27FC236}">
                  <a16:creationId xmlns:a16="http://schemas.microsoft.com/office/drawing/2014/main" id="{B0EFEA74-0D84-E77D-0EB7-8611E0425718}"/>
                </a:ext>
              </a:extLst>
            </p:cNvPr>
            <p:cNvSpPr>
              <a:spLocks noGrp="1"/>
            </p:cNvSpPr>
            <p:nvPr/>
          </p:nvSpPr>
          <p:spPr>
            <a:xfrm>
              <a:off x="15415753" y="3120096"/>
              <a:ext cx="59749" cy="30160"/>
            </a:xfrm>
            <a:custGeom>
              <a:avLst/>
              <a:gdLst/>
              <a:ahLst/>
              <a:cxnLst/>
              <a:rect l="0" t="0" r="0" b="0"/>
              <a:pathLst>
                <a:path w="59749" h="30160">
                  <a:moveTo>
                    <a:pt x="0" y="0"/>
                  </a:moveTo>
                  <a:lnTo>
                    <a:pt x="59749" y="3016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3" name="Output_receptor__5872">
              <a:extLst>
                <a:ext uri="{FF2B5EF4-FFF2-40B4-BE49-F238E27FC236}">
                  <a16:creationId xmlns:a16="http://schemas.microsoft.com/office/drawing/2014/main" id="{C01629AB-A03D-084E-77AA-31213451327D}"/>
                </a:ext>
              </a:extLst>
            </p:cNvPr>
            <p:cNvSpPr>
              <a:spLocks noGrp="1"/>
            </p:cNvSpPr>
            <p:nvPr/>
          </p:nvSpPr>
          <p:spPr>
            <a:xfrm>
              <a:off x="14959828" y="2892777"/>
              <a:ext cx="13680" cy="50276"/>
            </a:xfrm>
            <a:custGeom>
              <a:avLst/>
              <a:gdLst/>
              <a:ahLst/>
              <a:cxnLst/>
              <a:rect l="0" t="0" r="0" b="0"/>
              <a:pathLst>
                <a:path w="13680" h="50276">
                  <a:moveTo>
                    <a:pt x="13680" y="0"/>
                  </a:moveTo>
                  <a:lnTo>
                    <a:pt x="0" y="50276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4" name="Output_receptor__5873">
              <a:extLst>
                <a:ext uri="{FF2B5EF4-FFF2-40B4-BE49-F238E27FC236}">
                  <a16:creationId xmlns:a16="http://schemas.microsoft.com/office/drawing/2014/main" id="{FAA83DD3-126C-CA38-9022-3B533999A9D2}"/>
                </a:ext>
              </a:extLst>
            </p:cNvPr>
            <p:cNvSpPr>
              <a:spLocks noGrp="1"/>
            </p:cNvSpPr>
            <p:nvPr/>
          </p:nvSpPr>
          <p:spPr>
            <a:xfrm>
              <a:off x="14923966" y="3032989"/>
              <a:ext cx="9791" cy="68338"/>
            </a:xfrm>
            <a:custGeom>
              <a:avLst/>
              <a:gdLst/>
              <a:ahLst/>
              <a:cxnLst/>
              <a:rect l="0" t="0" r="0" b="0"/>
              <a:pathLst>
                <a:path w="9791" h="68338">
                  <a:moveTo>
                    <a:pt x="0" y="0"/>
                  </a:moveTo>
                  <a:lnTo>
                    <a:pt x="9791" y="68338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5" name="Output_receptor__5874">
              <a:extLst>
                <a:ext uri="{FF2B5EF4-FFF2-40B4-BE49-F238E27FC236}">
                  <a16:creationId xmlns:a16="http://schemas.microsoft.com/office/drawing/2014/main" id="{AFA8C0AD-945F-7CA5-E7CF-07A69EE7B90F}"/>
                </a:ext>
              </a:extLst>
            </p:cNvPr>
            <p:cNvSpPr>
              <a:spLocks noGrp="1"/>
            </p:cNvSpPr>
            <p:nvPr/>
          </p:nvSpPr>
          <p:spPr>
            <a:xfrm>
              <a:off x="15432557" y="2975748"/>
              <a:ext cx="54219" cy="26665"/>
            </a:xfrm>
            <a:custGeom>
              <a:avLst/>
              <a:gdLst/>
              <a:ahLst/>
              <a:cxnLst/>
              <a:rect l="0" t="0" r="0" b="0"/>
              <a:pathLst>
                <a:path w="54219" h="26665">
                  <a:moveTo>
                    <a:pt x="54219" y="0"/>
                  </a:moveTo>
                  <a:lnTo>
                    <a:pt x="0" y="26665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6" name="Output_receptor__5875">
              <a:extLst>
                <a:ext uri="{FF2B5EF4-FFF2-40B4-BE49-F238E27FC236}">
                  <a16:creationId xmlns:a16="http://schemas.microsoft.com/office/drawing/2014/main" id="{028EBFA0-D5EA-3622-04C2-6BB43EC17990}"/>
                </a:ext>
              </a:extLst>
            </p:cNvPr>
            <p:cNvSpPr>
              <a:spLocks noGrp="1"/>
            </p:cNvSpPr>
            <p:nvPr/>
          </p:nvSpPr>
          <p:spPr>
            <a:xfrm>
              <a:off x="15166654" y="2870868"/>
              <a:ext cx="47008" cy="13859"/>
            </a:xfrm>
            <a:custGeom>
              <a:avLst/>
              <a:gdLst/>
              <a:ahLst/>
              <a:cxnLst/>
              <a:rect l="0" t="0" r="0" b="0"/>
              <a:pathLst>
                <a:path w="47008" h="13859">
                  <a:moveTo>
                    <a:pt x="0" y="0"/>
                  </a:moveTo>
                  <a:lnTo>
                    <a:pt x="47008" y="1385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7" name="Output_receptor__5876">
              <a:extLst>
                <a:ext uri="{FF2B5EF4-FFF2-40B4-BE49-F238E27FC236}">
                  <a16:creationId xmlns:a16="http://schemas.microsoft.com/office/drawing/2014/main" id="{3065796A-BAFD-543B-E63C-1609AA0A05CA}"/>
                </a:ext>
              </a:extLst>
            </p:cNvPr>
            <p:cNvSpPr>
              <a:spLocks noGrp="1"/>
            </p:cNvSpPr>
            <p:nvPr/>
          </p:nvSpPr>
          <p:spPr>
            <a:xfrm>
              <a:off x="14928971" y="3303020"/>
              <a:ext cx="59803" cy="3817"/>
            </a:xfrm>
            <a:custGeom>
              <a:avLst/>
              <a:gdLst/>
              <a:ahLst/>
              <a:cxnLst/>
              <a:rect l="0" t="0" r="0" b="0"/>
              <a:pathLst>
                <a:path w="59803" h="3817">
                  <a:moveTo>
                    <a:pt x="0" y="0"/>
                  </a:moveTo>
                  <a:lnTo>
                    <a:pt x="59803" y="3817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78" name="Output_receptor__5877">
              <a:extLst>
                <a:ext uri="{FF2B5EF4-FFF2-40B4-BE49-F238E27FC236}">
                  <a16:creationId xmlns:a16="http://schemas.microsoft.com/office/drawing/2014/main" id="{ED4C649A-266E-641D-6AE2-FFDDB3037E78}"/>
                </a:ext>
              </a:extLst>
            </p:cNvPr>
            <p:cNvSpPr>
              <a:spLocks noGrp="1"/>
            </p:cNvSpPr>
            <p:nvPr/>
          </p:nvSpPr>
          <p:spPr>
            <a:xfrm>
              <a:off x="15326058" y="3440253"/>
              <a:ext cx="4425" cy="9833"/>
            </a:xfrm>
            <a:custGeom>
              <a:avLst/>
              <a:gdLst/>
              <a:ahLst/>
              <a:cxnLst/>
              <a:rect l="0" t="0" r="0" b="0"/>
              <a:pathLst>
                <a:path w="4425" h="9833">
                  <a:moveTo>
                    <a:pt x="0" y="0"/>
                  </a:moveTo>
                  <a:lnTo>
                    <a:pt x="4425" y="9833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79" name="Output_receptor__5878">
              <a:extLst>
                <a:ext uri="{FF2B5EF4-FFF2-40B4-BE49-F238E27FC236}">
                  <a16:creationId xmlns:a16="http://schemas.microsoft.com/office/drawing/2014/main" id="{98FEE959-C51B-F427-5FE8-D1BAB25BF50A}"/>
                </a:ext>
              </a:extLst>
            </p:cNvPr>
            <p:cNvSpPr>
              <a:spLocks noGrp="1"/>
            </p:cNvSpPr>
            <p:nvPr/>
          </p:nvSpPr>
          <p:spPr>
            <a:xfrm>
              <a:off x="15668492" y="3385737"/>
              <a:ext cx="44836" cy="46809"/>
            </a:xfrm>
            <a:custGeom>
              <a:avLst/>
              <a:gdLst/>
              <a:ahLst/>
              <a:cxnLst/>
              <a:rect l="0" t="0" r="0" b="0"/>
              <a:pathLst>
                <a:path w="44836" h="46809">
                  <a:moveTo>
                    <a:pt x="44836" y="468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0" name="Output_receptor__5879">
              <a:extLst>
                <a:ext uri="{FF2B5EF4-FFF2-40B4-BE49-F238E27FC236}">
                  <a16:creationId xmlns:a16="http://schemas.microsoft.com/office/drawing/2014/main" id="{752E390F-7AAC-AFB6-F462-D14C56C3620B}"/>
                </a:ext>
              </a:extLst>
            </p:cNvPr>
            <p:cNvSpPr>
              <a:spLocks noGrp="1"/>
            </p:cNvSpPr>
            <p:nvPr/>
          </p:nvSpPr>
          <p:spPr>
            <a:xfrm>
              <a:off x="16112170" y="2802363"/>
              <a:ext cx="46804" cy="28820"/>
            </a:xfrm>
            <a:custGeom>
              <a:avLst/>
              <a:gdLst/>
              <a:ahLst/>
              <a:cxnLst/>
              <a:rect l="0" t="0" r="0" b="0"/>
              <a:pathLst>
                <a:path w="46804" h="28820">
                  <a:moveTo>
                    <a:pt x="0" y="0"/>
                  </a:moveTo>
                  <a:lnTo>
                    <a:pt x="46804" y="2882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1" name="Output_receptor__5880">
              <a:extLst>
                <a:ext uri="{FF2B5EF4-FFF2-40B4-BE49-F238E27FC236}">
                  <a16:creationId xmlns:a16="http://schemas.microsoft.com/office/drawing/2014/main" id="{0AA71AF0-CB93-61B7-F167-C3E0F589CCAC}"/>
                </a:ext>
              </a:extLst>
            </p:cNvPr>
            <p:cNvSpPr>
              <a:spLocks noGrp="1"/>
            </p:cNvSpPr>
            <p:nvPr/>
          </p:nvSpPr>
          <p:spPr>
            <a:xfrm>
              <a:off x="14861854" y="2937231"/>
              <a:ext cx="25844" cy="58997"/>
            </a:xfrm>
            <a:custGeom>
              <a:avLst/>
              <a:gdLst/>
              <a:ahLst/>
              <a:cxnLst/>
              <a:rect l="0" t="0" r="0" b="0"/>
              <a:pathLst>
                <a:path w="25844" h="58997">
                  <a:moveTo>
                    <a:pt x="25844" y="0"/>
                  </a:moveTo>
                  <a:lnTo>
                    <a:pt x="0" y="58997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2" name="Output_receptor__5881">
              <a:extLst>
                <a:ext uri="{FF2B5EF4-FFF2-40B4-BE49-F238E27FC236}">
                  <a16:creationId xmlns:a16="http://schemas.microsoft.com/office/drawing/2014/main" id="{2AECA2A1-422C-7CDB-D91A-ACDECD122BBA}"/>
                </a:ext>
              </a:extLst>
            </p:cNvPr>
            <p:cNvSpPr>
              <a:spLocks noGrp="1"/>
            </p:cNvSpPr>
            <p:nvPr/>
          </p:nvSpPr>
          <p:spPr>
            <a:xfrm>
              <a:off x="16158974" y="2831184"/>
              <a:ext cx="22764" cy="53876"/>
            </a:xfrm>
            <a:custGeom>
              <a:avLst/>
              <a:gdLst/>
              <a:ahLst/>
              <a:cxnLst/>
              <a:rect l="0" t="0" r="0" b="0"/>
              <a:pathLst>
                <a:path w="22764" h="53876">
                  <a:moveTo>
                    <a:pt x="0" y="0"/>
                  </a:moveTo>
                  <a:lnTo>
                    <a:pt x="22764" y="53876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3" name="Output_receptor__5882">
              <a:extLst>
                <a:ext uri="{FF2B5EF4-FFF2-40B4-BE49-F238E27FC236}">
                  <a16:creationId xmlns:a16="http://schemas.microsoft.com/office/drawing/2014/main" id="{451E177A-E40F-C71D-BBB5-D20A4067E30A}"/>
                </a:ext>
              </a:extLst>
            </p:cNvPr>
            <p:cNvSpPr>
              <a:spLocks noGrp="1"/>
            </p:cNvSpPr>
            <p:nvPr/>
          </p:nvSpPr>
          <p:spPr>
            <a:xfrm>
              <a:off x="16276653" y="2680424"/>
              <a:ext cx="72017" cy="2051"/>
            </a:xfrm>
            <a:custGeom>
              <a:avLst/>
              <a:gdLst/>
              <a:ahLst/>
              <a:cxnLst/>
              <a:rect l="0" t="0" r="0" b="0"/>
              <a:pathLst>
                <a:path w="72017" h="2051">
                  <a:moveTo>
                    <a:pt x="72017" y="205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4" name="Output_receptor__5883">
              <a:extLst>
                <a:ext uri="{FF2B5EF4-FFF2-40B4-BE49-F238E27FC236}">
                  <a16:creationId xmlns:a16="http://schemas.microsoft.com/office/drawing/2014/main" id="{373F7A64-997A-5073-2E14-D7549013CE11}"/>
                </a:ext>
              </a:extLst>
            </p:cNvPr>
            <p:cNvSpPr>
              <a:spLocks noGrp="1"/>
            </p:cNvSpPr>
            <p:nvPr/>
          </p:nvSpPr>
          <p:spPr>
            <a:xfrm>
              <a:off x="14933757" y="3101327"/>
              <a:ext cx="72407" cy="1839"/>
            </a:xfrm>
            <a:custGeom>
              <a:avLst/>
              <a:gdLst/>
              <a:ahLst/>
              <a:cxnLst/>
              <a:rect l="0" t="0" r="0" b="0"/>
              <a:pathLst>
                <a:path w="72407" h="1839">
                  <a:moveTo>
                    <a:pt x="0" y="0"/>
                  </a:moveTo>
                  <a:lnTo>
                    <a:pt x="72407" y="1839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5" name="Output_receptor__5884">
              <a:extLst>
                <a:ext uri="{FF2B5EF4-FFF2-40B4-BE49-F238E27FC236}">
                  <a16:creationId xmlns:a16="http://schemas.microsoft.com/office/drawing/2014/main" id="{36165E78-1DDF-EC98-C65A-364B7C6FD602}"/>
                </a:ext>
              </a:extLst>
            </p:cNvPr>
            <p:cNvSpPr>
              <a:spLocks noGrp="1"/>
            </p:cNvSpPr>
            <p:nvPr/>
          </p:nvSpPr>
          <p:spPr>
            <a:xfrm>
              <a:off x="15057192" y="3055229"/>
              <a:ext cx="64194" cy="7098"/>
            </a:xfrm>
            <a:custGeom>
              <a:avLst/>
              <a:gdLst/>
              <a:ahLst/>
              <a:cxnLst/>
              <a:rect l="0" t="0" r="0" b="0"/>
              <a:pathLst>
                <a:path w="64194" h="7098">
                  <a:moveTo>
                    <a:pt x="0" y="0"/>
                  </a:moveTo>
                  <a:lnTo>
                    <a:pt x="64194" y="7098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6" name="Output_receptor__5885">
              <a:extLst>
                <a:ext uri="{FF2B5EF4-FFF2-40B4-BE49-F238E27FC236}">
                  <a16:creationId xmlns:a16="http://schemas.microsoft.com/office/drawing/2014/main" id="{B65548D8-9CB7-F87C-28CC-902D54A9AA2A}"/>
                </a:ext>
              </a:extLst>
            </p:cNvPr>
            <p:cNvSpPr>
              <a:spLocks noGrp="1"/>
            </p:cNvSpPr>
            <p:nvPr/>
          </p:nvSpPr>
          <p:spPr>
            <a:xfrm>
              <a:off x="15997196" y="2570500"/>
              <a:ext cx="49505" cy="17521"/>
            </a:xfrm>
            <a:custGeom>
              <a:avLst/>
              <a:gdLst/>
              <a:ahLst/>
              <a:cxnLst/>
              <a:rect l="0" t="0" r="0" b="0"/>
              <a:pathLst>
                <a:path w="49505" h="17521">
                  <a:moveTo>
                    <a:pt x="49505" y="175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7" name="Output_receptor__5886">
              <a:extLst>
                <a:ext uri="{FF2B5EF4-FFF2-40B4-BE49-F238E27FC236}">
                  <a16:creationId xmlns:a16="http://schemas.microsoft.com/office/drawing/2014/main" id="{74CF2543-41E5-13FD-2101-693A93773167}"/>
                </a:ext>
              </a:extLst>
            </p:cNvPr>
            <p:cNvSpPr>
              <a:spLocks noGrp="1"/>
            </p:cNvSpPr>
            <p:nvPr/>
          </p:nvSpPr>
          <p:spPr>
            <a:xfrm>
              <a:off x="15822578" y="3195732"/>
              <a:ext cx="8197" cy="34271"/>
            </a:xfrm>
            <a:custGeom>
              <a:avLst/>
              <a:gdLst/>
              <a:ahLst/>
              <a:cxnLst/>
              <a:rect l="0" t="0" r="0" b="0"/>
              <a:pathLst>
                <a:path w="8197" h="34271">
                  <a:moveTo>
                    <a:pt x="0" y="0"/>
                  </a:moveTo>
                  <a:lnTo>
                    <a:pt x="8197" y="34271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88" name="Output_receptor__5887">
              <a:extLst>
                <a:ext uri="{FF2B5EF4-FFF2-40B4-BE49-F238E27FC236}">
                  <a16:creationId xmlns:a16="http://schemas.microsoft.com/office/drawing/2014/main" id="{C1B025F3-82D6-30BF-33B2-8A1EE4A36096}"/>
                </a:ext>
              </a:extLst>
            </p:cNvPr>
            <p:cNvSpPr>
              <a:spLocks noGrp="1"/>
            </p:cNvSpPr>
            <p:nvPr/>
          </p:nvSpPr>
          <p:spPr>
            <a:xfrm>
              <a:off x="15121386" y="3021091"/>
              <a:ext cx="48018" cy="41236"/>
            </a:xfrm>
            <a:custGeom>
              <a:avLst/>
              <a:gdLst/>
              <a:ahLst/>
              <a:cxnLst/>
              <a:rect l="0" t="0" r="0" b="0"/>
              <a:pathLst>
                <a:path w="48018" h="41236">
                  <a:moveTo>
                    <a:pt x="0" y="41236"/>
                  </a:moveTo>
                  <a:lnTo>
                    <a:pt x="48018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89" name="Output_receptor__5888">
              <a:extLst>
                <a:ext uri="{FF2B5EF4-FFF2-40B4-BE49-F238E27FC236}">
                  <a16:creationId xmlns:a16="http://schemas.microsoft.com/office/drawing/2014/main" id="{DF8EAEB2-BC10-02C4-E8B2-7940E7593356}"/>
                </a:ext>
              </a:extLst>
            </p:cNvPr>
            <p:cNvSpPr>
              <a:spLocks noGrp="1"/>
            </p:cNvSpPr>
            <p:nvPr/>
          </p:nvSpPr>
          <p:spPr>
            <a:xfrm>
              <a:off x="16209672" y="3180779"/>
              <a:ext cx="4712" cy="67614"/>
            </a:xfrm>
            <a:custGeom>
              <a:avLst/>
              <a:gdLst/>
              <a:ahLst/>
              <a:cxnLst/>
              <a:rect l="0" t="0" r="0" b="0"/>
              <a:pathLst>
                <a:path w="4712" h="67614">
                  <a:moveTo>
                    <a:pt x="4712" y="676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0" name="Output_receptor__5889">
              <a:extLst>
                <a:ext uri="{FF2B5EF4-FFF2-40B4-BE49-F238E27FC236}">
                  <a16:creationId xmlns:a16="http://schemas.microsoft.com/office/drawing/2014/main" id="{34C573CA-8E24-B0FF-B3E9-B898B2ACBB12}"/>
                </a:ext>
              </a:extLst>
            </p:cNvPr>
            <p:cNvSpPr>
              <a:spLocks noGrp="1"/>
            </p:cNvSpPr>
            <p:nvPr/>
          </p:nvSpPr>
          <p:spPr>
            <a:xfrm>
              <a:off x="16141742" y="3167511"/>
              <a:ext cx="67930" cy="13268"/>
            </a:xfrm>
            <a:custGeom>
              <a:avLst/>
              <a:gdLst/>
              <a:ahLst/>
              <a:cxnLst/>
              <a:rect l="0" t="0" r="0" b="0"/>
              <a:pathLst>
                <a:path w="67930" h="13268">
                  <a:moveTo>
                    <a:pt x="67930" y="132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1" name="Output_receptor__5890">
              <a:extLst>
                <a:ext uri="{FF2B5EF4-FFF2-40B4-BE49-F238E27FC236}">
                  <a16:creationId xmlns:a16="http://schemas.microsoft.com/office/drawing/2014/main" id="{84AA9282-BE08-0037-6AFB-7FF271DA0688}"/>
                </a:ext>
              </a:extLst>
            </p:cNvPr>
            <p:cNvSpPr>
              <a:spLocks noGrp="1"/>
            </p:cNvSpPr>
            <p:nvPr/>
          </p:nvSpPr>
          <p:spPr>
            <a:xfrm>
              <a:off x="15623380" y="3199551"/>
              <a:ext cx="1906" cy="42725"/>
            </a:xfrm>
            <a:custGeom>
              <a:avLst/>
              <a:gdLst/>
              <a:ahLst/>
              <a:cxnLst/>
              <a:rect l="0" t="0" r="0" b="0"/>
              <a:pathLst>
                <a:path w="1906" h="42725">
                  <a:moveTo>
                    <a:pt x="0" y="0"/>
                  </a:moveTo>
                  <a:lnTo>
                    <a:pt x="1906" y="4272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2" name="Output_receptor__5891">
              <a:extLst>
                <a:ext uri="{FF2B5EF4-FFF2-40B4-BE49-F238E27FC236}">
                  <a16:creationId xmlns:a16="http://schemas.microsoft.com/office/drawing/2014/main" id="{6C295B18-53C0-9B2D-1462-5404ED58B930}"/>
                </a:ext>
              </a:extLst>
            </p:cNvPr>
            <p:cNvSpPr>
              <a:spLocks noGrp="1"/>
            </p:cNvSpPr>
            <p:nvPr/>
          </p:nvSpPr>
          <p:spPr>
            <a:xfrm>
              <a:off x="15006165" y="3055229"/>
              <a:ext cx="51028" cy="47937"/>
            </a:xfrm>
            <a:custGeom>
              <a:avLst/>
              <a:gdLst/>
              <a:ahLst/>
              <a:cxnLst/>
              <a:rect l="0" t="0" r="0" b="0"/>
              <a:pathLst>
                <a:path w="51028" h="47937">
                  <a:moveTo>
                    <a:pt x="0" y="47937"/>
                  </a:moveTo>
                  <a:lnTo>
                    <a:pt x="51028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3" name="Output_receptor__5892">
              <a:extLst>
                <a:ext uri="{FF2B5EF4-FFF2-40B4-BE49-F238E27FC236}">
                  <a16:creationId xmlns:a16="http://schemas.microsoft.com/office/drawing/2014/main" id="{AF96EFCA-890D-293C-1D16-6B3EF0AA0BC5}"/>
                </a:ext>
              </a:extLst>
            </p:cNvPr>
            <p:cNvSpPr>
              <a:spLocks noGrp="1"/>
            </p:cNvSpPr>
            <p:nvPr/>
          </p:nvSpPr>
          <p:spPr>
            <a:xfrm>
              <a:off x="15821688" y="3108068"/>
              <a:ext cx="69921" cy="7070"/>
            </a:xfrm>
            <a:custGeom>
              <a:avLst/>
              <a:gdLst/>
              <a:ahLst/>
              <a:cxnLst/>
              <a:rect l="0" t="0" r="0" b="0"/>
              <a:pathLst>
                <a:path w="69921" h="7070">
                  <a:moveTo>
                    <a:pt x="69921" y="0"/>
                  </a:moveTo>
                  <a:lnTo>
                    <a:pt x="0" y="707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4" name="Output_receptor__5893">
              <a:extLst>
                <a:ext uri="{FF2B5EF4-FFF2-40B4-BE49-F238E27FC236}">
                  <a16:creationId xmlns:a16="http://schemas.microsoft.com/office/drawing/2014/main" id="{5B4CB970-4CFF-D152-2E59-D84E822C618B}"/>
                </a:ext>
              </a:extLst>
            </p:cNvPr>
            <p:cNvSpPr>
              <a:spLocks noGrp="1"/>
            </p:cNvSpPr>
            <p:nvPr/>
          </p:nvSpPr>
          <p:spPr>
            <a:xfrm>
              <a:off x="16046702" y="2571297"/>
              <a:ext cx="61685" cy="16724"/>
            </a:xfrm>
            <a:custGeom>
              <a:avLst/>
              <a:gdLst/>
              <a:ahLst/>
              <a:cxnLst/>
              <a:rect l="0" t="0" r="0" b="0"/>
              <a:pathLst>
                <a:path w="61685" h="16724">
                  <a:moveTo>
                    <a:pt x="61685" y="0"/>
                  </a:moveTo>
                  <a:lnTo>
                    <a:pt x="0" y="1672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95" name="Output_receptor__5894">
              <a:extLst>
                <a:ext uri="{FF2B5EF4-FFF2-40B4-BE49-F238E27FC236}">
                  <a16:creationId xmlns:a16="http://schemas.microsoft.com/office/drawing/2014/main" id="{683930E2-AD58-E830-1385-F3CD9CB3E06C}"/>
                </a:ext>
              </a:extLst>
            </p:cNvPr>
            <p:cNvSpPr>
              <a:spLocks noGrp="1"/>
            </p:cNvSpPr>
            <p:nvPr/>
          </p:nvSpPr>
          <p:spPr>
            <a:xfrm>
              <a:off x="15379733" y="3195248"/>
              <a:ext cx="42077" cy="31535"/>
            </a:xfrm>
            <a:custGeom>
              <a:avLst/>
              <a:gdLst/>
              <a:ahLst/>
              <a:cxnLst/>
              <a:rect l="0" t="0" r="0" b="0"/>
              <a:pathLst>
                <a:path w="42077" h="31535">
                  <a:moveTo>
                    <a:pt x="0" y="0"/>
                  </a:moveTo>
                  <a:lnTo>
                    <a:pt x="42077" y="3153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6" name="Output_receptor__5895">
              <a:extLst>
                <a:ext uri="{FF2B5EF4-FFF2-40B4-BE49-F238E27FC236}">
                  <a16:creationId xmlns:a16="http://schemas.microsoft.com/office/drawing/2014/main" id="{E6AF96DE-1F2A-C9BB-B835-AC754F906D8F}"/>
                </a:ext>
              </a:extLst>
            </p:cNvPr>
            <p:cNvSpPr>
              <a:spLocks noGrp="1"/>
            </p:cNvSpPr>
            <p:nvPr/>
          </p:nvSpPr>
          <p:spPr>
            <a:xfrm>
              <a:off x="15326665" y="3191742"/>
              <a:ext cx="53068" cy="3505"/>
            </a:xfrm>
            <a:custGeom>
              <a:avLst/>
              <a:gdLst/>
              <a:ahLst/>
              <a:cxnLst/>
              <a:rect l="0" t="0" r="0" b="0"/>
              <a:pathLst>
                <a:path w="53068" h="3505">
                  <a:moveTo>
                    <a:pt x="0" y="0"/>
                  </a:moveTo>
                  <a:lnTo>
                    <a:pt x="53068" y="3505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7" name="Output_receptor__5896">
              <a:extLst>
                <a:ext uri="{FF2B5EF4-FFF2-40B4-BE49-F238E27FC236}">
                  <a16:creationId xmlns:a16="http://schemas.microsoft.com/office/drawing/2014/main" id="{BE69FCE7-1EE8-9803-6C53-83724FF80073}"/>
                </a:ext>
              </a:extLst>
            </p:cNvPr>
            <p:cNvSpPr>
              <a:spLocks noGrp="1"/>
            </p:cNvSpPr>
            <p:nvPr/>
          </p:nvSpPr>
          <p:spPr>
            <a:xfrm>
              <a:off x="15531984" y="3177083"/>
              <a:ext cx="25124" cy="67234"/>
            </a:xfrm>
            <a:custGeom>
              <a:avLst/>
              <a:gdLst/>
              <a:ahLst/>
              <a:cxnLst/>
              <a:rect l="0" t="0" r="0" b="0"/>
              <a:pathLst>
                <a:path w="25124" h="67234">
                  <a:moveTo>
                    <a:pt x="0" y="67234"/>
                  </a:moveTo>
                  <a:lnTo>
                    <a:pt x="25124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898" name="Output_receptor__5897">
              <a:extLst>
                <a:ext uri="{FF2B5EF4-FFF2-40B4-BE49-F238E27FC236}">
                  <a16:creationId xmlns:a16="http://schemas.microsoft.com/office/drawing/2014/main" id="{4FEB9ACF-1A9D-A818-D736-077D49D3731B}"/>
                </a:ext>
              </a:extLst>
            </p:cNvPr>
            <p:cNvSpPr>
              <a:spLocks noGrp="1"/>
            </p:cNvSpPr>
            <p:nvPr/>
          </p:nvSpPr>
          <p:spPr>
            <a:xfrm>
              <a:off x="16314953" y="2460146"/>
              <a:ext cx="51960" cy="20970"/>
            </a:xfrm>
            <a:custGeom>
              <a:avLst/>
              <a:gdLst/>
              <a:ahLst/>
              <a:cxnLst/>
              <a:rect l="0" t="0" r="0" b="0"/>
              <a:pathLst>
                <a:path w="51960" h="20970">
                  <a:moveTo>
                    <a:pt x="0" y="0"/>
                  </a:moveTo>
                  <a:lnTo>
                    <a:pt x="51960" y="2097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899" name="Output_receptor__5898">
              <a:extLst>
                <a:ext uri="{FF2B5EF4-FFF2-40B4-BE49-F238E27FC236}">
                  <a16:creationId xmlns:a16="http://schemas.microsoft.com/office/drawing/2014/main" id="{D6CB6F5D-8C12-E6D0-1B6D-00A23DD2EA1E}"/>
                </a:ext>
              </a:extLst>
            </p:cNvPr>
            <p:cNvSpPr>
              <a:spLocks noGrp="1"/>
            </p:cNvSpPr>
            <p:nvPr/>
          </p:nvSpPr>
          <p:spPr>
            <a:xfrm>
              <a:off x="14922918" y="2825204"/>
              <a:ext cx="43688" cy="20133"/>
            </a:xfrm>
            <a:custGeom>
              <a:avLst/>
              <a:gdLst/>
              <a:ahLst/>
              <a:cxnLst/>
              <a:rect l="0" t="0" r="0" b="0"/>
              <a:pathLst>
                <a:path w="43688" h="20133">
                  <a:moveTo>
                    <a:pt x="43688" y="0"/>
                  </a:moveTo>
                  <a:lnTo>
                    <a:pt x="0" y="20133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0" name="Output_receptor__5899">
              <a:extLst>
                <a:ext uri="{FF2B5EF4-FFF2-40B4-BE49-F238E27FC236}">
                  <a16:creationId xmlns:a16="http://schemas.microsoft.com/office/drawing/2014/main" id="{2F054266-05C3-1134-609E-392C0C4DD9E5}"/>
                </a:ext>
              </a:extLst>
            </p:cNvPr>
            <p:cNvSpPr>
              <a:spLocks noGrp="1"/>
            </p:cNvSpPr>
            <p:nvPr/>
          </p:nvSpPr>
          <p:spPr>
            <a:xfrm>
              <a:off x="14887697" y="2937231"/>
              <a:ext cx="72130" cy="5821"/>
            </a:xfrm>
            <a:custGeom>
              <a:avLst/>
              <a:gdLst/>
              <a:ahLst/>
              <a:cxnLst/>
              <a:rect l="0" t="0" r="0" b="0"/>
              <a:pathLst>
                <a:path w="72130" h="5821">
                  <a:moveTo>
                    <a:pt x="72130" y="582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1" name="Output_receptor__5900">
              <a:extLst>
                <a:ext uri="{FF2B5EF4-FFF2-40B4-BE49-F238E27FC236}">
                  <a16:creationId xmlns:a16="http://schemas.microsoft.com/office/drawing/2014/main" id="{50A8000A-1453-D06F-44DC-395FC3D07E82}"/>
                </a:ext>
              </a:extLst>
            </p:cNvPr>
            <p:cNvSpPr>
              <a:spLocks noGrp="1"/>
            </p:cNvSpPr>
            <p:nvPr/>
          </p:nvSpPr>
          <p:spPr>
            <a:xfrm>
              <a:off x="14988774" y="3306837"/>
              <a:ext cx="25076" cy="66664"/>
            </a:xfrm>
            <a:custGeom>
              <a:avLst/>
              <a:gdLst/>
              <a:ahLst/>
              <a:cxnLst/>
              <a:rect l="0" t="0" r="0" b="0"/>
              <a:pathLst>
                <a:path w="25076" h="66664">
                  <a:moveTo>
                    <a:pt x="0" y="0"/>
                  </a:moveTo>
                  <a:lnTo>
                    <a:pt x="25076" y="66664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2" name="Output_receptor__5901">
              <a:extLst>
                <a:ext uri="{FF2B5EF4-FFF2-40B4-BE49-F238E27FC236}">
                  <a16:creationId xmlns:a16="http://schemas.microsoft.com/office/drawing/2014/main" id="{EAC9246B-14A2-1D1D-85A1-D279A00E83EC}"/>
                </a:ext>
              </a:extLst>
            </p:cNvPr>
            <p:cNvSpPr>
              <a:spLocks noGrp="1"/>
            </p:cNvSpPr>
            <p:nvPr/>
          </p:nvSpPr>
          <p:spPr>
            <a:xfrm>
              <a:off x="14966606" y="2811095"/>
              <a:ext cx="55033" cy="14109"/>
            </a:xfrm>
            <a:custGeom>
              <a:avLst/>
              <a:gdLst/>
              <a:ahLst/>
              <a:cxnLst/>
              <a:rect l="0" t="0" r="0" b="0"/>
              <a:pathLst>
                <a:path w="55033" h="14109">
                  <a:moveTo>
                    <a:pt x="55033" y="0"/>
                  </a:moveTo>
                  <a:lnTo>
                    <a:pt x="0" y="14109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3" name="Output_receptor__5902">
              <a:extLst>
                <a:ext uri="{FF2B5EF4-FFF2-40B4-BE49-F238E27FC236}">
                  <a16:creationId xmlns:a16="http://schemas.microsoft.com/office/drawing/2014/main" id="{A2210AF7-07A3-A45A-8E17-F723392EA80E}"/>
                </a:ext>
              </a:extLst>
            </p:cNvPr>
            <p:cNvSpPr>
              <a:spLocks noGrp="1"/>
            </p:cNvSpPr>
            <p:nvPr/>
          </p:nvSpPr>
          <p:spPr>
            <a:xfrm>
              <a:off x="16249334" y="2460146"/>
              <a:ext cx="65619" cy="10238"/>
            </a:xfrm>
            <a:custGeom>
              <a:avLst/>
              <a:gdLst/>
              <a:ahLst/>
              <a:cxnLst/>
              <a:rect l="0" t="0" r="0" b="0"/>
              <a:pathLst>
                <a:path w="65619" h="10238">
                  <a:moveTo>
                    <a:pt x="0" y="10238"/>
                  </a:moveTo>
                  <a:lnTo>
                    <a:pt x="6561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4" name="Output_receptor__5903">
              <a:extLst>
                <a:ext uri="{FF2B5EF4-FFF2-40B4-BE49-F238E27FC236}">
                  <a16:creationId xmlns:a16="http://schemas.microsoft.com/office/drawing/2014/main" id="{CDD2C4AA-5D16-A4B1-232A-DC445993986D}"/>
                </a:ext>
              </a:extLst>
            </p:cNvPr>
            <p:cNvSpPr>
              <a:spLocks noGrp="1"/>
            </p:cNvSpPr>
            <p:nvPr/>
          </p:nvSpPr>
          <p:spPr>
            <a:xfrm>
              <a:off x="15169404" y="3017905"/>
              <a:ext cx="71509" cy="3186"/>
            </a:xfrm>
            <a:custGeom>
              <a:avLst/>
              <a:gdLst/>
              <a:ahLst/>
              <a:cxnLst/>
              <a:rect l="0" t="0" r="0" b="0"/>
              <a:pathLst>
                <a:path w="71509" h="3186">
                  <a:moveTo>
                    <a:pt x="0" y="3186"/>
                  </a:moveTo>
                  <a:lnTo>
                    <a:pt x="71509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5" name="Output_receptor__5904">
              <a:extLst>
                <a:ext uri="{FF2B5EF4-FFF2-40B4-BE49-F238E27FC236}">
                  <a16:creationId xmlns:a16="http://schemas.microsoft.com/office/drawing/2014/main" id="{19A65938-6E3F-0CB9-4E4C-59DACCD1E194}"/>
                </a:ext>
              </a:extLst>
            </p:cNvPr>
            <p:cNvSpPr>
              <a:spLocks noGrp="1"/>
            </p:cNvSpPr>
            <p:nvPr/>
          </p:nvSpPr>
          <p:spPr>
            <a:xfrm>
              <a:off x="16246094" y="2629571"/>
              <a:ext cx="30558" cy="50853"/>
            </a:xfrm>
            <a:custGeom>
              <a:avLst/>
              <a:gdLst/>
              <a:ahLst/>
              <a:cxnLst/>
              <a:rect l="0" t="0" r="0" b="0"/>
              <a:pathLst>
                <a:path w="30558" h="50853">
                  <a:moveTo>
                    <a:pt x="30558" y="5085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6" name="Output_receptor__5905">
              <a:extLst>
                <a:ext uri="{FF2B5EF4-FFF2-40B4-BE49-F238E27FC236}">
                  <a16:creationId xmlns:a16="http://schemas.microsoft.com/office/drawing/2014/main" id="{18C5860B-1356-8B95-4CB5-C123BD76370C}"/>
                </a:ext>
              </a:extLst>
            </p:cNvPr>
            <p:cNvSpPr>
              <a:spLocks noGrp="1"/>
            </p:cNvSpPr>
            <p:nvPr/>
          </p:nvSpPr>
          <p:spPr>
            <a:xfrm>
              <a:off x="15557108" y="3177083"/>
              <a:ext cx="66273" cy="22467"/>
            </a:xfrm>
            <a:custGeom>
              <a:avLst/>
              <a:gdLst/>
              <a:ahLst/>
              <a:cxnLst/>
              <a:rect l="0" t="0" r="0" b="0"/>
              <a:pathLst>
                <a:path w="66273" h="22467">
                  <a:moveTo>
                    <a:pt x="0" y="0"/>
                  </a:moveTo>
                  <a:lnTo>
                    <a:pt x="66273" y="22467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7" name="Output_receptor__5906">
              <a:extLst>
                <a:ext uri="{FF2B5EF4-FFF2-40B4-BE49-F238E27FC236}">
                  <a16:creationId xmlns:a16="http://schemas.microsoft.com/office/drawing/2014/main" id="{1DD67D37-0BA0-8492-5087-B9D6DED433F8}"/>
                </a:ext>
              </a:extLst>
            </p:cNvPr>
            <p:cNvSpPr>
              <a:spLocks noGrp="1"/>
            </p:cNvSpPr>
            <p:nvPr/>
          </p:nvSpPr>
          <p:spPr>
            <a:xfrm>
              <a:off x="15338436" y="2832106"/>
              <a:ext cx="41269" cy="50625"/>
            </a:xfrm>
            <a:custGeom>
              <a:avLst/>
              <a:gdLst/>
              <a:ahLst/>
              <a:cxnLst/>
              <a:rect l="0" t="0" r="0" b="0"/>
              <a:pathLst>
                <a:path w="41269" h="50625">
                  <a:moveTo>
                    <a:pt x="41269" y="0"/>
                  </a:moveTo>
                  <a:lnTo>
                    <a:pt x="0" y="50625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08" name="Output_receptor__5907">
              <a:extLst>
                <a:ext uri="{FF2B5EF4-FFF2-40B4-BE49-F238E27FC236}">
                  <a16:creationId xmlns:a16="http://schemas.microsoft.com/office/drawing/2014/main" id="{03B7A9D2-893F-DE8A-8ADC-A851B39CBD51}"/>
                </a:ext>
              </a:extLst>
            </p:cNvPr>
            <p:cNvSpPr>
              <a:spLocks noGrp="1"/>
            </p:cNvSpPr>
            <p:nvPr/>
          </p:nvSpPr>
          <p:spPr>
            <a:xfrm>
              <a:off x="15817123" y="3316263"/>
              <a:ext cx="31189" cy="17380"/>
            </a:xfrm>
            <a:custGeom>
              <a:avLst/>
              <a:gdLst/>
              <a:ahLst/>
              <a:cxnLst/>
              <a:rect l="0" t="0" r="0" b="0"/>
              <a:pathLst>
                <a:path w="31189" h="17380">
                  <a:moveTo>
                    <a:pt x="31189" y="0"/>
                  </a:moveTo>
                  <a:lnTo>
                    <a:pt x="0" y="17380"/>
                  </a:lnTo>
                </a:path>
              </a:pathLst>
            </a:custGeom>
            <a:noFill/>
            <a:ln w="20003">
              <a:solidFill>
                <a:srgbClr val="EDF0F2"/>
              </a:solidFill>
            </a:ln>
          </p:spPr>
        </p:sp>
        <p:sp>
          <p:nvSpPr>
            <p:cNvPr id="5909" name="Output_receptor__5908">
              <a:extLst>
                <a:ext uri="{FF2B5EF4-FFF2-40B4-BE49-F238E27FC236}">
                  <a16:creationId xmlns:a16="http://schemas.microsoft.com/office/drawing/2014/main" id="{9FFA37C9-88A7-81B2-EAE4-CC9A0401C544}"/>
                </a:ext>
              </a:extLst>
            </p:cNvPr>
            <p:cNvSpPr>
              <a:spLocks noGrp="1"/>
            </p:cNvSpPr>
            <p:nvPr/>
          </p:nvSpPr>
          <p:spPr>
            <a:xfrm>
              <a:off x="16214372" y="2470384"/>
              <a:ext cx="34962" cy="36493"/>
            </a:xfrm>
            <a:custGeom>
              <a:avLst/>
              <a:gdLst/>
              <a:ahLst/>
              <a:cxnLst/>
              <a:rect l="0" t="0" r="0" b="0"/>
              <a:pathLst>
                <a:path w="34962" h="36493">
                  <a:moveTo>
                    <a:pt x="0" y="36493"/>
                  </a:moveTo>
                  <a:lnTo>
                    <a:pt x="34962" y="0"/>
                  </a:lnTo>
                </a:path>
              </a:pathLst>
            </a:custGeom>
            <a:noFill/>
            <a:ln w="8096">
              <a:solidFill>
                <a:srgbClr val="EDF0F2"/>
              </a:solidFill>
            </a:ln>
          </p:spPr>
        </p:sp>
        <p:sp>
          <p:nvSpPr>
            <p:cNvPr id="5910" name="Output_receptor__5909">
              <a:extLst>
                <a:ext uri="{FF2B5EF4-FFF2-40B4-BE49-F238E27FC236}">
                  <a16:creationId xmlns:a16="http://schemas.microsoft.com/office/drawing/2014/main" id="{3A282D14-049B-0653-E152-2A92C0D6A60C}"/>
                </a:ext>
              </a:extLst>
            </p:cNvPr>
            <p:cNvSpPr>
              <a:spLocks noGrp="1"/>
            </p:cNvSpPr>
            <p:nvPr/>
          </p:nvSpPr>
          <p:spPr>
            <a:xfrm>
              <a:off x="15933638" y="2728486"/>
              <a:ext cx="39050" cy="54410"/>
            </a:xfrm>
            <a:custGeom>
              <a:avLst/>
              <a:gdLst/>
              <a:ahLst/>
              <a:cxnLst/>
              <a:rect l="0" t="0" r="0" b="0"/>
              <a:pathLst>
                <a:path w="39050" h="54410">
                  <a:moveTo>
                    <a:pt x="0" y="0"/>
                  </a:moveTo>
                  <a:lnTo>
                    <a:pt x="39050" y="5441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1" name="Output_receptor__5910">
              <a:extLst>
                <a:ext uri="{FF2B5EF4-FFF2-40B4-BE49-F238E27FC236}">
                  <a16:creationId xmlns:a16="http://schemas.microsoft.com/office/drawing/2014/main" id="{CD95BFCC-278F-817E-17B4-667786BDDE97}"/>
                </a:ext>
              </a:extLst>
            </p:cNvPr>
            <p:cNvSpPr>
              <a:spLocks noGrp="1"/>
            </p:cNvSpPr>
            <p:nvPr/>
          </p:nvSpPr>
          <p:spPr>
            <a:xfrm>
              <a:off x="15445167" y="2945939"/>
              <a:ext cx="41609" cy="29809"/>
            </a:xfrm>
            <a:custGeom>
              <a:avLst/>
              <a:gdLst/>
              <a:ahLst/>
              <a:cxnLst/>
              <a:rect l="0" t="0" r="0" b="0"/>
              <a:pathLst>
                <a:path w="41609" h="29809">
                  <a:moveTo>
                    <a:pt x="0" y="0"/>
                  </a:moveTo>
                  <a:lnTo>
                    <a:pt x="41609" y="29809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2" name="Output_receptor__5911">
              <a:extLst>
                <a:ext uri="{FF2B5EF4-FFF2-40B4-BE49-F238E27FC236}">
                  <a16:creationId xmlns:a16="http://schemas.microsoft.com/office/drawing/2014/main" id="{6A75BEFC-803B-B7BD-966C-D352B793944C}"/>
                </a:ext>
              </a:extLst>
            </p:cNvPr>
            <p:cNvSpPr>
              <a:spLocks noGrp="1"/>
            </p:cNvSpPr>
            <p:nvPr/>
          </p:nvSpPr>
          <p:spPr>
            <a:xfrm>
              <a:off x="15531984" y="3244317"/>
              <a:ext cx="32034" cy="21546"/>
            </a:xfrm>
            <a:custGeom>
              <a:avLst/>
              <a:gdLst/>
              <a:ahLst/>
              <a:cxnLst/>
              <a:rect l="0" t="0" r="0" b="0"/>
              <a:pathLst>
                <a:path w="32034" h="21546">
                  <a:moveTo>
                    <a:pt x="32034" y="2154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3" name="Output_receptor__5912">
              <a:extLst>
                <a:ext uri="{FF2B5EF4-FFF2-40B4-BE49-F238E27FC236}">
                  <a16:creationId xmlns:a16="http://schemas.microsoft.com/office/drawing/2014/main" id="{AB0D185C-60A0-5E0A-056D-A78DB12C5C3A}"/>
                </a:ext>
              </a:extLst>
            </p:cNvPr>
            <p:cNvSpPr>
              <a:spLocks noGrp="1"/>
            </p:cNvSpPr>
            <p:nvPr/>
          </p:nvSpPr>
          <p:spPr>
            <a:xfrm>
              <a:off x="15713328" y="3384396"/>
              <a:ext cx="11178" cy="48151"/>
            </a:xfrm>
            <a:custGeom>
              <a:avLst/>
              <a:gdLst/>
              <a:ahLst/>
              <a:cxnLst/>
              <a:rect l="0" t="0" r="0" b="0"/>
              <a:pathLst>
                <a:path w="11178" h="48151">
                  <a:moveTo>
                    <a:pt x="11178" y="0"/>
                  </a:moveTo>
                  <a:lnTo>
                    <a:pt x="0" y="48151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4" name="Output_receptor__5913">
              <a:extLst>
                <a:ext uri="{FF2B5EF4-FFF2-40B4-BE49-F238E27FC236}">
                  <a16:creationId xmlns:a16="http://schemas.microsoft.com/office/drawing/2014/main" id="{B877E609-C124-2D38-2A2B-9871B887E3C4}"/>
                </a:ext>
              </a:extLst>
            </p:cNvPr>
            <p:cNvSpPr>
              <a:spLocks noGrp="1"/>
            </p:cNvSpPr>
            <p:nvPr/>
          </p:nvSpPr>
          <p:spPr>
            <a:xfrm>
              <a:off x="15213662" y="2832149"/>
              <a:ext cx="2192" cy="52578"/>
            </a:xfrm>
            <a:custGeom>
              <a:avLst/>
              <a:gdLst/>
              <a:ahLst/>
              <a:cxnLst/>
              <a:rect l="0" t="0" r="0" b="0"/>
              <a:pathLst>
                <a:path w="2192" h="52578">
                  <a:moveTo>
                    <a:pt x="0" y="52578"/>
                  </a:moveTo>
                  <a:lnTo>
                    <a:pt x="2192" y="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15" name="Output_receptor__5914">
              <a:extLst>
                <a:ext uri="{FF2B5EF4-FFF2-40B4-BE49-F238E27FC236}">
                  <a16:creationId xmlns:a16="http://schemas.microsoft.com/office/drawing/2014/main" id="{775468F9-9344-0B28-D257-09C54AB7BF46}"/>
                </a:ext>
              </a:extLst>
            </p:cNvPr>
            <p:cNvSpPr>
              <a:spLocks noGrp="1"/>
            </p:cNvSpPr>
            <p:nvPr/>
          </p:nvSpPr>
          <p:spPr>
            <a:xfrm>
              <a:off x="15326058" y="3382659"/>
              <a:ext cx="32313" cy="57594"/>
            </a:xfrm>
            <a:custGeom>
              <a:avLst/>
              <a:gdLst/>
              <a:ahLst/>
              <a:cxnLst/>
              <a:rect l="0" t="0" r="0" b="0"/>
              <a:pathLst>
                <a:path w="32313" h="57594">
                  <a:moveTo>
                    <a:pt x="32313" y="0"/>
                  </a:moveTo>
                  <a:lnTo>
                    <a:pt x="0" y="57594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6" name="Output_receptor__5915">
              <a:extLst>
                <a:ext uri="{FF2B5EF4-FFF2-40B4-BE49-F238E27FC236}">
                  <a16:creationId xmlns:a16="http://schemas.microsoft.com/office/drawing/2014/main" id="{5113C5C4-FF45-94B1-7A43-3EA5A5737F89}"/>
                </a:ext>
              </a:extLst>
            </p:cNvPr>
            <p:cNvSpPr>
              <a:spLocks noGrp="1"/>
            </p:cNvSpPr>
            <p:nvPr/>
          </p:nvSpPr>
          <p:spPr>
            <a:xfrm>
              <a:off x="15800078" y="3115138"/>
              <a:ext cx="21610" cy="39629"/>
            </a:xfrm>
            <a:custGeom>
              <a:avLst/>
              <a:gdLst/>
              <a:ahLst/>
              <a:cxnLst/>
              <a:rect l="0" t="0" r="0" b="0"/>
              <a:pathLst>
                <a:path w="21610" h="39629">
                  <a:moveTo>
                    <a:pt x="21610" y="0"/>
                  </a:moveTo>
                  <a:lnTo>
                    <a:pt x="0" y="39629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7" name="Output_receptor__5916">
              <a:extLst>
                <a:ext uri="{FF2B5EF4-FFF2-40B4-BE49-F238E27FC236}">
                  <a16:creationId xmlns:a16="http://schemas.microsoft.com/office/drawing/2014/main" id="{509DB6AD-B8E3-1957-6258-358B24755E3E}"/>
                </a:ext>
              </a:extLst>
            </p:cNvPr>
            <p:cNvSpPr>
              <a:spLocks noGrp="1"/>
            </p:cNvSpPr>
            <p:nvPr/>
          </p:nvSpPr>
          <p:spPr>
            <a:xfrm>
              <a:off x="16176285" y="2629571"/>
              <a:ext cx="69809" cy="10078"/>
            </a:xfrm>
            <a:custGeom>
              <a:avLst/>
              <a:gdLst/>
              <a:ahLst/>
              <a:cxnLst/>
              <a:rect l="0" t="0" r="0" b="0"/>
              <a:pathLst>
                <a:path w="69809" h="10078">
                  <a:moveTo>
                    <a:pt x="69809" y="0"/>
                  </a:moveTo>
                  <a:lnTo>
                    <a:pt x="0" y="10078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8" name="Output_receptor__5917">
              <a:extLst>
                <a:ext uri="{FF2B5EF4-FFF2-40B4-BE49-F238E27FC236}">
                  <a16:creationId xmlns:a16="http://schemas.microsoft.com/office/drawing/2014/main" id="{6569F385-2EDB-0D0F-6F11-672D26D5BA53}"/>
                </a:ext>
              </a:extLst>
            </p:cNvPr>
            <p:cNvSpPr>
              <a:spLocks noGrp="1"/>
            </p:cNvSpPr>
            <p:nvPr/>
          </p:nvSpPr>
          <p:spPr>
            <a:xfrm>
              <a:off x="15776122" y="3230003"/>
              <a:ext cx="54653" cy="29534"/>
            </a:xfrm>
            <a:custGeom>
              <a:avLst/>
              <a:gdLst/>
              <a:ahLst/>
              <a:cxnLst/>
              <a:rect l="0" t="0" r="0" b="0"/>
              <a:pathLst>
                <a:path w="54653" h="29534">
                  <a:moveTo>
                    <a:pt x="54653" y="0"/>
                  </a:moveTo>
                  <a:lnTo>
                    <a:pt x="0" y="29534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19" name="Output_receptor__5918">
              <a:extLst>
                <a:ext uri="{FF2B5EF4-FFF2-40B4-BE49-F238E27FC236}">
                  <a16:creationId xmlns:a16="http://schemas.microsoft.com/office/drawing/2014/main" id="{3BAE1E9B-6FAB-0D57-987B-10EF431717E1}"/>
                </a:ext>
              </a:extLst>
            </p:cNvPr>
            <p:cNvSpPr>
              <a:spLocks noGrp="1"/>
            </p:cNvSpPr>
            <p:nvPr/>
          </p:nvSpPr>
          <p:spPr>
            <a:xfrm>
              <a:off x="15969175" y="2782896"/>
              <a:ext cx="3513" cy="33162"/>
            </a:xfrm>
            <a:custGeom>
              <a:avLst/>
              <a:gdLst/>
              <a:ahLst/>
              <a:cxnLst/>
              <a:rect l="0" t="0" r="0" b="0"/>
              <a:pathLst>
                <a:path w="3513" h="33162">
                  <a:moveTo>
                    <a:pt x="3513" y="0"/>
                  </a:moveTo>
                  <a:lnTo>
                    <a:pt x="0" y="33162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0" name="Output_receptor__5919">
              <a:extLst>
                <a:ext uri="{FF2B5EF4-FFF2-40B4-BE49-F238E27FC236}">
                  <a16:creationId xmlns:a16="http://schemas.microsoft.com/office/drawing/2014/main" id="{0D1E5649-BFA0-5FC7-395E-444F301D5E4F}"/>
                </a:ext>
              </a:extLst>
            </p:cNvPr>
            <p:cNvSpPr>
              <a:spLocks noGrp="1"/>
            </p:cNvSpPr>
            <p:nvPr/>
          </p:nvSpPr>
          <p:spPr>
            <a:xfrm>
              <a:off x="15240912" y="2988373"/>
              <a:ext cx="7770" cy="29532"/>
            </a:xfrm>
            <a:custGeom>
              <a:avLst/>
              <a:gdLst/>
              <a:ahLst/>
              <a:cxnLst/>
              <a:rect l="0" t="0" r="0" b="0"/>
              <a:pathLst>
                <a:path w="7770" h="29532">
                  <a:moveTo>
                    <a:pt x="0" y="29532"/>
                  </a:moveTo>
                  <a:lnTo>
                    <a:pt x="7770" y="0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1" name="Output_receptor__5920">
              <a:extLst>
                <a:ext uri="{FF2B5EF4-FFF2-40B4-BE49-F238E27FC236}">
                  <a16:creationId xmlns:a16="http://schemas.microsoft.com/office/drawing/2014/main" id="{1B43FD37-FFB3-45F1-1CFF-082AF95FE9C5}"/>
                </a:ext>
              </a:extLst>
            </p:cNvPr>
            <p:cNvSpPr>
              <a:spLocks noGrp="1"/>
            </p:cNvSpPr>
            <p:nvPr/>
          </p:nvSpPr>
          <p:spPr>
            <a:xfrm>
              <a:off x="15129255" y="3101606"/>
              <a:ext cx="65921" cy="27536"/>
            </a:xfrm>
            <a:custGeom>
              <a:avLst/>
              <a:gdLst/>
              <a:ahLst/>
              <a:cxnLst/>
              <a:rect l="0" t="0" r="0" b="0"/>
              <a:pathLst>
                <a:path w="65921" h="27536">
                  <a:moveTo>
                    <a:pt x="0" y="27536"/>
                  </a:moveTo>
                  <a:lnTo>
                    <a:pt x="65921" y="0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22" name="Output_receptor__5921">
              <a:extLst>
                <a:ext uri="{FF2B5EF4-FFF2-40B4-BE49-F238E27FC236}">
                  <a16:creationId xmlns:a16="http://schemas.microsoft.com/office/drawing/2014/main" id="{26B8FE0E-1EED-5C72-660B-725CC6A4724A}"/>
                </a:ext>
              </a:extLst>
            </p:cNvPr>
            <p:cNvSpPr>
              <a:spLocks noGrp="1"/>
            </p:cNvSpPr>
            <p:nvPr/>
          </p:nvSpPr>
          <p:spPr>
            <a:xfrm>
              <a:off x="15814680" y="3029647"/>
              <a:ext cx="71599" cy="6739"/>
            </a:xfrm>
            <a:custGeom>
              <a:avLst/>
              <a:gdLst/>
              <a:ahLst/>
              <a:cxnLst/>
              <a:rect l="0" t="0" r="0" b="0"/>
              <a:pathLst>
                <a:path w="71599" h="6739">
                  <a:moveTo>
                    <a:pt x="71599" y="0"/>
                  </a:moveTo>
                  <a:lnTo>
                    <a:pt x="0" y="6739"/>
                  </a:lnTo>
                </a:path>
              </a:pathLst>
            </a:custGeom>
            <a:noFill/>
            <a:ln w="20003">
              <a:solidFill>
                <a:srgbClr val="EEF0F2"/>
              </a:solidFill>
            </a:ln>
          </p:spPr>
        </p:sp>
        <p:sp>
          <p:nvSpPr>
            <p:cNvPr id="5923" name="Output_receptor__5922">
              <a:extLst>
                <a:ext uri="{FF2B5EF4-FFF2-40B4-BE49-F238E27FC236}">
                  <a16:creationId xmlns:a16="http://schemas.microsoft.com/office/drawing/2014/main" id="{409F5264-E28B-D77C-F5D1-4621049B23A4}"/>
                </a:ext>
              </a:extLst>
            </p:cNvPr>
            <p:cNvSpPr>
              <a:spLocks noGrp="1"/>
            </p:cNvSpPr>
            <p:nvPr/>
          </p:nvSpPr>
          <p:spPr>
            <a:xfrm>
              <a:off x="15013850" y="3373501"/>
              <a:ext cx="6976" cy="2555"/>
            </a:xfrm>
            <a:custGeom>
              <a:avLst/>
              <a:gdLst/>
              <a:ahLst/>
              <a:cxnLst/>
              <a:rect l="0" t="0" r="0" b="0"/>
              <a:pathLst>
                <a:path w="6976" h="2555">
                  <a:moveTo>
                    <a:pt x="0" y="0"/>
                  </a:moveTo>
                  <a:lnTo>
                    <a:pt x="6976" y="2555"/>
                  </a:lnTo>
                </a:path>
              </a:pathLst>
            </a:custGeom>
            <a:noFill/>
            <a:ln w="8096">
              <a:solidFill>
                <a:srgbClr val="EEF0F2"/>
              </a:solidFill>
            </a:ln>
          </p:spPr>
        </p:sp>
        <p:sp>
          <p:nvSpPr>
            <p:cNvPr id="5924" name="Output_receptor__5923">
              <a:extLst>
                <a:ext uri="{FF2B5EF4-FFF2-40B4-BE49-F238E27FC236}">
                  <a16:creationId xmlns:a16="http://schemas.microsoft.com/office/drawing/2014/main" id="{E73873DC-42DC-7D5A-B44C-52960F1A44B5}"/>
                </a:ext>
              </a:extLst>
            </p:cNvPr>
            <p:cNvSpPr>
              <a:spLocks noGrp="1"/>
            </p:cNvSpPr>
            <p:nvPr/>
          </p:nvSpPr>
          <p:spPr>
            <a:xfrm>
              <a:off x="16035485" y="2656884"/>
              <a:ext cx="12366" cy="70533"/>
            </a:xfrm>
            <a:custGeom>
              <a:avLst/>
              <a:gdLst/>
              <a:ahLst/>
              <a:cxnLst/>
              <a:rect l="0" t="0" r="0" b="0"/>
              <a:pathLst>
                <a:path w="12366" h="70533">
                  <a:moveTo>
                    <a:pt x="12366" y="0"/>
                  </a:moveTo>
                  <a:lnTo>
                    <a:pt x="0" y="70533"/>
                  </a:lnTo>
                </a:path>
              </a:pathLst>
            </a:custGeom>
            <a:noFill/>
            <a:ln w="8096">
              <a:solidFill>
                <a:srgbClr val="EEF0F3"/>
              </a:solidFill>
            </a:ln>
          </p:spPr>
        </p:sp>
        <p:sp>
          <p:nvSpPr>
            <p:cNvPr id="5925" name="Output_receptor__5924">
              <a:extLst>
                <a:ext uri="{FF2B5EF4-FFF2-40B4-BE49-F238E27FC236}">
                  <a16:creationId xmlns:a16="http://schemas.microsoft.com/office/drawing/2014/main" id="{2996C032-A5A8-8AF5-785A-8766B04ACB5F}"/>
                </a:ext>
              </a:extLst>
            </p:cNvPr>
            <p:cNvSpPr>
              <a:spLocks noGrp="1"/>
            </p:cNvSpPr>
            <p:nvPr/>
          </p:nvSpPr>
          <p:spPr>
            <a:xfrm>
              <a:off x="15652722" y="3377277"/>
              <a:ext cx="71783" cy="7119"/>
            </a:xfrm>
            <a:custGeom>
              <a:avLst/>
              <a:gdLst/>
              <a:ahLst/>
              <a:cxnLst/>
              <a:rect l="0" t="0" r="0" b="0"/>
              <a:pathLst>
                <a:path w="71783" h="7119">
                  <a:moveTo>
                    <a:pt x="0" y="0"/>
                  </a:moveTo>
                  <a:lnTo>
                    <a:pt x="71783" y="7119"/>
                  </a:lnTo>
                </a:path>
              </a:pathLst>
            </a:custGeom>
            <a:noFill/>
            <a:ln w="20003">
              <a:solidFill>
                <a:srgbClr val="EEF0F3"/>
              </a:solidFill>
            </a:ln>
          </p:spPr>
        </p:sp>
        <p:sp>
          <p:nvSpPr>
            <p:cNvPr id="5926" name="Output_receptor__5925">
              <a:extLst>
                <a:ext uri="{FF2B5EF4-FFF2-40B4-BE49-F238E27FC236}">
                  <a16:creationId xmlns:a16="http://schemas.microsoft.com/office/drawing/2014/main" id="{86D36123-92FF-4309-1622-4F6FBD7BAD88}"/>
                </a:ext>
              </a:extLst>
            </p:cNvPr>
            <p:cNvSpPr>
              <a:spLocks noGrp="1"/>
            </p:cNvSpPr>
            <p:nvPr/>
          </p:nvSpPr>
          <p:spPr>
            <a:xfrm>
              <a:off x="15072409" y="3103293"/>
              <a:ext cx="56845" cy="25849"/>
            </a:xfrm>
            <a:custGeom>
              <a:avLst/>
              <a:gdLst/>
              <a:ahLst/>
              <a:cxnLst/>
              <a:rect l="0" t="0" r="0" b="0"/>
              <a:pathLst>
                <a:path w="56845" h="25849">
                  <a:moveTo>
                    <a:pt x="0" y="0"/>
                  </a:moveTo>
                  <a:lnTo>
                    <a:pt x="56845" y="25849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27" name="Output_receptor__5926">
              <a:extLst>
                <a:ext uri="{FF2B5EF4-FFF2-40B4-BE49-F238E27FC236}">
                  <a16:creationId xmlns:a16="http://schemas.microsoft.com/office/drawing/2014/main" id="{4A8A3224-E2EE-BA2E-D8AC-85F172675277}"/>
                </a:ext>
              </a:extLst>
            </p:cNvPr>
            <p:cNvSpPr>
              <a:spLocks noGrp="1"/>
            </p:cNvSpPr>
            <p:nvPr/>
          </p:nvSpPr>
          <p:spPr>
            <a:xfrm>
              <a:off x="15331765" y="2810528"/>
              <a:ext cx="47940" cy="21578"/>
            </a:xfrm>
            <a:custGeom>
              <a:avLst/>
              <a:gdLst/>
              <a:ahLst/>
              <a:cxnLst/>
              <a:rect l="0" t="0" r="0" b="0"/>
              <a:pathLst>
                <a:path w="47940" h="21578">
                  <a:moveTo>
                    <a:pt x="0" y="0"/>
                  </a:moveTo>
                  <a:lnTo>
                    <a:pt x="47940" y="2157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28" name="Output_receptor__5927">
              <a:extLst>
                <a:ext uri="{FF2B5EF4-FFF2-40B4-BE49-F238E27FC236}">
                  <a16:creationId xmlns:a16="http://schemas.microsoft.com/office/drawing/2014/main" id="{BAA88F25-1576-E67F-B532-147BDE222854}"/>
                </a:ext>
              </a:extLst>
            </p:cNvPr>
            <p:cNvSpPr>
              <a:spLocks noGrp="1"/>
            </p:cNvSpPr>
            <p:nvPr/>
          </p:nvSpPr>
          <p:spPr>
            <a:xfrm>
              <a:off x="15645348" y="3377277"/>
              <a:ext cx="7374" cy="71487"/>
            </a:xfrm>
            <a:custGeom>
              <a:avLst/>
              <a:gdLst/>
              <a:ahLst/>
              <a:cxnLst/>
              <a:rect l="0" t="0" r="0" b="0"/>
              <a:pathLst>
                <a:path w="7374" h="71487">
                  <a:moveTo>
                    <a:pt x="0" y="71487"/>
                  </a:moveTo>
                  <a:lnTo>
                    <a:pt x="7374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29" name="Output_receptor__5928">
              <a:extLst>
                <a:ext uri="{FF2B5EF4-FFF2-40B4-BE49-F238E27FC236}">
                  <a16:creationId xmlns:a16="http://schemas.microsoft.com/office/drawing/2014/main" id="{636FC1F5-0750-9044-3CEA-293B4F7CEE90}"/>
                </a:ext>
              </a:extLst>
            </p:cNvPr>
            <p:cNvSpPr>
              <a:spLocks noGrp="1"/>
            </p:cNvSpPr>
            <p:nvPr/>
          </p:nvSpPr>
          <p:spPr>
            <a:xfrm>
              <a:off x="16130456" y="2593552"/>
              <a:ext cx="45829" cy="46097"/>
            </a:xfrm>
            <a:custGeom>
              <a:avLst/>
              <a:gdLst/>
              <a:ahLst/>
              <a:cxnLst/>
              <a:rect l="0" t="0" r="0" b="0"/>
              <a:pathLst>
                <a:path w="45829" h="46097">
                  <a:moveTo>
                    <a:pt x="45829" y="4609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0" name="Output_receptor__5929">
              <a:extLst>
                <a:ext uri="{FF2B5EF4-FFF2-40B4-BE49-F238E27FC236}">
                  <a16:creationId xmlns:a16="http://schemas.microsoft.com/office/drawing/2014/main" id="{DA038C4D-8128-821F-27A6-77D97EA003E5}"/>
                </a:ext>
              </a:extLst>
            </p:cNvPr>
            <p:cNvSpPr>
              <a:spLocks noGrp="1"/>
            </p:cNvSpPr>
            <p:nvPr/>
          </p:nvSpPr>
          <p:spPr>
            <a:xfrm>
              <a:off x="15564018" y="3265472"/>
              <a:ext cx="70696" cy="391"/>
            </a:xfrm>
            <a:custGeom>
              <a:avLst/>
              <a:gdLst/>
              <a:ahLst/>
              <a:cxnLst/>
              <a:rect l="0" t="0" r="0" b="0"/>
              <a:pathLst>
                <a:path w="70696" h="391">
                  <a:moveTo>
                    <a:pt x="70696" y="0"/>
                  </a:moveTo>
                  <a:lnTo>
                    <a:pt x="0" y="39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1" name="Output_receptor__5930">
              <a:extLst>
                <a:ext uri="{FF2B5EF4-FFF2-40B4-BE49-F238E27FC236}">
                  <a16:creationId xmlns:a16="http://schemas.microsoft.com/office/drawing/2014/main" id="{411DA499-CDEB-8675-2E4B-820E258EB069}"/>
                </a:ext>
              </a:extLst>
            </p:cNvPr>
            <p:cNvSpPr>
              <a:spLocks noGrp="1"/>
            </p:cNvSpPr>
            <p:nvPr/>
          </p:nvSpPr>
          <p:spPr>
            <a:xfrm>
              <a:off x="15730373" y="3154767"/>
              <a:ext cx="69705" cy="17731"/>
            </a:xfrm>
            <a:custGeom>
              <a:avLst/>
              <a:gdLst/>
              <a:ahLst/>
              <a:cxnLst/>
              <a:rect l="0" t="0" r="0" b="0"/>
              <a:pathLst>
                <a:path w="69705" h="17731">
                  <a:moveTo>
                    <a:pt x="69705" y="0"/>
                  </a:moveTo>
                  <a:lnTo>
                    <a:pt x="0" y="1773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2" name="Output_receptor__5931">
              <a:extLst>
                <a:ext uri="{FF2B5EF4-FFF2-40B4-BE49-F238E27FC236}">
                  <a16:creationId xmlns:a16="http://schemas.microsoft.com/office/drawing/2014/main" id="{ED7CD89C-DC3B-EF23-3B2F-ECFBF24857A9}"/>
                </a:ext>
              </a:extLst>
            </p:cNvPr>
            <p:cNvSpPr>
              <a:spLocks noGrp="1"/>
            </p:cNvSpPr>
            <p:nvPr/>
          </p:nvSpPr>
          <p:spPr>
            <a:xfrm>
              <a:off x="15040476" y="3433596"/>
              <a:ext cx="62314" cy="12104"/>
            </a:xfrm>
            <a:custGeom>
              <a:avLst/>
              <a:gdLst/>
              <a:ahLst/>
              <a:cxnLst/>
              <a:rect l="0" t="0" r="0" b="0"/>
              <a:pathLst>
                <a:path w="62314" h="12104">
                  <a:moveTo>
                    <a:pt x="0" y="12104"/>
                  </a:moveTo>
                  <a:lnTo>
                    <a:pt x="62314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3" name="Output_receptor__5932">
              <a:extLst>
                <a:ext uri="{FF2B5EF4-FFF2-40B4-BE49-F238E27FC236}">
                  <a16:creationId xmlns:a16="http://schemas.microsoft.com/office/drawing/2014/main" id="{6EA83CA0-FE0B-D95D-F0E8-CF1ADC4411F3}"/>
                </a:ext>
              </a:extLst>
            </p:cNvPr>
            <p:cNvSpPr>
              <a:spLocks noGrp="1"/>
            </p:cNvSpPr>
            <p:nvPr/>
          </p:nvSpPr>
          <p:spPr>
            <a:xfrm>
              <a:off x="15102790" y="3433596"/>
              <a:ext cx="62544" cy="4878"/>
            </a:xfrm>
            <a:custGeom>
              <a:avLst/>
              <a:gdLst/>
              <a:ahLst/>
              <a:cxnLst/>
              <a:rect l="0" t="0" r="0" b="0"/>
              <a:pathLst>
                <a:path w="62544" h="4878">
                  <a:moveTo>
                    <a:pt x="0" y="0"/>
                  </a:moveTo>
                  <a:lnTo>
                    <a:pt x="62544" y="487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4" name="Output_receptor__5933">
              <a:extLst>
                <a:ext uri="{FF2B5EF4-FFF2-40B4-BE49-F238E27FC236}">
                  <a16:creationId xmlns:a16="http://schemas.microsoft.com/office/drawing/2014/main" id="{CCFFEE30-8924-35F2-D15B-CCEC82D575A1}"/>
                </a:ext>
              </a:extLst>
            </p:cNvPr>
            <p:cNvSpPr>
              <a:spLocks noGrp="1"/>
            </p:cNvSpPr>
            <p:nvPr/>
          </p:nvSpPr>
          <p:spPr>
            <a:xfrm>
              <a:off x="15933638" y="2728486"/>
              <a:ext cx="44623" cy="3025"/>
            </a:xfrm>
            <a:custGeom>
              <a:avLst/>
              <a:gdLst/>
              <a:ahLst/>
              <a:cxnLst/>
              <a:rect l="0" t="0" r="0" b="0"/>
              <a:pathLst>
                <a:path w="44623" h="3025">
                  <a:moveTo>
                    <a:pt x="44623" y="302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5" name="Output_receptor__5934">
              <a:extLst>
                <a:ext uri="{FF2B5EF4-FFF2-40B4-BE49-F238E27FC236}">
                  <a16:creationId xmlns:a16="http://schemas.microsoft.com/office/drawing/2014/main" id="{538D97D3-27F7-AA3E-2455-59EC2644FB98}"/>
                </a:ext>
              </a:extLst>
            </p:cNvPr>
            <p:cNvSpPr>
              <a:spLocks noGrp="1"/>
            </p:cNvSpPr>
            <p:nvPr/>
          </p:nvSpPr>
          <p:spPr>
            <a:xfrm>
              <a:off x="15302911" y="3361292"/>
              <a:ext cx="55460" cy="21367"/>
            </a:xfrm>
            <a:custGeom>
              <a:avLst/>
              <a:gdLst/>
              <a:ahLst/>
              <a:cxnLst/>
              <a:rect l="0" t="0" r="0" b="0"/>
              <a:pathLst>
                <a:path w="55460" h="21367">
                  <a:moveTo>
                    <a:pt x="0" y="0"/>
                  </a:moveTo>
                  <a:lnTo>
                    <a:pt x="55460" y="2136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6" name="Output_receptor__5935">
              <a:extLst>
                <a:ext uri="{FF2B5EF4-FFF2-40B4-BE49-F238E27FC236}">
                  <a16:creationId xmlns:a16="http://schemas.microsoft.com/office/drawing/2014/main" id="{085FB459-85FD-E18D-70FB-999003879F91}"/>
                </a:ext>
              </a:extLst>
            </p:cNvPr>
            <p:cNvSpPr>
              <a:spLocks noGrp="1"/>
            </p:cNvSpPr>
            <p:nvPr/>
          </p:nvSpPr>
          <p:spPr>
            <a:xfrm>
              <a:off x="15886278" y="3029647"/>
              <a:ext cx="18608" cy="60598"/>
            </a:xfrm>
            <a:custGeom>
              <a:avLst/>
              <a:gdLst/>
              <a:ahLst/>
              <a:cxnLst/>
              <a:rect l="0" t="0" r="0" b="0"/>
              <a:pathLst>
                <a:path w="18608" h="60598">
                  <a:moveTo>
                    <a:pt x="18608" y="6059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37" name="Output_receptor__5936">
              <a:extLst>
                <a:ext uri="{FF2B5EF4-FFF2-40B4-BE49-F238E27FC236}">
                  <a16:creationId xmlns:a16="http://schemas.microsoft.com/office/drawing/2014/main" id="{0F835E6C-03E8-60B8-3298-0120F469485C}"/>
                </a:ext>
              </a:extLst>
            </p:cNvPr>
            <p:cNvSpPr>
              <a:spLocks noGrp="1"/>
            </p:cNvSpPr>
            <p:nvPr/>
          </p:nvSpPr>
          <p:spPr>
            <a:xfrm>
              <a:off x="15128994" y="3341516"/>
              <a:ext cx="60879" cy="33434"/>
            </a:xfrm>
            <a:custGeom>
              <a:avLst/>
              <a:gdLst/>
              <a:ahLst/>
              <a:cxnLst/>
              <a:rect l="0" t="0" r="0" b="0"/>
              <a:pathLst>
                <a:path w="60879" h="33434">
                  <a:moveTo>
                    <a:pt x="60879" y="3343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8" name="Output_receptor__5937">
              <a:extLst>
                <a:ext uri="{FF2B5EF4-FFF2-40B4-BE49-F238E27FC236}">
                  <a16:creationId xmlns:a16="http://schemas.microsoft.com/office/drawing/2014/main" id="{5A82C31D-82C8-5AD2-79E6-8FC8BDED7010}"/>
                </a:ext>
              </a:extLst>
            </p:cNvPr>
            <p:cNvSpPr>
              <a:spLocks noGrp="1"/>
            </p:cNvSpPr>
            <p:nvPr/>
          </p:nvSpPr>
          <p:spPr>
            <a:xfrm>
              <a:off x="15775804" y="3036386"/>
              <a:ext cx="38876" cy="32700"/>
            </a:xfrm>
            <a:custGeom>
              <a:avLst/>
              <a:gdLst/>
              <a:ahLst/>
              <a:cxnLst/>
              <a:rect l="0" t="0" r="0" b="0"/>
              <a:pathLst>
                <a:path w="38876" h="32700">
                  <a:moveTo>
                    <a:pt x="38876" y="0"/>
                  </a:moveTo>
                  <a:lnTo>
                    <a:pt x="0" y="3270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39" name="Output_receptor__5938">
              <a:extLst>
                <a:ext uri="{FF2B5EF4-FFF2-40B4-BE49-F238E27FC236}">
                  <a16:creationId xmlns:a16="http://schemas.microsoft.com/office/drawing/2014/main" id="{FF7B75F9-7CC0-D5A7-6764-324FBDF1F080}"/>
                </a:ext>
              </a:extLst>
            </p:cNvPr>
            <p:cNvSpPr>
              <a:spLocks noGrp="1"/>
            </p:cNvSpPr>
            <p:nvPr/>
          </p:nvSpPr>
          <p:spPr>
            <a:xfrm>
              <a:off x="15165334" y="3374951"/>
              <a:ext cx="24539" cy="63523"/>
            </a:xfrm>
            <a:custGeom>
              <a:avLst/>
              <a:gdLst/>
              <a:ahLst/>
              <a:cxnLst/>
              <a:rect l="0" t="0" r="0" b="0"/>
              <a:pathLst>
                <a:path w="24539" h="63523">
                  <a:moveTo>
                    <a:pt x="0" y="63523"/>
                  </a:moveTo>
                  <a:lnTo>
                    <a:pt x="24539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0" name="Output_receptor__5939">
              <a:extLst>
                <a:ext uri="{FF2B5EF4-FFF2-40B4-BE49-F238E27FC236}">
                  <a16:creationId xmlns:a16="http://schemas.microsoft.com/office/drawing/2014/main" id="{E8CF0E2A-6B15-8459-34BA-B7D2543B76D7}"/>
                </a:ext>
              </a:extLst>
            </p:cNvPr>
            <p:cNvSpPr>
              <a:spLocks noGrp="1"/>
            </p:cNvSpPr>
            <p:nvPr/>
          </p:nvSpPr>
          <p:spPr>
            <a:xfrm>
              <a:off x="15978261" y="2727417"/>
              <a:ext cx="57225" cy="4093"/>
            </a:xfrm>
            <a:custGeom>
              <a:avLst/>
              <a:gdLst/>
              <a:ahLst/>
              <a:cxnLst/>
              <a:rect l="0" t="0" r="0" b="0"/>
              <a:pathLst>
                <a:path w="57225" h="4093">
                  <a:moveTo>
                    <a:pt x="57225" y="0"/>
                  </a:moveTo>
                  <a:lnTo>
                    <a:pt x="0" y="409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1" name="Output_receptor__5940">
              <a:extLst>
                <a:ext uri="{FF2B5EF4-FFF2-40B4-BE49-F238E27FC236}">
                  <a16:creationId xmlns:a16="http://schemas.microsoft.com/office/drawing/2014/main" id="{5192D9BA-EFE9-F564-4A4F-3354F36C8A81}"/>
                </a:ext>
              </a:extLst>
            </p:cNvPr>
            <p:cNvSpPr>
              <a:spLocks noGrp="1"/>
            </p:cNvSpPr>
            <p:nvPr/>
          </p:nvSpPr>
          <p:spPr>
            <a:xfrm>
              <a:off x="15215854" y="2832149"/>
              <a:ext cx="59520" cy="23949"/>
            </a:xfrm>
            <a:custGeom>
              <a:avLst/>
              <a:gdLst/>
              <a:ahLst/>
              <a:cxnLst/>
              <a:rect l="0" t="0" r="0" b="0"/>
              <a:pathLst>
                <a:path w="59520" h="23949">
                  <a:moveTo>
                    <a:pt x="0" y="0"/>
                  </a:moveTo>
                  <a:lnTo>
                    <a:pt x="59520" y="23949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2" name="Output_receptor__5941">
              <a:extLst>
                <a:ext uri="{FF2B5EF4-FFF2-40B4-BE49-F238E27FC236}">
                  <a16:creationId xmlns:a16="http://schemas.microsoft.com/office/drawing/2014/main" id="{F3833934-D52C-6340-93C2-2E246BCE90ED}"/>
                </a:ext>
              </a:extLst>
            </p:cNvPr>
            <p:cNvSpPr>
              <a:spLocks noGrp="1"/>
            </p:cNvSpPr>
            <p:nvPr/>
          </p:nvSpPr>
          <p:spPr>
            <a:xfrm>
              <a:off x="15195175" y="3093513"/>
              <a:ext cx="54985" cy="8093"/>
            </a:xfrm>
            <a:custGeom>
              <a:avLst/>
              <a:gdLst/>
              <a:ahLst/>
              <a:cxnLst/>
              <a:rect l="0" t="0" r="0" b="0"/>
              <a:pathLst>
                <a:path w="54985" h="8093">
                  <a:moveTo>
                    <a:pt x="0" y="8093"/>
                  </a:moveTo>
                  <a:lnTo>
                    <a:pt x="54985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3" name="Output_receptor__5942">
              <a:extLst>
                <a:ext uri="{FF2B5EF4-FFF2-40B4-BE49-F238E27FC236}">
                  <a16:creationId xmlns:a16="http://schemas.microsoft.com/office/drawing/2014/main" id="{DDD91CEB-8BE6-853C-EC4A-8E784CBB6D4B}"/>
                </a:ext>
              </a:extLst>
            </p:cNvPr>
            <p:cNvSpPr>
              <a:spLocks noGrp="1"/>
            </p:cNvSpPr>
            <p:nvPr/>
          </p:nvSpPr>
          <p:spPr>
            <a:xfrm>
              <a:off x="16253792" y="2732012"/>
              <a:ext cx="37959" cy="60645"/>
            </a:xfrm>
            <a:custGeom>
              <a:avLst/>
              <a:gdLst/>
              <a:ahLst/>
              <a:cxnLst/>
              <a:rect l="0" t="0" r="0" b="0"/>
              <a:pathLst>
                <a:path w="37959" h="60645">
                  <a:moveTo>
                    <a:pt x="37959" y="6064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4" name="Output_receptor__5943">
              <a:extLst>
                <a:ext uri="{FF2B5EF4-FFF2-40B4-BE49-F238E27FC236}">
                  <a16:creationId xmlns:a16="http://schemas.microsoft.com/office/drawing/2014/main" id="{9C7BD5B3-31A2-E0BE-2F1A-AD4A2697F0E2}"/>
                </a:ext>
              </a:extLst>
            </p:cNvPr>
            <p:cNvSpPr>
              <a:spLocks noGrp="1"/>
            </p:cNvSpPr>
            <p:nvPr/>
          </p:nvSpPr>
          <p:spPr>
            <a:xfrm>
              <a:off x="16241279" y="2792657"/>
              <a:ext cx="50471" cy="51298"/>
            </a:xfrm>
            <a:custGeom>
              <a:avLst/>
              <a:gdLst/>
              <a:ahLst/>
              <a:cxnLst/>
              <a:rect l="0" t="0" r="0" b="0"/>
              <a:pathLst>
                <a:path w="50471" h="51298">
                  <a:moveTo>
                    <a:pt x="0" y="51298"/>
                  </a:moveTo>
                  <a:lnTo>
                    <a:pt x="50471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5" name="Output_receptor__5944">
              <a:extLst>
                <a:ext uri="{FF2B5EF4-FFF2-40B4-BE49-F238E27FC236}">
                  <a16:creationId xmlns:a16="http://schemas.microsoft.com/office/drawing/2014/main" id="{53C6399A-89CA-7895-937A-AAD6F1275512}"/>
                </a:ext>
              </a:extLst>
            </p:cNvPr>
            <p:cNvSpPr>
              <a:spLocks noGrp="1"/>
            </p:cNvSpPr>
            <p:nvPr/>
          </p:nvSpPr>
          <p:spPr>
            <a:xfrm>
              <a:off x="16214372" y="2468013"/>
              <a:ext cx="18771" cy="38864"/>
            </a:xfrm>
            <a:custGeom>
              <a:avLst/>
              <a:gdLst/>
              <a:ahLst/>
              <a:cxnLst/>
              <a:rect l="0" t="0" r="0" b="0"/>
              <a:pathLst>
                <a:path w="18771" h="38864">
                  <a:moveTo>
                    <a:pt x="18771" y="0"/>
                  </a:moveTo>
                  <a:lnTo>
                    <a:pt x="0" y="3886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6" name="Output_receptor__5945">
              <a:extLst>
                <a:ext uri="{FF2B5EF4-FFF2-40B4-BE49-F238E27FC236}">
                  <a16:creationId xmlns:a16="http://schemas.microsoft.com/office/drawing/2014/main" id="{94E0AA37-6130-0806-2397-69AC2643B5C8}"/>
                </a:ext>
              </a:extLst>
            </p:cNvPr>
            <p:cNvSpPr>
              <a:spLocks noGrp="1"/>
            </p:cNvSpPr>
            <p:nvPr/>
          </p:nvSpPr>
          <p:spPr>
            <a:xfrm>
              <a:off x="15013348" y="3103293"/>
              <a:ext cx="59061" cy="41401"/>
            </a:xfrm>
            <a:custGeom>
              <a:avLst/>
              <a:gdLst/>
              <a:ahLst/>
              <a:cxnLst/>
              <a:rect l="0" t="0" r="0" b="0"/>
              <a:pathLst>
                <a:path w="59061" h="41401">
                  <a:moveTo>
                    <a:pt x="0" y="41401"/>
                  </a:moveTo>
                  <a:lnTo>
                    <a:pt x="59061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7" name="Output_receptor__5946">
              <a:extLst>
                <a:ext uri="{FF2B5EF4-FFF2-40B4-BE49-F238E27FC236}">
                  <a16:creationId xmlns:a16="http://schemas.microsoft.com/office/drawing/2014/main" id="{EBCC164A-0763-DB37-5C2B-E5D03DED5DC4}"/>
                </a:ext>
              </a:extLst>
            </p:cNvPr>
            <p:cNvSpPr>
              <a:spLocks noGrp="1"/>
            </p:cNvSpPr>
            <p:nvPr/>
          </p:nvSpPr>
          <p:spPr>
            <a:xfrm>
              <a:off x="14946141" y="3118831"/>
              <a:ext cx="67207" cy="25862"/>
            </a:xfrm>
            <a:custGeom>
              <a:avLst/>
              <a:gdLst/>
              <a:ahLst/>
              <a:cxnLst/>
              <a:rect l="0" t="0" r="0" b="0"/>
              <a:pathLst>
                <a:path w="67207" h="25862">
                  <a:moveTo>
                    <a:pt x="0" y="0"/>
                  </a:moveTo>
                  <a:lnTo>
                    <a:pt x="67207" y="2586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48" name="Output_receptor__5947">
              <a:extLst>
                <a:ext uri="{FF2B5EF4-FFF2-40B4-BE49-F238E27FC236}">
                  <a16:creationId xmlns:a16="http://schemas.microsoft.com/office/drawing/2014/main" id="{5F6B8136-CBA9-15C2-18AF-9C3752287FDB}"/>
                </a:ext>
              </a:extLst>
            </p:cNvPr>
            <p:cNvSpPr>
              <a:spLocks noGrp="1"/>
            </p:cNvSpPr>
            <p:nvPr/>
          </p:nvSpPr>
          <p:spPr>
            <a:xfrm>
              <a:off x="15969175" y="2815524"/>
              <a:ext cx="71175" cy="534"/>
            </a:xfrm>
            <a:custGeom>
              <a:avLst/>
              <a:gdLst/>
              <a:ahLst/>
              <a:cxnLst/>
              <a:rect l="0" t="0" r="0" b="0"/>
              <a:pathLst>
                <a:path w="71175" h="534">
                  <a:moveTo>
                    <a:pt x="0" y="534"/>
                  </a:moveTo>
                  <a:lnTo>
                    <a:pt x="71175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49" name="Output_receptor__5948">
              <a:extLst>
                <a:ext uri="{FF2B5EF4-FFF2-40B4-BE49-F238E27FC236}">
                  <a16:creationId xmlns:a16="http://schemas.microsoft.com/office/drawing/2014/main" id="{17BD2ABE-00E1-E451-2A53-B58CAAD43EA3}"/>
                </a:ext>
              </a:extLst>
            </p:cNvPr>
            <p:cNvSpPr>
              <a:spLocks noGrp="1"/>
            </p:cNvSpPr>
            <p:nvPr/>
          </p:nvSpPr>
          <p:spPr>
            <a:xfrm>
              <a:off x="15270911" y="3296896"/>
              <a:ext cx="32000" cy="64396"/>
            </a:xfrm>
            <a:custGeom>
              <a:avLst/>
              <a:gdLst/>
              <a:ahLst/>
              <a:cxnLst/>
              <a:rect l="0" t="0" r="0" b="0"/>
              <a:pathLst>
                <a:path w="32000" h="64396">
                  <a:moveTo>
                    <a:pt x="0" y="0"/>
                  </a:moveTo>
                  <a:lnTo>
                    <a:pt x="32000" y="6439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0" name="Output_receptor__5949">
              <a:extLst>
                <a:ext uri="{FF2B5EF4-FFF2-40B4-BE49-F238E27FC236}">
                  <a16:creationId xmlns:a16="http://schemas.microsoft.com/office/drawing/2014/main" id="{B680FF0C-6AF6-B4FF-438C-58D0CA7F1301}"/>
                </a:ext>
              </a:extLst>
            </p:cNvPr>
            <p:cNvSpPr>
              <a:spLocks noGrp="1"/>
            </p:cNvSpPr>
            <p:nvPr/>
          </p:nvSpPr>
          <p:spPr>
            <a:xfrm>
              <a:off x="15020827" y="3376056"/>
              <a:ext cx="19650" cy="69643"/>
            </a:xfrm>
            <a:custGeom>
              <a:avLst/>
              <a:gdLst/>
              <a:ahLst/>
              <a:cxnLst/>
              <a:rect l="0" t="0" r="0" b="0"/>
              <a:pathLst>
                <a:path w="19650" h="69643">
                  <a:moveTo>
                    <a:pt x="0" y="0"/>
                  </a:moveTo>
                  <a:lnTo>
                    <a:pt x="19650" y="6964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1" name="Output_receptor__5950">
              <a:extLst>
                <a:ext uri="{FF2B5EF4-FFF2-40B4-BE49-F238E27FC236}">
                  <a16:creationId xmlns:a16="http://schemas.microsoft.com/office/drawing/2014/main" id="{47FE9EF6-1534-F30F-CCB8-5F9B587C73DC}"/>
                </a:ext>
              </a:extLst>
            </p:cNvPr>
            <p:cNvSpPr>
              <a:spLocks noGrp="1"/>
            </p:cNvSpPr>
            <p:nvPr/>
          </p:nvSpPr>
          <p:spPr>
            <a:xfrm>
              <a:off x="15445167" y="2924075"/>
              <a:ext cx="23137" cy="21864"/>
            </a:xfrm>
            <a:custGeom>
              <a:avLst/>
              <a:gdLst/>
              <a:ahLst/>
              <a:cxnLst/>
              <a:rect l="0" t="0" r="0" b="0"/>
              <a:pathLst>
                <a:path w="23137" h="21864">
                  <a:moveTo>
                    <a:pt x="23137" y="0"/>
                  </a:moveTo>
                  <a:lnTo>
                    <a:pt x="0" y="2186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2" name="Output_receptor__5951">
              <a:extLst>
                <a:ext uri="{FF2B5EF4-FFF2-40B4-BE49-F238E27FC236}">
                  <a16:creationId xmlns:a16="http://schemas.microsoft.com/office/drawing/2014/main" id="{3C3DE68E-64A1-68F9-784A-CF6490477AFD}"/>
                </a:ext>
              </a:extLst>
            </p:cNvPr>
            <p:cNvSpPr>
              <a:spLocks noGrp="1"/>
            </p:cNvSpPr>
            <p:nvPr/>
          </p:nvSpPr>
          <p:spPr>
            <a:xfrm>
              <a:off x="15817123" y="3318679"/>
              <a:ext cx="32827" cy="14964"/>
            </a:xfrm>
            <a:custGeom>
              <a:avLst/>
              <a:gdLst/>
              <a:ahLst/>
              <a:cxnLst/>
              <a:rect l="0" t="0" r="0" b="0"/>
              <a:pathLst>
                <a:path w="32827" h="14964">
                  <a:moveTo>
                    <a:pt x="0" y="14964"/>
                  </a:moveTo>
                  <a:lnTo>
                    <a:pt x="32827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3" name="Output_receptor__5952">
              <a:extLst>
                <a:ext uri="{FF2B5EF4-FFF2-40B4-BE49-F238E27FC236}">
                  <a16:creationId xmlns:a16="http://schemas.microsoft.com/office/drawing/2014/main" id="{6FBFBD61-DBC4-0D33-8964-603185B7CAF2}"/>
                </a:ext>
              </a:extLst>
            </p:cNvPr>
            <p:cNvSpPr>
              <a:spLocks noGrp="1"/>
            </p:cNvSpPr>
            <p:nvPr/>
          </p:nvSpPr>
          <p:spPr>
            <a:xfrm>
              <a:off x="15275374" y="2810528"/>
              <a:ext cx="56391" cy="45571"/>
            </a:xfrm>
            <a:custGeom>
              <a:avLst/>
              <a:gdLst/>
              <a:ahLst/>
              <a:cxnLst/>
              <a:rect l="0" t="0" r="0" b="0"/>
              <a:pathLst>
                <a:path w="56391" h="45571">
                  <a:moveTo>
                    <a:pt x="0" y="45571"/>
                  </a:moveTo>
                  <a:lnTo>
                    <a:pt x="56391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4" name="Output_receptor__5953">
              <a:extLst>
                <a:ext uri="{FF2B5EF4-FFF2-40B4-BE49-F238E27FC236}">
                  <a16:creationId xmlns:a16="http://schemas.microsoft.com/office/drawing/2014/main" id="{11777555-AF09-6B55-3AA7-B346CF713DF2}"/>
                </a:ext>
              </a:extLst>
            </p:cNvPr>
            <p:cNvSpPr>
              <a:spLocks noGrp="1"/>
            </p:cNvSpPr>
            <p:nvPr/>
          </p:nvSpPr>
          <p:spPr>
            <a:xfrm>
              <a:off x="15787981" y="2952352"/>
              <a:ext cx="69671" cy="1407"/>
            </a:xfrm>
            <a:custGeom>
              <a:avLst/>
              <a:gdLst/>
              <a:ahLst/>
              <a:cxnLst/>
              <a:rect l="0" t="0" r="0" b="0"/>
              <a:pathLst>
                <a:path w="69671" h="1407">
                  <a:moveTo>
                    <a:pt x="69671" y="14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5" name="Output_receptor__5954">
              <a:extLst>
                <a:ext uri="{FF2B5EF4-FFF2-40B4-BE49-F238E27FC236}">
                  <a16:creationId xmlns:a16="http://schemas.microsoft.com/office/drawing/2014/main" id="{5387B87D-EA69-AD31-5F0D-2E786B28CD89}"/>
                </a:ext>
              </a:extLst>
            </p:cNvPr>
            <p:cNvSpPr>
              <a:spLocks noGrp="1"/>
            </p:cNvSpPr>
            <p:nvPr/>
          </p:nvSpPr>
          <p:spPr>
            <a:xfrm>
              <a:off x="15706681" y="3069085"/>
              <a:ext cx="69122" cy="15562"/>
            </a:xfrm>
            <a:custGeom>
              <a:avLst/>
              <a:gdLst/>
              <a:ahLst/>
              <a:cxnLst/>
              <a:rect l="0" t="0" r="0" b="0"/>
              <a:pathLst>
                <a:path w="69122" h="15562">
                  <a:moveTo>
                    <a:pt x="69122" y="0"/>
                  </a:moveTo>
                  <a:lnTo>
                    <a:pt x="0" y="1556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6" name="Output_receptor__5955">
              <a:extLst>
                <a:ext uri="{FF2B5EF4-FFF2-40B4-BE49-F238E27FC236}">
                  <a16:creationId xmlns:a16="http://schemas.microsoft.com/office/drawing/2014/main" id="{9A03F012-698F-0149-EBD6-1C78D0D2CE2F}"/>
                </a:ext>
              </a:extLst>
            </p:cNvPr>
            <p:cNvSpPr>
              <a:spLocks noGrp="1"/>
            </p:cNvSpPr>
            <p:nvPr/>
          </p:nvSpPr>
          <p:spPr>
            <a:xfrm>
              <a:off x="15857652" y="2889685"/>
              <a:ext cx="30348" cy="64074"/>
            </a:xfrm>
            <a:custGeom>
              <a:avLst/>
              <a:gdLst/>
              <a:ahLst/>
              <a:cxnLst/>
              <a:rect l="0" t="0" r="0" b="0"/>
              <a:pathLst>
                <a:path w="30348" h="64074">
                  <a:moveTo>
                    <a:pt x="30348" y="0"/>
                  </a:moveTo>
                  <a:lnTo>
                    <a:pt x="0" y="6407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57" name="Output_receptor__5956">
              <a:extLst>
                <a:ext uri="{FF2B5EF4-FFF2-40B4-BE49-F238E27FC236}">
                  <a16:creationId xmlns:a16="http://schemas.microsoft.com/office/drawing/2014/main" id="{B524588C-13DF-4E88-F455-20B33FB494E7}"/>
                </a:ext>
              </a:extLst>
            </p:cNvPr>
            <p:cNvSpPr>
              <a:spLocks noGrp="1"/>
            </p:cNvSpPr>
            <p:nvPr/>
          </p:nvSpPr>
          <p:spPr>
            <a:xfrm>
              <a:off x="15645348" y="3448763"/>
              <a:ext cx="49941" cy="1425"/>
            </a:xfrm>
            <a:custGeom>
              <a:avLst/>
              <a:gdLst/>
              <a:ahLst/>
              <a:cxnLst/>
              <a:rect l="0" t="0" r="0" b="0"/>
              <a:pathLst>
                <a:path w="49941" h="1425">
                  <a:moveTo>
                    <a:pt x="49941" y="14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8" name="Output_receptor__5957">
              <a:extLst>
                <a:ext uri="{FF2B5EF4-FFF2-40B4-BE49-F238E27FC236}">
                  <a16:creationId xmlns:a16="http://schemas.microsoft.com/office/drawing/2014/main" id="{F4175613-9697-FBFC-F420-B73D1E296C36}"/>
                </a:ext>
              </a:extLst>
            </p:cNvPr>
            <p:cNvSpPr>
              <a:spLocks noGrp="1"/>
            </p:cNvSpPr>
            <p:nvPr/>
          </p:nvSpPr>
          <p:spPr>
            <a:xfrm>
              <a:off x="16253792" y="2672781"/>
              <a:ext cx="8403" cy="59231"/>
            </a:xfrm>
            <a:custGeom>
              <a:avLst/>
              <a:gdLst/>
              <a:ahLst/>
              <a:cxnLst/>
              <a:rect l="0" t="0" r="0" b="0"/>
              <a:pathLst>
                <a:path w="8403" h="59231">
                  <a:moveTo>
                    <a:pt x="0" y="59231"/>
                  </a:moveTo>
                  <a:lnTo>
                    <a:pt x="8403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59" name="Output_receptor__5958">
              <a:extLst>
                <a:ext uri="{FF2B5EF4-FFF2-40B4-BE49-F238E27FC236}">
                  <a16:creationId xmlns:a16="http://schemas.microsoft.com/office/drawing/2014/main" id="{E116EB6B-D1A6-0B16-E24D-EA155927E526}"/>
                </a:ext>
              </a:extLst>
            </p:cNvPr>
            <p:cNvSpPr>
              <a:spLocks noGrp="1"/>
            </p:cNvSpPr>
            <p:nvPr/>
          </p:nvSpPr>
          <p:spPr>
            <a:xfrm>
              <a:off x="16039117" y="2653080"/>
              <a:ext cx="8735" cy="3804"/>
            </a:xfrm>
            <a:custGeom>
              <a:avLst/>
              <a:gdLst/>
              <a:ahLst/>
              <a:cxnLst/>
              <a:rect l="0" t="0" r="0" b="0"/>
              <a:pathLst>
                <a:path w="8735" h="3804">
                  <a:moveTo>
                    <a:pt x="0" y="0"/>
                  </a:moveTo>
                  <a:lnTo>
                    <a:pt x="8735" y="380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0" name="Output_receptor__5959">
              <a:extLst>
                <a:ext uri="{FF2B5EF4-FFF2-40B4-BE49-F238E27FC236}">
                  <a16:creationId xmlns:a16="http://schemas.microsoft.com/office/drawing/2014/main" id="{5F09E38B-C955-4111-D4C3-4A8EC38E975B}"/>
                </a:ext>
              </a:extLst>
            </p:cNvPr>
            <p:cNvSpPr>
              <a:spLocks noGrp="1"/>
            </p:cNvSpPr>
            <p:nvPr/>
          </p:nvSpPr>
          <p:spPr>
            <a:xfrm>
              <a:off x="15764166" y="3259537"/>
              <a:ext cx="11956" cy="13703"/>
            </a:xfrm>
            <a:custGeom>
              <a:avLst/>
              <a:gdLst/>
              <a:ahLst/>
              <a:cxnLst/>
              <a:rect l="0" t="0" r="0" b="0"/>
              <a:pathLst>
                <a:path w="11956" h="13703">
                  <a:moveTo>
                    <a:pt x="11956" y="0"/>
                  </a:moveTo>
                  <a:lnTo>
                    <a:pt x="0" y="1370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1" name="Output_receptor__5960">
              <a:extLst>
                <a:ext uri="{FF2B5EF4-FFF2-40B4-BE49-F238E27FC236}">
                  <a16:creationId xmlns:a16="http://schemas.microsoft.com/office/drawing/2014/main" id="{901F009E-76EE-57BC-BC16-7F5487ADE654}"/>
                </a:ext>
              </a:extLst>
            </p:cNvPr>
            <p:cNvSpPr>
              <a:spLocks noGrp="1"/>
            </p:cNvSpPr>
            <p:nvPr/>
          </p:nvSpPr>
          <p:spPr>
            <a:xfrm>
              <a:off x="15247889" y="3190152"/>
              <a:ext cx="56457" cy="13051"/>
            </a:xfrm>
            <a:custGeom>
              <a:avLst/>
              <a:gdLst/>
              <a:ahLst/>
              <a:cxnLst/>
              <a:rect l="0" t="0" r="0" b="0"/>
              <a:pathLst>
                <a:path w="56457" h="13051">
                  <a:moveTo>
                    <a:pt x="0" y="0"/>
                  </a:moveTo>
                  <a:lnTo>
                    <a:pt x="56457" y="1305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2" name="Output_receptor__5961">
              <a:extLst>
                <a:ext uri="{FF2B5EF4-FFF2-40B4-BE49-F238E27FC236}">
                  <a16:creationId xmlns:a16="http://schemas.microsoft.com/office/drawing/2014/main" id="{6C6FBD15-F9B3-4BAA-72E8-B6ADC9DE0CD2}"/>
                </a:ext>
              </a:extLst>
            </p:cNvPr>
            <p:cNvSpPr>
              <a:spLocks noGrp="1"/>
            </p:cNvSpPr>
            <p:nvPr/>
          </p:nvSpPr>
          <p:spPr>
            <a:xfrm>
              <a:off x="14891529" y="3118831"/>
              <a:ext cx="54612" cy="31989"/>
            </a:xfrm>
            <a:custGeom>
              <a:avLst/>
              <a:gdLst/>
              <a:ahLst/>
              <a:cxnLst/>
              <a:rect l="0" t="0" r="0" b="0"/>
              <a:pathLst>
                <a:path w="54612" h="31989">
                  <a:moveTo>
                    <a:pt x="0" y="31989"/>
                  </a:moveTo>
                  <a:lnTo>
                    <a:pt x="54612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3" name="Output_receptor__5962">
              <a:extLst>
                <a:ext uri="{FF2B5EF4-FFF2-40B4-BE49-F238E27FC236}">
                  <a16:creationId xmlns:a16="http://schemas.microsoft.com/office/drawing/2014/main" id="{A0A266EF-37C9-35E6-91B1-CC1E1952A6EE}"/>
                </a:ext>
              </a:extLst>
            </p:cNvPr>
            <p:cNvSpPr>
              <a:spLocks noGrp="1"/>
            </p:cNvSpPr>
            <p:nvPr/>
          </p:nvSpPr>
          <p:spPr>
            <a:xfrm>
              <a:off x="15741739" y="2952352"/>
              <a:ext cx="46242" cy="38115"/>
            </a:xfrm>
            <a:custGeom>
              <a:avLst/>
              <a:gdLst/>
              <a:ahLst/>
              <a:cxnLst/>
              <a:rect l="0" t="0" r="0" b="0"/>
              <a:pathLst>
                <a:path w="46242" h="38115">
                  <a:moveTo>
                    <a:pt x="46242" y="0"/>
                  </a:moveTo>
                  <a:lnTo>
                    <a:pt x="0" y="38115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4" name="Output_receptor__5963">
              <a:extLst>
                <a:ext uri="{FF2B5EF4-FFF2-40B4-BE49-F238E27FC236}">
                  <a16:creationId xmlns:a16="http://schemas.microsoft.com/office/drawing/2014/main" id="{0994064B-C5DB-F824-8F36-9D8708731B22}"/>
                </a:ext>
              </a:extLst>
            </p:cNvPr>
            <p:cNvSpPr>
              <a:spLocks noGrp="1"/>
            </p:cNvSpPr>
            <p:nvPr/>
          </p:nvSpPr>
          <p:spPr>
            <a:xfrm>
              <a:off x="16132112" y="2427198"/>
              <a:ext cx="41402" cy="58417"/>
            </a:xfrm>
            <a:custGeom>
              <a:avLst/>
              <a:gdLst/>
              <a:ahLst/>
              <a:cxnLst/>
              <a:rect l="0" t="0" r="0" b="0"/>
              <a:pathLst>
                <a:path w="41402" h="58417">
                  <a:moveTo>
                    <a:pt x="0" y="58417"/>
                  </a:moveTo>
                  <a:lnTo>
                    <a:pt x="41402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5" name="Output_receptor__5964">
              <a:extLst>
                <a:ext uri="{FF2B5EF4-FFF2-40B4-BE49-F238E27FC236}">
                  <a16:creationId xmlns:a16="http://schemas.microsoft.com/office/drawing/2014/main" id="{F366DC08-EB6E-7D5C-493F-65FD5ABF39DA}"/>
                </a:ext>
              </a:extLst>
            </p:cNvPr>
            <p:cNvSpPr>
              <a:spLocks noGrp="1"/>
            </p:cNvSpPr>
            <p:nvPr/>
          </p:nvSpPr>
          <p:spPr>
            <a:xfrm>
              <a:off x="15709238" y="3172499"/>
              <a:ext cx="21135" cy="16298"/>
            </a:xfrm>
            <a:custGeom>
              <a:avLst/>
              <a:gdLst/>
              <a:ahLst/>
              <a:cxnLst/>
              <a:rect l="0" t="0" r="0" b="0"/>
              <a:pathLst>
                <a:path w="21135" h="16298">
                  <a:moveTo>
                    <a:pt x="21135" y="0"/>
                  </a:moveTo>
                  <a:lnTo>
                    <a:pt x="0" y="1629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66" name="Output_receptor__5965">
              <a:extLst>
                <a:ext uri="{FF2B5EF4-FFF2-40B4-BE49-F238E27FC236}">
                  <a16:creationId xmlns:a16="http://schemas.microsoft.com/office/drawing/2014/main" id="{274698E6-B6B5-CBE5-BEBC-FC89A0635568}"/>
                </a:ext>
              </a:extLst>
            </p:cNvPr>
            <p:cNvSpPr>
              <a:spLocks noGrp="1"/>
            </p:cNvSpPr>
            <p:nvPr/>
          </p:nvSpPr>
          <p:spPr>
            <a:xfrm>
              <a:off x="15202463" y="3178568"/>
              <a:ext cx="45425" cy="11584"/>
            </a:xfrm>
            <a:custGeom>
              <a:avLst/>
              <a:gdLst/>
              <a:ahLst/>
              <a:cxnLst/>
              <a:rect l="0" t="0" r="0" b="0"/>
              <a:pathLst>
                <a:path w="45425" h="11584">
                  <a:moveTo>
                    <a:pt x="0" y="0"/>
                  </a:moveTo>
                  <a:lnTo>
                    <a:pt x="45425" y="1158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7" name="Output_receptor__5966">
              <a:extLst>
                <a:ext uri="{FF2B5EF4-FFF2-40B4-BE49-F238E27FC236}">
                  <a16:creationId xmlns:a16="http://schemas.microsoft.com/office/drawing/2014/main" id="{64AEB732-5A01-C478-5742-577F77A0B7B7}"/>
                </a:ext>
              </a:extLst>
            </p:cNvPr>
            <p:cNvSpPr>
              <a:spLocks noGrp="1"/>
            </p:cNvSpPr>
            <p:nvPr/>
          </p:nvSpPr>
          <p:spPr>
            <a:xfrm>
              <a:off x="15634714" y="3230135"/>
              <a:ext cx="15798" cy="35337"/>
            </a:xfrm>
            <a:custGeom>
              <a:avLst/>
              <a:gdLst/>
              <a:ahLst/>
              <a:cxnLst/>
              <a:rect l="0" t="0" r="0" b="0"/>
              <a:pathLst>
                <a:path w="15798" h="35337">
                  <a:moveTo>
                    <a:pt x="15798" y="0"/>
                  </a:moveTo>
                  <a:lnTo>
                    <a:pt x="0" y="3533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8" name="Output_receptor__5967">
              <a:extLst>
                <a:ext uri="{FF2B5EF4-FFF2-40B4-BE49-F238E27FC236}">
                  <a16:creationId xmlns:a16="http://schemas.microsoft.com/office/drawing/2014/main" id="{67043A5F-EA78-0390-D27A-2E7AE66D0FC2}"/>
                </a:ext>
              </a:extLst>
            </p:cNvPr>
            <p:cNvSpPr>
              <a:spLocks noGrp="1"/>
            </p:cNvSpPr>
            <p:nvPr/>
          </p:nvSpPr>
          <p:spPr>
            <a:xfrm>
              <a:off x="15904887" y="3090244"/>
              <a:ext cx="59568" cy="18305"/>
            </a:xfrm>
            <a:custGeom>
              <a:avLst/>
              <a:gdLst/>
              <a:ahLst/>
              <a:cxnLst/>
              <a:rect l="0" t="0" r="0" b="0"/>
              <a:pathLst>
                <a:path w="59568" h="18305">
                  <a:moveTo>
                    <a:pt x="59568" y="1830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69" name="Output_receptor__5968">
              <a:extLst>
                <a:ext uri="{FF2B5EF4-FFF2-40B4-BE49-F238E27FC236}">
                  <a16:creationId xmlns:a16="http://schemas.microsoft.com/office/drawing/2014/main" id="{8D7A2C4E-09ED-010D-F643-B6BE781B8DA1}"/>
                </a:ext>
              </a:extLst>
            </p:cNvPr>
            <p:cNvSpPr>
              <a:spLocks noGrp="1"/>
            </p:cNvSpPr>
            <p:nvPr/>
          </p:nvSpPr>
          <p:spPr>
            <a:xfrm>
              <a:off x="16173514" y="2427198"/>
              <a:ext cx="59629" cy="40815"/>
            </a:xfrm>
            <a:custGeom>
              <a:avLst/>
              <a:gdLst/>
              <a:ahLst/>
              <a:cxnLst/>
              <a:rect l="0" t="0" r="0" b="0"/>
              <a:pathLst>
                <a:path w="59629" h="40815">
                  <a:moveTo>
                    <a:pt x="0" y="0"/>
                  </a:moveTo>
                  <a:lnTo>
                    <a:pt x="59629" y="40815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0" name="Output_receptor__5969">
              <a:extLst>
                <a:ext uri="{FF2B5EF4-FFF2-40B4-BE49-F238E27FC236}">
                  <a16:creationId xmlns:a16="http://schemas.microsoft.com/office/drawing/2014/main" id="{218E2EBA-0C4A-D020-F54A-5FA46DB6A5F5}"/>
                </a:ext>
              </a:extLst>
            </p:cNvPr>
            <p:cNvSpPr>
              <a:spLocks noGrp="1"/>
            </p:cNvSpPr>
            <p:nvPr/>
          </p:nvSpPr>
          <p:spPr>
            <a:xfrm>
              <a:off x="15468304" y="2924075"/>
              <a:ext cx="68006" cy="3480"/>
            </a:xfrm>
            <a:custGeom>
              <a:avLst/>
              <a:gdLst/>
              <a:ahLst/>
              <a:cxnLst/>
              <a:rect l="0" t="0" r="0" b="0"/>
              <a:pathLst>
                <a:path w="68006" h="3480">
                  <a:moveTo>
                    <a:pt x="68006" y="348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1" name="Output_receptor__5970">
              <a:extLst>
                <a:ext uri="{FF2B5EF4-FFF2-40B4-BE49-F238E27FC236}">
                  <a16:creationId xmlns:a16="http://schemas.microsoft.com/office/drawing/2014/main" id="{ADE76ADF-624F-B95E-A98D-8EAE78A67A22}"/>
                </a:ext>
              </a:extLst>
            </p:cNvPr>
            <p:cNvSpPr>
              <a:spLocks noGrp="1"/>
            </p:cNvSpPr>
            <p:nvPr/>
          </p:nvSpPr>
          <p:spPr>
            <a:xfrm>
              <a:off x="15674807" y="2990467"/>
              <a:ext cx="66933" cy="10052"/>
            </a:xfrm>
            <a:custGeom>
              <a:avLst/>
              <a:gdLst/>
              <a:ahLst/>
              <a:cxnLst/>
              <a:rect l="0" t="0" r="0" b="0"/>
              <a:pathLst>
                <a:path w="66933" h="10052">
                  <a:moveTo>
                    <a:pt x="66933" y="0"/>
                  </a:moveTo>
                  <a:lnTo>
                    <a:pt x="0" y="1005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2" name="Output_receptor__5971">
              <a:extLst>
                <a:ext uri="{FF2B5EF4-FFF2-40B4-BE49-F238E27FC236}">
                  <a16:creationId xmlns:a16="http://schemas.microsoft.com/office/drawing/2014/main" id="{3A654494-2BB7-A052-9C44-8DED133649AD}"/>
                </a:ext>
              </a:extLst>
            </p:cNvPr>
            <p:cNvSpPr>
              <a:spLocks noGrp="1"/>
            </p:cNvSpPr>
            <p:nvPr/>
          </p:nvSpPr>
          <p:spPr>
            <a:xfrm>
              <a:off x="15205192" y="2988373"/>
              <a:ext cx="43491" cy="13239"/>
            </a:xfrm>
            <a:custGeom>
              <a:avLst/>
              <a:gdLst/>
              <a:ahLst/>
              <a:cxnLst/>
              <a:rect l="0" t="0" r="0" b="0"/>
              <a:pathLst>
                <a:path w="43491" h="13239">
                  <a:moveTo>
                    <a:pt x="43491" y="0"/>
                  </a:moveTo>
                  <a:lnTo>
                    <a:pt x="0" y="13239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3" name="Output_receptor__5972">
              <a:extLst>
                <a:ext uri="{FF2B5EF4-FFF2-40B4-BE49-F238E27FC236}">
                  <a16:creationId xmlns:a16="http://schemas.microsoft.com/office/drawing/2014/main" id="{36466DCE-D05E-5EC7-438D-0E095C53CBE1}"/>
                </a:ext>
              </a:extLst>
            </p:cNvPr>
            <p:cNvSpPr>
              <a:spLocks noGrp="1"/>
            </p:cNvSpPr>
            <p:nvPr/>
          </p:nvSpPr>
          <p:spPr>
            <a:xfrm>
              <a:off x="15666531" y="3084647"/>
              <a:ext cx="40150" cy="26120"/>
            </a:xfrm>
            <a:custGeom>
              <a:avLst/>
              <a:gdLst/>
              <a:ahLst/>
              <a:cxnLst/>
              <a:rect l="0" t="0" r="0" b="0"/>
              <a:pathLst>
                <a:path w="40150" h="26120">
                  <a:moveTo>
                    <a:pt x="40150" y="0"/>
                  </a:moveTo>
                  <a:lnTo>
                    <a:pt x="0" y="2612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4" name="Output_receptor__5973">
              <a:extLst>
                <a:ext uri="{FF2B5EF4-FFF2-40B4-BE49-F238E27FC236}">
                  <a16:creationId xmlns:a16="http://schemas.microsoft.com/office/drawing/2014/main" id="{DD3DF12D-D11E-8C89-F63A-CFE6C90B14AE}"/>
                </a:ext>
              </a:extLst>
            </p:cNvPr>
            <p:cNvSpPr>
              <a:spLocks noGrp="1"/>
            </p:cNvSpPr>
            <p:nvPr/>
          </p:nvSpPr>
          <p:spPr>
            <a:xfrm>
              <a:off x="16241279" y="2843954"/>
              <a:ext cx="1642" cy="5309"/>
            </a:xfrm>
            <a:custGeom>
              <a:avLst/>
              <a:gdLst/>
              <a:ahLst/>
              <a:cxnLst/>
              <a:rect l="0" t="0" r="0" b="0"/>
              <a:pathLst>
                <a:path w="1642" h="5309">
                  <a:moveTo>
                    <a:pt x="1642" y="530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5" name="Output_receptor__5974">
              <a:extLst>
                <a:ext uri="{FF2B5EF4-FFF2-40B4-BE49-F238E27FC236}">
                  <a16:creationId xmlns:a16="http://schemas.microsoft.com/office/drawing/2014/main" id="{2BA83B97-9F33-2914-5EA4-1B74FA11F39E}"/>
                </a:ext>
              </a:extLst>
            </p:cNvPr>
            <p:cNvSpPr>
              <a:spLocks noGrp="1"/>
            </p:cNvSpPr>
            <p:nvPr/>
          </p:nvSpPr>
          <p:spPr>
            <a:xfrm>
              <a:off x="15270911" y="3263806"/>
              <a:ext cx="2088" cy="33090"/>
            </a:xfrm>
            <a:custGeom>
              <a:avLst/>
              <a:gdLst/>
              <a:ahLst/>
              <a:cxnLst/>
              <a:rect l="0" t="0" r="0" b="0"/>
              <a:pathLst>
                <a:path w="2088" h="33090">
                  <a:moveTo>
                    <a:pt x="2088" y="0"/>
                  </a:moveTo>
                  <a:lnTo>
                    <a:pt x="0" y="3309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6" name="Output_receptor__5975">
              <a:extLst>
                <a:ext uri="{FF2B5EF4-FFF2-40B4-BE49-F238E27FC236}">
                  <a16:creationId xmlns:a16="http://schemas.microsoft.com/office/drawing/2014/main" id="{BAD25E31-59A7-70AD-9078-27CC981E1962}"/>
                </a:ext>
              </a:extLst>
            </p:cNvPr>
            <p:cNvSpPr>
              <a:spLocks noGrp="1"/>
            </p:cNvSpPr>
            <p:nvPr/>
          </p:nvSpPr>
          <p:spPr>
            <a:xfrm>
              <a:off x="16098169" y="2593552"/>
              <a:ext cx="32288" cy="19725"/>
            </a:xfrm>
            <a:custGeom>
              <a:avLst/>
              <a:gdLst/>
              <a:ahLst/>
              <a:cxnLst/>
              <a:rect l="0" t="0" r="0" b="0"/>
              <a:pathLst>
                <a:path w="32288" h="19725">
                  <a:moveTo>
                    <a:pt x="32288" y="0"/>
                  </a:moveTo>
                  <a:lnTo>
                    <a:pt x="0" y="19725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7" name="Output_receptor__5976">
              <a:extLst>
                <a:ext uri="{FF2B5EF4-FFF2-40B4-BE49-F238E27FC236}">
                  <a16:creationId xmlns:a16="http://schemas.microsoft.com/office/drawing/2014/main" id="{09EB6473-F5B7-2FE8-A56F-3B239B0F89DB}"/>
                </a:ext>
              </a:extLst>
            </p:cNvPr>
            <p:cNvSpPr>
              <a:spLocks noGrp="1"/>
            </p:cNvSpPr>
            <p:nvPr/>
          </p:nvSpPr>
          <p:spPr>
            <a:xfrm>
              <a:off x="15127683" y="3341516"/>
              <a:ext cx="1311" cy="33966"/>
            </a:xfrm>
            <a:custGeom>
              <a:avLst/>
              <a:gdLst/>
              <a:ahLst/>
              <a:cxnLst/>
              <a:rect l="0" t="0" r="0" b="0"/>
              <a:pathLst>
                <a:path w="1311" h="33966">
                  <a:moveTo>
                    <a:pt x="1311" y="0"/>
                  </a:moveTo>
                  <a:lnTo>
                    <a:pt x="0" y="3396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78" name="Output_receptor__5977">
              <a:extLst>
                <a:ext uri="{FF2B5EF4-FFF2-40B4-BE49-F238E27FC236}">
                  <a16:creationId xmlns:a16="http://schemas.microsoft.com/office/drawing/2014/main" id="{B9F2C3CF-59DA-E302-44C4-A2707C86B5D4}"/>
                </a:ext>
              </a:extLst>
            </p:cNvPr>
            <p:cNvSpPr>
              <a:spLocks noGrp="1"/>
            </p:cNvSpPr>
            <p:nvPr/>
          </p:nvSpPr>
          <p:spPr>
            <a:xfrm>
              <a:off x="15887999" y="2889685"/>
              <a:ext cx="39799" cy="1051"/>
            </a:xfrm>
            <a:custGeom>
              <a:avLst/>
              <a:gdLst/>
              <a:ahLst/>
              <a:cxnLst/>
              <a:rect l="0" t="0" r="0" b="0"/>
              <a:pathLst>
                <a:path w="39799" h="1051">
                  <a:moveTo>
                    <a:pt x="39799" y="1051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79" name="Output_receptor__5978">
              <a:extLst>
                <a:ext uri="{FF2B5EF4-FFF2-40B4-BE49-F238E27FC236}">
                  <a16:creationId xmlns:a16="http://schemas.microsoft.com/office/drawing/2014/main" id="{062F1B12-9218-0811-0CB2-5FA6E03D2B89}"/>
                </a:ext>
              </a:extLst>
            </p:cNvPr>
            <p:cNvSpPr>
              <a:spLocks noGrp="1"/>
            </p:cNvSpPr>
            <p:nvPr/>
          </p:nvSpPr>
          <p:spPr>
            <a:xfrm>
              <a:off x="16143482" y="2784955"/>
              <a:ext cx="31625" cy="52717"/>
            </a:xfrm>
            <a:custGeom>
              <a:avLst/>
              <a:gdLst/>
              <a:ahLst/>
              <a:cxnLst/>
              <a:rect l="0" t="0" r="0" b="0"/>
              <a:pathLst>
                <a:path w="31625" h="52717">
                  <a:moveTo>
                    <a:pt x="0" y="52717"/>
                  </a:moveTo>
                  <a:lnTo>
                    <a:pt x="31625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0" name="Output_receptor__5979">
              <a:extLst>
                <a:ext uri="{FF2B5EF4-FFF2-40B4-BE49-F238E27FC236}">
                  <a16:creationId xmlns:a16="http://schemas.microsoft.com/office/drawing/2014/main" id="{C270C1AE-6DCB-5926-70DE-1C42AE8837A2}"/>
                </a:ext>
              </a:extLst>
            </p:cNvPr>
            <p:cNvSpPr>
              <a:spLocks noGrp="1"/>
            </p:cNvSpPr>
            <p:nvPr/>
          </p:nvSpPr>
          <p:spPr>
            <a:xfrm>
              <a:off x="16040349" y="2786071"/>
              <a:ext cx="17465" cy="29453"/>
            </a:xfrm>
            <a:custGeom>
              <a:avLst/>
              <a:gdLst/>
              <a:ahLst/>
              <a:cxnLst/>
              <a:rect l="0" t="0" r="0" b="0"/>
              <a:pathLst>
                <a:path w="17465" h="29453">
                  <a:moveTo>
                    <a:pt x="0" y="29453"/>
                  </a:moveTo>
                  <a:lnTo>
                    <a:pt x="17465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1" name="Output_receptor__5980">
              <a:extLst>
                <a:ext uri="{FF2B5EF4-FFF2-40B4-BE49-F238E27FC236}">
                  <a16:creationId xmlns:a16="http://schemas.microsoft.com/office/drawing/2014/main" id="{E9F07493-A8DF-9364-2B09-7355E8F4279B}"/>
                </a:ext>
              </a:extLst>
            </p:cNvPr>
            <p:cNvSpPr>
              <a:spLocks noGrp="1"/>
            </p:cNvSpPr>
            <p:nvPr/>
          </p:nvSpPr>
          <p:spPr>
            <a:xfrm>
              <a:off x="15536309" y="2927555"/>
              <a:ext cx="52848" cy="4392"/>
            </a:xfrm>
            <a:custGeom>
              <a:avLst/>
              <a:gdLst/>
              <a:ahLst/>
              <a:cxnLst/>
              <a:rect l="0" t="0" r="0" b="0"/>
              <a:pathLst>
                <a:path w="52848" h="4392">
                  <a:moveTo>
                    <a:pt x="52848" y="439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2" name="Output_receptor__5981">
              <a:extLst>
                <a:ext uri="{FF2B5EF4-FFF2-40B4-BE49-F238E27FC236}">
                  <a16:creationId xmlns:a16="http://schemas.microsoft.com/office/drawing/2014/main" id="{53401302-14DB-CC58-7AC5-26DBC7B1AC03}"/>
                </a:ext>
              </a:extLst>
            </p:cNvPr>
            <p:cNvSpPr>
              <a:spLocks noGrp="1"/>
            </p:cNvSpPr>
            <p:nvPr/>
          </p:nvSpPr>
          <p:spPr>
            <a:xfrm>
              <a:off x="15628637" y="3000519"/>
              <a:ext cx="46169" cy="20890"/>
            </a:xfrm>
            <a:custGeom>
              <a:avLst/>
              <a:gdLst/>
              <a:ahLst/>
              <a:cxnLst/>
              <a:rect l="0" t="0" r="0" b="0"/>
              <a:pathLst>
                <a:path w="46169" h="20890">
                  <a:moveTo>
                    <a:pt x="46169" y="0"/>
                  </a:moveTo>
                  <a:lnTo>
                    <a:pt x="0" y="2089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3" name="Output_receptor__5982">
              <a:extLst>
                <a:ext uri="{FF2B5EF4-FFF2-40B4-BE49-F238E27FC236}">
                  <a16:creationId xmlns:a16="http://schemas.microsoft.com/office/drawing/2014/main" id="{12C7DB7C-60DB-D16C-8995-F6E011EA9686}"/>
                </a:ext>
              </a:extLst>
            </p:cNvPr>
            <p:cNvSpPr>
              <a:spLocks noGrp="1"/>
            </p:cNvSpPr>
            <p:nvPr/>
          </p:nvSpPr>
          <p:spPr>
            <a:xfrm>
              <a:off x="14887120" y="2995021"/>
              <a:ext cx="61961" cy="35326"/>
            </a:xfrm>
            <a:custGeom>
              <a:avLst/>
              <a:gdLst/>
              <a:ahLst/>
              <a:cxnLst/>
              <a:rect l="0" t="0" r="0" b="0"/>
              <a:pathLst>
                <a:path w="61961" h="35326">
                  <a:moveTo>
                    <a:pt x="61961" y="0"/>
                  </a:moveTo>
                  <a:lnTo>
                    <a:pt x="0" y="3532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4" name="Output_receptor__5983">
              <a:extLst>
                <a:ext uri="{FF2B5EF4-FFF2-40B4-BE49-F238E27FC236}">
                  <a16:creationId xmlns:a16="http://schemas.microsoft.com/office/drawing/2014/main" id="{21D56C70-AE9F-C103-0B2D-C12F7BB0930D}"/>
                </a:ext>
              </a:extLst>
            </p:cNvPr>
            <p:cNvSpPr>
              <a:spLocks noGrp="1"/>
            </p:cNvSpPr>
            <p:nvPr/>
          </p:nvSpPr>
          <p:spPr>
            <a:xfrm>
              <a:off x="16132112" y="2485615"/>
              <a:ext cx="28483" cy="37338"/>
            </a:xfrm>
            <a:custGeom>
              <a:avLst/>
              <a:gdLst/>
              <a:ahLst/>
              <a:cxnLst/>
              <a:rect l="0" t="0" r="0" b="0"/>
              <a:pathLst>
                <a:path w="28483" h="37338">
                  <a:moveTo>
                    <a:pt x="28483" y="37338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5" name="Output_receptor__5984">
              <a:extLst>
                <a:ext uri="{FF2B5EF4-FFF2-40B4-BE49-F238E27FC236}">
                  <a16:creationId xmlns:a16="http://schemas.microsoft.com/office/drawing/2014/main" id="{493F2EF1-469E-C06D-21B8-64CCAD2075D0}"/>
                </a:ext>
              </a:extLst>
            </p:cNvPr>
            <p:cNvSpPr>
              <a:spLocks noGrp="1"/>
            </p:cNvSpPr>
            <p:nvPr/>
          </p:nvSpPr>
          <p:spPr>
            <a:xfrm>
              <a:off x="16175107" y="2779488"/>
              <a:ext cx="49236" cy="5467"/>
            </a:xfrm>
            <a:custGeom>
              <a:avLst/>
              <a:gdLst/>
              <a:ahLst/>
              <a:cxnLst/>
              <a:rect l="0" t="0" r="0" b="0"/>
              <a:pathLst>
                <a:path w="49236" h="5467">
                  <a:moveTo>
                    <a:pt x="0" y="5467"/>
                  </a:moveTo>
                  <a:lnTo>
                    <a:pt x="49236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6" name="Output_receptor__5985">
              <a:extLst>
                <a:ext uri="{FF2B5EF4-FFF2-40B4-BE49-F238E27FC236}">
                  <a16:creationId xmlns:a16="http://schemas.microsoft.com/office/drawing/2014/main" id="{21D7177A-01EE-FB5D-B6C2-8D7E10C84159}"/>
                </a:ext>
              </a:extLst>
            </p:cNvPr>
            <p:cNvSpPr>
              <a:spLocks noGrp="1"/>
            </p:cNvSpPr>
            <p:nvPr/>
          </p:nvSpPr>
          <p:spPr>
            <a:xfrm>
              <a:off x="14948693" y="2922725"/>
              <a:ext cx="388" cy="72296"/>
            </a:xfrm>
            <a:custGeom>
              <a:avLst/>
              <a:gdLst/>
              <a:ahLst/>
              <a:cxnLst/>
              <a:rect l="0" t="0" r="0" b="0"/>
              <a:pathLst>
                <a:path w="388" h="72296">
                  <a:moveTo>
                    <a:pt x="0" y="0"/>
                  </a:moveTo>
                  <a:lnTo>
                    <a:pt x="388" y="72296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87" name="Output_receptor__5986">
              <a:extLst>
                <a:ext uri="{FF2B5EF4-FFF2-40B4-BE49-F238E27FC236}">
                  <a16:creationId xmlns:a16="http://schemas.microsoft.com/office/drawing/2014/main" id="{C7811D01-4BA9-15CC-F9CD-A49094619EB3}"/>
                </a:ext>
              </a:extLst>
            </p:cNvPr>
            <p:cNvSpPr>
              <a:spLocks noGrp="1"/>
            </p:cNvSpPr>
            <p:nvPr/>
          </p:nvSpPr>
          <p:spPr>
            <a:xfrm>
              <a:off x="16197683" y="2651244"/>
              <a:ext cx="64512" cy="21538"/>
            </a:xfrm>
            <a:custGeom>
              <a:avLst/>
              <a:gdLst/>
              <a:ahLst/>
              <a:cxnLst/>
              <a:rect l="0" t="0" r="0" b="0"/>
              <a:pathLst>
                <a:path w="64512" h="21538">
                  <a:moveTo>
                    <a:pt x="64512" y="2153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8" name="Output_receptor__5987">
              <a:extLst>
                <a:ext uri="{FF2B5EF4-FFF2-40B4-BE49-F238E27FC236}">
                  <a16:creationId xmlns:a16="http://schemas.microsoft.com/office/drawing/2014/main" id="{ABE4EFB3-ED80-6EDA-ED9F-EFF820B95972}"/>
                </a:ext>
              </a:extLst>
            </p:cNvPr>
            <p:cNvSpPr>
              <a:spLocks noGrp="1"/>
            </p:cNvSpPr>
            <p:nvPr/>
          </p:nvSpPr>
          <p:spPr>
            <a:xfrm>
              <a:off x="15133584" y="3178568"/>
              <a:ext cx="68879" cy="19185"/>
            </a:xfrm>
            <a:custGeom>
              <a:avLst/>
              <a:gdLst/>
              <a:ahLst/>
              <a:cxnLst/>
              <a:rect l="0" t="0" r="0" b="0"/>
              <a:pathLst>
                <a:path w="68879" h="19185">
                  <a:moveTo>
                    <a:pt x="0" y="19185"/>
                  </a:moveTo>
                  <a:lnTo>
                    <a:pt x="68879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89" name="Output_receptor__5988">
              <a:extLst>
                <a:ext uri="{FF2B5EF4-FFF2-40B4-BE49-F238E27FC236}">
                  <a16:creationId xmlns:a16="http://schemas.microsoft.com/office/drawing/2014/main" id="{2D11524B-E7B3-8B66-ADC2-09386EEECA1C}"/>
                </a:ext>
              </a:extLst>
            </p:cNvPr>
            <p:cNvSpPr>
              <a:spLocks noGrp="1"/>
            </p:cNvSpPr>
            <p:nvPr/>
          </p:nvSpPr>
          <p:spPr>
            <a:xfrm>
              <a:off x="15605270" y="3110768"/>
              <a:ext cx="61261" cy="32673"/>
            </a:xfrm>
            <a:custGeom>
              <a:avLst/>
              <a:gdLst/>
              <a:ahLst/>
              <a:cxnLst/>
              <a:rect l="0" t="0" r="0" b="0"/>
              <a:pathLst>
                <a:path w="61261" h="32673">
                  <a:moveTo>
                    <a:pt x="61261" y="0"/>
                  </a:moveTo>
                  <a:lnTo>
                    <a:pt x="0" y="3267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0" name="Output_receptor__5989">
              <a:extLst>
                <a:ext uri="{FF2B5EF4-FFF2-40B4-BE49-F238E27FC236}">
                  <a16:creationId xmlns:a16="http://schemas.microsoft.com/office/drawing/2014/main" id="{627533FD-00DE-B397-0E94-9EDC78862020}"/>
                </a:ext>
              </a:extLst>
            </p:cNvPr>
            <p:cNvSpPr>
              <a:spLocks noGrp="1"/>
            </p:cNvSpPr>
            <p:nvPr/>
          </p:nvSpPr>
          <p:spPr>
            <a:xfrm>
              <a:off x="15230669" y="3081799"/>
              <a:ext cx="19492" cy="11714"/>
            </a:xfrm>
            <a:custGeom>
              <a:avLst/>
              <a:gdLst/>
              <a:ahLst/>
              <a:cxnLst/>
              <a:rect l="0" t="0" r="0" b="0"/>
              <a:pathLst>
                <a:path w="19492" h="11714">
                  <a:moveTo>
                    <a:pt x="19492" y="11714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1" name="Output_receptor__5990">
              <a:extLst>
                <a:ext uri="{FF2B5EF4-FFF2-40B4-BE49-F238E27FC236}">
                  <a16:creationId xmlns:a16="http://schemas.microsoft.com/office/drawing/2014/main" id="{963556FA-4C55-E739-A2F5-D261BEC6ACE7}"/>
                </a:ext>
              </a:extLst>
            </p:cNvPr>
            <p:cNvSpPr>
              <a:spLocks noGrp="1"/>
            </p:cNvSpPr>
            <p:nvPr/>
          </p:nvSpPr>
          <p:spPr>
            <a:xfrm>
              <a:off x="15272999" y="3203203"/>
              <a:ext cx="31347" cy="60603"/>
            </a:xfrm>
            <a:custGeom>
              <a:avLst/>
              <a:gdLst/>
              <a:ahLst/>
              <a:cxnLst/>
              <a:rect l="0" t="0" r="0" b="0"/>
              <a:pathLst>
                <a:path w="31347" h="60603">
                  <a:moveTo>
                    <a:pt x="31347" y="0"/>
                  </a:moveTo>
                  <a:lnTo>
                    <a:pt x="0" y="6060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2" name="Output_receptor__5991">
              <a:extLst>
                <a:ext uri="{FF2B5EF4-FFF2-40B4-BE49-F238E27FC236}">
                  <a16:creationId xmlns:a16="http://schemas.microsoft.com/office/drawing/2014/main" id="{2BCD0BD2-C72A-1426-8EA1-3FFBE030B3A3}"/>
                </a:ext>
              </a:extLst>
            </p:cNvPr>
            <p:cNvSpPr>
              <a:spLocks noGrp="1"/>
            </p:cNvSpPr>
            <p:nvPr/>
          </p:nvSpPr>
          <p:spPr>
            <a:xfrm>
              <a:off x="15589158" y="2911405"/>
              <a:ext cx="63853" cy="20542"/>
            </a:xfrm>
            <a:custGeom>
              <a:avLst/>
              <a:gdLst/>
              <a:ahLst/>
              <a:cxnLst/>
              <a:rect l="0" t="0" r="0" b="0"/>
              <a:pathLst>
                <a:path w="63853" h="20542">
                  <a:moveTo>
                    <a:pt x="63853" y="0"/>
                  </a:moveTo>
                  <a:lnTo>
                    <a:pt x="0" y="20542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3" name="Output_receptor__5992">
              <a:extLst>
                <a:ext uri="{FF2B5EF4-FFF2-40B4-BE49-F238E27FC236}">
                  <a16:creationId xmlns:a16="http://schemas.microsoft.com/office/drawing/2014/main" id="{31A1D7F7-6F4F-2CC6-F890-DC4D955B24CD}"/>
                </a:ext>
              </a:extLst>
            </p:cNvPr>
            <p:cNvSpPr>
              <a:spLocks noGrp="1"/>
            </p:cNvSpPr>
            <p:nvPr/>
          </p:nvSpPr>
          <p:spPr>
            <a:xfrm>
              <a:off x="15147187" y="2959141"/>
              <a:ext cx="58005" cy="42470"/>
            </a:xfrm>
            <a:custGeom>
              <a:avLst/>
              <a:gdLst/>
              <a:ahLst/>
              <a:cxnLst/>
              <a:rect l="0" t="0" r="0" b="0"/>
              <a:pathLst>
                <a:path w="58005" h="42470">
                  <a:moveTo>
                    <a:pt x="58005" y="42470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4" name="Output_receptor__5993">
              <a:extLst>
                <a:ext uri="{FF2B5EF4-FFF2-40B4-BE49-F238E27FC236}">
                  <a16:creationId xmlns:a16="http://schemas.microsoft.com/office/drawing/2014/main" id="{D3B89F5A-4075-6B01-3FD0-4FECFD64CB63}"/>
                </a:ext>
              </a:extLst>
            </p:cNvPr>
            <p:cNvSpPr>
              <a:spLocks noGrp="1"/>
            </p:cNvSpPr>
            <p:nvPr/>
          </p:nvSpPr>
          <p:spPr>
            <a:xfrm>
              <a:off x="15570513" y="3021409"/>
              <a:ext cx="58125" cy="32861"/>
            </a:xfrm>
            <a:custGeom>
              <a:avLst/>
              <a:gdLst/>
              <a:ahLst/>
              <a:cxnLst/>
              <a:rect l="0" t="0" r="0" b="0"/>
              <a:pathLst>
                <a:path w="58125" h="32861">
                  <a:moveTo>
                    <a:pt x="58125" y="0"/>
                  </a:moveTo>
                  <a:lnTo>
                    <a:pt x="0" y="3286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5" name="Output_receptor__5994">
              <a:extLst>
                <a:ext uri="{FF2B5EF4-FFF2-40B4-BE49-F238E27FC236}">
                  <a16:creationId xmlns:a16="http://schemas.microsoft.com/office/drawing/2014/main" id="{21F812DA-0BED-0AE9-2BFB-59B482272D64}"/>
                </a:ext>
              </a:extLst>
            </p:cNvPr>
            <p:cNvSpPr>
              <a:spLocks noGrp="1"/>
            </p:cNvSpPr>
            <p:nvPr/>
          </p:nvSpPr>
          <p:spPr>
            <a:xfrm>
              <a:off x="15650512" y="3188797"/>
              <a:ext cx="58726" cy="41338"/>
            </a:xfrm>
            <a:custGeom>
              <a:avLst/>
              <a:gdLst/>
              <a:ahLst/>
              <a:cxnLst/>
              <a:rect l="0" t="0" r="0" b="0"/>
              <a:pathLst>
                <a:path w="58726" h="41338">
                  <a:moveTo>
                    <a:pt x="58726" y="0"/>
                  </a:moveTo>
                  <a:lnTo>
                    <a:pt x="0" y="4133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6" name="Output_receptor__5995">
              <a:extLst>
                <a:ext uri="{FF2B5EF4-FFF2-40B4-BE49-F238E27FC236}">
                  <a16:creationId xmlns:a16="http://schemas.microsoft.com/office/drawing/2014/main" id="{3383E92F-AA2B-B7E4-A6EA-C3DBB1F68C6E}"/>
                </a:ext>
              </a:extLst>
            </p:cNvPr>
            <p:cNvSpPr>
              <a:spLocks noGrp="1"/>
            </p:cNvSpPr>
            <p:nvPr/>
          </p:nvSpPr>
          <p:spPr>
            <a:xfrm>
              <a:off x="15582345" y="2827205"/>
              <a:ext cx="68416" cy="6464"/>
            </a:xfrm>
            <a:custGeom>
              <a:avLst/>
              <a:gdLst/>
              <a:ahLst/>
              <a:cxnLst/>
              <a:rect l="0" t="0" r="0" b="0"/>
              <a:pathLst>
                <a:path w="68416" h="6464">
                  <a:moveTo>
                    <a:pt x="0" y="0"/>
                  </a:moveTo>
                  <a:lnTo>
                    <a:pt x="68416" y="6464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5997" name="Output_receptor__5996">
              <a:extLst>
                <a:ext uri="{FF2B5EF4-FFF2-40B4-BE49-F238E27FC236}">
                  <a16:creationId xmlns:a16="http://schemas.microsoft.com/office/drawing/2014/main" id="{7207D7EC-A98F-DB08-985C-84D2D7660908}"/>
                </a:ext>
              </a:extLst>
            </p:cNvPr>
            <p:cNvSpPr>
              <a:spLocks noGrp="1"/>
            </p:cNvSpPr>
            <p:nvPr/>
          </p:nvSpPr>
          <p:spPr>
            <a:xfrm>
              <a:off x="15849951" y="3318679"/>
              <a:ext cx="6563" cy="61691"/>
            </a:xfrm>
            <a:custGeom>
              <a:avLst/>
              <a:gdLst/>
              <a:ahLst/>
              <a:cxnLst/>
              <a:rect l="0" t="0" r="0" b="0"/>
              <a:pathLst>
                <a:path w="6563" h="61691">
                  <a:moveTo>
                    <a:pt x="0" y="0"/>
                  </a:moveTo>
                  <a:lnTo>
                    <a:pt x="6563" y="6169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8" name="Output_receptor__5997">
              <a:extLst>
                <a:ext uri="{FF2B5EF4-FFF2-40B4-BE49-F238E27FC236}">
                  <a16:creationId xmlns:a16="http://schemas.microsoft.com/office/drawing/2014/main" id="{95880261-0139-D49C-301F-BF70881CEC97}"/>
                </a:ext>
              </a:extLst>
            </p:cNvPr>
            <p:cNvSpPr>
              <a:spLocks noGrp="1"/>
            </p:cNvSpPr>
            <p:nvPr/>
          </p:nvSpPr>
          <p:spPr>
            <a:xfrm>
              <a:off x="14877054" y="3092229"/>
              <a:ext cx="14475" cy="58591"/>
            </a:xfrm>
            <a:custGeom>
              <a:avLst/>
              <a:gdLst/>
              <a:ahLst/>
              <a:cxnLst/>
              <a:rect l="0" t="0" r="0" b="0"/>
              <a:pathLst>
                <a:path w="14475" h="58591">
                  <a:moveTo>
                    <a:pt x="0" y="0"/>
                  </a:moveTo>
                  <a:lnTo>
                    <a:pt x="14475" y="5859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5999" name="Output_receptor__5998">
              <a:extLst>
                <a:ext uri="{FF2B5EF4-FFF2-40B4-BE49-F238E27FC236}">
                  <a16:creationId xmlns:a16="http://schemas.microsoft.com/office/drawing/2014/main" id="{12F46EFB-B0F5-06D5-C0A3-1006E7ECD5BA}"/>
                </a:ext>
              </a:extLst>
            </p:cNvPr>
            <p:cNvSpPr>
              <a:spLocks noGrp="1"/>
            </p:cNvSpPr>
            <p:nvPr/>
          </p:nvSpPr>
          <p:spPr>
            <a:xfrm>
              <a:off x="16039117" y="2613276"/>
              <a:ext cx="59052" cy="39804"/>
            </a:xfrm>
            <a:custGeom>
              <a:avLst/>
              <a:gdLst/>
              <a:ahLst/>
              <a:cxnLst/>
              <a:rect l="0" t="0" r="0" b="0"/>
              <a:pathLst>
                <a:path w="59052" h="39804">
                  <a:moveTo>
                    <a:pt x="59052" y="0"/>
                  </a:moveTo>
                  <a:lnTo>
                    <a:pt x="0" y="39804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0" name="Output_receptor__5999">
              <a:extLst>
                <a:ext uri="{FF2B5EF4-FFF2-40B4-BE49-F238E27FC236}">
                  <a16:creationId xmlns:a16="http://schemas.microsoft.com/office/drawing/2014/main" id="{63D07388-52DA-AC9C-5817-9052C8F5272A}"/>
                </a:ext>
              </a:extLst>
            </p:cNvPr>
            <p:cNvSpPr>
              <a:spLocks noGrp="1"/>
            </p:cNvSpPr>
            <p:nvPr/>
          </p:nvSpPr>
          <p:spPr>
            <a:xfrm>
              <a:off x="15084330" y="3156061"/>
              <a:ext cx="49255" cy="41691"/>
            </a:xfrm>
            <a:custGeom>
              <a:avLst/>
              <a:gdLst/>
              <a:ahLst/>
              <a:cxnLst/>
              <a:rect l="0" t="0" r="0" b="0"/>
              <a:pathLst>
                <a:path w="49255" h="41691">
                  <a:moveTo>
                    <a:pt x="0" y="0"/>
                  </a:moveTo>
                  <a:lnTo>
                    <a:pt x="49255" y="41691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1" name="Output_receptor__6000">
              <a:extLst>
                <a:ext uri="{FF2B5EF4-FFF2-40B4-BE49-F238E27FC236}">
                  <a16:creationId xmlns:a16="http://schemas.microsoft.com/office/drawing/2014/main" id="{B7C49D6A-0AD2-84BF-6637-79164FCDB835}"/>
                </a:ext>
              </a:extLst>
            </p:cNvPr>
            <p:cNvSpPr>
              <a:spLocks noGrp="1"/>
            </p:cNvSpPr>
            <p:nvPr/>
          </p:nvSpPr>
          <p:spPr>
            <a:xfrm>
              <a:off x="14877054" y="3030347"/>
              <a:ext cx="10066" cy="61881"/>
            </a:xfrm>
            <a:custGeom>
              <a:avLst/>
              <a:gdLst/>
              <a:ahLst/>
              <a:cxnLst/>
              <a:rect l="0" t="0" r="0" b="0"/>
              <a:pathLst>
                <a:path w="10066" h="61881">
                  <a:moveTo>
                    <a:pt x="10066" y="0"/>
                  </a:moveTo>
                  <a:lnTo>
                    <a:pt x="0" y="61881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2" name="Output_receptor__6001">
              <a:extLst>
                <a:ext uri="{FF2B5EF4-FFF2-40B4-BE49-F238E27FC236}">
                  <a16:creationId xmlns:a16="http://schemas.microsoft.com/office/drawing/2014/main" id="{2EB8C778-54D1-B053-5239-4E2F363B2EB6}"/>
                </a:ext>
              </a:extLst>
            </p:cNvPr>
            <p:cNvSpPr>
              <a:spLocks noGrp="1"/>
            </p:cNvSpPr>
            <p:nvPr/>
          </p:nvSpPr>
          <p:spPr>
            <a:xfrm>
              <a:off x="15040836" y="2857586"/>
              <a:ext cx="3752" cy="59825"/>
            </a:xfrm>
            <a:custGeom>
              <a:avLst/>
              <a:gdLst/>
              <a:ahLst/>
              <a:cxnLst/>
              <a:rect l="0" t="0" r="0" b="0"/>
              <a:pathLst>
                <a:path w="3752" h="59825">
                  <a:moveTo>
                    <a:pt x="0" y="0"/>
                  </a:moveTo>
                  <a:lnTo>
                    <a:pt x="3752" y="59825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3" name="Output_receptor__6002">
              <a:extLst>
                <a:ext uri="{FF2B5EF4-FFF2-40B4-BE49-F238E27FC236}">
                  <a16:creationId xmlns:a16="http://schemas.microsoft.com/office/drawing/2014/main" id="{2BDAB3E8-F995-41FB-5B40-1262200A1750}"/>
                </a:ext>
              </a:extLst>
            </p:cNvPr>
            <p:cNvSpPr>
              <a:spLocks noGrp="1"/>
            </p:cNvSpPr>
            <p:nvPr/>
          </p:nvSpPr>
          <p:spPr>
            <a:xfrm>
              <a:off x="15653010" y="2911405"/>
              <a:ext cx="60254" cy="3318"/>
            </a:xfrm>
            <a:custGeom>
              <a:avLst/>
              <a:gdLst/>
              <a:ahLst/>
              <a:cxnLst/>
              <a:rect l="0" t="0" r="0" b="0"/>
              <a:pathLst>
                <a:path w="60254" h="3318">
                  <a:moveTo>
                    <a:pt x="60254" y="331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4" name="Output_receptor__6003">
              <a:extLst>
                <a:ext uri="{FF2B5EF4-FFF2-40B4-BE49-F238E27FC236}">
                  <a16:creationId xmlns:a16="http://schemas.microsoft.com/office/drawing/2014/main" id="{EB466EA6-B9DA-EE98-CB25-7CA329F3958C}"/>
                </a:ext>
              </a:extLst>
            </p:cNvPr>
            <p:cNvSpPr>
              <a:spLocks noGrp="1"/>
            </p:cNvSpPr>
            <p:nvPr/>
          </p:nvSpPr>
          <p:spPr>
            <a:xfrm>
              <a:off x="15657825" y="3404902"/>
              <a:ext cx="37465" cy="45286"/>
            </a:xfrm>
            <a:custGeom>
              <a:avLst/>
              <a:gdLst/>
              <a:ahLst/>
              <a:cxnLst/>
              <a:rect l="0" t="0" r="0" b="0"/>
              <a:pathLst>
                <a:path w="37465" h="45286">
                  <a:moveTo>
                    <a:pt x="0" y="0"/>
                  </a:moveTo>
                  <a:lnTo>
                    <a:pt x="37465" y="4528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5" name="Output_receptor__6004">
              <a:extLst>
                <a:ext uri="{FF2B5EF4-FFF2-40B4-BE49-F238E27FC236}">
                  <a16:creationId xmlns:a16="http://schemas.microsoft.com/office/drawing/2014/main" id="{B2264D34-0560-99A4-3473-816C1BC15098}"/>
                </a:ext>
              </a:extLst>
            </p:cNvPr>
            <p:cNvSpPr>
              <a:spLocks noGrp="1"/>
            </p:cNvSpPr>
            <p:nvPr/>
          </p:nvSpPr>
          <p:spPr>
            <a:xfrm>
              <a:off x="16197683" y="2579806"/>
              <a:ext cx="7056" cy="71438"/>
            </a:xfrm>
            <a:custGeom>
              <a:avLst/>
              <a:gdLst/>
              <a:ahLst/>
              <a:cxnLst/>
              <a:rect l="0" t="0" r="0" b="0"/>
              <a:pathLst>
                <a:path w="7056" h="71438">
                  <a:moveTo>
                    <a:pt x="0" y="71438"/>
                  </a:moveTo>
                  <a:lnTo>
                    <a:pt x="7056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6" name="Output_receptor__6005">
              <a:extLst>
                <a:ext uri="{FF2B5EF4-FFF2-40B4-BE49-F238E27FC236}">
                  <a16:creationId xmlns:a16="http://schemas.microsoft.com/office/drawing/2014/main" id="{C5A237A8-AFCA-0640-09B5-E4FD345E4093}"/>
                </a:ext>
              </a:extLst>
            </p:cNvPr>
            <p:cNvSpPr>
              <a:spLocks noGrp="1"/>
            </p:cNvSpPr>
            <p:nvPr/>
          </p:nvSpPr>
          <p:spPr>
            <a:xfrm>
              <a:off x="15709173" y="3273240"/>
              <a:ext cx="54993" cy="39637"/>
            </a:xfrm>
            <a:custGeom>
              <a:avLst/>
              <a:gdLst/>
              <a:ahLst/>
              <a:cxnLst/>
              <a:rect l="0" t="0" r="0" b="0"/>
              <a:pathLst>
                <a:path w="54993" h="39637">
                  <a:moveTo>
                    <a:pt x="54993" y="0"/>
                  </a:moveTo>
                  <a:lnTo>
                    <a:pt x="0" y="39637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07" name="Output_receptor__6006">
              <a:extLst>
                <a:ext uri="{FF2B5EF4-FFF2-40B4-BE49-F238E27FC236}">
                  <a16:creationId xmlns:a16="http://schemas.microsoft.com/office/drawing/2014/main" id="{D158AC5B-5195-CEBE-0AAD-9A346041967A}"/>
                </a:ext>
              </a:extLst>
            </p:cNvPr>
            <p:cNvSpPr>
              <a:spLocks noGrp="1"/>
            </p:cNvSpPr>
            <p:nvPr/>
          </p:nvSpPr>
          <p:spPr>
            <a:xfrm>
              <a:off x="15517534" y="2827205"/>
              <a:ext cx="64812" cy="30711"/>
            </a:xfrm>
            <a:custGeom>
              <a:avLst/>
              <a:gdLst/>
              <a:ahLst/>
              <a:cxnLst/>
              <a:rect l="0" t="0" r="0" b="0"/>
              <a:pathLst>
                <a:path w="64812" h="30711">
                  <a:moveTo>
                    <a:pt x="0" y="30711"/>
                  </a:moveTo>
                  <a:lnTo>
                    <a:pt x="64812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8" name="Output_receptor__6007">
              <a:extLst>
                <a:ext uri="{FF2B5EF4-FFF2-40B4-BE49-F238E27FC236}">
                  <a16:creationId xmlns:a16="http://schemas.microsoft.com/office/drawing/2014/main" id="{47531390-CB5B-6169-2898-BF424B512668}"/>
                </a:ext>
              </a:extLst>
            </p:cNvPr>
            <p:cNvSpPr>
              <a:spLocks noGrp="1"/>
            </p:cNvSpPr>
            <p:nvPr/>
          </p:nvSpPr>
          <p:spPr>
            <a:xfrm>
              <a:off x="15713264" y="2878100"/>
              <a:ext cx="55106" cy="36623"/>
            </a:xfrm>
            <a:custGeom>
              <a:avLst/>
              <a:gdLst/>
              <a:ahLst/>
              <a:cxnLst/>
              <a:rect l="0" t="0" r="0" b="0"/>
              <a:pathLst>
                <a:path w="55106" h="36623">
                  <a:moveTo>
                    <a:pt x="55106" y="0"/>
                  </a:moveTo>
                  <a:lnTo>
                    <a:pt x="0" y="36623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09" name="Output_receptor__6008">
              <a:extLst>
                <a:ext uri="{FF2B5EF4-FFF2-40B4-BE49-F238E27FC236}">
                  <a16:creationId xmlns:a16="http://schemas.microsoft.com/office/drawing/2014/main" id="{A50E56A9-D5DD-CEBD-E4D8-5D6D1C13F380}"/>
                </a:ext>
              </a:extLst>
            </p:cNvPr>
            <p:cNvSpPr>
              <a:spLocks noGrp="1"/>
            </p:cNvSpPr>
            <p:nvPr/>
          </p:nvSpPr>
          <p:spPr>
            <a:xfrm>
              <a:off x="15030298" y="2917411"/>
              <a:ext cx="14290" cy="41588"/>
            </a:xfrm>
            <a:custGeom>
              <a:avLst/>
              <a:gdLst/>
              <a:ahLst/>
              <a:cxnLst/>
              <a:rect l="0" t="0" r="0" b="0"/>
              <a:pathLst>
                <a:path w="14290" h="41588">
                  <a:moveTo>
                    <a:pt x="14290" y="0"/>
                  </a:moveTo>
                  <a:lnTo>
                    <a:pt x="0" y="41588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0" name="Output_receptor__6009">
              <a:extLst>
                <a:ext uri="{FF2B5EF4-FFF2-40B4-BE49-F238E27FC236}">
                  <a16:creationId xmlns:a16="http://schemas.microsoft.com/office/drawing/2014/main" id="{4BE1185B-C09E-4BAB-9110-7BA27C782C88}"/>
                </a:ext>
              </a:extLst>
            </p:cNvPr>
            <p:cNvSpPr>
              <a:spLocks noGrp="1"/>
            </p:cNvSpPr>
            <p:nvPr/>
          </p:nvSpPr>
          <p:spPr>
            <a:xfrm>
              <a:off x="15589889" y="3143441"/>
              <a:ext cx="15381" cy="36408"/>
            </a:xfrm>
            <a:custGeom>
              <a:avLst/>
              <a:gdLst/>
              <a:ahLst/>
              <a:cxnLst/>
              <a:rect l="0" t="0" r="0" b="0"/>
              <a:pathLst>
                <a:path w="15381" h="36408">
                  <a:moveTo>
                    <a:pt x="15381" y="0"/>
                  </a:moveTo>
                  <a:lnTo>
                    <a:pt x="0" y="36408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1" name="Output_receptor__6010">
              <a:extLst>
                <a:ext uri="{FF2B5EF4-FFF2-40B4-BE49-F238E27FC236}">
                  <a16:creationId xmlns:a16="http://schemas.microsoft.com/office/drawing/2014/main" id="{2A972305-6398-32E5-4FF6-CC6F97E1627F}"/>
                </a:ext>
              </a:extLst>
            </p:cNvPr>
            <p:cNvSpPr>
              <a:spLocks noGrp="1"/>
            </p:cNvSpPr>
            <p:nvPr/>
          </p:nvSpPr>
          <p:spPr>
            <a:xfrm>
              <a:off x="16160595" y="2522953"/>
              <a:ext cx="44144" cy="56852"/>
            </a:xfrm>
            <a:custGeom>
              <a:avLst/>
              <a:gdLst/>
              <a:ahLst/>
              <a:cxnLst/>
              <a:rect l="0" t="0" r="0" b="0"/>
              <a:pathLst>
                <a:path w="44144" h="56852">
                  <a:moveTo>
                    <a:pt x="44144" y="568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2" name="Output_receptor__6011">
              <a:extLst>
                <a:ext uri="{FF2B5EF4-FFF2-40B4-BE49-F238E27FC236}">
                  <a16:creationId xmlns:a16="http://schemas.microsoft.com/office/drawing/2014/main" id="{5DEE26F4-AFD7-1DB0-517E-A1F8E544EAF5}"/>
                </a:ext>
              </a:extLst>
            </p:cNvPr>
            <p:cNvSpPr>
              <a:spLocks noGrp="1"/>
            </p:cNvSpPr>
            <p:nvPr/>
          </p:nvSpPr>
          <p:spPr>
            <a:xfrm>
              <a:off x="16224343" y="2779488"/>
              <a:ext cx="18578" cy="69776"/>
            </a:xfrm>
            <a:custGeom>
              <a:avLst/>
              <a:gdLst/>
              <a:ahLst/>
              <a:cxnLst/>
              <a:rect l="0" t="0" r="0" b="0"/>
              <a:pathLst>
                <a:path w="18578" h="69776">
                  <a:moveTo>
                    <a:pt x="0" y="0"/>
                  </a:moveTo>
                  <a:lnTo>
                    <a:pt x="18578" y="69776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3" name="Output_receptor__6012">
              <a:extLst>
                <a:ext uri="{FF2B5EF4-FFF2-40B4-BE49-F238E27FC236}">
                  <a16:creationId xmlns:a16="http://schemas.microsoft.com/office/drawing/2014/main" id="{425B76AA-CF1B-DDD3-AF0E-E3CD950A9F64}"/>
                </a:ext>
              </a:extLst>
            </p:cNvPr>
            <p:cNvSpPr>
              <a:spLocks noGrp="1"/>
            </p:cNvSpPr>
            <p:nvPr/>
          </p:nvSpPr>
          <p:spPr>
            <a:xfrm>
              <a:off x="15768370" y="2878100"/>
              <a:ext cx="58561" cy="17222"/>
            </a:xfrm>
            <a:custGeom>
              <a:avLst/>
              <a:gdLst/>
              <a:ahLst/>
              <a:cxnLst/>
              <a:rect l="0" t="0" r="0" b="0"/>
              <a:pathLst>
                <a:path w="58561" h="17222">
                  <a:moveTo>
                    <a:pt x="58561" y="1722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4" name="Output_receptor__6013">
              <a:extLst>
                <a:ext uri="{FF2B5EF4-FFF2-40B4-BE49-F238E27FC236}">
                  <a16:creationId xmlns:a16="http://schemas.microsoft.com/office/drawing/2014/main" id="{D07AC947-CFFA-EF1E-0B05-98704BF2F01B}"/>
                </a:ext>
              </a:extLst>
            </p:cNvPr>
            <p:cNvSpPr>
              <a:spLocks noGrp="1"/>
            </p:cNvSpPr>
            <p:nvPr/>
          </p:nvSpPr>
          <p:spPr>
            <a:xfrm>
              <a:off x="15191040" y="3290526"/>
              <a:ext cx="5631" cy="69749"/>
            </a:xfrm>
            <a:custGeom>
              <a:avLst/>
              <a:gdLst/>
              <a:ahLst/>
              <a:cxnLst/>
              <a:rect l="0" t="0" r="0" b="0"/>
              <a:pathLst>
                <a:path w="5631" h="69749">
                  <a:moveTo>
                    <a:pt x="5631" y="6974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15" name="Output_receptor__6014">
              <a:extLst>
                <a:ext uri="{FF2B5EF4-FFF2-40B4-BE49-F238E27FC236}">
                  <a16:creationId xmlns:a16="http://schemas.microsoft.com/office/drawing/2014/main" id="{6939491E-4171-1462-7796-AAB73B9CDF79}"/>
                </a:ext>
              </a:extLst>
            </p:cNvPr>
            <p:cNvSpPr>
              <a:spLocks noGrp="1"/>
            </p:cNvSpPr>
            <p:nvPr/>
          </p:nvSpPr>
          <p:spPr>
            <a:xfrm>
              <a:off x="15124489" y="3269549"/>
              <a:ext cx="66551" cy="20977"/>
            </a:xfrm>
            <a:custGeom>
              <a:avLst/>
              <a:gdLst/>
              <a:ahLst/>
              <a:cxnLst/>
              <a:rect l="0" t="0" r="0" b="0"/>
              <a:pathLst>
                <a:path w="66551" h="20977">
                  <a:moveTo>
                    <a:pt x="66551" y="2097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6" name="Output_receptor__6015">
              <a:extLst>
                <a:ext uri="{FF2B5EF4-FFF2-40B4-BE49-F238E27FC236}">
                  <a16:creationId xmlns:a16="http://schemas.microsoft.com/office/drawing/2014/main" id="{9509F8AE-C596-E37F-9E06-63332E7FC70F}"/>
                </a:ext>
              </a:extLst>
            </p:cNvPr>
            <p:cNvSpPr>
              <a:spLocks noGrp="1"/>
            </p:cNvSpPr>
            <p:nvPr/>
          </p:nvSpPr>
          <p:spPr>
            <a:xfrm>
              <a:off x="15136860" y="2900827"/>
              <a:ext cx="10327" cy="58314"/>
            </a:xfrm>
            <a:custGeom>
              <a:avLst/>
              <a:gdLst/>
              <a:ahLst/>
              <a:cxnLst/>
              <a:rect l="0" t="0" r="0" b="0"/>
              <a:pathLst>
                <a:path w="10327" h="58314">
                  <a:moveTo>
                    <a:pt x="10327" y="5831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7" name="Output_receptor__6016">
              <a:extLst>
                <a:ext uri="{FF2B5EF4-FFF2-40B4-BE49-F238E27FC236}">
                  <a16:creationId xmlns:a16="http://schemas.microsoft.com/office/drawing/2014/main" id="{8F6FC32E-6B3A-A41E-B05C-993031FC9B75}"/>
                </a:ext>
              </a:extLst>
            </p:cNvPr>
            <p:cNvSpPr>
              <a:spLocks noGrp="1"/>
            </p:cNvSpPr>
            <p:nvPr/>
          </p:nvSpPr>
          <p:spPr>
            <a:xfrm>
              <a:off x="15127683" y="3360275"/>
              <a:ext cx="68988" cy="15208"/>
            </a:xfrm>
            <a:custGeom>
              <a:avLst/>
              <a:gdLst/>
              <a:ahLst/>
              <a:cxnLst/>
              <a:rect l="0" t="0" r="0" b="0"/>
              <a:pathLst>
                <a:path w="68988" h="15208">
                  <a:moveTo>
                    <a:pt x="0" y="15208"/>
                  </a:moveTo>
                  <a:lnTo>
                    <a:pt x="68988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8" name="Output_receptor__6017">
              <a:extLst>
                <a:ext uri="{FF2B5EF4-FFF2-40B4-BE49-F238E27FC236}">
                  <a16:creationId xmlns:a16="http://schemas.microsoft.com/office/drawing/2014/main" id="{A26A42F0-B083-8FD6-7A79-3A22DA3AB8E6}"/>
                </a:ext>
              </a:extLst>
            </p:cNvPr>
            <p:cNvSpPr>
              <a:spLocks noGrp="1"/>
            </p:cNvSpPr>
            <p:nvPr/>
          </p:nvSpPr>
          <p:spPr>
            <a:xfrm>
              <a:off x="15650761" y="2817240"/>
              <a:ext cx="44767" cy="16429"/>
            </a:xfrm>
            <a:custGeom>
              <a:avLst/>
              <a:gdLst/>
              <a:ahLst/>
              <a:cxnLst/>
              <a:rect l="0" t="0" r="0" b="0"/>
              <a:pathLst>
                <a:path w="44767" h="16429">
                  <a:moveTo>
                    <a:pt x="0" y="16429"/>
                  </a:moveTo>
                  <a:lnTo>
                    <a:pt x="44767" y="0"/>
                  </a:lnTo>
                </a:path>
              </a:pathLst>
            </a:custGeom>
            <a:noFill/>
            <a:ln w="20003">
              <a:solidFill>
                <a:srgbClr val="EEF1F3"/>
              </a:solidFill>
            </a:ln>
          </p:spPr>
        </p:sp>
        <p:sp>
          <p:nvSpPr>
            <p:cNvPr id="6019" name="Output_receptor__6018">
              <a:extLst>
                <a:ext uri="{FF2B5EF4-FFF2-40B4-BE49-F238E27FC236}">
                  <a16:creationId xmlns:a16="http://schemas.microsoft.com/office/drawing/2014/main" id="{133B15DC-B264-9FFA-2560-D983E3290652}"/>
                </a:ext>
              </a:extLst>
            </p:cNvPr>
            <p:cNvSpPr>
              <a:spLocks noGrp="1"/>
            </p:cNvSpPr>
            <p:nvPr/>
          </p:nvSpPr>
          <p:spPr>
            <a:xfrm>
              <a:off x="15544191" y="3054270"/>
              <a:ext cx="26322" cy="14243"/>
            </a:xfrm>
            <a:custGeom>
              <a:avLst/>
              <a:gdLst/>
              <a:ahLst/>
              <a:cxnLst/>
              <a:rect l="0" t="0" r="0" b="0"/>
              <a:pathLst>
                <a:path w="26322" h="14243">
                  <a:moveTo>
                    <a:pt x="26322" y="0"/>
                  </a:moveTo>
                  <a:lnTo>
                    <a:pt x="0" y="14243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20" name="Output_receptor__6019">
              <a:extLst>
                <a:ext uri="{FF2B5EF4-FFF2-40B4-BE49-F238E27FC236}">
                  <a16:creationId xmlns:a16="http://schemas.microsoft.com/office/drawing/2014/main" id="{EEFB5F3F-681C-4405-CE55-CD2A54B94D63}"/>
                </a:ext>
              </a:extLst>
            </p:cNvPr>
            <p:cNvSpPr>
              <a:spLocks noGrp="1"/>
            </p:cNvSpPr>
            <p:nvPr/>
          </p:nvSpPr>
          <p:spPr>
            <a:xfrm>
              <a:off x="15927798" y="2890736"/>
              <a:ext cx="27236" cy="65075"/>
            </a:xfrm>
            <a:custGeom>
              <a:avLst/>
              <a:gdLst/>
              <a:ahLst/>
              <a:cxnLst/>
              <a:rect l="0" t="0" r="0" b="0"/>
              <a:pathLst>
                <a:path w="27236" h="65075">
                  <a:moveTo>
                    <a:pt x="27236" y="6507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EF1F3"/>
              </a:solidFill>
            </a:ln>
          </p:spPr>
        </p:sp>
        <p:sp>
          <p:nvSpPr>
            <p:cNvPr id="6021" name="Output_receptor__6020">
              <a:extLst>
                <a:ext uri="{FF2B5EF4-FFF2-40B4-BE49-F238E27FC236}">
                  <a16:creationId xmlns:a16="http://schemas.microsoft.com/office/drawing/2014/main" id="{92DC89CF-40A5-D19C-4385-5B2B9B4D2715}"/>
                </a:ext>
              </a:extLst>
            </p:cNvPr>
            <p:cNvSpPr>
              <a:spLocks noGrp="1"/>
            </p:cNvSpPr>
            <p:nvPr/>
          </p:nvSpPr>
          <p:spPr>
            <a:xfrm>
              <a:off x="15939634" y="3087389"/>
              <a:ext cx="24820" cy="21160"/>
            </a:xfrm>
            <a:custGeom>
              <a:avLst/>
              <a:gdLst/>
              <a:ahLst/>
              <a:cxnLst/>
              <a:rect l="0" t="0" r="0" b="0"/>
              <a:pathLst>
                <a:path w="24820" h="21160">
                  <a:moveTo>
                    <a:pt x="0" y="0"/>
                  </a:moveTo>
                  <a:lnTo>
                    <a:pt x="24820" y="2116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22" name="Output_receptor__6021">
              <a:extLst>
                <a:ext uri="{FF2B5EF4-FFF2-40B4-BE49-F238E27FC236}">
                  <a16:creationId xmlns:a16="http://schemas.microsoft.com/office/drawing/2014/main" id="{0C01AF1B-F2A1-FF25-5A28-85480FC7A912}"/>
                </a:ext>
              </a:extLst>
            </p:cNvPr>
            <p:cNvSpPr>
              <a:spLocks noGrp="1"/>
            </p:cNvSpPr>
            <p:nvPr/>
          </p:nvSpPr>
          <p:spPr>
            <a:xfrm>
              <a:off x="16057814" y="2743617"/>
              <a:ext cx="56766" cy="42454"/>
            </a:xfrm>
            <a:custGeom>
              <a:avLst/>
              <a:gdLst/>
              <a:ahLst/>
              <a:cxnLst/>
              <a:rect l="0" t="0" r="0" b="0"/>
              <a:pathLst>
                <a:path w="56766" h="42454">
                  <a:moveTo>
                    <a:pt x="0" y="42454"/>
                  </a:moveTo>
                  <a:lnTo>
                    <a:pt x="56766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3" name="Output_receptor__6022">
              <a:extLst>
                <a:ext uri="{FF2B5EF4-FFF2-40B4-BE49-F238E27FC236}">
                  <a16:creationId xmlns:a16="http://schemas.microsoft.com/office/drawing/2014/main" id="{E08643A1-771E-2D13-C9E4-78A2F4D02F70}"/>
                </a:ext>
              </a:extLst>
            </p:cNvPr>
            <p:cNvSpPr>
              <a:spLocks noGrp="1"/>
            </p:cNvSpPr>
            <p:nvPr/>
          </p:nvSpPr>
          <p:spPr>
            <a:xfrm>
              <a:off x="15013826" y="3156061"/>
              <a:ext cx="70503" cy="11209"/>
            </a:xfrm>
            <a:custGeom>
              <a:avLst/>
              <a:gdLst/>
              <a:ahLst/>
              <a:cxnLst/>
              <a:rect l="0" t="0" r="0" b="0"/>
              <a:pathLst>
                <a:path w="70503" h="11209">
                  <a:moveTo>
                    <a:pt x="0" y="11209"/>
                  </a:moveTo>
                  <a:lnTo>
                    <a:pt x="70503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4" name="Output_receptor__6023">
              <a:extLst>
                <a:ext uri="{FF2B5EF4-FFF2-40B4-BE49-F238E27FC236}">
                  <a16:creationId xmlns:a16="http://schemas.microsoft.com/office/drawing/2014/main" id="{B0997EEF-B5B5-965B-E498-4BD139537B3F}"/>
                </a:ext>
              </a:extLst>
            </p:cNvPr>
            <p:cNvSpPr>
              <a:spLocks noGrp="1"/>
            </p:cNvSpPr>
            <p:nvPr/>
          </p:nvSpPr>
          <p:spPr>
            <a:xfrm>
              <a:off x="14948693" y="2922192"/>
              <a:ext cx="22225" cy="534"/>
            </a:xfrm>
            <a:custGeom>
              <a:avLst/>
              <a:gdLst/>
              <a:ahLst/>
              <a:cxnLst/>
              <a:rect l="0" t="0" r="0" b="0"/>
              <a:pathLst>
                <a:path w="22225" h="534">
                  <a:moveTo>
                    <a:pt x="22225" y="0"/>
                  </a:moveTo>
                  <a:lnTo>
                    <a:pt x="0" y="534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5" name="Output_receptor__6024">
              <a:extLst>
                <a:ext uri="{FF2B5EF4-FFF2-40B4-BE49-F238E27FC236}">
                  <a16:creationId xmlns:a16="http://schemas.microsoft.com/office/drawing/2014/main" id="{EACD2DBD-7EA2-E480-C71E-850C6B7145E2}"/>
                </a:ext>
              </a:extLst>
            </p:cNvPr>
            <p:cNvSpPr>
              <a:spLocks noGrp="1"/>
            </p:cNvSpPr>
            <p:nvPr/>
          </p:nvSpPr>
          <p:spPr>
            <a:xfrm>
              <a:off x="16143482" y="2797421"/>
              <a:ext cx="7443" cy="40252"/>
            </a:xfrm>
            <a:custGeom>
              <a:avLst/>
              <a:gdLst/>
              <a:ahLst/>
              <a:cxnLst/>
              <a:rect l="0" t="0" r="0" b="0"/>
              <a:pathLst>
                <a:path w="7443" h="40252">
                  <a:moveTo>
                    <a:pt x="7443" y="0"/>
                  </a:moveTo>
                  <a:lnTo>
                    <a:pt x="0" y="40252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6" name="Output_receptor__6025">
              <a:extLst>
                <a:ext uri="{FF2B5EF4-FFF2-40B4-BE49-F238E27FC236}">
                  <a16:creationId xmlns:a16="http://schemas.microsoft.com/office/drawing/2014/main" id="{13192C6D-60DA-16F6-F24E-6E3D55A90B1A}"/>
                </a:ext>
              </a:extLst>
            </p:cNvPr>
            <p:cNvSpPr>
              <a:spLocks noGrp="1"/>
            </p:cNvSpPr>
            <p:nvPr/>
          </p:nvSpPr>
          <p:spPr>
            <a:xfrm>
              <a:off x="15517534" y="2857916"/>
              <a:ext cx="15284" cy="40639"/>
            </a:xfrm>
            <a:custGeom>
              <a:avLst/>
              <a:gdLst/>
              <a:ahLst/>
              <a:cxnLst/>
              <a:rect l="0" t="0" r="0" b="0"/>
              <a:pathLst>
                <a:path w="15284" h="40639">
                  <a:moveTo>
                    <a:pt x="15284" y="406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27" name="Output_receptor__6026">
              <a:extLst>
                <a:ext uri="{FF2B5EF4-FFF2-40B4-BE49-F238E27FC236}">
                  <a16:creationId xmlns:a16="http://schemas.microsoft.com/office/drawing/2014/main" id="{399B2A14-B2C5-3A49-7313-42E1AEE34601}"/>
                </a:ext>
              </a:extLst>
            </p:cNvPr>
            <p:cNvSpPr>
              <a:spLocks noGrp="1"/>
            </p:cNvSpPr>
            <p:nvPr/>
          </p:nvSpPr>
          <p:spPr>
            <a:xfrm>
              <a:off x="15826932" y="2843629"/>
              <a:ext cx="50443" cy="51693"/>
            </a:xfrm>
            <a:custGeom>
              <a:avLst/>
              <a:gdLst/>
              <a:ahLst/>
              <a:cxnLst/>
              <a:rect l="0" t="0" r="0" b="0"/>
              <a:pathLst>
                <a:path w="50443" h="51693">
                  <a:moveTo>
                    <a:pt x="50443" y="0"/>
                  </a:moveTo>
                  <a:lnTo>
                    <a:pt x="0" y="51693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8" name="Output_receptor__6027">
              <a:extLst>
                <a:ext uri="{FF2B5EF4-FFF2-40B4-BE49-F238E27FC236}">
                  <a16:creationId xmlns:a16="http://schemas.microsoft.com/office/drawing/2014/main" id="{5EB8DA14-8E5A-5AEE-46CF-9635557F6996}"/>
                </a:ext>
              </a:extLst>
            </p:cNvPr>
            <p:cNvSpPr>
              <a:spLocks noGrp="1"/>
            </p:cNvSpPr>
            <p:nvPr/>
          </p:nvSpPr>
          <p:spPr>
            <a:xfrm>
              <a:off x="15882402" y="3130669"/>
              <a:ext cx="41903" cy="59068"/>
            </a:xfrm>
            <a:custGeom>
              <a:avLst/>
              <a:gdLst/>
              <a:ahLst/>
              <a:cxnLst/>
              <a:rect l="0" t="0" r="0" b="0"/>
              <a:pathLst>
                <a:path w="41903" h="59068">
                  <a:moveTo>
                    <a:pt x="41903" y="5906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29" name="Output_receptor__6028">
              <a:extLst>
                <a:ext uri="{FF2B5EF4-FFF2-40B4-BE49-F238E27FC236}">
                  <a16:creationId xmlns:a16="http://schemas.microsoft.com/office/drawing/2014/main" id="{3BC19158-7B15-8065-2076-157B6663A2DD}"/>
                </a:ext>
              </a:extLst>
            </p:cNvPr>
            <p:cNvSpPr>
              <a:spLocks noGrp="1"/>
            </p:cNvSpPr>
            <p:nvPr/>
          </p:nvSpPr>
          <p:spPr>
            <a:xfrm>
              <a:off x="16114580" y="2743617"/>
              <a:ext cx="36345" cy="53804"/>
            </a:xfrm>
            <a:custGeom>
              <a:avLst/>
              <a:gdLst/>
              <a:ahLst/>
              <a:cxnLst/>
              <a:rect l="0" t="0" r="0" b="0"/>
              <a:pathLst>
                <a:path w="36345" h="53804">
                  <a:moveTo>
                    <a:pt x="0" y="0"/>
                  </a:moveTo>
                  <a:lnTo>
                    <a:pt x="36345" y="53804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0" name="Output_receptor__6029">
              <a:extLst>
                <a:ext uri="{FF2B5EF4-FFF2-40B4-BE49-F238E27FC236}">
                  <a16:creationId xmlns:a16="http://schemas.microsoft.com/office/drawing/2014/main" id="{46564B0D-0AEF-42B2-4230-CB4B9F9C6766}"/>
                </a:ext>
              </a:extLst>
            </p:cNvPr>
            <p:cNvSpPr>
              <a:spLocks noGrp="1"/>
            </p:cNvSpPr>
            <p:nvPr/>
          </p:nvSpPr>
          <p:spPr>
            <a:xfrm>
              <a:off x="15696719" y="3312877"/>
              <a:ext cx="12454" cy="50140"/>
            </a:xfrm>
            <a:custGeom>
              <a:avLst/>
              <a:gdLst/>
              <a:ahLst/>
              <a:cxnLst/>
              <a:rect l="0" t="0" r="0" b="0"/>
              <a:pathLst>
                <a:path w="12454" h="50140">
                  <a:moveTo>
                    <a:pt x="12454" y="0"/>
                  </a:moveTo>
                  <a:lnTo>
                    <a:pt x="0" y="50140"/>
                  </a:lnTo>
                </a:path>
              </a:pathLst>
            </a:custGeom>
            <a:noFill/>
            <a:ln w="8096">
              <a:solidFill>
                <a:srgbClr val="EFF1F3"/>
              </a:solidFill>
            </a:ln>
          </p:spPr>
        </p:sp>
        <p:sp>
          <p:nvSpPr>
            <p:cNvPr id="6031" name="Output_receptor__6030">
              <a:extLst>
                <a:ext uri="{FF2B5EF4-FFF2-40B4-BE49-F238E27FC236}">
                  <a16:creationId xmlns:a16="http://schemas.microsoft.com/office/drawing/2014/main" id="{BF961D3F-AE49-1B7C-E140-C49273A4704D}"/>
                </a:ext>
              </a:extLst>
            </p:cNvPr>
            <p:cNvSpPr>
              <a:spLocks noGrp="1"/>
            </p:cNvSpPr>
            <p:nvPr/>
          </p:nvSpPr>
          <p:spPr>
            <a:xfrm>
              <a:off x="15695528" y="2814951"/>
              <a:ext cx="71895" cy="2289"/>
            </a:xfrm>
            <a:custGeom>
              <a:avLst/>
              <a:gdLst/>
              <a:ahLst/>
              <a:cxnLst/>
              <a:rect l="0" t="0" r="0" b="0"/>
              <a:pathLst>
                <a:path w="71895" h="2289">
                  <a:moveTo>
                    <a:pt x="0" y="2289"/>
                  </a:moveTo>
                  <a:lnTo>
                    <a:pt x="71895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2" name="Output_receptor__6031">
              <a:extLst>
                <a:ext uri="{FF2B5EF4-FFF2-40B4-BE49-F238E27FC236}">
                  <a16:creationId xmlns:a16="http://schemas.microsoft.com/office/drawing/2014/main" id="{F48FD54B-CAEC-067E-2F47-1582EFEB74DC}"/>
                </a:ext>
              </a:extLst>
            </p:cNvPr>
            <p:cNvSpPr>
              <a:spLocks noGrp="1"/>
            </p:cNvSpPr>
            <p:nvPr/>
          </p:nvSpPr>
          <p:spPr>
            <a:xfrm>
              <a:off x="14987040" y="3109408"/>
              <a:ext cx="26786" cy="57863"/>
            </a:xfrm>
            <a:custGeom>
              <a:avLst/>
              <a:gdLst/>
              <a:ahLst/>
              <a:cxnLst/>
              <a:rect l="0" t="0" r="0" b="0"/>
              <a:pathLst>
                <a:path w="26786" h="57863">
                  <a:moveTo>
                    <a:pt x="0" y="0"/>
                  </a:moveTo>
                  <a:lnTo>
                    <a:pt x="26786" y="57863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3" name="Output_receptor__6032">
              <a:extLst>
                <a:ext uri="{FF2B5EF4-FFF2-40B4-BE49-F238E27FC236}">
                  <a16:creationId xmlns:a16="http://schemas.microsoft.com/office/drawing/2014/main" id="{BB77AC25-01CB-4989-1C1C-81F7284AC167}"/>
                </a:ext>
              </a:extLst>
            </p:cNvPr>
            <p:cNvSpPr>
              <a:spLocks noGrp="1"/>
            </p:cNvSpPr>
            <p:nvPr/>
          </p:nvSpPr>
          <p:spPr>
            <a:xfrm>
              <a:off x="15882402" y="3087389"/>
              <a:ext cx="57233" cy="43280"/>
            </a:xfrm>
            <a:custGeom>
              <a:avLst/>
              <a:gdLst/>
              <a:ahLst/>
              <a:cxnLst/>
              <a:rect l="0" t="0" r="0" b="0"/>
              <a:pathLst>
                <a:path w="57233" h="43280">
                  <a:moveTo>
                    <a:pt x="0" y="43280"/>
                  </a:moveTo>
                  <a:lnTo>
                    <a:pt x="57233" y="0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4" name="Output_receptor__6033">
              <a:extLst>
                <a:ext uri="{FF2B5EF4-FFF2-40B4-BE49-F238E27FC236}">
                  <a16:creationId xmlns:a16="http://schemas.microsoft.com/office/drawing/2014/main" id="{E0868761-37A4-FB1B-39A3-9693D040B4CA}"/>
                </a:ext>
              </a:extLst>
            </p:cNvPr>
            <p:cNvSpPr>
              <a:spLocks noGrp="1"/>
            </p:cNvSpPr>
            <p:nvPr/>
          </p:nvSpPr>
          <p:spPr>
            <a:xfrm>
              <a:off x="15657825" y="3363017"/>
              <a:ext cx="38894" cy="41885"/>
            </a:xfrm>
            <a:custGeom>
              <a:avLst/>
              <a:gdLst/>
              <a:ahLst/>
              <a:cxnLst/>
              <a:rect l="0" t="0" r="0" b="0"/>
              <a:pathLst>
                <a:path w="38894" h="41885">
                  <a:moveTo>
                    <a:pt x="38894" y="0"/>
                  </a:moveTo>
                  <a:lnTo>
                    <a:pt x="0" y="41885"/>
                  </a:lnTo>
                </a:path>
              </a:pathLst>
            </a:custGeom>
            <a:noFill/>
            <a:ln w="20003">
              <a:solidFill>
                <a:srgbClr val="EFF1F3"/>
              </a:solidFill>
            </a:ln>
          </p:spPr>
        </p:sp>
        <p:sp>
          <p:nvSpPr>
            <p:cNvPr id="6035" name="Output_receptor__6034">
              <a:extLst>
                <a:ext uri="{FF2B5EF4-FFF2-40B4-BE49-F238E27FC236}">
                  <a16:creationId xmlns:a16="http://schemas.microsoft.com/office/drawing/2014/main" id="{6ABD6A3F-CFEC-EBED-F7F2-F2F72CCAB8B6}"/>
                </a:ext>
              </a:extLst>
            </p:cNvPr>
            <p:cNvSpPr>
              <a:spLocks noGrp="1"/>
            </p:cNvSpPr>
            <p:nvPr/>
          </p:nvSpPr>
          <p:spPr>
            <a:xfrm>
              <a:off x="15918087" y="2955811"/>
              <a:ext cx="36948" cy="42698"/>
            </a:xfrm>
            <a:custGeom>
              <a:avLst/>
              <a:gdLst/>
              <a:ahLst/>
              <a:cxnLst/>
              <a:rect l="0" t="0" r="0" b="0"/>
              <a:pathLst>
                <a:path w="36948" h="42698">
                  <a:moveTo>
                    <a:pt x="0" y="42698"/>
                  </a:moveTo>
                  <a:lnTo>
                    <a:pt x="36948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36" name="Output_receptor__6035">
              <a:extLst>
                <a:ext uri="{FF2B5EF4-FFF2-40B4-BE49-F238E27FC236}">
                  <a16:creationId xmlns:a16="http://schemas.microsoft.com/office/drawing/2014/main" id="{56629F19-E4F9-40DE-4091-E7B88023C6FE}"/>
                </a:ext>
              </a:extLst>
            </p:cNvPr>
            <p:cNvSpPr>
              <a:spLocks noGrp="1"/>
            </p:cNvSpPr>
            <p:nvPr/>
          </p:nvSpPr>
          <p:spPr>
            <a:xfrm>
              <a:off x="14970918" y="2922192"/>
              <a:ext cx="59380" cy="36807"/>
            </a:xfrm>
            <a:custGeom>
              <a:avLst/>
              <a:gdLst/>
              <a:ahLst/>
              <a:cxnLst/>
              <a:rect l="0" t="0" r="0" b="0"/>
              <a:pathLst>
                <a:path w="59380" h="36807">
                  <a:moveTo>
                    <a:pt x="59380" y="3680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37" name="Output_receptor__6036">
              <a:extLst>
                <a:ext uri="{FF2B5EF4-FFF2-40B4-BE49-F238E27FC236}">
                  <a16:creationId xmlns:a16="http://schemas.microsoft.com/office/drawing/2014/main" id="{0E061459-8993-F826-EBDC-A8843628DB39}"/>
                </a:ext>
              </a:extLst>
            </p:cNvPr>
            <p:cNvSpPr>
              <a:spLocks noGrp="1"/>
            </p:cNvSpPr>
            <p:nvPr/>
          </p:nvSpPr>
          <p:spPr>
            <a:xfrm>
              <a:off x="15040836" y="2857586"/>
              <a:ext cx="37967" cy="30652"/>
            </a:xfrm>
            <a:custGeom>
              <a:avLst/>
              <a:gdLst/>
              <a:ahLst/>
              <a:cxnLst/>
              <a:rect l="0" t="0" r="0" b="0"/>
              <a:pathLst>
                <a:path w="37967" h="30652">
                  <a:moveTo>
                    <a:pt x="37967" y="3065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38" name="Output_receptor__6037">
              <a:extLst>
                <a:ext uri="{FF2B5EF4-FFF2-40B4-BE49-F238E27FC236}">
                  <a16:creationId xmlns:a16="http://schemas.microsoft.com/office/drawing/2014/main" id="{34932316-3BC3-12F3-B5CA-0C65F0BC0B3F}"/>
                </a:ext>
              </a:extLst>
            </p:cNvPr>
            <p:cNvSpPr>
              <a:spLocks noGrp="1"/>
            </p:cNvSpPr>
            <p:nvPr/>
          </p:nvSpPr>
          <p:spPr>
            <a:xfrm>
              <a:off x="15230669" y="3081799"/>
              <a:ext cx="59266" cy="6441"/>
            </a:xfrm>
            <a:custGeom>
              <a:avLst/>
              <a:gdLst/>
              <a:ahLst/>
              <a:cxnLst/>
              <a:rect l="0" t="0" r="0" b="0"/>
              <a:pathLst>
                <a:path w="59266" h="6441">
                  <a:moveTo>
                    <a:pt x="0" y="0"/>
                  </a:moveTo>
                  <a:lnTo>
                    <a:pt x="59266" y="6441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39" name="Output_receptor__6038">
              <a:extLst>
                <a:ext uri="{FF2B5EF4-FFF2-40B4-BE49-F238E27FC236}">
                  <a16:creationId xmlns:a16="http://schemas.microsoft.com/office/drawing/2014/main" id="{DE1055CF-60BA-186C-1A38-95ADAE386EEF}"/>
                </a:ext>
              </a:extLst>
            </p:cNvPr>
            <p:cNvSpPr>
              <a:spLocks noGrp="1"/>
            </p:cNvSpPr>
            <p:nvPr/>
          </p:nvSpPr>
          <p:spPr>
            <a:xfrm>
              <a:off x="15124489" y="3224005"/>
              <a:ext cx="14946" cy="45545"/>
            </a:xfrm>
            <a:custGeom>
              <a:avLst/>
              <a:gdLst/>
              <a:ahLst/>
              <a:cxnLst/>
              <a:rect l="0" t="0" r="0" b="0"/>
              <a:pathLst>
                <a:path w="14946" h="45545">
                  <a:moveTo>
                    <a:pt x="0" y="45545"/>
                  </a:moveTo>
                  <a:lnTo>
                    <a:pt x="14946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0" name="Output_receptor__6039">
              <a:extLst>
                <a:ext uri="{FF2B5EF4-FFF2-40B4-BE49-F238E27FC236}">
                  <a16:creationId xmlns:a16="http://schemas.microsoft.com/office/drawing/2014/main" id="{ABABCD29-6838-09D5-8EFD-66F9965EBCA4}"/>
                </a:ext>
              </a:extLst>
            </p:cNvPr>
            <p:cNvSpPr>
              <a:spLocks noGrp="1"/>
            </p:cNvSpPr>
            <p:nvPr/>
          </p:nvSpPr>
          <p:spPr>
            <a:xfrm>
              <a:off x="15856514" y="3367819"/>
              <a:ext cx="10310" cy="12551"/>
            </a:xfrm>
            <a:custGeom>
              <a:avLst/>
              <a:gdLst/>
              <a:ahLst/>
              <a:cxnLst/>
              <a:rect l="0" t="0" r="0" b="0"/>
              <a:pathLst>
                <a:path w="10310" h="12551">
                  <a:moveTo>
                    <a:pt x="0" y="12551"/>
                  </a:moveTo>
                  <a:lnTo>
                    <a:pt x="10310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1" name="Output_receptor__6040">
              <a:extLst>
                <a:ext uri="{FF2B5EF4-FFF2-40B4-BE49-F238E27FC236}">
                  <a16:creationId xmlns:a16="http://schemas.microsoft.com/office/drawing/2014/main" id="{8272AB15-312C-CCD8-3C55-83CD4CFA8BCB}"/>
                </a:ext>
              </a:extLst>
            </p:cNvPr>
            <p:cNvSpPr>
              <a:spLocks noGrp="1"/>
            </p:cNvSpPr>
            <p:nvPr/>
          </p:nvSpPr>
          <p:spPr>
            <a:xfrm>
              <a:off x="15078803" y="2888238"/>
              <a:ext cx="58057" cy="12589"/>
            </a:xfrm>
            <a:custGeom>
              <a:avLst/>
              <a:gdLst/>
              <a:ahLst/>
              <a:cxnLst/>
              <a:rect l="0" t="0" r="0" b="0"/>
              <a:pathLst>
                <a:path w="58057" h="12589">
                  <a:moveTo>
                    <a:pt x="58057" y="1258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2" name="Output_receptor__6041">
              <a:extLst>
                <a:ext uri="{FF2B5EF4-FFF2-40B4-BE49-F238E27FC236}">
                  <a16:creationId xmlns:a16="http://schemas.microsoft.com/office/drawing/2014/main" id="{CE2BDCFD-5B1E-68CF-886E-FD514AFEC3E5}"/>
                </a:ext>
              </a:extLst>
            </p:cNvPr>
            <p:cNvSpPr>
              <a:spLocks noGrp="1"/>
            </p:cNvSpPr>
            <p:nvPr/>
          </p:nvSpPr>
          <p:spPr>
            <a:xfrm>
              <a:off x="15531109" y="2999247"/>
              <a:ext cx="13083" cy="69265"/>
            </a:xfrm>
            <a:custGeom>
              <a:avLst/>
              <a:gdLst/>
              <a:ahLst/>
              <a:cxnLst/>
              <a:rect l="0" t="0" r="0" b="0"/>
              <a:pathLst>
                <a:path w="13083" h="69265">
                  <a:moveTo>
                    <a:pt x="13083" y="69265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3" name="Output_receptor__6042">
              <a:extLst>
                <a:ext uri="{FF2B5EF4-FFF2-40B4-BE49-F238E27FC236}">
                  <a16:creationId xmlns:a16="http://schemas.microsoft.com/office/drawing/2014/main" id="{D82A1EEC-6E6E-78E5-EBF8-70EA7561F31D}"/>
                </a:ext>
              </a:extLst>
            </p:cNvPr>
            <p:cNvSpPr>
              <a:spLocks noGrp="1"/>
            </p:cNvSpPr>
            <p:nvPr/>
          </p:nvSpPr>
          <p:spPr>
            <a:xfrm>
              <a:off x="15459893" y="2999247"/>
              <a:ext cx="71216" cy="10256"/>
            </a:xfrm>
            <a:custGeom>
              <a:avLst/>
              <a:gdLst/>
              <a:ahLst/>
              <a:cxnLst/>
              <a:rect l="0" t="0" r="0" b="0"/>
              <a:pathLst>
                <a:path w="71216" h="10256">
                  <a:moveTo>
                    <a:pt x="71216" y="0"/>
                  </a:moveTo>
                  <a:lnTo>
                    <a:pt x="0" y="10256"/>
                  </a:lnTo>
                </a:path>
              </a:pathLst>
            </a:custGeom>
            <a:noFill/>
            <a:ln w="8096">
              <a:solidFill>
                <a:srgbClr val="EFF2F3"/>
              </a:solidFill>
            </a:ln>
          </p:spPr>
        </p:sp>
        <p:sp>
          <p:nvSpPr>
            <p:cNvPr id="6044" name="Output_receptor__6043">
              <a:extLst>
                <a:ext uri="{FF2B5EF4-FFF2-40B4-BE49-F238E27FC236}">
                  <a16:creationId xmlns:a16="http://schemas.microsoft.com/office/drawing/2014/main" id="{0104D5F8-8A69-C983-69B9-7E08C2A11FDE}"/>
                </a:ext>
              </a:extLst>
            </p:cNvPr>
            <p:cNvSpPr>
              <a:spLocks noGrp="1"/>
            </p:cNvSpPr>
            <p:nvPr/>
          </p:nvSpPr>
          <p:spPr>
            <a:xfrm>
              <a:off x="15924305" y="3174783"/>
              <a:ext cx="40719" cy="14954"/>
            </a:xfrm>
            <a:custGeom>
              <a:avLst/>
              <a:gdLst/>
              <a:ahLst/>
              <a:cxnLst/>
              <a:rect l="0" t="0" r="0" b="0"/>
              <a:pathLst>
                <a:path w="40719" h="14954">
                  <a:moveTo>
                    <a:pt x="40719" y="0"/>
                  </a:moveTo>
                  <a:lnTo>
                    <a:pt x="0" y="14954"/>
                  </a:lnTo>
                </a:path>
              </a:pathLst>
            </a:custGeom>
            <a:noFill/>
            <a:ln w="20003">
              <a:solidFill>
                <a:srgbClr val="EFF2F3"/>
              </a:solidFill>
            </a:ln>
          </p:spPr>
        </p:sp>
        <p:sp>
          <p:nvSpPr>
            <p:cNvPr id="6045" name="Output_receptor__6044">
              <a:extLst>
                <a:ext uri="{FF2B5EF4-FFF2-40B4-BE49-F238E27FC236}">
                  <a16:creationId xmlns:a16="http://schemas.microsoft.com/office/drawing/2014/main" id="{1C12A7EE-A1BE-AC4C-D808-3E1006AD1CEE}"/>
                </a:ext>
              </a:extLst>
            </p:cNvPr>
            <p:cNvSpPr>
              <a:spLocks noGrp="1"/>
            </p:cNvSpPr>
            <p:nvPr/>
          </p:nvSpPr>
          <p:spPr>
            <a:xfrm>
              <a:off x="15874813" y="2843299"/>
              <a:ext cx="2561" cy="330"/>
            </a:xfrm>
            <a:custGeom>
              <a:avLst/>
              <a:gdLst/>
              <a:ahLst/>
              <a:cxnLst/>
              <a:rect l="0" t="0" r="0" b="0"/>
              <a:pathLst>
                <a:path w="2561" h="330">
                  <a:moveTo>
                    <a:pt x="0" y="0"/>
                  </a:moveTo>
                  <a:lnTo>
                    <a:pt x="2561" y="33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46" name="Output_receptor__6045">
              <a:extLst>
                <a:ext uri="{FF2B5EF4-FFF2-40B4-BE49-F238E27FC236}">
                  <a16:creationId xmlns:a16="http://schemas.microsoft.com/office/drawing/2014/main" id="{580E9B1D-5BAB-8846-7478-068F70FE9B0B}"/>
                </a:ext>
              </a:extLst>
            </p:cNvPr>
            <p:cNvSpPr>
              <a:spLocks noGrp="1"/>
            </p:cNvSpPr>
            <p:nvPr/>
          </p:nvSpPr>
          <p:spPr>
            <a:xfrm>
              <a:off x="15767423" y="2814951"/>
              <a:ext cx="35242" cy="19430"/>
            </a:xfrm>
            <a:custGeom>
              <a:avLst/>
              <a:gdLst/>
              <a:ahLst/>
              <a:cxnLst/>
              <a:rect l="0" t="0" r="0" b="0"/>
              <a:pathLst>
                <a:path w="35242" h="19430">
                  <a:moveTo>
                    <a:pt x="0" y="0"/>
                  </a:moveTo>
                  <a:lnTo>
                    <a:pt x="35242" y="1943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47" name="Output_receptor__6046">
              <a:extLst>
                <a:ext uri="{FF2B5EF4-FFF2-40B4-BE49-F238E27FC236}">
                  <a16:creationId xmlns:a16="http://schemas.microsoft.com/office/drawing/2014/main" id="{00A5003C-FF3A-D152-DC70-D907AF2B8385}"/>
                </a:ext>
              </a:extLst>
            </p:cNvPr>
            <p:cNvSpPr>
              <a:spLocks noGrp="1"/>
            </p:cNvSpPr>
            <p:nvPr/>
          </p:nvSpPr>
          <p:spPr>
            <a:xfrm>
              <a:off x="15532817" y="2881253"/>
              <a:ext cx="51913" cy="17302"/>
            </a:xfrm>
            <a:custGeom>
              <a:avLst/>
              <a:gdLst/>
              <a:ahLst/>
              <a:cxnLst/>
              <a:rect l="0" t="0" r="0" b="0"/>
              <a:pathLst>
                <a:path w="51913" h="17302">
                  <a:moveTo>
                    <a:pt x="51913" y="0"/>
                  </a:moveTo>
                  <a:lnTo>
                    <a:pt x="0" y="17302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48" name="Output_receptor__6047">
              <a:extLst>
                <a:ext uri="{FF2B5EF4-FFF2-40B4-BE49-F238E27FC236}">
                  <a16:creationId xmlns:a16="http://schemas.microsoft.com/office/drawing/2014/main" id="{8BE740E6-9484-DB82-59C8-8D38F8C57818}"/>
                </a:ext>
              </a:extLst>
            </p:cNvPr>
            <p:cNvSpPr>
              <a:spLocks noGrp="1"/>
            </p:cNvSpPr>
            <p:nvPr/>
          </p:nvSpPr>
          <p:spPr>
            <a:xfrm>
              <a:off x="15070519" y="3212349"/>
              <a:ext cx="68917" cy="11656"/>
            </a:xfrm>
            <a:custGeom>
              <a:avLst/>
              <a:gdLst/>
              <a:ahLst/>
              <a:cxnLst/>
              <a:rect l="0" t="0" r="0" b="0"/>
              <a:pathLst>
                <a:path w="68917" h="11656">
                  <a:moveTo>
                    <a:pt x="68917" y="1165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49" name="Output_receptor__6048">
              <a:extLst>
                <a:ext uri="{FF2B5EF4-FFF2-40B4-BE49-F238E27FC236}">
                  <a16:creationId xmlns:a16="http://schemas.microsoft.com/office/drawing/2014/main" id="{47125F1E-52AE-BD16-63BA-D52CBBD1FA0A}"/>
                </a:ext>
              </a:extLst>
            </p:cNvPr>
            <p:cNvSpPr>
              <a:spLocks noGrp="1"/>
            </p:cNvSpPr>
            <p:nvPr/>
          </p:nvSpPr>
          <p:spPr>
            <a:xfrm>
              <a:off x="15005550" y="3212349"/>
              <a:ext cx="64969" cy="26312"/>
            </a:xfrm>
            <a:custGeom>
              <a:avLst/>
              <a:gdLst/>
              <a:ahLst/>
              <a:cxnLst/>
              <a:rect l="0" t="0" r="0" b="0"/>
              <a:pathLst>
                <a:path w="64969" h="26312">
                  <a:moveTo>
                    <a:pt x="64969" y="0"/>
                  </a:moveTo>
                  <a:lnTo>
                    <a:pt x="0" y="26312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0" name="Output_receptor__6049">
              <a:extLst>
                <a:ext uri="{FF2B5EF4-FFF2-40B4-BE49-F238E27FC236}">
                  <a16:creationId xmlns:a16="http://schemas.microsoft.com/office/drawing/2014/main" id="{14EB18F5-7EBC-C153-F73B-216CBD04F8BB}"/>
                </a:ext>
              </a:extLst>
            </p:cNvPr>
            <p:cNvSpPr>
              <a:spLocks noGrp="1"/>
            </p:cNvSpPr>
            <p:nvPr/>
          </p:nvSpPr>
          <p:spPr>
            <a:xfrm>
              <a:off x="15459893" y="3009504"/>
              <a:ext cx="1216" cy="42950"/>
            </a:xfrm>
            <a:custGeom>
              <a:avLst/>
              <a:gdLst/>
              <a:ahLst/>
              <a:cxnLst/>
              <a:rect l="0" t="0" r="0" b="0"/>
              <a:pathLst>
                <a:path w="1216" h="42950">
                  <a:moveTo>
                    <a:pt x="0" y="0"/>
                  </a:moveTo>
                  <a:lnTo>
                    <a:pt x="1216" y="4295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1" name="Output_receptor__6050">
              <a:extLst>
                <a:ext uri="{FF2B5EF4-FFF2-40B4-BE49-F238E27FC236}">
                  <a16:creationId xmlns:a16="http://schemas.microsoft.com/office/drawing/2014/main" id="{D63CBD5F-2F82-683E-6BA3-BBD4015AD412}"/>
                </a:ext>
              </a:extLst>
            </p:cNvPr>
            <p:cNvSpPr>
              <a:spLocks noGrp="1"/>
            </p:cNvSpPr>
            <p:nvPr/>
          </p:nvSpPr>
          <p:spPr>
            <a:xfrm>
              <a:off x="14961112" y="3186009"/>
              <a:ext cx="44438" cy="52652"/>
            </a:xfrm>
            <a:custGeom>
              <a:avLst/>
              <a:gdLst/>
              <a:ahLst/>
              <a:cxnLst/>
              <a:rect l="0" t="0" r="0" b="0"/>
              <a:pathLst>
                <a:path w="44438" h="52652">
                  <a:moveTo>
                    <a:pt x="44438" y="52652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2" name="Output_receptor__6051">
              <a:extLst>
                <a:ext uri="{FF2B5EF4-FFF2-40B4-BE49-F238E27FC236}">
                  <a16:creationId xmlns:a16="http://schemas.microsoft.com/office/drawing/2014/main" id="{2D1964E1-57CB-D6EA-6048-DB9809A0386E}"/>
                </a:ext>
              </a:extLst>
            </p:cNvPr>
            <p:cNvSpPr>
              <a:spLocks noGrp="1"/>
            </p:cNvSpPr>
            <p:nvPr/>
          </p:nvSpPr>
          <p:spPr>
            <a:xfrm>
              <a:off x="14961596" y="3109408"/>
              <a:ext cx="25444" cy="110"/>
            </a:xfrm>
            <a:custGeom>
              <a:avLst/>
              <a:gdLst/>
              <a:ahLst/>
              <a:cxnLst/>
              <a:rect l="0" t="0" r="0" b="0"/>
              <a:pathLst>
                <a:path w="25444" h="110">
                  <a:moveTo>
                    <a:pt x="0" y="110"/>
                  </a:moveTo>
                  <a:lnTo>
                    <a:pt x="25444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3" name="Output_receptor__6052">
              <a:extLst>
                <a:ext uri="{FF2B5EF4-FFF2-40B4-BE49-F238E27FC236}">
                  <a16:creationId xmlns:a16="http://schemas.microsoft.com/office/drawing/2014/main" id="{828265CD-56F5-37A8-DB3C-386F5F93B5D4}"/>
                </a:ext>
              </a:extLst>
            </p:cNvPr>
            <p:cNvSpPr>
              <a:spLocks noGrp="1"/>
            </p:cNvSpPr>
            <p:nvPr/>
          </p:nvSpPr>
          <p:spPr>
            <a:xfrm>
              <a:off x="15918087" y="2998510"/>
              <a:ext cx="37435" cy="15835"/>
            </a:xfrm>
            <a:custGeom>
              <a:avLst/>
              <a:gdLst/>
              <a:ahLst/>
              <a:cxnLst/>
              <a:rect l="0" t="0" r="0" b="0"/>
              <a:pathLst>
                <a:path w="37435" h="15835">
                  <a:moveTo>
                    <a:pt x="37435" y="158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54" name="Output_receptor__6053">
              <a:extLst>
                <a:ext uri="{FF2B5EF4-FFF2-40B4-BE49-F238E27FC236}">
                  <a16:creationId xmlns:a16="http://schemas.microsoft.com/office/drawing/2014/main" id="{619AB3DE-5908-35D8-811C-EF27EA46BB31}"/>
                </a:ext>
              </a:extLst>
            </p:cNvPr>
            <p:cNvSpPr>
              <a:spLocks noGrp="1"/>
            </p:cNvSpPr>
            <p:nvPr/>
          </p:nvSpPr>
          <p:spPr>
            <a:xfrm>
              <a:off x="15253261" y="3088240"/>
              <a:ext cx="36674" cy="8036"/>
            </a:xfrm>
            <a:custGeom>
              <a:avLst/>
              <a:gdLst/>
              <a:ahLst/>
              <a:cxnLst/>
              <a:rect l="0" t="0" r="0" b="0"/>
              <a:pathLst>
                <a:path w="36674" h="8036">
                  <a:moveTo>
                    <a:pt x="36674" y="0"/>
                  </a:moveTo>
                  <a:lnTo>
                    <a:pt x="0" y="8036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5" name="Output_receptor__6054">
              <a:extLst>
                <a:ext uri="{FF2B5EF4-FFF2-40B4-BE49-F238E27FC236}">
                  <a16:creationId xmlns:a16="http://schemas.microsoft.com/office/drawing/2014/main" id="{97C9AFC3-81C0-86D5-716C-DAA2CCA0F326}"/>
                </a:ext>
              </a:extLst>
            </p:cNvPr>
            <p:cNvSpPr>
              <a:spLocks noGrp="1"/>
            </p:cNvSpPr>
            <p:nvPr/>
          </p:nvSpPr>
          <p:spPr>
            <a:xfrm>
              <a:off x="15866823" y="3367819"/>
              <a:ext cx="43325" cy="45413"/>
            </a:xfrm>
            <a:custGeom>
              <a:avLst/>
              <a:gdLst/>
              <a:ahLst/>
              <a:cxnLst/>
              <a:rect l="0" t="0" r="0" b="0"/>
              <a:pathLst>
                <a:path w="43325" h="45413">
                  <a:moveTo>
                    <a:pt x="0" y="0"/>
                  </a:moveTo>
                  <a:lnTo>
                    <a:pt x="43325" y="45413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6" name="Output_receptor__6055">
              <a:extLst>
                <a:ext uri="{FF2B5EF4-FFF2-40B4-BE49-F238E27FC236}">
                  <a16:creationId xmlns:a16="http://schemas.microsoft.com/office/drawing/2014/main" id="{B2BEA63B-AA48-0E80-39AA-C11C053C642C}"/>
                </a:ext>
              </a:extLst>
            </p:cNvPr>
            <p:cNvSpPr>
              <a:spLocks noGrp="1"/>
            </p:cNvSpPr>
            <p:nvPr/>
          </p:nvSpPr>
          <p:spPr>
            <a:xfrm>
              <a:off x="15802666" y="2834381"/>
              <a:ext cx="72148" cy="8918"/>
            </a:xfrm>
            <a:custGeom>
              <a:avLst/>
              <a:gdLst/>
              <a:ahLst/>
              <a:cxnLst/>
              <a:rect l="0" t="0" r="0" b="0"/>
              <a:pathLst>
                <a:path w="72148" h="8918">
                  <a:moveTo>
                    <a:pt x="0" y="0"/>
                  </a:moveTo>
                  <a:lnTo>
                    <a:pt x="72148" y="8918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7" name="Output_receptor__6056">
              <a:extLst>
                <a:ext uri="{FF2B5EF4-FFF2-40B4-BE49-F238E27FC236}">
                  <a16:creationId xmlns:a16="http://schemas.microsoft.com/office/drawing/2014/main" id="{312DA1D2-8B1F-631B-80FC-098522F500A5}"/>
                </a:ext>
              </a:extLst>
            </p:cNvPr>
            <p:cNvSpPr>
              <a:spLocks noGrp="1"/>
            </p:cNvSpPr>
            <p:nvPr/>
          </p:nvSpPr>
          <p:spPr>
            <a:xfrm>
              <a:off x="15584730" y="2881253"/>
              <a:ext cx="49186" cy="52439"/>
            </a:xfrm>
            <a:custGeom>
              <a:avLst/>
              <a:gdLst/>
              <a:ahLst/>
              <a:cxnLst/>
              <a:rect l="0" t="0" r="0" b="0"/>
              <a:pathLst>
                <a:path w="49186" h="52439">
                  <a:moveTo>
                    <a:pt x="49186" y="52439"/>
                  </a:moveTo>
                  <a:lnTo>
                    <a:pt x="0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58" name="Output_receptor__6057">
              <a:extLst>
                <a:ext uri="{FF2B5EF4-FFF2-40B4-BE49-F238E27FC236}">
                  <a16:creationId xmlns:a16="http://schemas.microsoft.com/office/drawing/2014/main" id="{854ECACF-F5AB-E430-9FF3-AD8C96E2031B}"/>
                </a:ext>
              </a:extLst>
            </p:cNvPr>
            <p:cNvSpPr>
              <a:spLocks noGrp="1"/>
            </p:cNvSpPr>
            <p:nvPr/>
          </p:nvSpPr>
          <p:spPr>
            <a:xfrm>
              <a:off x="15906478" y="3157002"/>
              <a:ext cx="58546" cy="17781"/>
            </a:xfrm>
            <a:custGeom>
              <a:avLst/>
              <a:gdLst/>
              <a:ahLst/>
              <a:cxnLst/>
              <a:rect l="0" t="0" r="0" b="0"/>
              <a:pathLst>
                <a:path w="58546" h="17781">
                  <a:moveTo>
                    <a:pt x="0" y="0"/>
                  </a:moveTo>
                  <a:lnTo>
                    <a:pt x="58546" y="17781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59" name="Output_receptor__6058">
              <a:extLst>
                <a:ext uri="{FF2B5EF4-FFF2-40B4-BE49-F238E27FC236}">
                  <a16:creationId xmlns:a16="http://schemas.microsoft.com/office/drawing/2014/main" id="{025E73FD-FEAD-ADF7-2409-9C1FEAFA7435}"/>
                </a:ext>
              </a:extLst>
            </p:cNvPr>
            <p:cNvSpPr>
              <a:spLocks noGrp="1"/>
            </p:cNvSpPr>
            <p:nvPr/>
          </p:nvSpPr>
          <p:spPr>
            <a:xfrm>
              <a:off x="15576329" y="3025421"/>
              <a:ext cx="53559" cy="48023"/>
            </a:xfrm>
            <a:custGeom>
              <a:avLst/>
              <a:gdLst/>
              <a:ahLst/>
              <a:cxnLst/>
              <a:rect l="0" t="0" r="0" b="0"/>
              <a:pathLst>
                <a:path w="53559" h="48023">
                  <a:moveTo>
                    <a:pt x="0" y="0"/>
                  </a:moveTo>
                  <a:lnTo>
                    <a:pt x="53559" y="48023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60" name="Output_receptor__6059">
              <a:extLst>
                <a:ext uri="{FF2B5EF4-FFF2-40B4-BE49-F238E27FC236}">
                  <a16:creationId xmlns:a16="http://schemas.microsoft.com/office/drawing/2014/main" id="{E5194AA5-C972-1D3C-7EC1-604B631F76E0}"/>
                </a:ext>
              </a:extLst>
            </p:cNvPr>
            <p:cNvSpPr>
              <a:spLocks noGrp="1"/>
            </p:cNvSpPr>
            <p:nvPr/>
          </p:nvSpPr>
          <p:spPr>
            <a:xfrm>
              <a:off x="15874600" y="3157002"/>
              <a:ext cx="31879" cy="61620"/>
            </a:xfrm>
            <a:custGeom>
              <a:avLst/>
              <a:gdLst/>
              <a:ahLst/>
              <a:cxnLst/>
              <a:rect l="0" t="0" r="0" b="0"/>
              <a:pathLst>
                <a:path w="31879" h="61620">
                  <a:moveTo>
                    <a:pt x="0" y="61620"/>
                  </a:moveTo>
                  <a:lnTo>
                    <a:pt x="31879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61" name="Output_receptor__6060">
              <a:extLst>
                <a:ext uri="{FF2B5EF4-FFF2-40B4-BE49-F238E27FC236}">
                  <a16:creationId xmlns:a16="http://schemas.microsoft.com/office/drawing/2014/main" id="{40B3EE29-38EF-3C22-6F49-0D0EC4E2F09D}"/>
                </a:ext>
              </a:extLst>
            </p:cNvPr>
            <p:cNvSpPr>
              <a:spLocks noGrp="1"/>
            </p:cNvSpPr>
            <p:nvPr/>
          </p:nvSpPr>
          <p:spPr>
            <a:xfrm>
              <a:off x="15874600" y="3218623"/>
              <a:ext cx="58217" cy="36301"/>
            </a:xfrm>
            <a:custGeom>
              <a:avLst/>
              <a:gdLst/>
              <a:ahLst/>
              <a:cxnLst/>
              <a:rect l="0" t="0" r="0" b="0"/>
              <a:pathLst>
                <a:path w="58217" h="36301">
                  <a:moveTo>
                    <a:pt x="58217" y="3630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EFF2F4"/>
              </a:solidFill>
            </a:ln>
          </p:spPr>
        </p:sp>
        <p:sp>
          <p:nvSpPr>
            <p:cNvPr id="6062" name="Output_receptor__6061">
              <a:extLst>
                <a:ext uri="{FF2B5EF4-FFF2-40B4-BE49-F238E27FC236}">
                  <a16:creationId xmlns:a16="http://schemas.microsoft.com/office/drawing/2014/main" id="{D36D3CF3-C1CF-5BE7-6D68-796476BF507E}"/>
                </a:ext>
              </a:extLst>
            </p:cNvPr>
            <p:cNvSpPr>
              <a:spLocks noGrp="1"/>
            </p:cNvSpPr>
            <p:nvPr/>
          </p:nvSpPr>
          <p:spPr>
            <a:xfrm>
              <a:off x="15629888" y="3025016"/>
              <a:ext cx="51497" cy="48427"/>
            </a:xfrm>
            <a:custGeom>
              <a:avLst/>
              <a:gdLst/>
              <a:ahLst/>
              <a:cxnLst/>
              <a:rect l="0" t="0" r="0" b="0"/>
              <a:pathLst>
                <a:path w="51497" h="48427">
                  <a:moveTo>
                    <a:pt x="0" y="48427"/>
                  </a:moveTo>
                  <a:lnTo>
                    <a:pt x="51497" y="0"/>
                  </a:lnTo>
                </a:path>
              </a:pathLst>
            </a:custGeom>
            <a:noFill/>
            <a:ln w="8096">
              <a:solidFill>
                <a:srgbClr val="EFF2F4"/>
              </a:solidFill>
            </a:ln>
          </p:spPr>
        </p:sp>
        <p:sp>
          <p:nvSpPr>
            <p:cNvPr id="6063" name="Output_receptor__6062">
              <a:extLst>
                <a:ext uri="{FF2B5EF4-FFF2-40B4-BE49-F238E27FC236}">
                  <a16:creationId xmlns:a16="http://schemas.microsoft.com/office/drawing/2014/main" id="{AED0274F-6F31-4584-B8BD-0A2D1BF14C00}"/>
                </a:ext>
              </a:extLst>
            </p:cNvPr>
            <p:cNvSpPr>
              <a:spLocks noGrp="1"/>
            </p:cNvSpPr>
            <p:nvPr/>
          </p:nvSpPr>
          <p:spPr>
            <a:xfrm>
              <a:off x="15633917" y="2925945"/>
              <a:ext cx="57697" cy="7746"/>
            </a:xfrm>
            <a:custGeom>
              <a:avLst/>
              <a:gdLst/>
              <a:ahLst/>
              <a:cxnLst/>
              <a:rect l="0" t="0" r="0" b="0"/>
              <a:pathLst>
                <a:path w="57697" h="7746">
                  <a:moveTo>
                    <a:pt x="57697" y="0"/>
                  </a:moveTo>
                  <a:lnTo>
                    <a:pt x="0" y="7746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4" name="Output_receptor__6063">
              <a:extLst>
                <a:ext uri="{FF2B5EF4-FFF2-40B4-BE49-F238E27FC236}">
                  <a16:creationId xmlns:a16="http://schemas.microsoft.com/office/drawing/2014/main" id="{16832F5F-6AC0-809C-A7A5-04B5CDABEE1E}"/>
                </a:ext>
              </a:extLst>
            </p:cNvPr>
            <p:cNvSpPr>
              <a:spLocks noGrp="1"/>
            </p:cNvSpPr>
            <p:nvPr/>
          </p:nvSpPr>
          <p:spPr>
            <a:xfrm>
              <a:off x="14961112" y="3165224"/>
              <a:ext cx="26560" cy="20784"/>
            </a:xfrm>
            <a:custGeom>
              <a:avLst/>
              <a:gdLst/>
              <a:ahLst/>
              <a:cxnLst/>
              <a:rect l="0" t="0" r="0" b="0"/>
              <a:pathLst>
                <a:path w="26560" h="20784">
                  <a:moveTo>
                    <a:pt x="0" y="20784"/>
                  </a:moveTo>
                  <a:lnTo>
                    <a:pt x="26560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5" name="Output_receptor__6064">
              <a:extLst>
                <a:ext uri="{FF2B5EF4-FFF2-40B4-BE49-F238E27FC236}">
                  <a16:creationId xmlns:a16="http://schemas.microsoft.com/office/drawing/2014/main" id="{07AF613A-A01F-7178-537C-FAB0253CAA72}"/>
                </a:ext>
              </a:extLst>
            </p:cNvPr>
            <p:cNvSpPr>
              <a:spLocks noGrp="1"/>
            </p:cNvSpPr>
            <p:nvPr/>
          </p:nvSpPr>
          <p:spPr>
            <a:xfrm>
              <a:off x="14953498" y="3037437"/>
              <a:ext cx="8098" cy="72081"/>
            </a:xfrm>
            <a:custGeom>
              <a:avLst/>
              <a:gdLst/>
              <a:ahLst/>
              <a:cxnLst/>
              <a:rect l="0" t="0" r="0" b="0"/>
              <a:pathLst>
                <a:path w="8098" h="72081">
                  <a:moveTo>
                    <a:pt x="0" y="0"/>
                  </a:moveTo>
                  <a:lnTo>
                    <a:pt x="8098" y="72081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66" name="Output_receptor__6065">
              <a:extLst>
                <a:ext uri="{FF2B5EF4-FFF2-40B4-BE49-F238E27FC236}">
                  <a16:creationId xmlns:a16="http://schemas.microsoft.com/office/drawing/2014/main" id="{E5FC51EE-402D-88A3-3BAF-370D5A0031DF}"/>
                </a:ext>
              </a:extLst>
            </p:cNvPr>
            <p:cNvSpPr>
              <a:spLocks noGrp="1"/>
            </p:cNvSpPr>
            <p:nvPr/>
          </p:nvSpPr>
          <p:spPr>
            <a:xfrm>
              <a:off x="15516350" y="3025421"/>
              <a:ext cx="59979" cy="143"/>
            </a:xfrm>
            <a:custGeom>
              <a:avLst/>
              <a:gdLst/>
              <a:ahLst/>
              <a:cxnLst/>
              <a:rect l="0" t="0" r="0" b="0"/>
              <a:pathLst>
                <a:path w="59979" h="143">
                  <a:moveTo>
                    <a:pt x="0" y="143"/>
                  </a:moveTo>
                  <a:lnTo>
                    <a:pt x="59979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7" name="Output_receptor__6066">
              <a:extLst>
                <a:ext uri="{FF2B5EF4-FFF2-40B4-BE49-F238E27FC236}">
                  <a16:creationId xmlns:a16="http://schemas.microsoft.com/office/drawing/2014/main" id="{20C26820-4ADB-B567-D72C-DAEC200E8AE9}"/>
                </a:ext>
              </a:extLst>
            </p:cNvPr>
            <p:cNvSpPr>
              <a:spLocks noGrp="1"/>
            </p:cNvSpPr>
            <p:nvPr/>
          </p:nvSpPr>
          <p:spPr>
            <a:xfrm>
              <a:off x="15461108" y="3025563"/>
              <a:ext cx="55242" cy="26890"/>
            </a:xfrm>
            <a:custGeom>
              <a:avLst/>
              <a:gdLst/>
              <a:ahLst/>
              <a:cxnLst/>
              <a:rect l="0" t="0" r="0" b="0"/>
              <a:pathLst>
                <a:path w="55242" h="26890">
                  <a:moveTo>
                    <a:pt x="0" y="26890"/>
                  </a:moveTo>
                  <a:lnTo>
                    <a:pt x="55242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68" name="Output_receptor__6067">
              <a:extLst>
                <a:ext uri="{FF2B5EF4-FFF2-40B4-BE49-F238E27FC236}">
                  <a16:creationId xmlns:a16="http://schemas.microsoft.com/office/drawing/2014/main" id="{B1D07CB7-994C-98BD-44FA-261907993F3F}"/>
                </a:ext>
              </a:extLst>
            </p:cNvPr>
            <p:cNvSpPr>
              <a:spLocks noGrp="1"/>
            </p:cNvSpPr>
            <p:nvPr/>
          </p:nvSpPr>
          <p:spPr>
            <a:xfrm>
              <a:off x="15856389" y="2989461"/>
              <a:ext cx="17544" cy="68639"/>
            </a:xfrm>
            <a:custGeom>
              <a:avLst/>
              <a:gdLst/>
              <a:ahLst/>
              <a:cxnLst/>
              <a:rect l="0" t="0" r="0" b="0"/>
              <a:pathLst>
                <a:path w="17544" h="68639">
                  <a:moveTo>
                    <a:pt x="17544" y="68639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69" name="Output_receptor__6068">
              <a:extLst>
                <a:ext uri="{FF2B5EF4-FFF2-40B4-BE49-F238E27FC236}">
                  <a16:creationId xmlns:a16="http://schemas.microsoft.com/office/drawing/2014/main" id="{060D26DE-6259-564D-0792-3F2F192E91B7}"/>
                </a:ext>
              </a:extLst>
            </p:cNvPr>
            <p:cNvSpPr>
              <a:spLocks noGrp="1"/>
            </p:cNvSpPr>
            <p:nvPr/>
          </p:nvSpPr>
          <p:spPr>
            <a:xfrm>
              <a:off x="15856670" y="3413231"/>
              <a:ext cx="53479" cy="20317"/>
            </a:xfrm>
            <a:custGeom>
              <a:avLst/>
              <a:gdLst/>
              <a:ahLst/>
              <a:cxnLst/>
              <a:rect l="0" t="0" r="0" b="0"/>
              <a:pathLst>
                <a:path w="53479" h="20317">
                  <a:moveTo>
                    <a:pt x="53479" y="0"/>
                  </a:moveTo>
                  <a:lnTo>
                    <a:pt x="0" y="20317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0" name="Output_receptor__6069">
              <a:extLst>
                <a:ext uri="{FF2B5EF4-FFF2-40B4-BE49-F238E27FC236}">
                  <a16:creationId xmlns:a16="http://schemas.microsoft.com/office/drawing/2014/main" id="{7D41962B-EDD4-73BA-BAB3-E48CB9E8225C}"/>
                </a:ext>
              </a:extLst>
            </p:cNvPr>
            <p:cNvSpPr>
              <a:spLocks noGrp="1"/>
            </p:cNvSpPr>
            <p:nvPr/>
          </p:nvSpPr>
          <p:spPr>
            <a:xfrm>
              <a:off x="15136609" y="2989444"/>
              <a:ext cx="11266" cy="68995"/>
            </a:xfrm>
            <a:custGeom>
              <a:avLst/>
              <a:gdLst/>
              <a:ahLst/>
              <a:cxnLst/>
              <a:rect l="0" t="0" r="0" b="0"/>
              <a:pathLst>
                <a:path w="11266" h="68995">
                  <a:moveTo>
                    <a:pt x="11266" y="0"/>
                  </a:moveTo>
                  <a:lnTo>
                    <a:pt x="0" y="68995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1" name="Output_receptor__6070">
              <a:extLst>
                <a:ext uri="{FF2B5EF4-FFF2-40B4-BE49-F238E27FC236}">
                  <a16:creationId xmlns:a16="http://schemas.microsoft.com/office/drawing/2014/main" id="{308AE657-2EC7-040D-D1ED-1581E71D2716}"/>
                </a:ext>
              </a:extLst>
            </p:cNvPr>
            <p:cNvSpPr>
              <a:spLocks noGrp="1"/>
            </p:cNvSpPr>
            <p:nvPr/>
          </p:nvSpPr>
          <p:spPr>
            <a:xfrm>
              <a:off x="15917682" y="2965732"/>
              <a:ext cx="37840" cy="48613"/>
            </a:xfrm>
            <a:custGeom>
              <a:avLst/>
              <a:gdLst/>
              <a:ahLst/>
              <a:cxnLst/>
              <a:rect l="0" t="0" r="0" b="0"/>
              <a:pathLst>
                <a:path w="37840" h="48613">
                  <a:moveTo>
                    <a:pt x="0" y="0"/>
                  </a:moveTo>
                  <a:lnTo>
                    <a:pt x="37840" y="48613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2" name="Output_receptor__6071">
              <a:extLst>
                <a:ext uri="{FF2B5EF4-FFF2-40B4-BE49-F238E27FC236}">
                  <a16:creationId xmlns:a16="http://schemas.microsoft.com/office/drawing/2014/main" id="{7D59C917-43B2-EEF4-26EC-867BA9B3203B}"/>
                </a:ext>
              </a:extLst>
            </p:cNvPr>
            <p:cNvSpPr>
              <a:spLocks noGrp="1"/>
            </p:cNvSpPr>
            <p:nvPr/>
          </p:nvSpPr>
          <p:spPr>
            <a:xfrm>
              <a:off x="15243700" y="3004168"/>
              <a:ext cx="71484" cy="11643"/>
            </a:xfrm>
            <a:custGeom>
              <a:avLst/>
              <a:gdLst/>
              <a:ahLst/>
              <a:cxnLst/>
              <a:rect l="0" t="0" r="0" b="0"/>
              <a:pathLst>
                <a:path w="71484" h="11643">
                  <a:moveTo>
                    <a:pt x="71484" y="116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3" name="Output_receptor__6072">
              <a:extLst>
                <a:ext uri="{FF2B5EF4-FFF2-40B4-BE49-F238E27FC236}">
                  <a16:creationId xmlns:a16="http://schemas.microsoft.com/office/drawing/2014/main" id="{7F608D6B-E395-78C8-E492-201230E361DD}"/>
                </a:ext>
              </a:extLst>
            </p:cNvPr>
            <p:cNvSpPr>
              <a:spLocks noGrp="1"/>
            </p:cNvSpPr>
            <p:nvPr/>
          </p:nvSpPr>
          <p:spPr>
            <a:xfrm>
              <a:off x="15702625" y="3083573"/>
              <a:ext cx="48974" cy="53062"/>
            </a:xfrm>
            <a:custGeom>
              <a:avLst/>
              <a:gdLst/>
              <a:ahLst/>
              <a:cxnLst/>
              <a:rect l="0" t="0" r="0" b="0"/>
              <a:pathLst>
                <a:path w="48974" h="53062">
                  <a:moveTo>
                    <a:pt x="0" y="53062"/>
                  </a:moveTo>
                  <a:lnTo>
                    <a:pt x="48974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4" name="Output_receptor__6073">
              <a:extLst>
                <a:ext uri="{FF2B5EF4-FFF2-40B4-BE49-F238E27FC236}">
                  <a16:creationId xmlns:a16="http://schemas.microsoft.com/office/drawing/2014/main" id="{2F72BF62-FC00-CF82-3583-B500FDC8E28D}"/>
                </a:ext>
              </a:extLst>
            </p:cNvPr>
            <p:cNvSpPr>
              <a:spLocks noGrp="1"/>
            </p:cNvSpPr>
            <p:nvPr/>
          </p:nvSpPr>
          <p:spPr>
            <a:xfrm>
              <a:off x="15118894" y="3277747"/>
              <a:ext cx="71278" cy="12549"/>
            </a:xfrm>
            <a:custGeom>
              <a:avLst/>
              <a:gdLst/>
              <a:ahLst/>
              <a:cxnLst/>
              <a:rect l="0" t="0" r="0" b="0"/>
              <a:pathLst>
                <a:path w="71278" h="12549">
                  <a:moveTo>
                    <a:pt x="0" y="12549"/>
                  </a:moveTo>
                  <a:lnTo>
                    <a:pt x="71278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5" name="Output_receptor__6074">
              <a:extLst>
                <a:ext uri="{FF2B5EF4-FFF2-40B4-BE49-F238E27FC236}">
                  <a16:creationId xmlns:a16="http://schemas.microsoft.com/office/drawing/2014/main" id="{DC09E384-A3F2-26A7-7FE7-D121CECD3868}"/>
                </a:ext>
              </a:extLst>
            </p:cNvPr>
            <p:cNvSpPr>
              <a:spLocks noGrp="1"/>
            </p:cNvSpPr>
            <p:nvPr/>
          </p:nvSpPr>
          <p:spPr>
            <a:xfrm>
              <a:off x="15048786" y="2994221"/>
              <a:ext cx="9750" cy="56887"/>
            </a:xfrm>
            <a:custGeom>
              <a:avLst/>
              <a:gdLst/>
              <a:ahLst/>
              <a:cxnLst/>
              <a:rect l="0" t="0" r="0" b="0"/>
              <a:pathLst>
                <a:path w="9750" h="56887">
                  <a:moveTo>
                    <a:pt x="9750" y="0"/>
                  </a:moveTo>
                  <a:lnTo>
                    <a:pt x="0" y="56887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6" name="Output_receptor__6075">
              <a:extLst>
                <a:ext uri="{FF2B5EF4-FFF2-40B4-BE49-F238E27FC236}">
                  <a16:creationId xmlns:a16="http://schemas.microsoft.com/office/drawing/2014/main" id="{3910F2EC-A21C-6CF0-0ECE-10783800FDE2}"/>
                </a:ext>
              </a:extLst>
            </p:cNvPr>
            <p:cNvSpPr>
              <a:spLocks noGrp="1"/>
            </p:cNvSpPr>
            <p:nvPr/>
          </p:nvSpPr>
          <p:spPr>
            <a:xfrm>
              <a:off x="15856389" y="2965732"/>
              <a:ext cx="61293" cy="23729"/>
            </a:xfrm>
            <a:custGeom>
              <a:avLst/>
              <a:gdLst/>
              <a:ahLst/>
              <a:cxnLst/>
              <a:rect l="0" t="0" r="0" b="0"/>
              <a:pathLst>
                <a:path w="61293" h="23729">
                  <a:moveTo>
                    <a:pt x="0" y="23729"/>
                  </a:moveTo>
                  <a:lnTo>
                    <a:pt x="61293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7" name="Output_receptor__6076">
              <a:extLst>
                <a:ext uri="{FF2B5EF4-FFF2-40B4-BE49-F238E27FC236}">
                  <a16:creationId xmlns:a16="http://schemas.microsoft.com/office/drawing/2014/main" id="{188D7116-EDBE-893A-26E8-5AFCAEB5BCD8}"/>
                </a:ext>
              </a:extLst>
            </p:cNvPr>
            <p:cNvSpPr>
              <a:spLocks noGrp="1"/>
            </p:cNvSpPr>
            <p:nvPr/>
          </p:nvSpPr>
          <p:spPr>
            <a:xfrm>
              <a:off x="15253261" y="3084061"/>
              <a:ext cx="57531" cy="12215"/>
            </a:xfrm>
            <a:custGeom>
              <a:avLst/>
              <a:gdLst/>
              <a:ahLst/>
              <a:cxnLst/>
              <a:rect l="0" t="0" r="0" b="0"/>
              <a:pathLst>
                <a:path w="57531" h="12215">
                  <a:moveTo>
                    <a:pt x="0" y="12215"/>
                  </a:moveTo>
                  <a:lnTo>
                    <a:pt x="57531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78" name="Output_receptor__6077">
              <a:extLst>
                <a:ext uri="{FF2B5EF4-FFF2-40B4-BE49-F238E27FC236}">
                  <a16:creationId xmlns:a16="http://schemas.microsoft.com/office/drawing/2014/main" id="{6F302ECD-1970-2B0E-1DA9-2920EDE52060}"/>
                </a:ext>
              </a:extLst>
            </p:cNvPr>
            <p:cNvSpPr>
              <a:spLocks noGrp="1"/>
            </p:cNvSpPr>
            <p:nvPr/>
          </p:nvSpPr>
          <p:spPr>
            <a:xfrm>
              <a:off x="15032114" y="3051108"/>
              <a:ext cx="16672" cy="38582"/>
            </a:xfrm>
            <a:custGeom>
              <a:avLst/>
              <a:gdLst/>
              <a:ahLst/>
              <a:cxnLst/>
              <a:rect l="0" t="0" r="0" b="0"/>
              <a:pathLst>
                <a:path w="16672" h="38582">
                  <a:moveTo>
                    <a:pt x="16672" y="0"/>
                  </a:moveTo>
                  <a:lnTo>
                    <a:pt x="0" y="38582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79" name="Output_receptor__6078">
              <a:extLst>
                <a:ext uri="{FF2B5EF4-FFF2-40B4-BE49-F238E27FC236}">
                  <a16:creationId xmlns:a16="http://schemas.microsoft.com/office/drawing/2014/main" id="{4CA0D631-715A-805F-B85A-7EA9C47C32C2}"/>
                </a:ext>
              </a:extLst>
            </p:cNvPr>
            <p:cNvSpPr>
              <a:spLocks noGrp="1"/>
            </p:cNvSpPr>
            <p:nvPr/>
          </p:nvSpPr>
          <p:spPr>
            <a:xfrm>
              <a:off x="15681385" y="2985694"/>
              <a:ext cx="1397" cy="39323"/>
            </a:xfrm>
            <a:custGeom>
              <a:avLst/>
              <a:gdLst/>
              <a:ahLst/>
              <a:cxnLst/>
              <a:rect l="0" t="0" r="0" b="0"/>
              <a:pathLst>
                <a:path w="1397" h="39323">
                  <a:moveTo>
                    <a:pt x="0" y="39323"/>
                  </a:moveTo>
                  <a:lnTo>
                    <a:pt x="1397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0" name="Output_receptor__6079">
              <a:extLst>
                <a:ext uri="{FF2B5EF4-FFF2-40B4-BE49-F238E27FC236}">
                  <a16:creationId xmlns:a16="http://schemas.microsoft.com/office/drawing/2014/main" id="{5E43C2CC-29B3-42A1-501F-008FA71987F3}"/>
                </a:ext>
              </a:extLst>
            </p:cNvPr>
            <p:cNvSpPr>
              <a:spLocks noGrp="1"/>
            </p:cNvSpPr>
            <p:nvPr/>
          </p:nvSpPr>
          <p:spPr>
            <a:xfrm>
              <a:off x="15310791" y="3015811"/>
              <a:ext cx="4393" cy="68250"/>
            </a:xfrm>
            <a:custGeom>
              <a:avLst/>
              <a:gdLst/>
              <a:ahLst/>
              <a:cxnLst/>
              <a:rect l="0" t="0" r="0" b="0"/>
              <a:pathLst>
                <a:path w="4393" h="68250">
                  <a:moveTo>
                    <a:pt x="0" y="68250"/>
                  </a:moveTo>
                  <a:lnTo>
                    <a:pt x="4393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1" name="Output_receptor__6080">
              <a:extLst>
                <a:ext uri="{FF2B5EF4-FFF2-40B4-BE49-F238E27FC236}">
                  <a16:creationId xmlns:a16="http://schemas.microsoft.com/office/drawing/2014/main" id="{DD2F3B75-E07A-595F-D14C-49DF5D46D697}"/>
                </a:ext>
              </a:extLst>
            </p:cNvPr>
            <p:cNvSpPr>
              <a:spLocks noGrp="1"/>
            </p:cNvSpPr>
            <p:nvPr/>
          </p:nvSpPr>
          <p:spPr>
            <a:xfrm>
              <a:off x="15097903" y="3226931"/>
              <a:ext cx="20991" cy="63365"/>
            </a:xfrm>
            <a:custGeom>
              <a:avLst/>
              <a:gdLst/>
              <a:ahLst/>
              <a:cxnLst/>
              <a:rect l="0" t="0" r="0" b="0"/>
              <a:pathLst>
                <a:path w="20991" h="63365">
                  <a:moveTo>
                    <a:pt x="0" y="0"/>
                  </a:moveTo>
                  <a:lnTo>
                    <a:pt x="20991" y="63365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2" name="Output_receptor__6081">
              <a:extLst>
                <a:ext uri="{FF2B5EF4-FFF2-40B4-BE49-F238E27FC236}">
                  <a16:creationId xmlns:a16="http://schemas.microsoft.com/office/drawing/2014/main" id="{DF9D00F7-9950-2790-0AA4-4597A50F2091}"/>
                </a:ext>
              </a:extLst>
            </p:cNvPr>
            <p:cNvSpPr>
              <a:spLocks noGrp="1"/>
            </p:cNvSpPr>
            <p:nvPr/>
          </p:nvSpPr>
          <p:spPr>
            <a:xfrm>
              <a:off x="15927048" y="3218592"/>
              <a:ext cx="5769" cy="36331"/>
            </a:xfrm>
            <a:custGeom>
              <a:avLst/>
              <a:gdLst/>
              <a:ahLst/>
              <a:cxnLst/>
              <a:rect l="0" t="0" r="0" b="0"/>
              <a:pathLst>
                <a:path w="5769" h="36331">
                  <a:moveTo>
                    <a:pt x="0" y="0"/>
                  </a:moveTo>
                  <a:lnTo>
                    <a:pt x="5769" y="36331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3" name="Output_receptor__6082">
              <a:extLst>
                <a:ext uri="{FF2B5EF4-FFF2-40B4-BE49-F238E27FC236}">
                  <a16:creationId xmlns:a16="http://schemas.microsoft.com/office/drawing/2014/main" id="{F1442EBA-60CE-502C-18A0-E2A8EF52DD0A}"/>
                </a:ext>
              </a:extLst>
            </p:cNvPr>
            <p:cNvSpPr>
              <a:spLocks noGrp="1"/>
            </p:cNvSpPr>
            <p:nvPr/>
          </p:nvSpPr>
          <p:spPr>
            <a:xfrm>
              <a:off x="15654054" y="3113642"/>
              <a:ext cx="48571" cy="22994"/>
            </a:xfrm>
            <a:custGeom>
              <a:avLst/>
              <a:gdLst/>
              <a:ahLst/>
              <a:cxnLst/>
              <a:rect l="0" t="0" r="0" b="0"/>
              <a:pathLst>
                <a:path w="48571" h="22994">
                  <a:moveTo>
                    <a:pt x="0" y="0"/>
                  </a:moveTo>
                  <a:lnTo>
                    <a:pt x="48571" y="22994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4" name="Output_receptor__6083">
              <a:extLst>
                <a:ext uri="{FF2B5EF4-FFF2-40B4-BE49-F238E27FC236}">
                  <a16:creationId xmlns:a16="http://schemas.microsoft.com/office/drawing/2014/main" id="{4A10BE2F-B677-E482-4BE3-43F207F09F08}"/>
                </a:ext>
              </a:extLst>
            </p:cNvPr>
            <p:cNvSpPr>
              <a:spLocks noGrp="1"/>
            </p:cNvSpPr>
            <p:nvPr/>
          </p:nvSpPr>
          <p:spPr>
            <a:xfrm>
              <a:off x="14953498" y="3037437"/>
              <a:ext cx="29540" cy="1927"/>
            </a:xfrm>
            <a:custGeom>
              <a:avLst/>
              <a:gdLst/>
              <a:ahLst/>
              <a:cxnLst/>
              <a:rect l="0" t="0" r="0" b="0"/>
              <a:pathLst>
                <a:path w="29540" h="1927">
                  <a:moveTo>
                    <a:pt x="29540" y="192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5" name="Output_receptor__6084">
              <a:extLst>
                <a:ext uri="{FF2B5EF4-FFF2-40B4-BE49-F238E27FC236}">
                  <a16:creationId xmlns:a16="http://schemas.microsoft.com/office/drawing/2014/main" id="{7558FA61-071C-46E7-99DD-3352225C7EC8}"/>
                </a:ext>
              </a:extLst>
            </p:cNvPr>
            <p:cNvSpPr>
              <a:spLocks noGrp="1"/>
            </p:cNvSpPr>
            <p:nvPr/>
          </p:nvSpPr>
          <p:spPr>
            <a:xfrm>
              <a:off x="15682782" y="2925945"/>
              <a:ext cx="8831" cy="59748"/>
            </a:xfrm>
            <a:custGeom>
              <a:avLst/>
              <a:gdLst/>
              <a:ahLst/>
              <a:cxnLst/>
              <a:rect l="0" t="0" r="0" b="0"/>
              <a:pathLst>
                <a:path w="8831" h="59748">
                  <a:moveTo>
                    <a:pt x="0" y="59748"/>
                  </a:moveTo>
                  <a:lnTo>
                    <a:pt x="8831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6" name="Output_receptor__6085">
              <a:extLst>
                <a:ext uri="{FF2B5EF4-FFF2-40B4-BE49-F238E27FC236}">
                  <a16:creationId xmlns:a16="http://schemas.microsoft.com/office/drawing/2014/main" id="{C1C5E51B-FA79-6596-5456-3538C0321196}"/>
                </a:ext>
              </a:extLst>
            </p:cNvPr>
            <p:cNvSpPr>
              <a:spLocks noGrp="1"/>
            </p:cNvSpPr>
            <p:nvPr/>
          </p:nvSpPr>
          <p:spPr>
            <a:xfrm>
              <a:off x="15147875" y="2971048"/>
              <a:ext cx="18744" cy="18396"/>
            </a:xfrm>
            <a:custGeom>
              <a:avLst/>
              <a:gdLst/>
              <a:ahLst/>
              <a:cxnLst/>
              <a:rect l="0" t="0" r="0" b="0"/>
              <a:pathLst>
                <a:path w="18744" h="18396">
                  <a:moveTo>
                    <a:pt x="18744" y="0"/>
                  </a:moveTo>
                  <a:lnTo>
                    <a:pt x="0" y="18396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7" name="Output_receptor__6086">
              <a:extLst>
                <a:ext uri="{FF2B5EF4-FFF2-40B4-BE49-F238E27FC236}">
                  <a16:creationId xmlns:a16="http://schemas.microsoft.com/office/drawing/2014/main" id="{D03D8EF6-4919-B751-D623-9CC64D2880C2}"/>
                </a:ext>
              </a:extLst>
            </p:cNvPr>
            <p:cNvSpPr>
              <a:spLocks noGrp="1"/>
            </p:cNvSpPr>
            <p:nvPr/>
          </p:nvSpPr>
          <p:spPr>
            <a:xfrm>
              <a:off x="14987672" y="3165224"/>
              <a:ext cx="39255" cy="56105"/>
            </a:xfrm>
            <a:custGeom>
              <a:avLst/>
              <a:gdLst/>
              <a:ahLst/>
              <a:cxnLst/>
              <a:rect l="0" t="0" r="0" b="0"/>
              <a:pathLst>
                <a:path w="39255" h="56105">
                  <a:moveTo>
                    <a:pt x="0" y="0"/>
                  </a:moveTo>
                  <a:lnTo>
                    <a:pt x="39255" y="56105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88" name="Output_receptor__6087">
              <a:extLst>
                <a:ext uri="{FF2B5EF4-FFF2-40B4-BE49-F238E27FC236}">
                  <a16:creationId xmlns:a16="http://schemas.microsoft.com/office/drawing/2014/main" id="{C18D9330-B4A5-20D3-EACB-2809A9E1AB7C}"/>
                </a:ext>
              </a:extLst>
            </p:cNvPr>
            <p:cNvSpPr>
              <a:spLocks noGrp="1"/>
            </p:cNvSpPr>
            <p:nvPr/>
          </p:nvSpPr>
          <p:spPr>
            <a:xfrm>
              <a:off x="15190172" y="3277747"/>
              <a:ext cx="34648" cy="32310"/>
            </a:xfrm>
            <a:custGeom>
              <a:avLst/>
              <a:gdLst/>
              <a:ahLst/>
              <a:cxnLst/>
              <a:rect l="0" t="0" r="0" b="0"/>
              <a:pathLst>
                <a:path w="34648" h="32310">
                  <a:moveTo>
                    <a:pt x="0" y="0"/>
                  </a:moveTo>
                  <a:lnTo>
                    <a:pt x="34648" y="3231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89" name="Output_receptor__6088">
              <a:extLst>
                <a:ext uri="{FF2B5EF4-FFF2-40B4-BE49-F238E27FC236}">
                  <a16:creationId xmlns:a16="http://schemas.microsoft.com/office/drawing/2014/main" id="{2F180125-8CFB-B8BC-645C-A2110DA61FD2}"/>
                </a:ext>
              </a:extLst>
            </p:cNvPr>
            <p:cNvSpPr>
              <a:spLocks noGrp="1"/>
            </p:cNvSpPr>
            <p:nvPr/>
          </p:nvSpPr>
          <p:spPr>
            <a:xfrm>
              <a:off x="15213456" y="3004168"/>
              <a:ext cx="30244" cy="21816"/>
            </a:xfrm>
            <a:custGeom>
              <a:avLst/>
              <a:gdLst/>
              <a:ahLst/>
              <a:cxnLst/>
              <a:rect l="0" t="0" r="0" b="0"/>
              <a:pathLst>
                <a:path w="30244" h="21816">
                  <a:moveTo>
                    <a:pt x="30244" y="0"/>
                  </a:moveTo>
                  <a:lnTo>
                    <a:pt x="0" y="21816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0" name="Output_receptor__6089">
              <a:extLst>
                <a:ext uri="{FF2B5EF4-FFF2-40B4-BE49-F238E27FC236}">
                  <a16:creationId xmlns:a16="http://schemas.microsoft.com/office/drawing/2014/main" id="{21D8B440-8BAE-6FE6-E209-00FDEA281EC3}"/>
                </a:ext>
              </a:extLst>
            </p:cNvPr>
            <p:cNvSpPr>
              <a:spLocks noGrp="1"/>
            </p:cNvSpPr>
            <p:nvPr/>
          </p:nvSpPr>
          <p:spPr>
            <a:xfrm>
              <a:off x="15026927" y="3221329"/>
              <a:ext cx="70976" cy="5602"/>
            </a:xfrm>
            <a:custGeom>
              <a:avLst/>
              <a:gdLst/>
              <a:ahLst/>
              <a:cxnLst/>
              <a:rect l="0" t="0" r="0" b="0"/>
              <a:pathLst>
                <a:path w="70976" h="5602">
                  <a:moveTo>
                    <a:pt x="0" y="0"/>
                  </a:moveTo>
                  <a:lnTo>
                    <a:pt x="70976" y="5602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91" name="Output_receptor__6090">
              <a:extLst>
                <a:ext uri="{FF2B5EF4-FFF2-40B4-BE49-F238E27FC236}">
                  <a16:creationId xmlns:a16="http://schemas.microsoft.com/office/drawing/2014/main" id="{2491AEEA-E283-7AD7-90F1-605E5BD06E4E}"/>
                </a:ext>
              </a:extLst>
            </p:cNvPr>
            <p:cNvSpPr>
              <a:spLocks noGrp="1"/>
            </p:cNvSpPr>
            <p:nvPr/>
          </p:nvSpPr>
          <p:spPr>
            <a:xfrm>
              <a:off x="15751599" y="3064764"/>
              <a:ext cx="36349" cy="18810"/>
            </a:xfrm>
            <a:custGeom>
              <a:avLst/>
              <a:gdLst/>
              <a:ahLst/>
              <a:cxnLst/>
              <a:rect l="0" t="0" r="0" b="0"/>
              <a:pathLst>
                <a:path w="36349" h="18810">
                  <a:moveTo>
                    <a:pt x="0" y="18810"/>
                  </a:moveTo>
                  <a:lnTo>
                    <a:pt x="36349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2" name="Output_receptor__6091">
              <a:extLst>
                <a:ext uri="{FF2B5EF4-FFF2-40B4-BE49-F238E27FC236}">
                  <a16:creationId xmlns:a16="http://schemas.microsoft.com/office/drawing/2014/main" id="{7B554472-9D74-13F3-52B1-B3ABAC5E2F7D}"/>
                </a:ext>
              </a:extLst>
            </p:cNvPr>
            <p:cNvSpPr>
              <a:spLocks noGrp="1"/>
            </p:cNvSpPr>
            <p:nvPr/>
          </p:nvSpPr>
          <p:spPr>
            <a:xfrm>
              <a:off x="15100070" y="3035764"/>
              <a:ext cx="36539" cy="22674"/>
            </a:xfrm>
            <a:custGeom>
              <a:avLst/>
              <a:gdLst/>
              <a:ahLst/>
              <a:cxnLst/>
              <a:rect l="0" t="0" r="0" b="0"/>
              <a:pathLst>
                <a:path w="36539" h="22674">
                  <a:moveTo>
                    <a:pt x="36539" y="22674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3" name="Output_receptor__6092">
              <a:extLst>
                <a:ext uri="{FF2B5EF4-FFF2-40B4-BE49-F238E27FC236}">
                  <a16:creationId xmlns:a16="http://schemas.microsoft.com/office/drawing/2014/main" id="{0572A1F3-8DF4-E09F-9423-B0AA5CE9E6F8}"/>
                </a:ext>
              </a:extLst>
            </p:cNvPr>
            <p:cNvSpPr>
              <a:spLocks noGrp="1"/>
            </p:cNvSpPr>
            <p:nvPr/>
          </p:nvSpPr>
          <p:spPr>
            <a:xfrm>
              <a:off x="15873933" y="3040950"/>
              <a:ext cx="17214" cy="17150"/>
            </a:xfrm>
            <a:custGeom>
              <a:avLst/>
              <a:gdLst/>
              <a:ahLst/>
              <a:cxnLst/>
              <a:rect l="0" t="0" r="0" b="0"/>
              <a:pathLst>
                <a:path w="17214" h="17150">
                  <a:moveTo>
                    <a:pt x="17214" y="0"/>
                  </a:moveTo>
                  <a:lnTo>
                    <a:pt x="0" y="17150"/>
                  </a:lnTo>
                </a:path>
              </a:pathLst>
            </a:custGeom>
            <a:noFill/>
            <a:ln w="20003">
              <a:solidFill>
                <a:srgbClr val="F0F2F4"/>
              </a:solidFill>
            </a:ln>
          </p:spPr>
        </p:sp>
        <p:sp>
          <p:nvSpPr>
            <p:cNvPr id="6094" name="Output_receptor__6093">
              <a:extLst>
                <a:ext uri="{FF2B5EF4-FFF2-40B4-BE49-F238E27FC236}">
                  <a16:creationId xmlns:a16="http://schemas.microsoft.com/office/drawing/2014/main" id="{C57D49CC-3553-9B46-DE79-8905D9BB620A}"/>
                </a:ext>
              </a:extLst>
            </p:cNvPr>
            <p:cNvSpPr>
              <a:spLocks noGrp="1"/>
            </p:cNvSpPr>
            <p:nvPr/>
          </p:nvSpPr>
          <p:spPr>
            <a:xfrm>
              <a:off x="15593127" y="3113642"/>
              <a:ext cx="60927" cy="36559"/>
            </a:xfrm>
            <a:custGeom>
              <a:avLst/>
              <a:gdLst/>
              <a:ahLst/>
              <a:cxnLst/>
              <a:rect l="0" t="0" r="0" b="0"/>
              <a:pathLst>
                <a:path w="60927" h="36559">
                  <a:moveTo>
                    <a:pt x="0" y="36559"/>
                  </a:moveTo>
                  <a:lnTo>
                    <a:pt x="60927" y="0"/>
                  </a:lnTo>
                </a:path>
              </a:pathLst>
            </a:custGeom>
            <a:noFill/>
            <a:ln w="8096">
              <a:solidFill>
                <a:srgbClr val="F0F2F4"/>
              </a:solidFill>
            </a:ln>
          </p:spPr>
        </p:sp>
        <p:sp>
          <p:nvSpPr>
            <p:cNvPr id="6095" name="Output_receptor__6094">
              <a:extLst>
                <a:ext uri="{FF2B5EF4-FFF2-40B4-BE49-F238E27FC236}">
                  <a16:creationId xmlns:a16="http://schemas.microsoft.com/office/drawing/2014/main" id="{CD3BF9E9-3E6B-7AC4-CD6E-AB41067B983F}"/>
                </a:ext>
              </a:extLst>
            </p:cNvPr>
            <p:cNvSpPr>
              <a:spLocks noGrp="1"/>
            </p:cNvSpPr>
            <p:nvPr/>
          </p:nvSpPr>
          <p:spPr>
            <a:xfrm>
              <a:off x="15058537" y="2994221"/>
              <a:ext cx="41534" cy="41543"/>
            </a:xfrm>
            <a:custGeom>
              <a:avLst/>
              <a:gdLst/>
              <a:ahLst/>
              <a:cxnLst/>
              <a:rect l="0" t="0" r="0" b="0"/>
              <a:pathLst>
                <a:path w="41534" h="41543">
                  <a:moveTo>
                    <a:pt x="41534" y="41543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6" name="Output_receptor__6095">
              <a:extLst>
                <a:ext uri="{FF2B5EF4-FFF2-40B4-BE49-F238E27FC236}">
                  <a16:creationId xmlns:a16="http://schemas.microsoft.com/office/drawing/2014/main" id="{901D3855-A028-1DC7-89BF-4A4E9748743D}"/>
                </a:ext>
              </a:extLst>
            </p:cNvPr>
            <p:cNvSpPr>
              <a:spLocks noGrp="1"/>
            </p:cNvSpPr>
            <p:nvPr/>
          </p:nvSpPr>
          <p:spPr>
            <a:xfrm>
              <a:off x="15857232" y="3236438"/>
              <a:ext cx="10639" cy="69661"/>
            </a:xfrm>
            <a:custGeom>
              <a:avLst/>
              <a:gdLst/>
              <a:ahLst/>
              <a:cxnLst/>
              <a:rect l="0" t="0" r="0" b="0"/>
              <a:pathLst>
                <a:path w="10639" h="69661">
                  <a:moveTo>
                    <a:pt x="10639" y="69661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7" name="Output_receptor__6096">
              <a:extLst>
                <a:ext uri="{FF2B5EF4-FFF2-40B4-BE49-F238E27FC236}">
                  <a16:creationId xmlns:a16="http://schemas.microsoft.com/office/drawing/2014/main" id="{0C4B2ADF-A40E-CCCC-98B3-77D31DE282AB}"/>
                </a:ext>
              </a:extLst>
            </p:cNvPr>
            <p:cNvSpPr>
              <a:spLocks noGrp="1"/>
            </p:cNvSpPr>
            <p:nvPr/>
          </p:nvSpPr>
          <p:spPr>
            <a:xfrm>
              <a:off x="14983039" y="3039365"/>
              <a:ext cx="49076" cy="50325"/>
            </a:xfrm>
            <a:custGeom>
              <a:avLst/>
              <a:gdLst/>
              <a:ahLst/>
              <a:cxnLst/>
              <a:rect l="0" t="0" r="0" b="0"/>
              <a:pathLst>
                <a:path w="49076" h="50325">
                  <a:moveTo>
                    <a:pt x="49076" y="5032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8" name="Output_receptor__6097">
              <a:extLst>
                <a:ext uri="{FF2B5EF4-FFF2-40B4-BE49-F238E27FC236}">
                  <a16:creationId xmlns:a16="http://schemas.microsoft.com/office/drawing/2014/main" id="{FC30DF57-BD1F-64FA-66C0-D65D944CB6AE}"/>
                </a:ext>
              </a:extLst>
            </p:cNvPr>
            <p:cNvSpPr>
              <a:spLocks noGrp="1"/>
            </p:cNvSpPr>
            <p:nvPr/>
          </p:nvSpPr>
          <p:spPr>
            <a:xfrm>
              <a:off x="15857232" y="3218592"/>
              <a:ext cx="69817" cy="17845"/>
            </a:xfrm>
            <a:custGeom>
              <a:avLst/>
              <a:gdLst/>
              <a:ahLst/>
              <a:cxnLst/>
              <a:rect l="0" t="0" r="0" b="0"/>
              <a:pathLst>
                <a:path w="69817" h="17845">
                  <a:moveTo>
                    <a:pt x="0" y="17845"/>
                  </a:moveTo>
                  <a:lnTo>
                    <a:pt x="69817" y="0"/>
                  </a:lnTo>
                </a:path>
              </a:pathLst>
            </a:custGeom>
            <a:noFill/>
            <a:ln w="20003">
              <a:solidFill>
                <a:srgbClr val="F0F3F4"/>
              </a:solidFill>
            </a:ln>
          </p:spPr>
        </p:sp>
        <p:sp>
          <p:nvSpPr>
            <p:cNvPr id="6099" name="Output_receptor__6098">
              <a:extLst>
                <a:ext uri="{FF2B5EF4-FFF2-40B4-BE49-F238E27FC236}">
                  <a16:creationId xmlns:a16="http://schemas.microsoft.com/office/drawing/2014/main" id="{FDA655DB-63A2-636C-C2B2-7DD7E0DA0C65}"/>
                </a:ext>
              </a:extLst>
            </p:cNvPr>
            <p:cNvSpPr>
              <a:spLocks noGrp="1"/>
            </p:cNvSpPr>
            <p:nvPr/>
          </p:nvSpPr>
          <p:spPr>
            <a:xfrm>
              <a:off x="15166619" y="2971048"/>
              <a:ext cx="46837" cy="54937"/>
            </a:xfrm>
            <a:custGeom>
              <a:avLst/>
              <a:gdLst/>
              <a:ahLst/>
              <a:cxnLst/>
              <a:rect l="0" t="0" r="0" b="0"/>
              <a:pathLst>
                <a:path w="46837" h="54937">
                  <a:moveTo>
                    <a:pt x="46837" y="54937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0" name="Output_receptor__6099">
              <a:extLst>
                <a:ext uri="{FF2B5EF4-FFF2-40B4-BE49-F238E27FC236}">
                  <a16:creationId xmlns:a16="http://schemas.microsoft.com/office/drawing/2014/main" id="{EA036C86-7EBE-3401-4BCB-77CDA439C1ED}"/>
                </a:ext>
              </a:extLst>
            </p:cNvPr>
            <p:cNvSpPr>
              <a:spLocks noGrp="1"/>
            </p:cNvSpPr>
            <p:nvPr/>
          </p:nvSpPr>
          <p:spPr>
            <a:xfrm>
              <a:off x="15224820" y="3262506"/>
              <a:ext cx="53445" cy="47551"/>
            </a:xfrm>
            <a:custGeom>
              <a:avLst/>
              <a:gdLst/>
              <a:ahLst/>
              <a:cxnLst/>
              <a:rect l="0" t="0" r="0" b="0"/>
              <a:pathLst>
                <a:path w="53445" h="47551">
                  <a:moveTo>
                    <a:pt x="0" y="47551"/>
                  </a:moveTo>
                  <a:lnTo>
                    <a:pt x="53445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1" name="Output_receptor__6100">
              <a:extLst>
                <a:ext uri="{FF2B5EF4-FFF2-40B4-BE49-F238E27FC236}">
                  <a16:creationId xmlns:a16="http://schemas.microsoft.com/office/drawing/2014/main" id="{015D360F-DD9B-9E52-95E6-9CB951FC8445}"/>
                </a:ext>
              </a:extLst>
            </p:cNvPr>
            <p:cNvSpPr>
              <a:spLocks noGrp="1"/>
            </p:cNvSpPr>
            <p:nvPr/>
          </p:nvSpPr>
          <p:spPr>
            <a:xfrm>
              <a:off x="15867870" y="3306099"/>
              <a:ext cx="55401" cy="5735"/>
            </a:xfrm>
            <a:custGeom>
              <a:avLst/>
              <a:gdLst/>
              <a:ahLst/>
              <a:cxnLst/>
              <a:rect l="0" t="0" r="0" b="0"/>
              <a:pathLst>
                <a:path w="55401" h="5735">
                  <a:moveTo>
                    <a:pt x="55401" y="5735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2" name="Output_receptor__6101">
              <a:extLst>
                <a:ext uri="{FF2B5EF4-FFF2-40B4-BE49-F238E27FC236}">
                  <a16:creationId xmlns:a16="http://schemas.microsoft.com/office/drawing/2014/main" id="{3A34AB6B-BBC0-B75C-3F87-27181D1119C4}"/>
                </a:ext>
              </a:extLst>
            </p:cNvPr>
            <p:cNvSpPr>
              <a:spLocks noGrp="1"/>
            </p:cNvSpPr>
            <p:nvPr/>
          </p:nvSpPr>
          <p:spPr>
            <a:xfrm>
              <a:off x="15231306" y="3207730"/>
              <a:ext cx="46959" cy="54776"/>
            </a:xfrm>
            <a:custGeom>
              <a:avLst/>
              <a:gdLst/>
              <a:ahLst/>
              <a:cxnLst/>
              <a:rect l="0" t="0" r="0" b="0"/>
              <a:pathLst>
                <a:path w="46959" h="54776">
                  <a:moveTo>
                    <a:pt x="46959" y="54776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3" name="Output_receptor__6102">
              <a:extLst>
                <a:ext uri="{FF2B5EF4-FFF2-40B4-BE49-F238E27FC236}">
                  <a16:creationId xmlns:a16="http://schemas.microsoft.com/office/drawing/2014/main" id="{A869379A-0C42-AE5E-47BD-189D8612F9DA}"/>
                </a:ext>
              </a:extLst>
            </p:cNvPr>
            <p:cNvSpPr>
              <a:spLocks noGrp="1"/>
            </p:cNvSpPr>
            <p:nvPr/>
          </p:nvSpPr>
          <p:spPr>
            <a:xfrm>
              <a:off x="15787948" y="3006762"/>
              <a:ext cx="39839" cy="58002"/>
            </a:xfrm>
            <a:custGeom>
              <a:avLst/>
              <a:gdLst/>
              <a:ahLst/>
              <a:cxnLst/>
              <a:rect l="0" t="0" r="0" b="0"/>
              <a:pathLst>
                <a:path w="39839" h="58002">
                  <a:moveTo>
                    <a:pt x="0" y="58002"/>
                  </a:moveTo>
                  <a:lnTo>
                    <a:pt x="39839" y="0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4" name="Output_receptor__6103">
              <a:extLst>
                <a:ext uri="{FF2B5EF4-FFF2-40B4-BE49-F238E27FC236}">
                  <a16:creationId xmlns:a16="http://schemas.microsoft.com/office/drawing/2014/main" id="{BF376A8B-E5BD-632B-069A-1195F791BB01}"/>
                </a:ext>
              </a:extLst>
            </p:cNvPr>
            <p:cNvSpPr>
              <a:spLocks noGrp="1"/>
            </p:cNvSpPr>
            <p:nvPr/>
          </p:nvSpPr>
          <p:spPr>
            <a:xfrm>
              <a:off x="15827786" y="3006762"/>
              <a:ext cx="63361" cy="34188"/>
            </a:xfrm>
            <a:custGeom>
              <a:avLst/>
              <a:gdLst/>
              <a:ahLst/>
              <a:cxnLst/>
              <a:rect l="0" t="0" r="0" b="0"/>
              <a:pathLst>
                <a:path w="63361" h="34188">
                  <a:moveTo>
                    <a:pt x="0" y="0"/>
                  </a:moveTo>
                  <a:lnTo>
                    <a:pt x="63361" y="34188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5" name="Output_receptor__6104">
              <a:extLst>
                <a:ext uri="{FF2B5EF4-FFF2-40B4-BE49-F238E27FC236}">
                  <a16:creationId xmlns:a16="http://schemas.microsoft.com/office/drawing/2014/main" id="{1BCEBCAB-0492-D028-284F-9C7CC1AC4263}"/>
                </a:ext>
              </a:extLst>
            </p:cNvPr>
            <p:cNvSpPr>
              <a:spLocks noGrp="1"/>
            </p:cNvSpPr>
            <p:nvPr/>
          </p:nvSpPr>
          <p:spPr>
            <a:xfrm>
              <a:off x="15192122" y="3207730"/>
              <a:ext cx="39184" cy="30512"/>
            </a:xfrm>
            <a:custGeom>
              <a:avLst/>
              <a:gdLst/>
              <a:ahLst/>
              <a:cxnLst/>
              <a:rect l="0" t="0" r="0" b="0"/>
              <a:pathLst>
                <a:path w="39184" h="30512">
                  <a:moveTo>
                    <a:pt x="39184" y="0"/>
                  </a:moveTo>
                  <a:lnTo>
                    <a:pt x="0" y="30512"/>
                  </a:lnTo>
                </a:path>
              </a:pathLst>
            </a:custGeom>
            <a:noFill/>
            <a:ln w="20003">
              <a:solidFill>
                <a:srgbClr val="F0F3F5"/>
              </a:solidFill>
            </a:ln>
          </p:spPr>
        </p:sp>
        <p:sp>
          <p:nvSpPr>
            <p:cNvPr id="6106" name="Output_receptor__6105">
              <a:extLst>
                <a:ext uri="{FF2B5EF4-FFF2-40B4-BE49-F238E27FC236}">
                  <a16:creationId xmlns:a16="http://schemas.microsoft.com/office/drawing/2014/main" id="{C650C3E9-CC30-FBA0-52AE-0EEEF0360E2D}"/>
                </a:ext>
              </a:extLst>
            </p:cNvPr>
            <p:cNvSpPr>
              <a:spLocks noGrp="1"/>
            </p:cNvSpPr>
            <p:nvPr/>
          </p:nvSpPr>
          <p:spPr>
            <a:xfrm>
              <a:off x="15890012" y="3274863"/>
              <a:ext cx="33260" cy="36971"/>
            </a:xfrm>
            <a:custGeom>
              <a:avLst/>
              <a:gdLst/>
              <a:ahLst/>
              <a:cxnLst/>
              <a:rect l="0" t="0" r="0" b="0"/>
              <a:pathLst>
                <a:path w="33260" h="36971">
                  <a:moveTo>
                    <a:pt x="0" y="0"/>
                  </a:moveTo>
                  <a:lnTo>
                    <a:pt x="33260" y="36971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7" name="Output_receptor__6106">
              <a:extLst>
                <a:ext uri="{FF2B5EF4-FFF2-40B4-BE49-F238E27FC236}">
                  <a16:creationId xmlns:a16="http://schemas.microsoft.com/office/drawing/2014/main" id="{6BF0C364-2C7A-C63D-3CE6-179DBA8844E1}"/>
                </a:ext>
              </a:extLst>
            </p:cNvPr>
            <p:cNvSpPr>
              <a:spLocks noGrp="1"/>
            </p:cNvSpPr>
            <p:nvPr/>
          </p:nvSpPr>
          <p:spPr>
            <a:xfrm>
              <a:off x="15192122" y="3238242"/>
              <a:ext cx="61694" cy="10324"/>
            </a:xfrm>
            <a:custGeom>
              <a:avLst/>
              <a:gdLst/>
              <a:ahLst/>
              <a:cxnLst/>
              <a:rect l="0" t="0" r="0" b="0"/>
              <a:pathLst>
                <a:path w="61694" h="10324">
                  <a:moveTo>
                    <a:pt x="0" y="0"/>
                  </a:moveTo>
                  <a:lnTo>
                    <a:pt x="61694" y="10324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8" name="Output_receptor__6107">
              <a:extLst>
                <a:ext uri="{FF2B5EF4-FFF2-40B4-BE49-F238E27FC236}">
                  <a16:creationId xmlns:a16="http://schemas.microsoft.com/office/drawing/2014/main" id="{A4D02130-0496-03B9-0109-2A46407EB7E3}"/>
                </a:ext>
              </a:extLst>
            </p:cNvPr>
            <p:cNvSpPr>
              <a:spLocks noGrp="1"/>
            </p:cNvSpPr>
            <p:nvPr/>
          </p:nvSpPr>
          <p:spPr>
            <a:xfrm>
              <a:off x="15832934" y="3274863"/>
              <a:ext cx="57078" cy="43654"/>
            </a:xfrm>
            <a:custGeom>
              <a:avLst/>
              <a:gdLst/>
              <a:ahLst/>
              <a:cxnLst/>
              <a:rect l="0" t="0" r="0" b="0"/>
              <a:pathLst>
                <a:path w="57078" h="43654">
                  <a:moveTo>
                    <a:pt x="0" y="43654"/>
                  </a:moveTo>
                  <a:lnTo>
                    <a:pt x="57078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09" name="Output_receptor__6108">
              <a:extLst>
                <a:ext uri="{FF2B5EF4-FFF2-40B4-BE49-F238E27FC236}">
                  <a16:creationId xmlns:a16="http://schemas.microsoft.com/office/drawing/2014/main" id="{E22A57F1-6A12-FE8E-7B15-3397BFDD20F9}"/>
                </a:ext>
              </a:extLst>
            </p:cNvPr>
            <p:cNvSpPr>
              <a:spLocks noGrp="1"/>
            </p:cNvSpPr>
            <p:nvPr/>
          </p:nvSpPr>
          <p:spPr>
            <a:xfrm>
              <a:off x="15832934" y="3318517"/>
              <a:ext cx="43708" cy="57162"/>
            </a:xfrm>
            <a:custGeom>
              <a:avLst/>
              <a:gdLst/>
              <a:ahLst/>
              <a:cxnLst/>
              <a:rect l="0" t="0" r="0" b="0"/>
              <a:pathLst>
                <a:path w="43708" h="57162">
                  <a:moveTo>
                    <a:pt x="43708" y="57162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0" name="Output_receptor__6109">
              <a:extLst>
                <a:ext uri="{FF2B5EF4-FFF2-40B4-BE49-F238E27FC236}">
                  <a16:creationId xmlns:a16="http://schemas.microsoft.com/office/drawing/2014/main" id="{0C84F619-DF73-7079-E64D-583B57A12ABE}"/>
                </a:ext>
              </a:extLst>
            </p:cNvPr>
            <p:cNvSpPr>
              <a:spLocks noGrp="1"/>
            </p:cNvSpPr>
            <p:nvPr/>
          </p:nvSpPr>
          <p:spPr>
            <a:xfrm>
              <a:off x="15253816" y="3178772"/>
              <a:ext cx="18739" cy="69794"/>
            </a:xfrm>
            <a:custGeom>
              <a:avLst/>
              <a:gdLst/>
              <a:ahLst/>
              <a:cxnLst/>
              <a:rect l="0" t="0" r="0" b="0"/>
              <a:pathLst>
                <a:path w="18739" h="69794">
                  <a:moveTo>
                    <a:pt x="0" y="69794"/>
                  </a:moveTo>
                  <a:lnTo>
                    <a:pt x="18739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1" name="Output_receptor__6110">
              <a:extLst>
                <a:ext uri="{FF2B5EF4-FFF2-40B4-BE49-F238E27FC236}">
                  <a16:creationId xmlns:a16="http://schemas.microsoft.com/office/drawing/2014/main" id="{AC1187D9-49AC-A503-CA35-F9E1DAA2AC40}"/>
                </a:ext>
              </a:extLst>
            </p:cNvPr>
            <p:cNvSpPr>
              <a:spLocks noGrp="1"/>
            </p:cNvSpPr>
            <p:nvPr/>
          </p:nvSpPr>
          <p:spPr>
            <a:xfrm>
              <a:off x="15210194" y="3156973"/>
              <a:ext cx="62361" cy="21798"/>
            </a:xfrm>
            <a:custGeom>
              <a:avLst/>
              <a:gdLst/>
              <a:ahLst/>
              <a:cxnLst/>
              <a:rect l="0" t="0" r="0" b="0"/>
              <a:pathLst>
                <a:path w="62361" h="21798">
                  <a:moveTo>
                    <a:pt x="62361" y="21798"/>
                  </a:moveTo>
                  <a:lnTo>
                    <a:pt x="0" y="0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2" name="Output_receptor__6111">
              <a:extLst>
                <a:ext uri="{FF2B5EF4-FFF2-40B4-BE49-F238E27FC236}">
                  <a16:creationId xmlns:a16="http://schemas.microsoft.com/office/drawing/2014/main" id="{B9805A50-878D-E99B-545B-6535AD44C607}"/>
                </a:ext>
              </a:extLst>
            </p:cNvPr>
            <p:cNvSpPr>
              <a:spLocks noGrp="1"/>
            </p:cNvSpPr>
            <p:nvPr/>
          </p:nvSpPr>
          <p:spPr>
            <a:xfrm>
              <a:off x="15876642" y="3368800"/>
              <a:ext cx="18590" cy="6878"/>
            </a:xfrm>
            <a:custGeom>
              <a:avLst/>
              <a:gdLst/>
              <a:ahLst/>
              <a:cxnLst/>
              <a:rect l="0" t="0" r="0" b="0"/>
              <a:pathLst>
                <a:path w="18590" h="6878">
                  <a:moveTo>
                    <a:pt x="18590" y="0"/>
                  </a:moveTo>
                  <a:lnTo>
                    <a:pt x="0" y="6878"/>
                  </a:lnTo>
                </a:path>
              </a:pathLst>
            </a:custGeom>
            <a:noFill/>
            <a:ln w="20003">
              <a:solidFill>
                <a:srgbClr val="F1F3F5"/>
              </a:solidFill>
            </a:ln>
          </p:spPr>
        </p:sp>
        <p:sp>
          <p:nvSpPr>
            <p:cNvPr id="6113" name="Output_receptor__6112">
              <a:extLst>
                <a:ext uri="{FF2B5EF4-FFF2-40B4-BE49-F238E27FC236}">
                  <a16:creationId xmlns:a16="http://schemas.microsoft.com/office/drawing/2014/main" id="{97D5E2B0-9DBF-D3CA-B90A-2693258FEA38}"/>
                </a:ext>
              </a:extLst>
            </p:cNvPr>
            <p:cNvSpPr>
              <a:spLocks noGrp="1"/>
            </p:cNvSpPr>
            <p:nvPr/>
          </p:nvSpPr>
          <p:spPr>
            <a:xfrm>
              <a:off x="15792180" y="3342183"/>
              <a:ext cx="41467" cy="49641"/>
            </a:xfrm>
            <a:custGeom>
              <a:avLst/>
              <a:gdLst/>
              <a:ahLst/>
              <a:cxnLst/>
              <a:rect l="0" t="0" r="0" b="0"/>
              <a:pathLst>
                <a:path w="41467" h="49641">
                  <a:moveTo>
                    <a:pt x="0" y="49641"/>
                  </a:moveTo>
                  <a:lnTo>
                    <a:pt x="41467" y="0"/>
                  </a:lnTo>
                </a:path>
              </a:pathLst>
            </a:custGeom>
            <a:noFill/>
            <a:ln w="8096">
              <a:solidFill>
                <a:srgbClr val="F2F4F6"/>
              </a:solidFill>
            </a:ln>
          </p:spPr>
        </p:sp>
        <p:sp>
          <p:nvSpPr>
            <p:cNvPr id="6114" name="Output_receptor__6113">
              <a:extLst>
                <a:ext uri="{FF2B5EF4-FFF2-40B4-BE49-F238E27FC236}">
                  <a16:creationId xmlns:a16="http://schemas.microsoft.com/office/drawing/2014/main" id="{CD5FC91D-5F96-607F-5FC6-1FC122B97877}"/>
                </a:ext>
              </a:extLst>
            </p:cNvPr>
            <p:cNvSpPr>
              <a:spLocks noGrp="1"/>
            </p:cNvSpPr>
            <p:nvPr/>
          </p:nvSpPr>
          <p:spPr>
            <a:xfrm>
              <a:off x="15833647" y="3342183"/>
              <a:ext cx="61585" cy="26617"/>
            </a:xfrm>
            <a:custGeom>
              <a:avLst/>
              <a:gdLst/>
              <a:ahLst/>
              <a:cxnLst/>
              <a:rect l="0" t="0" r="0" b="0"/>
              <a:pathLst>
                <a:path w="61585" h="26617">
                  <a:moveTo>
                    <a:pt x="0" y="0"/>
                  </a:moveTo>
                  <a:lnTo>
                    <a:pt x="61585" y="26617"/>
                  </a:lnTo>
                </a:path>
              </a:pathLst>
            </a:custGeom>
            <a:noFill/>
            <a:ln w="8096">
              <a:solidFill>
                <a:srgbClr val="F2F4F6"/>
              </a:solidFill>
            </a:ln>
          </p:spPr>
        </p:sp>
      </p:grpSp>
      <p:grpSp>
        <p:nvGrpSpPr>
          <p:cNvPr id="6241" name="Pose_0">
            <a:extLst>
              <a:ext uri="{FF2B5EF4-FFF2-40B4-BE49-F238E27FC236}">
                <a16:creationId xmlns:a16="http://schemas.microsoft.com/office/drawing/2014/main" id="{6A7D9C6A-CB6A-54AD-FF93-0C3236D407F4}"/>
              </a:ext>
            </a:extLst>
          </p:cNvPr>
          <p:cNvGrpSpPr/>
          <p:nvPr/>
        </p:nvGrpSpPr>
        <p:grpSpPr>
          <a:xfrm>
            <a:off x="8146188" y="4039675"/>
            <a:ext cx="392833" cy="109576"/>
            <a:chOff x="15046860" y="2588926"/>
            <a:chExt cx="707099" cy="197236"/>
          </a:xfrm>
        </p:grpSpPr>
        <p:sp>
          <p:nvSpPr>
            <p:cNvPr id="6115" name="Pose_0__6114">
              <a:extLst>
                <a:ext uri="{FF2B5EF4-FFF2-40B4-BE49-F238E27FC236}">
                  <a16:creationId xmlns:a16="http://schemas.microsoft.com/office/drawing/2014/main" id="{B050D676-2606-D6AC-AFB2-5BDDBA18F312}"/>
                </a:ext>
              </a:extLst>
            </p:cNvPr>
            <p:cNvSpPr>
              <a:spLocks noGrp="1"/>
            </p:cNvSpPr>
            <p:nvPr/>
          </p:nvSpPr>
          <p:spPr>
            <a:xfrm>
              <a:off x="15249525" y="2655296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6" name="Pose_0__6115">
              <a:extLst>
                <a:ext uri="{FF2B5EF4-FFF2-40B4-BE49-F238E27FC236}">
                  <a16:creationId xmlns:a16="http://schemas.microsoft.com/office/drawing/2014/main" id="{2B15BC58-0107-A823-5A3B-9F3FBA952FB0}"/>
                </a:ext>
              </a:extLst>
            </p:cNvPr>
            <p:cNvSpPr>
              <a:spLocks noGrp="1"/>
            </p:cNvSpPr>
            <p:nvPr/>
          </p:nvSpPr>
          <p:spPr>
            <a:xfrm>
              <a:off x="15317782" y="2624169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7" name="Pose_0__6116">
              <a:extLst>
                <a:ext uri="{FF2B5EF4-FFF2-40B4-BE49-F238E27FC236}">
                  <a16:creationId xmlns:a16="http://schemas.microsoft.com/office/drawing/2014/main" id="{54E0366B-AD85-29DE-09D7-CCDF420A26B6}"/>
                </a:ext>
              </a:extLst>
            </p:cNvPr>
            <p:cNvSpPr>
              <a:spLocks noGrp="1"/>
            </p:cNvSpPr>
            <p:nvPr/>
          </p:nvSpPr>
          <p:spPr>
            <a:xfrm>
              <a:off x="15423836" y="2624169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8" name="Pose_0__6117">
              <a:extLst>
                <a:ext uri="{FF2B5EF4-FFF2-40B4-BE49-F238E27FC236}">
                  <a16:creationId xmlns:a16="http://schemas.microsoft.com/office/drawing/2014/main" id="{5A022C8B-2E30-A99A-8820-8C4B3192B06D}"/>
                </a:ext>
              </a:extLst>
            </p:cNvPr>
            <p:cNvSpPr>
              <a:spLocks noGrp="1"/>
            </p:cNvSpPr>
            <p:nvPr/>
          </p:nvSpPr>
          <p:spPr>
            <a:xfrm>
              <a:off x="15392415" y="2662422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19" name="Pose_0__6118">
              <a:extLst>
                <a:ext uri="{FF2B5EF4-FFF2-40B4-BE49-F238E27FC236}">
                  <a16:creationId xmlns:a16="http://schemas.microsoft.com/office/drawing/2014/main" id="{93C333EA-439C-14CA-5A39-408DE4F11B08}"/>
                </a:ext>
              </a:extLst>
            </p:cNvPr>
            <p:cNvSpPr>
              <a:spLocks noGrp="1"/>
            </p:cNvSpPr>
            <p:nvPr/>
          </p:nvSpPr>
          <p:spPr>
            <a:xfrm>
              <a:off x="15283828" y="2725764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0" name="Pose_0__6119">
              <a:extLst>
                <a:ext uri="{FF2B5EF4-FFF2-40B4-BE49-F238E27FC236}">
                  <a16:creationId xmlns:a16="http://schemas.microsoft.com/office/drawing/2014/main" id="{8F400766-DBA1-C139-1B9B-2BA39CB6F8D7}"/>
                </a:ext>
              </a:extLst>
            </p:cNvPr>
            <p:cNvSpPr>
              <a:spLocks noGrp="1"/>
            </p:cNvSpPr>
            <p:nvPr/>
          </p:nvSpPr>
          <p:spPr>
            <a:xfrm>
              <a:off x="15249525" y="2732246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1" name="Pose_0__6120">
              <a:extLst>
                <a:ext uri="{FF2B5EF4-FFF2-40B4-BE49-F238E27FC236}">
                  <a16:creationId xmlns:a16="http://schemas.microsoft.com/office/drawing/2014/main" id="{2183542D-3564-AA7A-8F12-50F056B52ED8}"/>
                </a:ext>
              </a:extLst>
            </p:cNvPr>
            <p:cNvSpPr>
              <a:spLocks noGrp="1"/>
            </p:cNvSpPr>
            <p:nvPr/>
          </p:nvSpPr>
          <p:spPr>
            <a:xfrm>
              <a:off x="15461736" y="2662422"/>
              <a:ext cx="81128" cy="27091"/>
            </a:xfrm>
            <a:custGeom>
              <a:avLst/>
              <a:gdLst/>
              <a:ahLst/>
              <a:cxnLst/>
              <a:rect l="0" t="0" r="0" b="0"/>
              <a:pathLst>
                <a:path w="81128" h="27091">
                  <a:moveTo>
                    <a:pt x="0" y="0"/>
                  </a:moveTo>
                  <a:lnTo>
                    <a:pt x="81128" y="27091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2" name="Pose_0__6121">
              <a:extLst>
                <a:ext uri="{FF2B5EF4-FFF2-40B4-BE49-F238E27FC236}">
                  <a16:creationId xmlns:a16="http://schemas.microsoft.com/office/drawing/2014/main" id="{30A55618-2CA9-129B-9839-D8F1080F0FAA}"/>
                </a:ext>
              </a:extLst>
            </p:cNvPr>
            <p:cNvSpPr>
              <a:spLocks noGrp="1"/>
            </p:cNvSpPr>
            <p:nvPr/>
          </p:nvSpPr>
          <p:spPr>
            <a:xfrm>
              <a:off x="15542864" y="2689513"/>
              <a:ext cx="101480" cy="50062"/>
            </a:xfrm>
            <a:custGeom>
              <a:avLst/>
              <a:gdLst/>
              <a:ahLst/>
              <a:cxnLst/>
              <a:rect l="0" t="0" r="0" b="0"/>
              <a:pathLst>
                <a:path w="101480" h="50062">
                  <a:moveTo>
                    <a:pt x="0" y="0"/>
                  </a:moveTo>
                  <a:lnTo>
                    <a:pt x="101480" y="50062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3" name="Pose_0__6122">
              <a:extLst>
                <a:ext uri="{FF2B5EF4-FFF2-40B4-BE49-F238E27FC236}">
                  <a16:creationId xmlns:a16="http://schemas.microsoft.com/office/drawing/2014/main" id="{FF0CABDD-2DD4-039E-5CDD-3B28F966E907}"/>
                </a:ext>
              </a:extLst>
            </p:cNvPr>
            <p:cNvSpPr>
              <a:spLocks noGrp="1"/>
            </p:cNvSpPr>
            <p:nvPr/>
          </p:nvSpPr>
          <p:spPr>
            <a:xfrm>
              <a:off x="15644344" y="2677546"/>
              <a:ext cx="74372" cy="62030"/>
            </a:xfrm>
            <a:custGeom>
              <a:avLst/>
              <a:gdLst/>
              <a:ahLst/>
              <a:cxnLst/>
              <a:rect l="0" t="0" r="0" b="0"/>
              <a:pathLst>
                <a:path w="74372" h="62030">
                  <a:moveTo>
                    <a:pt x="0" y="62030"/>
                  </a:moveTo>
                  <a:lnTo>
                    <a:pt x="74372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4" name="Pose_0__6123">
              <a:extLst>
                <a:ext uri="{FF2B5EF4-FFF2-40B4-BE49-F238E27FC236}">
                  <a16:creationId xmlns:a16="http://schemas.microsoft.com/office/drawing/2014/main" id="{83157178-4F63-887C-0C8B-7AAE22A012EF}"/>
                </a:ext>
              </a:extLst>
            </p:cNvPr>
            <p:cNvSpPr>
              <a:spLocks noGrp="1"/>
            </p:cNvSpPr>
            <p:nvPr/>
          </p:nvSpPr>
          <p:spPr>
            <a:xfrm>
              <a:off x="15173477" y="2723315"/>
              <a:ext cx="76048" cy="8931"/>
            </a:xfrm>
            <a:custGeom>
              <a:avLst/>
              <a:gdLst/>
              <a:ahLst/>
              <a:cxnLst/>
              <a:rect l="0" t="0" r="0" b="0"/>
              <a:pathLst>
                <a:path w="76048" h="8931">
                  <a:moveTo>
                    <a:pt x="76048" y="8931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5" name="Pose_0__6124">
              <a:extLst>
                <a:ext uri="{FF2B5EF4-FFF2-40B4-BE49-F238E27FC236}">
                  <a16:creationId xmlns:a16="http://schemas.microsoft.com/office/drawing/2014/main" id="{DC56EF28-1773-497C-CF31-9D32807D6CAC}"/>
                </a:ext>
              </a:extLst>
            </p:cNvPr>
            <p:cNvSpPr>
              <a:spLocks noGrp="1"/>
            </p:cNvSpPr>
            <p:nvPr/>
          </p:nvSpPr>
          <p:spPr>
            <a:xfrm>
              <a:off x="15082103" y="2669497"/>
              <a:ext cx="91375" cy="53818"/>
            </a:xfrm>
            <a:custGeom>
              <a:avLst/>
              <a:gdLst/>
              <a:ahLst/>
              <a:cxnLst/>
              <a:rect l="0" t="0" r="0" b="0"/>
              <a:pathLst>
                <a:path w="91375" h="53818">
                  <a:moveTo>
                    <a:pt x="91375" y="53818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26" name="Pose_0__6125">
              <a:extLst>
                <a:ext uri="{FF2B5EF4-FFF2-40B4-BE49-F238E27FC236}">
                  <a16:creationId xmlns:a16="http://schemas.microsoft.com/office/drawing/2014/main" id="{7D1ACB1B-772A-C078-73E8-FDDE1868CE57}"/>
                </a:ext>
              </a:extLst>
            </p:cNvPr>
            <p:cNvSpPr>
              <a:spLocks noGrp="1"/>
            </p:cNvSpPr>
            <p:nvPr/>
          </p:nvSpPr>
          <p:spPr>
            <a:xfrm>
              <a:off x="15214283" y="2697004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27" name="Pose_0__6126">
              <a:extLst>
                <a:ext uri="{FF2B5EF4-FFF2-40B4-BE49-F238E27FC236}">
                  <a16:creationId xmlns:a16="http://schemas.microsoft.com/office/drawing/2014/main" id="{F10B4905-79E0-BC0E-1515-95C12E7AB9A2}"/>
                </a:ext>
              </a:extLst>
            </p:cNvPr>
            <p:cNvSpPr>
              <a:spLocks noGrp="1"/>
            </p:cNvSpPr>
            <p:nvPr/>
          </p:nvSpPr>
          <p:spPr>
            <a:xfrm>
              <a:off x="15282540" y="262005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28" name="Pose_0__6127">
              <a:extLst>
                <a:ext uri="{FF2B5EF4-FFF2-40B4-BE49-F238E27FC236}">
                  <a16:creationId xmlns:a16="http://schemas.microsoft.com/office/drawing/2014/main" id="{1B94017E-0903-56AC-A4F9-48B010B0B137}"/>
                </a:ext>
              </a:extLst>
            </p:cNvPr>
            <p:cNvSpPr>
              <a:spLocks noGrp="1"/>
            </p:cNvSpPr>
            <p:nvPr/>
          </p:nvSpPr>
          <p:spPr>
            <a:xfrm>
              <a:off x="15388594" y="2588926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29" name="Pose_0__6128">
              <a:extLst>
                <a:ext uri="{FF2B5EF4-FFF2-40B4-BE49-F238E27FC236}">
                  <a16:creationId xmlns:a16="http://schemas.microsoft.com/office/drawing/2014/main" id="{0B7B61E8-E993-8709-1AAA-BBB917907DC7}"/>
                </a:ext>
              </a:extLst>
            </p:cNvPr>
            <p:cNvSpPr>
              <a:spLocks noGrp="1"/>
            </p:cNvSpPr>
            <p:nvPr/>
          </p:nvSpPr>
          <p:spPr>
            <a:xfrm>
              <a:off x="15426494" y="2627179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0" name="Pose_0__6129">
              <a:extLst>
                <a:ext uri="{FF2B5EF4-FFF2-40B4-BE49-F238E27FC236}">
                  <a16:creationId xmlns:a16="http://schemas.microsoft.com/office/drawing/2014/main" id="{CCA692A8-53BC-4D23-C28A-695BE369C05B}"/>
                </a:ext>
              </a:extLst>
            </p:cNvPr>
            <p:cNvSpPr>
              <a:spLocks noGrp="1"/>
            </p:cNvSpPr>
            <p:nvPr/>
          </p:nvSpPr>
          <p:spPr>
            <a:xfrm>
              <a:off x="15357172" y="2690522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1" name="Pose_0__6130">
              <a:extLst>
                <a:ext uri="{FF2B5EF4-FFF2-40B4-BE49-F238E27FC236}">
                  <a16:creationId xmlns:a16="http://schemas.microsoft.com/office/drawing/2014/main" id="{A3CD87EC-64DB-0917-BDCE-400609AE1143}"/>
                </a:ext>
              </a:extLst>
            </p:cNvPr>
            <p:cNvSpPr>
              <a:spLocks noGrp="1"/>
            </p:cNvSpPr>
            <p:nvPr/>
          </p:nvSpPr>
          <p:spPr>
            <a:xfrm>
              <a:off x="15248585" y="2715677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32" name="Pose_0__6131">
              <a:extLst>
                <a:ext uri="{FF2B5EF4-FFF2-40B4-BE49-F238E27FC236}">
                  <a16:creationId xmlns:a16="http://schemas.microsoft.com/office/drawing/2014/main" id="{81E5D5B2-45D4-80EA-4E59-0A346E696B59}"/>
                </a:ext>
              </a:extLst>
            </p:cNvPr>
            <p:cNvSpPr>
              <a:spLocks noGrp="1"/>
            </p:cNvSpPr>
            <p:nvPr/>
          </p:nvSpPr>
          <p:spPr>
            <a:xfrm>
              <a:off x="15507622" y="2654270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3" name="Pose_0__6132">
              <a:extLst>
                <a:ext uri="{FF2B5EF4-FFF2-40B4-BE49-F238E27FC236}">
                  <a16:creationId xmlns:a16="http://schemas.microsoft.com/office/drawing/2014/main" id="{96813B7B-4361-72BF-D15E-382CD208AA96}"/>
                </a:ext>
              </a:extLst>
            </p:cNvPr>
            <p:cNvSpPr>
              <a:spLocks noGrp="1"/>
            </p:cNvSpPr>
            <p:nvPr/>
          </p:nvSpPr>
          <p:spPr>
            <a:xfrm>
              <a:off x="15609102" y="270433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4" name="Pose_0__6133">
              <a:extLst>
                <a:ext uri="{FF2B5EF4-FFF2-40B4-BE49-F238E27FC236}">
                  <a16:creationId xmlns:a16="http://schemas.microsoft.com/office/drawing/2014/main" id="{F689F81C-963F-8289-010D-A72EDE099034}"/>
                </a:ext>
              </a:extLst>
            </p:cNvPr>
            <p:cNvSpPr>
              <a:spLocks noGrp="1"/>
            </p:cNvSpPr>
            <p:nvPr/>
          </p:nvSpPr>
          <p:spPr>
            <a:xfrm>
              <a:off x="15683474" y="264230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5" name="Pose_0__6134">
              <a:extLst>
                <a:ext uri="{FF2B5EF4-FFF2-40B4-BE49-F238E27FC236}">
                  <a16:creationId xmlns:a16="http://schemas.microsoft.com/office/drawing/2014/main" id="{4CEA2D3B-4EDB-37BF-A6A9-67654564A873}"/>
                </a:ext>
              </a:extLst>
            </p:cNvPr>
            <p:cNvSpPr>
              <a:spLocks noGrp="1"/>
            </p:cNvSpPr>
            <p:nvPr/>
          </p:nvSpPr>
          <p:spPr>
            <a:xfrm>
              <a:off x="15138235" y="2688073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36" name="Pose_0__6135">
              <a:extLst>
                <a:ext uri="{FF2B5EF4-FFF2-40B4-BE49-F238E27FC236}">
                  <a16:creationId xmlns:a16="http://schemas.microsoft.com/office/drawing/2014/main" id="{72909604-6E75-8607-F3A8-D3077E7AE022}"/>
                </a:ext>
              </a:extLst>
            </p:cNvPr>
            <p:cNvSpPr>
              <a:spLocks noGrp="1"/>
            </p:cNvSpPr>
            <p:nvPr/>
          </p:nvSpPr>
          <p:spPr>
            <a:xfrm>
              <a:off x="15046860" y="2634254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2" name="Pose_1">
            <a:extLst>
              <a:ext uri="{FF2B5EF4-FFF2-40B4-BE49-F238E27FC236}">
                <a16:creationId xmlns:a16="http://schemas.microsoft.com/office/drawing/2014/main" id="{0F61C2D6-7A4B-18A8-A626-30590381B4E1}"/>
              </a:ext>
            </a:extLst>
          </p:cNvPr>
          <p:cNvGrpSpPr/>
          <p:nvPr/>
        </p:nvGrpSpPr>
        <p:grpSpPr>
          <a:xfrm>
            <a:off x="8601271" y="4690550"/>
            <a:ext cx="392833" cy="109576"/>
            <a:chOff x="15866010" y="3760501"/>
            <a:chExt cx="707099" cy="197236"/>
          </a:xfrm>
        </p:grpSpPr>
        <p:sp>
          <p:nvSpPr>
            <p:cNvPr id="6137" name="Pose_1__6136">
              <a:extLst>
                <a:ext uri="{FF2B5EF4-FFF2-40B4-BE49-F238E27FC236}">
                  <a16:creationId xmlns:a16="http://schemas.microsoft.com/office/drawing/2014/main" id="{AF658BE2-EF0B-0CC3-C656-CBDDCFDBD45F}"/>
                </a:ext>
              </a:extLst>
            </p:cNvPr>
            <p:cNvSpPr>
              <a:spLocks noGrp="1"/>
            </p:cNvSpPr>
            <p:nvPr/>
          </p:nvSpPr>
          <p:spPr>
            <a:xfrm>
              <a:off x="16068675" y="3826871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38" name="Pose_1__6137">
              <a:extLst>
                <a:ext uri="{FF2B5EF4-FFF2-40B4-BE49-F238E27FC236}">
                  <a16:creationId xmlns:a16="http://schemas.microsoft.com/office/drawing/2014/main" id="{90FBCFC1-3DC7-4573-CF5D-772D24EE8BC0}"/>
                </a:ext>
              </a:extLst>
            </p:cNvPr>
            <p:cNvSpPr>
              <a:spLocks noGrp="1"/>
            </p:cNvSpPr>
            <p:nvPr/>
          </p:nvSpPr>
          <p:spPr>
            <a:xfrm>
              <a:off x="16136932" y="3795744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39" name="Pose_1__6138">
              <a:extLst>
                <a:ext uri="{FF2B5EF4-FFF2-40B4-BE49-F238E27FC236}">
                  <a16:creationId xmlns:a16="http://schemas.microsoft.com/office/drawing/2014/main" id="{BF8FFD1A-6E02-BFCE-7820-AC4C9813CE8B}"/>
                </a:ext>
              </a:extLst>
            </p:cNvPr>
            <p:cNvSpPr>
              <a:spLocks noGrp="1"/>
            </p:cNvSpPr>
            <p:nvPr/>
          </p:nvSpPr>
          <p:spPr>
            <a:xfrm>
              <a:off x="16242986" y="3795744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0" name="Pose_1__6139">
              <a:extLst>
                <a:ext uri="{FF2B5EF4-FFF2-40B4-BE49-F238E27FC236}">
                  <a16:creationId xmlns:a16="http://schemas.microsoft.com/office/drawing/2014/main" id="{2AB479F0-B871-5C0F-7A5F-F5B312FE4C7B}"/>
                </a:ext>
              </a:extLst>
            </p:cNvPr>
            <p:cNvSpPr>
              <a:spLocks noGrp="1"/>
            </p:cNvSpPr>
            <p:nvPr/>
          </p:nvSpPr>
          <p:spPr>
            <a:xfrm>
              <a:off x="16211565" y="3833997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1" name="Pose_1__6140">
              <a:extLst>
                <a:ext uri="{FF2B5EF4-FFF2-40B4-BE49-F238E27FC236}">
                  <a16:creationId xmlns:a16="http://schemas.microsoft.com/office/drawing/2014/main" id="{02C9ADBF-C242-A783-9C7A-80E7F76091BB}"/>
                </a:ext>
              </a:extLst>
            </p:cNvPr>
            <p:cNvSpPr>
              <a:spLocks noGrp="1"/>
            </p:cNvSpPr>
            <p:nvPr/>
          </p:nvSpPr>
          <p:spPr>
            <a:xfrm>
              <a:off x="16102978" y="3897339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2" name="Pose_1__6141">
              <a:extLst>
                <a:ext uri="{FF2B5EF4-FFF2-40B4-BE49-F238E27FC236}">
                  <a16:creationId xmlns:a16="http://schemas.microsoft.com/office/drawing/2014/main" id="{906C880A-ECE6-DD91-652C-E72332DB1A7F}"/>
                </a:ext>
              </a:extLst>
            </p:cNvPr>
            <p:cNvSpPr>
              <a:spLocks noGrp="1"/>
            </p:cNvSpPr>
            <p:nvPr/>
          </p:nvSpPr>
          <p:spPr>
            <a:xfrm>
              <a:off x="16068675" y="3903821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3" name="Pose_1__6142">
              <a:extLst>
                <a:ext uri="{FF2B5EF4-FFF2-40B4-BE49-F238E27FC236}">
                  <a16:creationId xmlns:a16="http://schemas.microsoft.com/office/drawing/2014/main" id="{64D85638-A503-FA3E-F914-1DD3F94102CE}"/>
                </a:ext>
              </a:extLst>
            </p:cNvPr>
            <p:cNvSpPr>
              <a:spLocks noGrp="1"/>
            </p:cNvSpPr>
            <p:nvPr/>
          </p:nvSpPr>
          <p:spPr>
            <a:xfrm>
              <a:off x="16280886" y="3833997"/>
              <a:ext cx="81128" cy="27091"/>
            </a:xfrm>
            <a:custGeom>
              <a:avLst/>
              <a:gdLst/>
              <a:ahLst/>
              <a:cxnLst/>
              <a:rect l="0" t="0" r="0" b="0"/>
              <a:pathLst>
                <a:path w="81128" h="27091">
                  <a:moveTo>
                    <a:pt x="0" y="0"/>
                  </a:moveTo>
                  <a:lnTo>
                    <a:pt x="81128" y="27091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4" name="Pose_1__6143">
              <a:extLst>
                <a:ext uri="{FF2B5EF4-FFF2-40B4-BE49-F238E27FC236}">
                  <a16:creationId xmlns:a16="http://schemas.microsoft.com/office/drawing/2014/main" id="{BF80B2EC-4371-BAD2-44A7-467ABA9325EE}"/>
                </a:ext>
              </a:extLst>
            </p:cNvPr>
            <p:cNvSpPr>
              <a:spLocks noGrp="1"/>
            </p:cNvSpPr>
            <p:nvPr/>
          </p:nvSpPr>
          <p:spPr>
            <a:xfrm>
              <a:off x="16362014" y="3861088"/>
              <a:ext cx="101480" cy="50062"/>
            </a:xfrm>
            <a:custGeom>
              <a:avLst/>
              <a:gdLst/>
              <a:ahLst/>
              <a:cxnLst/>
              <a:rect l="0" t="0" r="0" b="0"/>
              <a:pathLst>
                <a:path w="101480" h="50062">
                  <a:moveTo>
                    <a:pt x="0" y="0"/>
                  </a:moveTo>
                  <a:lnTo>
                    <a:pt x="101480" y="50062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5" name="Pose_1__6144">
              <a:extLst>
                <a:ext uri="{FF2B5EF4-FFF2-40B4-BE49-F238E27FC236}">
                  <a16:creationId xmlns:a16="http://schemas.microsoft.com/office/drawing/2014/main" id="{81F73130-4F52-CC23-22F1-A759DC081EAD}"/>
                </a:ext>
              </a:extLst>
            </p:cNvPr>
            <p:cNvSpPr>
              <a:spLocks noGrp="1"/>
            </p:cNvSpPr>
            <p:nvPr/>
          </p:nvSpPr>
          <p:spPr>
            <a:xfrm>
              <a:off x="16463494" y="3849121"/>
              <a:ext cx="74372" cy="62030"/>
            </a:xfrm>
            <a:custGeom>
              <a:avLst/>
              <a:gdLst/>
              <a:ahLst/>
              <a:cxnLst/>
              <a:rect l="0" t="0" r="0" b="0"/>
              <a:pathLst>
                <a:path w="74372" h="62030">
                  <a:moveTo>
                    <a:pt x="0" y="62030"/>
                  </a:moveTo>
                  <a:lnTo>
                    <a:pt x="74372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6" name="Pose_1__6145">
              <a:extLst>
                <a:ext uri="{FF2B5EF4-FFF2-40B4-BE49-F238E27FC236}">
                  <a16:creationId xmlns:a16="http://schemas.microsoft.com/office/drawing/2014/main" id="{07B40C8A-96FA-9350-107D-89856BC276BB}"/>
                </a:ext>
              </a:extLst>
            </p:cNvPr>
            <p:cNvSpPr>
              <a:spLocks noGrp="1"/>
            </p:cNvSpPr>
            <p:nvPr/>
          </p:nvSpPr>
          <p:spPr>
            <a:xfrm>
              <a:off x="15992627" y="3894890"/>
              <a:ext cx="76048" cy="8931"/>
            </a:xfrm>
            <a:custGeom>
              <a:avLst/>
              <a:gdLst/>
              <a:ahLst/>
              <a:cxnLst/>
              <a:rect l="0" t="0" r="0" b="0"/>
              <a:pathLst>
                <a:path w="76048" h="8931">
                  <a:moveTo>
                    <a:pt x="76048" y="8931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7" name="Pose_1__6146">
              <a:extLst>
                <a:ext uri="{FF2B5EF4-FFF2-40B4-BE49-F238E27FC236}">
                  <a16:creationId xmlns:a16="http://schemas.microsoft.com/office/drawing/2014/main" id="{98BED5AF-98E3-06A7-669B-78F2160197E0}"/>
                </a:ext>
              </a:extLst>
            </p:cNvPr>
            <p:cNvSpPr>
              <a:spLocks noGrp="1"/>
            </p:cNvSpPr>
            <p:nvPr/>
          </p:nvSpPr>
          <p:spPr>
            <a:xfrm>
              <a:off x="15901253" y="3841072"/>
              <a:ext cx="91375" cy="53818"/>
            </a:xfrm>
            <a:custGeom>
              <a:avLst/>
              <a:gdLst/>
              <a:ahLst/>
              <a:cxnLst/>
              <a:rect l="0" t="0" r="0" b="0"/>
              <a:pathLst>
                <a:path w="91375" h="53818">
                  <a:moveTo>
                    <a:pt x="91375" y="53818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50B982"/>
              </a:solidFill>
            </a:ln>
          </p:spPr>
        </p:sp>
        <p:sp>
          <p:nvSpPr>
            <p:cNvPr id="6148" name="Pose_1__6147">
              <a:extLst>
                <a:ext uri="{FF2B5EF4-FFF2-40B4-BE49-F238E27FC236}">
                  <a16:creationId xmlns:a16="http://schemas.microsoft.com/office/drawing/2014/main" id="{E75CB214-3582-FF1B-F8EE-2645F4C23D5F}"/>
                </a:ext>
              </a:extLst>
            </p:cNvPr>
            <p:cNvSpPr>
              <a:spLocks noGrp="1"/>
            </p:cNvSpPr>
            <p:nvPr/>
          </p:nvSpPr>
          <p:spPr>
            <a:xfrm>
              <a:off x="16033433" y="3868579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49" name="Pose_1__6148">
              <a:extLst>
                <a:ext uri="{FF2B5EF4-FFF2-40B4-BE49-F238E27FC236}">
                  <a16:creationId xmlns:a16="http://schemas.microsoft.com/office/drawing/2014/main" id="{7DB95A55-DA30-2685-8759-6DCE4977A9B1}"/>
                </a:ext>
              </a:extLst>
            </p:cNvPr>
            <p:cNvSpPr>
              <a:spLocks noGrp="1"/>
            </p:cNvSpPr>
            <p:nvPr/>
          </p:nvSpPr>
          <p:spPr>
            <a:xfrm>
              <a:off x="16101690" y="379162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0" name="Pose_1__6149">
              <a:extLst>
                <a:ext uri="{FF2B5EF4-FFF2-40B4-BE49-F238E27FC236}">
                  <a16:creationId xmlns:a16="http://schemas.microsoft.com/office/drawing/2014/main" id="{ACFF16BA-7CA2-932F-C1DA-4BDF1DF5800C}"/>
                </a:ext>
              </a:extLst>
            </p:cNvPr>
            <p:cNvSpPr>
              <a:spLocks noGrp="1"/>
            </p:cNvSpPr>
            <p:nvPr/>
          </p:nvSpPr>
          <p:spPr>
            <a:xfrm>
              <a:off x="16207744" y="3760501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1" name="Pose_1__6150">
              <a:extLst>
                <a:ext uri="{FF2B5EF4-FFF2-40B4-BE49-F238E27FC236}">
                  <a16:creationId xmlns:a16="http://schemas.microsoft.com/office/drawing/2014/main" id="{8FFC5687-C723-EBC1-B355-02A2E1812F09}"/>
                </a:ext>
              </a:extLst>
            </p:cNvPr>
            <p:cNvSpPr>
              <a:spLocks noGrp="1"/>
            </p:cNvSpPr>
            <p:nvPr/>
          </p:nvSpPr>
          <p:spPr>
            <a:xfrm>
              <a:off x="16245644" y="3798754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2" name="Pose_1__6151">
              <a:extLst>
                <a:ext uri="{FF2B5EF4-FFF2-40B4-BE49-F238E27FC236}">
                  <a16:creationId xmlns:a16="http://schemas.microsoft.com/office/drawing/2014/main" id="{B0F8CE0B-3E18-EC9E-832B-34BDAF70CB53}"/>
                </a:ext>
              </a:extLst>
            </p:cNvPr>
            <p:cNvSpPr>
              <a:spLocks noGrp="1"/>
            </p:cNvSpPr>
            <p:nvPr/>
          </p:nvSpPr>
          <p:spPr>
            <a:xfrm>
              <a:off x="16176322" y="3862097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3" name="Pose_1__6152">
              <a:extLst>
                <a:ext uri="{FF2B5EF4-FFF2-40B4-BE49-F238E27FC236}">
                  <a16:creationId xmlns:a16="http://schemas.microsoft.com/office/drawing/2014/main" id="{CA95E49D-EC43-980A-D352-69BE6F43F15C}"/>
                </a:ext>
              </a:extLst>
            </p:cNvPr>
            <p:cNvSpPr>
              <a:spLocks noGrp="1"/>
            </p:cNvSpPr>
            <p:nvPr/>
          </p:nvSpPr>
          <p:spPr>
            <a:xfrm>
              <a:off x="16067735" y="3887252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  <p:sp>
          <p:nvSpPr>
            <p:cNvPr id="6154" name="Pose_1__6153">
              <a:extLst>
                <a:ext uri="{FF2B5EF4-FFF2-40B4-BE49-F238E27FC236}">
                  <a16:creationId xmlns:a16="http://schemas.microsoft.com/office/drawing/2014/main" id="{3539AC8E-13C8-D6F8-AD9A-E379E8554D33}"/>
                </a:ext>
              </a:extLst>
            </p:cNvPr>
            <p:cNvSpPr>
              <a:spLocks noGrp="1"/>
            </p:cNvSpPr>
            <p:nvPr/>
          </p:nvSpPr>
          <p:spPr>
            <a:xfrm>
              <a:off x="16326772" y="3825845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5" name="Pose_1__6154">
              <a:extLst>
                <a:ext uri="{FF2B5EF4-FFF2-40B4-BE49-F238E27FC236}">
                  <a16:creationId xmlns:a16="http://schemas.microsoft.com/office/drawing/2014/main" id="{4F6ED460-BC13-6586-11A0-2A2AAF26789C}"/>
                </a:ext>
              </a:extLst>
            </p:cNvPr>
            <p:cNvSpPr>
              <a:spLocks noGrp="1"/>
            </p:cNvSpPr>
            <p:nvPr/>
          </p:nvSpPr>
          <p:spPr>
            <a:xfrm>
              <a:off x="16428252" y="387590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6" name="Pose_1__6155">
              <a:extLst>
                <a:ext uri="{FF2B5EF4-FFF2-40B4-BE49-F238E27FC236}">
                  <a16:creationId xmlns:a16="http://schemas.microsoft.com/office/drawing/2014/main" id="{56331E76-36A3-9E8B-E5DD-028510B542F1}"/>
                </a:ext>
              </a:extLst>
            </p:cNvPr>
            <p:cNvSpPr>
              <a:spLocks noGrp="1"/>
            </p:cNvSpPr>
            <p:nvPr/>
          </p:nvSpPr>
          <p:spPr>
            <a:xfrm>
              <a:off x="16502624" y="381387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7" name="Pose_1__6156">
              <a:extLst>
                <a:ext uri="{FF2B5EF4-FFF2-40B4-BE49-F238E27FC236}">
                  <a16:creationId xmlns:a16="http://schemas.microsoft.com/office/drawing/2014/main" id="{5E8CFB69-3870-A65D-DB6E-FDDFCCF5CA2C}"/>
                </a:ext>
              </a:extLst>
            </p:cNvPr>
            <p:cNvSpPr>
              <a:spLocks noGrp="1"/>
            </p:cNvSpPr>
            <p:nvPr/>
          </p:nvSpPr>
          <p:spPr>
            <a:xfrm>
              <a:off x="15957385" y="3859648"/>
              <a:ext cx="70485" cy="70485"/>
            </a:xfrm>
            <a:prstGeom prst="ellipse">
              <a:avLst/>
            </a:prstGeom>
            <a:solidFill>
              <a:srgbClr val="50B982"/>
            </a:solidFill>
            <a:ln w="4286">
              <a:solidFill>
                <a:srgbClr val="FFFFFF"/>
              </a:solidFill>
            </a:ln>
          </p:spPr>
        </p:sp>
        <p:sp>
          <p:nvSpPr>
            <p:cNvPr id="6158" name="Pose_1__6157">
              <a:extLst>
                <a:ext uri="{FF2B5EF4-FFF2-40B4-BE49-F238E27FC236}">
                  <a16:creationId xmlns:a16="http://schemas.microsoft.com/office/drawing/2014/main" id="{914DE936-1FBA-6608-2EDE-DDAE7313116A}"/>
                </a:ext>
              </a:extLst>
            </p:cNvPr>
            <p:cNvSpPr>
              <a:spLocks noGrp="1"/>
            </p:cNvSpPr>
            <p:nvPr/>
          </p:nvSpPr>
          <p:spPr>
            <a:xfrm>
              <a:off x="15866010" y="3805829"/>
              <a:ext cx="70485" cy="70485"/>
            </a:xfrm>
            <a:prstGeom prst="ellipse">
              <a:avLst/>
            </a:prstGeom>
            <a:solidFill>
              <a:srgbClr val="77C89E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3" name="Pose_2">
            <a:extLst>
              <a:ext uri="{FF2B5EF4-FFF2-40B4-BE49-F238E27FC236}">
                <a16:creationId xmlns:a16="http://schemas.microsoft.com/office/drawing/2014/main" id="{5E5FF422-F3E2-A977-5337-7B32619BFE4E}"/>
              </a:ext>
            </a:extLst>
          </p:cNvPr>
          <p:cNvGrpSpPr/>
          <p:nvPr/>
        </p:nvGrpSpPr>
        <p:grpSpPr>
          <a:xfrm>
            <a:off x="8233750" y="4769926"/>
            <a:ext cx="362685" cy="131968"/>
            <a:chOff x="15204472" y="3903376"/>
            <a:chExt cx="652833" cy="237543"/>
          </a:xfrm>
        </p:grpSpPr>
        <p:sp>
          <p:nvSpPr>
            <p:cNvPr id="6159" name="Pose_2__6158">
              <a:extLst>
                <a:ext uri="{FF2B5EF4-FFF2-40B4-BE49-F238E27FC236}">
                  <a16:creationId xmlns:a16="http://schemas.microsoft.com/office/drawing/2014/main" id="{0E9721B3-1096-8E17-B913-FA9D3638DD40}"/>
                </a:ext>
              </a:extLst>
            </p:cNvPr>
            <p:cNvSpPr>
              <a:spLocks noGrp="1"/>
            </p:cNvSpPr>
            <p:nvPr/>
          </p:nvSpPr>
          <p:spPr>
            <a:xfrm>
              <a:off x="15420975" y="3969746"/>
              <a:ext cx="68257" cy="76951"/>
            </a:xfrm>
            <a:custGeom>
              <a:avLst/>
              <a:gdLst/>
              <a:ahLst/>
              <a:cxnLst/>
              <a:rect l="0" t="0" r="0" b="0"/>
              <a:pathLst>
                <a:path w="68257" h="76951">
                  <a:moveTo>
                    <a:pt x="0" y="76951"/>
                  </a:moveTo>
                  <a:lnTo>
                    <a:pt x="68257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0" name="Pose_2__6159">
              <a:extLst>
                <a:ext uri="{FF2B5EF4-FFF2-40B4-BE49-F238E27FC236}">
                  <a16:creationId xmlns:a16="http://schemas.microsoft.com/office/drawing/2014/main" id="{E98A5F09-5967-A23C-AC4F-5B47210601A6}"/>
                </a:ext>
              </a:extLst>
            </p:cNvPr>
            <p:cNvSpPr>
              <a:spLocks noGrp="1"/>
            </p:cNvSpPr>
            <p:nvPr/>
          </p:nvSpPr>
          <p:spPr>
            <a:xfrm>
              <a:off x="15489232" y="3938619"/>
              <a:ext cx="106054" cy="31127"/>
            </a:xfrm>
            <a:custGeom>
              <a:avLst/>
              <a:gdLst/>
              <a:ahLst/>
              <a:cxnLst/>
              <a:rect l="0" t="0" r="0" b="0"/>
              <a:pathLst>
                <a:path w="106054" h="31127">
                  <a:moveTo>
                    <a:pt x="0" y="31127"/>
                  </a:moveTo>
                  <a:lnTo>
                    <a:pt x="106054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1" name="Pose_2__6160">
              <a:extLst>
                <a:ext uri="{FF2B5EF4-FFF2-40B4-BE49-F238E27FC236}">
                  <a16:creationId xmlns:a16="http://schemas.microsoft.com/office/drawing/2014/main" id="{2C2ED61D-AAC1-D3C1-C1BF-7C696C60F11C}"/>
                </a:ext>
              </a:extLst>
            </p:cNvPr>
            <p:cNvSpPr>
              <a:spLocks noGrp="1"/>
            </p:cNvSpPr>
            <p:nvPr/>
          </p:nvSpPr>
          <p:spPr>
            <a:xfrm>
              <a:off x="15595286" y="3938619"/>
              <a:ext cx="37900" cy="38253"/>
            </a:xfrm>
            <a:custGeom>
              <a:avLst/>
              <a:gdLst/>
              <a:ahLst/>
              <a:cxnLst/>
              <a:rect l="0" t="0" r="0" b="0"/>
              <a:pathLst>
                <a:path w="37900" h="38253">
                  <a:moveTo>
                    <a:pt x="0" y="0"/>
                  </a:moveTo>
                  <a:lnTo>
                    <a:pt x="37900" y="38253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2" name="Pose_2__6161">
              <a:extLst>
                <a:ext uri="{FF2B5EF4-FFF2-40B4-BE49-F238E27FC236}">
                  <a16:creationId xmlns:a16="http://schemas.microsoft.com/office/drawing/2014/main" id="{9889626A-F8D6-76A1-76B0-9743E280CDD0}"/>
                </a:ext>
              </a:extLst>
            </p:cNvPr>
            <p:cNvSpPr>
              <a:spLocks noGrp="1"/>
            </p:cNvSpPr>
            <p:nvPr/>
          </p:nvSpPr>
          <p:spPr>
            <a:xfrm>
              <a:off x="15563865" y="3976872"/>
              <a:ext cx="69322" cy="63343"/>
            </a:xfrm>
            <a:custGeom>
              <a:avLst/>
              <a:gdLst/>
              <a:ahLst/>
              <a:cxnLst/>
              <a:rect l="0" t="0" r="0" b="0"/>
              <a:pathLst>
                <a:path w="69322" h="63343">
                  <a:moveTo>
                    <a:pt x="69322" y="0"/>
                  </a:moveTo>
                  <a:lnTo>
                    <a:pt x="0" y="63343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3" name="Pose_2__6162">
              <a:extLst>
                <a:ext uri="{FF2B5EF4-FFF2-40B4-BE49-F238E27FC236}">
                  <a16:creationId xmlns:a16="http://schemas.microsoft.com/office/drawing/2014/main" id="{E51C1F42-80FC-95E9-7B18-F1736B6B29BD}"/>
                </a:ext>
              </a:extLst>
            </p:cNvPr>
            <p:cNvSpPr>
              <a:spLocks noGrp="1"/>
            </p:cNvSpPr>
            <p:nvPr/>
          </p:nvSpPr>
          <p:spPr>
            <a:xfrm>
              <a:off x="15455278" y="4040214"/>
              <a:ext cx="108587" cy="25155"/>
            </a:xfrm>
            <a:custGeom>
              <a:avLst/>
              <a:gdLst/>
              <a:ahLst/>
              <a:cxnLst/>
              <a:rect l="0" t="0" r="0" b="0"/>
              <a:pathLst>
                <a:path w="108587" h="25155">
                  <a:moveTo>
                    <a:pt x="108587" y="0"/>
                  </a:moveTo>
                  <a:lnTo>
                    <a:pt x="0" y="25155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4" name="Pose_2__6163">
              <a:extLst>
                <a:ext uri="{FF2B5EF4-FFF2-40B4-BE49-F238E27FC236}">
                  <a16:creationId xmlns:a16="http://schemas.microsoft.com/office/drawing/2014/main" id="{BA01BDDF-3297-6136-0071-DF9DD578871E}"/>
                </a:ext>
              </a:extLst>
            </p:cNvPr>
            <p:cNvSpPr>
              <a:spLocks noGrp="1"/>
            </p:cNvSpPr>
            <p:nvPr/>
          </p:nvSpPr>
          <p:spPr>
            <a:xfrm>
              <a:off x="15420975" y="4046696"/>
              <a:ext cx="34303" cy="18673"/>
            </a:xfrm>
            <a:custGeom>
              <a:avLst/>
              <a:gdLst/>
              <a:ahLst/>
              <a:cxnLst/>
              <a:rect l="0" t="0" r="0" b="0"/>
              <a:pathLst>
                <a:path w="34303" h="18673">
                  <a:moveTo>
                    <a:pt x="34303" y="1867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5" name="Pose_2__6164">
              <a:extLst>
                <a:ext uri="{FF2B5EF4-FFF2-40B4-BE49-F238E27FC236}">
                  <a16:creationId xmlns:a16="http://schemas.microsoft.com/office/drawing/2014/main" id="{E0A630A8-1B4A-4FEC-C3A8-F5767CE11E28}"/>
                </a:ext>
              </a:extLst>
            </p:cNvPr>
            <p:cNvSpPr>
              <a:spLocks noGrp="1"/>
            </p:cNvSpPr>
            <p:nvPr/>
          </p:nvSpPr>
          <p:spPr>
            <a:xfrm>
              <a:off x="15633186" y="3976872"/>
              <a:ext cx="75889" cy="19757"/>
            </a:xfrm>
            <a:custGeom>
              <a:avLst/>
              <a:gdLst/>
              <a:ahLst/>
              <a:cxnLst/>
              <a:rect l="0" t="0" r="0" b="0"/>
              <a:pathLst>
                <a:path w="75889" h="19757">
                  <a:moveTo>
                    <a:pt x="0" y="0"/>
                  </a:moveTo>
                  <a:lnTo>
                    <a:pt x="75889" y="19757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6" name="Pose_2__6165">
              <a:extLst>
                <a:ext uri="{FF2B5EF4-FFF2-40B4-BE49-F238E27FC236}">
                  <a16:creationId xmlns:a16="http://schemas.microsoft.com/office/drawing/2014/main" id="{FC3C78E9-D3FF-1362-1EE7-C970C4D68B32}"/>
                </a:ext>
              </a:extLst>
            </p:cNvPr>
            <p:cNvSpPr>
              <a:spLocks noGrp="1"/>
            </p:cNvSpPr>
            <p:nvPr/>
          </p:nvSpPr>
          <p:spPr>
            <a:xfrm>
              <a:off x="15709075" y="3996629"/>
              <a:ext cx="106719" cy="50062"/>
            </a:xfrm>
            <a:custGeom>
              <a:avLst/>
              <a:gdLst/>
              <a:ahLst/>
              <a:cxnLst/>
              <a:rect l="0" t="0" r="0" b="0"/>
              <a:pathLst>
                <a:path w="106719" h="50062">
                  <a:moveTo>
                    <a:pt x="0" y="0"/>
                  </a:moveTo>
                  <a:lnTo>
                    <a:pt x="106719" y="50062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7" name="Pose_2__6166">
              <a:extLst>
                <a:ext uri="{FF2B5EF4-FFF2-40B4-BE49-F238E27FC236}">
                  <a16:creationId xmlns:a16="http://schemas.microsoft.com/office/drawing/2014/main" id="{FB9FB21D-EF82-1EDD-06C8-4E2BADD44E34}"/>
                </a:ext>
              </a:extLst>
            </p:cNvPr>
            <p:cNvSpPr>
              <a:spLocks noGrp="1"/>
            </p:cNvSpPr>
            <p:nvPr/>
          </p:nvSpPr>
          <p:spPr>
            <a:xfrm>
              <a:off x="15815794" y="4046691"/>
              <a:ext cx="6268" cy="58985"/>
            </a:xfrm>
            <a:custGeom>
              <a:avLst/>
              <a:gdLst/>
              <a:ahLst/>
              <a:cxnLst/>
              <a:rect l="0" t="0" r="0" b="0"/>
              <a:pathLst>
                <a:path w="6268" h="58985">
                  <a:moveTo>
                    <a:pt x="0" y="0"/>
                  </a:moveTo>
                  <a:lnTo>
                    <a:pt x="6268" y="58985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8" name="Pose_2__6167">
              <a:extLst>
                <a:ext uri="{FF2B5EF4-FFF2-40B4-BE49-F238E27FC236}">
                  <a16:creationId xmlns:a16="http://schemas.microsoft.com/office/drawing/2014/main" id="{5285DF5B-750D-791C-666B-508671F0C721}"/>
                </a:ext>
              </a:extLst>
            </p:cNvPr>
            <p:cNvSpPr>
              <a:spLocks noGrp="1"/>
            </p:cNvSpPr>
            <p:nvPr/>
          </p:nvSpPr>
          <p:spPr>
            <a:xfrm>
              <a:off x="15722117" y="4103773"/>
              <a:ext cx="99945" cy="1903"/>
            </a:xfrm>
            <a:custGeom>
              <a:avLst/>
              <a:gdLst/>
              <a:ahLst/>
              <a:cxnLst/>
              <a:rect l="0" t="0" r="0" b="0"/>
              <a:pathLst>
                <a:path w="99945" h="1903">
                  <a:moveTo>
                    <a:pt x="99945" y="1903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69" name="Pose_2__6168">
              <a:extLst>
                <a:ext uri="{FF2B5EF4-FFF2-40B4-BE49-F238E27FC236}">
                  <a16:creationId xmlns:a16="http://schemas.microsoft.com/office/drawing/2014/main" id="{6A22271C-AC29-4EF0-12EE-D6561F7176A0}"/>
                </a:ext>
              </a:extLst>
            </p:cNvPr>
            <p:cNvSpPr>
              <a:spLocks noGrp="1"/>
            </p:cNvSpPr>
            <p:nvPr/>
          </p:nvSpPr>
          <p:spPr>
            <a:xfrm>
              <a:off x="15563865" y="4040214"/>
              <a:ext cx="158253" cy="63559"/>
            </a:xfrm>
            <a:custGeom>
              <a:avLst/>
              <a:gdLst/>
              <a:ahLst/>
              <a:cxnLst/>
              <a:rect l="0" t="0" r="0" b="0"/>
              <a:pathLst>
                <a:path w="158253" h="63559">
                  <a:moveTo>
                    <a:pt x="158253" y="63559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0" name="Pose_2__6169">
              <a:extLst>
                <a:ext uri="{FF2B5EF4-FFF2-40B4-BE49-F238E27FC236}">
                  <a16:creationId xmlns:a16="http://schemas.microsoft.com/office/drawing/2014/main" id="{D4FE13F2-3971-0C3D-6DF1-A66C386EDE40}"/>
                </a:ext>
              </a:extLst>
            </p:cNvPr>
            <p:cNvSpPr>
              <a:spLocks noGrp="1"/>
            </p:cNvSpPr>
            <p:nvPr/>
          </p:nvSpPr>
          <p:spPr>
            <a:xfrm>
              <a:off x="15326895" y="3939941"/>
              <a:ext cx="94080" cy="106755"/>
            </a:xfrm>
            <a:custGeom>
              <a:avLst/>
              <a:gdLst/>
              <a:ahLst/>
              <a:cxnLst/>
              <a:rect l="0" t="0" r="0" b="0"/>
              <a:pathLst>
                <a:path w="94080" h="106755">
                  <a:moveTo>
                    <a:pt x="94080" y="106755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1" name="Pose_2__6170">
              <a:extLst>
                <a:ext uri="{FF2B5EF4-FFF2-40B4-BE49-F238E27FC236}">
                  <a16:creationId xmlns:a16="http://schemas.microsoft.com/office/drawing/2014/main" id="{F7FCEACD-FEEE-7196-C203-0AB00A8FF206}"/>
                </a:ext>
              </a:extLst>
            </p:cNvPr>
            <p:cNvSpPr>
              <a:spLocks noGrp="1"/>
            </p:cNvSpPr>
            <p:nvPr/>
          </p:nvSpPr>
          <p:spPr>
            <a:xfrm>
              <a:off x="15239714" y="3939941"/>
              <a:ext cx="87181" cy="30142"/>
            </a:xfrm>
            <a:custGeom>
              <a:avLst/>
              <a:gdLst/>
              <a:ahLst/>
              <a:cxnLst/>
              <a:rect l="0" t="0" r="0" b="0"/>
              <a:pathLst>
                <a:path w="87181" h="30142">
                  <a:moveTo>
                    <a:pt x="87181" y="0"/>
                  </a:moveTo>
                  <a:lnTo>
                    <a:pt x="0" y="30142"/>
                  </a:lnTo>
                </a:path>
              </a:pathLst>
            </a:custGeom>
            <a:noFill/>
            <a:ln w="33338">
              <a:solidFill>
                <a:srgbClr val="DDAF36"/>
              </a:solidFill>
            </a:ln>
          </p:spPr>
        </p:sp>
        <p:sp>
          <p:nvSpPr>
            <p:cNvPr id="6172" name="Pose_2__6171">
              <a:extLst>
                <a:ext uri="{FF2B5EF4-FFF2-40B4-BE49-F238E27FC236}">
                  <a16:creationId xmlns:a16="http://schemas.microsoft.com/office/drawing/2014/main" id="{175DEF80-DF9F-A472-D7F4-6641FF138BDC}"/>
                </a:ext>
              </a:extLst>
            </p:cNvPr>
            <p:cNvSpPr>
              <a:spLocks noGrp="1"/>
            </p:cNvSpPr>
            <p:nvPr/>
          </p:nvSpPr>
          <p:spPr>
            <a:xfrm>
              <a:off x="15385733" y="4011454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73" name="Pose_2__6172">
              <a:extLst>
                <a:ext uri="{FF2B5EF4-FFF2-40B4-BE49-F238E27FC236}">
                  <a16:creationId xmlns:a16="http://schemas.microsoft.com/office/drawing/2014/main" id="{DCE4745C-6EAE-AF63-9005-7932A560A3D1}"/>
                </a:ext>
              </a:extLst>
            </p:cNvPr>
            <p:cNvSpPr>
              <a:spLocks noGrp="1"/>
            </p:cNvSpPr>
            <p:nvPr/>
          </p:nvSpPr>
          <p:spPr>
            <a:xfrm>
              <a:off x="15453990" y="3934503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4" name="Pose_2__6173">
              <a:extLst>
                <a:ext uri="{FF2B5EF4-FFF2-40B4-BE49-F238E27FC236}">
                  <a16:creationId xmlns:a16="http://schemas.microsoft.com/office/drawing/2014/main" id="{B70B5554-0175-8A78-2AD5-46E8F8C94A59}"/>
                </a:ext>
              </a:extLst>
            </p:cNvPr>
            <p:cNvSpPr>
              <a:spLocks noGrp="1"/>
            </p:cNvSpPr>
            <p:nvPr/>
          </p:nvSpPr>
          <p:spPr>
            <a:xfrm>
              <a:off x="15560044" y="3903376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5" name="Pose_2__6174">
              <a:extLst>
                <a:ext uri="{FF2B5EF4-FFF2-40B4-BE49-F238E27FC236}">
                  <a16:creationId xmlns:a16="http://schemas.microsoft.com/office/drawing/2014/main" id="{1BE745C4-EB46-8F67-2125-5CD47D7A20B0}"/>
                </a:ext>
              </a:extLst>
            </p:cNvPr>
            <p:cNvSpPr>
              <a:spLocks noGrp="1"/>
            </p:cNvSpPr>
            <p:nvPr/>
          </p:nvSpPr>
          <p:spPr>
            <a:xfrm>
              <a:off x="15597944" y="3941629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6" name="Pose_2__6175">
              <a:extLst>
                <a:ext uri="{FF2B5EF4-FFF2-40B4-BE49-F238E27FC236}">
                  <a16:creationId xmlns:a16="http://schemas.microsoft.com/office/drawing/2014/main" id="{A655AC67-D83F-300B-01B7-141C788AB05B}"/>
                </a:ext>
              </a:extLst>
            </p:cNvPr>
            <p:cNvSpPr>
              <a:spLocks noGrp="1"/>
            </p:cNvSpPr>
            <p:nvPr/>
          </p:nvSpPr>
          <p:spPr>
            <a:xfrm>
              <a:off x="15528622" y="4004972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7" name="Pose_2__6176">
              <a:extLst>
                <a:ext uri="{FF2B5EF4-FFF2-40B4-BE49-F238E27FC236}">
                  <a16:creationId xmlns:a16="http://schemas.microsoft.com/office/drawing/2014/main" id="{4F5DCF2B-2D4C-CF63-DEB6-8DF709521B8D}"/>
                </a:ext>
              </a:extLst>
            </p:cNvPr>
            <p:cNvSpPr>
              <a:spLocks noGrp="1"/>
            </p:cNvSpPr>
            <p:nvPr/>
          </p:nvSpPr>
          <p:spPr>
            <a:xfrm>
              <a:off x="15420035" y="4030127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78" name="Pose_2__6177">
              <a:extLst>
                <a:ext uri="{FF2B5EF4-FFF2-40B4-BE49-F238E27FC236}">
                  <a16:creationId xmlns:a16="http://schemas.microsoft.com/office/drawing/2014/main" id="{59281AD3-373E-8FD1-0ACF-A24AE3AC07BB}"/>
                </a:ext>
              </a:extLst>
            </p:cNvPr>
            <p:cNvSpPr>
              <a:spLocks noGrp="1"/>
            </p:cNvSpPr>
            <p:nvPr/>
          </p:nvSpPr>
          <p:spPr>
            <a:xfrm>
              <a:off x="15673833" y="3961386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79" name="Pose_2__6178">
              <a:extLst>
                <a:ext uri="{FF2B5EF4-FFF2-40B4-BE49-F238E27FC236}">
                  <a16:creationId xmlns:a16="http://schemas.microsoft.com/office/drawing/2014/main" id="{15344794-263A-FFFE-338D-DD115515D79A}"/>
                </a:ext>
              </a:extLst>
            </p:cNvPr>
            <p:cNvSpPr>
              <a:spLocks noGrp="1"/>
            </p:cNvSpPr>
            <p:nvPr/>
          </p:nvSpPr>
          <p:spPr>
            <a:xfrm>
              <a:off x="15780552" y="4011449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0" name="Pose_2__6179">
              <a:extLst>
                <a:ext uri="{FF2B5EF4-FFF2-40B4-BE49-F238E27FC236}">
                  <a16:creationId xmlns:a16="http://schemas.microsoft.com/office/drawing/2014/main" id="{DBB2BB0C-8CE9-6BA9-4432-835FC0C2ED49}"/>
                </a:ext>
              </a:extLst>
            </p:cNvPr>
            <p:cNvSpPr>
              <a:spLocks noGrp="1"/>
            </p:cNvSpPr>
            <p:nvPr/>
          </p:nvSpPr>
          <p:spPr>
            <a:xfrm>
              <a:off x="15786820" y="4070434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1" name="Pose_2__6180">
              <a:extLst>
                <a:ext uri="{FF2B5EF4-FFF2-40B4-BE49-F238E27FC236}">
                  <a16:creationId xmlns:a16="http://schemas.microsoft.com/office/drawing/2014/main" id="{4854753B-A019-4E28-8B36-D7536E1694C4}"/>
                </a:ext>
              </a:extLst>
            </p:cNvPr>
            <p:cNvSpPr>
              <a:spLocks noGrp="1"/>
            </p:cNvSpPr>
            <p:nvPr/>
          </p:nvSpPr>
          <p:spPr>
            <a:xfrm>
              <a:off x="15686875" y="4068531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  <p:sp>
          <p:nvSpPr>
            <p:cNvPr id="6182" name="Pose_2__6181">
              <a:extLst>
                <a:ext uri="{FF2B5EF4-FFF2-40B4-BE49-F238E27FC236}">
                  <a16:creationId xmlns:a16="http://schemas.microsoft.com/office/drawing/2014/main" id="{AEAD5B90-6F56-07AB-42D7-C456E2E2ED0D}"/>
                </a:ext>
              </a:extLst>
            </p:cNvPr>
            <p:cNvSpPr>
              <a:spLocks noGrp="1"/>
            </p:cNvSpPr>
            <p:nvPr/>
          </p:nvSpPr>
          <p:spPr>
            <a:xfrm>
              <a:off x="15291653" y="3904699"/>
              <a:ext cx="70485" cy="70485"/>
            </a:xfrm>
            <a:prstGeom prst="ellipse">
              <a:avLst/>
            </a:prstGeom>
            <a:solidFill>
              <a:srgbClr val="E4C162"/>
            </a:solidFill>
            <a:ln w="4286">
              <a:solidFill>
                <a:srgbClr val="FFFFFF"/>
              </a:solidFill>
            </a:ln>
          </p:spPr>
        </p:sp>
        <p:sp>
          <p:nvSpPr>
            <p:cNvPr id="6183" name="Pose_2__6182">
              <a:extLst>
                <a:ext uri="{FF2B5EF4-FFF2-40B4-BE49-F238E27FC236}">
                  <a16:creationId xmlns:a16="http://schemas.microsoft.com/office/drawing/2014/main" id="{8A99E94C-9739-2189-3533-78D2EBDF25A1}"/>
                </a:ext>
              </a:extLst>
            </p:cNvPr>
            <p:cNvSpPr>
              <a:spLocks noGrp="1"/>
            </p:cNvSpPr>
            <p:nvPr/>
          </p:nvSpPr>
          <p:spPr>
            <a:xfrm>
              <a:off x="15204472" y="3934840"/>
              <a:ext cx="70485" cy="70485"/>
            </a:xfrm>
            <a:prstGeom prst="ellipse">
              <a:avLst/>
            </a:prstGeom>
            <a:solidFill>
              <a:srgbClr val="DDAF36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4" name="Pose_3">
            <a:extLst>
              <a:ext uri="{FF2B5EF4-FFF2-40B4-BE49-F238E27FC236}">
                <a16:creationId xmlns:a16="http://schemas.microsoft.com/office/drawing/2014/main" id="{141A710D-204A-E6B2-2159-13678A6D2762}"/>
              </a:ext>
            </a:extLst>
          </p:cNvPr>
          <p:cNvGrpSpPr/>
          <p:nvPr/>
        </p:nvGrpSpPr>
        <p:grpSpPr>
          <a:xfrm>
            <a:off x="8531951" y="3842589"/>
            <a:ext cx="342783" cy="133264"/>
            <a:chOff x="15741233" y="2234169"/>
            <a:chExt cx="617010" cy="239875"/>
          </a:xfrm>
        </p:grpSpPr>
        <p:sp>
          <p:nvSpPr>
            <p:cNvPr id="6184" name="Pose_3__6183">
              <a:extLst>
                <a:ext uri="{FF2B5EF4-FFF2-40B4-BE49-F238E27FC236}">
                  <a16:creationId xmlns:a16="http://schemas.microsoft.com/office/drawing/2014/main" id="{EBA65BFE-1317-518F-FC4A-11193593E2C7}"/>
                </a:ext>
              </a:extLst>
            </p:cNvPr>
            <p:cNvSpPr>
              <a:spLocks noGrp="1"/>
            </p:cNvSpPr>
            <p:nvPr/>
          </p:nvSpPr>
          <p:spPr>
            <a:xfrm>
              <a:off x="15954375" y="2307271"/>
              <a:ext cx="89212" cy="72550"/>
            </a:xfrm>
            <a:custGeom>
              <a:avLst/>
              <a:gdLst/>
              <a:ahLst/>
              <a:cxnLst/>
              <a:rect l="0" t="0" r="0" b="0"/>
              <a:pathLst>
                <a:path w="89212" h="72550">
                  <a:moveTo>
                    <a:pt x="0" y="72550"/>
                  </a:moveTo>
                  <a:lnTo>
                    <a:pt x="89212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5" name="Pose_3__6184">
              <a:extLst>
                <a:ext uri="{FF2B5EF4-FFF2-40B4-BE49-F238E27FC236}">
                  <a16:creationId xmlns:a16="http://schemas.microsoft.com/office/drawing/2014/main" id="{7DBE5FB7-F810-3546-64CE-B8E153A15611}"/>
                </a:ext>
              </a:extLst>
            </p:cNvPr>
            <p:cNvSpPr>
              <a:spLocks noGrp="1"/>
            </p:cNvSpPr>
            <p:nvPr/>
          </p:nvSpPr>
          <p:spPr>
            <a:xfrm>
              <a:off x="16043587" y="2298147"/>
              <a:ext cx="95577" cy="9124"/>
            </a:xfrm>
            <a:custGeom>
              <a:avLst/>
              <a:gdLst/>
              <a:ahLst/>
              <a:cxnLst/>
              <a:rect l="0" t="0" r="0" b="0"/>
              <a:pathLst>
                <a:path w="95577" h="9124">
                  <a:moveTo>
                    <a:pt x="0" y="9124"/>
                  </a:moveTo>
                  <a:lnTo>
                    <a:pt x="95577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6" name="Pose_3__6185">
              <a:extLst>
                <a:ext uri="{FF2B5EF4-FFF2-40B4-BE49-F238E27FC236}">
                  <a16:creationId xmlns:a16="http://schemas.microsoft.com/office/drawing/2014/main" id="{803BFBB4-7BE7-C7B9-367D-7B172BF668AE}"/>
                </a:ext>
              </a:extLst>
            </p:cNvPr>
            <p:cNvSpPr>
              <a:spLocks noGrp="1"/>
            </p:cNvSpPr>
            <p:nvPr/>
          </p:nvSpPr>
          <p:spPr>
            <a:xfrm>
              <a:off x="16124676" y="2298147"/>
              <a:ext cx="14487" cy="48521"/>
            </a:xfrm>
            <a:custGeom>
              <a:avLst/>
              <a:gdLst/>
              <a:ahLst/>
              <a:cxnLst/>
              <a:rect l="0" t="0" r="0" b="0"/>
              <a:pathLst>
                <a:path w="14487" h="48521">
                  <a:moveTo>
                    <a:pt x="14487" y="0"/>
                  </a:moveTo>
                  <a:lnTo>
                    <a:pt x="0" y="48521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7" name="Pose_3__6186">
              <a:extLst>
                <a:ext uri="{FF2B5EF4-FFF2-40B4-BE49-F238E27FC236}">
                  <a16:creationId xmlns:a16="http://schemas.microsoft.com/office/drawing/2014/main" id="{046AE5BB-ACF1-0A96-A1C6-A67696AFF661}"/>
                </a:ext>
              </a:extLst>
            </p:cNvPr>
            <p:cNvSpPr>
              <a:spLocks noGrp="1"/>
            </p:cNvSpPr>
            <p:nvPr/>
          </p:nvSpPr>
          <p:spPr>
            <a:xfrm>
              <a:off x="16013445" y="2346668"/>
              <a:ext cx="111232" cy="22271"/>
            </a:xfrm>
            <a:custGeom>
              <a:avLst/>
              <a:gdLst/>
              <a:ahLst/>
              <a:cxnLst/>
              <a:rect l="0" t="0" r="0" b="0"/>
              <a:pathLst>
                <a:path w="111232" h="22271">
                  <a:moveTo>
                    <a:pt x="111232" y="0"/>
                  </a:moveTo>
                  <a:lnTo>
                    <a:pt x="0" y="22271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8" name="Pose_3__6187">
              <a:extLst>
                <a:ext uri="{FF2B5EF4-FFF2-40B4-BE49-F238E27FC236}">
                  <a16:creationId xmlns:a16="http://schemas.microsoft.com/office/drawing/2014/main" id="{E0D326E2-5390-D1D0-2DA6-EF3192DB877A}"/>
                </a:ext>
              </a:extLst>
            </p:cNvPr>
            <p:cNvSpPr>
              <a:spLocks noGrp="1"/>
            </p:cNvSpPr>
            <p:nvPr/>
          </p:nvSpPr>
          <p:spPr>
            <a:xfrm>
              <a:off x="15954375" y="2368939"/>
              <a:ext cx="59070" cy="10883"/>
            </a:xfrm>
            <a:custGeom>
              <a:avLst/>
              <a:gdLst/>
              <a:ahLst/>
              <a:cxnLst/>
              <a:rect l="0" t="0" r="0" b="0"/>
              <a:pathLst>
                <a:path w="59070" h="10883">
                  <a:moveTo>
                    <a:pt x="59070" y="0"/>
                  </a:moveTo>
                  <a:lnTo>
                    <a:pt x="0" y="10883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89" name="Pose_3__6188">
              <a:extLst>
                <a:ext uri="{FF2B5EF4-FFF2-40B4-BE49-F238E27FC236}">
                  <a16:creationId xmlns:a16="http://schemas.microsoft.com/office/drawing/2014/main" id="{872514A9-8ECC-B4C6-A46E-C79D7D7B6E74}"/>
                </a:ext>
              </a:extLst>
            </p:cNvPr>
            <p:cNvSpPr>
              <a:spLocks noGrp="1"/>
            </p:cNvSpPr>
            <p:nvPr/>
          </p:nvSpPr>
          <p:spPr>
            <a:xfrm>
              <a:off x="16139164" y="2269412"/>
              <a:ext cx="64303" cy="28735"/>
            </a:xfrm>
            <a:custGeom>
              <a:avLst/>
              <a:gdLst/>
              <a:ahLst/>
              <a:cxnLst/>
              <a:rect l="0" t="0" r="0" b="0"/>
              <a:pathLst>
                <a:path w="64303" h="28735">
                  <a:moveTo>
                    <a:pt x="0" y="28735"/>
                  </a:moveTo>
                  <a:lnTo>
                    <a:pt x="64303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0" name="Pose_3__6189">
              <a:extLst>
                <a:ext uri="{FF2B5EF4-FFF2-40B4-BE49-F238E27FC236}">
                  <a16:creationId xmlns:a16="http://schemas.microsoft.com/office/drawing/2014/main" id="{CA0AB2F7-2484-FF12-53CB-CC001D6D1205}"/>
                </a:ext>
              </a:extLst>
            </p:cNvPr>
            <p:cNvSpPr>
              <a:spLocks noGrp="1"/>
            </p:cNvSpPr>
            <p:nvPr/>
          </p:nvSpPr>
          <p:spPr>
            <a:xfrm>
              <a:off x="16203466" y="2269412"/>
              <a:ext cx="101874" cy="64009"/>
            </a:xfrm>
            <a:custGeom>
              <a:avLst/>
              <a:gdLst/>
              <a:ahLst/>
              <a:cxnLst/>
              <a:rect l="0" t="0" r="0" b="0"/>
              <a:pathLst>
                <a:path w="101874" h="64009">
                  <a:moveTo>
                    <a:pt x="0" y="0"/>
                  </a:moveTo>
                  <a:lnTo>
                    <a:pt x="101874" y="64009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1" name="Pose_3__6190">
              <a:extLst>
                <a:ext uri="{FF2B5EF4-FFF2-40B4-BE49-F238E27FC236}">
                  <a16:creationId xmlns:a16="http://schemas.microsoft.com/office/drawing/2014/main" id="{B7331777-572B-80F5-0423-B101EB02F5D4}"/>
                </a:ext>
              </a:extLst>
            </p:cNvPr>
            <p:cNvSpPr>
              <a:spLocks noGrp="1"/>
            </p:cNvSpPr>
            <p:nvPr/>
          </p:nvSpPr>
          <p:spPr>
            <a:xfrm>
              <a:off x="16305340" y="2333421"/>
              <a:ext cx="17660" cy="86734"/>
            </a:xfrm>
            <a:custGeom>
              <a:avLst/>
              <a:gdLst/>
              <a:ahLst/>
              <a:cxnLst/>
              <a:rect l="0" t="0" r="0" b="0"/>
              <a:pathLst>
                <a:path w="17660" h="86734">
                  <a:moveTo>
                    <a:pt x="0" y="0"/>
                  </a:moveTo>
                  <a:lnTo>
                    <a:pt x="17660" y="86734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2" name="Pose_3__6191">
              <a:extLst>
                <a:ext uri="{FF2B5EF4-FFF2-40B4-BE49-F238E27FC236}">
                  <a16:creationId xmlns:a16="http://schemas.microsoft.com/office/drawing/2014/main" id="{3267A000-1D99-F64C-2C88-07832DF21885}"/>
                </a:ext>
              </a:extLst>
            </p:cNvPr>
            <p:cNvSpPr>
              <a:spLocks noGrp="1"/>
            </p:cNvSpPr>
            <p:nvPr/>
          </p:nvSpPr>
          <p:spPr>
            <a:xfrm>
              <a:off x="16240210" y="2420154"/>
              <a:ext cx="82790" cy="18647"/>
            </a:xfrm>
            <a:custGeom>
              <a:avLst/>
              <a:gdLst/>
              <a:ahLst/>
              <a:cxnLst/>
              <a:rect l="0" t="0" r="0" b="0"/>
              <a:pathLst>
                <a:path w="82790" h="18647">
                  <a:moveTo>
                    <a:pt x="82790" y="0"/>
                  </a:moveTo>
                  <a:lnTo>
                    <a:pt x="0" y="18647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3" name="Pose_3__6192">
              <a:extLst>
                <a:ext uri="{FF2B5EF4-FFF2-40B4-BE49-F238E27FC236}">
                  <a16:creationId xmlns:a16="http://schemas.microsoft.com/office/drawing/2014/main" id="{F89EC540-68C1-1182-DD5C-7A99E22E2208}"/>
                </a:ext>
              </a:extLst>
            </p:cNvPr>
            <p:cNvSpPr>
              <a:spLocks noGrp="1"/>
            </p:cNvSpPr>
            <p:nvPr/>
          </p:nvSpPr>
          <p:spPr>
            <a:xfrm>
              <a:off x="16124676" y="2346668"/>
              <a:ext cx="115534" cy="92134"/>
            </a:xfrm>
            <a:custGeom>
              <a:avLst/>
              <a:gdLst/>
              <a:ahLst/>
              <a:cxnLst/>
              <a:rect l="0" t="0" r="0" b="0"/>
              <a:pathLst>
                <a:path w="115534" h="92134">
                  <a:moveTo>
                    <a:pt x="115534" y="92134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4" name="Pose_3__6193">
              <a:extLst>
                <a:ext uri="{FF2B5EF4-FFF2-40B4-BE49-F238E27FC236}">
                  <a16:creationId xmlns:a16="http://schemas.microsoft.com/office/drawing/2014/main" id="{B0864552-B352-9BF2-2540-600235A7BFCA}"/>
                </a:ext>
              </a:extLst>
            </p:cNvPr>
            <p:cNvSpPr>
              <a:spLocks noGrp="1"/>
            </p:cNvSpPr>
            <p:nvPr/>
          </p:nvSpPr>
          <p:spPr>
            <a:xfrm>
              <a:off x="15878327" y="2378224"/>
              <a:ext cx="76048" cy="1597"/>
            </a:xfrm>
            <a:custGeom>
              <a:avLst/>
              <a:gdLst/>
              <a:ahLst/>
              <a:cxnLst/>
              <a:rect l="0" t="0" r="0" b="0"/>
              <a:pathLst>
                <a:path w="76048" h="1597">
                  <a:moveTo>
                    <a:pt x="76048" y="1597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5" name="Pose_3__6194">
              <a:extLst>
                <a:ext uri="{FF2B5EF4-FFF2-40B4-BE49-F238E27FC236}">
                  <a16:creationId xmlns:a16="http://schemas.microsoft.com/office/drawing/2014/main" id="{504401AE-94A7-ED5F-6201-11DFEC7A1CB2}"/>
                </a:ext>
              </a:extLst>
            </p:cNvPr>
            <p:cNvSpPr>
              <a:spLocks noGrp="1"/>
            </p:cNvSpPr>
            <p:nvPr/>
          </p:nvSpPr>
          <p:spPr>
            <a:xfrm>
              <a:off x="15776475" y="2317072"/>
              <a:ext cx="101852" cy="61152"/>
            </a:xfrm>
            <a:custGeom>
              <a:avLst/>
              <a:gdLst/>
              <a:ahLst/>
              <a:cxnLst/>
              <a:rect l="0" t="0" r="0" b="0"/>
              <a:pathLst>
                <a:path w="101852" h="61152">
                  <a:moveTo>
                    <a:pt x="101852" y="61152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E36A7C"/>
              </a:solidFill>
            </a:ln>
          </p:spPr>
        </p:sp>
        <p:sp>
          <p:nvSpPr>
            <p:cNvPr id="6196" name="Pose_3__6195">
              <a:extLst>
                <a:ext uri="{FF2B5EF4-FFF2-40B4-BE49-F238E27FC236}">
                  <a16:creationId xmlns:a16="http://schemas.microsoft.com/office/drawing/2014/main" id="{DB628093-FFB2-C97B-293E-AF6376E2D989}"/>
                </a:ext>
              </a:extLst>
            </p:cNvPr>
            <p:cNvSpPr>
              <a:spLocks noGrp="1"/>
            </p:cNvSpPr>
            <p:nvPr/>
          </p:nvSpPr>
          <p:spPr>
            <a:xfrm>
              <a:off x="15919133" y="234457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  <p:sp>
          <p:nvSpPr>
            <p:cNvPr id="6197" name="Pose_3__6196">
              <a:extLst>
                <a:ext uri="{FF2B5EF4-FFF2-40B4-BE49-F238E27FC236}">
                  <a16:creationId xmlns:a16="http://schemas.microsoft.com/office/drawing/2014/main" id="{BE3C5F8C-00E4-5E8E-CECF-809A907C782B}"/>
                </a:ext>
              </a:extLst>
            </p:cNvPr>
            <p:cNvSpPr>
              <a:spLocks noGrp="1"/>
            </p:cNvSpPr>
            <p:nvPr/>
          </p:nvSpPr>
          <p:spPr>
            <a:xfrm>
              <a:off x="16008345" y="2272029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198" name="Pose_3__6197">
              <a:extLst>
                <a:ext uri="{FF2B5EF4-FFF2-40B4-BE49-F238E27FC236}">
                  <a16:creationId xmlns:a16="http://schemas.microsoft.com/office/drawing/2014/main" id="{F44D8A90-FF9D-5EA7-7342-EB206584C37D}"/>
                </a:ext>
              </a:extLst>
            </p:cNvPr>
            <p:cNvSpPr>
              <a:spLocks noGrp="1"/>
            </p:cNvSpPr>
            <p:nvPr/>
          </p:nvSpPr>
          <p:spPr>
            <a:xfrm>
              <a:off x="16103921" y="2262904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199" name="Pose_3__6198">
              <a:extLst>
                <a:ext uri="{FF2B5EF4-FFF2-40B4-BE49-F238E27FC236}">
                  <a16:creationId xmlns:a16="http://schemas.microsoft.com/office/drawing/2014/main" id="{CE8F0746-CC74-7F96-524E-A48036669B73}"/>
                </a:ext>
              </a:extLst>
            </p:cNvPr>
            <p:cNvSpPr>
              <a:spLocks noGrp="1"/>
            </p:cNvSpPr>
            <p:nvPr/>
          </p:nvSpPr>
          <p:spPr>
            <a:xfrm>
              <a:off x="16089434" y="2311425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0" name="Pose_3__6199">
              <a:extLst>
                <a:ext uri="{FF2B5EF4-FFF2-40B4-BE49-F238E27FC236}">
                  <a16:creationId xmlns:a16="http://schemas.microsoft.com/office/drawing/2014/main" id="{EE47E988-9217-987E-A170-1F9322AD7107}"/>
                </a:ext>
              </a:extLst>
            </p:cNvPr>
            <p:cNvSpPr>
              <a:spLocks noGrp="1"/>
            </p:cNvSpPr>
            <p:nvPr/>
          </p:nvSpPr>
          <p:spPr>
            <a:xfrm>
              <a:off x="15978202" y="2333696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1" name="Pose_3__6200">
              <a:extLst>
                <a:ext uri="{FF2B5EF4-FFF2-40B4-BE49-F238E27FC236}">
                  <a16:creationId xmlns:a16="http://schemas.microsoft.com/office/drawing/2014/main" id="{9CCAB360-4AE4-2759-267B-2D90DB11554E}"/>
                </a:ext>
              </a:extLst>
            </p:cNvPr>
            <p:cNvSpPr>
              <a:spLocks noGrp="1"/>
            </p:cNvSpPr>
            <p:nvPr/>
          </p:nvSpPr>
          <p:spPr>
            <a:xfrm>
              <a:off x="16168224" y="223416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  <p:sp>
          <p:nvSpPr>
            <p:cNvPr id="6202" name="Pose_3__6201">
              <a:extLst>
                <a:ext uri="{FF2B5EF4-FFF2-40B4-BE49-F238E27FC236}">
                  <a16:creationId xmlns:a16="http://schemas.microsoft.com/office/drawing/2014/main" id="{8A66F5F8-A760-9788-B060-809E7AC58186}"/>
                </a:ext>
              </a:extLst>
            </p:cNvPr>
            <p:cNvSpPr>
              <a:spLocks noGrp="1"/>
            </p:cNvSpPr>
            <p:nvPr/>
          </p:nvSpPr>
          <p:spPr>
            <a:xfrm>
              <a:off x="16270098" y="2298178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3" name="Pose_3__6202">
              <a:extLst>
                <a:ext uri="{FF2B5EF4-FFF2-40B4-BE49-F238E27FC236}">
                  <a16:creationId xmlns:a16="http://schemas.microsoft.com/office/drawing/2014/main" id="{20833869-DDD2-DFCC-2C00-D6F96FE02CF9}"/>
                </a:ext>
              </a:extLst>
            </p:cNvPr>
            <p:cNvSpPr>
              <a:spLocks noGrp="1"/>
            </p:cNvSpPr>
            <p:nvPr/>
          </p:nvSpPr>
          <p:spPr>
            <a:xfrm>
              <a:off x="16287758" y="2384912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4" name="Pose_3__6203">
              <a:extLst>
                <a:ext uri="{FF2B5EF4-FFF2-40B4-BE49-F238E27FC236}">
                  <a16:creationId xmlns:a16="http://schemas.microsoft.com/office/drawing/2014/main" id="{4A80E92D-EBBD-A15F-A869-B3CCC6561CA4}"/>
                </a:ext>
              </a:extLst>
            </p:cNvPr>
            <p:cNvSpPr>
              <a:spLocks noGrp="1"/>
            </p:cNvSpPr>
            <p:nvPr/>
          </p:nvSpPr>
          <p:spPr>
            <a:xfrm>
              <a:off x="16204968" y="2403559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5" name="Pose_3__6204">
              <a:extLst>
                <a:ext uri="{FF2B5EF4-FFF2-40B4-BE49-F238E27FC236}">
                  <a16:creationId xmlns:a16="http://schemas.microsoft.com/office/drawing/2014/main" id="{BF7B82F5-8022-3C79-C269-032662EA1199}"/>
                </a:ext>
              </a:extLst>
            </p:cNvPr>
            <p:cNvSpPr>
              <a:spLocks noGrp="1"/>
            </p:cNvSpPr>
            <p:nvPr/>
          </p:nvSpPr>
          <p:spPr>
            <a:xfrm>
              <a:off x="15843085" y="2342982"/>
              <a:ext cx="70485" cy="70485"/>
            </a:xfrm>
            <a:prstGeom prst="ellipse">
              <a:avLst/>
            </a:prstGeom>
            <a:solidFill>
              <a:srgbClr val="E36A7C"/>
            </a:solidFill>
            <a:ln w="4286">
              <a:solidFill>
                <a:srgbClr val="FFFFFF"/>
              </a:solidFill>
            </a:ln>
          </p:spPr>
        </p:sp>
        <p:sp>
          <p:nvSpPr>
            <p:cNvPr id="6206" name="Pose_3__6205">
              <a:extLst>
                <a:ext uri="{FF2B5EF4-FFF2-40B4-BE49-F238E27FC236}">
                  <a16:creationId xmlns:a16="http://schemas.microsoft.com/office/drawing/2014/main" id="{CD53F0DD-E171-F252-6F59-DE2E3ACA9820}"/>
                </a:ext>
              </a:extLst>
            </p:cNvPr>
            <p:cNvSpPr>
              <a:spLocks noGrp="1"/>
            </p:cNvSpPr>
            <p:nvPr/>
          </p:nvSpPr>
          <p:spPr>
            <a:xfrm>
              <a:off x="15741233" y="2281829"/>
              <a:ext cx="70485" cy="70485"/>
            </a:xfrm>
            <a:prstGeom prst="ellipse">
              <a:avLst/>
            </a:prstGeom>
            <a:solidFill>
              <a:srgbClr val="E98B99"/>
            </a:solidFill>
            <a:ln w="4286">
              <a:solidFill>
                <a:srgbClr val="FFFFFF"/>
              </a:solidFill>
            </a:ln>
          </p:spPr>
        </p:sp>
      </p:grpSp>
      <p:grpSp>
        <p:nvGrpSpPr>
          <p:cNvPr id="6245" name="label">
            <a:extLst>
              <a:ext uri="{FF2B5EF4-FFF2-40B4-BE49-F238E27FC236}">
                <a16:creationId xmlns:a16="http://schemas.microsoft.com/office/drawing/2014/main" id="{DC7FD695-7181-0ABA-E73E-0E1837579DDC}"/>
              </a:ext>
            </a:extLst>
          </p:cNvPr>
          <p:cNvGrpSpPr/>
          <p:nvPr/>
        </p:nvGrpSpPr>
        <p:grpSpPr>
          <a:xfrm>
            <a:off x="222250" y="5501217"/>
            <a:ext cx="9207500" cy="687917"/>
            <a:chOff x="400050" y="5219700"/>
            <a:chExt cx="16573500" cy="1238250"/>
          </a:xfrm>
        </p:grpSpPr>
        <p:sp>
          <p:nvSpPr>
            <p:cNvPr id="6207" name="label__6206">
              <a:extLst>
                <a:ext uri="{FF2B5EF4-FFF2-40B4-BE49-F238E27FC236}">
                  <a16:creationId xmlns:a16="http://schemas.microsoft.com/office/drawing/2014/main" id="{BA5C3986-B569-288E-E785-F7025FB4A262}"/>
                </a:ext>
              </a:extLst>
            </p:cNvPr>
            <p:cNvSpPr>
              <a:spLocks noGrp="1"/>
            </p:cNvSpPr>
            <p:nvPr/>
          </p:nvSpPr>
          <p:spPr>
            <a:xfrm>
              <a:off x="14563725" y="5219700"/>
              <a:ext cx="2409825" cy="26670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ctr">
                <a:defRPr sz="1500" b="0">
                  <a:solidFill>
                    <a:srgbClr val="263442"/>
                  </a:solidFill>
                  <a:latin typeface="Arial"/>
                  <a:ea typeface="Arial"/>
                  <a:cs typeface="Arial"/>
                </a:defRPr>
              </a:pPr>
              <a:r>
                <a:rPr sz="833">
                  <a:solidFill>
                    <a:srgbClr val="263442"/>
                  </a:solidFill>
                  <a:latin typeface="Arial"/>
                  <a:ea typeface="Arial"/>
                  <a:cs typeface="Arial"/>
                </a:rPr>
                <a:t>All-atom reconstruction</a:t>
              </a:r>
            </a:p>
          </p:txBody>
        </p:sp>
        <p:sp>
          <p:nvSpPr>
            <p:cNvPr id="6208" name="label__6207">
              <a:extLst>
                <a:ext uri="{FF2B5EF4-FFF2-40B4-BE49-F238E27FC236}">
                  <a16:creationId xmlns:a16="http://schemas.microsoft.com/office/drawing/2014/main" id="{C535CDDC-8A26-5D50-D04A-63F45B662A98}"/>
                </a:ext>
              </a:extLst>
            </p:cNvPr>
            <p:cNvSpPr>
              <a:spLocks noGrp="1"/>
            </p:cNvSpPr>
            <p:nvPr/>
          </p:nvSpPr>
          <p:spPr>
            <a:xfrm>
              <a:off x="400050" y="6248400"/>
              <a:ext cx="12382500" cy="209550"/>
            </a:xfrm>
            <a:prstGeom prst="rect">
              <a:avLst/>
            </a:prstGeom>
            <a:noFill/>
            <a:ln w="0">
              <a:noFill/>
            </a:ln>
          </p:spPr>
          <p:txBody>
            <a:bodyPr wrap="none" lIns="0" tIns="0" rIns="0" bIns="0" anchor="ctr">
              <a:noAutofit/>
            </a:bodyPr>
            <a:lstStyle/>
            <a:p>
              <a:pPr algn="l">
                <a:defRPr sz="1125" b="0">
                  <a:solidFill>
                    <a:srgbClr val="687780"/>
                  </a:solidFill>
                  <a:latin typeface="Arial"/>
                  <a:ea typeface="Arial"/>
                  <a:cs typeface="Arial"/>
                </a:defRPr>
              </a:pPr>
              <a:r>
                <a:rPr sz="625" dirty="0">
                  <a:solidFill>
                    <a:srgbClr val="687780"/>
                  </a:solidFill>
                  <a:latin typeface="Arial"/>
                  <a:ea typeface="Arial"/>
                  <a:cs typeface="Arial"/>
                </a:rPr>
                <a:t>Schematic workflow; colors track ligand identities</a:t>
              </a:r>
            </a:p>
          </p:txBody>
        </p:sp>
      </p:grpSp>
      <p:sp>
        <p:nvSpPr>
          <p:cNvPr id="1973" name="label__4139">
            <a:extLst>
              <a:ext uri="{FF2B5EF4-FFF2-40B4-BE49-F238E27FC236}">
                <a16:creationId xmlns:a16="http://schemas.microsoft.com/office/drawing/2014/main" id="{D4AA230B-B686-34F2-2F91-5B4391746BDC}"/>
              </a:ext>
            </a:extLst>
          </p:cNvPr>
          <p:cNvSpPr>
            <a:spLocks noGrp="1"/>
          </p:cNvSpPr>
          <p:nvPr/>
        </p:nvSpPr>
        <p:spPr>
          <a:xfrm>
            <a:off x="6003546" y="5436218"/>
            <a:ext cx="423333" cy="158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425" b="0">
                <a:solidFill>
                  <a:srgbClr val="5C6570"/>
                </a:solidFill>
                <a:latin typeface="Arial"/>
                <a:ea typeface="Arial"/>
                <a:cs typeface="Arial"/>
              </a:defRPr>
            </a:pPr>
            <a:r>
              <a:rPr lang="en-US" sz="792" dirty="0">
                <a:solidFill>
                  <a:srgbClr val="5C6570"/>
                </a:solidFill>
                <a:latin typeface="Arial"/>
                <a:ea typeface="Arial"/>
                <a:cs typeface="Arial"/>
              </a:rPr>
              <a:t>R</a:t>
            </a:r>
            <a:r>
              <a:rPr sz="792" dirty="0">
                <a:solidFill>
                  <a:srgbClr val="5C6570"/>
                </a:solidFill>
                <a:latin typeface="Arial"/>
                <a:ea typeface="Arial"/>
                <a:cs typeface="Arial"/>
              </a:rPr>
              <a:t>eject</a:t>
            </a:r>
          </a:p>
        </p:txBody>
      </p:sp>
    </p:spTree>
    <p:extLst>
      <p:ext uri="{BB962C8B-B14F-4D97-AF65-F5344CB8AC3E}">
        <p14:creationId xmlns:p14="http://schemas.microsoft.com/office/powerpoint/2010/main" val="4008996287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20838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矩形 69">
            <a:extLst>
              <a:ext uri="{FF2B5EF4-FFF2-40B4-BE49-F238E27FC236}">
                <a16:creationId xmlns:a16="http://schemas.microsoft.com/office/drawing/2014/main" id="{D838C12F-C369-4CAD-A27D-CDDC008453CD}"/>
              </a:ext>
            </a:extLst>
          </p:cNvPr>
          <p:cNvSpPr>
            <a:spLocks noGrp="1"/>
          </p:cNvSpPr>
          <p:nvPr/>
        </p:nvSpPr>
        <p:spPr>
          <a:xfrm>
            <a:off x="18520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Global context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4834CB52-7640-42CD-BB27-53D15228C7D6}"/>
              </a:ext>
            </a:extLst>
          </p:cNvPr>
          <p:cNvSpPr>
            <a:spLocks noGrp="1"/>
          </p:cNvSpPr>
          <p:nvPr/>
        </p:nvSpPr>
        <p:spPr>
          <a:xfrm>
            <a:off x="18520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structure + map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A4DAF2A8-36D6-4F43-AF63-3D8C6EA411F7}"/>
              </a:ext>
            </a:extLst>
          </p:cNvPr>
          <p:cNvSpPr>
            <a:spLocks noGrp="1"/>
          </p:cNvSpPr>
          <p:nvPr/>
        </p:nvSpPr>
        <p:spPr>
          <a:xfrm>
            <a:off x="2010833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Ligand reference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DA8528BD-2E22-49C9-B5B1-B743B5C0775C}"/>
              </a:ext>
            </a:extLst>
          </p:cNvPr>
          <p:cNvSpPr>
            <a:spLocks noGrp="1"/>
          </p:cNvSpPr>
          <p:nvPr/>
        </p:nvSpPr>
        <p:spPr>
          <a:xfrm>
            <a:off x="2010833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receptor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320872BD-5F5B-47A9-A107-89A0343D4F20}"/>
              </a:ext>
            </a:extLst>
          </p:cNvPr>
          <p:cNvSpPr>
            <a:spLocks noGrp="1"/>
          </p:cNvSpPr>
          <p:nvPr/>
        </p:nvSpPr>
        <p:spPr>
          <a:xfrm>
            <a:off x="383645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Find_1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8DA73BF2-3FB1-4ED3-8527-D637AF2C8911}"/>
              </a:ext>
            </a:extLst>
          </p:cNvPr>
          <p:cNvSpPr>
            <a:spLocks noGrp="1"/>
          </p:cNvSpPr>
          <p:nvPr/>
        </p:nvSpPr>
        <p:spPr>
          <a:xfrm>
            <a:off x="383645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Deposited receptor · Gaussian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EC3A6FF7-72C0-433F-8FCF-B8C42171CF48}"/>
              </a:ext>
            </a:extLst>
          </p:cNvPr>
          <p:cNvSpPr>
            <a:spLocks noGrp="1"/>
          </p:cNvSpPr>
          <p:nvPr/>
        </p:nvSpPr>
        <p:spPr>
          <a:xfrm>
            <a:off x="5662083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Find_1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BA791628-011F-485B-B277-4F0FE6833337}"/>
              </a:ext>
            </a:extLst>
          </p:cNvPr>
          <p:cNvSpPr>
            <a:spLocks noGrp="1"/>
          </p:cNvSpPr>
          <p:nvPr/>
        </p:nvSpPr>
        <p:spPr>
          <a:xfrm>
            <a:off x="5662083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CryoAtom2 receptor · Gaussian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61A65F0C-13CB-4146-B090-661CE3E269F4}"/>
              </a:ext>
            </a:extLst>
          </p:cNvPr>
          <p:cNvSpPr>
            <a:spLocks noGrp="1"/>
          </p:cNvSpPr>
          <p:nvPr/>
        </p:nvSpPr>
        <p:spPr>
          <a:xfrm>
            <a:off x="7487708" y="1696508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6B78BF2D-F03A-47FF-B1D2-E58BF82DF44D}"/>
              </a:ext>
            </a:extLst>
          </p:cNvPr>
          <p:cNvSpPr>
            <a:spLocks noGrp="1"/>
          </p:cNvSpPr>
          <p:nvPr/>
        </p:nvSpPr>
        <p:spPr>
          <a:xfrm>
            <a:off x="7487708" y="1908175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No receptor input</a:t>
            </a:r>
          </a:p>
        </p:txBody>
      </p:sp>
      <p:sp>
        <p:nvSpPr>
          <p:cNvPr id="11" name="任意多边形: 形状 10">
            <a:extLst>
              <a:ext uri="{FF2B5EF4-FFF2-40B4-BE49-F238E27FC236}">
                <a16:creationId xmlns:a16="http://schemas.microsoft.com/office/drawing/2014/main" id="{C2F8C6C0-D9AC-4116-BEDF-6A9F57DA92A7}"/>
              </a:ext>
            </a:extLst>
          </p:cNvPr>
          <p:cNvSpPr>
            <a:spLocks noGrp="1"/>
          </p:cNvSpPr>
          <p:nvPr/>
        </p:nvSpPr>
        <p:spPr>
          <a:xfrm>
            <a:off x="185208" y="2119842"/>
            <a:ext cx="9022292" cy="53"/>
          </a:xfrm>
          <a:custGeom>
            <a:avLst/>
            <a:gdLst/>
            <a:ahLst/>
            <a:cxnLst/>
            <a:rect l="0" t="0" r="0" b="0"/>
            <a:pathLst>
              <a:path w="16240125" h="95">
                <a:moveTo>
                  <a:pt x="0" y="0"/>
                </a:moveTo>
                <a:lnTo>
                  <a:pt x="16240125" y="0"/>
                </a:lnTo>
              </a:path>
            </a:pathLst>
          </a:custGeom>
          <a:noFill/>
          <a:ln w="10478">
            <a:solidFill>
              <a:srgbClr val="89959C"/>
            </a:solidFill>
          </a:ln>
        </p:spPr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F4943175-CBE4-483A-A90F-2254CEB9541F}"/>
              </a:ext>
            </a:extLst>
          </p:cNvPr>
          <p:cNvSpPr>
            <a:spLocks noGrp="1"/>
          </p:cNvSpPr>
          <p:nvPr/>
        </p:nvSpPr>
        <p:spPr>
          <a:xfrm>
            <a:off x="185208" y="2236258"/>
            <a:ext cx="211667" cy="23389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55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41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a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FEC54646-2EB4-4923-8D35-7B6F22D35CE0}"/>
              </a:ext>
            </a:extLst>
          </p:cNvPr>
          <p:cNvSpPr>
            <a:spLocks noGrp="1"/>
          </p:cNvSpPr>
          <p:nvPr/>
        </p:nvSpPr>
        <p:spPr>
          <a:xfrm>
            <a:off x="433917" y="2252133"/>
            <a:ext cx="7408333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9Z3D  |  SAH A:801  |  EMD-73784  |  2.96 Å</a:t>
            </a:r>
          </a:p>
        </p:txBody>
      </p:sp>
      <p:pic>
        <p:nvPicPr>
          <p:cNvPr id="83" name="图片 82"/>
          <p:cNvPicPr>
            <a:picLocks noChangeAspect="1"/>
          </p:cNvPicPr>
          <p:nvPr/>
        </p:nvPicPr>
        <p:blipFill>
          <a:blip r:embed="rId3"/>
          <a:stretch/>
        </p:blipFill>
        <p:spPr>
          <a:xfrm>
            <a:off x="185208" y="2516717"/>
            <a:ext cx="1719792" cy="1433160"/>
          </a:xfrm>
          <a:prstGeom prst="rect">
            <a:avLst/>
          </a:prstGeom>
        </p:spPr>
      </p:pic>
      <p:pic>
        <p:nvPicPr>
          <p:cNvPr id="84" name="图片 83"/>
          <p:cNvPicPr>
            <a:picLocks noChangeAspect="1"/>
          </p:cNvPicPr>
          <p:nvPr/>
        </p:nvPicPr>
        <p:blipFill>
          <a:blip r:embed="rId4"/>
          <a:stretch/>
        </p:blipFill>
        <p:spPr>
          <a:xfrm>
            <a:off x="2010833" y="2516717"/>
            <a:ext cx="1719792" cy="1433160"/>
          </a:xfrm>
          <a:prstGeom prst="rect">
            <a:avLst/>
          </a:prstGeom>
        </p:spPr>
      </p:pic>
      <p:sp>
        <p:nvSpPr>
          <p:cNvPr id="16" name="任意多边形: 形状 15">
            <a:extLst>
              <a:ext uri="{FF2B5EF4-FFF2-40B4-BE49-F238E27FC236}">
                <a16:creationId xmlns:a16="http://schemas.microsoft.com/office/drawing/2014/main" id="{BFDF3A7D-92C7-4BD9-A84D-F92FC3093055}"/>
              </a:ext>
            </a:extLst>
          </p:cNvPr>
          <p:cNvSpPr>
            <a:spLocks noGrp="1"/>
          </p:cNvSpPr>
          <p:nvPr/>
        </p:nvSpPr>
        <p:spPr>
          <a:xfrm>
            <a:off x="3347796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2EC27007-D35D-4B29-A5EE-29896332D349}"/>
              </a:ext>
            </a:extLst>
          </p:cNvPr>
          <p:cNvSpPr>
            <a:spLocks noGrp="1"/>
          </p:cNvSpPr>
          <p:nvPr/>
        </p:nvSpPr>
        <p:spPr>
          <a:xfrm>
            <a:off x="3347796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87" name="图片 86"/>
          <p:cNvPicPr>
            <a:picLocks noChangeAspect="1"/>
          </p:cNvPicPr>
          <p:nvPr/>
        </p:nvPicPr>
        <p:blipFill>
          <a:blip r:embed="rId5"/>
          <a:stretch/>
        </p:blipFill>
        <p:spPr>
          <a:xfrm>
            <a:off x="3836458" y="2516717"/>
            <a:ext cx="1719792" cy="1433160"/>
          </a:xfrm>
          <a:prstGeom prst="rect">
            <a:avLst/>
          </a:prstGeom>
        </p:spPr>
      </p:pic>
      <p:sp>
        <p:nvSpPr>
          <p:cNvPr id="19" name="任意多边形: 形状 18">
            <a:extLst>
              <a:ext uri="{FF2B5EF4-FFF2-40B4-BE49-F238E27FC236}">
                <a16:creationId xmlns:a16="http://schemas.microsoft.com/office/drawing/2014/main" id="{0A49A8A8-065E-4E85-8E14-D6EDA73C9A62}"/>
              </a:ext>
            </a:extLst>
          </p:cNvPr>
          <p:cNvSpPr>
            <a:spLocks noGrp="1"/>
          </p:cNvSpPr>
          <p:nvPr/>
        </p:nvSpPr>
        <p:spPr>
          <a:xfrm>
            <a:off x="5173421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D6860990-1C0F-4830-B0D2-DA0F1F640EFB}"/>
              </a:ext>
            </a:extLst>
          </p:cNvPr>
          <p:cNvSpPr>
            <a:spLocks noGrp="1"/>
          </p:cNvSpPr>
          <p:nvPr/>
        </p:nvSpPr>
        <p:spPr>
          <a:xfrm>
            <a:off x="5173421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90" name="图片 89"/>
          <p:cNvPicPr>
            <a:picLocks noChangeAspect="1"/>
          </p:cNvPicPr>
          <p:nvPr/>
        </p:nvPicPr>
        <p:blipFill>
          <a:blip r:embed="rId6"/>
          <a:stretch/>
        </p:blipFill>
        <p:spPr>
          <a:xfrm>
            <a:off x="5662083" y="2516717"/>
            <a:ext cx="1719792" cy="1433160"/>
          </a:xfrm>
          <a:prstGeom prst="rect">
            <a:avLst/>
          </a:prstGeom>
        </p:spPr>
      </p:pic>
      <p:sp>
        <p:nvSpPr>
          <p:cNvPr id="22" name="任意多边形: 形状 21">
            <a:extLst>
              <a:ext uri="{FF2B5EF4-FFF2-40B4-BE49-F238E27FC236}">
                <a16:creationId xmlns:a16="http://schemas.microsoft.com/office/drawing/2014/main" id="{FE6B7693-9B1E-4D51-83E3-4B6C0AE5E615}"/>
              </a:ext>
            </a:extLst>
          </p:cNvPr>
          <p:cNvSpPr>
            <a:spLocks noGrp="1"/>
          </p:cNvSpPr>
          <p:nvPr/>
        </p:nvSpPr>
        <p:spPr>
          <a:xfrm>
            <a:off x="6999046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79E059D4-CCB0-411B-A349-4361A6CE7C9B}"/>
              </a:ext>
            </a:extLst>
          </p:cNvPr>
          <p:cNvSpPr>
            <a:spLocks noGrp="1"/>
          </p:cNvSpPr>
          <p:nvPr/>
        </p:nvSpPr>
        <p:spPr>
          <a:xfrm>
            <a:off x="6999046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93" name="图片 92"/>
          <p:cNvPicPr>
            <a:picLocks noChangeAspect="1"/>
          </p:cNvPicPr>
          <p:nvPr/>
        </p:nvPicPr>
        <p:blipFill>
          <a:blip r:embed="rId7"/>
          <a:stretch/>
        </p:blipFill>
        <p:spPr>
          <a:xfrm>
            <a:off x="7487708" y="2516717"/>
            <a:ext cx="1719792" cy="1433160"/>
          </a:xfrm>
          <a:prstGeom prst="rect">
            <a:avLst/>
          </a:prstGeom>
        </p:spPr>
      </p:pic>
      <p:sp>
        <p:nvSpPr>
          <p:cNvPr id="25" name="任意多边形: 形状 24">
            <a:extLst>
              <a:ext uri="{FF2B5EF4-FFF2-40B4-BE49-F238E27FC236}">
                <a16:creationId xmlns:a16="http://schemas.microsoft.com/office/drawing/2014/main" id="{28597C33-366A-4366-BAE4-93C8E5757F7E}"/>
              </a:ext>
            </a:extLst>
          </p:cNvPr>
          <p:cNvSpPr>
            <a:spLocks noGrp="1"/>
          </p:cNvSpPr>
          <p:nvPr/>
        </p:nvSpPr>
        <p:spPr>
          <a:xfrm>
            <a:off x="8824671" y="3859919"/>
            <a:ext cx="319329" cy="53"/>
          </a:xfrm>
          <a:custGeom>
            <a:avLst/>
            <a:gdLst/>
            <a:ahLst/>
            <a:cxnLst/>
            <a:rect l="0" t="0" r="0" b="0"/>
            <a:pathLst>
              <a:path w="574792" h="95">
                <a:moveTo>
                  <a:pt x="0" y="0"/>
                </a:moveTo>
                <a:lnTo>
                  <a:pt x="574792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A4BF139F-D12A-40CA-BE7F-968A3A84529A}"/>
              </a:ext>
            </a:extLst>
          </p:cNvPr>
          <p:cNvSpPr>
            <a:spLocks noGrp="1"/>
          </p:cNvSpPr>
          <p:nvPr/>
        </p:nvSpPr>
        <p:spPr>
          <a:xfrm>
            <a:off x="8824671" y="3690585"/>
            <a:ext cx="319329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6B0FBD3D-8D43-4315-903E-2B909BFB32A4}"/>
              </a:ext>
            </a:extLst>
          </p:cNvPr>
          <p:cNvSpPr>
            <a:spLocks noGrp="1"/>
          </p:cNvSpPr>
          <p:nvPr/>
        </p:nvSpPr>
        <p:spPr>
          <a:xfrm>
            <a:off x="937273" y="3157581"/>
            <a:ext cx="175121" cy="172079"/>
          </a:xfrm>
          <a:prstGeom prst="rect">
            <a:avLst/>
          </a:prstGeom>
          <a:noFill/>
          <a:ln w="19050">
            <a:solidFill>
              <a:srgbClr val="256D91"/>
            </a:solidFill>
          </a:ln>
        </p:spPr>
      </p:sp>
      <p:sp>
        <p:nvSpPr>
          <p:cNvPr id="28" name="任意多边形: 形状 27">
            <a:extLst>
              <a:ext uri="{FF2B5EF4-FFF2-40B4-BE49-F238E27FC236}">
                <a16:creationId xmlns:a16="http://schemas.microsoft.com/office/drawing/2014/main" id="{E0C01989-849D-49A7-AE7E-EC2585978826}"/>
              </a:ext>
            </a:extLst>
          </p:cNvPr>
          <p:cNvSpPr>
            <a:spLocks noGrp="1"/>
          </p:cNvSpPr>
          <p:nvPr/>
        </p:nvSpPr>
        <p:spPr>
          <a:xfrm>
            <a:off x="1112394" y="2622550"/>
            <a:ext cx="861398" cy="535031"/>
          </a:xfrm>
          <a:custGeom>
            <a:avLst/>
            <a:gdLst/>
            <a:ahLst/>
            <a:cxnLst/>
            <a:rect l="0" t="0" r="0" b="0"/>
            <a:pathLst>
              <a:path w="1550516" h="963055">
                <a:moveTo>
                  <a:pt x="0" y="963055"/>
                </a:moveTo>
                <a:lnTo>
                  <a:pt x="1550516" y="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29" name="任意多边形: 形状 28">
            <a:extLst>
              <a:ext uri="{FF2B5EF4-FFF2-40B4-BE49-F238E27FC236}">
                <a16:creationId xmlns:a16="http://schemas.microsoft.com/office/drawing/2014/main" id="{AD050F78-0F5C-4B77-A382-B7D9C2CDA58B}"/>
              </a:ext>
            </a:extLst>
          </p:cNvPr>
          <p:cNvSpPr>
            <a:spLocks noGrp="1"/>
          </p:cNvSpPr>
          <p:nvPr/>
        </p:nvSpPr>
        <p:spPr>
          <a:xfrm>
            <a:off x="1112394" y="3329660"/>
            <a:ext cx="861398" cy="514383"/>
          </a:xfrm>
          <a:custGeom>
            <a:avLst/>
            <a:gdLst/>
            <a:ahLst/>
            <a:cxnLst/>
            <a:rect l="0" t="0" r="0" b="0"/>
            <a:pathLst>
              <a:path w="1550516" h="925890">
                <a:moveTo>
                  <a:pt x="0" y="0"/>
                </a:moveTo>
                <a:lnTo>
                  <a:pt x="1550516" y="92589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1CDF101E-59BC-4E59-A1EF-3DA617594B78}"/>
              </a:ext>
            </a:extLst>
          </p:cNvPr>
          <p:cNvSpPr>
            <a:spLocks noGrp="1"/>
          </p:cNvSpPr>
          <p:nvPr/>
        </p:nvSpPr>
        <p:spPr>
          <a:xfrm>
            <a:off x="185208" y="4018669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Target ligand boxed</a:t>
            </a:r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A1DEDCEF-9206-4BC1-ABC8-8C497712857D}"/>
              </a:ext>
            </a:extLst>
          </p:cNvPr>
          <p:cNvSpPr>
            <a:spLocks noGrp="1"/>
          </p:cNvSpPr>
          <p:nvPr/>
        </p:nvSpPr>
        <p:spPr>
          <a:xfrm>
            <a:off x="2010833" y="4018669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Same ligand and local view</a:t>
            </a: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55D0CED8-38F7-487E-A58F-4E4CADA8DA3A}"/>
              </a:ext>
            </a:extLst>
          </p:cNvPr>
          <p:cNvSpPr>
            <a:spLocks noGrp="1"/>
          </p:cNvSpPr>
          <p:nvPr/>
        </p:nvSpPr>
        <p:spPr>
          <a:xfrm>
            <a:off x="3836458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0.885</a:t>
            </a: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26BAACE3-D958-4F8B-9935-914DEC48AFDD}"/>
              </a:ext>
            </a:extLst>
          </p:cNvPr>
          <p:cNvSpPr>
            <a:spLocks noGrp="1"/>
          </p:cNvSpPr>
          <p:nvPr/>
        </p:nvSpPr>
        <p:spPr>
          <a:xfrm>
            <a:off x="3836458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0.847     R  0.926</a:t>
            </a:r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071AFF1B-A1ED-4647-9533-1ACB10E4CF95}"/>
              </a:ext>
            </a:extLst>
          </p:cNvPr>
          <p:cNvSpPr>
            <a:spLocks noGrp="1"/>
          </p:cNvSpPr>
          <p:nvPr/>
        </p:nvSpPr>
        <p:spPr>
          <a:xfrm>
            <a:off x="5662083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0.875</a:t>
            </a:r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DF42131E-CC6D-4AA0-BEF3-F21094BA80EC}"/>
              </a:ext>
            </a:extLst>
          </p:cNvPr>
          <p:cNvSpPr>
            <a:spLocks noGrp="1"/>
          </p:cNvSpPr>
          <p:nvPr/>
        </p:nvSpPr>
        <p:spPr>
          <a:xfrm>
            <a:off x="5662083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0.833     R  0.922</a:t>
            </a:r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0488B2B1-C8B3-4E54-B46C-75D01C7BDA21}"/>
              </a:ext>
            </a:extLst>
          </p:cNvPr>
          <p:cNvSpPr>
            <a:spLocks noGrp="1"/>
          </p:cNvSpPr>
          <p:nvPr/>
        </p:nvSpPr>
        <p:spPr>
          <a:xfrm>
            <a:off x="7487708" y="3992210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0.633</a:t>
            </a: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9EDCFF1B-66FB-48DB-B4EF-19CB83B2996C}"/>
              </a:ext>
            </a:extLst>
          </p:cNvPr>
          <p:cNvSpPr>
            <a:spLocks noGrp="1"/>
          </p:cNvSpPr>
          <p:nvPr/>
        </p:nvSpPr>
        <p:spPr>
          <a:xfrm>
            <a:off x="7487708" y="4203877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 dirty="0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0.599     R  0.670</a:t>
            </a: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C88DE36B-573E-4B38-8ABA-A48E9597A54B}"/>
              </a:ext>
            </a:extLst>
          </p:cNvPr>
          <p:cNvSpPr>
            <a:spLocks noGrp="1"/>
          </p:cNvSpPr>
          <p:nvPr/>
        </p:nvSpPr>
        <p:spPr>
          <a:xfrm>
            <a:off x="185208" y="4469342"/>
            <a:ext cx="211667" cy="23389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55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41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b</a:t>
            </a:r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AE171612-446C-48B8-8360-86ED123EBE1D}"/>
              </a:ext>
            </a:extLst>
          </p:cNvPr>
          <p:cNvSpPr>
            <a:spLocks noGrp="1"/>
          </p:cNvSpPr>
          <p:nvPr/>
        </p:nvSpPr>
        <p:spPr>
          <a:xfrm>
            <a:off x="433917" y="4485217"/>
            <a:ext cx="7408333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9HJX  |  NAP B:500  |  EMD-52228  |  3.39 Å</a:t>
            </a:r>
          </a:p>
        </p:txBody>
      </p:sp>
      <p:pic>
        <p:nvPicPr>
          <p:cNvPr id="109" name="图片 108"/>
          <p:cNvPicPr>
            <a:picLocks noChangeAspect="1"/>
          </p:cNvPicPr>
          <p:nvPr/>
        </p:nvPicPr>
        <p:blipFill>
          <a:blip r:embed="rId8"/>
          <a:stretch/>
        </p:blipFill>
        <p:spPr>
          <a:xfrm>
            <a:off x="185208" y="4749800"/>
            <a:ext cx="1719792" cy="1433160"/>
          </a:xfrm>
          <a:prstGeom prst="rect">
            <a:avLst/>
          </a:prstGeom>
        </p:spPr>
      </p:pic>
      <p:pic>
        <p:nvPicPr>
          <p:cNvPr id="110" name="图片 109"/>
          <p:cNvPicPr>
            <a:picLocks noChangeAspect="1"/>
          </p:cNvPicPr>
          <p:nvPr/>
        </p:nvPicPr>
        <p:blipFill>
          <a:blip r:embed="rId9"/>
          <a:stretch/>
        </p:blipFill>
        <p:spPr>
          <a:xfrm>
            <a:off x="2010833" y="4749800"/>
            <a:ext cx="1719792" cy="1433160"/>
          </a:xfrm>
          <a:prstGeom prst="rect">
            <a:avLst/>
          </a:prstGeom>
        </p:spPr>
      </p:pic>
      <p:sp>
        <p:nvSpPr>
          <p:cNvPr id="42" name="任意多边形: 形状 41">
            <a:extLst>
              <a:ext uri="{FF2B5EF4-FFF2-40B4-BE49-F238E27FC236}">
                <a16:creationId xmlns:a16="http://schemas.microsoft.com/office/drawing/2014/main" id="{6C236D3F-B431-462A-96E3-F1DED8925D95}"/>
              </a:ext>
            </a:extLst>
          </p:cNvPr>
          <p:cNvSpPr>
            <a:spLocks noGrp="1"/>
          </p:cNvSpPr>
          <p:nvPr/>
        </p:nvSpPr>
        <p:spPr>
          <a:xfrm>
            <a:off x="3395992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BA37FBCE-9DB6-4330-9742-413EFF299BFD}"/>
              </a:ext>
            </a:extLst>
          </p:cNvPr>
          <p:cNvSpPr>
            <a:spLocks noGrp="1"/>
          </p:cNvSpPr>
          <p:nvPr/>
        </p:nvSpPr>
        <p:spPr>
          <a:xfrm>
            <a:off x="3395992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3" name="图片 112"/>
          <p:cNvPicPr>
            <a:picLocks noChangeAspect="1"/>
          </p:cNvPicPr>
          <p:nvPr/>
        </p:nvPicPr>
        <p:blipFill>
          <a:blip r:embed="rId10"/>
          <a:stretch/>
        </p:blipFill>
        <p:spPr>
          <a:xfrm>
            <a:off x="3836458" y="4749800"/>
            <a:ext cx="1719792" cy="1433160"/>
          </a:xfrm>
          <a:prstGeom prst="rect">
            <a:avLst/>
          </a:prstGeom>
        </p:spPr>
      </p:pic>
      <p:sp>
        <p:nvSpPr>
          <p:cNvPr id="45" name="任意多边形: 形状 44">
            <a:extLst>
              <a:ext uri="{FF2B5EF4-FFF2-40B4-BE49-F238E27FC236}">
                <a16:creationId xmlns:a16="http://schemas.microsoft.com/office/drawing/2014/main" id="{5132C4DB-A7DD-4804-B441-E7E1B30246E7}"/>
              </a:ext>
            </a:extLst>
          </p:cNvPr>
          <p:cNvSpPr>
            <a:spLocks noGrp="1"/>
          </p:cNvSpPr>
          <p:nvPr/>
        </p:nvSpPr>
        <p:spPr>
          <a:xfrm>
            <a:off x="5221617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id="{0AA98644-F546-44BB-8EC9-2882CFFAEE4F}"/>
              </a:ext>
            </a:extLst>
          </p:cNvPr>
          <p:cNvSpPr>
            <a:spLocks noGrp="1"/>
          </p:cNvSpPr>
          <p:nvPr/>
        </p:nvSpPr>
        <p:spPr>
          <a:xfrm>
            <a:off x="5221617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6" name="图片 115"/>
          <p:cNvPicPr>
            <a:picLocks noChangeAspect="1"/>
          </p:cNvPicPr>
          <p:nvPr/>
        </p:nvPicPr>
        <p:blipFill>
          <a:blip r:embed="rId11"/>
          <a:stretch/>
        </p:blipFill>
        <p:spPr>
          <a:xfrm>
            <a:off x="5662083" y="4749800"/>
            <a:ext cx="1719792" cy="1433160"/>
          </a:xfrm>
          <a:prstGeom prst="rect">
            <a:avLst/>
          </a:prstGeom>
        </p:spPr>
      </p:pic>
      <p:sp>
        <p:nvSpPr>
          <p:cNvPr id="48" name="任意多边形: 形状 47">
            <a:extLst>
              <a:ext uri="{FF2B5EF4-FFF2-40B4-BE49-F238E27FC236}">
                <a16:creationId xmlns:a16="http://schemas.microsoft.com/office/drawing/2014/main" id="{441F5B5C-9E7D-48A9-9CD9-2E5AA4246299}"/>
              </a:ext>
            </a:extLst>
          </p:cNvPr>
          <p:cNvSpPr>
            <a:spLocks noGrp="1"/>
          </p:cNvSpPr>
          <p:nvPr/>
        </p:nvSpPr>
        <p:spPr>
          <a:xfrm>
            <a:off x="7047242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D927CC7B-05F2-49A5-9D2B-22BA4B5F5ED5}"/>
              </a:ext>
            </a:extLst>
          </p:cNvPr>
          <p:cNvSpPr>
            <a:spLocks noGrp="1"/>
          </p:cNvSpPr>
          <p:nvPr/>
        </p:nvSpPr>
        <p:spPr>
          <a:xfrm>
            <a:off x="7047242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pic>
        <p:nvPicPr>
          <p:cNvPr id="119" name="图片 118"/>
          <p:cNvPicPr>
            <a:picLocks noChangeAspect="1"/>
          </p:cNvPicPr>
          <p:nvPr/>
        </p:nvPicPr>
        <p:blipFill>
          <a:blip r:embed="rId12"/>
          <a:stretch/>
        </p:blipFill>
        <p:spPr>
          <a:xfrm>
            <a:off x="7487708" y="4749800"/>
            <a:ext cx="1719792" cy="1433160"/>
          </a:xfrm>
          <a:prstGeom prst="rect">
            <a:avLst/>
          </a:prstGeom>
        </p:spPr>
      </p:pic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id="{E10C333A-1647-4EDB-B719-983064BA2162}"/>
              </a:ext>
            </a:extLst>
          </p:cNvPr>
          <p:cNvSpPr>
            <a:spLocks noGrp="1"/>
          </p:cNvSpPr>
          <p:nvPr/>
        </p:nvSpPr>
        <p:spPr>
          <a:xfrm>
            <a:off x="8872867" y="6093002"/>
            <a:ext cx="271133" cy="53"/>
          </a:xfrm>
          <a:custGeom>
            <a:avLst/>
            <a:gdLst/>
            <a:ahLst/>
            <a:cxnLst/>
            <a:rect l="0" t="0" r="0" b="0"/>
            <a:pathLst>
              <a:path w="488039" h="95">
                <a:moveTo>
                  <a:pt x="0" y="0"/>
                </a:moveTo>
                <a:lnTo>
                  <a:pt x="488039" y="0"/>
                </a:lnTo>
              </a:path>
            </a:pathLst>
          </a:custGeom>
          <a:noFill/>
          <a:ln w="28575">
            <a:solidFill>
              <a:srgbClr val="223139"/>
            </a:solidFill>
          </a:ln>
        </p:spPr>
      </p:sp>
      <p:sp>
        <p:nvSpPr>
          <p:cNvPr id="52" name="矩形 51">
            <a:extLst>
              <a:ext uri="{FF2B5EF4-FFF2-40B4-BE49-F238E27FC236}">
                <a16:creationId xmlns:a16="http://schemas.microsoft.com/office/drawing/2014/main" id="{38ADB37E-6600-481E-8ECA-F5E4C1960477}"/>
              </a:ext>
            </a:extLst>
          </p:cNvPr>
          <p:cNvSpPr>
            <a:spLocks noGrp="1"/>
          </p:cNvSpPr>
          <p:nvPr/>
        </p:nvSpPr>
        <p:spPr>
          <a:xfrm>
            <a:off x="8872867" y="5923669"/>
            <a:ext cx="27113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5 Å</a:t>
            </a:r>
          </a:p>
        </p:txBody>
      </p:sp>
      <p:sp>
        <p:nvSpPr>
          <p:cNvPr id="53" name="矩形 52">
            <a:extLst>
              <a:ext uri="{FF2B5EF4-FFF2-40B4-BE49-F238E27FC236}">
                <a16:creationId xmlns:a16="http://schemas.microsoft.com/office/drawing/2014/main" id="{CECCD44A-4E2F-4544-8913-6B63E7A54A07}"/>
              </a:ext>
            </a:extLst>
          </p:cNvPr>
          <p:cNvSpPr>
            <a:spLocks noGrp="1"/>
          </p:cNvSpPr>
          <p:nvPr/>
        </p:nvSpPr>
        <p:spPr>
          <a:xfrm>
            <a:off x="824746" y="5392706"/>
            <a:ext cx="183056" cy="193749"/>
          </a:xfrm>
          <a:prstGeom prst="rect">
            <a:avLst/>
          </a:prstGeom>
          <a:noFill/>
          <a:ln w="19050">
            <a:solidFill>
              <a:srgbClr val="256D91"/>
            </a:solidFill>
          </a:ln>
        </p:spPr>
      </p:sp>
      <p:sp>
        <p:nvSpPr>
          <p:cNvPr id="54" name="任意多边形: 形状 53">
            <a:extLst>
              <a:ext uri="{FF2B5EF4-FFF2-40B4-BE49-F238E27FC236}">
                <a16:creationId xmlns:a16="http://schemas.microsoft.com/office/drawing/2014/main" id="{F4BC0B42-A12B-4888-9A82-CC3562D8FA80}"/>
              </a:ext>
            </a:extLst>
          </p:cNvPr>
          <p:cNvSpPr>
            <a:spLocks noGrp="1"/>
          </p:cNvSpPr>
          <p:nvPr/>
        </p:nvSpPr>
        <p:spPr>
          <a:xfrm>
            <a:off x="1007803" y="4855633"/>
            <a:ext cx="965989" cy="537072"/>
          </a:xfrm>
          <a:custGeom>
            <a:avLst/>
            <a:gdLst/>
            <a:ahLst/>
            <a:cxnLst/>
            <a:rect l="0" t="0" r="0" b="0"/>
            <a:pathLst>
              <a:path w="1738781" h="966730">
                <a:moveTo>
                  <a:pt x="0" y="966730"/>
                </a:moveTo>
                <a:lnTo>
                  <a:pt x="1738781" y="0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id="{CDA31B18-A03B-4D12-BB8A-026549408991}"/>
              </a:ext>
            </a:extLst>
          </p:cNvPr>
          <p:cNvSpPr>
            <a:spLocks noGrp="1"/>
          </p:cNvSpPr>
          <p:nvPr/>
        </p:nvSpPr>
        <p:spPr>
          <a:xfrm>
            <a:off x="1007803" y="5586455"/>
            <a:ext cx="965989" cy="490672"/>
          </a:xfrm>
          <a:custGeom>
            <a:avLst/>
            <a:gdLst/>
            <a:ahLst/>
            <a:cxnLst/>
            <a:rect l="0" t="0" r="0" b="0"/>
            <a:pathLst>
              <a:path w="1738781" h="883209">
                <a:moveTo>
                  <a:pt x="0" y="0"/>
                </a:moveTo>
                <a:lnTo>
                  <a:pt x="1738781" y="883209"/>
                </a:lnTo>
              </a:path>
            </a:pathLst>
          </a:custGeom>
          <a:noFill/>
          <a:ln w="15240">
            <a:solidFill>
              <a:srgbClr val="256D91"/>
            </a:solidFill>
          </a:ln>
        </p:spPr>
      </p:sp>
      <p:sp>
        <p:nvSpPr>
          <p:cNvPr id="56" name="矩形 55">
            <a:extLst>
              <a:ext uri="{FF2B5EF4-FFF2-40B4-BE49-F238E27FC236}">
                <a16:creationId xmlns:a16="http://schemas.microsoft.com/office/drawing/2014/main" id="{5D49D4B3-DE5F-4C54-B007-134259C697A4}"/>
              </a:ext>
            </a:extLst>
          </p:cNvPr>
          <p:cNvSpPr>
            <a:spLocks noGrp="1"/>
          </p:cNvSpPr>
          <p:nvPr/>
        </p:nvSpPr>
        <p:spPr>
          <a:xfrm>
            <a:off x="185208" y="6251752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Target ligand boxed</a:t>
            </a:r>
          </a:p>
        </p:txBody>
      </p:sp>
      <p:sp>
        <p:nvSpPr>
          <p:cNvPr id="57" name="矩形 56">
            <a:extLst>
              <a:ext uri="{FF2B5EF4-FFF2-40B4-BE49-F238E27FC236}">
                <a16:creationId xmlns:a16="http://schemas.microsoft.com/office/drawing/2014/main" id="{9C966D28-28D3-4CBC-970A-F5E2B1F98DCA}"/>
              </a:ext>
            </a:extLst>
          </p:cNvPr>
          <p:cNvSpPr>
            <a:spLocks noGrp="1"/>
          </p:cNvSpPr>
          <p:nvPr/>
        </p:nvSpPr>
        <p:spPr>
          <a:xfrm>
            <a:off x="2010833" y="6251752"/>
            <a:ext cx="1719792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Same ligand and local view</a:t>
            </a:r>
          </a:p>
        </p:txBody>
      </p:sp>
      <p:sp>
        <p:nvSpPr>
          <p:cNvPr id="58" name="矩形 57">
            <a:extLst>
              <a:ext uri="{FF2B5EF4-FFF2-40B4-BE49-F238E27FC236}">
                <a16:creationId xmlns:a16="http://schemas.microsoft.com/office/drawing/2014/main" id="{67B53618-EA94-448D-BBAA-A6CDAF6BD6B5}"/>
              </a:ext>
            </a:extLst>
          </p:cNvPr>
          <p:cNvSpPr>
            <a:spLocks noGrp="1"/>
          </p:cNvSpPr>
          <p:nvPr/>
        </p:nvSpPr>
        <p:spPr>
          <a:xfrm>
            <a:off x="3836458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0.845</a:t>
            </a:r>
          </a:p>
        </p:txBody>
      </p:sp>
      <p:sp>
        <p:nvSpPr>
          <p:cNvPr id="59" name="矩形 58">
            <a:extLst>
              <a:ext uri="{FF2B5EF4-FFF2-40B4-BE49-F238E27FC236}">
                <a16:creationId xmlns:a16="http://schemas.microsoft.com/office/drawing/2014/main" id="{07D77760-5520-421E-B5E4-FBFD2A41020B}"/>
              </a:ext>
            </a:extLst>
          </p:cNvPr>
          <p:cNvSpPr>
            <a:spLocks noGrp="1"/>
          </p:cNvSpPr>
          <p:nvPr/>
        </p:nvSpPr>
        <p:spPr>
          <a:xfrm>
            <a:off x="3836458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0.803     R  0.891</a:t>
            </a:r>
          </a:p>
        </p:txBody>
      </p:sp>
      <p:sp>
        <p:nvSpPr>
          <p:cNvPr id="60" name="矩形 59">
            <a:extLst>
              <a:ext uri="{FF2B5EF4-FFF2-40B4-BE49-F238E27FC236}">
                <a16:creationId xmlns:a16="http://schemas.microsoft.com/office/drawing/2014/main" id="{6DDA8CE3-69D2-44A6-B44C-A622FD77E03D}"/>
              </a:ext>
            </a:extLst>
          </p:cNvPr>
          <p:cNvSpPr>
            <a:spLocks noGrp="1"/>
          </p:cNvSpPr>
          <p:nvPr/>
        </p:nvSpPr>
        <p:spPr>
          <a:xfrm>
            <a:off x="5662083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0.640</a:t>
            </a:r>
          </a:p>
        </p:txBody>
      </p:sp>
      <p:sp>
        <p:nvSpPr>
          <p:cNvPr id="61" name="矩形 60">
            <a:extLst>
              <a:ext uri="{FF2B5EF4-FFF2-40B4-BE49-F238E27FC236}">
                <a16:creationId xmlns:a16="http://schemas.microsoft.com/office/drawing/2014/main" id="{0616834A-EA75-4FC6-A133-B004871052DA}"/>
              </a:ext>
            </a:extLst>
          </p:cNvPr>
          <p:cNvSpPr>
            <a:spLocks noGrp="1"/>
          </p:cNvSpPr>
          <p:nvPr/>
        </p:nvSpPr>
        <p:spPr>
          <a:xfrm>
            <a:off x="5662083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0.596     R  0.691</a:t>
            </a:r>
          </a:p>
        </p:txBody>
      </p:sp>
      <p:sp>
        <p:nvSpPr>
          <p:cNvPr id="62" name="矩形 61">
            <a:extLst>
              <a:ext uri="{FF2B5EF4-FFF2-40B4-BE49-F238E27FC236}">
                <a16:creationId xmlns:a16="http://schemas.microsoft.com/office/drawing/2014/main" id="{B5025C35-354C-4E31-A845-271C1DB0FA40}"/>
              </a:ext>
            </a:extLst>
          </p:cNvPr>
          <p:cNvSpPr>
            <a:spLocks noGrp="1"/>
          </p:cNvSpPr>
          <p:nvPr/>
        </p:nvSpPr>
        <p:spPr>
          <a:xfrm>
            <a:off x="7487708" y="6225293"/>
            <a:ext cx="1719792" cy="19261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2100" b="1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1167" b="1">
                <a:solidFill>
                  <a:srgbClr val="223139"/>
                </a:solidFill>
                <a:latin typeface="Arial"/>
                <a:ea typeface="Arial"/>
                <a:cs typeface="Arial"/>
              </a:rPr>
              <a:t>Dice  0.421</a:t>
            </a:r>
          </a:p>
        </p:txBody>
      </p:sp>
      <p:sp>
        <p:nvSpPr>
          <p:cNvPr id="63" name="矩形 62">
            <a:extLst>
              <a:ext uri="{FF2B5EF4-FFF2-40B4-BE49-F238E27FC236}">
                <a16:creationId xmlns:a16="http://schemas.microsoft.com/office/drawing/2014/main" id="{F059CFC3-8C63-4362-8661-478186D0C345}"/>
              </a:ext>
            </a:extLst>
          </p:cNvPr>
          <p:cNvSpPr>
            <a:spLocks noGrp="1"/>
          </p:cNvSpPr>
          <p:nvPr/>
        </p:nvSpPr>
        <p:spPr>
          <a:xfrm>
            <a:off x="7487708" y="6436960"/>
            <a:ext cx="1719792" cy="15134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65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917">
                <a:solidFill>
                  <a:srgbClr val="223139"/>
                </a:solidFill>
                <a:latin typeface="Arial"/>
                <a:ea typeface="Arial"/>
                <a:cs typeface="Arial"/>
              </a:rPr>
              <a:t>P  0.711     R  0.299</a:t>
            </a:r>
          </a:p>
        </p:txBody>
      </p:sp>
      <p:sp>
        <p:nvSpPr>
          <p:cNvPr id="64" name="任意多边形: 形状 63">
            <a:extLst>
              <a:ext uri="{FF2B5EF4-FFF2-40B4-BE49-F238E27FC236}">
                <a16:creationId xmlns:a16="http://schemas.microsoft.com/office/drawing/2014/main" id="{40FFA23B-0DF5-417D-9604-00972A5A04B5}"/>
              </a:ext>
            </a:extLst>
          </p:cNvPr>
          <p:cNvSpPr>
            <a:spLocks noGrp="1"/>
          </p:cNvSpPr>
          <p:nvPr/>
        </p:nvSpPr>
        <p:spPr>
          <a:xfrm>
            <a:off x="185208" y="6675967"/>
            <a:ext cx="9022292" cy="53"/>
          </a:xfrm>
          <a:custGeom>
            <a:avLst/>
            <a:gdLst/>
            <a:ahLst/>
            <a:cxnLst/>
            <a:rect l="0" t="0" r="0" b="0"/>
            <a:pathLst>
              <a:path w="16240125" h="95">
                <a:moveTo>
                  <a:pt x="0" y="0"/>
                </a:moveTo>
                <a:lnTo>
                  <a:pt x="16240125" y="0"/>
                </a:lnTo>
              </a:path>
            </a:pathLst>
          </a:custGeom>
          <a:noFill/>
          <a:ln w="10478">
            <a:solidFill>
              <a:srgbClr val="89959C"/>
            </a:solidFill>
          </a:ln>
        </p:spPr>
      </p:sp>
      <p:sp>
        <p:nvSpPr>
          <p:cNvPr id="65" name="矩形 64">
            <a:extLst>
              <a:ext uri="{FF2B5EF4-FFF2-40B4-BE49-F238E27FC236}">
                <a16:creationId xmlns:a16="http://schemas.microsoft.com/office/drawing/2014/main" id="{11031D44-269B-4405-A4EE-060E73C09DC8}"/>
              </a:ext>
            </a:extLst>
          </p:cNvPr>
          <p:cNvSpPr>
            <a:spLocks noGrp="1"/>
          </p:cNvSpPr>
          <p:nvPr/>
        </p:nvSpPr>
        <p:spPr>
          <a:xfrm>
            <a:off x="185208" y="6765926"/>
            <a:ext cx="1111250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DB661B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DB661B"/>
                </a:solidFill>
                <a:latin typeface="Arial"/>
                <a:ea typeface="Arial"/>
                <a:cs typeface="Arial"/>
              </a:rPr>
              <a:t>GT ligand</a:t>
            </a:r>
          </a:p>
        </p:txBody>
      </p:sp>
      <p:sp>
        <p:nvSpPr>
          <p:cNvPr id="66" name="矩形 65">
            <a:extLst>
              <a:ext uri="{FF2B5EF4-FFF2-40B4-BE49-F238E27FC236}">
                <a16:creationId xmlns:a16="http://schemas.microsoft.com/office/drawing/2014/main" id="{252AB370-56AC-4665-8540-72CEDDF66FA8}"/>
              </a:ext>
            </a:extLst>
          </p:cNvPr>
          <p:cNvSpPr>
            <a:spLocks noGrp="1"/>
          </p:cNvSpPr>
          <p:nvPr/>
        </p:nvSpPr>
        <p:spPr>
          <a:xfrm>
            <a:off x="1402292" y="6765926"/>
            <a:ext cx="1852083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1780A6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1780A6"/>
                </a:solidFill>
                <a:latin typeface="Arial"/>
                <a:ea typeface="Arial"/>
                <a:cs typeface="Arial"/>
              </a:rPr>
              <a:t>Selected target blob</a:t>
            </a:r>
          </a:p>
        </p:txBody>
      </p:sp>
      <p:sp>
        <p:nvSpPr>
          <p:cNvPr id="67" name="矩形 66">
            <a:extLst>
              <a:ext uri="{FF2B5EF4-FFF2-40B4-BE49-F238E27FC236}">
                <a16:creationId xmlns:a16="http://schemas.microsoft.com/office/drawing/2014/main" id="{513C71EC-7469-4858-8050-755EBB577B52}"/>
              </a:ext>
            </a:extLst>
          </p:cNvPr>
          <p:cNvSpPr>
            <a:spLocks noGrp="1"/>
          </p:cNvSpPr>
          <p:nvPr/>
        </p:nvSpPr>
        <p:spPr>
          <a:xfrm>
            <a:off x="3386667" y="6765926"/>
            <a:ext cx="1799167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587B66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587B66"/>
                </a:solidFill>
                <a:latin typeface="Arial"/>
                <a:ea typeface="Arial"/>
                <a:cs typeface="Arial"/>
              </a:rPr>
              <a:t>Receptor cartoon</a:t>
            </a:r>
          </a:p>
        </p:txBody>
      </p:sp>
      <p:sp>
        <p:nvSpPr>
          <p:cNvPr id="68" name="矩形 67">
            <a:extLst>
              <a:ext uri="{FF2B5EF4-FFF2-40B4-BE49-F238E27FC236}">
                <a16:creationId xmlns:a16="http://schemas.microsoft.com/office/drawing/2014/main" id="{AFAF3210-35E2-4D55-A2D8-0237058EB8EE}"/>
              </a:ext>
            </a:extLst>
          </p:cNvPr>
          <p:cNvSpPr>
            <a:spLocks noGrp="1"/>
          </p:cNvSpPr>
          <p:nvPr/>
        </p:nvSpPr>
        <p:spPr>
          <a:xfrm>
            <a:off x="5265208" y="6765926"/>
            <a:ext cx="3704167" cy="17197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875" b="1">
                <a:solidFill>
                  <a:srgbClr val="536273"/>
                </a:solidFill>
                <a:latin typeface="Arial"/>
                <a:ea typeface="Arial"/>
                <a:cs typeface="Arial"/>
              </a:defRPr>
            </a:pPr>
            <a:r>
              <a:rPr sz="1042" b="1">
                <a:solidFill>
                  <a:srgbClr val="536273"/>
                </a:solidFill>
                <a:latin typeface="Arial"/>
                <a:ea typeface="Arial"/>
                <a:cs typeface="Arial"/>
              </a:rPr>
              <a:t>Experimental density (mesh)</a:t>
            </a:r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id="{066E8C27-E946-46AB-82FC-26688A92006C}"/>
              </a:ext>
            </a:extLst>
          </p:cNvPr>
          <p:cNvSpPr>
            <a:spLocks noGrp="1"/>
          </p:cNvSpPr>
          <p:nvPr/>
        </p:nvSpPr>
        <p:spPr>
          <a:xfrm>
            <a:off x="185209" y="7004050"/>
            <a:ext cx="9154583" cy="137583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t">
            <a:noAutofit/>
          </a:bodyPr>
          <a:lstStyle/>
          <a:p>
            <a:pPr algn="l">
              <a:defRPr sz="1500" b="0">
                <a:solidFill>
                  <a:srgbClr val="223139"/>
                </a:solidFill>
                <a:latin typeface="Arial"/>
                <a:ea typeface="Arial"/>
                <a:cs typeface="Arial"/>
              </a:defRPr>
            </a:pPr>
            <a:r>
              <a:rPr sz="833">
                <a:solidFill>
                  <a:srgbClr val="223139"/>
                </a:solidFill>
                <a:latin typeface="Arial"/>
                <a:ea typeface="Arial"/>
                <a:cs typeface="Arial"/>
              </a:rPr>
              <a:t>GT ligand is a reference only. Each prediction panel shows the selected blob with the largest GT overlap; P, R and Dice are instance-level metrics.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D838AA53-5809-466F-10A7-ACBB3E0A68EE}"/>
              </a:ext>
            </a:extLst>
          </p:cNvPr>
          <p:cNvSpPr txBox="1"/>
          <p:nvPr/>
        </p:nvSpPr>
        <p:spPr>
          <a:xfrm>
            <a:off x="2861441" y="441434"/>
            <a:ext cx="9396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/>
              <a:t>Us-align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956631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_0">
            <a:extLst>
              <a:ext uri="{FF2B5EF4-FFF2-40B4-BE49-F238E27FC236}">
                <a16:creationId xmlns:a16="http://schemas.microsoft.com/office/drawing/2014/main" id="{DD7F76FE-FEFE-4715-BB11-A739A6222C7C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Semantic segmentation</a:t>
            </a:r>
          </a:p>
        </p:txBody>
      </p:sp>
      <p:graphicFrame>
        <p:nvGraphicFramePr>
          <p:cNvPr id="8" name="表格 7"/>
          <p:cNvGraphicFramePr/>
          <p:nvPr>
            <p:extLst>
              <p:ext uri="{D42A27DB-BD31-4B8C-83A1-F6EECF244321}">
                <p14:modId xmlns:p14="http://schemas.microsoft.com/office/powerpoint/2010/main" val="3534835455"/>
              </p:ext>
            </p:extLst>
          </p:nvPr>
        </p:nvGraphicFramePr>
        <p:xfrm>
          <a:off x="333375" y="3238500"/>
          <a:ext cx="8858252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287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Dice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Precision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Recall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0.5848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0.6700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0.6226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0.5832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0.6060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0.6455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0.6226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0.4769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0.4996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0.3944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0.4284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0.4730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0.4016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0.0499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0.0372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0.3440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0.1907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直接连接符 2">
            <a:extLst>
              <a:ext uri="{FF2B5EF4-FFF2-40B4-BE49-F238E27FC236}">
                <a16:creationId xmlns:a16="http://schemas.microsoft.com/office/drawing/2014/main" id="{3C644D6C-F74F-48F6-9A9F-64E9EF90F3D6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4" name="直接连接符 3">
            <a:extLst>
              <a:ext uri="{FF2B5EF4-FFF2-40B4-BE49-F238E27FC236}">
                <a16:creationId xmlns:a16="http://schemas.microsoft.com/office/drawing/2014/main" id="{56E94DA2-D6DE-430D-87D0-4854EE9672F9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5" name="直接连接符 4">
            <a:extLst>
              <a:ext uri="{FF2B5EF4-FFF2-40B4-BE49-F238E27FC236}">
                <a16:creationId xmlns:a16="http://schemas.microsoft.com/office/drawing/2014/main" id="{EE633706-E5B9-4964-B177-9D1A163A98C2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text_1">
            <a:extLst>
              <a:ext uri="{FF2B5EF4-FFF2-40B4-BE49-F238E27FC236}">
                <a16:creationId xmlns:a16="http://schemas.microsoft.com/office/drawing/2014/main" id="{14C6C974-D16B-4AC3-9912-481DABE0D6EA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6856987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_2">
            <a:extLst>
              <a:ext uri="{FF2B5EF4-FFF2-40B4-BE49-F238E27FC236}">
                <a16:creationId xmlns:a16="http://schemas.microsoft.com/office/drawing/2014/main" id="{FFE6ACCE-1C60-4789-BDFA-9DF96F746A8B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Instance detection at τ = 0.3</a:t>
            </a:r>
          </a:p>
        </p:txBody>
      </p:sp>
      <p:sp>
        <p:nvSpPr>
          <p:cNvPr id="2" name="text_3">
            <a:extLst>
              <a:ext uri="{FF2B5EF4-FFF2-40B4-BE49-F238E27FC236}">
                <a16:creationId xmlns:a16="http://schemas.microsoft.com/office/drawing/2014/main" id="{B0800B36-E768-4930-AEA6-DF76E29762BE}"/>
              </a:ext>
            </a:extLst>
          </p:cNvPr>
          <p:cNvSpPr>
            <a:spLocks noGrp="1"/>
          </p:cNvSpPr>
          <p:nvPr/>
        </p:nvSpPr>
        <p:spPr>
          <a:xfrm>
            <a:off x="4572000" y="2857500"/>
            <a:ext cx="171450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" name="text_4">
            <a:extLst>
              <a:ext uri="{FF2B5EF4-FFF2-40B4-BE49-F238E27FC236}">
                <a16:creationId xmlns:a16="http://schemas.microsoft.com/office/drawing/2014/main" id="{E31E19DF-F752-4E4C-A433-CEDC85D5BCD4}"/>
              </a:ext>
            </a:extLst>
          </p:cNvPr>
          <p:cNvSpPr>
            <a:spLocks noGrp="1"/>
          </p:cNvSpPr>
          <p:nvPr/>
        </p:nvSpPr>
        <p:spPr>
          <a:xfrm>
            <a:off x="7258050" y="2857500"/>
            <a:ext cx="161925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graphicFrame>
        <p:nvGraphicFramePr>
          <p:cNvPr id="12" name="表格 11"/>
          <p:cNvGraphicFramePr/>
          <p:nvPr/>
        </p:nvGraphicFramePr>
        <p:xfrm>
          <a:off x="333375" y="3238500"/>
          <a:ext cx="8858250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0.7628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0.6632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0.7628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0.7059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0.6811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0.7299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0.6873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0.7299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0.7059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0.6507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0.5942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0.5409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0.6075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0.5545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0.6172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0.5364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0.6194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0.6313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0.5503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0.5720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0.4965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0.4523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0.0368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0.3116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0.2552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0.0368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0.3135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 dirty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0.2570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直接连接符 4">
            <a:extLst>
              <a:ext uri="{FF2B5EF4-FFF2-40B4-BE49-F238E27FC236}">
                <a16:creationId xmlns:a16="http://schemas.microsoft.com/office/drawing/2014/main" id="{29CB2E37-34D4-4FBE-8B4A-8391D716488D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直接连接符 5">
            <a:extLst>
              <a:ext uri="{FF2B5EF4-FFF2-40B4-BE49-F238E27FC236}">
                <a16:creationId xmlns:a16="http://schemas.microsoft.com/office/drawing/2014/main" id="{6007041A-C77B-46B5-A6EF-BFD525C48B74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7" name="直接连接符 6">
            <a:extLst>
              <a:ext uri="{FF2B5EF4-FFF2-40B4-BE49-F238E27FC236}">
                <a16:creationId xmlns:a16="http://schemas.microsoft.com/office/drawing/2014/main" id="{DDFC0279-B552-4C0D-8C38-B20EDD6470EE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8" name="text_5">
            <a:extLst>
              <a:ext uri="{FF2B5EF4-FFF2-40B4-BE49-F238E27FC236}">
                <a16:creationId xmlns:a16="http://schemas.microsoft.com/office/drawing/2014/main" id="{5A36924A-A371-499B-B45F-48453315756C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68478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_6">
            <a:extLst>
              <a:ext uri="{FF2B5EF4-FFF2-40B4-BE49-F238E27FC236}">
                <a16:creationId xmlns:a16="http://schemas.microsoft.com/office/drawing/2014/main" id="{7C2FF315-BCC7-4692-9CC1-F565D109A03E}"/>
              </a:ext>
            </a:extLst>
          </p:cNvPr>
          <p:cNvSpPr>
            <a:spLocks noGrp="1"/>
          </p:cNvSpPr>
          <p:nvPr/>
        </p:nvSpPr>
        <p:spPr>
          <a:xfrm>
            <a:off x="333375" y="2047875"/>
            <a:ext cx="8858250" cy="4572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2025" b="1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273238"/>
                </a:solidFill>
                <a:latin typeface="Arial"/>
                <a:ea typeface="Arial"/>
                <a:cs typeface="Arial"/>
              </a:rPr>
              <a:t>Instance detection at τ = 0.6</a:t>
            </a:r>
          </a:p>
        </p:txBody>
      </p:sp>
      <p:sp>
        <p:nvSpPr>
          <p:cNvPr id="2" name="text_7">
            <a:extLst>
              <a:ext uri="{FF2B5EF4-FFF2-40B4-BE49-F238E27FC236}">
                <a16:creationId xmlns:a16="http://schemas.microsoft.com/office/drawing/2014/main" id="{9FA2BAD0-E87F-4614-8BE2-5B310490026F}"/>
              </a:ext>
            </a:extLst>
          </p:cNvPr>
          <p:cNvSpPr>
            <a:spLocks noGrp="1"/>
          </p:cNvSpPr>
          <p:nvPr/>
        </p:nvSpPr>
        <p:spPr>
          <a:xfrm>
            <a:off x="4572000" y="2857500"/>
            <a:ext cx="171450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3" name="text_8">
            <a:extLst>
              <a:ext uri="{FF2B5EF4-FFF2-40B4-BE49-F238E27FC236}">
                <a16:creationId xmlns:a16="http://schemas.microsoft.com/office/drawing/2014/main" id="{857B586A-3C01-4C5F-B68A-D610595A48E7}"/>
              </a:ext>
            </a:extLst>
          </p:cNvPr>
          <p:cNvSpPr>
            <a:spLocks noGrp="1"/>
          </p:cNvSpPr>
          <p:nvPr/>
        </p:nvSpPr>
        <p:spPr>
          <a:xfrm>
            <a:off x="7258050" y="2857500"/>
            <a:ext cx="1619250" cy="28575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50" b="0">
                <a:solidFill>
                  <a:srgbClr val="273238"/>
                </a:solidFill>
                <a:latin typeface="Arial"/>
                <a:ea typeface="Arial"/>
                <a:cs typeface="Arial"/>
              </a:defRPr>
            </a:pPr>
            <a:r>
              <a:rPr sz="1350" b="0">
                <a:solidFill>
                  <a:srgbClr val="273238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graphicFrame>
        <p:nvGraphicFramePr>
          <p:cNvPr id="12" name="表格 11"/>
          <p:cNvGraphicFramePr/>
          <p:nvPr/>
        </p:nvGraphicFramePr>
        <p:xfrm>
          <a:off x="333375" y="3238500"/>
          <a:ext cx="8858250" cy="3000375"/>
        </p:xfrm>
        <a:graphic>
          <a:graphicData uri="http://schemas.openxmlformats.org/drawingml/2006/table">
            <a:tbl>
              <a:tblPr/>
              <a:tblGrid>
                <a:gridCol w="3543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58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Method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R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PRAUC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0.4933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0.5737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0.5413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1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0.4933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GT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0.5525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0.5525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0.5407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0.4864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Gaussian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0.4374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0.3760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0.4374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0.3760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Find_1 / CryoAtom2 / basic (F1–F1)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0.4493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0.4635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0.3914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0.4493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0.4635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0.3914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unet_c1 / F1–F1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0.3228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0.2894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0.2497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0.3228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0.2894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0.2497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algn="l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Emap2lig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0.0051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0.0680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0.0051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0.0880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sz="1275" b="0">
                          <a:solidFill>
                            <a:srgbClr val="273238"/>
                          </a:solidFill>
                          <a:latin typeface="Arial"/>
                          <a:ea typeface="Arial"/>
                          <a:cs typeface="Arial"/>
                        </a:rPr>
                        <a:t>0.0680</a:t>
                      </a:r>
                    </a:p>
                  </a:txBody>
                  <a:tcPr anchor="ctr">
                    <a:lnL w="0">
                      <a:noFill/>
                    </a:lnL>
                    <a:lnR w="0">
                      <a:noFill/>
                    </a:lnR>
                    <a:lnT w="0">
                      <a:noFill/>
                    </a:lnT>
                    <a:lnB w="0">
                      <a:noFill/>
                    </a:lnB>
                    <a:lnTlToBr w="0">
                      <a:noFill/>
                    </a:lnTlToBr>
                    <a:lnBlToTr w="0"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直接连接符 4">
            <a:extLst>
              <a:ext uri="{FF2B5EF4-FFF2-40B4-BE49-F238E27FC236}">
                <a16:creationId xmlns:a16="http://schemas.microsoft.com/office/drawing/2014/main" id="{083E7FE0-64C9-4625-B560-FF2E34BD8FC4}"/>
              </a:ext>
            </a:extLst>
          </p:cNvPr>
          <p:cNvSpPr>
            <a:spLocks noGrp="1"/>
          </p:cNvSpPr>
          <p:nvPr/>
        </p:nvSpPr>
        <p:spPr>
          <a:xfrm>
            <a:off x="333375" y="3238500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6" name="直接连接符 5">
            <a:extLst>
              <a:ext uri="{FF2B5EF4-FFF2-40B4-BE49-F238E27FC236}">
                <a16:creationId xmlns:a16="http://schemas.microsoft.com/office/drawing/2014/main" id="{55E0EC2F-70B8-4B56-A737-2B3E12DCDC40}"/>
              </a:ext>
            </a:extLst>
          </p:cNvPr>
          <p:cNvSpPr>
            <a:spLocks noGrp="1"/>
          </p:cNvSpPr>
          <p:nvPr/>
        </p:nvSpPr>
        <p:spPr>
          <a:xfrm>
            <a:off x="333375" y="3667125"/>
            <a:ext cx="8858250" cy="95"/>
          </a:xfrm>
          <a:prstGeom prst="line">
            <a:avLst/>
          </a:prstGeom>
          <a:noFill/>
          <a:ln w="10478">
            <a:solidFill>
              <a:srgbClr val="273238"/>
            </a:solidFill>
          </a:ln>
        </p:spPr>
      </p:sp>
      <p:sp>
        <p:nvSpPr>
          <p:cNvPr id="7" name="直接连接符 6">
            <a:extLst>
              <a:ext uri="{FF2B5EF4-FFF2-40B4-BE49-F238E27FC236}">
                <a16:creationId xmlns:a16="http://schemas.microsoft.com/office/drawing/2014/main" id="{F261FAAB-F986-417A-80FA-5B31ADBD4AF2}"/>
              </a:ext>
            </a:extLst>
          </p:cNvPr>
          <p:cNvSpPr>
            <a:spLocks noGrp="1"/>
          </p:cNvSpPr>
          <p:nvPr/>
        </p:nvSpPr>
        <p:spPr>
          <a:xfrm>
            <a:off x="333375" y="6238875"/>
            <a:ext cx="8858250" cy="95"/>
          </a:xfrm>
          <a:prstGeom prst="line">
            <a:avLst/>
          </a:prstGeom>
          <a:noFill/>
          <a:ln w="17145">
            <a:solidFill>
              <a:srgbClr val="273238"/>
            </a:solidFill>
          </a:ln>
        </p:spPr>
      </p:sp>
      <p:sp>
        <p:nvSpPr>
          <p:cNvPr id="8" name="text_9">
            <a:extLst>
              <a:ext uri="{FF2B5EF4-FFF2-40B4-BE49-F238E27FC236}">
                <a16:creationId xmlns:a16="http://schemas.microsoft.com/office/drawing/2014/main" id="{BFCAE875-5A24-4EE6-8011-BC048E19F3DD}"/>
              </a:ext>
            </a:extLst>
          </p:cNvPr>
          <p:cNvSpPr>
            <a:spLocks noGrp="1"/>
          </p:cNvSpPr>
          <p:nvPr/>
        </p:nvSpPr>
        <p:spPr>
          <a:xfrm>
            <a:off x="333375" y="6715125"/>
            <a:ext cx="8858250" cy="2667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00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00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Macro averages. Bold: highest value in each column (including ties).</a:t>
            </a:r>
          </a:p>
        </p:txBody>
      </p:sp>
    </p:spTree>
    <p:extLst>
      <p:ext uri="{BB962C8B-B14F-4D97-AF65-F5344CB8AC3E}">
        <p14:creationId xmlns:p14="http://schemas.microsoft.com/office/powerpoint/2010/main" val="18298770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F1_main_prauc_10">
            <a:extLst>
              <a:ext uri="{FF2B5EF4-FFF2-40B4-BE49-F238E27FC236}">
                <a16:creationId xmlns:a16="http://schemas.microsoft.com/office/drawing/2014/main" id="{D92D2D5E-C799-42C6-86C7-0DE0F62DC602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1_main_prauc_11">
            <a:extLst>
              <a:ext uri="{FF2B5EF4-FFF2-40B4-BE49-F238E27FC236}">
                <a16:creationId xmlns:a16="http://schemas.microsoft.com/office/drawing/2014/main" id="{2EA63013-09F5-46A5-9264-0758B41C31C2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1_main_prauc_12">
            <a:extLst>
              <a:ext uri="{FF2B5EF4-FFF2-40B4-BE49-F238E27FC236}">
                <a16:creationId xmlns:a16="http://schemas.microsoft.com/office/drawing/2014/main" id="{39BCA372-F923-4836-B605-634AF9722B1D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13">
            <a:extLst>
              <a:ext uri="{FF2B5EF4-FFF2-40B4-BE49-F238E27FC236}">
                <a16:creationId xmlns:a16="http://schemas.microsoft.com/office/drawing/2014/main" id="{4E2A7889-C63B-476B-BB99-FFA98845633A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F1_main_prauc_14">
            <a:extLst>
              <a:ext uri="{FF2B5EF4-FFF2-40B4-BE49-F238E27FC236}">
                <a16:creationId xmlns:a16="http://schemas.microsoft.com/office/drawing/2014/main" id="{8C1CBA35-6FB5-40B7-8DB7-71D381081C53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15">
            <a:extLst>
              <a:ext uri="{FF2B5EF4-FFF2-40B4-BE49-F238E27FC236}">
                <a16:creationId xmlns:a16="http://schemas.microsoft.com/office/drawing/2014/main" id="{D8F1B0F4-896C-4DCA-84EB-8C9EDA858E42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16">
            <a:extLst>
              <a:ext uri="{FF2B5EF4-FFF2-40B4-BE49-F238E27FC236}">
                <a16:creationId xmlns:a16="http://schemas.microsoft.com/office/drawing/2014/main" id="{11CFC2FC-718C-47B2-B5DC-6ED9FFF3B6A5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F1_main_prauc_17">
            <a:extLst>
              <a:ext uri="{FF2B5EF4-FFF2-40B4-BE49-F238E27FC236}">
                <a16:creationId xmlns:a16="http://schemas.microsoft.com/office/drawing/2014/main" id="{37B468F4-59B8-466F-808E-C7D2252FFB13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18">
            <a:extLst>
              <a:ext uri="{FF2B5EF4-FFF2-40B4-BE49-F238E27FC236}">
                <a16:creationId xmlns:a16="http://schemas.microsoft.com/office/drawing/2014/main" id="{46C08A41-0E3B-435B-AF99-0714F7A43E6D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19">
            <a:extLst>
              <a:ext uri="{FF2B5EF4-FFF2-40B4-BE49-F238E27FC236}">
                <a16:creationId xmlns:a16="http://schemas.microsoft.com/office/drawing/2014/main" id="{9FD55C63-7394-41BB-8286-AC82B7CECAB3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F1_main_prauc_20">
            <a:extLst>
              <a:ext uri="{FF2B5EF4-FFF2-40B4-BE49-F238E27FC236}">
                <a16:creationId xmlns:a16="http://schemas.microsoft.com/office/drawing/2014/main" id="{C84C7089-D93E-45FF-A09C-395933C2CD6F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21">
            <a:extLst>
              <a:ext uri="{FF2B5EF4-FFF2-40B4-BE49-F238E27FC236}">
                <a16:creationId xmlns:a16="http://schemas.microsoft.com/office/drawing/2014/main" id="{749A295C-5A15-4E24-8E17-E71B63F494C0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22">
            <a:extLst>
              <a:ext uri="{FF2B5EF4-FFF2-40B4-BE49-F238E27FC236}">
                <a16:creationId xmlns:a16="http://schemas.microsoft.com/office/drawing/2014/main" id="{BB56A138-45BB-4BD7-A8E6-C4481747CFCF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F1_main_prauc_23">
            <a:extLst>
              <a:ext uri="{FF2B5EF4-FFF2-40B4-BE49-F238E27FC236}">
                <a16:creationId xmlns:a16="http://schemas.microsoft.com/office/drawing/2014/main" id="{33E52015-741C-4B34-B489-55BF3F4C7675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24">
            <a:extLst>
              <a:ext uri="{FF2B5EF4-FFF2-40B4-BE49-F238E27FC236}">
                <a16:creationId xmlns:a16="http://schemas.microsoft.com/office/drawing/2014/main" id="{E2609BFC-EF4B-4CC8-A07F-EA20691EB492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25">
            <a:extLst>
              <a:ext uri="{FF2B5EF4-FFF2-40B4-BE49-F238E27FC236}">
                <a16:creationId xmlns:a16="http://schemas.microsoft.com/office/drawing/2014/main" id="{8AB23FC2-7A0D-4DC2-95ED-A740B642889F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F1_main_prauc_26">
            <a:extLst>
              <a:ext uri="{FF2B5EF4-FFF2-40B4-BE49-F238E27FC236}">
                <a16:creationId xmlns:a16="http://schemas.microsoft.com/office/drawing/2014/main" id="{14E717FD-ED96-4EA9-9191-AC253AC46A87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F1_main_prauc_27">
            <a:extLst>
              <a:ext uri="{FF2B5EF4-FFF2-40B4-BE49-F238E27FC236}">
                <a16:creationId xmlns:a16="http://schemas.microsoft.com/office/drawing/2014/main" id="{D7884FB5-EC0C-4D9E-9495-FDECD25440A1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28">
            <a:extLst>
              <a:ext uri="{FF2B5EF4-FFF2-40B4-BE49-F238E27FC236}">
                <a16:creationId xmlns:a16="http://schemas.microsoft.com/office/drawing/2014/main" id="{CA374691-00EB-485D-84D0-BF18442571AC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F1_main_prauc_29">
            <a:extLst>
              <a:ext uri="{FF2B5EF4-FFF2-40B4-BE49-F238E27FC236}">
                <a16:creationId xmlns:a16="http://schemas.microsoft.com/office/drawing/2014/main" id="{19F502CA-43E2-4ECA-9B15-F9B33893F0D6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F1_main_prauc_30">
            <a:extLst>
              <a:ext uri="{FF2B5EF4-FFF2-40B4-BE49-F238E27FC236}">
                <a16:creationId xmlns:a16="http://schemas.microsoft.com/office/drawing/2014/main" id="{F377C8BB-DE6E-41FA-831E-6A73601C5C76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31">
            <a:extLst>
              <a:ext uri="{FF2B5EF4-FFF2-40B4-BE49-F238E27FC236}">
                <a16:creationId xmlns:a16="http://schemas.microsoft.com/office/drawing/2014/main" id="{ACECE0AA-03D8-490D-BAD2-249BE0F001E2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F1_main_prauc_32">
            <a:extLst>
              <a:ext uri="{FF2B5EF4-FFF2-40B4-BE49-F238E27FC236}">
                <a16:creationId xmlns:a16="http://schemas.microsoft.com/office/drawing/2014/main" id="{19863468-46AB-45AD-801E-09B2D0EA6823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F1_main_prauc_33">
            <a:extLst>
              <a:ext uri="{FF2B5EF4-FFF2-40B4-BE49-F238E27FC236}">
                <a16:creationId xmlns:a16="http://schemas.microsoft.com/office/drawing/2014/main" id="{CC86E056-195A-4463-8576-BB325130A2E4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34">
            <a:extLst>
              <a:ext uri="{FF2B5EF4-FFF2-40B4-BE49-F238E27FC236}">
                <a16:creationId xmlns:a16="http://schemas.microsoft.com/office/drawing/2014/main" id="{E9CE87DB-6A7E-4DFA-9414-27196C866D1A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F1_main_prauc_35">
            <a:extLst>
              <a:ext uri="{FF2B5EF4-FFF2-40B4-BE49-F238E27FC236}">
                <a16:creationId xmlns:a16="http://schemas.microsoft.com/office/drawing/2014/main" id="{A5F40DBF-19A1-451A-8E33-DE10ED156345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F1_main_prauc_36">
            <a:extLst>
              <a:ext uri="{FF2B5EF4-FFF2-40B4-BE49-F238E27FC236}">
                <a16:creationId xmlns:a16="http://schemas.microsoft.com/office/drawing/2014/main" id="{5DABC706-3E05-4501-BFEC-53B53107603A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37">
            <a:extLst>
              <a:ext uri="{FF2B5EF4-FFF2-40B4-BE49-F238E27FC236}">
                <a16:creationId xmlns:a16="http://schemas.microsoft.com/office/drawing/2014/main" id="{F79E46F0-9510-4790-83D5-50B072756066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F1_main_prauc_38">
            <a:extLst>
              <a:ext uri="{FF2B5EF4-FFF2-40B4-BE49-F238E27FC236}">
                <a16:creationId xmlns:a16="http://schemas.microsoft.com/office/drawing/2014/main" id="{050AC8E5-0C8F-4346-AA3F-3D4A3F584DDA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F1_main_prauc_39">
            <a:extLst>
              <a:ext uri="{FF2B5EF4-FFF2-40B4-BE49-F238E27FC236}">
                <a16:creationId xmlns:a16="http://schemas.microsoft.com/office/drawing/2014/main" id="{0DDC28B9-6187-4451-969A-F1ED6DEBC87F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40">
            <a:extLst>
              <a:ext uri="{FF2B5EF4-FFF2-40B4-BE49-F238E27FC236}">
                <a16:creationId xmlns:a16="http://schemas.microsoft.com/office/drawing/2014/main" id="{58DA6AE8-F239-4B1A-9551-7C49356140B8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F1_main_prauc_41">
            <a:extLst>
              <a:ext uri="{FF2B5EF4-FFF2-40B4-BE49-F238E27FC236}">
                <a16:creationId xmlns:a16="http://schemas.microsoft.com/office/drawing/2014/main" id="{843FAE6A-6118-4B32-80B5-5F19710A1EB0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F1_main_prauc_42">
            <a:extLst>
              <a:ext uri="{FF2B5EF4-FFF2-40B4-BE49-F238E27FC236}">
                <a16:creationId xmlns:a16="http://schemas.microsoft.com/office/drawing/2014/main" id="{52DA238A-E2E8-4C66-8786-CD90C06D5B2E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43">
            <a:extLst>
              <a:ext uri="{FF2B5EF4-FFF2-40B4-BE49-F238E27FC236}">
                <a16:creationId xmlns:a16="http://schemas.microsoft.com/office/drawing/2014/main" id="{54EEF601-6C01-48FA-9FBE-089E8AF7492A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44">
            <a:extLst>
              <a:ext uri="{FF2B5EF4-FFF2-40B4-BE49-F238E27FC236}">
                <a16:creationId xmlns:a16="http://schemas.microsoft.com/office/drawing/2014/main" id="{BE7A0A3C-16FE-47E2-ADBB-9A2F73349600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F1_main_prauc_45">
            <a:extLst>
              <a:ext uri="{FF2B5EF4-FFF2-40B4-BE49-F238E27FC236}">
                <a16:creationId xmlns:a16="http://schemas.microsoft.com/office/drawing/2014/main" id="{FE82D0CF-677C-40D8-92A5-8F71DE10A4EC}"/>
              </a:ext>
            </a:extLst>
          </p:cNvPr>
          <p:cNvSpPr>
            <a:spLocks noGrp="1"/>
          </p:cNvSpPr>
          <p:nvPr/>
        </p:nvSpPr>
        <p:spPr>
          <a:xfrm>
            <a:off x="1387164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7" name="F1_main_prauc_46">
            <a:extLst>
              <a:ext uri="{FF2B5EF4-FFF2-40B4-BE49-F238E27FC236}">
                <a16:creationId xmlns:a16="http://schemas.microsoft.com/office/drawing/2014/main" id="{E1C68209-8D75-4C1E-AD52-2BDFB0E615E6}"/>
              </a:ext>
            </a:extLst>
          </p:cNvPr>
          <p:cNvSpPr>
            <a:spLocks noGrp="1"/>
          </p:cNvSpPr>
          <p:nvPr/>
        </p:nvSpPr>
        <p:spPr>
          <a:xfrm>
            <a:off x="2960987" y="3971311"/>
            <a:ext cx="325781" cy="2143739"/>
          </a:xfrm>
          <a:custGeom>
            <a:avLst/>
            <a:gdLst/>
            <a:ahLst/>
            <a:cxnLst/>
            <a:rect l="0" t="0" r="0" b="0"/>
            <a:pathLst>
              <a:path w="325781" h="2143739">
                <a:moveTo>
                  <a:pt x="0" y="2143739"/>
                </a:moveTo>
                <a:lnTo>
                  <a:pt x="325781" y="2143739"/>
                </a:lnTo>
                <a:lnTo>
                  <a:pt x="325781" y="0"/>
                </a:lnTo>
                <a:lnTo>
                  <a:pt x="0" y="0"/>
                </a:lnTo>
                <a:lnTo>
                  <a:pt x="0" y="2143739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8" name="F1_main_prauc_47">
            <a:extLst>
              <a:ext uri="{FF2B5EF4-FFF2-40B4-BE49-F238E27FC236}">
                <a16:creationId xmlns:a16="http://schemas.microsoft.com/office/drawing/2014/main" id="{8AF340A9-C1BF-4138-A35D-FD4C8DEABAD3}"/>
              </a:ext>
            </a:extLst>
          </p:cNvPr>
          <p:cNvSpPr>
            <a:spLocks noGrp="1"/>
          </p:cNvSpPr>
          <p:nvPr/>
        </p:nvSpPr>
        <p:spPr>
          <a:xfrm>
            <a:off x="4534810" y="4027815"/>
            <a:ext cx="325781" cy="2087235"/>
          </a:xfrm>
          <a:custGeom>
            <a:avLst/>
            <a:gdLst/>
            <a:ahLst/>
            <a:cxnLst/>
            <a:rect l="0" t="0" r="0" b="0"/>
            <a:pathLst>
              <a:path w="325781" h="2087235">
                <a:moveTo>
                  <a:pt x="0" y="2087235"/>
                </a:moveTo>
                <a:lnTo>
                  <a:pt x="325781" y="2087235"/>
                </a:lnTo>
                <a:lnTo>
                  <a:pt x="325781" y="0"/>
                </a:lnTo>
                <a:lnTo>
                  <a:pt x="0" y="0"/>
                </a:lnTo>
                <a:lnTo>
                  <a:pt x="0" y="2087235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9" name="F1_main_prauc_48">
            <a:extLst>
              <a:ext uri="{FF2B5EF4-FFF2-40B4-BE49-F238E27FC236}">
                <a16:creationId xmlns:a16="http://schemas.microsoft.com/office/drawing/2014/main" id="{73BE6EA7-4556-4918-903B-77CAAC9B44FF}"/>
              </a:ext>
            </a:extLst>
          </p:cNvPr>
          <p:cNvSpPr>
            <a:spLocks noGrp="1"/>
          </p:cNvSpPr>
          <p:nvPr/>
        </p:nvSpPr>
        <p:spPr>
          <a:xfrm>
            <a:off x="6108633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0" name="F1_main_prauc_49">
            <a:extLst>
              <a:ext uri="{FF2B5EF4-FFF2-40B4-BE49-F238E27FC236}">
                <a16:creationId xmlns:a16="http://schemas.microsoft.com/office/drawing/2014/main" id="{202FBE12-8DA6-4E0E-8C7C-13F47D3DD0DB}"/>
              </a:ext>
            </a:extLst>
          </p:cNvPr>
          <p:cNvSpPr>
            <a:spLocks noGrp="1"/>
          </p:cNvSpPr>
          <p:nvPr/>
        </p:nvSpPr>
        <p:spPr>
          <a:xfrm>
            <a:off x="7682456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1" name="F1_main_prauc_50">
            <a:extLst>
              <a:ext uri="{FF2B5EF4-FFF2-40B4-BE49-F238E27FC236}">
                <a16:creationId xmlns:a16="http://schemas.microsoft.com/office/drawing/2014/main" id="{03B1D01F-CB10-4A38-AD05-7B1BDC802018}"/>
              </a:ext>
            </a:extLst>
          </p:cNvPr>
          <p:cNvSpPr>
            <a:spLocks noGrp="1"/>
          </p:cNvSpPr>
          <p:nvPr/>
        </p:nvSpPr>
        <p:spPr>
          <a:xfrm>
            <a:off x="1749143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2" name="F1_main_prauc_51">
            <a:extLst>
              <a:ext uri="{FF2B5EF4-FFF2-40B4-BE49-F238E27FC236}">
                <a16:creationId xmlns:a16="http://schemas.microsoft.com/office/drawing/2014/main" id="{9427E8C4-A0E6-4F60-8DFC-A4981C0A782B}"/>
              </a:ext>
            </a:extLst>
          </p:cNvPr>
          <p:cNvSpPr>
            <a:spLocks noGrp="1"/>
          </p:cNvSpPr>
          <p:nvPr/>
        </p:nvSpPr>
        <p:spPr>
          <a:xfrm>
            <a:off x="3322966" y="4369877"/>
            <a:ext cx="325781" cy="1745173"/>
          </a:xfrm>
          <a:custGeom>
            <a:avLst/>
            <a:gdLst/>
            <a:ahLst/>
            <a:cxnLst/>
            <a:rect l="0" t="0" r="0" b="0"/>
            <a:pathLst>
              <a:path w="325781" h="1745173">
                <a:moveTo>
                  <a:pt x="0" y="1745173"/>
                </a:moveTo>
                <a:lnTo>
                  <a:pt x="325781" y="1745173"/>
                </a:lnTo>
                <a:lnTo>
                  <a:pt x="325781" y="0"/>
                </a:lnTo>
                <a:lnTo>
                  <a:pt x="0" y="0"/>
                </a:lnTo>
                <a:lnTo>
                  <a:pt x="0" y="1745173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3" name="F1_main_prauc_52">
            <a:extLst>
              <a:ext uri="{FF2B5EF4-FFF2-40B4-BE49-F238E27FC236}">
                <a16:creationId xmlns:a16="http://schemas.microsoft.com/office/drawing/2014/main" id="{A6EF9C3F-FCC4-4F83-9A84-C7FA561A23C8}"/>
              </a:ext>
            </a:extLst>
          </p:cNvPr>
          <p:cNvSpPr>
            <a:spLocks noGrp="1"/>
          </p:cNvSpPr>
          <p:nvPr/>
        </p:nvSpPr>
        <p:spPr>
          <a:xfrm>
            <a:off x="4896789" y="4412679"/>
            <a:ext cx="325781" cy="1702371"/>
          </a:xfrm>
          <a:custGeom>
            <a:avLst/>
            <a:gdLst/>
            <a:ahLst/>
            <a:cxnLst/>
            <a:rect l="0" t="0" r="0" b="0"/>
            <a:pathLst>
              <a:path w="325781" h="1702371">
                <a:moveTo>
                  <a:pt x="0" y="1702371"/>
                </a:moveTo>
                <a:lnTo>
                  <a:pt x="325781" y="1702371"/>
                </a:lnTo>
                <a:lnTo>
                  <a:pt x="325781" y="0"/>
                </a:lnTo>
                <a:lnTo>
                  <a:pt x="0" y="0"/>
                </a:lnTo>
                <a:lnTo>
                  <a:pt x="0" y="17023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4" name="F1_main_prauc_53">
            <a:extLst>
              <a:ext uri="{FF2B5EF4-FFF2-40B4-BE49-F238E27FC236}">
                <a16:creationId xmlns:a16="http://schemas.microsoft.com/office/drawing/2014/main" id="{E53250E1-4A84-463E-A241-85E78754D1BD}"/>
              </a:ext>
            </a:extLst>
          </p:cNvPr>
          <p:cNvSpPr>
            <a:spLocks noGrp="1"/>
          </p:cNvSpPr>
          <p:nvPr/>
        </p:nvSpPr>
        <p:spPr>
          <a:xfrm>
            <a:off x="6470612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5" name="F1_main_prauc_54">
            <a:extLst>
              <a:ext uri="{FF2B5EF4-FFF2-40B4-BE49-F238E27FC236}">
                <a16:creationId xmlns:a16="http://schemas.microsoft.com/office/drawing/2014/main" id="{E47B46FC-16C9-4932-A4E2-7EB26C38E8C6}"/>
              </a:ext>
            </a:extLst>
          </p:cNvPr>
          <p:cNvSpPr>
            <a:spLocks noGrp="1"/>
          </p:cNvSpPr>
          <p:nvPr/>
        </p:nvSpPr>
        <p:spPr>
          <a:xfrm>
            <a:off x="8044435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6" name="F1_main_prauc_55">
            <a:extLst>
              <a:ext uri="{FF2B5EF4-FFF2-40B4-BE49-F238E27FC236}">
                <a16:creationId xmlns:a16="http://schemas.microsoft.com/office/drawing/2014/main" id="{D4FCA57D-7EA4-438C-BEDE-62E9F4092D2F}"/>
              </a:ext>
            </a:extLst>
          </p:cNvPr>
          <p:cNvSpPr>
            <a:spLocks noGrp="1"/>
          </p:cNvSpPr>
          <p:nvPr/>
        </p:nvSpPr>
        <p:spPr>
          <a:xfrm>
            <a:off x="2111122" y="5514784"/>
            <a:ext cx="325781" cy="600266"/>
          </a:xfrm>
          <a:custGeom>
            <a:avLst/>
            <a:gdLst/>
            <a:ahLst/>
            <a:cxnLst/>
            <a:rect l="0" t="0" r="0" b="0"/>
            <a:pathLst>
              <a:path w="325781" h="600266">
                <a:moveTo>
                  <a:pt x="0" y="600266"/>
                </a:moveTo>
                <a:lnTo>
                  <a:pt x="325781" y="600266"/>
                </a:lnTo>
                <a:lnTo>
                  <a:pt x="325781" y="0"/>
                </a:lnTo>
                <a:lnTo>
                  <a:pt x="0" y="0"/>
                </a:lnTo>
                <a:lnTo>
                  <a:pt x="0" y="600266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7" name="F1_main_prauc_56">
            <a:extLst>
              <a:ext uri="{FF2B5EF4-FFF2-40B4-BE49-F238E27FC236}">
                <a16:creationId xmlns:a16="http://schemas.microsoft.com/office/drawing/2014/main" id="{5BDB7687-BB40-4524-A366-66DCE707C36D}"/>
              </a:ext>
            </a:extLst>
          </p:cNvPr>
          <p:cNvSpPr>
            <a:spLocks noGrp="1"/>
          </p:cNvSpPr>
          <p:nvPr/>
        </p:nvSpPr>
        <p:spPr>
          <a:xfrm>
            <a:off x="3684946" y="5306194"/>
            <a:ext cx="325781" cy="808856"/>
          </a:xfrm>
          <a:custGeom>
            <a:avLst/>
            <a:gdLst/>
            <a:ahLst/>
            <a:cxnLst/>
            <a:rect l="0" t="0" r="0" b="0"/>
            <a:pathLst>
              <a:path w="325781" h="808856">
                <a:moveTo>
                  <a:pt x="0" y="808856"/>
                </a:moveTo>
                <a:lnTo>
                  <a:pt x="325781" y="808856"/>
                </a:lnTo>
                <a:lnTo>
                  <a:pt x="325781" y="0"/>
                </a:lnTo>
                <a:lnTo>
                  <a:pt x="0" y="0"/>
                </a:lnTo>
                <a:lnTo>
                  <a:pt x="0" y="808856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8" name="F1_main_prauc_57">
            <a:extLst>
              <a:ext uri="{FF2B5EF4-FFF2-40B4-BE49-F238E27FC236}">
                <a16:creationId xmlns:a16="http://schemas.microsoft.com/office/drawing/2014/main" id="{29286D9C-7DC4-4E9B-9679-72437826BC4A}"/>
              </a:ext>
            </a:extLst>
          </p:cNvPr>
          <p:cNvSpPr>
            <a:spLocks noGrp="1"/>
          </p:cNvSpPr>
          <p:nvPr/>
        </p:nvSpPr>
        <p:spPr>
          <a:xfrm>
            <a:off x="5258769" y="5311785"/>
            <a:ext cx="325781" cy="803265"/>
          </a:xfrm>
          <a:custGeom>
            <a:avLst/>
            <a:gdLst/>
            <a:ahLst/>
            <a:cxnLst/>
            <a:rect l="0" t="0" r="0" b="0"/>
            <a:pathLst>
              <a:path w="325781" h="803265">
                <a:moveTo>
                  <a:pt x="0" y="803265"/>
                </a:moveTo>
                <a:lnTo>
                  <a:pt x="325781" y="803265"/>
                </a:lnTo>
                <a:lnTo>
                  <a:pt x="325781" y="0"/>
                </a:lnTo>
                <a:lnTo>
                  <a:pt x="0" y="0"/>
                </a:lnTo>
                <a:lnTo>
                  <a:pt x="0" y="803265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49" name="F1_main_prauc_58">
            <a:extLst>
              <a:ext uri="{FF2B5EF4-FFF2-40B4-BE49-F238E27FC236}">
                <a16:creationId xmlns:a16="http://schemas.microsoft.com/office/drawing/2014/main" id="{503C0522-CE59-4B6A-9B49-E16D4E3DAB53}"/>
              </a:ext>
            </a:extLst>
          </p:cNvPr>
          <p:cNvSpPr>
            <a:spLocks noGrp="1"/>
          </p:cNvSpPr>
          <p:nvPr/>
        </p:nvSpPr>
        <p:spPr>
          <a:xfrm>
            <a:off x="6832592" y="5901102"/>
            <a:ext cx="325781" cy="213948"/>
          </a:xfrm>
          <a:custGeom>
            <a:avLst/>
            <a:gdLst/>
            <a:ahLst/>
            <a:cxnLst/>
            <a:rect l="0" t="0" r="0" b="0"/>
            <a:pathLst>
              <a:path w="325781" h="213948">
                <a:moveTo>
                  <a:pt x="0" y="213948"/>
                </a:moveTo>
                <a:lnTo>
                  <a:pt x="325781" y="213948"/>
                </a:lnTo>
                <a:lnTo>
                  <a:pt x="325781" y="0"/>
                </a:lnTo>
                <a:lnTo>
                  <a:pt x="0" y="0"/>
                </a:lnTo>
                <a:lnTo>
                  <a:pt x="0" y="213948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50" name="F1_main_prauc_59">
            <a:extLst>
              <a:ext uri="{FF2B5EF4-FFF2-40B4-BE49-F238E27FC236}">
                <a16:creationId xmlns:a16="http://schemas.microsoft.com/office/drawing/2014/main" id="{51539F59-A8CA-4A1D-BB9E-57E06E1198B0}"/>
              </a:ext>
            </a:extLst>
          </p:cNvPr>
          <p:cNvSpPr>
            <a:spLocks noGrp="1"/>
          </p:cNvSpPr>
          <p:nvPr/>
        </p:nvSpPr>
        <p:spPr>
          <a:xfrm>
            <a:off x="8406415" y="5901102"/>
            <a:ext cx="325781" cy="213948"/>
          </a:xfrm>
          <a:custGeom>
            <a:avLst/>
            <a:gdLst/>
            <a:ahLst/>
            <a:cxnLst/>
            <a:rect l="0" t="0" r="0" b="0"/>
            <a:pathLst>
              <a:path w="325781" h="213948">
                <a:moveTo>
                  <a:pt x="0" y="213948"/>
                </a:moveTo>
                <a:lnTo>
                  <a:pt x="325781" y="213948"/>
                </a:lnTo>
                <a:lnTo>
                  <a:pt x="325781" y="0"/>
                </a:lnTo>
                <a:lnTo>
                  <a:pt x="0" y="0"/>
                </a:lnTo>
                <a:lnTo>
                  <a:pt x="0" y="213948"/>
                </a:lnTo>
                <a:close/>
              </a:path>
            </a:pathLst>
          </a:custGeom>
          <a:solidFill>
            <a:srgbClr val="92979D">
              <a:alpha val="19000"/>
            </a:srgbClr>
          </a:solidFill>
          <a:ln w="12347">
            <a:solidFill>
              <a:srgbClr val="92979D">
                <a:alpha val="19000"/>
              </a:srgbClr>
            </a:solidFill>
            <a:prstDash val="solid"/>
          </a:ln>
        </p:spPr>
      </p:sp>
      <p:sp>
        <p:nvSpPr>
          <p:cNvPr id="51" name="F1_main_prauc_60">
            <a:extLst>
              <a:ext uri="{FF2B5EF4-FFF2-40B4-BE49-F238E27FC236}">
                <a16:creationId xmlns:a16="http://schemas.microsoft.com/office/drawing/2014/main" id="{663FF820-A23D-45F9-802C-723307B22E16}"/>
              </a:ext>
            </a:extLst>
          </p:cNvPr>
          <p:cNvSpPr>
            <a:spLocks noGrp="1"/>
          </p:cNvSpPr>
          <p:nvPr/>
        </p:nvSpPr>
        <p:spPr>
          <a:xfrm>
            <a:off x="1493750" y="36800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F1_main_prauc_61">
            <a:extLst>
              <a:ext uri="{FF2B5EF4-FFF2-40B4-BE49-F238E27FC236}">
                <a16:creationId xmlns:a16="http://schemas.microsoft.com/office/drawing/2014/main" id="{830DE51E-A9E1-46E7-ABBC-DB8C22D4C7D8}"/>
              </a:ext>
            </a:extLst>
          </p:cNvPr>
          <p:cNvSpPr>
            <a:spLocks noGrp="1"/>
          </p:cNvSpPr>
          <p:nvPr/>
        </p:nvSpPr>
        <p:spPr>
          <a:xfrm>
            <a:off x="1548022" y="32888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F1_main_prauc_62">
            <a:extLst>
              <a:ext uri="{FF2B5EF4-FFF2-40B4-BE49-F238E27FC236}">
                <a16:creationId xmlns:a16="http://schemas.microsoft.com/office/drawing/2014/main" id="{AEB62B4A-8DA3-4AE4-BE68-1FEA4071A1A3}"/>
              </a:ext>
            </a:extLst>
          </p:cNvPr>
          <p:cNvSpPr>
            <a:spLocks noGrp="1"/>
          </p:cNvSpPr>
          <p:nvPr/>
        </p:nvSpPr>
        <p:spPr>
          <a:xfrm>
            <a:off x="1450543" y="33570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F1_main_prauc_63">
            <a:extLst>
              <a:ext uri="{FF2B5EF4-FFF2-40B4-BE49-F238E27FC236}">
                <a16:creationId xmlns:a16="http://schemas.microsoft.com/office/drawing/2014/main" id="{EB76A141-A148-4543-B558-9D4A4A381CB3}"/>
              </a:ext>
            </a:extLst>
          </p:cNvPr>
          <p:cNvSpPr>
            <a:spLocks noGrp="1"/>
          </p:cNvSpPr>
          <p:nvPr/>
        </p:nvSpPr>
        <p:spPr>
          <a:xfrm>
            <a:off x="1597601" y="59192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F1_main_prauc_64">
            <a:extLst>
              <a:ext uri="{FF2B5EF4-FFF2-40B4-BE49-F238E27FC236}">
                <a16:creationId xmlns:a16="http://schemas.microsoft.com/office/drawing/2014/main" id="{42459664-6D9A-43CD-A22D-195662359374}"/>
              </a:ext>
            </a:extLst>
          </p:cNvPr>
          <p:cNvSpPr>
            <a:spLocks noGrp="1"/>
          </p:cNvSpPr>
          <p:nvPr/>
        </p:nvSpPr>
        <p:spPr>
          <a:xfrm>
            <a:off x="1588138" y="34746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F1_main_prauc_65">
            <a:extLst>
              <a:ext uri="{FF2B5EF4-FFF2-40B4-BE49-F238E27FC236}">
                <a16:creationId xmlns:a16="http://schemas.microsoft.com/office/drawing/2014/main" id="{3F4FC3BD-9622-409B-A1EB-7C3FBEDE9237}"/>
              </a:ext>
            </a:extLst>
          </p:cNvPr>
          <p:cNvSpPr>
            <a:spLocks noGrp="1"/>
          </p:cNvSpPr>
          <p:nvPr/>
        </p:nvSpPr>
        <p:spPr>
          <a:xfrm>
            <a:off x="1518221" y="35362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F1_main_prauc_66">
            <a:extLst>
              <a:ext uri="{FF2B5EF4-FFF2-40B4-BE49-F238E27FC236}">
                <a16:creationId xmlns:a16="http://schemas.microsoft.com/office/drawing/2014/main" id="{31E625F2-61D4-4AF7-BA1D-484F520F7DA9}"/>
              </a:ext>
            </a:extLst>
          </p:cNvPr>
          <p:cNvSpPr>
            <a:spLocks noGrp="1"/>
          </p:cNvSpPr>
          <p:nvPr/>
        </p:nvSpPr>
        <p:spPr>
          <a:xfrm>
            <a:off x="1414696" y="3325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F1_main_prauc_67">
            <a:extLst>
              <a:ext uri="{FF2B5EF4-FFF2-40B4-BE49-F238E27FC236}">
                <a16:creationId xmlns:a16="http://schemas.microsoft.com/office/drawing/2014/main" id="{8C00AB9B-8BDC-441D-9E6A-9033579D4C98}"/>
              </a:ext>
            </a:extLst>
          </p:cNvPr>
          <p:cNvSpPr>
            <a:spLocks noGrp="1"/>
          </p:cNvSpPr>
          <p:nvPr/>
        </p:nvSpPr>
        <p:spPr>
          <a:xfrm>
            <a:off x="1655404" y="34877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F1_main_prauc_68">
            <a:extLst>
              <a:ext uri="{FF2B5EF4-FFF2-40B4-BE49-F238E27FC236}">
                <a16:creationId xmlns:a16="http://schemas.microsoft.com/office/drawing/2014/main" id="{0274664C-3852-404C-8C5A-4050C65F2AB8}"/>
              </a:ext>
            </a:extLst>
          </p:cNvPr>
          <p:cNvSpPr>
            <a:spLocks noGrp="1"/>
          </p:cNvSpPr>
          <p:nvPr/>
        </p:nvSpPr>
        <p:spPr>
          <a:xfrm>
            <a:off x="1605116" y="53896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F1_main_prauc_69">
            <a:extLst>
              <a:ext uri="{FF2B5EF4-FFF2-40B4-BE49-F238E27FC236}">
                <a16:creationId xmlns:a16="http://schemas.microsoft.com/office/drawing/2014/main" id="{C7C555EC-F99F-4CDE-95EC-FED52281E42A}"/>
              </a:ext>
            </a:extLst>
          </p:cNvPr>
          <p:cNvSpPr>
            <a:spLocks noGrp="1"/>
          </p:cNvSpPr>
          <p:nvPr/>
        </p:nvSpPr>
        <p:spPr>
          <a:xfrm>
            <a:off x="1587904" y="3516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F1_main_prauc_70">
            <a:extLst>
              <a:ext uri="{FF2B5EF4-FFF2-40B4-BE49-F238E27FC236}">
                <a16:creationId xmlns:a16="http://schemas.microsoft.com/office/drawing/2014/main" id="{70384756-3DD5-43C3-B97E-FBF90E294427}"/>
              </a:ext>
            </a:extLst>
          </p:cNvPr>
          <p:cNvSpPr>
            <a:spLocks noGrp="1"/>
          </p:cNvSpPr>
          <p:nvPr/>
        </p:nvSpPr>
        <p:spPr>
          <a:xfrm>
            <a:off x="1469189" y="460960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F1_main_prauc_71">
            <a:extLst>
              <a:ext uri="{FF2B5EF4-FFF2-40B4-BE49-F238E27FC236}">
                <a16:creationId xmlns:a16="http://schemas.microsoft.com/office/drawing/2014/main" id="{7586DE84-D534-4E21-B530-E8120802F875}"/>
              </a:ext>
            </a:extLst>
          </p:cNvPr>
          <p:cNvSpPr>
            <a:spLocks noGrp="1"/>
          </p:cNvSpPr>
          <p:nvPr/>
        </p:nvSpPr>
        <p:spPr>
          <a:xfrm>
            <a:off x="1413660" y="33739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F1_main_prauc_72">
            <a:extLst>
              <a:ext uri="{FF2B5EF4-FFF2-40B4-BE49-F238E27FC236}">
                <a16:creationId xmlns:a16="http://schemas.microsoft.com/office/drawing/2014/main" id="{B2AF1AFE-1A9D-417C-93B1-F8413622020C}"/>
              </a:ext>
            </a:extLst>
          </p:cNvPr>
          <p:cNvSpPr>
            <a:spLocks noGrp="1"/>
          </p:cNvSpPr>
          <p:nvPr/>
        </p:nvSpPr>
        <p:spPr>
          <a:xfrm>
            <a:off x="1550912" y="3452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F1_main_prauc_73">
            <a:extLst>
              <a:ext uri="{FF2B5EF4-FFF2-40B4-BE49-F238E27FC236}">
                <a16:creationId xmlns:a16="http://schemas.microsoft.com/office/drawing/2014/main" id="{8A23BF8E-97FE-4D82-A32E-FEE7DDD88FEB}"/>
              </a:ext>
            </a:extLst>
          </p:cNvPr>
          <p:cNvSpPr>
            <a:spLocks noGrp="1"/>
          </p:cNvSpPr>
          <p:nvPr/>
        </p:nvSpPr>
        <p:spPr>
          <a:xfrm>
            <a:off x="1538459" y="4632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F1_main_prauc_74">
            <a:extLst>
              <a:ext uri="{FF2B5EF4-FFF2-40B4-BE49-F238E27FC236}">
                <a16:creationId xmlns:a16="http://schemas.microsoft.com/office/drawing/2014/main" id="{BB0BB739-27FC-486F-BFFC-E3E90E054E1B}"/>
              </a:ext>
            </a:extLst>
          </p:cNvPr>
          <p:cNvSpPr>
            <a:spLocks noGrp="1"/>
          </p:cNvSpPr>
          <p:nvPr/>
        </p:nvSpPr>
        <p:spPr>
          <a:xfrm>
            <a:off x="1572787" y="34685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F1_main_prauc_75">
            <a:extLst>
              <a:ext uri="{FF2B5EF4-FFF2-40B4-BE49-F238E27FC236}">
                <a16:creationId xmlns:a16="http://schemas.microsoft.com/office/drawing/2014/main" id="{C207F26E-9BC3-4EEE-84ED-24ACF6D97D5B}"/>
              </a:ext>
            </a:extLst>
          </p:cNvPr>
          <p:cNvSpPr>
            <a:spLocks noGrp="1"/>
          </p:cNvSpPr>
          <p:nvPr/>
        </p:nvSpPr>
        <p:spPr>
          <a:xfrm>
            <a:off x="1502935" y="3642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F1_main_prauc_76">
            <a:extLst>
              <a:ext uri="{FF2B5EF4-FFF2-40B4-BE49-F238E27FC236}">
                <a16:creationId xmlns:a16="http://schemas.microsoft.com/office/drawing/2014/main" id="{DD0B6269-7DD1-4EA9-B43B-71958C6CCE9B}"/>
              </a:ext>
            </a:extLst>
          </p:cNvPr>
          <p:cNvSpPr>
            <a:spLocks noGrp="1"/>
          </p:cNvSpPr>
          <p:nvPr/>
        </p:nvSpPr>
        <p:spPr>
          <a:xfrm>
            <a:off x="1467906" y="54592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F1_main_prauc_77">
            <a:extLst>
              <a:ext uri="{FF2B5EF4-FFF2-40B4-BE49-F238E27FC236}">
                <a16:creationId xmlns:a16="http://schemas.microsoft.com/office/drawing/2014/main" id="{CB2C425A-C1E7-4FD4-980F-A239811C9C6F}"/>
              </a:ext>
            </a:extLst>
          </p:cNvPr>
          <p:cNvSpPr>
            <a:spLocks noGrp="1"/>
          </p:cNvSpPr>
          <p:nvPr/>
        </p:nvSpPr>
        <p:spPr>
          <a:xfrm>
            <a:off x="1547066" y="35960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F1_main_prauc_78">
            <a:extLst>
              <a:ext uri="{FF2B5EF4-FFF2-40B4-BE49-F238E27FC236}">
                <a16:creationId xmlns:a16="http://schemas.microsoft.com/office/drawing/2014/main" id="{253F396B-22A0-4206-B478-54626183E9DE}"/>
              </a:ext>
            </a:extLst>
          </p:cNvPr>
          <p:cNvSpPr>
            <a:spLocks noGrp="1"/>
          </p:cNvSpPr>
          <p:nvPr/>
        </p:nvSpPr>
        <p:spPr>
          <a:xfrm>
            <a:off x="1629511" y="3635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F1_main_prauc_79">
            <a:extLst>
              <a:ext uri="{FF2B5EF4-FFF2-40B4-BE49-F238E27FC236}">
                <a16:creationId xmlns:a16="http://schemas.microsoft.com/office/drawing/2014/main" id="{60559421-6D35-4941-B91C-614BF3D5EEE0}"/>
              </a:ext>
            </a:extLst>
          </p:cNvPr>
          <p:cNvSpPr>
            <a:spLocks noGrp="1"/>
          </p:cNvSpPr>
          <p:nvPr/>
        </p:nvSpPr>
        <p:spPr>
          <a:xfrm>
            <a:off x="1611690" y="40404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F1_main_prauc_80">
            <a:extLst>
              <a:ext uri="{FF2B5EF4-FFF2-40B4-BE49-F238E27FC236}">
                <a16:creationId xmlns:a16="http://schemas.microsoft.com/office/drawing/2014/main" id="{ECC49F5D-7174-42E3-A3BA-06E3E67485C4}"/>
              </a:ext>
            </a:extLst>
          </p:cNvPr>
          <p:cNvSpPr>
            <a:spLocks noGrp="1"/>
          </p:cNvSpPr>
          <p:nvPr/>
        </p:nvSpPr>
        <p:spPr>
          <a:xfrm>
            <a:off x="1502299" y="4900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F1_main_prauc_81">
            <a:extLst>
              <a:ext uri="{FF2B5EF4-FFF2-40B4-BE49-F238E27FC236}">
                <a16:creationId xmlns:a16="http://schemas.microsoft.com/office/drawing/2014/main" id="{45C6E54F-9B7C-4F1C-9BA5-3C4D08DA265A}"/>
              </a:ext>
            </a:extLst>
          </p:cNvPr>
          <p:cNvSpPr>
            <a:spLocks noGrp="1"/>
          </p:cNvSpPr>
          <p:nvPr/>
        </p:nvSpPr>
        <p:spPr>
          <a:xfrm>
            <a:off x="1623251" y="417319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F1_main_prauc_82">
            <a:extLst>
              <a:ext uri="{FF2B5EF4-FFF2-40B4-BE49-F238E27FC236}">
                <a16:creationId xmlns:a16="http://schemas.microsoft.com/office/drawing/2014/main" id="{63E6F5B1-1B25-439A-9CCD-44846D1AE708}"/>
              </a:ext>
            </a:extLst>
          </p:cNvPr>
          <p:cNvSpPr>
            <a:spLocks noGrp="1"/>
          </p:cNvSpPr>
          <p:nvPr/>
        </p:nvSpPr>
        <p:spPr>
          <a:xfrm>
            <a:off x="1493772" y="4248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F1_main_prauc_83">
            <a:extLst>
              <a:ext uri="{FF2B5EF4-FFF2-40B4-BE49-F238E27FC236}">
                <a16:creationId xmlns:a16="http://schemas.microsoft.com/office/drawing/2014/main" id="{EE8A1AB9-D607-48C1-B1DD-F0A1CB607C44}"/>
              </a:ext>
            </a:extLst>
          </p:cNvPr>
          <p:cNvSpPr>
            <a:spLocks noGrp="1"/>
          </p:cNvSpPr>
          <p:nvPr/>
        </p:nvSpPr>
        <p:spPr>
          <a:xfrm>
            <a:off x="1563892" y="33298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F1_main_prauc_84">
            <a:extLst>
              <a:ext uri="{FF2B5EF4-FFF2-40B4-BE49-F238E27FC236}">
                <a16:creationId xmlns:a16="http://schemas.microsoft.com/office/drawing/2014/main" id="{E2DCC6D9-6DFE-4E14-B2DD-2AE8A5D905C6}"/>
              </a:ext>
            </a:extLst>
          </p:cNvPr>
          <p:cNvSpPr>
            <a:spLocks noGrp="1"/>
          </p:cNvSpPr>
          <p:nvPr/>
        </p:nvSpPr>
        <p:spPr>
          <a:xfrm>
            <a:off x="1519370" y="44555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F1_main_prauc_85">
            <a:extLst>
              <a:ext uri="{FF2B5EF4-FFF2-40B4-BE49-F238E27FC236}">
                <a16:creationId xmlns:a16="http://schemas.microsoft.com/office/drawing/2014/main" id="{18F24896-42F9-42EE-918A-588920F9C81A}"/>
              </a:ext>
            </a:extLst>
          </p:cNvPr>
          <p:cNvSpPr>
            <a:spLocks noGrp="1"/>
          </p:cNvSpPr>
          <p:nvPr/>
        </p:nvSpPr>
        <p:spPr>
          <a:xfrm>
            <a:off x="1413613" y="607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F1_main_prauc_86">
            <a:extLst>
              <a:ext uri="{FF2B5EF4-FFF2-40B4-BE49-F238E27FC236}">
                <a16:creationId xmlns:a16="http://schemas.microsoft.com/office/drawing/2014/main" id="{238C3ABB-E522-4F17-90F4-CF7233065711}"/>
              </a:ext>
            </a:extLst>
          </p:cNvPr>
          <p:cNvSpPr>
            <a:spLocks noGrp="1"/>
          </p:cNvSpPr>
          <p:nvPr/>
        </p:nvSpPr>
        <p:spPr>
          <a:xfrm>
            <a:off x="1558338" y="52943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F1_main_prauc_87">
            <a:extLst>
              <a:ext uri="{FF2B5EF4-FFF2-40B4-BE49-F238E27FC236}">
                <a16:creationId xmlns:a16="http://schemas.microsoft.com/office/drawing/2014/main" id="{B44A8167-9200-404C-9BAE-8B770E372E8F}"/>
              </a:ext>
            </a:extLst>
          </p:cNvPr>
          <p:cNvSpPr>
            <a:spLocks noGrp="1"/>
          </p:cNvSpPr>
          <p:nvPr/>
        </p:nvSpPr>
        <p:spPr>
          <a:xfrm>
            <a:off x="1448821" y="4292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F1_main_prauc_88">
            <a:extLst>
              <a:ext uri="{FF2B5EF4-FFF2-40B4-BE49-F238E27FC236}">
                <a16:creationId xmlns:a16="http://schemas.microsoft.com/office/drawing/2014/main" id="{887AEE60-8774-4618-82FD-7107C93F0BE6}"/>
              </a:ext>
            </a:extLst>
          </p:cNvPr>
          <p:cNvSpPr>
            <a:spLocks noGrp="1"/>
          </p:cNvSpPr>
          <p:nvPr/>
        </p:nvSpPr>
        <p:spPr>
          <a:xfrm>
            <a:off x="1577841" y="3257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F1_main_prauc_89">
            <a:extLst>
              <a:ext uri="{FF2B5EF4-FFF2-40B4-BE49-F238E27FC236}">
                <a16:creationId xmlns:a16="http://schemas.microsoft.com/office/drawing/2014/main" id="{EF68C7FE-CE0E-4494-8211-67D11F014EDB}"/>
              </a:ext>
            </a:extLst>
          </p:cNvPr>
          <p:cNvSpPr>
            <a:spLocks noGrp="1"/>
          </p:cNvSpPr>
          <p:nvPr/>
        </p:nvSpPr>
        <p:spPr>
          <a:xfrm>
            <a:off x="1622084" y="3340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F1_main_prauc_90">
            <a:extLst>
              <a:ext uri="{FF2B5EF4-FFF2-40B4-BE49-F238E27FC236}">
                <a16:creationId xmlns:a16="http://schemas.microsoft.com/office/drawing/2014/main" id="{44E3786A-95FA-4335-92AA-C4BB9AFF7577}"/>
              </a:ext>
            </a:extLst>
          </p:cNvPr>
          <p:cNvSpPr>
            <a:spLocks noGrp="1"/>
          </p:cNvSpPr>
          <p:nvPr/>
        </p:nvSpPr>
        <p:spPr>
          <a:xfrm>
            <a:off x="1406767" y="5514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F1_main_prauc_91">
            <a:extLst>
              <a:ext uri="{FF2B5EF4-FFF2-40B4-BE49-F238E27FC236}">
                <a16:creationId xmlns:a16="http://schemas.microsoft.com/office/drawing/2014/main" id="{E693CC0D-F915-4A6A-9815-E0BFDC611104}"/>
              </a:ext>
            </a:extLst>
          </p:cNvPr>
          <p:cNvSpPr>
            <a:spLocks noGrp="1"/>
          </p:cNvSpPr>
          <p:nvPr/>
        </p:nvSpPr>
        <p:spPr>
          <a:xfrm>
            <a:off x="1593140" y="4084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F1_main_prauc_92">
            <a:extLst>
              <a:ext uri="{FF2B5EF4-FFF2-40B4-BE49-F238E27FC236}">
                <a16:creationId xmlns:a16="http://schemas.microsoft.com/office/drawing/2014/main" id="{2A2F095E-CA38-4473-B5E3-40A6B8AB42F6}"/>
              </a:ext>
            </a:extLst>
          </p:cNvPr>
          <p:cNvSpPr>
            <a:spLocks noGrp="1"/>
          </p:cNvSpPr>
          <p:nvPr/>
        </p:nvSpPr>
        <p:spPr>
          <a:xfrm>
            <a:off x="1614196" y="45425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F1_main_prauc_93">
            <a:extLst>
              <a:ext uri="{FF2B5EF4-FFF2-40B4-BE49-F238E27FC236}">
                <a16:creationId xmlns:a16="http://schemas.microsoft.com/office/drawing/2014/main" id="{3D890DF4-4BEA-4B7C-9782-F6295ACC1DB3}"/>
              </a:ext>
            </a:extLst>
          </p:cNvPr>
          <p:cNvSpPr>
            <a:spLocks noGrp="1"/>
          </p:cNvSpPr>
          <p:nvPr/>
        </p:nvSpPr>
        <p:spPr>
          <a:xfrm>
            <a:off x="1472281" y="56450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F1_main_prauc_94">
            <a:extLst>
              <a:ext uri="{FF2B5EF4-FFF2-40B4-BE49-F238E27FC236}">
                <a16:creationId xmlns:a16="http://schemas.microsoft.com/office/drawing/2014/main" id="{4FCAF9C6-2F06-4DE0-BD64-7C750899A5A2}"/>
              </a:ext>
            </a:extLst>
          </p:cNvPr>
          <p:cNvSpPr>
            <a:spLocks noGrp="1"/>
          </p:cNvSpPr>
          <p:nvPr/>
        </p:nvSpPr>
        <p:spPr>
          <a:xfrm>
            <a:off x="1586118" y="3089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F1_main_prauc_95">
            <a:extLst>
              <a:ext uri="{FF2B5EF4-FFF2-40B4-BE49-F238E27FC236}">
                <a16:creationId xmlns:a16="http://schemas.microsoft.com/office/drawing/2014/main" id="{69C9B33E-BA24-4961-8129-C137894BDD99}"/>
              </a:ext>
            </a:extLst>
          </p:cNvPr>
          <p:cNvSpPr>
            <a:spLocks noGrp="1"/>
          </p:cNvSpPr>
          <p:nvPr/>
        </p:nvSpPr>
        <p:spPr>
          <a:xfrm>
            <a:off x="1641463" y="60978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F1_main_prauc_96">
            <a:extLst>
              <a:ext uri="{FF2B5EF4-FFF2-40B4-BE49-F238E27FC236}">
                <a16:creationId xmlns:a16="http://schemas.microsoft.com/office/drawing/2014/main" id="{3D86D14B-6264-48F2-B8F8-E2D487184E06}"/>
              </a:ext>
            </a:extLst>
          </p:cNvPr>
          <p:cNvSpPr>
            <a:spLocks noGrp="1"/>
          </p:cNvSpPr>
          <p:nvPr/>
        </p:nvSpPr>
        <p:spPr>
          <a:xfrm>
            <a:off x="1643331" y="50575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F1_main_prauc_97">
            <a:extLst>
              <a:ext uri="{FF2B5EF4-FFF2-40B4-BE49-F238E27FC236}">
                <a16:creationId xmlns:a16="http://schemas.microsoft.com/office/drawing/2014/main" id="{21E9EFD9-8AB7-4E5A-B04B-26460FA88C5D}"/>
              </a:ext>
            </a:extLst>
          </p:cNvPr>
          <p:cNvSpPr>
            <a:spLocks noGrp="1"/>
          </p:cNvSpPr>
          <p:nvPr/>
        </p:nvSpPr>
        <p:spPr>
          <a:xfrm>
            <a:off x="1411127" y="36827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F1_main_prauc_98">
            <a:extLst>
              <a:ext uri="{FF2B5EF4-FFF2-40B4-BE49-F238E27FC236}">
                <a16:creationId xmlns:a16="http://schemas.microsoft.com/office/drawing/2014/main" id="{8E4A5059-0137-4770-A7C6-4F77EB9B2711}"/>
              </a:ext>
            </a:extLst>
          </p:cNvPr>
          <p:cNvSpPr>
            <a:spLocks noGrp="1"/>
          </p:cNvSpPr>
          <p:nvPr/>
        </p:nvSpPr>
        <p:spPr>
          <a:xfrm>
            <a:off x="1499717" y="31239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F1_main_prauc_99">
            <a:extLst>
              <a:ext uri="{FF2B5EF4-FFF2-40B4-BE49-F238E27FC236}">
                <a16:creationId xmlns:a16="http://schemas.microsoft.com/office/drawing/2014/main" id="{9876D455-9BA4-4388-9DB0-485DD125AF96}"/>
              </a:ext>
            </a:extLst>
          </p:cNvPr>
          <p:cNvSpPr>
            <a:spLocks noGrp="1"/>
          </p:cNvSpPr>
          <p:nvPr/>
        </p:nvSpPr>
        <p:spPr>
          <a:xfrm>
            <a:off x="1617803" y="32113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F1_main_prauc_100">
            <a:extLst>
              <a:ext uri="{FF2B5EF4-FFF2-40B4-BE49-F238E27FC236}">
                <a16:creationId xmlns:a16="http://schemas.microsoft.com/office/drawing/2014/main" id="{5AB629E3-E119-4833-A556-97BB0543897C}"/>
              </a:ext>
            </a:extLst>
          </p:cNvPr>
          <p:cNvSpPr>
            <a:spLocks noGrp="1"/>
          </p:cNvSpPr>
          <p:nvPr/>
        </p:nvSpPr>
        <p:spPr>
          <a:xfrm>
            <a:off x="1469832" y="41615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F1_main_prauc_101">
            <a:extLst>
              <a:ext uri="{FF2B5EF4-FFF2-40B4-BE49-F238E27FC236}">
                <a16:creationId xmlns:a16="http://schemas.microsoft.com/office/drawing/2014/main" id="{7F48438D-CFA8-4E21-BAC8-4E7CC8C517C5}"/>
              </a:ext>
            </a:extLst>
          </p:cNvPr>
          <p:cNvSpPr>
            <a:spLocks noGrp="1"/>
          </p:cNvSpPr>
          <p:nvPr/>
        </p:nvSpPr>
        <p:spPr>
          <a:xfrm>
            <a:off x="1638976" y="3465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F1_main_prauc_102">
            <a:extLst>
              <a:ext uri="{FF2B5EF4-FFF2-40B4-BE49-F238E27FC236}">
                <a16:creationId xmlns:a16="http://schemas.microsoft.com/office/drawing/2014/main" id="{FFE43A57-3F06-46BA-B7D7-0496685511F1}"/>
              </a:ext>
            </a:extLst>
          </p:cNvPr>
          <p:cNvSpPr>
            <a:spLocks noGrp="1"/>
          </p:cNvSpPr>
          <p:nvPr/>
        </p:nvSpPr>
        <p:spPr>
          <a:xfrm>
            <a:off x="1491762" y="316732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F1_main_prauc_103">
            <a:extLst>
              <a:ext uri="{FF2B5EF4-FFF2-40B4-BE49-F238E27FC236}">
                <a16:creationId xmlns:a16="http://schemas.microsoft.com/office/drawing/2014/main" id="{517684D4-AA13-4DD7-B476-B2B317924B7E}"/>
              </a:ext>
            </a:extLst>
          </p:cNvPr>
          <p:cNvSpPr>
            <a:spLocks noGrp="1"/>
          </p:cNvSpPr>
          <p:nvPr/>
        </p:nvSpPr>
        <p:spPr>
          <a:xfrm>
            <a:off x="1624806" y="329976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F1_main_prauc_104">
            <a:extLst>
              <a:ext uri="{FF2B5EF4-FFF2-40B4-BE49-F238E27FC236}">
                <a16:creationId xmlns:a16="http://schemas.microsoft.com/office/drawing/2014/main" id="{DF77A672-0001-4793-9177-26C549838DF6}"/>
              </a:ext>
            </a:extLst>
          </p:cNvPr>
          <p:cNvSpPr>
            <a:spLocks noGrp="1"/>
          </p:cNvSpPr>
          <p:nvPr/>
        </p:nvSpPr>
        <p:spPr>
          <a:xfrm>
            <a:off x="1487949" y="38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F1_main_prauc_105">
            <a:extLst>
              <a:ext uri="{FF2B5EF4-FFF2-40B4-BE49-F238E27FC236}">
                <a16:creationId xmlns:a16="http://schemas.microsoft.com/office/drawing/2014/main" id="{B0BB78BF-C0B5-4C20-AEBF-D562F87A1546}"/>
              </a:ext>
            </a:extLst>
          </p:cNvPr>
          <p:cNvSpPr>
            <a:spLocks noGrp="1"/>
          </p:cNvSpPr>
          <p:nvPr/>
        </p:nvSpPr>
        <p:spPr>
          <a:xfrm>
            <a:off x="1619760" y="3171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F1_main_prauc_106">
            <a:extLst>
              <a:ext uri="{FF2B5EF4-FFF2-40B4-BE49-F238E27FC236}">
                <a16:creationId xmlns:a16="http://schemas.microsoft.com/office/drawing/2014/main" id="{3D802E92-E2EC-4E8C-B20A-432DA7684686}"/>
              </a:ext>
            </a:extLst>
          </p:cNvPr>
          <p:cNvSpPr>
            <a:spLocks noGrp="1"/>
          </p:cNvSpPr>
          <p:nvPr/>
        </p:nvSpPr>
        <p:spPr>
          <a:xfrm>
            <a:off x="1626976" y="4551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F1_main_prauc_107">
            <a:extLst>
              <a:ext uri="{FF2B5EF4-FFF2-40B4-BE49-F238E27FC236}">
                <a16:creationId xmlns:a16="http://schemas.microsoft.com/office/drawing/2014/main" id="{FA691078-652A-4F7C-A27B-D86131F72E36}"/>
              </a:ext>
            </a:extLst>
          </p:cNvPr>
          <p:cNvSpPr>
            <a:spLocks noGrp="1"/>
          </p:cNvSpPr>
          <p:nvPr/>
        </p:nvSpPr>
        <p:spPr>
          <a:xfrm>
            <a:off x="1481603" y="3524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F1_main_prauc_108">
            <a:extLst>
              <a:ext uri="{FF2B5EF4-FFF2-40B4-BE49-F238E27FC236}">
                <a16:creationId xmlns:a16="http://schemas.microsoft.com/office/drawing/2014/main" id="{8F6B6710-69B0-46A9-AE40-8BA26B50DBDD}"/>
              </a:ext>
            </a:extLst>
          </p:cNvPr>
          <p:cNvSpPr>
            <a:spLocks noGrp="1"/>
          </p:cNvSpPr>
          <p:nvPr/>
        </p:nvSpPr>
        <p:spPr>
          <a:xfrm>
            <a:off x="1652161" y="43192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F1_main_prauc_109">
            <a:extLst>
              <a:ext uri="{FF2B5EF4-FFF2-40B4-BE49-F238E27FC236}">
                <a16:creationId xmlns:a16="http://schemas.microsoft.com/office/drawing/2014/main" id="{EFD9ACFF-FA63-442F-A705-43810E50DAB7}"/>
              </a:ext>
            </a:extLst>
          </p:cNvPr>
          <p:cNvSpPr>
            <a:spLocks noGrp="1"/>
          </p:cNvSpPr>
          <p:nvPr/>
        </p:nvSpPr>
        <p:spPr>
          <a:xfrm>
            <a:off x="1428904" y="33838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F1_main_prauc_110">
            <a:extLst>
              <a:ext uri="{FF2B5EF4-FFF2-40B4-BE49-F238E27FC236}">
                <a16:creationId xmlns:a16="http://schemas.microsoft.com/office/drawing/2014/main" id="{880F8BCA-79A7-4A17-9C0E-D10534CE2F02}"/>
              </a:ext>
            </a:extLst>
          </p:cNvPr>
          <p:cNvSpPr>
            <a:spLocks noGrp="1"/>
          </p:cNvSpPr>
          <p:nvPr/>
        </p:nvSpPr>
        <p:spPr>
          <a:xfrm>
            <a:off x="1626903" y="3893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F1_main_prauc_111">
            <a:extLst>
              <a:ext uri="{FF2B5EF4-FFF2-40B4-BE49-F238E27FC236}">
                <a16:creationId xmlns:a16="http://schemas.microsoft.com/office/drawing/2014/main" id="{696E1EA9-FF73-42C7-BAE3-C10BFFADD85E}"/>
              </a:ext>
            </a:extLst>
          </p:cNvPr>
          <p:cNvSpPr>
            <a:spLocks noGrp="1"/>
          </p:cNvSpPr>
          <p:nvPr/>
        </p:nvSpPr>
        <p:spPr>
          <a:xfrm>
            <a:off x="1560156" y="4372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F1_main_prauc_112">
            <a:extLst>
              <a:ext uri="{FF2B5EF4-FFF2-40B4-BE49-F238E27FC236}">
                <a16:creationId xmlns:a16="http://schemas.microsoft.com/office/drawing/2014/main" id="{79EB319A-5AB2-4925-BD60-EB92975A9C3C}"/>
              </a:ext>
            </a:extLst>
          </p:cNvPr>
          <p:cNvSpPr>
            <a:spLocks noGrp="1"/>
          </p:cNvSpPr>
          <p:nvPr/>
        </p:nvSpPr>
        <p:spPr>
          <a:xfrm>
            <a:off x="1574317" y="4411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F1_main_prauc_113">
            <a:extLst>
              <a:ext uri="{FF2B5EF4-FFF2-40B4-BE49-F238E27FC236}">
                <a16:creationId xmlns:a16="http://schemas.microsoft.com/office/drawing/2014/main" id="{03A3A6E0-B91B-4B27-AF49-6E3916A6B8ED}"/>
              </a:ext>
            </a:extLst>
          </p:cNvPr>
          <p:cNvSpPr>
            <a:spLocks noGrp="1"/>
          </p:cNvSpPr>
          <p:nvPr/>
        </p:nvSpPr>
        <p:spPr>
          <a:xfrm>
            <a:off x="1553372" y="43752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F1_main_prauc_114">
            <a:extLst>
              <a:ext uri="{FF2B5EF4-FFF2-40B4-BE49-F238E27FC236}">
                <a16:creationId xmlns:a16="http://schemas.microsoft.com/office/drawing/2014/main" id="{96BCB064-C4FB-4B05-9939-F9FFF73084F7}"/>
              </a:ext>
            </a:extLst>
          </p:cNvPr>
          <p:cNvSpPr>
            <a:spLocks noGrp="1"/>
          </p:cNvSpPr>
          <p:nvPr/>
        </p:nvSpPr>
        <p:spPr>
          <a:xfrm>
            <a:off x="1486418" y="40828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F1_main_prauc_115">
            <a:extLst>
              <a:ext uri="{FF2B5EF4-FFF2-40B4-BE49-F238E27FC236}">
                <a16:creationId xmlns:a16="http://schemas.microsoft.com/office/drawing/2014/main" id="{7A11902B-3316-4CAB-A288-2950705DBFC7}"/>
              </a:ext>
            </a:extLst>
          </p:cNvPr>
          <p:cNvSpPr>
            <a:spLocks noGrp="1"/>
          </p:cNvSpPr>
          <p:nvPr/>
        </p:nvSpPr>
        <p:spPr>
          <a:xfrm>
            <a:off x="1650287" y="43731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F1_main_prauc_116">
            <a:extLst>
              <a:ext uri="{FF2B5EF4-FFF2-40B4-BE49-F238E27FC236}">
                <a16:creationId xmlns:a16="http://schemas.microsoft.com/office/drawing/2014/main" id="{27A3D6EB-077C-4BF8-ABAC-09C6E28A292B}"/>
              </a:ext>
            </a:extLst>
          </p:cNvPr>
          <p:cNvSpPr>
            <a:spLocks noGrp="1"/>
          </p:cNvSpPr>
          <p:nvPr/>
        </p:nvSpPr>
        <p:spPr>
          <a:xfrm>
            <a:off x="1575821" y="42319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F1_main_prauc_117">
            <a:extLst>
              <a:ext uri="{FF2B5EF4-FFF2-40B4-BE49-F238E27FC236}">
                <a16:creationId xmlns:a16="http://schemas.microsoft.com/office/drawing/2014/main" id="{DFCEDFF1-283D-4580-98F9-4AF4D09EC010}"/>
              </a:ext>
            </a:extLst>
          </p:cNvPr>
          <p:cNvSpPr>
            <a:spLocks noGrp="1"/>
          </p:cNvSpPr>
          <p:nvPr/>
        </p:nvSpPr>
        <p:spPr>
          <a:xfrm>
            <a:off x="1621352" y="31620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F1_main_prauc_118">
            <a:extLst>
              <a:ext uri="{FF2B5EF4-FFF2-40B4-BE49-F238E27FC236}">
                <a16:creationId xmlns:a16="http://schemas.microsoft.com/office/drawing/2014/main" id="{7CF9CDA7-2367-4287-816C-CED57DDAAD52}"/>
              </a:ext>
            </a:extLst>
          </p:cNvPr>
          <p:cNvSpPr>
            <a:spLocks noGrp="1"/>
          </p:cNvSpPr>
          <p:nvPr/>
        </p:nvSpPr>
        <p:spPr>
          <a:xfrm>
            <a:off x="1657882" y="3456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F1_main_prauc_119">
            <a:extLst>
              <a:ext uri="{FF2B5EF4-FFF2-40B4-BE49-F238E27FC236}">
                <a16:creationId xmlns:a16="http://schemas.microsoft.com/office/drawing/2014/main" id="{29B87DE2-07FB-495A-A566-6F6B0AC149E9}"/>
              </a:ext>
            </a:extLst>
          </p:cNvPr>
          <p:cNvSpPr>
            <a:spLocks noGrp="1"/>
          </p:cNvSpPr>
          <p:nvPr/>
        </p:nvSpPr>
        <p:spPr>
          <a:xfrm>
            <a:off x="1427429" y="343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F1_main_prauc_120">
            <a:extLst>
              <a:ext uri="{FF2B5EF4-FFF2-40B4-BE49-F238E27FC236}">
                <a16:creationId xmlns:a16="http://schemas.microsoft.com/office/drawing/2014/main" id="{0D3DD716-F7D2-4EFF-9A2F-57E2C1D6DDB3}"/>
              </a:ext>
            </a:extLst>
          </p:cNvPr>
          <p:cNvSpPr>
            <a:spLocks noGrp="1"/>
          </p:cNvSpPr>
          <p:nvPr/>
        </p:nvSpPr>
        <p:spPr>
          <a:xfrm>
            <a:off x="1570264" y="451375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F1_main_prauc_121">
            <a:extLst>
              <a:ext uri="{FF2B5EF4-FFF2-40B4-BE49-F238E27FC236}">
                <a16:creationId xmlns:a16="http://schemas.microsoft.com/office/drawing/2014/main" id="{2DBA0F33-BE0E-469A-B0AA-5C35B4029DD8}"/>
              </a:ext>
            </a:extLst>
          </p:cNvPr>
          <p:cNvSpPr>
            <a:spLocks noGrp="1"/>
          </p:cNvSpPr>
          <p:nvPr/>
        </p:nvSpPr>
        <p:spPr>
          <a:xfrm>
            <a:off x="1658361" y="31400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F1_main_prauc_122">
            <a:extLst>
              <a:ext uri="{FF2B5EF4-FFF2-40B4-BE49-F238E27FC236}">
                <a16:creationId xmlns:a16="http://schemas.microsoft.com/office/drawing/2014/main" id="{264FA9BF-1129-419A-A112-580982CB02BC}"/>
              </a:ext>
            </a:extLst>
          </p:cNvPr>
          <p:cNvSpPr>
            <a:spLocks noGrp="1"/>
          </p:cNvSpPr>
          <p:nvPr/>
        </p:nvSpPr>
        <p:spPr>
          <a:xfrm>
            <a:off x="1509750" y="29799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F1_main_prauc_123">
            <a:extLst>
              <a:ext uri="{FF2B5EF4-FFF2-40B4-BE49-F238E27FC236}">
                <a16:creationId xmlns:a16="http://schemas.microsoft.com/office/drawing/2014/main" id="{93E2F395-2227-41D5-9B66-2D89E617523B}"/>
              </a:ext>
            </a:extLst>
          </p:cNvPr>
          <p:cNvSpPr>
            <a:spLocks noGrp="1"/>
          </p:cNvSpPr>
          <p:nvPr/>
        </p:nvSpPr>
        <p:spPr>
          <a:xfrm>
            <a:off x="1414612" y="31881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F1_main_prauc_124">
            <a:extLst>
              <a:ext uri="{FF2B5EF4-FFF2-40B4-BE49-F238E27FC236}">
                <a16:creationId xmlns:a16="http://schemas.microsoft.com/office/drawing/2014/main" id="{6F3053B2-BBEA-4890-8A87-60877B1F76AF}"/>
              </a:ext>
            </a:extLst>
          </p:cNvPr>
          <p:cNvSpPr>
            <a:spLocks noGrp="1"/>
          </p:cNvSpPr>
          <p:nvPr/>
        </p:nvSpPr>
        <p:spPr>
          <a:xfrm>
            <a:off x="1484588" y="35996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F1_main_prauc_125">
            <a:extLst>
              <a:ext uri="{FF2B5EF4-FFF2-40B4-BE49-F238E27FC236}">
                <a16:creationId xmlns:a16="http://schemas.microsoft.com/office/drawing/2014/main" id="{F6581B50-26B7-42CF-9EA1-22E2D7E69133}"/>
              </a:ext>
            </a:extLst>
          </p:cNvPr>
          <p:cNvSpPr>
            <a:spLocks noGrp="1"/>
          </p:cNvSpPr>
          <p:nvPr/>
        </p:nvSpPr>
        <p:spPr>
          <a:xfrm>
            <a:off x="1554845" y="48111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F1_main_prauc_126">
            <a:extLst>
              <a:ext uri="{FF2B5EF4-FFF2-40B4-BE49-F238E27FC236}">
                <a16:creationId xmlns:a16="http://schemas.microsoft.com/office/drawing/2014/main" id="{53442DA8-C5E3-4FAA-B933-3B2788B45BA5}"/>
              </a:ext>
            </a:extLst>
          </p:cNvPr>
          <p:cNvSpPr>
            <a:spLocks noGrp="1"/>
          </p:cNvSpPr>
          <p:nvPr/>
        </p:nvSpPr>
        <p:spPr>
          <a:xfrm>
            <a:off x="1441657" y="56522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F1_main_prauc_127">
            <a:extLst>
              <a:ext uri="{FF2B5EF4-FFF2-40B4-BE49-F238E27FC236}">
                <a16:creationId xmlns:a16="http://schemas.microsoft.com/office/drawing/2014/main" id="{CDD89A3C-DF88-4F18-A225-7F2C0E49EE7F}"/>
              </a:ext>
            </a:extLst>
          </p:cNvPr>
          <p:cNvSpPr>
            <a:spLocks noGrp="1"/>
          </p:cNvSpPr>
          <p:nvPr/>
        </p:nvSpPr>
        <p:spPr>
          <a:xfrm>
            <a:off x="1468608" y="4785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F1_main_prauc_128">
            <a:extLst>
              <a:ext uri="{FF2B5EF4-FFF2-40B4-BE49-F238E27FC236}">
                <a16:creationId xmlns:a16="http://schemas.microsoft.com/office/drawing/2014/main" id="{B908E293-618A-45ED-92F3-860A8215B0DA}"/>
              </a:ext>
            </a:extLst>
          </p:cNvPr>
          <p:cNvSpPr>
            <a:spLocks noGrp="1"/>
          </p:cNvSpPr>
          <p:nvPr/>
        </p:nvSpPr>
        <p:spPr>
          <a:xfrm>
            <a:off x="1579580" y="39205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F1_main_prauc_129">
            <a:extLst>
              <a:ext uri="{FF2B5EF4-FFF2-40B4-BE49-F238E27FC236}">
                <a16:creationId xmlns:a16="http://schemas.microsoft.com/office/drawing/2014/main" id="{6B00A431-2B50-41C1-9678-786F04DF7FD3}"/>
              </a:ext>
            </a:extLst>
          </p:cNvPr>
          <p:cNvSpPr>
            <a:spLocks noGrp="1"/>
          </p:cNvSpPr>
          <p:nvPr/>
        </p:nvSpPr>
        <p:spPr>
          <a:xfrm>
            <a:off x="1483213" y="51791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F1_main_prauc_130">
            <a:extLst>
              <a:ext uri="{FF2B5EF4-FFF2-40B4-BE49-F238E27FC236}">
                <a16:creationId xmlns:a16="http://schemas.microsoft.com/office/drawing/2014/main" id="{1D7E0047-205D-4970-8420-B8DB1E5F8AAB}"/>
              </a:ext>
            </a:extLst>
          </p:cNvPr>
          <p:cNvSpPr>
            <a:spLocks noGrp="1"/>
          </p:cNvSpPr>
          <p:nvPr/>
        </p:nvSpPr>
        <p:spPr>
          <a:xfrm>
            <a:off x="1564496" y="327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F1_main_prauc_131">
            <a:extLst>
              <a:ext uri="{FF2B5EF4-FFF2-40B4-BE49-F238E27FC236}">
                <a16:creationId xmlns:a16="http://schemas.microsoft.com/office/drawing/2014/main" id="{40A4AE34-0586-437D-B5AF-5E5A3EF62E4D}"/>
              </a:ext>
            </a:extLst>
          </p:cNvPr>
          <p:cNvSpPr>
            <a:spLocks noGrp="1"/>
          </p:cNvSpPr>
          <p:nvPr/>
        </p:nvSpPr>
        <p:spPr>
          <a:xfrm>
            <a:off x="1535471" y="4811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F1_main_prauc_132">
            <a:extLst>
              <a:ext uri="{FF2B5EF4-FFF2-40B4-BE49-F238E27FC236}">
                <a16:creationId xmlns:a16="http://schemas.microsoft.com/office/drawing/2014/main" id="{9127FC18-F902-4443-856B-1CCEBEFEDCA3}"/>
              </a:ext>
            </a:extLst>
          </p:cNvPr>
          <p:cNvSpPr>
            <a:spLocks noGrp="1"/>
          </p:cNvSpPr>
          <p:nvPr/>
        </p:nvSpPr>
        <p:spPr>
          <a:xfrm>
            <a:off x="1653244" y="40861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F1_main_prauc_133">
            <a:extLst>
              <a:ext uri="{FF2B5EF4-FFF2-40B4-BE49-F238E27FC236}">
                <a16:creationId xmlns:a16="http://schemas.microsoft.com/office/drawing/2014/main" id="{2C780575-44F6-41E3-B6D6-EAB2A8E3032A}"/>
              </a:ext>
            </a:extLst>
          </p:cNvPr>
          <p:cNvSpPr>
            <a:spLocks noGrp="1"/>
          </p:cNvSpPr>
          <p:nvPr/>
        </p:nvSpPr>
        <p:spPr>
          <a:xfrm>
            <a:off x="1588286" y="3098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F1_main_prauc_134">
            <a:extLst>
              <a:ext uri="{FF2B5EF4-FFF2-40B4-BE49-F238E27FC236}">
                <a16:creationId xmlns:a16="http://schemas.microsoft.com/office/drawing/2014/main" id="{99F0EF0E-3FE8-4105-ADDF-DEF0BC1708F7}"/>
              </a:ext>
            </a:extLst>
          </p:cNvPr>
          <p:cNvSpPr>
            <a:spLocks noGrp="1"/>
          </p:cNvSpPr>
          <p:nvPr/>
        </p:nvSpPr>
        <p:spPr>
          <a:xfrm>
            <a:off x="1504051" y="52000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F1_main_prauc_135">
            <a:extLst>
              <a:ext uri="{FF2B5EF4-FFF2-40B4-BE49-F238E27FC236}">
                <a16:creationId xmlns:a16="http://schemas.microsoft.com/office/drawing/2014/main" id="{03456E72-D975-47EF-B18E-92A9AFE3864D}"/>
              </a:ext>
            </a:extLst>
          </p:cNvPr>
          <p:cNvSpPr>
            <a:spLocks noGrp="1"/>
          </p:cNvSpPr>
          <p:nvPr/>
        </p:nvSpPr>
        <p:spPr>
          <a:xfrm>
            <a:off x="1615620" y="3894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F1_main_prauc_136">
            <a:extLst>
              <a:ext uri="{FF2B5EF4-FFF2-40B4-BE49-F238E27FC236}">
                <a16:creationId xmlns:a16="http://schemas.microsoft.com/office/drawing/2014/main" id="{DA58C6B1-932E-480D-98EE-EA45BB2A9F2B}"/>
              </a:ext>
            </a:extLst>
          </p:cNvPr>
          <p:cNvSpPr>
            <a:spLocks noGrp="1"/>
          </p:cNvSpPr>
          <p:nvPr/>
        </p:nvSpPr>
        <p:spPr>
          <a:xfrm>
            <a:off x="1583858" y="5202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F1_main_prauc_137">
            <a:extLst>
              <a:ext uri="{FF2B5EF4-FFF2-40B4-BE49-F238E27FC236}">
                <a16:creationId xmlns:a16="http://schemas.microsoft.com/office/drawing/2014/main" id="{97B3B849-BF71-4DA6-B522-0C0448C2E00B}"/>
              </a:ext>
            </a:extLst>
          </p:cNvPr>
          <p:cNvSpPr>
            <a:spLocks noGrp="1"/>
          </p:cNvSpPr>
          <p:nvPr/>
        </p:nvSpPr>
        <p:spPr>
          <a:xfrm>
            <a:off x="1438025" y="320340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F1_main_prauc_138">
            <a:extLst>
              <a:ext uri="{FF2B5EF4-FFF2-40B4-BE49-F238E27FC236}">
                <a16:creationId xmlns:a16="http://schemas.microsoft.com/office/drawing/2014/main" id="{032208E8-1785-4965-BD68-F81EC899A3A3}"/>
              </a:ext>
            </a:extLst>
          </p:cNvPr>
          <p:cNvSpPr>
            <a:spLocks noGrp="1"/>
          </p:cNvSpPr>
          <p:nvPr/>
        </p:nvSpPr>
        <p:spPr>
          <a:xfrm>
            <a:off x="1515615" y="41988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F1_main_prauc_139">
            <a:extLst>
              <a:ext uri="{FF2B5EF4-FFF2-40B4-BE49-F238E27FC236}">
                <a16:creationId xmlns:a16="http://schemas.microsoft.com/office/drawing/2014/main" id="{6A0653F7-A4AC-4D54-9E1B-CB524A7151D3}"/>
              </a:ext>
            </a:extLst>
          </p:cNvPr>
          <p:cNvSpPr>
            <a:spLocks noGrp="1"/>
          </p:cNvSpPr>
          <p:nvPr/>
        </p:nvSpPr>
        <p:spPr>
          <a:xfrm>
            <a:off x="1527680" y="35632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F1_main_prauc_140">
            <a:extLst>
              <a:ext uri="{FF2B5EF4-FFF2-40B4-BE49-F238E27FC236}">
                <a16:creationId xmlns:a16="http://schemas.microsoft.com/office/drawing/2014/main" id="{998CBA20-9055-4173-B3CD-1FF7F92097A0}"/>
              </a:ext>
            </a:extLst>
          </p:cNvPr>
          <p:cNvSpPr>
            <a:spLocks noGrp="1"/>
          </p:cNvSpPr>
          <p:nvPr/>
        </p:nvSpPr>
        <p:spPr>
          <a:xfrm>
            <a:off x="1446537" y="32987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F1_main_prauc_141">
            <a:extLst>
              <a:ext uri="{FF2B5EF4-FFF2-40B4-BE49-F238E27FC236}">
                <a16:creationId xmlns:a16="http://schemas.microsoft.com/office/drawing/2014/main" id="{12EA41F1-F4B8-4B1D-8CE9-A00465790CAB}"/>
              </a:ext>
            </a:extLst>
          </p:cNvPr>
          <p:cNvSpPr>
            <a:spLocks noGrp="1"/>
          </p:cNvSpPr>
          <p:nvPr/>
        </p:nvSpPr>
        <p:spPr>
          <a:xfrm>
            <a:off x="1462499" y="38500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F1_main_prauc_142">
            <a:extLst>
              <a:ext uri="{FF2B5EF4-FFF2-40B4-BE49-F238E27FC236}">
                <a16:creationId xmlns:a16="http://schemas.microsoft.com/office/drawing/2014/main" id="{C2F55FD3-32CE-4718-8A55-C68235CF46FB}"/>
              </a:ext>
            </a:extLst>
          </p:cNvPr>
          <p:cNvSpPr>
            <a:spLocks noGrp="1"/>
          </p:cNvSpPr>
          <p:nvPr/>
        </p:nvSpPr>
        <p:spPr>
          <a:xfrm>
            <a:off x="1612512" y="36247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F1_main_prauc_143">
            <a:extLst>
              <a:ext uri="{FF2B5EF4-FFF2-40B4-BE49-F238E27FC236}">
                <a16:creationId xmlns:a16="http://schemas.microsoft.com/office/drawing/2014/main" id="{6D1D7D5D-8856-458C-9EA8-26D43C90CE05}"/>
              </a:ext>
            </a:extLst>
          </p:cNvPr>
          <p:cNvSpPr>
            <a:spLocks noGrp="1"/>
          </p:cNvSpPr>
          <p:nvPr/>
        </p:nvSpPr>
        <p:spPr>
          <a:xfrm>
            <a:off x="1588672" y="38762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F1_main_prauc_144">
            <a:extLst>
              <a:ext uri="{FF2B5EF4-FFF2-40B4-BE49-F238E27FC236}">
                <a16:creationId xmlns:a16="http://schemas.microsoft.com/office/drawing/2014/main" id="{72B569F6-5E75-4C9E-BBED-FC9021C5A7BD}"/>
              </a:ext>
            </a:extLst>
          </p:cNvPr>
          <p:cNvSpPr>
            <a:spLocks noGrp="1"/>
          </p:cNvSpPr>
          <p:nvPr/>
        </p:nvSpPr>
        <p:spPr>
          <a:xfrm>
            <a:off x="1637881" y="327570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F1_main_prauc_145">
            <a:extLst>
              <a:ext uri="{FF2B5EF4-FFF2-40B4-BE49-F238E27FC236}">
                <a16:creationId xmlns:a16="http://schemas.microsoft.com/office/drawing/2014/main" id="{DAF23509-F031-4DB5-91B3-C131E541C0BF}"/>
              </a:ext>
            </a:extLst>
          </p:cNvPr>
          <p:cNvSpPr>
            <a:spLocks noGrp="1"/>
          </p:cNvSpPr>
          <p:nvPr/>
        </p:nvSpPr>
        <p:spPr>
          <a:xfrm>
            <a:off x="1511604" y="4559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F1_main_prauc_146">
            <a:extLst>
              <a:ext uri="{FF2B5EF4-FFF2-40B4-BE49-F238E27FC236}">
                <a16:creationId xmlns:a16="http://schemas.microsoft.com/office/drawing/2014/main" id="{525A7F3C-DBC8-4DEE-B7D4-878F6EF5F149}"/>
              </a:ext>
            </a:extLst>
          </p:cNvPr>
          <p:cNvSpPr>
            <a:spLocks noGrp="1"/>
          </p:cNvSpPr>
          <p:nvPr/>
        </p:nvSpPr>
        <p:spPr>
          <a:xfrm>
            <a:off x="1432840" y="4738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F1_main_prauc_147">
            <a:extLst>
              <a:ext uri="{FF2B5EF4-FFF2-40B4-BE49-F238E27FC236}">
                <a16:creationId xmlns:a16="http://schemas.microsoft.com/office/drawing/2014/main" id="{5D2A5B10-AB8B-4FEE-8B0A-28360423BF43}"/>
              </a:ext>
            </a:extLst>
          </p:cNvPr>
          <p:cNvSpPr>
            <a:spLocks noGrp="1"/>
          </p:cNvSpPr>
          <p:nvPr/>
        </p:nvSpPr>
        <p:spPr>
          <a:xfrm>
            <a:off x="1568328" y="29522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F1_main_prauc_148">
            <a:extLst>
              <a:ext uri="{FF2B5EF4-FFF2-40B4-BE49-F238E27FC236}">
                <a16:creationId xmlns:a16="http://schemas.microsoft.com/office/drawing/2014/main" id="{F4CA648D-1E49-47D8-9CB8-C0C8A0047DC5}"/>
              </a:ext>
            </a:extLst>
          </p:cNvPr>
          <p:cNvSpPr>
            <a:spLocks noGrp="1"/>
          </p:cNvSpPr>
          <p:nvPr/>
        </p:nvSpPr>
        <p:spPr>
          <a:xfrm>
            <a:off x="1643101" y="6063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F1_main_prauc_149">
            <a:extLst>
              <a:ext uri="{FF2B5EF4-FFF2-40B4-BE49-F238E27FC236}">
                <a16:creationId xmlns:a16="http://schemas.microsoft.com/office/drawing/2014/main" id="{313C9D70-EA9A-49BE-AFA0-D62CDDEE34F0}"/>
              </a:ext>
            </a:extLst>
          </p:cNvPr>
          <p:cNvSpPr>
            <a:spLocks noGrp="1"/>
          </p:cNvSpPr>
          <p:nvPr/>
        </p:nvSpPr>
        <p:spPr>
          <a:xfrm>
            <a:off x="1557325" y="33112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F1_main_prauc_150">
            <a:extLst>
              <a:ext uri="{FF2B5EF4-FFF2-40B4-BE49-F238E27FC236}">
                <a16:creationId xmlns:a16="http://schemas.microsoft.com/office/drawing/2014/main" id="{3B140E4B-F401-499D-BB6B-DEADE67B3CEB}"/>
              </a:ext>
            </a:extLst>
          </p:cNvPr>
          <p:cNvSpPr>
            <a:spLocks noGrp="1"/>
          </p:cNvSpPr>
          <p:nvPr/>
        </p:nvSpPr>
        <p:spPr>
          <a:xfrm>
            <a:off x="1620613" y="49674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F1_main_prauc_151">
            <a:extLst>
              <a:ext uri="{FF2B5EF4-FFF2-40B4-BE49-F238E27FC236}">
                <a16:creationId xmlns:a16="http://schemas.microsoft.com/office/drawing/2014/main" id="{5864A09B-C49F-4E71-98F4-1B0DA86D2458}"/>
              </a:ext>
            </a:extLst>
          </p:cNvPr>
          <p:cNvSpPr>
            <a:spLocks noGrp="1"/>
          </p:cNvSpPr>
          <p:nvPr/>
        </p:nvSpPr>
        <p:spPr>
          <a:xfrm>
            <a:off x="1437588" y="46996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F1_main_prauc_152">
            <a:extLst>
              <a:ext uri="{FF2B5EF4-FFF2-40B4-BE49-F238E27FC236}">
                <a16:creationId xmlns:a16="http://schemas.microsoft.com/office/drawing/2014/main" id="{15552B03-118F-4596-AC94-896F31E67633}"/>
              </a:ext>
            </a:extLst>
          </p:cNvPr>
          <p:cNvSpPr>
            <a:spLocks noGrp="1"/>
          </p:cNvSpPr>
          <p:nvPr/>
        </p:nvSpPr>
        <p:spPr>
          <a:xfrm>
            <a:off x="1515173" y="30558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F1_main_prauc_153">
            <a:extLst>
              <a:ext uri="{FF2B5EF4-FFF2-40B4-BE49-F238E27FC236}">
                <a16:creationId xmlns:a16="http://schemas.microsoft.com/office/drawing/2014/main" id="{3650811C-2E63-4AC8-BBD9-3A4351FCBB89}"/>
              </a:ext>
            </a:extLst>
          </p:cNvPr>
          <p:cNvSpPr>
            <a:spLocks noGrp="1"/>
          </p:cNvSpPr>
          <p:nvPr/>
        </p:nvSpPr>
        <p:spPr>
          <a:xfrm>
            <a:off x="1595144" y="34599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F1_main_prauc_154">
            <a:extLst>
              <a:ext uri="{FF2B5EF4-FFF2-40B4-BE49-F238E27FC236}">
                <a16:creationId xmlns:a16="http://schemas.microsoft.com/office/drawing/2014/main" id="{3F09316A-C652-47B4-9929-0E7D17029E85}"/>
              </a:ext>
            </a:extLst>
          </p:cNvPr>
          <p:cNvSpPr>
            <a:spLocks noGrp="1"/>
          </p:cNvSpPr>
          <p:nvPr/>
        </p:nvSpPr>
        <p:spPr>
          <a:xfrm>
            <a:off x="1630171" y="3089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F1_main_prauc_155">
            <a:extLst>
              <a:ext uri="{FF2B5EF4-FFF2-40B4-BE49-F238E27FC236}">
                <a16:creationId xmlns:a16="http://schemas.microsoft.com/office/drawing/2014/main" id="{1E5A1946-FEB4-461A-8DFF-C96AD3AC27B7}"/>
              </a:ext>
            </a:extLst>
          </p:cNvPr>
          <p:cNvSpPr>
            <a:spLocks noGrp="1"/>
          </p:cNvSpPr>
          <p:nvPr/>
        </p:nvSpPr>
        <p:spPr>
          <a:xfrm>
            <a:off x="1573291" y="4958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F1_main_prauc_156">
            <a:extLst>
              <a:ext uri="{FF2B5EF4-FFF2-40B4-BE49-F238E27FC236}">
                <a16:creationId xmlns:a16="http://schemas.microsoft.com/office/drawing/2014/main" id="{A40289C9-6BA7-49AA-AE7C-4B42691DB433}"/>
              </a:ext>
            </a:extLst>
          </p:cNvPr>
          <p:cNvSpPr>
            <a:spLocks noGrp="1"/>
          </p:cNvSpPr>
          <p:nvPr/>
        </p:nvSpPr>
        <p:spPr>
          <a:xfrm>
            <a:off x="1496105" y="47375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F1_main_prauc_157">
            <a:extLst>
              <a:ext uri="{FF2B5EF4-FFF2-40B4-BE49-F238E27FC236}">
                <a16:creationId xmlns:a16="http://schemas.microsoft.com/office/drawing/2014/main" id="{479FB950-8DB1-423C-80E3-4F0C992E6C6E}"/>
              </a:ext>
            </a:extLst>
          </p:cNvPr>
          <p:cNvSpPr>
            <a:spLocks noGrp="1"/>
          </p:cNvSpPr>
          <p:nvPr/>
        </p:nvSpPr>
        <p:spPr>
          <a:xfrm>
            <a:off x="1460546" y="4171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F1_main_prauc_158">
            <a:extLst>
              <a:ext uri="{FF2B5EF4-FFF2-40B4-BE49-F238E27FC236}">
                <a16:creationId xmlns:a16="http://schemas.microsoft.com/office/drawing/2014/main" id="{56318B15-1281-44D0-B675-0195BEB07D80}"/>
              </a:ext>
            </a:extLst>
          </p:cNvPr>
          <p:cNvSpPr>
            <a:spLocks noGrp="1"/>
          </p:cNvSpPr>
          <p:nvPr/>
        </p:nvSpPr>
        <p:spPr>
          <a:xfrm>
            <a:off x="1465461" y="47237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F1_main_prauc_159">
            <a:extLst>
              <a:ext uri="{FF2B5EF4-FFF2-40B4-BE49-F238E27FC236}">
                <a16:creationId xmlns:a16="http://schemas.microsoft.com/office/drawing/2014/main" id="{53F48F47-B76F-4539-8F54-1D5E61A7F43F}"/>
              </a:ext>
            </a:extLst>
          </p:cNvPr>
          <p:cNvSpPr>
            <a:spLocks noGrp="1"/>
          </p:cNvSpPr>
          <p:nvPr/>
        </p:nvSpPr>
        <p:spPr>
          <a:xfrm>
            <a:off x="1646823" y="38647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F1_main_prauc_160">
            <a:extLst>
              <a:ext uri="{FF2B5EF4-FFF2-40B4-BE49-F238E27FC236}">
                <a16:creationId xmlns:a16="http://schemas.microsoft.com/office/drawing/2014/main" id="{AD733D65-E674-477C-9A5B-114ADD1EDF3E}"/>
              </a:ext>
            </a:extLst>
          </p:cNvPr>
          <p:cNvSpPr>
            <a:spLocks noGrp="1"/>
          </p:cNvSpPr>
          <p:nvPr/>
        </p:nvSpPr>
        <p:spPr>
          <a:xfrm>
            <a:off x="1446142" y="3288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F1_main_prauc_161">
            <a:extLst>
              <a:ext uri="{FF2B5EF4-FFF2-40B4-BE49-F238E27FC236}">
                <a16:creationId xmlns:a16="http://schemas.microsoft.com/office/drawing/2014/main" id="{ACE837C8-1E13-458D-B41A-09DFABFDB00E}"/>
              </a:ext>
            </a:extLst>
          </p:cNvPr>
          <p:cNvSpPr>
            <a:spLocks noGrp="1"/>
          </p:cNvSpPr>
          <p:nvPr/>
        </p:nvSpPr>
        <p:spPr>
          <a:xfrm>
            <a:off x="1634317" y="32810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F1_main_prauc_162">
            <a:extLst>
              <a:ext uri="{FF2B5EF4-FFF2-40B4-BE49-F238E27FC236}">
                <a16:creationId xmlns:a16="http://schemas.microsoft.com/office/drawing/2014/main" id="{D51BA5A6-A9BC-4E4F-B16C-54B2A19DBB0A}"/>
              </a:ext>
            </a:extLst>
          </p:cNvPr>
          <p:cNvSpPr>
            <a:spLocks noGrp="1"/>
          </p:cNvSpPr>
          <p:nvPr/>
        </p:nvSpPr>
        <p:spPr>
          <a:xfrm>
            <a:off x="1641278" y="565076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F1_main_prauc_163">
            <a:extLst>
              <a:ext uri="{FF2B5EF4-FFF2-40B4-BE49-F238E27FC236}">
                <a16:creationId xmlns:a16="http://schemas.microsoft.com/office/drawing/2014/main" id="{8502867A-6533-4691-BB5F-43FD84C5D6B3}"/>
              </a:ext>
            </a:extLst>
          </p:cNvPr>
          <p:cNvSpPr>
            <a:spLocks noGrp="1"/>
          </p:cNvSpPr>
          <p:nvPr/>
        </p:nvSpPr>
        <p:spPr>
          <a:xfrm>
            <a:off x="1444059" y="4070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F1_main_prauc_164">
            <a:extLst>
              <a:ext uri="{FF2B5EF4-FFF2-40B4-BE49-F238E27FC236}">
                <a16:creationId xmlns:a16="http://schemas.microsoft.com/office/drawing/2014/main" id="{653E1164-4964-40C7-A566-82FD6CC6FE0D}"/>
              </a:ext>
            </a:extLst>
          </p:cNvPr>
          <p:cNvSpPr>
            <a:spLocks noGrp="1"/>
          </p:cNvSpPr>
          <p:nvPr/>
        </p:nvSpPr>
        <p:spPr>
          <a:xfrm>
            <a:off x="1545872" y="54258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F1_main_prauc_165">
            <a:extLst>
              <a:ext uri="{FF2B5EF4-FFF2-40B4-BE49-F238E27FC236}">
                <a16:creationId xmlns:a16="http://schemas.microsoft.com/office/drawing/2014/main" id="{AE4BD12A-705F-4182-AD2F-ABA5F0F9D425}"/>
              </a:ext>
            </a:extLst>
          </p:cNvPr>
          <p:cNvSpPr>
            <a:spLocks noGrp="1"/>
          </p:cNvSpPr>
          <p:nvPr/>
        </p:nvSpPr>
        <p:spPr>
          <a:xfrm>
            <a:off x="1467083" y="41185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F1_main_prauc_166">
            <a:extLst>
              <a:ext uri="{FF2B5EF4-FFF2-40B4-BE49-F238E27FC236}">
                <a16:creationId xmlns:a16="http://schemas.microsoft.com/office/drawing/2014/main" id="{2C384E47-61AC-4798-A830-A580C20692F8}"/>
              </a:ext>
            </a:extLst>
          </p:cNvPr>
          <p:cNvSpPr>
            <a:spLocks noGrp="1"/>
          </p:cNvSpPr>
          <p:nvPr/>
        </p:nvSpPr>
        <p:spPr>
          <a:xfrm>
            <a:off x="1500902" y="31860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F1_main_prauc_167">
            <a:extLst>
              <a:ext uri="{FF2B5EF4-FFF2-40B4-BE49-F238E27FC236}">
                <a16:creationId xmlns:a16="http://schemas.microsoft.com/office/drawing/2014/main" id="{EC69891A-16FA-4D6F-BB23-247DA0F0BFF7}"/>
              </a:ext>
            </a:extLst>
          </p:cNvPr>
          <p:cNvSpPr>
            <a:spLocks noGrp="1"/>
          </p:cNvSpPr>
          <p:nvPr/>
        </p:nvSpPr>
        <p:spPr>
          <a:xfrm>
            <a:off x="1433165" y="3613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F1_main_prauc_168">
            <a:extLst>
              <a:ext uri="{FF2B5EF4-FFF2-40B4-BE49-F238E27FC236}">
                <a16:creationId xmlns:a16="http://schemas.microsoft.com/office/drawing/2014/main" id="{49FE7014-D425-4F2F-AF0C-C8BA4BD1D4AC}"/>
              </a:ext>
            </a:extLst>
          </p:cNvPr>
          <p:cNvSpPr>
            <a:spLocks noGrp="1"/>
          </p:cNvSpPr>
          <p:nvPr/>
        </p:nvSpPr>
        <p:spPr>
          <a:xfrm>
            <a:off x="1479126" y="4635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F1_main_prauc_169">
            <a:extLst>
              <a:ext uri="{FF2B5EF4-FFF2-40B4-BE49-F238E27FC236}">
                <a16:creationId xmlns:a16="http://schemas.microsoft.com/office/drawing/2014/main" id="{2EADB201-DCB6-45C5-AB09-BE1635061093}"/>
              </a:ext>
            </a:extLst>
          </p:cNvPr>
          <p:cNvSpPr>
            <a:spLocks noGrp="1"/>
          </p:cNvSpPr>
          <p:nvPr/>
        </p:nvSpPr>
        <p:spPr>
          <a:xfrm>
            <a:off x="1635369" y="47473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F1_main_prauc_170">
            <a:extLst>
              <a:ext uri="{FF2B5EF4-FFF2-40B4-BE49-F238E27FC236}">
                <a16:creationId xmlns:a16="http://schemas.microsoft.com/office/drawing/2014/main" id="{04C2F884-9542-49B6-83D7-02463470D174}"/>
              </a:ext>
            </a:extLst>
          </p:cNvPr>
          <p:cNvSpPr>
            <a:spLocks noGrp="1"/>
          </p:cNvSpPr>
          <p:nvPr/>
        </p:nvSpPr>
        <p:spPr>
          <a:xfrm>
            <a:off x="1630284" y="4211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F1_main_prauc_171">
            <a:extLst>
              <a:ext uri="{FF2B5EF4-FFF2-40B4-BE49-F238E27FC236}">
                <a16:creationId xmlns:a16="http://schemas.microsoft.com/office/drawing/2014/main" id="{D1DF2038-DB27-45BB-B193-136A900D1B37}"/>
              </a:ext>
            </a:extLst>
          </p:cNvPr>
          <p:cNvSpPr>
            <a:spLocks noGrp="1"/>
          </p:cNvSpPr>
          <p:nvPr/>
        </p:nvSpPr>
        <p:spPr>
          <a:xfrm>
            <a:off x="1488747" y="503442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F1_main_prauc_172">
            <a:extLst>
              <a:ext uri="{FF2B5EF4-FFF2-40B4-BE49-F238E27FC236}">
                <a16:creationId xmlns:a16="http://schemas.microsoft.com/office/drawing/2014/main" id="{D9FC156A-AF42-4EB5-8F25-5F9F23C31BEF}"/>
              </a:ext>
            </a:extLst>
          </p:cNvPr>
          <p:cNvSpPr>
            <a:spLocks noGrp="1"/>
          </p:cNvSpPr>
          <p:nvPr/>
        </p:nvSpPr>
        <p:spPr>
          <a:xfrm>
            <a:off x="1640607" y="3753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F1_main_prauc_173">
            <a:extLst>
              <a:ext uri="{FF2B5EF4-FFF2-40B4-BE49-F238E27FC236}">
                <a16:creationId xmlns:a16="http://schemas.microsoft.com/office/drawing/2014/main" id="{003B7A1E-B964-456E-8C7D-F6CFC29ABFD2}"/>
              </a:ext>
            </a:extLst>
          </p:cNvPr>
          <p:cNvSpPr>
            <a:spLocks noGrp="1"/>
          </p:cNvSpPr>
          <p:nvPr/>
        </p:nvSpPr>
        <p:spPr>
          <a:xfrm>
            <a:off x="1656237" y="3997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F1_main_prauc_174">
            <a:extLst>
              <a:ext uri="{FF2B5EF4-FFF2-40B4-BE49-F238E27FC236}">
                <a16:creationId xmlns:a16="http://schemas.microsoft.com/office/drawing/2014/main" id="{94F5D546-0721-4C1B-9A5A-0B33282FC3E5}"/>
              </a:ext>
            </a:extLst>
          </p:cNvPr>
          <p:cNvSpPr>
            <a:spLocks noGrp="1"/>
          </p:cNvSpPr>
          <p:nvPr/>
        </p:nvSpPr>
        <p:spPr>
          <a:xfrm>
            <a:off x="1428252" y="42544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F1_main_prauc_175">
            <a:extLst>
              <a:ext uri="{FF2B5EF4-FFF2-40B4-BE49-F238E27FC236}">
                <a16:creationId xmlns:a16="http://schemas.microsoft.com/office/drawing/2014/main" id="{3A6220FE-2DF4-4FD5-B84B-BFC17B83FDDC}"/>
              </a:ext>
            </a:extLst>
          </p:cNvPr>
          <p:cNvSpPr>
            <a:spLocks noGrp="1"/>
          </p:cNvSpPr>
          <p:nvPr/>
        </p:nvSpPr>
        <p:spPr>
          <a:xfrm>
            <a:off x="1440736" y="50367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F1_main_prauc_176">
            <a:extLst>
              <a:ext uri="{FF2B5EF4-FFF2-40B4-BE49-F238E27FC236}">
                <a16:creationId xmlns:a16="http://schemas.microsoft.com/office/drawing/2014/main" id="{BBDF60A0-7973-4866-AA14-B2422FC7FC18}"/>
              </a:ext>
            </a:extLst>
          </p:cNvPr>
          <p:cNvSpPr>
            <a:spLocks noGrp="1"/>
          </p:cNvSpPr>
          <p:nvPr/>
        </p:nvSpPr>
        <p:spPr>
          <a:xfrm>
            <a:off x="1525980" y="57018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F1_main_prauc_177">
            <a:extLst>
              <a:ext uri="{FF2B5EF4-FFF2-40B4-BE49-F238E27FC236}">
                <a16:creationId xmlns:a16="http://schemas.microsoft.com/office/drawing/2014/main" id="{BC07699D-FC12-4076-840B-5255AA5C48DE}"/>
              </a:ext>
            </a:extLst>
          </p:cNvPr>
          <p:cNvSpPr>
            <a:spLocks noGrp="1"/>
          </p:cNvSpPr>
          <p:nvPr/>
        </p:nvSpPr>
        <p:spPr>
          <a:xfrm>
            <a:off x="1512972" y="35887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F1_main_prauc_178">
            <a:extLst>
              <a:ext uri="{FF2B5EF4-FFF2-40B4-BE49-F238E27FC236}">
                <a16:creationId xmlns:a16="http://schemas.microsoft.com/office/drawing/2014/main" id="{FEC07717-5418-4A7C-9F82-B6B9C69BCFDC}"/>
              </a:ext>
            </a:extLst>
          </p:cNvPr>
          <p:cNvSpPr>
            <a:spLocks noGrp="1"/>
          </p:cNvSpPr>
          <p:nvPr/>
        </p:nvSpPr>
        <p:spPr>
          <a:xfrm>
            <a:off x="1570194" y="60978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F1_main_prauc_179">
            <a:extLst>
              <a:ext uri="{FF2B5EF4-FFF2-40B4-BE49-F238E27FC236}">
                <a16:creationId xmlns:a16="http://schemas.microsoft.com/office/drawing/2014/main" id="{6197FFC7-4D90-4429-A31C-9E15B8B9BBA0}"/>
              </a:ext>
            </a:extLst>
          </p:cNvPr>
          <p:cNvSpPr>
            <a:spLocks noGrp="1"/>
          </p:cNvSpPr>
          <p:nvPr/>
        </p:nvSpPr>
        <p:spPr>
          <a:xfrm>
            <a:off x="1425604" y="35132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F1_main_prauc_180">
            <a:extLst>
              <a:ext uri="{FF2B5EF4-FFF2-40B4-BE49-F238E27FC236}">
                <a16:creationId xmlns:a16="http://schemas.microsoft.com/office/drawing/2014/main" id="{01642E56-9B08-4518-AFA2-6CECAAC0D785}"/>
              </a:ext>
            </a:extLst>
          </p:cNvPr>
          <p:cNvSpPr>
            <a:spLocks noGrp="1"/>
          </p:cNvSpPr>
          <p:nvPr/>
        </p:nvSpPr>
        <p:spPr>
          <a:xfrm>
            <a:off x="1634979" y="52754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F1_main_prauc_181">
            <a:extLst>
              <a:ext uri="{FF2B5EF4-FFF2-40B4-BE49-F238E27FC236}">
                <a16:creationId xmlns:a16="http://schemas.microsoft.com/office/drawing/2014/main" id="{49CAA87B-CE77-46D7-88C8-BEE1E50ADA6D}"/>
              </a:ext>
            </a:extLst>
          </p:cNvPr>
          <p:cNvSpPr>
            <a:spLocks noGrp="1"/>
          </p:cNvSpPr>
          <p:nvPr/>
        </p:nvSpPr>
        <p:spPr>
          <a:xfrm>
            <a:off x="1622860" y="42991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F1_main_prauc_182">
            <a:extLst>
              <a:ext uri="{FF2B5EF4-FFF2-40B4-BE49-F238E27FC236}">
                <a16:creationId xmlns:a16="http://schemas.microsoft.com/office/drawing/2014/main" id="{1C4575DB-4908-4215-A4F5-98600FC38E74}"/>
              </a:ext>
            </a:extLst>
          </p:cNvPr>
          <p:cNvSpPr>
            <a:spLocks noGrp="1"/>
          </p:cNvSpPr>
          <p:nvPr/>
        </p:nvSpPr>
        <p:spPr>
          <a:xfrm>
            <a:off x="1525256" y="39345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F1_main_prauc_183">
            <a:extLst>
              <a:ext uri="{FF2B5EF4-FFF2-40B4-BE49-F238E27FC236}">
                <a16:creationId xmlns:a16="http://schemas.microsoft.com/office/drawing/2014/main" id="{0D42561D-6F57-40C9-85CC-8A0EC3B89BD1}"/>
              </a:ext>
            </a:extLst>
          </p:cNvPr>
          <p:cNvSpPr>
            <a:spLocks noGrp="1"/>
          </p:cNvSpPr>
          <p:nvPr/>
        </p:nvSpPr>
        <p:spPr>
          <a:xfrm>
            <a:off x="1643106" y="43937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F1_main_prauc_184">
            <a:extLst>
              <a:ext uri="{FF2B5EF4-FFF2-40B4-BE49-F238E27FC236}">
                <a16:creationId xmlns:a16="http://schemas.microsoft.com/office/drawing/2014/main" id="{BE759E74-63BF-4805-A051-39BB6AD51993}"/>
              </a:ext>
            </a:extLst>
          </p:cNvPr>
          <p:cNvSpPr>
            <a:spLocks noGrp="1"/>
          </p:cNvSpPr>
          <p:nvPr/>
        </p:nvSpPr>
        <p:spPr>
          <a:xfrm>
            <a:off x="1510865" y="37340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F1_main_prauc_185">
            <a:extLst>
              <a:ext uri="{FF2B5EF4-FFF2-40B4-BE49-F238E27FC236}">
                <a16:creationId xmlns:a16="http://schemas.microsoft.com/office/drawing/2014/main" id="{B165A350-3D1E-4666-9DCB-06F9AAAEF3BA}"/>
              </a:ext>
            </a:extLst>
          </p:cNvPr>
          <p:cNvSpPr>
            <a:spLocks noGrp="1"/>
          </p:cNvSpPr>
          <p:nvPr/>
        </p:nvSpPr>
        <p:spPr>
          <a:xfrm>
            <a:off x="1644072" y="31262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F1_main_prauc_186">
            <a:extLst>
              <a:ext uri="{FF2B5EF4-FFF2-40B4-BE49-F238E27FC236}">
                <a16:creationId xmlns:a16="http://schemas.microsoft.com/office/drawing/2014/main" id="{9D8C29F5-7E2D-4632-815C-B93F32B90790}"/>
              </a:ext>
            </a:extLst>
          </p:cNvPr>
          <p:cNvSpPr>
            <a:spLocks noGrp="1"/>
          </p:cNvSpPr>
          <p:nvPr/>
        </p:nvSpPr>
        <p:spPr>
          <a:xfrm>
            <a:off x="1439253" y="33047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F1_main_prauc_187">
            <a:extLst>
              <a:ext uri="{FF2B5EF4-FFF2-40B4-BE49-F238E27FC236}">
                <a16:creationId xmlns:a16="http://schemas.microsoft.com/office/drawing/2014/main" id="{72C46444-ED6A-4628-B3DC-54AE1BE19708}"/>
              </a:ext>
            </a:extLst>
          </p:cNvPr>
          <p:cNvSpPr>
            <a:spLocks noGrp="1"/>
          </p:cNvSpPr>
          <p:nvPr/>
        </p:nvSpPr>
        <p:spPr>
          <a:xfrm>
            <a:off x="1541621" y="6097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F1_main_prauc_188">
            <a:extLst>
              <a:ext uri="{FF2B5EF4-FFF2-40B4-BE49-F238E27FC236}">
                <a16:creationId xmlns:a16="http://schemas.microsoft.com/office/drawing/2014/main" id="{2C9BFC1C-1213-407B-A020-F94E302F5F90}"/>
              </a:ext>
            </a:extLst>
          </p:cNvPr>
          <p:cNvSpPr>
            <a:spLocks noGrp="1"/>
          </p:cNvSpPr>
          <p:nvPr/>
        </p:nvSpPr>
        <p:spPr>
          <a:xfrm>
            <a:off x="1541657" y="36409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F1_main_prauc_189">
            <a:extLst>
              <a:ext uri="{FF2B5EF4-FFF2-40B4-BE49-F238E27FC236}">
                <a16:creationId xmlns:a16="http://schemas.microsoft.com/office/drawing/2014/main" id="{2F795DCB-2731-4743-8015-F4CE24EB1E32}"/>
              </a:ext>
            </a:extLst>
          </p:cNvPr>
          <p:cNvSpPr>
            <a:spLocks noGrp="1"/>
          </p:cNvSpPr>
          <p:nvPr/>
        </p:nvSpPr>
        <p:spPr>
          <a:xfrm>
            <a:off x="1542281" y="34592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F1_main_prauc_190">
            <a:extLst>
              <a:ext uri="{FF2B5EF4-FFF2-40B4-BE49-F238E27FC236}">
                <a16:creationId xmlns:a16="http://schemas.microsoft.com/office/drawing/2014/main" id="{D644DD93-F687-4481-8A7F-BC80340DE6E0}"/>
              </a:ext>
            </a:extLst>
          </p:cNvPr>
          <p:cNvSpPr>
            <a:spLocks noGrp="1"/>
          </p:cNvSpPr>
          <p:nvPr/>
        </p:nvSpPr>
        <p:spPr>
          <a:xfrm>
            <a:off x="1438354" y="39981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F1_main_prauc_191">
            <a:extLst>
              <a:ext uri="{FF2B5EF4-FFF2-40B4-BE49-F238E27FC236}">
                <a16:creationId xmlns:a16="http://schemas.microsoft.com/office/drawing/2014/main" id="{2E43EA1F-CBD9-4819-BEAC-ED858B085C2B}"/>
              </a:ext>
            </a:extLst>
          </p:cNvPr>
          <p:cNvSpPr>
            <a:spLocks noGrp="1"/>
          </p:cNvSpPr>
          <p:nvPr/>
        </p:nvSpPr>
        <p:spPr>
          <a:xfrm>
            <a:off x="1567508" y="40695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F1_main_prauc_192">
            <a:extLst>
              <a:ext uri="{FF2B5EF4-FFF2-40B4-BE49-F238E27FC236}">
                <a16:creationId xmlns:a16="http://schemas.microsoft.com/office/drawing/2014/main" id="{5A9F27D8-F037-46D8-BEEB-CE34C79E3278}"/>
              </a:ext>
            </a:extLst>
          </p:cNvPr>
          <p:cNvSpPr>
            <a:spLocks noGrp="1"/>
          </p:cNvSpPr>
          <p:nvPr/>
        </p:nvSpPr>
        <p:spPr>
          <a:xfrm>
            <a:off x="1440185" y="36205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F1_main_prauc_193">
            <a:extLst>
              <a:ext uri="{FF2B5EF4-FFF2-40B4-BE49-F238E27FC236}">
                <a16:creationId xmlns:a16="http://schemas.microsoft.com/office/drawing/2014/main" id="{43EE0A45-AE4A-46CD-8A7E-2A2D914BAA56}"/>
              </a:ext>
            </a:extLst>
          </p:cNvPr>
          <p:cNvSpPr>
            <a:spLocks noGrp="1"/>
          </p:cNvSpPr>
          <p:nvPr/>
        </p:nvSpPr>
        <p:spPr>
          <a:xfrm>
            <a:off x="1618713" y="34812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F1_main_prauc_194">
            <a:extLst>
              <a:ext uri="{FF2B5EF4-FFF2-40B4-BE49-F238E27FC236}">
                <a16:creationId xmlns:a16="http://schemas.microsoft.com/office/drawing/2014/main" id="{0E39FF87-7D1E-4BC5-AAC8-9F341D536245}"/>
              </a:ext>
            </a:extLst>
          </p:cNvPr>
          <p:cNvSpPr>
            <a:spLocks noGrp="1"/>
          </p:cNvSpPr>
          <p:nvPr/>
        </p:nvSpPr>
        <p:spPr>
          <a:xfrm>
            <a:off x="1527338" y="46761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F1_main_prauc_195">
            <a:extLst>
              <a:ext uri="{FF2B5EF4-FFF2-40B4-BE49-F238E27FC236}">
                <a16:creationId xmlns:a16="http://schemas.microsoft.com/office/drawing/2014/main" id="{61315DCE-3F39-4DA9-9E3F-4483E6907D5D}"/>
              </a:ext>
            </a:extLst>
          </p:cNvPr>
          <p:cNvSpPr>
            <a:spLocks noGrp="1"/>
          </p:cNvSpPr>
          <p:nvPr/>
        </p:nvSpPr>
        <p:spPr>
          <a:xfrm>
            <a:off x="1624104" y="32410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F1_main_prauc_196">
            <a:extLst>
              <a:ext uri="{FF2B5EF4-FFF2-40B4-BE49-F238E27FC236}">
                <a16:creationId xmlns:a16="http://schemas.microsoft.com/office/drawing/2014/main" id="{07CC63DA-063C-425B-8BFF-6335F72D9F86}"/>
              </a:ext>
            </a:extLst>
          </p:cNvPr>
          <p:cNvSpPr>
            <a:spLocks noGrp="1"/>
          </p:cNvSpPr>
          <p:nvPr/>
        </p:nvSpPr>
        <p:spPr>
          <a:xfrm>
            <a:off x="1635745" y="38397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F1_main_prauc_197">
            <a:extLst>
              <a:ext uri="{FF2B5EF4-FFF2-40B4-BE49-F238E27FC236}">
                <a16:creationId xmlns:a16="http://schemas.microsoft.com/office/drawing/2014/main" id="{1D48724B-2C49-43DB-A17B-22A3BD57241D}"/>
              </a:ext>
            </a:extLst>
          </p:cNvPr>
          <p:cNvSpPr>
            <a:spLocks noGrp="1"/>
          </p:cNvSpPr>
          <p:nvPr/>
        </p:nvSpPr>
        <p:spPr>
          <a:xfrm>
            <a:off x="1596659" y="37386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F1_main_prauc_198">
            <a:extLst>
              <a:ext uri="{FF2B5EF4-FFF2-40B4-BE49-F238E27FC236}">
                <a16:creationId xmlns:a16="http://schemas.microsoft.com/office/drawing/2014/main" id="{E0C93122-BED7-4EF1-8CE5-6EC9EF4D0AA8}"/>
              </a:ext>
            </a:extLst>
          </p:cNvPr>
          <p:cNvSpPr>
            <a:spLocks noGrp="1"/>
          </p:cNvSpPr>
          <p:nvPr/>
        </p:nvSpPr>
        <p:spPr>
          <a:xfrm>
            <a:off x="1658410" y="6041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F1_main_prauc_199">
            <a:extLst>
              <a:ext uri="{FF2B5EF4-FFF2-40B4-BE49-F238E27FC236}">
                <a16:creationId xmlns:a16="http://schemas.microsoft.com/office/drawing/2014/main" id="{1DE14B91-D753-478A-8391-5C7AED2D4E7D}"/>
              </a:ext>
            </a:extLst>
          </p:cNvPr>
          <p:cNvSpPr>
            <a:spLocks noGrp="1"/>
          </p:cNvSpPr>
          <p:nvPr/>
        </p:nvSpPr>
        <p:spPr>
          <a:xfrm>
            <a:off x="1453244" y="43358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F1_main_prauc_200">
            <a:extLst>
              <a:ext uri="{FF2B5EF4-FFF2-40B4-BE49-F238E27FC236}">
                <a16:creationId xmlns:a16="http://schemas.microsoft.com/office/drawing/2014/main" id="{5541A457-DEE2-43FF-8116-D608ADA2320D}"/>
              </a:ext>
            </a:extLst>
          </p:cNvPr>
          <p:cNvSpPr>
            <a:spLocks noGrp="1"/>
          </p:cNvSpPr>
          <p:nvPr/>
        </p:nvSpPr>
        <p:spPr>
          <a:xfrm>
            <a:off x="1479151" y="34086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F1_main_prauc_201">
            <a:extLst>
              <a:ext uri="{FF2B5EF4-FFF2-40B4-BE49-F238E27FC236}">
                <a16:creationId xmlns:a16="http://schemas.microsoft.com/office/drawing/2014/main" id="{54106287-BCFD-4DBE-BBA8-B342EAFC1C42}"/>
              </a:ext>
            </a:extLst>
          </p:cNvPr>
          <p:cNvSpPr>
            <a:spLocks noGrp="1"/>
          </p:cNvSpPr>
          <p:nvPr/>
        </p:nvSpPr>
        <p:spPr>
          <a:xfrm>
            <a:off x="1475929" y="31287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F1_main_prauc_202">
            <a:extLst>
              <a:ext uri="{FF2B5EF4-FFF2-40B4-BE49-F238E27FC236}">
                <a16:creationId xmlns:a16="http://schemas.microsoft.com/office/drawing/2014/main" id="{EDE44232-529A-4CF2-8D81-569350A12DE0}"/>
              </a:ext>
            </a:extLst>
          </p:cNvPr>
          <p:cNvSpPr>
            <a:spLocks noGrp="1"/>
          </p:cNvSpPr>
          <p:nvPr/>
        </p:nvSpPr>
        <p:spPr>
          <a:xfrm>
            <a:off x="1620665" y="43792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F1_main_prauc_203">
            <a:extLst>
              <a:ext uri="{FF2B5EF4-FFF2-40B4-BE49-F238E27FC236}">
                <a16:creationId xmlns:a16="http://schemas.microsoft.com/office/drawing/2014/main" id="{4954F4FE-67C5-431B-934A-00B5FCE3BC14}"/>
              </a:ext>
            </a:extLst>
          </p:cNvPr>
          <p:cNvSpPr>
            <a:spLocks noGrp="1"/>
          </p:cNvSpPr>
          <p:nvPr/>
        </p:nvSpPr>
        <p:spPr>
          <a:xfrm>
            <a:off x="1541726" y="60977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F1_main_prauc_204">
            <a:extLst>
              <a:ext uri="{FF2B5EF4-FFF2-40B4-BE49-F238E27FC236}">
                <a16:creationId xmlns:a16="http://schemas.microsoft.com/office/drawing/2014/main" id="{139507C1-40CF-46EE-9981-D4F58D7A38A8}"/>
              </a:ext>
            </a:extLst>
          </p:cNvPr>
          <p:cNvSpPr>
            <a:spLocks noGrp="1"/>
          </p:cNvSpPr>
          <p:nvPr/>
        </p:nvSpPr>
        <p:spPr>
          <a:xfrm>
            <a:off x="1509020" y="49902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F1_main_prauc_205">
            <a:extLst>
              <a:ext uri="{FF2B5EF4-FFF2-40B4-BE49-F238E27FC236}">
                <a16:creationId xmlns:a16="http://schemas.microsoft.com/office/drawing/2014/main" id="{026F7EEC-913A-4AAB-8AFF-12799022588C}"/>
              </a:ext>
            </a:extLst>
          </p:cNvPr>
          <p:cNvSpPr>
            <a:spLocks noGrp="1"/>
          </p:cNvSpPr>
          <p:nvPr/>
        </p:nvSpPr>
        <p:spPr>
          <a:xfrm>
            <a:off x="1644172" y="39354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F1_main_prauc_206">
            <a:extLst>
              <a:ext uri="{FF2B5EF4-FFF2-40B4-BE49-F238E27FC236}">
                <a16:creationId xmlns:a16="http://schemas.microsoft.com/office/drawing/2014/main" id="{7A0A9895-7C69-4A7F-887F-574A6BAF11D6}"/>
              </a:ext>
            </a:extLst>
          </p:cNvPr>
          <p:cNvSpPr>
            <a:spLocks noGrp="1"/>
          </p:cNvSpPr>
          <p:nvPr/>
        </p:nvSpPr>
        <p:spPr>
          <a:xfrm>
            <a:off x="1648384" y="38999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F1_main_prauc_207">
            <a:extLst>
              <a:ext uri="{FF2B5EF4-FFF2-40B4-BE49-F238E27FC236}">
                <a16:creationId xmlns:a16="http://schemas.microsoft.com/office/drawing/2014/main" id="{CF4B0226-5E73-42A9-813D-612C5982559E}"/>
              </a:ext>
            </a:extLst>
          </p:cNvPr>
          <p:cNvSpPr>
            <a:spLocks noGrp="1"/>
          </p:cNvSpPr>
          <p:nvPr/>
        </p:nvSpPr>
        <p:spPr>
          <a:xfrm>
            <a:off x="1578352" y="58389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F1_main_prauc_208">
            <a:extLst>
              <a:ext uri="{FF2B5EF4-FFF2-40B4-BE49-F238E27FC236}">
                <a16:creationId xmlns:a16="http://schemas.microsoft.com/office/drawing/2014/main" id="{E3A4F75B-CD12-4D12-8152-5FC03FD3B917}"/>
              </a:ext>
            </a:extLst>
          </p:cNvPr>
          <p:cNvSpPr>
            <a:spLocks noGrp="1"/>
          </p:cNvSpPr>
          <p:nvPr/>
        </p:nvSpPr>
        <p:spPr>
          <a:xfrm>
            <a:off x="1634113" y="3691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F1_main_prauc_209">
            <a:extLst>
              <a:ext uri="{FF2B5EF4-FFF2-40B4-BE49-F238E27FC236}">
                <a16:creationId xmlns:a16="http://schemas.microsoft.com/office/drawing/2014/main" id="{46D8A0CF-2537-47B1-B636-D2A4A5FA0F27}"/>
              </a:ext>
            </a:extLst>
          </p:cNvPr>
          <p:cNvSpPr>
            <a:spLocks noGrp="1"/>
          </p:cNvSpPr>
          <p:nvPr/>
        </p:nvSpPr>
        <p:spPr>
          <a:xfrm>
            <a:off x="1455777" y="35738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F1_main_prauc_210">
            <a:extLst>
              <a:ext uri="{FF2B5EF4-FFF2-40B4-BE49-F238E27FC236}">
                <a16:creationId xmlns:a16="http://schemas.microsoft.com/office/drawing/2014/main" id="{A683CCD1-3DF7-4325-A54C-AC70B8C5395E}"/>
              </a:ext>
            </a:extLst>
          </p:cNvPr>
          <p:cNvSpPr>
            <a:spLocks noGrp="1"/>
          </p:cNvSpPr>
          <p:nvPr/>
        </p:nvSpPr>
        <p:spPr>
          <a:xfrm>
            <a:off x="1450150" y="32236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F1_main_prauc_211">
            <a:extLst>
              <a:ext uri="{FF2B5EF4-FFF2-40B4-BE49-F238E27FC236}">
                <a16:creationId xmlns:a16="http://schemas.microsoft.com/office/drawing/2014/main" id="{BDC080F7-DE0D-4B32-B184-AB1418F4FBCD}"/>
              </a:ext>
            </a:extLst>
          </p:cNvPr>
          <p:cNvSpPr>
            <a:spLocks noGrp="1"/>
          </p:cNvSpPr>
          <p:nvPr/>
        </p:nvSpPr>
        <p:spPr>
          <a:xfrm>
            <a:off x="1579435" y="34208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F1_main_prauc_212">
            <a:extLst>
              <a:ext uri="{FF2B5EF4-FFF2-40B4-BE49-F238E27FC236}">
                <a16:creationId xmlns:a16="http://schemas.microsoft.com/office/drawing/2014/main" id="{DF36E425-8469-4CCD-B510-ECB89AEA5F47}"/>
              </a:ext>
            </a:extLst>
          </p:cNvPr>
          <p:cNvSpPr>
            <a:spLocks noGrp="1"/>
          </p:cNvSpPr>
          <p:nvPr/>
        </p:nvSpPr>
        <p:spPr>
          <a:xfrm>
            <a:off x="1489081" y="519795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F1_main_prauc_213">
            <a:extLst>
              <a:ext uri="{FF2B5EF4-FFF2-40B4-BE49-F238E27FC236}">
                <a16:creationId xmlns:a16="http://schemas.microsoft.com/office/drawing/2014/main" id="{9ADF2CF6-6CA8-4D6F-9E7B-FFDD954229E3}"/>
              </a:ext>
            </a:extLst>
          </p:cNvPr>
          <p:cNvSpPr>
            <a:spLocks noGrp="1"/>
          </p:cNvSpPr>
          <p:nvPr/>
        </p:nvSpPr>
        <p:spPr>
          <a:xfrm>
            <a:off x="1583300" y="4301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F1_main_prauc_214">
            <a:extLst>
              <a:ext uri="{FF2B5EF4-FFF2-40B4-BE49-F238E27FC236}">
                <a16:creationId xmlns:a16="http://schemas.microsoft.com/office/drawing/2014/main" id="{4512C83E-53E2-444D-A679-243CD1481F19}"/>
              </a:ext>
            </a:extLst>
          </p:cNvPr>
          <p:cNvSpPr>
            <a:spLocks noGrp="1"/>
          </p:cNvSpPr>
          <p:nvPr/>
        </p:nvSpPr>
        <p:spPr>
          <a:xfrm>
            <a:off x="1451255" y="4730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F1_main_prauc_215">
            <a:extLst>
              <a:ext uri="{FF2B5EF4-FFF2-40B4-BE49-F238E27FC236}">
                <a16:creationId xmlns:a16="http://schemas.microsoft.com/office/drawing/2014/main" id="{AF6E72C2-5C59-4B63-B46C-6CCDB38748F6}"/>
              </a:ext>
            </a:extLst>
          </p:cNvPr>
          <p:cNvSpPr>
            <a:spLocks noGrp="1"/>
          </p:cNvSpPr>
          <p:nvPr/>
        </p:nvSpPr>
        <p:spPr>
          <a:xfrm>
            <a:off x="1508416" y="45909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F1_main_prauc_216">
            <a:extLst>
              <a:ext uri="{FF2B5EF4-FFF2-40B4-BE49-F238E27FC236}">
                <a16:creationId xmlns:a16="http://schemas.microsoft.com/office/drawing/2014/main" id="{5B896B31-1B11-46C8-A572-55D225C29CD4}"/>
              </a:ext>
            </a:extLst>
          </p:cNvPr>
          <p:cNvSpPr>
            <a:spLocks noGrp="1"/>
          </p:cNvSpPr>
          <p:nvPr/>
        </p:nvSpPr>
        <p:spPr>
          <a:xfrm>
            <a:off x="1658524" y="37970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F1_main_prauc_217">
            <a:extLst>
              <a:ext uri="{FF2B5EF4-FFF2-40B4-BE49-F238E27FC236}">
                <a16:creationId xmlns:a16="http://schemas.microsoft.com/office/drawing/2014/main" id="{F417F268-8C29-4525-BF09-9C0CD06D24F4}"/>
              </a:ext>
            </a:extLst>
          </p:cNvPr>
          <p:cNvSpPr>
            <a:spLocks noGrp="1"/>
          </p:cNvSpPr>
          <p:nvPr/>
        </p:nvSpPr>
        <p:spPr>
          <a:xfrm>
            <a:off x="1616342" y="343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F1_main_prauc_218">
            <a:extLst>
              <a:ext uri="{FF2B5EF4-FFF2-40B4-BE49-F238E27FC236}">
                <a16:creationId xmlns:a16="http://schemas.microsoft.com/office/drawing/2014/main" id="{FD7BBD37-57FD-4F9B-B0A1-4DECD632B98D}"/>
              </a:ext>
            </a:extLst>
          </p:cNvPr>
          <p:cNvSpPr>
            <a:spLocks noGrp="1"/>
          </p:cNvSpPr>
          <p:nvPr/>
        </p:nvSpPr>
        <p:spPr>
          <a:xfrm>
            <a:off x="1433516" y="47795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F1_main_prauc_219">
            <a:extLst>
              <a:ext uri="{FF2B5EF4-FFF2-40B4-BE49-F238E27FC236}">
                <a16:creationId xmlns:a16="http://schemas.microsoft.com/office/drawing/2014/main" id="{F04C49D5-9C10-410A-BC80-1331F82F1738}"/>
              </a:ext>
            </a:extLst>
          </p:cNvPr>
          <p:cNvSpPr>
            <a:spLocks noGrp="1"/>
          </p:cNvSpPr>
          <p:nvPr/>
        </p:nvSpPr>
        <p:spPr>
          <a:xfrm>
            <a:off x="1595102" y="35327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F1_main_prauc_220">
            <a:extLst>
              <a:ext uri="{FF2B5EF4-FFF2-40B4-BE49-F238E27FC236}">
                <a16:creationId xmlns:a16="http://schemas.microsoft.com/office/drawing/2014/main" id="{EEBEFD01-C39B-4C5F-8AC0-A035A3D14496}"/>
              </a:ext>
            </a:extLst>
          </p:cNvPr>
          <p:cNvSpPr>
            <a:spLocks noGrp="1"/>
          </p:cNvSpPr>
          <p:nvPr/>
        </p:nvSpPr>
        <p:spPr>
          <a:xfrm>
            <a:off x="1543789" y="5583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F1_main_prauc_221">
            <a:extLst>
              <a:ext uri="{FF2B5EF4-FFF2-40B4-BE49-F238E27FC236}">
                <a16:creationId xmlns:a16="http://schemas.microsoft.com/office/drawing/2014/main" id="{2B600507-00A6-4CB2-8AAC-FA7FFBB0FFE1}"/>
              </a:ext>
            </a:extLst>
          </p:cNvPr>
          <p:cNvSpPr>
            <a:spLocks noGrp="1"/>
          </p:cNvSpPr>
          <p:nvPr/>
        </p:nvSpPr>
        <p:spPr>
          <a:xfrm>
            <a:off x="1435006" y="36721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F1_main_prauc_222">
            <a:extLst>
              <a:ext uri="{FF2B5EF4-FFF2-40B4-BE49-F238E27FC236}">
                <a16:creationId xmlns:a16="http://schemas.microsoft.com/office/drawing/2014/main" id="{FD3C58F0-F536-4A1F-846C-5BB47D977054}"/>
              </a:ext>
            </a:extLst>
          </p:cNvPr>
          <p:cNvSpPr>
            <a:spLocks noGrp="1"/>
          </p:cNvSpPr>
          <p:nvPr/>
        </p:nvSpPr>
        <p:spPr>
          <a:xfrm>
            <a:off x="1440255" y="43552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F1_main_prauc_223">
            <a:extLst>
              <a:ext uri="{FF2B5EF4-FFF2-40B4-BE49-F238E27FC236}">
                <a16:creationId xmlns:a16="http://schemas.microsoft.com/office/drawing/2014/main" id="{A9D42D1F-323F-4311-A848-D36070B6D44D}"/>
              </a:ext>
            </a:extLst>
          </p:cNvPr>
          <p:cNvSpPr>
            <a:spLocks noGrp="1"/>
          </p:cNvSpPr>
          <p:nvPr/>
        </p:nvSpPr>
        <p:spPr>
          <a:xfrm>
            <a:off x="1412282" y="3284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F1_main_prauc_224">
            <a:extLst>
              <a:ext uri="{FF2B5EF4-FFF2-40B4-BE49-F238E27FC236}">
                <a16:creationId xmlns:a16="http://schemas.microsoft.com/office/drawing/2014/main" id="{E95F9BAA-A8B1-4B71-BAD9-600161919B3A}"/>
              </a:ext>
            </a:extLst>
          </p:cNvPr>
          <p:cNvSpPr>
            <a:spLocks noGrp="1"/>
          </p:cNvSpPr>
          <p:nvPr/>
        </p:nvSpPr>
        <p:spPr>
          <a:xfrm>
            <a:off x="1407304" y="34876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F1_main_prauc_225">
            <a:extLst>
              <a:ext uri="{FF2B5EF4-FFF2-40B4-BE49-F238E27FC236}">
                <a16:creationId xmlns:a16="http://schemas.microsoft.com/office/drawing/2014/main" id="{C1C44422-CE4A-4E25-AB9F-AD3717E77707}"/>
              </a:ext>
            </a:extLst>
          </p:cNvPr>
          <p:cNvSpPr>
            <a:spLocks noGrp="1"/>
          </p:cNvSpPr>
          <p:nvPr/>
        </p:nvSpPr>
        <p:spPr>
          <a:xfrm>
            <a:off x="1642267" y="3926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F1_main_prauc_226">
            <a:extLst>
              <a:ext uri="{FF2B5EF4-FFF2-40B4-BE49-F238E27FC236}">
                <a16:creationId xmlns:a16="http://schemas.microsoft.com/office/drawing/2014/main" id="{887C5F99-A908-466C-99AD-B652451F1709}"/>
              </a:ext>
            </a:extLst>
          </p:cNvPr>
          <p:cNvSpPr>
            <a:spLocks noGrp="1"/>
          </p:cNvSpPr>
          <p:nvPr/>
        </p:nvSpPr>
        <p:spPr>
          <a:xfrm>
            <a:off x="1491752" y="459393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F1_main_prauc_227">
            <a:extLst>
              <a:ext uri="{FF2B5EF4-FFF2-40B4-BE49-F238E27FC236}">
                <a16:creationId xmlns:a16="http://schemas.microsoft.com/office/drawing/2014/main" id="{27727CE5-714E-47A0-A6C5-6127249B00AB}"/>
              </a:ext>
            </a:extLst>
          </p:cNvPr>
          <p:cNvSpPr>
            <a:spLocks noGrp="1"/>
          </p:cNvSpPr>
          <p:nvPr/>
        </p:nvSpPr>
        <p:spPr>
          <a:xfrm>
            <a:off x="1510768" y="488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F1_main_prauc_228">
            <a:extLst>
              <a:ext uri="{FF2B5EF4-FFF2-40B4-BE49-F238E27FC236}">
                <a16:creationId xmlns:a16="http://schemas.microsoft.com/office/drawing/2014/main" id="{BC151BA9-E3CC-486F-9882-470F5F59E340}"/>
              </a:ext>
            </a:extLst>
          </p:cNvPr>
          <p:cNvSpPr>
            <a:spLocks noGrp="1"/>
          </p:cNvSpPr>
          <p:nvPr/>
        </p:nvSpPr>
        <p:spPr>
          <a:xfrm>
            <a:off x="1589417" y="4450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F1_main_prauc_229">
            <a:extLst>
              <a:ext uri="{FF2B5EF4-FFF2-40B4-BE49-F238E27FC236}">
                <a16:creationId xmlns:a16="http://schemas.microsoft.com/office/drawing/2014/main" id="{C65D9726-BD1E-4820-8FB8-82652787BA52}"/>
              </a:ext>
            </a:extLst>
          </p:cNvPr>
          <p:cNvSpPr>
            <a:spLocks noGrp="1"/>
          </p:cNvSpPr>
          <p:nvPr/>
        </p:nvSpPr>
        <p:spPr>
          <a:xfrm>
            <a:off x="1604511" y="38144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F1_main_prauc_230">
            <a:extLst>
              <a:ext uri="{FF2B5EF4-FFF2-40B4-BE49-F238E27FC236}">
                <a16:creationId xmlns:a16="http://schemas.microsoft.com/office/drawing/2014/main" id="{85A9658D-9DDD-4EC2-8D39-DBFC34803940}"/>
              </a:ext>
            </a:extLst>
          </p:cNvPr>
          <p:cNvSpPr>
            <a:spLocks noGrp="1"/>
          </p:cNvSpPr>
          <p:nvPr/>
        </p:nvSpPr>
        <p:spPr>
          <a:xfrm>
            <a:off x="1453587" y="34125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F1_main_prauc_231">
            <a:extLst>
              <a:ext uri="{FF2B5EF4-FFF2-40B4-BE49-F238E27FC236}">
                <a16:creationId xmlns:a16="http://schemas.microsoft.com/office/drawing/2014/main" id="{A1A26AC0-EC5B-4F39-9FA7-A3AC6159257F}"/>
              </a:ext>
            </a:extLst>
          </p:cNvPr>
          <p:cNvSpPr>
            <a:spLocks noGrp="1"/>
          </p:cNvSpPr>
          <p:nvPr/>
        </p:nvSpPr>
        <p:spPr>
          <a:xfrm>
            <a:off x="1574619" y="4532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F1_main_prauc_232">
            <a:extLst>
              <a:ext uri="{FF2B5EF4-FFF2-40B4-BE49-F238E27FC236}">
                <a16:creationId xmlns:a16="http://schemas.microsoft.com/office/drawing/2014/main" id="{FABA9348-AD84-455D-9F0C-17FFA30F8CD0}"/>
              </a:ext>
            </a:extLst>
          </p:cNvPr>
          <p:cNvSpPr>
            <a:spLocks noGrp="1"/>
          </p:cNvSpPr>
          <p:nvPr/>
        </p:nvSpPr>
        <p:spPr>
          <a:xfrm>
            <a:off x="1508907" y="3867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F1_main_prauc_233">
            <a:extLst>
              <a:ext uri="{FF2B5EF4-FFF2-40B4-BE49-F238E27FC236}">
                <a16:creationId xmlns:a16="http://schemas.microsoft.com/office/drawing/2014/main" id="{70578D22-DD08-4F62-BEF7-9E6BBA736B43}"/>
              </a:ext>
            </a:extLst>
          </p:cNvPr>
          <p:cNvSpPr>
            <a:spLocks noGrp="1"/>
          </p:cNvSpPr>
          <p:nvPr/>
        </p:nvSpPr>
        <p:spPr>
          <a:xfrm>
            <a:off x="1438150" y="345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F1_main_prauc_234">
            <a:extLst>
              <a:ext uri="{FF2B5EF4-FFF2-40B4-BE49-F238E27FC236}">
                <a16:creationId xmlns:a16="http://schemas.microsoft.com/office/drawing/2014/main" id="{4D9BE776-8892-4929-AE5F-CBF1DFFDA0C9}"/>
              </a:ext>
            </a:extLst>
          </p:cNvPr>
          <p:cNvSpPr>
            <a:spLocks noGrp="1"/>
          </p:cNvSpPr>
          <p:nvPr/>
        </p:nvSpPr>
        <p:spPr>
          <a:xfrm>
            <a:off x="1570097" y="43957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F1_main_prauc_235">
            <a:extLst>
              <a:ext uri="{FF2B5EF4-FFF2-40B4-BE49-F238E27FC236}">
                <a16:creationId xmlns:a16="http://schemas.microsoft.com/office/drawing/2014/main" id="{BDDDAB2D-A440-4914-86A5-8BE38FB24677}"/>
              </a:ext>
            </a:extLst>
          </p:cNvPr>
          <p:cNvSpPr>
            <a:spLocks noGrp="1"/>
          </p:cNvSpPr>
          <p:nvPr/>
        </p:nvSpPr>
        <p:spPr>
          <a:xfrm>
            <a:off x="1591797" y="47036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F1_main_prauc_236">
            <a:extLst>
              <a:ext uri="{FF2B5EF4-FFF2-40B4-BE49-F238E27FC236}">
                <a16:creationId xmlns:a16="http://schemas.microsoft.com/office/drawing/2014/main" id="{7A7321EF-7756-47A5-89A7-5E15A6CAFD0C}"/>
              </a:ext>
            </a:extLst>
          </p:cNvPr>
          <p:cNvSpPr>
            <a:spLocks noGrp="1"/>
          </p:cNvSpPr>
          <p:nvPr/>
        </p:nvSpPr>
        <p:spPr>
          <a:xfrm>
            <a:off x="1610103" y="47401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F1_main_prauc_237">
            <a:extLst>
              <a:ext uri="{FF2B5EF4-FFF2-40B4-BE49-F238E27FC236}">
                <a16:creationId xmlns:a16="http://schemas.microsoft.com/office/drawing/2014/main" id="{06799203-1470-41F8-8852-F0CB628364C8}"/>
              </a:ext>
            </a:extLst>
          </p:cNvPr>
          <p:cNvSpPr>
            <a:spLocks noGrp="1"/>
          </p:cNvSpPr>
          <p:nvPr/>
        </p:nvSpPr>
        <p:spPr>
          <a:xfrm>
            <a:off x="1419706" y="48333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F1_main_prauc_238">
            <a:extLst>
              <a:ext uri="{FF2B5EF4-FFF2-40B4-BE49-F238E27FC236}">
                <a16:creationId xmlns:a16="http://schemas.microsoft.com/office/drawing/2014/main" id="{637A6422-199A-4C44-A321-73B1CDDBF071}"/>
              </a:ext>
            </a:extLst>
          </p:cNvPr>
          <p:cNvSpPr>
            <a:spLocks noGrp="1"/>
          </p:cNvSpPr>
          <p:nvPr/>
        </p:nvSpPr>
        <p:spPr>
          <a:xfrm>
            <a:off x="1518488" y="46661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F1_main_prauc_239">
            <a:extLst>
              <a:ext uri="{FF2B5EF4-FFF2-40B4-BE49-F238E27FC236}">
                <a16:creationId xmlns:a16="http://schemas.microsoft.com/office/drawing/2014/main" id="{2A074392-E3EA-4757-87FA-E9457A37FABB}"/>
              </a:ext>
            </a:extLst>
          </p:cNvPr>
          <p:cNvSpPr>
            <a:spLocks noGrp="1"/>
          </p:cNvSpPr>
          <p:nvPr/>
        </p:nvSpPr>
        <p:spPr>
          <a:xfrm>
            <a:off x="29882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F1_main_prauc_240">
            <a:extLst>
              <a:ext uri="{FF2B5EF4-FFF2-40B4-BE49-F238E27FC236}">
                <a16:creationId xmlns:a16="http://schemas.microsoft.com/office/drawing/2014/main" id="{D956EA49-AF4F-431B-8DD7-033CB453E58B}"/>
              </a:ext>
            </a:extLst>
          </p:cNvPr>
          <p:cNvSpPr>
            <a:spLocks noGrp="1"/>
          </p:cNvSpPr>
          <p:nvPr/>
        </p:nvSpPr>
        <p:spPr>
          <a:xfrm>
            <a:off x="32137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F1_main_prauc_241">
            <a:extLst>
              <a:ext uri="{FF2B5EF4-FFF2-40B4-BE49-F238E27FC236}">
                <a16:creationId xmlns:a16="http://schemas.microsoft.com/office/drawing/2014/main" id="{EA67BAF7-806F-48A9-940E-274BE2E14573}"/>
              </a:ext>
            </a:extLst>
          </p:cNvPr>
          <p:cNvSpPr>
            <a:spLocks noGrp="1"/>
          </p:cNvSpPr>
          <p:nvPr/>
        </p:nvSpPr>
        <p:spPr>
          <a:xfrm>
            <a:off x="3190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F1_main_prauc_242">
            <a:extLst>
              <a:ext uri="{FF2B5EF4-FFF2-40B4-BE49-F238E27FC236}">
                <a16:creationId xmlns:a16="http://schemas.microsoft.com/office/drawing/2014/main" id="{93976024-7DA1-4A65-9B23-CFC4E31C3227}"/>
              </a:ext>
            </a:extLst>
          </p:cNvPr>
          <p:cNvSpPr>
            <a:spLocks noGrp="1"/>
          </p:cNvSpPr>
          <p:nvPr/>
        </p:nvSpPr>
        <p:spPr>
          <a:xfrm>
            <a:off x="3014690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F1_main_prauc_243">
            <a:extLst>
              <a:ext uri="{FF2B5EF4-FFF2-40B4-BE49-F238E27FC236}">
                <a16:creationId xmlns:a16="http://schemas.microsoft.com/office/drawing/2014/main" id="{619D7A76-4AB1-4203-828C-106D2228554A}"/>
              </a:ext>
            </a:extLst>
          </p:cNvPr>
          <p:cNvSpPr>
            <a:spLocks noGrp="1"/>
          </p:cNvSpPr>
          <p:nvPr/>
        </p:nvSpPr>
        <p:spPr>
          <a:xfrm>
            <a:off x="322056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F1_main_prauc_244">
            <a:extLst>
              <a:ext uri="{FF2B5EF4-FFF2-40B4-BE49-F238E27FC236}">
                <a16:creationId xmlns:a16="http://schemas.microsoft.com/office/drawing/2014/main" id="{15495FD0-14A4-476B-80B8-5189F3F5CAC6}"/>
              </a:ext>
            </a:extLst>
          </p:cNvPr>
          <p:cNvSpPr>
            <a:spLocks noGrp="1"/>
          </p:cNvSpPr>
          <p:nvPr/>
        </p:nvSpPr>
        <p:spPr>
          <a:xfrm>
            <a:off x="302928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F1_main_prauc_245">
            <a:extLst>
              <a:ext uri="{FF2B5EF4-FFF2-40B4-BE49-F238E27FC236}">
                <a16:creationId xmlns:a16="http://schemas.microsoft.com/office/drawing/2014/main" id="{997BDA56-DAE2-4B39-A793-E74E31CF9EC5}"/>
              </a:ext>
            </a:extLst>
          </p:cNvPr>
          <p:cNvSpPr>
            <a:spLocks noGrp="1"/>
          </p:cNvSpPr>
          <p:nvPr/>
        </p:nvSpPr>
        <p:spPr>
          <a:xfrm>
            <a:off x="31336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F1_main_prauc_246">
            <a:extLst>
              <a:ext uri="{FF2B5EF4-FFF2-40B4-BE49-F238E27FC236}">
                <a16:creationId xmlns:a16="http://schemas.microsoft.com/office/drawing/2014/main" id="{B90AA60C-E954-45BE-8404-C509C2E23F71}"/>
              </a:ext>
            </a:extLst>
          </p:cNvPr>
          <p:cNvSpPr>
            <a:spLocks noGrp="1"/>
          </p:cNvSpPr>
          <p:nvPr/>
        </p:nvSpPr>
        <p:spPr>
          <a:xfrm>
            <a:off x="299251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F1_main_prauc_247">
            <a:extLst>
              <a:ext uri="{FF2B5EF4-FFF2-40B4-BE49-F238E27FC236}">
                <a16:creationId xmlns:a16="http://schemas.microsoft.com/office/drawing/2014/main" id="{D6ABE3A1-7092-459C-B2D7-33FFA605882C}"/>
              </a:ext>
            </a:extLst>
          </p:cNvPr>
          <p:cNvSpPr>
            <a:spLocks noGrp="1"/>
          </p:cNvSpPr>
          <p:nvPr/>
        </p:nvSpPr>
        <p:spPr>
          <a:xfrm>
            <a:off x="3017347" y="49578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F1_main_prauc_248">
            <a:extLst>
              <a:ext uri="{FF2B5EF4-FFF2-40B4-BE49-F238E27FC236}">
                <a16:creationId xmlns:a16="http://schemas.microsoft.com/office/drawing/2014/main" id="{E18E77AC-EBDF-4939-A9DB-79EDB7E12EA9}"/>
              </a:ext>
            </a:extLst>
          </p:cNvPr>
          <p:cNvSpPr>
            <a:spLocks noGrp="1"/>
          </p:cNvSpPr>
          <p:nvPr/>
        </p:nvSpPr>
        <p:spPr>
          <a:xfrm>
            <a:off x="31946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F1_main_prauc_249">
            <a:extLst>
              <a:ext uri="{FF2B5EF4-FFF2-40B4-BE49-F238E27FC236}">
                <a16:creationId xmlns:a16="http://schemas.microsoft.com/office/drawing/2014/main" id="{0F1F5A04-62BE-407F-B9B2-6875941A26FF}"/>
              </a:ext>
            </a:extLst>
          </p:cNvPr>
          <p:cNvSpPr>
            <a:spLocks noGrp="1"/>
          </p:cNvSpPr>
          <p:nvPr/>
        </p:nvSpPr>
        <p:spPr>
          <a:xfrm>
            <a:off x="3037625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F1_main_prauc_250">
            <a:extLst>
              <a:ext uri="{FF2B5EF4-FFF2-40B4-BE49-F238E27FC236}">
                <a16:creationId xmlns:a16="http://schemas.microsoft.com/office/drawing/2014/main" id="{BE2DF301-6EC2-4FDA-A781-C83CC61B7EAD}"/>
              </a:ext>
            </a:extLst>
          </p:cNvPr>
          <p:cNvSpPr>
            <a:spLocks noGrp="1"/>
          </p:cNvSpPr>
          <p:nvPr/>
        </p:nvSpPr>
        <p:spPr>
          <a:xfrm>
            <a:off x="31441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F1_main_prauc_251">
            <a:extLst>
              <a:ext uri="{FF2B5EF4-FFF2-40B4-BE49-F238E27FC236}">
                <a16:creationId xmlns:a16="http://schemas.microsoft.com/office/drawing/2014/main" id="{FF2B1E1F-8ADA-4FD1-89DB-9D54232E9B0F}"/>
              </a:ext>
            </a:extLst>
          </p:cNvPr>
          <p:cNvSpPr>
            <a:spLocks noGrp="1"/>
          </p:cNvSpPr>
          <p:nvPr/>
        </p:nvSpPr>
        <p:spPr>
          <a:xfrm>
            <a:off x="31178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F1_main_prauc_252">
            <a:extLst>
              <a:ext uri="{FF2B5EF4-FFF2-40B4-BE49-F238E27FC236}">
                <a16:creationId xmlns:a16="http://schemas.microsoft.com/office/drawing/2014/main" id="{52C542A9-A814-4CDB-BD96-DB08CB357E40}"/>
              </a:ext>
            </a:extLst>
          </p:cNvPr>
          <p:cNvSpPr>
            <a:spLocks noGrp="1"/>
          </p:cNvSpPr>
          <p:nvPr/>
        </p:nvSpPr>
        <p:spPr>
          <a:xfrm>
            <a:off x="2999599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F1_main_prauc_253">
            <a:extLst>
              <a:ext uri="{FF2B5EF4-FFF2-40B4-BE49-F238E27FC236}">
                <a16:creationId xmlns:a16="http://schemas.microsoft.com/office/drawing/2014/main" id="{57721DC1-5EBD-4676-953A-37B537016303}"/>
              </a:ext>
            </a:extLst>
          </p:cNvPr>
          <p:cNvSpPr>
            <a:spLocks noGrp="1"/>
          </p:cNvSpPr>
          <p:nvPr/>
        </p:nvSpPr>
        <p:spPr>
          <a:xfrm>
            <a:off x="315296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F1_main_prauc_254">
            <a:extLst>
              <a:ext uri="{FF2B5EF4-FFF2-40B4-BE49-F238E27FC236}">
                <a16:creationId xmlns:a16="http://schemas.microsoft.com/office/drawing/2014/main" id="{F4142F74-1968-4CCE-A6E2-7936F639DAF2}"/>
              </a:ext>
            </a:extLst>
          </p:cNvPr>
          <p:cNvSpPr>
            <a:spLocks noGrp="1"/>
          </p:cNvSpPr>
          <p:nvPr/>
        </p:nvSpPr>
        <p:spPr>
          <a:xfrm>
            <a:off x="299754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F1_main_prauc_255">
            <a:extLst>
              <a:ext uri="{FF2B5EF4-FFF2-40B4-BE49-F238E27FC236}">
                <a16:creationId xmlns:a16="http://schemas.microsoft.com/office/drawing/2014/main" id="{6D8C62F1-CAE4-4842-ABCC-A0738BE4391A}"/>
              </a:ext>
            </a:extLst>
          </p:cNvPr>
          <p:cNvSpPr>
            <a:spLocks noGrp="1"/>
          </p:cNvSpPr>
          <p:nvPr/>
        </p:nvSpPr>
        <p:spPr>
          <a:xfrm>
            <a:off x="307729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F1_main_prauc_256">
            <a:extLst>
              <a:ext uri="{FF2B5EF4-FFF2-40B4-BE49-F238E27FC236}">
                <a16:creationId xmlns:a16="http://schemas.microsoft.com/office/drawing/2014/main" id="{914ADCF2-285C-4108-9EAC-50A487483906}"/>
              </a:ext>
            </a:extLst>
          </p:cNvPr>
          <p:cNvSpPr>
            <a:spLocks noGrp="1"/>
          </p:cNvSpPr>
          <p:nvPr/>
        </p:nvSpPr>
        <p:spPr>
          <a:xfrm>
            <a:off x="3180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F1_main_prauc_257">
            <a:extLst>
              <a:ext uri="{FF2B5EF4-FFF2-40B4-BE49-F238E27FC236}">
                <a16:creationId xmlns:a16="http://schemas.microsoft.com/office/drawing/2014/main" id="{63758BA5-DCE5-4FAB-9190-B646AD4CDBA3}"/>
              </a:ext>
            </a:extLst>
          </p:cNvPr>
          <p:cNvSpPr>
            <a:spLocks noGrp="1"/>
          </p:cNvSpPr>
          <p:nvPr/>
        </p:nvSpPr>
        <p:spPr>
          <a:xfrm>
            <a:off x="3030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F1_main_prauc_258">
            <a:extLst>
              <a:ext uri="{FF2B5EF4-FFF2-40B4-BE49-F238E27FC236}">
                <a16:creationId xmlns:a16="http://schemas.microsoft.com/office/drawing/2014/main" id="{6B6E6144-72D1-4EB0-AC8C-0BB989296156}"/>
              </a:ext>
            </a:extLst>
          </p:cNvPr>
          <p:cNvSpPr>
            <a:spLocks noGrp="1"/>
          </p:cNvSpPr>
          <p:nvPr/>
        </p:nvSpPr>
        <p:spPr>
          <a:xfrm>
            <a:off x="300486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F1_main_prauc_259">
            <a:extLst>
              <a:ext uri="{FF2B5EF4-FFF2-40B4-BE49-F238E27FC236}">
                <a16:creationId xmlns:a16="http://schemas.microsoft.com/office/drawing/2014/main" id="{58DDAEAF-7304-479E-B1CD-056F559FF5DF}"/>
              </a:ext>
            </a:extLst>
          </p:cNvPr>
          <p:cNvSpPr>
            <a:spLocks noGrp="1"/>
          </p:cNvSpPr>
          <p:nvPr/>
        </p:nvSpPr>
        <p:spPr>
          <a:xfrm>
            <a:off x="2987945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F1_main_prauc_260">
            <a:extLst>
              <a:ext uri="{FF2B5EF4-FFF2-40B4-BE49-F238E27FC236}">
                <a16:creationId xmlns:a16="http://schemas.microsoft.com/office/drawing/2014/main" id="{19E39958-2B07-46BD-9E95-89F1B261E553}"/>
              </a:ext>
            </a:extLst>
          </p:cNvPr>
          <p:cNvSpPr>
            <a:spLocks noGrp="1"/>
          </p:cNvSpPr>
          <p:nvPr/>
        </p:nvSpPr>
        <p:spPr>
          <a:xfrm>
            <a:off x="31029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F1_main_prauc_261">
            <a:extLst>
              <a:ext uri="{FF2B5EF4-FFF2-40B4-BE49-F238E27FC236}">
                <a16:creationId xmlns:a16="http://schemas.microsoft.com/office/drawing/2014/main" id="{611B1939-F62D-483C-BF66-D2771EBE4F88}"/>
              </a:ext>
            </a:extLst>
          </p:cNvPr>
          <p:cNvSpPr>
            <a:spLocks noGrp="1"/>
          </p:cNvSpPr>
          <p:nvPr/>
        </p:nvSpPr>
        <p:spPr>
          <a:xfrm>
            <a:off x="3198666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F1_main_prauc_262">
            <a:extLst>
              <a:ext uri="{FF2B5EF4-FFF2-40B4-BE49-F238E27FC236}">
                <a16:creationId xmlns:a16="http://schemas.microsoft.com/office/drawing/2014/main" id="{EFE33E13-AF56-4EEF-A2EA-F80C05119106}"/>
              </a:ext>
            </a:extLst>
          </p:cNvPr>
          <p:cNvSpPr>
            <a:spLocks noGrp="1"/>
          </p:cNvSpPr>
          <p:nvPr/>
        </p:nvSpPr>
        <p:spPr>
          <a:xfrm>
            <a:off x="310064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F1_main_prauc_263">
            <a:extLst>
              <a:ext uri="{FF2B5EF4-FFF2-40B4-BE49-F238E27FC236}">
                <a16:creationId xmlns:a16="http://schemas.microsoft.com/office/drawing/2014/main" id="{CE9D2E5A-71B8-462B-B431-7384ED3238ED}"/>
              </a:ext>
            </a:extLst>
          </p:cNvPr>
          <p:cNvSpPr>
            <a:spLocks noGrp="1"/>
          </p:cNvSpPr>
          <p:nvPr/>
        </p:nvSpPr>
        <p:spPr>
          <a:xfrm>
            <a:off x="3130800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F1_main_prauc_264">
            <a:extLst>
              <a:ext uri="{FF2B5EF4-FFF2-40B4-BE49-F238E27FC236}">
                <a16:creationId xmlns:a16="http://schemas.microsoft.com/office/drawing/2014/main" id="{533FBFD0-D348-4255-AA87-C5B8FC196D78}"/>
              </a:ext>
            </a:extLst>
          </p:cNvPr>
          <p:cNvSpPr>
            <a:spLocks noGrp="1"/>
          </p:cNvSpPr>
          <p:nvPr/>
        </p:nvSpPr>
        <p:spPr>
          <a:xfrm>
            <a:off x="31977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F1_main_prauc_265">
            <a:extLst>
              <a:ext uri="{FF2B5EF4-FFF2-40B4-BE49-F238E27FC236}">
                <a16:creationId xmlns:a16="http://schemas.microsoft.com/office/drawing/2014/main" id="{B75202C0-3137-4BFE-8EE3-80ABEE22B33D}"/>
              </a:ext>
            </a:extLst>
          </p:cNvPr>
          <p:cNvSpPr>
            <a:spLocks noGrp="1"/>
          </p:cNvSpPr>
          <p:nvPr/>
        </p:nvSpPr>
        <p:spPr>
          <a:xfrm>
            <a:off x="31792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F1_main_prauc_266">
            <a:extLst>
              <a:ext uri="{FF2B5EF4-FFF2-40B4-BE49-F238E27FC236}">
                <a16:creationId xmlns:a16="http://schemas.microsoft.com/office/drawing/2014/main" id="{B84ED618-F6E3-477C-AFAD-D16D9CCA582C}"/>
              </a:ext>
            </a:extLst>
          </p:cNvPr>
          <p:cNvSpPr>
            <a:spLocks noGrp="1"/>
          </p:cNvSpPr>
          <p:nvPr/>
        </p:nvSpPr>
        <p:spPr>
          <a:xfrm>
            <a:off x="314105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F1_main_prauc_267">
            <a:extLst>
              <a:ext uri="{FF2B5EF4-FFF2-40B4-BE49-F238E27FC236}">
                <a16:creationId xmlns:a16="http://schemas.microsoft.com/office/drawing/2014/main" id="{20ADB830-897F-4B8F-A499-8B4036A220A4}"/>
              </a:ext>
            </a:extLst>
          </p:cNvPr>
          <p:cNvSpPr>
            <a:spLocks noGrp="1"/>
          </p:cNvSpPr>
          <p:nvPr/>
        </p:nvSpPr>
        <p:spPr>
          <a:xfrm>
            <a:off x="3224339" y="47489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F1_main_prauc_268">
            <a:extLst>
              <a:ext uri="{FF2B5EF4-FFF2-40B4-BE49-F238E27FC236}">
                <a16:creationId xmlns:a16="http://schemas.microsoft.com/office/drawing/2014/main" id="{83FE1FA6-DE65-4422-934D-9B4E5D4822A8}"/>
              </a:ext>
            </a:extLst>
          </p:cNvPr>
          <p:cNvSpPr>
            <a:spLocks noGrp="1"/>
          </p:cNvSpPr>
          <p:nvPr/>
        </p:nvSpPr>
        <p:spPr>
          <a:xfrm>
            <a:off x="29953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F1_main_prauc_269">
            <a:extLst>
              <a:ext uri="{FF2B5EF4-FFF2-40B4-BE49-F238E27FC236}">
                <a16:creationId xmlns:a16="http://schemas.microsoft.com/office/drawing/2014/main" id="{04159FAC-2F4C-4A2E-BF8B-69305EC76885}"/>
              </a:ext>
            </a:extLst>
          </p:cNvPr>
          <p:cNvSpPr>
            <a:spLocks noGrp="1"/>
          </p:cNvSpPr>
          <p:nvPr/>
        </p:nvSpPr>
        <p:spPr>
          <a:xfrm>
            <a:off x="30510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F1_main_prauc_270">
            <a:extLst>
              <a:ext uri="{FF2B5EF4-FFF2-40B4-BE49-F238E27FC236}">
                <a16:creationId xmlns:a16="http://schemas.microsoft.com/office/drawing/2014/main" id="{2C41D607-B416-409D-8CB3-9032ED1A8D42}"/>
              </a:ext>
            </a:extLst>
          </p:cNvPr>
          <p:cNvSpPr>
            <a:spLocks noGrp="1"/>
          </p:cNvSpPr>
          <p:nvPr/>
        </p:nvSpPr>
        <p:spPr>
          <a:xfrm>
            <a:off x="3000023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F1_main_prauc_271">
            <a:extLst>
              <a:ext uri="{FF2B5EF4-FFF2-40B4-BE49-F238E27FC236}">
                <a16:creationId xmlns:a16="http://schemas.microsoft.com/office/drawing/2014/main" id="{C9E5CAC1-B3F5-40D4-BC79-763C8611C24F}"/>
              </a:ext>
            </a:extLst>
          </p:cNvPr>
          <p:cNvSpPr>
            <a:spLocks noGrp="1"/>
          </p:cNvSpPr>
          <p:nvPr/>
        </p:nvSpPr>
        <p:spPr>
          <a:xfrm>
            <a:off x="30310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F1_main_prauc_272">
            <a:extLst>
              <a:ext uri="{FF2B5EF4-FFF2-40B4-BE49-F238E27FC236}">
                <a16:creationId xmlns:a16="http://schemas.microsoft.com/office/drawing/2014/main" id="{B0C32622-6988-4A77-94C4-2BDF6291856C}"/>
              </a:ext>
            </a:extLst>
          </p:cNvPr>
          <p:cNvSpPr>
            <a:spLocks noGrp="1"/>
          </p:cNvSpPr>
          <p:nvPr/>
        </p:nvSpPr>
        <p:spPr>
          <a:xfrm>
            <a:off x="302176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F1_main_prauc_273">
            <a:extLst>
              <a:ext uri="{FF2B5EF4-FFF2-40B4-BE49-F238E27FC236}">
                <a16:creationId xmlns:a16="http://schemas.microsoft.com/office/drawing/2014/main" id="{A944C4B7-EF48-408B-9308-0C93CC3BDD31}"/>
              </a:ext>
            </a:extLst>
          </p:cNvPr>
          <p:cNvSpPr>
            <a:spLocks noGrp="1"/>
          </p:cNvSpPr>
          <p:nvPr/>
        </p:nvSpPr>
        <p:spPr>
          <a:xfrm>
            <a:off x="32095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F1_main_prauc_274">
            <a:extLst>
              <a:ext uri="{FF2B5EF4-FFF2-40B4-BE49-F238E27FC236}">
                <a16:creationId xmlns:a16="http://schemas.microsoft.com/office/drawing/2014/main" id="{A6470CCD-535B-4B22-9CCA-89CA4757DF0F}"/>
              </a:ext>
            </a:extLst>
          </p:cNvPr>
          <p:cNvSpPr>
            <a:spLocks noGrp="1"/>
          </p:cNvSpPr>
          <p:nvPr/>
        </p:nvSpPr>
        <p:spPr>
          <a:xfrm>
            <a:off x="316744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F1_main_prauc_275">
            <a:extLst>
              <a:ext uri="{FF2B5EF4-FFF2-40B4-BE49-F238E27FC236}">
                <a16:creationId xmlns:a16="http://schemas.microsoft.com/office/drawing/2014/main" id="{26172CF7-222F-4923-BCA6-2BA2EDBE673F}"/>
              </a:ext>
            </a:extLst>
          </p:cNvPr>
          <p:cNvSpPr>
            <a:spLocks noGrp="1"/>
          </p:cNvSpPr>
          <p:nvPr/>
        </p:nvSpPr>
        <p:spPr>
          <a:xfrm>
            <a:off x="3075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F1_main_prauc_276">
            <a:extLst>
              <a:ext uri="{FF2B5EF4-FFF2-40B4-BE49-F238E27FC236}">
                <a16:creationId xmlns:a16="http://schemas.microsoft.com/office/drawing/2014/main" id="{2A5652D6-61A3-4163-BF0F-4F9E9130CD09}"/>
              </a:ext>
            </a:extLst>
          </p:cNvPr>
          <p:cNvSpPr>
            <a:spLocks noGrp="1"/>
          </p:cNvSpPr>
          <p:nvPr/>
        </p:nvSpPr>
        <p:spPr>
          <a:xfrm>
            <a:off x="32255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F1_main_prauc_277">
            <a:extLst>
              <a:ext uri="{FF2B5EF4-FFF2-40B4-BE49-F238E27FC236}">
                <a16:creationId xmlns:a16="http://schemas.microsoft.com/office/drawing/2014/main" id="{4EDCC94E-4FB0-41C8-A08A-9E41814ADFAC}"/>
              </a:ext>
            </a:extLst>
          </p:cNvPr>
          <p:cNvSpPr>
            <a:spLocks noGrp="1"/>
          </p:cNvSpPr>
          <p:nvPr/>
        </p:nvSpPr>
        <p:spPr>
          <a:xfrm>
            <a:off x="305963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F1_main_prauc_278">
            <a:extLst>
              <a:ext uri="{FF2B5EF4-FFF2-40B4-BE49-F238E27FC236}">
                <a16:creationId xmlns:a16="http://schemas.microsoft.com/office/drawing/2014/main" id="{A73A0EDC-4372-48C3-9DA8-27F15DAB4700}"/>
              </a:ext>
            </a:extLst>
          </p:cNvPr>
          <p:cNvSpPr>
            <a:spLocks noGrp="1"/>
          </p:cNvSpPr>
          <p:nvPr/>
        </p:nvSpPr>
        <p:spPr>
          <a:xfrm>
            <a:off x="30335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F1_main_prauc_279">
            <a:extLst>
              <a:ext uri="{FF2B5EF4-FFF2-40B4-BE49-F238E27FC236}">
                <a16:creationId xmlns:a16="http://schemas.microsoft.com/office/drawing/2014/main" id="{67E14AFC-0735-4C04-895B-4BFE270783A4}"/>
              </a:ext>
            </a:extLst>
          </p:cNvPr>
          <p:cNvSpPr>
            <a:spLocks noGrp="1"/>
          </p:cNvSpPr>
          <p:nvPr/>
        </p:nvSpPr>
        <p:spPr>
          <a:xfrm>
            <a:off x="305120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F1_main_prauc_280">
            <a:extLst>
              <a:ext uri="{FF2B5EF4-FFF2-40B4-BE49-F238E27FC236}">
                <a16:creationId xmlns:a16="http://schemas.microsoft.com/office/drawing/2014/main" id="{E2B55A80-F7FC-4876-8DFD-F57650855F75}"/>
              </a:ext>
            </a:extLst>
          </p:cNvPr>
          <p:cNvSpPr>
            <a:spLocks noGrp="1"/>
          </p:cNvSpPr>
          <p:nvPr/>
        </p:nvSpPr>
        <p:spPr>
          <a:xfrm>
            <a:off x="317092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F1_main_prauc_281">
            <a:extLst>
              <a:ext uri="{FF2B5EF4-FFF2-40B4-BE49-F238E27FC236}">
                <a16:creationId xmlns:a16="http://schemas.microsoft.com/office/drawing/2014/main" id="{B0596352-39CC-4563-BA6A-D19107567DA6}"/>
              </a:ext>
            </a:extLst>
          </p:cNvPr>
          <p:cNvSpPr>
            <a:spLocks noGrp="1"/>
          </p:cNvSpPr>
          <p:nvPr/>
        </p:nvSpPr>
        <p:spPr>
          <a:xfrm>
            <a:off x="2981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F1_main_prauc_282">
            <a:extLst>
              <a:ext uri="{FF2B5EF4-FFF2-40B4-BE49-F238E27FC236}">
                <a16:creationId xmlns:a16="http://schemas.microsoft.com/office/drawing/2014/main" id="{96ECFCBC-3AEE-4942-AD48-206D45F5ADFF}"/>
              </a:ext>
            </a:extLst>
          </p:cNvPr>
          <p:cNvSpPr>
            <a:spLocks noGrp="1"/>
          </p:cNvSpPr>
          <p:nvPr/>
        </p:nvSpPr>
        <p:spPr>
          <a:xfrm>
            <a:off x="30510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F1_main_prauc_283">
            <a:extLst>
              <a:ext uri="{FF2B5EF4-FFF2-40B4-BE49-F238E27FC236}">
                <a16:creationId xmlns:a16="http://schemas.microsoft.com/office/drawing/2014/main" id="{08F2BBAB-DB54-485E-A557-433BF9B2911D}"/>
              </a:ext>
            </a:extLst>
          </p:cNvPr>
          <p:cNvSpPr>
            <a:spLocks noGrp="1"/>
          </p:cNvSpPr>
          <p:nvPr/>
        </p:nvSpPr>
        <p:spPr>
          <a:xfrm>
            <a:off x="30025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F1_main_prauc_284">
            <a:extLst>
              <a:ext uri="{FF2B5EF4-FFF2-40B4-BE49-F238E27FC236}">
                <a16:creationId xmlns:a16="http://schemas.microsoft.com/office/drawing/2014/main" id="{0A63C89C-597C-4BDA-8A3B-A6DBD9653C19}"/>
              </a:ext>
            </a:extLst>
          </p:cNvPr>
          <p:cNvSpPr>
            <a:spLocks noGrp="1"/>
          </p:cNvSpPr>
          <p:nvPr/>
        </p:nvSpPr>
        <p:spPr>
          <a:xfrm>
            <a:off x="29904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F1_main_prauc_285">
            <a:extLst>
              <a:ext uri="{FF2B5EF4-FFF2-40B4-BE49-F238E27FC236}">
                <a16:creationId xmlns:a16="http://schemas.microsoft.com/office/drawing/2014/main" id="{8E60C9E6-5159-493D-B755-ECE0722E7299}"/>
              </a:ext>
            </a:extLst>
          </p:cNvPr>
          <p:cNvSpPr>
            <a:spLocks noGrp="1"/>
          </p:cNvSpPr>
          <p:nvPr/>
        </p:nvSpPr>
        <p:spPr>
          <a:xfrm>
            <a:off x="3148436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F1_main_prauc_286">
            <a:extLst>
              <a:ext uri="{FF2B5EF4-FFF2-40B4-BE49-F238E27FC236}">
                <a16:creationId xmlns:a16="http://schemas.microsoft.com/office/drawing/2014/main" id="{90B1CC82-7483-412B-B6AF-252FCE23922E}"/>
              </a:ext>
            </a:extLst>
          </p:cNvPr>
          <p:cNvSpPr>
            <a:spLocks noGrp="1"/>
          </p:cNvSpPr>
          <p:nvPr/>
        </p:nvSpPr>
        <p:spPr>
          <a:xfrm>
            <a:off x="3073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F1_main_prauc_287">
            <a:extLst>
              <a:ext uri="{FF2B5EF4-FFF2-40B4-BE49-F238E27FC236}">
                <a16:creationId xmlns:a16="http://schemas.microsoft.com/office/drawing/2014/main" id="{36D8A7EC-CA03-47D7-B6B4-89DBE799776E}"/>
              </a:ext>
            </a:extLst>
          </p:cNvPr>
          <p:cNvSpPr>
            <a:spLocks noGrp="1"/>
          </p:cNvSpPr>
          <p:nvPr/>
        </p:nvSpPr>
        <p:spPr>
          <a:xfrm>
            <a:off x="3057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F1_main_prauc_288">
            <a:extLst>
              <a:ext uri="{FF2B5EF4-FFF2-40B4-BE49-F238E27FC236}">
                <a16:creationId xmlns:a16="http://schemas.microsoft.com/office/drawing/2014/main" id="{13FA024A-5056-4A68-AAB2-7186FEFC81A8}"/>
              </a:ext>
            </a:extLst>
          </p:cNvPr>
          <p:cNvSpPr>
            <a:spLocks noGrp="1"/>
          </p:cNvSpPr>
          <p:nvPr/>
        </p:nvSpPr>
        <p:spPr>
          <a:xfrm>
            <a:off x="3034658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F1_main_prauc_289">
            <a:extLst>
              <a:ext uri="{FF2B5EF4-FFF2-40B4-BE49-F238E27FC236}">
                <a16:creationId xmlns:a16="http://schemas.microsoft.com/office/drawing/2014/main" id="{DA82B131-FAEF-4117-B8DE-FAD45D68918B}"/>
              </a:ext>
            </a:extLst>
          </p:cNvPr>
          <p:cNvSpPr>
            <a:spLocks noGrp="1"/>
          </p:cNvSpPr>
          <p:nvPr/>
        </p:nvSpPr>
        <p:spPr>
          <a:xfrm>
            <a:off x="3198177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F1_main_prauc_290">
            <a:extLst>
              <a:ext uri="{FF2B5EF4-FFF2-40B4-BE49-F238E27FC236}">
                <a16:creationId xmlns:a16="http://schemas.microsoft.com/office/drawing/2014/main" id="{BB1DAA6D-B1CB-4A98-AE99-8D3F7218563C}"/>
              </a:ext>
            </a:extLst>
          </p:cNvPr>
          <p:cNvSpPr>
            <a:spLocks noGrp="1"/>
          </p:cNvSpPr>
          <p:nvPr/>
        </p:nvSpPr>
        <p:spPr>
          <a:xfrm>
            <a:off x="29856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F1_main_prauc_291">
            <a:extLst>
              <a:ext uri="{FF2B5EF4-FFF2-40B4-BE49-F238E27FC236}">
                <a16:creationId xmlns:a16="http://schemas.microsoft.com/office/drawing/2014/main" id="{4041EAC5-9F38-449B-BC36-DD7429B6A2B0}"/>
              </a:ext>
            </a:extLst>
          </p:cNvPr>
          <p:cNvSpPr>
            <a:spLocks noGrp="1"/>
          </p:cNvSpPr>
          <p:nvPr/>
        </p:nvSpPr>
        <p:spPr>
          <a:xfrm>
            <a:off x="3173446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F1_main_prauc_292">
            <a:extLst>
              <a:ext uri="{FF2B5EF4-FFF2-40B4-BE49-F238E27FC236}">
                <a16:creationId xmlns:a16="http://schemas.microsoft.com/office/drawing/2014/main" id="{2B76B1AC-0104-4932-9BA3-E104020F70AA}"/>
              </a:ext>
            </a:extLst>
          </p:cNvPr>
          <p:cNvSpPr>
            <a:spLocks noGrp="1"/>
          </p:cNvSpPr>
          <p:nvPr/>
        </p:nvSpPr>
        <p:spPr>
          <a:xfrm>
            <a:off x="3222061" y="3800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F1_main_prauc_293">
            <a:extLst>
              <a:ext uri="{FF2B5EF4-FFF2-40B4-BE49-F238E27FC236}">
                <a16:creationId xmlns:a16="http://schemas.microsoft.com/office/drawing/2014/main" id="{C91C5A30-796A-4D0D-B80D-619E8505F57C}"/>
              </a:ext>
            </a:extLst>
          </p:cNvPr>
          <p:cNvSpPr>
            <a:spLocks noGrp="1"/>
          </p:cNvSpPr>
          <p:nvPr/>
        </p:nvSpPr>
        <p:spPr>
          <a:xfrm>
            <a:off x="3012335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F1_main_prauc_294">
            <a:extLst>
              <a:ext uri="{FF2B5EF4-FFF2-40B4-BE49-F238E27FC236}">
                <a16:creationId xmlns:a16="http://schemas.microsoft.com/office/drawing/2014/main" id="{E9F3E6FF-684C-45CB-B88A-F7456F8AFAF7}"/>
              </a:ext>
            </a:extLst>
          </p:cNvPr>
          <p:cNvSpPr>
            <a:spLocks noGrp="1"/>
          </p:cNvSpPr>
          <p:nvPr/>
        </p:nvSpPr>
        <p:spPr>
          <a:xfrm>
            <a:off x="3198810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F1_main_prauc_295">
            <a:extLst>
              <a:ext uri="{FF2B5EF4-FFF2-40B4-BE49-F238E27FC236}">
                <a16:creationId xmlns:a16="http://schemas.microsoft.com/office/drawing/2014/main" id="{B00EB106-F0B3-43B1-8BCA-5C7773333E58}"/>
              </a:ext>
            </a:extLst>
          </p:cNvPr>
          <p:cNvSpPr>
            <a:spLocks noGrp="1"/>
          </p:cNvSpPr>
          <p:nvPr/>
        </p:nvSpPr>
        <p:spPr>
          <a:xfrm>
            <a:off x="3167020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F1_main_prauc_296">
            <a:extLst>
              <a:ext uri="{FF2B5EF4-FFF2-40B4-BE49-F238E27FC236}">
                <a16:creationId xmlns:a16="http://schemas.microsoft.com/office/drawing/2014/main" id="{0788A8DC-AE89-49DC-A657-B4205B45EF72}"/>
              </a:ext>
            </a:extLst>
          </p:cNvPr>
          <p:cNvSpPr>
            <a:spLocks noGrp="1"/>
          </p:cNvSpPr>
          <p:nvPr/>
        </p:nvSpPr>
        <p:spPr>
          <a:xfrm>
            <a:off x="30930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F1_main_prauc_297">
            <a:extLst>
              <a:ext uri="{FF2B5EF4-FFF2-40B4-BE49-F238E27FC236}">
                <a16:creationId xmlns:a16="http://schemas.microsoft.com/office/drawing/2014/main" id="{648A849C-F13A-4525-8E7D-FBB55CE51166}"/>
              </a:ext>
            </a:extLst>
          </p:cNvPr>
          <p:cNvSpPr>
            <a:spLocks noGrp="1"/>
          </p:cNvSpPr>
          <p:nvPr/>
        </p:nvSpPr>
        <p:spPr>
          <a:xfrm>
            <a:off x="3067041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F1_main_prauc_298">
            <a:extLst>
              <a:ext uri="{FF2B5EF4-FFF2-40B4-BE49-F238E27FC236}">
                <a16:creationId xmlns:a16="http://schemas.microsoft.com/office/drawing/2014/main" id="{C57317C9-603A-4968-8CAC-EB66391CB333}"/>
              </a:ext>
            </a:extLst>
          </p:cNvPr>
          <p:cNvSpPr>
            <a:spLocks noGrp="1"/>
          </p:cNvSpPr>
          <p:nvPr/>
        </p:nvSpPr>
        <p:spPr>
          <a:xfrm>
            <a:off x="302888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F1_main_prauc_299">
            <a:extLst>
              <a:ext uri="{FF2B5EF4-FFF2-40B4-BE49-F238E27FC236}">
                <a16:creationId xmlns:a16="http://schemas.microsoft.com/office/drawing/2014/main" id="{2C29F765-94F8-4AD9-BD13-A7C6A9B7107C}"/>
              </a:ext>
            </a:extLst>
          </p:cNvPr>
          <p:cNvSpPr>
            <a:spLocks noGrp="1"/>
          </p:cNvSpPr>
          <p:nvPr/>
        </p:nvSpPr>
        <p:spPr>
          <a:xfrm>
            <a:off x="3187797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F1_main_prauc_300">
            <a:extLst>
              <a:ext uri="{FF2B5EF4-FFF2-40B4-BE49-F238E27FC236}">
                <a16:creationId xmlns:a16="http://schemas.microsoft.com/office/drawing/2014/main" id="{1758FDBF-0D6D-4623-BD2D-7D669B85D1CB}"/>
              </a:ext>
            </a:extLst>
          </p:cNvPr>
          <p:cNvSpPr>
            <a:spLocks noGrp="1"/>
          </p:cNvSpPr>
          <p:nvPr/>
        </p:nvSpPr>
        <p:spPr>
          <a:xfrm>
            <a:off x="30888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F1_main_prauc_301">
            <a:extLst>
              <a:ext uri="{FF2B5EF4-FFF2-40B4-BE49-F238E27FC236}">
                <a16:creationId xmlns:a16="http://schemas.microsoft.com/office/drawing/2014/main" id="{108396AC-209D-478C-B642-0C38AAA89681}"/>
              </a:ext>
            </a:extLst>
          </p:cNvPr>
          <p:cNvSpPr>
            <a:spLocks noGrp="1"/>
          </p:cNvSpPr>
          <p:nvPr/>
        </p:nvSpPr>
        <p:spPr>
          <a:xfrm>
            <a:off x="30149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F1_main_prauc_302">
            <a:extLst>
              <a:ext uri="{FF2B5EF4-FFF2-40B4-BE49-F238E27FC236}">
                <a16:creationId xmlns:a16="http://schemas.microsoft.com/office/drawing/2014/main" id="{1E240FE0-3E8D-4DE9-BDDC-028A90FDDBEA}"/>
              </a:ext>
            </a:extLst>
          </p:cNvPr>
          <p:cNvSpPr>
            <a:spLocks noGrp="1"/>
          </p:cNvSpPr>
          <p:nvPr/>
        </p:nvSpPr>
        <p:spPr>
          <a:xfrm>
            <a:off x="3004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F1_main_prauc_303">
            <a:extLst>
              <a:ext uri="{FF2B5EF4-FFF2-40B4-BE49-F238E27FC236}">
                <a16:creationId xmlns:a16="http://schemas.microsoft.com/office/drawing/2014/main" id="{AE6E7118-B655-4EC1-94FF-DBCABBC62575}"/>
              </a:ext>
            </a:extLst>
          </p:cNvPr>
          <p:cNvSpPr>
            <a:spLocks noGrp="1"/>
          </p:cNvSpPr>
          <p:nvPr/>
        </p:nvSpPr>
        <p:spPr>
          <a:xfrm>
            <a:off x="302522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F1_main_prauc_304">
            <a:extLst>
              <a:ext uri="{FF2B5EF4-FFF2-40B4-BE49-F238E27FC236}">
                <a16:creationId xmlns:a16="http://schemas.microsoft.com/office/drawing/2014/main" id="{17119D06-8B96-4A80-AF47-0FE85C1722A9}"/>
              </a:ext>
            </a:extLst>
          </p:cNvPr>
          <p:cNvSpPr>
            <a:spLocks noGrp="1"/>
          </p:cNvSpPr>
          <p:nvPr/>
        </p:nvSpPr>
        <p:spPr>
          <a:xfrm>
            <a:off x="319765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F1_main_prauc_305">
            <a:extLst>
              <a:ext uri="{FF2B5EF4-FFF2-40B4-BE49-F238E27FC236}">
                <a16:creationId xmlns:a16="http://schemas.microsoft.com/office/drawing/2014/main" id="{D640DC64-EB36-4038-8512-2818DC235864}"/>
              </a:ext>
            </a:extLst>
          </p:cNvPr>
          <p:cNvSpPr>
            <a:spLocks noGrp="1"/>
          </p:cNvSpPr>
          <p:nvPr/>
        </p:nvSpPr>
        <p:spPr>
          <a:xfrm>
            <a:off x="3120831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F1_main_prauc_306">
            <a:extLst>
              <a:ext uri="{FF2B5EF4-FFF2-40B4-BE49-F238E27FC236}">
                <a16:creationId xmlns:a16="http://schemas.microsoft.com/office/drawing/2014/main" id="{9A957874-82FB-42F5-9689-D918ED0D395B}"/>
              </a:ext>
            </a:extLst>
          </p:cNvPr>
          <p:cNvSpPr>
            <a:spLocks noGrp="1"/>
          </p:cNvSpPr>
          <p:nvPr/>
        </p:nvSpPr>
        <p:spPr>
          <a:xfrm>
            <a:off x="303531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F1_main_prauc_307">
            <a:extLst>
              <a:ext uri="{FF2B5EF4-FFF2-40B4-BE49-F238E27FC236}">
                <a16:creationId xmlns:a16="http://schemas.microsoft.com/office/drawing/2014/main" id="{0138F1BD-AE45-4693-BC0A-3D34FC2D5750}"/>
              </a:ext>
            </a:extLst>
          </p:cNvPr>
          <p:cNvSpPr>
            <a:spLocks noGrp="1"/>
          </p:cNvSpPr>
          <p:nvPr/>
        </p:nvSpPr>
        <p:spPr>
          <a:xfrm>
            <a:off x="30400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F1_main_prauc_308">
            <a:extLst>
              <a:ext uri="{FF2B5EF4-FFF2-40B4-BE49-F238E27FC236}">
                <a16:creationId xmlns:a16="http://schemas.microsoft.com/office/drawing/2014/main" id="{D70479AA-234C-4955-A477-20A96F25E38C}"/>
              </a:ext>
            </a:extLst>
          </p:cNvPr>
          <p:cNvSpPr>
            <a:spLocks noGrp="1"/>
          </p:cNvSpPr>
          <p:nvPr/>
        </p:nvSpPr>
        <p:spPr>
          <a:xfrm>
            <a:off x="3105484" y="30378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F1_main_prauc_309">
            <a:extLst>
              <a:ext uri="{FF2B5EF4-FFF2-40B4-BE49-F238E27FC236}">
                <a16:creationId xmlns:a16="http://schemas.microsoft.com/office/drawing/2014/main" id="{C5B3F826-BC54-42D5-8712-AD1995A5B77C}"/>
              </a:ext>
            </a:extLst>
          </p:cNvPr>
          <p:cNvSpPr>
            <a:spLocks noGrp="1"/>
          </p:cNvSpPr>
          <p:nvPr/>
        </p:nvSpPr>
        <p:spPr>
          <a:xfrm>
            <a:off x="3201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F1_main_prauc_310">
            <a:extLst>
              <a:ext uri="{FF2B5EF4-FFF2-40B4-BE49-F238E27FC236}">
                <a16:creationId xmlns:a16="http://schemas.microsoft.com/office/drawing/2014/main" id="{71110BC8-4E3C-40D3-AB05-2AA09FF9D482}"/>
              </a:ext>
            </a:extLst>
          </p:cNvPr>
          <p:cNvSpPr>
            <a:spLocks noGrp="1"/>
          </p:cNvSpPr>
          <p:nvPr/>
        </p:nvSpPr>
        <p:spPr>
          <a:xfrm>
            <a:off x="3051204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F1_main_prauc_311">
            <a:extLst>
              <a:ext uri="{FF2B5EF4-FFF2-40B4-BE49-F238E27FC236}">
                <a16:creationId xmlns:a16="http://schemas.microsoft.com/office/drawing/2014/main" id="{508E5A73-76C6-4551-BB50-E953250A24D0}"/>
              </a:ext>
            </a:extLst>
          </p:cNvPr>
          <p:cNvSpPr>
            <a:spLocks noGrp="1"/>
          </p:cNvSpPr>
          <p:nvPr/>
        </p:nvSpPr>
        <p:spPr>
          <a:xfrm>
            <a:off x="319422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F1_main_prauc_312">
            <a:extLst>
              <a:ext uri="{FF2B5EF4-FFF2-40B4-BE49-F238E27FC236}">
                <a16:creationId xmlns:a16="http://schemas.microsoft.com/office/drawing/2014/main" id="{875254D1-752C-4E10-8DA3-E389FB95596F}"/>
              </a:ext>
            </a:extLst>
          </p:cNvPr>
          <p:cNvSpPr>
            <a:spLocks noGrp="1"/>
          </p:cNvSpPr>
          <p:nvPr/>
        </p:nvSpPr>
        <p:spPr>
          <a:xfrm>
            <a:off x="31248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F1_main_prauc_313">
            <a:extLst>
              <a:ext uri="{FF2B5EF4-FFF2-40B4-BE49-F238E27FC236}">
                <a16:creationId xmlns:a16="http://schemas.microsoft.com/office/drawing/2014/main" id="{242BBE62-ED95-43E5-A471-A8139F9BFD02}"/>
              </a:ext>
            </a:extLst>
          </p:cNvPr>
          <p:cNvSpPr>
            <a:spLocks noGrp="1"/>
          </p:cNvSpPr>
          <p:nvPr/>
        </p:nvSpPr>
        <p:spPr>
          <a:xfrm>
            <a:off x="3220890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F1_main_prauc_314">
            <a:extLst>
              <a:ext uri="{FF2B5EF4-FFF2-40B4-BE49-F238E27FC236}">
                <a16:creationId xmlns:a16="http://schemas.microsoft.com/office/drawing/2014/main" id="{2286D63E-1250-4FCD-A820-472F2599866D}"/>
              </a:ext>
            </a:extLst>
          </p:cNvPr>
          <p:cNvSpPr>
            <a:spLocks noGrp="1"/>
          </p:cNvSpPr>
          <p:nvPr/>
        </p:nvSpPr>
        <p:spPr>
          <a:xfrm>
            <a:off x="300053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F1_main_prauc_315">
            <a:extLst>
              <a:ext uri="{FF2B5EF4-FFF2-40B4-BE49-F238E27FC236}">
                <a16:creationId xmlns:a16="http://schemas.microsoft.com/office/drawing/2014/main" id="{A4333E63-A9B1-4416-8FD8-A83152E517FA}"/>
              </a:ext>
            </a:extLst>
          </p:cNvPr>
          <p:cNvSpPr>
            <a:spLocks noGrp="1"/>
          </p:cNvSpPr>
          <p:nvPr/>
        </p:nvSpPr>
        <p:spPr>
          <a:xfrm>
            <a:off x="3091098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F1_main_prauc_316">
            <a:extLst>
              <a:ext uri="{FF2B5EF4-FFF2-40B4-BE49-F238E27FC236}">
                <a16:creationId xmlns:a16="http://schemas.microsoft.com/office/drawing/2014/main" id="{C0CE0500-B98F-48CC-8BF8-A52712FD27FC}"/>
              </a:ext>
            </a:extLst>
          </p:cNvPr>
          <p:cNvSpPr>
            <a:spLocks noGrp="1"/>
          </p:cNvSpPr>
          <p:nvPr/>
        </p:nvSpPr>
        <p:spPr>
          <a:xfrm>
            <a:off x="304886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F1_main_prauc_317">
            <a:extLst>
              <a:ext uri="{FF2B5EF4-FFF2-40B4-BE49-F238E27FC236}">
                <a16:creationId xmlns:a16="http://schemas.microsoft.com/office/drawing/2014/main" id="{698F65B8-96FF-4070-A9F1-9CCF7F21015C}"/>
              </a:ext>
            </a:extLst>
          </p:cNvPr>
          <p:cNvSpPr>
            <a:spLocks noGrp="1"/>
          </p:cNvSpPr>
          <p:nvPr/>
        </p:nvSpPr>
        <p:spPr>
          <a:xfrm>
            <a:off x="31847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F1_main_prauc_318">
            <a:extLst>
              <a:ext uri="{FF2B5EF4-FFF2-40B4-BE49-F238E27FC236}">
                <a16:creationId xmlns:a16="http://schemas.microsoft.com/office/drawing/2014/main" id="{CDE0F031-A55E-4CC2-9895-F5E46A7642FD}"/>
              </a:ext>
            </a:extLst>
          </p:cNvPr>
          <p:cNvSpPr>
            <a:spLocks noGrp="1"/>
          </p:cNvSpPr>
          <p:nvPr/>
        </p:nvSpPr>
        <p:spPr>
          <a:xfrm>
            <a:off x="3226420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F1_main_prauc_319">
            <a:extLst>
              <a:ext uri="{FF2B5EF4-FFF2-40B4-BE49-F238E27FC236}">
                <a16:creationId xmlns:a16="http://schemas.microsoft.com/office/drawing/2014/main" id="{B3B5C0C8-5745-4CFE-9C8B-33BC1AD70710}"/>
              </a:ext>
            </a:extLst>
          </p:cNvPr>
          <p:cNvSpPr>
            <a:spLocks noGrp="1"/>
          </p:cNvSpPr>
          <p:nvPr/>
        </p:nvSpPr>
        <p:spPr>
          <a:xfrm>
            <a:off x="318290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F1_main_prauc_320">
            <a:extLst>
              <a:ext uri="{FF2B5EF4-FFF2-40B4-BE49-F238E27FC236}">
                <a16:creationId xmlns:a16="http://schemas.microsoft.com/office/drawing/2014/main" id="{631D7497-6EE1-4E97-A18E-102AE3F62D59}"/>
              </a:ext>
            </a:extLst>
          </p:cNvPr>
          <p:cNvSpPr>
            <a:spLocks noGrp="1"/>
          </p:cNvSpPr>
          <p:nvPr/>
        </p:nvSpPr>
        <p:spPr>
          <a:xfrm>
            <a:off x="3077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F1_main_prauc_321">
            <a:extLst>
              <a:ext uri="{FF2B5EF4-FFF2-40B4-BE49-F238E27FC236}">
                <a16:creationId xmlns:a16="http://schemas.microsoft.com/office/drawing/2014/main" id="{17182538-FEDB-47EA-828E-385D31652DDF}"/>
              </a:ext>
            </a:extLst>
          </p:cNvPr>
          <p:cNvSpPr>
            <a:spLocks noGrp="1"/>
          </p:cNvSpPr>
          <p:nvPr/>
        </p:nvSpPr>
        <p:spPr>
          <a:xfrm>
            <a:off x="30459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F1_main_prauc_322">
            <a:extLst>
              <a:ext uri="{FF2B5EF4-FFF2-40B4-BE49-F238E27FC236}">
                <a16:creationId xmlns:a16="http://schemas.microsoft.com/office/drawing/2014/main" id="{7462929E-381F-4CC2-8A55-F81BDDB32DFF}"/>
              </a:ext>
            </a:extLst>
          </p:cNvPr>
          <p:cNvSpPr>
            <a:spLocks noGrp="1"/>
          </p:cNvSpPr>
          <p:nvPr/>
        </p:nvSpPr>
        <p:spPr>
          <a:xfrm>
            <a:off x="3066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F1_main_prauc_323">
            <a:extLst>
              <a:ext uri="{FF2B5EF4-FFF2-40B4-BE49-F238E27FC236}">
                <a16:creationId xmlns:a16="http://schemas.microsoft.com/office/drawing/2014/main" id="{3DA01660-9762-4B04-8FC6-9BC49C9C9E14}"/>
              </a:ext>
            </a:extLst>
          </p:cNvPr>
          <p:cNvSpPr>
            <a:spLocks noGrp="1"/>
          </p:cNvSpPr>
          <p:nvPr/>
        </p:nvSpPr>
        <p:spPr>
          <a:xfrm>
            <a:off x="301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F1_main_prauc_324">
            <a:extLst>
              <a:ext uri="{FF2B5EF4-FFF2-40B4-BE49-F238E27FC236}">
                <a16:creationId xmlns:a16="http://schemas.microsoft.com/office/drawing/2014/main" id="{0A21881C-741E-41B4-AEAE-88A6524F7033}"/>
              </a:ext>
            </a:extLst>
          </p:cNvPr>
          <p:cNvSpPr>
            <a:spLocks noGrp="1"/>
          </p:cNvSpPr>
          <p:nvPr/>
        </p:nvSpPr>
        <p:spPr>
          <a:xfrm>
            <a:off x="3052391" y="4316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F1_main_prauc_325">
            <a:extLst>
              <a:ext uri="{FF2B5EF4-FFF2-40B4-BE49-F238E27FC236}">
                <a16:creationId xmlns:a16="http://schemas.microsoft.com/office/drawing/2014/main" id="{381F742B-EE02-4F5E-94EF-A9E138DFE252}"/>
              </a:ext>
            </a:extLst>
          </p:cNvPr>
          <p:cNvSpPr>
            <a:spLocks noGrp="1"/>
          </p:cNvSpPr>
          <p:nvPr/>
        </p:nvSpPr>
        <p:spPr>
          <a:xfrm>
            <a:off x="31273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F1_main_prauc_326">
            <a:extLst>
              <a:ext uri="{FF2B5EF4-FFF2-40B4-BE49-F238E27FC236}">
                <a16:creationId xmlns:a16="http://schemas.microsoft.com/office/drawing/2014/main" id="{74EEA57C-5428-4217-A91C-EF7132A9C7B8}"/>
              </a:ext>
            </a:extLst>
          </p:cNvPr>
          <p:cNvSpPr>
            <a:spLocks noGrp="1"/>
          </p:cNvSpPr>
          <p:nvPr/>
        </p:nvSpPr>
        <p:spPr>
          <a:xfrm>
            <a:off x="3068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F1_main_prauc_327">
            <a:extLst>
              <a:ext uri="{FF2B5EF4-FFF2-40B4-BE49-F238E27FC236}">
                <a16:creationId xmlns:a16="http://schemas.microsoft.com/office/drawing/2014/main" id="{7F7BBAEE-F7B1-4CFE-9D62-2278F7C64DC6}"/>
              </a:ext>
            </a:extLst>
          </p:cNvPr>
          <p:cNvSpPr>
            <a:spLocks noGrp="1"/>
          </p:cNvSpPr>
          <p:nvPr/>
        </p:nvSpPr>
        <p:spPr>
          <a:xfrm>
            <a:off x="31398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F1_main_prauc_328">
            <a:extLst>
              <a:ext uri="{FF2B5EF4-FFF2-40B4-BE49-F238E27FC236}">
                <a16:creationId xmlns:a16="http://schemas.microsoft.com/office/drawing/2014/main" id="{8D1886A0-BE0B-4D48-BE12-700B67A371F3}"/>
              </a:ext>
            </a:extLst>
          </p:cNvPr>
          <p:cNvSpPr>
            <a:spLocks noGrp="1"/>
          </p:cNvSpPr>
          <p:nvPr/>
        </p:nvSpPr>
        <p:spPr>
          <a:xfrm>
            <a:off x="32211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F1_main_prauc_329">
            <a:extLst>
              <a:ext uri="{FF2B5EF4-FFF2-40B4-BE49-F238E27FC236}">
                <a16:creationId xmlns:a16="http://schemas.microsoft.com/office/drawing/2014/main" id="{5A29F6ED-5624-4464-A6EB-20406653A582}"/>
              </a:ext>
            </a:extLst>
          </p:cNvPr>
          <p:cNvSpPr>
            <a:spLocks noGrp="1"/>
          </p:cNvSpPr>
          <p:nvPr/>
        </p:nvSpPr>
        <p:spPr>
          <a:xfrm>
            <a:off x="3160389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F1_main_prauc_330">
            <a:extLst>
              <a:ext uri="{FF2B5EF4-FFF2-40B4-BE49-F238E27FC236}">
                <a16:creationId xmlns:a16="http://schemas.microsoft.com/office/drawing/2014/main" id="{42029C9C-6C07-4B85-941F-88DCF4CFBE4C}"/>
              </a:ext>
            </a:extLst>
          </p:cNvPr>
          <p:cNvSpPr>
            <a:spLocks noGrp="1"/>
          </p:cNvSpPr>
          <p:nvPr/>
        </p:nvSpPr>
        <p:spPr>
          <a:xfrm>
            <a:off x="31595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F1_main_prauc_331">
            <a:extLst>
              <a:ext uri="{FF2B5EF4-FFF2-40B4-BE49-F238E27FC236}">
                <a16:creationId xmlns:a16="http://schemas.microsoft.com/office/drawing/2014/main" id="{54D71C6B-8A33-42F7-9750-975EBFED5894}"/>
              </a:ext>
            </a:extLst>
          </p:cNvPr>
          <p:cNvSpPr>
            <a:spLocks noGrp="1"/>
          </p:cNvSpPr>
          <p:nvPr/>
        </p:nvSpPr>
        <p:spPr>
          <a:xfrm>
            <a:off x="31922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F1_main_prauc_332">
            <a:extLst>
              <a:ext uri="{FF2B5EF4-FFF2-40B4-BE49-F238E27FC236}">
                <a16:creationId xmlns:a16="http://schemas.microsoft.com/office/drawing/2014/main" id="{6CA116EF-C7CE-48BE-BC79-D0DA6463B8E1}"/>
              </a:ext>
            </a:extLst>
          </p:cNvPr>
          <p:cNvSpPr>
            <a:spLocks noGrp="1"/>
          </p:cNvSpPr>
          <p:nvPr/>
        </p:nvSpPr>
        <p:spPr>
          <a:xfrm>
            <a:off x="31729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F1_main_prauc_333">
            <a:extLst>
              <a:ext uri="{FF2B5EF4-FFF2-40B4-BE49-F238E27FC236}">
                <a16:creationId xmlns:a16="http://schemas.microsoft.com/office/drawing/2014/main" id="{CAD6FC05-0098-49EE-91BD-29B19FBD2664}"/>
              </a:ext>
            </a:extLst>
          </p:cNvPr>
          <p:cNvSpPr>
            <a:spLocks noGrp="1"/>
          </p:cNvSpPr>
          <p:nvPr/>
        </p:nvSpPr>
        <p:spPr>
          <a:xfrm>
            <a:off x="314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F1_main_prauc_334">
            <a:extLst>
              <a:ext uri="{FF2B5EF4-FFF2-40B4-BE49-F238E27FC236}">
                <a16:creationId xmlns:a16="http://schemas.microsoft.com/office/drawing/2014/main" id="{1F30812E-3B71-4EED-A2C5-48F4AFE53181}"/>
              </a:ext>
            </a:extLst>
          </p:cNvPr>
          <p:cNvSpPr>
            <a:spLocks noGrp="1"/>
          </p:cNvSpPr>
          <p:nvPr/>
        </p:nvSpPr>
        <p:spPr>
          <a:xfrm>
            <a:off x="308867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F1_main_prauc_335">
            <a:extLst>
              <a:ext uri="{FF2B5EF4-FFF2-40B4-BE49-F238E27FC236}">
                <a16:creationId xmlns:a16="http://schemas.microsoft.com/office/drawing/2014/main" id="{C2E742BE-479D-4FC4-942F-1E8BF0F57628}"/>
              </a:ext>
            </a:extLst>
          </p:cNvPr>
          <p:cNvSpPr>
            <a:spLocks noGrp="1"/>
          </p:cNvSpPr>
          <p:nvPr/>
        </p:nvSpPr>
        <p:spPr>
          <a:xfrm>
            <a:off x="319978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F1_main_prauc_336">
            <a:extLst>
              <a:ext uri="{FF2B5EF4-FFF2-40B4-BE49-F238E27FC236}">
                <a16:creationId xmlns:a16="http://schemas.microsoft.com/office/drawing/2014/main" id="{70440F98-E3F0-4C3E-80E4-65855EA2F8D3}"/>
              </a:ext>
            </a:extLst>
          </p:cNvPr>
          <p:cNvSpPr>
            <a:spLocks noGrp="1"/>
          </p:cNvSpPr>
          <p:nvPr/>
        </p:nvSpPr>
        <p:spPr>
          <a:xfrm>
            <a:off x="3144880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F1_main_prauc_337">
            <a:extLst>
              <a:ext uri="{FF2B5EF4-FFF2-40B4-BE49-F238E27FC236}">
                <a16:creationId xmlns:a16="http://schemas.microsoft.com/office/drawing/2014/main" id="{6D7B88AA-BA6D-4A35-9554-133FC340BF5F}"/>
              </a:ext>
            </a:extLst>
          </p:cNvPr>
          <p:cNvSpPr>
            <a:spLocks noGrp="1"/>
          </p:cNvSpPr>
          <p:nvPr/>
        </p:nvSpPr>
        <p:spPr>
          <a:xfrm>
            <a:off x="3187101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F1_main_prauc_338">
            <a:extLst>
              <a:ext uri="{FF2B5EF4-FFF2-40B4-BE49-F238E27FC236}">
                <a16:creationId xmlns:a16="http://schemas.microsoft.com/office/drawing/2014/main" id="{EFDF5FE7-6FDE-49D0-AF1D-8D5156879EE9}"/>
              </a:ext>
            </a:extLst>
          </p:cNvPr>
          <p:cNvSpPr>
            <a:spLocks noGrp="1"/>
          </p:cNvSpPr>
          <p:nvPr/>
        </p:nvSpPr>
        <p:spPr>
          <a:xfrm>
            <a:off x="3020761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F1_main_prauc_339">
            <a:extLst>
              <a:ext uri="{FF2B5EF4-FFF2-40B4-BE49-F238E27FC236}">
                <a16:creationId xmlns:a16="http://schemas.microsoft.com/office/drawing/2014/main" id="{4D671D63-8EB0-4211-A0D6-D9FADA78C28A}"/>
              </a:ext>
            </a:extLst>
          </p:cNvPr>
          <p:cNvSpPr>
            <a:spLocks noGrp="1"/>
          </p:cNvSpPr>
          <p:nvPr/>
        </p:nvSpPr>
        <p:spPr>
          <a:xfrm>
            <a:off x="3184820" y="36498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F1_main_prauc_340">
            <a:extLst>
              <a:ext uri="{FF2B5EF4-FFF2-40B4-BE49-F238E27FC236}">
                <a16:creationId xmlns:a16="http://schemas.microsoft.com/office/drawing/2014/main" id="{D803F6B7-E5BD-4BB6-A078-78C06501CD03}"/>
              </a:ext>
            </a:extLst>
          </p:cNvPr>
          <p:cNvSpPr>
            <a:spLocks noGrp="1"/>
          </p:cNvSpPr>
          <p:nvPr/>
        </p:nvSpPr>
        <p:spPr>
          <a:xfrm>
            <a:off x="29869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F1_main_prauc_341">
            <a:extLst>
              <a:ext uri="{FF2B5EF4-FFF2-40B4-BE49-F238E27FC236}">
                <a16:creationId xmlns:a16="http://schemas.microsoft.com/office/drawing/2014/main" id="{731F2A76-EF97-40C2-A56B-02EF066D11AF}"/>
              </a:ext>
            </a:extLst>
          </p:cNvPr>
          <p:cNvSpPr>
            <a:spLocks noGrp="1"/>
          </p:cNvSpPr>
          <p:nvPr/>
        </p:nvSpPr>
        <p:spPr>
          <a:xfrm>
            <a:off x="320147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F1_main_prauc_342">
            <a:extLst>
              <a:ext uri="{FF2B5EF4-FFF2-40B4-BE49-F238E27FC236}">
                <a16:creationId xmlns:a16="http://schemas.microsoft.com/office/drawing/2014/main" id="{00E14B4C-2A02-4FB9-9AB6-BC712EF46CFF}"/>
              </a:ext>
            </a:extLst>
          </p:cNvPr>
          <p:cNvSpPr>
            <a:spLocks noGrp="1"/>
          </p:cNvSpPr>
          <p:nvPr/>
        </p:nvSpPr>
        <p:spPr>
          <a:xfrm>
            <a:off x="3001781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F1_main_prauc_343">
            <a:extLst>
              <a:ext uri="{FF2B5EF4-FFF2-40B4-BE49-F238E27FC236}">
                <a16:creationId xmlns:a16="http://schemas.microsoft.com/office/drawing/2014/main" id="{FE68F04B-C03B-4465-80AC-DF32836B4D62}"/>
              </a:ext>
            </a:extLst>
          </p:cNvPr>
          <p:cNvSpPr>
            <a:spLocks noGrp="1"/>
          </p:cNvSpPr>
          <p:nvPr/>
        </p:nvSpPr>
        <p:spPr>
          <a:xfrm>
            <a:off x="3227906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F1_main_prauc_344">
            <a:extLst>
              <a:ext uri="{FF2B5EF4-FFF2-40B4-BE49-F238E27FC236}">
                <a16:creationId xmlns:a16="http://schemas.microsoft.com/office/drawing/2014/main" id="{398CEC6E-8459-4761-BFA4-FC4BE78ECEA7}"/>
              </a:ext>
            </a:extLst>
          </p:cNvPr>
          <p:cNvSpPr>
            <a:spLocks noGrp="1"/>
          </p:cNvSpPr>
          <p:nvPr/>
        </p:nvSpPr>
        <p:spPr>
          <a:xfrm>
            <a:off x="300400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F1_main_prauc_345">
            <a:extLst>
              <a:ext uri="{FF2B5EF4-FFF2-40B4-BE49-F238E27FC236}">
                <a16:creationId xmlns:a16="http://schemas.microsoft.com/office/drawing/2014/main" id="{22853EFB-6615-4AA5-8E9D-7325A37FBE43}"/>
              </a:ext>
            </a:extLst>
          </p:cNvPr>
          <p:cNvSpPr>
            <a:spLocks noGrp="1"/>
          </p:cNvSpPr>
          <p:nvPr/>
        </p:nvSpPr>
        <p:spPr>
          <a:xfrm>
            <a:off x="316767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F1_main_prauc_346">
            <a:extLst>
              <a:ext uri="{FF2B5EF4-FFF2-40B4-BE49-F238E27FC236}">
                <a16:creationId xmlns:a16="http://schemas.microsoft.com/office/drawing/2014/main" id="{C6389AAD-DB00-44AC-ADD8-4C94A2837FE9}"/>
              </a:ext>
            </a:extLst>
          </p:cNvPr>
          <p:cNvSpPr>
            <a:spLocks noGrp="1"/>
          </p:cNvSpPr>
          <p:nvPr/>
        </p:nvSpPr>
        <p:spPr>
          <a:xfrm>
            <a:off x="3141336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F1_main_prauc_347">
            <a:extLst>
              <a:ext uri="{FF2B5EF4-FFF2-40B4-BE49-F238E27FC236}">
                <a16:creationId xmlns:a16="http://schemas.microsoft.com/office/drawing/2014/main" id="{2967FF07-52B2-4653-BBCF-9002680D3401}"/>
              </a:ext>
            </a:extLst>
          </p:cNvPr>
          <p:cNvSpPr>
            <a:spLocks noGrp="1"/>
          </p:cNvSpPr>
          <p:nvPr/>
        </p:nvSpPr>
        <p:spPr>
          <a:xfrm>
            <a:off x="3223012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F1_main_prauc_348">
            <a:extLst>
              <a:ext uri="{FF2B5EF4-FFF2-40B4-BE49-F238E27FC236}">
                <a16:creationId xmlns:a16="http://schemas.microsoft.com/office/drawing/2014/main" id="{F2C2291A-F234-448C-828B-BA68F3F7AA48}"/>
              </a:ext>
            </a:extLst>
          </p:cNvPr>
          <p:cNvSpPr>
            <a:spLocks noGrp="1"/>
          </p:cNvSpPr>
          <p:nvPr/>
        </p:nvSpPr>
        <p:spPr>
          <a:xfrm>
            <a:off x="30858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F1_main_prauc_349">
            <a:extLst>
              <a:ext uri="{FF2B5EF4-FFF2-40B4-BE49-F238E27FC236}">
                <a16:creationId xmlns:a16="http://schemas.microsoft.com/office/drawing/2014/main" id="{BE97D159-9F68-43FE-B95B-6EB32C83343A}"/>
              </a:ext>
            </a:extLst>
          </p:cNvPr>
          <p:cNvSpPr>
            <a:spLocks noGrp="1"/>
          </p:cNvSpPr>
          <p:nvPr/>
        </p:nvSpPr>
        <p:spPr>
          <a:xfrm>
            <a:off x="30221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F1_main_prauc_350">
            <a:extLst>
              <a:ext uri="{FF2B5EF4-FFF2-40B4-BE49-F238E27FC236}">
                <a16:creationId xmlns:a16="http://schemas.microsoft.com/office/drawing/2014/main" id="{9F075E8F-7B33-474B-B377-4F7C3992D7BC}"/>
              </a:ext>
            </a:extLst>
          </p:cNvPr>
          <p:cNvSpPr>
            <a:spLocks noGrp="1"/>
          </p:cNvSpPr>
          <p:nvPr/>
        </p:nvSpPr>
        <p:spPr>
          <a:xfrm>
            <a:off x="3034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F1_main_prauc_351">
            <a:extLst>
              <a:ext uri="{FF2B5EF4-FFF2-40B4-BE49-F238E27FC236}">
                <a16:creationId xmlns:a16="http://schemas.microsoft.com/office/drawing/2014/main" id="{DD2954A3-5CC1-41BC-B0A7-F8F13E53B41D}"/>
              </a:ext>
            </a:extLst>
          </p:cNvPr>
          <p:cNvSpPr>
            <a:spLocks noGrp="1"/>
          </p:cNvSpPr>
          <p:nvPr/>
        </p:nvSpPr>
        <p:spPr>
          <a:xfrm>
            <a:off x="3027288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F1_main_prauc_352">
            <a:extLst>
              <a:ext uri="{FF2B5EF4-FFF2-40B4-BE49-F238E27FC236}">
                <a16:creationId xmlns:a16="http://schemas.microsoft.com/office/drawing/2014/main" id="{CCF6664B-FF2E-454B-8FB3-630042E34D0B}"/>
              </a:ext>
            </a:extLst>
          </p:cNvPr>
          <p:cNvSpPr>
            <a:spLocks noGrp="1"/>
          </p:cNvSpPr>
          <p:nvPr/>
        </p:nvSpPr>
        <p:spPr>
          <a:xfrm>
            <a:off x="3065873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F1_main_prauc_353">
            <a:extLst>
              <a:ext uri="{FF2B5EF4-FFF2-40B4-BE49-F238E27FC236}">
                <a16:creationId xmlns:a16="http://schemas.microsoft.com/office/drawing/2014/main" id="{FA08A547-3278-46D1-854F-28F3CDF06516}"/>
              </a:ext>
            </a:extLst>
          </p:cNvPr>
          <p:cNvSpPr>
            <a:spLocks noGrp="1"/>
          </p:cNvSpPr>
          <p:nvPr/>
        </p:nvSpPr>
        <p:spPr>
          <a:xfrm>
            <a:off x="305941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F1_main_prauc_354">
            <a:extLst>
              <a:ext uri="{FF2B5EF4-FFF2-40B4-BE49-F238E27FC236}">
                <a16:creationId xmlns:a16="http://schemas.microsoft.com/office/drawing/2014/main" id="{5A858A15-69B3-4DB0-855D-E1ADE9561EB2}"/>
              </a:ext>
            </a:extLst>
          </p:cNvPr>
          <p:cNvSpPr>
            <a:spLocks noGrp="1"/>
          </p:cNvSpPr>
          <p:nvPr/>
        </p:nvSpPr>
        <p:spPr>
          <a:xfrm>
            <a:off x="30388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F1_main_prauc_355">
            <a:extLst>
              <a:ext uri="{FF2B5EF4-FFF2-40B4-BE49-F238E27FC236}">
                <a16:creationId xmlns:a16="http://schemas.microsoft.com/office/drawing/2014/main" id="{5BFAEB65-EE86-4224-9408-024368B4E46E}"/>
              </a:ext>
            </a:extLst>
          </p:cNvPr>
          <p:cNvSpPr>
            <a:spLocks noGrp="1"/>
          </p:cNvSpPr>
          <p:nvPr/>
        </p:nvSpPr>
        <p:spPr>
          <a:xfrm>
            <a:off x="3218469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F1_main_prauc_356">
            <a:extLst>
              <a:ext uri="{FF2B5EF4-FFF2-40B4-BE49-F238E27FC236}">
                <a16:creationId xmlns:a16="http://schemas.microsoft.com/office/drawing/2014/main" id="{C228F28A-96E4-4DC5-AD81-95DCFC192D21}"/>
              </a:ext>
            </a:extLst>
          </p:cNvPr>
          <p:cNvSpPr>
            <a:spLocks noGrp="1"/>
          </p:cNvSpPr>
          <p:nvPr/>
        </p:nvSpPr>
        <p:spPr>
          <a:xfrm>
            <a:off x="320835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F1_main_prauc_357">
            <a:extLst>
              <a:ext uri="{FF2B5EF4-FFF2-40B4-BE49-F238E27FC236}">
                <a16:creationId xmlns:a16="http://schemas.microsoft.com/office/drawing/2014/main" id="{71792244-A077-4C6B-ACEB-DA489FCD9C16}"/>
              </a:ext>
            </a:extLst>
          </p:cNvPr>
          <p:cNvSpPr>
            <a:spLocks noGrp="1"/>
          </p:cNvSpPr>
          <p:nvPr/>
        </p:nvSpPr>
        <p:spPr>
          <a:xfrm>
            <a:off x="300138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F1_main_prauc_358">
            <a:extLst>
              <a:ext uri="{FF2B5EF4-FFF2-40B4-BE49-F238E27FC236}">
                <a16:creationId xmlns:a16="http://schemas.microsoft.com/office/drawing/2014/main" id="{11D97704-9045-4837-A397-9AA31D281204}"/>
              </a:ext>
            </a:extLst>
          </p:cNvPr>
          <p:cNvSpPr>
            <a:spLocks noGrp="1"/>
          </p:cNvSpPr>
          <p:nvPr/>
        </p:nvSpPr>
        <p:spPr>
          <a:xfrm>
            <a:off x="29862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F1_main_prauc_359">
            <a:extLst>
              <a:ext uri="{FF2B5EF4-FFF2-40B4-BE49-F238E27FC236}">
                <a16:creationId xmlns:a16="http://schemas.microsoft.com/office/drawing/2014/main" id="{D299ED93-4F9C-44F9-92FE-4F6F64F1CF0C}"/>
              </a:ext>
            </a:extLst>
          </p:cNvPr>
          <p:cNvSpPr>
            <a:spLocks noGrp="1"/>
          </p:cNvSpPr>
          <p:nvPr/>
        </p:nvSpPr>
        <p:spPr>
          <a:xfrm>
            <a:off x="29854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F1_main_prauc_360">
            <a:extLst>
              <a:ext uri="{FF2B5EF4-FFF2-40B4-BE49-F238E27FC236}">
                <a16:creationId xmlns:a16="http://schemas.microsoft.com/office/drawing/2014/main" id="{AEAA9231-B633-4CAF-A1B7-E150666BA1DC}"/>
              </a:ext>
            </a:extLst>
          </p:cNvPr>
          <p:cNvSpPr>
            <a:spLocks noGrp="1"/>
          </p:cNvSpPr>
          <p:nvPr/>
        </p:nvSpPr>
        <p:spPr>
          <a:xfrm>
            <a:off x="3213724" y="41548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F1_main_prauc_361">
            <a:extLst>
              <a:ext uri="{FF2B5EF4-FFF2-40B4-BE49-F238E27FC236}">
                <a16:creationId xmlns:a16="http://schemas.microsoft.com/office/drawing/2014/main" id="{4AE49264-0077-4F0A-BBC4-87025AF8EFE4}"/>
              </a:ext>
            </a:extLst>
          </p:cNvPr>
          <p:cNvSpPr>
            <a:spLocks noGrp="1"/>
          </p:cNvSpPr>
          <p:nvPr/>
        </p:nvSpPr>
        <p:spPr>
          <a:xfrm>
            <a:off x="31604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F1_main_prauc_362">
            <a:extLst>
              <a:ext uri="{FF2B5EF4-FFF2-40B4-BE49-F238E27FC236}">
                <a16:creationId xmlns:a16="http://schemas.microsoft.com/office/drawing/2014/main" id="{65D4D131-EEEE-4BAF-A197-A459BB644278}"/>
              </a:ext>
            </a:extLst>
          </p:cNvPr>
          <p:cNvSpPr>
            <a:spLocks noGrp="1"/>
          </p:cNvSpPr>
          <p:nvPr/>
        </p:nvSpPr>
        <p:spPr>
          <a:xfrm>
            <a:off x="310423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F1_main_prauc_363">
            <a:extLst>
              <a:ext uri="{FF2B5EF4-FFF2-40B4-BE49-F238E27FC236}">
                <a16:creationId xmlns:a16="http://schemas.microsoft.com/office/drawing/2014/main" id="{C34C59E4-0324-4282-B9D9-89D5083BDB29}"/>
              </a:ext>
            </a:extLst>
          </p:cNvPr>
          <p:cNvSpPr>
            <a:spLocks noGrp="1"/>
          </p:cNvSpPr>
          <p:nvPr/>
        </p:nvSpPr>
        <p:spPr>
          <a:xfrm>
            <a:off x="3128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F1_main_prauc_364">
            <a:extLst>
              <a:ext uri="{FF2B5EF4-FFF2-40B4-BE49-F238E27FC236}">
                <a16:creationId xmlns:a16="http://schemas.microsoft.com/office/drawing/2014/main" id="{590AA947-D747-4E33-B0D2-5432DECF8F9A}"/>
              </a:ext>
            </a:extLst>
          </p:cNvPr>
          <p:cNvSpPr>
            <a:spLocks noGrp="1"/>
          </p:cNvSpPr>
          <p:nvPr/>
        </p:nvSpPr>
        <p:spPr>
          <a:xfrm>
            <a:off x="3192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F1_main_prauc_365">
            <a:extLst>
              <a:ext uri="{FF2B5EF4-FFF2-40B4-BE49-F238E27FC236}">
                <a16:creationId xmlns:a16="http://schemas.microsoft.com/office/drawing/2014/main" id="{3672BBF6-F0BB-42DA-AF63-BC0A0D1BBA1E}"/>
              </a:ext>
            </a:extLst>
          </p:cNvPr>
          <p:cNvSpPr>
            <a:spLocks noGrp="1"/>
          </p:cNvSpPr>
          <p:nvPr/>
        </p:nvSpPr>
        <p:spPr>
          <a:xfrm>
            <a:off x="3185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F1_main_prauc_366">
            <a:extLst>
              <a:ext uri="{FF2B5EF4-FFF2-40B4-BE49-F238E27FC236}">
                <a16:creationId xmlns:a16="http://schemas.microsoft.com/office/drawing/2014/main" id="{F05B7247-7B2C-4FE5-9110-07E6E5DC11F9}"/>
              </a:ext>
            </a:extLst>
          </p:cNvPr>
          <p:cNvSpPr>
            <a:spLocks noGrp="1"/>
          </p:cNvSpPr>
          <p:nvPr/>
        </p:nvSpPr>
        <p:spPr>
          <a:xfrm>
            <a:off x="30333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F1_main_prauc_367">
            <a:extLst>
              <a:ext uri="{FF2B5EF4-FFF2-40B4-BE49-F238E27FC236}">
                <a16:creationId xmlns:a16="http://schemas.microsoft.com/office/drawing/2014/main" id="{E4F789FC-CAF4-4E75-8FCC-1670996211FC}"/>
              </a:ext>
            </a:extLst>
          </p:cNvPr>
          <p:cNvSpPr>
            <a:spLocks noGrp="1"/>
          </p:cNvSpPr>
          <p:nvPr/>
        </p:nvSpPr>
        <p:spPr>
          <a:xfrm>
            <a:off x="31127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F1_main_prauc_368">
            <a:extLst>
              <a:ext uri="{FF2B5EF4-FFF2-40B4-BE49-F238E27FC236}">
                <a16:creationId xmlns:a16="http://schemas.microsoft.com/office/drawing/2014/main" id="{3C944C37-D541-4B2B-90CD-717BC0A91FE2}"/>
              </a:ext>
            </a:extLst>
          </p:cNvPr>
          <p:cNvSpPr>
            <a:spLocks noGrp="1"/>
          </p:cNvSpPr>
          <p:nvPr/>
        </p:nvSpPr>
        <p:spPr>
          <a:xfrm>
            <a:off x="31615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F1_main_prauc_369">
            <a:extLst>
              <a:ext uri="{FF2B5EF4-FFF2-40B4-BE49-F238E27FC236}">
                <a16:creationId xmlns:a16="http://schemas.microsoft.com/office/drawing/2014/main" id="{F08708FB-C91B-480B-AB7D-7C2849F22027}"/>
              </a:ext>
            </a:extLst>
          </p:cNvPr>
          <p:cNvSpPr>
            <a:spLocks noGrp="1"/>
          </p:cNvSpPr>
          <p:nvPr/>
        </p:nvSpPr>
        <p:spPr>
          <a:xfrm>
            <a:off x="3078170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F1_main_prauc_370">
            <a:extLst>
              <a:ext uri="{FF2B5EF4-FFF2-40B4-BE49-F238E27FC236}">
                <a16:creationId xmlns:a16="http://schemas.microsoft.com/office/drawing/2014/main" id="{59C5D42B-746F-47B3-A815-E5B06A60B6C0}"/>
              </a:ext>
            </a:extLst>
          </p:cNvPr>
          <p:cNvSpPr>
            <a:spLocks noGrp="1"/>
          </p:cNvSpPr>
          <p:nvPr/>
        </p:nvSpPr>
        <p:spPr>
          <a:xfrm>
            <a:off x="315308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F1_main_prauc_371">
            <a:extLst>
              <a:ext uri="{FF2B5EF4-FFF2-40B4-BE49-F238E27FC236}">
                <a16:creationId xmlns:a16="http://schemas.microsoft.com/office/drawing/2014/main" id="{7606C6C2-9231-4F9D-9C0F-012737FC5A3A}"/>
              </a:ext>
            </a:extLst>
          </p:cNvPr>
          <p:cNvSpPr>
            <a:spLocks noGrp="1"/>
          </p:cNvSpPr>
          <p:nvPr/>
        </p:nvSpPr>
        <p:spPr>
          <a:xfrm>
            <a:off x="2990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F1_main_prauc_372">
            <a:extLst>
              <a:ext uri="{FF2B5EF4-FFF2-40B4-BE49-F238E27FC236}">
                <a16:creationId xmlns:a16="http://schemas.microsoft.com/office/drawing/2014/main" id="{E4EA3D77-B057-4632-AC0C-1801B6EF91D4}"/>
              </a:ext>
            </a:extLst>
          </p:cNvPr>
          <p:cNvSpPr>
            <a:spLocks noGrp="1"/>
          </p:cNvSpPr>
          <p:nvPr/>
        </p:nvSpPr>
        <p:spPr>
          <a:xfrm>
            <a:off x="314351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F1_main_prauc_373">
            <a:extLst>
              <a:ext uri="{FF2B5EF4-FFF2-40B4-BE49-F238E27FC236}">
                <a16:creationId xmlns:a16="http://schemas.microsoft.com/office/drawing/2014/main" id="{99C2818E-0F9B-47D2-A095-E7E0000D0F78}"/>
              </a:ext>
            </a:extLst>
          </p:cNvPr>
          <p:cNvSpPr>
            <a:spLocks noGrp="1"/>
          </p:cNvSpPr>
          <p:nvPr/>
        </p:nvSpPr>
        <p:spPr>
          <a:xfrm>
            <a:off x="3146416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F1_main_prauc_374">
            <a:extLst>
              <a:ext uri="{FF2B5EF4-FFF2-40B4-BE49-F238E27FC236}">
                <a16:creationId xmlns:a16="http://schemas.microsoft.com/office/drawing/2014/main" id="{7BF6660F-F75F-4401-A6F1-E6D36477009C}"/>
              </a:ext>
            </a:extLst>
          </p:cNvPr>
          <p:cNvSpPr>
            <a:spLocks noGrp="1"/>
          </p:cNvSpPr>
          <p:nvPr/>
        </p:nvSpPr>
        <p:spPr>
          <a:xfrm>
            <a:off x="31692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F1_main_prauc_375">
            <a:extLst>
              <a:ext uri="{FF2B5EF4-FFF2-40B4-BE49-F238E27FC236}">
                <a16:creationId xmlns:a16="http://schemas.microsoft.com/office/drawing/2014/main" id="{C8F33049-CE44-4802-A812-F263053169DD}"/>
              </a:ext>
            </a:extLst>
          </p:cNvPr>
          <p:cNvSpPr>
            <a:spLocks noGrp="1"/>
          </p:cNvSpPr>
          <p:nvPr/>
        </p:nvSpPr>
        <p:spPr>
          <a:xfrm>
            <a:off x="317983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F1_main_prauc_376">
            <a:extLst>
              <a:ext uri="{FF2B5EF4-FFF2-40B4-BE49-F238E27FC236}">
                <a16:creationId xmlns:a16="http://schemas.microsoft.com/office/drawing/2014/main" id="{53A42D7F-ADE8-4FD6-BAE0-201B774BE950}"/>
              </a:ext>
            </a:extLst>
          </p:cNvPr>
          <p:cNvSpPr>
            <a:spLocks noGrp="1"/>
          </p:cNvSpPr>
          <p:nvPr/>
        </p:nvSpPr>
        <p:spPr>
          <a:xfrm>
            <a:off x="300014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F1_main_prauc_377">
            <a:extLst>
              <a:ext uri="{FF2B5EF4-FFF2-40B4-BE49-F238E27FC236}">
                <a16:creationId xmlns:a16="http://schemas.microsoft.com/office/drawing/2014/main" id="{7C854CD8-056D-4234-BA76-8928AA47AA58}"/>
              </a:ext>
            </a:extLst>
          </p:cNvPr>
          <p:cNvSpPr>
            <a:spLocks noGrp="1"/>
          </p:cNvSpPr>
          <p:nvPr/>
        </p:nvSpPr>
        <p:spPr>
          <a:xfrm>
            <a:off x="3096261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F1_main_prauc_378">
            <a:extLst>
              <a:ext uri="{FF2B5EF4-FFF2-40B4-BE49-F238E27FC236}">
                <a16:creationId xmlns:a16="http://schemas.microsoft.com/office/drawing/2014/main" id="{E0545CA7-F29A-467C-AA18-955A873CD8B9}"/>
              </a:ext>
            </a:extLst>
          </p:cNvPr>
          <p:cNvSpPr>
            <a:spLocks noGrp="1"/>
          </p:cNvSpPr>
          <p:nvPr/>
        </p:nvSpPr>
        <p:spPr>
          <a:xfrm>
            <a:off x="311181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F1_main_prauc_379">
            <a:extLst>
              <a:ext uri="{FF2B5EF4-FFF2-40B4-BE49-F238E27FC236}">
                <a16:creationId xmlns:a16="http://schemas.microsoft.com/office/drawing/2014/main" id="{8D0F86DE-2AB9-4414-B2B1-5116F150127A}"/>
              </a:ext>
            </a:extLst>
          </p:cNvPr>
          <p:cNvSpPr>
            <a:spLocks noGrp="1"/>
          </p:cNvSpPr>
          <p:nvPr/>
        </p:nvSpPr>
        <p:spPr>
          <a:xfrm>
            <a:off x="303658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F1_main_prauc_380">
            <a:extLst>
              <a:ext uri="{FF2B5EF4-FFF2-40B4-BE49-F238E27FC236}">
                <a16:creationId xmlns:a16="http://schemas.microsoft.com/office/drawing/2014/main" id="{A37DBD60-24E0-481F-AAA8-30A6998D6EAE}"/>
              </a:ext>
            </a:extLst>
          </p:cNvPr>
          <p:cNvSpPr>
            <a:spLocks noGrp="1"/>
          </p:cNvSpPr>
          <p:nvPr/>
        </p:nvSpPr>
        <p:spPr>
          <a:xfrm>
            <a:off x="320507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F1_main_prauc_381">
            <a:extLst>
              <a:ext uri="{FF2B5EF4-FFF2-40B4-BE49-F238E27FC236}">
                <a16:creationId xmlns:a16="http://schemas.microsoft.com/office/drawing/2014/main" id="{7C948C28-4DBA-4AE7-A64B-53572439D3A7}"/>
              </a:ext>
            </a:extLst>
          </p:cNvPr>
          <p:cNvSpPr>
            <a:spLocks noGrp="1"/>
          </p:cNvSpPr>
          <p:nvPr/>
        </p:nvSpPr>
        <p:spPr>
          <a:xfrm>
            <a:off x="3191272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F1_main_prauc_382">
            <a:extLst>
              <a:ext uri="{FF2B5EF4-FFF2-40B4-BE49-F238E27FC236}">
                <a16:creationId xmlns:a16="http://schemas.microsoft.com/office/drawing/2014/main" id="{EA784A98-3B4A-4F64-A108-3686F5274F73}"/>
              </a:ext>
            </a:extLst>
          </p:cNvPr>
          <p:cNvSpPr>
            <a:spLocks noGrp="1"/>
          </p:cNvSpPr>
          <p:nvPr/>
        </p:nvSpPr>
        <p:spPr>
          <a:xfrm>
            <a:off x="30831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F1_main_prauc_383">
            <a:extLst>
              <a:ext uri="{FF2B5EF4-FFF2-40B4-BE49-F238E27FC236}">
                <a16:creationId xmlns:a16="http://schemas.microsoft.com/office/drawing/2014/main" id="{433AAE87-020E-4A3F-9D38-81AF15F17A3D}"/>
              </a:ext>
            </a:extLst>
          </p:cNvPr>
          <p:cNvSpPr>
            <a:spLocks noGrp="1"/>
          </p:cNvSpPr>
          <p:nvPr/>
        </p:nvSpPr>
        <p:spPr>
          <a:xfrm>
            <a:off x="2997726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F1_main_prauc_384">
            <a:extLst>
              <a:ext uri="{FF2B5EF4-FFF2-40B4-BE49-F238E27FC236}">
                <a16:creationId xmlns:a16="http://schemas.microsoft.com/office/drawing/2014/main" id="{59EDDF0A-82BA-42A8-8EE8-1B80DCFBF1CC}"/>
              </a:ext>
            </a:extLst>
          </p:cNvPr>
          <p:cNvSpPr>
            <a:spLocks noGrp="1"/>
          </p:cNvSpPr>
          <p:nvPr/>
        </p:nvSpPr>
        <p:spPr>
          <a:xfrm>
            <a:off x="3199217" y="49438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F1_main_prauc_385">
            <a:extLst>
              <a:ext uri="{FF2B5EF4-FFF2-40B4-BE49-F238E27FC236}">
                <a16:creationId xmlns:a16="http://schemas.microsoft.com/office/drawing/2014/main" id="{247AD03F-1A43-47AF-B57C-5C05A32A35A7}"/>
              </a:ext>
            </a:extLst>
          </p:cNvPr>
          <p:cNvSpPr>
            <a:spLocks noGrp="1"/>
          </p:cNvSpPr>
          <p:nvPr/>
        </p:nvSpPr>
        <p:spPr>
          <a:xfrm>
            <a:off x="3124107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F1_main_prauc_386">
            <a:extLst>
              <a:ext uri="{FF2B5EF4-FFF2-40B4-BE49-F238E27FC236}">
                <a16:creationId xmlns:a16="http://schemas.microsoft.com/office/drawing/2014/main" id="{56A583AB-B4C6-4966-B79E-2279CBCB3C90}"/>
              </a:ext>
            </a:extLst>
          </p:cNvPr>
          <p:cNvSpPr>
            <a:spLocks noGrp="1"/>
          </p:cNvSpPr>
          <p:nvPr/>
        </p:nvSpPr>
        <p:spPr>
          <a:xfrm>
            <a:off x="31964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F1_main_prauc_387">
            <a:extLst>
              <a:ext uri="{FF2B5EF4-FFF2-40B4-BE49-F238E27FC236}">
                <a16:creationId xmlns:a16="http://schemas.microsoft.com/office/drawing/2014/main" id="{89F97AEE-DA94-42C3-AF12-62592BFD37D7}"/>
              </a:ext>
            </a:extLst>
          </p:cNvPr>
          <p:cNvSpPr>
            <a:spLocks noGrp="1"/>
          </p:cNvSpPr>
          <p:nvPr/>
        </p:nvSpPr>
        <p:spPr>
          <a:xfrm>
            <a:off x="3190516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F1_main_prauc_388">
            <a:extLst>
              <a:ext uri="{FF2B5EF4-FFF2-40B4-BE49-F238E27FC236}">
                <a16:creationId xmlns:a16="http://schemas.microsoft.com/office/drawing/2014/main" id="{E1B6A601-EA5A-4C7B-991C-F8F3F0B8C226}"/>
              </a:ext>
            </a:extLst>
          </p:cNvPr>
          <p:cNvSpPr>
            <a:spLocks noGrp="1"/>
          </p:cNvSpPr>
          <p:nvPr/>
        </p:nvSpPr>
        <p:spPr>
          <a:xfrm>
            <a:off x="3180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F1_main_prauc_389">
            <a:extLst>
              <a:ext uri="{FF2B5EF4-FFF2-40B4-BE49-F238E27FC236}">
                <a16:creationId xmlns:a16="http://schemas.microsoft.com/office/drawing/2014/main" id="{95656120-DC19-48DC-A3B1-FE66BDA12621}"/>
              </a:ext>
            </a:extLst>
          </p:cNvPr>
          <p:cNvSpPr>
            <a:spLocks noGrp="1"/>
          </p:cNvSpPr>
          <p:nvPr/>
        </p:nvSpPr>
        <p:spPr>
          <a:xfrm>
            <a:off x="316110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F1_main_prauc_390">
            <a:extLst>
              <a:ext uri="{FF2B5EF4-FFF2-40B4-BE49-F238E27FC236}">
                <a16:creationId xmlns:a16="http://schemas.microsoft.com/office/drawing/2014/main" id="{84ABE12A-DEEB-4130-A0D5-8E0FD248E6FE}"/>
              </a:ext>
            </a:extLst>
          </p:cNvPr>
          <p:cNvSpPr>
            <a:spLocks noGrp="1"/>
          </p:cNvSpPr>
          <p:nvPr/>
        </p:nvSpPr>
        <p:spPr>
          <a:xfrm>
            <a:off x="3102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F1_main_prauc_391">
            <a:extLst>
              <a:ext uri="{FF2B5EF4-FFF2-40B4-BE49-F238E27FC236}">
                <a16:creationId xmlns:a16="http://schemas.microsoft.com/office/drawing/2014/main" id="{439F1066-4A95-4E77-9F62-C52A7DD89839}"/>
              </a:ext>
            </a:extLst>
          </p:cNvPr>
          <p:cNvSpPr>
            <a:spLocks noGrp="1"/>
          </p:cNvSpPr>
          <p:nvPr/>
        </p:nvSpPr>
        <p:spPr>
          <a:xfrm>
            <a:off x="31480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F1_main_prauc_392">
            <a:extLst>
              <a:ext uri="{FF2B5EF4-FFF2-40B4-BE49-F238E27FC236}">
                <a16:creationId xmlns:a16="http://schemas.microsoft.com/office/drawing/2014/main" id="{EF7F8432-C3FB-4C08-8A82-45A86009F8B0}"/>
              </a:ext>
            </a:extLst>
          </p:cNvPr>
          <p:cNvSpPr>
            <a:spLocks noGrp="1"/>
          </p:cNvSpPr>
          <p:nvPr/>
        </p:nvSpPr>
        <p:spPr>
          <a:xfrm>
            <a:off x="2989436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F1_main_prauc_393">
            <a:extLst>
              <a:ext uri="{FF2B5EF4-FFF2-40B4-BE49-F238E27FC236}">
                <a16:creationId xmlns:a16="http://schemas.microsoft.com/office/drawing/2014/main" id="{F8131B24-46CB-4C79-90E9-B24678C76727}"/>
              </a:ext>
            </a:extLst>
          </p:cNvPr>
          <p:cNvSpPr>
            <a:spLocks noGrp="1"/>
          </p:cNvSpPr>
          <p:nvPr/>
        </p:nvSpPr>
        <p:spPr>
          <a:xfrm>
            <a:off x="3191917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F1_main_prauc_394">
            <a:extLst>
              <a:ext uri="{FF2B5EF4-FFF2-40B4-BE49-F238E27FC236}">
                <a16:creationId xmlns:a16="http://schemas.microsoft.com/office/drawing/2014/main" id="{5FDDEBAD-DE77-4CBA-B24F-03F9D7717F72}"/>
              </a:ext>
            </a:extLst>
          </p:cNvPr>
          <p:cNvSpPr>
            <a:spLocks noGrp="1"/>
          </p:cNvSpPr>
          <p:nvPr/>
        </p:nvSpPr>
        <p:spPr>
          <a:xfrm>
            <a:off x="313258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F1_main_prauc_395">
            <a:extLst>
              <a:ext uri="{FF2B5EF4-FFF2-40B4-BE49-F238E27FC236}">
                <a16:creationId xmlns:a16="http://schemas.microsoft.com/office/drawing/2014/main" id="{BBD0232C-5654-45D8-BFF3-17F0AC34DBCB}"/>
              </a:ext>
            </a:extLst>
          </p:cNvPr>
          <p:cNvSpPr>
            <a:spLocks noGrp="1"/>
          </p:cNvSpPr>
          <p:nvPr/>
        </p:nvSpPr>
        <p:spPr>
          <a:xfrm>
            <a:off x="31069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F1_main_prauc_396">
            <a:extLst>
              <a:ext uri="{FF2B5EF4-FFF2-40B4-BE49-F238E27FC236}">
                <a16:creationId xmlns:a16="http://schemas.microsoft.com/office/drawing/2014/main" id="{5A334373-E65E-4D6F-9D6B-BD1BCEBEB4E0}"/>
              </a:ext>
            </a:extLst>
          </p:cNvPr>
          <p:cNvSpPr>
            <a:spLocks noGrp="1"/>
          </p:cNvSpPr>
          <p:nvPr/>
        </p:nvSpPr>
        <p:spPr>
          <a:xfrm>
            <a:off x="29940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F1_main_prauc_397">
            <a:extLst>
              <a:ext uri="{FF2B5EF4-FFF2-40B4-BE49-F238E27FC236}">
                <a16:creationId xmlns:a16="http://schemas.microsoft.com/office/drawing/2014/main" id="{2DB14E88-3ED5-468A-AAA0-183EE36526A9}"/>
              </a:ext>
            </a:extLst>
          </p:cNvPr>
          <p:cNvSpPr>
            <a:spLocks noGrp="1"/>
          </p:cNvSpPr>
          <p:nvPr/>
        </p:nvSpPr>
        <p:spPr>
          <a:xfrm>
            <a:off x="320100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F1_main_prauc_398">
            <a:extLst>
              <a:ext uri="{FF2B5EF4-FFF2-40B4-BE49-F238E27FC236}">
                <a16:creationId xmlns:a16="http://schemas.microsoft.com/office/drawing/2014/main" id="{D133F8E9-6744-4EFC-B0FE-2CD767872F7F}"/>
              </a:ext>
            </a:extLst>
          </p:cNvPr>
          <p:cNvSpPr>
            <a:spLocks noGrp="1"/>
          </p:cNvSpPr>
          <p:nvPr/>
        </p:nvSpPr>
        <p:spPr>
          <a:xfrm>
            <a:off x="319289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F1_main_prauc_399">
            <a:extLst>
              <a:ext uri="{FF2B5EF4-FFF2-40B4-BE49-F238E27FC236}">
                <a16:creationId xmlns:a16="http://schemas.microsoft.com/office/drawing/2014/main" id="{82729A2F-76F8-4B6E-A982-78F350807308}"/>
              </a:ext>
            </a:extLst>
          </p:cNvPr>
          <p:cNvSpPr>
            <a:spLocks noGrp="1"/>
          </p:cNvSpPr>
          <p:nvPr/>
        </p:nvSpPr>
        <p:spPr>
          <a:xfrm>
            <a:off x="299579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F1_main_prauc_400">
            <a:extLst>
              <a:ext uri="{FF2B5EF4-FFF2-40B4-BE49-F238E27FC236}">
                <a16:creationId xmlns:a16="http://schemas.microsoft.com/office/drawing/2014/main" id="{4B857A0A-B2E9-47B3-BFF8-5C9C23A9BDF3}"/>
              </a:ext>
            </a:extLst>
          </p:cNvPr>
          <p:cNvSpPr>
            <a:spLocks noGrp="1"/>
          </p:cNvSpPr>
          <p:nvPr/>
        </p:nvSpPr>
        <p:spPr>
          <a:xfrm>
            <a:off x="3060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F1_main_prauc_401">
            <a:extLst>
              <a:ext uri="{FF2B5EF4-FFF2-40B4-BE49-F238E27FC236}">
                <a16:creationId xmlns:a16="http://schemas.microsoft.com/office/drawing/2014/main" id="{A6FF2478-F177-4505-A315-B1C57944F654}"/>
              </a:ext>
            </a:extLst>
          </p:cNvPr>
          <p:cNvSpPr>
            <a:spLocks noGrp="1"/>
          </p:cNvSpPr>
          <p:nvPr/>
        </p:nvSpPr>
        <p:spPr>
          <a:xfrm>
            <a:off x="318657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F1_main_prauc_402">
            <a:extLst>
              <a:ext uri="{FF2B5EF4-FFF2-40B4-BE49-F238E27FC236}">
                <a16:creationId xmlns:a16="http://schemas.microsoft.com/office/drawing/2014/main" id="{1D89B87B-E8A7-40AC-B67E-CB549CB45475}"/>
              </a:ext>
            </a:extLst>
          </p:cNvPr>
          <p:cNvSpPr>
            <a:spLocks noGrp="1"/>
          </p:cNvSpPr>
          <p:nvPr/>
        </p:nvSpPr>
        <p:spPr>
          <a:xfrm>
            <a:off x="30085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F1_main_prauc_403">
            <a:extLst>
              <a:ext uri="{FF2B5EF4-FFF2-40B4-BE49-F238E27FC236}">
                <a16:creationId xmlns:a16="http://schemas.microsoft.com/office/drawing/2014/main" id="{F5B05BA5-8605-452B-B9F0-D1EEE13DAF97}"/>
              </a:ext>
            </a:extLst>
          </p:cNvPr>
          <p:cNvSpPr>
            <a:spLocks noGrp="1"/>
          </p:cNvSpPr>
          <p:nvPr/>
        </p:nvSpPr>
        <p:spPr>
          <a:xfrm>
            <a:off x="30185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F1_main_prauc_404">
            <a:extLst>
              <a:ext uri="{FF2B5EF4-FFF2-40B4-BE49-F238E27FC236}">
                <a16:creationId xmlns:a16="http://schemas.microsoft.com/office/drawing/2014/main" id="{BEE32DFC-7E8E-4BE2-A4AF-4F60A17EC87B}"/>
              </a:ext>
            </a:extLst>
          </p:cNvPr>
          <p:cNvSpPr>
            <a:spLocks noGrp="1"/>
          </p:cNvSpPr>
          <p:nvPr/>
        </p:nvSpPr>
        <p:spPr>
          <a:xfrm>
            <a:off x="3202263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F1_main_prauc_405">
            <a:extLst>
              <a:ext uri="{FF2B5EF4-FFF2-40B4-BE49-F238E27FC236}">
                <a16:creationId xmlns:a16="http://schemas.microsoft.com/office/drawing/2014/main" id="{9A1BAA17-333D-456B-A37B-2526F7B05A4C}"/>
              </a:ext>
            </a:extLst>
          </p:cNvPr>
          <p:cNvSpPr>
            <a:spLocks noGrp="1"/>
          </p:cNvSpPr>
          <p:nvPr/>
        </p:nvSpPr>
        <p:spPr>
          <a:xfrm>
            <a:off x="29966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F1_main_prauc_406">
            <a:extLst>
              <a:ext uri="{FF2B5EF4-FFF2-40B4-BE49-F238E27FC236}">
                <a16:creationId xmlns:a16="http://schemas.microsoft.com/office/drawing/2014/main" id="{CFC3340E-33D1-4512-AF2D-20344A8C2679}"/>
              </a:ext>
            </a:extLst>
          </p:cNvPr>
          <p:cNvSpPr>
            <a:spLocks noGrp="1"/>
          </p:cNvSpPr>
          <p:nvPr/>
        </p:nvSpPr>
        <p:spPr>
          <a:xfrm>
            <a:off x="31531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F1_main_prauc_407">
            <a:extLst>
              <a:ext uri="{FF2B5EF4-FFF2-40B4-BE49-F238E27FC236}">
                <a16:creationId xmlns:a16="http://schemas.microsoft.com/office/drawing/2014/main" id="{54D36541-F341-4F72-B1D3-F80BB18165B3}"/>
              </a:ext>
            </a:extLst>
          </p:cNvPr>
          <p:cNvSpPr>
            <a:spLocks noGrp="1"/>
          </p:cNvSpPr>
          <p:nvPr/>
        </p:nvSpPr>
        <p:spPr>
          <a:xfrm>
            <a:off x="3138517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F1_main_prauc_408">
            <a:extLst>
              <a:ext uri="{FF2B5EF4-FFF2-40B4-BE49-F238E27FC236}">
                <a16:creationId xmlns:a16="http://schemas.microsoft.com/office/drawing/2014/main" id="{1AEAF14E-D8CC-44A9-AB41-050B7F473291}"/>
              </a:ext>
            </a:extLst>
          </p:cNvPr>
          <p:cNvSpPr>
            <a:spLocks noGrp="1"/>
          </p:cNvSpPr>
          <p:nvPr/>
        </p:nvSpPr>
        <p:spPr>
          <a:xfrm>
            <a:off x="3138604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F1_main_prauc_409">
            <a:extLst>
              <a:ext uri="{FF2B5EF4-FFF2-40B4-BE49-F238E27FC236}">
                <a16:creationId xmlns:a16="http://schemas.microsoft.com/office/drawing/2014/main" id="{D60F6D9C-3EBF-41EC-A1DA-772E96532D5C}"/>
              </a:ext>
            </a:extLst>
          </p:cNvPr>
          <p:cNvSpPr>
            <a:spLocks noGrp="1"/>
          </p:cNvSpPr>
          <p:nvPr/>
        </p:nvSpPr>
        <p:spPr>
          <a:xfrm>
            <a:off x="320003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F1_main_prauc_410">
            <a:extLst>
              <a:ext uri="{FF2B5EF4-FFF2-40B4-BE49-F238E27FC236}">
                <a16:creationId xmlns:a16="http://schemas.microsoft.com/office/drawing/2014/main" id="{2AF9BAA1-343E-42FB-8C2E-36046C76F3F0}"/>
              </a:ext>
            </a:extLst>
          </p:cNvPr>
          <p:cNvSpPr>
            <a:spLocks noGrp="1"/>
          </p:cNvSpPr>
          <p:nvPr/>
        </p:nvSpPr>
        <p:spPr>
          <a:xfrm>
            <a:off x="3202268" y="52207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F1_main_prauc_411">
            <a:extLst>
              <a:ext uri="{FF2B5EF4-FFF2-40B4-BE49-F238E27FC236}">
                <a16:creationId xmlns:a16="http://schemas.microsoft.com/office/drawing/2014/main" id="{F5C156E7-C072-48C6-9F20-7E36BCA29EA5}"/>
              </a:ext>
            </a:extLst>
          </p:cNvPr>
          <p:cNvSpPr>
            <a:spLocks noGrp="1"/>
          </p:cNvSpPr>
          <p:nvPr/>
        </p:nvSpPr>
        <p:spPr>
          <a:xfrm>
            <a:off x="309593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F1_main_prauc_412">
            <a:extLst>
              <a:ext uri="{FF2B5EF4-FFF2-40B4-BE49-F238E27FC236}">
                <a16:creationId xmlns:a16="http://schemas.microsoft.com/office/drawing/2014/main" id="{F4EA6C34-6121-4E53-97D2-2C29FA0360FA}"/>
              </a:ext>
            </a:extLst>
          </p:cNvPr>
          <p:cNvSpPr>
            <a:spLocks noGrp="1"/>
          </p:cNvSpPr>
          <p:nvPr/>
        </p:nvSpPr>
        <p:spPr>
          <a:xfrm>
            <a:off x="31406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F1_main_prauc_413">
            <a:extLst>
              <a:ext uri="{FF2B5EF4-FFF2-40B4-BE49-F238E27FC236}">
                <a16:creationId xmlns:a16="http://schemas.microsoft.com/office/drawing/2014/main" id="{D56DE1BE-15AF-4254-938A-832BDD4687BB}"/>
              </a:ext>
            </a:extLst>
          </p:cNvPr>
          <p:cNvSpPr>
            <a:spLocks noGrp="1"/>
          </p:cNvSpPr>
          <p:nvPr/>
        </p:nvSpPr>
        <p:spPr>
          <a:xfrm>
            <a:off x="32012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F1_main_prauc_414">
            <a:extLst>
              <a:ext uri="{FF2B5EF4-FFF2-40B4-BE49-F238E27FC236}">
                <a16:creationId xmlns:a16="http://schemas.microsoft.com/office/drawing/2014/main" id="{158AA6FB-C7BE-45BF-8BDA-3A6967C19B4E}"/>
              </a:ext>
            </a:extLst>
          </p:cNvPr>
          <p:cNvSpPr>
            <a:spLocks noGrp="1"/>
          </p:cNvSpPr>
          <p:nvPr/>
        </p:nvSpPr>
        <p:spPr>
          <a:xfrm>
            <a:off x="31398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F1_main_prauc_415">
            <a:extLst>
              <a:ext uri="{FF2B5EF4-FFF2-40B4-BE49-F238E27FC236}">
                <a16:creationId xmlns:a16="http://schemas.microsoft.com/office/drawing/2014/main" id="{FE20DCD0-CC02-4659-87A4-2209882BF1B9}"/>
              </a:ext>
            </a:extLst>
          </p:cNvPr>
          <p:cNvSpPr>
            <a:spLocks noGrp="1"/>
          </p:cNvSpPr>
          <p:nvPr/>
        </p:nvSpPr>
        <p:spPr>
          <a:xfrm>
            <a:off x="3114724" y="52678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F1_main_prauc_416">
            <a:extLst>
              <a:ext uri="{FF2B5EF4-FFF2-40B4-BE49-F238E27FC236}">
                <a16:creationId xmlns:a16="http://schemas.microsoft.com/office/drawing/2014/main" id="{722284AC-566A-4BEB-8EAE-95C6F4BD0AF3}"/>
              </a:ext>
            </a:extLst>
          </p:cNvPr>
          <p:cNvSpPr>
            <a:spLocks noGrp="1"/>
          </p:cNvSpPr>
          <p:nvPr/>
        </p:nvSpPr>
        <p:spPr>
          <a:xfrm>
            <a:off x="30937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F1_main_prauc_417">
            <a:extLst>
              <a:ext uri="{FF2B5EF4-FFF2-40B4-BE49-F238E27FC236}">
                <a16:creationId xmlns:a16="http://schemas.microsoft.com/office/drawing/2014/main" id="{F4A83DE7-4D06-43D4-92C5-97BED50D9EC3}"/>
              </a:ext>
            </a:extLst>
          </p:cNvPr>
          <p:cNvSpPr>
            <a:spLocks noGrp="1"/>
          </p:cNvSpPr>
          <p:nvPr/>
        </p:nvSpPr>
        <p:spPr>
          <a:xfrm>
            <a:off x="3104845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F1_main_prauc_418">
            <a:extLst>
              <a:ext uri="{FF2B5EF4-FFF2-40B4-BE49-F238E27FC236}">
                <a16:creationId xmlns:a16="http://schemas.microsoft.com/office/drawing/2014/main" id="{8A8C7CD5-D324-4B78-BD18-EF87A789691A}"/>
              </a:ext>
            </a:extLst>
          </p:cNvPr>
          <p:cNvSpPr>
            <a:spLocks noGrp="1"/>
          </p:cNvSpPr>
          <p:nvPr/>
        </p:nvSpPr>
        <p:spPr>
          <a:xfrm>
            <a:off x="4753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F1_main_prauc_419">
            <a:extLst>
              <a:ext uri="{FF2B5EF4-FFF2-40B4-BE49-F238E27FC236}">
                <a16:creationId xmlns:a16="http://schemas.microsoft.com/office/drawing/2014/main" id="{3E6C64E3-8FAC-4109-B230-C1F77360CE61}"/>
              </a:ext>
            </a:extLst>
          </p:cNvPr>
          <p:cNvSpPr>
            <a:spLocks noGrp="1"/>
          </p:cNvSpPr>
          <p:nvPr/>
        </p:nvSpPr>
        <p:spPr>
          <a:xfrm>
            <a:off x="47824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F1_main_prauc_420">
            <a:extLst>
              <a:ext uri="{FF2B5EF4-FFF2-40B4-BE49-F238E27FC236}">
                <a16:creationId xmlns:a16="http://schemas.microsoft.com/office/drawing/2014/main" id="{A5CA44F8-62DA-48B9-AB5F-1A7EABA08911}"/>
              </a:ext>
            </a:extLst>
          </p:cNvPr>
          <p:cNvSpPr>
            <a:spLocks noGrp="1"/>
          </p:cNvSpPr>
          <p:nvPr/>
        </p:nvSpPr>
        <p:spPr>
          <a:xfrm>
            <a:off x="4779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F1_main_prauc_421">
            <a:extLst>
              <a:ext uri="{FF2B5EF4-FFF2-40B4-BE49-F238E27FC236}">
                <a16:creationId xmlns:a16="http://schemas.microsoft.com/office/drawing/2014/main" id="{7A16B973-490A-43B0-B017-E9BD5F238D69}"/>
              </a:ext>
            </a:extLst>
          </p:cNvPr>
          <p:cNvSpPr>
            <a:spLocks noGrp="1"/>
          </p:cNvSpPr>
          <p:nvPr/>
        </p:nvSpPr>
        <p:spPr>
          <a:xfrm>
            <a:off x="476443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F1_main_prauc_422">
            <a:extLst>
              <a:ext uri="{FF2B5EF4-FFF2-40B4-BE49-F238E27FC236}">
                <a16:creationId xmlns:a16="http://schemas.microsoft.com/office/drawing/2014/main" id="{A7160EBE-EFF2-4457-B0D7-A10BCC3D450A}"/>
              </a:ext>
            </a:extLst>
          </p:cNvPr>
          <p:cNvSpPr>
            <a:spLocks noGrp="1"/>
          </p:cNvSpPr>
          <p:nvPr/>
        </p:nvSpPr>
        <p:spPr>
          <a:xfrm>
            <a:off x="4659590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F1_main_prauc_423">
            <a:extLst>
              <a:ext uri="{FF2B5EF4-FFF2-40B4-BE49-F238E27FC236}">
                <a16:creationId xmlns:a16="http://schemas.microsoft.com/office/drawing/2014/main" id="{C55ED51B-0A1F-4B73-951C-102C7CA031E7}"/>
              </a:ext>
            </a:extLst>
          </p:cNvPr>
          <p:cNvSpPr>
            <a:spLocks noGrp="1"/>
          </p:cNvSpPr>
          <p:nvPr/>
        </p:nvSpPr>
        <p:spPr>
          <a:xfrm>
            <a:off x="45782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F1_main_prauc_424">
            <a:extLst>
              <a:ext uri="{FF2B5EF4-FFF2-40B4-BE49-F238E27FC236}">
                <a16:creationId xmlns:a16="http://schemas.microsoft.com/office/drawing/2014/main" id="{8DC8688A-46D0-4BE9-9F58-652EECA8C82F}"/>
              </a:ext>
            </a:extLst>
          </p:cNvPr>
          <p:cNvSpPr>
            <a:spLocks noGrp="1"/>
          </p:cNvSpPr>
          <p:nvPr/>
        </p:nvSpPr>
        <p:spPr>
          <a:xfrm>
            <a:off x="47263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F1_main_prauc_425">
            <a:extLst>
              <a:ext uri="{FF2B5EF4-FFF2-40B4-BE49-F238E27FC236}">
                <a16:creationId xmlns:a16="http://schemas.microsoft.com/office/drawing/2014/main" id="{A67AE157-3918-4530-ADAB-CD6BD6DBF507}"/>
              </a:ext>
            </a:extLst>
          </p:cNvPr>
          <p:cNvSpPr>
            <a:spLocks noGrp="1"/>
          </p:cNvSpPr>
          <p:nvPr/>
        </p:nvSpPr>
        <p:spPr>
          <a:xfrm>
            <a:off x="4789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F1_main_prauc_426">
            <a:extLst>
              <a:ext uri="{FF2B5EF4-FFF2-40B4-BE49-F238E27FC236}">
                <a16:creationId xmlns:a16="http://schemas.microsoft.com/office/drawing/2014/main" id="{9745FB42-E0D2-4DFA-A6E4-9770C04AAB76}"/>
              </a:ext>
            </a:extLst>
          </p:cNvPr>
          <p:cNvSpPr>
            <a:spLocks noGrp="1"/>
          </p:cNvSpPr>
          <p:nvPr/>
        </p:nvSpPr>
        <p:spPr>
          <a:xfrm>
            <a:off x="4621956" y="55278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F1_main_prauc_427">
            <a:extLst>
              <a:ext uri="{FF2B5EF4-FFF2-40B4-BE49-F238E27FC236}">
                <a16:creationId xmlns:a16="http://schemas.microsoft.com/office/drawing/2014/main" id="{EDA2F969-1109-4552-A6A2-B3F50FE04AEA}"/>
              </a:ext>
            </a:extLst>
          </p:cNvPr>
          <p:cNvSpPr>
            <a:spLocks noGrp="1"/>
          </p:cNvSpPr>
          <p:nvPr/>
        </p:nvSpPr>
        <p:spPr>
          <a:xfrm>
            <a:off x="464626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F1_main_prauc_428">
            <a:extLst>
              <a:ext uri="{FF2B5EF4-FFF2-40B4-BE49-F238E27FC236}">
                <a16:creationId xmlns:a16="http://schemas.microsoft.com/office/drawing/2014/main" id="{98ED04B4-9038-4C90-9FAA-4FB6425CC65B}"/>
              </a:ext>
            </a:extLst>
          </p:cNvPr>
          <p:cNvSpPr>
            <a:spLocks noGrp="1"/>
          </p:cNvSpPr>
          <p:nvPr/>
        </p:nvSpPr>
        <p:spPr>
          <a:xfrm>
            <a:off x="4594610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F1_main_prauc_429">
            <a:extLst>
              <a:ext uri="{FF2B5EF4-FFF2-40B4-BE49-F238E27FC236}">
                <a16:creationId xmlns:a16="http://schemas.microsoft.com/office/drawing/2014/main" id="{8CEFE34E-867A-424E-A0A0-DF06CB4D11F5}"/>
              </a:ext>
            </a:extLst>
          </p:cNvPr>
          <p:cNvSpPr>
            <a:spLocks noGrp="1"/>
          </p:cNvSpPr>
          <p:nvPr/>
        </p:nvSpPr>
        <p:spPr>
          <a:xfrm>
            <a:off x="45757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F1_main_prauc_430">
            <a:extLst>
              <a:ext uri="{FF2B5EF4-FFF2-40B4-BE49-F238E27FC236}">
                <a16:creationId xmlns:a16="http://schemas.microsoft.com/office/drawing/2014/main" id="{9DDDE5F3-9026-4353-9F10-29ABC5CE8ADB}"/>
              </a:ext>
            </a:extLst>
          </p:cNvPr>
          <p:cNvSpPr>
            <a:spLocks noGrp="1"/>
          </p:cNvSpPr>
          <p:nvPr/>
        </p:nvSpPr>
        <p:spPr>
          <a:xfrm>
            <a:off x="46752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F1_main_prauc_431">
            <a:extLst>
              <a:ext uri="{FF2B5EF4-FFF2-40B4-BE49-F238E27FC236}">
                <a16:creationId xmlns:a16="http://schemas.microsoft.com/office/drawing/2014/main" id="{F72B15F9-4ED1-400B-85D9-28425F2D0F64}"/>
              </a:ext>
            </a:extLst>
          </p:cNvPr>
          <p:cNvSpPr>
            <a:spLocks noGrp="1"/>
          </p:cNvSpPr>
          <p:nvPr/>
        </p:nvSpPr>
        <p:spPr>
          <a:xfrm>
            <a:off x="458819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F1_main_prauc_432">
            <a:extLst>
              <a:ext uri="{FF2B5EF4-FFF2-40B4-BE49-F238E27FC236}">
                <a16:creationId xmlns:a16="http://schemas.microsoft.com/office/drawing/2014/main" id="{F4417F56-8B01-4367-9BA4-D9C8535F2C19}"/>
              </a:ext>
            </a:extLst>
          </p:cNvPr>
          <p:cNvSpPr>
            <a:spLocks noGrp="1"/>
          </p:cNvSpPr>
          <p:nvPr/>
        </p:nvSpPr>
        <p:spPr>
          <a:xfrm>
            <a:off x="466854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F1_main_prauc_433">
            <a:extLst>
              <a:ext uri="{FF2B5EF4-FFF2-40B4-BE49-F238E27FC236}">
                <a16:creationId xmlns:a16="http://schemas.microsoft.com/office/drawing/2014/main" id="{C4EB35AE-086A-472B-BE0A-6EE7CF611A7E}"/>
              </a:ext>
            </a:extLst>
          </p:cNvPr>
          <p:cNvSpPr>
            <a:spLocks noGrp="1"/>
          </p:cNvSpPr>
          <p:nvPr/>
        </p:nvSpPr>
        <p:spPr>
          <a:xfrm>
            <a:off x="4693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F1_main_prauc_434">
            <a:extLst>
              <a:ext uri="{FF2B5EF4-FFF2-40B4-BE49-F238E27FC236}">
                <a16:creationId xmlns:a16="http://schemas.microsoft.com/office/drawing/2014/main" id="{EA153115-DB4F-4E35-8F46-19C239DA87D9}"/>
              </a:ext>
            </a:extLst>
          </p:cNvPr>
          <p:cNvSpPr>
            <a:spLocks noGrp="1"/>
          </p:cNvSpPr>
          <p:nvPr/>
        </p:nvSpPr>
        <p:spPr>
          <a:xfrm>
            <a:off x="475982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F1_main_prauc_435">
            <a:extLst>
              <a:ext uri="{FF2B5EF4-FFF2-40B4-BE49-F238E27FC236}">
                <a16:creationId xmlns:a16="http://schemas.microsoft.com/office/drawing/2014/main" id="{457F08D4-BA1D-43F2-86F7-2B5C8456D13B}"/>
              </a:ext>
            </a:extLst>
          </p:cNvPr>
          <p:cNvSpPr>
            <a:spLocks noGrp="1"/>
          </p:cNvSpPr>
          <p:nvPr/>
        </p:nvSpPr>
        <p:spPr>
          <a:xfrm>
            <a:off x="463852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F1_main_prauc_436">
            <a:extLst>
              <a:ext uri="{FF2B5EF4-FFF2-40B4-BE49-F238E27FC236}">
                <a16:creationId xmlns:a16="http://schemas.microsoft.com/office/drawing/2014/main" id="{508641D8-F03D-4C0D-B889-DCB68B07ECE1}"/>
              </a:ext>
            </a:extLst>
          </p:cNvPr>
          <p:cNvSpPr>
            <a:spLocks noGrp="1"/>
          </p:cNvSpPr>
          <p:nvPr/>
        </p:nvSpPr>
        <p:spPr>
          <a:xfrm>
            <a:off x="45618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F1_main_prauc_437">
            <a:extLst>
              <a:ext uri="{FF2B5EF4-FFF2-40B4-BE49-F238E27FC236}">
                <a16:creationId xmlns:a16="http://schemas.microsoft.com/office/drawing/2014/main" id="{7E4D8864-54F3-48CA-8B26-4C2766EBA23D}"/>
              </a:ext>
            </a:extLst>
          </p:cNvPr>
          <p:cNvSpPr>
            <a:spLocks noGrp="1"/>
          </p:cNvSpPr>
          <p:nvPr/>
        </p:nvSpPr>
        <p:spPr>
          <a:xfrm>
            <a:off x="46773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F1_main_prauc_438">
            <a:extLst>
              <a:ext uri="{FF2B5EF4-FFF2-40B4-BE49-F238E27FC236}">
                <a16:creationId xmlns:a16="http://schemas.microsoft.com/office/drawing/2014/main" id="{325C75DA-0E29-41C2-8CA8-57DF650B9F07}"/>
              </a:ext>
            </a:extLst>
          </p:cNvPr>
          <p:cNvSpPr>
            <a:spLocks noGrp="1"/>
          </p:cNvSpPr>
          <p:nvPr/>
        </p:nvSpPr>
        <p:spPr>
          <a:xfrm>
            <a:off x="4654218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F1_main_prauc_439">
            <a:extLst>
              <a:ext uri="{FF2B5EF4-FFF2-40B4-BE49-F238E27FC236}">
                <a16:creationId xmlns:a16="http://schemas.microsoft.com/office/drawing/2014/main" id="{9C6C0E5C-C6E9-407E-A006-8B692EE6DFCD}"/>
              </a:ext>
            </a:extLst>
          </p:cNvPr>
          <p:cNvSpPr>
            <a:spLocks noGrp="1"/>
          </p:cNvSpPr>
          <p:nvPr/>
        </p:nvSpPr>
        <p:spPr>
          <a:xfrm>
            <a:off x="46096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F1_main_prauc_440">
            <a:extLst>
              <a:ext uri="{FF2B5EF4-FFF2-40B4-BE49-F238E27FC236}">
                <a16:creationId xmlns:a16="http://schemas.microsoft.com/office/drawing/2014/main" id="{AD5BFF9E-101C-4B2F-994E-6261FFDA6A6F}"/>
              </a:ext>
            </a:extLst>
          </p:cNvPr>
          <p:cNvSpPr>
            <a:spLocks noGrp="1"/>
          </p:cNvSpPr>
          <p:nvPr/>
        </p:nvSpPr>
        <p:spPr>
          <a:xfrm>
            <a:off x="4692547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F1_main_prauc_441">
            <a:extLst>
              <a:ext uri="{FF2B5EF4-FFF2-40B4-BE49-F238E27FC236}">
                <a16:creationId xmlns:a16="http://schemas.microsoft.com/office/drawing/2014/main" id="{17BB52F6-26A0-4FCD-8151-0B60B732D95A}"/>
              </a:ext>
            </a:extLst>
          </p:cNvPr>
          <p:cNvSpPr>
            <a:spLocks noGrp="1"/>
          </p:cNvSpPr>
          <p:nvPr/>
        </p:nvSpPr>
        <p:spPr>
          <a:xfrm>
            <a:off x="457637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F1_main_prauc_442">
            <a:extLst>
              <a:ext uri="{FF2B5EF4-FFF2-40B4-BE49-F238E27FC236}">
                <a16:creationId xmlns:a16="http://schemas.microsoft.com/office/drawing/2014/main" id="{DB17AFEC-86D3-4CE4-A1B5-57C79A5239AE}"/>
              </a:ext>
            </a:extLst>
          </p:cNvPr>
          <p:cNvSpPr>
            <a:spLocks noGrp="1"/>
          </p:cNvSpPr>
          <p:nvPr/>
        </p:nvSpPr>
        <p:spPr>
          <a:xfrm>
            <a:off x="4666552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F1_main_prauc_443">
            <a:extLst>
              <a:ext uri="{FF2B5EF4-FFF2-40B4-BE49-F238E27FC236}">
                <a16:creationId xmlns:a16="http://schemas.microsoft.com/office/drawing/2014/main" id="{2894CB79-27BE-407D-8657-F8EF73B934EA}"/>
              </a:ext>
            </a:extLst>
          </p:cNvPr>
          <p:cNvSpPr>
            <a:spLocks noGrp="1"/>
          </p:cNvSpPr>
          <p:nvPr/>
        </p:nvSpPr>
        <p:spPr>
          <a:xfrm>
            <a:off x="4586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F1_main_prauc_444">
            <a:extLst>
              <a:ext uri="{FF2B5EF4-FFF2-40B4-BE49-F238E27FC236}">
                <a16:creationId xmlns:a16="http://schemas.microsoft.com/office/drawing/2014/main" id="{B5D1F8FE-6CF3-481B-889F-FB19A84660D9}"/>
              </a:ext>
            </a:extLst>
          </p:cNvPr>
          <p:cNvSpPr>
            <a:spLocks noGrp="1"/>
          </p:cNvSpPr>
          <p:nvPr/>
        </p:nvSpPr>
        <p:spPr>
          <a:xfrm>
            <a:off x="47654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F1_main_prauc_445">
            <a:extLst>
              <a:ext uri="{FF2B5EF4-FFF2-40B4-BE49-F238E27FC236}">
                <a16:creationId xmlns:a16="http://schemas.microsoft.com/office/drawing/2014/main" id="{88D0A572-7ADE-4ABD-8506-0A4F83A17B3E}"/>
              </a:ext>
            </a:extLst>
          </p:cNvPr>
          <p:cNvSpPr>
            <a:spLocks noGrp="1"/>
          </p:cNvSpPr>
          <p:nvPr/>
        </p:nvSpPr>
        <p:spPr>
          <a:xfrm>
            <a:off x="4573163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F1_main_prauc_446">
            <a:extLst>
              <a:ext uri="{FF2B5EF4-FFF2-40B4-BE49-F238E27FC236}">
                <a16:creationId xmlns:a16="http://schemas.microsoft.com/office/drawing/2014/main" id="{1109769D-BC26-48BD-A7AB-3EC49C032F1E}"/>
              </a:ext>
            </a:extLst>
          </p:cNvPr>
          <p:cNvSpPr>
            <a:spLocks noGrp="1"/>
          </p:cNvSpPr>
          <p:nvPr/>
        </p:nvSpPr>
        <p:spPr>
          <a:xfrm>
            <a:off x="4606820" y="51986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F1_main_prauc_447">
            <a:extLst>
              <a:ext uri="{FF2B5EF4-FFF2-40B4-BE49-F238E27FC236}">
                <a16:creationId xmlns:a16="http://schemas.microsoft.com/office/drawing/2014/main" id="{F16646A9-1ED9-4ED0-8627-53EF4215D133}"/>
              </a:ext>
            </a:extLst>
          </p:cNvPr>
          <p:cNvSpPr>
            <a:spLocks noGrp="1"/>
          </p:cNvSpPr>
          <p:nvPr/>
        </p:nvSpPr>
        <p:spPr>
          <a:xfrm>
            <a:off x="47996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F1_main_prauc_448">
            <a:extLst>
              <a:ext uri="{FF2B5EF4-FFF2-40B4-BE49-F238E27FC236}">
                <a16:creationId xmlns:a16="http://schemas.microsoft.com/office/drawing/2014/main" id="{3F8E0B43-A722-482A-818E-A306827C80D3}"/>
              </a:ext>
            </a:extLst>
          </p:cNvPr>
          <p:cNvSpPr>
            <a:spLocks noGrp="1"/>
          </p:cNvSpPr>
          <p:nvPr/>
        </p:nvSpPr>
        <p:spPr>
          <a:xfrm>
            <a:off x="4712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F1_main_prauc_449">
            <a:extLst>
              <a:ext uri="{FF2B5EF4-FFF2-40B4-BE49-F238E27FC236}">
                <a16:creationId xmlns:a16="http://schemas.microsoft.com/office/drawing/2014/main" id="{AB215201-06D6-4F77-AFA2-D6924E6B086B}"/>
              </a:ext>
            </a:extLst>
          </p:cNvPr>
          <p:cNvSpPr>
            <a:spLocks noGrp="1"/>
          </p:cNvSpPr>
          <p:nvPr/>
        </p:nvSpPr>
        <p:spPr>
          <a:xfrm>
            <a:off x="4705658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F1_main_prauc_450">
            <a:extLst>
              <a:ext uri="{FF2B5EF4-FFF2-40B4-BE49-F238E27FC236}">
                <a16:creationId xmlns:a16="http://schemas.microsoft.com/office/drawing/2014/main" id="{838302AA-1D04-4133-8BA6-E9D3EDF1090E}"/>
              </a:ext>
            </a:extLst>
          </p:cNvPr>
          <p:cNvSpPr>
            <a:spLocks noGrp="1"/>
          </p:cNvSpPr>
          <p:nvPr/>
        </p:nvSpPr>
        <p:spPr>
          <a:xfrm>
            <a:off x="46770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F1_main_prauc_451">
            <a:extLst>
              <a:ext uri="{FF2B5EF4-FFF2-40B4-BE49-F238E27FC236}">
                <a16:creationId xmlns:a16="http://schemas.microsoft.com/office/drawing/2014/main" id="{679CAC60-5C79-4085-8A81-97D76BD7F94D}"/>
              </a:ext>
            </a:extLst>
          </p:cNvPr>
          <p:cNvSpPr>
            <a:spLocks noGrp="1"/>
          </p:cNvSpPr>
          <p:nvPr/>
        </p:nvSpPr>
        <p:spPr>
          <a:xfrm>
            <a:off x="475812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F1_main_prauc_452">
            <a:extLst>
              <a:ext uri="{FF2B5EF4-FFF2-40B4-BE49-F238E27FC236}">
                <a16:creationId xmlns:a16="http://schemas.microsoft.com/office/drawing/2014/main" id="{20590BD5-1EFC-4FB7-965E-B0A6745CD7F4}"/>
              </a:ext>
            </a:extLst>
          </p:cNvPr>
          <p:cNvSpPr>
            <a:spLocks noGrp="1"/>
          </p:cNvSpPr>
          <p:nvPr/>
        </p:nvSpPr>
        <p:spPr>
          <a:xfrm>
            <a:off x="46354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F1_main_prauc_453">
            <a:extLst>
              <a:ext uri="{FF2B5EF4-FFF2-40B4-BE49-F238E27FC236}">
                <a16:creationId xmlns:a16="http://schemas.microsoft.com/office/drawing/2014/main" id="{52603376-388D-4F48-9CD0-F33B58236AC4}"/>
              </a:ext>
            </a:extLst>
          </p:cNvPr>
          <p:cNvSpPr>
            <a:spLocks noGrp="1"/>
          </p:cNvSpPr>
          <p:nvPr/>
        </p:nvSpPr>
        <p:spPr>
          <a:xfrm>
            <a:off x="46790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F1_main_prauc_454">
            <a:extLst>
              <a:ext uri="{FF2B5EF4-FFF2-40B4-BE49-F238E27FC236}">
                <a16:creationId xmlns:a16="http://schemas.microsoft.com/office/drawing/2014/main" id="{6B0052F8-FDA5-4A9D-BFFE-590BB71772F5}"/>
              </a:ext>
            </a:extLst>
          </p:cNvPr>
          <p:cNvSpPr>
            <a:spLocks noGrp="1"/>
          </p:cNvSpPr>
          <p:nvPr/>
        </p:nvSpPr>
        <p:spPr>
          <a:xfrm>
            <a:off x="46211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F1_main_prauc_455">
            <a:extLst>
              <a:ext uri="{FF2B5EF4-FFF2-40B4-BE49-F238E27FC236}">
                <a16:creationId xmlns:a16="http://schemas.microsoft.com/office/drawing/2014/main" id="{FE13FBFC-86A3-473D-86BD-69C1986B11D0}"/>
              </a:ext>
            </a:extLst>
          </p:cNvPr>
          <p:cNvSpPr>
            <a:spLocks noGrp="1"/>
          </p:cNvSpPr>
          <p:nvPr/>
        </p:nvSpPr>
        <p:spPr>
          <a:xfrm>
            <a:off x="47851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F1_main_prauc_456">
            <a:extLst>
              <a:ext uri="{FF2B5EF4-FFF2-40B4-BE49-F238E27FC236}">
                <a16:creationId xmlns:a16="http://schemas.microsoft.com/office/drawing/2014/main" id="{AAD4B220-A831-4DD9-8E68-8D1AE3ABC30D}"/>
              </a:ext>
            </a:extLst>
          </p:cNvPr>
          <p:cNvSpPr>
            <a:spLocks noGrp="1"/>
          </p:cNvSpPr>
          <p:nvPr/>
        </p:nvSpPr>
        <p:spPr>
          <a:xfrm>
            <a:off x="46183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F1_main_prauc_457">
            <a:extLst>
              <a:ext uri="{FF2B5EF4-FFF2-40B4-BE49-F238E27FC236}">
                <a16:creationId xmlns:a16="http://schemas.microsoft.com/office/drawing/2014/main" id="{6C2C523A-70F7-4AC3-ADA2-B8C353257F51}"/>
              </a:ext>
            </a:extLst>
          </p:cNvPr>
          <p:cNvSpPr>
            <a:spLocks noGrp="1"/>
          </p:cNvSpPr>
          <p:nvPr/>
        </p:nvSpPr>
        <p:spPr>
          <a:xfrm>
            <a:off x="4581964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F1_main_prauc_458">
            <a:extLst>
              <a:ext uri="{FF2B5EF4-FFF2-40B4-BE49-F238E27FC236}">
                <a16:creationId xmlns:a16="http://schemas.microsoft.com/office/drawing/2014/main" id="{D4AA2935-6668-45AB-AE45-08CBCBBAD1A2}"/>
              </a:ext>
            </a:extLst>
          </p:cNvPr>
          <p:cNvSpPr>
            <a:spLocks noGrp="1"/>
          </p:cNvSpPr>
          <p:nvPr/>
        </p:nvSpPr>
        <p:spPr>
          <a:xfrm>
            <a:off x="464501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F1_main_prauc_459">
            <a:extLst>
              <a:ext uri="{FF2B5EF4-FFF2-40B4-BE49-F238E27FC236}">
                <a16:creationId xmlns:a16="http://schemas.microsoft.com/office/drawing/2014/main" id="{D9B2B20F-BEE6-4896-BAB3-FE74F692AD32}"/>
              </a:ext>
            </a:extLst>
          </p:cNvPr>
          <p:cNvSpPr>
            <a:spLocks noGrp="1"/>
          </p:cNvSpPr>
          <p:nvPr/>
        </p:nvSpPr>
        <p:spPr>
          <a:xfrm>
            <a:off x="474948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F1_main_prauc_460">
            <a:extLst>
              <a:ext uri="{FF2B5EF4-FFF2-40B4-BE49-F238E27FC236}">
                <a16:creationId xmlns:a16="http://schemas.microsoft.com/office/drawing/2014/main" id="{04CD7652-2014-4064-979B-1BE30DE18A90}"/>
              </a:ext>
            </a:extLst>
          </p:cNvPr>
          <p:cNvSpPr>
            <a:spLocks noGrp="1"/>
          </p:cNvSpPr>
          <p:nvPr/>
        </p:nvSpPr>
        <p:spPr>
          <a:xfrm>
            <a:off x="4609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F1_main_prauc_461">
            <a:extLst>
              <a:ext uri="{FF2B5EF4-FFF2-40B4-BE49-F238E27FC236}">
                <a16:creationId xmlns:a16="http://schemas.microsoft.com/office/drawing/2014/main" id="{A6C7555E-FDF6-4147-A9E7-36D8058D7031}"/>
              </a:ext>
            </a:extLst>
          </p:cNvPr>
          <p:cNvSpPr>
            <a:spLocks noGrp="1"/>
          </p:cNvSpPr>
          <p:nvPr/>
        </p:nvSpPr>
        <p:spPr>
          <a:xfrm>
            <a:off x="4718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F1_main_prauc_462">
            <a:extLst>
              <a:ext uri="{FF2B5EF4-FFF2-40B4-BE49-F238E27FC236}">
                <a16:creationId xmlns:a16="http://schemas.microsoft.com/office/drawing/2014/main" id="{AF80D2F8-2A5D-436E-97FB-C2A5D1A6EE31}"/>
              </a:ext>
            </a:extLst>
          </p:cNvPr>
          <p:cNvSpPr>
            <a:spLocks noGrp="1"/>
          </p:cNvSpPr>
          <p:nvPr/>
        </p:nvSpPr>
        <p:spPr>
          <a:xfrm>
            <a:off x="46589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F1_main_prauc_463">
            <a:extLst>
              <a:ext uri="{FF2B5EF4-FFF2-40B4-BE49-F238E27FC236}">
                <a16:creationId xmlns:a16="http://schemas.microsoft.com/office/drawing/2014/main" id="{ED2F9FE1-8903-45AE-846D-D4731B088234}"/>
              </a:ext>
            </a:extLst>
          </p:cNvPr>
          <p:cNvSpPr>
            <a:spLocks noGrp="1"/>
          </p:cNvSpPr>
          <p:nvPr/>
        </p:nvSpPr>
        <p:spPr>
          <a:xfrm>
            <a:off x="47810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F1_main_prauc_464">
            <a:extLst>
              <a:ext uri="{FF2B5EF4-FFF2-40B4-BE49-F238E27FC236}">
                <a16:creationId xmlns:a16="http://schemas.microsoft.com/office/drawing/2014/main" id="{61760FA3-D2C2-4155-BBB8-13229417E935}"/>
              </a:ext>
            </a:extLst>
          </p:cNvPr>
          <p:cNvSpPr>
            <a:spLocks noGrp="1"/>
          </p:cNvSpPr>
          <p:nvPr/>
        </p:nvSpPr>
        <p:spPr>
          <a:xfrm>
            <a:off x="4711787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F1_main_prauc_465">
            <a:extLst>
              <a:ext uri="{FF2B5EF4-FFF2-40B4-BE49-F238E27FC236}">
                <a16:creationId xmlns:a16="http://schemas.microsoft.com/office/drawing/2014/main" id="{62E3B619-49FF-4B70-9E98-E9A9C0F33DB7}"/>
              </a:ext>
            </a:extLst>
          </p:cNvPr>
          <p:cNvSpPr>
            <a:spLocks noGrp="1"/>
          </p:cNvSpPr>
          <p:nvPr/>
        </p:nvSpPr>
        <p:spPr>
          <a:xfrm>
            <a:off x="4600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F1_main_prauc_466">
            <a:extLst>
              <a:ext uri="{FF2B5EF4-FFF2-40B4-BE49-F238E27FC236}">
                <a16:creationId xmlns:a16="http://schemas.microsoft.com/office/drawing/2014/main" id="{DFD49577-E72A-40C1-85A3-603E86BC4D38}"/>
              </a:ext>
            </a:extLst>
          </p:cNvPr>
          <p:cNvSpPr>
            <a:spLocks noGrp="1"/>
          </p:cNvSpPr>
          <p:nvPr/>
        </p:nvSpPr>
        <p:spPr>
          <a:xfrm>
            <a:off x="45655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F1_main_prauc_467">
            <a:extLst>
              <a:ext uri="{FF2B5EF4-FFF2-40B4-BE49-F238E27FC236}">
                <a16:creationId xmlns:a16="http://schemas.microsoft.com/office/drawing/2014/main" id="{9EB6264A-6D10-4432-B6AC-85F385CD8B16}"/>
              </a:ext>
            </a:extLst>
          </p:cNvPr>
          <p:cNvSpPr>
            <a:spLocks noGrp="1"/>
          </p:cNvSpPr>
          <p:nvPr/>
        </p:nvSpPr>
        <p:spPr>
          <a:xfrm>
            <a:off x="4696827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F1_main_prauc_468">
            <a:extLst>
              <a:ext uri="{FF2B5EF4-FFF2-40B4-BE49-F238E27FC236}">
                <a16:creationId xmlns:a16="http://schemas.microsoft.com/office/drawing/2014/main" id="{B2EF0E96-C9FF-498D-BFE0-72E216ECC9BA}"/>
              </a:ext>
            </a:extLst>
          </p:cNvPr>
          <p:cNvSpPr>
            <a:spLocks noGrp="1"/>
          </p:cNvSpPr>
          <p:nvPr/>
        </p:nvSpPr>
        <p:spPr>
          <a:xfrm>
            <a:off x="461731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F1_main_prauc_469">
            <a:extLst>
              <a:ext uri="{FF2B5EF4-FFF2-40B4-BE49-F238E27FC236}">
                <a16:creationId xmlns:a16="http://schemas.microsoft.com/office/drawing/2014/main" id="{FDB13E9C-76E2-4000-9F61-AB576C73016F}"/>
              </a:ext>
            </a:extLst>
          </p:cNvPr>
          <p:cNvSpPr>
            <a:spLocks noGrp="1"/>
          </p:cNvSpPr>
          <p:nvPr/>
        </p:nvSpPr>
        <p:spPr>
          <a:xfrm>
            <a:off x="47815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F1_main_prauc_470">
            <a:extLst>
              <a:ext uri="{FF2B5EF4-FFF2-40B4-BE49-F238E27FC236}">
                <a16:creationId xmlns:a16="http://schemas.microsoft.com/office/drawing/2014/main" id="{4C716F19-4302-4033-A1DE-E4BAE467F15E}"/>
              </a:ext>
            </a:extLst>
          </p:cNvPr>
          <p:cNvSpPr>
            <a:spLocks noGrp="1"/>
          </p:cNvSpPr>
          <p:nvPr/>
        </p:nvSpPr>
        <p:spPr>
          <a:xfrm>
            <a:off x="4710927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F1_main_prauc_471">
            <a:extLst>
              <a:ext uri="{FF2B5EF4-FFF2-40B4-BE49-F238E27FC236}">
                <a16:creationId xmlns:a16="http://schemas.microsoft.com/office/drawing/2014/main" id="{4E670BF9-0E1D-44BF-AABF-60C1490478C2}"/>
              </a:ext>
            </a:extLst>
          </p:cNvPr>
          <p:cNvSpPr>
            <a:spLocks noGrp="1"/>
          </p:cNvSpPr>
          <p:nvPr/>
        </p:nvSpPr>
        <p:spPr>
          <a:xfrm>
            <a:off x="4718208" y="3833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F1_main_prauc_472">
            <a:extLst>
              <a:ext uri="{FF2B5EF4-FFF2-40B4-BE49-F238E27FC236}">
                <a16:creationId xmlns:a16="http://schemas.microsoft.com/office/drawing/2014/main" id="{F9199407-2B02-48C9-A360-57B88A070A6E}"/>
              </a:ext>
            </a:extLst>
          </p:cNvPr>
          <p:cNvSpPr>
            <a:spLocks noGrp="1"/>
          </p:cNvSpPr>
          <p:nvPr/>
        </p:nvSpPr>
        <p:spPr>
          <a:xfrm>
            <a:off x="4617352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F1_main_prauc_473">
            <a:extLst>
              <a:ext uri="{FF2B5EF4-FFF2-40B4-BE49-F238E27FC236}">
                <a16:creationId xmlns:a16="http://schemas.microsoft.com/office/drawing/2014/main" id="{6FA39DB5-F81F-4BDA-8D4E-28CB489CC385}"/>
              </a:ext>
            </a:extLst>
          </p:cNvPr>
          <p:cNvSpPr>
            <a:spLocks noGrp="1"/>
          </p:cNvSpPr>
          <p:nvPr/>
        </p:nvSpPr>
        <p:spPr>
          <a:xfrm>
            <a:off x="4585593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F1_main_prauc_474">
            <a:extLst>
              <a:ext uri="{FF2B5EF4-FFF2-40B4-BE49-F238E27FC236}">
                <a16:creationId xmlns:a16="http://schemas.microsoft.com/office/drawing/2014/main" id="{6CC68A10-FCC1-4896-AE96-F49369693124}"/>
              </a:ext>
            </a:extLst>
          </p:cNvPr>
          <p:cNvSpPr>
            <a:spLocks noGrp="1"/>
          </p:cNvSpPr>
          <p:nvPr/>
        </p:nvSpPr>
        <p:spPr>
          <a:xfrm>
            <a:off x="4743929" y="42993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F1_main_prauc_475">
            <a:extLst>
              <a:ext uri="{FF2B5EF4-FFF2-40B4-BE49-F238E27FC236}">
                <a16:creationId xmlns:a16="http://schemas.microsoft.com/office/drawing/2014/main" id="{21FF95CE-010C-4683-9CEA-878816C40FB8}"/>
              </a:ext>
            </a:extLst>
          </p:cNvPr>
          <p:cNvSpPr>
            <a:spLocks noGrp="1"/>
          </p:cNvSpPr>
          <p:nvPr/>
        </p:nvSpPr>
        <p:spPr>
          <a:xfrm>
            <a:off x="456613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F1_main_prauc_476">
            <a:extLst>
              <a:ext uri="{FF2B5EF4-FFF2-40B4-BE49-F238E27FC236}">
                <a16:creationId xmlns:a16="http://schemas.microsoft.com/office/drawing/2014/main" id="{53D6F53D-3470-4350-86CE-DB850C27D356}"/>
              </a:ext>
            </a:extLst>
          </p:cNvPr>
          <p:cNvSpPr>
            <a:spLocks noGrp="1"/>
          </p:cNvSpPr>
          <p:nvPr/>
        </p:nvSpPr>
        <p:spPr>
          <a:xfrm>
            <a:off x="4562745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F1_main_prauc_477">
            <a:extLst>
              <a:ext uri="{FF2B5EF4-FFF2-40B4-BE49-F238E27FC236}">
                <a16:creationId xmlns:a16="http://schemas.microsoft.com/office/drawing/2014/main" id="{4940EFF6-DEB4-43A4-B67E-5E15C0F2DE77}"/>
              </a:ext>
            </a:extLst>
          </p:cNvPr>
          <p:cNvSpPr>
            <a:spLocks noGrp="1"/>
          </p:cNvSpPr>
          <p:nvPr/>
        </p:nvSpPr>
        <p:spPr>
          <a:xfrm>
            <a:off x="472266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F1_main_prauc_478">
            <a:extLst>
              <a:ext uri="{FF2B5EF4-FFF2-40B4-BE49-F238E27FC236}">
                <a16:creationId xmlns:a16="http://schemas.microsoft.com/office/drawing/2014/main" id="{09C59EFB-2DCC-4CD7-916C-67986D1C2505}"/>
              </a:ext>
            </a:extLst>
          </p:cNvPr>
          <p:cNvSpPr>
            <a:spLocks noGrp="1"/>
          </p:cNvSpPr>
          <p:nvPr/>
        </p:nvSpPr>
        <p:spPr>
          <a:xfrm>
            <a:off x="4670616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F1_main_prauc_479">
            <a:extLst>
              <a:ext uri="{FF2B5EF4-FFF2-40B4-BE49-F238E27FC236}">
                <a16:creationId xmlns:a16="http://schemas.microsoft.com/office/drawing/2014/main" id="{22F52022-8F93-46FB-A5FC-138067FBC67E}"/>
              </a:ext>
            </a:extLst>
          </p:cNvPr>
          <p:cNvSpPr>
            <a:spLocks noGrp="1"/>
          </p:cNvSpPr>
          <p:nvPr/>
        </p:nvSpPr>
        <p:spPr>
          <a:xfrm>
            <a:off x="4781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F1_main_prauc_480">
            <a:extLst>
              <a:ext uri="{FF2B5EF4-FFF2-40B4-BE49-F238E27FC236}">
                <a16:creationId xmlns:a16="http://schemas.microsoft.com/office/drawing/2014/main" id="{5742BE98-5B62-45A2-BFFB-5184E3C0F1DB}"/>
              </a:ext>
            </a:extLst>
          </p:cNvPr>
          <p:cNvSpPr>
            <a:spLocks noGrp="1"/>
          </p:cNvSpPr>
          <p:nvPr/>
        </p:nvSpPr>
        <p:spPr>
          <a:xfrm>
            <a:off x="47785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F1_main_prauc_481">
            <a:extLst>
              <a:ext uri="{FF2B5EF4-FFF2-40B4-BE49-F238E27FC236}">
                <a16:creationId xmlns:a16="http://schemas.microsoft.com/office/drawing/2014/main" id="{47195FBD-0350-4BF4-BEFE-6E7916D99D3D}"/>
              </a:ext>
            </a:extLst>
          </p:cNvPr>
          <p:cNvSpPr>
            <a:spLocks noGrp="1"/>
          </p:cNvSpPr>
          <p:nvPr/>
        </p:nvSpPr>
        <p:spPr>
          <a:xfrm>
            <a:off x="4593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F1_main_prauc_482">
            <a:extLst>
              <a:ext uri="{FF2B5EF4-FFF2-40B4-BE49-F238E27FC236}">
                <a16:creationId xmlns:a16="http://schemas.microsoft.com/office/drawing/2014/main" id="{B6EBF661-4D29-40F8-94CB-21F7C50E8DA6}"/>
              </a:ext>
            </a:extLst>
          </p:cNvPr>
          <p:cNvSpPr>
            <a:spLocks noGrp="1"/>
          </p:cNvSpPr>
          <p:nvPr/>
        </p:nvSpPr>
        <p:spPr>
          <a:xfrm>
            <a:off x="47015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F1_main_prauc_483">
            <a:extLst>
              <a:ext uri="{FF2B5EF4-FFF2-40B4-BE49-F238E27FC236}">
                <a16:creationId xmlns:a16="http://schemas.microsoft.com/office/drawing/2014/main" id="{4BA38C1C-80F6-4B56-9CA7-A0F9CB11EFC1}"/>
              </a:ext>
            </a:extLst>
          </p:cNvPr>
          <p:cNvSpPr>
            <a:spLocks noGrp="1"/>
          </p:cNvSpPr>
          <p:nvPr/>
        </p:nvSpPr>
        <p:spPr>
          <a:xfrm>
            <a:off x="467514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F1_main_prauc_484">
            <a:extLst>
              <a:ext uri="{FF2B5EF4-FFF2-40B4-BE49-F238E27FC236}">
                <a16:creationId xmlns:a16="http://schemas.microsoft.com/office/drawing/2014/main" id="{9D87632C-363D-42EF-8482-3DBA6FC56E57}"/>
              </a:ext>
            </a:extLst>
          </p:cNvPr>
          <p:cNvSpPr>
            <a:spLocks noGrp="1"/>
          </p:cNvSpPr>
          <p:nvPr/>
        </p:nvSpPr>
        <p:spPr>
          <a:xfrm>
            <a:off x="4555565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F1_main_prauc_485">
            <a:extLst>
              <a:ext uri="{FF2B5EF4-FFF2-40B4-BE49-F238E27FC236}">
                <a16:creationId xmlns:a16="http://schemas.microsoft.com/office/drawing/2014/main" id="{CFA3CC80-6E7B-4F5F-AA9A-593895BA6100}"/>
              </a:ext>
            </a:extLst>
          </p:cNvPr>
          <p:cNvSpPr>
            <a:spLocks noGrp="1"/>
          </p:cNvSpPr>
          <p:nvPr/>
        </p:nvSpPr>
        <p:spPr>
          <a:xfrm>
            <a:off x="48061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F1_main_prauc_486">
            <a:extLst>
              <a:ext uri="{FF2B5EF4-FFF2-40B4-BE49-F238E27FC236}">
                <a16:creationId xmlns:a16="http://schemas.microsoft.com/office/drawing/2014/main" id="{DBD48A09-B9D7-45A8-86C1-F94CE506E70C}"/>
              </a:ext>
            </a:extLst>
          </p:cNvPr>
          <p:cNvSpPr>
            <a:spLocks noGrp="1"/>
          </p:cNvSpPr>
          <p:nvPr/>
        </p:nvSpPr>
        <p:spPr>
          <a:xfrm>
            <a:off x="46429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F1_main_prauc_487">
            <a:extLst>
              <a:ext uri="{FF2B5EF4-FFF2-40B4-BE49-F238E27FC236}">
                <a16:creationId xmlns:a16="http://schemas.microsoft.com/office/drawing/2014/main" id="{8C1775E9-5E08-446C-BDB9-2AD3A3C61789}"/>
              </a:ext>
            </a:extLst>
          </p:cNvPr>
          <p:cNvSpPr>
            <a:spLocks noGrp="1"/>
          </p:cNvSpPr>
          <p:nvPr/>
        </p:nvSpPr>
        <p:spPr>
          <a:xfrm>
            <a:off x="4779108" y="35624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F1_main_prauc_488">
            <a:extLst>
              <a:ext uri="{FF2B5EF4-FFF2-40B4-BE49-F238E27FC236}">
                <a16:creationId xmlns:a16="http://schemas.microsoft.com/office/drawing/2014/main" id="{5F24907D-3B28-4891-A3CF-5CB8E6947BE0}"/>
              </a:ext>
            </a:extLst>
          </p:cNvPr>
          <p:cNvSpPr>
            <a:spLocks noGrp="1"/>
          </p:cNvSpPr>
          <p:nvPr/>
        </p:nvSpPr>
        <p:spPr>
          <a:xfrm>
            <a:off x="47543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F1_main_prauc_489">
            <a:extLst>
              <a:ext uri="{FF2B5EF4-FFF2-40B4-BE49-F238E27FC236}">
                <a16:creationId xmlns:a16="http://schemas.microsoft.com/office/drawing/2014/main" id="{A8674560-5A58-4E0D-BE77-1577611EDB41}"/>
              </a:ext>
            </a:extLst>
          </p:cNvPr>
          <p:cNvSpPr>
            <a:spLocks noGrp="1"/>
          </p:cNvSpPr>
          <p:nvPr/>
        </p:nvSpPr>
        <p:spPr>
          <a:xfrm>
            <a:off x="4668632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F1_main_prauc_490">
            <a:extLst>
              <a:ext uri="{FF2B5EF4-FFF2-40B4-BE49-F238E27FC236}">
                <a16:creationId xmlns:a16="http://schemas.microsoft.com/office/drawing/2014/main" id="{EB8CE2A5-3FB8-4E20-8EC3-B39DA07560F6}"/>
              </a:ext>
            </a:extLst>
          </p:cNvPr>
          <p:cNvSpPr>
            <a:spLocks noGrp="1"/>
          </p:cNvSpPr>
          <p:nvPr/>
        </p:nvSpPr>
        <p:spPr>
          <a:xfrm>
            <a:off x="467394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F1_main_prauc_491">
            <a:extLst>
              <a:ext uri="{FF2B5EF4-FFF2-40B4-BE49-F238E27FC236}">
                <a16:creationId xmlns:a16="http://schemas.microsoft.com/office/drawing/2014/main" id="{820ACA48-785E-4F75-A824-F068C76623DE}"/>
              </a:ext>
            </a:extLst>
          </p:cNvPr>
          <p:cNvSpPr>
            <a:spLocks noGrp="1"/>
          </p:cNvSpPr>
          <p:nvPr/>
        </p:nvSpPr>
        <p:spPr>
          <a:xfrm>
            <a:off x="47245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F1_main_prauc_492">
            <a:extLst>
              <a:ext uri="{FF2B5EF4-FFF2-40B4-BE49-F238E27FC236}">
                <a16:creationId xmlns:a16="http://schemas.microsoft.com/office/drawing/2014/main" id="{C0F82889-8B93-4EA5-B7CD-362D9EEBABD0}"/>
              </a:ext>
            </a:extLst>
          </p:cNvPr>
          <p:cNvSpPr>
            <a:spLocks noGrp="1"/>
          </p:cNvSpPr>
          <p:nvPr/>
        </p:nvSpPr>
        <p:spPr>
          <a:xfrm>
            <a:off x="4716554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F1_main_prauc_493">
            <a:extLst>
              <a:ext uri="{FF2B5EF4-FFF2-40B4-BE49-F238E27FC236}">
                <a16:creationId xmlns:a16="http://schemas.microsoft.com/office/drawing/2014/main" id="{461024B7-48BC-4FD7-B13F-16604EE4E5BC}"/>
              </a:ext>
            </a:extLst>
          </p:cNvPr>
          <p:cNvSpPr>
            <a:spLocks noGrp="1"/>
          </p:cNvSpPr>
          <p:nvPr/>
        </p:nvSpPr>
        <p:spPr>
          <a:xfrm>
            <a:off x="46576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F1_main_prauc_494">
            <a:extLst>
              <a:ext uri="{FF2B5EF4-FFF2-40B4-BE49-F238E27FC236}">
                <a16:creationId xmlns:a16="http://schemas.microsoft.com/office/drawing/2014/main" id="{09C7ACE3-B5AB-46B1-BA58-29D42B0FF497}"/>
              </a:ext>
            </a:extLst>
          </p:cNvPr>
          <p:cNvSpPr>
            <a:spLocks noGrp="1"/>
          </p:cNvSpPr>
          <p:nvPr/>
        </p:nvSpPr>
        <p:spPr>
          <a:xfrm>
            <a:off x="467606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F1_main_prauc_495">
            <a:extLst>
              <a:ext uri="{FF2B5EF4-FFF2-40B4-BE49-F238E27FC236}">
                <a16:creationId xmlns:a16="http://schemas.microsoft.com/office/drawing/2014/main" id="{C04E67F4-2C3C-478E-ADCF-63841301E510}"/>
              </a:ext>
            </a:extLst>
          </p:cNvPr>
          <p:cNvSpPr>
            <a:spLocks noGrp="1"/>
          </p:cNvSpPr>
          <p:nvPr/>
        </p:nvSpPr>
        <p:spPr>
          <a:xfrm>
            <a:off x="4596066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F1_main_prauc_496">
            <a:extLst>
              <a:ext uri="{FF2B5EF4-FFF2-40B4-BE49-F238E27FC236}">
                <a16:creationId xmlns:a16="http://schemas.microsoft.com/office/drawing/2014/main" id="{C8828326-2E67-414D-830B-92394052A05B}"/>
              </a:ext>
            </a:extLst>
          </p:cNvPr>
          <p:cNvSpPr>
            <a:spLocks noGrp="1"/>
          </p:cNvSpPr>
          <p:nvPr/>
        </p:nvSpPr>
        <p:spPr>
          <a:xfrm>
            <a:off x="47139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F1_main_prauc_497">
            <a:extLst>
              <a:ext uri="{FF2B5EF4-FFF2-40B4-BE49-F238E27FC236}">
                <a16:creationId xmlns:a16="http://schemas.microsoft.com/office/drawing/2014/main" id="{AE73C213-D51A-479D-AD04-84758322470B}"/>
              </a:ext>
            </a:extLst>
          </p:cNvPr>
          <p:cNvSpPr>
            <a:spLocks noGrp="1"/>
          </p:cNvSpPr>
          <p:nvPr/>
        </p:nvSpPr>
        <p:spPr>
          <a:xfrm>
            <a:off x="4623772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F1_main_prauc_498">
            <a:extLst>
              <a:ext uri="{FF2B5EF4-FFF2-40B4-BE49-F238E27FC236}">
                <a16:creationId xmlns:a16="http://schemas.microsoft.com/office/drawing/2014/main" id="{CA7907A5-B2D1-47AF-BC5A-58C14ABA2256}"/>
              </a:ext>
            </a:extLst>
          </p:cNvPr>
          <p:cNvSpPr>
            <a:spLocks noGrp="1"/>
          </p:cNvSpPr>
          <p:nvPr/>
        </p:nvSpPr>
        <p:spPr>
          <a:xfrm>
            <a:off x="474634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F1_main_prauc_499">
            <a:extLst>
              <a:ext uri="{FF2B5EF4-FFF2-40B4-BE49-F238E27FC236}">
                <a16:creationId xmlns:a16="http://schemas.microsoft.com/office/drawing/2014/main" id="{EAFC4617-9AC6-4199-BBDF-D9EFAEFF65A0}"/>
              </a:ext>
            </a:extLst>
          </p:cNvPr>
          <p:cNvSpPr>
            <a:spLocks noGrp="1"/>
          </p:cNvSpPr>
          <p:nvPr/>
        </p:nvSpPr>
        <p:spPr>
          <a:xfrm>
            <a:off x="46624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F1_main_prauc_500">
            <a:extLst>
              <a:ext uri="{FF2B5EF4-FFF2-40B4-BE49-F238E27FC236}">
                <a16:creationId xmlns:a16="http://schemas.microsoft.com/office/drawing/2014/main" id="{A3F4BE9F-4022-42E9-8950-2D664524145C}"/>
              </a:ext>
            </a:extLst>
          </p:cNvPr>
          <p:cNvSpPr>
            <a:spLocks noGrp="1"/>
          </p:cNvSpPr>
          <p:nvPr/>
        </p:nvSpPr>
        <p:spPr>
          <a:xfrm>
            <a:off x="4560911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F1_main_prauc_501">
            <a:extLst>
              <a:ext uri="{FF2B5EF4-FFF2-40B4-BE49-F238E27FC236}">
                <a16:creationId xmlns:a16="http://schemas.microsoft.com/office/drawing/2014/main" id="{27632785-9B27-478F-A75E-3FF048807A1C}"/>
              </a:ext>
            </a:extLst>
          </p:cNvPr>
          <p:cNvSpPr>
            <a:spLocks noGrp="1"/>
          </p:cNvSpPr>
          <p:nvPr/>
        </p:nvSpPr>
        <p:spPr>
          <a:xfrm>
            <a:off x="46864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F1_main_prauc_502">
            <a:extLst>
              <a:ext uri="{FF2B5EF4-FFF2-40B4-BE49-F238E27FC236}">
                <a16:creationId xmlns:a16="http://schemas.microsoft.com/office/drawing/2014/main" id="{64221C48-BB02-44B3-ABA4-CF5A9E8AEE32}"/>
              </a:ext>
            </a:extLst>
          </p:cNvPr>
          <p:cNvSpPr>
            <a:spLocks noGrp="1"/>
          </p:cNvSpPr>
          <p:nvPr/>
        </p:nvSpPr>
        <p:spPr>
          <a:xfrm>
            <a:off x="46587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F1_main_prauc_503">
            <a:extLst>
              <a:ext uri="{FF2B5EF4-FFF2-40B4-BE49-F238E27FC236}">
                <a16:creationId xmlns:a16="http://schemas.microsoft.com/office/drawing/2014/main" id="{4EE7F722-2C94-4803-81A1-0CC15EC0BC81}"/>
              </a:ext>
            </a:extLst>
          </p:cNvPr>
          <p:cNvSpPr>
            <a:spLocks noGrp="1"/>
          </p:cNvSpPr>
          <p:nvPr/>
        </p:nvSpPr>
        <p:spPr>
          <a:xfrm>
            <a:off x="4583071" y="45209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F1_main_prauc_504">
            <a:extLst>
              <a:ext uri="{FF2B5EF4-FFF2-40B4-BE49-F238E27FC236}">
                <a16:creationId xmlns:a16="http://schemas.microsoft.com/office/drawing/2014/main" id="{EB5188C3-F340-4E35-B7B1-E9676BD099BA}"/>
              </a:ext>
            </a:extLst>
          </p:cNvPr>
          <p:cNvSpPr>
            <a:spLocks noGrp="1"/>
          </p:cNvSpPr>
          <p:nvPr/>
        </p:nvSpPr>
        <p:spPr>
          <a:xfrm>
            <a:off x="479229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F1_main_prauc_505">
            <a:extLst>
              <a:ext uri="{FF2B5EF4-FFF2-40B4-BE49-F238E27FC236}">
                <a16:creationId xmlns:a16="http://schemas.microsoft.com/office/drawing/2014/main" id="{90B81BE0-6A2B-4A15-937E-FF09C81B479F}"/>
              </a:ext>
            </a:extLst>
          </p:cNvPr>
          <p:cNvSpPr>
            <a:spLocks noGrp="1"/>
          </p:cNvSpPr>
          <p:nvPr/>
        </p:nvSpPr>
        <p:spPr>
          <a:xfrm>
            <a:off x="4603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F1_main_prauc_506">
            <a:extLst>
              <a:ext uri="{FF2B5EF4-FFF2-40B4-BE49-F238E27FC236}">
                <a16:creationId xmlns:a16="http://schemas.microsoft.com/office/drawing/2014/main" id="{DD74BA72-93A2-4BA3-A11D-E76056EB942D}"/>
              </a:ext>
            </a:extLst>
          </p:cNvPr>
          <p:cNvSpPr>
            <a:spLocks noGrp="1"/>
          </p:cNvSpPr>
          <p:nvPr/>
        </p:nvSpPr>
        <p:spPr>
          <a:xfrm>
            <a:off x="46317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F1_main_prauc_507">
            <a:extLst>
              <a:ext uri="{FF2B5EF4-FFF2-40B4-BE49-F238E27FC236}">
                <a16:creationId xmlns:a16="http://schemas.microsoft.com/office/drawing/2014/main" id="{4CF2CBBA-30A8-4B91-8E01-DD91FE029E6C}"/>
              </a:ext>
            </a:extLst>
          </p:cNvPr>
          <p:cNvSpPr>
            <a:spLocks noGrp="1"/>
          </p:cNvSpPr>
          <p:nvPr/>
        </p:nvSpPr>
        <p:spPr>
          <a:xfrm>
            <a:off x="4715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F1_main_prauc_508">
            <a:extLst>
              <a:ext uri="{FF2B5EF4-FFF2-40B4-BE49-F238E27FC236}">
                <a16:creationId xmlns:a16="http://schemas.microsoft.com/office/drawing/2014/main" id="{093724F1-05A9-4E10-A0EE-EFA68B173528}"/>
              </a:ext>
            </a:extLst>
          </p:cNvPr>
          <p:cNvSpPr>
            <a:spLocks noGrp="1"/>
          </p:cNvSpPr>
          <p:nvPr/>
        </p:nvSpPr>
        <p:spPr>
          <a:xfrm>
            <a:off x="4639466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F1_main_prauc_509">
            <a:extLst>
              <a:ext uri="{FF2B5EF4-FFF2-40B4-BE49-F238E27FC236}">
                <a16:creationId xmlns:a16="http://schemas.microsoft.com/office/drawing/2014/main" id="{8C13F9F2-0F3C-45B1-93FD-8B12084C9EB8}"/>
              </a:ext>
            </a:extLst>
          </p:cNvPr>
          <p:cNvSpPr>
            <a:spLocks noGrp="1"/>
          </p:cNvSpPr>
          <p:nvPr/>
        </p:nvSpPr>
        <p:spPr>
          <a:xfrm>
            <a:off x="4721001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F1_main_prauc_510">
            <a:extLst>
              <a:ext uri="{FF2B5EF4-FFF2-40B4-BE49-F238E27FC236}">
                <a16:creationId xmlns:a16="http://schemas.microsoft.com/office/drawing/2014/main" id="{6763238B-5547-401E-BA6D-DCEA94D8CAFC}"/>
              </a:ext>
            </a:extLst>
          </p:cNvPr>
          <p:cNvSpPr>
            <a:spLocks noGrp="1"/>
          </p:cNvSpPr>
          <p:nvPr/>
        </p:nvSpPr>
        <p:spPr>
          <a:xfrm>
            <a:off x="4614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F1_main_prauc_511">
            <a:extLst>
              <a:ext uri="{FF2B5EF4-FFF2-40B4-BE49-F238E27FC236}">
                <a16:creationId xmlns:a16="http://schemas.microsoft.com/office/drawing/2014/main" id="{02B1C7BB-8659-457A-9A5C-06E5BB919F49}"/>
              </a:ext>
            </a:extLst>
          </p:cNvPr>
          <p:cNvSpPr>
            <a:spLocks noGrp="1"/>
          </p:cNvSpPr>
          <p:nvPr/>
        </p:nvSpPr>
        <p:spPr>
          <a:xfrm>
            <a:off x="4749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F1_main_prauc_512">
            <a:extLst>
              <a:ext uri="{FF2B5EF4-FFF2-40B4-BE49-F238E27FC236}">
                <a16:creationId xmlns:a16="http://schemas.microsoft.com/office/drawing/2014/main" id="{F35184CE-B7DF-4F74-91B2-08DD161ABF6A}"/>
              </a:ext>
            </a:extLst>
          </p:cNvPr>
          <p:cNvSpPr>
            <a:spLocks noGrp="1"/>
          </p:cNvSpPr>
          <p:nvPr/>
        </p:nvSpPr>
        <p:spPr>
          <a:xfrm>
            <a:off x="45675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F1_main_prauc_513">
            <a:extLst>
              <a:ext uri="{FF2B5EF4-FFF2-40B4-BE49-F238E27FC236}">
                <a16:creationId xmlns:a16="http://schemas.microsoft.com/office/drawing/2014/main" id="{9C64A709-6EC7-41BD-8492-37143865A1FA}"/>
              </a:ext>
            </a:extLst>
          </p:cNvPr>
          <p:cNvSpPr>
            <a:spLocks noGrp="1"/>
          </p:cNvSpPr>
          <p:nvPr/>
        </p:nvSpPr>
        <p:spPr>
          <a:xfrm>
            <a:off x="472983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F1_main_prauc_514">
            <a:extLst>
              <a:ext uri="{FF2B5EF4-FFF2-40B4-BE49-F238E27FC236}">
                <a16:creationId xmlns:a16="http://schemas.microsoft.com/office/drawing/2014/main" id="{F5DC9796-8653-4DE2-8A93-BA51951152AB}"/>
              </a:ext>
            </a:extLst>
          </p:cNvPr>
          <p:cNvSpPr>
            <a:spLocks noGrp="1"/>
          </p:cNvSpPr>
          <p:nvPr/>
        </p:nvSpPr>
        <p:spPr>
          <a:xfrm>
            <a:off x="470703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F1_main_prauc_515">
            <a:extLst>
              <a:ext uri="{FF2B5EF4-FFF2-40B4-BE49-F238E27FC236}">
                <a16:creationId xmlns:a16="http://schemas.microsoft.com/office/drawing/2014/main" id="{B7ADF8BD-1705-4C63-9FC7-1F3A648BDEB1}"/>
              </a:ext>
            </a:extLst>
          </p:cNvPr>
          <p:cNvSpPr>
            <a:spLocks noGrp="1"/>
          </p:cNvSpPr>
          <p:nvPr/>
        </p:nvSpPr>
        <p:spPr>
          <a:xfrm>
            <a:off x="4600244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F1_main_prauc_516">
            <a:extLst>
              <a:ext uri="{FF2B5EF4-FFF2-40B4-BE49-F238E27FC236}">
                <a16:creationId xmlns:a16="http://schemas.microsoft.com/office/drawing/2014/main" id="{B4EB90DA-A369-4E23-A17F-10D58BE72615}"/>
              </a:ext>
            </a:extLst>
          </p:cNvPr>
          <p:cNvSpPr>
            <a:spLocks noGrp="1"/>
          </p:cNvSpPr>
          <p:nvPr/>
        </p:nvSpPr>
        <p:spPr>
          <a:xfrm>
            <a:off x="4623572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F1_main_prauc_517">
            <a:extLst>
              <a:ext uri="{FF2B5EF4-FFF2-40B4-BE49-F238E27FC236}">
                <a16:creationId xmlns:a16="http://schemas.microsoft.com/office/drawing/2014/main" id="{93D8B120-D565-46D9-B216-99892B295C02}"/>
              </a:ext>
            </a:extLst>
          </p:cNvPr>
          <p:cNvSpPr>
            <a:spLocks noGrp="1"/>
          </p:cNvSpPr>
          <p:nvPr/>
        </p:nvSpPr>
        <p:spPr>
          <a:xfrm>
            <a:off x="4563492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F1_main_prauc_518">
            <a:extLst>
              <a:ext uri="{FF2B5EF4-FFF2-40B4-BE49-F238E27FC236}">
                <a16:creationId xmlns:a16="http://schemas.microsoft.com/office/drawing/2014/main" id="{D89D3A04-518E-4B19-BE91-B359A97D1D7C}"/>
              </a:ext>
            </a:extLst>
          </p:cNvPr>
          <p:cNvSpPr>
            <a:spLocks noGrp="1"/>
          </p:cNvSpPr>
          <p:nvPr/>
        </p:nvSpPr>
        <p:spPr>
          <a:xfrm>
            <a:off x="462187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F1_main_prauc_519">
            <a:extLst>
              <a:ext uri="{FF2B5EF4-FFF2-40B4-BE49-F238E27FC236}">
                <a16:creationId xmlns:a16="http://schemas.microsoft.com/office/drawing/2014/main" id="{497D0BF2-CD19-44D8-917B-A25CC94A923F}"/>
              </a:ext>
            </a:extLst>
          </p:cNvPr>
          <p:cNvSpPr>
            <a:spLocks noGrp="1"/>
          </p:cNvSpPr>
          <p:nvPr/>
        </p:nvSpPr>
        <p:spPr>
          <a:xfrm>
            <a:off x="47988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F1_main_prauc_520">
            <a:extLst>
              <a:ext uri="{FF2B5EF4-FFF2-40B4-BE49-F238E27FC236}">
                <a16:creationId xmlns:a16="http://schemas.microsoft.com/office/drawing/2014/main" id="{E6A870BF-CC61-42CE-A5EB-1E403A5145D1}"/>
              </a:ext>
            </a:extLst>
          </p:cNvPr>
          <p:cNvSpPr>
            <a:spLocks noGrp="1"/>
          </p:cNvSpPr>
          <p:nvPr/>
        </p:nvSpPr>
        <p:spPr>
          <a:xfrm>
            <a:off x="47476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F1_main_prauc_521">
            <a:extLst>
              <a:ext uri="{FF2B5EF4-FFF2-40B4-BE49-F238E27FC236}">
                <a16:creationId xmlns:a16="http://schemas.microsoft.com/office/drawing/2014/main" id="{C0CE4B8C-999A-46C7-9C91-44F5689E0752}"/>
              </a:ext>
            </a:extLst>
          </p:cNvPr>
          <p:cNvSpPr>
            <a:spLocks noGrp="1"/>
          </p:cNvSpPr>
          <p:nvPr/>
        </p:nvSpPr>
        <p:spPr>
          <a:xfrm>
            <a:off x="464812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F1_main_prauc_522">
            <a:extLst>
              <a:ext uri="{FF2B5EF4-FFF2-40B4-BE49-F238E27FC236}">
                <a16:creationId xmlns:a16="http://schemas.microsoft.com/office/drawing/2014/main" id="{6FCAB38E-E609-4303-B207-99CCE84C762E}"/>
              </a:ext>
            </a:extLst>
          </p:cNvPr>
          <p:cNvSpPr>
            <a:spLocks noGrp="1"/>
          </p:cNvSpPr>
          <p:nvPr/>
        </p:nvSpPr>
        <p:spPr>
          <a:xfrm>
            <a:off x="4767030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F1_main_prauc_523">
            <a:extLst>
              <a:ext uri="{FF2B5EF4-FFF2-40B4-BE49-F238E27FC236}">
                <a16:creationId xmlns:a16="http://schemas.microsoft.com/office/drawing/2014/main" id="{F2A46B74-C718-42E1-BE56-ACD37CE94A27}"/>
              </a:ext>
            </a:extLst>
          </p:cNvPr>
          <p:cNvSpPr>
            <a:spLocks noGrp="1"/>
          </p:cNvSpPr>
          <p:nvPr/>
        </p:nvSpPr>
        <p:spPr>
          <a:xfrm>
            <a:off x="4567897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F1_main_prauc_524">
            <a:extLst>
              <a:ext uri="{FF2B5EF4-FFF2-40B4-BE49-F238E27FC236}">
                <a16:creationId xmlns:a16="http://schemas.microsoft.com/office/drawing/2014/main" id="{7525CC01-3479-4676-8CD8-C6777515E3FF}"/>
              </a:ext>
            </a:extLst>
          </p:cNvPr>
          <p:cNvSpPr>
            <a:spLocks noGrp="1"/>
          </p:cNvSpPr>
          <p:nvPr/>
        </p:nvSpPr>
        <p:spPr>
          <a:xfrm>
            <a:off x="462359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F1_main_prauc_525">
            <a:extLst>
              <a:ext uri="{FF2B5EF4-FFF2-40B4-BE49-F238E27FC236}">
                <a16:creationId xmlns:a16="http://schemas.microsoft.com/office/drawing/2014/main" id="{F5ADCC8E-CE62-4312-A092-939A0059F970}"/>
              </a:ext>
            </a:extLst>
          </p:cNvPr>
          <p:cNvSpPr>
            <a:spLocks noGrp="1"/>
          </p:cNvSpPr>
          <p:nvPr/>
        </p:nvSpPr>
        <p:spPr>
          <a:xfrm>
            <a:off x="4650529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F1_main_prauc_526">
            <a:extLst>
              <a:ext uri="{FF2B5EF4-FFF2-40B4-BE49-F238E27FC236}">
                <a16:creationId xmlns:a16="http://schemas.microsoft.com/office/drawing/2014/main" id="{97E4C31B-D318-4CAD-AACA-8E1CEC446BDA}"/>
              </a:ext>
            </a:extLst>
          </p:cNvPr>
          <p:cNvSpPr>
            <a:spLocks noGrp="1"/>
          </p:cNvSpPr>
          <p:nvPr/>
        </p:nvSpPr>
        <p:spPr>
          <a:xfrm>
            <a:off x="4613094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F1_main_prauc_527">
            <a:extLst>
              <a:ext uri="{FF2B5EF4-FFF2-40B4-BE49-F238E27FC236}">
                <a16:creationId xmlns:a16="http://schemas.microsoft.com/office/drawing/2014/main" id="{86FDD4D8-0F00-49D0-938A-6F8396C507AF}"/>
              </a:ext>
            </a:extLst>
          </p:cNvPr>
          <p:cNvSpPr>
            <a:spLocks noGrp="1"/>
          </p:cNvSpPr>
          <p:nvPr/>
        </p:nvSpPr>
        <p:spPr>
          <a:xfrm>
            <a:off x="4642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F1_main_prauc_528">
            <a:extLst>
              <a:ext uri="{FF2B5EF4-FFF2-40B4-BE49-F238E27FC236}">
                <a16:creationId xmlns:a16="http://schemas.microsoft.com/office/drawing/2014/main" id="{851DFAD4-9441-4FE3-B9EA-D0731C190CF1}"/>
              </a:ext>
            </a:extLst>
          </p:cNvPr>
          <p:cNvSpPr>
            <a:spLocks noGrp="1"/>
          </p:cNvSpPr>
          <p:nvPr/>
        </p:nvSpPr>
        <p:spPr>
          <a:xfrm>
            <a:off x="45829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F1_main_prauc_529">
            <a:extLst>
              <a:ext uri="{FF2B5EF4-FFF2-40B4-BE49-F238E27FC236}">
                <a16:creationId xmlns:a16="http://schemas.microsoft.com/office/drawing/2014/main" id="{7661C81B-533C-4D05-946C-6F2F6DE4A53C}"/>
              </a:ext>
            </a:extLst>
          </p:cNvPr>
          <p:cNvSpPr>
            <a:spLocks noGrp="1"/>
          </p:cNvSpPr>
          <p:nvPr/>
        </p:nvSpPr>
        <p:spPr>
          <a:xfrm>
            <a:off x="46313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F1_main_prauc_530">
            <a:extLst>
              <a:ext uri="{FF2B5EF4-FFF2-40B4-BE49-F238E27FC236}">
                <a16:creationId xmlns:a16="http://schemas.microsoft.com/office/drawing/2014/main" id="{F9592456-3C56-4A70-9AE2-98EB776A363B}"/>
              </a:ext>
            </a:extLst>
          </p:cNvPr>
          <p:cNvSpPr>
            <a:spLocks noGrp="1"/>
          </p:cNvSpPr>
          <p:nvPr/>
        </p:nvSpPr>
        <p:spPr>
          <a:xfrm>
            <a:off x="4700933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F1_main_prauc_531">
            <a:extLst>
              <a:ext uri="{FF2B5EF4-FFF2-40B4-BE49-F238E27FC236}">
                <a16:creationId xmlns:a16="http://schemas.microsoft.com/office/drawing/2014/main" id="{70D976CD-D0BB-4E56-92C9-D0904050A5B5}"/>
              </a:ext>
            </a:extLst>
          </p:cNvPr>
          <p:cNvSpPr>
            <a:spLocks noGrp="1"/>
          </p:cNvSpPr>
          <p:nvPr/>
        </p:nvSpPr>
        <p:spPr>
          <a:xfrm>
            <a:off x="4787096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F1_main_prauc_532">
            <a:extLst>
              <a:ext uri="{FF2B5EF4-FFF2-40B4-BE49-F238E27FC236}">
                <a16:creationId xmlns:a16="http://schemas.microsoft.com/office/drawing/2014/main" id="{FA8AE9AB-1D34-46FC-B6C0-41F615B363BD}"/>
              </a:ext>
            </a:extLst>
          </p:cNvPr>
          <p:cNvSpPr>
            <a:spLocks noGrp="1"/>
          </p:cNvSpPr>
          <p:nvPr/>
        </p:nvSpPr>
        <p:spPr>
          <a:xfrm>
            <a:off x="460962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F1_main_prauc_533">
            <a:extLst>
              <a:ext uri="{FF2B5EF4-FFF2-40B4-BE49-F238E27FC236}">
                <a16:creationId xmlns:a16="http://schemas.microsoft.com/office/drawing/2014/main" id="{AE4141AA-1EEB-42C2-8B4F-0240FBEA769E}"/>
              </a:ext>
            </a:extLst>
          </p:cNvPr>
          <p:cNvSpPr>
            <a:spLocks noGrp="1"/>
          </p:cNvSpPr>
          <p:nvPr/>
        </p:nvSpPr>
        <p:spPr>
          <a:xfrm>
            <a:off x="474827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F1_main_prauc_534">
            <a:extLst>
              <a:ext uri="{FF2B5EF4-FFF2-40B4-BE49-F238E27FC236}">
                <a16:creationId xmlns:a16="http://schemas.microsoft.com/office/drawing/2014/main" id="{B7B0F3A7-EC2F-4A4E-BA6C-594A958C2F20}"/>
              </a:ext>
            </a:extLst>
          </p:cNvPr>
          <p:cNvSpPr>
            <a:spLocks noGrp="1"/>
          </p:cNvSpPr>
          <p:nvPr/>
        </p:nvSpPr>
        <p:spPr>
          <a:xfrm>
            <a:off x="4667323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F1_main_prauc_535">
            <a:extLst>
              <a:ext uri="{FF2B5EF4-FFF2-40B4-BE49-F238E27FC236}">
                <a16:creationId xmlns:a16="http://schemas.microsoft.com/office/drawing/2014/main" id="{FCF5F94C-31FF-4275-A7AE-1DD32AE7B772}"/>
              </a:ext>
            </a:extLst>
          </p:cNvPr>
          <p:cNvSpPr>
            <a:spLocks noGrp="1"/>
          </p:cNvSpPr>
          <p:nvPr/>
        </p:nvSpPr>
        <p:spPr>
          <a:xfrm>
            <a:off x="4740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F1_main_prauc_536">
            <a:extLst>
              <a:ext uri="{FF2B5EF4-FFF2-40B4-BE49-F238E27FC236}">
                <a16:creationId xmlns:a16="http://schemas.microsoft.com/office/drawing/2014/main" id="{3A02FB6E-E890-4B42-8678-6088ADD8798E}"/>
              </a:ext>
            </a:extLst>
          </p:cNvPr>
          <p:cNvSpPr>
            <a:spLocks noGrp="1"/>
          </p:cNvSpPr>
          <p:nvPr/>
        </p:nvSpPr>
        <p:spPr>
          <a:xfrm>
            <a:off x="46001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F1_main_prauc_537">
            <a:extLst>
              <a:ext uri="{FF2B5EF4-FFF2-40B4-BE49-F238E27FC236}">
                <a16:creationId xmlns:a16="http://schemas.microsoft.com/office/drawing/2014/main" id="{AB7CEB44-8A82-4923-865E-260C6BA36119}"/>
              </a:ext>
            </a:extLst>
          </p:cNvPr>
          <p:cNvSpPr>
            <a:spLocks noGrp="1"/>
          </p:cNvSpPr>
          <p:nvPr/>
        </p:nvSpPr>
        <p:spPr>
          <a:xfrm>
            <a:off x="468050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F1_main_prauc_538">
            <a:extLst>
              <a:ext uri="{FF2B5EF4-FFF2-40B4-BE49-F238E27FC236}">
                <a16:creationId xmlns:a16="http://schemas.microsoft.com/office/drawing/2014/main" id="{56AFC1F4-F78B-419E-9E19-D34F4681197C}"/>
              </a:ext>
            </a:extLst>
          </p:cNvPr>
          <p:cNvSpPr>
            <a:spLocks noGrp="1"/>
          </p:cNvSpPr>
          <p:nvPr/>
        </p:nvSpPr>
        <p:spPr>
          <a:xfrm>
            <a:off x="472922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F1_main_prauc_539">
            <a:extLst>
              <a:ext uri="{FF2B5EF4-FFF2-40B4-BE49-F238E27FC236}">
                <a16:creationId xmlns:a16="http://schemas.microsoft.com/office/drawing/2014/main" id="{8AD5CF28-35BE-430F-8F5B-2A55A9ADBA9A}"/>
              </a:ext>
            </a:extLst>
          </p:cNvPr>
          <p:cNvSpPr>
            <a:spLocks noGrp="1"/>
          </p:cNvSpPr>
          <p:nvPr/>
        </p:nvSpPr>
        <p:spPr>
          <a:xfrm>
            <a:off x="4735706" y="42981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F1_main_prauc_540">
            <a:extLst>
              <a:ext uri="{FF2B5EF4-FFF2-40B4-BE49-F238E27FC236}">
                <a16:creationId xmlns:a16="http://schemas.microsoft.com/office/drawing/2014/main" id="{24241C9B-38FF-4083-91CE-53BE89CDC6A1}"/>
              </a:ext>
            </a:extLst>
          </p:cNvPr>
          <p:cNvSpPr>
            <a:spLocks noGrp="1"/>
          </p:cNvSpPr>
          <p:nvPr/>
        </p:nvSpPr>
        <p:spPr>
          <a:xfrm>
            <a:off x="46386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F1_main_prauc_541">
            <a:extLst>
              <a:ext uri="{FF2B5EF4-FFF2-40B4-BE49-F238E27FC236}">
                <a16:creationId xmlns:a16="http://schemas.microsoft.com/office/drawing/2014/main" id="{EB1CFB83-4598-4018-95B1-88B0E8F44BBB}"/>
              </a:ext>
            </a:extLst>
          </p:cNvPr>
          <p:cNvSpPr>
            <a:spLocks noGrp="1"/>
          </p:cNvSpPr>
          <p:nvPr/>
        </p:nvSpPr>
        <p:spPr>
          <a:xfrm>
            <a:off x="457198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F1_main_prauc_542">
            <a:extLst>
              <a:ext uri="{FF2B5EF4-FFF2-40B4-BE49-F238E27FC236}">
                <a16:creationId xmlns:a16="http://schemas.microsoft.com/office/drawing/2014/main" id="{7AEA47C0-0DD0-4109-96B7-B8C545E421C8}"/>
              </a:ext>
            </a:extLst>
          </p:cNvPr>
          <p:cNvSpPr>
            <a:spLocks noGrp="1"/>
          </p:cNvSpPr>
          <p:nvPr/>
        </p:nvSpPr>
        <p:spPr>
          <a:xfrm>
            <a:off x="456032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F1_main_prauc_543">
            <a:extLst>
              <a:ext uri="{FF2B5EF4-FFF2-40B4-BE49-F238E27FC236}">
                <a16:creationId xmlns:a16="http://schemas.microsoft.com/office/drawing/2014/main" id="{982A11D0-03D2-4E35-AA96-DA1C218BD682}"/>
              </a:ext>
            </a:extLst>
          </p:cNvPr>
          <p:cNvSpPr>
            <a:spLocks noGrp="1"/>
          </p:cNvSpPr>
          <p:nvPr/>
        </p:nvSpPr>
        <p:spPr>
          <a:xfrm>
            <a:off x="46756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F1_main_prauc_544">
            <a:extLst>
              <a:ext uri="{FF2B5EF4-FFF2-40B4-BE49-F238E27FC236}">
                <a16:creationId xmlns:a16="http://schemas.microsoft.com/office/drawing/2014/main" id="{87B73E3F-407D-45B0-92DC-5972E4379BAE}"/>
              </a:ext>
            </a:extLst>
          </p:cNvPr>
          <p:cNvSpPr>
            <a:spLocks noGrp="1"/>
          </p:cNvSpPr>
          <p:nvPr/>
        </p:nvSpPr>
        <p:spPr>
          <a:xfrm>
            <a:off x="4767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F1_main_prauc_545">
            <a:extLst>
              <a:ext uri="{FF2B5EF4-FFF2-40B4-BE49-F238E27FC236}">
                <a16:creationId xmlns:a16="http://schemas.microsoft.com/office/drawing/2014/main" id="{FF1D4C89-8B12-4162-9365-E94B81932E69}"/>
              </a:ext>
            </a:extLst>
          </p:cNvPr>
          <p:cNvSpPr>
            <a:spLocks noGrp="1"/>
          </p:cNvSpPr>
          <p:nvPr/>
        </p:nvSpPr>
        <p:spPr>
          <a:xfrm>
            <a:off x="47007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F1_main_prauc_546">
            <a:extLst>
              <a:ext uri="{FF2B5EF4-FFF2-40B4-BE49-F238E27FC236}">
                <a16:creationId xmlns:a16="http://schemas.microsoft.com/office/drawing/2014/main" id="{B94D3E0C-B56B-48A4-B813-9E22BED3BE2E}"/>
              </a:ext>
            </a:extLst>
          </p:cNvPr>
          <p:cNvSpPr>
            <a:spLocks noGrp="1"/>
          </p:cNvSpPr>
          <p:nvPr/>
        </p:nvSpPr>
        <p:spPr>
          <a:xfrm>
            <a:off x="47797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F1_main_prauc_547">
            <a:extLst>
              <a:ext uri="{FF2B5EF4-FFF2-40B4-BE49-F238E27FC236}">
                <a16:creationId xmlns:a16="http://schemas.microsoft.com/office/drawing/2014/main" id="{D6DC78DE-6400-439D-95E9-9331377B05A8}"/>
              </a:ext>
            </a:extLst>
          </p:cNvPr>
          <p:cNvSpPr>
            <a:spLocks noGrp="1"/>
          </p:cNvSpPr>
          <p:nvPr/>
        </p:nvSpPr>
        <p:spPr>
          <a:xfrm>
            <a:off x="466816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F1_main_prauc_548">
            <a:extLst>
              <a:ext uri="{FF2B5EF4-FFF2-40B4-BE49-F238E27FC236}">
                <a16:creationId xmlns:a16="http://schemas.microsoft.com/office/drawing/2014/main" id="{496ECC3C-F14F-4911-B24D-CC99BC7D01EB}"/>
              </a:ext>
            </a:extLst>
          </p:cNvPr>
          <p:cNvSpPr>
            <a:spLocks noGrp="1"/>
          </p:cNvSpPr>
          <p:nvPr/>
        </p:nvSpPr>
        <p:spPr>
          <a:xfrm>
            <a:off x="4724172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F1_main_prauc_549">
            <a:extLst>
              <a:ext uri="{FF2B5EF4-FFF2-40B4-BE49-F238E27FC236}">
                <a16:creationId xmlns:a16="http://schemas.microsoft.com/office/drawing/2014/main" id="{248E3E10-A80F-445D-AFBC-68D5671E8D63}"/>
              </a:ext>
            </a:extLst>
          </p:cNvPr>
          <p:cNvSpPr>
            <a:spLocks noGrp="1"/>
          </p:cNvSpPr>
          <p:nvPr/>
        </p:nvSpPr>
        <p:spPr>
          <a:xfrm>
            <a:off x="45630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F1_main_prauc_550">
            <a:extLst>
              <a:ext uri="{FF2B5EF4-FFF2-40B4-BE49-F238E27FC236}">
                <a16:creationId xmlns:a16="http://schemas.microsoft.com/office/drawing/2014/main" id="{0F025B99-7E45-46B7-8055-1BC087117060}"/>
              </a:ext>
            </a:extLst>
          </p:cNvPr>
          <p:cNvSpPr>
            <a:spLocks noGrp="1"/>
          </p:cNvSpPr>
          <p:nvPr/>
        </p:nvSpPr>
        <p:spPr>
          <a:xfrm>
            <a:off x="4783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F1_main_prauc_551">
            <a:extLst>
              <a:ext uri="{FF2B5EF4-FFF2-40B4-BE49-F238E27FC236}">
                <a16:creationId xmlns:a16="http://schemas.microsoft.com/office/drawing/2014/main" id="{7CAFFB69-2D48-4E66-BCA1-B5489DC694AF}"/>
              </a:ext>
            </a:extLst>
          </p:cNvPr>
          <p:cNvSpPr>
            <a:spLocks noGrp="1"/>
          </p:cNvSpPr>
          <p:nvPr/>
        </p:nvSpPr>
        <p:spPr>
          <a:xfrm>
            <a:off x="455900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F1_main_prauc_552">
            <a:extLst>
              <a:ext uri="{FF2B5EF4-FFF2-40B4-BE49-F238E27FC236}">
                <a16:creationId xmlns:a16="http://schemas.microsoft.com/office/drawing/2014/main" id="{EFE1A045-5F89-4167-BFDC-EDFE7E4CE0F4}"/>
              </a:ext>
            </a:extLst>
          </p:cNvPr>
          <p:cNvSpPr>
            <a:spLocks noGrp="1"/>
          </p:cNvSpPr>
          <p:nvPr/>
        </p:nvSpPr>
        <p:spPr>
          <a:xfrm>
            <a:off x="4710688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F1_main_prauc_553">
            <a:extLst>
              <a:ext uri="{FF2B5EF4-FFF2-40B4-BE49-F238E27FC236}">
                <a16:creationId xmlns:a16="http://schemas.microsoft.com/office/drawing/2014/main" id="{E3DA17C4-C8AE-4918-805E-2DAE0F0DF49E}"/>
              </a:ext>
            </a:extLst>
          </p:cNvPr>
          <p:cNvSpPr>
            <a:spLocks noGrp="1"/>
          </p:cNvSpPr>
          <p:nvPr/>
        </p:nvSpPr>
        <p:spPr>
          <a:xfrm>
            <a:off x="47378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F1_main_prauc_554">
            <a:extLst>
              <a:ext uri="{FF2B5EF4-FFF2-40B4-BE49-F238E27FC236}">
                <a16:creationId xmlns:a16="http://schemas.microsoft.com/office/drawing/2014/main" id="{AB29F1D5-16EE-4760-833A-6302FFCB2196}"/>
              </a:ext>
            </a:extLst>
          </p:cNvPr>
          <p:cNvSpPr>
            <a:spLocks noGrp="1"/>
          </p:cNvSpPr>
          <p:nvPr/>
        </p:nvSpPr>
        <p:spPr>
          <a:xfrm>
            <a:off x="4775425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F1_main_prauc_555">
            <a:extLst>
              <a:ext uri="{FF2B5EF4-FFF2-40B4-BE49-F238E27FC236}">
                <a16:creationId xmlns:a16="http://schemas.microsoft.com/office/drawing/2014/main" id="{272C6004-A53E-4E00-A763-2D055854B08D}"/>
              </a:ext>
            </a:extLst>
          </p:cNvPr>
          <p:cNvSpPr>
            <a:spLocks noGrp="1"/>
          </p:cNvSpPr>
          <p:nvPr/>
        </p:nvSpPr>
        <p:spPr>
          <a:xfrm>
            <a:off x="468176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F1_main_prauc_556">
            <a:extLst>
              <a:ext uri="{FF2B5EF4-FFF2-40B4-BE49-F238E27FC236}">
                <a16:creationId xmlns:a16="http://schemas.microsoft.com/office/drawing/2014/main" id="{F4E0E765-F2D3-4741-B32B-DB04CA4E58C6}"/>
              </a:ext>
            </a:extLst>
          </p:cNvPr>
          <p:cNvSpPr>
            <a:spLocks noGrp="1"/>
          </p:cNvSpPr>
          <p:nvPr/>
        </p:nvSpPr>
        <p:spPr>
          <a:xfrm>
            <a:off x="4769363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F1_main_prauc_557">
            <a:extLst>
              <a:ext uri="{FF2B5EF4-FFF2-40B4-BE49-F238E27FC236}">
                <a16:creationId xmlns:a16="http://schemas.microsoft.com/office/drawing/2014/main" id="{DBF2DF86-4372-47D1-884E-15CDD75AC161}"/>
              </a:ext>
            </a:extLst>
          </p:cNvPr>
          <p:cNvSpPr>
            <a:spLocks noGrp="1"/>
          </p:cNvSpPr>
          <p:nvPr/>
        </p:nvSpPr>
        <p:spPr>
          <a:xfrm>
            <a:off x="4677877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F1_main_prauc_558">
            <a:extLst>
              <a:ext uri="{FF2B5EF4-FFF2-40B4-BE49-F238E27FC236}">
                <a16:creationId xmlns:a16="http://schemas.microsoft.com/office/drawing/2014/main" id="{496FBFB0-070F-4984-BEB7-1398568E5653}"/>
              </a:ext>
            </a:extLst>
          </p:cNvPr>
          <p:cNvSpPr>
            <a:spLocks noGrp="1"/>
          </p:cNvSpPr>
          <p:nvPr/>
        </p:nvSpPr>
        <p:spPr>
          <a:xfrm>
            <a:off x="465713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F1_main_prauc_559">
            <a:extLst>
              <a:ext uri="{FF2B5EF4-FFF2-40B4-BE49-F238E27FC236}">
                <a16:creationId xmlns:a16="http://schemas.microsoft.com/office/drawing/2014/main" id="{5DC04307-F8C6-4A7D-9E61-5FD014567BF3}"/>
              </a:ext>
            </a:extLst>
          </p:cNvPr>
          <p:cNvSpPr>
            <a:spLocks noGrp="1"/>
          </p:cNvSpPr>
          <p:nvPr/>
        </p:nvSpPr>
        <p:spPr>
          <a:xfrm>
            <a:off x="456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F1_main_prauc_560">
            <a:extLst>
              <a:ext uri="{FF2B5EF4-FFF2-40B4-BE49-F238E27FC236}">
                <a16:creationId xmlns:a16="http://schemas.microsoft.com/office/drawing/2014/main" id="{E4C7869B-AAEC-4CFD-BA1F-3C6D822E344C}"/>
              </a:ext>
            </a:extLst>
          </p:cNvPr>
          <p:cNvSpPr>
            <a:spLocks noGrp="1"/>
          </p:cNvSpPr>
          <p:nvPr/>
        </p:nvSpPr>
        <p:spPr>
          <a:xfrm>
            <a:off x="4610999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F1_main_prauc_561">
            <a:extLst>
              <a:ext uri="{FF2B5EF4-FFF2-40B4-BE49-F238E27FC236}">
                <a16:creationId xmlns:a16="http://schemas.microsoft.com/office/drawing/2014/main" id="{5F08FE68-DC7A-4B46-9C16-51130C3D1BB6}"/>
              </a:ext>
            </a:extLst>
          </p:cNvPr>
          <p:cNvSpPr>
            <a:spLocks noGrp="1"/>
          </p:cNvSpPr>
          <p:nvPr/>
        </p:nvSpPr>
        <p:spPr>
          <a:xfrm>
            <a:off x="468926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F1_main_prauc_562">
            <a:extLst>
              <a:ext uri="{FF2B5EF4-FFF2-40B4-BE49-F238E27FC236}">
                <a16:creationId xmlns:a16="http://schemas.microsoft.com/office/drawing/2014/main" id="{C13D2688-2F7A-4B8D-A080-91552FF23A52}"/>
              </a:ext>
            </a:extLst>
          </p:cNvPr>
          <p:cNvSpPr>
            <a:spLocks noGrp="1"/>
          </p:cNvSpPr>
          <p:nvPr/>
        </p:nvSpPr>
        <p:spPr>
          <a:xfrm>
            <a:off x="4772391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F1_main_prauc_563">
            <a:extLst>
              <a:ext uri="{FF2B5EF4-FFF2-40B4-BE49-F238E27FC236}">
                <a16:creationId xmlns:a16="http://schemas.microsoft.com/office/drawing/2014/main" id="{FB85ECA8-2E08-4EDE-AC00-6A6E7C68631F}"/>
              </a:ext>
            </a:extLst>
          </p:cNvPr>
          <p:cNvSpPr>
            <a:spLocks noGrp="1"/>
          </p:cNvSpPr>
          <p:nvPr/>
        </p:nvSpPr>
        <p:spPr>
          <a:xfrm>
            <a:off x="4758029" y="51536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F1_main_prauc_564">
            <a:extLst>
              <a:ext uri="{FF2B5EF4-FFF2-40B4-BE49-F238E27FC236}">
                <a16:creationId xmlns:a16="http://schemas.microsoft.com/office/drawing/2014/main" id="{87701334-E9B8-4100-A4DC-3B055585EE56}"/>
              </a:ext>
            </a:extLst>
          </p:cNvPr>
          <p:cNvSpPr>
            <a:spLocks noGrp="1"/>
          </p:cNvSpPr>
          <p:nvPr/>
        </p:nvSpPr>
        <p:spPr>
          <a:xfrm>
            <a:off x="4750983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F1_main_prauc_565">
            <a:extLst>
              <a:ext uri="{FF2B5EF4-FFF2-40B4-BE49-F238E27FC236}">
                <a16:creationId xmlns:a16="http://schemas.microsoft.com/office/drawing/2014/main" id="{6D3DE251-9E3B-4014-9ADC-3EAC2C31899B}"/>
              </a:ext>
            </a:extLst>
          </p:cNvPr>
          <p:cNvSpPr>
            <a:spLocks noGrp="1"/>
          </p:cNvSpPr>
          <p:nvPr/>
        </p:nvSpPr>
        <p:spPr>
          <a:xfrm>
            <a:off x="46219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F1_main_prauc_566">
            <a:extLst>
              <a:ext uri="{FF2B5EF4-FFF2-40B4-BE49-F238E27FC236}">
                <a16:creationId xmlns:a16="http://schemas.microsoft.com/office/drawing/2014/main" id="{DFA6FC4C-DA6E-4001-84C9-2C0F0C0D836E}"/>
              </a:ext>
            </a:extLst>
          </p:cNvPr>
          <p:cNvSpPr>
            <a:spLocks noGrp="1"/>
          </p:cNvSpPr>
          <p:nvPr/>
        </p:nvSpPr>
        <p:spPr>
          <a:xfrm>
            <a:off x="4724583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F1_main_prauc_567">
            <a:extLst>
              <a:ext uri="{FF2B5EF4-FFF2-40B4-BE49-F238E27FC236}">
                <a16:creationId xmlns:a16="http://schemas.microsoft.com/office/drawing/2014/main" id="{11BA669A-C7F8-4C78-9E8D-34F30B0A0481}"/>
              </a:ext>
            </a:extLst>
          </p:cNvPr>
          <p:cNvSpPr>
            <a:spLocks noGrp="1"/>
          </p:cNvSpPr>
          <p:nvPr/>
        </p:nvSpPr>
        <p:spPr>
          <a:xfrm>
            <a:off x="47271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F1_main_prauc_568">
            <a:extLst>
              <a:ext uri="{FF2B5EF4-FFF2-40B4-BE49-F238E27FC236}">
                <a16:creationId xmlns:a16="http://schemas.microsoft.com/office/drawing/2014/main" id="{BF862E73-0A7D-4D21-A706-6A69A94B7145}"/>
              </a:ext>
            </a:extLst>
          </p:cNvPr>
          <p:cNvSpPr>
            <a:spLocks noGrp="1"/>
          </p:cNvSpPr>
          <p:nvPr/>
        </p:nvSpPr>
        <p:spPr>
          <a:xfrm>
            <a:off x="477396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F1_main_prauc_569">
            <a:extLst>
              <a:ext uri="{FF2B5EF4-FFF2-40B4-BE49-F238E27FC236}">
                <a16:creationId xmlns:a16="http://schemas.microsoft.com/office/drawing/2014/main" id="{4D7ABF8C-C5B9-41B5-B0A0-313AFA4FE2E4}"/>
              </a:ext>
            </a:extLst>
          </p:cNvPr>
          <p:cNvSpPr>
            <a:spLocks noGrp="1"/>
          </p:cNvSpPr>
          <p:nvPr/>
        </p:nvSpPr>
        <p:spPr>
          <a:xfrm>
            <a:off x="46761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F1_main_prauc_570">
            <a:extLst>
              <a:ext uri="{FF2B5EF4-FFF2-40B4-BE49-F238E27FC236}">
                <a16:creationId xmlns:a16="http://schemas.microsoft.com/office/drawing/2014/main" id="{3FBB75C6-6C19-45A8-8CF2-32ED5590931D}"/>
              </a:ext>
            </a:extLst>
          </p:cNvPr>
          <p:cNvSpPr>
            <a:spLocks noGrp="1"/>
          </p:cNvSpPr>
          <p:nvPr/>
        </p:nvSpPr>
        <p:spPr>
          <a:xfrm>
            <a:off x="471173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F1_main_prauc_571">
            <a:extLst>
              <a:ext uri="{FF2B5EF4-FFF2-40B4-BE49-F238E27FC236}">
                <a16:creationId xmlns:a16="http://schemas.microsoft.com/office/drawing/2014/main" id="{EF635E65-3F70-42EE-AE18-06E15F68F978}"/>
              </a:ext>
            </a:extLst>
          </p:cNvPr>
          <p:cNvSpPr>
            <a:spLocks noGrp="1"/>
          </p:cNvSpPr>
          <p:nvPr/>
        </p:nvSpPr>
        <p:spPr>
          <a:xfrm>
            <a:off x="4563212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F1_main_prauc_572">
            <a:extLst>
              <a:ext uri="{FF2B5EF4-FFF2-40B4-BE49-F238E27FC236}">
                <a16:creationId xmlns:a16="http://schemas.microsoft.com/office/drawing/2014/main" id="{8C070E03-EFB7-4B9E-BDED-9BBA04FAE43D}"/>
              </a:ext>
            </a:extLst>
          </p:cNvPr>
          <p:cNvSpPr>
            <a:spLocks noGrp="1"/>
          </p:cNvSpPr>
          <p:nvPr/>
        </p:nvSpPr>
        <p:spPr>
          <a:xfrm>
            <a:off x="4712421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F1_main_prauc_573">
            <a:extLst>
              <a:ext uri="{FF2B5EF4-FFF2-40B4-BE49-F238E27FC236}">
                <a16:creationId xmlns:a16="http://schemas.microsoft.com/office/drawing/2014/main" id="{FD506F89-9220-4CEF-9834-91721E49DAAE}"/>
              </a:ext>
            </a:extLst>
          </p:cNvPr>
          <p:cNvSpPr>
            <a:spLocks noGrp="1"/>
          </p:cNvSpPr>
          <p:nvPr/>
        </p:nvSpPr>
        <p:spPr>
          <a:xfrm>
            <a:off x="4796491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F1_main_prauc_574">
            <a:extLst>
              <a:ext uri="{FF2B5EF4-FFF2-40B4-BE49-F238E27FC236}">
                <a16:creationId xmlns:a16="http://schemas.microsoft.com/office/drawing/2014/main" id="{B26C2188-30B7-498B-9729-7A27AA9177C1}"/>
              </a:ext>
            </a:extLst>
          </p:cNvPr>
          <p:cNvSpPr>
            <a:spLocks noGrp="1"/>
          </p:cNvSpPr>
          <p:nvPr/>
        </p:nvSpPr>
        <p:spPr>
          <a:xfrm>
            <a:off x="4642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F1_main_prauc_575">
            <a:extLst>
              <a:ext uri="{FF2B5EF4-FFF2-40B4-BE49-F238E27FC236}">
                <a16:creationId xmlns:a16="http://schemas.microsoft.com/office/drawing/2014/main" id="{43FB0159-4E42-4F13-BDAA-02CCF99C058B}"/>
              </a:ext>
            </a:extLst>
          </p:cNvPr>
          <p:cNvSpPr>
            <a:spLocks noGrp="1"/>
          </p:cNvSpPr>
          <p:nvPr/>
        </p:nvSpPr>
        <p:spPr>
          <a:xfrm>
            <a:off x="46983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F1_main_prauc_576">
            <a:extLst>
              <a:ext uri="{FF2B5EF4-FFF2-40B4-BE49-F238E27FC236}">
                <a16:creationId xmlns:a16="http://schemas.microsoft.com/office/drawing/2014/main" id="{F49F45AA-B5A8-48D0-8909-56B0F58BA817}"/>
              </a:ext>
            </a:extLst>
          </p:cNvPr>
          <p:cNvSpPr>
            <a:spLocks noGrp="1"/>
          </p:cNvSpPr>
          <p:nvPr/>
        </p:nvSpPr>
        <p:spPr>
          <a:xfrm>
            <a:off x="46510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F1_main_prauc_577">
            <a:extLst>
              <a:ext uri="{FF2B5EF4-FFF2-40B4-BE49-F238E27FC236}">
                <a16:creationId xmlns:a16="http://schemas.microsoft.com/office/drawing/2014/main" id="{703EC377-119B-4FBD-B367-3FBB3D5EAF45}"/>
              </a:ext>
            </a:extLst>
          </p:cNvPr>
          <p:cNvSpPr>
            <a:spLocks noGrp="1"/>
          </p:cNvSpPr>
          <p:nvPr/>
        </p:nvSpPr>
        <p:spPr>
          <a:xfrm>
            <a:off x="4636795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F1_main_prauc_578">
            <a:extLst>
              <a:ext uri="{FF2B5EF4-FFF2-40B4-BE49-F238E27FC236}">
                <a16:creationId xmlns:a16="http://schemas.microsoft.com/office/drawing/2014/main" id="{CF26E765-CFE9-41DD-9791-488E121F643C}"/>
              </a:ext>
            </a:extLst>
          </p:cNvPr>
          <p:cNvSpPr>
            <a:spLocks noGrp="1"/>
          </p:cNvSpPr>
          <p:nvPr/>
        </p:nvSpPr>
        <p:spPr>
          <a:xfrm>
            <a:off x="4578120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F1_main_prauc_579">
            <a:extLst>
              <a:ext uri="{FF2B5EF4-FFF2-40B4-BE49-F238E27FC236}">
                <a16:creationId xmlns:a16="http://schemas.microsoft.com/office/drawing/2014/main" id="{DF94F57A-EC1D-4F0D-8869-E8F2633A77F1}"/>
              </a:ext>
            </a:extLst>
          </p:cNvPr>
          <p:cNvSpPr>
            <a:spLocks noGrp="1"/>
          </p:cNvSpPr>
          <p:nvPr/>
        </p:nvSpPr>
        <p:spPr>
          <a:xfrm>
            <a:off x="4688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F1_main_prauc_580">
            <a:extLst>
              <a:ext uri="{FF2B5EF4-FFF2-40B4-BE49-F238E27FC236}">
                <a16:creationId xmlns:a16="http://schemas.microsoft.com/office/drawing/2014/main" id="{E6488722-56CE-4EB2-BBB0-BE1767FB5108}"/>
              </a:ext>
            </a:extLst>
          </p:cNvPr>
          <p:cNvSpPr>
            <a:spLocks noGrp="1"/>
          </p:cNvSpPr>
          <p:nvPr/>
        </p:nvSpPr>
        <p:spPr>
          <a:xfrm>
            <a:off x="465545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F1_main_prauc_581">
            <a:extLst>
              <a:ext uri="{FF2B5EF4-FFF2-40B4-BE49-F238E27FC236}">
                <a16:creationId xmlns:a16="http://schemas.microsoft.com/office/drawing/2014/main" id="{05FE1D4D-F598-4D86-BD4A-E5D2B9411AEB}"/>
              </a:ext>
            </a:extLst>
          </p:cNvPr>
          <p:cNvSpPr>
            <a:spLocks noGrp="1"/>
          </p:cNvSpPr>
          <p:nvPr/>
        </p:nvSpPr>
        <p:spPr>
          <a:xfrm>
            <a:off x="46477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F1_main_prauc_582">
            <a:extLst>
              <a:ext uri="{FF2B5EF4-FFF2-40B4-BE49-F238E27FC236}">
                <a16:creationId xmlns:a16="http://schemas.microsoft.com/office/drawing/2014/main" id="{1C3BA7AD-C3D6-4FD3-BAD9-CA4CE64B009A}"/>
              </a:ext>
            </a:extLst>
          </p:cNvPr>
          <p:cNvSpPr>
            <a:spLocks noGrp="1"/>
          </p:cNvSpPr>
          <p:nvPr/>
        </p:nvSpPr>
        <p:spPr>
          <a:xfrm>
            <a:off x="45649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F1_main_prauc_583">
            <a:extLst>
              <a:ext uri="{FF2B5EF4-FFF2-40B4-BE49-F238E27FC236}">
                <a16:creationId xmlns:a16="http://schemas.microsoft.com/office/drawing/2014/main" id="{1B27E6A2-BA5E-49D3-B2A9-0369D4DB4B4F}"/>
              </a:ext>
            </a:extLst>
          </p:cNvPr>
          <p:cNvSpPr>
            <a:spLocks noGrp="1"/>
          </p:cNvSpPr>
          <p:nvPr/>
        </p:nvSpPr>
        <p:spPr>
          <a:xfrm>
            <a:off x="4736545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F1_main_prauc_584">
            <a:extLst>
              <a:ext uri="{FF2B5EF4-FFF2-40B4-BE49-F238E27FC236}">
                <a16:creationId xmlns:a16="http://schemas.microsoft.com/office/drawing/2014/main" id="{E111B6B6-E190-4211-8461-EAF160D4998A}"/>
              </a:ext>
            </a:extLst>
          </p:cNvPr>
          <p:cNvSpPr>
            <a:spLocks noGrp="1"/>
          </p:cNvSpPr>
          <p:nvPr/>
        </p:nvSpPr>
        <p:spPr>
          <a:xfrm>
            <a:off x="47913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F1_main_prauc_585">
            <a:extLst>
              <a:ext uri="{FF2B5EF4-FFF2-40B4-BE49-F238E27FC236}">
                <a16:creationId xmlns:a16="http://schemas.microsoft.com/office/drawing/2014/main" id="{3E6CC77F-566E-4A45-972B-0ED4FF403359}"/>
              </a:ext>
            </a:extLst>
          </p:cNvPr>
          <p:cNvSpPr>
            <a:spLocks noGrp="1"/>
          </p:cNvSpPr>
          <p:nvPr/>
        </p:nvSpPr>
        <p:spPr>
          <a:xfrm>
            <a:off x="4793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F1_main_prauc_586">
            <a:extLst>
              <a:ext uri="{FF2B5EF4-FFF2-40B4-BE49-F238E27FC236}">
                <a16:creationId xmlns:a16="http://schemas.microsoft.com/office/drawing/2014/main" id="{87D5D379-A686-4945-8DA3-69BD9E66C2AF}"/>
              </a:ext>
            </a:extLst>
          </p:cNvPr>
          <p:cNvSpPr>
            <a:spLocks noGrp="1"/>
          </p:cNvSpPr>
          <p:nvPr/>
        </p:nvSpPr>
        <p:spPr>
          <a:xfrm>
            <a:off x="4665825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F1_main_prauc_587">
            <a:extLst>
              <a:ext uri="{FF2B5EF4-FFF2-40B4-BE49-F238E27FC236}">
                <a16:creationId xmlns:a16="http://schemas.microsoft.com/office/drawing/2014/main" id="{F5580551-B3F4-42CE-A193-5A5E3D375658}"/>
              </a:ext>
            </a:extLst>
          </p:cNvPr>
          <p:cNvSpPr>
            <a:spLocks noGrp="1"/>
          </p:cNvSpPr>
          <p:nvPr/>
        </p:nvSpPr>
        <p:spPr>
          <a:xfrm>
            <a:off x="4579995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F1_main_prauc_588">
            <a:extLst>
              <a:ext uri="{FF2B5EF4-FFF2-40B4-BE49-F238E27FC236}">
                <a16:creationId xmlns:a16="http://schemas.microsoft.com/office/drawing/2014/main" id="{BF081EB4-C389-4A3D-B646-7C33082F40B7}"/>
              </a:ext>
            </a:extLst>
          </p:cNvPr>
          <p:cNvSpPr>
            <a:spLocks noGrp="1"/>
          </p:cNvSpPr>
          <p:nvPr/>
        </p:nvSpPr>
        <p:spPr>
          <a:xfrm>
            <a:off x="46978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F1_main_prauc_589">
            <a:extLst>
              <a:ext uri="{FF2B5EF4-FFF2-40B4-BE49-F238E27FC236}">
                <a16:creationId xmlns:a16="http://schemas.microsoft.com/office/drawing/2014/main" id="{3449B952-CB7B-4829-98A7-ED4856D0CC18}"/>
              </a:ext>
            </a:extLst>
          </p:cNvPr>
          <p:cNvSpPr>
            <a:spLocks noGrp="1"/>
          </p:cNvSpPr>
          <p:nvPr/>
        </p:nvSpPr>
        <p:spPr>
          <a:xfrm>
            <a:off x="4696917" y="54271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F1_main_prauc_590">
            <a:extLst>
              <a:ext uri="{FF2B5EF4-FFF2-40B4-BE49-F238E27FC236}">
                <a16:creationId xmlns:a16="http://schemas.microsoft.com/office/drawing/2014/main" id="{A4AB34BE-3BC8-435F-8C2D-BAB979780E67}"/>
              </a:ext>
            </a:extLst>
          </p:cNvPr>
          <p:cNvSpPr>
            <a:spLocks noGrp="1"/>
          </p:cNvSpPr>
          <p:nvPr/>
        </p:nvSpPr>
        <p:spPr>
          <a:xfrm>
            <a:off x="473514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F1_main_prauc_591">
            <a:extLst>
              <a:ext uri="{FF2B5EF4-FFF2-40B4-BE49-F238E27FC236}">
                <a16:creationId xmlns:a16="http://schemas.microsoft.com/office/drawing/2014/main" id="{47430310-C697-49FE-938B-07ED8B9D80AF}"/>
              </a:ext>
            </a:extLst>
          </p:cNvPr>
          <p:cNvSpPr>
            <a:spLocks noGrp="1"/>
          </p:cNvSpPr>
          <p:nvPr/>
        </p:nvSpPr>
        <p:spPr>
          <a:xfrm>
            <a:off x="469699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F1_main_prauc_592">
            <a:extLst>
              <a:ext uri="{FF2B5EF4-FFF2-40B4-BE49-F238E27FC236}">
                <a16:creationId xmlns:a16="http://schemas.microsoft.com/office/drawing/2014/main" id="{8294B360-874A-40AA-91BE-9D9975DEB370}"/>
              </a:ext>
            </a:extLst>
          </p:cNvPr>
          <p:cNvSpPr>
            <a:spLocks noGrp="1"/>
          </p:cNvSpPr>
          <p:nvPr/>
        </p:nvSpPr>
        <p:spPr>
          <a:xfrm>
            <a:off x="47478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F1_main_prauc_593">
            <a:extLst>
              <a:ext uri="{FF2B5EF4-FFF2-40B4-BE49-F238E27FC236}">
                <a16:creationId xmlns:a16="http://schemas.microsoft.com/office/drawing/2014/main" id="{BB8A201D-3ED5-4345-A093-F96CFFA8DDDA}"/>
              </a:ext>
            </a:extLst>
          </p:cNvPr>
          <p:cNvSpPr>
            <a:spLocks noGrp="1"/>
          </p:cNvSpPr>
          <p:nvPr/>
        </p:nvSpPr>
        <p:spPr>
          <a:xfrm>
            <a:off x="47389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F1_main_prauc_594">
            <a:extLst>
              <a:ext uri="{FF2B5EF4-FFF2-40B4-BE49-F238E27FC236}">
                <a16:creationId xmlns:a16="http://schemas.microsoft.com/office/drawing/2014/main" id="{83A318DB-C5CA-4E15-837A-6E6C055A4ADD}"/>
              </a:ext>
            </a:extLst>
          </p:cNvPr>
          <p:cNvSpPr>
            <a:spLocks noGrp="1"/>
          </p:cNvSpPr>
          <p:nvPr/>
        </p:nvSpPr>
        <p:spPr>
          <a:xfrm>
            <a:off x="4773994" y="53087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F1_main_prauc_595">
            <a:extLst>
              <a:ext uri="{FF2B5EF4-FFF2-40B4-BE49-F238E27FC236}">
                <a16:creationId xmlns:a16="http://schemas.microsoft.com/office/drawing/2014/main" id="{57BA8D93-2749-4463-92E2-48A2956AD104}"/>
              </a:ext>
            </a:extLst>
          </p:cNvPr>
          <p:cNvSpPr>
            <a:spLocks noGrp="1"/>
          </p:cNvSpPr>
          <p:nvPr/>
        </p:nvSpPr>
        <p:spPr>
          <a:xfrm>
            <a:off x="4783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F1_main_prauc_596">
            <a:extLst>
              <a:ext uri="{FF2B5EF4-FFF2-40B4-BE49-F238E27FC236}">
                <a16:creationId xmlns:a16="http://schemas.microsoft.com/office/drawing/2014/main" id="{1B7C8E42-888C-42DA-953B-505250C6386A}"/>
              </a:ext>
            </a:extLst>
          </p:cNvPr>
          <p:cNvSpPr>
            <a:spLocks noGrp="1"/>
          </p:cNvSpPr>
          <p:nvPr/>
        </p:nvSpPr>
        <p:spPr>
          <a:xfrm>
            <a:off x="4706821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F1_main_prauc_597">
            <a:extLst>
              <a:ext uri="{FF2B5EF4-FFF2-40B4-BE49-F238E27FC236}">
                <a16:creationId xmlns:a16="http://schemas.microsoft.com/office/drawing/2014/main" id="{3C33945B-C038-4F13-A1DA-914DCEA4995C}"/>
              </a:ext>
            </a:extLst>
          </p:cNvPr>
          <p:cNvSpPr>
            <a:spLocks noGrp="1"/>
          </p:cNvSpPr>
          <p:nvPr/>
        </p:nvSpPr>
        <p:spPr>
          <a:xfrm>
            <a:off x="63600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F1_main_prauc_598">
            <a:extLst>
              <a:ext uri="{FF2B5EF4-FFF2-40B4-BE49-F238E27FC236}">
                <a16:creationId xmlns:a16="http://schemas.microsoft.com/office/drawing/2014/main" id="{2834ADB3-D902-4EAC-A7DF-EBB638954F8D}"/>
              </a:ext>
            </a:extLst>
          </p:cNvPr>
          <p:cNvSpPr>
            <a:spLocks noGrp="1"/>
          </p:cNvSpPr>
          <p:nvPr/>
        </p:nvSpPr>
        <p:spPr>
          <a:xfrm>
            <a:off x="62964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F1_main_prauc_599">
            <a:extLst>
              <a:ext uri="{FF2B5EF4-FFF2-40B4-BE49-F238E27FC236}">
                <a16:creationId xmlns:a16="http://schemas.microsoft.com/office/drawing/2014/main" id="{C6D1FB1B-7982-4ECB-B9B6-DDE31ADC2630}"/>
              </a:ext>
            </a:extLst>
          </p:cNvPr>
          <p:cNvSpPr>
            <a:spLocks noGrp="1"/>
          </p:cNvSpPr>
          <p:nvPr/>
        </p:nvSpPr>
        <p:spPr>
          <a:xfrm>
            <a:off x="613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F1_main_prauc_600">
            <a:extLst>
              <a:ext uri="{FF2B5EF4-FFF2-40B4-BE49-F238E27FC236}">
                <a16:creationId xmlns:a16="http://schemas.microsoft.com/office/drawing/2014/main" id="{48074E68-51C3-4E8A-9DA6-ABF76D9395E1}"/>
              </a:ext>
            </a:extLst>
          </p:cNvPr>
          <p:cNvSpPr>
            <a:spLocks noGrp="1"/>
          </p:cNvSpPr>
          <p:nvPr/>
        </p:nvSpPr>
        <p:spPr>
          <a:xfrm>
            <a:off x="616528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F1_main_prauc_601">
            <a:extLst>
              <a:ext uri="{FF2B5EF4-FFF2-40B4-BE49-F238E27FC236}">
                <a16:creationId xmlns:a16="http://schemas.microsoft.com/office/drawing/2014/main" id="{C5D592A0-36D0-4AFD-BF12-095A471706D0}"/>
              </a:ext>
            </a:extLst>
          </p:cNvPr>
          <p:cNvSpPr>
            <a:spLocks noGrp="1"/>
          </p:cNvSpPr>
          <p:nvPr/>
        </p:nvSpPr>
        <p:spPr>
          <a:xfrm>
            <a:off x="621699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F1_main_prauc_602">
            <a:extLst>
              <a:ext uri="{FF2B5EF4-FFF2-40B4-BE49-F238E27FC236}">
                <a16:creationId xmlns:a16="http://schemas.microsoft.com/office/drawing/2014/main" id="{F2C7F4B3-B2F1-4B1D-AD08-0CDE3D4CD166}"/>
              </a:ext>
            </a:extLst>
          </p:cNvPr>
          <p:cNvSpPr>
            <a:spLocks noGrp="1"/>
          </p:cNvSpPr>
          <p:nvPr/>
        </p:nvSpPr>
        <p:spPr>
          <a:xfrm>
            <a:off x="626957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F1_main_prauc_603">
            <a:extLst>
              <a:ext uri="{FF2B5EF4-FFF2-40B4-BE49-F238E27FC236}">
                <a16:creationId xmlns:a16="http://schemas.microsoft.com/office/drawing/2014/main" id="{A7E35482-B4F4-4A5A-BB34-E858186EFBAF}"/>
              </a:ext>
            </a:extLst>
          </p:cNvPr>
          <p:cNvSpPr>
            <a:spLocks noGrp="1"/>
          </p:cNvSpPr>
          <p:nvPr/>
        </p:nvSpPr>
        <p:spPr>
          <a:xfrm>
            <a:off x="6169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F1_main_prauc_604">
            <a:extLst>
              <a:ext uri="{FF2B5EF4-FFF2-40B4-BE49-F238E27FC236}">
                <a16:creationId xmlns:a16="http://schemas.microsoft.com/office/drawing/2014/main" id="{0C2E278C-E97C-4702-A992-73F1F948FA47}"/>
              </a:ext>
            </a:extLst>
          </p:cNvPr>
          <p:cNvSpPr>
            <a:spLocks noGrp="1"/>
          </p:cNvSpPr>
          <p:nvPr/>
        </p:nvSpPr>
        <p:spPr>
          <a:xfrm>
            <a:off x="62135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F1_main_prauc_605">
            <a:extLst>
              <a:ext uri="{FF2B5EF4-FFF2-40B4-BE49-F238E27FC236}">
                <a16:creationId xmlns:a16="http://schemas.microsoft.com/office/drawing/2014/main" id="{AD1B40D8-94C3-433C-9C8B-3B9CC96C968F}"/>
              </a:ext>
            </a:extLst>
          </p:cNvPr>
          <p:cNvSpPr>
            <a:spLocks noGrp="1"/>
          </p:cNvSpPr>
          <p:nvPr/>
        </p:nvSpPr>
        <p:spPr>
          <a:xfrm>
            <a:off x="6278793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F1_main_prauc_606">
            <a:extLst>
              <a:ext uri="{FF2B5EF4-FFF2-40B4-BE49-F238E27FC236}">
                <a16:creationId xmlns:a16="http://schemas.microsoft.com/office/drawing/2014/main" id="{BBBFC2A4-4EB2-4318-9313-40E4761E6EE0}"/>
              </a:ext>
            </a:extLst>
          </p:cNvPr>
          <p:cNvSpPr>
            <a:spLocks noGrp="1"/>
          </p:cNvSpPr>
          <p:nvPr/>
        </p:nvSpPr>
        <p:spPr>
          <a:xfrm>
            <a:off x="62933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F1_main_prauc_607">
            <a:extLst>
              <a:ext uri="{FF2B5EF4-FFF2-40B4-BE49-F238E27FC236}">
                <a16:creationId xmlns:a16="http://schemas.microsoft.com/office/drawing/2014/main" id="{05AC9D8F-6CAF-466D-A959-C2C733967D97}"/>
              </a:ext>
            </a:extLst>
          </p:cNvPr>
          <p:cNvSpPr>
            <a:spLocks noGrp="1"/>
          </p:cNvSpPr>
          <p:nvPr/>
        </p:nvSpPr>
        <p:spPr>
          <a:xfrm>
            <a:off x="634602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F1_main_prauc_608">
            <a:extLst>
              <a:ext uri="{FF2B5EF4-FFF2-40B4-BE49-F238E27FC236}">
                <a16:creationId xmlns:a16="http://schemas.microsoft.com/office/drawing/2014/main" id="{F45BE4BE-3363-4E19-B1D4-4E76915A24CF}"/>
              </a:ext>
            </a:extLst>
          </p:cNvPr>
          <p:cNvSpPr>
            <a:spLocks noGrp="1"/>
          </p:cNvSpPr>
          <p:nvPr/>
        </p:nvSpPr>
        <p:spPr>
          <a:xfrm>
            <a:off x="63175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F1_main_prauc_609">
            <a:extLst>
              <a:ext uri="{FF2B5EF4-FFF2-40B4-BE49-F238E27FC236}">
                <a16:creationId xmlns:a16="http://schemas.microsoft.com/office/drawing/2014/main" id="{22EB5DAC-D9C8-4366-AB1B-7C7CEA7091FA}"/>
              </a:ext>
            </a:extLst>
          </p:cNvPr>
          <p:cNvSpPr>
            <a:spLocks noGrp="1"/>
          </p:cNvSpPr>
          <p:nvPr/>
        </p:nvSpPr>
        <p:spPr>
          <a:xfrm>
            <a:off x="6258537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F1_main_prauc_610">
            <a:extLst>
              <a:ext uri="{FF2B5EF4-FFF2-40B4-BE49-F238E27FC236}">
                <a16:creationId xmlns:a16="http://schemas.microsoft.com/office/drawing/2014/main" id="{238510ED-2695-4D82-8FCA-39215766669C}"/>
              </a:ext>
            </a:extLst>
          </p:cNvPr>
          <p:cNvSpPr>
            <a:spLocks noGrp="1"/>
          </p:cNvSpPr>
          <p:nvPr/>
        </p:nvSpPr>
        <p:spPr>
          <a:xfrm>
            <a:off x="622231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F1_main_prauc_611">
            <a:extLst>
              <a:ext uri="{FF2B5EF4-FFF2-40B4-BE49-F238E27FC236}">
                <a16:creationId xmlns:a16="http://schemas.microsoft.com/office/drawing/2014/main" id="{2B3894CA-78C9-47E2-8128-14098E26CFC3}"/>
              </a:ext>
            </a:extLst>
          </p:cNvPr>
          <p:cNvSpPr>
            <a:spLocks noGrp="1"/>
          </p:cNvSpPr>
          <p:nvPr/>
        </p:nvSpPr>
        <p:spPr>
          <a:xfrm>
            <a:off x="615192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F1_main_prauc_612">
            <a:extLst>
              <a:ext uri="{FF2B5EF4-FFF2-40B4-BE49-F238E27FC236}">
                <a16:creationId xmlns:a16="http://schemas.microsoft.com/office/drawing/2014/main" id="{2F761118-2CF5-40D4-8C9A-BB3C84DA2078}"/>
              </a:ext>
            </a:extLst>
          </p:cNvPr>
          <p:cNvSpPr>
            <a:spLocks noGrp="1"/>
          </p:cNvSpPr>
          <p:nvPr/>
        </p:nvSpPr>
        <p:spPr>
          <a:xfrm>
            <a:off x="61359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F1_main_prauc_613">
            <a:extLst>
              <a:ext uri="{FF2B5EF4-FFF2-40B4-BE49-F238E27FC236}">
                <a16:creationId xmlns:a16="http://schemas.microsoft.com/office/drawing/2014/main" id="{46CE4CE5-7BEA-4F25-BF3C-21DEE1905556}"/>
              </a:ext>
            </a:extLst>
          </p:cNvPr>
          <p:cNvSpPr>
            <a:spLocks noGrp="1"/>
          </p:cNvSpPr>
          <p:nvPr/>
        </p:nvSpPr>
        <p:spPr>
          <a:xfrm>
            <a:off x="63792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F1_main_prauc_614">
            <a:extLst>
              <a:ext uri="{FF2B5EF4-FFF2-40B4-BE49-F238E27FC236}">
                <a16:creationId xmlns:a16="http://schemas.microsoft.com/office/drawing/2014/main" id="{590F0166-3986-456A-9B29-7D10ED093784}"/>
              </a:ext>
            </a:extLst>
          </p:cNvPr>
          <p:cNvSpPr>
            <a:spLocks noGrp="1"/>
          </p:cNvSpPr>
          <p:nvPr/>
        </p:nvSpPr>
        <p:spPr>
          <a:xfrm>
            <a:off x="6293253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F1_main_prauc_615">
            <a:extLst>
              <a:ext uri="{FF2B5EF4-FFF2-40B4-BE49-F238E27FC236}">
                <a16:creationId xmlns:a16="http://schemas.microsoft.com/office/drawing/2014/main" id="{E84551B0-F0F4-45DD-BFBC-D2BAFE39C655}"/>
              </a:ext>
            </a:extLst>
          </p:cNvPr>
          <p:cNvSpPr>
            <a:spLocks noGrp="1"/>
          </p:cNvSpPr>
          <p:nvPr/>
        </p:nvSpPr>
        <p:spPr>
          <a:xfrm>
            <a:off x="615172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F1_main_prauc_616">
            <a:extLst>
              <a:ext uri="{FF2B5EF4-FFF2-40B4-BE49-F238E27FC236}">
                <a16:creationId xmlns:a16="http://schemas.microsoft.com/office/drawing/2014/main" id="{AC271A48-06D0-451E-BFF6-EBB63566EC27}"/>
              </a:ext>
            </a:extLst>
          </p:cNvPr>
          <p:cNvSpPr>
            <a:spLocks noGrp="1"/>
          </p:cNvSpPr>
          <p:nvPr/>
        </p:nvSpPr>
        <p:spPr>
          <a:xfrm>
            <a:off x="6191196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F1_main_prauc_617">
            <a:extLst>
              <a:ext uri="{FF2B5EF4-FFF2-40B4-BE49-F238E27FC236}">
                <a16:creationId xmlns:a16="http://schemas.microsoft.com/office/drawing/2014/main" id="{1810BABB-3A03-41B1-95DA-AE4200A1F914}"/>
              </a:ext>
            </a:extLst>
          </p:cNvPr>
          <p:cNvSpPr>
            <a:spLocks noGrp="1"/>
          </p:cNvSpPr>
          <p:nvPr/>
        </p:nvSpPr>
        <p:spPr>
          <a:xfrm>
            <a:off x="6274133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F1_main_prauc_618">
            <a:extLst>
              <a:ext uri="{FF2B5EF4-FFF2-40B4-BE49-F238E27FC236}">
                <a16:creationId xmlns:a16="http://schemas.microsoft.com/office/drawing/2014/main" id="{B02D3D72-3FD7-4AA8-9AF8-86C617CA6147}"/>
              </a:ext>
            </a:extLst>
          </p:cNvPr>
          <p:cNvSpPr>
            <a:spLocks noGrp="1"/>
          </p:cNvSpPr>
          <p:nvPr/>
        </p:nvSpPr>
        <p:spPr>
          <a:xfrm>
            <a:off x="6134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F1_main_prauc_619">
            <a:extLst>
              <a:ext uri="{FF2B5EF4-FFF2-40B4-BE49-F238E27FC236}">
                <a16:creationId xmlns:a16="http://schemas.microsoft.com/office/drawing/2014/main" id="{E023E1B7-229F-4DD0-929B-54333D62800C}"/>
              </a:ext>
            </a:extLst>
          </p:cNvPr>
          <p:cNvSpPr>
            <a:spLocks noGrp="1"/>
          </p:cNvSpPr>
          <p:nvPr/>
        </p:nvSpPr>
        <p:spPr>
          <a:xfrm>
            <a:off x="6267445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F1_main_prauc_620">
            <a:extLst>
              <a:ext uri="{FF2B5EF4-FFF2-40B4-BE49-F238E27FC236}">
                <a16:creationId xmlns:a16="http://schemas.microsoft.com/office/drawing/2014/main" id="{B284E632-8244-473B-B11E-6BA676B293D7}"/>
              </a:ext>
            </a:extLst>
          </p:cNvPr>
          <p:cNvSpPr>
            <a:spLocks noGrp="1"/>
          </p:cNvSpPr>
          <p:nvPr/>
        </p:nvSpPr>
        <p:spPr>
          <a:xfrm>
            <a:off x="6182041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F1_main_prauc_621">
            <a:extLst>
              <a:ext uri="{FF2B5EF4-FFF2-40B4-BE49-F238E27FC236}">
                <a16:creationId xmlns:a16="http://schemas.microsoft.com/office/drawing/2014/main" id="{7F97AF6E-A752-4853-897E-877EF5862D14}"/>
              </a:ext>
            </a:extLst>
          </p:cNvPr>
          <p:cNvSpPr>
            <a:spLocks noGrp="1"/>
          </p:cNvSpPr>
          <p:nvPr/>
        </p:nvSpPr>
        <p:spPr>
          <a:xfrm>
            <a:off x="6180276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F1_main_prauc_622">
            <a:extLst>
              <a:ext uri="{FF2B5EF4-FFF2-40B4-BE49-F238E27FC236}">
                <a16:creationId xmlns:a16="http://schemas.microsoft.com/office/drawing/2014/main" id="{8867E804-935C-47EF-80D2-624B1307980C}"/>
              </a:ext>
            </a:extLst>
          </p:cNvPr>
          <p:cNvSpPr>
            <a:spLocks noGrp="1"/>
          </p:cNvSpPr>
          <p:nvPr/>
        </p:nvSpPr>
        <p:spPr>
          <a:xfrm>
            <a:off x="63795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F1_main_prauc_623">
            <a:extLst>
              <a:ext uri="{FF2B5EF4-FFF2-40B4-BE49-F238E27FC236}">
                <a16:creationId xmlns:a16="http://schemas.microsoft.com/office/drawing/2014/main" id="{EA6F9158-2CBA-406B-95D9-C6B8B635F904}"/>
              </a:ext>
            </a:extLst>
          </p:cNvPr>
          <p:cNvSpPr>
            <a:spLocks noGrp="1"/>
          </p:cNvSpPr>
          <p:nvPr/>
        </p:nvSpPr>
        <p:spPr>
          <a:xfrm>
            <a:off x="621808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F1_main_prauc_624">
            <a:extLst>
              <a:ext uri="{FF2B5EF4-FFF2-40B4-BE49-F238E27FC236}">
                <a16:creationId xmlns:a16="http://schemas.microsoft.com/office/drawing/2014/main" id="{E1BCD4E4-F104-4A21-89C9-E8B198DC82F6}"/>
              </a:ext>
            </a:extLst>
          </p:cNvPr>
          <p:cNvSpPr>
            <a:spLocks noGrp="1"/>
          </p:cNvSpPr>
          <p:nvPr/>
        </p:nvSpPr>
        <p:spPr>
          <a:xfrm>
            <a:off x="6134079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F1_main_prauc_625">
            <a:extLst>
              <a:ext uri="{FF2B5EF4-FFF2-40B4-BE49-F238E27FC236}">
                <a16:creationId xmlns:a16="http://schemas.microsoft.com/office/drawing/2014/main" id="{815241BE-B491-49A2-8A65-38103FCA8714}"/>
              </a:ext>
            </a:extLst>
          </p:cNvPr>
          <p:cNvSpPr>
            <a:spLocks noGrp="1"/>
          </p:cNvSpPr>
          <p:nvPr/>
        </p:nvSpPr>
        <p:spPr>
          <a:xfrm>
            <a:off x="6267376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F1_main_prauc_626">
            <a:extLst>
              <a:ext uri="{FF2B5EF4-FFF2-40B4-BE49-F238E27FC236}">
                <a16:creationId xmlns:a16="http://schemas.microsoft.com/office/drawing/2014/main" id="{E76FBD82-6069-471D-82C2-BB119AD4B8CD}"/>
              </a:ext>
            </a:extLst>
          </p:cNvPr>
          <p:cNvSpPr>
            <a:spLocks noGrp="1"/>
          </p:cNvSpPr>
          <p:nvPr/>
        </p:nvSpPr>
        <p:spPr>
          <a:xfrm>
            <a:off x="63239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F1_main_prauc_627">
            <a:extLst>
              <a:ext uri="{FF2B5EF4-FFF2-40B4-BE49-F238E27FC236}">
                <a16:creationId xmlns:a16="http://schemas.microsoft.com/office/drawing/2014/main" id="{B63BC87B-0F42-41BE-BF9C-46404A461011}"/>
              </a:ext>
            </a:extLst>
          </p:cNvPr>
          <p:cNvSpPr>
            <a:spLocks noGrp="1"/>
          </p:cNvSpPr>
          <p:nvPr/>
        </p:nvSpPr>
        <p:spPr>
          <a:xfrm>
            <a:off x="628253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F1_main_prauc_628">
            <a:extLst>
              <a:ext uri="{FF2B5EF4-FFF2-40B4-BE49-F238E27FC236}">
                <a16:creationId xmlns:a16="http://schemas.microsoft.com/office/drawing/2014/main" id="{5BAEFB24-F71E-4F3F-92EC-9913CA1348C4}"/>
              </a:ext>
            </a:extLst>
          </p:cNvPr>
          <p:cNvSpPr>
            <a:spLocks noGrp="1"/>
          </p:cNvSpPr>
          <p:nvPr/>
        </p:nvSpPr>
        <p:spPr>
          <a:xfrm>
            <a:off x="6197359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F1_main_prauc_629">
            <a:extLst>
              <a:ext uri="{FF2B5EF4-FFF2-40B4-BE49-F238E27FC236}">
                <a16:creationId xmlns:a16="http://schemas.microsoft.com/office/drawing/2014/main" id="{3CCB7037-06EC-4570-8535-6570157B417D}"/>
              </a:ext>
            </a:extLst>
          </p:cNvPr>
          <p:cNvSpPr>
            <a:spLocks noGrp="1"/>
          </p:cNvSpPr>
          <p:nvPr/>
        </p:nvSpPr>
        <p:spPr>
          <a:xfrm>
            <a:off x="61733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F1_main_prauc_630">
            <a:extLst>
              <a:ext uri="{FF2B5EF4-FFF2-40B4-BE49-F238E27FC236}">
                <a16:creationId xmlns:a16="http://schemas.microsoft.com/office/drawing/2014/main" id="{33B9C326-3380-498B-B3AB-9EEBF7F49EBB}"/>
              </a:ext>
            </a:extLst>
          </p:cNvPr>
          <p:cNvSpPr>
            <a:spLocks noGrp="1"/>
          </p:cNvSpPr>
          <p:nvPr/>
        </p:nvSpPr>
        <p:spPr>
          <a:xfrm>
            <a:off x="623533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F1_main_prauc_631">
            <a:extLst>
              <a:ext uri="{FF2B5EF4-FFF2-40B4-BE49-F238E27FC236}">
                <a16:creationId xmlns:a16="http://schemas.microsoft.com/office/drawing/2014/main" id="{F2C8513F-AFFB-470E-84B4-F78F511C1096}"/>
              </a:ext>
            </a:extLst>
          </p:cNvPr>
          <p:cNvSpPr>
            <a:spLocks noGrp="1"/>
          </p:cNvSpPr>
          <p:nvPr/>
        </p:nvSpPr>
        <p:spPr>
          <a:xfrm>
            <a:off x="61312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F1_main_prauc_632">
            <a:extLst>
              <a:ext uri="{FF2B5EF4-FFF2-40B4-BE49-F238E27FC236}">
                <a16:creationId xmlns:a16="http://schemas.microsoft.com/office/drawing/2014/main" id="{1255BC9D-2866-41C5-8F22-8F556E7924D2}"/>
              </a:ext>
            </a:extLst>
          </p:cNvPr>
          <p:cNvSpPr>
            <a:spLocks noGrp="1"/>
          </p:cNvSpPr>
          <p:nvPr/>
        </p:nvSpPr>
        <p:spPr>
          <a:xfrm>
            <a:off x="63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F1_main_prauc_633">
            <a:extLst>
              <a:ext uri="{FF2B5EF4-FFF2-40B4-BE49-F238E27FC236}">
                <a16:creationId xmlns:a16="http://schemas.microsoft.com/office/drawing/2014/main" id="{8B60855C-0995-4127-B45C-95BFBA18C1FF}"/>
              </a:ext>
            </a:extLst>
          </p:cNvPr>
          <p:cNvSpPr>
            <a:spLocks noGrp="1"/>
          </p:cNvSpPr>
          <p:nvPr/>
        </p:nvSpPr>
        <p:spPr>
          <a:xfrm>
            <a:off x="62782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F1_main_prauc_634">
            <a:extLst>
              <a:ext uri="{FF2B5EF4-FFF2-40B4-BE49-F238E27FC236}">
                <a16:creationId xmlns:a16="http://schemas.microsoft.com/office/drawing/2014/main" id="{DBDAC5E3-CA24-4903-B160-84E010EDAB9F}"/>
              </a:ext>
            </a:extLst>
          </p:cNvPr>
          <p:cNvSpPr>
            <a:spLocks noGrp="1"/>
          </p:cNvSpPr>
          <p:nvPr/>
        </p:nvSpPr>
        <p:spPr>
          <a:xfrm>
            <a:off x="62993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F1_main_prauc_635">
            <a:extLst>
              <a:ext uri="{FF2B5EF4-FFF2-40B4-BE49-F238E27FC236}">
                <a16:creationId xmlns:a16="http://schemas.microsoft.com/office/drawing/2014/main" id="{571C5949-326A-45DF-8A40-6A66BF73A135}"/>
              </a:ext>
            </a:extLst>
          </p:cNvPr>
          <p:cNvSpPr>
            <a:spLocks noGrp="1"/>
          </p:cNvSpPr>
          <p:nvPr/>
        </p:nvSpPr>
        <p:spPr>
          <a:xfrm>
            <a:off x="621257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F1_main_prauc_636">
            <a:extLst>
              <a:ext uri="{FF2B5EF4-FFF2-40B4-BE49-F238E27FC236}">
                <a16:creationId xmlns:a16="http://schemas.microsoft.com/office/drawing/2014/main" id="{6CFA948A-DB43-46EB-96AB-6ABF931753F5}"/>
              </a:ext>
            </a:extLst>
          </p:cNvPr>
          <p:cNvSpPr>
            <a:spLocks noGrp="1"/>
          </p:cNvSpPr>
          <p:nvPr/>
        </p:nvSpPr>
        <p:spPr>
          <a:xfrm>
            <a:off x="6265469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F1_main_prauc_637">
            <a:extLst>
              <a:ext uri="{FF2B5EF4-FFF2-40B4-BE49-F238E27FC236}">
                <a16:creationId xmlns:a16="http://schemas.microsoft.com/office/drawing/2014/main" id="{04DB6495-7557-46CC-8C74-EEE7343BE9B9}"/>
              </a:ext>
            </a:extLst>
          </p:cNvPr>
          <p:cNvSpPr>
            <a:spLocks noGrp="1"/>
          </p:cNvSpPr>
          <p:nvPr/>
        </p:nvSpPr>
        <p:spPr>
          <a:xfrm>
            <a:off x="631719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F1_main_prauc_638">
            <a:extLst>
              <a:ext uri="{FF2B5EF4-FFF2-40B4-BE49-F238E27FC236}">
                <a16:creationId xmlns:a16="http://schemas.microsoft.com/office/drawing/2014/main" id="{1558A443-E0AB-430C-AB08-9D1120B6A1C3}"/>
              </a:ext>
            </a:extLst>
          </p:cNvPr>
          <p:cNvSpPr>
            <a:spLocks noGrp="1"/>
          </p:cNvSpPr>
          <p:nvPr/>
        </p:nvSpPr>
        <p:spPr>
          <a:xfrm>
            <a:off x="61958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F1_main_prauc_639">
            <a:extLst>
              <a:ext uri="{FF2B5EF4-FFF2-40B4-BE49-F238E27FC236}">
                <a16:creationId xmlns:a16="http://schemas.microsoft.com/office/drawing/2014/main" id="{463E99D5-3664-4443-8BE4-3C1AEDD31FF2}"/>
              </a:ext>
            </a:extLst>
          </p:cNvPr>
          <p:cNvSpPr>
            <a:spLocks noGrp="1"/>
          </p:cNvSpPr>
          <p:nvPr/>
        </p:nvSpPr>
        <p:spPr>
          <a:xfrm>
            <a:off x="6156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F1_main_prauc_640">
            <a:extLst>
              <a:ext uri="{FF2B5EF4-FFF2-40B4-BE49-F238E27FC236}">
                <a16:creationId xmlns:a16="http://schemas.microsoft.com/office/drawing/2014/main" id="{A9F4AB89-618F-45BF-8E9C-11F51B6A7966}"/>
              </a:ext>
            </a:extLst>
          </p:cNvPr>
          <p:cNvSpPr>
            <a:spLocks noGrp="1"/>
          </p:cNvSpPr>
          <p:nvPr/>
        </p:nvSpPr>
        <p:spPr>
          <a:xfrm>
            <a:off x="613804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F1_main_prauc_641">
            <a:extLst>
              <a:ext uri="{FF2B5EF4-FFF2-40B4-BE49-F238E27FC236}">
                <a16:creationId xmlns:a16="http://schemas.microsoft.com/office/drawing/2014/main" id="{B2CC9E03-5E15-4C6C-9FA7-89A7ADE7B8B5}"/>
              </a:ext>
            </a:extLst>
          </p:cNvPr>
          <p:cNvSpPr>
            <a:spLocks noGrp="1"/>
          </p:cNvSpPr>
          <p:nvPr/>
        </p:nvSpPr>
        <p:spPr>
          <a:xfrm>
            <a:off x="6349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F1_main_prauc_642">
            <a:extLst>
              <a:ext uri="{FF2B5EF4-FFF2-40B4-BE49-F238E27FC236}">
                <a16:creationId xmlns:a16="http://schemas.microsoft.com/office/drawing/2014/main" id="{F0F19BE8-F721-4715-9319-F0907A420981}"/>
              </a:ext>
            </a:extLst>
          </p:cNvPr>
          <p:cNvSpPr>
            <a:spLocks noGrp="1"/>
          </p:cNvSpPr>
          <p:nvPr/>
        </p:nvSpPr>
        <p:spPr>
          <a:xfrm>
            <a:off x="61286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F1_main_prauc_643">
            <a:extLst>
              <a:ext uri="{FF2B5EF4-FFF2-40B4-BE49-F238E27FC236}">
                <a16:creationId xmlns:a16="http://schemas.microsoft.com/office/drawing/2014/main" id="{67CFC8DD-0673-4DD6-AF7A-99897FA1A6F0}"/>
              </a:ext>
            </a:extLst>
          </p:cNvPr>
          <p:cNvSpPr>
            <a:spLocks noGrp="1"/>
          </p:cNvSpPr>
          <p:nvPr/>
        </p:nvSpPr>
        <p:spPr>
          <a:xfrm>
            <a:off x="634664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F1_main_prauc_644">
            <a:extLst>
              <a:ext uri="{FF2B5EF4-FFF2-40B4-BE49-F238E27FC236}">
                <a16:creationId xmlns:a16="http://schemas.microsoft.com/office/drawing/2014/main" id="{F2D21AE9-8D51-4A84-B9D2-2C038BBCAF91}"/>
              </a:ext>
            </a:extLst>
          </p:cNvPr>
          <p:cNvSpPr>
            <a:spLocks noGrp="1"/>
          </p:cNvSpPr>
          <p:nvPr/>
        </p:nvSpPr>
        <p:spPr>
          <a:xfrm>
            <a:off x="61407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F1_main_prauc_645">
            <a:extLst>
              <a:ext uri="{FF2B5EF4-FFF2-40B4-BE49-F238E27FC236}">
                <a16:creationId xmlns:a16="http://schemas.microsoft.com/office/drawing/2014/main" id="{22902012-31AD-4651-B4CC-7636229F5D30}"/>
              </a:ext>
            </a:extLst>
          </p:cNvPr>
          <p:cNvSpPr>
            <a:spLocks noGrp="1"/>
          </p:cNvSpPr>
          <p:nvPr/>
        </p:nvSpPr>
        <p:spPr>
          <a:xfrm>
            <a:off x="62640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F1_main_prauc_646">
            <a:extLst>
              <a:ext uri="{FF2B5EF4-FFF2-40B4-BE49-F238E27FC236}">
                <a16:creationId xmlns:a16="http://schemas.microsoft.com/office/drawing/2014/main" id="{2F190301-CF83-4679-8450-739C9D095F9F}"/>
              </a:ext>
            </a:extLst>
          </p:cNvPr>
          <p:cNvSpPr>
            <a:spLocks noGrp="1"/>
          </p:cNvSpPr>
          <p:nvPr/>
        </p:nvSpPr>
        <p:spPr>
          <a:xfrm>
            <a:off x="62542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F1_main_prauc_647">
            <a:extLst>
              <a:ext uri="{FF2B5EF4-FFF2-40B4-BE49-F238E27FC236}">
                <a16:creationId xmlns:a16="http://schemas.microsoft.com/office/drawing/2014/main" id="{E4BE663A-44A0-4CBE-92BB-CF1B70D0781D}"/>
              </a:ext>
            </a:extLst>
          </p:cNvPr>
          <p:cNvSpPr>
            <a:spLocks noGrp="1"/>
          </p:cNvSpPr>
          <p:nvPr/>
        </p:nvSpPr>
        <p:spPr>
          <a:xfrm>
            <a:off x="627747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F1_main_prauc_648">
            <a:extLst>
              <a:ext uri="{FF2B5EF4-FFF2-40B4-BE49-F238E27FC236}">
                <a16:creationId xmlns:a16="http://schemas.microsoft.com/office/drawing/2014/main" id="{F9853CFE-9E4B-4C1C-BD65-70C5F9EB7582}"/>
              </a:ext>
            </a:extLst>
          </p:cNvPr>
          <p:cNvSpPr>
            <a:spLocks noGrp="1"/>
          </p:cNvSpPr>
          <p:nvPr/>
        </p:nvSpPr>
        <p:spPr>
          <a:xfrm>
            <a:off x="615880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F1_main_prauc_649">
            <a:extLst>
              <a:ext uri="{FF2B5EF4-FFF2-40B4-BE49-F238E27FC236}">
                <a16:creationId xmlns:a16="http://schemas.microsoft.com/office/drawing/2014/main" id="{5BB090B5-8695-4B47-9862-BEC345B1BF74}"/>
              </a:ext>
            </a:extLst>
          </p:cNvPr>
          <p:cNvSpPr>
            <a:spLocks noGrp="1"/>
          </p:cNvSpPr>
          <p:nvPr/>
        </p:nvSpPr>
        <p:spPr>
          <a:xfrm>
            <a:off x="6166315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F1_main_prauc_650">
            <a:extLst>
              <a:ext uri="{FF2B5EF4-FFF2-40B4-BE49-F238E27FC236}">
                <a16:creationId xmlns:a16="http://schemas.microsoft.com/office/drawing/2014/main" id="{208200DD-6F10-4585-88EE-1CD21982C92F}"/>
              </a:ext>
            </a:extLst>
          </p:cNvPr>
          <p:cNvSpPr>
            <a:spLocks noGrp="1"/>
          </p:cNvSpPr>
          <p:nvPr/>
        </p:nvSpPr>
        <p:spPr>
          <a:xfrm>
            <a:off x="6217234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F1_main_prauc_651">
            <a:extLst>
              <a:ext uri="{FF2B5EF4-FFF2-40B4-BE49-F238E27FC236}">
                <a16:creationId xmlns:a16="http://schemas.microsoft.com/office/drawing/2014/main" id="{A85D395E-5065-4BD3-AA7C-4D0F555DD75D}"/>
              </a:ext>
            </a:extLst>
          </p:cNvPr>
          <p:cNvSpPr>
            <a:spLocks noGrp="1"/>
          </p:cNvSpPr>
          <p:nvPr/>
        </p:nvSpPr>
        <p:spPr>
          <a:xfrm>
            <a:off x="6154121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F1_main_prauc_652">
            <a:extLst>
              <a:ext uri="{FF2B5EF4-FFF2-40B4-BE49-F238E27FC236}">
                <a16:creationId xmlns:a16="http://schemas.microsoft.com/office/drawing/2014/main" id="{D4303737-8DC2-4027-A0CD-F98B104BED7E}"/>
              </a:ext>
            </a:extLst>
          </p:cNvPr>
          <p:cNvSpPr>
            <a:spLocks noGrp="1"/>
          </p:cNvSpPr>
          <p:nvPr/>
        </p:nvSpPr>
        <p:spPr>
          <a:xfrm>
            <a:off x="63528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F1_main_prauc_653">
            <a:extLst>
              <a:ext uri="{FF2B5EF4-FFF2-40B4-BE49-F238E27FC236}">
                <a16:creationId xmlns:a16="http://schemas.microsoft.com/office/drawing/2014/main" id="{C761347E-78B9-449D-BC1B-C0FE6B563AFC}"/>
              </a:ext>
            </a:extLst>
          </p:cNvPr>
          <p:cNvSpPr>
            <a:spLocks noGrp="1"/>
          </p:cNvSpPr>
          <p:nvPr/>
        </p:nvSpPr>
        <p:spPr>
          <a:xfrm>
            <a:off x="623658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F1_main_prauc_654">
            <a:extLst>
              <a:ext uri="{FF2B5EF4-FFF2-40B4-BE49-F238E27FC236}">
                <a16:creationId xmlns:a16="http://schemas.microsoft.com/office/drawing/2014/main" id="{9EF25D24-0338-4975-96FB-F6F5ECC6716D}"/>
              </a:ext>
            </a:extLst>
          </p:cNvPr>
          <p:cNvSpPr>
            <a:spLocks noGrp="1"/>
          </p:cNvSpPr>
          <p:nvPr/>
        </p:nvSpPr>
        <p:spPr>
          <a:xfrm>
            <a:off x="61963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F1_main_prauc_655">
            <a:extLst>
              <a:ext uri="{FF2B5EF4-FFF2-40B4-BE49-F238E27FC236}">
                <a16:creationId xmlns:a16="http://schemas.microsoft.com/office/drawing/2014/main" id="{20DAF074-F0B2-4061-A73C-24C94BF6E825}"/>
              </a:ext>
            </a:extLst>
          </p:cNvPr>
          <p:cNvSpPr>
            <a:spLocks noGrp="1"/>
          </p:cNvSpPr>
          <p:nvPr/>
        </p:nvSpPr>
        <p:spPr>
          <a:xfrm>
            <a:off x="6195171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F1_main_prauc_656">
            <a:extLst>
              <a:ext uri="{FF2B5EF4-FFF2-40B4-BE49-F238E27FC236}">
                <a16:creationId xmlns:a16="http://schemas.microsoft.com/office/drawing/2014/main" id="{8FD001B3-D2B1-45A2-ABFC-00BF09A40FA2}"/>
              </a:ext>
            </a:extLst>
          </p:cNvPr>
          <p:cNvSpPr>
            <a:spLocks noGrp="1"/>
          </p:cNvSpPr>
          <p:nvPr/>
        </p:nvSpPr>
        <p:spPr>
          <a:xfrm>
            <a:off x="625948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F1_main_prauc_657">
            <a:extLst>
              <a:ext uri="{FF2B5EF4-FFF2-40B4-BE49-F238E27FC236}">
                <a16:creationId xmlns:a16="http://schemas.microsoft.com/office/drawing/2014/main" id="{6B7A77D3-55FD-4C39-B5C7-8A10F99CB62A}"/>
              </a:ext>
            </a:extLst>
          </p:cNvPr>
          <p:cNvSpPr>
            <a:spLocks noGrp="1"/>
          </p:cNvSpPr>
          <p:nvPr/>
        </p:nvSpPr>
        <p:spPr>
          <a:xfrm>
            <a:off x="6260735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F1_main_prauc_658">
            <a:extLst>
              <a:ext uri="{FF2B5EF4-FFF2-40B4-BE49-F238E27FC236}">
                <a16:creationId xmlns:a16="http://schemas.microsoft.com/office/drawing/2014/main" id="{38C1FF9F-3973-4FED-9CCA-A5F151FE3CFF}"/>
              </a:ext>
            </a:extLst>
          </p:cNvPr>
          <p:cNvSpPr>
            <a:spLocks noGrp="1"/>
          </p:cNvSpPr>
          <p:nvPr/>
        </p:nvSpPr>
        <p:spPr>
          <a:xfrm>
            <a:off x="61968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F1_main_prauc_659">
            <a:extLst>
              <a:ext uri="{FF2B5EF4-FFF2-40B4-BE49-F238E27FC236}">
                <a16:creationId xmlns:a16="http://schemas.microsoft.com/office/drawing/2014/main" id="{466CEE81-17A7-490B-842C-B8BFD4B4BFA9}"/>
              </a:ext>
            </a:extLst>
          </p:cNvPr>
          <p:cNvSpPr>
            <a:spLocks noGrp="1"/>
          </p:cNvSpPr>
          <p:nvPr/>
        </p:nvSpPr>
        <p:spPr>
          <a:xfrm>
            <a:off x="62597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F1_main_prauc_660">
            <a:extLst>
              <a:ext uri="{FF2B5EF4-FFF2-40B4-BE49-F238E27FC236}">
                <a16:creationId xmlns:a16="http://schemas.microsoft.com/office/drawing/2014/main" id="{2B97E09C-0B85-438B-A75A-2D6024A4DBF8}"/>
              </a:ext>
            </a:extLst>
          </p:cNvPr>
          <p:cNvSpPr>
            <a:spLocks noGrp="1"/>
          </p:cNvSpPr>
          <p:nvPr/>
        </p:nvSpPr>
        <p:spPr>
          <a:xfrm>
            <a:off x="62967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F1_main_prauc_661">
            <a:extLst>
              <a:ext uri="{FF2B5EF4-FFF2-40B4-BE49-F238E27FC236}">
                <a16:creationId xmlns:a16="http://schemas.microsoft.com/office/drawing/2014/main" id="{94D7A7FB-C3D3-496A-BDF9-D0071749FF8A}"/>
              </a:ext>
            </a:extLst>
          </p:cNvPr>
          <p:cNvSpPr>
            <a:spLocks noGrp="1"/>
          </p:cNvSpPr>
          <p:nvPr/>
        </p:nvSpPr>
        <p:spPr>
          <a:xfrm>
            <a:off x="61822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F1_main_prauc_662">
            <a:extLst>
              <a:ext uri="{FF2B5EF4-FFF2-40B4-BE49-F238E27FC236}">
                <a16:creationId xmlns:a16="http://schemas.microsoft.com/office/drawing/2014/main" id="{45FED3CD-99F3-47C4-A173-0CBE86761152}"/>
              </a:ext>
            </a:extLst>
          </p:cNvPr>
          <p:cNvSpPr>
            <a:spLocks noGrp="1"/>
          </p:cNvSpPr>
          <p:nvPr/>
        </p:nvSpPr>
        <p:spPr>
          <a:xfrm>
            <a:off x="617817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F1_main_prauc_663">
            <a:extLst>
              <a:ext uri="{FF2B5EF4-FFF2-40B4-BE49-F238E27FC236}">
                <a16:creationId xmlns:a16="http://schemas.microsoft.com/office/drawing/2014/main" id="{A0DB1213-B4D1-45A8-83FF-833416307A3A}"/>
              </a:ext>
            </a:extLst>
          </p:cNvPr>
          <p:cNvSpPr>
            <a:spLocks noGrp="1"/>
          </p:cNvSpPr>
          <p:nvPr/>
        </p:nvSpPr>
        <p:spPr>
          <a:xfrm>
            <a:off x="6307046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F1_main_prauc_664">
            <a:extLst>
              <a:ext uri="{FF2B5EF4-FFF2-40B4-BE49-F238E27FC236}">
                <a16:creationId xmlns:a16="http://schemas.microsoft.com/office/drawing/2014/main" id="{3C6D99F1-F3C0-4A3F-934E-8F003DF4A71A}"/>
              </a:ext>
            </a:extLst>
          </p:cNvPr>
          <p:cNvSpPr>
            <a:spLocks noGrp="1"/>
          </p:cNvSpPr>
          <p:nvPr/>
        </p:nvSpPr>
        <p:spPr>
          <a:xfrm>
            <a:off x="617338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F1_main_prauc_665">
            <a:extLst>
              <a:ext uri="{FF2B5EF4-FFF2-40B4-BE49-F238E27FC236}">
                <a16:creationId xmlns:a16="http://schemas.microsoft.com/office/drawing/2014/main" id="{46E07118-B8C6-47DB-B407-AE1A78ADA203}"/>
              </a:ext>
            </a:extLst>
          </p:cNvPr>
          <p:cNvSpPr>
            <a:spLocks noGrp="1"/>
          </p:cNvSpPr>
          <p:nvPr/>
        </p:nvSpPr>
        <p:spPr>
          <a:xfrm>
            <a:off x="6179750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F1_main_prauc_666">
            <a:extLst>
              <a:ext uri="{FF2B5EF4-FFF2-40B4-BE49-F238E27FC236}">
                <a16:creationId xmlns:a16="http://schemas.microsoft.com/office/drawing/2014/main" id="{11724976-907F-4027-84E2-82364D0D7264}"/>
              </a:ext>
            </a:extLst>
          </p:cNvPr>
          <p:cNvSpPr>
            <a:spLocks noGrp="1"/>
          </p:cNvSpPr>
          <p:nvPr/>
        </p:nvSpPr>
        <p:spPr>
          <a:xfrm>
            <a:off x="626678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F1_main_prauc_667">
            <a:extLst>
              <a:ext uri="{FF2B5EF4-FFF2-40B4-BE49-F238E27FC236}">
                <a16:creationId xmlns:a16="http://schemas.microsoft.com/office/drawing/2014/main" id="{CA3C1BB1-5686-42F8-B8DF-2DF4B8A98E42}"/>
              </a:ext>
            </a:extLst>
          </p:cNvPr>
          <p:cNvSpPr>
            <a:spLocks noGrp="1"/>
          </p:cNvSpPr>
          <p:nvPr/>
        </p:nvSpPr>
        <p:spPr>
          <a:xfrm>
            <a:off x="61762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F1_main_prauc_668">
            <a:extLst>
              <a:ext uri="{FF2B5EF4-FFF2-40B4-BE49-F238E27FC236}">
                <a16:creationId xmlns:a16="http://schemas.microsoft.com/office/drawing/2014/main" id="{0F51DBCB-A0F7-4865-AB5A-F51361247A94}"/>
              </a:ext>
            </a:extLst>
          </p:cNvPr>
          <p:cNvSpPr>
            <a:spLocks noGrp="1"/>
          </p:cNvSpPr>
          <p:nvPr/>
        </p:nvSpPr>
        <p:spPr>
          <a:xfrm>
            <a:off x="619990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F1_main_prauc_669">
            <a:extLst>
              <a:ext uri="{FF2B5EF4-FFF2-40B4-BE49-F238E27FC236}">
                <a16:creationId xmlns:a16="http://schemas.microsoft.com/office/drawing/2014/main" id="{FB20E8F7-75E9-4F3C-B566-59074B7BEB62}"/>
              </a:ext>
            </a:extLst>
          </p:cNvPr>
          <p:cNvSpPr>
            <a:spLocks noGrp="1"/>
          </p:cNvSpPr>
          <p:nvPr/>
        </p:nvSpPr>
        <p:spPr>
          <a:xfrm>
            <a:off x="614402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F1_main_prauc_670">
            <a:extLst>
              <a:ext uri="{FF2B5EF4-FFF2-40B4-BE49-F238E27FC236}">
                <a16:creationId xmlns:a16="http://schemas.microsoft.com/office/drawing/2014/main" id="{06528F32-FEDF-4131-A9AE-6C7D7751085D}"/>
              </a:ext>
            </a:extLst>
          </p:cNvPr>
          <p:cNvSpPr>
            <a:spLocks noGrp="1"/>
          </p:cNvSpPr>
          <p:nvPr/>
        </p:nvSpPr>
        <p:spPr>
          <a:xfrm>
            <a:off x="621781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F1_main_prauc_671">
            <a:extLst>
              <a:ext uri="{FF2B5EF4-FFF2-40B4-BE49-F238E27FC236}">
                <a16:creationId xmlns:a16="http://schemas.microsoft.com/office/drawing/2014/main" id="{A31F0A1D-311C-4448-825D-F060A01D782F}"/>
              </a:ext>
            </a:extLst>
          </p:cNvPr>
          <p:cNvSpPr>
            <a:spLocks noGrp="1"/>
          </p:cNvSpPr>
          <p:nvPr/>
        </p:nvSpPr>
        <p:spPr>
          <a:xfrm>
            <a:off x="61471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F1_main_prauc_672">
            <a:extLst>
              <a:ext uri="{FF2B5EF4-FFF2-40B4-BE49-F238E27FC236}">
                <a16:creationId xmlns:a16="http://schemas.microsoft.com/office/drawing/2014/main" id="{5B247C64-BE83-4D37-B66D-C4830889B4B8}"/>
              </a:ext>
            </a:extLst>
          </p:cNvPr>
          <p:cNvSpPr>
            <a:spLocks noGrp="1"/>
          </p:cNvSpPr>
          <p:nvPr/>
        </p:nvSpPr>
        <p:spPr>
          <a:xfrm>
            <a:off x="627814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F1_main_prauc_673">
            <a:extLst>
              <a:ext uri="{FF2B5EF4-FFF2-40B4-BE49-F238E27FC236}">
                <a16:creationId xmlns:a16="http://schemas.microsoft.com/office/drawing/2014/main" id="{9452E9E1-68DD-4D16-894D-B0E09A4CF68D}"/>
              </a:ext>
            </a:extLst>
          </p:cNvPr>
          <p:cNvSpPr>
            <a:spLocks noGrp="1"/>
          </p:cNvSpPr>
          <p:nvPr/>
        </p:nvSpPr>
        <p:spPr>
          <a:xfrm>
            <a:off x="634081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F1_main_prauc_674">
            <a:extLst>
              <a:ext uri="{FF2B5EF4-FFF2-40B4-BE49-F238E27FC236}">
                <a16:creationId xmlns:a16="http://schemas.microsoft.com/office/drawing/2014/main" id="{47E8367A-E4E7-4594-BAFD-76113E254CE0}"/>
              </a:ext>
            </a:extLst>
          </p:cNvPr>
          <p:cNvSpPr>
            <a:spLocks noGrp="1"/>
          </p:cNvSpPr>
          <p:nvPr/>
        </p:nvSpPr>
        <p:spPr>
          <a:xfrm>
            <a:off x="625210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F1_main_prauc_675">
            <a:extLst>
              <a:ext uri="{FF2B5EF4-FFF2-40B4-BE49-F238E27FC236}">
                <a16:creationId xmlns:a16="http://schemas.microsoft.com/office/drawing/2014/main" id="{2C9BE8A1-F1A6-4AAC-8DC2-D23516D7C8D5}"/>
              </a:ext>
            </a:extLst>
          </p:cNvPr>
          <p:cNvSpPr>
            <a:spLocks noGrp="1"/>
          </p:cNvSpPr>
          <p:nvPr/>
        </p:nvSpPr>
        <p:spPr>
          <a:xfrm>
            <a:off x="61750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F1_main_prauc_676">
            <a:extLst>
              <a:ext uri="{FF2B5EF4-FFF2-40B4-BE49-F238E27FC236}">
                <a16:creationId xmlns:a16="http://schemas.microsoft.com/office/drawing/2014/main" id="{3B794EF9-2B62-498B-9DB0-DF4548B64E10}"/>
              </a:ext>
            </a:extLst>
          </p:cNvPr>
          <p:cNvSpPr>
            <a:spLocks noGrp="1"/>
          </p:cNvSpPr>
          <p:nvPr/>
        </p:nvSpPr>
        <p:spPr>
          <a:xfrm>
            <a:off x="6254297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F1_main_prauc_677">
            <a:extLst>
              <a:ext uri="{FF2B5EF4-FFF2-40B4-BE49-F238E27FC236}">
                <a16:creationId xmlns:a16="http://schemas.microsoft.com/office/drawing/2014/main" id="{F3D278E7-CACC-448E-837E-D4E18833EAB4}"/>
              </a:ext>
            </a:extLst>
          </p:cNvPr>
          <p:cNvSpPr>
            <a:spLocks noGrp="1"/>
          </p:cNvSpPr>
          <p:nvPr/>
        </p:nvSpPr>
        <p:spPr>
          <a:xfrm>
            <a:off x="625296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F1_main_prauc_678">
            <a:extLst>
              <a:ext uri="{FF2B5EF4-FFF2-40B4-BE49-F238E27FC236}">
                <a16:creationId xmlns:a16="http://schemas.microsoft.com/office/drawing/2014/main" id="{306B03B9-04E5-4491-981E-43A33D2F00A1}"/>
              </a:ext>
            </a:extLst>
          </p:cNvPr>
          <p:cNvSpPr>
            <a:spLocks noGrp="1"/>
          </p:cNvSpPr>
          <p:nvPr/>
        </p:nvSpPr>
        <p:spPr>
          <a:xfrm>
            <a:off x="61747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F1_main_prauc_679">
            <a:extLst>
              <a:ext uri="{FF2B5EF4-FFF2-40B4-BE49-F238E27FC236}">
                <a16:creationId xmlns:a16="http://schemas.microsoft.com/office/drawing/2014/main" id="{AB5F1035-D2B6-4B63-849D-4BBB9CC3059D}"/>
              </a:ext>
            </a:extLst>
          </p:cNvPr>
          <p:cNvSpPr>
            <a:spLocks noGrp="1"/>
          </p:cNvSpPr>
          <p:nvPr/>
        </p:nvSpPr>
        <p:spPr>
          <a:xfrm>
            <a:off x="6148436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F1_main_prauc_680">
            <a:extLst>
              <a:ext uri="{FF2B5EF4-FFF2-40B4-BE49-F238E27FC236}">
                <a16:creationId xmlns:a16="http://schemas.microsoft.com/office/drawing/2014/main" id="{6903CE8C-0626-4C59-B15B-F9BA9B3E3F55}"/>
              </a:ext>
            </a:extLst>
          </p:cNvPr>
          <p:cNvSpPr>
            <a:spLocks noGrp="1"/>
          </p:cNvSpPr>
          <p:nvPr/>
        </p:nvSpPr>
        <p:spPr>
          <a:xfrm>
            <a:off x="62770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F1_main_prauc_681">
            <a:extLst>
              <a:ext uri="{FF2B5EF4-FFF2-40B4-BE49-F238E27FC236}">
                <a16:creationId xmlns:a16="http://schemas.microsoft.com/office/drawing/2014/main" id="{356DCF2A-4609-49F2-83A7-0632DF721833}"/>
              </a:ext>
            </a:extLst>
          </p:cNvPr>
          <p:cNvSpPr>
            <a:spLocks noGrp="1"/>
          </p:cNvSpPr>
          <p:nvPr/>
        </p:nvSpPr>
        <p:spPr>
          <a:xfrm>
            <a:off x="634528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F1_main_prauc_682">
            <a:extLst>
              <a:ext uri="{FF2B5EF4-FFF2-40B4-BE49-F238E27FC236}">
                <a16:creationId xmlns:a16="http://schemas.microsoft.com/office/drawing/2014/main" id="{0801CA0F-0992-4E03-A188-862104EB2173}"/>
              </a:ext>
            </a:extLst>
          </p:cNvPr>
          <p:cNvSpPr>
            <a:spLocks noGrp="1"/>
          </p:cNvSpPr>
          <p:nvPr/>
        </p:nvSpPr>
        <p:spPr>
          <a:xfrm>
            <a:off x="6281324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F1_main_prauc_683">
            <a:extLst>
              <a:ext uri="{FF2B5EF4-FFF2-40B4-BE49-F238E27FC236}">
                <a16:creationId xmlns:a16="http://schemas.microsoft.com/office/drawing/2014/main" id="{1EAC5823-FDA6-4A6E-94C1-00BC123E0547}"/>
              </a:ext>
            </a:extLst>
          </p:cNvPr>
          <p:cNvSpPr>
            <a:spLocks noGrp="1"/>
          </p:cNvSpPr>
          <p:nvPr/>
        </p:nvSpPr>
        <p:spPr>
          <a:xfrm>
            <a:off x="618559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F1_main_prauc_684">
            <a:extLst>
              <a:ext uri="{FF2B5EF4-FFF2-40B4-BE49-F238E27FC236}">
                <a16:creationId xmlns:a16="http://schemas.microsoft.com/office/drawing/2014/main" id="{9F9F793F-A871-4761-A0C9-D8BED6F21B4F}"/>
              </a:ext>
            </a:extLst>
          </p:cNvPr>
          <p:cNvSpPr>
            <a:spLocks noGrp="1"/>
          </p:cNvSpPr>
          <p:nvPr/>
        </p:nvSpPr>
        <p:spPr>
          <a:xfrm>
            <a:off x="63408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F1_main_prauc_685">
            <a:extLst>
              <a:ext uri="{FF2B5EF4-FFF2-40B4-BE49-F238E27FC236}">
                <a16:creationId xmlns:a16="http://schemas.microsoft.com/office/drawing/2014/main" id="{A069E284-5D4E-49C4-8BE9-A4E0156A27B1}"/>
              </a:ext>
            </a:extLst>
          </p:cNvPr>
          <p:cNvSpPr>
            <a:spLocks noGrp="1"/>
          </p:cNvSpPr>
          <p:nvPr/>
        </p:nvSpPr>
        <p:spPr>
          <a:xfrm>
            <a:off x="62898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F1_main_prauc_686">
            <a:extLst>
              <a:ext uri="{FF2B5EF4-FFF2-40B4-BE49-F238E27FC236}">
                <a16:creationId xmlns:a16="http://schemas.microsoft.com/office/drawing/2014/main" id="{50748A4C-079A-4B7D-92E8-95882ACD7504}"/>
              </a:ext>
            </a:extLst>
          </p:cNvPr>
          <p:cNvSpPr>
            <a:spLocks noGrp="1"/>
          </p:cNvSpPr>
          <p:nvPr/>
        </p:nvSpPr>
        <p:spPr>
          <a:xfrm>
            <a:off x="62746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F1_main_prauc_687">
            <a:extLst>
              <a:ext uri="{FF2B5EF4-FFF2-40B4-BE49-F238E27FC236}">
                <a16:creationId xmlns:a16="http://schemas.microsoft.com/office/drawing/2014/main" id="{2647F651-0B32-4965-AD07-4061ECA86332}"/>
              </a:ext>
            </a:extLst>
          </p:cNvPr>
          <p:cNvSpPr>
            <a:spLocks noGrp="1"/>
          </p:cNvSpPr>
          <p:nvPr/>
        </p:nvSpPr>
        <p:spPr>
          <a:xfrm>
            <a:off x="6263464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F1_main_prauc_688">
            <a:extLst>
              <a:ext uri="{FF2B5EF4-FFF2-40B4-BE49-F238E27FC236}">
                <a16:creationId xmlns:a16="http://schemas.microsoft.com/office/drawing/2014/main" id="{081A2E8B-6326-4F6B-BFB2-CC04EE55CEA0}"/>
              </a:ext>
            </a:extLst>
          </p:cNvPr>
          <p:cNvSpPr>
            <a:spLocks noGrp="1"/>
          </p:cNvSpPr>
          <p:nvPr/>
        </p:nvSpPr>
        <p:spPr>
          <a:xfrm>
            <a:off x="615341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F1_main_prauc_689">
            <a:extLst>
              <a:ext uri="{FF2B5EF4-FFF2-40B4-BE49-F238E27FC236}">
                <a16:creationId xmlns:a16="http://schemas.microsoft.com/office/drawing/2014/main" id="{5754CB3D-330E-46EE-955B-F692D50B5850}"/>
              </a:ext>
            </a:extLst>
          </p:cNvPr>
          <p:cNvSpPr>
            <a:spLocks noGrp="1"/>
          </p:cNvSpPr>
          <p:nvPr/>
        </p:nvSpPr>
        <p:spPr>
          <a:xfrm>
            <a:off x="63478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F1_main_prauc_690">
            <a:extLst>
              <a:ext uri="{FF2B5EF4-FFF2-40B4-BE49-F238E27FC236}">
                <a16:creationId xmlns:a16="http://schemas.microsoft.com/office/drawing/2014/main" id="{775570FA-FA81-45BF-8E5A-B42BD79A4E95}"/>
              </a:ext>
            </a:extLst>
          </p:cNvPr>
          <p:cNvSpPr>
            <a:spLocks noGrp="1"/>
          </p:cNvSpPr>
          <p:nvPr/>
        </p:nvSpPr>
        <p:spPr>
          <a:xfrm>
            <a:off x="6165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F1_main_prauc_691">
            <a:extLst>
              <a:ext uri="{FF2B5EF4-FFF2-40B4-BE49-F238E27FC236}">
                <a16:creationId xmlns:a16="http://schemas.microsoft.com/office/drawing/2014/main" id="{7636B180-C216-48AC-8913-3FAD375E938B}"/>
              </a:ext>
            </a:extLst>
          </p:cNvPr>
          <p:cNvSpPr>
            <a:spLocks noGrp="1"/>
          </p:cNvSpPr>
          <p:nvPr/>
        </p:nvSpPr>
        <p:spPr>
          <a:xfrm>
            <a:off x="61497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F1_main_prauc_692">
            <a:extLst>
              <a:ext uri="{FF2B5EF4-FFF2-40B4-BE49-F238E27FC236}">
                <a16:creationId xmlns:a16="http://schemas.microsoft.com/office/drawing/2014/main" id="{BC2660B8-A9BE-4235-890B-A6089AAF8907}"/>
              </a:ext>
            </a:extLst>
          </p:cNvPr>
          <p:cNvSpPr>
            <a:spLocks noGrp="1"/>
          </p:cNvSpPr>
          <p:nvPr/>
        </p:nvSpPr>
        <p:spPr>
          <a:xfrm>
            <a:off x="63225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F1_main_prauc_693">
            <a:extLst>
              <a:ext uri="{FF2B5EF4-FFF2-40B4-BE49-F238E27FC236}">
                <a16:creationId xmlns:a16="http://schemas.microsoft.com/office/drawing/2014/main" id="{A3F91FA9-E071-4CD0-BC35-17976CDE3F60}"/>
              </a:ext>
            </a:extLst>
          </p:cNvPr>
          <p:cNvSpPr>
            <a:spLocks noGrp="1"/>
          </p:cNvSpPr>
          <p:nvPr/>
        </p:nvSpPr>
        <p:spPr>
          <a:xfrm>
            <a:off x="6175452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F1_main_prauc_694">
            <a:extLst>
              <a:ext uri="{FF2B5EF4-FFF2-40B4-BE49-F238E27FC236}">
                <a16:creationId xmlns:a16="http://schemas.microsoft.com/office/drawing/2014/main" id="{42D60DFB-9690-434E-9CF2-7CA4F540B533}"/>
              </a:ext>
            </a:extLst>
          </p:cNvPr>
          <p:cNvSpPr>
            <a:spLocks noGrp="1"/>
          </p:cNvSpPr>
          <p:nvPr/>
        </p:nvSpPr>
        <p:spPr>
          <a:xfrm>
            <a:off x="623355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F1_main_prauc_695">
            <a:extLst>
              <a:ext uri="{FF2B5EF4-FFF2-40B4-BE49-F238E27FC236}">
                <a16:creationId xmlns:a16="http://schemas.microsoft.com/office/drawing/2014/main" id="{10375280-BD0E-4969-BA2C-02675D94F0E8}"/>
              </a:ext>
            </a:extLst>
          </p:cNvPr>
          <p:cNvSpPr>
            <a:spLocks noGrp="1"/>
          </p:cNvSpPr>
          <p:nvPr/>
        </p:nvSpPr>
        <p:spPr>
          <a:xfrm>
            <a:off x="626083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F1_main_prauc_696">
            <a:extLst>
              <a:ext uri="{FF2B5EF4-FFF2-40B4-BE49-F238E27FC236}">
                <a16:creationId xmlns:a16="http://schemas.microsoft.com/office/drawing/2014/main" id="{06DF375F-A885-48E1-9F18-1ADB432FEA61}"/>
              </a:ext>
            </a:extLst>
          </p:cNvPr>
          <p:cNvSpPr>
            <a:spLocks noGrp="1"/>
          </p:cNvSpPr>
          <p:nvPr/>
        </p:nvSpPr>
        <p:spPr>
          <a:xfrm>
            <a:off x="6252836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F1_main_prauc_697">
            <a:extLst>
              <a:ext uri="{FF2B5EF4-FFF2-40B4-BE49-F238E27FC236}">
                <a16:creationId xmlns:a16="http://schemas.microsoft.com/office/drawing/2014/main" id="{20B71CB8-5351-42CC-BE78-C95FC69948ED}"/>
              </a:ext>
            </a:extLst>
          </p:cNvPr>
          <p:cNvSpPr>
            <a:spLocks noGrp="1"/>
          </p:cNvSpPr>
          <p:nvPr/>
        </p:nvSpPr>
        <p:spPr>
          <a:xfrm>
            <a:off x="6321444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F1_main_prauc_698">
            <a:extLst>
              <a:ext uri="{FF2B5EF4-FFF2-40B4-BE49-F238E27FC236}">
                <a16:creationId xmlns:a16="http://schemas.microsoft.com/office/drawing/2014/main" id="{FCA79007-46F1-4CFA-A861-636A5D168C6E}"/>
              </a:ext>
            </a:extLst>
          </p:cNvPr>
          <p:cNvSpPr>
            <a:spLocks noGrp="1"/>
          </p:cNvSpPr>
          <p:nvPr/>
        </p:nvSpPr>
        <p:spPr>
          <a:xfrm>
            <a:off x="6198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F1_main_prauc_699">
            <a:extLst>
              <a:ext uri="{FF2B5EF4-FFF2-40B4-BE49-F238E27FC236}">
                <a16:creationId xmlns:a16="http://schemas.microsoft.com/office/drawing/2014/main" id="{76E6072F-9D69-4B79-A67E-3F2D7538CC94}"/>
              </a:ext>
            </a:extLst>
          </p:cNvPr>
          <p:cNvSpPr>
            <a:spLocks noGrp="1"/>
          </p:cNvSpPr>
          <p:nvPr/>
        </p:nvSpPr>
        <p:spPr>
          <a:xfrm>
            <a:off x="62131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F1_main_prauc_700">
            <a:extLst>
              <a:ext uri="{FF2B5EF4-FFF2-40B4-BE49-F238E27FC236}">
                <a16:creationId xmlns:a16="http://schemas.microsoft.com/office/drawing/2014/main" id="{7BEB5B37-1A11-48C1-B166-48F0D26444AF}"/>
              </a:ext>
            </a:extLst>
          </p:cNvPr>
          <p:cNvSpPr>
            <a:spLocks noGrp="1"/>
          </p:cNvSpPr>
          <p:nvPr/>
        </p:nvSpPr>
        <p:spPr>
          <a:xfrm>
            <a:off x="6176408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F1_main_prauc_701">
            <a:extLst>
              <a:ext uri="{FF2B5EF4-FFF2-40B4-BE49-F238E27FC236}">
                <a16:creationId xmlns:a16="http://schemas.microsoft.com/office/drawing/2014/main" id="{82523E53-CC15-423E-BFE2-BBDAD094A391}"/>
              </a:ext>
            </a:extLst>
          </p:cNvPr>
          <p:cNvSpPr>
            <a:spLocks noGrp="1"/>
          </p:cNvSpPr>
          <p:nvPr/>
        </p:nvSpPr>
        <p:spPr>
          <a:xfrm>
            <a:off x="61809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F1_main_prauc_702">
            <a:extLst>
              <a:ext uri="{FF2B5EF4-FFF2-40B4-BE49-F238E27FC236}">
                <a16:creationId xmlns:a16="http://schemas.microsoft.com/office/drawing/2014/main" id="{7ED67FC6-0FCB-4D85-AA2F-C70B19CC782E}"/>
              </a:ext>
            </a:extLst>
          </p:cNvPr>
          <p:cNvSpPr>
            <a:spLocks noGrp="1"/>
          </p:cNvSpPr>
          <p:nvPr/>
        </p:nvSpPr>
        <p:spPr>
          <a:xfrm>
            <a:off x="634491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F1_main_prauc_703">
            <a:extLst>
              <a:ext uri="{FF2B5EF4-FFF2-40B4-BE49-F238E27FC236}">
                <a16:creationId xmlns:a16="http://schemas.microsoft.com/office/drawing/2014/main" id="{018406A1-5792-469B-BF2E-DFC3DC4B18DE}"/>
              </a:ext>
            </a:extLst>
          </p:cNvPr>
          <p:cNvSpPr>
            <a:spLocks noGrp="1"/>
          </p:cNvSpPr>
          <p:nvPr/>
        </p:nvSpPr>
        <p:spPr>
          <a:xfrm>
            <a:off x="6266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F1_main_prauc_704">
            <a:extLst>
              <a:ext uri="{FF2B5EF4-FFF2-40B4-BE49-F238E27FC236}">
                <a16:creationId xmlns:a16="http://schemas.microsoft.com/office/drawing/2014/main" id="{9FCE08F4-DED1-45C0-99B4-E215FD7D9AC1}"/>
              </a:ext>
            </a:extLst>
          </p:cNvPr>
          <p:cNvSpPr>
            <a:spLocks noGrp="1"/>
          </p:cNvSpPr>
          <p:nvPr/>
        </p:nvSpPr>
        <p:spPr>
          <a:xfrm>
            <a:off x="6206140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F1_main_prauc_705">
            <a:extLst>
              <a:ext uri="{FF2B5EF4-FFF2-40B4-BE49-F238E27FC236}">
                <a16:creationId xmlns:a16="http://schemas.microsoft.com/office/drawing/2014/main" id="{E4F0FDB3-251A-424C-96ED-567CAD5D3359}"/>
              </a:ext>
            </a:extLst>
          </p:cNvPr>
          <p:cNvSpPr>
            <a:spLocks noGrp="1"/>
          </p:cNvSpPr>
          <p:nvPr/>
        </p:nvSpPr>
        <p:spPr>
          <a:xfrm>
            <a:off x="6274679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F1_main_prauc_706">
            <a:extLst>
              <a:ext uri="{FF2B5EF4-FFF2-40B4-BE49-F238E27FC236}">
                <a16:creationId xmlns:a16="http://schemas.microsoft.com/office/drawing/2014/main" id="{B1F13F01-396D-4691-8C31-35A116F1269A}"/>
              </a:ext>
            </a:extLst>
          </p:cNvPr>
          <p:cNvSpPr>
            <a:spLocks noGrp="1"/>
          </p:cNvSpPr>
          <p:nvPr/>
        </p:nvSpPr>
        <p:spPr>
          <a:xfrm>
            <a:off x="61572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F1_main_prauc_707">
            <a:extLst>
              <a:ext uri="{FF2B5EF4-FFF2-40B4-BE49-F238E27FC236}">
                <a16:creationId xmlns:a16="http://schemas.microsoft.com/office/drawing/2014/main" id="{B990E8E4-C5D7-4EB8-82AC-3390D5340C8E}"/>
              </a:ext>
            </a:extLst>
          </p:cNvPr>
          <p:cNvSpPr>
            <a:spLocks noGrp="1"/>
          </p:cNvSpPr>
          <p:nvPr/>
        </p:nvSpPr>
        <p:spPr>
          <a:xfrm>
            <a:off x="63337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F1_main_prauc_708">
            <a:extLst>
              <a:ext uri="{FF2B5EF4-FFF2-40B4-BE49-F238E27FC236}">
                <a16:creationId xmlns:a16="http://schemas.microsoft.com/office/drawing/2014/main" id="{51242427-35B8-4A85-99DB-CFB2A0D60867}"/>
              </a:ext>
            </a:extLst>
          </p:cNvPr>
          <p:cNvSpPr>
            <a:spLocks noGrp="1"/>
          </p:cNvSpPr>
          <p:nvPr/>
        </p:nvSpPr>
        <p:spPr>
          <a:xfrm>
            <a:off x="63681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F1_main_prauc_709">
            <a:extLst>
              <a:ext uri="{FF2B5EF4-FFF2-40B4-BE49-F238E27FC236}">
                <a16:creationId xmlns:a16="http://schemas.microsoft.com/office/drawing/2014/main" id="{DD891E04-567C-4595-8BEB-B594E45D1D0F}"/>
              </a:ext>
            </a:extLst>
          </p:cNvPr>
          <p:cNvSpPr>
            <a:spLocks noGrp="1"/>
          </p:cNvSpPr>
          <p:nvPr/>
        </p:nvSpPr>
        <p:spPr>
          <a:xfrm>
            <a:off x="6271741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F1_main_prauc_710">
            <a:extLst>
              <a:ext uri="{FF2B5EF4-FFF2-40B4-BE49-F238E27FC236}">
                <a16:creationId xmlns:a16="http://schemas.microsoft.com/office/drawing/2014/main" id="{1403B0DD-A024-40D3-A4DF-4A678F5DC13B}"/>
              </a:ext>
            </a:extLst>
          </p:cNvPr>
          <p:cNvSpPr>
            <a:spLocks noGrp="1"/>
          </p:cNvSpPr>
          <p:nvPr/>
        </p:nvSpPr>
        <p:spPr>
          <a:xfrm>
            <a:off x="637017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F1_main_prauc_711">
            <a:extLst>
              <a:ext uri="{FF2B5EF4-FFF2-40B4-BE49-F238E27FC236}">
                <a16:creationId xmlns:a16="http://schemas.microsoft.com/office/drawing/2014/main" id="{3E76149F-F620-4ADB-A7AE-2FA1782D1DE5}"/>
              </a:ext>
            </a:extLst>
          </p:cNvPr>
          <p:cNvSpPr>
            <a:spLocks noGrp="1"/>
          </p:cNvSpPr>
          <p:nvPr/>
        </p:nvSpPr>
        <p:spPr>
          <a:xfrm>
            <a:off x="634408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F1_main_prauc_712">
            <a:extLst>
              <a:ext uri="{FF2B5EF4-FFF2-40B4-BE49-F238E27FC236}">
                <a16:creationId xmlns:a16="http://schemas.microsoft.com/office/drawing/2014/main" id="{FCC7CD32-0454-47BA-AFD7-7DE57AAACF9C}"/>
              </a:ext>
            </a:extLst>
          </p:cNvPr>
          <p:cNvSpPr>
            <a:spLocks noGrp="1"/>
          </p:cNvSpPr>
          <p:nvPr/>
        </p:nvSpPr>
        <p:spPr>
          <a:xfrm>
            <a:off x="626453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F1_main_prauc_713">
            <a:extLst>
              <a:ext uri="{FF2B5EF4-FFF2-40B4-BE49-F238E27FC236}">
                <a16:creationId xmlns:a16="http://schemas.microsoft.com/office/drawing/2014/main" id="{6FD0AF16-FD54-4D11-90AC-75636A79E24F}"/>
              </a:ext>
            </a:extLst>
          </p:cNvPr>
          <p:cNvSpPr>
            <a:spLocks noGrp="1"/>
          </p:cNvSpPr>
          <p:nvPr/>
        </p:nvSpPr>
        <p:spPr>
          <a:xfrm>
            <a:off x="6304424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F1_main_prauc_714">
            <a:extLst>
              <a:ext uri="{FF2B5EF4-FFF2-40B4-BE49-F238E27FC236}">
                <a16:creationId xmlns:a16="http://schemas.microsoft.com/office/drawing/2014/main" id="{95C551F4-8DB8-4D2F-8443-0D8E8E19C673}"/>
              </a:ext>
            </a:extLst>
          </p:cNvPr>
          <p:cNvSpPr>
            <a:spLocks noGrp="1"/>
          </p:cNvSpPr>
          <p:nvPr/>
        </p:nvSpPr>
        <p:spPr>
          <a:xfrm>
            <a:off x="6251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F1_main_prauc_715">
            <a:extLst>
              <a:ext uri="{FF2B5EF4-FFF2-40B4-BE49-F238E27FC236}">
                <a16:creationId xmlns:a16="http://schemas.microsoft.com/office/drawing/2014/main" id="{2CBE2801-670A-4D44-B5BA-751A75EEA3D4}"/>
              </a:ext>
            </a:extLst>
          </p:cNvPr>
          <p:cNvSpPr>
            <a:spLocks noGrp="1"/>
          </p:cNvSpPr>
          <p:nvPr/>
        </p:nvSpPr>
        <p:spPr>
          <a:xfrm>
            <a:off x="63448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F1_main_prauc_716">
            <a:extLst>
              <a:ext uri="{FF2B5EF4-FFF2-40B4-BE49-F238E27FC236}">
                <a16:creationId xmlns:a16="http://schemas.microsoft.com/office/drawing/2014/main" id="{AEBE6EA7-1D7E-4195-82C7-D39B869BD504}"/>
              </a:ext>
            </a:extLst>
          </p:cNvPr>
          <p:cNvSpPr>
            <a:spLocks noGrp="1"/>
          </p:cNvSpPr>
          <p:nvPr/>
        </p:nvSpPr>
        <p:spPr>
          <a:xfrm>
            <a:off x="62887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F1_main_prauc_717">
            <a:extLst>
              <a:ext uri="{FF2B5EF4-FFF2-40B4-BE49-F238E27FC236}">
                <a16:creationId xmlns:a16="http://schemas.microsoft.com/office/drawing/2014/main" id="{C3EDDA0C-90F0-412A-87AE-7B1DC851E713}"/>
              </a:ext>
            </a:extLst>
          </p:cNvPr>
          <p:cNvSpPr>
            <a:spLocks noGrp="1"/>
          </p:cNvSpPr>
          <p:nvPr/>
        </p:nvSpPr>
        <p:spPr>
          <a:xfrm>
            <a:off x="627992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F1_main_prauc_718">
            <a:extLst>
              <a:ext uri="{FF2B5EF4-FFF2-40B4-BE49-F238E27FC236}">
                <a16:creationId xmlns:a16="http://schemas.microsoft.com/office/drawing/2014/main" id="{97E39EDF-E936-49FC-86BF-DACC6099CC30}"/>
              </a:ext>
            </a:extLst>
          </p:cNvPr>
          <p:cNvSpPr>
            <a:spLocks noGrp="1"/>
          </p:cNvSpPr>
          <p:nvPr/>
        </p:nvSpPr>
        <p:spPr>
          <a:xfrm>
            <a:off x="6279090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F1_main_prauc_719">
            <a:extLst>
              <a:ext uri="{FF2B5EF4-FFF2-40B4-BE49-F238E27FC236}">
                <a16:creationId xmlns:a16="http://schemas.microsoft.com/office/drawing/2014/main" id="{7A2134A3-F457-4312-B0FC-B92843CFB841}"/>
              </a:ext>
            </a:extLst>
          </p:cNvPr>
          <p:cNvSpPr>
            <a:spLocks noGrp="1"/>
          </p:cNvSpPr>
          <p:nvPr/>
        </p:nvSpPr>
        <p:spPr>
          <a:xfrm>
            <a:off x="62537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F1_main_prauc_720">
            <a:extLst>
              <a:ext uri="{FF2B5EF4-FFF2-40B4-BE49-F238E27FC236}">
                <a16:creationId xmlns:a16="http://schemas.microsoft.com/office/drawing/2014/main" id="{7FBA866E-488E-435E-8A11-F45F76FF7DF0}"/>
              </a:ext>
            </a:extLst>
          </p:cNvPr>
          <p:cNvSpPr>
            <a:spLocks noGrp="1"/>
          </p:cNvSpPr>
          <p:nvPr/>
        </p:nvSpPr>
        <p:spPr>
          <a:xfrm>
            <a:off x="6349863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F1_main_prauc_721">
            <a:extLst>
              <a:ext uri="{FF2B5EF4-FFF2-40B4-BE49-F238E27FC236}">
                <a16:creationId xmlns:a16="http://schemas.microsoft.com/office/drawing/2014/main" id="{187A277F-79F7-462B-991D-9FAB7E5E1EF8}"/>
              </a:ext>
            </a:extLst>
          </p:cNvPr>
          <p:cNvSpPr>
            <a:spLocks noGrp="1"/>
          </p:cNvSpPr>
          <p:nvPr/>
        </p:nvSpPr>
        <p:spPr>
          <a:xfrm>
            <a:off x="616764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F1_main_prauc_722">
            <a:extLst>
              <a:ext uri="{FF2B5EF4-FFF2-40B4-BE49-F238E27FC236}">
                <a16:creationId xmlns:a16="http://schemas.microsoft.com/office/drawing/2014/main" id="{860CB7CF-0F35-4D00-8E95-5AB5CCFCB0A4}"/>
              </a:ext>
            </a:extLst>
          </p:cNvPr>
          <p:cNvSpPr>
            <a:spLocks noGrp="1"/>
          </p:cNvSpPr>
          <p:nvPr/>
        </p:nvSpPr>
        <p:spPr>
          <a:xfrm>
            <a:off x="62244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F1_main_prauc_723">
            <a:extLst>
              <a:ext uri="{FF2B5EF4-FFF2-40B4-BE49-F238E27FC236}">
                <a16:creationId xmlns:a16="http://schemas.microsoft.com/office/drawing/2014/main" id="{D504CDAC-A870-44B6-A85D-F88A709B2E9F}"/>
              </a:ext>
            </a:extLst>
          </p:cNvPr>
          <p:cNvSpPr>
            <a:spLocks noGrp="1"/>
          </p:cNvSpPr>
          <p:nvPr/>
        </p:nvSpPr>
        <p:spPr>
          <a:xfrm>
            <a:off x="63089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F1_main_prauc_724">
            <a:extLst>
              <a:ext uri="{FF2B5EF4-FFF2-40B4-BE49-F238E27FC236}">
                <a16:creationId xmlns:a16="http://schemas.microsoft.com/office/drawing/2014/main" id="{5EDDE3D4-53A9-42A4-B624-AF2473D05CDB}"/>
              </a:ext>
            </a:extLst>
          </p:cNvPr>
          <p:cNvSpPr>
            <a:spLocks noGrp="1"/>
          </p:cNvSpPr>
          <p:nvPr/>
        </p:nvSpPr>
        <p:spPr>
          <a:xfrm>
            <a:off x="618244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F1_main_prauc_725">
            <a:extLst>
              <a:ext uri="{FF2B5EF4-FFF2-40B4-BE49-F238E27FC236}">
                <a16:creationId xmlns:a16="http://schemas.microsoft.com/office/drawing/2014/main" id="{94E06AA3-8132-412F-93AB-94133EC28E7D}"/>
              </a:ext>
            </a:extLst>
          </p:cNvPr>
          <p:cNvSpPr>
            <a:spLocks noGrp="1"/>
          </p:cNvSpPr>
          <p:nvPr/>
        </p:nvSpPr>
        <p:spPr>
          <a:xfrm>
            <a:off x="6314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F1_main_prauc_726">
            <a:extLst>
              <a:ext uri="{FF2B5EF4-FFF2-40B4-BE49-F238E27FC236}">
                <a16:creationId xmlns:a16="http://schemas.microsoft.com/office/drawing/2014/main" id="{9BE3ED75-F9E6-4B94-93D5-9C9F5664B42B}"/>
              </a:ext>
            </a:extLst>
          </p:cNvPr>
          <p:cNvSpPr>
            <a:spLocks noGrp="1"/>
          </p:cNvSpPr>
          <p:nvPr/>
        </p:nvSpPr>
        <p:spPr>
          <a:xfrm>
            <a:off x="63724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F1_main_prauc_727">
            <a:extLst>
              <a:ext uri="{FF2B5EF4-FFF2-40B4-BE49-F238E27FC236}">
                <a16:creationId xmlns:a16="http://schemas.microsoft.com/office/drawing/2014/main" id="{04A75DA9-27FE-42DD-82F7-C09AA1B064BD}"/>
              </a:ext>
            </a:extLst>
          </p:cNvPr>
          <p:cNvSpPr>
            <a:spLocks noGrp="1"/>
          </p:cNvSpPr>
          <p:nvPr/>
        </p:nvSpPr>
        <p:spPr>
          <a:xfrm>
            <a:off x="619044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F1_main_prauc_728">
            <a:extLst>
              <a:ext uri="{FF2B5EF4-FFF2-40B4-BE49-F238E27FC236}">
                <a16:creationId xmlns:a16="http://schemas.microsoft.com/office/drawing/2014/main" id="{AFCFD055-7BEB-4B7F-807A-BAE138BF2B0E}"/>
              </a:ext>
            </a:extLst>
          </p:cNvPr>
          <p:cNvSpPr>
            <a:spLocks noGrp="1"/>
          </p:cNvSpPr>
          <p:nvPr/>
        </p:nvSpPr>
        <p:spPr>
          <a:xfrm>
            <a:off x="63410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F1_main_prauc_729">
            <a:extLst>
              <a:ext uri="{FF2B5EF4-FFF2-40B4-BE49-F238E27FC236}">
                <a16:creationId xmlns:a16="http://schemas.microsoft.com/office/drawing/2014/main" id="{275741BA-B356-4A09-B09F-33250E425E41}"/>
              </a:ext>
            </a:extLst>
          </p:cNvPr>
          <p:cNvSpPr>
            <a:spLocks noGrp="1"/>
          </p:cNvSpPr>
          <p:nvPr/>
        </p:nvSpPr>
        <p:spPr>
          <a:xfrm>
            <a:off x="61299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F1_main_prauc_730">
            <a:extLst>
              <a:ext uri="{FF2B5EF4-FFF2-40B4-BE49-F238E27FC236}">
                <a16:creationId xmlns:a16="http://schemas.microsoft.com/office/drawing/2014/main" id="{2CEEB324-8C27-48B9-97DF-98682854466B}"/>
              </a:ext>
            </a:extLst>
          </p:cNvPr>
          <p:cNvSpPr>
            <a:spLocks noGrp="1"/>
          </p:cNvSpPr>
          <p:nvPr/>
        </p:nvSpPr>
        <p:spPr>
          <a:xfrm>
            <a:off x="621365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F1_main_prauc_731">
            <a:extLst>
              <a:ext uri="{FF2B5EF4-FFF2-40B4-BE49-F238E27FC236}">
                <a16:creationId xmlns:a16="http://schemas.microsoft.com/office/drawing/2014/main" id="{7ECE02E5-C517-4DE9-B8A5-4B7B2558FC7E}"/>
              </a:ext>
            </a:extLst>
          </p:cNvPr>
          <p:cNvSpPr>
            <a:spLocks noGrp="1"/>
          </p:cNvSpPr>
          <p:nvPr/>
        </p:nvSpPr>
        <p:spPr>
          <a:xfrm>
            <a:off x="634911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F1_main_prauc_732">
            <a:extLst>
              <a:ext uri="{FF2B5EF4-FFF2-40B4-BE49-F238E27FC236}">
                <a16:creationId xmlns:a16="http://schemas.microsoft.com/office/drawing/2014/main" id="{D68D0280-54B4-4F50-81AE-7B88B28266BE}"/>
              </a:ext>
            </a:extLst>
          </p:cNvPr>
          <p:cNvSpPr>
            <a:spLocks noGrp="1"/>
          </p:cNvSpPr>
          <p:nvPr/>
        </p:nvSpPr>
        <p:spPr>
          <a:xfrm>
            <a:off x="6189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F1_main_prauc_733">
            <a:extLst>
              <a:ext uri="{FF2B5EF4-FFF2-40B4-BE49-F238E27FC236}">
                <a16:creationId xmlns:a16="http://schemas.microsoft.com/office/drawing/2014/main" id="{DC769B93-ABEC-480F-B8AB-FE603FDDF685}"/>
              </a:ext>
            </a:extLst>
          </p:cNvPr>
          <p:cNvSpPr>
            <a:spLocks noGrp="1"/>
          </p:cNvSpPr>
          <p:nvPr/>
        </p:nvSpPr>
        <p:spPr>
          <a:xfrm>
            <a:off x="62533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F1_main_prauc_734">
            <a:extLst>
              <a:ext uri="{FF2B5EF4-FFF2-40B4-BE49-F238E27FC236}">
                <a16:creationId xmlns:a16="http://schemas.microsoft.com/office/drawing/2014/main" id="{09F2A5E5-DCBB-46F2-AC01-BD028090CB12}"/>
              </a:ext>
            </a:extLst>
          </p:cNvPr>
          <p:cNvSpPr>
            <a:spLocks noGrp="1"/>
          </p:cNvSpPr>
          <p:nvPr/>
        </p:nvSpPr>
        <p:spPr>
          <a:xfrm>
            <a:off x="62471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F1_main_prauc_735">
            <a:extLst>
              <a:ext uri="{FF2B5EF4-FFF2-40B4-BE49-F238E27FC236}">
                <a16:creationId xmlns:a16="http://schemas.microsoft.com/office/drawing/2014/main" id="{93471C99-81A3-4E31-973C-BB6B5D4E5E8D}"/>
              </a:ext>
            </a:extLst>
          </p:cNvPr>
          <p:cNvSpPr>
            <a:spLocks noGrp="1"/>
          </p:cNvSpPr>
          <p:nvPr/>
        </p:nvSpPr>
        <p:spPr>
          <a:xfrm>
            <a:off x="61751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F1_main_prauc_736">
            <a:extLst>
              <a:ext uri="{FF2B5EF4-FFF2-40B4-BE49-F238E27FC236}">
                <a16:creationId xmlns:a16="http://schemas.microsoft.com/office/drawing/2014/main" id="{6711B9F2-B075-4055-9DAA-93A1E9C4141D}"/>
              </a:ext>
            </a:extLst>
          </p:cNvPr>
          <p:cNvSpPr>
            <a:spLocks noGrp="1"/>
          </p:cNvSpPr>
          <p:nvPr/>
        </p:nvSpPr>
        <p:spPr>
          <a:xfrm>
            <a:off x="6379965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F1_main_prauc_737">
            <a:extLst>
              <a:ext uri="{FF2B5EF4-FFF2-40B4-BE49-F238E27FC236}">
                <a16:creationId xmlns:a16="http://schemas.microsoft.com/office/drawing/2014/main" id="{9B45DDB0-8CE5-425B-8FAF-DFB0E330BBFF}"/>
              </a:ext>
            </a:extLst>
          </p:cNvPr>
          <p:cNvSpPr>
            <a:spLocks noGrp="1"/>
          </p:cNvSpPr>
          <p:nvPr/>
        </p:nvSpPr>
        <p:spPr>
          <a:xfrm>
            <a:off x="6302628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F1_main_prauc_738">
            <a:extLst>
              <a:ext uri="{FF2B5EF4-FFF2-40B4-BE49-F238E27FC236}">
                <a16:creationId xmlns:a16="http://schemas.microsoft.com/office/drawing/2014/main" id="{8CCB302E-575A-4B0B-A3B1-F6EFFC79CD31}"/>
              </a:ext>
            </a:extLst>
          </p:cNvPr>
          <p:cNvSpPr>
            <a:spLocks noGrp="1"/>
          </p:cNvSpPr>
          <p:nvPr/>
        </p:nvSpPr>
        <p:spPr>
          <a:xfrm>
            <a:off x="61791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F1_main_prauc_739">
            <a:extLst>
              <a:ext uri="{FF2B5EF4-FFF2-40B4-BE49-F238E27FC236}">
                <a16:creationId xmlns:a16="http://schemas.microsoft.com/office/drawing/2014/main" id="{3B0989D5-64E9-49A0-AC44-EDD01C89736C}"/>
              </a:ext>
            </a:extLst>
          </p:cNvPr>
          <p:cNvSpPr>
            <a:spLocks noGrp="1"/>
          </p:cNvSpPr>
          <p:nvPr/>
        </p:nvSpPr>
        <p:spPr>
          <a:xfrm>
            <a:off x="6214443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F1_main_prauc_740">
            <a:extLst>
              <a:ext uri="{FF2B5EF4-FFF2-40B4-BE49-F238E27FC236}">
                <a16:creationId xmlns:a16="http://schemas.microsoft.com/office/drawing/2014/main" id="{75D32290-41A1-4C95-BF1E-EFE3948E142D}"/>
              </a:ext>
            </a:extLst>
          </p:cNvPr>
          <p:cNvSpPr>
            <a:spLocks noGrp="1"/>
          </p:cNvSpPr>
          <p:nvPr/>
        </p:nvSpPr>
        <p:spPr>
          <a:xfrm>
            <a:off x="61698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F1_main_prauc_741">
            <a:extLst>
              <a:ext uri="{FF2B5EF4-FFF2-40B4-BE49-F238E27FC236}">
                <a16:creationId xmlns:a16="http://schemas.microsoft.com/office/drawing/2014/main" id="{FAB2631B-C5C6-41A4-B5C4-30866CAF3558}"/>
              </a:ext>
            </a:extLst>
          </p:cNvPr>
          <p:cNvSpPr>
            <a:spLocks noGrp="1"/>
          </p:cNvSpPr>
          <p:nvPr/>
        </p:nvSpPr>
        <p:spPr>
          <a:xfrm>
            <a:off x="6208248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F1_main_prauc_742">
            <a:extLst>
              <a:ext uri="{FF2B5EF4-FFF2-40B4-BE49-F238E27FC236}">
                <a16:creationId xmlns:a16="http://schemas.microsoft.com/office/drawing/2014/main" id="{C879ECA9-AEB5-4248-9A76-191FE0587C03}"/>
              </a:ext>
            </a:extLst>
          </p:cNvPr>
          <p:cNvSpPr>
            <a:spLocks noGrp="1"/>
          </p:cNvSpPr>
          <p:nvPr/>
        </p:nvSpPr>
        <p:spPr>
          <a:xfrm>
            <a:off x="6231692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F1_main_prauc_743">
            <a:extLst>
              <a:ext uri="{FF2B5EF4-FFF2-40B4-BE49-F238E27FC236}">
                <a16:creationId xmlns:a16="http://schemas.microsoft.com/office/drawing/2014/main" id="{69A9E071-DA04-4F76-AD07-61B36B921D8A}"/>
              </a:ext>
            </a:extLst>
          </p:cNvPr>
          <p:cNvSpPr>
            <a:spLocks noGrp="1"/>
          </p:cNvSpPr>
          <p:nvPr/>
        </p:nvSpPr>
        <p:spPr>
          <a:xfrm>
            <a:off x="6172100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F1_main_prauc_744">
            <a:extLst>
              <a:ext uri="{FF2B5EF4-FFF2-40B4-BE49-F238E27FC236}">
                <a16:creationId xmlns:a16="http://schemas.microsoft.com/office/drawing/2014/main" id="{5EEBB27B-632B-4106-9355-26CDB704291E}"/>
              </a:ext>
            </a:extLst>
          </p:cNvPr>
          <p:cNvSpPr>
            <a:spLocks noGrp="1"/>
          </p:cNvSpPr>
          <p:nvPr/>
        </p:nvSpPr>
        <p:spPr>
          <a:xfrm>
            <a:off x="617877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F1_main_prauc_745">
            <a:extLst>
              <a:ext uri="{FF2B5EF4-FFF2-40B4-BE49-F238E27FC236}">
                <a16:creationId xmlns:a16="http://schemas.microsoft.com/office/drawing/2014/main" id="{9A75D480-38E8-4911-9A62-03D02C4453E4}"/>
              </a:ext>
            </a:extLst>
          </p:cNvPr>
          <p:cNvSpPr>
            <a:spLocks noGrp="1"/>
          </p:cNvSpPr>
          <p:nvPr/>
        </p:nvSpPr>
        <p:spPr>
          <a:xfrm>
            <a:off x="6166061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F1_main_prauc_746">
            <a:extLst>
              <a:ext uri="{FF2B5EF4-FFF2-40B4-BE49-F238E27FC236}">
                <a16:creationId xmlns:a16="http://schemas.microsoft.com/office/drawing/2014/main" id="{C3489186-0C69-49EA-ABFA-F5980354BBDA}"/>
              </a:ext>
            </a:extLst>
          </p:cNvPr>
          <p:cNvSpPr>
            <a:spLocks noGrp="1"/>
          </p:cNvSpPr>
          <p:nvPr/>
        </p:nvSpPr>
        <p:spPr>
          <a:xfrm>
            <a:off x="63505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F1_main_prauc_747">
            <a:extLst>
              <a:ext uri="{FF2B5EF4-FFF2-40B4-BE49-F238E27FC236}">
                <a16:creationId xmlns:a16="http://schemas.microsoft.com/office/drawing/2014/main" id="{E8C5B36D-49B4-41E5-B5F1-EB0F068F0E90}"/>
              </a:ext>
            </a:extLst>
          </p:cNvPr>
          <p:cNvSpPr>
            <a:spLocks noGrp="1"/>
          </p:cNvSpPr>
          <p:nvPr/>
        </p:nvSpPr>
        <p:spPr>
          <a:xfrm>
            <a:off x="626517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F1_main_prauc_748">
            <a:extLst>
              <a:ext uri="{FF2B5EF4-FFF2-40B4-BE49-F238E27FC236}">
                <a16:creationId xmlns:a16="http://schemas.microsoft.com/office/drawing/2014/main" id="{295A9F75-BAAF-4396-82A2-F700861B31EA}"/>
              </a:ext>
            </a:extLst>
          </p:cNvPr>
          <p:cNvSpPr>
            <a:spLocks noGrp="1"/>
          </p:cNvSpPr>
          <p:nvPr/>
        </p:nvSpPr>
        <p:spPr>
          <a:xfrm>
            <a:off x="62864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F1_main_prauc_749">
            <a:extLst>
              <a:ext uri="{FF2B5EF4-FFF2-40B4-BE49-F238E27FC236}">
                <a16:creationId xmlns:a16="http://schemas.microsoft.com/office/drawing/2014/main" id="{8861019B-C7E9-454B-8174-5F8416D79E1D}"/>
              </a:ext>
            </a:extLst>
          </p:cNvPr>
          <p:cNvSpPr>
            <a:spLocks noGrp="1"/>
          </p:cNvSpPr>
          <p:nvPr/>
        </p:nvSpPr>
        <p:spPr>
          <a:xfrm>
            <a:off x="62483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F1_main_prauc_750">
            <a:extLst>
              <a:ext uri="{FF2B5EF4-FFF2-40B4-BE49-F238E27FC236}">
                <a16:creationId xmlns:a16="http://schemas.microsoft.com/office/drawing/2014/main" id="{3016BEAE-8C38-400D-9D22-83250E966CA3}"/>
              </a:ext>
            </a:extLst>
          </p:cNvPr>
          <p:cNvSpPr>
            <a:spLocks noGrp="1"/>
          </p:cNvSpPr>
          <p:nvPr/>
        </p:nvSpPr>
        <p:spPr>
          <a:xfrm>
            <a:off x="6306266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F1_main_prauc_751">
            <a:extLst>
              <a:ext uri="{FF2B5EF4-FFF2-40B4-BE49-F238E27FC236}">
                <a16:creationId xmlns:a16="http://schemas.microsoft.com/office/drawing/2014/main" id="{9ED10B8E-8F21-4E30-8FCE-006A27DA4087}"/>
              </a:ext>
            </a:extLst>
          </p:cNvPr>
          <p:cNvSpPr>
            <a:spLocks noGrp="1"/>
          </p:cNvSpPr>
          <p:nvPr/>
        </p:nvSpPr>
        <p:spPr>
          <a:xfrm>
            <a:off x="620572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F1_main_prauc_752">
            <a:extLst>
              <a:ext uri="{FF2B5EF4-FFF2-40B4-BE49-F238E27FC236}">
                <a16:creationId xmlns:a16="http://schemas.microsoft.com/office/drawing/2014/main" id="{CEF8B913-0BC7-452F-B84A-9E3168784539}"/>
              </a:ext>
            </a:extLst>
          </p:cNvPr>
          <p:cNvSpPr>
            <a:spLocks noGrp="1"/>
          </p:cNvSpPr>
          <p:nvPr/>
        </p:nvSpPr>
        <p:spPr>
          <a:xfrm>
            <a:off x="633991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F1_main_prauc_753">
            <a:extLst>
              <a:ext uri="{FF2B5EF4-FFF2-40B4-BE49-F238E27FC236}">
                <a16:creationId xmlns:a16="http://schemas.microsoft.com/office/drawing/2014/main" id="{39CEB490-45B5-46FE-A92F-A061007286CF}"/>
              </a:ext>
            </a:extLst>
          </p:cNvPr>
          <p:cNvSpPr>
            <a:spLocks noGrp="1"/>
          </p:cNvSpPr>
          <p:nvPr/>
        </p:nvSpPr>
        <p:spPr>
          <a:xfrm>
            <a:off x="6336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F1_main_prauc_754">
            <a:extLst>
              <a:ext uri="{FF2B5EF4-FFF2-40B4-BE49-F238E27FC236}">
                <a16:creationId xmlns:a16="http://schemas.microsoft.com/office/drawing/2014/main" id="{EF64602A-38CC-4037-A608-6AD9965820BF}"/>
              </a:ext>
            </a:extLst>
          </p:cNvPr>
          <p:cNvSpPr>
            <a:spLocks noGrp="1"/>
          </p:cNvSpPr>
          <p:nvPr/>
        </p:nvSpPr>
        <p:spPr>
          <a:xfrm>
            <a:off x="622849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F1_main_prauc_755">
            <a:extLst>
              <a:ext uri="{FF2B5EF4-FFF2-40B4-BE49-F238E27FC236}">
                <a16:creationId xmlns:a16="http://schemas.microsoft.com/office/drawing/2014/main" id="{919984E4-BBD1-4A5D-9D52-C7E904D63E1B}"/>
              </a:ext>
            </a:extLst>
          </p:cNvPr>
          <p:cNvSpPr>
            <a:spLocks noGrp="1"/>
          </p:cNvSpPr>
          <p:nvPr/>
        </p:nvSpPr>
        <p:spPr>
          <a:xfrm>
            <a:off x="619159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F1_main_prauc_756">
            <a:extLst>
              <a:ext uri="{FF2B5EF4-FFF2-40B4-BE49-F238E27FC236}">
                <a16:creationId xmlns:a16="http://schemas.microsoft.com/office/drawing/2014/main" id="{E761EC6A-EECF-45F4-93D0-E2FD3E8AB0B7}"/>
              </a:ext>
            </a:extLst>
          </p:cNvPr>
          <p:cNvSpPr>
            <a:spLocks noGrp="1"/>
          </p:cNvSpPr>
          <p:nvPr/>
        </p:nvSpPr>
        <p:spPr>
          <a:xfrm>
            <a:off x="622779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F1_main_prauc_757">
            <a:extLst>
              <a:ext uri="{FF2B5EF4-FFF2-40B4-BE49-F238E27FC236}">
                <a16:creationId xmlns:a16="http://schemas.microsoft.com/office/drawing/2014/main" id="{6C7F03B9-D4C4-4C96-B625-29E987E02EE6}"/>
              </a:ext>
            </a:extLst>
          </p:cNvPr>
          <p:cNvSpPr>
            <a:spLocks noGrp="1"/>
          </p:cNvSpPr>
          <p:nvPr/>
        </p:nvSpPr>
        <p:spPr>
          <a:xfrm>
            <a:off x="6307138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F1_main_prauc_758">
            <a:extLst>
              <a:ext uri="{FF2B5EF4-FFF2-40B4-BE49-F238E27FC236}">
                <a16:creationId xmlns:a16="http://schemas.microsoft.com/office/drawing/2014/main" id="{789F0924-E4F4-4A38-80F3-F0A56D090E41}"/>
              </a:ext>
            </a:extLst>
          </p:cNvPr>
          <p:cNvSpPr>
            <a:spLocks noGrp="1"/>
          </p:cNvSpPr>
          <p:nvPr/>
        </p:nvSpPr>
        <p:spPr>
          <a:xfrm>
            <a:off x="6160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F1_main_prauc_759">
            <a:extLst>
              <a:ext uri="{FF2B5EF4-FFF2-40B4-BE49-F238E27FC236}">
                <a16:creationId xmlns:a16="http://schemas.microsoft.com/office/drawing/2014/main" id="{6D85FF52-A254-4CEF-9881-35081438929E}"/>
              </a:ext>
            </a:extLst>
          </p:cNvPr>
          <p:cNvSpPr>
            <a:spLocks noGrp="1"/>
          </p:cNvSpPr>
          <p:nvPr/>
        </p:nvSpPr>
        <p:spPr>
          <a:xfrm>
            <a:off x="620736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F1_main_prauc_760">
            <a:extLst>
              <a:ext uri="{FF2B5EF4-FFF2-40B4-BE49-F238E27FC236}">
                <a16:creationId xmlns:a16="http://schemas.microsoft.com/office/drawing/2014/main" id="{5E9FC5E5-EB99-4F67-93F1-88DCD604DA60}"/>
              </a:ext>
            </a:extLst>
          </p:cNvPr>
          <p:cNvSpPr>
            <a:spLocks noGrp="1"/>
          </p:cNvSpPr>
          <p:nvPr/>
        </p:nvSpPr>
        <p:spPr>
          <a:xfrm>
            <a:off x="6376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F1_main_prauc_761">
            <a:extLst>
              <a:ext uri="{FF2B5EF4-FFF2-40B4-BE49-F238E27FC236}">
                <a16:creationId xmlns:a16="http://schemas.microsoft.com/office/drawing/2014/main" id="{9C6D03B9-9512-4091-B95B-5AC2EAB1ACBB}"/>
              </a:ext>
            </a:extLst>
          </p:cNvPr>
          <p:cNvSpPr>
            <a:spLocks noGrp="1"/>
          </p:cNvSpPr>
          <p:nvPr/>
        </p:nvSpPr>
        <p:spPr>
          <a:xfrm>
            <a:off x="621663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F1_main_prauc_762">
            <a:extLst>
              <a:ext uri="{FF2B5EF4-FFF2-40B4-BE49-F238E27FC236}">
                <a16:creationId xmlns:a16="http://schemas.microsoft.com/office/drawing/2014/main" id="{9EA1BD4B-99BD-43EB-AB2A-03DA3B1ACA5D}"/>
              </a:ext>
            </a:extLst>
          </p:cNvPr>
          <p:cNvSpPr>
            <a:spLocks noGrp="1"/>
          </p:cNvSpPr>
          <p:nvPr/>
        </p:nvSpPr>
        <p:spPr>
          <a:xfrm>
            <a:off x="6250902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F1_main_prauc_763">
            <a:extLst>
              <a:ext uri="{FF2B5EF4-FFF2-40B4-BE49-F238E27FC236}">
                <a16:creationId xmlns:a16="http://schemas.microsoft.com/office/drawing/2014/main" id="{B3233322-4BD9-46EA-A607-EE0F00FA44F0}"/>
              </a:ext>
            </a:extLst>
          </p:cNvPr>
          <p:cNvSpPr>
            <a:spLocks noGrp="1"/>
          </p:cNvSpPr>
          <p:nvPr/>
        </p:nvSpPr>
        <p:spPr>
          <a:xfrm>
            <a:off x="6309681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F1_main_prauc_764">
            <a:extLst>
              <a:ext uri="{FF2B5EF4-FFF2-40B4-BE49-F238E27FC236}">
                <a16:creationId xmlns:a16="http://schemas.microsoft.com/office/drawing/2014/main" id="{C13D167C-38E3-4403-BA2D-D9D82AAAA2B9}"/>
              </a:ext>
            </a:extLst>
          </p:cNvPr>
          <p:cNvSpPr>
            <a:spLocks noGrp="1"/>
          </p:cNvSpPr>
          <p:nvPr/>
        </p:nvSpPr>
        <p:spPr>
          <a:xfrm>
            <a:off x="63616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F1_main_prauc_765">
            <a:extLst>
              <a:ext uri="{FF2B5EF4-FFF2-40B4-BE49-F238E27FC236}">
                <a16:creationId xmlns:a16="http://schemas.microsoft.com/office/drawing/2014/main" id="{1F22F2A7-5628-4DF0-B484-B2DCE53A4002}"/>
              </a:ext>
            </a:extLst>
          </p:cNvPr>
          <p:cNvSpPr>
            <a:spLocks noGrp="1"/>
          </p:cNvSpPr>
          <p:nvPr/>
        </p:nvSpPr>
        <p:spPr>
          <a:xfrm>
            <a:off x="6268375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F1_main_prauc_766">
            <a:extLst>
              <a:ext uri="{FF2B5EF4-FFF2-40B4-BE49-F238E27FC236}">
                <a16:creationId xmlns:a16="http://schemas.microsoft.com/office/drawing/2014/main" id="{C7A953C0-7A75-49B0-8B60-0F12A2760C8A}"/>
              </a:ext>
            </a:extLst>
          </p:cNvPr>
          <p:cNvSpPr>
            <a:spLocks noGrp="1"/>
          </p:cNvSpPr>
          <p:nvPr/>
        </p:nvSpPr>
        <p:spPr>
          <a:xfrm>
            <a:off x="61524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F1_main_prauc_767">
            <a:extLst>
              <a:ext uri="{FF2B5EF4-FFF2-40B4-BE49-F238E27FC236}">
                <a16:creationId xmlns:a16="http://schemas.microsoft.com/office/drawing/2014/main" id="{C96B88CC-88B0-4EC6-8309-73A03087A253}"/>
              </a:ext>
            </a:extLst>
          </p:cNvPr>
          <p:cNvSpPr>
            <a:spLocks noGrp="1"/>
          </p:cNvSpPr>
          <p:nvPr/>
        </p:nvSpPr>
        <p:spPr>
          <a:xfrm>
            <a:off x="62696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F1_main_prauc_768">
            <a:extLst>
              <a:ext uri="{FF2B5EF4-FFF2-40B4-BE49-F238E27FC236}">
                <a16:creationId xmlns:a16="http://schemas.microsoft.com/office/drawing/2014/main" id="{49473C21-6748-4FDB-83F9-DC09DAA61059}"/>
              </a:ext>
            </a:extLst>
          </p:cNvPr>
          <p:cNvSpPr>
            <a:spLocks noGrp="1"/>
          </p:cNvSpPr>
          <p:nvPr/>
        </p:nvSpPr>
        <p:spPr>
          <a:xfrm>
            <a:off x="6242011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F1_main_prauc_769">
            <a:extLst>
              <a:ext uri="{FF2B5EF4-FFF2-40B4-BE49-F238E27FC236}">
                <a16:creationId xmlns:a16="http://schemas.microsoft.com/office/drawing/2014/main" id="{F5B1F76E-C4D8-4AE9-BA94-8FBC092F0C50}"/>
              </a:ext>
            </a:extLst>
          </p:cNvPr>
          <p:cNvSpPr>
            <a:spLocks noGrp="1"/>
          </p:cNvSpPr>
          <p:nvPr/>
        </p:nvSpPr>
        <p:spPr>
          <a:xfrm>
            <a:off x="623868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F1_main_prauc_770">
            <a:extLst>
              <a:ext uri="{FF2B5EF4-FFF2-40B4-BE49-F238E27FC236}">
                <a16:creationId xmlns:a16="http://schemas.microsoft.com/office/drawing/2014/main" id="{49D2D035-2E32-4024-A53F-BDFB3E9BFB39}"/>
              </a:ext>
            </a:extLst>
          </p:cNvPr>
          <p:cNvSpPr>
            <a:spLocks noGrp="1"/>
          </p:cNvSpPr>
          <p:nvPr/>
        </p:nvSpPr>
        <p:spPr>
          <a:xfrm>
            <a:off x="62001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F1_main_prauc_771">
            <a:extLst>
              <a:ext uri="{FF2B5EF4-FFF2-40B4-BE49-F238E27FC236}">
                <a16:creationId xmlns:a16="http://schemas.microsoft.com/office/drawing/2014/main" id="{AADBC412-1993-46AD-B6AB-13AF898040CA}"/>
              </a:ext>
            </a:extLst>
          </p:cNvPr>
          <p:cNvSpPr>
            <a:spLocks noGrp="1"/>
          </p:cNvSpPr>
          <p:nvPr/>
        </p:nvSpPr>
        <p:spPr>
          <a:xfrm>
            <a:off x="638085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F1_main_prauc_772">
            <a:extLst>
              <a:ext uri="{FF2B5EF4-FFF2-40B4-BE49-F238E27FC236}">
                <a16:creationId xmlns:a16="http://schemas.microsoft.com/office/drawing/2014/main" id="{0E82BBB3-0C52-4683-A83C-72C2DF09B110}"/>
              </a:ext>
            </a:extLst>
          </p:cNvPr>
          <p:cNvSpPr>
            <a:spLocks noGrp="1"/>
          </p:cNvSpPr>
          <p:nvPr/>
        </p:nvSpPr>
        <p:spPr>
          <a:xfrm>
            <a:off x="6309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F1_main_prauc_773">
            <a:extLst>
              <a:ext uri="{FF2B5EF4-FFF2-40B4-BE49-F238E27FC236}">
                <a16:creationId xmlns:a16="http://schemas.microsoft.com/office/drawing/2014/main" id="{8699B4FE-531D-4223-9052-FD96F7A84EA9}"/>
              </a:ext>
            </a:extLst>
          </p:cNvPr>
          <p:cNvSpPr>
            <a:spLocks noGrp="1"/>
          </p:cNvSpPr>
          <p:nvPr/>
        </p:nvSpPr>
        <p:spPr>
          <a:xfrm>
            <a:off x="6288275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F1_main_prauc_774">
            <a:extLst>
              <a:ext uri="{FF2B5EF4-FFF2-40B4-BE49-F238E27FC236}">
                <a16:creationId xmlns:a16="http://schemas.microsoft.com/office/drawing/2014/main" id="{CB2C7CDB-F75A-4A84-BCC0-9851CFA58714}"/>
              </a:ext>
            </a:extLst>
          </p:cNvPr>
          <p:cNvSpPr>
            <a:spLocks noGrp="1"/>
          </p:cNvSpPr>
          <p:nvPr/>
        </p:nvSpPr>
        <p:spPr>
          <a:xfrm>
            <a:off x="612837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F1_main_prauc_775">
            <a:extLst>
              <a:ext uri="{FF2B5EF4-FFF2-40B4-BE49-F238E27FC236}">
                <a16:creationId xmlns:a16="http://schemas.microsoft.com/office/drawing/2014/main" id="{70449FBB-E8C1-4328-BA84-0064E8D17EDD}"/>
              </a:ext>
            </a:extLst>
          </p:cNvPr>
          <p:cNvSpPr>
            <a:spLocks noGrp="1"/>
          </p:cNvSpPr>
          <p:nvPr/>
        </p:nvSpPr>
        <p:spPr>
          <a:xfrm>
            <a:off x="6349986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F1_main_prauc_776">
            <a:extLst>
              <a:ext uri="{FF2B5EF4-FFF2-40B4-BE49-F238E27FC236}">
                <a16:creationId xmlns:a16="http://schemas.microsoft.com/office/drawing/2014/main" id="{A1F9C3E2-8A88-4EAB-8358-02184BDF3783}"/>
              </a:ext>
            </a:extLst>
          </p:cNvPr>
          <p:cNvSpPr>
            <a:spLocks noGrp="1"/>
          </p:cNvSpPr>
          <p:nvPr/>
        </p:nvSpPr>
        <p:spPr>
          <a:xfrm>
            <a:off x="78025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F1_main_prauc_777">
            <a:extLst>
              <a:ext uri="{FF2B5EF4-FFF2-40B4-BE49-F238E27FC236}">
                <a16:creationId xmlns:a16="http://schemas.microsoft.com/office/drawing/2014/main" id="{BB8CB7F1-C448-4E7A-B658-F8201E9C5135}"/>
              </a:ext>
            </a:extLst>
          </p:cNvPr>
          <p:cNvSpPr>
            <a:spLocks noGrp="1"/>
          </p:cNvSpPr>
          <p:nvPr/>
        </p:nvSpPr>
        <p:spPr>
          <a:xfrm>
            <a:off x="7747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F1_main_prauc_778">
            <a:extLst>
              <a:ext uri="{FF2B5EF4-FFF2-40B4-BE49-F238E27FC236}">
                <a16:creationId xmlns:a16="http://schemas.microsoft.com/office/drawing/2014/main" id="{CB98FA13-F117-408B-9817-58A18871CBC5}"/>
              </a:ext>
            </a:extLst>
          </p:cNvPr>
          <p:cNvSpPr>
            <a:spLocks noGrp="1"/>
          </p:cNvSpPr>
          <p:nvPr/>
        </p:nvSpPr>
        <p:spPr>
          <a:xfrm>
            <a:off x="77890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F1_main_prauc_779">
            <a:extLst>
              <a:ext uri="{FF2B5EF4-FFF2-40B4-BE49-F238E27FC236}">
                <a16:creationId xmlns:a16="http://schemas.microsoft.com/office/drawing/2014/main" id="{BB2D1A88-3DBD-47C6-BFD9-B04D82FE92F5}"/>
              </a:ext>
            </a:extLst>
          </p:cNvPr>
          <p:cNvSpPr>
            <a:spLocks noGrp="1"/>
          </p:cNvSpPr>
          <p:nvPr/>
        </p:nvSpPr>
        <p:spPr>
          <a:xfrm>
            <a:off x="7842175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F1_main_prauc_780">
            <a:extLst>
              <a:ext uri="{FF2B5EF4-FFF2-40B4-BE49-F238E27FC236}">
                <a16:creationId xmlns:a16="http://schemas.microsoft.com/office/drawing/2014/main" id="{78D502CE-96C2-4A9D-8459-B7A889E1FE10}"/>
              </a:ext>
            </a:extLst>
          </p:cNvPr>
          <p:cNvSpPr>
            <a:spLocks noGrp="1"/>
          </p:cNvSpPr>
          <p:nvPr/>
        </p:nvSpPr>
        <p:spPr>
          <a:xfrm>
            <a:off x="7795872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F1_main_prauc_781">
            <a:extLst>
              <a:ext uri="{FF2B5EF4-FFF2-40B4-BE49-F238E27FC236}">
                <a16:creationId xmlns:a16="http://schemas.microsoft.com/office/drawing/2014/main" id="{906ED590-B693-4653-A3E6-2BABA5DDA663}"/>
              </a:ext>
            </a:extLst>
          </p:cNvPr>
          <p:cNvSpPr>
            <a:spLocks noGrp="1"/>
          </p:cNvSpPr>
          <p:nvPr/>
        </p:nvSpPr>
        <p:spPr>
          <a:xfrm>
            <a:off x="77450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F1_main_prauc_782">
            <a:extLst>
              <a:ext uri="{FF2B5EF4-FFF2-40B4-BE49-F238E27FC236}">
                <a16:creationId xmlns:a16="http://schemas.microsoft.com/office/drawing/2014/main" id="{25672B50-E80C-45E6-AE32-90EBBC8C60F7}"/>
              </a:ext>
            </a:extLst>
          </p:cNvPr>
          <p:cNvSpPr>
            <a:spLocks noGrp="1"/>
          </p:cNvSpPr>
          <p:nvPr/>
        </p:nvSpPr>
        <p:spPr>
          <a:xfrm>
            <a:off x="78562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F1_main_prauc_783">
            <a:extLst>
              <a:ext uri="{FF2B5EF4-FFF2-40B4-BE49-F238E27FC236}">
                <a16:creationId xmlns:a16="http://schemas.microsoft.com/office/drawing/2014/main" id="{9D2CEA56-E05F-4EF0-8EE9-8783F54FE573}"/>
              </a:ext>
            </a:extLst>
          </p:cNvPr>
          <p:cNvSpPr>
            <a:spLocks noGrp="1"/>
          </p:cNvSpPr>
          <p:nvPr/>
        </p:nvSpPr>
        <p:spPr>
          <a:xfrm>
            <a:off x="79289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F1_main_prauc_784">
            <a:extLst>
              <a:ext uri="{FF2B5EF4-FFF2-40B4-BE49-F238E27FC236}">
                <a16:creationId xmlns:a16="http://schemas.microsoft.com/office/drawing/2014/main" id="{9B226240-BF59-42C0-9831-8CF5E9E5C773}"/>
              </a:ext>
            </a:extLst>
          </p:cNvPr>
          <p:cNvSpPr>
            <a:spLocks noGrp="1"/>
          </p:cNvSpPr>
          <p:nvPr/>
        </p:nvSpPr>
        <p:spPr>
          <a:xfrm>
            <a:off x="7764387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F1_main_prauc_785">
            <a:extLst>
              <a:ext uri="{FF2B5EF4-FFF2-40B4-BE49-F238E27FC236}">
                <a16:creationId xmlns:a16="http://schemas.microsoft.com/office/drawing/2014/main" id="{D7763F23-97F6-419D-AFEE-D85294BC5263}"/>
              </a:ext>
            </a:extLst>
          </p:cNvPr>
          <p:cNvSpPr>
            <a:spLocks noGrp="1"/>
          </p:cNvSpPr>
          <p:nvPr/>
        </p:nvSpPr>
        <p:spPr>
          <a:xfrm>
            <a:off x="77313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F1_main_prauc_786">
            <a:extLst>
              <a:ext uri="{FF2B5EF4-FFF2-40B4-BE49-F238E27FC236}">
                <a16:creationId xmlns:a16="http://schemas.microsoft.com/office/drawing/2014/main" id="{C9461676-0883-4BD5-BE0A-B3A63B264C2B}"/>
              </a:ext>
            </a:extLst>
          </p:cNvPr>
          <p:cNvSpPr>
            <a:spLocks noGrp="1"/>
          </p:cNvSpPr>
          <p:nvPr/>
        </p:nvSpPr>
        <p:spPr>
          <a:xfrm>
            <a:off x="790916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F1_main_prauc_787">
            <a:extLst>
              <a:ext uri="{FF2B5EF4-FFF2-40B4-BE49-F238E27FC236}">
                <a16:creationId xmlns:a16="http://schemas.microsoft.com/office/drawing/2014/main" id="{DDADD015-A1F9-49E4-8A4D-84BC58468052}"/>
              </a:ext>
            </a:extLst>
          </p:cNvPr>
          <p:cNvSpPr>
            <a:spLocks noGrp="1"/>
          </p:cNvSpPr>
          <p:nvPr/>
        </p:nvSpPr>
        <p:spPr>
          <a:xfrm>
            <a:off x="79281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F1_main_prauc_788">
            <a:extLst>
              <a:ext uri="{FF2B5EF4-FFF2-40B4-BE49-F238E27FC236}">
                <a16:creationId xmlns:a16="http://schemas.microsoft.com/office/drawing/2014/main" id="{4AE7A52B-8866-4F6F-B9F7-A197C5CA1B33}"/>
              </a:ext>
            </a:extLst>
          </p:cNvPr>
          <p:cNvSpPr>
            <a:spLocks noGrp="1"/>
          </p:cNvSpPr>
          <p:nvPr/>
        </p:nvSpPr>
        <p:spPr>
          <a:xfrm>
            <a:off x="7800626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F1_main_prauc_789">
            <a:extLst>
              <a:ext uri="{FF2B5EF4-FFF2-40B4-BE49-F238E27FC236}">
                <a16:creationId xmlns:a16="http://schemas.microsoft.com/office/drawing/2014/main" id="{F173A755-FF8F-4836-A939-88AC73272E64}"/>
              </a:ext>
            </a:extLst>
          </p:cNvPr>
          <p:cNvSpPr>
            <a:spLocks noGrp="1"/>
          </p:cNvSpPr>
          <p:nvPr/>
        </p:nvSpPr>
        <p:spPr>
          <a:xfrm>
            <a:off x="7765628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F1_main_prauc_790">
            <a:extLst>
              <a:ext uri="{FF2B5EF4-FFF2-40B4-BE49-F238E27FC236}">
                <a16:creationId xmlns:a16="http://schemas.microsoft.com/office/drawing/2014/main" id="{60FCC518-970F-495F-9C90-B79FE1946C6D}"/>
              </a:ext>
            </a:extLst>
          </p:cNvPr>
          <p:cNvSpPr>
            <a:spLocks noGrp="1"/>
          </p:cNvSpPr>
          <p:nvPr/>
        </p:nvSpPr>
        <p:spPr>
          <a:xfrm>
            <a:off x="781558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F1_main_prauc_791">
            <a:extLst>
              <a:ext uri="{FF2B5EF4-FFF2-40B4-BE49-F238E27FC236}">
                <a16:creationId xmlns:a16="http://schemas.microsoft.com/office/drawing/2014/main" id="{35AF9A20-80D2-4DD0-B9A7-D9FD50B461D2}"/>
              </a:ext>
            </a:extLst>
          </p:cNvPr>
          <p:cNvSpPr>
            <a:spLocks noGrp="1"/>
          </p:cNvSpPr>
          <p:nvPr/>
        </p:nvSpPr>
        <p:spPr>
          <a:xfrm>
            <a:off x="792585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F1_main_prauc_792">
            <a:extLst>
              <a:ext uri="{FF2B5EF4-FFF2-40B4-BE49-F238E27FC236}">
                <a16:creationId xmlns:a16="http://schemas.microsoft.com/office/drawing/2014/main" id="{15DBAED3-6DE1-4BC7-9EC7-257D6B4E42C4}"/>
              </a:ext>
            </a:extLst>
          </p:cNvPr>
          <p:cNvSpPr>
            <a:spLocks noGrp="1"/>
          </p:cNvSpPr>
          <p:nvPr/>
        </p:nvSpPr>
        <p:spPr>
          <a:xfrm>
            <a:off x="791212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F1_main_prauc_793">
            <a:extLst>
              <a:ext uri="{FF2B5EF4-FFF2-40B4-BE49-F238E27FC236}">
                <a16:creationId xmlns:a16="http://schemas.microsoft.com/office/drawing/2014/main" id="{6BBB9498-549F-410B-A80B-A1A050D18151}"/>
              </a:ext>
            </a:extLst>
          </p:cNvPr>
          <p:cNvSpPr>
            <a:spLocks noGrp="1"/>
          </p:cNvSpPr>
          <p:nvPr/>
        </p:nvSpPr>
        <p:spPr>
          <a:xfrm>
            <a:off x="792439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F1_main_prauc_794">
            <a:extLst>
              <a:ext uri="{FF2B5EF4-FFF2-40B4-BE49-F238E27FC236}">
                <a16:creationId xmlns:a16="http://schemas.microsoft.com/office/drawing/2014/main" id="{B4F3F591-6078-47BF-A76C-FA6C46E8DE0D}"/>
              </a:ext>
            </a:extLst>
          </p:cNvPr>
          <p:cNvSpPr>
            <a:spLocks noGrp="1"/>
          </p:cNvSpPr>
          <p:nvPr/>
        </p:nvSpPr>
        <p:spPr>
          <a:xfrm>
            <a:off x="770435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F1_main_prauc_795">
            <a:extLst>
              <a:ext uri="{FF2B5EF4-FFF2-40B4-BE49-F238E27FC236}">
                <a16:creationId xmlns:a16="http://schemas.microsoft.com/office/drawing/2014/main" id="{A231D03E-E044-4A8A-95B9-26E90C213452}"/>
              </a:ext>
            </a:extLst>
          </p:cNvPr>
          <p:cNvSpPr>
            <a:spLocks noGrp="1"/>
          </p:cNvSpPr>
          <p:nvPr/>
        </p:nvSpPr>
        <p:spPr>
          <a:xfrm>
            <a:off x="7954393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F1_main_prauc_796">
            <a:extLst>
              <a:ext uri="{FF2B5EF4-FFF2-40B4-BE49-F238E27FC236}">
                <a16:creationId xmlns:a16="http://schemas.microsoft.com/office/drawing/2014/main" id="{5BA8C5A8-46D1-4325-8708-F99128E19A52}"/>
              </a:ext>
            </a:extLst>
          </p:cNvPr>
          <p:cNvSpPr>
            <a:spLocks noGrp="1"/>
          </p:cNvSpPr>
          <p:nvPr/>
        </p:nvSpPr>
        <p:spPr>
          <a:xfrm>
            <a:off x="7775352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F1_main_prauc_797">
            <a:extLst>
              <a:ext uri="{FF2B5EF4-FFF2-40B4-BE49-F238E27FC236}">
                <a16:creationId xmlns:a16="http://schemas.microsoft.com/office/drawing/2014/main" id="{20609941-D2F4-4176-96D4-862FD60DFCB9}"/>
              </a:ext>
            </a:extLst>
          </p:cNvPr>
          <p:cNvSpPr>
            <a:spLocks noGrp="1"/>
          </p:cNvSpPr>
          <p:nvPr/>
        </p:nvSpPr>
        <p:spPr>
          <a:xfrm>
            <a:off x="782032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F1_main_prauc_798">
            <a:extLst>
              <a:ext uri="{FF2B5EF4-FFF2-40B4-BE49-F238E27FC236}">
                <a16:creationId xmlns:a16="http://schemas.microsoft.com/office/drawing/2014/main" id="{D954AB60-D3AA-424A-A397-6C3EF5609610}"/>
              </a:ext>
            </a:extLst>
          </p:cNvPr>
          <p:cNvSpPr>
            <a:spLocks noGrp="1"/>
          </p:cNvSpPr>
          <p:nvPr/>
        </p:nvSpPr>
        <p:spPr>
          <a:xfrm>
            <a:off x="7870431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F1_main_prauc_799">
            <a:extLst>
              <a:ext uri="{FF2B5EF4-FFF2-40B4-BE49-F238E27FC236}">
                <a16:creationId xmlns:a16="http://schemas.microsoft.com/office/drawing/2014/main" id="{8FCA85AE-49CA-4EE0-9129-E18EDC9BDC40}"/>
              </a:ext>
            </a:extLst>
          </p:cNvPr>
          <p:cNvSpPr>
            <a:spLocks noGrp="1"/>
          </p:cNvSpPr>
          <p:nvPr/>
        </p:nvSpPr>
        <p:spPr>
          <a:xfrm>
            <a:off x="7721254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F1_main_prauc_800">
            <a:extLst>
              <a:ext uri="{FF2B5EF4-FFF2-40B4-BE49-F238E27FC236}">
                <a16:creationId xmlns:a16="http://schemas.microsoft.com/office/drawing/2014/main" id="{440D8B2C-9C93-4432-8FC5-5F20CDC87F8C}"/>
              </a:ext>
            </a:extLst>
          </p:cNvPr>
          <p:cNvSpPr>
            <a:spLocks noGrp="1"/>
          </p:cNvSpPr>
          <p:nvPr/>
        </p:nvSpPr>
        <p:spPr>
          <a:xfrm>
            <a:off x="7724297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F1_main_prauc_801">
            <a:extLst>
              <a:ext uri="{FF2B5EF4-FFF2-40B4-BE49-F238E27FC236}">
                <a16:creationId xmlns:a16="http://schemas.microsoft.com/office/drawing/2014/main" id="{581AE7D1-39FD-46EC-9BFA-9107664A1C9D}"/>
              </a:ext>
            </a:extLst>
          </p:cNvPr>
          <p:cNvSpPr>
            <a:spLocks noGrp="1"/>
          </p:cNvSpPr>
          <p:nvPr/>
        </p:nvSpPr>
        <p:spPr>
          <a:xfrm>
            <a:off x="770378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F1_main_prauc_802">
            <a:extLst>
              <a:ext uri="{FF2B5EF4-FFF2-40B4-BE49-F238E27FC236}">
                <a16:creationId xmlns:a16="http://schemas.microsoft.com/office/drawing/2014/main" id="{8C331540-33B8-4040-96CC-CC27BF70E0B1}"/>
              </a:ext>
            </a:extLst>
          </p:cNvPr>
          <p:cNvSpPr>
            <a:spLocks noGrp="1"/>
          </p:cNvSpPr>
          <p:nvPr/>
        </p:nvSpPr>
        <p:spPr>
          <a:xfrm>
            <a:off x="78646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F1_main_prauc_803">
            <a:extLst>
              <a:ext uri="{FF2B5EF4-FFF2-40B4-BE49-F238E27FC236}">
                <a16:creationId xmlns:a16="http://schemas.microsoft.com/office/drawing/2014/main" id="{8E015E60-E2D3-43CA-A4DB-E5B25C312B09}"/>
              </a:ext>
            </a:extLst>
          </p:cNvPr>
          <p:cNvSpPr>
            <a:spLocks noGrp="1"/>
          </p:cNvSpPr>
          <p:nvPr/>
        </p:nvSpPr>
        <p:spPr>
          <a:xfrm>
            <a:off x="790004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F1_main_prauc_804">
            <a:extLst>
              <a:ext uri="{FF2B5EF4-FFF2-40B4-BE49-F238E27FC236}">
                <a16:creationId xmlns:a16="http://schemas.microsoft.com/office/drawing/2014/main" id="{FBAC5E6D-B128-424F-8A28-A08C1C5FF1EA}"/>
              </a:ext>
            </a:extLst>
          </p:cNvPr>
          <p:cNvSpPr>
            <a:spLocks noGrp="1"/>
          </p:cNvSpPr>
          <p:nvPr/>
        </p:nvSpPr>
        <p:spPr>
          <a:xfrm>
            <a:off x="7899582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F1_main_prauc_805">
            <a:extLst>
              <a:ext uri="{FF2B5EF4-FFF2-40B4-BE49-F238E27FC236}">
                <a16:creationId xmlns:a16="http://schemas.microsoft.com/office/drawing/2014/main" id="{899B5A93-2CAE-4DED-AEF2-9688AEFF7101}"/>
              </a:ext>
            </a:extLst>
          </p:cNvPr>
          <p:cNvSpPr>
            <a:spLocks noGrp="1"/>
          </p:cNvSpPr>
          <p:nvPr/>
        </p:nvSpPr>
        <p:spPr>
          <a:xfrm>
            <a:off x="7889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F1_main_prauc_806">
            <a:extLst>
              <a:ext uri="{FF2B5EF4-FFF2-40B4-BE49-F238E27FC236}">
                <a16:creationId xmlns:a16="http://schemas.microsoft.com/office/drawing/2014/main" id="{18BB5B8E-E781-4CE9-9466-EF37DEA38B4C}"/>
              </a:ext>
            </a:extLst>
          </p:cNvPr>
          <p:cNvSpPr>
            <a:spLocks noGrp="1"/>
          </p:cNvSpPr>
          <p:nvPr/>
        </p:nvSpPr>
        <p:spPr>
          <a:xfrm>
            <a:off x="772194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F1_main_prauc_807">
            <a:extLst>
              <a:ext uri="{FF2B5EF4-FFF2-40B4-BE49-F238E27FC236}">
                <a16:creationId xmlns:a16="http://schemas.microsoft.com/office/drawing/2014/main" id="{35442949-D5A4-4F13-9283-9B34CDFCB86A}"/>
              </a:ext>
            </a:extLst>
          </p:cNvPr>
          <p:cNvSpPr>
            <a:spLocks noGrp="1"/>
          </p:cNvSpPr>
          <p:nvPr/>
        </p:nvSpPr>
        <p:spPr>
          <a:xfrm>
            <a:off x="7758330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F1_main_prauc_808">
            <a:extLst>
              <a:ext uri="{FF2B5EF4-FFF2-40B4-BE49-F238E27FC236}">
                <a16:creationId xmlns:a16="http://schemas.microsoft.com/office/drawing/2014/main" id="{58FA6169-7E1C-4576-9D5A-833831E943DA}"/>
              </a:ext>
            </a:extLst>
          </p:cNvPr>
          <p:cNvSpPr>
            <a:spLocks noGrp="1"/>
          </p:cNvSpPr>
          <p:nvPr/>
        </p:nvSpPr>
        <p:spPr>
          <a:xfrm>
            <a:off x="77295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F1_main_prauc_809">
            <a:extLst>
              <a:ext uri="{FF2B5EF4-FFF2-40B4-BE49-F238E27FC236}">
                <a16:creationId xmlns:a16="http://schemas.microsoft.com/office/drawing/2014/main" id="{14839854-9B8C-4AB8-89AE-87CCE77DF4CA}"/>
              </a:ext>
            </a:extLst>
          </p:cNvPr>
          <p:cNvSpPr>
            <a:spLocks noGrp="1"/>
          </p:cNvSpPr>
          <p:nvPr/>
        </p:nvSpPr>
        <p:spPr>
          <a:xfrm>
            <a:off x="7933689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F1_main_prauc_810">
            <a:extLst>
              <a:ext uri="{FF2B5EF4-FFF2-40B4-BE49-F238E27FC236}">
                <a16:creationId xmlns:a16="http://schemas.microsoft.com/office/drawing/2014/main" id="{80ECCFF9-6A42-43CF-8B90-0C4F08196FF1}"/>
              </a:ext>
            </a:extLst>
          </p:cNvPr>
          <p:cNvSpPr>
            <a:spLocks noGrp="1"/>
          </p:cNvSpPr>
          <p:nvPr/>
        </p:nvSpPr>
        <p:spPr>
          <a:xfrm>
            <a:off x="78858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F1_main_prauc_811">
            <a:extLst>
              <a:ext uri="{FF2B5EF4-FFF2-40B4-BE49-F238E27FC236}">
                <a16:creationId xmlns:a16="http://schemas.microsoft.com/office/drawing/2014/main" id="{523B6B90-0D36-4956-87DD-E46A163C4C9B}"/>
              </a:ext>
            </a:extLst>
          </p:cNvPr>
          <p:cNvSpPr>
            <a:spLocks noGrp="1"/>
          </p:cNvSpPr>
          <p:nvPr/>
        </p:nvSpPr>
        <p:spPr>
          <a:xfrm>
            <a:off x="77095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F1_main_prauc_812">
            <a:extLst>
              <a:ext uri="{FF2B5EF4-FFF2-40B4-BE49-F238E27FC236}">
                <a16:creationId xmlns:a16="http://schemas.microsoft.com/office/drawing/2014/main" id="{CCFA6C54-9635-4C88-84B4-76379EC7BC7B}"/>
              </a:ext>
            </a:extLst>
          </p:cNvPr>
          <p:cNvSpPr>
            <a:spLocks noGrp="1"/>
          </p:cNvSpPr>
          <p:nvPr/>
        </p:nvSpPr>
        <p:spPr>
          <a:xfrm>
            <a:off x="7911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F1_main_prauc_813">
            <a:extLst>
              <a:ext uri="{FF2B5EF4-FFF2-40B4-BE49-F238E27FC236}">
                <a16:creationId xmlns:a16="http://schemas.microsoft.com/office/drawing/2014/main" id="{50B366B3-A48C-43B6-9C51-8B5E3505CB05}"/>
              </a:ext>
            </a:extLst>
          </p:cNvPr>
          <p:cNvSpPr>
            <a:spLocks noGrp="1"/>
          </p:cNvSpPr>
          <p:nvPr/>
        </p:nvSpPr>
        <p:spPr>
          <a:xfrm>
            <a:off x="7914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F1_main_prauc_814">
            <a:extLst>
              <a:ext uri="{FF2B5EF4-FFF2-40B4-BE49-F238E27FC236}">
                <a16:creationId xmlns:a16="http://schemas.microsoft.com/office/drawing/2014/main" id="{275D5814-1379-426F-ABA0-EF0DF835379F}"/>
              </a:ext>
            </a:extLst>
          </p:cNvPr>
          <p:cNvSpPr>
            <a:spLocks noGrp="1"/>
          </p:cNvSpPr>
          <p:nvPr/>
        </p:nvSpPr>
        <p:spPr>
          <a:xfrm>
            <a:off x="77545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F1_main_prauc_815">
            <a:extLst>
              <a:ext uri="{FF2B5EF4-FFF2-40B4-BE49-F238E27FC236}">
                <a16:creationId xmlns:a16="http://schemas.microsoft.com/office/drawing/2014/main" id="{E22073CF-E083-41C5-85DE-7C1C0DCBFA27}"/>
              </a:ext>
            </a:extLst>
          </p:cNvPr>
          <p:cNvSpPr>
            <a:spLocks noGrp="1"/>
          </p:cNvSpPr>
          <p:nvPr/>
        </p:nvSpPr>
        <p:spPr>
          <a:xfrm>
            <a:off x="7750602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F1_main_prauc_816">
            <a:extLst>
              <a:ext uri="{FF2B5EF4-FFF2-40B4-BE49-F238E27FC236}">
                <a16:creationId xmlns:a16="http://schemas.microsoft.com/office/drawing/2014/main" id="{F964647D-B160-4CF0-A41E-9FE820EA4522}"/>
              </a:ext>
            </a:extLst>
          </p:cNvPr>
          <p:cNvSpPr>
            <a:spLocks noGrp="1"/>
          </p:cNvSpPr>
          <p:nvPr/>
        </p:nvSpPr>
        <p:spPr>
          <a:xfrm>
            <a:off x="7763121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F1_main_prauc_817">
            <a:extLst>
              <a:ext uri="{FF2B5EF4-FFF2-40B4-BE49-F238E27FC236}">
                <a16:creationId xmlns:a16="http://schemas.microsoft.com/office/drawing/2014/main" id="{34D81A10-E086-4651-9B4D-2C28497F466C}"/>
              </a:ext>
            </a:extLst>
          </p:cNvPr>
          <p:cNvSpPr>
            <a:spLocks noGrp="1"/>
          </p:cNvSpPr>
          <p:nvPr/>
        </p:nvSpPr>
        <p:spPr>
          <a:xfrm>
            <a:off x="782235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F1_main_prauc_818">
            <a:extLst>
              <a:ext uri="{FF2B5EF4-FFF2-40B4-BE49-F238E27FC236}">
                <a16:creationId xmlns:a16="http://schemas.microsoft.com/office/drawing/2014/main" id="{59D9BC90-9298-4601-AA84-AA10A66BCCD9}"/>
              </a:ext>
            </a:extLst>
          </p:cNvPr>
          <p:cNvSpPr>
            <a:spLocks noGrp="1"/>
          </p:cNvSpPr>
          <p:nvPr/>
        </p:nvSpPr>
        <p:spPr>
          <a:xfrm>
            <a:off x="78695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F1_main_prauc_819">
            <a:extLst>
              <a:ext uri="{FF2B5EF4-FFF2-40B4-BE49-F238E27FC236}">
                <a16:creationId xmlns:a16="http://schemas.microsoft.com/office/drawing/2014/main" id="{A73703A2-BA80-4BD3-9CEA-06AB7122B023}"/>
              </a:ext>
            </a:extLst>
          </p:cNvPr>
          <p:cNvSpPr>
            <a:spLocks noGrp="1"/>
          </p:cNvSpPr>
          <p:nvPr/>
        </p:nvSpPr>
        <p:spPr>
          <a:xfrm>
            <a:off x="77836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F1_main_prauc_820">
            <a:extLst>
              <a:ext uri="{FF2B5EF4-FFF2-40B4-BE49-F238E27FC236}">
                <a16:creationId xmlns:a16="http://schemas.microsoft.com/office/drawing/2014/main" id="{65CD90F0-B0F3-4D2C-8B69-D2F86B71B142}"/>
              </a:ext>
            </a:extLst>
          </p:cNvPr>
          <p:cNvSpPr>
            <a:spLocks noGrp="1"/>
          </p:cNvSpPr>
          <p:nvPr/>
        </p:nvSpPr>
        <p:spPr>
          <a:xfrm>
            <a:off x="79049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F1_main_prauc_821">
            <a:extLst>
              <a:ext uri="{FF2B5EF4-FFF2-40B4-BE49-F238E27FC236}">
                <a16:creationId xmlns:a16="http://schemas.microsoft.com/office/drawing/2014/main" id="{8C254B4B-46EE-497F-9145-5C6AF36246BA}"/>
              </a:ext>
            </a:extLst>
          </p:cNvPr>
          <p:cNvSpPr>
            <a:spLocks noGrp="1"/>
          </p:cNvSpPr>
          <p:nvPr/>
        </p:nvSpPr>
        <p:spPr>
          <a:xfrm>
            <a:off x="77960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F1_main_prauc_822">
            <a:extLst>
              <a:ext uri="{FF2B5EF4-FFF2-40B4-BE49-F238E27FC236}">
                <a16:creationId xmlns:a16="http://schemas.microsoft.com/office/drawing/2014/main" id="{17895BCA-4A2E-4B21-A9D4-EA44E91BF5ED}"/>
              </a:ext>
            </a:extLst>
          </p:cNvPr>
          <p:cNvSpPr>
            <a:spLocks noGrp="1"/>
          </p:cNvSpPr>
          <p:nvPr/>
        </p:nvSpPr>
        <p:spPr>
          <a:xfrm>
            <a:off x="791220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F1_main_prauc_823">
            <a:extLst>
              <a:ext uri="{FF2B5EF4-FFF2-40B4-BE49-F238E27FC236}">
                <a16:creationId xmlns:a16="http://schemas.microsoft.com/office/drawing/2014/main" id="{80F934DD-9345-4CA6-B80C-B2B09E47E4A9}"/>
              </a:ext>
            </a:extLst>
          </p:cNvPr>
          <p:cNvSpPr>
            <a:spLocks noGrp="1"/>
          </p:cNvSpPr>
          <p:nvPr/>
        </p:nvSpPr>
        <p:spPr>
          <a:xfrm>
            <a:off x="78754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F1_main_prauc_824">
            <a:extLst>
              <a:ext uri="{FF2B5EF4-FFF2-40B4-BE49-F238E27FC236}">
                <a16:creationId xmlns:a16="http://schemas.microsoft.com/office/drawing/2014/main" id="{C379C7CF-38B9-44B6-BBE6-5AAD65FD638A}"/>
              </a:ext>
            </a:extLst>
          </p:cNvPr>
          <p:cNvSpPr>
            <a:spLocks noGrp="1"/>
          </p:cNvSpPr>
          <p:nvPr/>
        </p:nvSpPr>
        <p:spPr>
          <a:xfrm>
            <a:off x="78598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F1_main_prauc_825">
            <a:extLst>
              <a:ext uri="{FF2B5EF4-FFF2-40B4-BE49-F238E27FC236}">
                <a16:creationId xmlns:a16="http://schemas.microsoft.com/office/drawing/2014/main" id="{32CC641B-1616-48F2-96D5-D0285F4480CF}"/>
              </a:ext>
            </a:extLst>
          </p:cNvPr>
          <p:cNvSpPr>
            <a:spLocks noGrp="1"/>
          </p:cNvSpPr>
          <p:nvPr/>
        </p:nvSpPr>
        <p:spPr>
          <a:xfrm>
            <a:off x="7840795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F1_main_prauc_826">
            <a:extLst>
              <a:ext uri="{FF2B5EF4-FFF2-40B4-BE49-F238E27FC236}">
                <a16:creationId xmlns:a16="http://schemas.microsoft.com/office/drawing/2014/main" id="{EE92CF40-B51D-46EF-983A-466F303A1967}"/>
              </a:ext>
            </a:extLst>
          </p:cNvPr>
          <p:cNvSpPr>
            <a:spLocks noGrp="1"/>
          </p:cNvSpPr>
          <p:nvPr/>
        </p:nvSpPr>
        <p:spPr>
          <a:xfrm>
            <a:off x="79448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F1_main_prauc_827">
            <a:extLst>
              <a:ext uri="{FF2B5EF4-FFF2-40B4-BE49-F238E27FC236}">
                <a16:creationId xmlns:a16="http://schemas.microsoft.com/office/drawing/2014/main" id="{7611A1CC-428D-4053-B58D-DAB8A4D9353C}"/>
              </a:ext>
            </a:extLst>
          </p:cNvPr>
          <p:cNvSpPr>
            <a:spLocks noGrp="1"/>
          </p:cNvSpPr>
          <p:nvPr/>
        </p:nvSpPr>
        <p:spPr>
          <a:xfrm>
            <a:off x="7823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F1_main_prauc_828">
            <a:extLst>
              <a:ext uri="{FF2B5EF4-FFF2-40B4-BE49-F238E27FC236}">
                <a16:creationId xmlns:a16="http://schemas.microsoft.com/office/drawing/2014/main" id="{CABFBBE6-7195-4B8F-AFCB-14C08FD43793}"/>
              </a:ext>
            </a:extLst>
          </p:cNvPr>
          <p:cNvSpPr>
            <a:spLocks noGrp="1"/>
          </p:cNvSpPr>
          <p:nvPr/>
        </p:nvSpPr>
        <p:spPr>
          <a:xfrm>
            <a:off x="7946290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F1_main_prauc_829">
            <a:extLst>
              <a:ext uri="{FF2B5EF4-FFF2-40B4-BE49-F238E27FC236}">
                <a16:creationId xmlns:a16="http://schemas.microsoft.com/office/drawing/2014/main" id="{45E67F8D-CA93-476E-B1B4-9B3F806F8367}"/>
              </a:ext>
            </a:extLst>
          </p:cNvPr>
          <p:cNvSpPr>
            <a:spLocks noGrp="1"/>
          </p:cNvSpPr>
          <p:nvPr/>
        </p:nvSpPr>
        <p:spPr>
          <a:xfrm>
            <a:off x="7833748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F1_main_prauc_830">
            <a:extLst>
              <a:ext uri="{FF2B5EF4-FFF2-40B4-BE49-F238E27FC236}">
                <a16:creationId xmlns:a16="http://schemas.microsoft.com/office/drawing/2014/main" id="{88BD1924-24CC-43DE-B0AA-FFC800FA254D}"/>
              </a:ext>
            </a:extLst>
          </p:cNvPr>
          <p:cNvSpPr>
            <a:spLocks noGrp="1"/>
          </p:cNvSpPr>
          <p:nvPr/>
        </p:nvSpPr>
        <p:spPr>
          <a:xfrm>
            <a:off x="7834516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F1_main_prauc_831">
            <a:extLst>
              <a:ext uri="{FF2B5EF4-FFF2-40B4-BE49-F238E27FC236}">
                <a16:creationId xmlns:a16="http://schemas.microsoft.com/office/drawing/2014/main" id="{0D32D9DF-7393-4412-9EEE-82AE532FEFA7}"/>
              </a:ext>
            </a:extLst>
          </p:cNvPr>
          <p:cNvSpPr>
            <a:spLocks noGrp="1"/>
          </p:cNvSpPr>
          <p:nvPr/>
        </p:nvSpPr>
        <p:spPr>
          <a:xfrm>
            <a:off x="770802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F1_main_prauc_832">
            <a:extLst>
              <a:ext uri="{FF2B5EF4-FFF2-40B4-BE49-F238E27FC236}">
                <a16:creationId xmlns:a16="http://schemas.microsoft.com/office/drawing/2014/main" id="{5D9C725C-9DD3-464D-851C-5E026ADF1BA5}"/>
              </a:ext>
            </a:extLst>
          </p:cNvPr>
          <p:cNvSpPr>
            <a:spLocks noGrp="1"/>
          </p:cNvSpPr>
          <p:nvPr/>
        </p:nvSpPr>
        <p:spPr>
          <a:xfrm>
            <a:off x="774015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F1_main_prauc_833">
            <a:extLst>
              <a:ext uri="{FF2B5EF4-FFF2-40B4-BE49-F238E27FC236}">
                <a16:creationId xmlns:a16="http://schemas.microsoft.com/office/drawing/2014/main" id="{4387ABEF-ACC3-49AC-A885-8F8303C94565}"/>
              </a:ext>
            </a:extLst>
          </p:cNvPr>
          <p:cNvSpPr>
            <a:spLocks noGrp="1"/>
          </p:cNvSpPr>
          <p:nvPr/>
        </p:nvSpPr>
        <p:spPr>
          <a:xfrm>
            <a:off x="782179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F1_main_prauc_834">
            <a:extLst>
              <a:ext uri="{FF2B5EF4-FFF2-40B4-BE49-F238E27FC236}">
                <a16:creationId xmlns:a16="http://schemas.microsoft.com/office/drawing/2014/main" id="{1583C1DA-7301-4F4C-BD9F-CFF202AC07FB}"/>
              </a:ext>
            </a:extLst>
          </p:cNvPr>
          <p:cNvSpPr>
            <a:spLocks noGrp="1"/>
          </p:cNvSpPr>
          <p:nvPr/>
        </p:nvSpPr>
        <p:spPr>
          <a:xfrm>
            <a:off x="7803120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F1_main_prauc_835">
            <a:extLst>
              <a:ext uri="{FF2B5EF4-FFF2-40B4-BE49-F238E27FC236}">
                <a16:creationId xmlns:a16="http://schemas.microsoft.com/office/drawing/2014/main" id="{0FA9D0BA-1FAD-4C76-A171-6AF7F82A8122}"/>
              </a:ext>
            </a:extLst>
          </p:cNvPr>
          <p:cNvSpPr>
            <a:spLocks noGrp="1"/>
          </p:cNvSpPr>
          <p:nvPr/>
        </p:nvSpPr>
        <p:spPr>
          <a:xfrm>
            <a:off x="776454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F1_main_prauc_836">
            <a:extLst>
              <a:ext uri="{FF2B5EF4-FFF2-40B4-BE49-F238E27FC236}">
                <a16:creationId xmlns:a16="http://schemas.microsoft.com/office/drawing/2014/main" id="{10DC681D-8250-4C76-9807-C93ACF3EC7D3}"/>
              </a:ext>
            </a:extLst>
          </p:cNvPr>
          <p:cNvSpPr>
            <a:spLocks noGrp="1"/>
          </p:cNvSpPr>
          <p:nvPr/>
        </p:nvSpPr>
        <p:spPr>
          <a:xfrm>
            <a:off x="7925472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F1_main_prauc_837">
            <a:extLst>
              <a:ext uri="{FF2B5EF4-FFF2-40B4-BE49-F238E27FC236}">
                <a16:creationId xmlns:a16="http://schemas.microsoft.com/office/drawing/2014/main" id="{3C4D6BED-B01D-45CF-981C-0525ED3EC634}"/>
              </a:ext>
            </a:extLst>
          </p:cNvPr>
          <p:cNvSpPr>
            <a:spLocks noGrp="1"/>
          </p:cNvSpPr>
          <p:nvPr/>
        </p:nvSpPr>
        <p:spPr>
          <a:xfrm>
            <a:off x="79321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F1_main_prauc_838">
            <a:extLst>
              <a:ext uri="{FF2B5EF4-FFF2-40B4-BE49-F238E27FC236}">
                <a16:creationId xmlns:a16="http://schemas.microsoft.com/office/drawing/2014/main" id="{D6EFA2E5-A63D-4548-8873-344539DFEA1E}"/>
              </a:ext>
            </a:extLst>
          </p:cNvPr>
          <p:cNvSpPr>
            <a:spLocks noGrp="1"/>
          </p:cNvSpPr>
          <p:nvPr/>
        </p:nvSpPr>
        <p:spPr>
          <a:xfrm>
            <a:off x="78394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F1_main_prauc_839">
            <a:extLst>
              <a:ext uri="{FF2B5EF4-FFF2-40B4-BE49-F238E27FC236}">
                <a16:creationId xmlns:a16="http://schemas.microsoft.com/office/drawing/2014/main" id="{5212F6E1-6F7D-420C-B4FC-76084B34EDC4}"/>
              </a:ext>
            </a:extLst>
          </p:cNvPr>
          <p:cNvSpPr>
            <a:spLocks noGrp="1"/>
          </p:cNvSpPr>
          <p:nvPr/>
        </p:nvSpPr>
        <p:spPr>
          <a:xfrm>
            <a:off x="77515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F1_main_prauc_840">
            <a:extLst>
              <a:ext uri="{FF2B5EF4-FFF2-40B4-BE49-F238E27FC236}">
                <a16:creationId xmlns:a16="http://schemas.microsoft.com/office/drawing/2014/main" id="{B5459BEC-EBA5-44CF-894F-A17A4B1CB415}"/>
              </a:ext>
            </a:extLst>
          </p:cNvPr>
          <p:cNvSpPr>
            <a:spLocks noGrp="1"/>
          </p:cNvSpPr>
          <p:nvPr/>
        </p:nvSpPr>
        <p:spPr>
          <a:xfrm>
            <a:off x="79301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F1_main_prauc_841">
            <a:extLst>
              <a:ext uri="{FF2B5EF4-FFF2-40B4-BE49-F238E27FC236}">
                <a16:creationId xmlns:a16="http://schemas.microsoft.com/office/drawing/2014/main" id="{63613DE6-D2E4-43D6-B9EC-EA9E7C046428}"/>
              </a:ext>
            </a:extLst>
          </p:cNvPr>
          <p:cNvSpPr>
            <a:spLocks noGrp="1"/>
          </p:cNvSpPr>
          <p:nvPr/>
        </p:nvSpPr>
        <p:spPr>
          <a:xfrm>
            <a:off x="772000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F1_main_prauc_842">
            <a:extLst>
              <a:ext uri="{FF2B5EF4-FFF2-40B4-BE49-F238E27FC236}">
                <a16:creationId xmlns:a16="http://schemas.microsoft.com/office/drawing/2014/main" id="{9BBA81B1-E759-46BB-8038-99A0A7F7028D}"/>
              </a:ext>
            </a:extLst>
          </p:cNvPr>
          <p:cNvSpPr>
            <a:spLocks noGrp="1"/>
          </p:cNvSpPr>
          <p:nvPr/>
        </p:nvSpPr>
        <p:spPr>
          <a:xfrm>
            <a:off x="7898721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F1_main_prauc_843">
            <a:extLst>
              <a:ext uri="{FF2B5EF4-FFF2-40B4-BE49-F238E27FC236}">
                <a16:creationId xmlns:a16="http://schemas.microsoft.com/office/drawing/2014/main" id="{26795576-0BBA-4CD5-A356-6A13AC483273}"/>
              </a:ext>
            </a:extLst>
          </p:cNvPr>
          <p:cNvSpPr>
            <a:spLocks noGrp="1"/>
          </p:cNvSpPr>
          <p:nvPr/>
        </p:nvSpPr>
        <p:spPr>
          <a:xfrm>
            <a:off x="78967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F1_main_prauc_844">
            <a:extLst>
              <a:ext uri="{FF2B5EF4-FFF2-40B4-BE49-F238E27FC236}">
                <a16:creationId xmlns:a16="http://schemas.microsoft.com/office/drawing/2014/main" id="{C9E1B9F5-9833-4CCE-9677-2D42D5F22251}"/>
              </a:ext>
            </a:extLst>
          </p:cNvPr>
          <p:cNvSpPr>
            <a:spLocks noGrp="1"/>
          </p:cNvSpPr>
          <p:nvPr/>
        </p:nvSpPr>
        <p:spPr>
          <a:xfrm>
            <a:off x="7933494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F1_main_prauc_845">
            <a:extLst>
              <a:ext uri="{FF2B5EF4-FFF2-40B4-BE49-F238E27FC236}">
                <a16:creationId xmlns:a16="http://schemas.microsoft.com/office/drawing/2014/main" id="{5C344894-8A95-4579-9B06-768E357145F1}"/>
              </a:ext>
            </a:extLst>
          </p:cNvPr>
          <p:cNvSpPr>
            <a:spLocks noGrp="1"/>
          </p:cNvSpPr>
          <p:nvPr/>
        </p:nvSpPr>
        <p:spPr>
          <a:xfrm>
            <a:off x="785115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F1_main_prauc_846">
            <a:extLst>
              <a:ext uri="{FF2B5EF4-FFF2-40B4-BE49-F238E27FC236}">
                <a16:creationId xmlns:a16="http://schemas.microsoft.com/office/drawing/2014/main" id="{A68A5B87-5F2E-4EE4-AF4B-4B986E9B0AFC}"/>
              </a:ext>
            </a:extLst>
          </p:cNvPr>
          <p:cNvSpPr>
            <a:spLocks noGrp="1"/>
          </p:cNvSpPr>
          <p:nvPr/>
        </p:nvSpPr>
        <p:spPr>
          <a:xfrm>
            <a:off x="773572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F1_main_prauc_847">
            <a:extLst>
              <a:ext uri="{FF2B5EF4-FFF2-40B4-BE49-F238E27FC236}">
                <a16:creationId xmlns:a16="http://schemas.microsoft.com/office/drawing/2014/main" id="{1AE36E18-B3FD-4FE9-9B79-75900189A25F}"/>
              </a:ext>
            </a:extLst>
          </p:cNvPr>
          <p:cNvSpPr>
            <a:spLocks noGrp="1"/>
          </p:cNvSpPr>
          <p:nvPr/>
        </p:nvSpPr>
        <p:spPr>
          <a:xfrm>
            <a:off x="782484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F1_main_prauc_848">
            <a:extLst>
              <a:ext uri="{FF2B5EF4-FFF2-40B4-BE49-F238E27FC236}">
                <a16:creationId xmlns:a16="http://schemas.microsoft.com/office/drawing/2014/main" id="{0BD57CB5-2CF5-4933-90B8-1C52F787660F}"/>
              </a:ext>
            </a:extLst>
          </p:cNvPr>
          <p:cNvSpPr>
            <a:spLocks noGrp="1"/>
          </p:cNvSpPr>
          <p:nvPr/>
        </p:nvSpPr>
        <p:spPr>
          <a:xfrm>
            <a:off x="794814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F1_main_prauc_849">
            <a:extLst>
              <a:ext uri="{FF2B5EF4-FFF2-40B4-BE49-F238E27FC236}">
                <a16:creationId xmlns:a16="http://schemas.microsoft.com/office/drawing/2014/main" id="{437BF178-D1CC-4A1F-8112-08CBD4C6D6DB}"/>
              </a:ext>
            </a:extLst>
          </p:cNvPr>
          <p:cNvSpPr>
            <a:spLocks noGrp="1"/>
          </p:cNvSpPr>
          <p:nvPr/>
        </p:nvSpPr>
        <p:spPr>
          <a:xfrm>
            <a:off x="782279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F1_main_prauc_850">
            <a:extLst>
              <a:ext uri="{FF2B5EF4-FFF2-40B4-BE49-F238E27FC236}">
                <a16:creationId xmlns:a16="http://schemas.microsoft.com/office/drawing/2014/main" id="{D31B6582-E7A3-4BAC-9848-D6A9653D1F9D}"/>
              </a:ext>
            </a:extLst>
          </p:cNvPr>
          <p:cNvSpPr>
            <a:spLocks noGrp="1"/>
          </p:cNvSpPr>
          <p:nvPr/>
        </p:nvSpPr>
        <p:spPr>
          <a:xfrm>
            <a:off x="7929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F1_main_prauc_851">
            <a:extLst>
              <a:ext uri="{FF2B5EF4-FFF2-40B4-BE49-F238E27FC236}">
                <a16:creationId xmlns:a16="http://schemas.microsoft.com/office/drawing/2014/main" id="{39D879BA-40E3-4351-BA96-6BB37638F5B0}"/>
              </a:ext>
            </a:extLst>
          </p:cNvPr>
          <p:cNvSpPr>
            <a:spLocks noGrp="1"/>
          </p:cNvSpPr>
          <p:nvPr/>
        </p:nvSpPr>
        <p:spPr>
          <a:xfrm>
            <a:off x="785436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F1_main_prauc_852">
            <a:extLst>
              <a:ext uri="{FF2B5EF4-FFF2-40B4-BE49-F238E27FC236}">
                <a16:creationId xmlns:a16="http://schemas.microsoft.com/office/drawing/2014/main" id="{A113C98E-262E-4E68-8A3F-576D3F0E72B2}"/>
              </a:ext>
            </a:extLst>
          </p:cNvPr>
          <p:cNvSpPr>
            <a:spLocks noGrp="1"/>
          </p:cNvSpPr>
          <p:nvPr/>
        </p:nvSpPr>
        <p:spPr>
          <a:xfrm>
            <a:off x="7741584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F1_main_prauc_853">
            <a:extLst>
              <a:ext uri="{FF2B5EF4-FFF2-40B4-BE49-F238E27FC236}">
                <a16:creationId xmlns:a16="http://schemas.microsoft.com/office/drawing/2014/main" id="{C3721DFB-7468-4B67-A46A-D3E7464C90AE}"/>
              </a:ext>
            </a:extLst>
          </p:cNvPr>
          <p:cNvSpPr>
            <a:spLocks noGrp="1"/>
          </p:cNvSpPr>
          <p:nvPr/>
        </p:nvSpPr>
        <p:spPr>
          <a:xfrm>
            <a:off x="793266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F1_main_prauc_854">
            <a:extLst>
              <a:ext uri="{FF2B5EF4-FFF2-40B4-BE49-F238E27FC236}">
                <a16:creationId xmlns:a16="http://schemas.microsoft.com/office/drawing/2014/main" id="{200F61A1-2856-448B-B2D8-471F9B0A5B39}"/>
              </a:ext>
            </a:extLst>
          </p:cNvPr>
          <p:cNvSpPr>
            <a:spLocks noGrp="1"/>
          </p:cNvSpPr>
          <p:nvPr/>
        </p:nvSpPr>
        <p:spPr>
          <a:xfrm>
            <a:off x="79197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F1_main_prauc_855">
            <a:extLst>
              <a:ext uri="{FF2B5EF4-FFF2-40B4-BE49-F238E27FC236}">
                <a16:creationId xmlns:a16="http://schemas.microsoft.com/office/drawing/2014/main" id="{7CF136BF-E601-4008-9F84-E9753016E19F}"/>
              </a:ext>
            </a:extLst>
          </p:cNvPr>
          <p:cNvSpPr>
            <a:spLocks noGrp="1"/>
          </p:cNvSpPr>
          <p:nvPr/>
        </p:nvSpPr>
        <p:spPr>
          <a:xfrm>
            <a:off x="7936361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F1_main_prauc_856">
            <a:extLst>
              <a:ext uri="{FF2B5EF4-FFF2-40B4-BE49-F238E27FC236}">
                <a16:creationId xmlns:a16="http://schemas.microsoft.com/office/drawing/2014/main" id="{5E8AF883-FC9C-4D36-AC8C-CE8DB2BB931A}"/>
              </a:ext>
            </a:extLst>
          </p:cNvPr>
          <p:cNvSpPr>
            <a:spLocks noGrp="1"/>
          </p:cNvSpPr>
          <p:nvPr/>
        </p:nvSpPr>
        <p:spPr>
          <a:xfrm>
            <a:off x="792956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F1_main_prauc_857">
            <a:extLst>
              <a:ext uri="{FF2B5EF4-FFF2-40B4-BE49-F238E27FC236}">
                <a16:creationId xmlns:a16="http://schemas.microsoft.com/office/drawing/2014/main" id="{31748618-D2E4-4566-A118-3EE3068C9B65}"/>
              </a:ext>
            </a:extLst>
          </p:cNvPr>
          <p:cNvSpPr>
            <a:spLocks noGrp="1"/>
          </p:cNvSpPr>
          <p:nvPr/>
        </p:nvSpPr>
        <p:spPr>
          <a:xfrm>
            <a:off x="773079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F1_main_prauc_858">
            <a:extLst>
              <a:ext uri="{FF2B5EF4-FFF2-40B4-BE49-F238E27FC236}">
                <a16:creationId xmlns:a16="http://schemas.microsoft.com/office/drawing/2014/main" id="{C53F39A6-5D30-4D79-A502-AE4DE50BBED0}"/>
              </a:ext>
            </a:extLst>
          </p:cNvPr>
          <p:cNvSpPr>
            <a:spLocks noGrp="1"/>
          </p:cNvSpPr>
          <p:nvPr/>
        </p:nvSpPr>
        <p:spPr>
          <a:xfrm>
            <a:off x="7772632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F1_main_prauc_859">
            <a:extLst>
              <a:ext uri="{FF2B5EF4-FFF2-40B4-BE49-F238E27FC236}">
                <a16:creationId xmlns:a16="http://schemas.microsoft.com/office/drawing/2014/main" id="{95B15946-606C-4FED-B866-10DF1C101F1B}"/>
              </a:ext>
            </a:extLst>
          </p:cNvPr>
          <p:cNvSpPr>
            <a:spLocks noGrp="1"/>
          </p:cNvSpPr>
          <p:nvPr/>
        </p:nvSpPr>
        <p:spPr>
          <a:xfrm>
            <a:off x="77172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F1_main_prauc_860">
            <a:extLst>
              <a:ext uri="{FF2B5EF4-FFF2-40B4-BE49-F238E27FC236}">
                <a16:creationId xmlns:a16="http://schemas.microsoft.com/office/drawing/2014/main" id="{3E8A0A5C-A082-4FDA-A2C5-6DD35C8F3D32}"/>
              </a:ext>
            </a:extLst>
          </p:cNvPr>
          <p:cNvSpPr>
            <a:spLocks noGrp="1"/>
          </p:cNvSpPr>
          <p:nvPr/>
        </p:nvSpPr>
        <p:spPr>
          <a:xfrm>
            <a:off x="79159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F1_main_prauc_861">
            <a:extLst>
              <a:ext uri="{FF2B5EF4-FFF2-40B4-BE49-F238E27FC236}">
                <a16:creationId xmlns:a16="http://schemas.microsoft.com/office/drawing/2014/main" id="{22CB9E28-A55B-4C15-9D4F-7C7CEF636BB3}"/>
              </a:ext>
            </a:extLst>
          </p:cNvPr>
          <p:cNvSpPr>
            <a:spLocks noGrp="1"/>
          </p:cNvSpPr>
          <p:nvPr/>
        </p:nvSpPr>
        <p:spPr>
          <a:xfrm>
            <a:off x="7762325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F1_main_prauc_862">
            <a:extLst>
              <a:ext uri="{FF2B5EF4-FFF2-40B4-BE49-F238E27FC236}">
                <a16:creationId xmlns:a16="http://schemas.microsoft.com/office/drawing/2014/main" id="{2E25DB9D-451A-40A1-B186-8FCDBEA48307}"/>
              </a:ext>
            </a:extLst>
          </p:cNvPr>
          <p:cNvSpPr>
            <a:spLocks noGrp="1"/>
          </p:cNvSpPr>
          <p:nvPr/>
        </p:nvSpPr>
        <p:spPr>
          <a:xfrm>
            <a:off x="789119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F1_main_prauc_863">
            <a:extLst>
              <a:ext uri="{FF2B5EF4-FFF2-40B4-BE49-F238E27FC236}">
                <a16:creationId xmlns:a16="http://schemas.microsoft.com/office/drawing/2014/main" id="{D1697BA1-0A65-455C-AEB4-AC7942B0EAC4}"/>
              </a:ext>
            </a:extLst>
          </p:cNvPr>
          <p:cNvSpPr>
            <a:spLocks noGrp="1"/>
          </p:cNvSpPr>
          <p:nvPr/>
        </p:nvSpPr>
        <p:spPr>
          <a:xfrm>
            <a:off x="79371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F1_main_prauc_864">
            <a:extLst>
              <a:ext uri="{FF2B5EF4-FFF2-40B4-BE49-F238E27FC236}">
                <a16:creationId xmlns:a16="http://schemas.microsoft.com/office/drawing/2014/main" id="{0FBB6542-3BB8-4F3C-9F45-1A92E0A78511}"/>
              </a:ext>
            </a:extLst>
          </p:cNvPr>
          <p:cNvSpPr>
            <a:spLocks noGrp="1"/>
          </p:cNvSpPr>
          <p:nvPr/>
        </p:nvSpPr>
        <p:spPr>
          <a:xfrm>
            <a:off x="77385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F1_main_prauc_865">
            <a:extLst>
              <a:ext uri="{FF2B5EF4-FFF2-40B4-BE49-F238E27FC236}">
                <a16:creationId xmlns:a16="http://schemas.microsoft.com/office/drawing/2014/main" id="{DFFDE4FD-849D-4F9A-8EF1-7EC09D187675}"/>
              </a:ext>
            </a:extLst>
          </p:cNvPr>
          <p:cNvSpPr>
            <a:spLocks noGrp="1"/>
          </p:cNvSpPr>
          <p:nvPr/>
        </p:nvSpPr>
        <p:spPr>
          <a:xfrm>
            <a:off x="790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F1_main_prauc_866">
            <a:extLst>
              <a:ext uri="{FF2B5EF4-FFF2-40B4-BE49-F238E27FC236}">
                <a16:creationId xmlns:a16="http://schemas.microsoft.com/office/drawing/2014/main" id="{1288F3BB-4FB1-48AE-85D0-CDB8519DDD20}"/>
              </a:ext>
            </a:extLst>
          </p:cNvPr>
          <p:cNvSpPr>
            <a:spLocks noGrp="1"/>
          </p:cNvSpPr>
          <p:nvPr/>
        </p:nvSpPr>
        <p:spPr>
          <a:xfrm>
            <a:off x="7752462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F1_main_prauc_867">
            <a:extLst>
              <a:ext uri="{FF2B5EF4-FFF2-40B4-BE49-F238E27FC236}">
                <a16:creationId xmlns:a16="http://schemas.microsoft.com/office/drawing/2014/main" id="{5FDF7090-8A18-4A23-BD6A-AACD222B166B}"/>
              </a:ext>
            </a:extLst>
          </p:cNvPr>
          <p:cNvSpPr>
            <a:spLocks noGrp="1"/>
          </p:cNvSpPr>
          <p:nvPr/>
        </p:nvSpPr>
        <p:spPr>
          <a:xfrm>
            <a:off x="77991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F1_main_prauc_868">
            <a:extLst>
              <a:ext uri="{FF2B5EF4-FFF2-40B4-BE49-F238E27FC236}">
                <a16:creationId xmlns:a16="http://schemas.microsoft.com/office/drawing/2014/main" id="{AFB070E0-FDA3-470C-A5F7-59347633ED92}"/>
              </a:ext>
            </a:extLst>
          </p:cNvPr>
          <p:cNvSpPr>
            <a:spLocks noGrp="1"/>
          </p:cNvSpPr>
          <p:nvPr/>
        </p:nvSpPr>
        <p:spPr>
          <a:xfrm>
            <a:off x="77591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F1_main_prauc_869">
            <a:extLst>
              <a:ext uri="{FF2B5EF4-FFF2-40B4-BE49-F238E27FC236}">
                <a16:creationId xmlns:a16="http://schemas.microsoft.com/office/drawing/2014/main" id="{2DF81E70-5BE0-42A2-B8DB-DD021C5C3C2D}"/>
              </a:ext>
            </a:extLst>
          </p:cNvPr>
          <p:cNvSpPr>
            <a:spLocks noGrp="1"/>
          </p:cNvSpPr>
          <p:nvPr/>
        </p:nvSpPr>
        <p:spPr>
          <a:xfrm>
            <a:off x="77448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F1_main_prauc_870">
            <a:extLst>
              <a:ext uri="{FF2B5EF4-FFF2-40B4-BE49-F238E27FC236}">
                <a16:creationId xmlns:a16="http://schemas.microsoft.com/office/drawing/2014/main" id="{64F14628-7FD1-416D-BCE5-FAB949822A12}"/>
              </a:ext>
            </a:extLst>
          </p:cNvPr>
          <p:cNvSpPr>
            <a:spLocks noGrp="1"/>
          </p:cNvSpPr>
          <p:nvPr/>
        </p:nvSpPr>
        <p:spPr>
          <a:xfrm>
            <a:off x="7926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F1_main_prauc_871">
            <a:extLst>
              <a:ext uri="{FF2B5EF4-FFF2-40B4-BE49-F238E27FC236}">
                <a16:creationId xmlns:a16="http://schemas.microsoft.com/office/drawing/2014/main" id="{1091798D-B0A4-4498-88C6-05F9269EBA3B}"/>
              </a:ext>
            </a:extLst>
          </p:cNvPr>
          <p:cNvSpPr>
            <a:spLocks noGrp="1"/>
          </p:cNvSpPr>
          <p:nvPr/>
        </p:nvSpPr>
        <p:spPr>
          <a:xfrm>
            <a:off x="776370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F1_main_prauc_872">
            <a:extLst>
              <a:ext uri="{FF2B5EF4-FFF2-40B4-BE49-F238E27FC236}">
                <a16:creationId xmlns:a16="http://schemas.microsoft.com/office/drawing/2014/main" id="{8B90CFDA-E90F-4DF5-ACEC-434052E17ADA}"/>
              </a:ext>
            </a:extLst>
          </p:cNvPr>
          <p:cNvSpPr>
            <a:spLocks noGrp="1"/>
          </p:cNvSpPr>
          <p:nvPr/>
        </p:nvSpPr>
        <p:spPr>
          <a:xfrm>
            <a:off x="771854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F1_main_prauc_873">
            <a:extLst>
              <a:ext uri="{FF2B5EF4-FFF2-40B4-BE49-F238E27FC236}">
                <a16:creationId xmlns:a16="http://schemas.microsoft.com/office/drawing/2014/main" id="{84A354D9-09EB-4B0B-A157-DC40194A8D0B}"/>
              </a:ext>
            </a:extLst>
          </p:cNvPr>
          <p:cNvSpPr>
            <a:spLocks noGrp="1"/>
          </p:cNvSpPr>
          <p:nvPr/>
        </p:nvSpPr>
        <p:spPr>
          <a:xfrm>
            <a:off x="782443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F1_main_prauc_874">
            <a:extLst>
              <a:ext uri="{FF2B5EF4-FFF2-40B4-BE49-F238E27FC236}">
                <a16:creationId xmlns:a16="http://schemas.microsoft.com/office/drawing/2014/main" id="{C720D32B-4D73-4D98-8F63-03AE14DC6518}"/>
              </a:ext>
            </a:extLst>
          </p:cNvPr>
          <p:cNvSpPr>
            <a:spLocks noGrp="1"/>
          </p:cNvSpPr>
          <p:nvPr/>
        </p:nvSpPr>
        <p:spPr>
          <a:xfrm>
            <a:off x="78556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F1_main_prauc_875">
            <a:extLst>
              <a:ext uri="{FF2B5EF4-FFF2-40B4-BE49-F238E27FC236}">
                <a16:creationId xmlns:a16="http://schemas.microsoft.com/office/drawing/2014/main" id="{900F2D9D-D819-4C6F-A19F-E6C5F44DBCBB}"/>
              </a:ext>
            </a:extLst>
          </p:cNvPr>
          <p:cNvSpPr>
            <a:spLocks noGrp="1"/>
          </p:cNvSpPr>
          <p:nvPr/>
        </p:nvSpPr>
        <p:spPr>
          <a:xfrm>
            <a:off x="7846939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F1_main_prauc_876">
            <a:extLst>
              <a:ext uri="{FF2B5EF4-FFF2-40B4-BE49-F238E27FC236}">
                <a16:creationId xmlns:a16="http://schemas.microsoft.com/office/drawing/2014/main" id="{126156A8-C555-4227-9236-DCAD8BFC2958}"/>
              </a:ext>
            </a:extLst>
          </p:cNvPr>
          <p:cNvSpPr>
            <a:spLocks noGrp="1"/>
          </p:cNvSpPr>
          <p:nvPr/>
        </p:nvSpPr>
        <p:spPr>
          <a:xfrm>
            <a:off x="7738722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F1_main_prauc_877">
            <a:extLst>
              <a:ext uri="{FF2B5EF4-FFF2-40B4-BE49-F238E27FC236}">
                <a16:creationId xmlns:a16="http://schemas.microsoft.com/office/drawing/2014/main" id="{3C2E1CF8-9322-4375-B7AB-0335B5069DE3}"/>
              </a:ext>
            </a:extLst>
          </p:cNvPr>
          <p:cNvSpPr>
            <a:spLocks noGrp="1"/>
          </p:cNvSpPr>
          <p:nvPr/>
        </p:nvSpPr>
        <p:spPr>
          <a:xfrm>
            <a:off x="79161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F1_main_prauc_878">
            <a:extLst>
              <a:ext uri="{FF2B5EF4-FFF2-40B4-BE49-F238E27FC236}">
                <a16:creationId xmlns:a16="http://schemas.microsoft.com/office/drawing/2014/main" id="{ADC27821-1A40-488B-AF06-EE75D9351D98}"/>
              </a:ext>
            </a:extLst>
          </p:cNvPr>
          <p:cNvSpPr>
            <a:spLocks noGrp="1"/>
          </p:cNvSpPr>
          <p:nvPr/>
        </p:nvSpPr>
        <p:spPr>
          <a:xfrm>
            <a:off x="78700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F1_main_prauc_879">
            <a:extLst>
              <a:ext uri="{FF2B5EF4-FFF2-40B4-BE49-F238E27FC236}">
                <a16:creationId xmlns:a16="http://schemas.microsoft.com/office/drawing/2014/main" id="{C8F6A098-1DFB-4AB6-93B2-4173F5965D88}"/>
              </a:ext>
            </a:extLst>
          </p:cNvPr>
          <p:cNvSpPr>
            <a:spLocks noGrp="1"/>
          </p:cNvSpPr>
          <p:nvPr/>
        </p:nvSpPr>
        <p:spPr>
          <a:xfrm>
            <a:off x="776556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F1_main_prauc_880">
            <a:extLst>
              <a:ext uri="{FF2B5EF4-FFF2-40B4-BE49-F238E27FC236}">
                <a16:creationId xmlns:a16="http://schemas.microsoft.com/office/drawing/2014/main" id="{7727D8C6-54BB-446D-9E1C-9A57C970DAAF}"/>
              </a:ext>
            </a:extLst>
          </p:cNvPr>
          <p:cNvSpPr>
            <a:spLocks noGrp="1"/>
          </p:cNvSpPr>
          <p:nvPr/>
        </p:nvSpPr>
        <p:spPr>
          <a:xfrm>
            <a:off x="77910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F1_main_prauc_881">
            <a:extLst>
              <a:ext uri="{FF2B5EF4-FFF2-40B4-BE49-F238E27FC236}">
                <a16:creationId xmlns:a16="http://schemas.microsoft.com/office/drawing/2014/main" id="{FCDA0C5B-8159-4249-ADEF-A608CAAF2D79}"/>
              </a:ext>
            </a:extLst>
          </p:cNvPr>
          <p:cNvSpPr>
            <a:spLocks noGrp="1"/>
          </p:cNvSpPr>
          <p:nvPr/>
        </p:nvSpPr>
        <p:spPr>
          <a:xfrm>
            <a:off x="7735686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F1_main_prauc_882">
            <a:extLst>
              <a:ext uri="{FF2B5EF4-FFF2-40B4-BE49-F238E27FC236}">
                <a16:creationId xmlns:a16="http://schemas.microsoft.com/office/drawing/2014/main" id="{14FBDEAF-5171-43F1-A9BA-20116508C2DE}"/>
              </a:ext>
            </a:extLst>
          </p:cNvPr>
          <p:cNvSpPr>
            <a:spLocks noGrp="1"/>
          </p:cNvSpPr>
          <p:nvPr/>
        </p:nvSpPr>
        <p:spPr>
          <a:xfrm>
            <a:off x="77980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F1_main_prauc_883">
            <a:extLst>
              <a:ext uri="{FF2B5EF4-FFF2-40B4-BE49-F238E27FC236}">
                <a16:creationId xmlns:a16="http://schemas.microsoft.com/office/drawing/2014/main" id="{8EE3823B-5B12-4136-BC22-C2626990176C}"/>
              </a:ext>
            </a:extLst>
          </p:cNvPr>
          <p:cNvSpPr>
            <a:spLocks noGrp="1"/>
          </p:cNvSpPr>
          <p:nvPr/>
        </p:nvSpPr>
        <p:spPr>
          <a:xfrm>
            <a:off x="7822701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F1_main_prauc_884">
            <a:extLst>
              <a:ext uri="{FF2B5EF4-FFF2-40B4-BE49-F238E27FC236}">
                <a16:creationId xmlns:a16="http://schemas.microsoft.com/office/drawing/2014/main" id="{52B8844F-75CA-46B6-A603-6645626501F2}"/>
              </a:ext>
            </a:extLst>
          </p:cNvPr>
          <p:cNvSpPr>
            <a:spLocks noGrp="1"/>
          </p:cNvSpPr>
          <p:nvPr/>
        </p:nvSpPr>
        <p:spPr>
          <a:xfrm>
            <a:off x="7907047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F1_main_prauc_885">
            <a:extLst>
              <a:ext uri="{FF2B5EF4-FFF2-40B4-BE49-F238E27FC236}">
                <a16:creationId xmlns:a16="http://schemas.microsoft.com/office/drawing/2014/main" id="{9DAF46B1-DE90-457F-A877-A39210EE7F3C}"/>
              </a:ext>
            </a:extLst>
          </p:cNvPr>
          <p:cNvSpPr>
            <a:spLocks noGrp="1"/>
          </p:cNvSpPr>
          <p:nvPr/>
        </p:nvSpPr>
        <p:spPr>
          <a:xfrm>
            <a:off x="776193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F1_main_prauc_886">
            <a:extLst>
              <a:ext uri="{FF2B5EF4-FFF2-40B4-BE49-F238E27FC236}">
                <a16:creationId xmlns:a16="http://schemas.microsoft.com/office/drawing/2014/main" id="{F72A5CAE-BFF5-4376-B644-C26646D73FF5}"/>
              </a:ext>
            </a:extLst>
          </p:cNvPr>
          <p:cNvSpPr>
            <a:spLocks noGrp="1"/>
          </p:cNvSpPr>
          <p:nvPr/>
        </p:nvSpPr>
        <p:spPr>
          <a:xfrm>
            <a:off x="77827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F1_main_prauc_887">
            <a:extLst>
              <a:ext uri="{FF2B5EF4-FFF2-40B4-BE49-F238E27FC236}">
                <a16:creationId xmlns:a16="http://schemas.microsoft.com/office/drawing/2014/main" id="{0E42B4B0-53C2-4757-9619-D0C457F93AA9}"/>
              </a:ext>
            </a:extLst>
          </p:cNvPr>
          <p:cNvSpPr>
            <a:spLocks noGrp="1"/>
          </p:cNvSpPr>
          <p:nvPr/>
        </p:nvSpPr>
        <p:spPr>
          <a:xfrm>
            <a:off x="79223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F1_main_prauc_888">
            <a:extLst>
              <a:ext uri="{FF2B5EF4-FFF2-40B4-BE49-F238E27FC236}">
                <a16:creationId xmlns:a16="http://schemas.microsoft.com/office/drawing/2014/main" id="{036B9FBB-F16D-4668-942A-1417BA7DB1FD}"/>
              </a:ext>
            </a:extLst>
          </p:cNvPr>
          <p:cNvSpPr>
            <a:spLocks noGrp="1"/>
          </p:cNvSpPr>
          <p:nvPr/>
        </p:nvSpPr>
        <p:spPr>
          <a:xfrm>
            <a:off x="7877139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F1_main_prauc_889">
            <a:extLst>
              <a:ext uri="{FF2B5EF4-FFF2-40B4-BE49-F238E27FC236}">
                <a16:creationId xmlns:a16="http://schemas.microsoft.com/office/drawing/2014/main" id="{03D29313-D8F9-4F33-9DCE-9FD241BEB62B}"/>
              </a:ext>
            </a:extLst>
          </p:cNvPr>
          <p:cNvSpPr>
            <a:spLocks noGrp="1"/>
          </p:cNvSpPr>
          <p:nvPr/>
        </p:nvSpPr>
        <p:spPr>
          <a:xfrm>
            <a:off x="791739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F1_main_prauc_890">
            <a:extLst>
              <a:ext uri="{FF2B5EF4-FFF2-40B4-BE49-F238E27FC236}">
                <a16:creationId xmlns:a16="http://schemas.microsoft.com/office/drawing/2014/main" id="{0534DB70-C5A5-4BD4-B0D4-1DD474671098}"/>
              </a:ext>
            </a:extLst>
          </p:cNvPr>
          <p:cNvSpPr>
            <a:spLocks noGrp="1"/>
          </p:cNvSpPr>
          <p:nvPr/>
        </p:nvSpPr>
        <p:spPr>
          <a:xfrm>
            <a:off x="790432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F1_main_prauc_891">
            <a:extLst>
              <a:ext uri="{FF2B5EF4-FFF2-40B4-BE49-F238E27FC236}">
                <a16:creationId xmlns:a16="http://schemas.microsoft.com/office/drawing/2014/main" id="{2285A68B-B79A-47FE-85EC-AEC40A1961CD}"/>
              </a:ext>
            </a:extLst>
          </p:cNvPr>
          <p:cNvSpPr>
            <a:spLocks noGrp="1"/>
          </p:cNvSpPr>
          <p:nvPr/>
        </p:nvSpPr>
        <p:spPr>
          <a:xfrm>
            <a:off x="78024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F1_main_prauc_892">
            <a:extLst>
              <a:ext uri="{FF2B5EF4-FFF2-40B4-BE49-F238E27FC236}">
                <a16:creationId xmlns:a16="http://schemas.microsoft.com/office/drawing/2014/main" id="{BABB75FD-CF70-4895-BBD9-C51DB14B1A79}"/>
              </a:ext>
            </a:extLst>
          </p:cNvPr>
          <p:cNvSpPr>
            <a:spLocks noGrp="1"/>
          </p:cNvSpPr>
          <p:nvPr/>
        </p:nvSpPr>
        <p:spPr>
          <a:xfrm>
            <a:off x="7768105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F1_main_prauc_893">
            <a:extLst>
              <a:ext uri="{FF2B5EF4-FFF2-40B4-BE49-F238E27FC236}">
                <a16:creationId xmlns:a16="http://schemas.microsoft.com/office/drawing/2014/main" id="{D693CACA-B110-4CDD-9AA6-F9218E09F1B7}"/>
              </a:ext>
            </a:extLst>
          </p:cNvPr>
          <p:cNvSpPr>
            <a:spLocks noGrp="1"/>
          </p:cNvSpPr>
          <p:nvPr/>
        </p:nvSpPr>
        <p:spPr>
          <a:xfrm>
            <a:off x="78956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F1_main_prauc_894">
            <a:extLst>
              <a:ext uri="{FF2B5EF4-FFF2-40B4-BE49-F238E27FC236}">
                <a16:creationId xmlns:a16="http://schemas.microsoft.com/office/drawing/2014/main" id="{E6B6A749-8A7E-40CD-B18C-3E06C6B533AA}"/>
              </a:ext>
            </a:extLst>
          </p:cNvPr>
          <p:cNvSpPr>
            <a:spLocks noGrp="1"/>
          </p:cNvSpPr>
          <p:nvPr/>
        </p:nvSpPr>
        <p:spPr>
          <a:xfrm>
            <a:off x="794201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F1_main_prauc_895">
            <a:extLst>
              <a:ext uri="{FF2B5EF4-FFF2-40B4-BE49-F238E27FC236}">
                <a16:creationId xmlns:a16="http://schemas.microsoft.com/office/drawing/2014/main" id="{00B7B44B-91ED-412D-BA36-A0FF5872A61C}"/>
              </a:ext>
            </a:extLst>
          </p:cNvPr>
          <p:cNvSpPr>
            <a:spLocks noGrp="1"/>
          </p:cNvSpPr>
          <p:nvPr/>
        </p:nvSpPr>
        <p:spPr>
          <a:xfrm>
            <a:off x="77869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F1_main_prauc_896">
            <a:extLst>
              <a:ext uri="{FF2B5EF4-FFF2-40B4-BE49-F238E27FC236}">
                <a16:creationId xmlns:a16="http://schemas.microsoft.com/office/drawing/2014/main" id="{482664A3-78CD-45D8-819E-578198816A80}"/>
              </a:ext>
            </a:extLst>
          </p:cNvPr>
          <p:cNvSpPr>
            <a:spLocks noGrp="1"/>
          </p:cNvSpPr>
          <p:nvPr/>
        </p:nvSpPr>
        <p:spPr>
          <a:xfrm>
            <a:off x="79397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F1_main_prauc_897">
            <a:extLst>
              <a:ext uri="{FF2B5EF4-FFF2-40B4-BE49-F238E27FC236}">
                <a16:creationId xmlns:a16="http://schemas.microsoft.com/office/drawing/2014/main" id="{008149B0-C28D-4E1E-9A36-90919BFAECFF}"/>
              </a:ext>
            </a:extLst>
          </p:cNvPr>
          <p:cNvSpPr>
            <a:spLocks noGrp="1"/>
          </p:cNvSpPr>
          <p:nvPr/>
        </p:nvSpPr>
        <p:spPr>
          <a:xfrm>
            <a:off x="7890875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F1_main_prauc_898">
            <a:extLst>
              <a:ext uri="{FF2B5EF4-FFF2-40B4-BE49-F238E27FC236}">
                <a16:creationId xmlns:a16="http://schemas.microsoft.com/office/drawing/2014/main" id="{58FCD5E0-537D-425F-B808-C8C5824E6F69}"/>
              </a:ext>
            </a:extLst>
          </p:cNvPr>
          <p:cNvSpPr>
            <a:spLocks noGrp="1"/>
          </p:cNvSpPr>
          <p:nvPr/>
        </p:nvSpPr>
        <p:spPr>
          <a:xfrm>
            <a:off x="792603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F1_main_prauc_899">
            <a:extLst>
              <a:ext uri="{FF2B5EF4-FFF2-40B4-BE49-F238E27FC236}">
                <a16:creationId xmlns:a16="http://schemas.microsoft.com/office/drawing/2014/main" id="{97294709-B5CC-4B07-B10F-24B12A172349}"/>
              </a:ext>
            </a:extLst>
          </p:cNvPr>
          <p:cNvSpPr>
            <a:spLocks noGrp="1"/>
          </p:cNvSpPr>
          <p:nvPr/>
        </p:nvSpPr>
        <p:spPr>
          <a:xfrm>
            <a:off x="7777084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F1_main_prauc_900">
            <a:extLst>
              <a:ext uri="{FF2B5EF4-FFF2-40B4-BE49-F238E27FC236}">
                <a16:creationId xmlns:a16="http://schemas.microsoft.com/office/drawing/2014/main" id="{815DE6B0-38D5-4A02-9329-44F9F3387BDE}"/>
              </a:ext>
            </a:extLst>
          </p:cNvPr>
          <p:cNvSpPr>
            <a:spLocks noGrp="1"/>
          </p:cNvSpPr>
          <p:nvPr/>
        </p:nvSpPr>
        <p:spPr>
          <a:xfrm>
            <a:off x="776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F1_main_prauc_901">
            <a:extLst>
              <a:ext uri="{FF2B5EF4-FFF2-40B4-BE49-F238E27FC236}">
                <a16:creationId xmlns:a16="http://schemas.microsoft.com/office/drawing/2014/main" id="{9929979D-D624-4FCB-946F-B9604B24BBDC}"/>
              </a:ext>
            </a:extLst>
          </p:cNvPr>
          <p:cNvSpPr>
            <a:spLocks noGrp="1"/>
          </p:cNvSpPr>
          <p:nvPr/>
        </p:nvSpPr>
        <p:spPr>
          <a:xfrm>
            <a:off x="77780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F1_main_prauc_902">
            <a:extLst>
              <a:ext uri="{FF2B5EF4-FFF2-40B4-BE49-F238E27FC236}">
                <a16:creationId xmlns:a16="http://schemas.microsoft.com/office/drawing/2014/main" id="{7585C4AA-DAD6-41C4-B9AF-F93070D53443}"/>
              </a:ext>
            </a:extLst>
          </p:cNvPr>
          <p:cNvSpPr>
            <a:spLocks noGrp="1"/>
          </p:cNvSpPr>
          <p:nvPr/>
        </p:nvSpPr>
        <p:spPr>
          <a:xfrm>
            <a:off x="783659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F1_main_prauc_903">
            <a:extLst>
              <a:ext uri="{FF2B5EF4-FFF2-40B4-BE49-F238E27FC236}">
                <a16:creationId xmlns:a16="http://schemas.microsoft.com/office/drawing/2014/main" id="{1AD473C1-08C7-473B-B96D-E66CC7820CD8}"/>
              </a:ext>
            </a:extLst>
          </p:cNvPr>
          <p:cNvSpPr>
            <a:spLocks noGrp="1"/>
          </p:cNvSpPr>
          <p:nvPr/>
        </p:nvSpPr>
        <p:spPr>
          <a:xfrm>
            <a:off x="773935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F1_main_prauc_904">
            <a:extLst>
              <a:ext uri="{FF2B5EF4-FFF2-40B4-BE49-F238E27FC236}">
                <a16:creationId xmlns:a16="http://schemas.microsoft.com/office/drawing/2014/main" id="{B786F309-0F5B-49DD-964E-657D322130BF}"/>
              </a:ext>
            </a:extLst>
          </p:cNvPr>
          <p:cNvSpPr>
            <a:spLocks noGrp="1"/>
          </p:cNvSpPr>
          <p:nvPr/>
        </p:nvSpPr>
        <p:spPr>
          <a:xfrm>
            <a:off x="7921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F1_main_prauc_905">
            <a:extLst>
              <a:ext uri="{FF2B5EF4-FFF2-40B4-BE49-F238E27FC236}">
                <a16:creationId xmlns:a16="http://schemas.microsoft.com/office/drawing/2014/main" id="{7978D995-CC19-442B-B334-CF578BC70FEC}"/>
              </a:ext>
            </a:extLst>
          </p:cNvPr>
          <p:cNvSpPr>
            <a:spLocks noGrp="1"/>
          </p:cNvSpPr>
          <p:nvPr/>
        </p:nvSpPr>
        <p:spPr>
          <a:xfrm>
            <a:off x="78168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F1_main_prauc_906">
            <a:extLst>
              <a:ext uri="{FF2B5EF4-FFF2-40B4-BE49-F238E27FC236}">
                <a16:creationId xmlns:a16="http://schemas.microsoft.com/office/drawing/2014/main" id="{9112AA79-858D-4970-AC97-90AF1C7EBF1F}"/>
              </a:ext>
            </a:extLst>
          </p:cNvPr>
          <p:cNvSpPr>
            <a:spLocks noGrp="1"/>
          </p:cNvSpPr>
          <p:nvPr/>
        </p:nvSpPr>
        <p:spPr>
          <a:xfrm>
            <a:off x="7859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F1_main_prauc_907">
            <a:extLst>
              <a:ext uri="{FF2B5EF4-FFF2-40B4-BE49-F238E27FC236}">
                <a16:creationId xmlns:a16="http://schemas.microsoft.com/office/drawing/2014/main" id="{D59931EF-C44C-45A9-863D-5C75A90BC51F}"/>
              </a:ext>
            </a:extLst>
          </p:cNvPr>
          <p:cNvSpPr>
            <a:spLocks noGrp="1"/>
          </p:cNvSpPr>
          <p:nvPr/>
        </p:nvSpPr>
        <p:spPr>
          <a:xfrm>
            <a:off x="790154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F1_main_prauc_908">
            <a:extLst>
              <a:ext uri="{FF2B5EF4-FFF2-40B4-BE49-F238E27FC236}">
                <a16:creationId xmlns:a16="http://schemas.microsoft.com/office/drawing/2014/main" id="{5D1C7574-FB03-45FB-8A63-C5026632CE53}"/>
              </a:ext>
            </a:extLst>
          </p:cNvPr>
          <p:cNvSpPr>
            <a:spLocks noGrp="1"/>
          </p:cNvSpPr>
          <p:nvPr/>
        </p:nvSpPr>
        <p:spPr>
          <a:xfrm>
            <a:off x="770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F1_main_prauc_909">
            <a:extLst>
              <a:ext uri="{FF2B5EF4-FFF2-40B4-BE49-F238E27FC236}">
                <a16:creationId xmlns:a16="http://schemas.microsoft.com/office/drawing/2014/main" id="{31334BF7-6022-48E8-AF78-F66D0C7D37FA}"/>
              </a:ext>
            </a:extLst>
          </p:cNvPr>
          <p:cNvSpPr>
            <a:spLocks noGrp="1"/>
          </p:cNvSpPr>
          <p:nvPr/>
        </p:nvSpPr>
        <p:spPr>
          <a:xfrm>
            <a:off x="7927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F1_main_prauc_910">
            <a:extLst>
              <a:ext uri="{FF2B5EF4-FFF2-40B4-BE49-F238E27FC236}">
                <a16:creationId xmlns:a16="http://schemas.microsoft.com/office/drawing/2014/main" id="{0E45EC87-7AED-4BEA-B6EC-4F14999BA34A}"/>
              </a:ext>
            </a:extLst>
          </p:cNvPr>
          <p:cNvSpPr>
            <a:spLocks noGrp="1"/>
          </p:cNvSpPr>
          <p:nvPr/>
        </p:nvSpPr>
        <p:spPr>
          <a:xfrm>
            <a:off x="781424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F1_main_prauc_911">
            <a:extLst>
              <a:ext uri="{FF2B5EF4-FFF2-40B4-BE49-F238E27FC236}">
                <a16:creationId xmlns:a16="http://schemas.microsoft.com/office/drawing/2014/main" id="{F5C54145-6F63-49CB-B7DD-73C02152BFEA}"/>
              </a:ext>
            </a:extLst>
          </p:cNvPr>
          <p:cNvSpPr>
            <a:spLocks noGrp="1"/>
          </p:cNvSpPr>
          <p:nvPr/>
        </p:nvSpPr>
        <p:spPr>
          <a:xfrm>
            <a:off x="78501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F1_main_prauc_912">
            <a:extLst>
              <a:ext uri="{FF2B5EF4-FFF2-40B4-BE49-F238E27FC236}">
                <a16:creationId xmlns:a16="http://schemas.microsoft.com/office/drawing/2014/main" id="{8F23AB22-719F-4A05-8435-8CA3A7A633E2}"/>
              </a:ext>
            </a:extLst>
          </p:cNvPr>
          <p:cNvSpPr>
            <a:spLocks noGrp="1"/>
          </p:cNvSpPr>
          <p:nvPr/>
        </p:nvSpPr>
        <p:spPr>
          <a:xfrm>
            <a:off x="77485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F1_main_prauc_913">
            <a:extLst>
              <a:ext uri="{FF2B5EF4-FFF2-40B4-BE49-F238E27FC236}">
                <a16:creationId xmlns:a16="http://schemas.microsoft.com/office/drawing/2014/main" id="{4536710F-B38A-463C-BCF9-7648EF111C54}"/>
              </a:ext>
            </a:extLst>
          </p:cNvPr>
          <p:cNvSpPr>
            <a:spLocks noGrp="1"/>
          </p:cNvSpPr>
          <p:nvPr/>
        </p:nvSpPr>
        <p:spPr>
          <a:xfrm>
            <a:off x="787149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F1_main_prauc_914">
            <a:extLst>
              <a:ext uri="{FF2B5EF4-FFF2-40B4-BE49-F238E27FC236}">
                <a16:creationId xmlns:a16="http://schemas.microsoft.com/office/drawing/2014/main" id="{473B9F8D-55AE-473E-9B43-5967D9BC4432}"/>
              </a:ext>
            </a:extLst>
          </p:cNvPr>
          <p:cNvSpPr>
            <a:spLocks noGrp="1"/>
          </p:cNvSpPr>
          <p:nvPr/>
        </p:nvSpPr>
        <p:spPr>
          <a:xfrm>
            <a:off x="79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F1_main_prauc_915">
            <a:extLst>
              <a:ext uri="{FF2B5EF4-FFF2-40B4-BE49-F238E27FC236}">
                <a16:creationId xmlns:a16="http://schemas.microsoft.com/office/drawing/2014/main" id="{453230A4-A07D-47D1-B3E8-88A893990328}"/>
              </a:ext>
            </a:extLst>
          </p:cNvPr>
          <p:cNvSpPr>
            <a:spLocks noGrp="1"/>
          </p:cNvSpPr>
          <p:nvPr/>
        </p:nvSpPr>
        <p:spPr>
          <a:xfrm>
            <a:off x="7718604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F1_main_prauc_916">
            <a:extLst>
              <a:ext uri="{FF2B5EF4-FFF2-40B4-BE49-F238E27FC236}">
                <a16:creationId xmlns:a16="http://schemas.microsoft.com/office/drawing/2014/main" id="{1989B6B9-27DC-46B2-8274-D99831D09832}"/>
              </a:ext>
            </a:extLst>
          </p:cNvPr>
          <p:cNvSpPr>
            <a:spLocks noGrp="1"/>
          </p:cNvSpPr>
          <p:nvPr/>
        </p:nvSpPr>
        <p:spPr>
          <a:xfrm>
            <a:off x="7709613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F1_main_prauc_917">
            <a:extLst>
              <a:ext uri="{FF2B5EF4-FFF2-40B4-BE49-F238E27FC236}">
                <a16:creationId xmlns:a16="http://schemas.microsoft.com/office/drawing/2014/main" id="{D1FC4384-0F71-4315-A308-454FED1DDBEE}"/>
              </a:ext>
            </a:extLst>
          </p:cNvPr>
          <p:cNvSpPr>
            <a:spLocks noGrp="1"/>
          </p:cNvSpPr>
          <p:nvPr/>
        </p:nvSpPr>
        <p:spPr>
          <a:xfrm>
            <a:off x="78734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F1_main_prauc_918">
            <a:extLst>
              <a:ext uri="{FF2B5EF4-FFF2-40B4-BE49-F238E27FC236}">
                <a16:creationId xmlns:a16="http://schemas.microsoft.com/office/drawing/2014/main" id="{8C1E6887-2E91-425A-A9C1-6AE1CA800867}"/>
              </a:ext>
            </a:extLst>
          </p:cNvPr>
          <p:cNvSpPr>
            <a:spLocks noGrp="1"/>
          </p:cNvSpPr>
          <p:nvPr/>
        </p:nvSpPr>
        <p:spPr>
          <a:xfrm>
            <a:off x="7871069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F1_main_prauc_919">
            <a:extLst>
              <a:ext uri="{FF2B5EF4-FFF2-40B4-BE49-F238E27FC236}">
                <a16:creationId xmlns:a16="http://schemas.microsoft.com/office/drawing/2014/main" id="{94553967-AC18-4CF1-9D31-9DA291F798FB}"/>
              </a:ext>
            </a:extLst>
          </p:cNvPr>
          <p:cNvSpPr>
            <a:spLocks noGrp="1"/>
          </p:cNvSpPr>
          <p:nvPr/>
        </p:nvSpPr>
        <p:spPr>
          <a:xfrm>
            <a:off x="787540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F1_main_prauc_920">
            <a:extLst>
              <a:ext uri="{FF2B5EF4-FFF2-40B4-BE49-F238E27FC236}">
                <a16:creationId xmlns:a16="http://schemas.microsoft.com/office/drawing/2014/main" id="{9308ACDC-728B-4D51-A82F-EC2D66ED68EB}"/>
              </a:ext>
            </a:extLst>
          </p:cNvPr>
          <p:cNvSpPr>
            <a:spLocks noGrp="1"/>
          </p:cNvSpPr>
          <p:nvPr/>
        </p:nvSpPr>
        <p:spPr>
          <a:xfrm>
            <a:off x="7897630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F1_main_prauc_921">
            <a:extLst>
              <a:ext uri="{FF2B5EF4-FFF2-40B4-BE49-F238E27FC236}">
                <a16:creationId xmlns:a16="http://schemas.microsoft.com/office/drawing/2014/main" id="{12D6541B-9EBB-4018-83CA-F8F567EB39E1}"/>
              </a:ext>
            </a:extLst>
          </p:cNvPr>
          <p:cNvSpPr>
            <a:spLocks noGrp="1"/>
          </p:cNvSpPr>
          <p:nvPr/>
        </p:nvSpPr>
        <p:spPr>
          <a:xfrm>
            <a:off x="7761131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F1_main_prauc_922">
            <a:extLst>
              <a:ext uri="{FF2B5EF4-FFF2-40B4-BE49-F238E27FC236}">
                <a16:creationId xmlns:a16="http://schemas.microsoft.com/office/drawing/2014/main" id="{BA4818A3-E0A6-4ECC-9F88-A756AEADD030}"/>
              </a:ext>
            </a:extLst>
          </p:cNvPr>
          <p:cNvSpPr>
            <a:spLocks noGrp="1"/>
          </p:cNvSpPr>
          <p:nvPr/>
        </p:nvSpPr>
        <p:spPr>
          <a:xfrm>
            <a:off x="7721602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F1_main_prauc_923">
            <a:extLst>
              <a:ext uri="{FF2B5EF4-FFF2-40B4-BE49-F238E27FC236}">
                <a16:creationId xmlns:a16="http://schemas.microsoft.com/office/drawing/2014/main" id="{71C80EEA-6F47-46CD-ABDB-1349FF3093A3}"/>
              </a:ext>
            </a:extLst>
          </p:cNvPr>
          <p:cNvSpPr>
            <a:spLocks noGrp="1"/>
          </p:cNvSpPr>
          <p:nvPr/>
        </p:nvSpPr>
        <p:spPr>
          <a:xfrm>
            <a:off x="777509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F1_main_prauc_924">
            <a:extLst>
              <a:ext uri="{FF2B5EF4-FFF2-40B4-BE49-F238E27FC236}">
                <a16:creationId xmlns:a16="http://schemas.microsoft.com/office/drawing/2014/main" id="{2B99B208-35D6-4520-BCBA-6305093C8C28}"/>
              </a:ext>
            </a:extLst>
          </p:cNvPr>
          <p:cNvSpPr>
            <a:spLocks noGrp="1"/>
          </p:cNvSpPr>
          <p:nvPr/>
        </p:nvSpPr>
        <p:spPr>
          <a:xfrm>
            <a:off x="7776049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F1_main_prauc_925">
            <a:extLst>
              <a:ext uri="{FF2B5EF4-FFF2-40B4-BE49-F238E27FC236}">
                <a16:creationId xmlns:a16="http://schemas.microsoft.com/office/drawing/2014/main" id="{DDF6AD96-B225-4034-8B97-406A5CCA8B9B}"/>
              </a:ext>
            </a:extLst>
          </p:cNvPr>
          <p:cNvSpPr>
            <a:spLocks noGrp="1"/>
          </p:cNvSpPr>
          <p:nvPr/>
        </p:nvSpPr>
        <p:spPr>
          <a:xfrm>
            <a:off x="7901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F1_main_prauc_926">
            <a:extLst>
              <a:ext uri="{FF2B5EF4-FFF2-40B4-BE49-F238E27FC236}">
                <a16:creationId xmlns:a16="http://schemas.microsoft.com/office/drawing/2014/main" id="{4FC67F84-C336-462F-A2F2-7A8908890135}"/>
              </a:ext>
            </a:extLst>
          </p:cNvPr>
          <p:cNvSpPr>
            <a:spLocks noGrp="1"/>
          </p:cNvSpPr>
          <p:nvPr/>
        </p:nvSpPr>
        <p:spPr>
          <a:xfrm>
            <a:off x="778290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F1_main_prauc_927">
            <a:extLst>
              <a:ext uri="{FF2B5EF4-FFF2-40B4-BE49-F238E27FC236}">
                <a16:creationId xmlns:a16="http://schemas.microsoft.com/office/drawing/2014/main" id="{AAAE26CD-E44A-465F-AFC7-F546A1923D01}"/>
              </a:ext>
            </a:extLst>
          </p:cNvPr>
          <p:cNvSpPr>
            <a:spLocks noGrp="1"/>
          </p:cNvSpPr>
          <p:nvPr/>
        </p:nvSpPr>
        <p:spPr>
          <a:xfrm>
            <a:off x="78269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F1_main_prauc_928">
            <a:extLst>
              <a:ext uri="{FF2B5EF4-FFF2-40B4-BE49-F238E27FC236}">
                <a16:creationId xmlns:a16="http://schemas.microsoft.com/office/drawing/2014/main" id="{4FB1E0C6-EAE7-403D-9317-F52BF8330DF4}"/>
              </a:ext>
            </a:extLst>
          </p:cNvPr>
          <p:cNvSpPr>
            <a:spLocks noGrp="1"/>
          </p:cNvSpPr>
          <p:nvPr/>
        </p:nvSpPr>
        <p:spPr>
          <a:xfrm>
            <a:off x="788189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F1_main_prauc_929">
            <a:extLst>
              <a:ext uri="{FF2B5EF4-FFF2-40B4-BE49-F238E27FC236}">
                <a16:creationId xmlns:a16="http://schemas.microsoft.com/office/drawing/2014/main" id="{45FCDE15-46FE-4E92-A023-63C4DEE09D7C}"/>
              </a:ext>
            </a:extLst>
          </p:cNvPr>
          <p:cNvSpPr>
            <a:spLocks noGrp="1"/>
          </p:cNvSpPr>
          <p:nvPr/>
        </p:nvSpPr>
        <p:spPr>
          <a:xfrm>
            <a:off x="7712710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F1_main_prauc_930">
            <a:extLst>
              <a:ext uri="{FF2B5EF4-FFF2-40B4-BE49-F238E27FC236}">
                <a16:creationId xmlns:a16="http://schemas.microsoft.com/office/drawing/2014/main" id="{443DD6DA-C918-439E-88A2-EF8683EFB1AD}"/>
              </a:ext>
            </a:extLst>
          </p:cNvPr>
          <p:cNvSpPr>
            <a:spLocks noGrp="1"/>
          </p:cNvSpPr>
          <p:nvPr/>
        </p:nvSpPr>
        <p:spPr>
          <a:xfrm>
            <a:off x="779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F1_main_prauc_931">
            <a:extLst>
              <a:ext uri="{FF2B5EF4-FFF2-40B4-BE49-F238E27FC236}">
                <a16:creationId xmlns:a16="http://schemas.microsoft.com/office/drawing/2014/main" id="{D8138A36-C5C0-4073-9B3F-32AE13897DCD}"/>
              </a:ext>
            </a:extLst>
          </p:cNvPr>
          <p:cNvSpPr>
            <a:spLocks noGrp="1"/>
          </p:cNvSpPr>
          <p:nvPr/>
        </p:nvSpPr>
        <p:spPr>
          <a:xfrm>
            <a:off x="7949940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F1_main_prauc_932">
            <a:extLst>
              <a:ext uri="{FF2B5EF4-FFF2-40B4-BE49-F238E27FC236}">
                <a16:creationId xmlns:a16="http://schemas.microsoft.com/office/drawing/2014/main" id="{9D7703E3-FA8C-4773-8BEE-409BF7C0E23A}"/>
              </a:ext>
            </a:extLst>
          </p:cNvPr>
          <p:cNvSpPr>
            <a:spLocks noGrp="1"/>
          </p:cNvSpPr>
          <p:nvPr/>
        </p:nvSpPr>
        <p:spPr>
          <a:xfrm>
            <a:off x="771748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F1_main_prauc_933">
            <a:extLst>
              <a:ext uri="{FF2B5EF4-FFF2-40B4-BE49-F238E27FC236}">
                <a16:creationId xmlns:a16="http://schemas.microsoft.com/office/drawing/2014/main" id="{0A4A518B-501B-42AF-A74B-6FA8501795CB}"/>
              </a:ext>
            </a:extLst>
          </p:cNvPr>
          <p:cNvSpPr>
            <a:spLocks noGrp="1"/>
          </p:cNvSpPr>
          <p:nvPr/>
        </p:nvSpPr>
        <p:spPr>
          <a:xfrm>
            <a:off x="779933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F1_main_prauc_934">
            <a:extLst>
              <a:ext uri="{FF2B5EF4-FFF2-40B4-BE49-F238E27FC236}">
                <a16:creationId xmlns:a16="http://schemas.microsoft.com/office/drawing/2014/main" id="{3801E419-4097-4927-96DC-902FEBABD10F}"/>
              </a:ext>
            </a:extLst>
          </p:cNvPr>
          <p:cNvSpPr>
            <a:spLocks noGrp="1"/>
          </p:cNvSpPr>
          <p:nvPr/>
        </p:nvSpPr>
        <p:spPr>
          <a:xfrm>
            <a:off x="787674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F1_main_prauc_935">
            <a:extLst>
              <a:ext uri="{FF2B5EF4-FFF2-40B4-BE49-F238E27FC236}">
                <a16:creationId xmlns:a16="http://schemas.microsoft.com/office/drawing/2014/main" id="{590916FF-E937-4C39-9E30-67B6539DDBAA}"/>
              </a:ext>
            </a:extLst>
          </p:cNvPr>
          <p:cNvSpPr>
            <a:spLocks noGrp="1"/>
          </p:cNvSpPr>
          <p:nvPr/>
        </p:nvSpPr>
        <p:spPr>
          <a:xfrm>
            <a:off x="7726077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F1_main_prauc_936">
            <a:extLst>
              <a:ext uri="{FF2B5EF4-FFF2-40B4-BE49-F238E27FC236}">
                <a16:creationId xmlns:a16="http://schemas.microsoft.com/office/drawing/2014/main" id="{32C703FC-57B2-4FB5-8BDE-20BA2B0DEF07}"/>
              </a:ext>
            </a:extLst>
          </p:cNvPr>
          <p:cNvSpPr>
            <a:spLocks noGrp="1"/>
          </p:cNvSpPr>
          <p:nvPr/>
        </p:nvSpPr>
        <p:spPr>
          <a:xfrm>
            <a:off x="7807503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F1_main_prauc_937">
            <a:extLst>
              <a:ext uri="{FF2B5EF4-FFF2-40B4-BE49-F238E27FC236}">
                <a16:creationId xmlns:a16="http://schemas.microsoft.com/office/drawing/2014/main" id="{0D5E0C65-D1F7-4B42-8415-7CD194D5FC7E}"/>
              </a:ext>
            </a:extLst>
          </p:cNvPr>
          <p:cNvSpPr>
            <a:spLocks noGrp="1"/>
          </p:cNvSpPr>
          <p:nvPr/>
        </p:nvSpPr>
        <p:spPr>
          <a:xfrm>
            <a:off x="77784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F1_main_prauc_938">
            <a:extLst>
              <a:ext uri="{FF2B5EF4-FFF2-40B4-BE49-F238E27FC236}">
                <a16:creationId xmlns:a16="http://schemas.microsoft.com/office/drawing/2014/main" id="{B556272D-4EE3-414E-8056-2A3931D7D74D}"/>
              </a:ext>
            </a:extLst>
          </p:cNvPr>
          <p:cNvSpPr>
            <a:spLocks noGrp="1"/>
          </p:cNvSpPr>
          <p:nvPr/>
        </p:nvSpPr>
        <p:spPr>
          <a:xfrm>
            <a:off x="775874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F1_main_prauc_939">
            <a:extLst>
              <a:ext uri="{FF2B5EF4-FFF2-40B4-BE49-F238E27FC236}">
                <a16:creationId xmlns:a16="http://schemas.microsoft.com/office/drawing/2014/main" id="{5D3C32C5-1F8C-4C38-8DA6-77E4764AB9C8}"/>
              </a:ext>
            </a:extLst>
          </p:cNvPr>
          <p:cNvSpPr>
            <a:spLocks noGrp="1"/>
          </p:cNvSpPr>
          <p:nvPr/>
        </p:nvSpPr>
        <p:spPr>
          <a:xfrm>
            <a:off x="78080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F1_main_prauc_940">
            <a:extLst>
              <a:ext uri="{FF2B5EF4-FFF2-40B4-BE49-F238E27FC236}">
                <a16:creationId xmlns:a16="http://schemas.microsoft.com/office/drawing/2014/main" id="{EA25DE1A-480B-4FC9-BD6D-75B44F9C1D53}"/>
              </a:ext>
            </a:extLst>
          </p:cNvPr>
          <p:cNvSpPr>
            <a:spLocks noGrp="1"/>
          </p:cNvSpPr>
          <p:nvPr/>
        </p:nvSpPr>
        <p:spPr>
          <a:xfrm>
            <a:off x="77480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F1_main_prauc_941">
            <a:extLst>
              <a:ext uri="{FF2B5EF4-FFF2-40B4-BE49-F238E27FC236}">
                <a16:creationId xmlns:a16="http://schemas.microsoft.com/office/drawing/2014/main" id="{6525BB10-29D2-48E1-921A-1A2BA1CD1F88}"/>
              </a:ext>
            </a:extLst>
          </p:cNvPr>
          <p:cNvSpPr>
            <a:spLocks noGrp="1"/>
          </p:cNvSpPr>
          <p:nvPr/>
        </p:nvSpPr>
        <p:spPr>
          <a:xfrm>
            <a:off x="7759488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F1_main_prauc_942">
            <a:extLst>
              <a:ext uri="{FF2B5EF4-FFF2-40B4-BE49-F238E27FC236}">
                <a16:creationId xmlns:a16="http://schemas.microsoft.com/office/drawing/2014/main" id="{DD87C411-3E20-498D-906D-DABAC502FECF}"/>
              </a:ext>
            </a:extLst>
          </p:cNvPr>
          <p:cNvSpPr>
            <a:spLocks noGrp="1"/>
          </p:cNvSpPr>
          <p:nvPr/>
        </p:nvSpPr>
        <p:spPr>
          <a:xfrm>
            <a:off x="7857082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F1_main_prauc_943">
            <a:extLst>
              <a:ext uri="{FF2B5EF4-FFF2-40B4-BE49-F238E27FC236}">
                <a16:creationId xmlns:a16="http://schemas.microsoft.com/office/drawing/2014/main" id="{E00405BD-FBE9-4514-88D0-70727D606AD6}"/>
              </a:ext>
            </a:extLst>
          </p:cNvPr>
          <p:cNvSpPr>
            <a:spLocks noGrp="1"/>
          </p:cNvSpPr>
          <p:nvPr/>
        </p:nvSpPr>
        <p:spPr>
          <a:xfrm>
            <a:off x="77514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F1_main_prauc_944">
            <a:extLst>
              <a:ext uri="{FF2B5EF4-FFF2-40B4-BE49-F238E27FC236}">
                <a16:creationId xmlns:a16="http://schemas.microsoft.com/office/drawing/2014/main" id="{903FB428-6535-4A7D-8B86-9B875F8C53E3}"/>
              </a:ext>
            </a:extLst>
          </p:cNvPr>
          <p:cNvSpPr>
            <a:spLocks noGrp="1"/>
          </p:cNvSpPr>
          <p:nvPr/>
        </p:nvSpPr>
        <p:spPr>
          <a:xfrm>
            <a:off x="7874416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F1_main_prauc_945">
            <a:extLst>
              <a:ext uri="{FF2B5EF4-FFF2-40B4-BE49-F238E27FC236}">
                <a16:creationId xmlns:a16="http://schemas.microsoft.com/office/drawing/2014/main" id="{5DF91AF9-F456-48AE-AAB3-8CEAC2280384}"/>
              </a:ext>
            </a:extLst>
          </p:cNvPr>
          <p:cNvSpPr>
            <a:spLocks noGrp="1"/>
          </p:cNvSpPr>
          <p:nvPr/>
        </p:nvSpPr>
        <p:spPr>
          <a:xfrm>
            <a:off x="77156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F1_main_prauc_946">
            <a:extLst>
              <a:ext uri="{FF2B5EF4-FFF2-40B4-BE49-F238E27FC236}">
                <a16:creationId xmlns:a16="http://schemas.microsoft.com/office/drawing/2014/main" id="{384E4045-4222-4B9F-9CCC-C9B4C2FC84DC}"/>
              </a:ext>
            </a:extLst>
          </p:cNvPr>
          <p:cNvSpPr>
            <a:spLocks noGrp="1"/>
          </p:cNvSpPr>
          <p:nvPr/>
        </p:nvSpPr>
        <p:spPr>
          <a:xfrm>
            <a:off x="77961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F1_main_prauc_947">
            <a:extLst>
              <a:ext uri="{FF2B5EF4-FFF2-40B4-BE49-F238E27FC236}">
                <a16:creationId xmlns:a16="http://schemas.microsoft.com/office/drawing/2014/main" id="{A00B01B5-E9E6-4903-BAA2-29C883DB9771}"/>
              </a:ext>
            </a:extLst>
          </p:cNvPr>
          <p:cNvSpPr>
            <a:spLocks noGrp="1"/>
          </p:cNvSpPr>
          <p:nvPr/>
        </p:nvSpPr>
        <p:spPr>
          <a:xfrm>
            <a:off x="7810472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F1_main_prauc_948">
            <a:extLst>
              <a:ext uri="{FF2B5EF4-FFF2-40B4-BE49-F238E27FC236}">
                <a16:creationId xmlns:a16="http://schemas.microsoft.com/office/drawing/2014/main" id="{F62C07EC-82DC-4EFA-94CF-FFEFC33E7B2C}"/>
              </a:ext>
            </a:extLst>
          </p:cNvPr>
          <p:cNvSpPr>
            <a:spLocks noGrp="1"/>
          </p:cNvSpPr>
          <p:nvPr/>
        </p:nvSpPr>
        <p:spPr>
          <a:xfrm>
            <a:off x="782581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F1_main_prauc_949">
            <a:extLst>
              <a:ext uri="{FF2B5EF4-FFF2-40B4-BE49-F238E27FC236}">
                <a16:creationId xmlns:a16="http://schemas.microsoft.com/office/drawing/2014/main" id="{3AE80785-B453-41D8-B7EC-9B99B6B90AE8}"/>
              </a:ext>
            </a:extLst>
          </p:cNvPr>
          <p:cNvSpPr>
            <a:spLocks noGrp="1"/>
          </p:cNvSpPr>
          <p:nvPr/>
        </p:nvSpPr>
        <p:spPr>
          <a:xfrm>
            <a:off x="78048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F1_main_prauc_950">
            <a:extLst>
              <a:ext uri="{FF2B5EF4-FFF2-40B4-BE49-F238E27FC236}">
                <a16:creationId xmlns:a16="http://schemas.microsoft.com/office/drawing/2014/main" id="{C3487087-4859-49AD-9868-9E0E4D5CE214}"/>
              </a:ext>
            </a:extLst>
          </p:cNvPr>
          <p:cNvSpPr>
            <a:spLocks noGrp="1"/>
          </p:cNvSpPr>
          <p:nvPr/>
        </p:nvSpPr>
        <p:spPr>
          <a:xfrm>
            <a:off x="784796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F1_main_prauc_951">
            <a:extLst>
              <a:ext uri="{FF2B5EF4-FFF2-40B4-BE49-F238E27FC236}">
                <a16:creationId xmlns:a16="http://schemas.microsoft.com/office/drawing/2014/main" id="{1E370D58-DFAB-4176-BA16-1AE628527672}"/>
              </a:ext>
            </a:extLst>
          </p:cNvPr>
          <p:cNvSpPr>
            <a:spLocks noGrp="1"/>
          </p:cNvSpPr>
          <p:nvPr/>
        </p:nvSpPr>
        <p:spPr>
          <a:xfrm>
            <a:off x="79337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F1_main_prauc_952">
            <a:extLst>
              <a:ext uri="{FF2B5EF4-FFF2-40B4-BE49-F238E27FC236}">
                <a16:creationId xmlns:a16="http://schemas.microsoft.com/office/drawing/2014/main" id="{406BDA02-5C55-4FE8-9618-1A22FDE9E67A}"/>
              </a:ext>
            </a:extLst>
          </p:cNvPr>
          <p:cNvSpPr>
            <a:spLocks noGrp="1"/>
          </p:cNvSpPr>
          <p:nvPr/>
        </p:nvSpPr>
        <p:spPr>
          <a:xfrm>
            <a:off x="7747799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F1_main_prauc_953">
            <a:extLst>
              <a:ext uri="{FF2B5EF4-FFF2-40B4-BE49-F238E27FC236}">
                <a16:creationId xmlns:a16="http://schemas.microsoft.com/office/drawing/2014/main" id="{435A6817-1303-4408-91F6-A0ED537E0191}"/>
              </a:ext>
            </a:extLst>
          </p:cNvPr>
          <p:cNvSpPr>
            <a:spLocks noGrp="1"/>
          </p:cNvSpPr>
          <p:nvPr/>
        </p:nvSpPr>
        <p:spPr>
          <a:xfrm>
            <a:off x="78112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F1_main_prauc_954">
            <a:extLst>
              <a:ext uri="{FF2B5EF4-FFF2-40B4-BE49-F238E27FC236}">
                <a16:creationId xmlns:a16="http://schemas.microsoft.com/office/drawing/2014/main" id="{1C8E84C9-1C09-4366-AB5F-592EC109A86D}"/>
              </a:ext>
            </a:extLst>
          </p:cNvPr>
          <p:cNvSpPr>
            <a:spLocks noGrp="1"/>
          </p:cNvSpPr>
          <p:nvPr/>
        </p:nvSpPr>
        <p:spPr>
          <a:xfrm>
            <a:off x="7953882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F1_main_prauc_955">
            <a:extLst>
              <a:ext uri="{FF2B5EF4-FFF2-40B4-BE49-F238E27FC236}">
                <a16:creationId xmlns:a16="http://schemas.microsoft.com/office/drawing/2014/main" id="{D17EB064-4A69-4527-B358-3EBAAE5C5487}"/>
              </a:ext>
            </a:extLst>
          </p:cNvPr>
          <p:cNvSpPr>
            <a:spLocks noGrp="1"/>
          </p:cNvSpPr>
          <p:nvPr/>
        </p:nvSpPr>
        <p:spPr>
          <a:xfrm>
            <a:off x="1886418" y="42855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F1_main_prauc_956">
            <a:extLst>
              <a:ext uri="{FF2B5EF4-FFF2-40B4-BE49-F238E27FC236}">
                <a16:creationId xmlns:a16="http://schemas.microsoft.com/office/drawing/2014/main" id="{F703B5CE-5E10-4F63-954D-4C532D8E7166}"/>
              </a:ext>
            </a:extLst>
          </p:cNvPr>
          <p:cNvSpPr>
            <a:spLocks noGrp="1"/>
          </p:cNvSpPr>
          <p:nvPr/>
        </p:nvSpPr>
        <p:spPr>
          <a:xfrm>
            <a:off x="1908740" y="341742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F1_main_prauc_957">
            <a:extLst>
              <a:ext uri="{FF2B5EF4-FFF2-40B4-BE49-F238E27FC236}">
                <a16:creationId xmlns:a16="http://schemas.microsoft.com/office/drawing/2014/main" id="{DA1669D9-E58B-42D3-923B-FDE3318DE26C}"/>
              </a:ext>
            </a:extLst>
          </p:cNvPr>
          <p:cNvSpPr>
            <a:spLocks noGrp="1"/>
          </p:cNvSpPr>
          <p:nvPr/>
        </p:nvSpPr>
        <p:spPr>
          <a:xfrm>
            <a:off x="1822620" y="35961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F1_main_prauc_958">
            <a:extLst>
              <a:ext uri="{FF2B5EF4-FFF2-40B4-BE49-F238E27FC236}">
                <a16:creationId xmlns:a16="http://schemas.microsoft.com/office/drawing/2014/main" id="{BCF9F3E2-EA4A-4033-8609-F9EE895F65C0}"/>
              </a:ext>
            </a:extLst>
          </p:cNvPr>
          <p:cNvSpPr>
            <a:spLocks noGrp="1"/>
          </p:cNvSpPr>
          <p:nvPr/>
        </p:nvSpPr>
        <p:spPr>
          <a:xfrm>
            <a:off x="1822824" y="5902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F1_main_prauc_959">
            <a:extLst>
              <a:ext uri="{FF2B5EF4-FFF2-40B4-BE49-F238E27FC236}">
                <a16:creationId xmlns:a16="http://schemas.microsoft.com/office/drawing/2014/main" id="{90D580F5-652F-4FFE-A505-7F7E7381E656}"/>
              </a:ext>
            </a:extLst>
          </p:cNvPr>
          <p:cNvSpPr>
            <a:spLocks noGrp="1"/>
          </p:cNvSpPr>
          <p:nvPr/>
        </p:nvSpPr>
        <p:spPr>
          <a:xfrm>
            <a:off x="1841849" y="38496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F1_main_prauc_960">
            <a:extLst>
              <a:ext uri="{FF2B5EF4-FFF2-40B4-BE49-F238E27FC236}">
                <a16:creationId xmlns:a16="http://schemas.microsoft.com/office/drawing/2014/main" id="{8583303B-2BDA-4D5D-A6A2-85F085A4B8F5}"/>
              </a:ext>
            </a:extLst>
          </p:cNvPr>
          <p:cNvSpPr>
            <a:spLocks noGrp="1"/>
          </p:cNvSpPr>
          <p:nvPr/>
        </p:nvSpPr>
        <p:spPr>
          <a:xfrm>
            <a:off x="1944856" y="52041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F1_main_prauc_961">
            <a:extLst>
              <a:ext uri="{FF2B5EF4-FFF2-40B4-BE49-F238E27FC236}">
                <a16:creationId xmlns:a16="http://schemas.microsoft.com/office/drawing/2014/main" id="{FF51ACDA-7945-43A1-AB77-BB1C3178525A}"/>
              </a:ext>
            </a:extLst>
          </p:cNvPr>
          <p:cNvSpPr>
            <a:spLocks noGrp="1"/>
          </p:cNvSpPr>
          <p:nvPr/>
        </p:nvSpPr>
        <p:spPr>
          <a:xfrm>
            <a:off x="2004399" y="33852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F1_main_prauc_962">
            <a:extLst>
              <a:ext uri="{FF2B5EF4-FFF2-40B4-BE49-F238E27FC236}">
                <a16:creationId xmlns:a16="http://schemas.microsoft.com/office/drawing/2014/main" id="{3E379AAE-6747-4DA7-BAC9-60B2243B6589}"/>
              </a:ext>
            </a:extLst>
          </p:cNvPr>
          <p:cNvSpPr>
            <a:spLocks noGrp="1"/>
          </p:cNvSpPr>
          <p:nvPr/>
        </p:nvSpPr>
        <p:spPr>
          <a:xfrm>
            <a:off x="1870979" y="34378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F1_main_prauc_963">
            <a:extLst>
              <a:ext uri="{FF2B5EF4-FFF2-40B4-BE49-F238E27FC236}">
                <a16:creationId xmlns:a16="http://schemas.microsoft.com/office/drawing/2014/main" id="{1BE8F8FE-114F-4A17-8F19-0453D6A76969}"/>
              </a:ext>
            </a:extLst>
          </p:cNvPr>
          <p:cNvSpPr>
            <a:spLocks noGrp="1"/>
          </p:cNvSpPr>
          <p:nvPr/>
        </p:nvSpPr>
        <p:spPr>
          <a:xfrm>
            <a:off x="2006367" y="4867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F1_main_prauc_964">
            <a:extLst>
              <a:ext uri="{FF2B5EF4-FFF2-40B4-BE49-F238E27FC236}">
                <a16:creationId xmlns:a16="http://schemas.microsoft.com/office/drawing/2014/main" id="{58D10337-E985-409A-B4CA-E6B24FACDAD5}"/>
              </a:ext>
            </a:extLst>
          </p:cNvPr>
          <p:cNvSpPr>
            <a:spLocks noGrp="1"/>
          </p:cNvSpPr>
          <p:nvPr/>
        </p:nvSpPr>
        <p:spPr>
          <a:xfrm>
            <a:off x="2005455" y="36320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F1_main_prauc_965">
            <a:extLst>
              <a:ext uri="{FF2B5EF4-FFF2-40B4-BE49-F238E27FC236}">
                <a16:creationId xmlns:a16="http://schemas.microsoft.com/office/drawing/2014/main" id="{2CAF287D-E3E3-473F-A008-1212B0F83391}"/>
              </a:ext>
            </a:extLst>
          </p:cNvPr>
          <p:cNvSpPr>
            <a:spLocks noGrp="1"/>
          </p:cNvSpPr>
          <p:nvPr/>
        </p:nvSpPr>
        <p:spPr>
          <a:xfrm>
            <a:off x="1822799" y="498279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F1_main_prauc_966">
            <a:extLst>
              <a:ext uri="{FF2B5EF4-FFF2-40B4-BE49-F238E27FC236}">
                <a16:creationId xmlns:a16="http://schemas.microsoft.com/office/drawing/2014/main" id="{380B36B0-F2BF-4E70-890D-4AB97AD9E167}"/>
              </a:ext>
            </a:extLst>
          </p:cNvPr>
          <p:cNvSpPr>
            <a:spLocks noGrp="1"/>
          </p:cNvSpPr>
          <p:nvPr/>
        </p:nvSpPr>
        <p:spPr>
          <a:xfrm>
            <a:off x="1809565" y="44722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F1_main_prauc_967">
            <a:extLst>
              <a:ext uri="{FF2B5EF4-FFF2-40B4-BE49-F238E27FC236}">
                <a16:creationId xmlns:a16="http://schemas.microsoft.com/office/drawing/2014/main" id="{C9DF7B68-EC59-4896-AB1D-E0D1B1415F11}"/>
              </a:ext>
            </a:extLst>
          </p:cNvPr>
          <p:cNvSpPr>
            <a:spLocks noGrp="1"/>
          </p:cNvSpPr>
          <p:nvPr/>
        </p:nvSpPr>
        <p:spPr>
          <a:xfrm>
            <a:off x="1903219" y="45896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F1_main_prauc_968">
            <a:extLst>
              <a:ext uri="{FF2B5EF4-FFF2-40B4-BE49-F238E27FC236}">
                <a16:creationId xmlns:a16="http://schemas.microsoft.com/office/drawing/2014/main" id="{87B0BE1C-940A-4CA6-A2AE-D35A636152FA}"/>
              </a:ext>
            </a:extLst>
          </p:cNvPr>
          <p:cNvSpPr>
            <a:spLocks noGrp="1"/>
          </p:cNvSpPr>
          <p:nvPr/>
        </p:nvSpPr>
        <p:spPr>
          <a:xfrm>
            <a:off x="1860471" y="43234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F1_main_prauc_969">
            <a:extLst>
              <a:ext uri="{FF2B5EF4-FFF2-40B4-BE49-F238E27FC236}">
                <a16:creationId xmlns:a16="http://schemas.microsoft.com/office/drawing/2014/main" id="{FCF3B2CF-257F-42CB-950D-B8B9F6D5E718}"/>
              </a:ext>
            </a:extLst>
          </p:cNvPr>
          <p:cNvSpPr>
            <a:spLocks noGrp="1"/>
          </p:cNvSpPr>
          <p:nvPr/>
        </p:nvSpPr>
        <p:spPr>
          <a:xfrm>
            <a:off x="1860600" y="35446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F1_main_prauc_970">
            <a:extLst>
              <a:ext uri="{FF2B5EF4-FFF2-40B4-BE49-F238E27FC236}">
                <a16:creationId xmlns:a16="http://schemas.microsoft.com/office/drawing/2014/main" id="{F8C93B5A-C3A6-4E9C-848D-ADE26E2F8082}"/>
              </a:ext>
            </a:extLst>
          </p:cNvPr>
          <p:cNvSpPr>
            <a:spLocks noGrp="1"/>
          </p:cNvSpPr>
          <p:nvPr/>
        </p:nvSpPr>
        <p:spPr>
          <a:xfrm>
            <a:off x="1914585" y="37781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F1_main_prauc_971">
            <a:extLst>
              <a:ext uri="{FF2B5EF4-FFF2-40B4-BE49-F238E27FC236}">
                <a16:creationId xmlns:a16="http://schemas.microsoft.com/office/drawing/2014/main" id="{51D44FE4-862D-46BE-AEBA-84801BBB1A27}"/>
              </a:ext>
            </a:extLst>
          </p:cNvPr>
          <p:cNvSpPr>
            <a:spLocks noGrp="1"/>
          </p:cNvSpPr>
          <p:nvPr/>
        </p:nvSpPr>
        <p:spPr>
          <a:xfrm>
            <a:off x="1979630" y="47360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F1_main_prauc_972">
            <a:extLst>
              <a:ext uri="{FF2B5EF4-FFF2-40B4-BE49-F238E27FC236}">
                <a16:creationId xmlns:a16="http://schemas.microsoft.com/office/drawing/2014/main" id="{A3E31502-6FA7-4E8A-83E0-686AC386E7CF}"/>
              </a:ext>
            </a:extLst>
          </p:cNvPr>
          <p:cNvSpPr>
            <a:spLocks noGrp="1"/>
          </p:cNvSpPr>
          <p:nvPr/>
        </p:nvSpPr>
        <p:spPr>
          <a:xfrm>
            <a:off x="1814158" y="5044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F1_main_prauc_973">
            <a:extLst>
              <a:ext uri="{FF2B5EF4-FFF2-40B4-BE49-F238E27FC236}">
                <a16:creationId xmlns:a16="http://schemas.microsoft.com/office/drawing/2014/main" id="{CFE70ED0-D4A7-4BE8-BDB9-24DCC71CCCDE}"/>
              </a:ext>
            </a:extLst>
          </p:cNvPr>
          <p:cNvSpPr>
            <a:spLocks noGrp="1"/>
          </p:cNvSpPr>
          <p:nvPr/>
        </p:nvSpPr>
        <p:spPr>
          <a:xfrm>
            <a:off x="1801171" y="4136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F1_main_prauc_974">
            <a:extLst>
              <a:ext uri="{FF2B5EF4-FFF2-40B4-BE49-F238E27FC236}">
                <a16:creationId xmlns:a16="http://schemas.microsoft.com/office/drawing/2014/main" id="{016CF25D-B7C8-4EFA-B8E6-3E492FF3A6C5}"/>
              </a:ext>
            </a:extLst>
          </p:cNvPr>
          <p:cNvSpPr>
            <a:spLocks noGrp="1"/>
          </p:cNvSpPr>
          <p:nvPr/>
        </p:nvSpPr>
        <p:spPr>
          <a:xfrm>
            <a:off x="1787777" y="4330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F1_main_prauc_975">
            <a:extLst>
              <a:ext uri="{FF2B5EF4-FFF2-40B4-BE49-F238E27FC236}">
                <a16:creationId xmlns:a16="http://schemas.microsoft.com/office/drawing/2014/main" id="{8485BA7C-A62A-4532-B03D-0F9F2E3F1F48}"/>
              </a:ext>
            </a:extLst>
          </p:cNvPr>
          <p:cNvSpPr>
            <a:spLocks noGrp="1"/>
          </p:cNvSpPr>
          <p:nvPr/>
        </p:nvSpPr>
        <p:spPr>
          <a:xfrm>
            <a:off x="1914121" y="51765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F1_main_prauc_976">
            <a:extLst>
              <a:ext uri="{FF2B5EF4-FFF2-40B4-BE49-F238E27FC236}">
                <a16:creationId xmlns:a16="http://schemas.microsoft.com/office/drawing/2014/main" id="{A7F72349-17FE-4276-A68E-194EBDE9F4A0}"/>
              </a:ext>
            </a:extLst>
          </p:cNvPr>
          <p:cNvSpPr>
            <a:spLocks noGrp="1"/>
          </p:cNvSpPr>
          <p:nvPr/>
        </p:nvSpPr>
        <p:spPr>
          <a:xfrm>
            <a:off x="1856574" y="50357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F1_main_prauc_977">
            <a:extLst>
              <a:ext uri="{FF2B5EF4-FFF2-40B4-BE49-F238E27FC236}">
                <a16:creationId xmlns:a16="http://schemas.microsoft.com/office/drawing/2014/main" id="{BE9CF41B-7BE6-47CB-972A-E08D14DFAD57}"/>
              </a:ext>
            </a:extLst>
          </p:cNvPr>
          <p:cNvSpPr>
            <a:spLocks noGrp="1"/>
          </p:cNvSpPr>
          <p:nvPr/>
        </p:nvSpPr>
        <p:spPr>
          <a:xfrm>
            <a:off x="1969817" y="48607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F1_main_prauc_978">
            <a:extLst>
              <a:ext uri="{FF2B5EF4-FFF2-40B4-BE49-F238E27FC236}">
                <a16:creationId xmlns:a16="http://schemas.microsoft.com/office/drawing/2014/main" id="{C376E3A9-57AB-48A0-8B48-D42E1B089ED6}"/>
              </a:ext>
            </a:extLst>
          </p:cNvPr>
          <p:cNvSpPr>
            <a:spLocks noGrp="1"/>
          </p:cNvSpPr>
          <p:nvPr/>
        </p:nvSpPr>
        <p:spPr>
          <a:xfrm>
            <a:off x="2010135" y="33651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F1_main_prauc_979">
            <a:extLst>
              <a:ext uri="{FF2B5EF4-FFF2-40B4-BE49-F238E27FC236}">
                <a16:creationId xmlns:a16="http://schemas.microsoft.com/office/drawing/2014/main" id="{DA1B6C1A-ECB6-4AD9-8BA2-9262476713AA}"/>
              </a:ext>
            </a:extLst>
          </p:cNvPr>
          <p:cNvSpPr>
            <a:spLocks noGrp="1"/>
          </p:cNvSpPr>
          <p:nvPr/>
        </p:nvSpPr>
        <p:spPr>
          <a:xfrm>
            <a:off x="1785815" y="60107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F1_main_prauc_980">
            <a:extLst>
              <a:ext uri="{FF2B5EF4-FFF2-40B4-BE49-F238E27FC236}">
                <a16:creationId xmlns:a16="http://schemas.microsoft.com/office/drawing/2014/main" id="{ACCC6F6C-6099-4483-B060-E14EDA3C7CAA}"/>
              </a:ext>
            </a:extLst>
          </p:cNvPr>
          <p:cNvSpPr>
            <a:spLocks noGrp="1"/>
          </p:cNvSpPr>
          <p:nvPr/>
        </p:nvSpPr>
        <p:spPr>
          <a:xfrm>
            <a:off x="1999605" y="60770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F1_main_prauc_981">
            <a:extLst>
              <a:ext uri="{FF2B5EF4-FFF2-40B4-BE49-F238E27FC236}">
                <a16:creationId xmlns:a16="http://schemas.microsoft.com/office/drawing/2014/main" id="{C7ECC499-65BA-435C-A6FF-7CAA4F4BF55F}"/>
              </a:ext>
            </a:extLst>
          </p:cNvPr>
          <p:cNvSpPr>
            <a:spLocks noGrp="1"/>
          </p:cNvSpPr>
          <p:nvPr/>
        </p:nvSpPr>
        <p:spPr>
          <a:xfrm>
            <a:off x="1846102" y="54490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F1_main_prauc_982">
            <a:extLst>
              <a:ext uri="{FF2B5EF4-FFF2-40B4-BE49-F238E27FC236}">
                <a16:creationId xmlns:a16="http://schemas.microsoft.com/office/drawing/2014/main" id="{BB25E0A8-DF7A-4326-A419-B6E46845AE29}"/>
              </a:ext>
            </a:extLst>
          </p:cNvPr>
          <p:cNvSpPr>
            <a:spLocks noGrp="1"/>
          </p:cNvSpPr>
          <p:nvPr/>
        </p:nvSpPr>
        <p:spPr>
          <a:xfrm>
            <a:off x="1937181" y="46285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F1_main_prauc_983">
            <a:extLst>
              <a:ext uri="{FF2B5EF4-FFF2-40B4-BE49-F238E27FC236}">
                <a16:creationId xmlns:a16="http://schemas.microsoft.com/office/drawing/2014/main" id="{A9351EC8-49E1-4EBD-8DAB-AF6BF8424A97}"/>
              </a:ext>
            </a:extLst>
          </p:cNvPr>
          <p:cNvSpPr>
            <a:spLocks noGrp="1"/>
          </p:cNvSpPr>
          <p:nvPr/>
        </p:nvSpPr>
        <p:spPr>
          <a:xfrm>
            <a:off x="1797166" y="32852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F1_main_prauc_984">
            <a:extLst>
              <a:ext uri="{FF2B5EF4-FFF2-40B4-BE49-F238E27FC236}">
                <a16:creationId xmlns:a16="http://schemas.microsoft.com/office/drawing/2014/main" id="{D0403717-B601-4908-B000-7F93C3329F28}"/>
              </a:ext>
            </a:extLst>
          </p:cNvPr>
          <p:cNvSpPr>
            <a:spLocks noGrp="1"/>
          </p:cNvSpPr>
          <p:nvPr/>
        </p:nvSpPr>
        <p:spPr>
          <a:xfrm>
            <a:off x="1874551" y="33688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F1_main_prauc_985">
            <a:extLst>
              <a:ext uri="{FF2B5EF4-FFF2-40B4-BE49-F238E27FC236}">
                <a16:creationId xmlns:a16="http://schemas.microsoft.com/office/drawing/2014/main" id="{A5554E8C-4D30-4366-AF12-26A4DDD17ACE}"/>
              </a:ext>
            </a:extLst>
          </p:cNvPr>
          <p:cNvSpPr>
            <a:spLocks noGrp="1"/>
          </p:cNvSpPr>
          <p:nvPr/>
        </p:nvSpPr>
        <p:spPr>
          <a:xfrm>
            <a:off x="2011207" y="609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F1_main_prauc_986">
            <a:extLst>
              <a:ext uri="{FF2B5EF4-FFF2-40B4-BE49-F238E27FC236}">
                <a16:creationId xmlns:a16="http://schemas.microsoft.com/office/drawing/2014/main" id="{0C71E887-D535-4278-A3CA-354D62018BBB}"/>
              </a:ext>
            </a:extLst>
          </p:cNvPr>
          <p:cNvSpPr>
            <a:spLocks noGrp="1"/>
          </p:cNvSpPr>
          <p:nvPr/>
        </p:nvSpPr>
        <p:spPr>
          <a:xfrm>
            <a:off x="1974756" y="42085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F1_main_prauc_987">
            <a:extLst>
              <a:ext uri="{FF2B5EF4-FFF2-40B4-BE49-F238E27FC236}">
                <a16:creationId xmlns:a16="http://schemas.microsoft.com/office/drawing/2014/main" id="{6DB64ACB-7B02-4BAE-BAE1-98D6D79D9EEA}"/>
              </a:ext>
            </a:extLst>
          </p:cNvPr>
          <p:cNvSpPr>
            <a:spLocks noGrp="1"/>
          </p:cNvSpPr>
          <p:nvPr/>
        </p:nvSpPr>
        <p:spPr>
          <a:xfrm>
            <a:off x="1938371" y="59752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F1_main_prauc_988">
            <a:extLst>
              <a:ext uri="{FF2B5EF4-FFF2-40B4-BE49-F238E27FC236}">
                <a16:creationId xmlns:a16="http://schemas.microsoft.com/office/drawing/2014/main" id="{F775A745-0088-48D7-A0F5-F5E8C26CA759}"/>
              </a:ext>
            </a:extLst>
          </p:cNvPr>
          <p:cNvSpPr>
            <a:spLocks noGrp="1"/>
          </p:cNvSpPr>
          <p:nvPr/>
        </p:nvSpPr>
        <p:spPr>
          <a:xfrm>
            <a:off x="1910706" y="54830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F1_main_prauc_989">
            <a:extLst>
              <a:ext uri="{FF2B5EF4-FFF2-40B4-BE49-F238E27FC236}">
                <a16:creationId xmlns:a16="http://schemas.microsoft.com/office/drawing/2014/main" id="{6E4A79D2-6039-459C-89FA-D9EDA7728C63}"/>
              </a:ext>
            </a:extLst>
          </p:cNvPr>
          <p:cNvSpPr>
            <a:spLocks noGrp="1"/>
          </p:cNvSpPr>
          <p:nvPr/>
        </p:nvSpPr>
        <p:spPr>
          <a:xfrm>
            <a:off x="2010535" y="46529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F1_main_prauc_990">
            <a:extLst>
              <a:ext uri="{FF2B5EF4-FFF2-40B4-BE49-F238E27FC236}">
                <a16:creationId xmlns:a16="http://schemas.microsoft.com/office/drawing/2014/main" id="{067CAF2D-117C-4ECF-BA60-8F3C42C7A9DA}"/>
              </a:ext>
            </a:extLst>
          </p:cNvPr>
          <p:cNvSpPr>
            <a:spLocks noGrp="1"/>
          </p:cNvSpPr>
          <p:nvPr/>
        </p:nvSpPr>
        <p:spPr>
          <a:xfrm>
            <a:off x="2018224" y="60978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F1_main_prauc_991">
            <a:extLst>
              <a:ext uri="{FF2B5EF4-FFF2-40B4-BE49-F238E27FC236}">
                <a16:creationId xmlns:a16="http://schemas.microsoft.com/office/drawing/2014/main" id="{05619AAB-FDA4-452F-AF6B-8B2F8A53D677}"/>
              </a:ext>
            </a:extLst>
          </p:cNvPr>
          <p:cNvSpPr>
            <a:spLocks noGrp="1"/>
          </p:cNvSpPr>
          <p:nvPr/>
        </p:nvSpPr>
        <p:spPr>
          <a:xfrm>
            <a:off x="1861556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F1_main_prauc_992">
            <a:extLst>
              <a:ext uri="{FF2B5EF4-FFF2-40B4-BE49-F238E27FC236}">
                <a16:creationId xmlns:a16="http://schemas.microsoft.com/office/drawing/2014/main" id="{6BCD28DD-5A08-4838-A9B6-9C8DD32EA746}"/>
              </a:ext>
            </a:extLst>
          </p:cNvPr>
          <p:cNvSpPr>
            <a:spLocks noGrp="1"/>
          </p:cNvSpPr>
          <p:nvPr/>
        </p:nvSpPr>
        <p:spPr>
          <a:xfrm>
            <a:off x="1850168" y="4663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F1_main_prauc_993">
            <a:extLst>
              <a:ext uri="{FF2B5EF4-FFF2-40B4-BE49-F238E27FC236}">
                <a16:creationId xmlns:a16="http://schemas.microsoft.com/office/drawing/2014/main" id="{383BBF61-F41D-4290-A6BF-2622D8E6A65E}"/>
              </a:ext>
            </a:extLst>
          </p:cNvPr>
          <p:cNvSpPr>
            <a:spLocks noGrp="1"/>
          </p:cNvSpPr>
          <p:nvPr/>
        </p:nvSpPr>
        <p:spPr>
          <a:xfrm>
            <a:off x="1884082" y="3392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F1_main_prauc_994">
            <a:extLst>
              <a:ext uri="{FF2B5EF4-FFF2-40B4-BE49-F238E27FC236}">
                <a16:creationId xmlns:a16="http://schemas.microsoft.com/office/drawing/2014/main" id="{9BF7CEA5-B668-4830-9E57-E2A2B6CFE850}"/>
              </a:ext>
            </a:extLst>
          </p:cNvPr>
          <p:cNvSpPr>
            <a:spLocks noGrp="1"/>
          </p:cNvSpPr>
          <p:nvPr/>
        </p:nvSpPr>
        <p:spPr>
          <a:xfrm>
            <a:off x="2008298" y="32222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F1_main_prauc_995">
            <a:extLst>
              <a:ext uri="{FF2B5EF4-FFF2-40B4-BE49-F238E27FC236}">
                <a16:creationId xmlns:a16="http://schemas.microsoft.com/office/drawing/2014/main" id="{93FF9725-A367-465C-A687-805AC23E45C7}"/>
              </a:ext>
            </a:extLst>
          </p:cNvPr>
          <p:cNvSpPr>
            <a:spLocks noGrp="1"/>
          </p:cNvSpPr>
          <p:nvPr/>
        </p:nvSpPr>
        <p:spPr>
          <a:xfrm>
            <a:off x="1897358" y="600858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F1_main_prauc_996">
            <a:extLst>
              <a:ext uri="{FF2B5EF4-FFF2-40B4-BE49-F238E27FC236}">
                <a16:creationId xmlns:a16="http://schemas.microsoft.com/office/drawing/2014/main" id="{ED94C00F-674E-4331-BE67-FEA3509F31D4}"/>
              </a:ext>
            </a:extLst>
          </p:cNvPr>
          <p:cNvSpPr>
            <a:spLocks noGrp="1"/>
          </p:cNvSpPr>
          <p:nvPr/>
        </p:nvSpPr>
        <p:spPr>
          <a:xfrm>
            <a:off x="1822617" y="34606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F1_main_prauc_997">
            <a:extLst>
              <a:ext uri="{FF2B5EF4-FFF2-40B4-BE49-F238E27FC236}">
                <a16:creationId xmlns:a16="http://schemas.microsoft.com/office/drawing/2014/main" id="{909D8C8E-27CD-4EDE-8D3D-9C33F0010425}"/>
              </a:ext>
            </a:extLst>
          </p:cNvPr>
          <p:cNvSpPr>
            <a:spLocks noGrp="1"/>
          </p:cNvSpPr>
          <p:nvPr/>
        </p:nvSpPr>
        <p:spPr>
          <a:xfrm>
            <a:off x="1844426" y="3888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F1_main_prauc_998">
            <a:extLst>
              <a:ext uri="{FF2B5EF4-FFF2-40B4-BE49-F238E27FC236}">
                <a16:creationId xmlns:a16="http://schemas.microsoft.com/office/drawing/2014/main" id="{62EBC62E-5475-46A7-A244-5B5F92A9E48D}"/>
              </a:ext>
            </a:extLst>
          </p:cNvPr>
          <p:cNvSpPr>
            <a:spLocks noGrp="1"/>
          </p:cNvSpPr>
          <p:nvPr/>
        </p:nvSpPr>
        <p:spPr>
          <a:xfrm>
            <a:off x="2007045" y="40448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F1_main_prauc_999">
            <a:extLst>
              <a:ext uri="{FF2B5EF4-FFF2-40B4-BE49-F238E27FC236}">
                <a16:creationId xmlns:a16="http://schemas.microsoft.com/office/drawing/2014/main" id="{4C470BD0-5ECE-4CE7-A8C8-F12789D71118}"/>
              </a:ext>
            </a:extLst>
          </p:cNvPr>
          <p:cNvSpPr>
            <a:spLocks noGrp="1"/>
          </p:cNvSpPr>
          <p:nvPr/>
        </p:nvSpPr>
        <p:spPr>
          <a:xfrm>
            <a:off x="1838660" y="436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F1_main_prauc_1000">
            <a:extLst>
              <a:ext uri="{FF2B5EF4-FFF2-40B4-BE49-F238E27FC236}">
                <a16:creationId xmlns:a16="http://schemas.microsoft.com/office/drawing/2014/main" id="{F51B980A-7754-4A96-A4A3-58914AF80070}"/>
              </a:ext>
            </a:extLst>
          </p:cNvPr>
          <p:cNvSpPr>
            <a:spLocks noGrp="1"/>
          </p:cNvSpPr>
          <p:nvPr/>
        </p:nvSpPr>
        <p:spPr>
          <a:xfrm>
            <a:off x="2010049" y="42112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F1_main_prauc_1001">
            <a:extLst>
              <a:ext uri="{FF2B5EF4-FFF2-40B4-BE49-F238E27FC236}">
                <a16:creationId xmlns:a16="http://schemas.microsoft.com/office/drawing/2014/main" id="{B4830AAA-8414-4434-99F5-A3BA32D40EA1}"/>
              </a:ext>
            </a:extLst>
          </p:cNvPr>
          <p:cNvSpPr>
            <a:spLocks noGrp="1"/>
          </p:cNvSpPr>
          <p:nvPr/>
        </p:nvSpPr>
        <p:spPr>
          <a:xfrm>
            <a:off x="1799317" y="51289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F1_main_prauc_1002">
            <a:extLst>
              <a:ext uri="{FF2B5EF4-FFF2-40B4-BE49-F238E27FC236}">
                <a16:creationId xmlns:a16="http://schemas.microsoft.com/office/drawing/2014/main" id="{A84A6695-FD6C-4DD0-B984-3EA43DE19E74}"/>
              </a:ext>
            </a:extLst>
          </p:cNvPr>
          <p:cNvSpPr>
            <a:spLocks noGrp="1"/>
          </p:cNvSpPr>
          <p:nvPr/>
        </p:nvSpPr>
        <p:spPr>
          <a:xfrm>
            <a:off x="1864943" y="60047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F1_main_prauc_1003">
            <a:extLst>
              <a:ext uri="{FF2B5EF4-FFF2-40B4-BE49-F238E27FC236}">
                <a16:creationId xmlns:a16="http://schemas.microsoft.com/office/drawing/2014/main" id="{C0C34B19-2985-43E4-B1A8-66FAC32379CE}"/>
              </a:ext>
            </a:extLst>
          </p:cNvPr>
          <p:cNvSpPr>
            <a:spLocks noGrp="1"/>
          </p:cNvSpPr>
          <p:nvPr/>
        </p:nvSpPr>
        <p:spPr>
          <a:xfrm>
            <a:off x="1823695" y="46851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F1_main_prauc_1004">
            <a:extLst>
              <a:ext uri="{FF2B5EF4-FFF2-40B4-BE49-F238E27FC236}">
                <a16:creationId xmlns:a16="http://schemas.microsoft.com/office/drawing/2014/main" id="{1D0E7DCE-2CCE-49C0-AB93-A02DA514D8CC}"/>
              </a:ext>
            </a:extLst>
          </p:cNvPr>
          <p:cNvSpPr>
            <a:spLocks noGrp="1"/>
          </p:cNvSpPr>
          <p:nvPr/>
        </p:nvSpPr>
        <p:spPr>
          <a:xfrm>
            <a:off x="1952871" y="34164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F1_main_prauc_1005">
            <a:extLst>
              <a:ext uri="{FF2B5EF4-FFF2-40B4-BE49-F238E27FC236}">
                <a16:creationId xmlns:a16="http://schemas.microsoft.com/office/drawing/2014/main" id="{3C8679EB-1D31-47AE-904A-DDE85AFD1A63}"/>
              </a:ext>
            </a:extLst>
          </p:cNvPr>
          <p:cNvSpPr>
            <a:spLocks noGrp="1"/>
          </p:cNvSpPr>
          <p:nvPr/>
        </p:nvSpPr>
        <p:spPr>
          <a:xfrm>
            <a:off x="2020573" y="45413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F1_main_prauc_1006">
            <a:extLst>
              <a:ext uri="{FF2B5EF4-FFF2-40B4-BE49-F238E27FC236}">
                <a16:creationId xmlns:a16="http://schemas.microsoft.com/office/drawing/2014/main" id="{72635C51-ACEF-4A19-B935-055A96C2C90D}"/>
              </a:ext>
            </a:extLst>
          </p:cNvPr>
          <p:cNvSpPr>
            <a:spLocks noGrp="1"/>
          </p:cNvSpPr>
          <p:nvPr/>
        </p:nvSpPr>
        <p:spPr>
          <a:xfrm>
            <a:off x="1904270" y="60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F1_main_prauc_1007">
            <a:extLst>
              <a:ext uri="{FF2B5EF4-FFF2-40B4-BE49-F238E27FC236}">
                <a16:creationId xmlns:a16="http://schemas.microsoft.com/office/drawing/2014/main" id="{97293414-4C05-402B-B1BC-62F762BF8D61}"/>
              </a:ext>
            </a:extLst>
          </p:cNvPr>
          <p:cNvSpPr>
            <a:spLocks noGrp="1"/>
          </p:cNvSpPr>
          <p:nvPr/>
        </p:nvSpPr>
        <p:spPr>
          <a:xfrm>
            <a:off x="1980490" y="45501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F1_main_prauc_1008">
            <a:extLst>
              <a:ext uri="{FF2B5EF4-FFF2-40B4-BE49-F238E27FC236}">
                <a16:creationId xmlns:a16="http://schemas.microsoft.com/office/drawing/2014/main" id="{DCAC5737-1304-49DE-95C3-F1E99F128F68}"/>
              </a:ext>
            </a:extLst>
          </p:cNvPr>
          <p:cNvSpPr>
            <a:spLocks noGrp="1"/>
          </p:cNvSpPr>
          <p:nvPr/>
        </p:nvSpPr>
        <p:spPr>
          <a:xfrm>
            <a:off x="1879275" y="46455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F1_main_prauc_1009">
            <a:extLst>
              <a:ext uri="{FF2B5EF4-FFF2-40B4-BE49-F238E27FC236}">
                <a16:creationId xmlns:a16="http://schemas.microsoft.com/office/drawing/2014/main" id="{DC186C62-4A26-4F6B-B1C5-93A4DE3A1ABB}"/>
              </a:ext>
            </a:extLst>
          </p:cNvPr>
          <p:cNvSpPr>
            <a:spLocks noGrp="1"/>
          </p:cNvSpPr>
          <p:nvPr/>
        </p:nvSpPr>
        <p:spPr>
          <a:xfrm>
            <a:off x="1906122" y="423782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F1_main_prauc_1010">
            <a:extLst>
              <a:ext uri="{FF2B5EF4-FFF2-40B4-BE49-F238E27FC236}">
                <a16:creationId xmlns:a16="http://schemas.microsoft.com/office/drawing/2014/main" id="{09C87B6A-2C62-4991-AC32-C714F5EA9977}"/>
              </a:ext>
            </a:extLst>
          </p:cNvPr>
          <p:cNvSpPr>
            <a:spLocks noGrp="1"/>
          </p:cNvSpPr>
          <p:nvPr/>
        </p:nvSpPr>
        <p:spPr>
          <a:xfrm>
            <a:off x="1774577" y="44084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F1_main_prauc_1011">
            <a:extLst>
              <a:ext uri="{FF2B5EF4-FFF2-40B4-BE49-F238E27FC236}">
                <a16:creationId xmlns:a16="http://schemas.microsoft.com/office/drawing/2014/main" id="{9B34D3C6-9349-4FEA-A05B-E2E438CE69D0}"/>
              </a:ext>
            </a:extLst>
          </p:cNvPr>
          <p:cNvSpPr>
            <a:spLocks noGrp="1"/>
          </p:cNvSpPr>
          <p:nvPr/>
        </p:nvSpPr>
        <p:spPr>
          <a:xfrm>
            <a:off x="1858046" y="43819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F1_main_prauc_1012">
            <a:extLst>
              <a:ext uri="{FF2B5EF4-FFF2-40B4-BE49-F238E27FC236}">
                <a16:creationId xmlns:a16="http://schemas.microsoft.com/office/drawing/2014/main" id="{789E8CAA-F50D-42F0-8005-8504CBD99495}"/>
              </a:ext>
            </a:extLst>
          </p:cNvPr>
          <p:cNvSpPr>
            <a:spLocks noGrp="1"/>
          </p:cNvSpPr>
          <p:nvPr/>
        </p:nvSpPr>
        <p:spPr>
          <a:xfrm>
            <a:off x="1995134" y="31870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F1_main_prauc_1013">
            <a:extLst>
              <a:ext uri="{FF2B5EF4-FFF2-40B4-BE49-F238E27FC236}">
                <a16:creationId xmlns:a16="http://schemas.microsoft.com/office/drawing/2014/main" id="{4A575759-EBFF-43EC-988D-EEE6E20896F0}"/>
              </a:ext>
            </a:extLst>
          </p:cNvPr>
          <p:cNvSpPr>
            <a:spLocks noGrp="1"/>
          </p:cNvSpPr>
          <p:nvPr/>
        </p:nvSpPr>
        <p:spPr>
          <a:xfrm>
            <a:off x="1995100" y="35211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F1_main_prauc_1014">
            <a:extLst>
              <a:ext uri="{FF2B5EF4-FFF2-40B4-BE49-F238E27FC236}">
                <a16:creationId xmlns:a16="http://schemas.microsoft.com/office/drawing/2014/main" id="{57407FB1-0895-4ED7-B3C0-E7D3D6C78E76}"/>
              </a:ext>
            </a:extLst>
          </p:cNvPr>
          <p:cNvSpPr>
            <a:spLocks noGrp="1"/>
          </p:cNvSpPr>
          <p:nvPr/>
        </p:nvSpPr>
        <p:spPr>
          <a:xfrm>
            <a:off x="1841831" y="36536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F1_main_prauc_1015">
            <a:extLst>
              <a:ext uri="{FF2B5EF4-FFF2-40B4-BE49-F238E27FC236}">
                <a16:creationId xmlns:a16="http://schemas.microsoft.com/office/drawing/2014/main" id="{EE5CF292-9812-4819-8883-41191DA939CD}"/>
              </a:ext>
            </a:extLst>
          </p:cNvPr>
          <p:cNvSpPr>
            <a:spLocks noGrp="1"/>
          </p:cNvSpPr>
          <p:nvPr/>
        </p:nvSpPr>
        <p:spPr>
          <a:xfrm>
            <a:off x="1819876" y="4191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F1_main_prauc_1016">
            <a:extLst>
              <a:ext uri="{FF2B5EF4-FFF2-40B4-BE49-F238E27FC236}">
                <a16:creationId xmlns:a16="http://schemas.microsoft.com/office/drawing/2014/main" id="{75306ACD-29A6-424E-B909-74F5DAB1B40D}"/>
              </a:ext>
            </a:extLst>
          </p:cNvPr>
          <p:cNvSpPr>
            <a:spLocks noGrp="1"/>
          </p:cNvSpPr>
          <p:nvPr/>
        </p:nvSpPr>
        <p:spPr>
          <a:xfrm>
            <a:off x="1845349" y="32561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F1_main_prauc_1017">
            <a:extLst>
              <a:ext uri="{FF2B5EF4-FFF2-40B4-BE49-F238E27FC236}">
                <a16:creationId xmlns:a16="http://schemas.microsoft.com/office/drawing/2014/main" id="{79F9312A-D591-4147-8E00-3D7D2C971F6C}"/>
              </a:ext>
            </a:extLst>
          </p:cNvPr>
          <p:cNvSpPr>
            <a:spLocks noGrp="1"/>
          </p:cNvSpPr>
          <p:nvPr/>
        </p:nvSpPr>
        <p:spPr>
          <a:xfrm>
            <a:off x="1998101" y="48412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F1_main_prauc_1018">
            <a:extLst>
              <a:ext uri="{FF2B5EF4-FFF2-40B4-BE49-F238E27FC236}">
                <a16:creationId xmlns:a16="http://schemas.microsoft.com/office/drawing/2014/main" id="{7B4F5BE2-9417-4862-AAA0-FE5B083C125A}"/>
              </a:ext>
            </a:extLst>
          </p:cNvPr>
          <p:cNvSpPr>
            <a:spLocks noGrp="1"/>
          </p:cNvSpPr>
          <p:nvPr/>
        </p:nvSpPr>
        <p:spPr>
          <a:xfrm>
            <a:off x="1913435" y="58206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F1_main_prauc_1019">
            <a:extLst>
              <a:ext uri="{FF2B5EF4-FFF2-40B4-BE49-F238E27FC236}">
                <a16:creationId xmlns:a16="http://schemas.microsoft.com/office/drawing/2014/main" id="{237F0C93-DEBF-4150-8E82-E3C173B0E558}"/>
              </a:ext>
            </a:extLst>
          </p:cNvPr>
          <p:cNvSpPr>
            <a:spLocks noGrp="1"/>
          </p:cNvSpPr>
          <p:nvPr/>
        </p:nvSpPr>
        <p:spPr>
          <a:xfrm>
            <a:off x="1990423" y="60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F1_main_prauc_1020">
            <a:extLst>
              <a:ext uri="{FF2B5EF4-FFF2-40B4-BE49-F238E27FC236}">
                <a16:creationId xmlns:a16="http://schemas.microsoft.com/office/drawing/2014/main" id="{79A63344-2E09-471A-8FDE-0167B24BE486}"/>
              </a:ext>
            </a:extLst>
          </p:cNvPr>
          <p:cNvSpPr>
            <a:spLocks noGrp="1"/>
          </p:cNvSpPr>
          <p:nvPr/>
        </p:nvSpPr>
        <p:spPr>
          <a:xfrm>
            <a:off x="1837880" y="5563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F1_main_prauc_1021">
            <a:extLst>
              <a:ext uri="{FF2B5EF4-FFF2-40B4-BE49-F238E27FC236}">
                <a16:creationId xmlns:a16="http://schemas.microsoft.com/office/drawing/2014/main" id="{075B4D04-EAE1-4757-8AC4-2D3EAE2EDD41}"/>
              </a:ext>
            </a:extLst>
          </p:cNvPr>
          <p:cNvSpPr>
            <a:spLocks noGrp="1"/>
          </p:cNvSpPr>
          <p:nvPr/>
        </p:nvSpPr>
        <p:spPr>
          <a:xfrm>
            <a:off x="1840692" y="57210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F1_main_prauc_1022">
            <a:extLst>
              <a:ext uri="{FF2B5EF4-FFF2-40B4-BE49-F238E27FC236}">
                <a16:creationId xmlns:a16="http://schemas.microsoft.com/office/drawing/2014/main" id="{5856648C-D1A0-4DC5-AFB4-011A0EC75241}"/>
              </a:ext>
            </a:extLst>
          </p:cNvPr>
          <p:cNvSpPr>
            <a:spLocks noGrp="1"/>
          </p:cNvSpPr>
          <p:nvPr/>
        </p:nvSpPr>
        <p:spPr>
          <a:xfrm>
            <a:off x="1768840" y="6097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F1_main_prauc_1023">
            <a:extLst>
              <a:ext uri="{FF2B5EF4-FFF2-40B4-BE49-F238E27FC236}">
                <a16:creationId xmlns:a16="http://schemas.microsoft.com/office/drawing/2014/main" id="{7DCC0EE0-127A-4654-9B4A-189266D8F469}"/>
              </a:ext>
            </a:extLst>
          </p:cNvPr>
          <p:cNvSpPr>
            <a:spLocks noGrp="1"/>
          </p:cNvSpPr>
          <p:nvPr/>
        </p:nvSpPr>
        <p:spPr>
          <a:xfrm>
            <a:off x="1854857" y="42437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F1_main_prauc_1024">
            <a:extLst>
              <a:ext uri="{FF2B5EF4-FFF2-40B4-BE49-F238E27FC236}">
                <a16:creationId xmlns:a16="http://schemas.microsoft.com/office/drawing/2014/main" id="{E1A71AAB-8138-4178-B571-86D970F01FE5}"/>
              </a:ext>
            </a:extLst>
          </p:cNvPr>
          <p:cNvSpPr>
            <a:spLocks noGrp="1"/>
          </p:cNvSpPr>
          <p:nvPr/>
        </p:nvSpPr>
        <p:spPr>
          <a:xfrm>
            <a:off x="1965897" y="52849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F1_main_prauc_1025">
            <a:extLst>
              <a:ext uri="{FF2B5EF4-FFF2-40B4-BE49-F238E27FC236}">
                <a16:creationId xmlns:a16="http://schemas.microsoft.com/office/drawing/2014/main" id="{2BD8DDDF-BEB0-48E2-BD5B-0E5E016F9B01}"/>
              </a:ext>
            </a:extLst>
          </p:cNvPr>
          <p:cNvSpPr>
            <a:spLocks noGrp="1"/>
          </p:cNvSpPr>
          <p:nvPr/>
        </p:nvSpPr>
        <p:spPr>
          <a:xfrm>
            <a:off x="1849789" y="326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F1_main_prauc_1026">
            <a:extLst>
              <a:ext uri="{FF2B5EF4-FFF2-40B4-BE49-F238E27FC236}">
                <a16:creationId xmlns:a16="http://schemas.microsoft.com/office/drawing/2014/main" id="{8CE00524-7247-443A-981C-F079C3BC2BA3}"/>
              </a:ext>
            </a:extLst>
          </p:cNvPr>
          <p:cNvSpPr>
            <a:spLocks noGrp="1"/>
          </p:cNvSpPr>
          <p:nvPr/>
        </p:nvSpPr>
        <p:spPr>
          <a:xfrm>
            <a:off x="1994274" y="47939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F1_main_prauc_1027">
            <a:extLst>
              <a:ext uri="{FF2B5EF4-FFF2-40B4-BE49-F238E27FC236}">
                <a16:creationId xmlns:a16="http://schemas.microsoft.com/office/drawing/2014/main" id="{17408B1A-93DB-458E-B998-B46851EA0951}"/>
              </a:ext>
            </a:extLst>
          </p:cNvPr>
          <p:cNvSpPr>
            <a:spLocks noGrp="1"/>
          </p:cNvSpPr>
          <p:nvPr/>
        </p:nvSpPr>
        <p:spPr>
          <a:xfrm>
            <a:off x="1989498" y="48363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F1_main_prauc_1028">
            <a:extLst>
              <a:ext uri="{FF2B5EF4-FFF2-40B4-BE49-F238E27FC236}">
                <a16:creationId xmlns:a16="http://schemas.microsoft.com/office/drawing/2014/main" id="{7F7164CC-2E38-4E86-9DB4-63E09447AD32}"/>
              </a:ext>
            </a:extLst>
          </p:cNvPr>
          <p:cNvSpPr>
            <a:spLocks noGrp="1"/>
          </p:cNvSpPr>
          <p:nvPr/>
        </p:nvSpPr>
        <p:spPr>
          <a:xfrm>
            <a:off x="1895932" y="33909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F1_main_prauc_1029">
            <a:extLst>
              <a:ext uri="{FF2B5EF4-FFF2-40B4-BE49-F238E27FC236}">
                <a16:creationId xmlns:a16="http://schemas.microsoft.com/office/drawing/2014/main" id="{7341F181-A2EC-43B1-B4EF-A87D61812671}"/>
              </a:ext>
            </a:extLst>
          </p:cNvPr>
          <p:cNvSpPr>
            <a:spLocks noGrp="1"/>
          </p:cNvSpPr>
          <p:nvPr/>
        </p:nvSpPr>
        <p:spPr>
          <a:xfrm>
            <a:off x="1935726" y="5610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F1_main_prauc_1030">
            <a:extLst>
              <a:ext uri="{FF2B5EF4-FFF2-40B4-BE49-F238E27FC236}">
                <a16:creationId xmlns:a16="http://schemas.microsoft.com/office/drawing/2014/main" id="{43B257DE-DBE6-4919-84F9-DBEDB3FB6131}"/>
              </a:ext>
            </a:extLst>
          </p:cNvPr>
          <p:cNvSpPr>
            <a:spLocks noGrp="1"/>
          </p:cNvSpPr>
          <p:nvPr/>
        </p:nvSpPr>
        <p:spPr>
          <a:xfrm>
            <a:off x="1807292" y="53435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F1_main_prauc_1031">
            <a:extLst>
              <a:ext uri="{FF2B5EF4-FFF2-40B4-BE49-F238E27FC236}">
                <a16:creationId xmlns:a16="http://schemas.microsoft.com/office/drawing/2014/main" id="{E4DB1F60-51F4-42F7-B990-74553E0277E5}"/>
              </a:ext>
            </a:extLst>
          </p:cNvPr>
          <p:cNvSpPr>
            <a:spLocks noGrp="1"/>
          </p:cNvSpPr>
          <p:nvPr/>
        </p:nvSpPr>
        <p:spPr>
          <a:xfrm>
            <a:off x="1915489" y="59342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F1_main_prauc_1032">
            <a:extLst>
              <a:ext uri="{FF2B5EF4-FFF2-40B4-BE49-F238E27FC236}">
                <a16:creationId xmlns:a16="http://schemas.microsoft.com/office/drawing/2014/main" id="{0EC6D9F4-485E-4B89-B2E4-EE1695245930}"/>
              </a:ext>
            </a:extLst>
          </p:cNvPr>
          <p:cNvSpPr>
            <a:spLocks noGrp="1"/>
          </p:cNvSpPr>
          <p:nvPr/>
        </p:nvSpPr>
        <p:spPr>
          <a:xfrm>
            <a:off x="1936601" y="3315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F1_main_prauc_1033">
            <a:extLst>
              <a:ext uri="{FF2B5EF4-FFF2-40B4-BE49-F238E27FC236}">
                <a16:creationId xmlns:a16="http://schemas.microsoft.com/office/drawing/2014/main" id="{172D266F-416F-4E03-BAA1-1657AF48699B}"/>
              </a:ext>
            </a:extLst>
          </p:cNvPr>
          <p:cNvSpPr>
            <a:spLocks noGrp="1"/>
          </p:cNvSpPr>
          <p:nvPr/>
        </p:nvSpPr>
        <p:spPr>
          <a:xfrm>
            <a:off x="1964957" y="41312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F1_main_prauc_1034">
            <a:extLst>
              <a:ext uri="{FF2B5EF4-FFF2-40B4-BE49-F238E27FC236}">
                <a16:creationId xmlns:a16="http://schemas.microsoft.com/office/drawing/2014/main" id="{D6C644FD-9503-4DA6-B7AD-6DC254660696}"/>
              </a:ext>
            </a:extLst>
          </p:cNvPr>
          <p:cNvSpPr>
            <a:spLocks noGrp="1"/>
          </p:cNvSpPr>
          <p:nvPr/>
        </p:nvSpPr>
        <p:spPr>
          <a:xfrm>
            <a:off x="1962277" y="343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F1_main_prauc_1035">
            <a:extLst>
              <a:ext uri="{FF2B5EF4-FFF2-40B4-BE49-F238E27FC236}">
                <a16:creationId xmlns:a16="http://schemas.microsoft.com/office/drawing/2014/main" id="{5F791BA4-19A5-40E7-880E-29FBAC0AD63F}"/>
              </a:ext>
            </a:extLst>
          </p:cNvPr>
          <p:cNvSpPr>
            <a:spLocks noGrp="1"/>
          </p:cNvSpPr>
          <p:nvPr/>
        </p:nvSpPr>
        <p:spPr>
          <a:xfrm>
            <a:off x="1978665" y="3334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F1_main_prauc_1036">
            <a:extLst>
              <a:ext uri="{FF2B5EF4-FFF2-40B4-BE49-F238E27FC236}">
                <a16:creationId xmlns:a16="http://schemas.microsoft.com/office/drawing/2014/main" id="{A565FBFB-9C51-4CBF-A31D-BD09516E00E0}"/>
              </a:ext>
            </a:extLst>
          </p:cNvPr>
          <p:cNvSpPr>
            <a:spLocks noGrp="1"/>
          </p:cNvSpPr>
          <p:nvPr/>
        </p:nvSpPr>
        <p:spPr>
          <a:xfrm>
            <a:off x="1959962" y="46048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F1_main_prauc_1037">
            <a:extLst>
              <a:ext uri="{FF2B5EF4-FFF2-40B4-BE49-F238E27FC236}">
                <a16:creationId xmlns:a16="http://schemas.microsoft.com/office/drawing/2014/main" id="{CF257AD4-9230-472D-A77B-F87EB0BBB724}"/>
              </a:ext>
            </a:extLst>
          </p:cNvPr>
          <p:cNvSpPr>
            <a:spLocks noGrp="1"/>
          </p:cNvSpPr>
          <p:nvPr/>
        </p:nvSpPr>
        <p:spPr>
          <a:xfrm>
            <a:off x="1803241" y="36589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F1_main_prauc_1038">
            <a:extLst>
              <a:ext uri="{FF2B5EF4-FFF2-40B4-BE49-F238E27FC236}">
                <a16:creationId xmlns:a16="http://schemas.microsoft.com/office/drawing/2014/main" id="{E826462D-4B8E-4A79-AED5-4654788CCBE4}"/>
              </a:ext>
            </a:extLst>
          </p:cNvPr>
          <p:cNvSpPr>
            <a:spLocks noGrp="1"/>
          </p:cNvSpPr>
          <p:nvPr/>
        </p:nvSpPr>
        <p:spPr>
          <a:xfrm>
            <a:off x="1798797" y="40275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F1_main_prauc_1039">
            <a:extLst>
              <a:ext uri="{FF2B5EF4-FFF2-40B4-BE49-F238E27FC236}">
                <a16:creationId xmlns:a16="http://schemas.microsoft.com/office/drawing/2014/main" id="{0CD1D9E1-8E70-47D3-9630-346AFA302A31}"/>
              </a:ext>
            </a:extLst>
          </p:cNvPr>
          <p:cNvSpPr>
            <a:spLocks noGrp="1"/>
          </p:cNvSpPr>
          <p:nvPr/>
        </p:nvSpPr>
        <p:spPr>
          <a:xfrm>
            <a:off x="1926812" y="32906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F1_main_prauc_1040">
            <a:extLst>
              <a:ext uri="{FF2B5EF4-FFF2-40B4-BE49-F238E27FC236}">
                <a16:creationId xmlns:a16="http://schemas.microsoft.com/office/drawing/2014/main" id="{FACCFD59-A032-4A5A-9105-1A6FCCF2CC55}"/>
              </a:ext>
            </a:extLst>
          </p:cNvPr>
          <p:cNvSpPr>
            <a:spLocks noGrp="1"/>
          </p:cNvSpPr>
          <p:nvPr/>
        </p:nvSpPr>
        <p:spPr>
          <a:xfrm>
            <a:off x="2018334" y="45631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F1_main_prauc_1041">
            <a:extLst>
              <a:ext uri="{FF2B5EF4-FFF2-40B4-BE49-F238E27FC236}">
                <a16:creationId xmlns:a16="http://schemas.microsoft.com/office/drawing/2014/main" id="{8E60B52B-0910-4252-87B8-80BFE6B87BBE}"/>
              </a:ext>
            </a:extLst>
          </p:cNvPr>
          <p:cNvSpPr>
            <a:spLocks noGrp="1"/>
          </p:cNvSpPr>
          <p:nvPr/>
        </p:nvSpPr>
        <p:spPr>
          <a:xfrm>
            <a:off x="1790173" y="51097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F1_main_prauc_1042">
            <a:extLst>
              <a:ext uri="{FF2B5EF4-FFF2-40B4-BE49-F238E27FC236}">
                <a16:creationId xmlns:a16="http://schemas.microsoft.com/office/drawing/2014/main" id="{D5500289-1359-4C2C-A437-384CAAC238E5}"/>
              </a:ext>
            </a:extLst>
          </p:cNvPr>
          <p:cNvSpPr>
            <a:spLocks noGrp="1"/>
          </p:cNvSpPr>
          <p:nvPr/>
        </p:nvSpPr>
        <p:spPr>
          <a:xfrm>
            <a:off x="1881912" y="29642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F1_main_prauc_1043">
            <a:extLst>
              <a:ext uri="{FF2B5EF4-FFF2-40B4-BE49-F238E27FC236}">
                <a16:creationId xmlns:a16="http://schemas.microsoft.com/office/drawing/2014/main" id="{E4B482CE-3087-48DD-8B4F-C2DA1BD6916F}"/>
              </a:ext>
            </a:extLst>
          </p:cNvPr>
          <p:cNvSpPr>
            <a:spLocks noGrp="1"/>
          </p:cNvSpPr>
          <p:nvPr/>
        </p:nvSpPr>
        <p:spPr>
          <a:xfrm>
            <a:off x="1857999" y="59697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F1_main_prauc_1044">
            <a:extLst>
              <a:ext uri="{FF2B5EF4-FFF2-40B4-BE49-F238E27FC236}">
                <a16:creationId xmlns:a16="http://schemas.microsoft.com/office/drawing/2014/main" id="{75A44A7A-3F00-482F-910E-1E0B1714106E}"/>
              </a:ext>
            </a:extLst>
          </p:cNvPr>
          <p:cNvSpPr>
            <a:spLocks noGrp="1"/>
          </p:cNvSpPr>
          <p:nvPr/>
        </p:nvSpPr>
        <p:spPr>
          <a:xfrm>
            <a:off x="1955803" y="34244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F1_main_prauc_1045">
            <a:extLst>
              <a:ext uri="{FF2B5EF4-FFF2-40B4-BE49-F238E27FC236}">
                <a16:creationId xmlns:a16="http://schemas.microsoft.com/office/drawing/2014/main" id="{7A5B2407-B456-4B69-968F-8822031EE473}"/>
              </a:ext>
            </a:extLst>
          </p:cNvPr>
          <p:cNvSpPr>
            <a:spLocks noGrp="1"/>
          </p:cNvSpPr>
          <p:nvPr/>
        </p:nvSpPr>
        <p:spPr>
          <a:xfrm>
            <a:off x="1923360" y="49942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F1_main_prauc_1046">
            <a:extLst>
              <a:ext uri="{FF2B5EF4-FFF2-40B4-BE49-F238E27FC236}">
                <a16:creationId xmlns:a16="http://schemas.microsoft.com/office/drawing/2014/main" id="{E22CBAB2-89A1-4E17-8C7B-7ECA3DB53425}"/>
              </a:ext>
            </a:extLst>
          </p:cNvPr>
          <p:cNvSpPr>
            <a:spLocks noGrp="1"/>
          </p:cNvSpPr>
          <p:nvPr/>
        </p:nvSpPr>
        <p:spPr>
          <a:xfrm>
            <a:off x="1818088" y="4909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F1_main_prauc_1047">
            <a:extLst>
              <a:ext uri="{FF2B5EF4-FFF2-40B4-BE49-F238E27FC236}">
                <a16:creationId xmlns:a16="http://schemas.microsoft.com/office/drawing/2014/main" id="{5C5C32C5-2B75-4EF9-82AC-5BCFAAB953B7}"/>
              </a:ext>
            </a:extLst>
          </p:cNvPr>
          <p:cNvSpPr>
            <a:spLocks noGrp="1"/>
          </p:cNvSpPr>
          <p:nvPr/>
        </p:nvSpPr>
        <p:spPr>
          <a:xfrm>
            <a:off x="1805355" y="33196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F1_main_prauc_1048">
            <a:extLst>
              <a:ext uri="{FF2B5EF4-FFF2-40B4-BE49-F238E27FC236}">
                <a16:creationId xmlns:a16="http://schemas.microsoft.com/office/drawing/2014/main" id="{860565D4-CA03-4DBE-B415-0D0229FD7FB4}"/>
              </a:ext>
            </a:extLst>
          </p:cNvPr>
          <p:cNvSpPr>
            <a:spLocks noGrp="1"/>
          </p:cNvSpPr>
          <p:nvPr/>
        </p:nvSpPr>
        <p:spPr>
          <a:xfrm>
            <a:off x="1896610" y="38765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F1_main_prauc_1049">
            <a:extLst>
              <a:ext uri="{FF2B5EF4-FFF2-40B4-BE49-F238E27FC236}">
                <a16:creationId xmlns:a16="http://schemas.microsoft.com/office/drawing/2014/main" id="{F982ABE0-808E-411A-962C-C028AC646802}"/>
              </a:ext>
            </a:extLst>
          </p:cNvPr>
          <p:cNvSpPr>
            <a:spLocks noGrp="1"/>
          </p:cNvSpPr>
          <p:nvPr/>
        </p:nvSpPr>
        <p:spPr>
          <a:xfrm>
            <a:off x="1789778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F1_main_prauc_1050">
            <a:extLst>
              <a:ext uri="{FF2B5EF4-FFF2-40B4-BE49-F238E27FC236}">
                <a16:creationId xmlns:a16="http://schemas.microsoft.com/office/drawing/2014/main" id="{BE877489-ADEB-4571-BC33-3BD75CD268D3}"/>
              </a:ext>
            </a:extLst>
          </p:cNvPr>
          <p:cNvSpPr>
            <a:spLocks noGrp="1"/>
          </p:cNvSpPr>
          <p:nvPr/>
        </p:nvSpPr>
        <p:spPr>
          <a:xfrm>
            <a:off x="1966703" y="53285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F1_main_prauc_1051">
            <a:extLst>
              <a:ext uri="{FF2B5EF4-FFF2-40B4-BE49-F238E27FC236}">
                <a16:creationId xmlns:a16="http://schemas.microsoft.com/office/drawing/2014/main" id="{9C047D0B-5BAC-4C08-B6B7-AF34DE3B146C}"/>
              </a:ext>
            </a:extLst>
          </p:cNvPr>
          <p:cNvSpPr>
            <a:spLocks noGrp="1"/>
          </p:cNvSpPr>
          <p:nvPr/>
        </p:nvSpPr>
        <p:spPr>
          <a:xfrm>
            <a:off x="1819237" y="49174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F1_main_prauc_1052">
            <a:extLst>
              <a:ext uri="{FF2B5EF4-FFF2-40B4-BE49-F238E27FC236}">
                <a16:creationId xmlns:a16="http://schemas.microsoft.com/office/drawing/2014/main" id="{96DA8ABA-7010-4B07-8D3D-F41900D14E2C}"/>
              </a:ext>
            </a:extLst>
          </p:cNvPr>
          <p:cNvSpPr>
            <a:spLocks noGrp="1"/>
          </p:cNvSpPr>
          <p:nvPr/>
        </p:nvSpPr>
        <p:spPr>
          <a:xfrm>
            <a:off x="1918898" y="47741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F1_main_prauc_1053">
            <a:extLst>
              <a:ext uri="{FF2B5EF4-FFF2-40B4-BE49-F238E27FC236}">
                <a16:creationId xmlns:a16="http://schemas.microsoft.com/office/drawing/2014/main" id="{8393F9B8-FCA5-4FD0-AB9F-CDB269875970}"/>
              </a:ext>
            </a:extLst>
          </p:cNvPr>
          <p:cNvSpPr>
            <a:spLocks noGrp="1"/>
          </p:cNvSpPr>
          <p:nvPr/>
        </p:nvSpPr>
        <p:spPr>
          <a:xfrm>
            <a:off x="1809390" y="5015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F1_main_prauc_1054">
            <a:extLst>
              <a:ext uri="{FF2B5EF4-FFF2-40B4-BE49-F238E27FC236}">
                <a16:creationId xmlns:a16="http://schemas.microsoft.com/office/drawing/2014/main" id="{D478D4ED-3820-4BA1-8074-D70EC6C81A45}"/>
              </a:ext>
            </a:extLst>
          </p:cNvPr>
          <p:cNvSpPr>
            <a:spLocks noGrp="1"/>
          </p:cNvSpPr>
          <p:nvPr/>
        </p:nvSpPr>
        <p:spPr>
          <a:xfrm>
            <a:off x="1849808" y="44137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F1_main_prauc_1055">
            <a:extLst>
              <a:ext uri="{FF2B5EF4-FFF2-40B4-BE49-F238E27FC236}">
                <a16:creationId xmlns:a16="http://schemas.microsoft.com/office/drawing/2014/main" id="{B7ABBCC9-6C74-42CF-8C36-ECF356060527}"/>
              </a:ext>
            </a:extLst>
          </p:cNvPr>
          <p:cNvSpPr>
            <a:spLocks noGrp="1"/>
          </p:cNvSpPr>
          <p:nvPr/>
        </p:nvSpPr>
        <p:spPr>
          <a:xfrm>
            <a:off x="1811389" y="33577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F1_main_prauc_1056">
            <a:extLst>
              <a:ext uri="{FF2B5EF4-FFF2-40B4-BE49-F238E27FC236}">
                <a16:creationId xmlns:a16="http://schemas.microsoft.com/office/drawing/2014/main" id="{F5884DC1-F7F1-4995-A7FE-1192738FE610}"/>
              </a:ext>
            </a:extLst>
          </p:cNvPr>
          <p:cNvSpPr>
            <a:spLocks noGrp="1"/>
          </p:cNvSpPr>
          <p:nvPr/>
        </p:nvSpPr>
        <p:spPr>
          <a:xfrm>
            <a:off x="1896640" y="56747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F1_main_prauc_1057">
            <a:extLst>
              <a:ext uri="{FF2B5EF4-FFF2-40B4-BE49-F238E27FC236}">
                <a16:creationId xmlns:a16="http://schemas.microsoft.com/office/drawing/2014/main" id="{9A0ECEAE-C64B-4844-8A81-86A021F068FF}"/>
              </a:ext>
            </a:extLst>
          </p:cNvPr>
          <p:cNvSpPr>
            <a:spLocks noGrp="1"/>
          </p:cNvSpPr>
          <p:nvPr/>
        </p:nvSpPr>
        <p:spPr>
          <a:xfrm>
            <a:off x="1863656" y="6097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F1_main_prauc_1058">
            <a:extLst>
              <a:ext uri="{FF2B5EF4-FFF2-40B4-BE49-F238E27FC236}">
                <a16:creationId xmlns:a16="http://schemas.microsoft.com/office/drawing/2014/main" id="{659D699F-1152-4C95-94CF-8FE48B53B2FF}"/>
              </a:ext>
            </a:extLst>
          </p:cNvPr>
          <p:cNvSpPr>
            <a:spLocks noGrp="1"/>
          </p:cNvSpPr>
          <p:nvPr/>
        </p:nvSpPr>
        <p:spPr>
          <a:xfrm>
            <a:off x="1985664" y="49872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F1_main_prauc_1059">
            <a:extLst>
              <a:ext uri="{FF2B5EF4-FFF2-40B4-BE49-F238E27FC236}">
                <a16:creationId xmlns:a16="http://schemas.microsoft.com/office/drawing/2014/main" id="{1AC589FC-1843-406F-9360-C36FA93F0708}"/>
              </a:ext>
            </a:extLst>
          </p:cNvPr>
          <p:cNvSpPr>
            <a:spLocks noGrp="1"/>
          </p:cNvSpPr>
          <p:nvPr/>
        </p:nvSpPr>
        <p:spPr>
          <a:xfrm>
            <a:off x="1794774" y="50965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F1_main_prauc_1060">
            <a:extLst>
              <a:ext uri="{FF2B5EF4-FFF2-40B4-BE49-F238E27FC236}">
                <a16:creationId xmlns:a16="http://schemas.microsoft.com/office/drawing/2014/main" id="{BD602D75-11F6-40DD-A3F5-D589C07C4EA8}"/>
              </a:ext>
            </a:extLst>
          </p:cNvPr>
          <p:cNvSpPr>
            <a:spLocks noGrp="1"/>
          </p:cNvSpPr>
          <p:nvPr/>
        </p:nvSpPr>
        <p:spPr>
          <a:xfrm>
            <a:off x="1936639" y="3735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F1_main_prauc_1061">
            <a:extLst>
              <a:ext uri="{FF2B5EF4-FFF2-40B4-BE49-F238E27FC236}">
                <a16:creationId xmlns:a16="http://schemas.microsoft.com/office/drawing/2014/main" id="{13FB563E-CBC9-4859-9AC4-B5B011E2981D}"/>
              </a:ext>
            </a:extLst>
          </p:cNvPr>
          <p:cNvSpPr>
            <a:spLocks noGrp="1"/>
          </p:cNvSpPr>
          <p:nvPr/>
        </p:nvSpPr>
        <p:spPr>
          <a:xfrm>
            <a:off x="1983380" y="32174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F1_main_prauc_1062">
            <a:extLst>
              <a:ext uri="{FF2B5EF4-FFF2-40B4-BE49-F238E27FC236}">
                <a16:creationId xmlns:a16="http://schemas.microsoft.com/office/drawing/2014/main" id="{4867506E-8F97-4752-B34F-B682987FF113}"/>
              </a:ext>
            </a:extLst>
          </p:cNvPr>
          <p:cNvSpPr>
            <a:spLocks noGrp="1"/>
          </p:cNvSpPr>
          <p:nvPr/>
        </p:nvSpPr>
        <p:spPr>
          <a:xfrm>
            <a:off x="1964300" y="41229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F1_main_prauc_1063">
            <a:extLst>
              <a:ext uri="{FF2B5EF4-FFF2-40B4-BE49-F238E27FC236}">
                <a16:creationId xmlns:a16="http://schemas.microsoft.com/office/drawing/2014/main" id="{FCB6A0F3-486E-4F52-9532-9EFBFE039284}"/>
              </a:ext>
            </a:extLst>
          </p:cNvPr>
          <p:cNvSpPr>
            <a:spLocks noGrp="1"/>
          </p:cNvSpPr>
          <p:nvPr/>
        </p:nvSpPr>
        <p:spPr>
          <a:xfrm>
            <a:off x="1903198" y="47070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F1_main_prauc_1064">
            <a:extLst>
              <a:ext uri="{FF2B5EF4-FFF2-40B4-BE49-F238E27FC236}">
                <a16:creationId xmlns:a16="http://schemas.microsoft.com/office/drawing/2014/main" id="{35B22E7A-6B9B-472C-A839-69E3DDAB959B}"/>
              </a:ext>
            </a:extLst>
          </p:cNvPr>
          <p:cNvSpPr>
            <a:spLocks noGrp="1"/>
          </p:cNvSpPr>
          <p:nvPr/>
        </p:nvSpPr>
        <p:spPr>
          <a:xfrm>
            <a:off x="2001373" y="51620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F1_main_prauc_1065">
            <a:extLst>
              <a:ext uri="{FF2B5EF4-FFF2-40B4-BE49-F238E27FC236}">
                <a16:creationId xmlns:a16="http://schemas.microsoft.com/office/drawing/2014/main" id="{31335F42-D472-49CE-8233-32B61B861575}"/>
              </a:ext>
            </a:extLst>
          </p:cNvPr>
          <p:cNvSpPr>
            <a:spLocks noGrp="1"/>
          </p:cNvSpPr>
          <p:nvPr/>
        </p:nvSpPr>
        <p:spPr>
          <a:xfrm>
            <a:off x="1990123" y="53730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F1_main_prauc_1066">
            <a:extLst>
              <a:ext uri="{FF2B5EF4-FFF2-40B4-BE49-F238E27FC236}">
                <a16:creationId xmlns:a16="http://schemas.microsoft.com/office/drawing/2014/main" id="{625E2FFE-AD90-44E7-9573-183DD2EA4F86}"/>
              </a:ext>
            </a:extLst>
          </p:cNvPr>
          <p:cNvSpPr>
            <a:spLocks noGrp="1"/>
          </p:cNvSpPr>
          <p:nvPr/>
        </p:nvSpPr>
        <p:spPr>
          <a:xfrm>
            <a:off x="2015412" y="49771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F1_main_prauc_1067">
            <a:extLst>
              <a:ext uri="{FF2B5EF4-FFF2-40B4-BE49-F238E27FC236}">
                <a16:creationId xmlns:a16="http://schemas.microsoft.com/office/drawing/2014/main" id="{18EE72BA-8FE4-4C51-B242-3553DFB01F0E}"/>
              </a:ext>
            </a:extLst>
          </p:cNvPr>
          <p:cNvSpPr>
            <a:spLocks noGrp="1"/>
          </p:cNvSpPr>
          <p:nvPr/>
        </p:nvSpPr>
        <p:spPr>
          <a:xfrm>
            <a:off x="1962132" y="38992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F1_main_prauc_1068">
            <a:extLst>
              <a:ext uri="{FF2B5EF4-FFF2-40B4-BE49-F238E27FC236}">
                <a16:creationId xmlns:a16="http://schemas.microsoft.com/office/drawing/2014/main" id="{720F4841-4E53-4C12-A6EB-F12B6C6D2D0C}"/>
              </a:ext>
            </a:extLst>
          </p:cNvPr>
          <p:cNvSpPr>
            <a:spLocks noGrp="1"/>
          </p:cNvSpPr>
          <p:nvPr/>
        </p:nvSpPr>
        <p:spPr>
          <a:xfrm>
            <a:off x="1851338" y="36468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F1_main_prauc_1069">
            <a:extLst>
              <a:ext uri="{FF2B5EF4-FFF2-40B4-BE49-F238E27FC236}">
                <a16:creationId xmlns:a16="http://schemas.microsoft.com/office/drawing/2014/main" id="{F85EBCC1-962E-4760-8DB4-3C0130266DD2}"/>
              </a:ext>
            </a:extLst>
          </p:cNvPr>
          <p:cNvSpPr>
            <a:spLocks noGrp="1"/>
          </p:cNvSpPr>
          <p:nvPr/>
        </p:nvSpPr>
        <p:spPr>
          <a:xfrm>
            <a:off x="1800116" y="4412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F1_main_prauc_1070">
            <a:extLst>
              <a:ext uri="{FF2B5EF4-FFF2-40B4-BE49-F238E27FC236}">
                <a16:creationId xmlns:a16="http://schemas.microsoft.com/office/drawing/2014/main" id="{9C8F6263-2D5B-4842-B261-171F7AD7966C}"/>
              </a:ext>
            </a:extLst>
          </p:cNvPr>
          <p:cNvSpPr>
            <a:spLocks noGrp="1"/>
          </p:cNvSpPr>
          <p:nvPr/>
        </p:nvSpPr>
        <p:spPr>
          <a:xfrm>
            <a:off x="1988523" y="51132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F1_main_prauc_1071">
            <a:extLst>
              <a:ext uri="{FF2B5EF4-FFF2-40B4-BE49-F238E27FC236}">
                <a16:creationId xmlns:a16="http://schemas.microsoft.com/office/drawing/2014/main" id="{1721CBF5-9EC0-46F2-BA90-9A9B36CEA190}"/>
              </a:ext>
            </a:extLst>
          </p:cNvPr>
          <p:cNvSpPr>
            <a:spLocks noGrp="1"/>
          </p:cNvSpPr>
          <p:nvPr/>
        </p:nvSpPr>
        <p:spPr>
          <a:xfrm>
            <a:off x="1788331" y="5810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F1_main_prauc_1072">
            <a:extLst>
              <a:ext uri="{FF2B5EF4-FFF2-40B4-BE49-F238E27FC236}">
                <a16:creationId xmlns:a16="http://schemas.microsoft.com/office/drawing/2014/main" id="{0BBA53C8-FDD4-42F5-929F-7AED5C79AF08}"/>
              </a:ext>
            </a:extLst>
          </p:cNvPr>
          <p:cNvSpPr>
            <a:spLocks noGrp="1"/>
          </p:cNvSpPr>
          <p:nvPr/>
        </p:nvSpPr>
        <p:spPr>
          <a:xfrm>
            <a:off x="1787126" y="37234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F1_main_prauc_1073">
            <a:extLst>
              <a:ext uri="{FF2B5EF4-FFF2-40B4-BE49-F238E27FC236}">
                <a16:creationId xmlns:a16="http://schemas.microsoft.com/office/drawing/2014/main" id="{5BFFD155-14A0-48D6-9891-21C2EA93ED36}"/>
              </a:ext>
            </a:extLst>
          </p:cNvPr>
          <p:cNvSpPr>
            <a:spLocks noGrp="1"/>
          </p:cNvSpPr>
          <p:nvPr/>
        </p:nvSpPr>
        <p:spPr>
          <a:xfrm>
            <a:off x="1897488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F1_main_prauc_1074">
            <a:extLst>
              <a:ext uri="{FF2B5EF4-FFF2-40B4-BE49-F238E27FC236}">
                <a16:creationId xmlns:a16="http://schemas.microsoft.com/office/drawing/2014/main" id="{A0A2722C-E54C-46BA-BF53-A6324396058C}"/>
              </a:ext>
            </a:extLst>
          </p:cNvPr>
          <p:cNvSpPr>
            <a:spLocks noGrp="1"/>
          </p:cNvSpPr>
          <p:nvPr/>
        </p:nvSpPr>
        <p:spPr>
          <a:xfrm>
            <a:off x="1903631" y="35592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F1_main_prauc_1075">
            <a:extLst>
              <a:ext uri="{FF2B5EF4-FFF2-40B4-BE49-F238E27FC236}">
                <a16:creationId xmlns:a16="http://schemas.microsoft.com/office/drawing/2014/main" id="{6C55A13B-40CD-4DF4-8C01-0506455963E7}"/>
              </a:ext>
            </a:extLst>
          </p:cNvPr>
          <p:cNvSpPr>
            <a:spLocks noGrp="1"/>
          </p:cNvSpPr>
          <p:nvPr/>
        </p:nvSpPr>
        <p:spPr>
          <a:xfrm>
            <a:off x="1852663" y="59257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F1_main_prauc_1076">
            <a:extLst>
              <a:ext uri="{FF2B5EF4-FFF2-40B4-BE49-F238E27FC236}">
                <a16:creationId xmlns:a16="http://schemas.microsoft.com/office/drawing/2014/main" id="{A8582164-6204-4031-8A21-D405228012C0}"/>
              </a:ext>
            </a:extLst>
          </p:cNvPr>
          <p:cNvSpPr>
            <a:spLocks noGrp="1"/>
          </p:cNvSpPr>
          <p:nvPr/>
        </p:nvSpPr>
        <p:spPr>
          <a:xfrm>
            <a:off x="1997626" y="433016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F1_main_prauc_1077">
            <a:extLst>
              <a:ext uri="{FF2B5EF4-FFF2-40B4-BE49-F238E27FC236}">
                <a16:creationId xmlns:a16="http://schemas.microsoft.com/office/drawing/2014/main" id="{7404F056-B7C5-484F-9FD5-DF00138C4365}"/>
              </a:ext>
            </a:extLst>
          </p:cNvPr>
          <p:cNvSpPr>
            <a:spLocks noGrp="1"/>
          </p:cNvSpPr>
          <p:nvPr/>
        </p:nvSpPr>
        <p:spPr>
          <a:xfrm>
            <a:off x="1993617" y="4587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F1_main_prauc_1078">
            <a:extLst>
              <a:ext uri="{FF2B5EF4-FFF2-40B4-BE49-F238E27FC236}">
                <a16:creationId xmlns:a16="http://schemas.microsoft.com/office/drawing/2014/main" id="{82E422A0-97A4-4E7F-88B2-439352E08342}"/>
              </a:ext>
            </a:extLst>
          </p:cNvPr>
          <p:cNvSpPr>
            <a:spLocks noGrp="1"/>
          </p:cNvSpPr>
          <p:nvPr/>
        </p:nvSpPr>
        <p:spPr>
          <a:xfrm>
            <a:off x="1922825" y="45351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F1_main_prauc_1079">
            <a:extLst>
              <a:ext uri="{FF2B5EF4-FFF2-40B4-BE49-F238E27FC236}">
                <a16:creationId xmlns:a16="http://schemas.microsoft.com/office/drawing/2014/main" id="{84DF9594-211F-4249-9F89-6D085DC4439D}"/>
              </a:ext>
            </a:extLst>
          </p:cNvPr>
          <p:cNvSpPr>
            <a:spLocks noGrp="1"/>
          </p:cNvSpPr>
          <p:nvPr/>
        </p:nvSpPr>
        <p:spPr>
          <a:xfrm>
            <a:off x="1923679" y="35234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F1_main_prauc_1080">
            <a:extLst>
              <a:ext uri="{FF2B5EF4-FFF2-40B4-BE49-F238E27FC236}">
                <a16:creationId xmlns:a16="http://schemas.microsoft.com/office/drawing/2014/main" id="{D4D07707-FE74-4398-B6E1-0E00A17DA39C}"/>
              </a:ext>
            </a:extLst>
          </p:cNvPr>
          <p:cNvSpPr>
            <a:spLocks noGrp="1"/>
          </p:cNvSpPr>
          <p:nvPr/>
        </p:nvSpPr>
        <p:spPr>
          <a:xfrm>
            <a:off x="1932968" y="3347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F1_main_prauc_1081">
            <a:extLst>
              <a:ext uri="{FF2B5EF4-FFF2-40B4-BE49-F238E27FC236}">
                <a16:creationId xmlns:a16="http://schemas.microsoft.com/office/drawing/2014/main" id="{880E533E-42A8-4AC2-AF02-D83D43E1439A}"/>
              </a:ext>
            </a:extLst>
          </p:cNvPr>
          <p:cNvSpPr>
            <a:spLocks noGrp="1"/>
          </p:cNvSpPr>
          <p:nvPr/>
        </p:nvSpPr>
        <p:spPr>
          <a:xfrm>
            <a:off x="1876809" y="57500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F1_main_prauc_1082">
            <a:extLst>
              <a:ext uri="{FF2B5EF4-FFF2-40B4-BE49-F238E27FC236}">
                <a16:creationId xmlns:a16="http://schemas.microsoft.com/office/drawing/2014/main" id="{95BFB268-4AD6-472F-AC3D-E90B61C877DB}"/>
              </a:ext>
            </a:extLst>
          </p:cNvPr>
          <p:cNvSpPr>
            <a:spLocks noGrp="1"/>
          </p:cNvSpPr>
          <p:nvPr/>
        </p:nvSpPr>
        <p:spPr>
          <a:xfrm>
            <a:off x="1810353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F1_main_prauc_1083">
            <a:extLst>
              <a:ext uri="{FF2B5EF4-FFF2-40B4-BE49-F238E27FC236}">
                <a16:creationId xmlns:a16="http://schemas.microsoft.com/office/drawing/2014/main" id="{399C982E-B0FB-4E02-9EE9-1B416C82DD70}"/>
              </a:ext>
            </a:extLst>
          </p:cNvPr>
          <p:cNvSpPr>
            <a:spLocks noGrp="1"/>
          </p:cNvSpPr>
          <p:nvPr/>
        </p:nvSpPr>
        <p:spPr>
          <a:xfrm>
            <a:off x="1782525" y="4712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F1_main_prauc_1084">
            <a:extLst>
              <a:ext uri="{FF2B5EF4-FFF2-40B4-BE49-F238E27FC236}">
                <a16:creationId xmlns:a16="http://schemas.microsoft.com/office/drawing/2014/main" id="{D4FDA150-C119-4C46-8048-2DD8B6B99917}"/>
              </a:ext>
            </a:extLst>
          </p:cNvPr>
          <p:cNvSpPr>
            <a:spLocks noGrp="1"/>
          </p:cNvSpPr>
          <p:nvPr/>
        </p:nvSpPr>
        <p:spPr>
          <a:xfrm>
            <a:off x="1870380" y="35136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F1_main_prauc_1085">
            <a:extLst>
              <a:ext uri="{FF2B5EF4-FFF2-40B4-BE49-F238E27FC236}">
                <a16:creationId xmlns:a16="http://schemas.microsoft.com/office/drawing/2014/main" id="{A35173C0-1FE2-48A7-8424-9E5060C98043}"/>
              </a:ext>
            </a:extLst>
          </p:cNvPr>
          <p:cNvSpPr>
            <a:spLocks noGrp="1"/>
          </p:cNvSpPr>
          <p:nvPr/>
        </p:nvSpPr>
        <p:spPr>
          <a:xfrm>
            <a:off x="1779687" y="3962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F1_main_prauc_1086">
            <a:extLst>
              <a:ext uri="{FF2B5EF4-FFF2-40B4-BE49-F238E27FC236}">
                <a16:creationId xmlns:a16="http://schemas.microsoft.com/office/drawing/2014/main" id="{3CC2420D-19A6-41F4-8974-07E48400588B}"/>
              </a:ext>
            </a:extLst>
          </p:cNvPr>
          <p:cNvSpPr>
            <a:spLocks noGrp="1"/>
          </p:cNvSpPr>
          <p:nvPr/>
        </p:nvSpPr>
        <p:spPr>
          <a:xfrm>
            <a:off x="2001161" y="45556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F1_main_prauc_1087">
            <a:extLst>
              <a:ext uri="{FF2B5EF4-FFF2-40B4-BE49-F238E27FC236}">
                <a16:creationId xmlns:a16="http://schemas.microsoft.com/office/drawing/2014/main" id="{2A8C8A39-C518-4F72-A378-A8CD3993882A}"/>
              </a:ext>
            </a:extLst>
          </p:cNvPr>
          <p:cNvSpPr>
            <a:spLocks noGrp="1"/>
          </p:cNvSpPr>
          <p:nvPr/>
        </p:nvSpPr>
        <p:spPr>
          <a:xfrm>
            <a:off x="1868801" y="37483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F1_main_prauc_1088">
            <a:extLst>
              <a:ext uri="{FF2B5EF4-FFF2-40B4-BE49-F238E27FC236}">
                <a16:creationId xmlns:a16="http://schemas.microsoft.com/office/drawing/2014/main" id="{B34ABF6A-80DF-430A-9C6B-3095D814B83B}"/>
              </a:ext>
            </a:extLst>
          </p:cNvPr>
          <p:cNvSpPr>
            <a:spLocks noGrp="1"/>
          </p:cNvSpPr>
          <p:nvPr/>
        </p:nvSpPr>
        <p:spPr>
          <a:xfrm>
            <a:off x="1888450" y="3470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F1_main_prauc_1089">
            <a:extLst>
              <a:ext uri="{FF2B5EF4-FFF2-40B4-BE49-F238E27FC236}">
                <a16:creationId xmlns:a16="http://schemas.microsoft.com/office/drawing/2014/main" id="{AB1E6B37-0573-4136-895A-4DB78F7C1E33}"/>
              </a:ext>
            </a:extLst>
          </p:cNvPr>
          <p:cNvSpPr>
            <a:spLocks noGrp="1"/>
          </p:cNvSpPr>
          <p:nvPr/>
        </p:nvSpPr>
        <p:spPr>
          <a:xfrm>
            <a:off x="1939610" y="47299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F1_main_prauc_1090">
            <a:extLst>
              <a:ext uri="{FF2B5EF4-FFF2-40B4-BE49-F238E27FC236}">
                <a16:creationId xmlns:a16="http://schemas.microsoft.com/office/drawing/2014/main" id="{17140900-5ABF-45E7-B244-63B9B4979226}"/>
              </a:ext>
            </a:extLst>
          </p:cNvPr>
          <p:cNvSpPr>
            <a:spLocks noGrp="1"/>
          </p:cNvSpPr>
          <p:nvPr/>
        </p:nvSpPr>
        <p:spPr>
          <a:xfrm>
            <a:off x="1874136" y="35088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F1_main_prauc_1091">
            <a:extLst>
              <a:ext uri="{FF2B5EF4-FFF2-40B4-BE49-F238E27FC236}">
                <a16:creationId xmlns:a16="http://schemas.microsoft.com/office/drawing/2014/main" id="{9F90283E-71A9-44EC-8194-7632888EE0EB}"/>
              </a:ext>
            </a:extLst>
          </p:cNvPr>
          <p:cNvSpPr>
            <a:spLocks noGrp="1"/>
          </p:cNvSpPr>
          <p:nvPr/>
        </p:nvSpPr>
        <p:spPr>
          <a:xfrm>
            <a:off x="1836179" y="44938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F1_main_prauc_1092">
            <a:extLst>
              <a:ext uri="{FF2B5EF4-FFF2-40B4-BE49-F238E27FC236}">
                <a16:creationId xmlns:a16="http://schemas.microsoft.com/office/drawing/2014/main" id="{2A045ABC-01B2-4355-A2DF-2CE4ACED4819}"/>
              </a:ext>
            </a:extLst>
          </p:cNvPr>
          <p:cNvSpPr>
            <a:spLocks noGrp="1"/>
          </p:cNvSpPr>
          <p:nvPr/>
        </p:nvSpPr>
        <p:spPr>
          <a:xfrm>
            <a:off x="1986504" y="37462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F1_main_prauc_1093">
            <a:extLst>
              <a:ext uri="{FF2B5EF4-FFF2-40B4-BE49-F238E27FC236}">
                <a16:creationId xmlns:a16="http://schemas.microsoft.com/office/drawing/2014/main" id="{85EDEDC5-9D79-4D7C-94A5-B28AFADF4C54}"/>
              </a:ext>
            </a:extLst>
          </p:cNvPr>
          <p:cNvSpPr>
            <a:spLocks noGrp="1"/>
          </p:cNvSpPr>
          <p:nvPr/>
        </p:nvSpPr>
        <p:spPr>
          <a:xfrm>
            <a:off x="1828299" y="6021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F1_main_prauc_1094">
            <a:extLst>
              <a:ext uri="{FF2B5EF4-FFF2-40B4-BE49-F238E27FC236}">
                <a16:creationId xmlns:a16="http://schemas.microsoft.com/office/drawing/2014/main" id="{4A578C7A-8C77-4973-B58B-7702CE3E0666}"/>
              </a:ext>
            </a:extLst>
          </p:cNvPr>
          <p:cNvSpPr>
            <a:spLocks noGrp="1"/>
          </p:cNvSpPr>
          <p:nvPr/>
        </p:nvSpPr>
        <p:spPr>
          <a:xfrm>
            <a:off x="1836507" y="4607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F1_main_prauc_1095">
            <a:extLst>
              <a:ext uri="{FF2B5EF4-FFF2-40B4-BE49-F238E27FC236}">
                <a16:creationId xmlns:a16="http://schemas.microsoft.com/office/drawing/2014/main" id="{B7151E32-5F72-4746-A160-1CA427DE8B4C}"/>
              </a:ext>
            </a:extLst>
          </p:cNvPr>
          <p:cNvSpPr>
            <a:spLocks noGrp="1"/>
          </p:cNvSpPr>
          <p:nvPr/>
        </p:nvSpPr>
        <p:spPr>
          <a:xfrm>
            <a:off x="1854616" y="34767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F1_main_prauc_1096">
            <a:extLst>
              <a:ext uri="{FF2B5EF4-FFF2-40B4-BE49-F238E27FC236}">
                <a16:creationId xmlns:a16="http://schemas.microsoft.com/office/drawing/2014/main" id="{16BD3EDE-D476-4B56-BA71-D83D672506B1}"/>
              </a:ext>
            </a:extLst>
          </p:cNvPr>
          <p:cNvSpPr>
            <a:spLocks noGrp="1"/>
          </p:cNvSpPr>
          <p:nvPr/>
        </p:nvSpPr>
        <p:spPr>
          <a:xfrm>
            <a:off x="1880580" y="60025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F1_main_prauc_1097">
            <a:extLst>
              <a:ext uri="{FF2B5EF4-FFF2-40B4-BE49-F238E27FC236}">
                <a16:creationId xmlns:a16="http://schemas.microsoft.com/office/drawing/2014/main" id="{351F9672-712B-4D1A-87DF-FA05AC39F94C}"/>
              </a:ext>
            </a:extLst>
          </p:cNvPr>
          <p:cNvSpPr>
            <a:spLocks noGrp="1"/>
          </p:cNvSpPr>
          <p:nvPr/>
        </p:nvSpPr>
        <p:spPr>
          <a:xfrm>
            <a:off x="1777576" y="43305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F1_main_prauc_1098">
            <a:extLst>
              <a:ext uri="{FF2B5EF4-FFF2-40B4-BE49-F238E27FC236}">
                <a16:creationId xmlns:a16="http://schemas.microsoft.com/office/drawing/2014/main" id="{5C9A644B-B841-46F8-ABE0-D4734D5580B8}"/>
              </a:ext>
            </a:extLst>
          </p:cNvPr>
          <p:cNvSpPr>
            <a:spLocks noGrp="1"/>
          </p:cNvSpPr>
          <p:nvPr/>
        </p:nvSpPr>
        <p:spPr>
          <a:xfrm>
            <a:off x="2005880" y="60693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F1_main_prauc_1099">
            <a:extLst>
              <a:ext uri="{FF2B5EF4-FFF2-40B4-BE49-F238E27FC236}">
                <a16:creationId xmlns:a16="http://schemas.microsoft.com/office/drawing/2014/main" id="{056C0D4B-968F-487C-8694-99E2582E3473}"/>
              </a:ext>
            </a:extLst>
          </p:cNvPr>
          <p:cNvSpPr>
            <a:spLocks noGrp="1"/>
          </p:cNvSpPr>
          <p:nvPr/>
        </p:nvSpPr>
        <p:spPr>
          <a:xfrm>
            <a:off x="1907149" y="49501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F1_main_prauc_1100">
            <a:extLst>
              <a:ext uri="{FF2B5EF4-FFF2-40B4-BE49-F238E27FC236}">
                <a16:creationId xmlns:a16="http://schemas.microsoft.com/office/drawing/2014/main" id="{C5BBB096-5DF1-48A6-A21E-E124EA22EDF1}"/>
              </a:ext>
            </a:extLst>
          </p:cNvPr>
          <p:cNvSpPr>
            <a:spLocks noGrp="1"/>
          </p:cNvSpPr>
          <p:nvPr/>
        </p:nvSpPr>
        <p:spPr>
          <a:xfrm>
            <a:off x="1974787" y="51520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F1_main_prauc_1101">
            <a:extLst>
              <a:ext uri="{FF2B5EF4-FFF2-40B4-BE49-F238E27FC236}">
                <a16:creationId xmlns:a16="http://schemas.microsoft.com/office/drawing/2014/main" id="{B70677AE-D054-408F-86E7-B216331F1E39}"/>
              </a:ext>
            </a:extLst>
          </p:cNvPr>
          <p:cNvSpPr>
            <a:spLocks noGrp="1"/>
          </p:cNvSpPr>
          <p:nvPr/>
        </p:nvSpPr>
        <p:spPr>
          <a:xfrm>
            <a:off x="1918693" y="45630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F1_main_prauc_1102">
            <a:extLst>
              <a:ext uri="{FF2B5EF4-FFF2-40B4-BE49-F238E27FC236}">
                <a16:creationId xmlns:a16="http://schemas.microsoft.com/office/drawing/2014/main" id="{F48D900A-3FB9-4CB6-8F40-1E5DEE89C01A}"/>
              </a:ext>
            </a:extLst>
          </p:cNvPr>
          <p:cNvSpPr>
            <a:spLocks noGrp="1"/>
          </p:cNvSpPr>
          <p:nvPr/>
        </p:nvSpPr>
        <p:spPr>
          <a:xfrm>
            <a:off x="1998450" y="5912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F1_main_prauc_1103">
            <a:extLst>
              <a:ext uri="{FF2B5EF4-FFF2-40B4-BE49-F238E27FC236}">
                <a16:creationId xmlns:a16="http://schemas.microsoft.com/office/drawing/2014/main" id="{51E12472-CF6A-4C10-A941-D69AE1F4A5BA}"/>
              </a:ext>
            </a:extLst>
          </p:cNvPr>
          <p:cNvSpPr>
            <a:spLocks noGrp="1"/>
          </p:cNvSpPr>
          <p:nvPr/>
        </p:nvSpPr>
        <p:spPr>
          <a:xfrm>
            <a:off x="1809765" y="40660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F1_main_prauc_1104">
            <a:extLst>
              <a:ext uri="{FF2B5EF4-FFF2-40B4-BE49-F238E27FC236}">
                <a16:creationId xmlns:a16="http://schemas.microsoft.com/office/drawing/2014/main" id="{7FDDE1D2-E62B-4BB4-B425-D2DEFC5E9657}"/>
              </a:ext>
            </a:extLst>
          </p:cNvPr>
          <p:cNvSpPr>
            <a:spLocks noGrp="1"/>
          </p:cNvSpPr>
          <p:nvPr/>
        </p:nvSpPr>
        <p:spPr>
          <a:xfrm>
            <a:off x="1921311" y="35824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F1_main_prauc_1105">
            <a:extLst>
              <a:ext uri="{FF2B5EF4-FFF2-40B4-BE49-F238E27FC236}">
                <a16:creationId xmlns:a16="http://schemas.microsoft.com/office/drawing/2014/main" id="{63B7D10E-60E0-4AC8-BD7F-BAF4AF727780}"/>
              </a:ext>
            </a:extLst>
          </p:cNvPr>
          <p:cNvSpPr>
            <a:spLocks noGrp="1"/>
          </p:cNvSpPr>
          <p:nvPr/>
        </p:nvSpPr>
        <p:spPr>
          <a:xfrm>
            <a:off x="1859833" y="52214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F1_main_prauc_1106">
            <a:extLst>
              <a:ext uri="{FF2B5EF4-FFF2-40B4-BE49-F238E27FC236}">
                <a16:creationId xmlns:a16="http://schemas.microsoft.com/office/drawing/2014/main" id="{E80457B1-0248-4641-86B2-3BFA21CF2AF0}"/>
              </a:ext>
            </a:extLst>
          </p:cNvPr>
          <p:cNvSpPr>
            <a:spLocks noGrp="1"/>
          </p:cNvSpPr>
          <p:nvPr/>
        </p:nvSpPr>
        <p:spPr>
          <a:xfrm>
            <a:off x="1775183" y="35983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F1_main_prauc_1107">
            <a:extLst>
              <a:ext uri="{FF2B5EF4-FFF2-40B4-BE49-F238E27FC236}">
                <a16:creationId xmlns:a16="http://schemas.microsoft.com/office/drawing/2014/main" id="{92DC5C99-5E15-474D-BFF1-90981F311CC8}"/>
              </a:ext>
            </a:extLst>
          </p:cNvPr>
          <p:cNvSpPr>
            <a:spLocks noGrp="1"/>
          </p:cNvSpPr>
          <p:nvPr/>
        </p:nvSpPr>
        <p:spPr>
          <a:xfrm>
            <a:off x="1917277" y="5426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F1_main_prauc_1108">
            <a:extLst>
              <a:ext uri="{FF2B5EF4-FFF2-40B4-BE49-F238E27FC236}">
                <a16:creationId xmlns:a16="http://schemas.microsoft.com/office/drawing/2014/main" id="{9086E9E2-466E-4A3A-B023-89463DA04979}"/>
              </a:ext>
            </a:extLst>
          </p:cNvPr>
          <p:cNvSpPr>
            <a:spLocks noGrp="1"/>
          </p:cNvSpPr>
          <p:nvPr/>
        </p:nvSpPr>
        <p:spPr>
          <a:xfrm>
            <a:off x="1921050" y="43687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F1_main_prauc_1109">
            <a:extLst>
              <a:ext uri="{FF2B5EF4-FFF2-40B4-BE49-F238E27FC236}">
                <a16:creationId xmlns:a16="http://schemas.microsoft.com/office/drawing/2014/main" id="{735D508A-798A-412B-BD84-12915E86DEBF}"/>
              </a:ext>
            </a:extLst>
          </p:cNvPr>
          <p:cNvSpPr>
            <a:spLocks noGrp="1"/>
          </p:cNvSpPr>
          <p:nvPr/>
        </p:nvSpPr>
        <p:spPr>
          <a:xfrm>
            <a:off x="1798061" y="45810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F1_main_prauc_1110">
            <a:extLst>
              <a:ext uri="{FF2B5EF4-FFF2-40B4-BE49-F238E27FC236}">
                <a16:creationId xmlns:a16="http://schemas.microsoft.com/office/drawing/2014/main" id="{0B4400DA-2DCE-4D41-A41D-93569D9C72EF}"/>
              </a:ext>
            </a:extLst>
          </p:cNvPr>
          <p:cNvSpPr>
            <a:spLocks noGrp="1"/>
          </p:cNvSpPr>
          <p:nvPr/>
        </p:nvSpPr>
        <p:spPr>
          <a:xfrm>
            <a:off x="1864670" y="44671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F1_main_prauc_1111">
            <a:extLst>
              <a:ext uri="{FF2B5EF4-FFF2-40B4-BE49-F238E27FC236}">
                <a16:creationId xmlns:a16="http://schemas.microsoft.com/office/drawing/2014/main" id="{F55ACC68-2D70-484A-8B89-93938AF2D2E0}"/>
              </a:ext>
            </a:extLst>
          </p:cNvPr>
          <p:cNvSpPr>
            <a:spLocks noGrp="1"/>
          </p:cNvSpPr>
          <p:nvPr/>
        </p:nvSpPr>
        <p:spPr>
          <a:xfrm>
            <a:off x="1881668" y="4034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F1_main_prauc_1112">
            <a:extLst>
              <a:ext uri="{FF2B5EF4-FFF2-40B4-BE49-F238E27FC236}">
                <a16:creationId xmlns:a16="http://schemas.microsoft.com/office/drawing/2014/main" id="{BD4E4AF7-8669-4163-8B6F-629DBF2B8131}"/>
              </a:ext>
            </a:extLst>
          </p:cNvPr>
          <p:cNvSpPr>
            <a:spLocks noGrp="1"/>
          </p:cNvSpPr>
          <p:nvPr/>
        </p:nvSpPr>
        <p:spPr>
          <a:xfrm>
            <a:off x="1793092" y="37854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F1_main_prauc_1113">
            <a:extLst>
              <a:ext uri="{FF2B5EF4-FFF2-40B4-BE49-F238E27FC236}">
                <a16:creationId xmlns:a16="http://schemas.microsoft.com/office/drawing/2014/main" id="{AEF23E83-3DB9-465D-92B4-6CCF0D7556AD}"/>
              </a:ext>
            </a:extLst>
          </p:cNvPr>
          <p:cNvSpPr>
            <a:spLocks noGrp="1"/>
          </p:cNvSpPr>
          <p:nvPr/>
        </p:nvSpPr>
        <p:spPr>
          <a:xfrm>
            <a:off x="1919812" y="54902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F1_main_prauc_1114">
            <a:extLst>
              <a:ext uri="{FF2B5EF4-FFF2-40B4-BE49-F238E27FC236}">
                <a16:creationId xmlns:a16="http://schemas.microsoft.com/office/drawing/2014/main" id="{43ECB83A-8259-4238-8725-770780272308}"/>
              </a:ext>
            </a:extLst>
          </p:cNvPr>
          <p:cNvSpPr>
            <a:spLocks noGrp="1"/>
          </p:cNvSpPr>
          <p:nvPr/>
        </p:nvSpPr>
        <p:spPr>
          <a:xfrm>
            <a:off x="1885565" y="35955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F1_main_prauc_1115">
            <a:extLst>
              <a:ext uri="{FF2B5EF4-FFF2-40B4-BE49-F238E27FC236}">
                <a16:creationId xmlns:a16="http://schemas.microsoft.com/office/drawing/2014/main" id="{62BD2317-BFD0-4F51-B04A-C72A9A2B9685}"/>
              </a:ext>
            </a:extLst>
          </p:cNvPr>
          <p:cNvSpPr>
            <a:spLocks noGrp="1"/>
          </p:cNvSpPr>
          <p:nvPr/>
        </p:nvSpPr>
        <p:spPr>
          <a:xfrm>
            <a:off x="1996905" y="55938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F1_main_prauc_1116">
            <a:extLst>
              <a:ext uri="{FF2B5EF4-FFF2-40B4-BE49-F238E27FC236}">
                <a16:creationId xmlns:a16="http://schemas.microsoft.com/office/drawing/2014/main" id="{4697632F-FA7A-4725-A5CF-9DA85F1B4D67}"/>
              </a:ext>
            </a:extLst>
          </p:cNvPr>
          <p:cNvSpPr>
            <a:spLocks noGrp="1"/>
          </p:cNvSpPr>
          <p:nvPr/>
        </p:nvSpPr>
        <p:spPr>
          <a:xfrm>
            <a:off x="1982193" y="37371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F1_main_prauc_1117">
            <a:extLst>
              <a:ext uri="{FF2B5EF4-FFF2-40B4-BE49-F238E27FC236}">
                <a16:creationId xmlns:a16="http://schemas.microsoft.com/office/drawing/2014/main" id="{E78C2F9E-AE3D-4E52-8763-12B1584F879E}"/>
              </a:ext>
            </a:extLst>
          </p:cNvPr>
          <p:cNvSpPr>
            <a:spLocks noGrp="1"/>
          </p:cNvSpPr>
          <p:nvPr/>
        </p:nvSpPr>
        <p:spPr>
          <a:xfrm>
            <a:off x="2007295" y="43670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F1_main_prauc_1118">
            <a:extLst>
              <a:ext uri="{FF2B5EF4-FFF2-40B4-BE49-F238E27FC236}">
                <a16:creationId xmlns:a16="http://schemas.microsoft.com/office/drawing/2014/main" id="{060685AF-00F9-48F6-93C8-4715A7DD261D}"/>
              </a:ext>
            </a:extLst>
          </p:cNvPr>
          <p:cNvSpPr>
            <a:spLocks noGrp="1"/>
          </p:cNvSpPr>
          <p:nvPr/>
        </p:nvSpPr>
        <p:spPr>
          <a:xfrm>
            <a:off x="1777112" y="33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F1_main_prauc_1119">
            <a:extLst>
              <a:ext uri="{FF2B5EF4-FFF2-40B4-BE49-F238E27FC236}">
                <a16:creationId xmlns:a16="http://schemas.microsoft.com/office/drawing/2014/main" id="{B3308297-558C-4DED-9A87-817AE4433C10}"/>
              </a:ext>
            </a:extLst>
          </p:cNvPr>
          <p:cNvSpPr>
            <a:spLocks noGrp="1"/>
          </p:cNvSpPr>
          <p:nvPr/>
        </p:nvSpPr>
        <p:spPr>
          <a:xfrm>
            <a:off x="1927971" y="40670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F1_main_prauc_1120">
            <a:extLst>
              <a:ext uri="{FF2B5EF4-FFF2-40B4-BE49-F238E27FC236}">
                <a16:creationId xmlns:a16="http://schemas.microsoft.com/office/drawing/2014/main" id="{C5E95B07-2810-44D3-9963-FA6AA0209483}"/>
              </a:ext>
            </a:extLst>
          </p:cNvPr>
          <p:cNvSpPr>
            <a:spLocks noGrp="1"/>
          </p:cNvSpPr>
          <p:nvPr/>
        </p:nvSpPr>
        <p:spPr>
          <a:xfrm>
            <a:off x="1956949" y="39874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F1_main_prauc_1121">
            <a:extLst>
              <a:ext uri="{FF2B5EF4-FFF2-40B4-BE49-F238E27FC236}">
                <a16:creationId xmlns:a16="http://schemas.microsoft.com/office/drawing/2014/main" id="{98A9A9FB-5927-47E2-BBFB-97CCDD630D04}"/>
              </a:ext>
            </a:extLst>
          </p:cNvPr>
          <p:cNvSpPr>
            <a:spLocks noGrp="1"/>
          </p:cNvSpPr>
          <p:nvPr/>
        </p:nvSpPr>
        <p:spPr>
          <a:xfrm>
            <a:off x="1966980" y="45993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F1_main_prauc_1122">
            <a:extLst>
              <a:ext uri="{FF2B5EF4-FFF2-40B4-BE49-F238E27FC236}">
                <a16:creationId xmlns:a16="http://schemas.microsoft.com/office/drawing/2014/main" id="{C8CB7AA1-3BF1-4FE3-AA04-075DFB0A1E2D}"/>
              </a:ext>
            </a:extLst>
          </p:cNvPr>
          <p:cNvSpPr>
            <a:spLocks noGrp="1"/>
          </p:cNvSpPr>
          <p:nvPr/>
        </p:nvSpPr>
        <p:spPr>
          <a:xfrm>
            <a:off x="1824817" y="50110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F1_main_prauc_1123">
            <a:extLst>
              <a:ext uri="{FF2B5EF4-FFF2-40B4-BE49-F238E27FC236}">
                <a16:creationId xmlns:a16="http://schemas.microsoft.com/office/drawing/2014/main" id="{8CBA33AA-AFA6-40FE-8C67-61BF37252B20}"/>
              </a:ext>
            </a:extLst>
          </p:cNvPr>
          <p:cNvSpPr>
            <a:spLocks noGrp="1"/>
          </p:cNvSpPr>
          <p:nvPr/>
        </p:nvSpPr>
        <p:spPr>
          <a:xfrm>
            <a:off x="1779073" y="50428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F1_main_prauc_1124">
            <a:extLst>
              <a:ext uri="{FF2B5EF4-FFF2-40B4-BE49-F238E27FC236}">
                <a16:creationId xmlns:a16="http://schemas.microsoft.com/office/drawing/2014/main" id="{DD9E6503-0ABF-420C-A2AE-260C0730F33A}"/>
              </a:ext>
            </a:extLst>
          </p:cNvPr>
          <p:cNvSpPr>
            <a:spLocks noGrp="1"/>
          </p:cNvSpPr>
          <p:nvPr/>
        </p:nvSpPr>
        <p:spPr>
          <a:xfrm>
            <a:off x="1964192" y="47550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F1_main_prauc_1125">
            <a:extLst>
              <a:ext uri="{FF2B5EF4-FFF2-40B4-BE49-F238E27FC236}">
                <a16:creationId xmlns:a16="http://schemas.microsoft.com/office/drawing/2014/main" id="{A0B55734-E524-4B03-8735-184FA42186B5}"/>
              </a:ext>
            </a:extLst>
          </p:cNvPr>
          <p:cNvSpPr>
            <a:spLocks noGrp="1"/>
          </p:cNvSpPr>
          <p:nvPr/>
        </p:nvSpPr>
        <p:spPr>
          <a:xfrm>
            <a:off x="1939995" y="34996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F1_main_prauc_1126">
            <a:extLst>
              <a:ext uri="{FF2B5EF4-FFF2-40B4-BE49-F238E27FC236}">
                <a16:creationId xmlns:a16="http://schemas.microsoft.com/office/drawing/2014/main" id="{4132CE2E-B2F5-475C-8D73-CBDEC8943DC8}"/>
              </a:ext>
            </a:extLst>
          </p:cNvPr>
          <p:cNvSpPr>
            <a:spLocks noGrp="1"/>
          </p:cNvSpPr>
          <p:nvPr/>
        </p:nvSpPr>
        <p:spPr>
          <a:xfrm>
            <a:off x="1879244" y="45574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F1_main_prauc_1127">
            <a:extLst>
              <a:ext uri="{FF2B5EF4-FFF2-40B4-BE49-F238E27FC236}">
                <a16:creationId xmlns:a16="http://schemas.microsoft.com/office/drawing/2014/main" id="{E3E2D3AD-F470-4080-B11A-4A7BB1D58BE4}"/>
              </a:ext>
            </a:extLst>
          </p:cNvPr>
          <p:cNvSpPr>
            <a:spLocks noGrp="1"/>
          </p:cNvSpPr>
          <p:nvPr/>
        </p:nvSpPr>
        <p:spPr>
          <a:xfrm>
            <a:off x="2009307" y="49150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F1_main_prauc_1128">
            <a:extLst>
              <a:ext uri="{FF2B5EF4-FFF2-40B4-BE49-F238E27FC236}">
                <a16:creationId xmlns:a16="http://schemas.microsoft.com/office/drawing/2014/main" id="{5AB2CAC5-CF37-42CF-8E42-2CA3BD78B82E}"/>
              </a:ext>
            </a:extLst>
          </p:cNvPr>
          <p:cNvSpPr>
            <a:spLocks noGrp="1"/>
          </p:cNvSpPr>
          <p:nvPr/>
        </p:nvSpPr>
        <p:spPr>
          <a:xfrm>
            <a:off x="1957777" y="3708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F1_main_prauc_1129">
            <a:extLst>
              <a:ext uri="{FF2B5EF4-FFF2-40B4-BE49-F238E27FC236}">
                <a16:creationId xmlns:a16="http://schemas.microsoft.com/office/drawing/2014/main" id="{6FF7706A-2869-4BA4-9563-851D5DDBA8DE}"/>
              </a:ext>
            </a:extLst>
          </p:cNvPr>
          <p:cNvSpPr>
            <a:spLocks noGrp="1"/>
          </p:cNvSpPr>
          <p:nvPr/>
        </p:nvSpPr>
        <p:spPr>
          <a:xfrm>
            <a:off x="1795678" y="50188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F1_main_prauc_1130">
            <a:extLst>
              <a:ext uri="{FF2B5EF4-FFF2-40B4-BE49-F238E27FC236}">
                <a16:creationId xmlns:a16="http://schemas.microsoft.com/office/drawing/2014/main" id="{B86427A7-B106-41C7-8B52-08D80E163E5B}"/>
              </a:ext>
            </a:extLst>
          </p:cNvPr>
          <p:cNvSpPr>
            <a:spLocks noGrp="1"/>
          </p:cNvSpPr>
          <p:nvPr/>
        </p:nvSpPr>
        <p:spPr>
          <a:xfrm>
            <a:off x="1773031" y="60664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F1_main_prauc_1131">
            <a:extLst>
              <a:ext uri="{FF2B5EF4-FFF2-40B4-BE49-F238E27FC236}">
                <a16:creationId xmlns:a16="http://schemas.microsoft.com/office/drawing/2014/main" id="{0F6E29BA-01B6-4B46-A1B1-EB5405928D0E}"/>
              </a:ext>
            </a:extLst>
          </p:cNvPr>
          <p:cNvSpPr>
            <a:spLocks noGrp="1"/>
          </p:cNvSpPr>
          <p:nvPr/>
        </p:nvSpPr>
        <p:spPr>
          <a:xfrm>
            <a:off x="1889808" y="5000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F1_main_prauc_1132">
            <a:extLst>
              <a:ext uri="{FF2B5EF4-FFF2-40B4-BE49-F238E27FC236}">
                <a16:creationId xmlns:a16="http://schemas.microsoft.com/office/drawing/2014/main" id="{5853B867-90BD-4255-8BAF-11337081D1E1}"/>
              </a:ext>
            </a:extLst>
          </p:cNvPr>
          <p:cNvSpPr>
            <a:spLocks noGrp="1"/>
          </p:cNvSpPr>
          <p:nvPr/>
        </p:nvSpPr>
        <p:spPr>
          <a:xfrm>
            <a:off x="1979987" y="59336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F1_main_prauc_1133">
            <a:extLst>
              <a:ext uri="{FF2B5EF4-FFF2-40B4-BE49-F238E27FC236}">
                <a16:creationId xmlns:a16="http://schemas.microsoft.com/office/drawing/2014/main" id="{47C02436-974D-436A-8DA9-8AB7094D10FE}"/>
              </a:ext>
            </a:extLst>
          </p:cNvPr>
          <p:cNvSpPr>
            <a:spLocks noGrp="1"/>
          </p:cNvSpPr>
          <p:nvPr/>
        </p:nvSpPr>
        <p:spPr>
          <a:xfrm>
            <a:off x="1809232" y="46257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F1_main_prauc_1134">
            <a:extLst>
              <a:ext uri="{FF2B5EF4-FFF2-40B4-BE49-F238E27FC236}">
                <a16:creationId xmlns:a16="http://schemas.microsoft.com/office/drawing/2014/main" id="{E69AF1AF-5C1E-4EAF-AB6B-41AD1C999E49}"/>
              </a:ext>
            </a:extLst>
          </p:cNvPr>
          <p:cNvSpPr>
            <a:spLocks noGrp="1"/>
          </p:cNvSpPr>
          <p:nvPr/>
        </p:nvSpPr>
        <p:spPr>
          <a:xfrm>
            <a:off x="34977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F1_main_prauc_1135">
            <a:extLst>
              <a:ext uri="{FF2B5EF4-FFF2-40B4-BE49-F238E27FC236}">
                <a16:creationId xmlns:a16="http://schemas.microsoft.com/office/drawing/2014/main" id="{7DDC1538-AD0C-4890-9AA0-E1D4ED1EE52C}"/>
              </a:ext>
            </a:extLst>
          </p:cNvPr>
          <p:cNvSpPr>
            <a:spLocks noGrp="1"/>
          </p:cNvSpPr>
          <p:nvPr/>
        </p:nvSpPr>
        <p:spPr>
          <a:xfrm>
            <a:off x="351359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F1_main_prauc_1136">
            <a:extLst>
              <a:ext uri="{FF2B5EF4-FFF2-40B4-BE49-F238E27FC236}">
                <a16:creationId xmlns:a16="http://schemas.microsoft.com/office/drawing/2014/main" id="{AC13B073-EAF8-4429-98DA-28A43E584338}"/>
              </a:ext>
            </a:extLst>
          </p:cNvPr>
          <p:cNvSpPr>
            <a:spLocks noGrp="1"/>
          </p:cNvSpPr>
          <p:nvPr/>
        </p:nvSpPr>
        <p:spPr>
          <a:xfrm>
            <a:off x="34253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F1_main_prauc_1137">
            <a:extLst>
              <a:ext uri="{FF2B5EF4-FFF2-40B4-BE49-F238E27FC236}">
                <a16:creationId xmlns:a16="http://schemas.microsoft.com/office/drawing/2014/main" id="{40C7DC87-C7ED-47B9-A020-6EB48ED1BECA}"/>
              </a:ext>
            </a:extLst>
          </p:cNvPr>
          <p:cNvSpPr>
            <a:spLocks noGrp="1"/>
          </p:cNvSpPr>
          <p:nvPr/>
        </p:nvSpPr>
        <p:spPr>
          <a:xfrm>
            <a:off x="34608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F1_main_prauc_1138">
            <a:extLst>
              <a:ext uri="{FF2B5EF4-FFF2-40B4-BE49-F238E27FC236}">
                <a16:creationId xmlns:a16="http://schemas.microsoft.com/office/drawing/2014/main" id="{3D4CA040-6032-48A3-AC0A-F0491E25A2D9}"/>
              </a:ext>
            </a:extLst>
          </p:cNvPr>
          <p:cNvSpPr>
            <a:spLocks noGrp="1"/>
          </p:cNvSpPr>
          <p:nvPr/>
        </p:nvSpPr>
        <p:spPr>
          <a:xfrm>
            <a:off x="3370945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F1_main_prauc_1139">
            <a:extLst>
              <a:ext uri="{FF2B5EF4-FFF2-40B4-BE49-F238E27FC236}">
                <a16:creationId xmlns:a16="http://schemas.microsoft.com/office/drawing/2014/main" id="{6DA3D678-37B1-42BD-B93B-D266AEC4CA53}"/>
              </a:ext>
            </a:extLst>
          </p:cNvPr>
          <p:cNvSpPr>
            <a:spLocks noGrp="1"/>
          </p:cNvSpPr>
          <p:nvPr/>
        </p:nvSpPr>
        <p:spPr>
          <a:xfrm>
            <a:off x="35641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F1_main_prauc_1140">
            <a:extLst>
              <a:ext uri="{FF2B5EF4-FFF2-40B4-BE49-F238E27FC236}">
                <a16:creationId xmlns:a16="http://schemas.microsoft.com/office/drawing/2014/main" id="{811B34BB-1DD6-447A-B1D7-23452A9C9300}"/>
              </a:ext>
            </a:extLst>
          </p:cNvPr>
          <p:cNvSpPr>
            <a:spLocks noGrp="1"/>
          </p:cNvSpPr>
          <p:nvPr/>
        </p:nvSpPr>
        <p:spPr>
          <a:xfrm>
            <a:off x="33485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F1_main_prauc_1141">
            <a:extLst>
              <a:ext uri="{FF2B5EF4-FFF2-40B4-BE49-F238E27FC236}">
                <a16:creationId xmlns:a16="http://schemas.microsoft.com/office/drawing/2014/main" id="{17443F82-9269-49A6-A620-38B6822EC3F2}"/>
              </a:ext>
            </a:extLst>
          </p:cNvPr>
          <p:cNvSpPr>
            <a:spLocks noGrp="1"/>
          </p:cNvSpPr>
          <p:nvPr/>
        </p:nvSpPr>
        <p:spPr>
          <a:xfrm>
            <a:off x="34148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F1_main_prauc_1142">
            <a:extLst>
              <a:ext uri="{FF2B5EF4-FFF2-40B4-BE49-F238E27FC236}">
                <a16:creationId xmlns:a16="http://schemas.microsoft.com/office/drawing/2014/main" id="{1826B98E-973B-4BAF-9579-313BCC7FE277}"/>
              </a:ext>
            </a:extLst>
          </p:cNvPr>
          <p:cNvSpPr>
            <a:spLocks noGrp="1"/>
          </p:cNvSpPr>
          <p:nvPr/>
        </p:nvSpPr>
        <p:spPr>
          <a:xfrm>
            <a:off x="3531608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F1_main_prauc_1143">
            <a:extLst>
              <a:ext uri="{FF2B5EF4-FFF2-40B4-BE49-F238E27FC236}">
                <a16:creationId xmlns:a16="http://schemas.microsoft.com/office/drawing/2014/main" id="{D76A0B67-6F1B-4BBD-B246-17C4D23C9565}"/>
              </a:ext>
            </a:extLst>
          </p:cNvPr>
          <p:cNvSpPr>
            <a:spLocks noGrp="1"/>
          </p:cNvSpPr>
          <p:nvPr/>
        </p:nvSpPr>
        <p:spPr>
          <a:xfrm>
            <a:off x="358378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F1_main_prauc_1144">
            <a:extLst>
              <a:ext uri="{FF2B5EF4-FFF2-40B4-BE49-F238E27FC236}">
                <a16:creationId xmlns:a16="http://schemas.microsoft.com/office/drawing/2014/main" id="{3711C2AD-5633-42D1-A00D-F65A8BB2B3B8}"/>
              </a:ext>
            </a:extLst>
          </p:cNvPr>
          <p:cNvSpPr>
            <a:spLocks noGrp="1"/>
          </p:cNvSpPr>
          <p:nvPr/>
        </p:nvSpPr>
        <p:spPr>
          <a:xfrm>
            <a:off x="3574994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F1_main_prauc_1145">
            <a:extLst>
              <a:ext uri="{FF2B5EF4-FFF2-40B4-BE49-F238E27FC236}">
                <a16:creationId xmlns:a16="http://schemas.microsoft.com/office/drawing/2014/main" id="{23155D70-CF55-4936-831E-EF7A10443888}"/>
              </a:ext>
            </a:extLst>
          </p:cNvPr>
          <p:cNvSpPr>
            <a:spLocks noGrp="1"/>
          </p:cNvSpPr>
          <p:nvPr/>
        </p:nvSpPr>
        <p:spPr>
          <a:xfrm>
            <a:off x="3527747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F1_main_prauc_1146">
            <a:extLst>
              <a:ext uri="{FF2B5EF4-FFF2-40B4-BE49-F238E27FC236}">
                <a16:creationId xmlns:a16="http://schemas.microsoft.com/office/drawing/2014/main" id="{381A7CA8-A33B-43D4-AE85-B47C9C9C3C60}"/>
              </a:ext>
            </a:extLst>
          </p:cNvPr>
          <p:cNvSpPr>
            <a:spLocks noGrp="1"/>
          </p:cNvSpPr>
          <p:nvPr/>
        </p:nvSpPr>
        <p:spPr>
          <a:xfrm>
            <a:off x="3381480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F1_main_prauc_1147">
            <a:extLst>
              <a:ext uri="{FF2B5EF4-FFF2-40B4-BE49-F238E27FC236}">
                <a16:creationId xmlns:a16="http://schemas.microsoft.com/office/drawing/2014/main" id="{C0514709-7FBF-467A-A6A1-4901090F6194}"/>
              </a:ext>
            </a:extLst>
          </p:cNvPr>
          <p:cNvSpPr>
            <a:spLocks noGrp="1"/>
          </p:cNvSpPr>
          <p:nvPr/>
        </p:nvSpPr>
        <p:spPr>
          <a:xfrm>
            <a:off x="357428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F1_main_prauc_1148">
            <a:extLst>
              <a:ext uri="{FF2B5EF4-FFF2-40B4-BE49-F238E27FC236}">
                <a16:creationId xmlns:a16="http://schemas.microsoft.com/office/drawing/2014/main" id="{4C2AA513-AD0C-4F3E-ACBC-BFCC39AB8888}"/>
              </a:ext>
            </a:extLst>
          </p:cNvPr>
          <p:cNvSpPr>
            <a:spLocks noGrp="1"/>
          </p:cNvSpPr>
          <p:nvPr/>
        </p:nvSpPr>
        <p:spPr>
          <a:xfrm>
            <a:off x="338164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F1_main_prauc_1149">
            <a:extLst>
              <a:ext uri="{FF2B5EF4-FFF2-40B4-BE49-F238E27FC236}">
                <a16:creationId xmlns:a16="http://schemas.microsoft.com/office/drawing/2014/main" id="{88D5239C-267D-4E8F-81B1-AA56BBEE0CBD}"/>
              </a:ext>
            </a:extLst>
          </p:cNvPr>
          <p:cNvSpPr>
            <a:spLocks noGrp="1"/>
          </p:cNvSpPr>
          <p:nvPr/>
        </p:nvSpPr>
        <p:spPr>
          <a:xfrm>
            <a:off x="350816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F1_main_prauc_1150">
            <a:extLst>
              <a:ext uri="{FF2B5EF4-FFF2-40B4-BE49-F238E27FC236}">
                <a16:creationId xmlns:a16="http://schemas.microsoft.com/office/drawing/2014/main" id="{CD368E0B-1A29-40EF-9EB8-1EDC3121B5CE}"/>
              </a:ext>
            </a:extLst>
          </p:cNvPr>
          <p:cNvSpPr>
            <a:spLocks noGrp="1"/>
          </p:cNvSpPr>
          <p:nvPr/>
        </p:nvSpPr>
        <p:spPr>
          <a:xfrm>
            <a:off x="359231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F1_main_prauc_1151">
            <a:extLst>
              <a:ext uri="{FF2B5EF4-FFF2-40B4-BE49-F238E27FC236}">
                <a16:creationId xmlns:a16="http://schemas.microsoft.com/office/drawing/2014/main" id="{4B14A18C-FDE1-4B9F-82A4-6DBF3914B1AA}"/>
              </a:ext>
            </a:extLst>
          </p:cNvPr>
          <p:cNvSpPr>
            <a:spLocks noGrp="1"/>
          </p:cNvSpPr>
          <p:nvPr/>
        </p:nvSpPr>
        <p:spPr>
          <a:xfrm>
            <a:off x="346844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F1_main_prauc_1152">
            <a:extLst>
              <a:ext uri="{FF2B5EF4-FFF2-40B4-BE49-F238E27FC236}">
                <a16:creationId xmlns:a16="http://schemas.microsoft.com/office/drawing/2014/main" id="{4D50F023-1D72-445D-BF82-7886E97870FE}"/>
              </a:ext>
            </a:extLst>
          </p:cNvPr>
          <p:cNvSpPr>
            <a:spLocks noGrp="1"/>
          </p:cNvSpPr>
          <p:nvPr/>
        </p:nvSpPr>
        <p:spPr>
          <a:xfrm>
            <a:off x="3583944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F1_main_prauc_1153">
            <a:extLst>
              <a:ext uri="{FF2B5EF4-FFF2-40B4-BE49-F238E27FC236}">
                <a16:creationId xmlns:a16="http://schemas.microsoft.com/office/drawing/2014/main" id="{E8D2384C-AE83-4723-9E5E-C4A952748356}"/>
              </a:ext>
            </a:extLst>
          </p:cNvPr>
          <p:cNvSpPr>
            <a:spLocks noGrp="1"/>
          </p:cNvSpPr>
          <p:nvPr/>
        </p:nvSpPr>
        <p:spPr>
          <a:xfrm>
            <a:off x="337020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F1_main_prauc_1154">
            <a:extLst>
              <a:ext uri="{FF2B5EF4-FFF2-40B4-BE49-F238E27FC236}">
                <a16:creationId xmlns:a16="http://schemas.microsoft.com/office/drawing/2014/main" id="{37B8D181-2EDD-40BC-8C93-21803A1424DE}"/>
              </a:ext>
            </a:extLst>
          </p:cNvPr>
          <p:cNvSpPr>
            <a:spLocks noGrp="1"/>
          </p:cNvSpPr>
          <p:nvPr/>
        </p:nvSpPr>
        <p:spPr>
          <a:xfrm>
            <a:off x="3580316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F1_main_prauc_1155">
            <a:extLst>
              <a:ext uri="{FF2B5EF4-FFF2-40B4-BE49-F238E27FC236}">
                <a16:creationId xmlns:a16="http://schemas.microsoft.com/office/drawing/2014/main" id="{918A2B4C-CA1C-42EB-A6B9-C1A7EDFCD360}"/>
              </a:ext>
            </a:extLst>
          </p:cNvPr>
          <p:cNvSpPr>
            <a:spLocks noGrp="1"/>
          </p:cNvSpPr>
          <p:nvPr/>
        </p:nvSpPr>
        <p:spPr>
          <a:xfrm>
            <a:off x="3406833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F1_main_prauc_1156">
            <a:extLst>
              <a:ext uri="{FF2B5EF4-FFF2-40B4-BE49-F238E27FC236}">
                <a16:creationId xmlns:a16="http://schemas.microsoft.com/office/drawing/2014/main" id="{2AB28D6E-E5C5-44EA-9400-D9A815A58C76}"/>
              </a:ext>
            </a:extLst>
          </p:cNvPr>
          <p:cNvSpPr>
            <a:spLocks noGrp="1"/>
          </p:cNvSpPr>
          <p:nvPr/>
        </p:nvSpPr>
        <p:spPr>
          <a:xfrm>
            <a:off x="3584824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F1_main_prauc_1157">
            <a:extLst>
              <a:ext uri="{FF2B5EF4-FFF2-40B4-BE49-F238E27FC236}">
                <a16:creationId xmlns:a16="http://schemas.microsoft.com/office/drawing/2014/main" id="{B2DBD28D-2922-4C5B-9E6F-19678D62A71E}"/>
              </a:ext>
            </a:extLst>
          </p:cNvPr>
          <p:cNvSpPr>
            <a:spLocks noGrp="1"/>
          </p:cNvSpPr>
          <p:nvPr/>
        </p:nvSpPr>
        <p:spPr>
          <a:xfrm>
            <a:off x="342149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F1_main_prauc_1158">
            <a:extLst>
              <a:ext uri="{FF2B5EF4-FFF2-40B4-BE49-F238E27FC236}">
                <a16:creationId xmlns:a16="http://schemas.microsoft.com/office/drawing/2014/main" id="{55A2D9DD-B7D2-406F-90E4-A6F86F3F9A2D}"/>
              </a:ext>
            </a:extLst>
          </p:cNvPr>
          <p:cNvSpPr>
            <a:spLocks noGrp="1"/>
          </p:cNvSpPr>
          <p:nvPr/>
        </p:nvSpPr>
        <p:spPr>
          <a:xfrm>
            <a:off x="347105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F1_main_prauc_1159">
            <a:extLst>
              <a:ext uri="{FF2B5EF4-FFF2-40B4-BE49-F238E27FC236}">
                <a16:creationId xmlns:a16="http://schemas.microsoft.com/office/drawing/2014/main" id="{6DB9EA8C-82E3-417C-88C3-18803BFFAAE5}"/>
              </a:ext>
            </a:extLst>
          </p:cNvPr>
          <p:cNvSpPr>
            <a:spLocks noGrp="1"/>
          </p:cNvSpPr>
          <p:nvPr/>
        </p:nvSpPr>
        <p:spPr>
          <a:xfrm>
            <a:off x="35637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F1_main_prauc_1160">
            <a:extLst>
              <a:ext uri="{FF2B5EF4-FFF2-40B4-BE49-F238E27FC236}">
                <a16:creationId xmlns:a16="http://schemas.microsoft.com/office/drawing/2014/main" id="{92A9B17B-ED9A-4C80-A4B0-5F62989C3F4E}"/>
              </a:ext>
            </a:extLst>
          </p:cNvPr>
          <p:cNvSpPr>
            <a:spLocks noGrp="1"/>
          </p:cNvSpPr>
          <p:nvPr/>
        </p:nvSpPr>
        <p:spPr>
          <a:xfrm>
            <a:off x="3390995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F1_main_prauc_1161">
            <a:extLst>
              <a:ext uri="{FF2B5EF4-FFF2-40B4-BE49-F238E27FC236}">
                <a16:creationId xmlns:a16="http://schemas.microsoft.com/office/drawing/2014/main" id="{D222AB63-398E-464E-8C2B-6E738B62D061}"/>
              </a:ext>
            </a:extLst>
          </p:cNvPr>
          <p:cNvSpPr>
            <a:spLocks noGrp="1"/>
          </p:cNvSpPr>
          <p:nvPr/>
        </p:nvSpPr>
        <p:spPr>
          <a:xfrm>
            <a:off x="3475201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F1_main_prauc_1162">
            <a:extLst>
              <a:ext uri="{FF2B5EF4-FFF2-40B4-BE49-F238E27FC236}">
                <a16:creationId xmlns:a16="http://schemas.microsoft.com/office/drawing/2014/main" id="{2761A59B-269C-4995-88EF-FCBA9EED9E81}"/>
              </a:ext>
            </a:extLst>
          </p:cNvPr>
          <p:cNvSpPr>
            <a:spLocks noGrp="1"/>
          </p:cNvSpPr>
          <p:nvPr/>
        </p:nvSpPr>
        <p:spPr>
          <a:xfrm>
            <a:off x="3469578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F1_main_prauc_1163">
            <a:extLst>
              <a:ext uri="{FF2B5EF4-FFF2-40B4-BE49-F238E27FC236}">
                <a16:creationId xmlns:a16="http://schemas.microsoft.com/office/drawing/2014/main" id="{6DBA815C-156E-4725-A599-CFF9BFAB972C}"/>
              </a:ext>
            </a:extLst>
          </p:cNvPr>
          <p:cNvSpPr>
            <a:spLocks noGrp="1"/>
          </p:cNvSpPr>
          <p:nvPr/>
        </p:nvSpPr>
        <p:spPr>
          <a:xfrm>
            <a:off x="34457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F1_main_prauc_1164">
            <a:extLst>
              <a:ext uri="{FF2B5EF4-FFF2-40B4-BE49-F238E27FC236}">
                <a16:creationId xmlns:a16="http://schemas.microsoft.com/office/drawing/2014/main" id="{D6D08D31-1E09-4FB6-A378-465FFC084463}"/>
              </a:ext>
            </a:extLst>
          </p:cNvPr>
          <p:cNvSpPr>
            <a:spLocks noGrp="1"/>
          </p:cNvSpPr>
          <p:nvPr/>
        </p:nvSpPr>
        <p:spPr>
          <a:xfrm>
            <a:off x="34394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F1_main_prauc_1165">
            <a:extLst>
              <a:ext uri="{FF2B5EF4-FFF2-40B4-BE49-F238E27FC236}">
                <a16:creationId xmlns:a16="http://schemas.microsoft.com/office/drawing/2014/main" id="{4F693E7D-79AA-48F3-B1DE-C895B8CC1D24}"/>
              </a:ext>
            </a:extLst>
          </p:cNvPr>
          <p:cNvSpPr>
            <a:spLocks noGrp="1"/>
          </p:cNvSpPr>
          <p:nvPr/>
        </p:nvSpPr>
        <p:spPr>
          <a:xfrm>
            <a:off x="340483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F1_main_prauc_1166">
            <a:extLst>
              <a:ext uri="{FF2B5EF4-FFF2-40B4-BE49-F238E27FC236}">
                <a16:creationId xmlns:a16="http://schemas.microsoft.com/office/drawing/2014/main" id="{4503DB3A-CE8A-41AE-8B5F-0A7AF812590C}"/>
              </a:ext>
            </a:extLst>
          </p:cNvPr>
          <p:cNvSpPr>
            <a:spLocks noGrp="1"/>
          </p:cNvSpPr>
          <p:nvPr/>
        </p:nvSpPr>
        <p:spPr>
          <a:xfrm>
            <a:off x="358008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F1_main_prauc_1167">
            <a:extLst>
              <a:ext uri="{FF2B5EF4-FFF2-40B4-BE49-F238E27FC236}">
                <a16:creationId xmlns:a16="http://schemas.microsoft.com/office/drawing/2014/main" id="{F737A46C-D46A-4B82-A7F8-25EBCBA9F27C}"/>
              </a:ext>
            </a:extLst>
          </p:cNvPr>
          <p:cNvSpPr>
            <a:spLocks noGrp="1"/>
          </p:cNvSpPr>
          <p:nvPr/>
        </p:nvSpPr>
        <p:spPr>
          <a:xfrm>
            <a:off x="358202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F1_main_prauc_1168">
            <a:extLst>
              <a:ext uri="{FF2B5EF4-FFF2-40B4-BE49-F238E27FC236}">
                <a16:creationId xmlns:a16="http://schemas.microsoft.com/office/drawing/2014/main" id="{B7DE4015-36FC-4AA5-AFD8-CB5D7ECEA1D7}"/>
              </a:ext>
            </a:extLst>
          </p:cNvPr>
          <p:cNvSpPr>
            <a:spLocks noGrp="1"/>
          </p:cNvSpPr>
          <p:nvPr/>
        </p:nvSpPr>
        <p:spPr>
          <a:xfrm>
            <a:off x="35780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F1_main_prauc_1169">
            <a:extLst>
              <a:ext uri="{FF2B5EF4-FFF2-40B4-BE49-F238E27FC236}">
                <a16:creationId xmlns:a16="http://schemas.microsoft.com/office/drawing/2014/main" id="{7CAB8F65-8DD9-458B-8743-C4F164384BAB}"/>
              </a:ext>
            </a:extLst>
          </p:cNvPr>
          <p:cNvSpPr>
            <a:spLocks noGrp="1"/>
          </p:cNvSpPr>
          <p:nvPr/>
        </p:nvSpPr>
        <p:spPr>
          <a:xfrm>
            <a:off x="352884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F1_main_prauc_1170">
            <a:extLst>
              <a:ext uri="{FF2B5EF4-FFF2-40B4-BE49-F238E27FC236}">
                <a16:creationId xmlns:a16="http://schemas.microsoft.com/office/drawing/2014/main" id="{F4B4773E-E838-4706-8F91-014AFBE30DBF}"/>
              </a:ext>
            </a:extLst>
          </p:cNvPr>
          <p:cNvSpPr>
            <a:spLocks noGrp="1"/>
          </p:cNvSpPr>
          <p:nvPr/>
        </p:nvSpPr>
        <p:spPr>
          <a:xfrm>
            <a:off x="357048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F1_main_prauc_1171">
            <a:extLst>
              <a:ext uri="{FF2B5EF4-FFF2-40B4-BE49-F238E27FC236}">
                <a16:creationId xmlns:a16="http://schemas.microsoft.com/office/drawing/2014/main" id="{2C2A8FAD-AB50-45F8-945C-F3D75EA33392}"/>
              </a:ext>
            </a:extLst>
          </p:cNvPr>
          <p:cNvSpPr>
            <a:spLocks noGrp="1"/>
          </p:cNvSpPr>
          <p:nvPr/>
        </p:nvSpPr>
        <p:spPr>
          <a:xfrm>
            <a:off x="33594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F1_main_prauc_1172">
            <a:extLst>
              <a:ext uri="{FF2B5EF4-FFF2-40B4-BE49-F238E27FC236}">
                <a16:creationId xmlns:a16="http://schemas.microsoft.com/office/drawing/2014/main" id="{05A9A3EF-4521-4F05-B13D-20028DF94541}"/>
              </a:ext>
            </a:extLst>
          </p:cNvPr>
          <p:cNvSpPr>
            <a:spLocks noGrp="1"/>
          </p:cNvSpPr>
          <p:nvPr/>
        </p:nvSpPr>
        <p:spPr>
          <a:xfrm>
            <a:off x="33462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F1_main_prauc_1173">
            <a:extLst>
              <a:ext uri="{FF2B5EF4-FFF2-40B4-BE49-F238E27FC236}">
                <a16:creationId xmlns:a16="http://schemas.microsoft.com/office/drawing/2014/main" id="{CABD0D9A-2BEB-4E06-837F-D52EB0A8802E}"/>
              </a:ext>
            </a:extLst>
          </p:cNvPr>
          <p:cNvSpPr>
            <a:spLocks noGrp="1"/>
          </p:cNvSpPr>
          <p:nvPr/>
        </p:nvSpPr>
        <p:spPr>
          <a:xfrm>
            <a:off x="35186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F1_main_prauc_1174">
            <a:extLst>
              <a:ext uri="{FF2B5EF4-FFF2-40B4-BE49-F238E27FC236}">
                <a16:creationId xmlns:a16="http://schemas.microsoft.com/office/drawing/2014/main" id="{A15124C2-7223-4592-9249-6E2A0997028C}"/>
              </a:ext>
            </a:extLst>
          </p:cNvPr>
          <p:cNvSpPr>
            <a:spLocks noGrp="1"/>
          </p:cNvSpPr>
          <p:nvPr/>
        </p:nvSpPr>
        <p:spPr>
          <a:xfrm>
            <a:off x="3490911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F1_main_prauc_1175">
            <a:extLst>
              <a:ext uri="{FF2B5EF4-FFF2-40B4-BE49-F238E27FC236}">
                <a16:creationId xmlns:a16="http://schemas.microsoft.com/office/drawing/2014/main" id="{18B0A9C1-E97B-4B6E-AD2C-24C915AAD1C9}"/>
              </a:ext>
            </a:extLst>
          </p:cNvPr>
          <p:cNvSpPr>
            <a:spLocks noGrp="1"/>
          </p:cNvSpPr>
          <p:nvPr/>
        </p:nvSpPr>
        <p:spPr>
          <a:xfrm>
            <a:off x="350468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F1_main_prauc_1176">
            <a:extLst>
              <a:ext uri="{FF2B5EF4-FFF2-40B4-BE49-F238E27FC236}">
                <a16:creationId xmlns:a16="http://schemas.microsoft.com/office/drawing/2014/main" id="{B615557C-F222-4980-B743-20319284EBAE}"/>
              </a:ext>
            </a:extLst>
          </p:cNvPr>
          <p:cNvSpPr>
            <a:spLocks noGrp="1"/>
          </p:cNvSpPr>
          <p:nvPr/>
        </p:nvSpPr>
        <p:spPr>
          <a:xfrm>
            <a:off x="35084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F1_main_prauc_1177">
            <a:extLst>
              <a:ext uri="{FF2B5EF4-FFF2-40B4-BE49-F238E27FC236}">
                <a16:creationId xmlns:a16="http://schemas.microsoft.com/office/drawing/2014/main" id="{A4D802D9-926A-427A-943B-844A7A7EF3DA}"/>
              </a:ext>
            </a:extLst>
          </p:cNvPr>
          <p:cNvSpPr>
            <a:spLocks noGrp="1"/>
          </p:cNvSpPr>
          <p:nvPr/>
        </p:nvSpPr>
        <p:spPr>
          <a:xfrm>
            <a:off x="3472408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F1_main_prauc_1178">
            <a:extLst>
              <a:ext uri="{FF2B5EF4-FFF2-40B4-BE49-F238E27FC236}">
                <a16:creationId xmlns:a16="http://schemas.microsoft.com/office/drawing/2014/main" id="{9CEEE136-CDEB-4E9B-AA83-CFBBFCD3F932}"/>
              </a:ext>
            </a:extLst>
          </p:cNvPr>
          <p:cNvSpPr>
            <a:spLocks noGrp="1"/>
          </p:cNvSpPr>
          <p:nvPr/>
        </p:nvSpPr>
        <p:spPr>
          <a:xfrm>
            <a:off x="341928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F1_main_prauc_1179">
            <a:extLst>
              <a:ext uri="{FF2B5EF4-FFF2-40B4-BE49-F238E27FC236}">
                <a16:creationId xmlns:a16="http://schemas.microsoft.com/office/drawing/2014/main" id="{D5599465-5020-4639-B8E1-40BB9FF9DF32}"/>
              </a:ext>
            </a:extLst>
          </p:cNvPr>
          <p:cNvSpPr>
            <a:spLocks noGrp="1"/>
          </p:cNvSpPr>
          <p:nvPr/>
        </p:nvSpPr>
        <p:spPr>
          <a:xfrm>
            <a:off x="354242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F1_main_prauc_1180">
            <a:extLst>
              <a:ext uri="{FF2B5EF4-FFF2-40B4-BE49-F238E27FC236}">
                <a16:creationId xmlns:a16="http://schemas.microsoft.com/office/drawing/2014/main" id="{FADFF5C7-291C-499A-A2F2-9BD0A2DBD3AD}"/>
              </a:ext>
            </a:extLst>
          </p:cNvPr>
          <p:cNvSpPr>
            <a:spLocks noGrp="1"/>
          </p:cNvSpPr>
          <p:nvPr/>
        </p:nvSpPr>
        <p:spPr>
          <a:xfrm>
            <a:off x="3476939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F1_main_prauc_1181">
            <a:extLst>
              <a:ext uri="{FF2B5EF4-FFF2-40B4-BE49-F238E27FC236}">
                <a16:creationId xmlns:a16="http://schemas.microsoft.com/office/drawing/2014/main" id="{9E7326D3-667D-4B7E-A0A4-946EEA5535F1}"/>
              </a:ext>
            </a:extLst>
          </p:cNvPr>
          <p:cNvSpPr>
            <a:spLocks noGrp="1"/>
          </p:cNvSpPr>
          <p:nvPr/>
        </p:nvSpPr>
        <p:spPr>
          <a:xfrm>
            <a:off x="335164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F1_main_prauc_1182">
            <a:extLst>
              <a:ext uri="{FF2B5EF4-FFF2-40B4-BE49-F238E27FC236}">
                <a16:creationId xmlns:a16="http://schemas.microsoft.com/office/drawing/2014/main" id="{43E91C1C-41CF-4E4E-92E1-81B64A328E8C}"/>
              </a:ext>
            </a:extLst>
          </p:cNvPr>
          <p:cNvSpPr>
            <a:spLocks noGrp="1"/>
          </p:cNvSpPr>
          <p:nvPr/>
        </p:nvSpPr>
        <p:spPr>
          <a:xfrm>
            <a:off x="340233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F1_main_prauc_1183">
            <a:extLst>
              <a:ext uri="{FF2B5EF4-FFF2-40B4-BE49-F238E27FC236}">
                <a16:creationId xmlns:a16="http://schemas.microsoft.com/office/drawing/2014/main" id="{1DD9EFCA-4322-4D6A-8202-A7E468AE6C0B}"/>
              </a:ext>
            </a:extLst>
          </p:cNvPr>
          <p:cNvSpPr>
            <a:spLocks noGrp="1"/>
          </p:cNvSpPr>
          <p:nvPr/>
        </p:nvSpPr>
        <p:spPr>
          <a:xfrm>
            <a:off x="344075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F1_main_prauc_1184">
            <a:extLst>
              <a:ext uri="{FF2B5EF4-FFF2-40B4-BE49-F238E27FC236}">
                <a16:creationId xmlns:a16="http://schemas.microsoft.com/office/drawing/2014/main" id="{93690650-CCA8-419D-A818-1DE1B1E4555D}"/>
              </a:ext>
            </a:extLst>
          </p:cNvPr>
          <p:cNvSpPr>
            <a:spLocks noGrp="1"/>
          </p:cNvSpPr>
          <p:nvPr/>
        </p:nvSpPr>
        <p:spPr>
          <a:xfrm>
            <a:off x="3459787" y="46946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F1_main_prauc_1185">
            <a:extLst>
              <a:ext uri="{FF2B5EF4-FFF2-40B4-BE49-F238E27FC236}">
                <a16:creationId xmlns:a16="http://schemas.microsoft.com/office/drawing/2014/main" id="{DEE8B110-4964-49FB-BBD6-6F95D737837F}"/>
              </a:ext>
            </a:extLst>
          </p:cNvPr>
          <p:cNvSpPr>
            <a:spLocks noGrp="1"/>
          </p:cNvSpPr>
          <p:nvPr/>
        </p:nvSpPr>
        <p:spPr>
          <a:xfrm>
            <a:off x="35886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F1_main_prauc_1186">
            <a:extLst>
              <a:ext uri="{FF2B5EF4-FFF2-40B4-BE49-F238E27FC236}">
                <a16:creationId xmlns:a16="http://schemas.microsoft.com/office/drawing/2014/main" id="{1595290F-F200-4845-823C-56D65FCA9D9F}"/>
              </a:ext>
            </a:extLst>
          </p:cNvPr>
          <p:cNvSpPr>
            <a:spLocks noGrp="1"/>
          </p:cNvSpPr>
          <p:nvPr/>
        </p:nvSpPr>
        <p:spPr>
          <a:xfrm>
            <a:off x="353839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F1_main_prauc_1187">
            <a:extLst>
              <a:ext uri="{FF2B5EF4-FFF2-40B4-BE49-F238E27FC236}">
                <a16:creationId xmlns:a16="http://schemas.microsoft.com/office/drawing/2014/main" id="{539CA843-1590-431B-8AA6-B2C2124C7D73}"/>
              </a:ext>
            </a:extLst>
          </p:cNvPr>
          <p:cNvSpPr>
            <a:spLocks noGrp="1"/>
          </p:cNvSpPr>
          <p:nvPr/>
        </p:nvSpPr>
        <p:spPr>
          <a:xfrm>
            <a:off x="3579054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F1_main_prauc_1188">
            <a:extLst>
              <a:ext uri="{FF2B5EF4-FFF2-40B4-BE49-F238E27FC236}">
                <a16:creationId xmlns:a16="http://schemas.microsoft.com/office/drawing/2014/main" id="{BB251F95-B8BE-4AA2-B2EF-4F9BAD350ECE}"/>
              </a:ext>
            </a:extLst>
          </p:cNvPr>
          <p:cNvSpPr>
            <a:spLocks noGrp="1"/>
          </p:cNvSpPr>
          <p:nvPr/>
        </p:nvSpPr>
        <p:spPr>
          <a:xfrm>
            <a:off x="3440767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F1_main_prauc_1189">
            <a:extLst>
              <a:ext uri="{FF2B5EF4-FFF2-40B4-BE49-F238E27FC236}">
                <a16:creationId xmlns:a16="http://schemas.microsoft.com/office/drawing/2014/main" id="{80822B4A-7DAB-409D-93B0-3F7826F1C4D5}"/>
              </a:ext>
            </a:extLst>
          </p:cNvPr>
          <p:cNvSpPr>
            <a:spLocks noGrp="1"/>
          </p:cNvSpPr>
          <p:nvPr/>
        </p:nvSpPr>
        <p:spPr>
          <a:xfrm>
            <a:off x="3530303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F1_main_prauc_1190">
            <a:extLst>
              <a:ext uri="{FF2B5EF4-FFF2-40B4-BE49-F238E27FC236}">
                <a16:creationId xmlns:a16="http://schemas.microsoft.com/office/drawing/2014/main" id="{C6BB6119-71E4-48F3-AF79-6DB158F51DE2}"/>
              </a:ext>
            </a:extLst>
          </p:cNvPr>
          <p:cNvSpPr>
            <a:spLocks noGrp="1"/>
          </p:cNvSpPr>
          <p:nvPr/>
        </p:nvSpPr>
        <p:spPr>
          <a:xfrm>
            <a:off x="3555548" y="42993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F1_main_prauc_1191">
            <a:extLst>
              <a:ext uri="{FF2B5EF4-FFF2-40B4-BE49-F238E27FC236}">
                <a16:creationId xmlns:a16="http://schemas.microsoft.com/office/drawing/2014/main" id="{9E4F04C5-5C90-4BD7-B342-05DF671B976E}"/>
              </a:ext>
            </a:extLst>
          </p:cNvPr>
          <p:cNvSpPr>
            <a:spLocks noGrp="1"/>
          </p:cNvSpPr>
          <p:nvPr/>
        </p:nvSpPr>
        <p:spPr>
          <a:xfrm>
            <a:off x="349663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F1_main_prauc_1192">
            <a:extLst>
              <a:ext uri="{FF2B5EF4-FFF2-40B4-BE49-F238E27FC236}">
                <a16:creationId xmlns:a16="http://schemas.microsoft.com/office/drawing/2014/main" id="{6580F185-B8B8-433F-B85E-0FA3972AE4CE}"/>
              </a:ext>
            </a:extLst>
          </p:cNvPr>
          <p:cNvSpPr>
            <a:spLocks noGrp="1"/>
          </p:cNvSpPr>
          <p:nvPr/>
        </p:nvSpPr>
        <p:spPr>
          <a:xfrm>
            <a:off x="3580084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F1_main_prauc_1193">
            <a:extLst>
              <a:ext uri="{FF2B5EF4-FFF2-40B4-BE49-F238E27FC236}">
                <a16:creationId xmlns:a16="http://schemas.microsoft.com/office/drawing/2014/main" id="{98EB84C9-0BCA-4721-A39C-BCFA9E4D4A88}"/>
              </a:ext>
            </a:extLst>
          </p:cNvPr>
          <p:cNvSpPr>
            <a:spLocks noGrp="1"/>
          </p:cNvSpPr>
          <p:nvPr/>
        </p:nvSpPr>
        <p:spPr>
          <a:xfrm>
            <a:off x="335313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F1_main_prauc_1194">
            <a:extLst>
              <a:ext uri="{FF2B5EF4-FFF2-40B4-BE49-F238E27FC236}">
                <a16:creationId xmlns:a16="http://schemas.microsoft.com/office/drawing/2014/main" id="{26B9DCB2-683F-4DC5-BD28-B06E5EDAABCC}"/>
              </a:ext>
            </a:extLst>
          </p:cNvPr>
          <p:cNvSpPr>
            <a:spLocks noGrp="1"/>
          </p:cNvSpPr>
          <p:nvPr/>
        </p:nvSpPr>
        <p:spPr>
          <a:xfrm>
            <a:off x="3426422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F1_main_prauc_1195">
            <a:extLst>
              <a:ext uri="{FF2B5EF4-FFF2-40B4-BE49-F238E27FC236}">
                <a16:creationId xmlns:a16="http://schemas.microsoft.com/office/drawing/2014/main" id="{B6F61321-E711-4AB5-B03E-0AE93CA1A4AF}"/>
              </a:ext>
            </a:extLst>
          </p:cNvPr>
          <p:cNvSpPr>
            <a:spLocks noGrp="1"/>
          </p:cNvSpPr>
          <p:nvPr/>
        </p:nvSpPr>
        <p:spPr>
          <a:xfrm>
            <a:off x="354613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F1_main_prauc_1196">
            <a:extLst>
              <a:ext uri="{FF2B5EF4-FFF2-40B4-BE49-F238E27FC236}">
                <a16:creationId xmlns:a16="http://schemas.microsoft.com/office/drawing/2014/main" id="{D5952CBE-9402-454C-B62D-DD7B616CFF62}"/>
              </a:ext>
            </a:extLst>
          </p:cNvPr>
          <p:cNvSpPr>
            <a:spLocks noGrp="1"/>
          </p:cNvSpPr>
          <p:nvPr/>
        </p:nvSpPr>
        <p:spPr>
          <a:xfrm>
            <a:off x="342400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F1_main_prauc_1197">
            <a:extLst>
              <a:ext uri="{FF2B5EF4-FFF2-40B4-BE49-F238E27FC236}">
                <a16:creationId xmlns:a16="http://schemas.microsoft.com/office/drawing/2014/main" id="{9085851E-02BC-4E0D-B1C5-5D3AB008741C}"/>
              </a:ext>
            </a:extLst>
          </p:cNvPr>
          <p:cNvSpPr>
            <a:spLocks noGrp="1"/>
          </p:cNvSpPr>
          <p:nvPr/>
        </p:nvSpPr>
        <p:spPr>
          <a:xfrm>
            <a:off x="345353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F1_main_prauc_1198">
            <a:extLst>
              <a:ext uri="{FF2B5EF4-FFF2-40B4-BE49-F238E27FC236}">
                <a16:creationId xmlns:a16="http://schemas.microsoft.com/office/drawing/2014/main" id="{697F4F93-C2C8-4560-A54A-802D7EEFE1FF}"/>
              </a:ext>
            </a:extLst>
          </p:cNvPr>
          <p:cNvSpPr>
            <a:spLocks noGrp="1"/>
          </p:cNvSpPr>
          <p:nvPr/>
        </p:nvSpPr>
        <p:spPr>
          <a:xfrm>
            <a:off x="35268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F1_main_prauc_1199">
            <a:extLst>
              <a:ext uri="{FF2B5EF4-FFF2-40B4-BE49-F238E27FC236}">
                <a16:creationId xmlns:a16="http://schemas.microsoft.com/office/drawing/2014/main" id="{5BE6C87A-50AA-47D3-ABF6-0A91D32E06E5}"/>
              </a:ext>
            </a:extLst>
          </p:cNvPr>
          <p:cNvSpPr>
            <a:spLocks noGrp="1"/>
          </p:cNvSpPr>
          <p:nvPr/>
        </p:nvSpPr>
        <p:spPr>
          <a:xfrm>
            <a:off x="3498910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F1_main_prauc_1200">
            <a:extLst>
              <a:ext uri="{FF2B5EF4-FFF2-40B4-BE49-F238E27FC236}">
                <a16:creationId xmlns:a16="http://schemas.microsoft.com/office/drawing/2014/main" id="{154037BE-50A6-401C-86BB-B863B65089CD}"/>
              </a:ext>
            </a:extLst>
          </p:cNvPr>
          <p:cNvSpPr>
            <a:spLocks noGrp="1"/>
          </p:cNvSpPr>
          <p:nvPr/>
        </p:nvSpPr>
        <p:spPr>
          <a:xfrm>
            <a:off x="3462811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F1_main_prauc_1201">
            <a:extLst>
              <a:ext uri="{FF2B5EF4-FFF2-40B4-BE49-F238E27FC236}">
                <a16:creationId xmlns:a16="http://schemas.microsoft.com/office/drawing/2014/main" id="{7351EB50-9207-45BF-A69F-0CD4CF44B068}"/>
              </a:ext>
            </a:extLst>
          </p:cNvPr>
          <p:cNvSpPr>
            <a:spLocks noGrp="1"/>
          </p:cNvSpPr>
          <p:nvPr/>
        </p:nvSpPr>
        <p:spPr>
          <a:xfrm>
            <a:off x="350961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F1_main_prauc_1202">
            <a:extLst>
              <a:ext uri="{FF2B5EF4-FFF2-40B4-BE49-F238E27FC236}">
                <a16:creationId xmlns:a16="http://schemas.microsoft.com/office/drawing/2014/main" id="{FA746D3F-F9A1-429C-9F7B-53294236CE91}"/>
              </a:ext>
            </a:extLst>
          </p:cNvPr>
          <p:cNvSpPr>
            <a:spLocks noGrp="1"/>
          </p:cNvSpPr>
          <p:nvPr/>
        </p:nvSpPr>
        <p:spPr>
          <a:xfrm>
            <a:off x="352482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F1_main_prauc_1203">
            <a:extLst>
              <a:ext uri="{FF2B5EF4-FFF2-40B4-BE49-F238E27FC236}">
                <a16:creationId xmlns:a16="http://schemas.microsoft.com/office/drawing/2014/main" id="{AB4B8652-9F5D-4D1B-A83D-50C96CD5264B}"/>
              </a:ext>
            </a:extLst>
          </p:cNvPr>
          <p:cNvSpPr>
            <a:spLocks noGrp="1"/>
          </p:cNvSpPr>
          <p:nvPr/>
        </p:nvSpPr>
        <p:spPr>
          <a:xfrm>
            <a:off x="3390150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F1_main_prauc_1204">
            <a:extLst>
              <a:ext uri="{FF2B5EF4-FFF2-40B4-BE49-F238E27FC236}">
                <a16:creationId xmlns:a16="http://schemas.microsoft.com/office/drawing/2014/main" id="{E333C298-AB13-4527-941D-A5E39E2CFFCB}"/>
              </a:ext>
            </a:extLst>
          </p:cNvPr>
          <p:cNvSpPr>
            <a:spLocks noGrp="1"/>
          </p:cNvSpPr>
          <p:nvPr/>
        </p:nvSpPr>
        <p:spPr>
          <a:xfrm>
            <a:off x="344477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F1_main_prauc_1205">
            <a:extLst>
              <a:ext uri="{FF2B5EF4-FFF2-40B4-BE49-F238E27FC236}">
                <a16:creationId xmlns:a16="http://schemas.microsoft.com/office/drawing/2014/main" id="{D4AD96A9-FF31-4CBE-9531-E719B6936BC0}"/>
              </a:ext>
            </a:extLst>
          </p:cNvPr>
          <p:cNvSpPr>
            <a:spLocks noGrp="1"/>
          </p:cNvSpPr>
          <p:nvPr/>
        </p:nvSpPr>
        <p:spPr>
          <a:xfrm>
            <a:off x="3355402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F1_main_prauc_1206">
            <a:extLst>
              <a:ext uri="{FF2B5EF4-FFF2-40B4-BE49-F238E27FC236}">
                <a16:creationId xmlns:a16="http://schemas.microsoft.com/office/drawing/2014/main" id="{A235F793-6A2E-4222-A9F9-5A08EA2A2157}"/>
              </a:ext>
            </a:extLst>
          </p:cNvPr>
          <p:cNvSpPr>
            <a:spLocks noGrp="1"/>
          </p:cNvSpPr>
          <p:nvPr/>
        </p:nvSpPr>
        <p:spPr>
          <a:xfrm>
            <a:off x="3559826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F1_main_prauc_1207">
            <a:extLst>
              <a:ext uri="{FF2B5EF4-FFF2-40B4-BE49-F238E27FC236}">
                <a16:creationId xmlns:a16="http://schemas.microsoft.com/office/drawing/2014/main" id="{7FC8B63F-E874-446F-9452-D4F72FACB14F}"/>
              </a:ext>
            </a:extLst>
          </p:cNvPr>
          <p:cNvSpPr>
            <a:spLocks noGrp="1"/>
          </p:cNvSpPr>
          <p:nvPr/>
        </p:nvSpPr>
        <p:spPr>
          <a:xfrm>
            <a:off x="3493938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F1_main_prauc_1208">
            <a:extLst>
              <a:ext uri="{FF2B5EF4-FFF2-40B4-BE49-F238E27FC236}">
                <a16:creationId xmlns:a16="http://schemas.microsoft.com/office/drawing/2014/main" id="{A460C9BD-BA07-43F9-901D-F8955252CF82}"/>
              </a:ext>
            </a:extLst>
          </p:cNvPr>
          <p:cNvSpPr>
            <a:spLocks noGrp="1"/>
          </p:cNvSpPr>
          <p:nvPr/>
        </p:nvSpPr>
        <p:spPr>
          <a:xfrm>
            <a:off x="3408529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F1_main_prauc_1209">
            <a:extLst>
              <a:ext uri="{FF2B5EF4-FFF2-40B4-BE49-F238E27FC236}">
                <a16:creationId xmlns:a16="http://schemas.microsoft.com/office/drawing/2014/main" id="{C58E815C-F39C-4744-9BF8-6D35077F3D4B}"/>
              </a:ext>
            </a:extLst>
          </p:cNvPr>
          <p:cNvSpPr>
            <a:spLocks noGrp="1"/>
          </p:cNvSpPr>
          <p:nvPr/>
        </p:nvSpPr>
        <p:spPr>
          <a:xfrm>
            <a:off x="3423901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F1_main_prauc_1210">
            <a:extLst>
              <a:ext uri="{FF2B5EF4-FFF2-40B4-BE49-F238E27FC236}">
                <a16:creationId xmlns:a16="http://schemas.microsoft.com/office/drawing/2014/main" id="{4DB9448E-2EC3-470E-9032-50BBD1874A33}"/>
              </a:ext>
            </a:extLst>
          </p:cNvPr>
          <p:cNvSpPr>
            <a:spLocks noGrp="1"/>
          </p:cNvSpPr>
          <p:nvPr/>
        </p:nvSpPr>
        <p:spPr>
          <a:xfrm>
            <a:off x="35563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F1_main_prauc_1211">
            <a:extLst>
              <a:ext uri="{FF2B5EF4-FFF2-40B4-BE49-F238E27FC236}">
                <a16:creationId xmlns:a16="http://schemas.microsoft.com/office/drawing/2014/main" id="{950D99F3-E599-409C-AC90-120670E59D78}"/>
              </a:ext>
            </a:extLst>
          </p:cNvPr>
          <p:cNvSpPr>
            <a:spLocks noGrp="1"/>
          </p:cNvSpPr>
          <p:nvPr/>
        </p:nvSpPr>
        <p:spPr>
          <a:xfrm>
            <a:off x="353397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F1_main_prauc_1212">
            <a:extLst>
              <a:ext uri="{FF2B5EF4-FFF2-40B4-BE49-F238E27FC236}">
                <a16:creationId xmlns:a16="http://schemas.microsoft.com/office/drawing/2014/main" id="{44ACE072-2C00-4AC0-9FD9-80734B9F45B9}"/>
              </a:ext>
            </a:extLst>
          </p:cNvPr>
          <p:cNvSpPr>
            <a:spLocks noGrp="1"/>
          </p:cNvSpPr>
          <p:nvPr/>
        </p:nvSpPr>
        <p:spPr>
          <a:xfrm>
            <a:off x="343090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F1_main_prauc_1213">
            <a:extLst>
              <a:ext uri="{FF2B5EF4-FFF2-40B4-BE49-F238E27FC236}">
                <a16:creationId xmlns:a16="http://schemas.microsoft.com/office/drawing/2014/main" id="{8AF3393F-AD6B-4DCF-B0AF-DDFB7D7BF5D3}"/>
              </a:ext>
            </a:extLst>
          </p:cNvPr>
          <p:cNvSpPr>
            <a:spLocks noGrp="1"/>
          </p:cNvSpPr>
          <p:nvPr/>
        </p:nvSpPr>
        <p:spPr>
          <a:xfrm>
            <a:off x="3407096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F1_main_prauc_1214">
            <a:extLst>
              <a:ext uri="{FF2B5EF4-FFF2-40B4-BE49-F238E27FC236}">
                <a16:creationId xmlns:a16="http://schemas.microsoft.com/office/drawing/2014/main" id="{82C091FC-C9E6-4B9D-BB1D-83829943AC61}"/>
              </a:ext>
            </a:extLst>
          </p:cNvPr>
          <p:cNvSpPr>
            <a:spLocks noGrp="1"/>
          </p:cNvSpPr>
          <p:nvPr/>
        </p:nvSpPr>
        <p:spPr>
          <a:xfrm>
            <a:off x="350266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F1_main_prauc_1215">
            <a:extLst>
              <a:ext uri="{FF2B5EF4-FFF2-40B4-BE49-F238E27FC236}">
                <a16:creationId xmlns:a16="http://schemas.microsoft.com/office/drawing/2014/main" id="{A7970191-A938-4980-8672-FE98F567F3D4}"/>
              </a:ext>
            </a:extLst>
          </p:cNvPr>
          <p:cNvSpPr>
            <a:spLocks noGrp="1"/>
          </p:cNvSpPr>
          <p:nvPr/>
        </p:nvSpPr>
        <p:spPr>
          <a:xfrm>
            <a:off x="349429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F1_main_prauc_1216">
            <a:extLst>
              <a:ext uri="{FF2B5EF4-FFF2-40B4-BE49-F238E27FC236}">
                <a16:creationId xmlns:a16="http://schemas.microsoft.com/office/drawing/2014/main" id="{76C539C9-C53D-4BFB-9064-5C20A8374C5C}"/>
              </a:ext>
            </a:extLst>
          </p:cNvPr>
          <p:cNvSpPr>
            <a:spLocks noGrp="1"/>
          </p:cNvSpPr>
          <p:nvPr/>
        </p:nvSpPr>
        <p:spPr>
          <a:xfrm>
            <a:off x="339881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F1_main_prauc_1217">
            <a:extLst>
              <a:ext uri="{FF2B5EF4-FFF2-40B4-BE49-F238E27FC236}">
                <a16:creationId xmlns:a16="http://schemas.microsoft.com/office/drawing/2014/main" id="{2E338602-A3CE-4C3F-A827-2523D784F4AA}"/>
              </a:ext>
            </a:extLst>
          </p:cNvPr>
          <p:cNvSpPr>
            <a:spLocks noGrp="1"/>
          </p:cNvSpPr>
          <p:nvPr/>
        </p:nvSpPr>
        <p:spPr>
          <a:xfrm>
            <a:off x="35685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F1_main_prauc_1218">
            <a:extLst>
              <a:ext uri="{FF2B5EF4-FFF2-40B4-BE49-F238E27FC236}">
                <a16:creationId xmlns:a16="http://schemas.microsoft.com/office/drawing/2014/main" id="{6883EAAF-E19D-413E-9DCC-D3BE2B683DAC}"/>
              </a:ext>
            </a:extLst>
          </p:cNvPr>
          <p:cNvSpPr>
            <a:spLocks noGrp="1"/>
          </p:cNvSpPr>
          <p:nvPr/>
        </p:nvSpPr>
        <p:spPr>
          <a:xfrm>
            <a:off x="34618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F1_main_prauc_1219">
            <a:extLst>
              <a:ext uri="{FF2B5EF4-FFF2-40B4-BE49-F238E27FC236}">
                <a16:creationId xmlns:a16="http://schemas.microsoft.com/office/drawing/2014/main" id="{E06260B0-C2BE-4669-8EB9-67D3A2E3F02C}"/>
              </a:ext>
            </a:extLst>
          </p:cNvPr>
          <p:cNvSpPr>
            <a:spLocks noGrp="1"/>
          </p:cNvSpPr>
          <p:nvPr/>
        </p:nvSpPr>
        <p:spPr>
          <a:xfrm>
            <a:off x="3413648" y="50483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F1_main_prauc_1220">
            <a:extLst>
              <a:ext uri="{FF2B5EF4-FFF2-40B4-BE49-F238E27FC236}">
                <a16:creationId xmlns:a16="http://schemas.microsoft.com/office/drawing/2014/main" id="{1D9BEF66-AA69-404B-AA21-9B53F210F4AD}"/>
              </a:ext>
            </a:extLst>
          </p:cNvPr>
          <p:cNvSpPr>
            <a:spLocks noGrp="1"/>
          </p:cNvSpPr>
          <p:nvPr/>
        </p:nvSpPr>
        <p:spPr>
          <a:xfrm>
            <a:off x="346816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F1_main_prauc_1221">
            <a:extLst>
              <a:ext uri="{FF2B5EF4-FFF2-40B4-BE49-F238E27FC236}">
                <a16:creationId xmlns:a16="http://schemas.microsoft.com/office/drawing/2014/main" id="{AEABAA8F-ED2B-4A32-979C-81B746BF47F1}"/>
              </a:ext>
            </a:extLst>
          </p:cNvPr>
          <p:cNvSpPr>
            <a:spLocks noGrp="1"/>
          </p:cNvSpPr>
          <p:nvPr/>
        </p:nvSpPr>
        <p:spPr>
          <a:xfrm>
            <a:off x="33531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F1_main_prauc_1222">
            <a:extLst>
              <a:ext uri="{FF2B5EF4-FFF2-40B4-BE49-F238E27FC236}">
                <a16:creationId xmlns:a16="http://schemas.microsoft.com/office/drawing/2014/main" id="{88C61F77-ADAA-49B5-9150-B23FA83CD547}"/>
              </a:ext>
            </a:extLst>
          </p:cNvPr>
          <p:cNvSpPr>
            <a:spLocks noGrp="1"/>
          </p:cNvSpPr>
          <p:nvPr/>
        </p:nvSpPr>
        <p:spPr>
          <a:xfrm>
            <a:off x="3359655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F1_main_prauc_1223">
            <a:extLst>
              <a:ext uri="{FF2B5EF4-FFF2-40B4-BE49-F238E27FC236}">
                <a16:creationId xmlns:a16="http://schemas.microsoft.com/office/drawing/2014/main" id="{01D10B0C-2810-4CA6-8E99-360DDB93DC29}"/>
              </a:ext>
            </a:extLst>
          </p:cNvPr>
          <p:cNvSpPr>
            <a:spLocks noGrp="1"/>
          </p:cNvSpPr>
          <p:nvPr/>
        </p:nvSpPr>
        <p:spPr>
          <a:xfrm>
            <a:off x="3427860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F1_main_prauc_1224">
            <a:extLst>
              <a:ext uri="{FF2B5EF4-FFF2-40B4-BE49-F238E27FC236}">
                <a16:creationId xmlns:a16="http://schemas.microsoft.com/office/drawing/2014/main" id="{4CFE6CE7-73F4-4CA0-BCB3-D2E5968E8064}"/>
              </a:ext>
            </a:extLst>
          </p:cNvPr>
          <p:cNvSpPr>
            <a:spLocks noGrp="1"/>
          </p:cNvSpPr>
          <p:nvPr/>
        </p:nvSpPr>
        <p:spPr>
          <a:xfrm>
            <a:off x="335120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F1_main_prauc_1225">
            <a:extLst>
              <a:ext uri="{FF2B5EF4-FFF2-40B4-BE49-F238E27FC236}">
                <a16:creationId xmlns:a16="http://schemas.microsoft.com/office/drawing/2014/main" id="{EFC24172-0A66-4A7C-8E62-BA1BAC3B76D4}"/>
              </a:ext>
            </a:extLst>
          </p:cNvPr>
          <p:cNvSpPr>
            <a:spLocks noGrp="1"/>
          </p:cNvSpPr>
          <p:nvPr/>
        </p:nvSpPr>
        <p:spPr>
          <a:xfrm>
            <a:off x="3426619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F1_main_prauc_1226">
            <a:extLst>
              <a:ext uri="{FF2B5EF4-FFF2-40B4-BE49-F238E27FC236}">
                <a16:creationId xmlns:a16="http://schemas.microsoft.com/office/drawing/2014/main" id="{0DB7F463-45C1-412D-9903-6128B433B36D}"/>
              </a:ext>
            </a:extLst>
          </p:cNvPr>
          <p:cNvSpPr>
            <a:spLocks noGrp="1"/>
          </p:cNvSpPr>
          <p:nvPr/>
        </p:nvSpPr>
        <p:spPr>
          <a:xfrm>
            <a:off x="337545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F1_main_prauc_1227">
            <a:extLst>
              <a:ext uri="{FF2B5EF4-FFF2-40B4-BE49-F238E27FC236}">
                <a16:creationId xmlns:a16="http://schemas.microsoft.com/office/drawing/2014/main" id="{040AE84B-412E-463D-8023-61641AFA701D}"/>
              </a:ext>
            </a:extLst>
          </p:cNvPr>
          <p:cNvSpPr>
            <a:spLocks noGrp="1"/>
          </p:cNvSpPr>
          <p:nvPr/>
        </p:nvSpPr>
        <p:spPr>
          <a:xfrm>
            <a:off x="3494027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F1_main_prauc_1228">
            <a:extLst>
              <a:ext uri="{FF2B5EF4-FFF2-40B4-BE49-F238E27FC236}">
                <a16:creationId xmlns:a16="http://schemas.microsoft.com/office/drawing/2014/main" id="{689CFF36-196E-489F-A448-E73FCD319046}"/>
              </a:ext>
            </a:extLst>
          </p:cNvPr>
          <p:cNvSpPr>
            <a:spLocks noGrp="1"/>
          </p:cNvSpPr>
          <p:nvPr/>
        </p:nvSpPr>
        <p:spPr>
          <a:xfrm>
            <a:off x="354132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F1_main_prauc_1229">
            <a:extLst>
              <a:ext uri="{FF2B5EF4-FFF2-40B4-BE49-F238E27FC236}">
                <a16:creationId xmlns:a16="http://schemas.microsoft.com/office/drawing/2014/main" id="{7B89BC83-6A3F-434D-BFBB-DEBAC3A2D99F}"/>
              </a:ext>
            </a:extLst>
          </p:cNvPr>
          <p:cNvSpPr>
            <a:spLocks noGrp="1"/>
          </p:cNvSpPr>
          <p:nvPr/>
        </p:nvSpPr>
        <p:spPr>
          <a:xfrm>
            <a:off x="3372456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F1_main_prauc_1230">
            <a:extLst>
              <a:ext uri="{FF2B5EF4-FFF2-40B4-BE49-F238E27FC236}">
                <a16:creationId xmlns:a16="http://schemas.microsoft.com/office/drawing/2014/main" id="{80AFD3DE-39C1-49AE-96AE-A48AEAA27FBA}"/>
              </a:ext>
            </a:extLst>
          </p:cNvPr>
          <p:cNvSpPr>
            <a:spLocks noGrp="1"/>
          </p:cNvSpPr>
          <p:nvPr/>
        </p:nvSpPr>
        <p:spPr>
          <a:xfrm>
            <a:off x="340918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F1_main_prauc_1231">
            <a:extLst>
              <a:ext uri="{FF2B5EF4-FFF2-40B4-BE49-F238E27FC236}">
                <a16:creationId xmlns:a16="http://schemas.microsoft.com/office/drawing/2014/main" id="{DC34F2CA-A599-4177-8E51-0E7A76C1A929}"/>
              </a:ext>
            </a:extLst>
          </p:cNvPr>
          <p:cNvSpPr>
            <a:spLocks noGrp="1"/>
          </p:cNvSpPr>
          <p:nvPr/>
        </p:nvSpPr>
        <p:spPr>
          <a:xfrm>
            <a:off x="350992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F1_main_prauc_1232">
            <a:extLst>
              <a:ext uri="{FF2B5EF4-FFF2-40B4-BE49-F238E27FC236}">
                <a16:creationId xmlns:a16="http://schemas.microsoft.com/office/drawing/2014/main" id="{AE257779-0DCD-4911-A778-38C79CF80882}"/>
              </a:ext>
            </a:extLst>
          </p:cNvPr>
          <p:cNvSpPr>
            <a:spLocks noGrp="1"/>
          </p:cNvSpPr>
          <p:nvPr/>
        </p:nvSpPr>
        <p:spPr>
          <a:xfrm>
            <a:off x="3425879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F1_main_prauc_1233">
            <a:extLst>
              <a:ext uri="{FF2B5EF4-FFF2-40B4-BE49-F238E27FC236}">
                <a16:creationId xmlns:a16="http://schemas.microsoft.com/office/drawing/2014/main" id="{2E255741-749B-456C-96ED-1FB3D9CF9B6B}"/>
              </a:ext>
            </a:extLst>
          </p:cNvPr>
          <p:cNvSpPr>
            <a:spLocks noGrp="1"/>
          </p:cNvSpPr>
          <p:nvPr/>
        </p:nvSpPr>
        <p:spPr>
          <a:xfrm>
            <a:off x="3391241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F1_main_prauc_1234">
            <a:extLst>
              <a:ext uri="{FF2B5EF4-FFF2-40B4-BE49-F238E27FC236}">
                <a16:creationId xmlns:a16="http://schemas.microsoft.com/office/drawing/2014/main" id="{DC174CCE-C974-42DB-8776-CC00260ABF22}"/>
              </a:ext>
            </a:extLst>
          </p:cNvPr>
          <p:cNvSpPr>
            <a:spLocks noGrp="1"/>
          </p:cNvSpPr>
          <p:nvPr/>
        </p:nvSpPr>
        <p:spPr>
          <a:xfrm>
            <a:off x="3593927" y="36498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F1_main_prauc_1235">
            <a:extLst>
              <a:ext uri="{FF2B5EF4-FFF2-40B4-BE49-F238E27FC236}">
                <a16:creationId xmlns:a16="http://schemas.microsoft.com/office/drawing/2014/main" id="{A44C6D22-CE45-4FAA-9670-383E2B90B628}"/>
              </a:ext>
            </a:extLst>
          </p:cNvPr>
          <p:cNvSpPr>
            <a:spLocks noGrp="1"/>
          </p:cNvSpPr>
          <p:nvPr/>
        </p:nvSpPr>
        <p:spPr>
          <a:xfrm>
            <a:off x="334846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F1_main_prauc_1236">
            <a:extLst>
              <a:ext uri="{FF2B5EF4-FFF2-40B4-BE49-F238E27FC236}">
                <a16:creationId xmlns:a16="http://schemas.microsoft.com/office/drawing/2014/main" id="{5EEFC6BB-5D6A-439C-9CA9-336119D69AAD}"/>
              </a:ext>
            </a:extLst>
          </p:cNvPr>
          <p:cNvSpPr>
            <a:spLocks noGrp="1"/>
          </p:cNvSpPr>
          <p:nvPr/>
        </p:nvSpPr>
        <p:spPr>
          <a:xfrm>
            <a:off x="35347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F1_main_prauc_1237">
            <a:extLst>
              <a:ext uri="{FF2B5EF4-FFF2-40B4-BE49-F238E27FC236}">
                <a16:creationId xmlns:a16="http://schemas.microsoft.com/office/drawing/2014/main" id="{258ECA30-52C1-4C09-ADC7-F0A0847E45B3}"/>
              </a:ext>
            </a:extLst>
          </p:cNvPr>
          <p:cNvSpPr>
            <a:spLocks noGrp="1"/>
          </p:cNvSpPr>
          <p:nvPr/>
        </p:nvSpPr>
        <p:spPr>
          <a:xfrm>
            <a:off x="338399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F1_main_prauc_1238">
            <a:extLst>
              <a:ext uri="{FF2B5EF4-FFF2-40B4-BE49-F238E27FC236}">
                <a16:creationId xmlns:a16="http://schemas.microsoft.com/office/drawing/2014/main" id="{7A436383-2BBE-468B-B202-9FFA77CD20CF}"/>
              </a:ext>
            </a:extLst>
          </p:cNvPr>
          <p:cNvSpPr>
            <a:spLocks noGrp="1"/>
          </p:cNvSpPr>
          <p:nvPr/>
        </p:nvSpPr>
        <p:spPr>
          <a:xfrm>
            <a:off x="3344887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F1_main_prauc_1239">
            <a:extLst>
              <a:ext uri="{FF2B5EF4-FFF2-40B4-BE49-F238E27FC236}">
                <a16:creationId xmlns:a16="http://schemas.microsoft.com/office/drawing/2014/main" id="{997EEE5E-86C7-4B33-880E-4A18DE718BD6}"/>
              </a:ext>
            </a:extLst>
          </p:cNvPr>
          <p:cNvSpPr>
            <a:spLocks noGrp="1"/>
          </p:cNvSpPr>
          <p:nvPr/>
        </p:nvSpPr>
        <p:spPr>
          <a:xfrm>
            <a:off x="3569561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F1_main_prauc_1240">
            <a:extLst>
              <a:ext uri="{FF2B5EF4-FFF2-40B4-BE49-F238E27FC236}">
                <a16:creationId xmlns:a16="http://schemas.microsoft.com/office/drawing/2014/main" id="{13C540ED-1E0A-4360-BB76-AC50D10D145D}"/>
              </a:ext>
            </a:extLst>
          </p:cNvPr>
          <p:cNvSpPr>
            <a:spLocks noGrp="1"/>
          </p:cNvSpPr>
          <p:nvPr/>
        </p:nvSpPr>
        <p:spPr>
          <a:xfrm>
            <a:off x="34080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F1_main_prauc_1241">
            <a:extLst>
              <a:ext uri="{FF2B5EF4-FFF2-40B4-BE49-F238E27FC236}">
                <a16:creationId xmlns:a16="http://schemas.microsoft.com/office/drawing/2014/main" id="{C2066BA0-856D-4664-ACD7-F70035CCBE2A}"/>
              </a:ext>
            </a:extLst>
          </p:cNvPr>
          <p:cNvSpPr>
            <a:spLocks noGrp="1"/>
          </p:cNvSpPr>
          <p:nvPr/>
        </p:nvSpPr>
        <p:spPr>
          <a:xfrm>
            <a:off x="3451703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F1_main_prauc_1242">
            <a:extLst>
              <a:ext uri="{FF2B5EF4-FFF2-40B4-BE49-F238E27FC236}">
                <a16:creationId xmlns:a16="http://schemas.microsoft.com/office/drawing/2014/main" id="{985F43E9-3894-4515-9C80-5DE17D7C9AD2}"/>
              </a:ext>
            </a:extLst>
          </p:cNvPr>
          <p:cNvSpPr>
            <a:spLocks noGrp="1"/>
          </p:cNvSpPr>
          <p:nvPr/>
        </p:nvSpPr>
        <p:spPr>
          <a:xfrm>
            <a:off x="336486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F1_main_prauc_1243">
            <a:extLst>
              <a:ext uri="{FF2B5EF4-FFF2-40B4-BE49-F238E27FC236}">
                <a16:creationId xmlns:a16="http://schemas.microsoft.com/office/drawing/2014/main" id="{1210909E-C00E-4012-8BB6-2385BD0F9CC1}"/>
              </a:ext>
            </a:extLst>
          </p:cNvPr>
          <p:cNvSpPr>
            <a:spLocks noGrp="1"/>
          </p:cNvSpPr>
          <p:nvPr/>
        </p:nvSpPr>
        <p:spPr>
          <a:xfrm>
            <a:off x="337269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F1_main_prauc_1244">
            <a:extLst>
              <a:ext uri="{FF2B5EF4-FFF2-40B4-BE49-F238E27FC236}">
                <a16:creationId xmlns:a16="http://schemas.microsoft.com/office/drawing/2014/main" id="{AA737DEF-DD79-4C88-8BD4-80B676427554}"/>
              </a:ext>
            </a:extLst>
          </p:cNvPr>
          <p:cNvSpPr>
            <a:spLocks noGrp="1"/>
          </p:cNvSpPr>
          <p:nvPr/>
        </p:nvSpPr>
        <p:spPr>
          <a:xfrm>
            <a:off x="353980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F1_main_prauc_1245">
            <a:extLst>
              <a:ext uri="{FF2B5EF4-FFF2-40B4-BE49-F238E27FC236}">
                <a16:creationId xmlns:a16="http://schemas.microsoft.com/office/drawing/2014/main" id="{50821969-C77B-4EFA-BB61-AEE3E01C496C}"/>
              </a:ext>
            </a:extLst>
          </p:cNvPr>
          <p:cNvSpPr>
            <a:spLocks noGrp="1"/>
          </p:cNvSpPr>
          <p:nvPr/>
        </p:nvSpPr>
        <p:spPr>
          <a:xfrm>
            <a:off x="34499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F1_main_prauc_1246">
            <a:extLst>
              <a:ext uri="{FF2B5EF4-FFF2-40B4-BE49-F238E27FC236}">
                <a16:creationId xmlns:a16="http://schemas.microsoft.com/office/drawing/2014/main" id="{B89F4ACF-8626-4482-8D1D-94DC8EA70813}"/>
              </a:ext>
            </a:extLst>
          </p:cNvPr>
          <p:cNvSpPr>
            <a:spLocks noGrp="1"/>
          </p:cNvSpPr>
          <p:nvPr/>
        </p:nvSpPr>
        <p:spPr>
          <a:xfrm>
            <a:off x="3549925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F1_main_prauc_1247">
            <a:extLst>
              <a:ext uri="{FF2B5EF4-FFF2-40B4-BE49-F238E27FC236}">
                <a16:creationId xmlns:a16="http://schemas.microsoft.com/office/drawing/2014/main" id="{DE8C2DF2-BBDE-46DD-BC18-D8FC034D5D9C}"/>
              </a:ext>
            </a:extLst>
          </p:cNvPr>
          <p:cNvSpPr>
            <a:spLocks noGrp="1"/>
          </p:cNvSpPr>
          <p:nvPr/>
        </p:nvSpPr>
        <p:spPr>
          <a:xfrm>
            <a:off x="349708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F1_main_prauc_1248">
            <a:extLst>
              <a:ext uri="{FF2B5EF4-FFF2-40B4-BE49-F238E27FC236}">
                <a16:creationId xmlns:a16="http://schemas.microsoft.com/office/drawing/2014/main" id="{177202EF-15F3-4EB8-B0B7-C4E3EB61EAA1}"/>
              </a:ext>
            </a:extLst>
          </p:cNvPr>
          <p:cNvSpPr>
            <a:spLocks noGrp="1"/>
          </p:cNvSpPr>
          <p:nvPr/>
        </p:nvSpPr>
        <p:spPr>
          <a:xfrm>
            <a:off x="339122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F1_main_prauc_1249">
            <a:extLst>
              <a:ext uri="{FF2B5EF4-FFF2-40B4-BE49-F238E27FC236}">
                <a16:creationId xmlns:a16="http://schemas.microsoft.com/office/drawing/2014/main" id="{3D3BC1CB-D443-4CF1-A8F3-952CB28DBE96}"/>
              </a:ext>
            </a:extLst>
          </p:cNvPr>
          <p:cNvSpPr>
            <a:spLocks noGrp="1"/>
          </p:cNvSpPr>
          <p:nvPr/>
        </p:nvSpPr>
        <p:spPr>
          <a:xfrm>
            <a:off x="345691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F1_main_prauc_1250">
            <a:extLst>
              <a:ext uri="{FF2B5EF4-FFF2-40B4-BE49-F238E27FC236}">
                <a16:creationId xmlns:a16="http://schemas.microsoft.com/office/drawing/2014/main" id="{4D109E57-C963-49C8-8FB5-DD2CBDBA061B}"/>
              </a:ext>
            </a:extLst>
          </p:cNvPr>
          <p:cNvSpPr>
            <a:spLocks noGrp="1"/>
          </p:cNvSpPr>
          <p:nvPr/>
        </p:nvSpPr>
        <p:spPr>
          <a:xfrm>
            <a:off x="3473734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F1_main_prauc_1251">
            <a:extLst>
              <a:ext uri="{FF2B5EF4-FFF2-40B4-BE49-F238E27FC236}">
                <a16:creationId xmlns:a16="http://schemas.microsoft.com/office/drawing/2014/main" id="{5473F0E3-D6E8-437F-8435-A1F0A300B644}"/>
              </a:ext>
            </a:extLst>
          </p:cNvPr>
          <p:cNvSpPr>
            <a:spLocks noGrp="1"/>
          </p:cNvSpPr>
          <p:nvPr/>
        </p:nvSpPr>
        <p:spPr>
          <a:xfrm>
            <a:off x="34285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F1_main_prauc_1252">
            <a:extLst>
              <a:ext uri="{FF2B5EF4-FFF2-40B4-BE49-F238E27FC236}">
                <a16:creationId xmlns:a16="http://schemas.microsoft.com/office/drawing/2014/main" id="{D794D548-9CC2-415E-81E2-8A4DF31AAEDC}"/>
              </a:ext>
            </a:extLst>
          </p:cNvPr>
          <p:cNvSpPr>
            <a:spLocks noGrp="1"/>
          </p:cNvSpPr>
          <p:nvPr/>
        </p:nvSpPr>
        <p:spPr>
          <a:xfrm>
            <a:off x="35441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F1_main_prauc_1253">
            <a:extLst>
              <a:ext uri="{FF2B5EF4-FFF2-40B4-BE49-F238E27FC236}">
                <a16:creationId xmlns:a16="http://schemas.microsoft.com/office/drawing/2014/main" id="{0AE88270-FBE0-4F04-B507-54C81EBF0942}"/>
              </a:ext>
            </a:extLst>
          </p:cNvPr>
          <p:cNvSpPr>
            <a:spLocks noGrp="1"/>
          </p:cNvSpPr>
          <p:nvPr/>
        </p:nvSpPr>
        <p:spPr>
          <a:xfrm>
            <a:off x="34814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F1_main_prauc_1254">
            <a:extLst>
              <a:ext uri="{FF2B5EF4-FFF2-40B4-BE49-F238E27FC236}">
                <a16:creationId xmlns:a16="http://schemas.microsoft.com/office/drawing/2014/main" id="{6385CB13-1B62-450F-A074-36806A57241D}"/>
              </a:ext>
            </a:extLst>
          </p:cNvPr>
          <p:cNvSpPr>
            <a:spLocks noGrp="1"/>
          </p:cNvSpPr>
          <p:nvPr/>
        </p:nvSpPr>
        <p:spPr>
          <a:xfrm>
            <a:off x="3349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F1_main_prauc_1255">
            <a:extLst>
              <a:ext uri="{FF2B5EF4-FFF2-40B4-BE49-F238E27FC236}">
                <a16:creationId xmlns:a16="http://schemas.microsoft.com/office/drawing/2014/main" id="{5F45C621-B068-4345-A802-4A7D0FAF8F3D}"/>
              </a:ext>
            </a:extLst>
          </p:cNvPr>
          <p:cNvSpPr>
            <a:spLocks noGrp="1"/>
          </p:cNvSpPr>
          <p:nvPr/>
        </p:nvSpPr>
        <p:spPr>
          <a:xfrm>
            <a:off x="3492734" y="4207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F1_main_prauc_1256">
            <a:extLst>
              <a:ext uri="{FF2B5EF4-FFF2-40B4-BE49-F238E27FC236}">
                <a16:creationId xmlns:a16="http://schemas.microsoft.com/office/drawing/2014/main" id="{BA9ADA11-AF9B-4853-9468-36F587E7220E}"/>
              </a:ext>
            </a:extLst>
          </p:cNvPr>
          <p:cNvSpPr>
            <a:spLocks noGrp="1"/>
          </p:cNvSpPr>
          <p:nvPr/>
        </p:nvSpPr>
        <p:spPr>
          <a:xfrm>
            <a:off x="3431302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F1_main_prauc_1257">
            <a:extLst>
              <a:ext uri="{FF2B5EF4-FFF2-40B4-BE49-F238E27FC236}">
                <a16:creationId xmlns:a16="http://schemas.microsoft.com/office/drawing/2014/main" id="{5F24EA0B-CD31-448D-91AA-EE115D2F649B}"/>
              </a:ext>
            </a:extLst>
          </p:cNvPr>
          <p:cNvSpPr>
            <a:spLocks noGrp="1"/>
          </p:cNvSpPr>
          <p:nvPr/>
        </p:nvSpPr>
        <p:spPr>
          <a:xfrm>
            <a:off x="3513798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F1_main_prauc_1258">
            <a:extLst>
              <a:ext uri="{FF2B5EF4-FFF2-40B4-BE49-F238E27FC236}">
                <a16:creationId xmlns:a16="http://schemas.microsoft.com/office/drawing/2014/main" id="{6108A0A5-A8BC-4AE9-ACD6-70FB1DF69E7B}"/>
              </a:ext>
            </a:extLst>
          </p:cNvPr>
          <p:cNvSpPr>
            <a:spLocks noGrp="1"/>
          </p:cNvSpPr>
          <p:nvPr/>
        </p:nvSpPr>
        <p:spPr>
          <a:xfrm>
            <a:off x="34938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F1_main_prauc_1259">
            <a:extLst>
              <a:ext uri="{FF2B5EF4-FFF2-40B4-BE49-F238E27FC236}">
                <a16:creationId xmlns:a16="http://schemas.microsoft.com/office/drawing/2014/main" id="{1E267060-03C9-4D0D-91D0-4D0FA993F5A0}"/>
              </a:ext>
            </a:extLst>
          </p:cNvPr>
          <p:cNvSpPr>
            <a:spLocks noGrp="1"/>
          </p:cNvSpPr>
          <p:nvPr/>
        </p:nvSpPr>
        <p:spPr>
          <a:xfrm>
            <a:off x="348388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F1_main_prauc_1260">
            <a:extLst>
              <a:ext uri="{FF2B5EF4-FFF2-40B4-BE49-F238E27FC236}">
                <a16:creationId xmlns:a16="http://schemas.microsoft.com/office/drawing/2014/main" id="{C057308F-0922-490B-BD48-7AC23F290FA8}"/>
              </a:ext>
            </a:extLst>
          </p:cNvPr>
          <p:cNvSpPr>
            <a:spLocks noGrp="1"/>
          </p:cNvSpPr>
          <p:nvPr/>
        </p:nvSpPr>
        <p:spPr>
          <a:xfrm>
            <a:off x="3465785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F1_main_prauc_1261">
            <a:extLst>
              <a:ext uri="{FF2B5EF4-FFF2-40B4-BE49-F238E27FC236}">
                <a16:creationId xmlns:a16="http://schemas.microsoft.com/office/drawing/2014/main" id="{1F451CC4-9255-4F57-B626-7E8334E63CE5}"/>
              </a:ext>
            </a:extLst>
          </p:cNvPr>
          <p:cNvSpPr>
            <a:spLocks noGrp="1"/>
          </p:cNvSpPr>
          <p:nvPr/>
        </p:nvSpPr>
        <p:spPr>
          <a:xfrm>
            <a:off x="34824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F1_main_prauc_1262">
            <a:extLst>
              <a:ext uri="{FF2B5EF4-FFF2-40B4-BE49-F238E27FC236}">
                <a16:creationId xmlns:a16="http://schemas.microsoft.com/office/drawing/2014/main" id="{DEE354B8-8932-4156-A428-2E5C92388010}"/>
              </a:ext>
            </a:extLst>
          </p:cNvPr>
          <p:cNvSpPr>
            <a:spLocks noGrp="1"/>
          </p:cNvSpPr>
          <p:nvPr/>
        </p:nvSpPr>
        <p:spPr>
          <a:xfrm>
            <a:off x="3368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F1_main_prauc_1263">
            <a:extLst>
              <a:ext uri="{FF2B5EF4-FFF2-40B4-BE49-F238E27FC236}">
                <a16:creationId xmlns:a16="http://schemas.microsoft.com/office/drawing/2014/main" id="{47D759FA-7F9E-4CC0-8F43-16557A20D5B0}"/>
              </a:ext>
            </a:extLst>
          </p:cNvPr>
          <p:cNvSpPr>
            <a:spLocks noGrp="1"/>
          </p:cNvSpPr>
          <p:nvPr/>
        </p:nvSpPr>
        <p:spPr>
          <a:xfrm>
            <a:off x="334888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F1_main_prauc_1264">
            <a:extLst>
              <a:ext uri="{FF2B5EF4-FFF2-40B4-BE49-F238E27FC236}">
                <a16:creationId xmlns:a16="http://schemas.microsoft.com/office/drawing/2014/main" id="{7B188679-C591-45A2-92ED-CB9BEC58C19C}"/>
              </a:ext>
            </a:extLst>
          </p:cNvPr>
          <p:cNvSpPr>
            <a:spLocks noGrp="1"/>
          </p:cNvSpPr>
          <p:nvPr/>
        </p:nvSpPr>
        <p:spPr>
          <a:xfrm>
            <a:off x="3431728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F1_main_prauc_1265">
            <a:extLst>
              <a:ext uri="{FF2B5EF4-FFF2-40B4-BE49-F238E27FC236}">
                <a16:creationId xmlns:a16="http://schemas.microsoft.com/office/drawing/2014/main" id="{2181F56D-4C2E-4528-8D8C-925D866FB243}"/>
              </a:ext>
            </a:extLst>
          </p:cNvPr>
          <p:cNvSpPr>
            <a:spLocks noGrp="1"/>
          </p:cNvSpPr>
          <p:nvPr/>
        </p:nvSpPr>
        <p:spPr>
          <a:xfrm>
            <a:off x="356021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F1_main_prauc_1266">
            <a:extLst>
              <a:ext uri="{FF2B5EF4-FFF2-40B4-BE49-F238E27FC236}">
                <a16:creationId xmlns:a16="http://schemas.microsoft.com/office/drawing/2014/main" id="{343DD472-A0EA-4608-97B2-55FA5A452F87}"/>
              </a:ext>
            </a:extLst>
          </p:cNvPr>
          <p:cNvSpPr>
            <a:spLocks noGrp="1"/>
          </p:cNvSpPr>
          <p:nvPr/>
        </p:nvSpPr>
        <p:spPr>
          <a:xfrm>
            <a:off x="34140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F1_main_prauc_1267">
            <a:extLst>
              <a:ext uri="{FF2B5EF4-FFF2-40B4-BE49-F238E27FC236}">
                <a16:creationId xmlns:a16="http://schemas.microsoft.com/office/drawing/2014/main" id="{E0427CD7-89DA-4937-9A9A-D4CCB166C1E5}"/>
              </a:ext>
            </a:extLst>
          </p:cNvPr>
          <p:cNvSpPr>
            <a:spLocks noGrp="1"/>
          </p:cNvSpPr>
          <p:nvPr/>
        </p:nvSpPr>
        <p:spPr>
          <a:xfrm>
            <a:off x="34096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F1_main_prauc_1268">
            <a:extLst>
              <a:ext uri="{FF2B5EF4-FFF2-40B4-BE49-F238E27FC236}">
                <a16:creationId xmlns:a16="http://schemas.microsoft.com/office/drawing/2014/main" id="{164692F0-937F-490E-80CC-55B79FA86C4C}"/>
              </a:ext>
            </a:extLst>
          </p:cNvPr>
          <p:cNvSpPr>
            <a:spLocks noGrp="1"/>
          </p:cNvSpPr>
          <p:nvPr/>
        </p:nvSpPr>
        <p:spPr>
          <a:xfrm>
            <a:off x="3452209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F1_main_prauc_1269">
            <a:extLst>
              <a:ext uri="{FF2B5EF4-FFF2-40B4-BE49-F238E27FC236}">
                <a16:creationId xmlns:a16="http://schemas.microsoft.com/office/drawing/2014/main" id="{7FB40953-2AFB-40DA-81C5-EA19E7B8826C}"/>
              </a:ext>
            </a:extLst>
          </p:cNvPr>
          <p:cNvSpPr>
            <a:spLocks noGrp="1"/>
          </p:cNvSpPr>
          <p:nvPr/>
        </p:nvSpPr>
        <p:spPr>
          <a:xfrm>
            <a:off x="3429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F1_main_prauc_1270">
            <a:extLst>
              <a:ext uri="{FF2B5EF4-FFF2-40B4-BE49-F238E27FC236}">
                <a16:creationId xmlns:a16="http://schemas.microsoft.com/office/drawing/2014/main" id="{2A71C65A-138A-4A10-BAAC-22540DA73556}"/>
              </a:ext>
            </a:extLst>
          </p:cNvPr>
          <p:cNvSpPr>
            <a:spLocks noGrp="1"/>
          </p:cNvSpPr>
          <p:nvPr/>
        </p:nvSpPr>
        <p:spPr>
          <a:xfrm>
            <a:off x="3455917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F1_main_prauc_1271">
            <a:extLst>
              <a:ext uri="{FF2B5EF4-FFF2-40B4-BE49-F238E27FC236}">
                <a16:creationId xmlns:a16="http://schemas.microsoft.com/office/drawing/2014/main" id="{4D8F644D-4763-45E2-882E-647DFDC1743A}"/>
              </a:ext>
            </a:extLst>
          </p:cNvPr>
          <p:cNvSpPr>
            <a:spLocks noGrp="1"/>
          </p:cNvSpPr>
          <p:nvPr/>
        </p:nvSpPr>
        <p:spPr>
          <a:xfrm>
            <a:off x="359294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F1_main_prauc_1272">
            <a:extLst>
              <a:ext uri="{FF2B5EF4-FFF2-40B4-BE49-F238E27FC236}">
                <a16:creationId xmlns:a16="http://schemas.microsoft.com/office/drawing/2014/main" id="{FE3E6B23-4B7E-4065-A2A7-4A936F6ED760}"/>
              </a:ext>
            </a:extLst>
          </p:cNvPr>
          <p:cNvSpPr>
            <a:spLocks noGrp="1"/>
          </p:cNvSpPr>
          <p:nvPr/>
        </p:nvSpPr>
        <p:spPr>
          <a:xfrm>
            <a:off x="33439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F1_main_prauc_1273">
            <a:extLst>
              <a:ext uri="{FF2B5EF4-FFF2-40B4-BE49-F238E27FC236}">
                <a16:creationId xmlns:a16="http://schemas.microsoft.com/office/drawing/2014/main" id="{46E12233-FBA5-4969-9043-4F4A9A1EFE44}"/>
              </a:ext>
            </a:extLst>
          </p:cNvPr>
          <p:cNvSpPr>
            <a:spLocks noGrp="1"/>
          </p:cNvSpPr>
          <p:nvPr/>
        </p:nvSpPr>
        <p:spPr>
          <a:xfrm>
            <a:off x="342838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F1_main_prauc_1274">
            <a:extLst>
              <a:ext uri="{FF2B5EF4-FFF2-40B4-BE49-F238E27FC236}">
                <a16:creationId xmlns:a16="http://schemas.microsoft.com/office/drawing/2014/main" id="{808AA802-6039-4527-8E63-EB055CE6A473}"/>
              </a:ext>
            </a:extLst>
          </p:cNvPr>
          <p:cNvSpPr>
            <a:spLocks noGrp="1"/>
          </p:cNvSpPr>
          <p:nvPr/>
        </p:nvSpPr>
        <p:spPr>
          <a:xfrm>
            <a:off x="335168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F1_main_prauc_1275">
            <a:extLst>
              <a:ext uri="{FF2B5EF4-FFF2-40B4-BE49-F238E27FC236}">
                <a16:creationId xmlns:a16="http://schemas.microsoft.com/office/drawing/2014/main" id="{9A3E1428-0AEA-413F-BE08-A6E47C6C50EB}"/>
              </a:ext>
            </a:extLst>
          </p:cNvPr>
          <p:cNvSpPr>
            <a:spLocks noGrp="1"/>
          </p:cNvSpPr>
          <p:nvPr/>
        </p:nvSpPr>
        <p:spPr>
          <a:xfrm>
            <a:off x="33430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F1_main_prauc_1276">
            <a:extLst>
              <a:ext uri="{FF2B5EF4-FFF2-40B4-BE49-F238E27FC236}">
                <a16:creationId xmlns:a16="http://schemas.microsoft.com/office/drawing/2014/main" id="{90EBDB37-CB58-42C7-B9A5-1115BD9B3ABB}"/>
              </a:ext>
            </a:extLst>
          </p:cNvPr>
          <p:cNvSpPr>
            <a:spLocks noGrp="1"/>
          </p:cNvSpPr>
          <p:nvPr/>
        </p:nvSpPr>
        <p:spPr>
          <a:xfrm>
            <a:off x="3352678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F1_main_prauc_1277">
            <a:extLst>
              <a:ext uri="{FF2B5EF4-FFF2-40B4-BE49-F238E27FC236}">
                <a16:creationId xmlns:a16="http://schemas.microsoft.com/office/drawing/2014/main" id="{70A4EA1E-455D-40F9-BD48-D46E2E6C0216}"/>
              </a:ext>
            </a:extLst>
          </p:cNvPr>
          <p:cNvSpPr>
            <a:spLocks noGrp="1"/>
          </p:cNvSpPr>
          <p:nvPr/>
        </p:nvSpPr>
        <p:spPr>
          <a:xfrm>
            <a:off x="33656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F1_main_prauc_1278">
            <a:extLst>
              <a:ext uri="{FF2B5EF4-FFF2-40B4-BE49-F238E27FC236}">
                <a16:creationId xmlns:a16="http://schemas.microsoft.com/office/drawing/2014/main" id="{F21FC5FC-FD21-46BE-AF42-AF31577FDD52}"/>
              </a:ext>
            </a:extLst>
          </p:cNvPr>
          <p:cNvSpPr>
            <a:spLocks noGrp="1"/>
          </p:cNvSpPr>
          <p:nvPr/>
        </p:nvSpPr>
        <p:spPr>
          <a:xfrm>
            <a:off x="3558625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F1_main_prauc_1279">
            <a:extLst>
              <a:ext uri="{FF2B5EF4-FFF2-40B4-BE49-F238E27FC236}">
                <a16:creationId xmlns:a16="http://schemas.microsoft.com/office/drawing/2014/main" id="{EDE3C0CC-0ED4-45C2-8412-ABB1E9193DD1}"/>
              </a:ext>
            </a:extLst>
          </p:cNvPr>
          <p:cNvSpPr>
            <a:spLocks noGrp="1"/>
          </p:cNvSpPr>
          <p:nvPr/>
        </p:nvSpPr>
        <p:spPr>
          <a:xfrm>
            <a:off x="3546035" y="58425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F1_main_prauc_1280">
            <a:extLst>
              <a:ext uri="{FF2B5EF4-FFF2-40B4-BE49-F238E27FC236}">
                <a16:creationId xmlns:a16="http://schemas.microsoft.com/office/drawing/2014/main" id="{51EA65A9-F14F-4A13-9495-6183361B03C9}"/>
              </a:ext>
            </a:extLst>
          </p:cNvPr>
          <p:cNvSpPr>
            <a:spLocks noGrp="1"/>
          </p:cNvSpPr>
          <p:nvPr/>
        </p:nvSpPr>
        <p:spPr>
          <a:xfrm>
            <a:off x="3432803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F1_main_prauc_1281">
            <a:extLst>
              <a:ext uri="{FF2B5EF4-FFF2-40B4-BE49-F238E27FC236}">
                <a16:creationId xmlns:a16="http://schemas.microsoft.com/office/drawing/2014/main" id="{FB3CDC23-19B3-45E3-8C85-1191A2D09F90}"/>
              </a:ext>
            </a:extLst>
          </p:cNvPr>
          <p:cNvSpPr>
            <a:spLocks noGrp="1"/>
          </p:cNvSpPr>
          <p:nvPr/>
        </p:nvSpPr>
        <p:spPr>
          <a:xfrm>
            <a:off x="34241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F1_main_prauc_1282">
            <a:extLst>
              <a:ext uri="{FF2B5EF4-FFF2-40B4-BE49-F238E27FC236}">
                <a16:creationId xmlns:a16="http://schemas.microsoft.com/office/drawing/2014/main" id="{135C4A8E-2374-4680-838C-D0FB8B9FFE8D}"/>
              </a:ext>
            </a:extLst>
          </p:cNvPr>
          <p:cNvSpPr>
            <a:spLocks noGrp="1"/>
          </p:cNvSpPr>
          <p:nvPr/>
        </p:nvSpPr>
        <p:spPr>
          <a:xfrm>
            <a:off x="35461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F1_main_prauc_1283">
            <a:extLst>
              <a:ext uri="{FF2B5EF4-FFF2-40B4-BE49-F238E27FC236}">
                <a16:creationId xmlns:a16="http://schemas.microsoft.com/office/drawing/2014/main" id="{B1296AEE-A7EB-4C0A-9C4E-A5C64EB3D2B8}"/>
              </a:ext>
            </a:extLst>
          </p:cNvPr>
          <p:cNvSpPr>
            <a:spLocks noGrp="1"/>
          </p:cNvSpPr>
          <p:nvPr/>
        </p:nvSpPr>
        <p:spPr>
          <a:xfrm>
            <a:off x="35750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F1_main_prauc_1284">
            <a:extLst>
              <a:ext uri="{FF2B5EF4-FFF2-40B4-BE49-F238E27FC236}">
                <a16:creationId xmlns:a16="http://schemas.microsoft.com/office/drawing/2014/main" id="{598A2AE5-D4EC-483D-AD0F-F675B02C135B}"/>
              </a:ext>
            </a:extLst>
          </p:cNvPr>
          <p:cNvSpPr>
            <a:spLocks noGrp="1"/>
          </p:cNvSpPr>
          <p:nvPr/>
        </p:nvSpPr>
        <p:spPr>
          <a:xfrm>
            <a:off x="355226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F1_main_prauc_1285">
            <a:extLst>
              <a:ext uri="{FF2B5EF4-FFF2-40B4-BE49-F238E27FC236}">
                <a16:creationId xmlns:a16="http://schemas.microsoft.com/office/drawing/2014/main" id="{1FABF677-123F-4971-93CB-EFA743972073}"/>
              </a:ext>
            </a:extLst>
          </p:cNvPr>
          <p:cNvSpPr>
            <a:spLocks noGrp="1"/>
          </p:cNvSpPr>
          <p:nvPr/>
        </p:nvSpPr>
        <p:spPr>
          <a:xfrm>
            <a:off x="33889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F1_main_prauc_1286">
            <a:extLst>
              <a:ext uri="{FF2B5EF4-FFF2-40B4-BE49-F238E27FC236}">
                <a16:creationId xmlns:a16="http://schemas.microsoft.com/office/drawing/2014/main" id="{5DDEA1EC-10E4-48BE-99EF-F6420FED4ADD}"/>
              </a:ext>
            </a:extLst>
          </p:cNvPr>
          <p:cNvSpPr>
            <a:spLocks noGrp="1"/>
          </p:cNvSpPr>
          <p:nvPr/>
        </p:nvSpPr>
        <p:spPr>
          <a:xfrm>
            <a:off x="348612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F1_main_prauc_1287">
            <a:extLst>
              <a:ext uri="{FF2B5EF4-FFF2-40B4-BE49-F238E27FC236}">
                <a16:creationId xmlns:a16="http://schemas.microsoft.com/office/drawing/2014/main" id="{2C0DA4EC-9FE7-4089-B4B0-96BBED2CDFDF}"/>
              </a:ext>
            </a:extLst>
          </p:cNvPr>
          <p:cNvSpPr>
            <a:spLocks noGrp="1"/>
          </p:cNvSpPr>
          <p:nvPr/>
        </p:nvSpPr>
        <p:spPr>
          <a:xfrm>
            <a:off x="357333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F1_main_prauc_1288">
            <a:extLst>
              <a:ext uri="{FF2B5EF4-FFF2-40B4-BE49-F238E27FC236}">
                <a16:creationId xmlns:a16="http://schemas.microsoft.com/office/drawing/2014/main" id="{9E6A5127-6FF8-46B0-9E4E-A755E55735A0}"/>
              </a:ext>
            </a:extLst>
          </p:cNvPr>
          <p:cNvSpPr>
            <a:spLocks noGrp="1"/>
          </p:cNvSpPr>
          <p:nvPr/>
        </p:nvSpPr>
        <p:spPr>
          <a:xfrm>
            <a:off x="3586169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F1_main_prauc_1289">
            <a:extLst>
              <a:ext uri="{FF2B5EF4-FFF2-40B4-BE49-F238E27FC236}">
                <a16:creationId xmlns:a16="http://schemas.microsoft.com/office/drawing/2014/main" id="{F3083E25-A5E1-48B2-874B-716CE37D6206}"/>
              </a:ext>
            </a:extLst>
          </p:cNvPr>
          <p:cNvSpPr>
            <a:spLocks noGrp="1"/>
          </p:cNvSpPr>
          <p:nvPr/>
        </p:nvSpPr>
        <p:spPr>
          <a:xfrm>
            <a:off x="352614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F1_main_prauc_1290">
            <a:extLst>
              <a:ext uri="{FF2B5EF4-FFF2-40B4-BE49-F238E27FC236}">
                <a16:creationId xmlns:a16="http://schemas.microsoft.com/office/drawing/2014/main" id="{09EB843C-ACED-49B4-B245-00F0242AC5E1}"/>
              </a:ext>
            </a:extLst>
          </p:cNvPr>
          <p:cNvSpPr>
            <a:spLocks noGrp="1"/>
          </p:cNvSpPr>
          <p:nvPr/>
        </p:nvSpPr>
        <p:spPr>
          <a:xfrm>
            <a:off x="343702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F1_main_prauc_1291">
            <a:extLst>
              <a:ext uri="{FF2B5EF4-FFF2-40B4-BE49-F238E27FC236}">
                <a16:creationId xmlns:a16="http://schemas.microsoft.com/office/drawing/2014/main" id="{88A769BD-BC37-422C-9286-42AB4AA76F95}"/>
              </a:ext>
            </a:extLst>
          </p:cNvPr>
          <p:cNvSpPr>
            <a:spLocks noGrp="1"/>
          </p:cNvSpPr>
          <p:nvPr/>
        </p:nvSpPr>
        <p:spPr>
          <a:xfrm>
            <a:off x="353818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F1_main_prauc_1292">
            <a:extLst>
              <a:ext uri="{FF2B5EF4-FFF2-40B4-BE49-F238E27FC236}">
                <a16:creationId xmlns:a16="http://schemas.microsoft.com/office/drawing/2014/main" id="{20486A7B-ED8C-408D-9D0C-9A34D50F6610}"/>
              </a:ext>
            </a:extLst>
          </p:cNvPr>
          <p:cNvSpPr>
            <a:spLocks noGrp="1"/>
          </p:cNvSpPr>
          <p:nvPr/>
        </p:nvSpPr>
        <p:spPr>
          <a:xfrm>
            <a:off x="3516051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F1_main_prauc_1293">
            <a:extLst>
              <a:ext uri="{FF2B5EF4-FFF2-40B4-BE49-F238E27FC236}">
                <a16:creationId xmlns:a16="http://schemas.microsoft.com/office/drawing/2014/main" id="{A201FFC3-6A14-426D-9A02-B182989662B4}"/>
              </a:ext>
            </a:extLst>
          </p:cNvPr>
          <p:cNvSpPr>
            <a:spLocks noGrp="1"/>
          </p:cNvSpPr>
          <p:nvPr/>
        </p:nvSpPr>
        <p:spPr>
          <a:xfrm>
            <a:off x="3593296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F1_main_prauc_1294">
            <a:extLst>
              <a:ext uri="{FF2B5EF4-FFF2-40B4-BE49-F238E27FC236}">
                <a16:creationId xmlns:a16="http://schemas.microsoft.com/office/drawing/2014/main" id="{6D2C970B-D1EC-42A8-BBC8-57DAAAB92639}"/>
              </a:ext>
            </a:extLst>
          </p:cNvPr>
          <p:cNvSpPr>
            <a:spLocks noGrp="1"/>
          </p:cNvSpPr>
          <p:nvPr/>
        </p:nvSpPr>
        <p:spPr>
          <a:xfrm>
            <a:off x="338708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F1_main_prauc_1295">
            <a:extLst>
              <a:ext uri="{FF2B5EF4-FFF2-40B4-BE49-F238E27FC236}">
                <a16:creationId xmlns:a16="http://schemas.microsoft.com/office/drawing/2014/main" id="{94C0A777-60F8-4196-B0D9-5F9C0CE47B43}"/>
              </a:ext>
            </a:extLst>
          </p:cNvPr>
          <p:cNvSpPr>
            <a:spLocks noGrp="1"/>
          </p:cNvSpPr>
          <p:nvPr/>
        </p:nvSpPr>
        <p:spPr>
          <a:xfrm>
            <a:off x="35200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F1_main_prauc_1296">
            <a:extLst>
              <a:ext uri="{FF2B5EF4-FFF2-40B4-BE49-F238E27FC236}">
                <a16:creationId xmlns:a16="http://schemas.microsoft.com/office/drawing/2014/main" id="{2D2A650F-2BFF-4908-9631-29494F185CA6}"/>
              </a:ext>
            </a:extLst>
          </p:cNvPr>
          <p:cNvSpPr>
            <a:spLocks noGrp="1"/>
          </p:cNvSpPr>
          <p:nvPr/>
        </p:nvSpPr>
        <p:spPr>
          <a:xfrm>
            <a:off x="3512127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F1_main_prauc_1297">
            <a:extLst>
              <a:ext uri="{FF2B5EF4-FFF2-40B4-BE49-F238E27FC236}">
                <a16:creationId xmlns:a16="http://schemas.microsoft.com/office/drawing/2014/main" id="{6F48D098-7E11-4C1A-9468-CC39869B065B}"/>
              </a:ext>
            </a:extLst>
          </p:cNvPr>
          <p:cNvSpPr>
            <a:spLocks noGrp="1"/>
          </p:cNvSpPr>
          <p:nvPr/>
        </p:nvSpPr>
        <p:spPr>
          <a:xfrm>
            <a:off x="34632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F1_main_prauc_1298">
            <a:extLst>
              <a:ext uri="{FF2B5EF4-FFF2-40B4-BE49-F238E27FC236}">
                <a16:creationId xmlns:a16="http://schemas.microsoft.com/office/drawing/2014/main" id="{D07AEDEB-7B68-493B-AB53-79C06E1B79C6}"/>
              </a:ext>
            </a:extLst>
          </p:cNvPr>
          <p:cNvSpPr>
            <a:spLocks noGrp="1"/>
          </p:cNvSpPr>
          <p:nvPr/>
        </p:nvSpPr>
        <p:spPr>
          <a:xfrm>
            <a:off x="3450843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F1_main_prauc_1299">
            <a:extLst>
              <a:ext uri="{FF2B5EF4-FFF2-40B4-BE49-F238E27FC236}">
                <a16:creationId xmlns:a16="http://schemas.microsoft.com/office/drawing/2014/main" id="{7A7D082D-9594-4FB2-B223-848C8AA6C13E}"/>
              </a:ext>
            </a:extLst>
          </p:cNvPr>
          <p:cNvSpPr>
            <a:spLocks noGrp="1"/>
          </p:cNvSpPr>
          <p:nvPr/>
        </p:nvSpPr>
        <p:spPr>
          <a:xfrm>
            <a:off x="3516512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F1_main_prauc_1300">
            <a:extLst>
              <a:ext uri="{FF2B5EF4-FFF2-40B4-BE49-F238E27FC236}">
                <a16:creationId xmlns:a16="http://schemas.microsoft.com/office/drawing/2014/main" id="{83A7CB59-677E-4CD9-AD1F-EF40AD8157E3}"/>
              </a:ext>
            </a:extLst>
          </p:cNvPr>
          <p:cNvSpPr>
            <a:spLocks noGrp="1"/>
          </p:cNvSpPr>
          <p:nvPr/>
        </p:nvSpPr>
        <p:spPr>
          <a:xfrm>
            <a:off x="338374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F1_main_prauc_1301">
            <a:extLst>
              <a:ext uri="{FF2B5EF4-FFF2-40B4-BE49-F238E27FC236}">
                <a16:creationId xmlns:a16="http://schemas.microsoft.com/office/drawing/2014/main" id="{A3EC928B-500B-4DAE-90DE-D8BC72137B02}"/>
              </a:ext>
            </a:extLst>
          </p:cNvPr>
          <p:cNvSpPr>
            <a:spLocks noGrp="1"/>
          </p:cNvSpPr>
          <p:nvPr/>
        </p:nvSpPr>
        <p:spPr>
          <a:xfrm>
            <a:off x="34076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F1_main_prauc_1302">
            <a:extLst>
              <a:ext uri="{FF2B5EF4-FFF2-40B4-BE49-F238E27FC236}">
                <a16:creationId xmlns:a16="http://schemas.microsoft.com/office/drawing/2014/main" id="{5F4F0229-CA45-4D2A-86F7-5E314E6946A7}"/>
              </a:ext>
            </a:extLst>
          </p:cNvPr>
          <p:cNvSpPr>
            <a:spLocks noGrp="1"/>
          </p:cNvSpPr>
          <p:nvPr/>
        </p:nvSpPr>
        <p:spPr>
          <a:xfrm>
            <a:off x="3524672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F1_main_prauc_1303">
            <a:extLst>
              <a:ext uri="{FF2B5EF4-FFF2-40B4-BE49-F238E27FC236}">
                <a16:creationId xmlns:a16="http://schemas.microsoft.com/office/drawing/2014/main" id="{0FC1B2B6-70A3-4386-8869-C3D82E62E5D8}"/>
              </a:ext>
            </a:extLst>
          </p:cNvPr>
          <p:cNvSpPr>
            <a:spLocks noGrp="1"/>
          </p:cNvSpPr>
          <p:nvPr/>
        </p:nvSpPr>
        <p:spPr>
          <a:xfrm>
            <a:off x="352013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F1_main_prauc_1304">
            <a:extLst>
              <a:ext uri="{FF2B5EF4-FFF2-40B4-BE49-F238E27FC236}">
                <a16:creationId xmlns:a16="http://schemas.microsoft.com/office/drawing/2014/main" id="{8E85D5AB-A8BA-4B45-AE8C-5EC59E6D59C5}"/>
              </a:ext>
            </a:extLst>
          </p:cNvPr>
          <p:cNvSpPr>
            <a:spLocks noGrp="1"/>
          </p:cNvSpPr>
          <p:nvPr/>
        </p:nvSpPr>
        <p:spPr>
          <a:xfrm>
            <a:off x="34484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F1_main_prauc_1305">
            <a:extLst>
              <a:ext uri="{FF2B5EF4-FFF2-40B4-BE49-F238E27FC236}">
                <a16:creationId xmlns:a16="http://schemas.microsoft.com/office/drawing/2014/main" id="{7D917020-2123-48ED-BA69-30A86DD52AF3}"/>
              </a:ext>
            </a:extLst>
          </p:cNvPr>
          <p:cNvSpPr>
            <a:spLocks noGrp="1"/>
          </p:cNvSpPr>
          <p:nvPr/>
        </p:nvSpPr>
        <p:spPr>
          <a:xfrm>
            <a:off x="3419030" y="53755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F1_main_prauc_1306">
            <a:extLst>
              <a:ext uri="{FF2B5EF4-FFF2-40B4-BE49-F238E27FC236}">
                <a16:creationId xmlns:a16="http://schemas.microsoft.com/office/drawing/2014/main" id="{EE34FCB0-063E-4672-AE7C-0CBBE9534E11}"/>
              </a:ext>
            </a:extLst>
          </p:cNvPr>
          <p:cNvSpPr>
            <a:spLocks noGrp="1"/>
          </p:cNvSpPr>
          <p:nvPr/>
        </p:nvSpPr>
        <p:spPr>
          <a:xfrm>
            <a:off x="343720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F1_main_prauc_1307">
            <a:extLst>
              <a:ext uri="{FF2B5EF4-FFF2-40B4-BE49-F238E27FC236}">
                <a16:creationId xmlns:a16="http://schemas.microsoft.com/office/drawing/2014/main" id="{A150C97B-EE0F-4318-8552-244978A300E2}"/>
              </a:ext>
            </a:extLst>
          </p:cNvPr>
          <p:cNvSpPr>
            <a:spLocks noGrp="1"/>
          </p:cNvSpPr>
          <p:nvPr/>
        </p:nvSpPr>
        <p:spPr>
          <a:xfrm>
            <a:off x="357111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F1_main_prauc_1308">
            <a:extLst>
              <a:ext uri="{FF2B5EF4-FFF2-40B4-BE49-F238E27FC236}">
                <a16:creationId xmlns:a16="http://schemas.microsoft.com/office/drawing/2014/main" id="{4A346858-B71C-48B4-BA9C-97BFB6633A70}"/>
              </a:ext>
            </a:extLst>
          </p:cNvPr>
          <p:cNvSpPr>
            <a:spLocks noGrp="1"/>
          </p:cNvSpPr>
          <p:nvPr/>
        </p:nvSpPr>
        <p:spPr>
          <a:xfrm>
            <a:off x="35635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F1_main_prauc_1309">
            <a:extLst>
              <a:ext uri="{FF2B5EF4-FFF2-40B4-BE49-F238E27FC236}">
                <a16:creationId xmlns:a16="http://schemas.microsoft.com/office/drawing/2014/main" id="{0C803EC2-988B-4836-AD89-6D001A2688AB}"/>
              </a:ext>
            </a:extLst>
          </p:cNvPr>
          <p:cNvSpPr>
            <a:spLocks noGrp="1"/>
          </p:cNvSpPr>
          <p:nvPr/>
        </p:nvSpPr>
        <p:spPr>
          <a:xfrm>
            <a:off x="35545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F1_main_prauc_1310">
            <a:extLst>
              <a:ext uri="{FF2B5EF4-FFF2-40B4-BE49-F238E27FC236}">
                <a16:creationId xmlns:a16="http://schemas.microsoft.com/office/drawing/2014/main" id="{E9DFE604-BD99-4EB3-8E9A-FD8105B931DF}"/>
              </a:ext>
            </a:extLst>
          </p:cNvPr>
          <p:cNvSpPr>
            <a:spLocks noGrp="1"/>
          </p:cNvSpPr>
          <p:nvPr/>
        </p:nvSpPr>
        <p:spPr>
          <a:xfrm>
            <a:off x="3531046" y="470277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F1_main_prauc_1311">
            <a:extLst>
              <a:ext uri="{FF2B5EF4-FFF2-40B4-BE49-F238E27FC236}">
                <a16:creationId xmlns:a16="http://schemas.microsoft.com/office/drawing/2014/main" id="{B3416051-72DD-4F0A-B638-9D6A661E4E5D}"/>
              </a:ext>
            </a:extLst>
          </p:cNvPr>
          <p:cNvSpPr>
            <a:spLocks noGrp="1"/>
          </p:cNvSpPr>
          <p:nvPr/>
        </p:nvSpPr>
        <p:spPr>
          <a:xfrm>
            <a:off x="335893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F1_main_prauc_1312">
            <a:extLst>
              <a:ext uri="{FF2B5EF4-FFF2-40B4-BE49-F238E27FC236}">
                <a16:creationId xmlns:a16="http://schemas.microsoft.com/office/drawing/2014/main" id="{AD69A56B-B74A-4BA4-BE14-0A961978AE66}"/>
              </a:ext>
            </a:extLst>
          </p:cNvPr>
          <p:cNvSpPr>
            <a:spLocks noGrp="1"/>
          </p:cNvSpPr>
          <p:nvPr/>
        </p:nvSpPr>
        <p:spPr>
          <a:xfrm>
            <a:off x="3403264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F1_main_prauc_1313">
            <a:extLst>
              <a:ext uri="{FF2B5EF4-FFF2-40B4-BE49-F238E27FC236}">
                <a16:creationId xmlns:a16="http://schemas.microsoft.com/office/drawing/2014/main" id="{C01FBFAF-2266-4FC3-9921-D973F03285E3}"/>
              </a:ext>
            </a:extLst>
          </p:cNvPr>
          <p:cNvSpPr>
            <a:spLocks noGrp="1"/>
          </p:cNvSpPr>
          <p:nvPr/>
        </p:nvSpPr>
        <p:spPr>
          <a:xfrm>
            <a:off x="50357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F1_main_prauc_1314">
            <a:extLst>
              <a:ext uri="{FF2B5EF4-FFF2-40B4-BE49-F238E27FC236}">
                <a16:creationId xmlns:a16="http://schemas.microsoft.com/office/drawing/2014/main" id="{B29BC3BF-AD1A-4FDC-B40A-F6C94BACD0BE}"/>
              </a:ext>
            </a:extLst>
          </p:cNvPr>
          <p:cNvSpPr>
            <a:spLocks noGrp="1"/>
          </p:cNvSpPr>
          <p:nvPr/>
        </p:nvSpPr>
        <p:spPr>
          <a:xfrm>
            <a:off x="4915990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F1_main_prauc_1315">
            <a:extLst>
              <a:ext uri="{FF2B5EF4-FFF2-40B4-BE49-F238E27FC236}">
                <a16:creationId xmlns:a16="http://schemas.microsoft.com/office/drawing/2014/main" id="{AA4D2099-D3D6-4D32-A4E9-F141089E02E7}"/>
              </a:ext>
            </a:extLst>
          </p:cNvPr>
          <p:cNvSpPr>
            <a:spLocks noGrp="1"/>
          </p:cNvSpPr>
          <p:nvPr/>
        </p:nvSpPr>
        <p:spPr>
          <a:xfrm>
            <a:off x="508728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F1_main_prauc_1316">
            <a:extLst>
              <a:ext uri="{FF2B5EF4-FFF2-40B4-BE49-F238E27FC236}">
                <a16:creationId xmlns:a16="http://schemas.microsoft.com/office/drawing/2014/main" id="{3DF460A0-3DE8-4F6C-919A-0815C246FB2E}"/>
              </a:ext>
            </a:extLst>
          </p:cNvPr>
          <p:cNvSpPr>
            <a:spLocks noGrp="1"/>
          </p:cNvSpPr>
          <p:nvPr/>
        </p:nvSpPr>
        <p:spPr>
          <a:xfrm>
            <a:off x="502132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F1_main_prauc_1317">
            <a:extLst>
              <a:ext uri="{FF2B5EF4-FFF2-40B4-BE49-F238E27FC236}">
                <a16:creationId xmlns:a16="http://schemas.microsoft.com/office/drawing/2014/main" id="{652C2AC2-96BE-4D7A-A5AD-78CB82B9CCE3}"/>
              </a:ext>
            </a:extLst>
          </p:cNvPr>
          <p:cNvSpPr>
            <a:spLocks noGrp="1"/>
          </p:cNvSpPr>
          <p:nvPr/>
        </p:nvSpPr>
        <p:spPr>
          <a:xfrm>
            <a:off x="5004494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F1_main_prauc_1318">
            <a:extLst>
              <a:ext uri="{FF2B5EF4-FFF2-40B4-BE49-F238E27FC236}">
                <a16:creationId xmlns:a16="http://schemas.microsoft.com/office/drawing/2014/main" id="{60F7AEAF-BDAC-4B9D-83AE-1008003DBDF7}"/>
              </a:ext>
            </a:extLst>
          </p:cNvPr>
          <p:cNvSpPr>
            <a:spLocks noGrp="1"/>
          </p:cNvSpPr>
          <p:nvPr/>
        </p:nvSpPr>
        <p:spPr>
          <a:xfrm>
            <a:off x="49687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F1_main_prauc_1319">
            <a:extLst>
              <a:ext uri="{FF2B5EF4-FFF2-40B4-BE49-F238E27FC236}">
                <a16:creationId xmlns:a16="http://schemas.microsoft.com/office/drawing/2014/main" id="{A9984D63-4BC5-4F55-90B5-912E03F5F5A8}"/>
              </a:ext>
            </a:extLst>
          </p:cNvPr>
          <p:cNvSpPr>
            <a:spLocks noGrp="1"/>
          </p:cNvSpPr>
          <p:nvPr/>
        </p:nvSpPr>
        <p:spPr>
          <a:xfrm>
            <a:off x="4989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F1_main_prauc_1320">
            <a:extLst>
              <a:ext uri="{FF2B5EF4-FFF2-40B4-BE49-F238E27FC236}">
                <a16:creationId xmlns:a16="http://schemas.microsoft.com/office/drawing/2014/main" id="{D3E765E3-029F-449C-BCCA-6A5AE67F06EB}"/>
              </a:ext>
            </a:extLst>
          </p:cNvPr>
          <p:cNvSpPr>
            <a:spLocks noGrp="1"/>
          </p:cNvSpPr>
          <p:nvPr/>
        </p:nvSpPr>
        <p:spPr>
          <a:xfrm>
            <a:off x="497792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F1_main_prauc_1321">
            <a:extLst>
              <a:ext uri="{FF2B5EF4-FFF2-40B4-BE49-F238E27FC236}">
                <a16:creationId xmlns:a16="http://schemas.microsoft.com/office/drawing/2014/main" id="{806DA6BA-C661-488A-AC78-ABE4F429783F}"/>
              </a:ext>
            </a:extLst>
          </p:cNvPr>
          <p:cNvSpPr>
            <a:spLocks noGrp="1"/>
          </p:cNvSpPr>
          <p:nvPr/>
        </p:nvSpPr>
        <p:spPr>
          <a:xfrm>
            <a:off x="4965629" y="52585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F1_main_prauc_1322">
            <a:extLst>
              <a:ext uri="{FF2B5EF4-FFF2-40B4-BE49-F238E27FC236}">
                <a16:creationId xmlns:a16="http://schemas.microsoft.com/office/drawing/2014/main" id="{347C92AC-5442-424C-ADB7-FDCB45CEFCF7}"/>
              </a:ext>
            </a:extLst>
          </p:cNvPr>
          <p:cNvSpPr>
            <a:spLocks noGrp="1"/>
          </p:cNvSpPr>
          <p:nvPr/>
        </p:nvSpPr>
        <p:spPr>
          <a:xfrm>
            <a:off x="51220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F1_main_prauc_1323">
            <a:extLst>
              <a:ext uri="{FF2B5EF4-FFF2-40B4-BE49-F238E27FC236}">
                <a16:creationId xmlns:a16="http://schemas.microsoft.com/office/drawing/2014/main" id="{8E031C0F-63C0-4C62-9814-79E72BABD72D}"/>
              </a:ext>
            </a:extLst>
          </p:cNvPr>
          <p:cNvSpPr>
            <a:spLocks noGrp="1"/>
          </p:cNvSpPr>
          <p:nvPr/>
        </p:nvSpPr>
        <p:spPr>
          <a:xfrm>
            <a:off x="5067431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F1_main_prauc_1324">
            <a:extLst>
              <a:ext uri="{FF2B5EF4-FFF2-40B4-BE49-F238E27FC236}">
                <a16:creationId xmlns:a16="http://schemas.microsoft.com/office/drawing/2014/main" id="{C86DDFD9-27DB-4275-A3A7-D334CF6AF043}"/>
              </a:ext>
            </a:extLst>
          </p:cNvPr>
          <p:cNvSpPr>
            <a:spLocks noGrp="1"/>
          </p:cNvSpPr>
          <p:nvPr/>
        </p:nvSpPr>
        <p:spPr>
          <a:xfrm>
            <a:off x="5025998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F1_main_prauc_1325">
            <a:extLst>
              <a:ext uri="{FF2B5EF4-FFF2-40B4-BE49-F238E27FC236}">
                <a16:creationId xmlns:a16="http://schemas.microsoft.com/office/drawing/2014/main" id="{0FD0C8C4-6F5D-45EE-A390-036EF9C170BE}"/>
              </a:ext>
            </a:extLst>
          </p:cNvPr>
          <p:cNvSpPr>
            <a:spLocks noGrp="1"/>
          </p:cNvSpPr>
          <p:nvPr/>
        </p:nvSpPr>
        <p:spPr>
          <a:xfrm>
            <a:off x="5077905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F1_main_prauc_1326">
            <a:extLst>
              <a:ext uri="{FF2B5EF4-FFF2-40B4-BE49-F238E27FC236}">
                <a16:creationId xmlns:a16="http://schemas.microsoft.com/office/drawing/2014/main" id="{F75CC0EB-66C7-4FBA-909A-62A8B3FF49D8}"/>
              </a:ext>
            </a:extLst>
          </p:cNvPr>
          <p:cNvSpPr>
            <a:spLocks noGrp="1"/>
          </p:cNvSpPr>
          <p:nvPr/>
        </p:nvSpPr>
        <p:spPr>
          <a:xfrm>
            <a:off x="505130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F1_main_prauc_1327">
            <a:extLst>
              <a:ext uri="{FF2B5EF4-FFF2-40B4-BE49-F238E27FC236}">
                <a16:creationId xmlns:a16="http://schemas.microsoft.com/office/drawing/2014/main" id="{E419D702-9D84-43BF-9359-06D99F7A8EFB}"/>
              </a:ext>
            </a:extLst>
          </p:cNvPr>
          <p:cNvSpPr>
            <a:spLocks noGrp="1"/>
          </p:cNvSpPr>
          <p:nvPr/>
        </p:nvSpPr>
        <p:spPr>
          <a:xfrm>
            <a:off x="506601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F1_main_prauc_1328">
            <a:extLst>
              <a:ext uri="{FF2B5EF4-FFF2-40B4-BE49-F238E27FC236}">
                <a16:creationId xmlns:a16="http://schemas.microsoft.com/office/drawing/2014/main" id="{FB8DADB7-5961-498A-9400-4439BD093EE7}"/>
              </a:ext>
            </a:extLst>
          </p:cNvPr>
          <p:cNvSpPr>
            <a:spLocks noGrp="1"/>
          </p:cNvSpPr>
          <p:nvPr/>
        </p:nvSpPr>
        <p:spPr>
          <a:xfrm>
            <a:off x="499536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F1_main_prauc_1329">
            <a:extLst>
              <a:ext uri="{FF2B5EF4-FFF2-40B4-BE49-F238E27FC236}">
                <a16:creationId xmlns:a16="http://schemas.microsoft.com/office/drawing/2014/main" id="{69BA7983-2487-418E-A2B0-AE8FDC04990E}"/>
              </a:ext>
            </a:extLst>
          </p:cNvPr>
          <p:cNvSpPr>
            <a:spLocks noGrp="1"/>
          </p:cNvSpPr>
          <p:nvPr/>
        </p:nvSpPr>
        <p:spPr>
          <a:xfrm>
            <a:off x="50533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F1_main_prauc_1330">
            <a:extLst>
              <a:ext uri="{FF2B5EF4-FFF2-40B4-BE49-F238E27FC236}">
                <a16:creationId xmlns:a16="http://schemas.microsoft.com/office/drawing/2014/main" id="{6EA9F583-03C8-4BDE-BA2E-0E14AC925EDF}"/>
              </a:ext>
            </a:extLst>
          </p:cNvPr>
          <p:cNvSpPr>
            <a:spLocks noGrp="1"/>
          </p:cNvSpPr>
          <p:nvPr/>
        </p:nvSpPr>
        <p:spPr>
          <a:xfrm>
            <a:off x="503817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F1_main_prauc_1331">
            <a:extLst>
              <a:ext uri="{FF2B5EF4-FFF2-40B4-BE49-F238E27FC236}">
                <a16:creationId xmlns:a16="http://schemas.microsoft.com/office/drawing/2014/main" id="{15A7583A-ACED-40EC-B099-D90CBC4FB372}"/>
              </a:ext>
            </a:extLst>
          </p:cNvPr>
          <p:cNvSpPr>
            <a:spLocks noGrp="1"/>
          </p:cNvSpPr>
          <p:nvPr/>
        </p:nvSpPr>
        <p:spPr>
          <a:xfrm>
            <a:off x="5037469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F1_main_prauc_1332">
            <a:extLst>
              <a:ext uri="{FF2B5EF4-FFF2-40B4-BE49-F238E27FC236}">
                <a16:creationId xmlns:a16="http://schemas.microsoft.com/office/drawing/2014/main" id="{DEEECB78-029E-43F1-8407-B0DD2732C3C3}"/>
              </a:ext>
            </a:extLst>
          </p:cNvPr>
          <p:cNvSpPr>
            <a:spLocks noGrp="1"/>
          </p:cNvSpPr>
          <p:nvPr/>
        </p:nvSpPr>
        <p:spPr>
          <a:xfrm>
            <a:off x="514207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F1_main_prauc_1333">
            <a:extLst>
              <a:ext uri="{FF2B5EF4-FFF2-40B4-BE49-F238E27FC236}">
                <a16:creationId xmlns:a16="http://schemas.microsoft.com/office/drawing/2014/main" id="{CAAD95AB-F1B5-4FE5-AFC0-8C5F0B875B5B}"/>
              </a:ext>
            </a:extLst>
          </p:cNvPr>
          <p:cNvSpPr>
            <a:spLocks noGrp="1"/>
          </p:cNvSpPr>
          <p:nvPr/>
        </p:nvSpPr>
        <p:spPr>
          <a:xfrm>
            <a:off x="5090194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F1_main_prauc_1334">
            <a:extLst>
              <a:ext uri="{FF2B5EF4-FFF2-40B4-BE49-F238E27FC236}">
                <a16:creationId xmlns:a16="http://schemas.microsoft.com/office/drawing/2014/main" id="{73020468-FF5D-44AD-B0CF-B58081F3E6C5}"/>
              </a:ext>
            </a:extLst>
          </p:cNvPr>
          <p:cNvSpPr>
            <a:spLocks noGrp="1"/>
          </p:cNvSpPr>
          <p:nvPr/>
        </p:nvSpPr>
        <p:spPr>
          <a:xfrm>
            <a:off x="5025474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F1_main_prauc_1335">
            <a:extLst>
              <a:ext uri="{FF2B5EF4-FFF2-40B4-BE49-F238E27FC236}">
                <a16:creationId xmlns:a16="http://schemas.microsoft.com/office/drawing/2014/main" id="{E66DD511-A79F-48D4-84BB-72BF90350608}"/>
              </a:ext>
            </a:extLst>
          </p:cNvPr>
          <p:cNvSpPr>
            <a:spLocks noGrp="1"/>
          </p:cNvSpPr>
          <p:nvPr/>
        </p:nvSpPr>
        <p:spPr>
          <a:xfrm>
            <a:off x="4967610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F1_main_prauc_1336">
            <a:extLst>
              <a:ext uri="{FF2B5EF4-FFF2-40B4-BE49-F238E27FC236}">
                <a16:creationId xmlns:a16="http://schemas.microsoft.com/office/drawing/2014/main" id="{6B981A4C-21ED-4170-B807-548706DFD844}"/>
              </a:ext>
            </a:extLst>
          </p:cNvPr>
          <p:cNvSpPr>
            <a:spLocks noGrp="1"/>
          </p:cNvSpPr>
          <p:nvPr/>
        </p:nvSpPr>
        <p:spPr>
          <a:xfrm>
            <a:off x="4955265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F1_main_prauc_1337">
            <a:extLst>
              <a:ext uri="{FF2B5EF4-FFF2-40B4-BE49-F238E27FC236}">
                <a16:creationId xmlns:a16="http://schemas.microsoft.com/office/drawing/2014/main" id="{F82F0187-B859-46A7-99F2-84313979823A}"/>
              </a:ext>
            </a:extLst>
          </p:cNvPr>
          <p:cNvSpPr>
            <a:spLocks noGrp="1"/>
          </p:cNvSpPr>
          <p:nvPr/>
        </p:nvSpPr>
        <p:spPr>
          <a:xfrm>
            <a:off x="5073106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F1_main_prauc_1338">
            <a:extLst>
              <a:ext uri="{FF2B5EF4-FFF2-40B4-BE49-F238E27FC236}">
                <a16:creationId xmlns:a16="http://schemas.microsoft.com/office/drawing/2014/main" id="{5AEC39C4-6681-4B15-AF42-FE79DDFACF54}"/>
              </a:ext>
            </a:extLst>
          </p:cNvPr>
          <p:cNvSpPr>
            <a:spLocks noGrp="1"/>
          </p:cNvSpPr>
          <p:nvPr/>
        </p:nvSpPr>
        <p:spPr>
          <a:xfrm>
            <a:off x="50101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F1_main_prauc_1339">
            <a:extLst>
              <a:ext uri="{FF2B5EF4-FFF2-40B4-BE49-F238E27FC236}">
                <a16:creationId xmlns:a16="http://schemas.microsoft.com/office/drawing/2014/main" id="{FCA17557-5897-402D-81C4-1E73CF37F41E}"/>
              </a:ext>
            </a:extLst>
          </p:cNvPr>
          <p:cNvSpPr>
            <a:spLocks noGrp="1"/>
          </p:cNvSpPr>
          <p:nvPr/>
        </p:nvSpPr>
        <p:spPr>
          <a:xfrm>
            <a:off x="5129240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F1_main_prauc_1340">
            <a:extLst>
              <a:ext uri="{FF2B5EF4-FFF2-40B4-BE49-F238E27FC236}">
                <a16:creationId xmlns:a16="http://schemas.microsoft.com/office/drawing/2014/main" id="{CD1ECEB4-FD19-463C-900E-99D7FAE14D57}"/>
              </a:ext>
            </a:extLst>
          </p:cNvPr>
          <p:cNvSpPr>
            <a:spLocks noGrp="1"/>
          </p:cNvSpPr>
          <p:nvPr/>
        </p:nvSpPr>
        <p:spPr>
          <a:xfrm>
            <a:off x="512767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F1_main_prauc_1341">
            <a:extLst>
              <a:ext uri="{FF2B5EF4-FFF2-40B4-BE49-F238E27FC236}">
                <a16:creationId xmlns:a16="http://schemas.microsoft.com/office/drawing/2014/main" id="{9E19DA72-8488-4E43-B059-D641A62070E7}"/>
              </a:ext>
            </a:extLst>
          </p:cNvPr>
          <p:cNvSpPr>
            <a:spLocks noGrp="1"/>
          </p:cNvSpPr>
          <p:nvPr/>
        </p:nvSpPr>
        <p:spPr>
          <a:xfrm>
            <a:off x="5045397" y="5198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F1_main_prauc_1342">
            <a:extLst>
              <a:ext uri="{FF2B5EF4-FFF2-40B4-BE49-F238E27FC236}">
                <a16:creationId xmlns:a16="http://schemas.microsoft.com/office/drawing/2014/main" id="{0927A2F8-386C-4815-AFB6-C4E6CDF9CB3C}"/>
              </a:ext>
            </a:extLst>
          </p:cNvPr>
          <p:cNvSpPr>
            <a:spLocks noGrp="1"/>
          </p:cNvSpPr>
          <p:nvPr/>
        </p:nvSpPr>
        <p:spPr>
          <a:xfrm>
            <a:off x="49175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F1_main_prauc_1343">
            <a:extLst>
              <a:ext uri="{FF2B5EF4-FFF2-40B4-BE49-F238E27FC236}">
                <a16:creationId xmlns:a16="http://schemas.microsoft.com/office/drawing/2014/main" id="{7D9A3543-EC91-4FCC-A741-9F8F71D80FC7}"/>
              </a:ext>
            </a:extLst>
          </p:cNvPr>
          <p:cNvSpPr>
            <a:spLocks noGrp="1"/>
          </p:cNvSpPr>
          <p:nvPr/>
        </p:nvSpPr>
        <p:spPr>
          <a:xfrm>
            <a:off x="51494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F1_main_prauc_1344">
            <a:extLst>
              <a:ext uri="{FF2B5EF4-FFF2-40B4-BE49-F238E27FC236}">
                <a16:creationId xmlns:a16="http://schemas.microsoft.com/office/drawing/2014/main" id="{9A0C5ED9-220A-4888-A37C-2909C79AB5DD}"/>
              </a:ext>
            </a:extLst>
          </p:cNvPr>
          <p:cNvSpPr>
            <a:spLocks noGrp="1"/>
          </p:cNvSpPr>
          <p:nvPr/>
        </p:nvSpPr>
        <p:spPr>
          <a:xfrm>
            <a:off x="497029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F1_main_prauc_1345">
            <a:extLst>
              <a:ext uri="{FF2B5EF4-FFF2-40B4-BE49-F238E27FC236}">
                <a16:creationId xmlns:a16="http://schemas.microsoft.com/office/drawing/2014/main" id="{0CB84416-FE7A-4DC2-9D01-F3B5D9BDE83B}"/>
              </a:ext>
            </a:extLst>
          </p:cNvPr>
          <p:cNvSpPr>
            <a:spLocks noGrp="1"/>
          </p:cNvSpPr>
          <p:nvPr/>
        </p:nvSpPr>
        <p:spPr>
          <a:xfrm>
            <a:off x="50122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F1_main_prauc_1346">
            <a:extLst>
              <a:ext uri="{FF2B5EF4-FFF2-40B4-BE49-F238E27FC236}">
                <a16:creationId xmlns:a16="http://schemas.microsoft.com/office/drawing/2014/main" id="{5AF9137F-A5EB-40ED-8010-D9116C46A1CC}"/>
              </a:ext>
            </a:extLst>
          </p:cNvPr>
          <p:cNvSpPr>
            <a:spLocks noGrp="1"/>
          </p:cNvSpPr>
          <p:nvPr/>
        </p:nvSpPr>
        <p:spPr>
          <a:xfrm>
            <a:off x="501292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F1_main_prauc_1347">
            <a:extLst>
              <a:ext uri="{FF2B5EF4-FFF2-40B4-BE49-F238E27FC236}">
                <a16:creationId xmlns:a16="http://schemas.microsoft.com/office/drawing/2014/main" id="{16F99F10-E1CE-422C-83B6-449258FB5A9E}"/>
              </a:ext>
            </a:extLst>
          </p:cNvPr>
          <p:cNvSpPr>
            <a:spLocks noGrp="1"/>
          </p:cNvSpPr>
          <p:nvPr/>
        </p:nvSpPr>
        <p:spPr>
          <a:xfrm>
            <a:off x="49517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F1_main_prauc_1348">
            <a:extLst>
              <a:ext uri="{FF2B5EF4-FFF2-40B4-BE49-F238E27FC236}">
                <a16:creationId xmlns:a16="http://schemas.microsoft.com/office/drawing/2014/main" id="{D34CEA64-8724-434F-8320-1284203427DA}"/>
              </a:ext>
            </a:extLst>
          </p:cNvPr>
          <p:cNvSpPr>
            <a:spLocks noGrp="1"/>
          </p:cNvSpPr>
          <p:nvPr/>
        </p:nvSpPr>
        <p:spPr>
          <a:xfrm>
            <a:off x="499588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F1_main_prauc_1349">
            <a:extLst>
              <a:ext uri="{FF2B5EF4-FFF2-40B4-BE49-F238E27FC236}">
                <a16:creationId xmlns:a16="http://schemas.microsoft.com/office/drawing/2014/main" id="{76BC35BA-3676-4024-9286-76E9FD5C6A90}"/>
              </a:ext>
            </a:extLst>
          </p:cNvPr>
          <p:cNvSpPr>
            <a:spLocks noGrp="1"/>
          </p:cNvSpPr>
          <p:nvPr/>
        </p:nvSpPr>
        <p:spPr>
          <a:xfrm>
            <a:off x="49995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F1_main_prauc_1350">
            <a:extLst>
              <a:ext uri="{FF2B5EF4-FFF2-40B4-BE49-F238E27FC236}">
                <a16:creationId xmlns:a16="http://schemas.microsoft.com/office/drawing/2014/main" id="{DBA395D6-2195-4583-8FBD-32F9C7C6B6D4}"/>
              </a:ext>
            </a:extLst>
          </p:cNvPr>
          <p:cNvSpPr>
            <a:spLocks noGrp="1"/>
          </p:cNvSpPr>
          <p:nvPr/>
        </p:nvSpPr>
        <p:spPr>
          <a:xfrm>
            <a:off x="507684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F1_main_prauc_1351">
            <a:extLst>
              <a:ext uri="{FF2B5EF4-FFF2-40B4-BE49-F238E27FC236}">
                <a16:creationId xmlns:a16="http://schemas.microsoft.com/office/drawing/2014/main" id="{9B2D2297-2326-4962-8E09-D8F46DE4E605}"/>
              </a:ext>
            </a:extLst>
          </p:cNvPr>
          <p:cNvSpPr>
            <a:spLocks noGrp="1"/>
          </p:cNvSpPr>
          <p:nvPr/>
        </p:nvSpPr>
        <p:spPr>
          <a:xfrm>
            <a:off x="492352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F1_main_prauc_1352">
            <a:extLst>
              <a:ext uri="{FF2B5EF4-FFF2-40B4-BE49-F238E27FC236}">
                <a16:creationId xmlns:a16="http://schemas.microsoft.com/office/drawing/2014/main" id="{AE2948E5-394E-4C2A-BE7F-C4593BC8CF83}"/>
              </a:ext>
            </a:extLst>
          </p:cNvPr>
          <p:cNvSpPr>
            <a:spLocks noGrp="1"/>
          </p:cNvSpPr>
          <p:nvPr/>
        </p:nvSpPr>
        <p:spPr>
          <a:xfrm>
            <a:off x="5096001" y="33438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F1_main_prauc_1353">
            <a:extLst>
              <a:ext uri="{FF2B5EF4-FFF2-40B4-BE49-F238E27FC236}">
                <a16:creationId xmlns:a16="http://schemas.microsoft.com/office/drawing/2014/main" id="{31E5EAF6-60E9-4741-9307-649943C39AEE}"/>
              </a:ext>
            </a:extLst>
          </p:cNvPr>
          <p:cNvSpPr>
            <a:spLocks noGrp="1"/>
          </p:cNvSpPr>
          <p:nvPr/>
        </p:nvSpPr>
        <p:spPr>
          <a:xfrm>
            <a:off x="4933547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F1_main_prauc_1354">
            <a:extLst>
              <a:ext uri="{FF2B5EF4-FFF2-40B4-BE49-F238E27FC236}">
                <a16:creationId xmlns:a16="http://schemas.microsoft.com/office/drawing/2014/main" id="{B68359F7-FD71-433D-9026-AA3CF000DDB9}"/>
              </a:ext>
            </a:extLst>
          </p:cNvPr>
          <p:cNvSpPr>
            <a:spLocks noGrp="1"/>
          </p:cNvSpPr>
          <p:nvPr/>
        </p:nvSpPr>
        <p:spPr>
          <a:xfrm>
            <a:off x="516718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F1_main_prauc_1355">
            <a:extLst>
              <a:ext uri="{FF2B5EF4-FFF2-40B4-BE49-F238E27FC236}">
                <a16:creationId xmlns:a16="http://schemas.microsoft.com/office/drawing/2014/main" id="{6CB9251A-53A6-4E0F-B1BA-83F67D2E0DDB}"/>
              </a:ext>
            </a:extLst>
          </p:cNvPr>
          <p:cNvSpPr>
            <a:spLocks noGrp="1"/>
          </p:cNvSpPr>
          <p:nvPr/>
        </p:nvSpPr>
        <p:spPr>
          <a:xfrm>
            <a:off x="491750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F1_main_prauc_1356">
            <a:extLst>
              <a:ext uri="{FF2B5EF4-FFF2-40B4-BE49-F238E27FC236}">
                <a16:creationId xmlns:a16="http://schemas.microsoft.com/office/drawing/2014/main" id="{A50AE476-A775-4397-B75D-F566237D9D2D}"/>
              </a:ext>
            </a:extLst>
          </p:cNvPr>
          <p:cNvSpPr>
            <a:spLocks noGrp="1"/>
          </p:cNvSpPr>
          <p:nvPr/>
        </p:nvSpPr>
        <p:spPr>
          <a:xfrm>
            <a:off x="5064841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F1_main_prauc_1357">
            <a:extLst>
              <a:ext uri="{FF2B5EF4-FFF2-40B4-BE49-F238E27FC236}">
                <a16:creationId xmlns:a16="http://schemas.microsoft.com/office/drawing/2014/main" id="{CFDF6553-F072-4804-909A-3D0511013A0F}"/>
              </a:ext>
            </a:extLst>
          </p:cNvPr>
          <p:cNvSpPr>
            <a:spLocks noGrp="1"/>
          </p:cNvSpPr>
          <p:nvPr/>
        </p:nvSpPr>
        <p:spPr>
          <a:xfrm>
            <a:off x="51157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F1_main_prauc_1358">
            <a:extLst>
              <a:ext uri="{FF2B5EF4-FFF2-40B4-BE49-F238E27FC236}">
                <a16:creationId xmlns:a16="http://schemas.microsoft.com/office/drawing/2014/main" id="{300CE515-740A-4A7F-8F48-EABF98EF73F5}"/>
              </a:ext>
            </a:extLst>
          </p:cNvPr>
          <p:cNvSpPr>
            <a:spLocks noGrp="1"/>
          </p:cNvSpPr>
          <p:nvPr/>
        </p:nvSpPr>
        <p:spPr>
          <a:xfrm>
            <a:off x="51289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F1_main_prauc_1359">
            <a:extLst>
              <a:ext uri="{FF2B5EF4-FFF2-40B4-BE49-F238E27FC236}">
                <a16:creationId xmlns:a16="http://schemas.microsoft.com/office/drawing/2014/main" id="{9892D772-149D-45CD-879B-09E11F09ABBF}"/>
              </a:ext>
            </a:extLst>
          </p:cNvPr>
          <p:cNvSpPr>
            <a:spLocks noGrp="1"/>
          </p:cNvSpPr>
          <p:nvPr/>
        </p:nvSpPr>
        <p:spPr>
          <a:xfrm>
            <a:off x="4995495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F1_main_prauc_1360">
            <a:extLst>
              <a:ext uri="{FF2B5EF4-FFF2-40B4-BE49-F238E27FC236}">
                <a16:creationId xmlns:a16="http://schemas.microsoft.com/office/drawing/2014/main" id="{F2A36DEC-9810-443E-8CC8-95CE8EF0A687}"/>
              </a:ext>
            </a:extLst>
          </p:cNvPr>
          <p:cNvSpPr>
            <a:spLocks noGrp="1"/>
          </p:cNvSpPr>
          <p:nvPr/>
        </p:nvSpPr>
        <p:spPr>
          <a:xfrm>
            <a:off x="500390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F1_main_prauc_1361">
            <a:extLst>
              <a:ext uri="{FF2B5EF4-FFF2-40B4-BE49-F238E27FC236}">
                <a16:creationId xmlns:a16="http://schemas.microsoft.com/office/drawing/2014/main" id="{A0F33946-16FA-43AC-B711-6781E32D4971}"/>
              </a:ext>
            </a:extLst>
          </p:cNvPr>
          <p:cNvSpPr>
            <a:spLocks noGrp="1"/>
          </p:cNvSpPr>
          <p:nvPr/>
        </p:nvSpPr>
        <p:spPr>
          <a:xfrm>
            <a:off x="50513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F1_main_prauc_1362">
            <a:extLst>
              <a:ext uri="{FF2B5EF4-FFF2-40B4-BE49-F238E27FC236}">
                <a16:creationId xmlns:a16="http://schemas.microsoft.com/office/drawing/2014/main" id="{253531FC-C036-40E0-8CB2-C0773DB46166}"/>
              </a:ext>
            </a:extLst>
          </p:cNvPr>
          <p:cNvSpPr>
            <a:spLocks noGrp="1"/>
          </p:cNvSpPr>
          <p:nvPr/>
        </p:nvSpPr>
        <p:spPr>
          <a:xfrm>
            <a:off x="4966752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F1_main_prauc_1363">
            <a:extLst>
              <a:ext uri="{FF2B5EF4-FFF2-40B4-BE49-F238E27FC236}">
                <a16:creationId xmlns:a16="http://schemas.microsoft.com/office/drawing/2014/main" id="{2FFF5247-1031-4401-BAE1-FEEAE051FD77}"/>
              </a:ext>
            </a:extLst>
          </p:cNvPr>
          <p:cNvSpPr>
            <a:spLocks noGrp="1"/>
          </p:cNvSpPr>
          <p:nvPr/>
        </p:nvSpPr>
        <p:spPr>
          <a:xfrm>
            <a:off x="5061943" y="52356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F1_main_prauc_1364">
            <a:extLst>
              <a:ext uri="{FF2B5EF4-FFF2-40B4-BE49-F238E27FC236}">
                <a16:creationId xmlns:a16="http://schemas.microsoft.com/office/drawing/2014/main" id="{8AE21687-B4C7-4DB3-857B-BD66640EF500}"/>
              </a:ext>
            </a:extLst>
          </p:cNvPr>
          <p:cNvSpPr>
            <a:spLocks noGrp="1"/>
          </p:cNvSpPr>
          <p:nvPr/>
        </p:nvSpPr>
        <p:spPr>
          <a:xfrm>
            <a:off x="492309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F1_main_prauc_1365">
            <a:extLst>
              <a:ext uri="{FF2B5EF4-FFF2-40B4-BE49-F238E27FC236}">
                <a16:creationId xmlns:a16="http://schemas.microsoft.com/office/drawing/2014/main" id="{2F882257-11B0-47E2-A594-F0B465A7A0D7}"/>
              </a:ext>
            </a:extLst>
          </p:cNvPr>
          <p:cNvSpPr>
            <a:spLocks noGrp="1"/>
          </p:cNvSpPr>
          <p:nvPr/>
        </p:nvSpPr>
        <p:spPr>
          <a:xfrm>
            <a:off x="4967546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F1_main_prauc_1366">
            <a:extLst>
              <a:ext uri="{FF2B5EF4-FFF2-40B4-BE49-F238E27FC236}">
                <a16:creationId xmlns:a16="http://schemas.microsoft.com/office/drawing/2014/main" id="{EFE2B5E9-E116-4D8D-A9CB-CDEDABEB8519}"/>
              </a:ext>
            </a:extLst>
          </p:cNvPr>
          <p:cNvSpPr>
            <a:spLocks noGrp="1"/>
          </p:cNvSpPr>
          <p:nvPr/>
        </p:nvSpPr>
        <p:spPr>
          <a:xfrm>
            <a:off x="5117907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F1_main_prauc_1367">
            <a:extLst>
              <a:ext uri="{FF2B5EF4-FFF2-40B4-BE49-F238E27FC236}">
                <a16:creationId xmlns:a16="http://schemas.microsoft.com/office/drawing/2014/main" id="{45E69B64-C424-4846-A50A-7621D2F8A439}"/>
              </a:ext>
            </a:extLst>
          </p:cNvPr>
          <p:cNvSpPr>
            <a:spLocks noGrp="1"/>
          </p:cNvSpPr>
          <p:nvPr/>
        </p:nvSpPr>
        <p:spPr>
          <a:xfrm>
            <a:off x="5024428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F1_main_prauc_1368">
            <a:extLst>
              <a:ext uri="{FF2B5EF4-FFF2-40B4-BE49-F238E27FC236}">
                <a16:creationId xmlns:a16="http://schemas.microsoft.com/office/drawing/2014/main" id="{00145A79-FD5B-4349-AEBF-73627C46EA4B}"/>
              </a:ext>
            </a:extLst>
          </p:cNvPr>
          <p:cNvSpPr>
            <a:spLocks noGrp="1"/>
          </p:cNvSpPr>
          <p:nvPr/>
        </p:nvSpPr>
        <p:spPr>
          <a:xfrm>
            <a:off x="5089888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F1_main_prauc_1369">
            <a:extLst>
              <a:ext uri="{FF2B5EF4-FFF2-40B4-BE49-F238E27FC236}">
                <a16:creationId xmlns:a16="http://schemas.microsoft.com/office/drawing/2014/main" id="{2EEE7054-537B-4851-A5EB-767D4BB18E01}"/>
              </a:ext>
            </a:extLst>
          </p:cNvPr>
          <p:cNvSpPr>
            <a:spLocks noGrp="1"/>
          </p:cNvSpPr>
          <p:nvPr/>
        </p:nvSpPr>
        <p:spPr>
          <a:xfrm>
            <a:off x="4962778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F1_main_prauc_1370">
            <a:extLst>
              <a:ext uri="{FF2B5EF4-FFF2-40B4-BE49-F238E27FC236}">
                <a16:creationId xmlns:a16="http://schemas.microsoft.com/office/drawing/2014/main" id="{BE30F7AD-9350-4395-8E46-65609A4AE581}"/>
              </a:ext>
            </a:extLst>
          </p:cNvPr>
          <p:cNvSpPr>
            <a:spLocks noGrp="1"/>
          </p:cNvSpPr>
          <p:nvPr/>
        </p:nvSpPr>
        <p:spPr>
          <a:xfrm>
            <a:off x="500672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F1_main_prauc_1371">
            <a:extLst>
              <a:ext uri="{FF2B5EF4-FFF2-40B4-BE49-F238E27FC236}">
                <a16:creationId xmlns:a16="http://schemas.microsoft.com/office/drawing/2014/main" id="{391611E8-802E-4C9F-B804-946248B7AD8D}"/>
              </a:ext>
            </a:extLst>
          </p:cNvPr>
          <p:cNvSpPr>
            <a:spLocks noGrp="1"/>
          </p:cNvSpPr>
          <p:nvPr/>
        </p:nvSpPr>
        <p:spPr>
          <a:xfrm>
            <a:off x="5046190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F1_main_prauc_1372">
            <a:extLst>
              <a:ext uri="{FF2B5EF4-FFF2-40B4-BE49-F238E27FC236}">
                <a16:creationId xmlns:a16="http://schemas.microsoft.com/office/drawing/2014/main" id="{90D49940-9107-498D-9C4F-1D1F637A8D4A}"/>
              </a:ext>
            </a:extLst>
          </p:cNvPr>
          <p:cNvSpPr>
            <a:spLocks noGrp="1"/>
          </p:cNvSpPr>
          <p:nvPr/>
        </p:nvSpPr>
        <p:spPr>
          <a:xfrm>
            <a:off x="496086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F1_main_prauc_1373">
            <a:extLst>
              <a:ext uri="{FF2B5EF4-FFF2-40B4-BE49-F238E27FC236}">
                <a16:creationId xmlns:a16="http://schemas.microsoft.com/office/drawing/2014/main" id="{887815EC-AEE2-4361-B22D-D3852FF5C7A6}"/>
              </a:ext>
            </a:extLst>
          </p:cNvPr>
          <p:cNvSpPr>
            <a:spLocks noGrp="1"/>
          </p:cNvSpPr>
          <p:nvPr/>
        </p:nvSpPr>
        <p:spPr>
          <a:xfrm>
            <a:off x="5023619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F1_main_prauc_1374">
            <a:extLst>
              <a:ext uri="{FF2B5EF4-FFF2-40B4-BE49-F238E27FC236}">
                <a16:creationId xmlns:a16="http://schemas.microsoft.com/office/drawing/2014/main" id="{3D7238F5-4D2D-4BCD-9258-8DB9EC5E32D9}"/>
              </a:ext>
            </a:extLst>
          </p:cNvPr>
          <p:cNvSpPr>
            <a:spLocks noGrp="1"/>
          </p:cNvSpPr>
          <p:nvPr/>
        </p:nvSpPr>
        <p:spPr>
          <a:xfrm>
            <a:off x="499835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F1_main_prauc_1375">
            <a:extLst>
              <a:ext uri="{FF2B5EF4-FFF2-40B4-BE49-F238E27FC236}">
                <a16:creationId xmlns:a16="http://schemas.microsoft.com/office/drawing/2014/main" id="{C50AFA85-C1F2-42C7-8208-2583FF34E4F2}"/>
              </a:ext>
            </a:extLst>
          </p:cNvPr>
          <p:cNvSpPr>
            <a:spLocks noGrp="1"/>
          </p:cNvSpPr>
          <p:nvPr/>
        </p:nvSpPr>
        <p:spPr>
          <a:xfrm>
            <a:off x="49210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F1_main_prauc_1376">
            <a:extLst>
              <a:ext uri="{FF2B5EF4-FFF2-40B4-BE49-F238E27FC236}">
                <a16:creationId xmlns:a16="http://schemas.microsoft.com/office/drawing/2014/main" id="{F5338681-FA49-44B5-A6C8-566FA663213E}"/>
              </a:ext>
            </a:extLst>
          </p:cNvPr>
          <p:cNvSpPr>
            <a:spLocks noGrp="1"/>
          </p:cNvSpPr>
          <p:nvPr/>
        </p:nvSpPr>
        <p:spPr>
          <a:xfrm>
            <a:off x="500325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F1_main_prauc_1377">
            <a:extLst>
              <a:ext uri="{FF2B5EF4-FFF2-40B4-BE49-F238E27FC236}">
                <a16:creationId xmlns:a16="http://schemas.microsoft.com/office/drawing/2014/main" id="{5EB81C89-7F57-43AB-A1D4-D8FE6BFD7C67}"/>
              </a:ext>
            </a:extLst>
          </p:cNvPr>
          <p:cNvSpPr>
            <a:spLocks noGrp="1"/>
          </p:cNvSpPr>
          <p:nvPr/>
        </p:nvSpPr>
        <p:spPr>
          <a:xfrm>
            <a:off x="499878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F1_main_prauc_1378">
            <a:extLst>
              <a:ext uri="{FF2B5EF4-FFF2-40B4-BE49-F238E27FC236}">
                <a16:creationId xmlns:a16="http://schemas.microsoft.com/office/drawing/2014/main" id="{5AC8A95B-F62D-4621-BE9E-4B47EE027090}"/>
              </a:ext>
            </a:extLst>
          </p:cNvPr>
          <p:cNvSpPr>
            <a:spLocks noGrp="1"/>
          </p:cNvSpPr>
          <p:nvPr/>
        </p:nvSpPr>
        <p:spPr>
          <a:xfrm>
            <a:off x="5109096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F1_main_prauc_1379">
            <a:extLst>
              <a:ext uri="{FF2B5EF4-FFF2-40B4-BE49-F238E27FC236}">
                <a16:creationId xmlns:a16="http://schemas.microsoft.com/office/drawing/2014/main" id="{A79917CD-39B6-4BDA-93EF-30912FE92C7C}"/>
              </a:ext>
            </a:extLst>
          </p:cNvPr>
          <p:cNvSpPr>
            <a:spLocks noGrp="1"/>
          </p:cNvSpPr>
          <p:nvPr/>
        </p:nvSpPr>
        <p:spPr>
          <a:xfrm>
            <a:off x="4927230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F1_main_prauc_1380">
            <a:extLst>
              <a:ext uri="{FF2B5EF4-FFF2-40B4-BE49-F238E27FC236}">
                <a16:creationId xmlns:a16="http://schemas.microsoft.com/office/drawing/2014/main" id="{215B2179-D5B1-4FCE-8877-FE99A2C4DF71}"/>
              </a:ext>
            </a:extLst>
          </p:cNvPr>
          <p:cNvSpPr>
            <a:spLocks noGrp="1"/>
          </p:cNvSpPr>
          <p:nvPr/>
        </p:nvSpPr>
        <p:spPr>
          <a:xfrm>
            <a:off x="5098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F1_main_prauc_1381">
            <a:extLst>
              <a:ext uri="{FF2B5EF4-FFF2-40B4-BE49-F238E27FC236}">
                <a16:creationId xmlns:a16="http://schemas.microsoft.com/office/drawing/2014/main" id="{23580311-CCED-4645-9F11-FDB59CB263DD}"/>
              </a:ext>
            </a:extLst>
          </p:cNvPr>
          <p:cNvSpPr>
            <a:spLocks noGrp="1"/>
          </p:cNvSpPr>
          <p:nvPr/>
        </p:nvSpPr>
        <p:spPr>
          <a:xfrm>
            <a:off x="504954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F1_main_prauc_1382">
            <a:extLst>
              <a:ext uri="{FF2B5EF4-FFF2-40B4-BE49-F238E27FC236}">
                <a16:creationId xmlns:a16="http://schemas.microsoft.com/office/drawing/2014/main" id="{6F8DDA59-C07F-440F-A789-4BB2A9708D3B}"/>
              </a:ext>
            </a:extLst>
          </p:cNvPr>
          <p:cNvSpPr>
            <a:spLocks noGrp="1"/>
          </p:cNvSpPr>
          <p:nvPr/>
        </p:nvSpPr>
        <p:spPr>
          <a:xfrm>
            <a:off x="493266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F1_main_prauc_1383">
            <a:extLst>
              <a:ext uri="{FF2B5EF4-FFF2-40B4-BE49-F238E27FC236}">
                <a16:creationId xmlns:a16="http://schemas.microsoft.com/office/drawing/2014/main" id="{384089D5-E6DB-42AE-B522-8335B52D2A75}"/>
              </a:ext>
            </a:extLst>
          </p:cNvPr>
          <p:cNvSpPr>
            <a:spLocks noGrp="1"/>
          </p:cNvSpPr>
          <p:nvPr/>
        </p:nvSpPr>
        <p:spPr>
          <a:xfrm>
            <a:off x="505050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F1_main_prauc_1384">
            <a:extLst>
              <a:ext uri="{FF2B5EF4-FFF2-40B4-BE49-F238E27FC236}">
                <a16:creationId xmlns:a16="http://schemas.microsoft.com/office/drawing/2014/main" id="{0C04B5C3-8DF4-48AC-8D77-37BBEB4F718B}"/>
              </a:ext>
            </a:extLst>
          </p:cNvPr>
          <p:cNvSpPr>
            <a:spLocks noGrp="1"/>
          </p:cNvSpPr>
          <p:nvPr/>
        </p:nvSpPr>
        <p:spPr>
          <a:xfrm>
            <a:off x="5034485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F1_main_prauc_1385">
            <a:extLst>
              <a:ext uri="{FF2B5EF4-FFF2-40B4-BE49-F238E27FC236}">
                <a16:creationId xmlns:a16="http://schemas.microsoft.com/office/drawing/2014/main" id="{80399693-E43E-42A2-95BF-B1942B6D289D}"/>
              </a:ext>
            </a:extLst>
          </p:cNvPr>
          <p:cNvSpPr>
            <a:spLocks noGrp="1"/>
          </p:cNvSpPr>
          <p:nvPr/>
        </p:nvSpPr>
        <p:spPr>
          <a:xfrm>
            <a:off x="496052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F1_main_prauc_1386">
            <a:extLst>
              <a:ext uri="{FF2B5EF4-FFF2-40B4-BE49-F238E27FC236}">
                <a16:creationId xmlns:a16="http://schemas.microsoft.com/office/drawing/2014/main" id="{4A3F919B-F866-495F-AA75-29A796AE3B81}"/>
              </a:ext>
            </a:extLst>
          </p:cNvPr>
          <p:cNvSpPr>
            <a:spLocks noGrp="1"/>
          </p:cNvSpPr>
          <p:nvPr/>
        </p:nvSpPr>
        <p:spPr>
          <a:xfrm>
            <a:off x="49931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F1_main_prauc_1387">
            <a:extLst>
              <a:ext uri="{FF2B5EF4-FFF2-40B4-BE49-F238E27FC236}">
                <a16:creationId xmlns:a16="http://schemas.microsoft.com/office/drawing/2014/main" id="{BC77EA49-4B07-4AAE-B25C-ADAD1DD5F08B}"/>
              </a:ext>
            </a:extLst>
          </p:cNvPr>
          <p:cNvSpPr>
            <a:spLocks noGrp="1"/>
          </p:cNvSpPr>
          <p:nvPr/>
        </p:nvSpPr>
        <p:spPr>
          <a:xfrm>
            <a:off x="5003855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F1_main_prauc_1388">
            <a:extLst>
              <a:ext uri="{FF2B5EF4-FFF2-40B4-BE49-F238E27FC236}">
                <a16:creationId xmlns:a16="http://schemas.microsoft.com/office/drawing/2014/main" id="{32DCAFB5-F746-4EED-AC76-2183115B8EA5}"/>
              </a:ext>
            </a:extLst>
          </p:cNvPr>
          <p:cNvSpPr>
            <a:spLocks noGrp="1"/>
          </p:cNvSpPr>
          <p:nvPr/>
        </p:nvSpPr>
        <p:spPr>
          <a:xfrm>
            <a:off x="5030313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F1_main_prauc_1389">
            <a:extLst>
              <a:ext uri="{FF2B5EF4-FFF2-40B4-BE49-F238E27FC236}">
                <a16:creationId xmlns:a16="http://schemas.microsoft.com/office/drawing/2014/main" id="{1B68AC5F-4D38-4139-8BA5-42260CC73575}"/>
              </a:ext>
            </a:extLst>
          </p:cNvPr>
          <p:cNvSpPr>
            <a:spLocks noGrp="1"/>
          </p:cNvSpPr>
          <p:nvPr/>
        </p:nvSpPr>
        <p:spPr>
          <a:xfrm>
            <a:off x="49685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F1_main_prauc_1390">
            <a:extLst>
              <a:ext uri="{FF2B5EF4-FFF2-40B4-BE49-F238E27FC236}">
                <a16:creationId xmlns:a16="http://schemas.microsoft.com/office/drawing/2014/main" id="{686C4BF4-F3C4-4F02-A5B4-03BE595062D7}"/>
              </a:ext>
            </a:extLst>
          </p:cNvPr>
          <p:cNvSpPr>
            <a:spLocks noGrp="1"/>
          </p:cNvSpPr>
          <p:nvPr/>
        </p:nvSpPr>
        <p:spPr>
          <a:xfrm>
            <a:off x="516674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F1_main_prauc_1391">
            <a:extLst>
              <a:ext uri="{FF2B5EF4-FFF2-40B4-BE49-F238E27FC236}">
                <a16:creationId xmlns:a16="http://schemas.microsoft.com/office/drawing/2014/main" id="{178CD6C5-0AAF-4E36-941C-CF7F55FECA33}"/>
              </a:ext>
            </a:extLst>
          </p:cNvPr>
          <p:cNvSpPr>
            <a:spLocks noGrp="1"/>
          </p:cNvSpPr>
          <p:nvPr/>
        </p:nvSpPr>
        <p:spPr>
          <a:xfrm>
            <a:off x="513789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F1_main_prauc_1392">
            <a:extLst>
              <a:ext uri="{FF2B5EF4-FFF2-40B4-BE49-F238E27FC236}">
                <a16:creationId xmlns:a16="http://schemas.microsoft.com/office/drawing/2014/main" id="{0687C45D-043F-4677-87B1-8DDDD3D15FB2}"/>
              </a:ext>
            </a:extLst>
          </p:cNvPr>
          <p:cNvSpPr>
            <a:spLocks noGrp="1"/>
          </p:cNvSpPr>
          <p:nvPr/>
        </p:nvSpPr>
        <p:spPr>
          <a:xfrm>
            <a:off x="5075761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F1_main_prauc_1393">
            <a:extLst>
              <a:ext uri="{FF2B5EF4-FFF2-40B4-BE49-F238E27FC236}">
                <a16:creationId xmlns:a16="http://schemas.microsoft.com/office/drawing/2014/main" id="{8ADB6007-2EA9-4738-A315-4D69BDA0AB71}"/>
              </a:ext>
            </a:extLst>
          </p:cNvPr>
          <p:cNvSpPr>
            <a:spLocks noGrp="1"/>
          </p:cNvSpPr>
          <p:nvPr/>
        </p:nvSpPr>
        <p:spPr>
          <a:xfrm>
            <a:off x="494721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F1_main_prauc_1394">
            <a:extLst>
              <a:ext uri="{FF2B5EF4-FFF2-40B4-BE49-F238E27FC236}">
                <a16:creationId xmlns:a16="http://schemas.microsoft.com/office/drawing/2014/main" id="{0E6A5ADD-BB3E-42A2-9153-83DF868AA1AD}"/>
              </a:ext>
            </a:extLst>
          </p:cNvPr>
          <p:cNvSpPr>
            <a:spLocks noGrp="1"/>
          </p:cNvSpPr>
          <p:nvPr/>
        </p:nvSpPr>
        <p:spPr>
          <a:xfrm>
            <a:off x="514881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F1_main_prauc_1395">
            <a:extLst>
              <a:ext uri="{FF2B5EF4-FFF2-40B4-BE49-F238E27FC236}">
                <a16:creationId xmlns:a16="http://schemas.microsoft.com/office/drawing/2014/main" id="{A9F1FD0E-BD65-4989-842E-8CC1F5DD728C}"/>
              </a:ext>
            </a:extLst>
          </p:cNvPr>
          <p:cNvSpPr>
            <a:spLocks noGrp="1"/>
          </p:cNvSpPr>
          <p:nvPr/>
        </p:nvSpPr>
        <p:spPr>
          <a:xfrm>
            <a:off x="5120242" y="3849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F1_main_prauc_1396">
            <a:extLst>
              <a:ext uri="{FF2B5EF4-FFF2-40B4-BE49-F238E27FC236}">
                <a16:creationId xmlns:a16="http://schemas.microsoft.com/office/drawing/2014/main" id="{FB8CE0DF-E342-43EE-9B44-01C5D3B09B00}"/>
              </a:ext>
            </a:extLst>
          </p:cNvPr>
          <p:cNvSpPr>
            <a:spLocks noGrp="1"/>
          </p:cNvSpPr>
          <p:nvPr/>
        </p:nvSpPr>
        <p:spPr>
          <a:xfrm>
            <a:off x="49271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F1_main_prauc_1397">
            <a:extLst>
              <a:ext uri="{FF2B5EF4-FFF2-40B4-BE49-F238E27FC236}">
                <a16:creationId xmlns:a16="http://schemas.microsoft.com/office/drawing/2014/main" id="{42A8EA44-3BB7-4E16-8B95-BA780447A609}"/>
              </a:ext>
            </a:extLst>
          </p:cNvPr>
          <p:cNvSpPr>
            <a:spLocks noGrp="1"/>
          </p:cNvSpPr>
          <p:nvPr/>
        </p:nvSpPr>
        <p:spPr>
          <a:xfrm>
            <a:off x="49744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F1_main_prauc_1398">
            <a:extLst>
              <a:ext uri="{FF2B5EF4-FFF2-40B4-BE49-F238E27FC236}">
                <a16:creationId xmlns:a16="http://schemas.microsoft.com/office/drawing/2014/main" id="{71E829CE-55A1-415E-BB72-650986C03F25}"/>
              </a:ext>
            </a:extLst>
          </p:cNvPr>
          <p:cNvSpPr>
            <a:spLocks noGrp="1"/>
          </p:cNvSpPr>
          <p:nvPr/>
        </p:nvSpPr>
        <p:spPr>
          <a:xfrm>
            <a:off x="4995188" y="51451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F1_main_prauc_1399">
            <a:extLst>
              <a:ext uri="{FF2B5EF4-FFF2-40B4-BE49-F238E27FC236}">
                <a16:creationId xmlns:a16="http://schemas.microsoft.com/office/drawing/2014/main" id="{55123043-0B3C-4953-B731-2DDF8AA908F4}"/>
              </a:ext>
            </a:extLst>
          </p:cNvPr>
          <p:cNvSpPr>
            <a:spLocks noGrp="1"/>
          </p:cNvSpPr>
          <p:nvPr/>
        </p:nvSpPr>
        <p:spPr>
          <a:xfrm>
            <a:off x="5024383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F1_main_prauc_1400">
            <a:extLst>
              <a:ext uri="{FF2B5EF4-FFF2-40B4-BE49-F238E27FC236}">
                <a16:creationId xmlns:a16="http://schemas.microsoft.com/office/drawing/2014/main" id="{B1E42E35-21E3-4BFD-A9CF-3B4372A60506}"/>
              </a:ext>
            </a:extLst>
          </p:cNvPr>
          <p:cNvSpPr>
            <a:spLocks noGrp="1"/>
          </p:cNvSpPr>
          <p:nvPr/>
        </p:nvSpPr>
        <p:spPr>
          <a:xfrm>
            <a:off x="4987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F1_main_prauc_1401">
            <a:extLst>
              <a:ext uri="{FF2B5EF4-FFF2-40B4-BE49-F238E27FC236}">
                <a16:creationId xmlns:a16="http://schemas.microsoft.com/office/drawing/2014/main" id="{1CB6F40E-21F7-4ABE-B7DF-F24218287598}"/>
              </a:ext>
            </a:extLst>
          </p:cNvPr>
          <p:cNvSpPr>
            <a:spLocks noGrp="1"/>
          </p:cNvSpPr>
          <p:nvPr/>
        </p:nvSpPr>
        <p:spPr>
          <a:xfrm>
            <a:off x="5142979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F1_main_prauc_1402">
            <a:extLst>
              <a:ext uri="{FF2B5EF4-FFF2-40B4-BE49-F238E27FC236}">
                <a16:creationId xmlns:a16="http://schemas.microsoft.com/office/drawing/2014/main" id="{99FB28FF-055A-4F32-8B92-2AF60E81A31C}"/>
              </a:ext>
            </a:extLst>
          </p:cNvPr>
          <p:cNvSpPr>
            <a:spLocks noGrp="1"/>
          </p:cNvSpPr>
          <p:nvPr/>
        </p:nvSpPr>
        <p:spPr>
          <a:xfrm>
            <a:off x="4949667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F1_main_prauc_1403">
            <a:extLst>
              <a:ext uri="{FF2B5EF4-FFF2-40B4-BE49-F238E27FC236}">
                <a16:creationId xmlns:a16="http://schemas.microsoft.com/office/drawing/2014/main" id="{B4B29343-6DC2-45C2-B3E1-84FC3772E43F}"/>
              </a:ext>
            </a:extLst>
          </p:cNvPr>
          <p:cNvSpPr>
            <a:spLocks noGrp="1"/>
          </p:cNvSpPr>
          <p:nvPr/>
        </p:nvSpPr>
        <p:spPr>
          <a:xfrm>
            <a:off x="513766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F1_main_prauc_1404">
            <a:extLst>
              <a:ext uri="{FF2B5EF4-FFF2-40B4-BE49-F238E27FC236}">
                <a16:creationId xmlns:a16="http://schemas.microsoft.com/office/drawing/2014/main" id="{D5175B7D-6324-4727-8E5F-8817DB1DCFE4}"/>
              </a:ext>
            </a:extLst>
          </p:cNvPr>
          <p:cNvSpPr>
            <a:spLocks noGrp="1"/>
          </p:cNvSpPr>
          <p:nvPr/>
        </p:nvSpPr>
        <p:spPr>
          <a:xfrm>
            <a:off x="500048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F1_main_prauc_1405">
            <a:extLst>
              <a:ext uri="{FF2B5EF4-FFF2-40B4-BE49-F238E27FC236}">
                <a16:creationId xmlns:a16="http://schemas.microsoft.com/office/drawing/2014/main" id="{13933FC1-2DFD-4315-86D2-1D77DEF92CD8}"/>
              </a:ext>
            </a:extLst>
          </p:cNvPr>
          <p:cNvSpPr>
            <a:spLocks noGrp="1"/>
          </p:cNvSpPr>
          <p:nvPr/>
        </p:nvSpPr>
        <p:spPr>
          <a:xfrm>
            <a:off x="51211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F1_main_prauc_1406">
            <a:extLst>
              <a:ext uri="{FF2B5EF4-FFF2-40B4-BE49-F238E27FC236}">
                <a16:creationId xmlns:a16="http://schemas.microsoft.com/office/drawing/2014/main" id="{856669DB-0406-46F8-A9D8-056454092580}"/>
              </a:ext>
            </a:extLst>
          </p:cNvPr>
          <p:cNvSpPr>
            <a:spLocks noGrp="1"/>
          </p:cNvSpPr>
          <p:nvPr/>
        </p:nvSpPr>
        <p:spPr>
          <a:xfrm>
            <a:off x="5108181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F1_main_prauc_1407">
            <a:extLst>
              <a:ext uri="{FF2B5EF4-FFF2-40B4-BE49-F238E27FC236}">
                <a16:creationId xmlns:a16="http://schemas.microsoft.com/office/drawing/2014/main" id="{386DCD1D-2686-4D6B-952E-87D88E8575E1}"/>
              </a:ext>
            </a:extLst>
          </p:cNvPr>
          <p:cNvSpPr>
            <a:spLocks noGrp="1"/>
          </p:cNvSpPr>
          <p:nvPr/>
        </p:nvSpPr>
        <p:spPr>
          <a:xfrm>
            <a:off x="493724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F1_main_prauc_1408">
            <a:extLst>
              <a:ext uri="{FF2B5EF4-FFF2-40B4-BE49-F238E27FC236}">
                <a16:creationId xmlns:a16="http://schemas.microsoft.com/office/drawing/2014/main" id="{13441FC1-ACFF-42D8-BAEF-BDD8B062E2AA}"/>
              </a:ext>
            </a:extLst>
          </p:cNvPr>
          <p:cNvSpPr>
            <a:spLocks noGrp="1"/>
          </p:cNvSpPr>
          <p:nvPr/>
        </p:nvSpPr>
        <p:spPr>
          <a:xfrm>
            <a:off x="5155749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F1_main_prauc_1409">
            <a:extLst>
              <a:ext uri="{FF2B5EF4-FFF2-40B4-BE49-F238E27FC236}">
                <a16:creationId xmlns:a16="http://schemas.microsoft.com/office/drawing/2014/main" id="{B3EFBC5F-F580-48C3-970F-6744890ACE1E}"/>
              </a:ext>
            </a:extLst>
          </p:cNvPr>
          <p:cNvSpPr>
            <a:spLocks noGrp="1"/>
          </p:cNvSpPr>
          <p:nvPr/>
        </p:nvSpPr>
        <p:spPr>
          <a:xfrm>
            <a:off x="51584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F1_main_prauc_1410">
            <a:extLst>
              <a:ext uri="{FF2B5EF4-FFF2-40B4-BE49-F238E27FC236}">
                <a16:creationId xmlns:a16="http://schemas.microsoft.com/office/drawing/2014/main" id="{95DE7E12-DA24-42D5-A8BC-54E1512E3D76}"/>
              </a:ext>
            </a:extLst>
          </p:cNvPr>
          <p:cNvSpPr>
            <a:spLocks noGrp="1"/>
          </p:cNvSpPr>
          <p:nvPr/>
        </p:nvSpPr>
        <p:spPr>
          <a:xfrm>
            <a:off x="50997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F1_main_prauc_1411">
            <a:extLst>
              <a:ext uri="{FF2B5EF4-FFF2-40B4-BE49-F238E27FC236}">
                <a16:creationId xmlns:a16="http://schemas.microsoft.com/office/drawing/2014/main" id="{EBC16C15-4DDB-445E-9CB4-3454754EAEA0}"/>
              </a:ext>
            </a:extLst>
          </p:cNvPr>
          <p:cNvSpPr>
            <a:spLocks noGrp="1"/>
          </p:cNvSpPr>
          <p:nvPr/>
        </p:nvSpPr>
        <p:spPr>
          <a:xfrm>
            <a:off x="500292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F1_main_prauc_1412">
            <a:extLst>
              <a:ext uri="{FF2B5EF4-FFF2-40B4-BE49-F238E27FC236}">
                <a16:creationId xmlns:a16="http://schemas.microsoft.com/office/drawing/2014/main" id="{E4150F88-6059-49BB-A128-BF8E0ABAC999}"/>
              </a:ext>
            </a:extLst>
          </p:cNvPr>
          <p:cNvSpPr>
            <a:spLocks noGrp="1"/>
          </p:cNvSpPr>
          <p:nvPr/>
        </p:nvSpPr>
        <p:spPr>
          <a:xfrm>
            <a:off x="5100798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F1_main_prauc_1413">
            <a:extLst>
              <a:ext uri="{FF2B5EF4-FFF2-40B4-BE49-F238E27FC236}">
                <a16:creationId xmlns:a16="http://schemas.microsoft.com/office/drawing/2014/main" id="{B87B29D8-19AC-4CE1-BF1B-34341E546031}"/>
              </a:ext>
            </a:extLst>
          </p:cNvPr>
          <p:cNvSpPr>
            <a:spLocks noGrp="1"/>
          </p:cNvSpPr>
          <p:nvPr/>
        </p:nvSpPr>
        <p:spPr>
          <a:xfrm>
            <a:off x="501493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F1_main_prauc_1414">
            <a:extLst>
              <a:ext uri="{FF2B5EF4-FFF2-40B4-BE49-F238E27FC236}">
                <a16:creationId xmlns:a16="http://schemas.microsoft.com/office/drawing/2014/main" id="{02742736-9B59-40CA-B8A6-5AFBC03CA611}"/>
              </a:ext>
            </a:extLst>
          </p:cNvPr>
          <p:cNvSpPr>
            <a:spLocks noGrp="1"/>
          </p:cNvSpPr>
          <p:nvPr/>
        </p:nvSpPr>
        <p:spPr>
          <a:xfrm>
            <a:off x="512974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F1_main_prauc_1415">
            <a:extLst>
              <a:ext uri="{FF2B5EF4-FFF2-40B4-BE49-F238E27FC236}">
                <a16:creationId xmlns:a16="http://schemas.microsoft.com/office/drawing/2014/main" id="{F43219C0-2B31-488C-9115-D94DD7AB9749}"/>
              </a:ext>
            </a:extLst>
          </p:cNvPr>
          <p:cNvSpPr>
            <a:spLocks noGrp="1"/>
          </p:cNvSpPr>
          <p:nvPr/>
        </p:nvSpPr>
        <p:spPr>
          <a:xfrm>
            <a:off x="49858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F1_main_prauc_1416">
            <a:extLst>
              <a:ext uri="{FF2B5EF4-FFF2-40B4-BE49-F238E27FC236}">
                <a16:creationId xmlns:a16="http://schemas.microsoft.com/office/drawing/2014/main" id="{82E6C7E8-0F3C-4AE6-8BE0-B537F60A5036}"/>
              </a:ext>
            </a:extLst>
          </p:cNvPr>
          <p:cNvSpPr>
            <a:spLocks noGrp="1"/>
          </p:cNvSpPr>
          <p:nvPr/>
        </p:nvSpPr>
        <p:spPr>
          <a:xfrm>
            <a:off x="50028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F1_main_prauc_1417">
            <a:extLst>
              <a:ext uri="{FF2B5EF4-FFF2-40B4-BE49-F238E27FC236}">
                <a16:creationId xmlns:a16="http://schemas.microsoft.com/office/drawing/2014/main" id="{DFA359C8-23C7-4E8B-866C-6E7AEE189334}"/>
              </a:ext>
            </a:extLst>
          </p:cNvPr>
          <p:cNvSpPr>
            <a:spLocks noGrp="1"/>
          </p:cNvSpPr>
          <p:nvPr/>
        </p:nvSpPr>
        <p:spPr>
          <a:xfrm>
            <a:off x="5132129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F1_main_prauc_1418">
            <a:extLst>
              <a:ext uri="{FF2B5EF4-FFF2-40B4-BE49-F238E27FC236}">
                <a16:creationId xmlns:a16="http://schemas.microsoft.com/office/drawing/2014/main" id="{C167E7B2-8D61-4D4E-8E26-1A5E52A6D02F}"/>
              </a:ext>
            </a:extLst>
          </p:cNvPr>
          <p:cNvSpPr>
            <a:spLocks noGrp="1"/>
          </p:cNvSpPr>
          <p:nvPr/>
        </p:nvSpPr>
        <p:spPr>
          <a:xfrm>
            <a:off x="4931970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F1_main_prauc_1419">
            <a:extLst>
              <a:ext uri="{FF2B5EF4-FFF2-40B4-BE49-F238E27FC236}">
                <a16:creationId xmlns:a16="http://schemas.microsoft.com/office/drawing/2014/main" id="{79918FF3-B05B-410D-8B6F-CF4F5974E6CA}"/>
              </a:ext>
            </a:extLst>
          </p:cNvPr>
          <p:cNvSpPr>
            <a:spLocks noGrp="1"/>
          </p:cNvSpPr>
          <p:nvPr/>
        </p:nvSpPr>
        <p:spPr>
          <a:xfrm>
            <a:off x="50629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F1_main_prauc_1420">
            <a:extLst>
              <a:ext uri="{FF2B5EF4-FFF2-40B4-BE49-F238E27FC236}">
                <a16:creationId xmlns:a16="http://schemas.microsoft.com/office/drawing/2014/main" id="{3D8905BA-FCE0-4A7D-AFAA-77F59DE734FA}"/>
              </a:ext>
            </a:extLst>
          </p:cNvPr>
          <p:cNvSpPr>
            <a:spLocks noGrp="1"/>
          </p:cNvSpPr>
          <p:nvPr/>
        </p:nvSpPr>
        <p:spPr>
          <a:xfrm>
            <a:off x="5085347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F1_main_prauc_1421">
            <a:extLst>
              <a:ext uri="{FF2B5EF4-FFF2-40B4-BE49-F238E27FC236}">
                <a16:creationId xmlns:a16="http://schemas.microsoft.com/office/drawing/2014/main" id="{C9A33A9A-7422-4A10-BF07-AF143C0D42B7}"/>
              </a:ext>
            </a:extLst>
          </p:cNvPr>
          <p:cNvSpPr>
            <a:spLocks noGrp="1"/>
          </p:cNvSpPr>
          <p:nvPr/>
        </p:nvSpPr>
        <p:spPr>
          <a:xfrm>
            <a:off x="5048448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F1_main_prauc_1422">
            <a:extLst>
              <a:ext uri="{FF2B5EF4-FFF2-40B4-BE49-F238E27FC236}">
                <a16:creationId xmlns:a16="http://schemas.microsoft.com/office/drawing/2014/main" id="{A8B609EA-6DF2-444F-B02C-4325CEBF6CE3}"/>
              </a:ext>
            </a:extLst>
          </p:cNvPr>
          <p:cNvSpPr>
            <a:spLocks noGrp="1"/>
          </p:cNvSpPr>
          <p:nvPr/>
        </p:nvSpPr>
        <p:spPr>
          <a:xfrm>
            <a:off x="5036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F1_main_prauc_1423">
            <a:extLst>
              <a:ext uri="{FF2B5EF4-FFF2-40B4-BE49-F238E27FC236}">
                <a16:creationId xmlns:a16="http://schemas.microsoft.com/office/drawing/2014/main" id="{8DD6CF10-1B5E-4693-80BF-F682DB9A4E52}"/>
              </a:ext>
            </a:extLst>
          </p:cNvPr>
          <p:cNvSpPr>
            <a:spLocks noGrp="1"/>
          </p:cNvSpPr>
          <p:nvPr/>
        </p:nvSpPr>
        <p:spPr>
          <a:xfrm>
            <a:off x="4932165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F1_main_prauc_1424">
            <a:extLst>
              <a:ext uri="{FF2B5EF4-FFF2-40B4-BE49-F238E27FC236}">
                <a16:creationId xmlns:a16="http://schemas.microsoft.com/office/drawing/2014/main" id="{7BFC23B4-B895-4C39-A831-3FBCF79136AB}"/>
              </a:ext>
            </a:extLst>
          </p:cNvPr>
          <p:cNvSpPr>
            <a:spLocks noGrp="1"/>
          </p:cNvSpPr>
          <p:nvPr/>
        </p:nvSpPr>
        <p:spPr>
          <a:xfrm>
            <a:off x="51443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F1_main_prauc_1425">
            <a:extLst>
              <a:ext uri="{FF2B5EF4-FFF2-40B4-BE49-F238E27FC236}">
                <a16:creationId xmlns:a16="http://schemas.microsoft.com/office/drawing/2014/main" id="{24162740-6D1E-4A8E-A964-B1D7820CC11C}"/>
              </a:ext>
            </a:extLst>
          </p:cNvPr>
          <p:cNvSpPr>
            <a:spLocks noGrp="1"/>
          </p:cNvSpPr>
          <p:nvPr/>
        </p:nvSpPr>
        <p:spPr>
          <a:xfrm>
            <a:off x="4944326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F1_main_prauc_1426">
            <a:extLst>
              <a:ext uri="{FF2B5EF4-FFF2-40B4-BE49-F238E27FC236}">
                <a16:creationId xmlns:a16="http://schemas.microsoft.com/office/drawing/2014/main" id="{742A4F9A-DEDB-4008-AC8C-25DCB97D6A91}"/>
              </a:ext>
            </a:extLst>
          </p:cNvPr>
          <p:cNvSpPr>
            <a:spLocks noGrp="1"/>
          </p:cNvSpPr>
          <p:nvPr/>
        </p:nvSpPr>
        <p:spPr>
          <a:xfrm>
            <a:off x="5009745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F1_main_prauc_1427">
            <a:extLst>
              <a:ext uri="{FF2B5EF4-FFF2-40B4-BE49-F238E27FC236}">
                <a16:creationId xmlns:a16="http://schemas.microsoft.com/office/drawing/2014/main" id="{56E7E9B7-3D15-42CF-A0E1-45C3B852E1EE}"/>
              </a:ext>
            </a:extLst>
          </p:cNvPr>
          <p:cNvSpPr>
            <a:spLocks noGrp="1"/>
          </p:cNvSpPr>
          <p:nvPr/>
        </p:nvSpPr>
        <p:spPr>
          <a:xfrm>
            <a:off x="50371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F1_main_prauc_1428">
            <a:extLst>
              <a:ext uri="{FF2B5EF4-FFF2-40B4-BE49-F238E27FC236}">
                <a16:creationId xmlns:a16="http://schemas.microsoft.com/office/drawing/2014/main" id="{8E63AC75-952A-43BC-AD88-B3A60BB9306D}"/>
              </a:ext>
            </a:extLst>
          </p:cNvPr>
          <p:cNvSpPr>
            <a:spLocks noGrp="1"/>
          </p:cNvSpPr>
          <p:nvPr/>
        </p:nvSpPr>
        <p:spPr>
          <a:xfrm>
            <a:off x="510425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F1_main_prauc_1429">
            <a:extLst>
              <a:ext uri="{FF2B5EF4-FFF2-40B4-BE49-F238E27FC236}">
                <a16:creationId xmlns:a16="http://schemas.microsoft.com/office/drawing/2014/main" id="{D06AF33F-D1F7-420E-9504-B343FAE99BDC}"/>
              </a:ext>
            </a:extLst>
          </p:cNvPr>
          <p:cNvSpPr>
            <a:spLocks noGrp="1"/>
          </p:cNvSpPr>
          <p:nvPr/>
        </p:nvSpPr>
        <p:spPr>
          <a:xfrm>
            <a:off x="4948175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F1_main_prauc_1430">
            <a:extLst>
              <a:ext uri="{FF2B5EF4-FFF2-40B4-BE49-F238E27FC236}">
                <a16:creationId xmlns:a16="http://schemas.microsoft.com/office/drawing/2014/main" id="{B8B94998-7B82-4B0B-B746-D8499F374C9B}"/>
              </a:ext>
            </a:extLst>
          </p:cNvPr>
          <p:cNvSpPr>
            <a:spLocks noGrp="1"/>
          </p:cNvSpPr>
          <p:nvPr/>
        </p:nvSpPr>
        <p:spPr>
          <a:xfrm>
            <a:off x="512324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F1_main_prauc_1431">
            <a:extLst>
              <a:ext uri="{FF2B5EF4-FFF2-40B4-BE49-F238E27FC236}">
                <a16:creationId xmlns:a16="http://schemas.microsoft.com/office/drawing/2014/main" id="{4C85C239-5FFE-45AB-84EC-50D68A495B94}"/>
              </a:ext>
            </a:extLst>
          </p:cNvPr>
          <p:cNvSpPr>
            <a:spLocks noGrp="1"/>
          </p:cNvSpPr>
          <p:nvPr/>
        </p:nvSpPr>
        <p:spPr>
          <a:xfrm>
            <a:off x="50028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F1_main_prauc_1432">
            <a:extLst>
              <a:ext uri="{FF2B5EF4-FFF2-40B4-BE49-F238E27FC236}">
                <a16:creationId xmlns:a16="http://schemas.microsoft.com/office/drawing/2014/main" id="{39BFA382-BF3A-40A7-8D15-0FBB4276D82F}"/>
              </a:ext>
            </a:extLst>
          </p:cNvPr>
          <p:cNvSpPr>
            <a:spLocks noGrp="1"/>
          </p:cNvSpPr>
          <p:nvPr/>
        </p:nvSpPr>
        <p:spPr>
          <a:xfrm>
            <a:off x="51543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F1_main_prauc_1433">
            <a:extLst>
              <a:ext uri="{FF2B5EF4-FFF2-40B4-BE49-F238E27FC236}">
                <a16:creationId xmlns:a16="http://schemas.microsoft.com/office/drawing/2014/main" id="{AEFCAAFD-B78D-400C-A10B-8EB81E380300}"/>
              </a:ext>
            </a:extLst>
          </p:cNvPr>
          <p:cNvSpPr>
            <a:spLocks noGrp="1"/>
          </p:cNvSpPr>
          <p:nvPr/>
        </p:nvSpPr>
        <p:spPr>
          <a:xfrm>
            <a:off x="50222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F1_main_prauc_1434">
            <a:extLst>
              <a:ext uri="{FF2B5EF4-FFF2-40B4-BE49-F238E27FC236}">
                <a16:creationId xmlns:a16="http://schemas.microsoft.com/office/drawing/2014/main" id="{7ECF25BA-A1BB-4DCB-AC98-FF7632A98627}"/>
              </a:ext>
            </a:extLst>
          </p:cNvPr>
          <p:cNvSpPr>
            <a:spLocks noGrp="1"/>
          </p:cNvSpPr>
          <p:nvPr/>
        </p:nvSpPr>
        <p:spPr>
          <a:xfrm>
            <a:off x="5034355" y="43454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F1_main_prauc_1435">
            <a:extLst>
              <a:ext uri="{FF2B5EF4-FFF2-40B4-BE49-F238E27FC236}">
                <a16:creationId xmlns:a16="http://schemas.microsoft.com/office/drawing/2014/main" id="{171993E5-A746-4C3B-AF73-072ADA293318}"/>
              </a:ext>
            </a:extLst>
          </p:cNvPr>
          <p:cNvSpPr>
            <a:spLocks noGrp="1"/>
          </p:cNvSpPr>
          <p:nvPr/>
        </p:nvSpPr>
        <p:spPr>
          <a:xfrm>
            <a:off x="5047219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F1_main_prauc_1436">
            <a:extLst>
              <a:ext uri="{FF2B5EF4-FFF2-40B4-BE49-F238E27FC236}">
                <a16:creationId xmlns:a16="http://schemas.microsoft.com/office/drawing/2014/main" id="{23629C02-3F4A-4BFB-AAE9-9EF1E0A6697F}"/>
              </a:ext>
            </a:extLst>
          </p:cNvPr>
          <p:cNvSpPr>
            <a:spLocks noGrp="1"/>
          </p:cNvSpPr>
          <p:nvPr/>
        </p:nvSpPr>
        <p:spPr>
          <a:xfrm>
            <a:off x="496082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F1_main_prauc_1437">
            <a:extLst>
              <a:ext uri="{FF2B5EF4-FFF2-40B4-BE49-F238E27FC236}">
                <a16:creationId xmlns:a16="http://schemas.microsoft.com/office/drawing/2014/main" id="{602F1894-17DB-4829-9054-E9F3C0E5E6B6}"/>
              </a:ext>
            </a:extLst>
          </p:cNvPr>
          <p:cNvSpPr>
            <a:spLocks noGrp="1"/>
          </p:cNvSpPr>
          <p:nvPr/>
        </p:nvSpPr>
        <p:spPr>
          <a:xfrm>
            <a:off x="49940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F1_main_prauc_1438">
            <a:extLst>
              <a:ext uri="{FF2B5EF4-FFF2-40B4-BE49-F238E27FC236}">
                <a16:creationId xmlns:a16="http://schemas.microsoft.com/office/drawing/2014/main" id="{965101EC-883B-48F1-9A2A-821BACFDE881}"/>
              </a:ext>
            </a:extLst>
          </p:cNvPr>
          <p:cNvSpPr>
            <a:spLocks noGrp="1"/>
          </p:cNvSpPr>
          <p:nvPr/>
        </p:nvSpPr>
        <p:spPr>
          <a:xfrm>
            <a:off x="51423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F1_main_prauc_1439">
            <a:extLst>
              <a:ext uri="{FF2B5EF4-FFF2-40B4-BE49-F238E27FC236}">
                <a16:creationId xmlns:a16="http://schemas.microsoft.com/office/drawing/2014/main" id="{3EF58234-1E8F-47E6-93A1-28B226123F8B}"/>
              </a:ext>
            </a:extLst>
          </p:cNvPr>
          <p:cNvSpPr>
            <a:spLocks noGrp="1"/>
          </p:cNvSpPr>
          <p:nvPr/>
        </p:nvSpPr>
        <p:spPr>
          <a:xfrm>
            <a:off x="496708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F1_main_prauc_1440">
            <a:extLst>
              <a:ext uri="{FF2B5EF4-FFF2-40B4-BE49-F238E27FC236}">
                <a16:creationId xmlns:a16="http://schemas.microsoft.com/office/drawing/2014/main" id="{D60EC350-F497-49F1-B1AA-0D4D81A1705E}"/>
              </a:ext>
            </a:extLst>
          </p:cNvPr>
          <p:cNvSpPr>
            <a:spLocks noGrp="1"/>
          </p:cNvSpPr>
          <p:nvPr/>
        </p:nvSpPr>
        <p:spPr>
          <a:xfrm>
            <a:off x="49692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F1_main_prauc_1441">
            <a:extLst>
              <a:ext uri="{FF2B5EF4-FFF2-40B4-BE49-F238E27FC236}">
                <a16:creationId xmlns:a16="http://schemas.microsoft.com/office/drawing/2014/main" id="{2EFBBAF5-B2F4-41F7-931A-113044E8675D}"/>
              </a:ext>
            </a:extLst>
          </p:cNvPr>
          <p:cNvSpPr>
            <a:spLocks noGrp="1"/>
          </p:cNvSpPr>
          <p:nvPr/>
        </p:nvSpPr>
        <p:spPr>
          <a:xfrm>
            <a:off x="49995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F1_main_prauc_1442">
            <a:extLst>
              <a:ext uri="{FF2B5EF4-FFF2-40B4-BE49-F238E27FC236}">
                <a16:creationId xmlns:a16="http://schemas.microsoft.com/office/drawing/2014/main" id="{5B941AFD-1F5A-47D7-A22B-106429E5158C}"/>
              </a:ext>
            </a:extLst>
          </p:cNvPr>
          <p:cNvSpPr>
            <a:spLocks noGrp="1"/>
          </p:cNvSpPr>
          <p:nvPr/>
        </p:nvSpPr>
        <p:spPr>
          <a:xfrm>
            <a:off x="506305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F1_main_prauc_1443">
            <a:extLst>
              <a:ext uri="{FF2B5EF4-FFF2-40B4-BE49-F238E27FC236}">
                <a16:creationId xmlns:a16="http://schemas.microsoft.com/office/drawing/2014/main" id="{E8C2D61E-E3D1-454E-AB31-532163BFA455}"/>
              </a:ext>
            </a:extLst>
          </p:cNvPr>
          <p:cNvSpPr>
            <a:spLocks noGrp="1"/>
          </p:cNvSpPr>
          <p:nvPr/>
        </p:nvSpPr>
        <p:spPr>
          <a:xfrm>
            <a:off x="5156706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F1_main_prauc_1444">
            <a:extLst>
              <a:ext uri="{FF2B5EF4-FFF2-40B4-BE49-F238E27FC236}">
                <a16:creationId xmlns:a16="http://schemas.microsoft.com/office/drawing/2014/main" id="{271B7725-2F0E-4CCB-82D4-ADC5A358C094}"/>
              </a:ext>
            </a:extLst>
          </p:cNvPr>
          <p:cNvSpPr>
            <a:spLocks noGrp="1"/>
          </p:cNvSpPr>
          <p:nvPr/>
        </p:nvSpPr>
        <p:spPr>
          <a:xfrm>
            <a:off x="501683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F1_main_prauc_1445">
            <a:extLst>
              <a:ext uri="{FF2B5EF4-FFF2-40B4-BE49-F238E27FC236}">
                <a16:creationId xmlns:a16="http://schemas.microsoft.com/office/drawing/2014/main" id="{3D125FAA-4ACA-41CE-8F41-5DB7980B41A9}"/>
              </a:ext>
            </a:extLst>
          </p:cNvPr>
          <p:cNvSpPr>
            <a:spLocks noGrp="1"/>
          </p:cNvSpPr>
          <p:nvPr/>
        </p:nvSpPr>
        <p:spPr>
          <a:xfrm>
            <a:off x="49829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F1_main_prauc_1446">
            <a:extLst>
              <a:ext uri="{FF2B5EF4-FFF2-40B4-BE49-F238E27FC236}">
                <a16:creationId xmlns:a16="http://schemas.microsoft.com/office/drawing/2014/main" id="{414EC3B4-79A2-4057-8D48-9D317DA8AA0A}"/>
              </a:ext>
            </a:extLst>
          </p:cNvPr>
          <p:cNvSpPr>
            <a:spLocks noGrp="1"/>
          </p:cNvSpPr>
          <p:nvPr/>
        </p:nvSpPr>
        <p:spPr>
          <a:xfrm>
            <a:off x="513584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F1_main_prauc_1447">
            <a:extLst>
              <a:ext uri="{FF2B5EF4-FFF2-40B4-BE49-F238E27FC236}">
                <a16:creationId xmlns:a16="http://schemas.microsoft.com/office/drawing/2014/main" id="{3254EFD8-BD6C-46C0-A4A5-83CB2E50D861}"/>
              </a:ext>
            </a:extLst>
          </p:cNvPr>
          <p:cNvSpPr>
            <a:spLocks noGrp="1"/>
          </p:cNvSpPr>
          <p:nvPr/>
        </p:nvSpPr>
        <p:spPr>
          <a:xfrm>
            <a:off x="5003694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F1_main_prauc_1448">
            <a:extLst>
              <a:ext uri="{FF2B5EF4-FFF2-40B4-BE49-F238E27FC236}">
                <a16:creationId xmlns:a16="http://schemas.microsoft.com/office/drawing/2014/main" id="{AC4F4E3F-6EF4-4FA3-99F3-7692FB6316DA}"/>
              </a:ext>
            </a:extLst>
          </p:cNvPr>
          <p:cNvSpPr>
            <a:spLocks noGrp="1"/>
          </p:cNvSpPr>
          <p:nvPr/>
        </p:nvSpPr>
        <p:spPr>
          <a:xfrm>
            <a:off x="51291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F1_main_prauc_1449">
            <a:extLst>
              <a:ext uri="{FF2B5EF4-FFF2-40B4-BE49-F238E27FC236}">
                <a16:creationId xmlns:a16="http://schemas.microsoft.com/office/drawing/2014/main" id="{27AF034D-D316-4E32-AAA7-5EADE36F200B}"/>
              </a:ext>
            </a:extLst>
          </p:cNvPr>
          <p:cNvSpPr>
            <a:spLocks noGrp="1"/>
          </p:cNvSpPr>
          <p:nvPr/>
        </p:nvSpPr>
        <p:spPr>
          <a:xfrm>
            <a:off x="511657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F1_main_prauc_1450">
            <a:extLst>
              <a:ext uri="{FF2B5EF4-FFF2-40B4-BE49-F238E27FC236}">
                <a16:creationId xmlns:a16="http://schemas.microsoft.com/office/drawing/2014/main" id="{FE050272-3F17-4578-B7DB-15E165E04984}"/>
              </a:ext>
            </a:extLst>
          </p:cNvPr>
          <p:cNvSpPr>
            <a:spLocks noGrp="1"/>
          </p:cNvSpPr>
          <p:nvPr/>
        </p:nvSpPr>
        <p:spPr>
          <a:xfrm>
            <a:off x="499795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F1_main_prauc_1451">
            <a:extLst>
              <a:ext uri="{FF2B5EF4-FFF2-40B4-BE49-F238E27FC236}">
                <a16:creationId xmlns:a16="http://schemas.microsoft.com/office/drawing/2014/main" id="{7C317275-8402-4608-9754-79D8806B4FF5}"/>
              </a:ext>
            </a:extLst>
          </p:cNvPr>
          <p:cNvSpPr>
            <a:spLocks noGrp="1"/>
          </p:cNvSpPr>
          <p:nvPr/>
        </p:nvSpPr>
        <p:spPr>
          <a:xfrm>
            <a:off x="49987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F1_main_prauc_1452">
            <a:extLst>
              <a:ext uri="{FF2B5EF4-FFF2-40B4-BE49-F238E27FC236}">
                <a16:creationId xmlns:a16="http://schemas.microsoft.com/office/drawing/2014/main" id="{8176E8BF-AAF1-4E3F-A66E-E67F7FE5A0EE}"/>
              </a:ext>
            </a:extLst>
          </p:cNvPr>
          <p:cNvSpPr>
            <a:spLocks noGrp="1"/>
          </p:cNvSpPr>
          <p:nvPr/>
        </p:nvSpPr>
        <p:spPr>
          <a:xfrm>
            <a:off x="5123181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F1_main_prauc_1453">
            <a:extLst>
              <a:ext uri="{FF2B5EF4-FFF2-40B4-BE49-F238E27FC236}">
                <a16:creationId xmlns:a16="http://schemas.microsoft.com/office/drawing/2014/main" id="{66CCC449-E1DA-4146-B850-866FCC5885F4}"/>
              </a:ext>
            </a:extLst>
          </p:cNvPr>
          <p:cNvSpPr>
            <a:spLocks noGrp="1"/>
          </p:cNvSpPr>
          <p:nvPr/>
        </p:nvSpPr>
        <p:spPr>
          <a:xfrm>
            <a:off x="510289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F1_main_prauc_1454">
            <a:extLst>
              <a:ext uri="{FF2B5EF4-FFF2-40B4-BE49-F238E27FC236}">
                <a16:creationId xmlns:a16="http://schemas.microsoft.com/office/drawing/2014/main" id="{5F030DA2-C5A4-446C-97A4-E93E04D21BA4}"/>
              </a:ext>
            </a:extLst>
          </p:cNvPr>
          <p:cNvSpPr>
            <a:spLocks noGrp="1"/>
          </p:cNvSpPr>
          <p:nvPr/>
        </p:nvSpPr>
        <p:spPr>
          <a:xfrm>
            <a:off x="49228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F1_main_prauc_1455">
            <a:extLst>
              <a:ext uri="{FF2B5EF4-FFF2-40B4-BE49-F238E27FC236}">
                <a16:creationId xmlns:a16="http://schemas.microsoft.com/office/drawing/2014/main" id="{6676A7E0-D53C-4EFC-B53E-FA40820D9B7E}"/>
              </a:ext>
            </a:extLst>
          </p:cNvPr>
          <p:cNvSpPr>
            <a:spLocks noGrp="1"/>
          </p:cNvSpPr>
          <p:nvPr/>
        </p:nvSpPr>
        <p:spPr>
          <a:xfrm>
            <a:off x="5122088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F1_main_prauc_1456">
            <a:extLst>
              <a:ext uri="{FF2B5EF4-FFF2-40B4-BE49-F238E27FC236}">
                <a16:creationId xmlns:a16="http://schemas.microsoft.com/office/drawing/2014/main" id="{451C5F90-4A9D-49BD-AA78-5AE6396DA6EA}"/>
              </a:ext>
            </a:extLst>
          </p:cNvPr>
          <p:cNvSpPr>
            <a:spLocks noGrp="1"/>
          </p:cNvSpPr>
          <p:nvPr/>
        </p:nvSpPr>
        <p:spPr>
          <a:xfrm>
            <a:off x="49494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F1_main_prauc_1457">
            <a:extLst>
              <a:ext uri="{FF2B5EF4-FFF2-40B4-BE49-F238E27FC236}">
                <a16:creationId xmlns:a16="http://schemas.microsoft.com/office/drawing/2014/main" id="{FE209F18-A55F-4120-A458-6F84F89E4EB1}"/>
              </a:ext>
            </a:extLst>
          </p:cNvPr>
          <p:cNvSpPr>
            <a:spLocks noGrp="1"/>
          </p:cNvSpPr>
          <p:nvPr/>
        </p:nvSpPr>
        <p:spPr>
          <a:xfrm>
            <a:off x="4936770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F1_main_prauc_1458">
            <a:extLst>
              <a:ext uri="{FF2B5EF4-FFF2-40B4-BE49-F238E27FC236}">
                <a16:creationId xmlns:a16="http://schemas.microsoft.com/office/drawing/2014/main" id="{81BDAA8B-CE7C-46F6-AF7C-C7AE06C5CF07}"/>
              </a:ext>
            </a:extLst>
          </p:cNvPr>
          <p:cNvSpPr>
            <a:spLocks noGrp="1"/>
          </p:cNvSpPr>
          <p:nvPr/>
        </p:nvSpPr>
        <p:spPr>
          <a:xfrm>
            <a:off x="5085616" y="5877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F1_main_prauc_1459">
            <a:extLst>
              <a:ext uri="{FF2B5EF4-FFF2-40B4-BE49-F238E27FC236}">
                <a16:creationId xmlns:a16="http://schemas.microsoft.com/office/drawing/2014/main" id="{04EEEE44-B00B-435B-AB0E-9F73A8709823}"/>
              </a:ext>
            </a:extLst>
          </p:cNvPr>
          <p:cNvSpPr>
            <a:spLocks noGrp="1"/>
          </p:cNvSpPr>
          <p:nvPr/>
        </p:nvSpPr>
        <p:spPr>
          <a:xfrm>
            <a:off x="5047345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F1_main_prauc_1460">
            <a:extLst>
              <a:ext uri="{FF2B5EF4-FFF2-40B4-BE49-F238E27FC236}">
                <a16:creationId xmlns:a16="http://schemas.microsoft.com/office/drawing/2014/main" id="{9B9E6275-F33B-4DED-BC54-7CDCA11CBC11}"/>
              </a:ext>
            </a:extLst>
          </p:cNvPr>
          <p:cNvSpPr>
            <a:spLocks noGrp="1"/>
          </p:cNvSpPr>
          <p:nvPr/>
        </p:nvSpPr>
        <p:spPr>
          <a:xfrm>
            <a:off x="49981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F1_main_prauc_1461">
            <a:extLst>
              <a:ext uri="{FF2B5EF4-FFF2-40B4-BE49-F238E27FC236}">
                <a16:creationId xmlns:a16="http://schemas.microsoft.com/office/drawing/2014/main" id="{199E3204-3CA4-4257-8F08-0C6B0406EF85}"/>
              </a:ext>
            </a:extLst>
          </p:cNvPr>
          <p:cNvSpPr>
            <a:spLocks noGrp="1"/>
          </p:cNvSpPr>
          <p:nvPr/>
        </p:nvSpPr>
        <p:spPr>
          <a:xfrm>
            <a:off x="49800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F1_main_prauc_1462">
            <a:extLst>
              <a:ext uri="{FF2B5EF4-FFF2-40B4-BE49-F238E27FC236}">
                <a16:creationId xmlns:a16="http://schemas.microsoft.com/office/drawing/2014/main" id="{DD0F2D27-2EE1-4DC2-957E-466171110E6B}"/>
              </a:ext>
            </a:extLst>
          </p:cNvPr>
          <p:cNvSpPr>
            <a:spLocks noGrp="1"/>
          </p:cNvSpPr>
          <p:nvPr/>
        </p:nvSpPr>
        <p:spPr>
          <a:xfrm>
            <a:off x="508929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F1_main_prauc_1463">
            <a:extLst>
              <a:ext uri="{FF2B5EF4-FFF2-40B4-BE49-F238E27FC236}">
                <a16:creationId xmlns:a16="http://schemas.microsoft.com/office/drawing/2014/main" id="{BDC25D83-7665-4E3B-B4E6-7333CC019B4D}"/>
              </a:ext>
            </a:extLst>
          </p:cNvPr>
          <p:cNvSpPr>
            <a:spLocks noGrp="1"/>
          </p:cNvSpPr>
          <p:nvPr/>
        </p:nvSpPr>
        <p:spPr>
          <a:xfrm>
            <a:off x="497251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F1_main_prauc_1464">
            <a:extLst>
              <a:ext uri="{FF2B5EF4-FFF2-40B4-BE49-F238E27FC236}">
                <a16:creationId xmlns:a16="http://schemas.microsoft.com/office/drawing/2014/main" id="{FE9FB1D8-2B77-4359-8245-A3C9F333ADBA}"/>
              </a:ext>
            </a:extLst>
          </p:cNvPr>
          <p:cNvSpPr>
            <a:spLocks noGrp="1"/>
          </p:cNvSpPr>
          <p:nvPr/>
        </p:nvSpPr>
        <p:spPr>
          <a:xfrm>
            <a:off x="50962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F1_main_prauc_1465">
            <a:extLst>
              <a:ext uri="{FF2B5EF4-FFF2-40B4-BE49-F238E27FC236}">
                <a16:creationId xmlns:a16="http://schemas.microsoft.com/office/drawing/2014/main" id="{8E42662F-EC86-43B8-9F19-86817447125C}"/>
              </a:ext>
            </a:extLst>
          </p:cNvPr>
          <p:cNvSpPr>
            <a:spLocks noGrp="1"/>
          </p:cNvSpPr>
          <p:nvPr/>
        </p:nvSpPr>
        <p:spPr>
          <a:xfrm>
            <a:off x="513472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F1_main_prauc_1466">
            <a:extLst>
              <a:ext uri="{FF2B5EF4-FFF2-40B4-BE49-F238E27FC236}">
                <a16:creationId xmlns:a16="http://schemas.microsoft.com/office/drawing/2014/main" id="{745F62DE-2CEA-4027-9253-A56CCBDF0F74}"/>
              </a:ext>
            </a:extLst>
          </p:cNvPr>
          <p:cNvSpPr>
            <a:spLocks noGrp="1"/>
          </p:cNvSpPr>
          <p:nvPr/>
        </p:nvSpPr>
        <p:spPr>
          <a:xfrm>
            <a:off x="498375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F1_main_prauc_1467">
            <a:extLst>
              <a:ext uri="{FF2B5EF4-FFF2-40B4-BE49-F238E27FC236}">
                <a16:creationId xmlns:a16="http://schemas.microsoft.com/office/drawing/2014/main" id="{AC33DF85-C303-4D12-8FE3-62697372856B}"/>
              </a:ext>
            </a:extLst>
          </p:cNvPr>
          <p:cNvSpPr>
            <a:spLocks noGrp="1"/>
          </p:cNvSpPr>
          <p:nvPr/>
        </p:nvSpPr>
        <p:spPr>
          <a:xfrm>
            <a:off x="4952453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F1_main_prauc_1468">
            <a:extLst>
              <a:ext uri="{FF2B5EF4-FFF2-40B4-BE49-F238E27FC236}">
                <a16:creationId xmlns:a16="http://schemas.microsoft.com/office/drawing/2014/main" id="{88E639AF-3C86-4FCD-B158-50AFA3FA6942}"/>
              </a:ext>
            </a:extLst>
          </p:cNvPr>
          <p:cNvSpPr>
            <a:spLocks noGrp="1"/>
          </p:cNvSpPr>
          <p:nvPr/>
        </p:nvSpPr>
        <p:spPr>
          <a:xfrm>
            <a:off x="503420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F1_main_prauc_1469">
            <a:extLst>
              <a:ext uri="{FF2B5EF4-FFF2-40B4-BE49-F238E27FC236}">
                <a16:creationId xmlns:a16="http://schemas.microsoft.com/office/drawing/2014/main" id="{5A7E67EE-4B36-4048-B715-516EBD81A01B}"/>
              </a:ext>
            </a:extLst>
          </p:cNvPr>
          <p:cNvSpPr>
            <a:spLocks noGrp="1"/>
          </p:cNvSpPr>
          <p:nvPr/>
        </p:nvSpPr>
        <p:spPr>
          <a:xfrm>
            <a:off x="5062287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F1_main_prauc_1470">
            <a:extLst>
              <a:ext uri="{FF2B5EF4-FFF2-40B4-BE49-F238E27FC236}">
                <a16:creationId xmlns:a16="http://schemas.microsoft.com/office/drawing/2014/main" id="{5A9B69A5-0ADF-4144-A29A-41B6E6F00084}"/>
              </a:ext>
            </a:extLst>
          </p:cNvPr>
          <p:cNvSpPr>
            <a:spLocks noGrp="1"/>
          </p:cNvSpPr>
          <p:nvPr/>
        </p:nvSpPr>
        <p:spPr>
          <a:xfrm>
            <a:off x="497783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F1_main_prauc_1471">
            <a:extLst>
              <a:ext uri="{FF2B5EF4-FFF2-40B4-BE49-F238E27FC236}">
                <a16:creationId xmlns:a16="http://schemas.microsoft.com/office/drawing/2014/main" id="{55A978DD-0218-4D57-88D7-1C1A57302B2D}"/>
              </a:ext>
            </a:extLst>
          </p:cNvPr>
          <p:cNvSpPr>
            <a:spLocks noGrp="1"/>
          </p:cNvSpPr>
          <p:nvPr/>
        </p:nvSpPr>
        <p:spPr>
          <a:xfrm>
            <a:off x="5007100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F1_main_prauc_1472">
            <a:extLst>
              <a:ext uri="{FF2B5EF4-FFF2-40B4-BE49-F238E27FC236}">
                <a16:creationId xmlns:a16="http://schemas.microsoft.com/office/drawing/2014/main" id="{510F10F1-399E-4929-A42B-7DF1C334DCDD}"/>
              </a:ext>
            </a:extLst>
          </p:cNvPr>
          <p:cNvSpPr>
            <a:spLocks noGrp="1"/>
          </p:cNvSpPr>
          <p:nvPr/>
        </p:nvSpPr>
        <p:spPr>
          <a:xfrm>
            <a:off x="5058224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F1_main_prauc_1473">
            <a:extLst>
              <a:ext uri="{FF2B5EF4-FFF2-40B4-BE49-F238E27FC236}">
                <a16:creationId xmlns:a16="http://schemas.microsoft.com/office/drawing/2014/main" id="{8B5B688B-382C-4A93-8CDD-F04267F8CFDB}"/>
              </a:ext>
            </a:extLst>
          </p:cNvPr>
          <p:cNvSpPr>
            <a:spLocks noGrp="1"/>
          </p:cNvSpPr>
          <p:nvPr/>
        </p:nvSpPr>
        <p:spPr>
          <a:xfrm>
            <a:off x="49438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F1_main_prauc_1474">
            <a:extLst>
              <a:ext uri="{FF2B5EF4-FFF2-40B4-BE49-F238E27FC236}">
                <a16:creationId xmlns:a16="http://schemas.microsoft.com/office/drawing/2014/main" id="{35EDE87E-C01C-4FC8-948E-572671869E87}"/>
              </a:ext>
            </a:extLst>
          </p:cNvPr>
          <p:cNvSpPr>
            <a:spLocks noGrp="1"/>
          </p:cNvSpPr>
          <p:nvPr/>
        </p:nvSpPr>
        <p:spPr>
          <a:xfrm>
            <a:off x="51443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F1_main_prauc_1475">
            <a:extLst>
              <a:ext uri="{FF2B5EF4-FFF2-40B4-BE49-F238E27FC236}">
                <a16:creationId xmlns:a16="http://schemas.microsoft.com/office/drawing/2014/main" id="{7CC1B55E-D1C5-4452-BC4E-0B32F97ECD39}"/>
              </a:ext>
            </a:extLst>
          </p:cNvPr>
          <p:cNvSpPr>
            <a:spLocks noGrp="1"/>
          </p:cNvSpPr>
          <p:nvPr/>
        </p:nvSpPr>
        <p:spPr>
          <a:xfrm>
            <a:off x="503815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F1_main_prauc_1476">
            <a:extLst>
              <a:ext uri="{FF2B5EF4-FFF2-40B4-BE49-F238E27FC236}">
                <a16:creationId xmlns:a16="http://schemas.microsoft.com/office/drawing/2014/main" id="{3A4E1D6C-0617-486A-9A28-961B50B03182}"/>
              </a:ext>
            </a:extLst>
          </p:cNvPr>
          <p:cNvSpPr>
            <a:spLocks noGrp="1"/>
          </p:cNvSpPr>
          <p:nvPr/>
        </p:nvSpPr>
        <p:spPr>
          <a:xfrm>
            <a:off x="49199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F1_main_prauc_1477">
            <a:extLst>
              <a:ext uri="{FF2B5EF4-FFF2-40B4-BE49-F238E27FC236}">
                <a16:creationId xmlns:a16="http://schemas.microsoft.com/office/drawing/2014/main" id="{6B9BCEAA-9A6B-4F88-93F8-566BFA4E9A78}"/>
              </a:ext>
            </a:extLst>
          </p:cNvPr>
          <p:cNvSpPr>
            <a:spLocks noGrp="1"/>
          </p:cNvSpPr>
          <p:nvPr/>
        </p:nvSpPr>
        <p:spPr>
          <a:xfrm>
            <a:off x="5152302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F1_main_prauc_1478">
            <a:extLst>
              <a:ext uri="{FF2B5EF4-FFF2-40B4-BE49-F238E27FC236}">
                <a16:creationId xmlns:a16="http://schemas.microsoft.com/office/drawing/2014/main" id="{8813EF1A-B3FB-47BA-AB0E-F4CF54C927C9}"/>
              </a:ext>
            </a:extLst>
          </p:cNvPr>
          <p:cNvSpPr>
            <a:spLocks noGrp="1"/>
          </p:cNvSpPr>
          <p:nvPr/>
        </p:nvSpPr>
        <p:spPr>
          <a:xfrm>
            <a:off x="4919088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F1_main_prauc_1479">
            <a:extLst>
              <a:ext uri="{FF2B5EF4-FFF2-40B4-BE49-F238E27FC236}">
                <a16:creationId xmlns:a16="http://schemas.microsoft.com/office/drawing/2014/main" id="{9B38632E-8E92-4FF6-B91B-3F2D24AA9135}"/>
              </a:ext>
            </a:extLst>
          </p:cNvPr>
          <p:cNvSpPr>
            <a:spLocks noGrp="1"/>
          </p:cNvSpPr>
          <p:nvPr/>
        </p:nvSpPr>
        <p:spPr>
          <a:xfrm>
            <a:off x="5016566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F1_main_prauc_1480">
            <a:extLst>
              <a:ext uri="{FF2B5EF4-FFF2-40B4-BE49-F238E27FC236}">
                <a16:creationId xmlns:a16="http://schemas.microsoft.com/office/drawing/2014/main" id="{D16FEC8F-EA78-4376-8A4A-3D3208E153FF}"/>
              </a:ext>
            </a:extLst>
          </p:cNvPr>
          <p:cNvSpPr>
            <a:spLocks noGrp="1"/>
          </p:cNvSpPr>
          <p:nvPr/>
        </p:nvSpPr>
        <p:spPr>
          <a:xfrm>
            <a:off x="51093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F1_main_prauc_1481">
            <a:extLst>
              <a:ext uri="{FF2B5EF4-FFF2-40B4-BE49-F238E27FC236}">
                <a16:creationId xmlns:a16="http://schemas.microsoft.com/office/drawing/2014/main" id="{A68774DA-12B1-4661-A127-C52C175C0028}"/>
              </a:ext>
            </a:extLst>
          </p:cNvPr>
          <p:cNvSpPr>
            <a:spLocks noGrp="1"/>
          </p:cNvSpPr>
          <p:nvPr/>
        </p:nvSpPr>
        <p:spPr>
          <a:xfrm>
            <a:off x="5106194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F1_main_prauc_1482">
            <a:extLst>
              <a:ext uri="{FF2B5EF4-FFF2-40B4-BE49-F238E27FC236}">
                <a16:creationId xmlns:a16="http://schemas.microsoft.com/office/drawing/2014/main" id="{AC226FC0-1ED2-4FD7-B96D-73CC1513EF5F}"/>
              </a:ext>
            </a:extLst>
          </p:cNvPr>
          <p:cNvSpPr>
            <a:spLocks noGrp="1"/>
          </p:cNvSpPr>
          <p:nvPr/>
        </p:nvSpPr>
        <p:spPr>
          <a:xfrm>
            <a:off x="4953652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F1_main_prauc_1483">
            <a:extLst>
              <a:ext uri="{FF2B5EF4-FFF2-40B4-BE49-F238E27FC236}">
                <a16:creationId xmlns:a16="http://schemas.microsoft.com/office/drawing/2014/main" id="{E1AB9421-1253-44CC-A22F-CFD2C2F8BF27}"/>
              </a:ext>
            </a:extLst>
          </p:cNvPr>
          <p:cNvSpPr>
            <a:spLocks noGrp="1"/>
          </p:cNvSpPr>
          <p:nvPr/>
        </p:nvSpPr>
        <p:spPr>
          <a:xfrm>
            <a:off x="504065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F1_main_prauc_1484">
            <a:extLst>
              <a:ext uri="{FF2B5EF4-FFF2-40B4-BE49-F238E27FC236}">
                <a16:creationId xmlns:a16="http://schemas.microsoft.com/office/drawing/2014/main" id="{BDE464D7-CC03-45E7-8F1C-682EFB18E239}"/>
              </a:ext>
            </a:extLst>
          </p:cNvPr>
          <p:cNvSpPr>
            <a:spLocks noGrp="1"/>
          </p:cNvSpPr>
          <p:nvPr/>
        </p:nvSpPr>
        <p:spPr>
          <a:xfrm>
            <a:off x="5047413" y="5427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F1_main_prauc_1485">
            <a:extLst>
              <a:ext uri="{FF2B5EF4-FFF2-40B4-BE49-F238E27FC236}">
                <a16:creationId xmlns:a16="http://schemas.microsoft.com/office/drawing/2014/main" id="{3FAA2241-FD51-4989-9B4A-8F7C2003C02B}"/>
              </a:ext>
            </a:extLst>
          </p:cNvPr>
          <p:cNvSpPr>
            <a:spLocks noGrp="1"/>
          </p:cNvSpPr>
          <p:nvPr/>
        </p:nvSpPr>
        <p:spPr>
          <a:xfrm>
            <a:off x="513059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F1_main_prauc_1486">
            <a:extLst>
              <a:ext uri="{FF2B5EF4-FFF2-40B4-BE49-F238E27FC236}">
                <a16:creationId xmlns:a16="http://schemas.microsoft.com/office/drawing/2014/main" id="{D63A2630-8894-49BD-BBAD-0AC1D1DD9C59}"/>
              </a:ext>
            </a:extLst>
          </p:cNvPr>
          <p:cNvSpPr>
            <a:spLocks noGrp="1"/>
          </p:cNvSpPr>
          <p:nvPr/>
        </p:nvSpPr>
        <p:spPr>
          <a:xfrm>
            <a:off x="49253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F1_main_prauc_1487">
            <a:extLst>
              <a:ext uri="{FF2B5EF4-FFF2-40B4-BE49-F238E27FC236}">
                <a16:creationId xmlns:a16="http://schemas.microsoft.com/office/drawing/2014/main" id="{F2DA7D32-705D-403D-89BA-281D9F339D51}"/>
              </a:ext>
            </a:extLst>
          </p:cNvPr>
          <p:cNvSpPr>
            <a:spLocks noGrp="1"/>
          </p:cNvSpPr>
          <p:nvPr/>
        </p:nvSpPr>
        <p:spPr>
          <a:xfrm>
            <a:off x="498170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F1_main_prauc_1488">
            <a:extLst>
              <a:ext uri="{FF2B5EF4-FFF2-40B4-BE49-F238E27FC236}">
                <a16:creationId xmlns:a16="http://schemas.microsoft.com/office/drawing/2014/main" id="{C32A8F56-74A6-4DAF-BA43-7B6E5530D506}"/>
              </a:ext>
            </a:extLst>
          </p:cNvPr>
          <p:cNvSpPr>
            <a:spLocks noGrp="1"/>
          </p:cNvSpPr>
          <p:nvPr/>
        </p:nvSpPr>
        <p:spPr>
          <a:xfrm>
            <a:off x="496571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F1_main_prauc_1489">
            <a:extLst>
              <a:ext uri="{FF2B5EF4-FFF2-40B4-BE49-F238E27FC236}">
                <a16:creationId xmlns:a16="http://schemas.microsoft.com/office/drawing/2014/main" id="{7B0F98D3-B914-4701-B18A-FCA527A914F4}"/>
              </a:ext>
            </a:extLst>
          </p:cNvPr>
          <p:cNvSpPr>
            <a:spLocks noGrp="1"/>
          </p:cNvSpPr>
          <p:nvPr/>
        </p:nvSpPr>
        <p:spPr>
          <a:xfrm>
            <a:off x="4944757" y="48690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F1_main_prauc_1490">
            <a:extLst>
              <a:ext uri="{FF2B5EF4-FFF2-40B4-BE49-F238E27FC236}">
                <a16:creationId xmlns:a16="http://schemas.microsoft.com/office/drawing/2014/main" id="{7FD3EE3D-43BF-4957-B307-2D777299D902}"/>
              </a:ext>
            </a:extLst>
          </p:cNvPr>
          <p:cNvSpPr>
            <a:spLocks noGrp="1"/>
          </p:cNvSpPr>
          <p:nvPr/>
        </p:nvSpPr>
        <p:spPr>
          <a:xfrm>
            <a:off x="4973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F1_main_prauc_1491">
            <a:extLst>
              <a:ext uri="{FF2B5EF4-FFF2-40B4-BE49-F238E27FC236}">
                <a16:creationId xmlns:a16="http://schemas.microsoft.com/office/drawing/2014/main" id="{ECB8DBE5-1510-4EA0-BD28-37F89495FFF8}"/>
              </a:ext>
            </a:extLst>
          </p:cNvPr>
          <p:cNvSpPr>
            <a:spLocks noGrp="1"/>
          </p:cNvSpPr>
          <p:nvPr/>
        </p:nvSpPr>
        <p:spPr>
          <a:xfrm>
            <a:off x="4957437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F1_main_prauc_1492">
            <a:extLst>
              <a:ext uri="{FF2B5EF4-FFF2-40B4-BE49-F238E27FC236}">
                <a16:creationId xmlns:a16="http://schemas.microsoft.com/office/drawing/2014/main" id="{D4E3F1BE-726E-4F42-98FA-765DB4F88536}"/>
              </a:ext>
            </a:extLst>
          </p:cNvPr>
          <p:cNvSpPr>
            <a:spLocks noGrp="1"/>
          </p:cNvSpPr>
          <p:nvPr/>
        </p:nvSpPr>
        <p:spPr>
          <a:xfrm>
            <a:off x="65521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F1_main_prauc_1493">
            <a:extLst>
              <a:ext uri="{FF2B5EF4-FFF2-40B4-BE49-F238E27FC236}">
                <a16:creationId xmlns:a16="http://schemas.microsoft.com/office/drawing/2014/main" id="{1F35D641-99C9-4684-B18C-4E59B64558CD}"/>
              </a:ext>
            </a:extLst>
          </p:cNvPr>
          <p:cNvSpPr>
            <a:spLocks noGrp="1"/>
          </p:cNvSpPr>
          <p:nvPr/>
        </p:nvSpPr>
        <p:spPr>
          <a:xfrm>
            <a:off x="6583666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F1_main_prauc_1494">
            <a:extLst>
              <a:ext uri="{FF2B5EF4-FFF2-40B4-BE49-F238E27FC236}">
                <a16:creationId xmlns:a16="http://schemas.microsoft.com/office/drawing/2014/main" id="{0C2884CF-55D7-43A7-AB03-850C759EAF63}"/>
              </a:ext>
            </a:extLst>
          </p:cNvPr>
          <p:cNvSpPr>
            <a:spLocks noGrp="1"/>
          </p:cNvSpPr>
          <p:nvPr/>
        </p:nvSpPr>
        <p:spPr>
          <a:xfrm>
            <a:off x="6657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F1_main_prauc_1495">
            <a:extLst>
              <a:ext uri="{FF2B5EF4-FFF2-40B4-BE49-F238E27FC236}">
                <a16:creationId xmlns:a16="http://schemas.microsoft.com/office/drawing/2014/main" id="{D3563167-CFEC-4DB4-A3D7-DEDDD29B9A77}"/>
              </a:ext>
            </a:extLst>
          </p:cNvPr>
          <p:cNvSpPr>
            <a:spLocks noGrp="1"/>
          </p:cNvSpPr>
          <p:nvPr/>
        </p:nvSpPr>
        <p:spPr>
          <a:xfrm>
            <a:off x="654831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F1_main_prauc_1496">
            <a:extLst>
              <a:ext uri="{FF2B5EF4-FFF2-40B4-BE49-F238E27FC236}">
                <a16:creationId xmlns:a16="http://schemas.microsoft.com/office/drawing/2014/main" id="{3DC095E9-B249-4771-B9F7-19380F377E2B}"/>
              </a:ext>
            </a:extLst>
          </p:cNvPr>
          <p:cNvSpPr>
            <a:spLocks noGrp="1"/>
          </p:cNvSpPr>
          <p:nvPr/>
        </p:nvSpPr>
        <p:spPr>
          <a:xfrm>
            <a:off x="6681646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F1_main_prauc_1497">
            <a:extLst>
              <a:ext uri="{FF2B5EF4-FFF2-40B4-BE49-F238E27FC236}">
                <a16:creationId xmlns:a16="http://schemas.microsoft.com/office/drawing/2014/main" id="{3F8CA47C-D21A-4481-9A44-CDCB39BAD0DF}"/>
              </a:ext>
            </a:extLst>
          </p:cNvPr>
          <p:cNvSpPr>
            <a:spLocks noGrp="1"/>
          </p:cNvSpPr>
          <p:nvPr/>
        </p:nvSpPr>
        <p:spPr>
          <a:xfrm>
            <a:off x="65660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F1_main_prauc_1498">
            <a:extLst>
              <a:ext uri="{FF2B5EF4-FFF2-40B4-BE49-F238E27FC236}">
                <a16:creationId xmlns:a16="http://schemas.microsoft.com/office/drawing/2014/main" id="{3243F146-7444-479D-80BE-B86C86AB01A4}"/>
              </a:ext>
            </a:extLst>
          </p:cNvPr>
          <p:cNvSpPr>
            <a:spLocks noGrp="1"/>
          </p:cNvSpPr>
          <p:nvPr/>
        </p:nvSpPr>
        <p:spPr>
          <a:xfrm>
            <a:off x="669863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F1_main_prauc_1499">
            <a:extLst>
              <a:ext uri="{FF2B5EF4-FFF2-40B4-BE49-F238E27FC236}">
                <a16:creationId xmlns:a16="http://schemas.microsoft.com/office/drawing/2014/main" id="{BB9B0AF8-DD8E-41A0-919B-7395D4B23A61}"/>
              </a:ext>
            </a:extLst>
          </p:cNvPr>
          <p:cNvSpPr>
            <a:spLocks noGrp="1"/>
          </p:cNvSpPr>
          <p:nvPr/>
        </p:nvSpPr>
        <p:spPr>
          <a:xfrm>
            <a:off x="65287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F1_main_prauc_1500">
            <a:extLst>
              <a:ext uri="{FF2B5EF4-FFF2-40B4-BE49-F238E27FC236}">
                <a16:creationId xmlns:a16="http://schemas.microsoft.com/office/drawing/2014/main" id="{8B1697E7-9032-4DBB-A3C2-A822DC37A43A}"/>
              </a:ext>
            </a:extLst>
          </p:cNvPr>
          <p:cNvSpPr>
            <a:spLocks noGrp="1"/>
          </p:cNvSpPr>
          <p:nvPr/>
        </p:nvSpPr>
        <p:spPr>
          <a:xfrm>
            <a:off x="6588968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F1_main_prauc_1501">
            <a:extLst>
              <a:ext uri="{FF2B5EF4-FFF2-40B4-BE49-F238E27FC236}">
                <a16:creationId xmlns:a16="http://schemas.microsoft.com/office/drawing/2014/main" id="{8C896D24-87FF-458E-B965-928DD596F5C6}"/>
              </a:ext>
            </a:extLst>
          </p:cNvPr>
          <p:cNvSpPr>
            <a:spLocks noGrp="1"/>
          </p:cNvSpPr>
          <p:nvPr/>
        </p:nvSpPr>
        <p:spPr>
          <a:xfrm>
            <a:off x="663104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F1_main_prauc_1502">
            <a:extLst>
              <a:ext uri="{FF2B5EF4-FFF2-40B4-BE49-F238E27FC236}">
                <a16:creationId xmlns:a16="http://schemas.microsoft.com/office/drawing/2014/main" id="{E94690D3-1CD7-4BD0-AC4D-B772A4CB97D6}"/>
              </a:ext>
            </a:extLst>
          </p:cNvPr>
          <p:cNvSpPr>
            <a:spLocks noGrp="1"/>
          </p:cNvSpPr>
          <p:nvPr/>
        </p:nvSpPr>
        <p:spPr>
          <a:xfrm>
            <a:off x="6640466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F1_main_prauc_1503">
            <a:extLst>
              <a:ext uri="{FF2B5EF4-FFF2-40B4-BE49-F238E27FC236}">
                <a16:creationId xmlns:a16="http://schemas.microsoft.com/office/drawing/2014/main" id="{555C3C70-715E-4D90-A00B-50054284ABA8}"/>
              </a:ext>
            </a:extLst>
          </p:cNvPr>
          <p:cNvSpPr>
            <a:spLocks noGrp="1"/>
          </p:cNvSpPr>
          <p:nvPr/>
        </p:nvSpPr>
        <p:spPr>
          <a:xfrm>
            <a:off x="6492914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F1_main_prauc_1504">
            <a:extLst>
              <a:ext uri="{FF2B5EF4-FFF2-40B4-BE49-F238E27FC236}">
                <a16:creationId xmlns:a16="http://schemas.microsoft.com/office/drawing/2014/main" id="{DFCF241F-1B55-4934-8833-8A88EF4248FA}"/>
              </a:ext>
            </a:extLst>
          </p:cNvPr>
          <p:cNvSpPr>
            <a:spLocks noGrp="1"/>
          </p:cNvSpPr>
          <p:nvPr/>
        </p:nvSpPr>
        <p:spPr>
          <a:xfrm>
            <a:off x="6594152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F1_main_prauc_1505">
            <a:extLst>
              <a:ext uri="{FF2B5EF4-FFF2-40B4-BE49-F238E27FC236}">
                <a16:creationId xmlns:a16="http://schemas.microsoft.com/office/drawing/2014/main" id="{49EF3D94-060F-4222-B3D0-EDE96B785079}"/>
              </a:ext>
            </a:extLst>
          </p:cNvPr>
          <p:cNvSpPr>
            <a:spLocks noGrp="1"/>
          </p:cNvSpPr>
          <p:nvPr/>
        </p:nvSpPr>
        <p:spPr>
          <a:xfrm>
            <a:off x="665915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F1_main_prauc_1506">
            <a:extLst>
              <a:ext uri="{FF2B5EF4-FFF2-40B4-BE49-F238E27FC236}">
                <a16:creationId xmlns:a16="http://schemas.microsoft.com/office/drawing/2014/main" id="{CA4D3859-A93F-4E07-A4D4-91CFF54C8851}"/>
              </a:ext>
            </a:extLst>
          </p:cNvPr>
          <p:cNvSpPr>
            <a:spLocks noGrp="1"/>
          </p:cNvSpPr>
          <p:nvPr/>
        </p:nvSpPr>
        <p:spPr>
          <a:xfrm>
            <a:off x="66342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F1_main_prauc_1507">
            <a:extLst>
              <a:ext uri="{FF2B5EF4-FFF2-40B4-BE49-F238E27FC236}">
                <a16:creationId xmlns:a16="http://schemas.microsoft.com/office/drawing/2014/main" id="{BCC3CB33-85EC-42DB-8948-F0AD8D8A8DCA}"/>
              </a:ext>
            </a:extLst>
          </p:cNvPr>
          <p:cNvSpPr>
            <a:spLocks noGrp="1"/>
          </p:cNvSpPr>
          <p:nvPr/>
        </p:nvSpPr>
        <p:spPr>
          <a:xfrm>
            <a:off x="65886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F1_main_prauc_1508">
            <a:extLst>
              <a:ext uri="{FF2B5EF4-FFF2-40B4-BE49-F238E27FC236}">
                <a16:creationId xmlns:a16="http://schemas.microsoft.com/office/drawing/2014/main" id="{A4EF58DB-69AA-4E1C-ABCF-42CEFD0A9BB4}"/>
              </a:ext>
            </a:extLst>
          </p:cNvPr>
          <p:cNvSpPr>
            <a:spLocks noGrp="1"/>
          </p:cNvSpPr>
          <p:nvPr/>
        </p:nvSpPr>
        <p:spPr>
          <a:xfrm>
            <a:off x="668437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F1_main_prauc_1509">
            <a:extLst>
              <a:ext uri="{FF2B5EF4-FFF2-40B4-BE49-F238E27FC236}">
                <a16:creationId xmlns:a16="http://schemas.microsoft.com/office/drawing/2014/main" id="{A28A999F-7797-42C4-A08D-A848A6961C8A}"/>
              </a:ext>
            </a:extLst>
          </p:cNvPr>
          <p:cNvSpPr>
            <a:spLocks noGrp="1"/>
          </p:cNvSpPr>
          <p:nvPr/>
        </p:nvSpPr>
        <p:spPr>
          <a:xfrm>
            <a:off x="67067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F1_main_prauc_1510">
            <a:extLst>
              <a:ext uri="{FF2B5EF4-FFF2-40B4-BE49-F238E27FC236}">
                <a16:creationId xmlns:a16="http://schemas.microsoft.com/office/drawing/2014/main" id="{C0457625-8ED2-4AA9-825C-8F2F6D933C49}"/>
              </a:ext>
            </a:extLst>
          </p:cNvPr>
          <p:cNvSpPr>
            <a:spLocks noGrp="1"/>
          </p:cNvSpPr>
          <p:nvPr/>
        </p:nvSpPr>
        <p:spPr>
          <a:xfrm>
            <a:off x="657667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F1_main_prauc_1511">
            <a:extLst>
              <a:ext uri="{FF2B5EF4-FFF2-40B4-BE49-F238E27FC236}">
                <a16:creationId xmlns:a16="http://schemas.microsoft.com/office/drawing/2014/main" id="{7C609D9C-6F31-4A6E-980C-06952B92360A}"/>
              </a:ext>
            </a:extLst>
          </p:cNvPr>
          <p:cNvSpPr>
            <a:spLocks noGrp="1"/>
          </p:cNvSpPr>
          <p:nvPr/>
        </p:nvSpPr>
        <p:spPr>
          <a:xfrm>
            <a:off x="6501164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F1_main_prauc_1512">
            <a:extLst>
              <a:ext uri="{FF2B5EF4-FFF2-40B4-BE49-F238E27FC236}">
                <a16:creationId xmlns:a16="http://schemas.microsoft.com/office/drawing/2014/main" id="{923C5D35-C611-49A2-92DA-436CA2FA910C}"/>
              </a:ext>
            </a:extLst>
          </p:cNvPr>
          <p:cNvSpPr>
            <a:spLocks noGrp="1"/>
          </p:cNvSpPr>
          <p:nvPr/>
        </p:nvSpPr>
        <p:spPr>
          <a:xfrm>
            <a:off x="6645042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F1_main_prauc_1513">
            <a:extLst>
              <a:ext uri="{FF2B5EF4-FFF2-40B4-BE49-F238E27FC236}">
                <a16:creationId xmlns:a16="http://schemas.microsoft.com/office/drawing/2014/main" id="{660E0D28-A4F6-45B1-B027-3BE2705B9693}"/>
              </a:ext>
            </a:extLst>
          </p:cNvPr>
          <p:cNvSpPr>
            <a:spLocks noGrp="1"/>
          </p:cNvSpPr>
          <p:nvPr/>
        </p:nvSpPr>
        <p:spPr>
          <a:xfrm>
            <a:off x="66584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F1_main_prauc_1514">
            <a:extLst>
              <a:ext uri="{FF2B5EF4-FFF2-40B4-BE49-F238E27FC236}">
                <a16:creationId xmlns:a16="http://schemas.microsoft.com/office/drawing/2014/main" id="{3342575B-036D-47C5-B269-6006402484D0}"/>
              </a:ext>
            </a:extLst>
          </p:cNvPr>
          <p:cNvSpPr>
            <a:spLocks noGrp="1"/>
          </p:cNvSpPr>
          <p:nvPr/>
        </p:nvSpPr>
        <p:spPr>
          <a:xfrm>
            <a:off x="6683922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F1_main_prauc_1515">
            <a:extLst>
              <a:ext uri="{FF2B5EF4-FFF2-40B4-BE49-F238E27FC236}">
                <a16:creationId xmlns:a16="http://schemas.microsoft.com/office/drawing/2014/main" id="{BD755697-42DD-42C4-BC97-93DD33A80136}"/>
              </a:ext>
            </a:extLst>
          </p:cNvPr>
          <p:cNvSpPr>
            <a:spLocks noGrp="1"/>
          </p:cNvSpPr>
          <p:nvPr/>
        </p:nvSpPr>
        <p:spPr>
          <a:xfrm>
            <a:off x="672585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F1_main_prauc_1516">
            <a:extLst>
              <a:ext uri="{FF2B5EF4-FFF2-40B4-BE49-F238E27FC236}">
                <a16:creationId xmlns:a16="http://schemas.microsoft.com/office/drawing/2014/main" id="{3BD927D6-CCBF-48E5-BBA7-6A6C989EB8E6}"/>
              </a:ext>
            </a:extLst>
          </p:cNvPr>
          <p:cNvSpPr>
            <a:spLocks noGrp="1"/>
          </p:cNvSpPr>
          <p:nvPr/>
        </p:nvSpPr>
        <p:spPr>
          <a:xfrm>
            <a:off x="670327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F1_main_prauc_1517">
            <a:extLst>
              <a:ext uri="{FF2B5EF4-FFF2-40B4-BE49-F238E27FC236}">
                <a16:creationId xmlns:a16="http://schemas.microsoft.com/office/drawing/2014/main" id="{18D31813-24DE-40F9-907C-3E98E5725C89}"/>
              </a:ext>
            </a:extLst>
          </p:cNvPr>
          <p:cNvSpPr>
            <a:spLocks noGrp="1"/>
          </p:cNvSpPr>
          <p:nvPr/>
        </p:nvSpPr>
        <p:spPr>
          <a:xfrm>
            <a:off x="672080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F1_main_prauc_1518">
            <a:extLst>
              <a:ext uri="{FF2B5EF4-FFF2-40B4-BE49-F238E27FC236}">
                <a16:creationId xmlns:a16="http://schemas.microsoft.com/office/drawing/2014/main" id="{2C40FF44-A9E7-436D-99AA-F18404A38E68}"/>
              </a:ext>
            </a:extLst>
          </p:cNvPr>
          <p:cNvSpPr>
            <a:spLocks noGrp="1"/>
          </p:cNvSpPr>
          <p:nvPr/>
        </p:nvSpPr>
        <p:spPr>
          <a:xfrm>
            <a:off x="656153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F1_main_prauc_1519">
            <a:extLst>
              <a:ext uri="{FF2B5EF4-FFF2-40B4-BE49-F238E27FC236}">
                <a16:creationId xmlns:a16="http://schemas.microsoft.com/office/drawing/2014/main" id="{B387EA83-57CD-4EB5-BD12-B630348AE651}"/>
              </a:ext>
            </a:extLst>
          </p:cNvPr>
          <p:cNvSpPr>
            <a:spLocks noGrp="1"/>
          </p:cNvSpPr>
          <p:nvPr/>
        </p:nvSpPr>
        <p:spPr>
          <a:xfrm>
            <a:off x="662507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F1_main_prauc_1520">
            <a:extLst>
              <a:ext uri="{FF2B5EF4-FFF2-40B4-BE49-F238E27FC236}">
                <a16:creationId xmlns:a16="http://schemas.microsoft.com/office/drawing/2014/main" id="{90BFF722-E5DA-42CB-A976-C3B919F30859}"/>
              </a:ext>
            </a:extLst>
          </p:cNvPr>
          <p:cNvSpPr>
            <a:spLocks noGrp="1"/>
          </p:cNvSpPr>
          <p:nvPr/>
        </p:nvSpPr>
        <p:spPr>
          <a:xfrm>
            <a:off x="6729926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F1_main_prauc_1521">
            <a:extLst>
              <a:ext uri="{FF2B5EF4-FFF2-40B4-BE49-F238E27FC236}">
                <a16:creationId xmlns:a16="http://schemas.microsoft.com/office/drawing/2014/main" id="{F209BE17-6E94-4260-BF55-2EC0A466D8EA}"/>
              </a:ext>
            </a:extLst>
          </p:cNvPr>
          <p:cNvSpPr>
            <a:spLocks noGrp="1"/>
          </p:cNvSpPr>
          <p:nvPr/>
        </p:nvSpPr>
        <p:spPr>
          <a:xfrm>
            <a:off x="66794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F1_main_prauc_1522">
            <a:extLst>
              <a:ext uri="{FF2B5EF4-FFF2-40B4-BE49-F238E27FC236}">
                <a16:creationId xmlns:a16="http://schemas.microsoft.com/office/drawing/2014/main" id="{944F88C5-F2AE-438E-80F3-CD0747CEFA10}"/>
              </a:ext>
            </a:extLst>
          </p:cNvPr>
          <p:cNvSpPr>
            <a:spLocks noGrp="1"/>
          </p:cNvSpPr>
          <p:nvPr/>
        </p:nvSpPr>
        <p:spPr>
          <a:xfrm>
            <a:off x="6667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F1_main_prauc_1523">
            <a:extLst>
              <a:ext uri="{FF2B5EF4-FFF2-40B4-BE49-F238E27FC236}">
                <a16:creationId xmlns:a16="http://schemas.microsoft.com/office/drawing/2014/main" id="{FC575864-CA27-41D4-957D-C5DADC026D75}"/>
              </a:ext>
            </a:extLst>
          </p:cNvPr>
          <p:cNvSpPr>
            <a:spLocks noGrp="1"/>
          </p:cNvSpPr>
          <p:nvPr/>
        </p:nvSpPr>
        <p:spPr>
          <a:xfrm>
            <a:off x="6724553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F1_main_prauc_1524">
            <a:extLst>
              <a:ext uri="{FF2B5EF4-FFF2-40B4-BE49-F238E27FC236}">
                <a16:creationId xmlns:a16="http://schemas.microsoft.com/office/drawing/2014/main" id="{4258526D-954E-4BEE-96E5-940D4F2F117E}"/>
              </a:ext>
            </a:extLst>
          </p:cNvPr>
          <p:cNvSpPr>
            <a:spLocks noGrp="1"/>
          </p:cNvSpPr>
          <p:nvPr/>
        </p:nvSpPr>
        <p:spPr>
          <a:xfrm>
            <a:off x="65540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F1_main_prauc_1525">
            <a:extLst>
              <a:ext uri="{FF2B5EF4-FFF2-40B4-BE49-F238E27FC236}">
                <a16:creationId xmlns:a16="http://schemas.microsoft.com/office/drawing/2014/main" id="{61FB959B-C099-421F-A8F6-ABF679CBCD68}"/>
              </a:ext>
            </a:extLst>
          </p:cNvPr>
          <p:cNvSpPr>
            <a:spLocks noGrp="1"/>
          </p:cNvSpPr>
          <p:nvPr/>
        </p:nvSpPr>
        <p:spPr>
          <a:xfrm>
            <a:off x="664213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F1_main_prauc_1526">
            <a:extLst>
              <a:ext uri="{FF2B5EF4-FFF2-40B4-BE49-F238E27FC236}">
                <a16:creationId xmlns:a16="http://schemas.microsoft.com/office/drawing/2014/main" id="{3DAABAAD-81E7-4C7C-BD01-B5AA4CC14D35}"/>
              </a:ext>
            </a:extLst>
          </p:cNvPr>
          <p:cNvSpPr>
            <a:spLocks noGrp="1"/>
          </p:cNvSpPr>
          <p:nvPr/>
        </p:nvSpPr>
        <p:spPr>
          <a:xfrm>
            <a:off x="674270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F1_main_prauc_1527">
            <a:extLst>
              <a:ext uri="{FF2B5EF4-FFF2-40B4-BE49-F238E27FC236}">
                <a16:creationId xmlns:a16="http://schemas.microsoft.com/office/drawing/2014/main" id="{3C869A5A-4991-425E-8800-8320B86AFF0C}"/>
              </a:ext>
            </a:extLst>
          </p:cNvPr>
          <p:cNvSpPr>
            <a:spLocks noGrp="1"/>
          </p:cNvSpPr>
          <p:nvPr/>
        </p:nvSpPr>
        <p:spPr>
          <a:xfrm>
            <a:off x="65416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F1_main_prauc_1528">
            <a:extLst>
              <a:ext uri="{FF2B5EF4-FFF2-40B4-BE49-F238E27FC236}">
                <a16:creationId xmlns:a16="http://schemas.microsoft.com/office/drawing/2014/main" id="{86F06E5D-C857-4A85-9196-280E3B91A145}"/>
              </a:ext>
            </a:extLst>
          </p:cNvPr>
          <p:cNvSpPr>
            <a:spLocks noGrp="1"/>
          </p:cNvSpPr>
          <p:nvPr/>
        </p:nvSpPr>
        <p:spPr>
          <a:xfrm>
            <a:off x="6659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F1_main_prauc_1529">
            <a:extLst>
              <a:ext uri="{FF2B5EF4-FFF2-40B4-BE49-F238E27FC236}">
                <a16:creationId xmlns:a16="http://schemas.microsoft.com/office/drawing/2014/main" id="{DA9A5541-771A-484B-BACC-061B4C3C520A}"/>
              </a:ext>
            </a:extLst>
          </p:cNvPr>
          <p:cNvSpPr>
            <a:spLocks noGrp="1"/>
          </p:cNvSpPr>
          <p:nvPr/>
        </p:nvSpPr>
        <p:spPr>
          <a:xfrm>
            <a:off x="67284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F1_main_prauc_1530">
            <a:extLst>
              <a:ext uri="{FF2B5EF4-FFF2-40B4-BE49-F238E27FC236}">
                <a16:creationId xmlns:a16="http://schemas.microsoft.com/office/drawing/2014/main" id="{20FBBBA6-348A-4794-BFE7-FB942DDDA66C}"/>
              </a:ext>
            </a:extLst>
          </p:cNvPr>
          <p:cNvSpPr>
            <a:spLocks noGrp="1"/>
          </p:cNvSpPr>
          <p:nvPr/>
        </p:nvSpPr>
        <p:spPr>
          <a:xfrm>
            <a:off x="67091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F1_main_prauc_1531">
            <a:extLst>
              <a:ext uri="{FF2B5EF4-FFF2-40B4-BE49-F238E27FC236}">
                <a16:creationId xmlns:a16="http://schemas.microsoft.com/office/drawing/2014/main" id="{70329F4E-BDE4-4CD2-BBCA-EE6D32D558D0}"/>
              </a:ext>
            </a:extLst>
          </p:cNvPr>
          <p:cNvSpPr>
            <a:spLocks noGrp="1"/>
          </p:cNvSpPr>
          <p:nvPr/>
        </p:nvSpPr>
        <p:spPr>
          <a:xfrm>
            <a:off x="6658839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F1_main_prauc_1532">
            <a:extLst>
              <a:ext uri="{FF2B5EF4-FFF2-40B4-BE49-F238E27FC236}">
                <a16:creationId xmlns:a16="http://schemas.microsoft.com/office/drawing/2014/main" id="{624C239A-5168-4387-9B01-DF94D956FDC0}"/>
              </a:ext>
            </a:extLst>
          </p:cNvPr>
          <p:cNvSpPr>
            <a:spLocks noGrp="1"/>
          </p:cNvSpPr>
          <p:nvPr/>
        </p:nvSpPr>
        <p:spPr>
          <a:xfrm>
            <a:off x="6560517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F1_main_prauc_1533">
            <a:extLst>
              <a:ext uri="{FF2B5EF4-FFF2-40B4-BE49-F238E27FC236}">
                <a16:creationId xmlns:a16="http://schemas.microsoft.com/office/drawing/2014/main" id="{7D8A78F3-0F75-41C0-BF18-AB0B65051571}"/>
              </a:ext>
            </a:extLst>
          </p:cNvPr>
          <p:cNvSpPr>
            <a:spLocks noGrp="1"/>
          </p:cNvSpPr>
          <p:nvPr/>
        </p:nvSpPr>
        <p:spPr>
          <a:xfrm>
            <a:off x="64904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F1_main_prauc_1534">
            <a:extLst>
              <a:ext uri="{FF2B5EF4-FFF2-40B4-BE49-F238E27FC236}">
                <a16:creationId xmlns:a16="http://schemas.microsoft.com/office/drawing/2014/main" id="{2A2E2619-EDC7-4D64-8324-BE9DF34752AC}"/>
              </a:ext>
            </a:extLst>
          </p:cNvPr>
          <p:cNvSpPr>
            <a:spLocks noGrp="1"/>
          </p:cNvSpPr>
          <p:nvPr/>
        </p:nvSpPr>
        <p:spPr>
          <a:xfrm>
            <a:off x="65290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F1_main_prauc_1535">
            <a:extLst>
              <a:ext uri="{FF2B5EF4-FFF2-40B4-BE49-F238E27FC236}">
                <a16:creationId xmlns:a16="http://schemas.microsoft.com/office/drawing/2014/main" id="{2597D3D7-FACD-4A2D-A146-9C1D61D7127D}"/>
              </a:ext>
            </a:extLst>
          </p:cNvPr>
          <p:cNvSpPr>
            <a:spLocks noGrp="1"/>
          </p:cNvSpPr>
          <p:nvPr/>
        </p:nvSpPr>
        <p:spPr>
          <a:xfrm>
            <a:off x="6515033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F1_main_prauc_1536">
            <a:extLst>
              <a:ext uri="{FF2B5EF4-FFF2-40B4-BE49-F238E27FC236}">
                <a16:creationId xmlns:a16="http://schemas.microsoft.com/office/drawing/2014/main" id="{2741876B-2926-4ADB-B8CD-18B08304831A}"/>
              </a:ext>
            </a:extLst>
          </p:cNvPr>
          <p:cNvSpPr>
            <a:spLocks noGrp="1"/>
          </p:cNvSpPr>
          <p:nvPr/>
        </p:nvSpPr>
        <p:spPr>
          <a:xfrm>
            <a:off x="660045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F1_main_prauc_1537">
            <a:extLst>
              <a:ext uri="{FF2B5EF4-FFF2-40B4-BE49-F238E27FC236}">
                <a16:creationId xmlns:a16="http://schemas.microsoft.com/office/drawing/2014/main" id="{4DC3E8E2-59B9-44FD-A9E7-24112541C633}"/>
              </a:ext>
            </a:extLst>
          </p:cNvPr>
          <p:cNvSpPr>
            <a:spLocks noGrp="1"/>
          </p:cNvSpPr>
          <p:nvPr/>
        </p:nvSpPr>
        <p:spPr>
          <a:xfrm>
            <a:off x="67059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F1_main_prauc_1538">
            <a:extLst>
              <a:ext uri="{FF2B5EF4-FFF2-40B4-BE49-F238E27FC236}">
                <a16:creationId xmlns:a16="http://schemas.microsoft.com/office/drawing/2014/main" id="{2DEDD71B-80CF-4C7D-AD26-0C6FFC7136B5}"/>
              </a:ext>
            </a:extLst>
          </p:cNvPr>
          <p:cNvSpPr>
            <a:spLocks noGrp="1"/>
          </p:cNvSpPr>
          <p:nvPr/>
        </p:nvSpPr>
        <p:spPr>
          <a:xfrm>
            <a:off x="6581230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F1_main_prauc_1539">
            <a:extLst>
              <a:ext uri="{FF2B5EF4-FFF2-40B4-BE49-F238E27FC236}">
                <a16:creationId xmlns:a16="http://schemas.microsoft.com/office/drawing/2014/main" id="{2B9D8112-7685-4F36-9C73-6CB7008264D7}"/>
              </a:ext>
            </a:extLst>
          </p:cNvPr>
          <p:cNvSpPr>
            <a:spLocks noGrp="1"/>
          </p:cNvSpPr>
          <p:nvPr/>
        </p:nvSpPr>
        <p:spPr>
          <a:xfrm>
            <a:off x="66047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F1_main_prauc_1540">
            <a:extLst>
              <a:ext uri="{FF2B5EF4-FFF2-40B4-BE49-F238E27FC236}">
                <a16:creationId xmlns:a16="http://schemas.microsoft.com/office/drawing/2014/main" id="{04DB267D-A275-4580-A8AF-394DA9CFB4D0}"/>
              </a:ext>
            </a:extLst>
          </p:cNvPr>
          <p:cNvSpPr>
            <a:spLocks noGrp="1"/>
          </p:cNvSpPr>
          <p:nvPr/>
        </p:nvSpPr>
        <p:spPr>
          <a:xfrm>
            <a:off x="662454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F1_main_prauc_1541">
            <a:extLst>
              <a:ext uri="{FF2B5EF4-FFF2-40B4-BE49-F238E27FC236}">
                <a16:creationId xmlns:a16="http://schemas.microsoft.com/office/drawing/2014/main" id="{D92F50C7-7E1A-4BAA-824E-CCC1477DA044}"/>
              </a:ext>
            </a:extLst>
          </p:cNvPr>
          <p:cNvSpPr>
            <a:spLocks noGrp="1"/>
          </p:cNvSpPr>
          <p:nvPr/>
        </p:nvSpPr>
        <p:spPr>
          <a:xfrm>
            <a:off x="656011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F1_main_prauc_1542">
            <a:extLst>
              <a:ext uri="{FF2B5EF4-FFF2-40B4-BE49-F238E27FC236}">
                <a16:creationId xmlns:a16="http://schemas.microsoft.com/office/drawing/2014/main" id="{BE07352F-D6E9-40D7-82D6-2026834141E8}"/>
              </a:ext>
            </a:extLst>
          </p:cNvPr>
          <p:cNvSpPr>
            <a:spLocks noGrp="1"/>
          </p:cNvSpPr>
          <p:nvPr/>
        </p:nvSpPr>
        <p:spPr>
          <a:xfrm>
            <a:off x="65393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F1_main_prauc_1543">
            <a:extLst>
              <a:ext uri="{FF2B5EF4-FFF2-40B4-BE49-F238E27FC236}">
                <a16:creationId xmlns:a16="http://schemas.microsoft.com/office/drawing/2014/main" id="{38B55BBC-E592-433C-84AC-70A6D81FD3BB}"/>
              </a:ext>
            </a:extLst>
          </p:cNvPr>
          <p:cNvSpPr>
            <a:spLocks noGrp="1"/>
          </p:cNvSpPr>
          <p:nvPr/>
        </p:nvSpPr>
        <p:spPr>
          <a:xfrm>
            <a:off x="653205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F1_main_prauc_1544">
            <a:extLst>
              <a:ext uri="{FF2B5EF4-FFF2-40B4-BE49-F238E27FC236}">
                <a16:creationId xmlns:a16="http://schemas.microsoft.com/office/drawing/2014/main" id="{DB3E63C9-0C3F-4C7A-87E8-F2DE800E58C7}"/>
              </a:ext>
            </a:extLst>
          </p:cNvPr>
          <p:cNvSpPr>
            <a:spLocks noGrp="1"/>
          </p:cNvSpPr>
          <p:nvPr/>
        </p:nvSpPr>
        <p:spPr>
          <a:xfrm>
            <a:off x="6556198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F1_main_prauc_1545">
            <a:extLst>
              <a:ext uri="{FF2B5EF4-FFF2-40B4-BE49-F238E27FC236}">
                <a16:creationId xmlns:a16="http://schemas.microsoft.com/office/drawing/2014/main" id="{C78F0EDC-0C3E-40FF-9E23-31D0DF61E007}"/>
              </a:ext>
            </a:extLst>
          </p:cNvPr>
          <p:cNvSpPr>
            <a:spLocks noGrp="1"/>
          </p:cNvSpPr>
          <p:nvPr/>
        </p:nvSpPr>
        <p:spPr>
          <a:xfrm>
            <a:off x="6682185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F1_main_prauc_1546">
            <a:extLst>
              <a:ext uri="{FF2B5EF4-FFF2-40B4-BE49-F238E27FC236}">
                <a16:creationId xmlns:a16="http://schemas.microsoft.com/office/drawing/2014/main" id="{C052443B-AE8B-4B57-B228-BCEF517F1CD8}"/>
              </a:ext>
            </a:extLst>
          </p:cNvPr>
          <p:cNvSpPr>
            <a:spLocks noGrp="1"/>
          </p:cNvSpPr>
          <p:nvPr/>
        </p:nvSpPr>
        <p:spPr>
          <a:xfrm>
            <a:off x="6663069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F1_main_prauc_1547">
            <a:extLst>
              <a:ext uri="{FF2B5EF4-FFF2-40B4-BE49-F238E27FC236}">
                <a16:creationId xmlns:a16="http://schemas.microsoft.com/office/drawing/2014/main" id="{692D1F8B-6C2F-448A-9D22-D24BC84F7169}"/>
              </a:ext>
            </a:extLst>
          </p:cNvPr>
          <p:cNvSpPr>
            <a:spLocks noGrp="1"/>
          </p:cNvSpPr>
          <p:nvPr/>
        </p:nvSpPr>
        <p:spPr>
          <a:xfrm>
            <a:off x="649372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F1_main_prauc_1548">
            <a:extLst>
              <a:ext uri="{FF2B5EF4-FFF2-40B4-BE49-F238E27FC236}">
                <a16:creationId xmlns:a16="http://schemas.microsoft.com/office/drawing/2014/main" id="{6DE9A202-62F7-4304-84C3-5C5F239CECF6}"/>
              </a:ext>
            </a:extLst>
          </p:cNvPr>
          <p:cNvSpPr>
            <a:spLocks noGrp="1"/>
          </p:cNvSpPr>
          <p:nvPr/>
        </p:nvSpPr>
        <p:spPr>
          <a:xfrm>
            <a:off x="6564122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F1_main_prauc_1549">
            <a:extLst>
              <a:ext uri="{FF2B5EF4-FFF2-40B4-BE49-F238E27FC236}">
                <a16:creationId xmlns:a16="http://schemas.microsoft.com/office/drawing/2014/main" id="{261D07EE-0760-4CCD-8448-091959811395}"/>
              </a:ext>
            </a:extLst>
          </p:cNvPr>
          <p:cNvSpPr>
            <a:spLocks noGrp="1"/>
          </p:cNvSpPr>
          <p:nvPr/>
        </p:nvSpPr>
        <p:spPr>
          <a:xfrm>
            <a:off x="65734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F1_main_prauc_1550">
            <a:extLst>
              <a:ext uri="{FF2B5EF4-FFF2-40B4-BE49-F238E27FC236}">
                <a16:creationId xmlns:a16="http://schemas.microsoft.com/office/drawing/2014/main" id="{A043FF7F-E4FF-4427-B17C-C6E42CEF90B5}"/>
              </a:ext>
            </a:extLst>
          </p:cNvPr>
          <p:cNvSpPr>
            <a:spLocks noGrp="1"/>
          </p:cNvSpPr>
          <p:nvPr/>
        </p:nvSpPr>
        <p:spPr>
          <a:xfrm>
            <a:off x="6722778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F1_main_prauc_1551">
            <a:extLst>
              <a:ext uri="{FF2B5EF4-FFF2-40B4-BE49-F238E27FC236}">
                <a16:creationId xmlns:a16="http://schemas.microsoft.com/office/drawing/2014/main" id="{35A125EA-306E-48E5-8740-118ACCA682C8}"/>
              </a:ext>
            </a:extLst>
          </p:cNvPr>
          <p:cNvSpPr>
            <a:spLocks noGrp="1"/>
          </p:cNvSpPr>
          <p:nvPr/>
        </p:nvSpPr>
        <p:spPr>
          <a:xfrm>
            <a:off x="655359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F1_main_prauc_1552">
            <a:extLst>
              <a:ext uri="{FF2B5EF4-FFF2-40B4-BE49-F238E27FC236}">
                <a16:creationId xmlns:a16="http://schemas.microsoft.com/office/drawing/2014/main" id="{17524605-099E-41BF-A534-CF40F3AA4F7A}"/>
              </a:ext>
            </a:extLst>
          </p:cNvPr>
          <p:cNvSpPr>
            <a:spLocks noGrp="1"/>
          </p:cNvSpPr>
          <p:nvPr/>
        </p:nvSpPr>
        <p:spPr>
          <a:xfrm>
            <a:off x="670118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F1_main_prauc_1553">
            <a:extLst>
              <a:ext uri="{FF2B5EF4-FFF2-40B4-BE49-F238E27FC236}">
                <a16:creationId xmlns:a16="http://schemas.microsoft.com/office/drawing/2014/main" id="{0CC267E8-DC8D-4CF4-9363-A19878B7C071}"/>
              </a:ext>
            </a:extLst>
          </p:cNvPr>
          <p:cNvSpPr>
            <a:spLocks noGrp="1"/>
          </p:cNvSpPr>
          <p:nvPr/>
        </p:nvSpPr>
        <p:spPr>
          <a:xfrm>
            <a:off x="65742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F1_main_prauc_1554">
            <a:extLst>
              <a:ext uri="{FF2B5EF4-FFF2-40B4-BE49-F238E27FC236}">
                <a16:creationId xmlns:a16="http://schemas.microsoft.com/office/drawing/2014/main" id="{93EA1571-CBAB-4227-AA55-B0E650B4555E}"/>
              </a:ext>
            </a:extLst>
          </p:cNvPr>
          <p:cNvSpPr>
            <a:spLocks noGrp="1"/>
          </p:cNvSpPr>
          <p:nvPr/>
        </p:nvSpPr>
        <p:spPr>
          <a:xfrm>
            <a:off x="65229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F1_main_prauc_1555">
            <a:extLst>
              <a:ext uri="{FF2B5EF4-FFF2-40B4-BE49-F238E27FC236}">
                <a16:creationId xmlns:a16="http://schemas.microsoft.com/office/drawing/2014/main" id="{D4E9FED0-19E2-42C8-980B-A0924290E6F3}"/>
              </a:ext>
            </a:extLst>
          </p:cNvPr>
          <p:cNvSpPr>
            <a:spLocks noGrp="1"/>
          </p:cNvSpPr>
          <p:nvPr/>
        </p:nvSpPr>
        <p:spPr>
          <a:xfrm>
            <a:off x="659869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F1_main_prauc_1556">
            <a:extLst>
              <a:ext uri="{FF2B5EF4-FFF2-40B4-BE49-F238E27FC236}">
                <a16:creationId xmlns:a16="http://schemas.microsoft.com/office/drawing/2014/main" id="{CD98F379-633D-415B-88E8-C84E624BC292}"/>
              </a:ext>
            </a:extLst>
          </p:cNvPr>
          <p:cNvSpPr>
            <a:spLocks noGrp="1"/>
          </p:cNvSpPr>
          <p:nvPr/>
        </p:nvSpPr>
        <p:spPr>
          <a:xfrm>
            <a:off x="669445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F1_main_prauc_1557">
            <a:extLst>
              <a:ext uri="{FF2B5EF4-FFF2-40B4-BE49-F238E27FC236}">
                <a16:creationId xmlns:a16="http://schemas.microsoft.com/office/drawing/2014/main" id="{2519E1EA-5085-46D6-9F32-ACF17FA9CE6B}"/>
              </a:ext>
            </a:extLst>
          </p:cNvPr>
          <p:cNvSpPr>
            <a:spLocks noGrp="1"/>
          </p:cNvSpPr>
          <p:nvPr/>
        </p:nvSpPr>
        <p:spPr>
          <a:xfrm>
            <a:off x="6635280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F1_main_prauc_1558">
            <a:extLst>
              <a:ext uri="{FF2B5EF4-FFF2-40B4-BE49-F238E27FC236}">
                <a16:creationId xmlns:a16="http://schemas.microsoft.com/office/drawing/2014/main" id="{678C5304-3B6F-445E-8E08-17D8299C949E}"/>
              </a:ext>
            </a:extLst>
          </p:cNvPr>
          <p:cNvSpPr>
            <a:spLocks noGrp="1"/>
          </p:cNvSpPr>
          <p:nvPr/>
        </p:nvSpPr>
        <p:spPr>
          <a:xfrm>
            <a:off x="6491051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F1_main_prauc_1559">
            <a:extLst>
              <a:ext uri="{FF2B5EF4-FFF2-40B4-BE49-F238E27FC236}">
                <a16:creationId xmlns:a16="http://schemas.microsoft.com/office/drawing/2014/main" id="{F0EBB050-5400-451B-A7BC-DEA40B64E486}"/>
              </a:ext>
            </a:extLst>
          </p:cNvPr>
          <p:cNvSpPr>
            <a:spLocks noGrp="1"/>
          </p:cNvSpPr>
          <p:nvPr/>
        </p:nvSpPr>
        <p:spPr>
          <a:xfrm>
            <a:off x="66318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F1_main_prauc_1560">
            <a:extLst>
              <a:ext uri="{FF2B5EF4-FFF2-40B4-BE49-F238E27FC236}">
                <a16:creationId xmlns:a16="http://schemas.microsoft.com/office/drawing/2014/main" id="{161403A7-F20E-48A9-B978-792DC9E9C817}"/>
              </a:ext>
            </a:extLst>
          </p:cNvPr>
          <p:cNvSpPr>
            <a:spLocks noGrp="1"/>
          </p:cNvSpPr>
          <p:nvPr/>
        </p:nvSpPr>
        <p:spPr>
          <a:xfrm>
            <a:off x="6597418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F1_main_prauc_1561">
            <a:extLst>
              <a:ext uri="{FF2B5EF4-FFF2-40B4-BE49-F238E27FC236}">
                <a16:creationId xmlns:a16="http://schemas.microsoft.com/office/drawing/2014/main" id="{15A059BD-DA98-4953-B24F-D6071B435514}"/>
              </a:ext>
            </a:extLst>
          </p:cNvPr>
          <p:cNvSpPr>
            <a:spLocks noGrp="1"/>
          </p:cNvSpPr>
          <p:nvPr/>
        </p:nvSpPr>
        <p:spPr>
          <a:xfrm>
            <a:off x="658534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F1_main_prauc_1562">
            <a:extLst>
              <a:ext uri="{FF2B5EF4-FFF2-40B4-BE49-F238E27FC236}">
                <a16:creationId xmlns:a16="http://schemas.microsoft.com/office/drawing/2014/main" id="{A52AD66C-E419-4991-BA44-87F1916191FA}"/>
              </a:ext>
            </a:extLst>
          </p:cNvPr>
          <p:cNvSpPr>
            <a:spLocks noGrp="1"/>
          </p:cNvSpPr>
          <p:nvPr/>
        </p:nvSpPr>
        <p:spPr>
          <a:xfrm>
            <a:off x="660779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F1_main_prauc_1563">
            <a:extLst>
              <a:ext uri="{FF2B5EF4-FFF2-40B4-BE49-F238E27FC236}">
                <a16:creationId xmlns:a16="http://schemas.microsoft.com/office/drawing/2014/main" id="{DC4A2863-98FF-4286-9133-3D5CF54BDC73}"/>
              </a:ext>
            </a:extLst>
          </p:cNvPr>
          <p:cNvSpPr>
            <a:spLocks noGrp="1"/>
          </p:cNvSpPr>
          <p:nvPr/>
        </p:nvSpPr>
        <p:spPr>
          <a:xfrm>
            <a:off x="6519906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F1_main_prauc_1564">
            <a:extLst>
              <a:ext uri="{FF2B5EF4-FFF2-40B4-BE49-F238E27FC236}">
                <a16:creationId xmlns:a16="http://schemas.microsoft.com/office/drawing/2014/main" id="{0681CA39-6EC5-408E-B60E-9331C97D8C58}"/>
              </a:ext>
            </a:extLst>
          </p:cNvPr>
          <p:cNvSpPr>
            <a:spLocks noGrp="1"/>
          </p:cNvSpPr>
          <p:nvPr/>
        </p:nvSpPr>
        <p:spPr>
          <a:xfrm>
            <a:off x="67098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F1_main_prauc_1565">
            <a:extLst>
              <a:ext uri="{FF2B5EF4-FFF2-40B4-BE49-F238E27FC236}">
                <a16:creationId xmlns:a16="http://schemas.microsoft.com/office/drawing/2014/main" id="{E729639E-1A3F-43CD-94D0-9AE4AE447366}"/>
              </a:ext>
            </a:extLst>
          </p:cNvPr>
          <p:cNvSpPr>
            <a:spLocks noGrp="1"/>
          </p:cNvSpPr>
          <p:nvPr/>
        </p:nvSpPr>
        <p:spPr>
          <a:xfrm>
            <a:off x="6636264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F1_main_prauc_1566">
            <a:extLst>
              <a:ext uri="{FF2B5EF4-FFF2-40B4-BE49-F238E27FC236}">
                <a16:creationId xmlns:a16="http://schemas.microsoft.com/office/drawing/2014/main" id="{E4313A13-2E8C-46EB-A381-ED7C3FD23D84}"/>
              </a:ext>
            </a:extLst>
          </p:cNvPr>
          <p:cNvSpPr>
            <a:spLocks noGrp="1"/>
          </p:cNvSpPr>
          <p:nvPr/>
        </p:nvSpPr>
        <p:spPr>
          <a:xfrm>
            <a:off x="6562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F1_main_prauc_1567">
            <a:extLst>
              <a:ext uri="{FF2B5EF4-FFF2-40B4-BE49-F238E27FC236}">
                <a16:creationId xmlns:a16="http://schemas.microsoft.com/office/drawing/2014/main" id="{084DC078-E182-4FD2-8202-C3ED7BA3503E}"/>
              </a:ext>
            </a:extLst>
          </p:cNvPr>
          <p:cNvSpPr>
            <a:spLocks noGrp="1"/>
          </p:cNvSpPr>
          <p:nvPr/>
        </p:nvSpPr>
        <p:spPr>
          <a:xfrm>
            <a:off x="66620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F1_main_prauc_1568">
            <a:extLst>
              <a:ext uri="{FF2B5EF4-FFF2-40B4-BE49-F238E27FC236}">
                <a16:creationId xmlns:a16="http://schemas.microsoft.com/office/drawing/2014/main" id="{962DD523-E239-4744-B3EC-DC8F23EFB292}"/>
              </a:ext>
            </a:extLst>
          </p:cNvPr>
          <p:cNvSpPr>
            <a:spLocks noGrp="1"/>
          </p:cNvSpPr>
          <p:nvPr/>
        </p:nvSpPr>
        <p:spPr>
          <a:xfrm>
            <a:off x="65386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F1_main_prauc_1569">
            <a:extLst>
              <a:ext uri="{FF2B5EF4-FFF2-40B4-BE49-F238E27FC236}">
                <a16:creationId xmlns:a16="http://schemas.microsoft.com/office/drawing/2014/main" id="{BA88CC90-AAFD-4369-BF33-E684B275076B}"/>
              </a:ext>
            </a:extLst>
          </p:cNvPr>
          <p:cNvSpPr>
            <a:spLocks noGrp="1"/>
          </p:cNvSpPr>
          <p:nvPr/>
        </p:nvSpPr>
        <p:spPr>
          <a:xfrm>
            <a:off x="664589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F1_main_prauc_1570">
            <a:extLst>
              <a:ext uri="{FF2B5EF4-FFF2-40B4-BE49-F238E27FC236}">
                <a16:creationId xmlns:a16="http://schemas.microsoft.com/office/drawing/2014/main" id="{0881864B-9079-4FEC-83F6-F5431EEF069F}"/>
              </a:ext>
            </a:extLst>
          </p:cNvPr>
          <p:cNvSpPr>
            <a:spLocks noGrp="1"/>
          </p:cNvSpPr>
          <p:nvPr/>
        </p:nvSpPr>
        <p:spPr>
          <a:xfrm>
            <a:off x="671240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F1_main_prauc_1571">
            <a:extLst>
              <a:ext uri="{FF2B5EF4-FFF2-40B4-BE49-F238E27FC236}">
                <a16:creationId xmlns:a16="http://schemas.microsoft.com/office/drawing/2014/main" id="{97D6D111-3597-49AF-8B19-7C7023C2BD68}"/>
              </a:ext>
            </a:extLst>
          </p:cNvPr>
          <p:cNvSpPr>
            <a:spLocks noGrp="1"/>
          </p:cNvSpPr>
          <p:nvPr/>
        </p:nvSpPr>
        <p:spPr>
          <a:xfrm>
            <a:off x="6657948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F1_main_prauc_1572">
            <a:extLst>
              <a:ext uri="{FF2B5EF4-FFF2-40B4-BE49-F238E27FC236}">
                <a16:creationId xmlns:a16="http://schemas.microsoft.com/office/drawing/2014/main" id="{CDE5DAE5-8723-4C45-9AA0-0AA360F89EF2}"/>
              </a:ext>
            </a:extLst>
          </p:cNvPr>
          <p:cNvSpPr>
            <a:spLocks noGrp="1"/>
          </p:cNvSpPr>
          <p:nvPr/>
        </p:nvSpPr>
        <p:spPr>
          <a:xfrm>
            <a:off x="653689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F1_main_prauc_1573">
            <a:extLst>
              <a:ext uri="{FF2B5EF4-FFF2-40B4-BE49-F238E27FC236}">
                <a16:creationId xmlns:a16="http://schemas.microsoft.com/office/drawing/2014/main" id="{B1BCB116-1407-4BD5-ADF5-6899463E15F7}"/>
              </a:ext>
            </a:extLst>
          </p:cNvPr>
          <p:cNvSpPr>
            <a:spLocks noGrp="1"/>
          </p:cNvSpPr>
          <p:nvPr/>
        </p:nvSpPr>
        <p:spPr>
          <a:xfrm>
            <a:off x="65685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F1_main_prauc_1574">
            <a:extLst>
              <a:ext uri="{FF2B5EF4-FFF2-40B4-BE49-F238E27FC236}">
                <a16:creationId xmlns:a16="http://schemas.microsoft.com/office/drawing/2014/main" id="{898B14D8-E2F4-4290-B4DA-E8E8955D383F}"/>
              </a:ext>
            </a:extLst>
          </p:cNvPr>
          <p:cNvSpPr>
            <a:spLocks noGrp="1"/>
          </p:cNvSpPr>
          <p:nvPr/>
        </p:nvSpPr>
        <p:spPr>
          <a:xfrm>
            <a:off x="6674915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F1_main_prauc_1575">
            <a:extLst>
              <a:ext uri="{FF2B5EF4-FFF2-40B4-BE49-F238E27FC236}">
                <a16:creationId xmlns:a16="http://schemas.microsoft.com/office/drawing/2014/main" id="{3326A29E-65FD-4B61-ABB7-0592333EE7EF}"/>
              </a:ext>
            </a:extLst>
          </p:cNvPr>
          <p:cNvSpPr>
            <a:spLocks noGrp="1"/>
          </p:cNvSpPr>
          <p:nvPr/>
        </p:nvSpPr>
        <p:spPr>
          <a:xfrm>
            <a:off x="64958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F1_main_prauc_1576">
            <a:extLst>
              <a:ext uri="{FF2B5EF4-FFF2-40B4-BE49-F238E27FC236}">
                <a16:creationId xmlns:a16="http://schemas.microsoft.com/office/drawing/2014/main" id="{95936915-AD08-4457-B3CE-5E541D4C39CC}"/>
              </a:ext>
            </a:extLst>
          </p:cNvPr>
          <p:cNvSpPr>
            <a:spLocks noGrp="1"/>
          </p:cNvSpPr>
          <p:nvPr/>
        </p:nvSpPr>
        <p:spPr>
          <a:xfrm>
            <a:off x="671254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F1_main_prauc_1577">
            <a:extLst>
              <a:ext uri="{FF2B5EF4-FFF2-40B4-BE49-F238E27FC236}">
                <a16:creationId xmlns:a16="http://schemas.microsoft.com/office/drawing/2014/main" id="{ABDCDB34-0BF1-4FF5-8933-E6E8FCC85AA4}"/>
              </a:ext>
            </a:extLst>
          </p:cNvPr>
          <p:cNvSpPr>
            <a:spLocks noGrp="1"/>
          </p:cNvSpPr>
          <p:nvPr/>
        </p:nvSpPr>
        <p:spPr>
          <a:xfrm>
            <a:off x="6742513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F1_main_prauc_1578">
            <a:extLst>
              <a:ext uri="{FF2B5EF4-FFF2-40B4-BE49-F238E27FC236}">
                <a16:creationId xmlns:a16="http://schemas.microsoft.com/office/drawing/2014/main" id="{F1B220FA-9912-4930-ACBC-29FE80EDEAC6}"/>
              </a:ext>
            </a:extLst>
          </p:cNvPr>
          <p:cNvSpPr>
            <a:spLocks noGrp="1"/>
          </p:cNvSpPr>
          <p:nvPr/>
        </p:nvSpPr>
        <p:spPr>
          <a:xfrm>
            <a:off x="6559466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F1_main_prauc_1579">
            <a:extLst>
              <a:ext uri="{FF2B5EF4-FFF2-40B4-BE49-F238E27FC236}">
                <a16:creationId xmlns:a16="http://schemas.microsoft.com/office/drawing/2014/main" id="{CA52D9D1-481F-469D-9A19-25DA45A1673E}"/>
              </a:ext>
            </a:extLst>
          </p:cNvPr>
          <p:cNvSpPr>
            <a:spLocks noGrp="1"/>
          </p:cNvSpPr>
          <p:nvPr/>
        </p:nvSpPr>
        <p:spPr>
          <a:xfrm>
            <a:off x="67361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F1_main_prauc_1580">
            <a:extLst>
              <a:ext uri="{FF2B5EF4-FFF2-40B4-BE49-F238E27FC236}">
                <a16:creationId xmlns:a16="http://schemas.microsoft.com/office/drawing/2014/main" id="{958AA0E6-3E72-4E39-85DB-911E9C202D66}"/>
              </a:ext>
            </a:extLst>
          </p:cNvPr>
          <p:cNvSpPr>
            <a:spLocks noGrp="1"/>
          </p:cNvSpPr>
          <p:nvPr/>
        </p:nvSpPr>
        <p:spPr>
          <a:xfrm>
            <a:off x="664256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F1_main_prauc_1581">
            <a:extLst>
              <a:ext uri="{FF2B5EF4-FFF2-40B4-BE49-F238E27FC236}">
                <a16:creationId xmlns:a16="http://schemas.microsoft.com/office/drawing/2014/main" id="{013AE72D-6461-4067-95E2-6D62D316BE3D}"/>
              </a:ext>
            </a:extLst>
          </p:cNvPr>
          <p:cNvSpPr>
            <a:spLocks noGrp="1"/>
          </p:cNvSpPr>
          <p:nvPr/>
        </p:nvSpPr>
        <p:spPr>
          <a:xfrm>
            <a:off x="6727143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F1_main_prauc_1582">
            <a:extLst>
              <a:ext uri="{FF2B5EF4-FFF2-40B4-BE49-F238E27FC236}">
                <a16:creationId xmlns:a16="http://schemas.microsoft.com/office/drawing/2014/main" id="{CD3F8AA7-995E-4763-9B6C-C159F3BC6216}"/>
              </a:ext>
            </a:extLst>
          </p:cNvPr>
          <p:cNvSpPr>
            <a:spLocks noGrp="1"/>
          </p:cNvSpPr>
          <p:nvPr/>
        </p:nvSpPr>
        <p:spPr>
          <a:xfrm>
            <a:off x="654954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F1_main_prauc_1583">
            <a:extLst>
              <a:ext uri="{FF2B5EF4-FFF2-40B4-BE49-F238E27FC236}">
                <a16:creationId xmlns:a16="http://schemas.microsoft.com/office/drawing/2014/main" id="{00673D8A-1ECB-41B0-AF48-7446294057E9}"/>
              </a:ext>
            </a:extLst>
          </p:cNvPr>
          <p:cNvSpPr>
            <a:spLocks noGrp="1"/>
          </p:cNvSpPr>
          <p:nvPr/>
        </p:nvSpPr>
        <p:spPr>
          <a:xfrm>
            <a:off x="669734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F1_main_prauc_1584">
            <a:extLst>
              <a:ext uri="{FF2B5EF4-FFF2-40B4-BE49-F238E27FC236}">
                <a16:creationId xmlns:a16="http://schemas.microsoft.com/office/drawing/2014/main" id="{DE64F817-D0D8-437A-AC51-91D266A05997}"/>
              </a:ext>
            </a:extLst>
          </p:cNvPr>
          <p:cNvSpPr>
            <a:spLocks noGrp="1"/>
          </p:cNvSpPr>
          <p:nvPr/>
        </p:nvSpPr>
        <p:spPr>
          <a:xfrm>
            <a:off x="6594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F1_main_prauc_1585">
            <a:extLst>
              <a:ext uri="{FF2B5EF4-FFF2-40B4-BE49-F238E27FC236}">
                <a16:creationId xmlns:a16="http://schemas.microsoft.com/office/drawing/2014/main" id="{FC3826D8-2B38-46E4-BA36-7CE7749965C8}"/>
              </a:ext>
            </a:extLst>
          </p:cNvPr>
          <p:cNvSpPr>
            <a:spLocks noGrp="1"/>
          </p:cNvSpPr>
          <p:nvPr/>
        </p:nvSpPr>
        <p:spPr>
          <a:xfrm>
            <a:off x="669274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F1_main_prauc_1586">
            <a:extLst>
              <a:ext uri="{FF2B5EF4-FFF2-40B4-BE49-F238E27FC236}">
                <a16:creationId xmlns:a16="http://schemas.microsoft.com/office/drawing/2014/main" id="{DBB875A4-BB3B-47F5-82CD-227AAB84F91E}"/>
              </a:ext>
            </a:extLst>
          </p:cNvPr>
          <p:cNvSpPr>
            <a:spLocks noGrp="1"/>
          </p:cNvSpPr>
          <p:nvPr/>
        </p:nvSpPr>
        <p:spPr>
          <a:xfrm>
            <a:off x="65982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F1_main_prauc_1587">
            <a:extLst>
              <a:ext uri="{FF2B5EF4-FFF2-40B4-BE49-F238E27FC236}">
                <a16:creationId xmlns:a16="http://schemas.microsoft.com/office/drawing/2014/main" id="{6FC5223B-20B2-4E4C-A073-BC55D44FDD92}"/>
              </a:ext>
            </a:extLst>
          </p:cNvPr>
          <p:cNvSpPr>
            <a:spLocks noGrp="1"/>
          </p:cNvSpPr>
          <p:nvPr/>
        </p:nvSpPr>
        <p:spPr>
          <a:xfrm>
            <a:off x="66672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F1_main_prauc_1588">
            <a:extLst>
              <a:ext uri="{FF2B5EF4-FFF2-40B4-BE49-F238E27FC236}">
                <a16:creationId xmlns:a16="http://schemas.microsoft.com/office/drawing/2014/main" id="{9B6DE54F-BBAB-4F5B-A3CB-6A73FB6D1E0A}"/>
              </a:ext>
            </a:extLst>
          </p:cNvPr>
          <p:cNvSpPr>
            <a:spLocks noGrp="1"/>
          </p:cNvSpPr>
          <p:nvPr/>
        </p:nvSpPr>
        <p:spPr>
          <a:xfrm>
            <a:off x="65562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F1_main_prauc_1589">
            <a:extLst>
              <a:ext uri="{FF2B5EF4-FFF2-40B4-BE49-F238E27FC236}">
                <a16:creationId xmlns:a16="http://schemas.microsoft.com/office/drawing/2014/main" id="{820FC0DB-8E00-40CA-B399-5D1B7CE934EC}"/>
              </a:ext>
            </a:extLst>
          </p:cNvPr>
          <p:cNvSpPr>
            <a:spLocks noGrp="1"/>
          </p:cNvSpPr>
          <p:nvPr/>
        </p:nvSpPr>
        <p:spPr>
          <a:xfrm>
            <a:off x="6678123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F1_main_prauc_1590">
            <a:extLst>
              <a:ext uri="{FF2B5EF4-FFF2-40B4-BE49-F238E27FC236}">
                <a16:creationId xmlns:a16="http://schemas.microsoft.com/office/drawing/2014/main" id="{56C85DC4-A189-46FC-8B47-F6EE244BC4C5}"/>
              </a:ext>
            </a:extLst>
          </p:cNvPr>
          <p:cNvSpPr>
            <a:spLocks noGrp="1"/>
          </p:cNvSpPr>
          <p:nvPr/>
        </p:nvSpPr>
        <p:spPr>
          <a:xfrm>
            <a:off x="66741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F1_main_prauc_1591">
            <a:extLst>
              <a:ext uri="{FF2B5EF4-FFF2-40B4-BE49-F238E27FC236}">
                <a16:creationId xmlns:a16="http://schemas.microsoft.com/office/drawing/2014/main" id="{D5B643A0-E7C2-4E23-95F8-4EFB17A0BEF7}"/>
              </a:ext>
            </a:extLst>
          </p:cNvPr>
          <p:cNvSpPr>
            <a:spLocks noGrp="1"/>
          </p:cNvSpPr>
          <p:nvPr/>
        </p:nvSpPr>
        <p:spPr>
          <a:xfrm>
            <a:off x="656413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F1_main_prauc_1592">
            <a:extLst>
              <a:ext uri="{FF2B5EF4-FFF2-40B4-BE49-F238E27FC236}">
                <a16:creationId xmlns:a16="http://schemas.microsoft.com/office/drawing/2014/main" id="{267E7227-EF36-42DE-A3BF-7E1C4DE61AB6}"/>
              </a:ext>
            </a:extLst>
          </p:cNvPr>
          <p:cNvSpPr>
            <a:spLocks noGrp="1"/>
          </p:cNvSpPr>
          <p:nvPr/>
        </p:nvSpPr>
        <p:spPr>
          <a:xfrm>
            <a:off x="6608255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F1_main_prauc_1593">
            <a:extLst>
              <a:ext uri="{FF2B5EF4-FFF2-40B4-BE49-F238E27FC236}">
                <a16:creationId xmlns:a16="http://schemas.microsoft.com/office/drawing/2014/main" id="{89DE635F-A9BD-4F01-BDB2-9B76C6D6E685}"/>
              </a:ext>
            </a:extLst>
          </p:cNvPr>
          <p:cNvSpPr>
            <a:spLocks noGrp="1"/>
          </p:cNvSpPr>
          <p:nvPr/>
        </p:nvSpPr>
        <p:spPr>
          <a:xfrm>
            <a:off x="661828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F1_main_prauc_1594">
            <a:extLst>
              <a:ext uri="{FF2B5EF4-FFF2-40B4-BE49-F238E27FC236}">
                <a16:creationId xmlns:a16="http://schemas.microsoft.com/office/drawing/2014/main" id="{7C0008A0-B5C4-40D5-80CE-C0D33A76DB2D}"/>
              </a:ext>
            </a:extLst>
          </p:cNvPr>
          <p:cNvSpPr>
            <a:spLocks noGrp="1"/>
          </p:cNvSpPr>
          <p:nvPr/>
        </p:nvSpPr>
        <p:spPr>
          <a:xfrm>
            <a:off x="66969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F1_main_prauc_1595">
            <a:extLst>
              <a:ext uri="{FF2B5EF4-FFF2-40B4-BE49-F238E27FC236}">
                <a16:creationId xmlns:a16="http://schemas.microsoft.com/office/drawing/2014/main" id="{6F9C8CE4-0809-4685-AA70-FC34E74CB7ED}"/>
              </a:ext>
            </a:extLst>
          </p:cNvPr>
          <p:cNvSpPr>
            <a:spLocks noGrp="1"/>
          </p:cNvSpPr>
          <p:nvPr/>
        </p:nvSpPr>
        <p:spPr>
          <a:xfrm>
            <a:off x="659429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F1_main_prauc_1596">
            <a:extLst>
              <a:ext uri="{FF2B5EF4-FFF2-40B4-BE49-F238E27FC236}">
                <a16:creationId xmlns:a16="http://schemas.microsoft.com/office/drawing/2014/main" id="{B58C90DA-53EB-4651-B56F-608E4217E774}"/>
              </a:ext>
            </a:extLst>
          </p:cNvPr>
          <p:cNvSpPr>
            <a:spLocks noGrp="1"/>
          </p:cNvSpPr>
          <p:nvPr/>
        </p:nvSpPr>
        <p:spPr>
          <a:xfrm>
            <a:off x="669094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F1_main_prauc_1597">
            <a:extLst>
              <a:ext uri="{FF2B5EF4-FFF2-40B4-BE49-F238E27FC236}">
                <a16:creationId xmlns:a16="http://schemas.microsoft.com/office/drawing/2014/main" id="{48522FA4-28BD-4054-B2A0-E0693D7FC417}"/>
              </a:ext>
            </a:extLst>
          </p:cNvPr>
          <p:cNvSpPr>
            <a:spLocks noGrp="1"/>
          </p:cNvSpPr>
          <p:nvPr/>
        </p:nvSpPr>
        <p:spPr>
          <a:xfrm>
            <a:off x="649978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F1_main_prauc_1598">
            <a:extLst>
              <a:ext uri="{FF2B5EF4-FFF2-40B4-BE49-F238E27FC236}">
                <a16:creationId xmlns:a16="http://schemas.microsoft.com/office/drawing/2014/main" id="{75C93A58-53E0-4FBC-9296-F1EC509A93D5}"/>
              </a:ext>
            </a:extLst>
          </p:cNvPr>
          <p:cNvSpPr>
            <a:spLocks noGrp="1"/>
          </p:cNvSpPr>
          <p:nvPr/>
        </p:nvSpPr>
        <p:spPr>
          <a:xfrm>
            <a:off x="668025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F1_main_prauc_1599">
            <a:extLst>
              <a:ext uri="{FF2B5EF4-FFF2-40B4-BE49-F238E27FC236}">
                <a16:creationId xmlns:a16="http://schemas.microsoft.com/office/drawing/2014/main" id="{8B20011E-5CBF-4DA5-BE45-409FA70311DB}"/>
              </a:ext>
            </a:extLst>
          </p:cNvPr>
          <p:cNvSpPr>
            <a:spLocks noGrp="1"/>
          </p:cNvSpPr>
          <p:nvPr/>
        </p:nvSpPr>
        <p:spPr>
          <a:xfrm>
            <a:off x="6653461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F1_main_prauc_1600">
            <a:extLst>
              <a:ext uri="{FF2B5EF4-FFF2-40B4-BE49-F238E27FC236}">
                <a16:creationId xmlns:a16="http://schemas.microsoft.com/office/drawing/2014/main" id="{A6433CD7-4A0C-4F3B-A3B4-77D5C97E705D}"/>
              </a:ext>
            </a:extLst>
          </p:cNvPr>
          <p:cNvSpPr>
            <a:spLocks noGrp="1"/>
          </p:cNvSpPr>
          <p:nvPr/>
        </p:nvSpPr>
        <p:spPr>
          <a:xfrm>
            <a:off x="670407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F1_main_prauc_1601">
            <a:extLst>
              <a:ext uri="{FF2B5EF4-FFF2-40B4-BE49-F238E27FC236}">
                <a16:creationId xmlns:a16="http://schemas.microsoft.com/office/drawing/2014/main" id="{C2749C11-8B55-473D-9B49-94CEDB5BC783}"/>
              </a:ext>
            </a:extLst>
          </p:cNvPr>
          <p:cNvSpPr>
            <a:spLocks noGrp="1"/>
          </p:cNvSpPr>
          <p:nvPr/>
        </p:nvSpPr>
        <p:spPr>
          <a:xfrm>
            <a:off x="651490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F1_main_prauc_1602">
            <a:extLst>
              <a:ext uri="{FF2B5EF4-FFF2-40B4-BE49-F238E27FC236}">
                <a16:creationId xmlns:a16="http://schemas.microsoft.com/office/drawing/2014/main" id="{E88B94AA-239B-4EF0-987F-8C6278FC9CB1}"/>
              </a:ext>
            </a:extLst>
          </p:cNvPr>
          <p:cNvSpPr>
            <a:spLocks noGrp="1"/>
          </p:cNvSpPr>
          <p:nvPr/>
        </p:nvSpPr>
        <p:spPr>
          <a:xfrm>
            <a:off x="65090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F1_main_prauc_1603">
            <a:extLst>
              <a:ext uri="{FF2B5EF4-FFF2-40B4-BE49-F238E27FC236}">
                <a16:creationId xmlns:a16="http://schemas.microsoft.com/office/drawing/2014/main" id="{ABFDA27D-2873-41AA-942C-2F93C2282EEC}"/>
              </a:ext>
            </a:extLst>
          </p:cNvPr>
          <p:cNvSpPr>
            <a:spLocks noGrp="1"/>
          </p:cNvSpPr>
          <p:nvPr/>
        </p:nvSpPr>
        <p:spPr>
          <a:xfrm>
            <a:off x="67035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F1_main_prauc_1604">
            <a:extLst>
              <a:ext uri="{FF2B5EF4-FFF2-40B4-BE49-F238E27FC236}">
                <a16:creationId xmlns:a16="http://schemas.microsoft.com/office/drawing/2014/main" id="{3E710388-42DC-46A4-A96F-FD8123856C3A}"/>
              </a:ext>
            </a:extLst>
          </p:cNvPr>
          <p:cNvSpPr>
            <a:spLocks noGrp="1"/>
          </p:cNvSpPr>
          <p:nvPr/>
        </p:nvSpPr>
        <p:spPr>
          <a:xfrm>
            <a:off x="664507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F1_main_prauc_1605">
            <a:extLst>
              <a:ext uri="{FF2B5EF4-FFF2-40B4-BE49-F238E27FC236}">
                <a16:creationId xmlns:a16="http://schemas.microsoft.com/office/drawing/2014/main" id="{12643FE5-B7D9-47C3-A929-7D4EB2398902}"/>
              </a:ext>
            </a:extLst>
          </p:cNvPr>
          <p:cNvSpPr>
            <a:spLocks noGrp="1"/>
          </p:cNvSpPr>
          <p:nvPr/>
        </p:nvSpPr>
        <p:spPr>
          <a:xfrm>
            <a:off x="655855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F1_main_prauc_1606">
            <a:extLst>
              <a:ext uri="{FF2B5EF4-FFF2-40B4-BE49-F238E27FC236}">
                <a16:creationId xmlns:a16="http://schemas.microsoft.com/office/drawing/2014/main" id="{C4FE1746-1114-4B5D-B357-31C6F408C47A}"/>
              </a:ext>
            </a:extLst>
          </p:cNvPr>
          <p:cNvSpPr>
            <a:spLocks noGrp="1"/>
          </p:cNvSpPr>
          <p:nvPr/>
        </p:nvSpPr>
        <p:spPr>
          <a:xfrm>
            <a:off x="66941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F1_main_prauc_1607">
            <a:extLst>
              <a:ext uri="{FF2B5EF4-FFF2-40B4-BE49-F238E27FC236}">
                <a16:creationId xmlns:a16="http://schemas.microsoft.com/office/drawing/2014/main" id="{EF333DAB-9231-40D1-93AF-C9C9429C0C72}"/>
              </a:ext>
            </a:extLst>
          </p:cNvPr>
          <p:cNvSpPr>
            <a:spLocks noGrp="1"/>
          </p:cNvSpPr>
          <p:nvPr/>
        </p:nvSpPr>
        <p:spPr>
          <a:xfrm>
            <a:off x="666415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F1_main_prauc_1608">
            <a:extLst>
              <a:ext uri="{FF2B5EF4-FFF2-40B4-BE49-F238E27FC236}">
                <a16:creationId xmlns:a16="http://schemas.microsoft.com/office/drawing/2014/main" id="{B32EF684-4EF6-4A0A-A3FF-A2DC1ECDE8A0}"/>
              </a:ext>
            </a:extLst>
          </p:cNvPr>
          <p:cNvSpPr>
            <a:spLocks noGrp="1"/>
          </p:cNvSpPr>
          <p:nvPr/>
        </p:nvSpPr>
        <p:spPr>
          <a:xfrm>
            <a:off x="6595102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F1_main_prauc_1609">
            <a:extLst>
              <a:ext uri="{FF2B5EF4-FFF2-40B4-BE49-F238E27FC236}">
                <a16:creationId xmlns:a16="http://schemas.microsoft.com/office/drawing/2014/main" id="{88A72B93-B677-4E0F-989A-8E43573C9668}"/>
              </a:ext>
            </a:extLst>
          </p:cNvPr>
          <p:cNvSpPr>
            <a:spLocks noGrp="1"/>
          </p:cNvSpPr>
          <p:nvPr/>
        </p:nvSpPr>
        <p:spPr>
          <a:xfrm>
            <a:off x="65081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F1_main_prauc_1610">
            <a:extLst>
              <a:ext uri="{FF2B5EF4-FFF2-40B4-BE49-F238E27FC236}">
                <a16:creationId xmlns:a16="http://schemas.microsoft.com/office/drawing/2014/main" id="{1C7A128B-3C87-4D00-B900-2FC3EB27D3BE}"/>
              </a:ext>
            </a:extLst>
          </p:cNvPr>
          <p:cNvSpPr>
            <a:spLocks noGrp="1"/>
          </p:cNvSpPr>
          <p:nvPr/>
        </p:nvSpPr>
        <p:spPr>
          <a:xfrm>
            <a:off x="66262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F1_main_prauc_1611">
            <a:extLst>
              <a:ext uri="{FF2B5EF4-FFF2-40B4-BE49-F238E27FC236}">
                <a16:creationId xmlns:a16="http://schemas.microsoft.com/office/drawing/2014/main" id="{6AABFA54-51CA-4C98-8CF8-B00EB1FE498E}"/>
              </a:ext>
            </a:extLst>
          </p:cNvPr>
          <p:cNvSpPr>
            <a:spLocks noGrp="1"/>
          </p:cNvSpPr>
          <p:nvPr/>
        </p:nvSpPr>
        <p:spPr>
          <a:xfrm>
            <a:off x="674115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F1_main_prauc_1612">
            <a:extLst>
              <a:ext uri="{FF2B5EF4-FFF2-40B4-BE49-F238E27FC236}">
                <a16:creationId xmlns:a16="http://schemas.microsoft.com/office/drawing/2014/main" id="{27DD4293-C334-468C-97B2-D4A44993B9D2}"/>
              </a:ext>
            </a:extLst>
          </p:cNvPr>
          <p:cNvSpPr>
            <a:spLocks noGrp="1"/>
          </p:cNvSpPr>
          <p:nvPr/>
        </p:nvSpPr>
        <p:spPr>
          <a:xfrm>
            <a:off x="67101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F1_main_prauc_1613">
            <a:extLst>
              <a:ext uri="{FF2B5EF4-FFF2-40B4-BE49-F238E27FC236}">
                <a16:creationId xmlns:a16="http://schemas.microsoft.com/office/drawing/2014/main" id="{BE3624BB-CAED-43CB-BD24-4EAF403B3FDE}"/>
              </a:ext>
            </a:extLst>
          </p:cNvPr>
          <p:cNvSpPr>
            <a:spLocks noGrp="1"/>
          </p:cNvSpPr>
          <p:nvPr/>
        </p:nvSpPr>
        <p:spPr>
          <a:xfrm>
            <a:off x="6539150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F1_main_prauc_1614">
            <a:extLst>
              <a:ext uri="{FF2B5EF4-FFF2-40B4-BE49-F238E27FC236}">
                <a16:creationId xmlns:a16="http://schemas.microsoft.com/office/drawing/2014/main" id="{76D3B58B-71F1-4DB1-83EE-FAE57D8FD012}"/>
              </a:ext>
            </a:extLst>
          </p:cNvPr>
          <p:cNvSpPr>
            <a:spLocks noGrp="1"/>
          </p:cNvSpPr>
          <p:nvPr/>
        </p:nvSpPr>
        <p:spPr>
          <a:xfrm>
            <a:off x="6551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F1_main_prauc_1615">
            <a:extLst>
              <a:ext uri="{FF2B5EF4-FFF2-40B4-BE49-F238E27FC236}">
                <a16:creationId xmlns:a16="http://schemas.microsoft.com/office/drawing/2014/main" id="{EF916435-3E70-4606-A2B1-9788EE06CA49}"/>
              </a:ext>
            </a:extLst>
          </p:cNvPr>
          <p:cNvSpPr>
            <a:spLocks noGrp="1"/>
          </p:cNvSpPr>
          <p:nvPr/>
        </p:nvSpPr>
        <p:spPr>
          <a:xfrm>
            <a:off x="6553510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F1_main_prauc_1616">
            <a:extLst>
              <a:ext uri="{FF2B5EF4-FFF2-40B4-BE49-F238E27FC236}">
                <a16:creationId xmlns:a16="http://schemas.microsoft.com/office/drawing/2014/main" id="{2A983EF6-933E-42C4-A5C5-746927CD81B2}"/>
              </a:ext>
            </a:extLst>
          </p:cNvPr>
          <p:cNvSpPr>
            <a:spLocks noGrp="1"/>
          </p:cNvSpPr>
          <p:nvPr/>
        </p:nvSpPr>
        <p:spPr>
          <a:xfrm>
            <a:off x="65764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F1_main_prauc_1617">
            <a:extLst>
              <a:ext uri="{FF2B5EF4-FFF2-40B4-BE49-F238E27FC236}">
                <a16:creationId xmlns:a16="http://schemas.microsoft.com/office/drawing/2014/main" id="{1820E812-3CBF-4DD7-845A-F9B288A2F571}"/>
              </a:ext>
            </a:extLst>
          </p:cNvPr>
          <p:cNvSpPr>
            <a:spLocks noGrp="1"/>
          </p:cNvSpPr>
          <p:nvPr/>
        </p:nvSpPr>
        <p:spPr>
          <a:xfrm>
            <a:off x="656859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F1_main_prauc_1618">
            <a:extLst>
              <a:ext uri="{FF2B5EF4-FFF2-40B4-BE49-F238E27FC236}">
                <a16:creationId xmlns:a16="http://schemas.microsoft.com/office/drawing/2014/main" id="{D7B3955E-C136-498C-ABDE-51983487C393}"/>
              </a:ext>
            </a:extLst>
          </p:cNvPr>
          <p:cNvSpPr>
            <a:spLocks noGrp="1"/>
          </p:cNvSpPr>
          <p:nvPr/>
        </p:nvSpPr>
        <p:spPr>
          <a:xfrm>
            <a:off x="667558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F1_main_prauc_1619">
            <a:extLst>
              <a:ext uri="{FF2B5EF4-FFF2-40B4-BE49-F238E27FC236}">
                <a16:creationId xmlns:a16="http://schemas.microsoft.com/office/drawing/2014/main" id="{7D864E3A-7576-432D-8B8F-1B14F6A01A6F}"/>
              </a:ext>
            </a:extLst>
          </p:cNvPr>
          <p:cNvSpPr>
            <a:spLocks noGrp="1"/>
          </p:cNvSpPr>
          <p:nvPr/>
        </p:nvSpPr>
        <p:spPr>
          <a:xfrm>
            <a:off x="66315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F1_main_prauc_1620">
            <a:extLst>
              <a:ext uri="{FF2B5EF4-FFF2-40B4-BE49-F238E27FC236}">
                <a16:creationId xmlns:a16="http://schemas.microsoft.com/office/drawing/2014/main" id="{045888C1-2DC4-4629-A5E1-86093612C24C}"/>
              </a:ext>
            </a:extLst>
          </p:cNvPr>
          <p:cNvSpPr>
            <a:spLocks noGrp="1"/>
          </p:cNvSpPr>
          <p:nvPr/>
        </p:nvSpPr>
        <p:spPr>
          <a:xfrm>
            <a:off x="65313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F1_main_prauc_1621">
            <a:extLst>
              <a:ext uri="{FF2B5EF4-FFF2-40B4-BE49-F238E27FC236}">
                <a16:creationId xmlns:a16="http://schemas.microsoft.com/office/drawing/2014/main" id="{4DAFA329-5C79-4D7F-9735-D0461D20C914}"/>
              </a:ext>
            </a:extLst>
          </p:cNvPr>
          <p:cNvSpPr>
            <a:spLocks noGrp="1"/>
          </p:cNvSpPr>
          <p:nvPr/>
        </p:nvSpPr>
        <p:spPr>
          <a:xfrm>
            <a:off x="666897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F1_main_prauc_1622">
            <a:extLst>
              <a:ext uri="{FF2B5EF4-FFF2-40B4-BE49-F238E27FC236}">
                <a16:creationId xmlns:a16="http://schemas.microsoft.com/office/drawing/2014/main" id="{AACD73BF-FB2D-457E-BB6F-0022A4EA2E47}"/>
              </a:ext>
            </a:extLst>
          </p:cNvPr>
          <p:cNvSpPr>
            <a:spLocks noGrp="1"/>
          </p:cNvSpPr>
          <p:nvPr/>
        </p:nvSpPr>
        <p:spPr>
          <a:xfrm>
            <a:off x="674222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F1_main_prauc_1623">
            <a:extLst>
              <a:ext uri="{FF2B5EF4-FFF2-40B4-BE49-F238E27FC236}">
                <a16:creationId xmlns:a16="http://schemas.microsoft.com/office/drawing/2014/main" id="{33940FCB-AB06-4F2A-80C5-77F53D3D0395}"/>
              </a:ext>
            </a:extLst>
          </p:cNvPr>
          <p:cNvSpPr>
            <a:spLocks noGrp="1"/>
          </p:cNvSpPr>
          <p:nvPr/>
        </p:nvSpPr>
        <p:spPr>
          <a:xfrm>
            <a:off x="670235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F1_main_prauc_1624">
            <a:extLst>
              <a:ext uri="{FF2B5EF4-FFF2-40B4-BE49-F238E27FC236}">
                <a16:creationId xmlns:a16="http://schemas.microsoft.com/office/drawing/2014/main" id="{9FD45EBA-398C-40A8-9039-C2001A7CF935}"/>
              </a:ext>
            </a:extLst>
          </p:cNvPr>
          <p:cNvSpPr>
            <a:spLocks noGrp="1"/>
          </p:cNvSpPr>
          <p:nvPr/>
        </p:nvSpPr>
        <p:spPr>
          <a:xfrm>
            <a:off x="66601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F1_main_prauc_1625">
            <a:extLst>
              <a:ext uri="{FF2B5EF4-FFF2-40B4-BE49-F238E27FC236}">
                <a16:creationId xmlns:a16="http://schemas.microsoft.com/office/drawing/2014/main" id="{6E25A2A1-6D17-4E75-8E6E-6E026E7DB5C4}"/>
              </a:ext>
            </a:extLst>
          </p:cNvPr>
          <p:cNvSpPr>
            <a:spLocks noGrp="1"/>
          </p:cNvSpPr>
          <p:nvPr/>
        </p:nvSpPr>
        <p:spPr>
          <a:xfrm>
            <a:off x="668157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F1_main_prauc_1626">
            <a:extLst>
              <a:ext uri="{FF2B5EF4-FFF2-40B4-BE49-F238E27FC236}">
                <a16:creationId xmlns:a16="http://schemas.microsoft.com/office/drawing/2014/main" id="{7C2E624A-87EB-4E1B-8BAF-299FADE9DC98}"/>
              </a:ext>
            </a:extLst>
          </p:cNvPr>
          <p:cNvSpPr>
            <a:spLocks noGrp="1"/>
          </p:cNvSpPr>
          <p:nvPr/>
        </p:nvSpPr>
        <p:spPr>
          <a:xfrm>
            <a:off x="666406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F1_main_prauc_1627">
            <a:extLst>
              <a:ext uri="{FF2B5EF4-FFF2-40B4-BE49-F238E27FC236}">
                <a16:creationId xmlns:a16="http://schemas.microsoft.com/office/drawing/2014/main" id="{48FE1008-F094-45CC-B8C0-69144C6A0561}"/>
              </a:ext>
            </a:extLst>
          </p:cNvPr>
          <p:cNvSpPr>
            <a:spLocks noGrp="1"/>
          </p:cNvSpPr>
          <p:nvPr/>
        </p:nvSpPr>
        <p:spPr>
          <a:xfrm>
            <a:off x="65784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F1_main_prauc_1628">
            <a:extLst>
              <a:ext uri="{FF2B5EF4-FFF2-40B4-BE49-F238E27FC236}">
                <a16:creationId xmlns:a16="http://schemas.microsoft.com/office/drawing/2014/main" id="{BA76788E-1AA5-44A1-A5F0-CF414B857191}"/>
              </a:ext>
            </a:extLst>
          </p:cNvPr>
          <p:cNvSpPr>
            <a:spLocks noGrp="1"/>
          </p:cNvSpPr>
          <p:nvPr/>
        </p:nvSpPr>
        <p:spPr>
          <a:xfrm>
            <a:off x="656896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F1_main_prauc_1629">
            <a:extLst>
              <a:ext uri="{FF2B5EF4-FFF2-40B4-BE49-F238E27FC236}">
                <a16:creationId xmlns:a16="http://schemas.microsoft.com/office/drawing/2014/main" id="{DE969161-8F75-4658-BA47-6C0AA12EA722}"/>
              </a:ext>
            </a:extLst>
          </p:cNvPr>
          <p:cNvSpPr>
            <a:spLocks noGrp="1"/>
          </p:cNvSpPr>
          <p:nvPr/>
        </p:nvSpPr>
        <p:spPr>
          <a:xfrm>
            <a:off x="665766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F1_main_prauc_1630">
            <a:extLst>
              <a:ext uri="{FF2B5EF4-FFF2-40B4-BE49-F238E27FC236}">
                <a16:creationId xmlns:a16="http://schemas.microsoft.com/office/drawing/2014/main" id="{F4DE89C3-4F60-4373-9C7E-E657C21657E2}"/>
              </a:ext>
            </a:extLst>
          </p:cNvPr>
          <p:cNvSpPr>
            <a:spLocks noGrp="1"/>
          </p:cNvSpPr>
          <p:nvPr/>
        </p:nvSpPr>
        <p:spPr>
          <a:xfrm>
            <a:off x="66514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F1_main_prauc_1631">
            <a:extLst>
              <a:ext uri="{FF2B5EF4-FFF2-40B4-BE49-F238E27FC236}">
                <a16:creationId xmlns:a16="http://schemas.microsoft.com/office/drawing/2014/main" id="{93F1EF32-772A-4A5A-8357-24C8F2FAC49B}"/>
              </a:ext>
            </a:extLst>
          </p:cNvPr>
          <p:cNvSpPr>
            <a:spLocks noGrp="1"/>
          </p:cNvSpPr>
          <p:nvPr/>
        </p:nvSpPr>
        <p:spPr>
          <a:xfrm>
            <a:off x="649140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F1_main_prauc_1632">
            <a:extLst>
              <a:ext uri="{FF2B5EF4-FFF2-40B4-BE49-F238E27FC236}">
                <a16:creationId xmlns:a16="http://schemas.microsoft.com/office/drawing/2014/main" id="{7E5C2126-D501-4512-90DF-67CCD10C48CF}"/>
              </a:ext>
            </a:extLst>
          </p:cNvPr>
          <p:cNvSpPr>
            <a:spLocks noGrp="1"/>
          </p:cNvSpPr>
          <p:nvPr/>
        </p:nvSpPr>
        <p:spPr>
          <a:xfrm>
            <a:off x="6616365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F1_main_prauc_1633">
            <a:extLst>
              <a:ext uri="{FF2B5EF4-FFF2-40B4-BE49-F238E27FC236}">
                <a16:creationId xmlns:a16="http://schemas.microsoft.com/office/drawing/2014/main" id="{DD60FD9A-15FB-46DC-87AD-1D5ED0E084E3}"/>
              </a:ext>
            </a:extLst>
          </p:cNvPr>
          <p:cNvSpPr>
            <a:spLocks noGrp="1"/>
          </p:cNvSpPr>
          <p:nvPr/>
        </p:nvSpPr>
        <p:spPr>
          <a:xfrm>
            <a:off x="64936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F1_main_prauc_1634">
            <a:extLst>
              <a:ext uri="{FF2B5EF4-FFF2-40B4-BE49-F238E27FC236}">
                <a16:creationId xmlns:a16="http://schemas.microsoft.com/office/drawing/2014/main" id="{25C4F67F-99A3-4465-8026-E38BB5E781AF}"/>
              </a:ext>
            </a:extLst>
          </p:cNvPr>
          <p:cNvSpPr>
            <a:spLocks noGrp="1"/>
          </p:cNvSpPr>
          <p:nvPr/>
        </p:nvSpPr>
        <p:spPr>
          <a:xfrm>
            <a:off x="659408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F1_main_prauc_1635">
            <a:extLst>
              <a:ext uri="{FF2B5EF4-FFF2-40B4-BE49-F238E27FC236}">
                <a16:creationId xmlns:a16="http://schemas.microsoft.com/office/drawing/2014/main" id="{C034A6DE-2987-429B-B6A6-5BD7F797C833}"/>
              </a:ext>
            </a:extLst>
          </p:cNvPr>
          <p:cNvSpPr>
            <a:spLocks noGrp="1"/>
          </p:cNvSpPr>
          <p:nvPr/>
        </p:nvSpPr>
        <p:spPr>
          <a:xfrm>
            <a:off x="664457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F1_main_prauc_1636">
            <a:extLst>
              <a:ext uri="{FF2B5EF4-FFF2-40B4-BE49-F238E27FC236}">
                <a16:creationId xmlns:a16="http://schemas.microsoft.com/office/drawing/2014/main" id="{40EB4576-467D-46E6-A009-53749A581626}"/>
              </a:ext>
            </a:extLst>
          </p:cNvPr>
          <p:cNvSpPr>
            <a:spLocks noGrp="1"/>
          </p:cNvSpPr>
          <p:nvPr/>
        </p:nvSpPr>
        <p:spPr>
          <a:xfrm>
            <a:off x="671205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F1_main_prauc_1637">
            <a:extLst>
              <a:ext uri="{FF2B5EF4-FFF2-40B4-BE49-F238E27FC236}">
                <a16:creationId xmlns:a16="http://schemas.microsoft.com/office/drawing/2014/main" id="{8BD7BCA7-D3FA-416D-84C1-B30F2A00D906}"/>
              </a:ext>
            </a:extLst>
          </p:cNvPr>
          <p:cNvSpPr>
            <a:spLocks noGrp="1"/>
          </p:cNvSpPr>
          <p:nvPr/>
        </p:nvSpPr>
        <p:spPr>
          <a:xfrm>
            <a:off x="6681479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F1_main_prauc_1638">
            <a:extLst>
              <a:ext uri="{FF2B5EF4-FFF2-40B4-BE49-F238E27FC236}">
                <a16:creationId xmlns:a16="http://schemas.microsoft.com/office/drawing/2014/main" id="{326BAE7D-0590-4195-96B6-36672934ABD7}"/>
              </a:ext>
            </a:extLst>
          </p:cNvPr>
          <p:cNvSpPr>
            <a:spLocks noGrp="1"/>
          </p:cNvSpPr>
          <p:nvPr/>
        </p:nvSpPr>
        <p:spPr>
          <a:xfrm>
            <a:off x="6684292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F1_main_prauc_1639">
            <a:extLst>
              <a:ext uri="{FF2B5EF4-FFF2-40B4-BE49-F238E27FC236}">
                <a16:creationId xmlns:a16="http://schemas.microsoft.com/office/drawing/2014/main" id="{0C78ED29-F009-4CA1-97C2-BE59ACBED598}"/>
              </a:ext>
            </a:extLst>
          </p:cNvPr>
          <p:cNvSpPr>
            <a:spLocks noGrp="1"/>
          </p:cNvSpPr>
          <p:nvPr/>
        </p:nvSpPr>
        <p:spPr>
          <a:xfrm>
            <a:off x="661280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F1_main_prauc_1640">
            <a:extLst>
              <a:ext uri="{FF2B5EF4-FFF2-40B4-BE49-F238E27FC236}">
                <a16:creationId xmlns:a16="http://schemas.microsoft.com/office/drawing/2014/main" id="{D82EC9E8-2EAA-4105-9482-E73666BDD918}"/>
              </a:ext>
            </a:extLst>
          </p:cNvPr>
          <p:cNvSpPr>
            <a:spLocks noGrp="1"/>
          </p:cNvSpPr>
          <p:nvPr/>
        </p:nvSpPr>
        <p:spPr>
          <a:xfrm>
            <a:off x="6631346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F1_main_prauc_1641">
            <a:extLst>
              <a:ext uri="{FF2B5EF4-FFF2-40B4-BE49-F238E27FC236}">
                <a16:creationId xmlns:a16="http://schemas.microsoft.com/office/drawing/2014/main" id="{C0108694-BB3B-4D3A-921A-C3EC44FF7E1B}"/>
              </a:ext>
            </a:extLst>
          </p:cNvPr>
          <p:cNvSpPr>
            <a:spLocks noGrp="1"/>
          </p:cNvSpPr>
          <p:nvPr/>
        </p:nvSpPr>
        <p:spPr>
          <a:xfrm>
            <a:off x="65921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F1_main_prauc_1642">
            <a:extLst>
              <a:ext uri="{FF2B5EF4-FFF2-40B4-BE49-F238E27FC236}">
                <a16:creationId xmlns:a16="http://schemas.microsoft.com/office/drawing/2014/main" id="{F8E2F9A0-597F-46FE-BF77-40BB42E94246}"/>
              </a:ext>
            </a:extLst>
          </p:cNvPr>
          <p:cNvSpPr>
            <a:spLocks noGrp="1"/>
          </p:cNvSpPr>
          <p:nvPr/>
        </p:nvSpPr>
        <p:spPr>
          <a:xfrm>
            <a:off x="663274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F1_main_prauc_1643">
            <a:extLst>
              <a:ext uri="{FF2B5EF4-FFF2-40B4-BE49-F238E27FC236}">
                <a16:creationId xmlns:a16="http://schemas.microsoft.com/office/drawing/2014/main" id="{505A5344-A7F3-4BA5-A1A0-9F8583A67FA1}"/>
              </a:ext>
            </a:extLst>
          </p:cNvPr>
          <p:cNvSpPr>
            <a:spLocks noGrp="1"/>
          </p:cNvSpPr>
          <p:nvPr/>
        </p:nvSpPr>
        <p:spPr>
          <a:xfrm>
            <a:off x="6587323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F1_main_prauc_1644">
            <a:extLst>
              <a:ext uri="{FF2B5EF4-FFF2-40B4-BE49-F238E27FC236}">
                <a16:creationId xmlns:a16="http://schemas.microsoft.com/office/drawing/2014/main" id="{96762A4F-0BB6-4F32-BBB8-955BABABF6A0}"/>
              </a:ext>
            </a:extLst>
          </p:cNvPr>
          <p:cNvSpPr>
            <a:spLocks noGrp="1"/>
          </p:cNvSpPr>
          <p:nvPr/>
        </p:nvSpPr>
        <p:spPr>
          <a:xfrm>
            <a:off x="669688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F1_main_prauc_1645">
            <a:extLst>
              <a:ext uri="{FF2B5EF4-FFF2-40B4-BE49-F238E27FC236}">
                <a16:creationId xmlns:a16="http://schemas.microsoft.com/office/drawing/2014/main" id="{F6495706-76B1-4D63-ACA8-FC6C557553E3}"/>
              </a:ext>
            </a:extLst>
          </p:cNvPr>
          <p:cNvSpPr>
            <a:spLocks noGrp="1"/>
          </p:cNvSpPr>
          <p:nvPr/>
        </p:nvSpPr>
        <p:spPr>
          <a:xfrm>
            <a:off x="6501827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F1_main_prauc_1646">
            <a:extLst>
              <a:ext uri="{FF2B5EF4-FFF2-40B4-BE49-F238E27FC236}">
                <a16:creationId xmlns:a16="http://schemas.microsoft.com/office/drawing/2014/main" id="{AD5640D5-CA8B-4866-8045-A769DA594579}"/>
              </a:ext>
            </a:extLst>
          </p:cNvPr>
          <p:cNvSpPr>
            <a:spLocks noGrp="1"/>
          </p:cNvSpPr>
          <p:nvPr/>
        </p:nvSpPr>
        <p:spPr>
          <a:xfrm>
            <a:off x="67306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F1_main_prauc_1647">
            <a:extLst>
              <a:ext uri="{FF2B5EF4-FFF2-40B4-BE49-F238E27FC236}">
                <a16:creationId xmlns:a16="http://schemas.microsoft.com/office/drawing/2014/main" id="{C706A5A9-82CE-447E-8BEA-636A804046E6}"/>
              </a:ext>
            </a:extLst>
          </p:cNvPr>
          <p:cNvSpPr>
            <a:spLocks noGrp="1"/>
          </p:cNvSpPr>
          <p:nvPr/>
        </p:nvSpPr>
        <p:spPr>
          <a:xfrm>
            <a:off x="6699930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F1_main_prauc_1648">
            <a:extLst>
              <a:ext uri="{FF2B5EF4-FFF2-40B4-BE49-F238E27FC236}">
                <a16:creationId xmlns:a16="http://schemas.microsoft.com/office/drawing/2014/main" id="{0DCB7FE9-E00D-4E14-B45C-7E5D3E642957}"/>
              </a:ext>
            </a:extLst>
          </p:cNvPr>
          <p:cNvSpPr>
            <a:spLocks noGrp="1"/>
          </p:cNvSpPr>
          <p:nvPr/>
        </p:nvSpPr>
        <p:spPr>
          <a:xfrm>
            <a:off x="6579391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F1_main_prauc_1649">
            <a:extLst>
              <a:ext uri="{FF2B5EF4-FFF2-40B4-BE49-F238E27FC236}">
                <a16:creationId xmlns:a16="http://schemas.microsoft.com/office/drawing/2014/main" id="{0A689FFF-AF50-47F5-A5AE-644AB9E51922}"/>
              </a:ext>
            </a:extLst>
          </p:cNvPr>
          <p:cNvSpPr>
            <a:spLocks noGrp="1"/>
          </p:cNvSpPr>
          <p:nvPr/>
        </p:nvSpPr>
        <p:spPr>
          <a:xfrm>
            <a:off x="6606538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F1_main_prauc_1650">
            <a:extLst>
              <a:ext uri="{FF2B5EF4-FFF2-40B4-BE49-F238E27FC236}">
                <a16:creationId xmlns:a16="http://schemas.microsoft.com/office/drawing/2014/main" id="{8C1C7EEC-FD0D-4ECB-9F71-56EAA2F29B67}"/>
              </a:ext>
            </a:extLst>
          </p:cNvPr>
          <p:cNvSpPr>
            <a:spLocks noGrp="1"/>
          </p:cNvSpPr>
          <p:nvPr/>
        </p:nvSpPr>
        <p:spPr>
          <a:xfrm>
            <a:off x="662274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F1_main_prauc_1651">
            <a:extLst>
              <a:ext uri="{FF2B5EF4-FFF2-40B4-BE49-F238E27FC236}">
                <a16:creationId xmlns:a16="http://schemas.microsoft.com/office/drawing/2014/main" id="{909985A2-F861-4B91-AAAF-D371ECC2C8AB}"/>
              </a:ext>
            </a:extLst>
          </p:cNvPr>
          <p:cNvSpPr>
            <a:spLocks noGrp="1"/>
          </p:cNvSpPr>
          <p:nvPr/>
        </p:nvSpPr>
        <p:spPr>
          <a:xfrm>
            <a:off x="6566272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F1_main_prauc_1652">
            <a:extLst>
              <a:ext uri="{FF2B5EF4-FFF2-40B4-BE49-F238E27FC236}">
                <a16:creationId xmlns:a16="http://schemas.microsoft.com/office/drawing/2014/main" id="{A2D56C75-7365-45E3-884D-B556B1D3702D}"/>
              </a:ext>
            </a:extLst>
          </p:cNvPr>
          <p:cNvSpPr>
            <a:spLocks noGrp="1"/>
          </p:cNvSpPr>
          <p:nvPr/>
        </p:nvSpPr>
        <p:spPr>
          <a:xfrm>
            <a:off x="67166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F1_main_prauc_1653">
            <a:extLst>
              <a:ext uri="{FF2B5EF4-FFF2-40B4-BE49-F238E27FC236}">
                <a16:creationId xmlns:a16="http://schemas.microsoft.com/office/drawing/2014/main" id="{4F02C9DA-14A0-4170-AA11-0058630B831A}"/>
              </a:ext>
            </a:extLst>
          </p:cNvPr>
          <p:cNvSpPr>
            <a:spLocks noGrp="1"/>
          </p:cNvSpPr>
          <p:nvPr/>
        </p:nvSpPr>
        <p:spPr>
          <a:xfrm>
            <a:off x="67069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F1_main_prauc_1654">
            <a:extLst>
              <a:ext uri="{FF2B5EF4-FFF2-40B4-BE49-F238E27FC236}">
                <a16:creationId xmlns:a16="http://schemas.microsoft.com/office/drawing/2014/main" id="{D14AEA4E-BCDD-464A-A0B6-896E05C4EA7A}"/>
              </a:ext>
            </a:extLst>
          </p:cNvPr>
          <p:cNvSpPr>
            <a:spLocks noGrp="1"/>
          </p:cNvSpPr>
          <p:nvPr/>
        </p:nvSpPr>
        <p:spPr>
          <a:xfrm>
            <a:off x="651054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F1_main_prauc_1655">
            <a:extLst>
              <a:ext uri="{FF2B5EF4-FFF2-40B4-BE49-F238E27FC236}">
                <a16:creationId xmlns:a16="http://schemas.microsoft.com/office/drawing/2014/main" id="{CB4F8D5A-D251-469F-A69E-A3ECAE63E7E6}"/>
              </a:ext>
            </a:extLst>
          </p:cNvPr>
          <p:cNvSpPr>
            <a:spLocks noGrp="1"/>
          </p:cNvSpPr>
          <p:nvPr/>
        </p:nvSpPr>
        <p:spPr>
          <a:xfrm>
            <a:off x="67410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F1_main_prauc_1656">
            <a:extLst>
              <a:ext uri="{FF2B5EF4-FFF2-40B4-BE49-F238E27FC236}">
                <a16:creationId xmlns:a16="http://schemas.microsoft.com/office/drawing/2014/main" id="{B59AAF87-2B6D-485C-BCE5-70590A342B29}"/>
              </a:ext>
            </a:extLst>
          </p:cNvPr>
          <p:cNvSpPr>
            <a:spLocks noGrp="1"/>
          </p:cNvSpPr>
          <p:nvPr/>
        </p:nvSpPr>
        <p:spPr>
          <a:xfrm>
            <a:off x="669625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F1_main_prauc_1657">
            <a:extLst>
              <a:ext uri="{FF2B5EF4-FFF2-40B4-BE49-F238E27FC236}">
                <a16:creationId xmlns:a16="http://schemas.microsoft.com/office/drawing/2014/main" id="{645BD43A-B154-4184-A9BF-AF3B7FA7BA69}"/>
              </a:ext>
            </a:extLst>
          </p:cNvPr>
          <p:cNvSpPr>
            <a:spLocks noGrp="1"/>
          </p:cNvSpPr>
          <p:nvPr/>
        </p:nvSpPr>
        <p:spPr>
          <a:xfrm>
            <a:off x="652820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F1_main_prauc_1658">
            <a:extLst>
              <a:ext uri="{FF2B5EF4-FFF2-40B4-BE49-F238E27FC236}">
                <a16:creationId xmlns:a16="http://schemas.microsoft.com/office/drawing/2014/main" id="{25C9CD66-A5DD-47E8-987B-48105A3ACB5C}"/>
              </a:ext>
            </a:extLst>
          </p:cNvPr>
          <p:cNvSpPr>
            <a:spLocks noGrp="1"/>
          </p:cNvSpPr>
          <p:nvPr/>
        </p:nvSpPr>
        <p:spPr>
          <a:xfrm>
            <a:off x="6595605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F1_main_prauc_1659">
            <a:extLst>
              <a:ext uri="{FF2B5EF4-FFF2-40B4-BE49-F238E27FC236}">
                <a16:creationId xmlns:a16="http://schemas.microsoft.com/office/drawing/2014/main" id="{B7F699E0-1077-4AA2-9621-25AC12EA6EB4}"/>
              </a:ext>
            </a:extLst>
          </p:cNvPr>
          <p:cNvSpPr>
            <a:spLocks noGrp="1"/>
          </p:cNvSpPr>
          <p:nvPr/>
        </p:nvSpPr>
        <p:spPr>
          <a:xfrm>
            <a:off x="6528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F1_main_prauc_1660">
            <a:extLst>
              <a:ext uri="{FF2B5EF4-FFF2-40B4-BE49-F238E27FC236}">
                <a16:creationId xmlns:a16="http://schemas.microsoft.com/office/drawing/2014/main" id="{13503348-1BD8-4303-B02A-C141FA66E378}"/>
              </a:ext>
            </a:extLst>
          </p:cNvPr>
          <p:cNvSpPr>
            <a:spLocks noGrp="1"/>
          </p:cNvSpPr>
          <p:nvPr/>
        </p:nvSpPr>
        <p:spPr>
          <a:xfrm>
            <a:off x="6694526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F1_main_prauc_1661">
            <a:extLst>
              <a:ext uri="{FF2B5EF4-FFF2-40B4-BE49-F238E27FC236}">
                <a16:creationId xmlns:a16="http://schemas.microsoft.com/office/drawing/2014/main" id="{E7B0F312-3792-465D-8459-E2434B68F2DC}"/>
              </a:ext>
            </a:extLst>
          </p:cNvPr>
          <p:cNvSpPr>
            <a:spLocks noGrp="1"/>
          </p:cNvSpPr>
          <p:nvPr/>
        </p:nvSpPr>
        <p:spPr>
          <a:xfrm>
            <a:off x="6645833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F1_main_prauc_1662">
            <a:extLst>
              <a:ext uri="{FF2B5EF4-FFF2-40B4-BE49-F238E27FC236}">
                <a16:creationId xmlns:a16="http://schemas.microsoft.com/office/drawing/2014/main" id="{3AAD2C12-AA53-4008-8691-88C76C287AAC}"/>
              </a:ext>
            </a:extLst>
          </p:cNvPr>
          <p:cNvSpPr>
            <a:spLocks noGrp="1"/>
          </p:cNvSpPr>
          <p:nvPr/>
        </p:nvSpPr>
        <p:spPr>
          <a:xfrm>
            <a:off x="65535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F1_main_prauc_1663">
            <a:extLst>
              <a:ext uri="{FF2B5EF4-FFF2-40B4-BE49-F238E27FC236}">
                <a16:creationId xmlns:a16="http://schemas.microsoft.com/office/drawing/2014/main" id="{73340BF2-E312-40BC-88AE-74DF5C9F93F9}"/>
              </a:ext>
            </a:extLst>
          </p:cNvPr>
          <p:cNvSpPr>
            <a:spLocks noGrp="1"/>
          </p:cNvSpPr>
          <p:nvPr/>
        </p:nvSpPr>
        <p:spPr>
          <a:xfrm>
            <a:off x="6516279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F1_main_prauc_1664">
            <a:extLst>
              <a:ext uri="{FF2B5EF4-FFF2-40B4-BE49-F238E27FC236}">
                <a16:creationId xmlns:a16="http://schemas.microsoft.com/office/drawing/2014/main" id="{D249D666-BCE3-4A33-B18E-C7331117A02E}"/>
              </a:ext>
            </a:extLst>
          </p:cNvPr>
          <p:cNvSpPr>
            <a:spLocks noGrp="1"/>
          </p:cNvSpPr>
          <p:nvPr/>
        </p:nvSpPr>
        <p:spPr>
          <a:xfrm>
            <a:off x="67249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F1_main_prauc_1665">
            <a:extLst>
              <a:ext uri="{FF2B5EF4-FFF2-40B4-BE49-F238E27FC236}">
                <a16:creationId xmlns:a16="http://schemas.microsoft.com/office/drawing/2014/main" id="{75335807-7CAB-4AB8-A27D-DA64220B6E20}"/>
              </a:ext>
            </a:extLst>
          </p:cNvPr>
          <p:cNvSpPr>
            <a:spLocks noGrp="1"/>
          </p:cNvSpPr>
          <p:nvPr/>
        </p:nvSpPr>
        <p:spPr>
          <a:xfrm>
            <a:off x="67082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F1_main_prauc_1666">
            <a:extLst>
              <a:ext uri="{FF2B5EF4-FFF2-40B4-BE49-F238E27FC236}">
                <a16:creationId xmlns:a16="http://schemas.microsoft.com/office/drawing/2014/main" id="{8064F72A-94E7-43E4-B131-F7FA48E7867D}"/>
              </a:ext>
            </a:extLst>
          </p:cNvPr>
          <p:cNvSpPr>
            <a:spLocks noGrp="1"/>
          </p:cNvSpPr>
          <p:nvPr/>
        </p:nvSpPr>
        <p:spPr>
          <a:xfrm>
            <a:off x="65040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F1_main_prauc_1667">
            <a:extLst>
              <a:ext uri="{FF2B5EF4-FFF2-40B4-BE49-F238E27FC236}">
                <a16:creationId xmlns:a16="http://schemas.microsoft.com/office/drawing/2014/main" id="{45985DA7-A991-465F-B00C-1A68BFC66F7E}"/>
              </a:ext>
            </a:extLst>
          </p:cNvPr>
          <p:cNvSpPr>
            <a:spLocks noGrp="1"/>
          </p:cNvSpPr>
          <p:nvPr/>
        </p:nvSpPr>
        <p:spPr>
          <a:xfrm>
            <a:off x="664801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F1_main_prauc_1668">
            <a:extLst>
              <a:ext uri="{FF2B5EF4-FFF2-40B4-BE49-F238E27FC236}">
                <a16:creationId xmlns:a16="http://schemas.microsoft.com/office/drawing/2014/main" id="{14BB9DC1-EDBA-43EC-9253-C42641FD0742}"/>
              </a:ext>
            </a:extLst>
          </p:cNvPr>
          <p:cNvSpPr>
            <a:spLocks noGrp="1"/>
          </p:cNvSpPr>
          <p:nvPr/>
        </p:nvSpPr>
        <p:spPr>
          <a:xfrm>
            <a:off x="6528465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F1_main_prauc_1669">
            <a:extLst>
              <a:ext uri="{FF2B5EF4-FFF2-40B4-BE49-F238E27FC236}">
                <a16:creationId xmlns:a16="http://schemas.microsoft.com/office/drawing/2014/main" id="{00811172-5DB9-44CF-BD3A-33138B1F1E16}"/>
              </a:ext>
            </a:extLst>
          </p:cNvPr>
          <p:cNvSpPr>
            <a:spLocks noGrp="1"/>
          </p:cNvSpPr>
          <p:nvPr/>
        </p:nvSpPr>
        <p:spPr>
          <a:xfrm>
            <a:off x="65570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F1_main_prauc_1670">
            <a:extLst>
              <a:ext uri="{FF2B5EF4-FFF2-40B4-BE49-F238E27FC236}">
                <a16:creationId xmlns:a16="http://schemas.microsoft.com/office/drawing/2014/main" id="{659A67F1-F3ED-43BC-8ECE-5B15E547A3D8}"/>
              </a:ext>
            </a:extLst>
          </p:cNvPr>
          <p:cNvSpPr>
            <a:spLocks noGrp="1"/>
          </p:cNvSpPr>
          <p:nvPr/>
        </p:nvSpPr>
        <p:spPr>
          <a:xfrm>
            <a:off x="64896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F1_main_prauc_1671">
            <a:extLst>
              <a:ext uri="{FF2B5EF4-FFF2-40B4-BE49-F238E27FC236}">
                <a16:creationId xmlns:a16="http://schemas.microsoft.com/office/drawing/2014/main" id="{E0E46EF5-0944-4039-9E67-15875C3691B7}"/>
              </a:ext>
            </a:extLst>
          </p:cNvPr>
          <p:cNvSpPr>
            <a:spLocks noGrp="1"/>
          </p:cNvSpPr>
          <p:nvPr/>
        </p:nvSpPr>
        <p:spPr>
          <a:xfrm>
            <a:off x="811009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F1_main_prauc_1672">
            <a:extLst>
              <a:ext uri="{FF2B5EF4-FFF2-40B4-BE49-F238E27FC236}">
                <a16:creationId xmlns:a16="http://schemas.microsoft.com/office/drawing/2014/main" id="{BFF7F5EF-8269-4228-A739-118813141098}"/>
              </a:ext>
            </a:extLst>
          </p:cNvPr>
          <p:cNvSpPr>
            <a:spLocks noGrp="1"/>
          </p:cNvSpPr>
          <p:nvPr/>
        </p:nvSpPr>
        <p:spPr>
          <a:xfrm>
            <a:off x="8275988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F1_main_prauc_1673">
            <a:extLst>
              <a:ext uri="{FF2B5EF4-FFF2-40B4-BE49-F238E27FC236}">
                <a16:creationId xmlns:a16="http://schemas.microsoft.com/office/drawing/2014/main" id="{FEB84B37-7DE6-42F3-99FB-46ECCE7EC706}"/>
              </a:ext>
            </a:extLst>
          </p:cNvPr>
          <p:cNvSpPr>
            <a:spLocks noGrp="1"/>
          </p:cNvSpPr>
          <p:nvPr/>
        </p:nvSpPr>
        <p:spPr>
          <a:xfrm>
            <a:off x="82295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F1_main_prauc_1674">
            <a:extLst>
              <a:ext uri="{FF2B5EF4-FFF2-40B4-BE49-F238E27FC236}">
                <a16:creationId xmlns:a16="http://schemas.microsoft.com/office/drawing/2014/main" id="{3DF5C5C3-899D-4030-A4B0-A2E38299B21A}"/>
              </a:ext>
            </a:extLst>
          </p:cNvPr>
          <p:cNvSpPr>
            <a:spLocks noGrp="1"/>
          </p:cNvSpPr>
          <p:nvPr/>
        </p:nvSpPr>
        <p:spPr>
          <a:xfrm>
            <a:off x="812447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F1_main_prauc_1675">
            <a:extLst>
              <a:ext uri="{FF2B5EF4-FFF2-40B4-BE49-F238E27FC236}">
                <a16:creationId xmlns:a16="http://schemas.microsoft.com/office/drawing/2014/main" id="{F881491B-705F-4AFE-A6D2-F991BB02440C}"/>
              </a:ext>
            </a:extLst>
          </p:cNvPr>
          <p:cNvSpPr>
            <a:spLocks noGrp="1"/>
          </p:cNvSpPr>
          <p:nvPr/>
        </p:nvSpPr>
        <p:spPr>
          <a:xfrm>
            <a:off x="8073309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F1_main_prauc_1676">
            <a:extLst>
              <a:ext uri="{FF2B5EF4-FFF2-40B4-BE49-F238E27FC236}">
                <a16:creationId xmlns:a16="http://schemas.microsoft.com/office/drawing/2014/main" id="{CC7E624A-EC51-4C3C-AC1E-CB330D68EB2C}"/>
              </a:ext>
            </a:extLst>
          </p:cNvPr>
          <p:cNvSpPr>
            <a:spLocks noGrp="1"/>
          </p:cNvSpPr>
          <p:nvPr/>
        </p:nvSpPr>
        <p:spPr>
          <a:xfrm>
            <a:off x="810431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F1_main_prauc_1677">
            <a:extLst>
              <a:ext uri="{FF2B5EF4-FFF2-40B4-BE49-F238E27FC236}">
                <a16:creationId xmlns:a16="http://schemas.microsoft.com/office/drawing/2014/main" id="{27DDF31C-4424-40B9-9537-0D82D4AC8F90}"/>
              </a:ext>
            </a:extLst>
          </p:cNvPr>
          <p:cNvSpPr>
            <a:spLocks noGrp="1"/>
          </p:cNvSpPr>
          <p:nvPr/>
        </p:nvSpPr>
        <p:spPr>
          <a:xfrm>
            <a:off x="80675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F1_main_prauc_1678">
            <a:extLst>
              <a:ext uri="{FF2B5EF4-FFF2-40B4-BE49-F238E27FC236}">
                <a16:creationId xmlns:a16="http://schemas.microsoft.com/office/drawing/2014/main" id="{10454B44-F7DC-4C82-AC04-6C659E6A1293}"/>
              </a:ext>
            </a:extLst>
          </p:cNvPr>
          <p:cNvSpPr>
            <a:spLocks noGrp="1"/>
          </p:cNvSpPr>
          <p:nvPr/>
        </p:nvSpPr>
        <p:spPr>
          <a:xfrm>
            <a:off x="80879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F1_main_prauc_1679">
            <a:extLst>
              <a:ext uri="{FF2B5EF4-FFF2-40B4-BE49-F238E27FC236}">
                <a16:creationId xmlns:a16="http://schemas.microsoft.com/office/drawing/2014/main" id="{A0776D32-28C5-44A3-987A-555D119409BE}"/>
              </a:ext>
            </a:extLst>
          </p:cNvPr>
          <p:cNvSpPr>
            <a:spLocks noGrp="1"/>
          </p:cNvSpPr>
          <p:nvPr/>
        </p:nvSpPr>
        <p:spPr>
          <a:xfrm>
            <a:off x="8240385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F1_main_prauc_1680">
            <a:extLst>
              <a:ext uri="{FF2B5EF4-FFF2-40B4-BE49-F238E27FC236}">
                <a16:creationId xmlns:a16="http://schemas.microsoft.com/office/drawing/2014/main" id="{91A517FD-52A6-40B2-AD2B-21439E9285A4}"/>
              </a:ext>
            </a:extLst>
          </p:cNvPr>
          <p:cNvSpPr>
            <a:spLocks noGrp="1"/>
          </p:cNvSpPr>
          <p:nvPr/>
        </p:nvSpPr>
        <p:spPr>
          <a:xfrm>
            <a:off x="82112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F1_main_prauc_1681">
            <a:extLst>
              <a:ext uri="{FF2B5EF4-FFF2-40B4-BE49-F238E27FC236}">
                <a16:creationId xmlns:a16="http://schemas.microsoft.com/office/drawing/2014/main" id="{E67EB811-ADB4-4954-874D-5B8899D16732}"/>
              </a:ext>
            </a:extLst>
          </p:cNvPr>
          <p:cNvSpPr>
            <a:spLocks noGrp="1"/>
          </p:cNvSpPr>
          <p:nvPr/>
        </p:nvSpPr>
        <p:spPr>
          <a:xfrm>
            <a:off x="8268844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F1_main_prauc_1682">
            <a:extLst>
              <a:ext uri="{FF2B5EF4-FFF2-40B4-BE49-F238E27FC236}">
                <a16:creationId xmlns:a16="http://schemas.microsoft.com/office/drawing/2014/main" id="{4D9C30EF-8112-4240-B468-3FCA2138FC3F}"/>
              </a:ext>
            </a:extLst>
          </p:cNvPr>
          <p:cNvSpPr>
            <a:spLocks noGrp="1"/>
          </p:cNvSpPr>
          <p:nvPr/>
        </p:nvSpPr>
        <p:spPr>
          <a:xfrm>
            <a:off x="8124276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F1_main_prauc_1683">
            <a:extLst>
              <a:ext uri="{FF2B5EF4-FFF2-40B4-BE49-F238E27FC236}">
                <a16:creationId xmlns:a16="http://schemas.microsoft.com/office/drawing/2014/main" id="{05582F4F-E042-4478-A6FA-DE50922ADD70}"/>
              </a:ext>
            </a:extLst>
          </p:cNvPr>
          <p:cNvSpPr>
            <a:spLocks noGrp="1"/>
          </p:cNvSpPr>
          <p:nvPr/>
        </p:nvSpPr>
        <p:spPr>
          <a:xfrm>
            <a:off x="8107296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F1_main_prauc_1684">
            <a:extLst>
              <a:ext uri="{FF2B5EF4-FFF2-40B4-BE49-F238E27FC236}">
                <a16:creationId xmlns:a16="http://schemas.microsoft.com/office/drawing/2014/main" id="{9847D620-F835-4C08-863A-AFEE4C6B0507}"/>
              </a:ext>
            </a:extLst>
          </p:cNvPr>
          <p:cNvSpPr>
            <a:spLocks noGrp="1"/>
          </p:cNvSpPr>
          <p:nvPr/>
        </p:nvSpPr>
        <p:spPr>
          <a:xfrm>
            <a:off x="829957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F1_main_prauc_1685">
            <a:extLst>
              <a:ext uri="{FF2B5EF4-FFF2-40B4-BE49-F238E27FC236}">
                <a16:creationId xmlns:a16="http://schemas.microsoft.com/office/drawing/2014/main" id="{DF1D56CD-7FAD-4BBE-809E-D2C3E931AFF3}"/>
              </a:ext>
            </a:extLst>
          </p:cNvPr>
          <p:cNvSpPr>
            <a:spLocks noGrp="1"/>
          </p:cNvSpPr>
          <p:nvPr/>
        </p:nvSpPr>
        <p:spPr>
          <a:xfrm>
            <a:off x="82954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F1_main_prauc_1686">
            <a:extLst>
              <a:ext uri="{FF2B5EF4-FFF2-40B4-BE49-F238E27FC236}">
                <a16:creationId xmlns:a16="http://schemas.microsoft.com/office/drawing/2014/main" id="{05140611-8485-4900-A579-68EEB86C99FE}"/>
              </a:ext>
            </a:extLst>
          </p:cNvPr>
          <p:cNvSpPr>
            <a:spLocks noGrp="1"/>
          </p:cNvSpPr>
          <p:nvPr/>
        </p:nvSpPr>
        <p:spPr>
          <a:xfrm>
            <a:off x="809216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F1_main_prauc_1687">
            <a:extLst>
              <a:ext uri="{FF2B5EF4-FFF2-40B4-BE49-F238E27FC236}">
                <a16:creationId xmlns:a16="http://schemas.microsoft.com/office/drawing/2014/main" id="{8E2AA01E-7993-4143-B4B0-FB2650B454E2}"/>
              </a:ext>
            </a:extLst>
          </p:cNvPr>
          <p:cNvSpPr>
            <a:spLocks noGrp="1"/>
          </p:cNvSpPr>
          <p:nvPr/>
        </p:nvSpPr>
        <p:spPr>
          <a:xfrm>
            <a:off x="82596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F1_main_prauc_1688">
            <a:extLst>
              <a:ext uri="{FF2B5EF4-FFF2-40B4-BE49-F238E27FC236}">
                <a16:creationId xmlns:a16="http://schemas.microsoft.com/office/drawing/2014/main" id="{99A624E1-71D9-408A-B385-69B7ABAEDC5D}"/>
              </a:ext>
            </a:extLst>
          </p:cNvPr>
          <p:cNvSpPr>
            <a:spLocks noGrp="1"/>
          </p:cNvSpPr>
          <p:nvPr/>
        </p:nvSpPr>
        <p:spPr>
          <a:xfrm>
            <a:off x="81467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F1_main_prauc_1689">
            <a:extLst>
              <a:ext uri="{FF2B5EF4-FFF2-40B4-BE49-F238E27FC236}">
                <a16:creationId xmlns:a16="http://schemas.microsoft.com/office/drawing/2014/main" id="{03974551-3214-4EDC-8F28-62712C7E1CDF}"/>
              </a:ext>
            </a:extLst>
          </p:cNvPr>
          <p:cNvSpPr>
            <a:spLocks noGrp="1"/>
          </p:cNvSpPr>
          <p:nvPr/>
        </p:nvSpPr>
        <p:spPr>
          <a:xfrm>
            <a:off x="81765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F1_main_prauc_1690">
            <a:extLst>
              <a:ext uri="{FF2B5EF4-FFF2-40B4-BE49-F238E27FC236}">
                <a16:creationId xmlns:a16="http://schemas.microsoft.com/office/drawing/2014/main" id="{81A8B336-1E4D-42CD-B8CD-492C5AC2E253}"/>
              </a:ext>
            </a:extLst>
          </p:cNvPr>
          <p:cNvSpPr>
            <a:spLocks noGrp="1"/>
          </p:cNvSpPr>
          <p:nvPr/>
        </p:nvSpPr>
        <p:spPr>
          <a:xfrm>
            <a:off x="8239979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F1_main_prauc_1691">
            <a:extLst>
              <a:ext uri="{FF2B5EF4-FFF2-40B4-BE49-F238E27FC236}">
                <a16:creationId xmlns:a16="http://schemas.microsoft.com/office/drawing/2014/main" id="{60151CB1-1D91-4101-A04F-3CC52738D582}"/>
              </a:ext>
            </a:extLst>
          </p:cNvPr>
          <p:cNvSpPr>
            <a:spLocks noGrp="1"/>
          </p:cNvSpPr>
          <p:nvPr/>
        </p:nvSpPr>
        <p:spPr>
          <a:xfrm>
            <a:off x="831128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F1_main_prauc_1692">
            <a:extLst>
              <a:ext uri="{FF2B5EF4-FFF2-40B4-BE49-F238E27FC236}">
                <a16:creationId xmlns:a16="http://schemas.microsoft.com/office/drawing/2014/main" id="{CAE2ABF8-B815-4ED0-8D84-959F639DED71}"/>
              </a:ext>
            </a:extLst>
          </p:cNvPr>
          <p:cNvSpPr>
            <a:spLocks noGrp="1"/>
          </p:cNvSpPr>
          <p:nvPr/>
        </p:nvSpPr>
        <p:spPr>
          <a:xfrm>
            <a:off x="80984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F1_main_prauc_1693">
            <a:extLst>
              <a:ext uri="{FF2B5EF4-FFF2-40B4-BE49-F238E27FC236}">
                <a16:creationId xmlns:a16="http://schemas.microsoft.com/office/drawing/2014/main" id="{7E23C581-DB65-4951-9497-622545757868}"/>
              </a:ext>
            </a:extLst>
          </p:cNvPr>
          <p:cNvSpPr>
            <a:spLocks noGrp="1"/>
          </p:cNvSpPr>
          <p:nvPr/>
        </p:nvSpPr>
        <p:spPr>
          <a:xfrm>
            <a:off x="8227486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F1_main_prauc_1694">
            <a:extLst>
              <a:ext uri="{FF2B5EF4-FFF2-40B4-BE49-F238E27FC236}">
                <a16:creationId xmlns:a16="http://schemas.microsoft.com/office/drawing/2014/main" id="{640B3524-1CD6-4118-AA3C-F2D7E85805C5}"/>
              </a:ext>
            </a:extLst>
          </p:cNvPr>
          <p:cNvSpPr>
            <a:spLocks noGrp="1"/>
          </p:cNvSpPr>
          <p:nvPr/>
        </p:nvSpPr>
        <p:spPr>
          <a:xfrm>
            <a:off x="8157697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F1_main_prauc_1695">
            <a:extLst>
              <a:ext uri="{FF2B5EF4-FFF2-40B4-BE49-F238E27FC236}">
                <a16:creationId xmlns:a16="http://schemas.microsoft.com/office/drawing/2014/main" id="{968FF260-2CB9-4220-9724-8EAB57BF77F2}"/>
              </a:ext>
            </a:extLst>
          </p:cNvPr>
          <p:cNvSpPr>
            <a:spLocks noGrp="1"/>
          </p:cNvSpPr>
          <p:nvPr/>
        </p:nvSpPr>
        <p:spPr>
          <a:xfrm>
            <a:off x="818427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F1_main_prauc_1696">
            <a:extLst>
              <a:ext uri="{FF2B5EF4-FFF2-40B4-BE49-F238E27FC236}">
                <a16:creationId xmlns:a16="http://schemas.microsoft.com/office/drawing/2014/main" id="{78212BA6-4DF5-454F-A2FE-2804212EFF09}"/>
              </a:ext>
            </a:extLst>
          </p:cNvPr>
          <p:cNvSpPr>
            <a:spLocks noGrp="1"/>
          </p:cNvSpPr>
          <p:nvPr/>
        </p:nvSpPr>
        <p:spPr>
          <a:xfrm>
            <a:off x="80876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F1_main_prauc_1697">
            <a:extLst>
              <a:ext uri="{FF2B5EF4-FFF2-40B4-BE49-F238E27FC236}">
                <a16:creationId xmlns:a16="http://schemas.microsoft.com/office/drawing/2014/main" id="{74E77BDA-526D-4C66-889D-A54179F6991D}"/>
              </a:ext>
            </a:extLst>
          </p:cNvPr>
          <p:cNvSpPr>
            <a:spLocks noGrp="1"/>
          </p:cNvSpPr>
          <p:nvPr/>
        </p:nvSpPr>
        <p:spPr>
          <a:xfrm>
            <a:off x="83121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F1_main_prauc_1698">
            <a:extLst>
              <a:ext uri="{FF2B5EF4-FFF2-40B4-BE49-F238E27FC236}">
                <a16:creationId xmlns:a16="http://schemas.microsoft.com/office/drawing/2014/main" id="{F916CFC6-DBDC-4EEB-A522-9F0FB2A378BF}"/>
              </a:ext>
            </a:extLst>
          </p:cNvPr>
          <p:cNvSpPr>
            <a:spLocks noGrp="1"/>
          </p:cNvSpPr>
          <p:nvPr/>
        </p:nvSpPr>
        <p:spPr>
          <a:xfrm>
            <a:off x="8064169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F1_main_prauc_1699">
            <a:extLst>
              <a:ext uri="{FF2B5EF4-FFF2-40B4-BE49-F238E27FC236}">
                <a16:creationId xmlns:a16="http://schemas.microsoft.com/office/drawing/2014/main" id="{0DB7A507-0833-443E-80FF-E9E3C68D4391}"/>
              </a:ext>
            </a:extLst>
          </p:cNvPr>
          <p:cNvSpPr>
            <a:spLocks noGrp="1"/>
          </p:cNvSpPr>
          <p:nvPr/>
        </p:nvSpPr>
        <p:spPr>
          <a:xfrm>
            <a:off x="8173399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F1_main_prauc_1700">
            <a:extLst>
              <a:ext uri="{FF2B5EF4-FFF2-40B4-BE49-F238E27FC236}">
                <a16:creationId xmlns:a16="http://schemas.microsoft.com/office/drawing/2014/main" id="{1C26D647-355A-48AD-A8AE-4AAC6AB7F7FD}"/>
              </a:ext>
            </a:extLst>
          </p:cNvPr>
          <p:cNvSpPr>
            <a:spLocks noGrp="1"/>
          </p:cNvSpPr>
          <p:nvPr/>
        </p:nvSpPr>
        <p:spPr>
          <a:xfrm>
            <a:off x="81897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F1_main_prauc_1701">
            <a:extLst>
              <a:ext uri="{FF2B5EF4-FFF2-40B4-BE49-F238E27FC236}">
                <a16:creationId xmlns:a16="http://schemas.microsoft.com/office/drawing/2014/main" id="{080D7E86-79F8-4A5D-99A4-AF18C1E9856B}"/>
              </a:ext>
            </a:extLst>
          </p:cNvPr>
          <p:cNvSpPr>
            <a:spLocks noGrp="1"/>
          </p:cNvSpPr>
          <p:nvPr/>
        </p:nvSpPr>
        <p:spPr>
          <a:xfrm>
            <a:off x="81005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F1_main_prauc_1702">
            <a:extLst>
              <a:ext uri="{FF2B5EF4-FFF2-40B4-BE49-F238E27FC236}">
                <a16:creationId xmlns:a16="http://schemas.microsoft.com/office/drawing/2014/main" id="{B9F534A6-6CFC-43C4-9F08-908120FF2ADA}"/>
              </a:ext>
            </a:extLst>
          </p:cNvPr>
          <p:cNvSpPr>
            <a:spLocks noGrp="1"/>
          </p:cNvSpPr>
          <p:nvPr/>
        </p:nvSpPr>
        <p:spPr>
          <a:xfrm>
            <a:off x="8147888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F1_main_prauc_1703">
            <a:extLst>
              <a:ext uri="{FF2B5EF4-FFF2-40B4-BE49-F238E27FC236}">
                <a16:creationId xmlns:a16="http://schemas.microsoft.com/office/drawing/2014/main" id="{2C6FCBC9-C67F-4B2E-963E-7017979A869F}"/>
              </a:ext>
            </a:extLst>
          </p:cNvPr>
          <p:cNvSpPr>
            <a:spLocks noGrp="1"/>
          </p:cNvSpPr>
          <p:nvPr/>
        </p:nvSpPr>
        <p:spPr>
          <a:xfrm>
            <a:off x="81764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F1_main_prauc_1704">
            <a:extLst>
              <a:ext uri="{FF2B5EF4-FFF2-40B4-BE49-F238E27FC236}">
                <a16:creationId xmlns:a16="http://schemas.microsoft.com/office/drawing/2014/main" id="{FF00954C-2550-44A2-BDA7-E8CABC1CB052}"/>
              </a:ext>
            </a:extLst>
          </p:cNvPr>
          <p:cNvSpPr>
            <a:spLocks noGrp="1"/>
          </p:cNvSpPr>
          <p:nvPr/>
        </p:nvSpPr>
        <p:spPr>
          <a:xfrm>
            <a:off x="826698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F1_main_prauc_1705">
            <a:extLst>
              <a:ext uri="{FF2B5EF4-FFF2-40B4-BE49-F238E27FC236}">
                <a16:creationId xmlns:a16="http://schemas.microsoft.com/office/drawing/2014/main" id="{AE973693-9874-469B-B1E2-6F447E1D3C86}"/>
              </a:ext>
            </a:extLst>
          </p:cNvPr>
          <p:cNvSpPr>
            <a:spLocks noGrp="1"/>
          </p:cNvSpPr>
          <p:nvPr/>
        </p:nvSpPr>
        <p:spPr>
          <a:xfrm>
            <a:off x="8270441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F1_main_prauc_1706">
            <a:extLst>
              <a:ext uri="{FF2B5EF4-FFF2-40B4-BE49-F238E27FC236}">
                <a16:creationId xmlns:a16="http://schemas.microsoft.com/office/drawing/2014/main" id="{2846806F-BF59-4025-93E7-0A126B466D8E}"/>
              </a:ext>
            </a:extLst>
          </p:cNvPr>
          <p:cNvSpPr>
            <a:spLocks noGrp="1"/>
          </p:cNvSpPr>
          <p:nvPr/>
        </p:nvSpPr>
        <p:spPr>
          <a:xfrm>
            <a:off x="80690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F1_main_prauc_1707">
            <a:extLst>
              <a:ext uri="{FF2B5EF4-FFF2-40B4-BE49-F238E27FC236}">
                <a16:creationId xmlns:a16="http://schemas.microsoft.com/office/drawing/2014/main" id="{D313B6EB-49DC-4FC1-A7E7-F44404639EE3}"/>
              </a:ext>
            </a:extLst>
          </p:cNvPr>
          <p:cNvSpPr>
            <a:spLocks noGrp="1"/>
          </p:cNvSpPr>
          <p:nvPr/>
        </p:nvSpPr>
        <p:spPr>
          <a:xfrm>
            <a:off x="81397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F1_main_prauc_1708">
            <a:extLst>
              <a:ext uri="{FF2B5EF4-FFF2-40B4-BE49-F238E27FC236}">
                <a16:creationId xmlns:a16="http://schemas.microsoft.com/office/drawing/2014/main" id="{D9082A38-39A2-43DB-A7D5-F1DB783F1C6A}"/>
              </a:ext>
            </a:extLst>
          </p:cNvPr>
          <p:cNvSpPr>
            <a:spLocks noGrp="1"/>
          </p:cNvSpPr>
          <p:nvPr/>
        </p:nvSpPr>
        <p:spPr>
          <a:xfrm>
            <a:off x="81250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F1_main_prauc_1709">
            <a:extLst>
              <a:ext uri="{FF2B5EF4-FFF2-40B4-BE49-F238E27FC236}">
                <a16:creationId xmlns:a16="http://schemas.microsoft.com/office/drawing/2014/main" id="{54013461-C7B5-4EF5-AB93-99CE3981EF6A}"/>
              </a:ext>
            </a:extLst>
          </p:cNvPr>
          <p:cNvSpPr>
            <a:spLocks noGrp="1"/>
          </p:cNvSpPr>
          <p:nvPr/>
        </p:nvSpPr>
        <p:spPr>
          <a:xfrm>
            <a:off x="82709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F1_main_prauc_1710">
            <a:extLst>
              <a:ext uri="{FF2B5EF4-FFF2-40B4-BE49-F238E27FC236}">
                <a16:creationId xmlns:a16="http://schemas.microsoft.com/office/drawing/2014/main" id="{7D6D6C9F-B78D-425A-AD13-DCCF5AC03E1F}"/>
              </a:ext>
            </a:extLst>
          </p:cNvPr>
          <p:cNvSpPr>
            <a:spLocks noGrp="1"/>
          </p:cNvSpPr>
          <p:nvPr/>
        </p:nvSpPr>
        <p:spPr>
          <a:xfrm>
            <a:off x="8108703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F1_main_prauc_1711">
            <a:extLst>
              <a:ext uri="{FF2B5EF4-FFF2-40B4-BE49-F238E27FC236}">
                <a16:creationId xmlns:a16="http://schemas.microsoft.com/office/drawing/2014/main" id="{AE01E563-4E31-4865-8091-7405E5C2B7E4}"/>
              </a:ext>
            </a:extLst>
          </p:cNvPr>
          <p:cNvSpPr>
            <a:spLocks noGrp="1"/>
          </p:cNvSpPr>
          <p:nvPr/>
        </p:nvSpPr>
        <p:spPr>
          <a:xfrm>
            <a:off x="8141533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F1_main_prauc_1712">
            <a:extLst>
              <a:ext uri="{FF2B5EF4-FFF2-40B4-BE49-F238E27FC236}">
                <a16:creationId xmlns:a16="http://schemas.microsoft.com/office/drawing/2014/main" id="{8C8EBB57-8386-43C3-AFA2-307C2D41F3E6}"/>
              </a:ext>
            </a:extLst>
          </p:cNvPr>
          <p:cNvSpPr>
            <a:spLocks noGrp="1"/>
          </p:cNvSpPr>
          <p:nvPr/>
        </p:nvSpPr>
        <p:spPr>
          <a:xfrm>
            <a:off x="808268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F1_main_prauc_1713">
            <a:extLst>
              <a:ext uri="{FF2B5EF4-FFF2-40B4-BE49-F238E27FC236}">
                <a16:creationId xmlns:a16="http://schemas.microsoft.com/office/drawing/2014/main" id="{2AF6ADA6-9AB1-4DC5-942A-BBCC9D5FC807}"/>
              </a:ext>
            </a:extLst>
          </p:cNvPr>
          <p:cNvSpPr>
            <a:spLocks noGrp="1"/>
          </p:cNvSpPr>
          <p:nvPr/>
        </p:nvSpPr>
        <p:spPr>
          <a:xfrm>
            <a:off x="82452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F1_main_prauc_1714">
            <a:extLst>
              <a:ext uri="{FF2B5EF4-FFF2-40B4-BE49-F238E27FC236}">
                <a16:creationId xmlns:a16="http://schemas.microsoft.com/office/drawing/2014/main" id="{795C7444-5887-4765-BF3F-4E3E5B02E161}"/>
              </a:ext>
            </a:extLst>
          </p:cNvPr>
          <p:cNvSpPr>
            <a:spLocks noGrp="1"/>
          </p:cNvSpPr>
          <p:nvPr/>
        </p:nvSpPr>
        <p:spPr>
          <a:xfrm>
            <a:off x="812246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F1_main_prauc_1715">
            <a:extLst>
              <a:ext uri="{FF2B5EF4-FFF2-40B4-BE49-F238E27FC236}">
                <a16:creationId xmlns:a16="http://schemas.microsoft.com/office/drawing/2014/main" id="{667F4A12-6BCD-4D2A-84E8-AD8026673129}"/>
              </a:ext>
            </a:extLst>
          </p:cNvPr>
          <p:cNvSpPr>
            <a:spLocks noGrp="1"/>
          </p:cNvSpPr>
          <p:nvPr/>
        </p:nvSpPr>
        <p:spPr>
          <a:xfrm>
            <a:off x="814174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F1_main_prauc_1716">
            <a:extLst>
              <a:ext uri="{FF2B5EF4-FFF2-40B4-BE49-F238E27FC236}">
                <a16:creationId xmlns:a16="http://schemas.microsoft.com/office/drawing/2014/main" id="{D877CB08-2E46-4B44-BD5C-2447903CE75F}"/>
              </a:ext>
            </a:extLst>
          </p:cNvPr>
          <p:cNvSpPr>
            <a:spLocks noGrp="1"/>
          </p:cNvSpPr>
          <p:nvPr/>
        </p:nvSpPr>
        <p:spPr>
          <a:xfrm>
            <a:off x="8269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F1_main_prauc_1717">
            <a:extLst>
              <a:ext uri="{FF2B5EF4-FFF2-40B4-BE49-F238E27FC236}">
                <a16:creationId xmlns:a16="http://schemas.microsoft.com/office/drawing/2014/main" id="{360D33B5-B0E1-4239-A028-D83F773D5071}"/>
              </a:ext>
            </a:extLst>
          </p:cNvPr>
          <p:cNvSpPr>
            <a:spLocks noGrp="1"/>
          </p:cNvSpPr>
          <p:nvPr/>
        </p:nvSpPr>
        <p:spPr>
          <a:xfrm>
            <a:off x="8253975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F1_main_prauc_1718">
            <a:extLst>
              <a:ext uri="{FF2B5EF4-FFF2-40B4-BE49-F238E27FC236}">
                <a16:creationId xmlns:a16="http://schemas.microsoft.com/office/drawing/2014/main" id="{15E44A51-A334-47B0-B087-03503911668A}"/>
              </a:ext>
            </a:extLst>
          </p:cNvPr>
          <p:cNvSpPr>
            <a:spLocks noGrp="1"/>
          </p:cNvSpPr>
          <p:nvPr/>
        </p:nvSpPr>
        <p:spPr>
          <a:xfrm>
            <a:off x="83130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F1_main_prauc_1719">
            <a:extLst>
              <a:ext uri="{FF2B5EF4-FFF2-40B4-BE49-F238E27FC236}">
                <a16:creationId xmlns:a16="http://schemas.microsoft.com/office/drawing/2014/main" id="{83EFC26B-FBD6-4E99-9048-682FB37D174A}"/>
              </a:ext>
            </a:extLst>
          </p:cNvPr>
          <p:cNvSpPr>
            <a:spLocks noGrp="1"/>
          </p:cNvSpPr>
          <p:nvPr/>
        </p:nvSpPr>
        <p:spPr>
          <a:xfrm>
            <a:off x="827497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F1_main_prauc_1720">
            <a:extLst>
              <a:ext uri="{FF2B5EF4-FFF2-40B4-BE49-F238E27FC236}">
                <a16:creationId xmlns:a16="http://schemas.microsoft.com/office/drawing/2014/main" id="{374CB370-05C9-4AFE-A800-6D4EF9D830D9}"/>
              </a:ext>
            </a:extLst>
          </p:cNvPr>
          <p:cNvSpPr>
            <a:spLocks noGrp="1"/>
          </p:cNvSpPr>
          <p:nvPr/>
        </p:nvSpPr>
        <p:spPr>
          <a:xfrm>
            <a:off x="814643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F1_main_prauc_1721">
            <a:extLst>
              <a:ext uri="{FF2B5EF4-FFF2-40B4-BE49-F238E27FC236}">
                <a16:creationId xmlns:a16="http://schemas.microsoft.com/office/drawing/2014/main" id="{49660B52-C493-411E-BC9F-1E22B89412E4}"/>
              </a:ext>
            </a:extLst>
          </p:cNvPr>
          <p:cNvSpPr>
            <a:spLocks noGrp="1"/>
          </p:cNvSpPr>
          <p:nvPr/>
        </p:nvSpPr>
        <p:spPr>
          <a:xfrm>
            <a:off x="81978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F1_main_prauc_1722">
            <a:extLst>
              <a:ext uri="{FF2B5EF4-FFF2-40B4-BE49-F238E27FC236}">
                <a16:creationId xmlns:a16="http://schemas.microsoft.com/office/drawing/2014/main" id="{0CD1A19A-62BE-4CD7-9B97-19724BA00041}"/>
              </a:ext>
            </a:extLst>
          </p:cNvPr>
          <p:cNvSpPr>
            <a:spLocks noGrp="1"/>
          </p:cNvSpPr>
          <p:nvPr/>
        </p:nvSpPr>
        <p:spPr>
          <a:xfrm>
            <a:off x="80897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F1_main_prauc_1723">
            <a:extLst>
              <a:ext uri="{FF2B5EF4-FFF2-40B4-BE49-F238E27FC236}">
                <a16:creationId xmlns:a16="http://schemas.microsoft.com/office/drawing/2014/main" id="{94F8C7B2-4746-4779-AD9E-14512F8B8121}"/>
              </a:ext>
            </a:extLst>
          </p:cNvPr>
          <p:cNvSpPr>
            <a:spLocks noGrp="1"/>
          </p:cNvSpPr>
          <p:nvPr/>
        </p:nvSpPr>
        <p:spPr>
          <a:xfrm>
            <a:off x="8182832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F1_main_prauc_1724">
            <a:extLst>
              <a:ext uri="{FF2B5EF4-FFF2-40B4-BE49-F238E27FC236}">
                <a16:creationId xmlns:a16="http://schemas.microsoft.com/office/drawing/2014/main" id="{B1653425-21D7-4F4F-94DF-AADACA33433A}"/>
              </a:ext>
            </a:extLst>
          </p:cNvPr>
          <p:cNvSpPr>
            <a:spLocks noGrp="1"/>
          </p:cNvSpPr>
          <p:nvPr/>
        </p:nvSpPr>
        <p:spPr>
          <a:xfrm>
            <a:off x="8087907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F1_main_prauc_1725">
            <a:extLst>
              <a:ext uri="{FF2B5EF4-FFF2-40B4-BE49-F238E27FC236}">
                <a16:creationId xmlns:a16="http://schemas.microsoft.com/office/drawing/2014/main" id="{606E85C0-A0C8-457F-9BF8-58CB5B4DE127}"/>
              </a:ext>
            </a:extLst>
          </p:cNvPr>
          <p:cNvSpPr>
            <a:spLocks noGrp="1"/>
          </p:cNvSpPr>
          <p:nvPr/>
        </p:nvSpPr>
        <p:spPr>
          <a:xfrm>
            <a:off x="8132464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F1_main_prauc_1726">
            <a:extLst>
              <a:ext uri="{FF2B5EF4-FFF2-40B4-BE49-F238E27FC236}">
                <a16:creationId xmlns:a16="http://schemas.microsoft.com/office/drawing/2014/main" id="{59116721-3D71-4221-999A-F317BA89B7B3}"/>
              </a:ext>
            </a:extLst>
          </p:cNvPr>
          <p:cNvSpPr>
            <a:spLocks noGrp="1"/>
          </p:cNvSpPr>
          <p:nvPr/>
        </p:nvSpPr>
        <p:spPr>
          <a:xfrm>
            <a:off x="816205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F1_main_prauc_1727">
            <a:extLst>
              <a:ext uri="{FF2B5EF4-FFF2-40B4-BE49-F238E27FC236}">
                <a16:creationId xmlns:a16="http://schemas.microsoft.com/office/drawing/2014/main" id="{6599DBCB-87D4-417F-BF70-830DEC4F602F}"/>
              </a:ext>
            </a:extLst>
          </p:cNvPr>
          <p:cNvSpPr>
            <a:spLocks noGrp="1"/>
          </p:cNvSpPr>
          <p:nvPr/>
        </p:nvSpPr>
        <p:spPr>
          <a:xfrm>
            <a:off x="8268729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F1_main_prauc_1728">
            <a:extLst>
              <a:ext uri="{FF2B5EF4-FFF2-40B4-BE49-F238E27FC236}">
                <a16:creationId xmlns:a16="http://schemas.microsoft.com/office/drawing/2014/main" id="{4A369FED-E462-4383-9E78-B79A294DD7CC}"/>
              </a:ext>
            </a:extLst>
          </p:cNvPr>
          <p:cNvSpPr>
            <a:spLocks noGrp="1"/>
          </p:cNvSpPr>
          <p:nvPr/>
        </p:nvSpPr>
        <p:spPr>
          <a:xfrm>
            <a:off x="81562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F1_main_prauc_1729">
            <a:extLst>
              <a:ext uri="{FF2B5EF4-FFF2-40B4-BE49-F238E27FC236}">
                <a16:creationId xmlns:a16="http://schemas.microsoft.com/office/drawing/2014/main" id="{344757EC-B99B-4C98-9777-8C763987C49E}"/>
              </a:ext>
            </a:extLst>
          </p:cNvPr>
          <p:cNvSpPr>
            <a:spLocks noGrp="1"/>
          </p:cNvSpPr>
          <p:nvPr/>
        </p:nvSpPr>
        <p:spPr>
          <a:xfrm>
            <a:off x="8193011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F1_main_prauc_1730">
            <a:extLst>
              <a:ext uri="{FF2B5EF4-FFF2-40B4-BE49-F238E27FC236}">
                <a16:creationId xmlns:a16="http://schemas.microsoft.com/office/drawing/2014/main" id="{B890453F-C8BB-4E0C-99A4-1F777DCD5541}"/>
              </a:ext>
            </a:extLst>
          </p:cNvPr>
          <p:cNvSpPr>
            <a:spLocks noGrp="1"/>
          </p:cNvSpPr>
          <p:nvPr/>
        </p:nvSpPr>
        <p:spPr>
          <a:xfrm>
            <a:off x="815246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F1_main_prauc_1731">
            <a:extLst>
              <a:ext uri="{FF2B5EF4-FFF2-40B4-BE49-F238E27FC236}">
                <a16:creationId xmlns:a16="http://schemas.microsoft.com/office/drawing/2014/main" id="{102832AC-9F33-45C1-9696-5F806311677F}"/>
              </a:ext>
            </a:extLst>
          </p:cNvPr>
          <p:cNvSpPr>
            <a:spLocks noGrp="1"/>
          </p:cNvSpPr>
          <p:nvPr/>
        </p:nvSpPr>
        <p:spPr>
          <a:xfrm>
            <a:off x="8228721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F1_main_prauc_1732">
            <a:extLst>
              <a:ext uri="{FF2B5EF4-FFF2-40B4-BE49-F238E27FC236}">
                <a16:creationId xmlns:a16="http://schemas.microsoft.com/office/drawing/2014/main" id="{52CC2968-C521-47B6-995F-8CD0F70C9FE4}"/>
              </a:ext>
            </a:extLst>
          </p:cNvPr>
          <p:cNvSpPr>
            <a:spLocks noGrp="1"/>
          </p:cNvSpPr>
          <p:nvPr/>
        </p:nvSpPr>
        <p:spPr>
          <a:xfrm>
            <a:off x="815170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F1_main_prauc_1733">
            <a:extLst>
              <a:ext uri="{FF2B5EF4-FFF2-40B4-BE49-F238E27FC236}">
                <a16:creationId xmlns:a16="http://schemas.microsoft.com/office/drawing/2014/main" id="{31D5418A-4D82-4505-BB96-DA039E7B29DC}"/>
              </a:ext>
            </a:extLst>
          </p:cNvPr>
          <p:cNvSpPr>
            <a:spLocks noGrp="1"/>
          </p:cNvSpPr>
          <p:nvPr/>
        </p:nvSpPr>
        <p:spPr>
          <a:xfrm>
            <a:off x="82251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F1_main_prauc_1734">
            <a:extLst>
              <a:ext uri="{FF2B5EF4-FFF2-40B4-BE49-F238E27FC236}">
                <a16:creationId xmlns:a16="http://schemas.microsoft.com/office/drawing/2014/main" id="{8491748B-7C05-4E28-8D20-100E44C1956F}"/>
              </a:ext>
            </a:extLst>
          </p:cNvPr>
          <p:cNvSpPr>
            <a:spLocks noGrp="1"/>
          </p:cNvSpPr>
          <p:nvPr/>
        </p:nvSpPr>
        <p:spPr>
          <a:xfrm>
            <a:off x="8199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F1_main_prauc_1735">
            <a:extLst>
              <a:ext uri="{FF2B5EF4-FFF2-40B4-BE49-F238E27FC236}">
                <a16:creationId xmlns:a16="http://schemas.microsoft.com/office/drawing/2014/main" id="{BAFD5D2A-49EF-43CB-864D-E601415549EF}"/>
              </a:ext>
            </a:extLst>
          </p:cNvPr>
          <p:cNvSpPr>
            <a:spLocks noGrp="1"/>
          </p:cNvSpPr>
          <p:nvPr/>
        </p:nvSpPr>
        <p:spPr>
          <a:xfrm>
            <a:off x="82427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F1_main_prauc_1736">
            <a:extLst>
              <a:ext uri="{FF2B5EF4-FFF2-40B4-BE49-F238E27FC236}">
                <a16:creationId xmlns:a16="http://schemas.microsoft.com/office/drawing/2014/main" id="{7F6D0913-5CC9-451E-92EB-6B74013110C3}"/>
              </a:ext>
            </a:extLst>
          </p:cNvPr>
          <p:cNvSpPr>
            <a:spLocks noGrp="1"/>
          </p:cNvSpPr>
          <p:nvPr/>
        </p:nvSpPr>
        <p:spPr>
          <a:xfrm>
            <a:off x="8126293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F1_main_prauc_1737">
            <a:extLst>
              <a:ext uri="{FF2B5EF4-FFF2-40B4-BE49-F238E27FC236}">
                <a16:creationId xmlns:a16="http://schemas.microsoft.com/office/drawing/2014/main" id="{545955CD-867E-4678-8F40-084D4EB0458B}"/>
              </a:ext>
            </a:extLst>
          </p:cNvPr>
          <p:cNvSpPr>
            <a:spLocks noGrp="1"/>
          </p:cNvSpPr>
          <p:nvPr/>
        </p:nvSpPr>
        <p:spPr>
          <a:xfrm>
            <a:off x="8264316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F1_main_prauc_1738">
            <a:extLst>
              <a:ext uri="{FF2B5EF4-FFF2-40B4-BE49-F238E27FC236}">
                <a16:creationId xmlns:a16="http://schemas.microsoft.com/office/drawing/2014/main" id="{CEC5D8BF-5D76-4C65-8760-0039B2DE9009}"/>
              </a:ext>
            </a:extLst>
          </p:cNvPr>
          <p:cNvSpPr>
            <a:spLocks noGrp="1"/>
          </p:cNvSpPr>
          <p:nvPr/>
        </p:nvSpPr>
        <p:spPr>
          <a:xfrm>
            <a:off x="81416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F1_main_prauc_1739">
            <a:extLst>
              <a:ext uri="{FF2B5EF4-FFF2-40B4-BE49-F238E27FC236}">
                <a16:creationId xmlns:a16="http://schemas.microsoft.com/office/drawing/2014/main" id="{F52C596A-1A88-4971-82AF-D760E66D0FD0}"/>
              </a:ext>
            </a:extLst>
          </p:cNvPr>
          <p:cNvSpPr>
            <a:spLocks noGrp="1"/>
          </p:cNvSpPr>
          <p:nvPr/>
        </p:nvSpPr>
        <p:spPr>
          <a:xfrm>
            <a:off x="8181983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F1_main_prauc_1740">
            <a:extLst>
              <a:ext uri="{FF2B5EF4-FFF2-40B4-BE49-F238E27FC236}">
                <a16:creationId xmlns:a16="http://schemas.microsoft.com/office/drawing/2014/main" id="{5DB3BE9B-FD59-4500-867E-E0EF97BFCE84}"/>
              </a:ext>
            </a:extLst>
          </p:cNvPr>
          <p:cNvSpPr>
            <a:spLocks noGrp="1"/>
          </p:cNvSpPr>
          <p:nvPr/>
        </p:nvSpPr>
        <p:spPr>
          <a:xfrm>
            <a:off x="8095837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F1_main_prauc_1741">
            <a:extLst>
              <a:ext uri="{FF2B5EF4-FFF2-40B4-BE49-F238E27FC236}">
                <a16:creationId xmlns:a16="http://schemas.microsoft.com/office/drawing/2014/main" id="{7B626337-01D1-4DF4-9C13-7BB7FD7585A1}"/>
              </a:ext>
            </a:extLst>
          </p:cNvPr>
          <p:cNvSpPr>
            <a:spLocks noGrp="1"/>
          </p:cNvSpPr>
          <p:nvPr/>
        </p:nvSpPr>
        <p:spPr>
          <a:xfrm>
            <a:off x="811408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F1_main_prauc_1742">
            <a:extLst>
              <a:ext uri="{FF2B5EF4-FFF2-40B4-BE49-F238E27FC236}">
                <a16:creationId xmlns:a16="http://schemas.microsoft.com/office/drawing/2014/main" id="{B87143CA-B6DB-4043-A5E3-55E5C4477243}"/>
              </a:ext>
            </a:extLst>
          </p:cNvPr>
          <p:cNvSpPr>
            <a:spLocks noGrp="1"/>
          </p:cNvSpPr>
          <p:nvPr/>
        </p:nvSpPr>
        <p:spPr>
          <a:xfrm>
            <a:off x="8106559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F1_main_prauc_1743">
            <a:extLst>
              <a:ext uri="{FF2B5EF4-FFF2-40B4-BE49-F238E27FC236}">
                <a16:creationId xmlns:a16="http://schemas.microsoft.com/office/drawing/2014/main" id="{86563015-1F03-4749-BACC-D713760F9DA1}"/>
              </a:ext>
            </a:extLst>
          </p:cNvPr>
          <p:cNvSpPr>
            <a:spLocks noGrp="1"/>
          </p:cNvSpPr>
          <p:nvPr/>
        </p:nvSpPr>
        <p:spPr>
          <a:xfrm>
            <a:off x="808687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F1_main_prauc_1744">
            <a:extLst>
              <a:ext uri="{FF2B5EF4-FFF2-40B4-BE49-F238E27FC236}">
                <a16:creationId xmlns:a16="http://schemas.microsoft.com/office/drawing/2014/main" id="{3F40A90E-37C5-4467-9D7F-1F309965EE8F}"/>
              </a:ext>
            </a:extLst>
          </p:cNvPr>
          <p:cNvSpPr>
            <a:spLocks noGrp="1"/>
          </p:cNvSpPr>
          <p:nvPr/>
        </p:nvSpPr>
        <p:spPr>
          <a:xfrm>
            <a:off x="8088956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F1_main_prauc_1745">
            <a:extLst>
              <a:ext uri="{FF2B5EF4-FFF2-40B4-BE49-F238E27FC236}">
                <a16:creationId xmlns:a16="http://schemas.microsoft.com/office/drawing/2014/main" id="{616181AA-C16E-48F5-A210-929846430BB5}"/>
              </a:ext>
            </a:extLst>
          </p:cNvPr>
          <p:cNvSpPr>
            <a:spLocks noGrp="1"/>
          </p:cNvSpPr>
          <p:nvPr/>
        </p:nvSpPr>
        <p:spPr>
          <a:xfrm>
            <a:off x="80872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F1_main_prauc_1746">
            <a:extLst>
              <a:ext uri="{FF2B5EF4-FFF2-40B4-BE49-F238E27FC236}">
                <a16:creationId xmlns:a16="http://schemas.microsoft.com/office/drawing/2014/main" id="{C6030A47-D0BD-4FDD-B45B-D714F87A0E35}"/>
              </a:ext>
            </a:extLst>
          </p:cNvPr>
          <p:cNvSpPr>
            <a:spLocks noGrp="1"/>
          </p:cNvSpPr>
          <p:nvPr/>
        </p:nvSpPr>
        <p:spPr>
          <a:xfrm>
            <a:off x="81405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F1_main_prauc_1747">
            <a:extLst>
              <a:ext uri="{FF2B5EF4-FFF2-40B4-BE49-F238E27FC236}">
                <a16:creationId xmlns:a16="http://schemas.microsoft.com/office/drawing/2014/main" id="{0A6DA658-5A25-48BC-94C5-66315E37B5E7}"/>
              </a:ext>
            </a:extLst>
          </p:cNvPr>
          <p:cNvSpPr>
            <a:spLocks noGrp="1"/>
          </p:cNvSpPr>
          <p:nvPr/>
        </p:nvSpPr>
        <p:spPr>
          <a:xfrm>
            <a:off x="819148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F1_main_prauc_1748">
            <a:extLst>
              <a:ext uri="{FF2B5EF4-FFF2-40B4-BE49-F238E27FC236}">
                <a16:creationId xmlns:a16="http://schemas.microsoft.com/office/drawing/2014/main" id="{03362DD5-32AC-431E-AE67-FD33E33CFE3B}"/>
              </a:ext>
            </a:extLst>
          </p:cNvPr>
          <p:cNvSpPr>
            <a:spLocks noGrp="1"/>
          </p:cNvSpPr>
          <p:nvPr/>
        </p:nvSpPr>
        <p:spPr>
          <a:xfrm>
            <a:off x="8114895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F1_main_prauc_1749">
            <a:extLst>
              <a:ext uri="{FF2B5EF4-FFF2-40B4-BE49-F238E27FC236}">
                <a16:creationId xmlns:a16="http://schemas.microsoft.com/office/drawing/2014/main" id="{860933CB-06C2-477D-B8F8-25C88ABFA256}"/>
              </a:ext>
            </a:extLst>
          </p:cNvPr>
          <p:cNvSpPr>
            <a:spLocks noGrp="1"/>
          </p:cNvSpPr>
          <p:nvPr/>
        </p:nvSpPr>
        <p:spPr>
          <a:xfrm>
            <a:off x="821912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F1_main_prauc_1750">
            <a:extLst>
              <a:ext uri="{FF2B5EF4-FFF2-40B4-BE49-F238E27FC236}">
                <a16:creationId xmlns:a16="http://schemas.microsoft.com/office/drawing/2014/main" id="{47677108-B627-4867-8448-58F1EE6DA2EB}"/>
              </a:ext>
            </a:extLst>
          </p:cNvPr>
          <p:cNvSpPr>
            <a:spLocks noGrp="1"/>
          </p:cNvSpPr>
          <p:nvPr/>
        </p:nvSpPr>
        <p:spPr>
          <a:xfrm>
            <a:off x="8191677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F1_main_prauc_1751">
            <a:extLst>
              <a:ext uri="{FF2B5EF4-FFF2-40B4-BE49-F238E27FC236}">
                <a16:creationId xmlns:a16="http://schemas.microsoft.com/office/drawing/2014/main" id="{ED4DC4FE-6646-464B-906D-067969528DA4}"/>
              </a:ext>
            </a:extLst>
          </p:cNvPr>
          <p:cNvSpPr>
            <a:spLocks noGrp="1"/>
          </p:cNvSpPr>
          <p:nvPr/>
        </p:nvSpPr>
        <p:spPr>
          <a:xfrm>
            <a:off x="81524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F1_main_prauc_1752">
            <a:extLst>
              <a:ext uri="{FF2B5EF4-FFF2-40B4-BE49-F238E27FC236}">
                <a16:creationId xmlns:a16="http://schemas.microsoft.com/office/drawing/2014/main" id="{1DABFC2C-6F6D-4651-A019-F5C22FCACD10}"/>
              </a:ext>
            </a:extLst>
          </p:cNvPr>
          <p:cNvSpPr>
            <a:spLocks noGrp="1"/>
          </p:cNvSpPr>
          <p:nvPr/>
        </p:nvSpPr>
        <p:spPr>
          <a:xfrm>
            <a:off x="81748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F1_main_prauc_1753">
            <a:extLst>
              <a:ext uri="{FF2B5EF4-FFF2-40B4-BE49-F238E27FC236}">
                <a16:creationId xmlns:a16="http://schemas.microsoft.com/office/drawing/2014/main" id="{F89723BA-A6B0-405A-B951-57077A30363C}"/>
              </a:ext>
            </a:extLst>
          </p:cNvPr>
          <p:cNvSpPr>
            <a:spLocks noGrp="1"/>
          </p:cNvSpPr>
          <p:nvPr/>
        </p:nvSpPr>
        <p:spPr>
          <a:xfrm>
            <a:off x="827588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F1_main_prauc_1754">
            <a:extLst>
              <a:ext uri="{FF2B5EF4-FFF2-40B4-BE49-F238E27FC236}">
                <a16:creationId xmlns:a16="http://schemas.microsoft.com/office/drawing/2014/main" id="{438E0326-D4B4-40D2-970D-541B3A99AD08}"/>
              </a:ext>
            </a:extLst>
          </p:cNvPr>
          <p:cNvSpPr>
            <a:spLocks noGrp="1"/>
          </p:cNvSpPr>
          <p:nvPr/>
        </p:nvSpPr>
        <p:spPr>
          <a:xfrm>
            <a:off x="82399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F1_main_prauc_1755">
            <a:extLst>
              <a:ext uri="{FF2B5EF4-FFF2-40B4-BE49-F238E27FC236}">
                <a16:creationId xmlns:a16="http://schemas.microsoft.com/office/drawing/2014/main" id="{3D3215D3-B87A-45CE-8EFF-D117590FDC80}"/>
              </a:ext>
            </a:extLst>
          </p:cNvPr>
          <p:cNvSpPr>
            <a:spLocks noGrp="1"/>
          </p:cNvSpPr>
          <p:nvPr/>
        </p:nvSpPr>
        <p:spPr>
          <a:xfrm>
            <a:off x="81127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F1_main_prauc_1756">
            <a:extLst>
              <a:ext uri="{FF2B5EF4-FFF2-40B4-BE49-F238E27FC236}">
                <a16:creationId xmlns:a16="http://schemas.microsoft.com/office/drawing/2014/main" id="{DFB22908-7310-4A19-A124-78193B2CC589}"/>
              </a:ext>
            </a:extLst>
          </p:cNvPr>
          <p:cNvSpPr>
            <a:spLocks noGrp="1"/>
          </p:cNvSpPr>
          <p:nvPr/>
        </p:nvSpPr>
        <p:spPr>
          <a:xfrm>
            <a:off x="8099362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F1_main_prauc_1757">
            <a:extLst>
              <a:ext uri="{FF2B5EF4-FFF2-40B4-BE49-F238E27FC236}">
                <a16:creationId xmlns:a16="http://schemas.microsoft.com/office/drawing/2014/main" id="{D2ACDB9B-C785-45F9-8A7E-0C5F252252BD}"/>
              </a:ext>
            </a:extLst>
          </p:cNvPr>
          <p:cNvSpPr>
            <a:spLocks noGrp="1"/>
          </p:cNvSpPr>
          <p:nvPr/>
        </p:nvSpPr>
        <p:spPr>
          <a:xfrm>
            <a:off x="824465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F1_main_prauc_1758">
            <a:extLst>
              <a:ext uri="{FF2B5EF4-FFF2-40B4-BE49-F238E27FC236}">
                <a16:creationId xmlns:a16="http://schemas.microsoft.com/office/drawing/2014/main" id="{EA9D86DC-98C4-451D-BEFA-5A0EC378DA6B}"/>
              </a:ext>
            </a:extLst>
          </p:cNvPr>
          <p:cNvSpPr>
            <a:spLocks noGrp="1"/>
          </p:cNvSpPr>
          <p:nvPr/>
        </p:nvSpPr>
        <p:spPr>
          <a:xfrm>
            <a:off x="80950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F1_main_prauc_1759">
            <a:extLst>
              <a:ext uri="{FF2B5EF4-FFF2-40B4-BE49-F238E27FC236}">
                <a16:creationId xmlns:a16="http://schemas.microsoft.com/office/drawing/2014/main" id="{4940950E-51C5-41C8-AD4D-131C4AC124B2}"/>
              </a:ext>
            </a:extLst>
          </p:cNvPr>
          <p:cNvSpPr>
            <a:spLocks noGrp="1"/>
          </p:cNvSpPr>
          <p:nvPr/>
        </p:nvSpPr>
        <p:spPr>
          <a:xfrm>
            <a:off x="80874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F1_main_prauc_1760">
            <a:extLst>
              <a:ext uri="{FF2B5EF4-FFF2-40B4-BE49-F238E27FC236}">
                <a16:creationId xmlns:a16="http://schemas.microsoft.com/office/drawing/2014/main" id="{A108CCAE-5BBA-49E6-9568-54B3886A6C4F}"/>
              </a:ext>
            </a:extLst>
          </p:cNvPr>
          <p:cNvSpPr>
            <a:spLocks noGrp="1"/>
          </p:cNvSpPr>
          <p:nvPr/>
        </p:nvSpPr>
        <p:spPr>
          <a:xfrm>
            <a:off x="8173922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F1_main_prauc_1761">
            <a:extLst>
              <a:ext uri="{FF2B5EF4-FFF2-40B4-BE49-F238E27FC236}">
                <a16:creationId xmlns:a16="http://schemas.microsoft.com/office/drawing/2014/main" id="{5FC8AD90-3E2D-44AC-9BD0-B0FFD1F31AFF}"/>
              </a:ext>
            </a:extLst>
          </p:cNvPr>
          <p:cNvSpPr>
            <a:spLocks noGrp="1"/>
          </p:cNvSpPr>
          <p:nvPr/>
        </p:nvSpPr>
        <p:spPr>
          <a:xfrm>
            <a:off x="823627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F1_main_prauc_1762">
            <a:extLst>
              <a:ext uri="{FF2B5EF4-FFF2-40B4-BE49-F238E27FC236}">
                <a16:creationId xmlns:a16="http://schemas.microsoft.com/office/drawing/2014/main" id="{02EF7410-8859-4022-8D61-0CC0B2688074}"/>
              </a:ext>
            </a:extLst>
          </p:cNvPr>
          <p:cNvSpPr>
            <a:spLocks noGrp="1"/>
          </p:cNvSpPr>
          <p:nvPr/>
        </p:nvSpPr>
        <p:spPr>
          <a:xfrm>
            <a:off x="818125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F1_main_prauc_1763">
            <a:extLst>
              <a:ext uri="{FF2B5EF4-FFF2-40B4-BE49-F238E27FC236}">
                <a16:creationId xmlns:a16="http://schemas.microsoft.com/office/drawing/2014/main" id="{C464EAA5-5F42-4689-A004-FE9BF4EB4F80}"/>
              </a:ext>
            </a:extLst>
          </p:cNvPr>
          <p:cNvSpPr>
            <a:spLocks noGrp="1"/>
          </p:cNvSpPr>
          <p:nvPr/>
        </p:nvSpPr>
        <p:spPr>
          <a:xfrm>
            <a:off x="818374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F1_main_prauc_1764">
            <a:extLst>
              <a:ext uri="{FF2B5EF4-FFF2-40B4-BE49-F238E27FC236}">
                <a16:creationId xmlns:a16="http://schemas.microsoft.com/office/drawing/2014/main" id="{1A241A4D-0968-4EA4-9BA7-5C937ED5E331}"/>
              </a:ext>
            </a:extLst>
          </p:cNvPr>
          <p:cNvSpPr>
            <a:spLocks noGrp="1"/>
          </p:cNvSpPr>
          <p:nvPr/>
        </p:nvSpPr>
        <p:spPr>
          <a:xfrm>
            <a:off x="827130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F1_main_prauc_1765">
            <a:extLst>
              <a:ext uri="{FF2B5EF4-FFF2-40B4-BE49-F238E27FC236}">
                <a16:creationId xmlns:a16="http://schemas.microsoft.com/office/drawing/2014/main" id="{BBBBE166-1E84-4564-8616-0B4F9364A1CA}"/>
              </a:ext>
            </a:extLst>
          </p:cNvPr>
          <p:cNvSpPr>
            <a:spLocks noGrp="1"/>
          </p:cNvSpPr>
          <p:nvPr/>
        </p:nvSpPr>
        <p:spPr>
          <a:xfrm>
            <a:off x="81372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F1_main_prauc_1766">
            <a:extLst>
              <a:ext uri="{FF2B5EF4-FFF2-40B4-BE49-F238E27FC236}">
                <a16:creationId xmlns:a16="http://schemas.microsoft.com/office/drawing/2014/main" id="{3B1F18BF-76C0-46AF-B2FF-EE076A511AAD}"/>
              </a:ext>
            </a:extLst>
          </p:cNvPr>
          <p:cNvSpPr>
            <a:spLocks noGrp="1"/>
          </p:cNvSpPr>
          <p:nvPr/>
        </p:nvSpPr>
        <p:spPr>
          <a:xfrm>
            <a:off x="82066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F1_main_prauc_1767">
            <a:extLst>
              <a:ext uri="{FF2B5EF4-FFF2-40B4-BE49-F238E27FC236}">
                <a16:creationId xmlns:a16="http://schemas.microsoft.com/office/drawing/2014/main" id="{CC32669C-C651-4C45-8188-231AAFD947F8}"/>
              </a:ext>
            </a:extLst>
          </p:cNvPr>
          <p:cNvSpPr>
            <a:spLocks noGrp="1"/>
          </p:cNvSpPr>
          <p:nvPr/>
        </p:nvSpPr>
        <p:spPr>
          <a:xfrm>
            <a:off x="809498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F1_main_prauc_1768">
            <a:extLst>
              <a:ext uri="{FF2B5EF4-FFF2-40B4-BE49-F238E27FC236}">
                <a16:creationId xmlns:a16="http://schemas.microsoft.com/office/drawing/2014/main" id="{E7E94955-258E-47C8-99C4-50B1FA4466D8}"/>
              </a:ext>
            </a:extLst>
          </p:cNvPr>
          <p:cNvSpPr>
            <a:spLocks noGrp="1"/>
          </p:cNvSpPr>
          <p:nvPr/>
        </p:nvSpPr>
        <p:spPr>
          <a:xfrm>
            <a:off x="8206171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F1_main_prauc_1769">
            <a:extLst>
              <a:ext uri="{FF2B5EF4-FFF2-40B4-BE49-F238E27FC236}">
                <a16:creationId xmlns:a16="http://schemas.microsoft.com/office/drawing/2014/main" id="{34376A5B-E23C-4F42-BFB1-B4CFC82E21D5}"/>
              </a:ext>
            </a:extLst>
          </p:cNvPr>
          <p:cNvSpPr>
            <a:spLocks noGrp="1"/>
          </p:cNvSpPr>
          <p:nvPr/>
        </p:nvSpPr>
        <p:spPr>
          <a:xfrm>
            <a:off x="80835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F1_main_prauc_1770">
            <a:extLst>
              <a:ext uri="{FF2B5EF4-FFF2-40B4-BE49-F238E27FC236}">
                <a16:creationId xmlns:a16="http://schemas.microsoft.com/office/drawing/2014/main" id="{FB872F98-F653-4717-86B2-A0AAC3D28050}"/>
              </a:ext>
            </a:extLst>
          </p:cNvPr>
          <p:cNvSpPr>
            <a:spLocks noGrp="1"/>
          </p:cNvSpPr>
          <p:nvPr/>
        </p:nvSpPr>
        <p:spPr>
          <a:xfrm>
            <a:off x="812159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F1_main_prauc_1771">
            <a:extLst>
              <a:ext uri="{FF2B5EF4-FFF2-40B4-BE49-F238E27FC236}">
                <a16:creationId xmlns:a16="http://schemas.microsoft.com/office/drawing/2014/main" id="{FD3BFDC8-5442-4A02-B3B4-0E4E6DED46D9}"/>
              </a:ext>
            </a:extLst>
          </p:cNvPr>
          <p:cNvSpPr>
            <a:spLocks noGrp="1"/>
          </p:cNvSpPr>
          <p:nvPr/>
        </p:nvSpPr>
        <p:spPr>
          <a:xfrm>
            <a:off x="8193769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F1_main_prauc_1772">
            <a:extLst>
              <a:ext uri="{FF2B5EF4-FFF2-40B4-BE49-F238E27FC236}">
                <a16:creationId xmlns:a16="http://schemas.microsoft.com/office/drawing/2014/main" id="{A36D826D-9A7B-47A7-A0AF-29754D6F69C0}"/>
              </a:ext>
            </a:extLst>
          </p:cNvPr>
          <p:cNvSpPr>
            <a:spLocks noGrp="1"/>
          </p:cNvSpPr>
          <p:nvPr/>
        </p:nvSpPr>
        <p:spPr>
          <a:xfrm>
            <a:off x="806786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F1_main_prauc_1773">
            <a:extLst>
              <a:ext uri="{FF2B5EF4-FFF2-40B4-BE49-F238E27FC236}">
                <a16:creationId xmlns:a16="http://schemas.microsoft.com/office/drawing/2014/main" id="{DDEB0F49-743D-4FD0-8CBC-66335B4E6BDD}"/>
              </a:ext>
            </a:extLst>
          </p:cNvPr>
          <p:cNvSpPr>
            <a:spLocks noGrp="1"/>
          </p:cNvSpPr>
          <p:nvPr/>
        </p:nvSpPr>
        <p:spPr>
          <a:xfrm>
            <a:off x="818838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F1_main_prauc_1774">
            <a:extLst>
              <a:ext uri="{FF2B5EF4-FFF2-40B4-BE49-F238E27FC236}">
                <a16:creationId xmlns:a16="http://schemas.microsoft.com/office/drawing/2014/main" id="{CDE1D00B-9EEB-48C1-BA44-01258CA3DD29}"/>
              </a:ext>
            </a:extLst>
          </p:cNvPr>
          <p:cNvSpPr>
            <a:spLocks noGrp="1"/>
          </p:cNvSpPr>
          <p:nvPr/>
        </p:nvSpPr>
        <p:spPr>
          <a:xfrm>
            <a:off x="82708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F1_main_prauc_1775">
            <a:extLst>
              <a:ext uri="{FF2B5EF4-FFF2-40B4-BE49-F238E27FC236}">
                <a16:creationId xmlns:a16="http://schemas.microsoft.com/office/drawing/2014/main" id="{E4BC4401-8CE6-40B3-9533-C43471A96CDE}"/>
              </a:ext>
            </a:extLst>
          </p:cNvPr>
          <p:cNvSpPr>
            <a:spLocks noGrp="1"/>
          </p:cNvSpPr>
          <p:nvPr/>
        </p:nvSpPr>
        <p:spPr>
          <a:xfrm>
            <a:off x="812428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F1_main_prauc_1776">
            <a:extLst>
              <a:ext uri="{FF2B5EF4-FFF2-40B4-BE49-F238E27FC236}">
                <a16:creationId xmlns:a16="http://schemas.microsoft.com/office/drawing/2014/main" id="{C437D7EF-C7CE-4DDB-9326-39078AF9A4E4}"/>
              </a:ext>
            </a:extLst>
          </p:cNvPr>
          <p:cNvSpPr>
            <a:spLocks noGrp="1"/>
          </p:cNvSpPr>
          <p:nvPr/>
        </p:nvSpPr>
        <p:spPr>
          <a:xfrm>
            <a:off x="8134596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F1_main_prauc_1777">
            <a:extLst>
              <a:ext uri="{FF2B5EF4-FFF2-40B4-BE49-F238E27FC236}">
                <a16:creationId xmlns:a16="http://schemas.microsoft.com/office/drawing/2014/main" id="{9E409B49-07A9-4849-89C2-A0BB65867306}"/>
              </a:ext>
            </a:extLst>
          </p:cNvPr>
          <p:cNvSpPr>
            <a:spLocks noGrp="1"/>
          </p:cNvSpPr>
          <p:nvPr/>
        </p:nvSpPr>
        <p:spPr>
          <a:xfrm>
            <a:off x="824066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F1_main_prauc_1778">
            <a:extLst>
              <a:ext uri="{FF2B5EF4-FFF2-40B4-BE49-F238E27FC236}">
                <a16:creationId xmlns:a16="http://schemas.microsoft.com/office/drawing/2014/main" id="{0C2E5AEE-1F65-4C1E-91C6-0E658F1787E9}"/>
              </a:ext>
            </a:extLst>
          </p:cNvPr>
          <p:cNvSpPr>
            <a:spLocks noGrp="1"/>
          </p:cNvSpPr>
          <p:nvPr/>
        </p:nvSpPr>
        <p:spPr>
          <a:xfrm>
            <a:off x="8277827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F1_main_prauc_1779">
            <a:extLst>
              <a:ext uri="{FF2B5EF4-FFF2-40B4-BE49-F238E27FC236}">
                <a16:creationId xmlns:a16="http://schemas.microsoft.com/office/drawing/2014/main" id="{0CBB273F-C001-4834-B232-E06BBEFEAF1A}"/>
              </a:ext>
            </a:extLst>
          </p:cNvPr>
          <p:cNvSpPr>
            <a:spLocks noGrp="1"/>
          </p:cNvSpPr>
          <p:nvPr/>
        </p:nvSpPr>
        <p:spPr>
          <a:xfrm>
            <a:off x="8124665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F1_main_prauc_1780">
            <a:extLst>
              <a:ext uri="{FF2B5EF4-FFF2-40B4-BE49-F238E27FC236}">
                <a16:creationId xmlns:a16="http://schemas.microsoft.com/office/drawing/2014/main" id="{6C0F8C05-5AAA-46A9-B610-F0C9C888E7B1}"/>
              </a:ext>
            </a:extLst>
          </p:cNvPr>
          <p:cNvSpPr>
            <a:spLocks noGrp="1"/>
          </p:cNvSpPr>
          <p:nvPr/>
        </p:nvSpPr>
        <p:spPr>
          <a:xfrm>
            <a:off x="82951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F1_main_prauc_1781">
            <a:extLst>
              <a:ext uri="{FF2B5EF4-FFF2-40B4-BE49-F238E27FC236}">
                <a16:creationId xmlns:a16="http://schemas.microsoft.com/office/drawing/2014/main" id="{3CCBA7A8-BC1A-4C79-9CD7-E6981319145E}"/>
              </a:ext>
            </a:extLst>
          </p:cNvPr>
          <p:cNvSpPr>
            <a:spLocks noGrp="1"/>
          </p:cNvSpPr>
          <p:nvPr/>
        </p:nvSpPr>
        <p:spPr>
          <a:xfrm>
            <a:off x="829934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F1_main_prauc_1782">
            <a:extLst>
              <a:ext uri="{FF2B5EF4-FFF2-40B4-BE49-F238E27FC236}">
                <a16:creationId xmlns:a16="http://schemas.microsoft.com/office/drawing/2014/main" id="{DE8795F0-1C56-4996-AFF1-550EB79BDE53}"/>
              </a:ext>
            </a:extLst>
          </p:cNvPr>
          <p:cNvSpPr>
            <a:spLocks noGrp="1"/>
          </p:cNvSpPr>
          <p:nvPr/>
        </p:nvSpPr>
        <p:spPr>
          <a:xfrm>
            <a:off x="82349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F1_main_prauc_1783">
            <a:extLst>
              <a:ext uri="{FF2B5EF4-FFF2-40B4-BE49-F238E27FC236}">
                <a16:creationId xmlns:a16="http://schemas.microsoft.com/office/drawing/2014/main" id="{471242A3-D8F7-4381-A963-387A4EB12478}"/>
              </a:ext>
            </a:extLst>
          </p:cNvPr>
          <p:cNvSpPr>
            <a:spLocks noGrp="1"/>
          </p:cNvSpPr>
          <p:nvPr/>
        </p:nvSpPr>
        <p:spPr>
          <a:xfrm>
            <a:off x="824496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F1_main_prauc_1784">
            <a:extLst>
              <a:ext uri="{FF2B5EF4-FFF2-40B4-BE49-F238E27FC236}">
                <a16:creationId xmlns:a16="http://schemas.microsoft.com/office/drawing/2014/main" id="{7758E64A-56F9-4F2C-9A2D-B7647EEC1027}"/>
              </a:ext>
            </a:extLst>
          </p:cNvPr>
          <p:cNvSpPr>
            <a:spLocks noGrp="1"/>
          </p:cNvSpPr>
          <p:nvPr/>
        </p:nvSpPr>
        <p:spPr>
          <a:xfrm>
            <a:off x="8315767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F1_main_prauc_1785">
            <a:extLst>
              <a:ext uri="{FF2B5EF4-FFF2-40B4-BE49-F238E27FC236}">
                <a16:creationId xmlns:a16="http://schemas.microsoft.com/office/drawing/2014/main" id="{124A494C-22C6-4A89-A4B2-E075031A6E02}"/>
              </a:ext>
            </a:extLst>
          </p:cNvPr>
          <p:cNvSpPr>
            <a:spLocks noGrp="1"/>
          </p:cNvSpPr>
          <p:nvPr/>
        </p:nvSpPr>
        <p:spPr>
          <a:xfrm>
            <a:off x="824766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F1_main_prauc_1786">
            <a:extLst>
              <a:ext uri="{FF2B5EF4-FFF2-40B4-BE49-F238E27FC236}">
                <a16:creationId xmlns:a16="http://schemas.microsoft.com/office/drawing/2014/main" id="{F83387C1-1D43-4907-A0D9-4D3A4CD02955}"/>
              </a:ext>
            </a:extLst>
          </p:cNvPr>
          <p:cNvSpPr>
            <a:spLocks noGrp="1"/>
          </p:cNvSpPr>
          <p:nvPr/>
        </p:nvSpPr>
        <p:spPr>
          <a:xfrm>
            <a:off x="83094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F1_main_prauc_1787">
            <a:extLst>
              <a:ext uri="{FF2B5EF4-FFF2-40B4-BE49-F238E27FC236}">
                <a16:creationId xmlns:a16="http://schemas.microsoft.com/office/drawing/2014/main" id="{A5A32906-BE13-47DE-966F-163BC2007A5F}"/>
              </a:ext>
            </a:extLst>
          </p:cNvPr>
          <p:cNvSpPr>
            <a:spLocks noGrp="1"/>
          </p:cNvSpPr>
          <p:nvPr/>
        </p:nvSpPr>
        <p:spPr>
          <a:xfrm>
            <a:off x="8301411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F1_main_prauc_1788">
            <a:extLst>
              <a:ext uri="{FF2B5EF4-FFF2-40B4-BE49-F238E27FC236}">
                <a16:creationId xmlns:a16="http://schemas.microsoft.com/office/drawing/2014/main" id="{85A979F2-55CE-432D-A7E3-C1A1F5C11D1D}"/>
              </a:ext>
            </a:extLst>
          </p:cNvPr>
          <p:cNvSpPr>
            <a:spLocks noGrp="1"/>
          </p:cNvSpPr>
          <p:nvPr/>
        </p:nvSpPr>
        <p:spPr>
          <a:xfrm>
            <a:off x="813541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F1_main_prauc_1789">
            <a:extLst>
              <a:ext uri="{FF2B5EF4-FFF2-40B4-BE49-F238E27FC236}">
                <a16:creationId xmlns:a16="http://schemas.microsoft.com/office/drawing/2014/main" id="{12805914-65B0-4FC9-AC31-1FA1E1545E02}"/>
              </a:ext>
            </a:extLst>
          </p:cNvPr>
          <p:cNvSpPr>
            <a:spLocks noGrp="1"/>
          </p:cNvSpPr>
          <p:nvPr/>
        </p:nvSpPr>
        <p:spPr>
          <a:xfrm>
            <a:off x="83161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F1_main_prauc_1790">
            <a:extLst>
              <a:ext uri="{FF2B5EF4-FFF2-40B4-BE49-F238E27FC236}">
                <a16:creationId xmlns:a16="http://schemas.microsoft.com/office/drawing/2014/main" id="{1BAA6C55-1619-4554-B566-4062ADDBCEE5}"/>
              </a:ext>
            </a:extLst>
          </p:cNvPr>
          <p:cNvSpPr>
            <a:spLocks noGrp="1"/>
          </p:cNvSpPr>
          <p:nvPr/>
        </p:nvSpPr>
        <p:spPr>
          <a:xfrm>
            <a:off x="809398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F1_main_prauc_1791">
            <a:extLst>
              <a:ext uri="{FF2B5EF4-FFF2-40B4-BE49-F238E27FC236}">
                <a16:creationId xmlns:a16="http://schemas.microsoft.com/office/drawing/2014/main" id="{2A8D2B05-0460-4E86-928E-C13606D3F235}"/>
              </a:ext>
            </a:extLst>
          </p:cNvPr>
          <p:cNvSpPr>
            <a:spLocks noGrp="1"/>
          </p:cNvSpPr>
          <p:nvPr/>
        </p:nvSpPr>
        <p:spPr>
          <a:xfrm>
            <a:off x="82498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F1_main_prauc_1792">
            <a:extLst>
              <a:ext uri="{FF2B5EF4-FFF2-40B4-BE49-F238E27FC236}">
                <a16:creationId xmlns:a16="http://schemas.microsoft.com/office/drawing/2014/main" id="{99FBEC1C-178C-418D-8BA5-71B21498B976}"/>
              </a:ext>
            </a:extLst>
          </p:cNvPr>
          <p:cNvSpPr>
            <a:spLocks noGrp="1"/>
          </p:cNvSpPr>
          <p:nvPr/>
        </p:nvSpPr>
        <p:spPr>
          <a:xfrm>
            <a:off x="8081863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F1_main_prauc_1793">
            <a:extLst>
              <a:ext uri="{FF2B5EF4-FFF2-40B4-BE49-F238E27FC236}">
                <a16:creationId xmlns:a16="http://schemas.microsoft.com/office/drawing/2014/main" id="{F41B8330-76B7-4E31-AA36-EBC7AB390E0A}"/>
              </a:ext>
            </a:extLst>
          </p:cNvPr>
          <p:cNvSpPr>
            <a:spLocks noGrp="1"/>
          </p:cNvSpPr>
          <p:nvPr/>
        </p:nvSpPr>
        <p:spPr>
          <a:xfrm>
            <a:off x="82767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F1_main_prauc_1794">
            <a:extLst>
              <a:ext uri="{FF2B5EF4-FFF2-40B4-BE49-F238E27FC236}">
                <a16:creationId xmlns:a16="http://schemas.microsoft.com/office/drawing/2014/main" id="{95881AE4-8F02-4206-B36F-DD0443B72326}"/>
              </a:ext>
            </a:extLst>
          </p:cNvPr>
          <p:cNvSpPr>
            <a:spLocks noGrp="1"/>
          </p:cNvSpPr>
          <p:nvPr/>
        </p:nvSpPr>
        <p:spPr>
          <a:xfrm>
            <a:off x="8168625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F1_main_prauc_1795">
            <a:extLst>
              <a:ext uri="{FF2B5EF4-FFF2-40B4-BE49-F238E27FC236}">
                <a16:creationId xmlns:a16="http://schemas.microsoft.com/office/drawing/2014/main" id="{21F24AE1-173E-49D9-9A34-0FEF8E602437}"/>
              </a:ext>
            </a:extLst>
          </p:cNvPr>
          <p:cNvSpPr>
            <a:spLocks noGrp="1"/>
          </p:cNvSpPr>
          <p:nvPr/>
        </p:nvSpPr>
        <p:spPr>
          <a:xfrm>
            <a:off x="80732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F1_main_prauc_1796">
            <a:extLst>
              <a:ext uri="{FF2B5EF4-FFF2-40B4-BE49-F238E27FC236}">
                <a16:creationId xmlns:a16="http://schemas.microsoft.com/office/drawing/2014/main" id="{30A7A83F-DB2A-4E45-AD4D-F81AC0EC3D5D}"/>
              </a:ext>
            </a:extLst>
          </p:cNvPr>
          <p:cNvSpPr>
            <a:spLocks noGrp="1"/>
          </p:cNvSpPr>
          <p:nvPr/>
        </p:nvSpPr>
        <p:spPr>
          <a:xfrm>
            <a:off x="811162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F1_main_prauc_1797">
            <a:extLst>
              <a:ext uri="{FF2B5EF4-FFF2-40B4-BE49-F238E27FC236}">
                <a16:creationId xmlns:a16="http://schemas.microsoft.com/office/drawing/2014/main" id="{250981B8-618E-4EE7-9C2A-C5C83AD9D751}"/>
              </a:ext>
            </a:extLst>
          </p:cNvPr>
          <p:cNvSpPr>
            <a:spLocks noGrp="1"/>
          </p:cNvSpPr>
          <p:nvPr/>
        </p:nvSpPr>
        <p:spPr>
          <a:xfrm>
            <a:off x="8240538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F1_main_prauc_1798">
            <a:extLst>
              <a:ext uri="{FF2B5EF4-FFF2-40B4-BE49-F238E27FC236}">
                <a16:creationId xmlns:a16="http://schemas.microsoft.com/office/drawing/2014/main" id="{DB893877-E048-440D-AE07-FFFA6208E7ED}"/>
              </a:ext>
            </a:extLst>
          </p:cNvPr>
          <p:cNvSpPr>
            <a:spLocks noGrp="1"/>
          </p:cNvSpPr>
          <p:nvPr/>
        </p:nvSpPr>
        <p:spPr>
          <a:xfrm>
            <a:off x="822505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F1_main_prauc_1799">
            <a:extLst>
              <a:ext uri="{FF2B5EF4-FFF2-40B4-BE49-F238E27FC236}">
                <a16:creationId xmlns:a16="http://schemas.microsoft.com/office/drawing/2014/main" id="{EDCABDC3-238A-41D4-B5C4-2C7EC7045F2F}"/>
              </a:ext>
            </a:extLst>
          </p:cNvPr>
          <p:cNvSpPr>
            <a:spLocks noGrp="1"/>
          </p:cNvSpPr>
          <p:nvPr/>
        </p:nvSpPr>
        <p:spPr>
          <a:xfrm>
            <a:off x="81056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F1_main_prauc_1800">
            <a:extLst>
              <a:ext uri="{FF2B5EF4-FFF2-40B4-BE49-F238E27FC236}">
                <a16:creationId xmlns:a16="http://schemas.microsoft.com/office/drawing/2014/main" id="{F5B45A56-5D57-429E-A3DA-66C61D69F8D8}"/>
              </a:ext>
            </a:extLst>
          </p:cNvPr>
          <p:cNvSpPr>
            <a:spLocks noGrp="1"/>
          </p:cNvSpPr>
          <p:nvPr/>
        </p:nvSpPr>
        <p:spPr>
          <a:xfrm>
            <a:off x="828730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F1_main_prauc_1801">
            <a:extLst>
              <a:ext uri="{FF2B5EF4-FFF2-40B4-BE49-F238E27FC236}">
                <a16:creationId xmlns:a16="http://schemas.microsoft.com/office/drawing/2014/main" id="{9CF0E270-64A1-4CC1-B2CC-60C0BC7B4F61}"/>
              </a:ext>
            </a:extLst>
          </p:cNvPr>
          <p:cNvSpPr>
            <a:spLocks noGrp="1"/>
          </p:cNvSpPr>
          <p:nvPr/>
        </p:nvSpPr>
        <p:spPr>
          <a:xfrm>
            <a:off x="825927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F1_main_prauc_1802">
            <a:extLst>
              <a:ext uri="{FF2B5EF4-FFF2-40B4-BE49-F238E27FC236}">
                <a16:creationId xmlns:a16="http://schemas.microsoft.com/office/drawing/2014/main" id="{764F927E-22B6-4618-B7C1-F7193CBF28B7}"/>
              </a:ext>
            </a:extLst>
          </p:cNvPr>
          <p:cNvSpPr>
            <a:spLocks noGrp="1"/>
          </p:cNvSpPr>
          <p:nvPr/>
        </p:nvSpPr>
        <p:spPr>
          <a:xfrm>
            <a:off x="823898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F1_main_prauc_1803">
            <a:extLst>
              <a:ext uri="{FF2B5EF4-FFF2-40B4-BE49-F238E27FC236}">
                <a16:creationId xmlns:a16="http://schemas.microsoft.com/office/drawing/2014/main" id="{E35DD094-7671-4551-8810-1CA13807EC79}"/>
              </a:ext>
            </a:extLst>
          </p:cNvPr>
          <p:cNvSpPr>
            <a:spLocks noGrp="1"/>
          </p:cNvSpPr>
          <p:nvPr/>
        </p:nvSpPr>
        <p:spPr>
          <a:xfrm>
            <a:off x="81156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F1_main_prauc_1804">
            <a:extLst>
              <a:ext uri="{FF2B5EF4-FFF2-40B4-BE49-F238E27FC236}">
                <a16:creationId xmlns:a16="http://schemas.microsoft.com/office/drawing/2014/main" id="{71D4ADC2-DC59-42F4-A345-043AB6D2D66A}"/>
              </a:ext>
            </a:extLst>
          </p:cNvPr>
          <p:cNvSpPr>
            <a:spLocks noGrp="1"/>
          </p:cNvSpPr>
          <p:nvPr/>
        </p:nvSpPr>
        <p:spPr>
          <a:xfrm>
            <a:off x="820939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F1_main_prauc_1805">
            <a:extLst>
              <a:ext uri="{FF2B5EF4-FFF2-40B4-BE49-F238E27FC236}">
                <a16:creationId xmlns:a16="http://schemas.microsoft.com/office/drawing/2014/main" id="{82D4ABA7-4112-47E3-A78F-D0F4E5AA83A3}"/>
              </a:ext>
            </a:extLst>
          </p:cNvPr>
          <p:cNvSpPr>
            <a:spLocks noGrp="1"/>
          </p:cNvSpPr>
          <p:nvPr/>
        </p:nvSpPr>
        <p:spPr>
          <a:xfrm>
            <a:off x="824836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F1_main_prauc_1806">
            <a:extLst>
              <a:ext uri="{FF2B5EF4-FFF2-40B4-BE49-F238E27FC236}">
                <a16:creationId xmlns:a16="http://schemas.microsoft.com/office/drawing/2014/main" id="{DB59E917-E06F-47E3-86FE-454286D2E569}"/>
              </a:ext>
            </a:extLst>
          </p:cNvPr>
          <p:cNvSpPr>
            <a:spLocks noGrp="1"/>
          </p:cNvSpPr>
          <p:nvPr/>
        </p:nvSpPr>
        <p:spPr>
          <a:xfrm>
            <a:off x="807387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F1_main_prauc_1807">
            <a:extLst>
              <a:ext uri="{FF2B5EF4-FFF2-40B4-BE49-F238E27FC236}">
                <a16:creationId xmlns:a16="http://schemas.microsoft.com/office/drawing/2014/main" id="{BEF39927-E36F-404F-923F-B593B6047D25}"/>
              </a:ext>
            </a:extLst>
          </p:cNvPr>
          <p:cNvSpPr>
            <a:spLocks noGrp="1"/>
          </p:cNvSpPr>
          <p:nvPr/>
        </p:nvSpPr>
        <p:spPr>
          <a:xfrm>
            <a:off x="831168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F1_main_prauc_1808">
            <a:extLst>
              <a:ext uri="{FF2B5EF4-FFF2-40B4-BE49-F238E27FC236}">
                <a16:creationId xmlns:a16="http://schemas.microsoft.com/office/drawing/2014/main" id="{191AE705-B0BB-4EF0-9497-09E9A2F75657}"/>
              </a:ext>
            </a:extLst>
          </p:cNvPr>
          <p:cNvSpPr>
            <a:spLocks noGrp="1"/>
          </p:cNvSpPr>
          <p:nvPr/>
        </p:nvSpPr>
        <p:spPr>
          <a:xfrm>
            <a:off x="813631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F1_main_prauc_1809">
            <a:extLst>
              <a:ext uri="{FF2B5EF4-FFF2-40B4-BE49-F238E27FC236}">
                <a16:creationId xmlns:a16="http://schemas.microsoft.com/office/drawing/2014/main" id="{504EF5BE-57C9-4DF2-AE1C-EEA004AF912F}"/>
              </a:ext>
            </a:extLst>
          </p:cNvPr>
          <p:cNvSpPr>
            <a:spLocks noGrp="1"/>
          </p:cNvSpPr>
          <p:nvPr/>
        </p:nvSpPr>
        <p:spPr>
          <a:xfrm>
            <a:off x="82873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F1_main_prauc_1810">
            <a:extLst>
              <a:ext uri="{FF2B5EF4-FFF2-40B4-BE49-F238E27FC236}">
                <a16:creationId xmlns:a16="http://schemas.microsoft.com/office/drawing/2014/main" id="{8F5B0E72-6B81-42E1-9380-DF22594F4288}"/>
              </a:ext>
            </a:extLst>
          </p:cNvPr>
          <p:cNvSpPr>
            <a:spLocks noGrp="1"/>
          </p:cNvSpPr>
          <p:nvPr/>
        </p:nvSpPr>
        <p:spPr>
          <a:xfrm>
            <a:off x="827720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F1_main_prauc_1811">
            <a:extLst>
              <a:ext uri="{FF2B5EF4-FFF2-40B4-BE49-F238E27FC236}">
                <a16:creationId xmlns:a16="http://schemas.microsoft.com/office/drawing/2014/main" id="{A1A0F73D-970D-435A-8CCA-A7950A66871E}"/>
              </a:ext>
            </a:extLst>
          </p:cNvPr>
          <p:cNvSpPr>
            <a:spLocks noGrp="1"/>
          </p:cNvSpPr>
          <p:nvPr/>
        </p:nvSpPr>
        <p:spPr>
          <a:xfrm>
            <a:off x="8110170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F1_main_prauc_1812">
            <a:extLst>
              <a:ext uri="{FF2B5EF4-FFF2-40B4-BE49-F238E27FC236}">
                <a16:creationId xmlns:a16="http://schemas.microsoft.com/office/drawing/2014/main" id="{6AEB123B-69C3-4333-86D6-0BAE2E6738D9}"/>
              </a:ext>
            </a:extLst>
          </p:cNvPr>
          <p:cNvSpPr>
            <a:spLocks noGrp="1"/>
          </p:cNvSpPr>
          <p:nvPr/>
        </p:nvSpPr>
        <p:spPr>
          <a:xfrm>
            <a:off x="83140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F1_main_prauc_1813">
            <a:extLst>
              <a:ext uri="{FF2B5EF4-FFF2-40B4-BE49-F238E27FC236}">
                <a16:creationId xmlns:a16="http://schemas.microsoft.com/office/drawing/2014/main" id="{99E3F9D9-CF53-4A6F-9B8E-5CB4A272C909}"/>
              </a:ext>
            </a:extLst>
          </p:cNvPr>
          <p:cNvSpPr>
            <a:spLocks noGrp="1"/>
          </p:cNvSpPr>
          <p:nvPr/>
        </p:nvSpPr>
        <p:spPr>
          <a:xfrm>
            <a:off x="825293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F1_main_prauc_1814">
            <a:extLst>
              <a:ext uri="{FF2B5EF4-FFF2-40B4-BE49-F238E27FC236}">
                <a16:creationId xmlns:a16="http://schemas.microsoft.com/office/drawing/2014/main" id="{D5801D8B-A17A-404D-AEA6-E84BE23D07DD}"/>
              </a:ext>
            </a:extLst>
          </p:cNvPr>
          <p:cNvSpPr>
            <a:spLocks noGrp="1"/>
          </p:cNvSpPr>
          <p:nvPr/>
        </p:nvSpPr>
        <p:spPr>
          <a:xfrm>
            <a:off x="81688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F1_main_prauc_1815">
            <a:extLst>
              <a:ext uri="{FF2B5EF4-FFF2-40B4-BE49-F238E27FC236}">
                <a16:creationId xmlns:a16="http://schemas.microsoft.com/office/drawing/2014/main" id="{8C61962D-16A9-4FD7-9229-EAE0E95A1C9E}"/>
              </a:ext>
            </a:extLst>
          </p:cNvPr>
          <p:cNvSpPr>
            <a:spLocks noGrp="1"/>
          </p:cNvSpPr>
          <p:nvPr/>
        </p:nvSpPr>
        <p:spPr>
          <a:xfrm>
            <a:off x="8116449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F1_main_prauc_1816">
            <a:extLst>
              <a:ext uri="{FF2B5EF4-FFF2-40B4-BE49-F238E27FC236}">
                <a16:creationId xmlns:a16="http://schemas.microsoft.com/office/drawing/2014/main" id="{48ED9BC2-AF98-4D1F-B53B-FA4F74807EC4}"/>
              </a:ext>
            </a:extLst>
          </p:cNvPr>
          <p:cNvSpPr>
            <a:spLocks noGrp="1"/>
          </p:cNvSpPr>
          <p:nvPr/>
        </p:nvSpPr>
        <p:spPr>
          <a:xfrm>
            <a:off x="8069776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F1_main_prauc_1817">
            <a:extLst>
              <a:ext uri="{FF2B5EF4-FFF2-40B4-BE49-F238E27FC236}">
                <a16:creationId xmlns:a16="http://schemas.microsoft.com/office/drawing/2014/main" id="{FFD5E0D5-A2F0-477E-8664-F501A45B3BE7}"/>
              </a:ext>
            </a:extLst>
          </p:cNvPr>
          <p:cNvSpPr>
            <a:spLocks noGrp="1"/>
          </p:cNvSpPr>
          <p:nvPr/>
        </p:nvSpPr>
        <p:spPr>
          <a:xfrm>
            <a:off x="8291520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F1_main_prauc_1818">
            <a:extLst>
              <a:ext uri="{FF2B5EF4-FFF2-40B4-BE49-F238E27FC236}">
                <a16:creationId xmlns:a16="http://schemas.microsoft.com/office/drawing/2014/main" id="{55E5BC45-BC10-4B23-B320-E3B96A818538}"/>
              </a:ext>
            </a:extLst>
          </p:cNvPr>
          <p:cNvSpPr>
            <a:spLocks noGrp="1"/>
          </p:cNvSpPr>
          <p:nvPr/>
        </p:nvSpPr>
        <p:spPr>
          <a:xfrm>
            <a:off x="811856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F1_main_prauc_1819">
            <a:extLst>
              <a:ext uri="{FF2B5EF4-FFF2-40B4-BE49-F238E27FC236}">
                <a16:creationId xmlns:a16="http://schemas.microsoft.com/office/drawing/2014/main" id="{D1DDCB23-C1EF-4ACD-9D79-1C993C269714}"/>
              </a:ext>
            </a:extLst>
          </p:cNvPr>
          <p:cNvSpPr>
            <a:spLocks noGrp="1"/>
          </p:cNvSpPr>
          <p:nvPr/>
        </p:nvSpPr>
        <p:spPr>
          <a:xfrm>
            <a:off x="8258140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F1_main_prauc_1820">
            <a:extLst>
              <a:ext uri="{FF2B5EF4-FFF2-40B4-BE49-F238E27FC236}">
                <a16:creationId xmlns:a16="http://schemas.microsoft.com/office/drawing/2014/main" id="{25E971F1-F7A5-4944-B074-52E272A78895}"/>
              </a:ext>
            </a:extLst>
          </p:cNvPr>
          <p:cNvSpPr>
            <a:spLocks noGrp="1"/>
          </p:cNvSpPr>
          <p:nvPr/>
        </p:nvSpPr>
        <p:spPr>
          <a:xfrm>
            <a:off x="823979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F1_main_prauc_1821">
            <a:extLst>
              <a:ext uri="{FF2B5EF4-FFF2-40B4-BE49-F238E27FC236}">
                <a16:creationId xmlns:a16="http://schemas.microsoft.com/office/drawing/2014/main" id="{EC7FAAC3-D56A-46FA-92CA-96C758E6108D}"/>
              </a:ext>
            </a:extLst>
          </p:cNvPr>
          <p:cNvSpPr>
            <a:spLocks noGrp="1"/>
          </p:cNvSpPr>
          <p:nvPr/>
        </p:nvSpPr>
        <p:spPr>
          <a:xfrm>
            <a:off x="825507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F1_main_prauc_1822">
            <a:extLst>
              <a:ext uri="{FF2B5EF4-FFF2-40B4-BE49-F238E27FC236}">
                <a16:creationId xmlns:a16="http://schemas.microsoft.com/office/drawing/2014/main" id="{C3C8F170-B6BC-4618-BCF7-11789D36FFE3}"/>
              </a:ext>
            </a:extLst>
          </p:cNvPr>
          <p:cNvSpPr>
            <a:spLocks noGrp="1"/>
          </p:cNvSpPr>
          <p:nvPr/>
        </p:nvSpPr>
        <p:spPr>
          <a:xfrm>
            <a:off x="8218851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F1_main_prauc_1823">
            <a:extLst>
              <a:ext uri="{FF2B5EF4-FFF2-40B4-BE49-F238E27FC236}">
                <a16:creationId xmlns:a16="http://schemas.microsoft.com/office/drawing/2014/main" id="{FD7D747B-48B2-498E-80AE-09FEC68DBE48}"/>
              </a:ext>
            </a:extLst>
          </p:cNvPr>
          <p:cNvSpPr>
            <a:spLocks noGrp="1"/>
          </p:cNvSpPr>
          <p:nvPr/>
        </p:nvSpPr>
        <p:spPr>
          <a:xfrm>
            <a:off x="830085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F1_main_prauc_1824">
            <a:extLst>
              <a:ext uri="{FF2B5EF4-FFF2-40B4-BE49-F238E27FC236}">
                <a16:creationId xmlns:a16="http://schemas.microsoft.com/office/drawing/2014/main" id="{0A45BCFA-6259-4064-B1C9-CB613223F0D0}"/>
              </a:ext>
            </a:extLst>
          </p:cNvPr>
          <p:cNvSpPr>
            <a:spLocks noGrp="1"/>
          </p:cNvSpPr>
          <p:nvPr/>
        </p:nvSpPr>
        <p:spPr>
          <a:xfrm>
            <a:off x="8068649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F1_main_prauc_1825">
            <a:extLst>
              <a:ext uri="{FF2B5EF4-FFF2-40B4-BE49-F238E27FC236}">
                <a16:creationId xmlns:a16="http://schemas.microsoft.com/office/drawing/2014/main" id="{8E3306A0-4532-4B87-BE6C-6E3AFC2869E1}"/>
              </a:ext>
            </a:extLst>
          </p:cNvPr>
          <p:cNvSpPr>
            <a:spLocks noGrp="1"/>
          </p:cNvSpPr>
          <p:nvPr/>
        </p:nvSpPr>
        <p:spPr>
          <a:xfrm>
            <a:off x="825414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F1_main_prauc_1826">
            <a:extLst>
              <a:ext uri="{FF2B5EF4-FFF2-40B4-BE49-F238E27FC236}">
                <a16:creationId xmlns:a16="http://schemas.microsoft.com/office/drawing/2014/main" id="{D6B261FB-D7C1-4408-8B89-C368A3BF3367}"/>
              </a:ext>
            </a:extLst>
          </p:cNvPr>
          <p:cNvSpPr>
            <a:spLocks noGrp="1"/>
          </p:cNvSpPr>
          <p:nvPr/>
        </p:nvSpPr>
        <p:spPr>
          <a:xfrm>
            <a:off x="825944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F1_main_prauc_1827">
            <a:extLst>
              <a:ext uri="{FF2B5EF4-FFF2-40B4-BE49-F238E27FC236}">
                <a16:creationId xmlns:a16="http://schemas.microsoft.com/office/drawing/2014/main" id="{67630F70-F763-483F-9429-EEAF1F9F4B93}"/>
              </a:ext>
            </a:extLst>
          </p:cNvPr>
          <p:cNvSpPr>
            <a:spLocks noGrp="1"/>
          </p:cNvSpPr>
          <p:nvPr/>
        </p:nvSpPr>
        <p:spPr>
          <a:xfrm>
            <a:off x="8267263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F1_main_prauc_1828">
            <a:extLst>
              <a:ext uri="{FF2B5EF4-FFF2-40B4-BE49-F238E27FC236}">
                <a16:creationId xmlns:a16="http://schemas.microsoft.com/office/drawing/2014/main" id="{49AA674B-5330-4995-9C34-D3E4C1ABACB4}"/>
              </a:ext>
            </a:extLst>
          </p:cNvPr>
          <p:cNvSpPr>
            <a:spLocks noGrp="1"/>
          </p:cNvSpPr>
          <p:nvPr/>
        </p:nvSpPr>
        <p:spPr>
          <a:xfrm>
            <a:off x="8299701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F1_main_prauc_1829">
            <a:extLst>
              <a:ext uri="{FF2B5EF4-FFF2-40B4-BE49-F238E27FC236}">
                <a16:creationId xmlns:a16="http://schemas.microsoft.com/office/drawing/2014/main" id="{09DAAE5F-A692-4E82-8E3C-A6AAF87142CD}"/>
              </a:ext>
            </a:extLst>
          </p:cNvPr>
          <p:cNvSpPr>
            <a:spLocks noGrp="1"/>
          </p:cNvSpPr>
          <p:nvPr/>
        </p:nvSpPr>
        <p:spPr>
          <a:xfrm>
            <a:off x="826945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F1_main_prauc_1830">
            <a:extLst>
              <a:ext uri="{FF2B5EF4-FFF2-40B4-BE49-F238E27FC236}">
                <a16:creationId xmlns:a16="http://schemas.microsoft.com/office/drawing/2014/main" id="{5DE7ACB2-B916-4AAF-848B-CC7D8433A5F9}"/>
              </a:ext>
            </a:extLst>
          </p:cNvPr>
          <p:cNvSpPr>
            <a:spLocks noGrp="1"/>
          </p:cNvSpPr>
          <p:nvPr/>
        </p:nvSpPr>
        <p:spPr>
          <a:xfrm>
            <a:off x="8193361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F1_main_prauc_1831">
            <a:extLst>
              <a:ext uri="{FF2B5EF4-FFF2-40B4-BE49-F238E27FC236}">
                <a16:creationId xmlns:a16="http://schemas.microsoft.com/office/drawing/2014/main" id="{3D25777A-DCFC-43F8-A63B-64ADC0A1A5FE}"/>
              </a:ext>
            </a:extLst>
          </p:cNvPr>
          <p:cNvSpPr>
            <a:spLocks noGrp="1"/>
          </p:cNvSpPr>
          <p:nvPr/>
        </p:nvSpPr>
        <p:spPr>
          <a:xfrm>
            <a:off x="81551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F1_main_prauc_1832">
            <a:extLst>
              <a:ext uri="{FF2B5EF4-FFF2-40B4-BE49-F238E27FC236}">
                <a16:creationId xmlns:a16="http://schemas.microsoft.com/office/drawing/2014/main" id="{B80C623E-1C70-469C-9883-071564BC70E0}"/>
              </a:ext>
            </a:extLst>
          </p:cNvPr>
          <p:cNvSpPr>
            <a:spLocks noGrp="1"/>
          </p:cNvSpPr>
          <p:nvPr/>
        </p:nvSpPr>
        <p:spPr>
          <a:xfrm>
            <a:off x="821211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F1_main_prauc_1833">
            <a:extLst>
              <a:ext uri="{FF2B5EF4-FFF2-40B4-BE49-F238E27FC236}">
                <a16:creationId xmlns:a16="http://schemas.microsoft.com/office/drawing/2014/main" id="{7B464693-4A04-4702-A83D-2F9C144B68EE}"/>
              </a:ext>
            </a:extLst>
          </p:cNvPr>
          <p:cNvSpPr>
            <a:spLocks noGrp="1"/>
          </p:cNvSpPr>
          <p:nvPr/>
        </p:nvSpPr>
        <p:spPr>
          <a:xfrm>
            <a:off x="821762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F1_main_prauc_1834">
            <a:extLst>
              <a:ext uri="{FF2B5EF4-FFF2-40B4-BE49-F238E27FC236}">
                <a16:creationId xmlns:a16="http://schemas.microsoft.com/office/drawing/2014/main" id="{6F54AC6F-1066-4A53-8531-697DF1AB0F42}"/>
              </a:ext>
            </a:extLst>
          </p:cNvPr>
          <p:cNvSpPr>
            <a:spLocks noGrp="1"/>
          </p:cNvSpPr>
          <p:nvPr/>
        </p:nvSpPr>
        <p:spPr>
          <a:xfrm>
            <a:off x="80868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F1_main_prauc_1835">
            <a:extLst>
              <a:ext uri="{FF2B5EF4-FFF2-40B4-BE49-F238E27FC236}">
                <a16:creationId xmlns:a16="http://schemas.microsoft.com/office/drawing/2014/main" id="{0E5BACF5-F564-4218-A77D-933057A0F225}"/>
              </a:ext>
            </a:extLst>
          </p:cNvPr>
          <p:cNvSpPr>
            <a:spLocks noGrp="1"/>
          </p:cNvSpPr>
          <p:nvPr/>
        </p:nvSpPr>
        <p:spPr>
          <a:xfrm>
            <a:off x="8256539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F1_main_prauc_1836">
            <a:extLst>
              <a:ext uri="{FF2B5EF4-FFF2-40B4-BE49-F238E27FC236}">
                <a16:creationId xmlns:a16="http://schemas.microsoft.com/office/drawing/2014/main" id="{62746121-AE58-4709-ABC0-7E228CE46520}"/>
              </a:ext>
            </a:extLst>
          </p:cNvPr>
          <p:cNvSpPr>
            <a:spLocks noGrp="1"/>
          </p:cNvSpPr>
          <p:nvPr/>
        </p:nvSpPr>
        <p:spPr>
          <a:xfrm>
            <a:off x="8288224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F1_main_prauc_1837">
            <a:extLst>
              <a:ext uri="{FF2B5EF4-FFF2-40B4-BE49-F238E27FC236}">
                <a16:creationId xmlns:a16="http://schemas.microsoft.com/office/drawing/2014/main" id="{7D8542EB-38E8-4F4E-83BA-54D6ED4A555F}"/>
              </a:ext>
            </a:extLst>
          </p:cNvPr>
          <p:cNvSpPr>
            <a:spLocks noGrp="1"/>
          </p:cNvSpPr>
          <p:nvPr/>
        </p:nvSpPr>
        <p:spPr>
          <a:xfrm>
            <a:off x="808129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F1_main_prauc_1838">
            <a:extLst>
              <a:ext uri="{FF2B5EF4-FFF2-40B4-BE49-F238E27FC236}">
                <a16:creationId xmlns:a16="http://schemas.microsoft.com/office/drawing/2014/main" id="{3FDACAA3-A812-4552-97C2-753D3D40B07F}"/>
              </a:ext>
            </a:extLst>
          </p:cNvPr>
          <p:cNvSpPr>
            <a:spLocks noGrp="1"/>
          </p:cNvSpPr>
          <p:nvPr/>
        </p:nvSpPr>
        <p:spPr>
          <a:xfrm>
            <a:off x="808913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F1_main_prauc_1839">
            <a:extLst>
              <a:ext uri="{FF2B5EF4-FFF2-40B4-BE49-F238E27FC236}">
                <a16:creationId xmlns:a16="http://schemas.microsoft.com/office/drawing/2014/main" id="{789497BB-7808-418E-A356-0FB8D76C1024}"/>
              </a:ext>
            </a:extLst>
          </p:cNvPr>
          <p:cNvSpPr>
            <a:spLocks noGrp="1"/>
          </p:cNvSpPr>
          <p:nvPr/>
        </p:nvSpPr>
        <p:spPr>
          <a:xfrm>
            <a:off x="8203688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F1_main_prauc_1840">
            <a:extLst>
              <a:ext uri="{FF2B5EF4-FFF2-40B4-BE49-F238E27FC236}">
                <a16:creationId xmlns:a16="http://schemas.microsoft.com/office/drawing/2014/main" id="{F458C8CE-5A78-488A-B428-0FDB38D65D03}"/>
              </a:ext>
            </a:extLst>
          </p:cNvPr>
          <p:cNvSpPr>
            <a:spLocks noGrp="1"/>
          </p:cNvSpPr>
          <p:nvPr/>
        </p:nvSpPr>
        <p:spPr>
          <a:xfrm>
            <a:off x="8246510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F1_main_prauc_1841">
            <a:extLst>
              <a:ext uri="{FF2B5EF4-FFF2-40B4-BE49-F238E27FC236}">
                <a16:creationId xmlns:a16="http://schemas.microsoft.com/office/drawing/2014/main" id="{8A92D1F8-44D3-4BED-A9BD-54B7F5EA3E91}"/>
              </a:ext>
            </a:extLst>
          </p:cNvPr>
          <p:cNvSpPr>
            <a:spLocks noGrp="1"/>
          </p:cNvSpPr>
          <p:nvPr/>
        </p:nvSpPr>
        <p:spPr>
          <a:xfrm>
            <a:off x="80801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F1_main_prauc_1842">
            <a:extLst>
              <a:ext uri="{FF2B5EF4-FFF2-40B4-BE49-F238E27FC236}">
                <a16:creationId xmlns:a16="http://schemas.microsoft.com/office/drawing/2014/main" id="{0C83F393-3396-4A4F-96B2-933670246E69}"/>
              </a:ext>
            </a:extLst>
          </p:cNvPr>
          <p:cNvSpPr>
            <a:spLocks noGrp="1"/>
          </p:cNvSpPr>
          <p:nvPr/>
        </p:nvSpPr>
        <p:spPr>
          <a:xfrm>
            <a:off x="8307381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F1_main_prauc_1843">
            <a:extLst>
              <a:ext uri="{FF2B5EF4-FFF2-40B4-BE49-F238E27FC236}">
                <a16:creationId xmlns:a16="http://schemas.microsoft.com/office/drawing/2014/main" id="{9E072DE3-73EE-4AD2-9E04-572FEA861C46}"/>
              </a:ext>
            </a:extLst>
          </p:cNvPr>
          <p:cNvSpPr>
            <a:spLocks noGrp="1"/>
          </p:cNvSpPr>
          <p:nvPr/>
        </p:nvSpPr>
        <p:spPr>
          <a:xfrm>
            <a:off x="81257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F1_main_prauc_1844">
            <a:extLst>
              <a:ext uri="{FF2B5EF4-FFF2-40B4-BE49-F238E27FC236}">
                <a16:creationId xmlns:a16="http://schemas.microsoft.com/office/drawing/2014/main" id="{8EEFC79E-D254-4AF2-B8FF-D1DCA47732D4}"/>
              </a:ext>
            </a:extLst>
          </p:cNvPr>
          <p:cNvSpPr>
            <a:spLocks noGrp="1"/>
          </p:cNvSpPr>
          <p:nvPr/>
        </p:nvSpPr>
        <p:spPr>
          <a:xfrm>
            <a:off x="828293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F1_main_prauc_1845">
            <a:extLst>
              <a:ext uri="{FF2B5EF4-FFF2-40B4-BE49-F238E27FC236}">
                <a16:creationId xmlns:a16="http://schemas.microsoft.com/office/drawing/2014/main" id="{30784710-CC5C-47C3-A913-DD89CE80A2BF}"/>
              </a:ext>
            </a:extLst>
          </p:cNvPr>
          <p:cNvSpPr>
            <a:spLocks noGrp="1"/>
          </p:cNvSpPr>
          <p:nvPr/>
        </p:nvSpPr>
        <p:spPr>
          <a:xfrm>
            <a:off x="830201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F1_main_prauc_1846">
            <a:extLst>
              <a:ext uri="{FF2B5EF4-FFF2-40B4-BE49-F238E27FC236}">
                <a16:creationId xmlns:a16="http://schemas.microsoft.com/office/drawing/2014/main" id="{6D847595-94A9-4A8C-BE97-D6623A356DA6}"/>
              </a:ext>
            </a:extLst>
          </p:cNvPr>
          <p:cNvSpPr>
            <a:spLocks noGrp="1"/>
          </p:cNvSpPr>
          <p:nvPr/>
        </p:nvSpPr>
        <p:spPr>
          <a:xfrm>
            <a:off x="817738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F1_main_prauc_1847">
            <a:extLst>
              <a:ext uri="{FF2B5EF4-FFF2-40B4-BE49-F238E27FC236}">
                <a16:creationId xmlns:a16="http://schemas.microsoft.com/office/drawing/2014/main" id="{7912AB25-27E0-4556-AF18-B298DE448722}"/>
              </a:ext>
            </a:extLst>
          </p:cNvPr>
          <p:cNvSpPr>
            <a:spLocks noGrp="1"/>
          </p:cNvSpPr>
          <p:nvPr/>
        </p:nvSpPr>
        <p:spPr>
          <a:xfrm>
            <a:off x="8114618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F1_main_prauc_1848">
            <a:extLst>
              <a:ext uri="{FF2B5EF4-FFF2-40B4-BE49-F238E27FC236}">
                <a16:creationId xmlns:a16="http://schemas.microsoft.com/office/drawing/2014/main" id="{00D937E0-5A39-4C52-9EE7-89E9B9E32BC7}"/>
              </a:ext>
            </a:extLst>
          </p:cNvPr>
          <p:cNvSpPr>
            <a:spLocks noGrp="1"/>
          </p:cNvSpPr>
          <p:nvPr/>
        </p:nvSpPr>
        <p:spPr>
          <a:xfrm>
            <a:off x="80646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F1_main_prauc_1849">
            <a:extLst>
              <a:ext uri="{FF2B5EF4-FFF2-40B4-BE49-F238E27FC236}">
                <a16:creationId xmlns:a16="http://schemas.microsoft.com/office/drawing/2014/main" id="{C79E6A41-D5A2-45FA-98AB-4C35A75638A5}"/>
              </a:ext>
            </a:extLst>
          </p:cNvPr>
          <p:cNvSpPr>
            <a:spLocks noGrp="1"/>
          </p:cNvSpPr>
          <p:nvPr/>
        </p:nvSpPr>
        <p:spPr>
          <a:xfrm>
            <a:off x="82667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F1_main_prauc_1850">
            <a:extLst>
              <a:ext uri="{FF2B5EF4-FFF2-40B4-BE49-F238E27FC236}">
                <a16:creationId xmlns:a16="http://schemas.microsoft.com/office/drawing/2014/main" id="{654786D9-2B3E-4017-9026-179C0DAAAF3F}"/>
              </a:ext>
            </a:extLst>
          </p:cNvPr>
          <p:cNvSpPr>
            <a:spLocks noGrp="1"/>
          </p:cNvSpPr>
          <p:nvPr/>
        </p:nvSpPr>
        <p:spPr>
          <a:xfrm>
            <a:off x="2270299" y="60978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F1_main_prauc_1851">
            <a:extLst>
              <a:ext uri="{FF2B5EF4-FFF2-40B4-BE49-F238E27FC236}">
                <a16:creationId xmlns:a16="http://schemas.microsoft.com/office/drawing/2014/main" id="{DD342B40-302C-4408-B26C-0CD416E6B3F4}"/>
              </a:ext>
            </a:extLst>
          </p:cNvPr>
          <p:cNvSpPr>
            <a:spLocks noGrp="1"/>
          </p:cNvSpPr>
          <p:nvPr/>
        </p:nvSpPr>
        <p:spPr>
          <a:xfrm>
            <a:off x="2253217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F1_main_prauc_1852">
            <a:extLst>
              <a:ext uri="{FF2B5EF4-FFF2-40B4-BE49-F238E27FC236}">
                <a16:creationId xmlns:a16="http://schemas.microsoft.com/office/drawing/2014/main" id="{6B2823BD-EBD7-471C-B231-F55D9779495B}"/>
              </a:ext>
            </a:extLst>
          </p:cNvPr>
          <p:cNvSpPr>
            <a:spLocks noGrp="1"/>
          </p:cNvSpPr>
          <p:nvPr/>
        </p:nvSpPr>
        <p:spPr>
          <a:xfrm>
            <a:off x="2375004" y="512232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F1_main_prauc_1853">
            <a:extLst>
              <a:ext uri="{FF2B5EF4-FFF2-40B4-BE49-F238E27FC236}">
                <a16:creationId xmlns:a16="http://schemas.microsoft.com/office/drawing/2014/main" id="{F46258B8-6E76-4A81-9E01-9971B77F9AD8}"/>
              </a:ext>
            </a:extLst>
          </p:cNvPr>
          <p:cNvSpPr>
            <a:spLocks noGrp="1"/>
          </p:cNvSpPr>
          <p:nvPr/>
        </p:nvSpPr>
        <p:spPr>
          <a:xfrm>
            <a:off x="2339271" y="60978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F1_main_prauc_1854">
            <a:extLst>
              <a:ext uri="{FF2B5EF4-FFF2-40B4-BE49-F238E27FC236}">
                <a16:creationId xmlns:a16="http://schemas.microsoft.com/office/drawing/2014/main" id="{0F3A7457-F47D-4117-AB22-34906E1D1575}"/>
              </a:ext>
            </a:extLst>
          </p:cNvPr>
          <p:cNvSpPr>
            <a:spLocks noGrp="1"/>
          </p:cNvSpPr>
          <p:nvPr/>
        </p:nvSpPr>
        <p:spPr>
          <a:xfrm>
            <a:off x="2191403" y="44810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F1_main_prauc_1855">
            <a:extLst>
              <a:ext uri="{FF2B5EF4-FFF2-40B4-BE49-F238E27FC236}">
                <a16:creationId xmlns:a16="http://schemas.microsoft.com/office/drawing/2014/main" id="{89561ED8-178B-4AEF-8C72-60C34AEB2734}"/>
              </a:ext>
            </a:extLst>
          </p:cNvPr>
          <p:cNvSpPr>
            <a:spLocks noGrp="1"/>
          </p:cNvSpPr>
          <p:nvPr/>
        </p:nvSpPr>
        <p:spPr>
          <a:xfrm>
            <a:off x="2307722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F1_main_prauc_1856">
            <a:extLst>
              <a:ext uri="{FF2B5EF4-FFF2-40B4-BE49-F238E27FC236}">
                <a16:creationId xmlns:a16="http://schemas.microsoft.com/office/drawing/2014/main" id="{73E2DDF0-7CC4-4B66-A9FC-C7FDDBB7A689}"/>
              </a:ext>
            </a:extLst>
          </p:cNvPr>
          <p:cNvSpPr>
            <a:spLocks noGrp="1"/>
          </p:cNvSpPr>
          <p:nvPr/>
        </p:nvSpPr>
        <p:spPr>
          <a:xfrm>
            <a:off x="2159612" y="609776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F1_main_prauc_1857">
            <a:extLst>
              <a:ext uri="{FF2B5EF4-FFF2-40B4-BE49-F238E27FC236}">
                <a16:creationId xmlns:a16="http://schemas.microsoft.com/office/drawing/2014/main" id="{994DA5FF-C85B-4B8B-B41E-5BFB3F213610}"/>
              </a:ext>
            </a:extLst>
          </p:cNvPr>
          <p:cNvSpPr>
            <a:spLocks noGrp="1"/>
          </p:cNvSpPr>
          <p:nvPr/>
        </p:nvSpPr>
        <p:spPr>
          <a:xfrm>
            <a:off x="2133118" y="40391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F1_main_prauc_1858">
            <a:extLst>
              <a:ext uri="{FF2B5EF4-FFF2-40B4-BE49-F238E27FC236}">
                <a16:creationId xmlns:a16="http://schemas.microsoft.com/office/drawing/2014/main" id="{45F69016-1FD1-4DDA-BDDB-3545F2B752B6}"/>
              </a:ext>
            </a:extLst>
          </p:cNvPr>
          <p:cNvSpPr>
            <a:spLocks noGrp="1"/>
          </p:cNvSpPr>
          <p:nvPr/>
        </p:nvSpPr>
        <p:spPr>
          <a:xfrm>
            <a:off x="2217714" y="60977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F1_main_prauc_1859">
            <a:extLst>
              <a:ext uri="{FF2B5EF4-FFF2-40B4-BE49-F238E27FC236}">
                <a16:creationId xmlns:a16="http://schemas.microsoft.com/office/drawing/2014/main" id="{CB5B1C1F-69B3-4D54-BA49-17AC28A867EE}"/>
              </a:ext>
            </a:extLst>
          </p:cNvPr>
          <p:cNvSpPr>
            <a:spLocks noGrp="1"/>
          </p:cNvSpPr>
          <p:nvPr/>
        </p:nvSpPr>
        <p:spPr>
          <a:xfrm>
            <a:off x="2307601" y="55895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F1_main_prauc_1860">
            <a:extLst>
              <a:ext uri="{FF2B5EF4-FFF2-40B4-BE49-F238E27FC236}">
                <a16:creationId xmlns:a16="http://schemas.microsoft.com/office/drawing/2014/main" id="{431318D0-390E-424D-A320-600D3271478B}"/>
              </a:ext>
            </a:extLst>
          </p:cNvPr>
          <p:cNvSpPr>
            <a:spLocks noGrp="1"/>
          </p:cNvSpPr>
          <p:nvPr/>
        </p:nvSpPr>
        <p:spPr>
          <a:xfrm>
            <a:off x="2215720" y="450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F1_main_prauc_1861">
            <a:extLst>
              <a:ext uri="{FF2B5EF4-FFF2-40B4-BE49-F238E27FC236}">
                <a16:creationId xmlns:a16="http://schemas.microsoft.com/office/drawing/2014/main" id="{FBF86249-F160-4306-B1AB-920EDE7DC10E}"/>
              </a:ext>
            </a:extLst>
          </p:cNvPr>
          <p:cNvSpPr>
            <a:spLocks noGrp="1"/>
          </p:cNvSpPr>
          <p:nvPr/>
        </p:nvSpPr>
        <p:spPr>
          <a:xfrm>
            <a:off x="2254047" y="52058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F1_main_prauc_1862">
            <a:extLst>
              <a:ext uri="{FF2B5EF4-FFF2-40B4-BE49-F238E27FC236}">
                <a16:creationId xmlns:a16="http://schemas.microsoft.com/office/drawing/2014/main" id="{5077C29C-7A01-4FE6-B4E7-ED37855C6BAA}"/>
              </a:ext>
            </a:extLst>
          </p:cNvPr>
          <p:cNvSpPr>
            <a:spLocks noGrp="1"/>
          </p:cNvSpPr>
          <p:nvPr/>
        </p:nvSpPr>
        <p:spPr>
          <a:xfrm>
            <a:off x="2196492" y="51753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F1_main_prauc_1863">
            <a:extLst>
              <a:ext uri="{FF2B5EF4-FFF2-40B4-BE49-F238E27FC236}">
                <a16:creationId xmlns:a16="http://schemas.microsoft.com/office/drawing/2014/main" id="{F4A88B59-60C7-4969-B587-80D9044914AC}"/>
              </a:ext>
            </a:extLst>
          </p:cNvPr>
          <p:cNvSpPr>
            <a:spLocks noGrp="1"/>
          </p:cNvSpPr>
          <p:nvPr/>
        </p:nvSpPr>
        <p:spPr>
          <a:xfrm>
            <a:off x="2151513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F1_main_prauc_1864">
            <a:extLst>
              <a:ext uri="{FF2B5EF4-FFF2-40B4-BE49-F238E27FC236}">
                <a16:creationId xmlns:a16="http://schemas.microsoft.com/office/drawing/2014/main" id="{676CEF27-79CD-4F68-BDBB-8CA33C8719FD}"/>
              </a:ext>
            </a:extLst>
          </p:cNvPr>
          <p:cNvSpPr>
            <a:spLocks noGrp="1"/>
          </p:cNvSpPr>
          <p:nvPr/>
        </p:nvSpPr>
        <p:spPr>
          <a:xfrm>
            <a:off x="2278439" y="566940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F1_main_prauc_1865">
            <a:extLst>
              <a:ext uri="{FF2B5EF4-FFF2-40B4-BE49-F238E27FC236}">
                <a16:creationId xmlns:a16="http://schemas.microsoft.com/office/drawing/2014/main" id="{86487E13-E951-44A2-B41E-35FBE7D7BBE7}"/>
              </a:ext>
            </a:extLst>
          </p:cNvPr>
          <p:cNvSpPr>
            <a:spLocks noGrp="1"/>
          </p:cNvSpPr>
          <p:nvPr/>
        </p:nvSpPr>
        <p:spPr>
          <a:xfrm>
            <a:off x="2367762" y="49970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F1_main_prauc_1866">
            <a:extLst>
              <a:ext uri="{FF2B5EF4-FFF2-40B4-BE49-F238E27FC236}">
                <a16:creationId xmlns:a16="http://schemas.microsoft.com/office/drawing/2014/main" id="{C7257074-C4B6-4EA3-95C6-DB812E6DEE95}"/>
              </a:ext>
            </a:extLst>
          </p:cNvPr>
          <p:cNvSpPr>
            <a:spLocks noGrp="1"/>
          </p:cNvSpPr>
          <p:nvPr/>
        </p:nvSpPr>
        <p:spPr>
          <a:xfrm>
            <a:off x="2164027" y="60978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F1_main_prauc_1867">
            <a:extLst>
              <a:ext uri="{FF2B5EF4-FFF2-40B4-BE49-F238E27FC236}">
                <a16:creationId xmlns:a16="http://schemas.microsoft.com/office/drawing/2014/main" id="{8AB23525-025A-4893-B8AE-D08ECA4DE328}"/>
              </a:ext>
            </a:extLst>
          </p:cNvPr>
          <p:cNvSpPr>
            <a:spLocks noGrp="1"/>
          </p:cNvSpPr>
          <p:nvPr/>
        </p:nvSpPr>
        <p:spPr>
          <a:xfrm>
            <a:off x="2173086" y="48096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F1_main_prauc_1868">
            <a:extLst>
              <a:ext uri="{FF2B5EF4-FFF2-40B4-BE49-F238E27FC236}">
                <a16:creationId xmlns:a16="http://schemas.microsoft.com/office/drawing/2014/main" id="{07711C43-962C-459E-B715-F02DC3357F01}"/>
              </a:ext>
            </a:extLst>
          </p:cNvPr>
          <p:cNvSpPr>
            <a:spLocks noGrp="1"/>
          </p:cNvSpPr>
          <p:nvPr/>
        </p:nvSpPr>
        <p:spPr>
          <a:xfrm>
            <a:off x="2143640" y="45583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F1_main_prauc_1869">
            <a:extLst>
              <a:ext uri="{FF2B5EF4-FFF2-40B4-BE49-F238E27FC236}">
                <a16:creationId xmlns:a16="http://schemas.microsoft.com/office/drawing/2014/main" id="{775567E1-1299-4681-BB5E-1E843419FE47}"/>
              </a:ext>
            </a:extLst>
          </p:cNvPr>
          <p:cNvSpPr>
            <a:spLocks noGrp="1"/>
          </p:cNvSpPr>
          <p:nvPr/>
        </p:nvSpPr>
        <p:spPr>
          <a:xfrm>
            <a:off x="2296631" y="53254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F1_main_prauc_1870">
            <a:extLst>
              <a:ext uri="{FF2B5EF4-FFF2-40B4-BE49-F238E27FC236}">
                <a16:creationId xmlns:a16="http://schemas.microsoft.com/office/drawing/2014/main" id="{DB81934E-9AD7-4A60-9797-0A9CFECD664D}"/>
              </a:ext>
            </a:extLst>
          </p:cNvPr>
          <p:cNvSpPr>
            <a:spLocks noGrp="1"/>
          </p:cNvSpPr>
          <p:nvPr/>
        </p:nvSpPr>
        <p:spPr>
          <a:xfrm>
            <a:off x="2146937" y="5546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F1_main_prauc_1871">
            <a:extLst>
              <a:ext uri="{FF2B5EF4-FFF2-40B4-BE49-F238E27FC236}">
                <a16:creationId xmlns:a16="http://schemas.microsoft.com/office/drawing/2014/main" id="{80363673-BA49-4F5E-9C74-5C178A1E8347}"/>
              </a:ext>
            </a:extLst>
          </p:cNvPr>
          <p:cNvSpPr>
            <a:spLocks noGrp="1"/>
          </p:cNvSpPr>
          <p:nvPr/>
        </p:nvSpPr>
        <p:spPr>
          <a:xfrm>
            <a:off x="2245002" y="60977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F1_main_prauc_1872">
            <a:extLst>
              <a:ext uri="{FF2B5EF4-FFF2-40B4-BE49-F238E27FC236}">
                <a16:creationId xmlns:a16="http://schemas.microsoft.com/office/drawing/2014/main" id="{ADC49A39-7433-4B4E-ACF1-5D999B2AB975}"/>
              </a:ext>
            </a:extLst>
          </p:cNvPr>
          <p:cNvSpPr>
            <a:spLocks noGrp="1"/>
          </p:cNvSpPr>
          <p:nvPr/>
        </p:nvSpPr>
        <p:spPr>
          <a:xfrm>
            <a:off x="2203224" y="513283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F1_main_prauc_1873">
            <a:extLst>
              <a:ext uri="{FF2B5EF4-FFF2-40B4-BE49-F238E27FC236}">
                <a16:creationId xmlns:a16="http://schemas.microsoft.com/office/drawing/2014/main" id="{DB2CC9B4-3F3E-4C22-9935-F7EA64F1E4AE}"/>
              </a:ext>
            </a:extLst>
          </p:cNvPr>
          <p:cNvSpPr>
            <a:spLocks noGrp="1"/>
          </p:cNvSpPr>
          <p:nvPr/>
        </p:nvSpPr>
        <p:spPr>
          <a:xfrm>
            <a:off x="2218952" y="37007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F1_main_prauc_1874">
            <a:extLst>
              <a:ext uri="{FF2B5EF4-FFF2-40B4-BE49-F238E27FC236}">
                <a16:creationId xmlns:a16="http://schemas.microsoft.com/office/drawing/2014/main" id="{F4BFACB8-A10F-40FD-8438-25C0C2E7CF1D}"/>
              </a:ext>
            </a:extLst>
          </p:cNvPr>
          <p:cNvSpPr>
            <a:spLocks noGrp="1"/>
          </p:cNvSpPr>
          <p:nvPr/>
        </p:nvSpPr>
        <p:spPr>
          <a:xfrm>
            <a:off x="2133473" y="60978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F1_main_prauc_1875">
            <a:extLst>
              <a:ext uri="{FF2B5EF4-FFF2-40B4-BE49-F238E27FC236}">
                <a16:creationId xmlns:a16="http://schemas.microsoft.com/office/drawing/2014/main" id="{0D12DE2A-B0B6-43CB-B915-52ED5720C97E}"/>
              </a:ext>
            </a:extLst>
          </p:cNvPr>
          <p:cNvSpPr>
            <a:spLocks noGrp="1"/>
          </p:cNvSpPr>
          <p:nvPr/>
        </p:nvSpPr>
        <p:spPr>
          <a:xfrm>
            <a:off x="2278205" y="609784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F1_main_prauc_1876">
            <a:extLst>
              <a:ext uri="{FF2B5EF4-FFF2-40B4-BE49-F238E27FC236}">
                <a16:creationId xmlns:a16="http://schemas.microsoft.com/office/drawing/2014/main" id="{77702432-74FE-4132-A39B-7B3626DC43E9}"/>
              </a:ext>
            </a:extLst>
          </p:cNvPr>
          <p:cNvSpPr>
            <a:spLocks noGrp="1"/>
          </p:cNvSpPr>
          <p:nvPr/>
        </p:nvSpPr>
        <p:spPr>
          <a:xfrm>
            <a:off x="2161070" y="54594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F1_main_prauc_1877">
            <a:extLst>
              <a:ext uri="{FF2B5EF4-FFF2-40B4-BE49-F238E27FC236}">
                <a16:creationId xmlns:a16="http://schemas.microsoft.com/office/drawing/2014/main" id="{E590ED64-ADA0-4419-BC40-2109BB4C5337}"/>
              </a:ext>
            </a:extLst>
          </p:cNvPr>
          <p:cNvSpPr>
            <a:spLocks noGrp="1"/>
          </p:cNvSpPr>
          <p:nvPr/>
        </p:nvSpPr>
        <p:spPr>
          <a:xfrm>
            <a:off x="2236864" y="60977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F1_main_prauc_1878">
            <a:extLst>
              <a:ext uri="{FF2B5EF4-FFF2-40B4-BE49-F238E27FC236}">
                <a16:creationId xmlns:a16="http://schemas.microsoft.com/office/drawing/2014/main" id="{A160A53C-6FB5-4ACB-AABD-5FEED285D613}"/>
              </a:ext>
            </a:extLst>
          </p:cNvPr>
          <p:cNvSpPr>
            <a:spLocks noGrp="1"/>
          </p:cNvSpPr>
          <p:nvPr/>
        </p:nvSpPr>
        <p:spPr>
          <a:xfrm>
            <a:off x="2197179" y="4207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F1_main_prauc_1879">
            <a:extLst>
              <a:ext uri="{FF2B5EF4-FFF2-40B4-BE49-F238E27FC236}">
                <a16:creationId xmlns:a16="http://schemas.microsoft.com/office/drawing/2014/main" id="{76580F5C-C6C5-4471-8C91-5917A9D87304}"/>
              </a:ext>
            </a:extLst>
          </p:cNvPr>
          <p:cNvSpPr>
            <a:spLocks noGrp="1"/>
          </p:cNvSpPr>
          <p:nvPr/>
        </p:nvSpPr>
        <p:spPr>
          <a:xfrm>
            <a:off x="2144755" y="416610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F1_main_prauc_1880">
            <a:extLst>
              <a:ext uri="{FF2B5EF4-FFF2-40B4-BE49-F238E27FC236}">
                <a16:creationId xmlns:a16="http://schemas.microsoft.com/office/drawing/2014/main" id="{9BA2746D-BC23-4C6D-A745-E0ECE2C5B9A0}"/>
              </a:ext>
            </a:extLst>
          </p:cNvPr>
          <p:cNvSpPr>
            <a:spLocks noGrp="1"/>
          </p:cNvSpPr>
          <p:nvPr/>
        </p:nvSpPr>
        <p:spPr>
          <a:xfrm>
            <a:off x="2181299" y="6097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F1_main_prauc_1881">
            <a:extLst>
              <a:ext uri="{FF2B5EF4-FFF2-40B4-BE49-F238E27FC236}">
                <a16:creationId xmlns:a16="http://schemas.microsoft.com/office/drawing/2014/main" id="{1BE4697B-7752-470A-B728-A53D1FD39A32}"/>
              </a:ext>
            </a:extLst>
          </p:cNvPr>
          <p:cNvSpPr>
            <a:spLocks noGrp="1"/>
          </p:cNvSpPr>
          <p:nvPr/>
        </p:nvSpPr>
        <p:spPr>
          <a:xfrm>
            <a:off x="2329961" y="486378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F1_main_prauc_1882">
            <a:extLst>
              <a:ext uri="{FF2B5EF4-FFF2-40B4-BE49-F238E27FC236}">
                <a16:creationId xmlns:a16="http://schemas.microsoft.com/office/drawing/2014/main" id="{7C4E0176-F81E-458F-B138-657E4F848537}"/>
              </a:ext>
            </a:extLst>
          </p:cNvPr>
          <p:cNvSpPr>
            <a:spLocks noGrp="1"/>
          </p:cNvSpPr>
          <p:nvPr/>
        </p:nvSpPr>
        <p:spPr>
          <a:xfrm>
            <a:off x="2186971" y="60978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F1_main_prauc_1883">
            <a:extLst>
              <a:ext uri="{FF2B5EF4-FFF2-40B4-BE49-F238E27FC236}">
                <a16:creationId xmlns:a16="http://schemas.microsoft.com/office/drawing/2014/main" id="{C31DA8C3-6D91-49D4-980F-4BB563E8F442}"/>
              </a:ext>
            </a:extLst>
          </p:cNvPr>
          <p:cNvSpPr>
            <a:spLocks noGrp="1"/>
          </p:cNvSpPr>
          <p:nvPr/>
        </p:nvSpPr>
        <p:spPr>
          <a:xfrm>
            <a:off x="2261542" y="50734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F1_main_prauc_1884">
            <a:extLst>
              <a:ext uri="{FF2B5EF4-FFF2-40B4-BE49-F238E27FC236}">
                <a16:creationId xmlns:a16="http://schemas.microsoft.com/office/drawing/2014/main" id="{8948BC7D-C88C-41D0-8433-BD4F11AD1AD9}"/>
              </a:ext>
            </a:extLst>
          </p:cNvPr>
          <p:cNvSpPr>
            <a:spLocks noGrp="1"/>
          </p:cNvSpPr>
          <p:nvPr/>
        </p:nvSpPr>
        <p:spPr>
          <a:xfrm>
            <a:off x="2263628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F1_main_prauc_1885">
            <a:extLst>
              <a:ext uri="{FF2B5EF4-FFF2-40B4-BE49-F238E27FC236}">
                <a16:creationId xmlns:a16="http://schemas.microsoft.com/office/drawing/2014/main" id="{59E02887-8DE9-48A8-B5AB-4FD58FCBC3B2}"/>
              </a:ext>
            </a:extLst>
          </p:cNvPr>
          <p:cNvSpPr>
            <a:spLocks noGrp="1"/>
          </p:cNvSpPr>
          <p:nvPr/>
        </p:nvSpPr>
        <p:spPr>
          <a:xfrm>
            <a:off x="2343540" y="60978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F1_main_prauc_1886">
            <a:extLst>
              <a:ext uri="{FF2B5EF4-FFF2-40B4-BE49-F238E27FC236}">
                <a16:creationId xmlns:a16="http://schemas.microsoft.com/office/drawing/2014/main" id="{06BBE393-B288-4A84-907E-5723F55A25B5}"/>
              </a:ext>
            </a:extLst>
          </p:cNvPr>
          <p:cNvSpPr>
            <a:spLocks noGrp="1"/>
          </p:cNvSpPr>
          <p:nvPr/>
        </p:nvSpPr>
        <p:spPr>
          <a:xfrm>
            <a:off x="2219129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F1_main_prauc_1887">
            <a:extLst>
              <a:ext uri="{FF2B5EF4-FFF2-40B4-BE49-F238E27FC236}">
                <a16:creationId xmlns:a16="http://schemas.microsoft.com/office/drawing/2014/main" id="{1C41A726-0A43-4F91-A98A-AB05F51641CD}"/>
              </a:ext>
            </a:extLst>
          </p:cNvPr>
          <p:cNvSpPr>
            <a:spLocks noGrp="1"/>
          </p:cNvSpPr>
          <p:nvPr/>
        </p:nvSpPr>
        <p:spPr>
          <a:xfrm>
            <a:off x="2132928" y="55816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F1_main_prauc_1888">
            <a:extLst>
              <a:ext uri="{FF2B5EF4-FFF2-40B4-BE49-F238E27FC236}">
                <a16:creationId xmlns:a16="http://schemas.microsoft.com/office/drawing/2014/main" id="{50357EF9-8410-4346-803F-AE4ACC714548}"/>
              </a:ext>
            </a:extLst>
          </p:cNvPr>
          <p:cNvSpPr>
            <a:spLocks noGrp="1"/>
          </p:cNvSpPr>
          <p:nvPr/>
        </p:nvSpPr>
        <p:spPr>
          <a:xfrm>
            <a:off x="2219344" y="609780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F1_main_prauc_1889">
            <a:extLst>
              <a:ext uri="{FF2B5EF4-FFF2-40B4-BE49-F238E27FC236}">
                <a16:creationId xmlns:a16="http://schemas.microsoft.com/office/drawing/2014/main" id="{1C122EF3-2B14-47AC-AE39-8E2C1DF3ECF6}"/>
              </a:ext>
            </a:extLst>
          </p:cNvPr>
          <p:cNvSpPr>
            <a:spLocks noGrp="1"/>
          </p:cNvSpPr>
          <p:nvPr/>
        </p:nvSpPr>
        <p:spPr>
          <a:xfrm>
            <a:off x="2242125" y="40894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F1_main_prauc_1890">
            <a:extLst>
              <a:ext uri="{FF2B5EF4-FFF2-40B4-BE49-F238E27FC236}">
                <a16:creationId xmlns:a16="http://schemas.microsoft.com/office/drawing/2014/main" id="{E155A915-FE1E-4491-9185-66559B45B9EE}"/>
              </a:ext>
            </a:extLst>
          </p:cNvPr>
          <p:cNvSpPr>
            <a:spLocks noGrp="1"/>
          </p:cNvSpPr>
          <p:nvPr/>
        </p:nvSpPr>
        <p:spPr>
          <a:xfrm>
            <a:off x="2366194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F1_main_prauc_1891">
            <a:extLst>
              <a:ext uri="{FF2B5EF4-FFF2-40B4-BE49-F238E27FC236}">
                <a16:creationId xmlns:a16="http://schemas.microsoft.com/office/drawing/2014/main" id="{956A405C-9A96-4FF3-98A0-10A50B7CB6D0}"/>
              </a:ext>
            </a:extLst>
          </p:cNvPr>
          <p:cNvSpPr>
            <a:spLocks noGrp="1"/>
          </p:cNvSpPr>
          <p:nvPr/>
        </p:nvSpPr>
        <p:spPr>
          <a:xfrm>
            <a:off x="2187618" y="37130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F1_main_prauc_1892">
            <a:extLst>
              <a:ext uri="{FF2B5EF4-FFF2-40B4-BE49-F238E27FC236}">
                <a16:creationId xmlns:a16="http://schemas.microsoft.com/office/drawing/2014/main" id="{390750A9-C8BB-42C9-A589-308D4BE6EC42}"/>
              </a:ext>
            </a:extLst>
          </p:cNvPr>
          <p:cNvSpPr>
            <a:spLocks noGrp="1"/>
          </p:cNvSpPr>
          <p:nvPr/>
        </p:nvSpPr>
        <p:spPr>
          <a:xfrm>
            <a:off x="2183040" y="60978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F1_main_prauc_1893">
            <a:extLst>
              <a:ext uri="{FF2B5EF4-FFF2-40B4-BE49-F238E27FC236}">
                <a16:creationId xmlns:a16="http://schemas.microsoft.com/office/drawing/2014/main" id="{EAF6EFAD-DECE-49F1-80F9-007F4B5CE4DB}"/>
              </a:ext>
            </a:extLst>
          </p:cNvPr>
          <p:cNvSpPr>
            <a:spLocks noGrp="1"/>
          </p:cNvSpPr>
          <p:nvPr/>
        </p:nvSpPr>
        <p:spPr>
          <a:xfrm>
            <a:off x="2366218" y="609780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F1_main_prauc_1894">
            <a:extLst>
              <a:ext uri="{FF2B5EF4-FFF2-40B4-BE49-F238E27FC236}">
                <a16:creationId xmlns:a16="http://schemas.microsoft.com/office/drawing/2014/main" id="{CC1F13F9-A09D-4B1B-9F94-E99F32B9F810}"/>
              </a:ext>
            </a:extLst>
          </p:cNvPr>
          <p:cNvSpPr>
            <a:spLocks noGrp="1"/>
          </p:cNvSpPr>
          <p:nvPr/>
        </p:nvSpPr>
        <p:spPr>
          <a:xfrm>
            <a:off x="2183311" y="609785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F1_main_prauc_1895">
            <a:extLst>
              <a:ext uri="{FF2B5EF4-FFF2-40B4-BE49-F238E27FC236}">
                <a16:creationId xmlns:a16="http://schemas.microsoft.com/office/drawing/2014/main" id="{70B80D38-2E6C-45B2-B774-1E5D57FB2716}"/>
              </a:ext>
            </a:extLst>
          </p:cNvPr>
          <p:cNvSpPr>
            <a:spLocks noGrp="1"/>
          </p:cNvSpPr>
          <p:nvPr/>
        </p:nvSpPr>
        <p:spPr>
          <a:xfrm>
            <a:off x="2375263" y="60864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F1_main_prauc_1896">
            <a:extLst>
              <a:ext uri="{FF2B5EF4-FFF2-40B4-BE49-F238E27FC236}">
                <a16:creationId xmlns:a16="http://schemas.microsoft.com/office/drawing/2014/main" id="{1156AAED-198C-43FA-BA93-62FA8D168827}"/>
              </a:ext>
            </a:extLst>
          </p:cNvPr>
          <p:cNvSpPr>
            <a:spLocks noGrp="1"/>
          </p:cNvSpPr>
          <p:nvPr/>
        </p:nvSpPr>
        <p:spPr>
          <a:xfrm>
            <a:off x="2189488" y="599850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F1_main_prauc_1897">
            <a:extLst>
              <a:ext uri="{FF2B5EF4-FFF2-40B4-BE49-F238E27FC236}">
                <a16:creationId xmlns:a16="http://schemas.microsoft.com/office/drawing/2014/main" id="{0B4F2C08-6B36-4319-808F-BAC3B21E9599}"/>
              </a:ext>
            </a:extLst>
          </p:cNvPr>
          <p:cNvSpPr>
            <a:spLocks noGrp="1"/>
          </p:cNvSpPr>
          <p:nvPr/>
        </p:nvSpPr>
        <p:spPr>
          <a:xfrm>
            <a:off x="2355635" y="60976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F1_main_prauc_1898">
            <a:extLst>
              <a:ext uri="{FF2B5EF4-FFF2-40B4-BE49-F238E27FC236}">
                <a16:creationId xmlns:a16="http://schemas.microsoft.com/office/drawing/2014/main" id="{FC5BB1F6-4265-4AA1-9954-0154493930A2}"/>
              </a:ext>
            </a:extLst>
          </p:cNvPr>
          <p:cNvSpPr>
            <a:spLocks noGrp="1"/>
          </p:cNvSpPr>
          <p:nvPr/>
        </p:nvSpPr>
        <p:spPr>
          <a:xfrm>
            <a:off x="2236916" y="56598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F1_main_prauc_1899">
            <a:extLst>
              <a:ext uri="{FF2B5EF4-FFF2-40B4-BE49-F238E27FC236}">
                <a16:creationId xmlns:a16="http://schemas.microsoft.com/office/drawing/2014/main" id="{54E8E8D4-6164-4F41-B1BD-47DDD54D71A8}"/>
              </a:ext>
            </a:extLst>
          </p:cNvPr>
          <p:cNvSpPr>
            <a:spLocks noGrp="1"/>
          </p:cNvSpPr>
          <p:nvPr/>
        </p:nvSpPr>
        <p:spPr>
          <a:xfrm>
            <a:off x="2341074" y="4322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F1_main_prauc_1900">
            <a:extLst>
              <a:ext uri="{FF2B5EF4-FFF2-40B4-BE49-F238E27FC236}">
                <a16:creationId xmlns:a16="http://schemas.microsoft.com/office/drawing/2014/main" id="{1C03C970-127A-4AD0-AC0B-EB6ED99F2274}"/>
              </a:ext>
            </a:extLst>
          </p:cNvPr>
          <p:cNvSpPr>
            <a:spLocks noGrp="1"/>
          </p:cNvSpPr>
          <p:nvPr/>
        </p:nvSpPr>
        <p:spPr>
          <a:xfrm>
            <a:off x="2177716" y="593420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F1_main_prauc_1901">
            <a:extLst>
              <a:ext uri="{FF2B5EF4-FFF2-40B4-BE49-F238E27FC236}">
                <a16:creationId xmlns:a16="http://schemas.microsoft.com/office/drawing/2014/main" id="{95486ABD-1B07-428B-83B2-A9602F0FEAFA}"/>
              </a:ext>
            </a:extLst>
          </p:cNvPr>
          <p:cNvSpPr>
            <a:spLocks noGrp="1"/>
          </p:cNvSpPr>
          <p:nvPr/>
        </p:nvSpPr>
        <p:spPr>
          <a:xfrm>
            <a:off x="2207715" y="60977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F1_main_prauc_1902">
            <a:extLst>
              <a:ext uri="{FF2B5EF4-FFF2-40B4-BE49-F238E27FC236}">
                <a16:creationId xmlns:a16="http://schemas.microsoft.com/office/drawing/2014/main" id="{E5FB5750-BC66-4E9F-A01D-86FCDFA30957}"/>
              </a:ext>
            </a:extLst>
          </p:cNvPr>
          <p:cNvSpPr>
            <a:spLocks noGrp="1"/>
          </p:cNvSpPr>
          <p:nvPr/>
        </p:nvSpPr>
        <p:spPr>
          <a:xfrm>
            <a:off x="2262161" y="56084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F1_main_prauc_1903">
            <a:extLst>
              <a:ext uri="{FF2B5EF4-FFF2-40B4-BE49-F238E27FC236}">
                <a16:creationId xmlns:a16="http://schemas.microsoft.com/office/drawing/2014/main" id="{A2FCCB98-A338-41E8-A37D-EA10A09B1AC3}"/>
              </a:ext>
            </a:extLst>
          </p:cNvPr>
          <p:cNvSpPr>
            <a:spLocks noGrp="1"/>
          </p:cNvSpPr>
          <p:nvPr/>
        </p:nvSpPr>
        <p:spPr>
          <a:xfrm>
            <a:off x="2257892" y="485772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F1_main_prauc_1904">
            <a:extLst>
              <a:ext uri="{FF2B5EF4-FFF2-40B4-BE49-F238E27FC236}">
                <a16:creationId xmlns:a16="http://schemas.microsoft.com/office/drawing/2014/main" id="{CF004B15-3B30-4D74-A368-BAC651542F76}"/>
              </a:ext>
            </a:extLst>
          </p:cNvPr>
          <p:cNvSpPr>
            <a:spLocks noGrp="1"/>
          </p:cNvSpPr>
          <p:nvPr/>
        </p:nvSpPr>
        <p:spPr>
          <a:xfrm>
            <a:off x="2281437" y="6097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F1_main_prauc_1905">
            <a:extLst>
              <a:ext uri="{FF2B5EF4-FFF2-40B4-BE49-F238E27FC236}">
                <a16:creationId xmlns:a16="http://schemas.microsoft.com/office/drawing/2014/main" id="{7675E9D7-F4EC-46DF-99C1-18E2253403E7}"/>
              </a:ext>
            </a:extLst>
          </p:cNvPr>
          <p:cNvSpPr>
            <a:spLocks noGrp="1"/>
          </p:cNvSpPr>
          <p:nvPr/>
        </p:nvSpPr>
        <p:spPr>
          <a:xfrm>
            <a:off x="2243317" y="47129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F1_main_prauc_1906">
            <a:extLst>
              <a:ext uri="{FF2B5EF4-FFF2-40B4-BE49-F238E27FC236}">
                <a16:creationId xmlns:a16="http://schemas.microsoft.com/office/drawing/2014/main" id="{76A5D968-A443-4FCC-9183-C7463F1E9E01}"/>
              </a:ext>
            </a:extLst>
          </p:cNvPr>
          <p:cNvSpPr>
            <a:spLocks noGrp="1"/>
          </p:cNvSpPr>
          <p:nvPr/>
        </p:nvSpPr>
        <p:spPr>
          <a:xfrm>
            <a:off x="2292765" y="52069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F1_main_prauc_1907">
            <a:extLst>
              <a:ext uri="{FF2B5EF4-FFF2-40B4-BE49-F238E27FC236}">
                <a16:creationId xmlns:a16="http://schemas.microsoft.com/office/drawing/2014/main" id="{1E5743F4-D84E-43AC-AB56-DDB4DECBA4BA}"/>
              </a:ext>
            </a:extLst>
          </p:cNvPr>
          <p:cNvSpPr>
            <a:spLocks noGrp="1"/>
          </p:cNvSpPr>
          <p:nvPr/>
        </p:nvSpPr>
        <p:spPr>
          <a:xfrm>
            <a:off x="2305049" y="38313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F1_main_prauc_1908">
            <a:extLst>
              <a:ext uri="{FF2B5EF4-FFF2-40B4-BE49-F238E27FC236}">
                <a16:creationId xmlns:a16="http://schemas.microsoft.com/office/drawing/2014/main" id="{8619AF06-AE6D-4788-869B-2366C407555B}"/>
              </a:ext>
            </a:extLst>
          </p:cNvPr>
          <p:cNvSpPr>
            <a:spLocks noGrp="1"/>
          </p:cNvSpPr>
          <p:nvPr/>
        </p:nvSpPr>
        <p:spPr>
          <a:xfrm>
            <a:off x="2191328" y="37076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F1_main_prauc_1909">
            <a:extLst>
              <a:ext uri="{FF2B5EF4-FFF2-40B4-BE49-F238E27FC236}">
                <a16:creationId xmlns:a16="http://schemas.microsoft.com/office/drawing/2014/main" id="{D18DE03A-956B-4DBD-BC03-D58A4CFB9FB1}"/>
              </a:ext>
            </a:extLst>
          </p:cNvPr>
          <p:cNvSpPr>
            <a:spLocks noGrp="1"/>
          </p:cNvSpPr>
          <p:nvPr/>
        </p:nvSpPr>
        <p:spPr>
          <a:xfrm>
            <a:off x="2329084" y="51367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F1_main_prauc_1910">
            <a:extLst>
              <a:ext uri="{FF2B5EF4-FFF2-40B4-BE49-F238E27FC236}">
                <a16:creationId xmlns:a16="http://schemas.microsoft.com/office/drawing/2014/main" id="{A2FC98CF-70FF-4B94-8E4A-E3798513A8E8}"/>
              </a:ext>
            </a:extLst>
          </p:cNvPr>
          <p:cNvSpPr>
            <a:spLocks noGrp="1"/>
          </p:cNvSpPr>
          <p:nvPr/>
        </p:nvSpPr>
        <p:spPr>
          <a:xfrm>
            <a:off x="2170690" y="46775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F1_main_prauc_1911">
            <a:extLst>
              <a:ext uri="{FF2B5EF4-FFF2-40B4-BE49-F238E27FC236}">
                <a16:creationId xmlns:a16="http://schemas.microsoft.com/office/drawing/2014/main" id="{9EE62C5E-1D47-4342-B87C-A41372086FE0}"/>
              </a:ext>
            </a:extLst>
          </p:cNvPr>
          <p:cNvSpPr>
            <a:spLocks noGrp="1"/>
          </p:cNvSpPr>
          <p:nvPr/>
        </p:nvSpPr>
        <p:spPr>
          <a:xfrm>
            <a:off x="2328914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F1_main_prauc_1912">
            <a:extLst>
              <a:ext uri="{FF2B5EF4-FFF2-40B4-BE49-F238E27FC236}">
                <a16:creationId xmlns:a16="http://schemas.microsoft.com/office/drawing/2014/main" id="{A00CB097-D892-4888-80FA-4C3BA2C29036}"/>
              </a:ext>
            </a:extLst>
          </p:cNvPr>
          <p:cNvSpPr>
            <a:spLocks noGrp="1"/>
          </p:cNvSpPr>
          <p:nvPr/>
        </p:nvSpPr>
        <p:spPr>
          <a:xfrm>
            <a:off x="2357807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F1_main_prauc_1913">
            <a:extLst>
              <a:ext uri="{FF2B5EF4-FFF2-40B4-BE49-F238E27FC236}">
                <a16:creationId xmlns:a16="http://schemas.microsoft.com/office/drawing/2014/main" id="{038266CD-2CAA-434F-8B06-E82E535FAF80}"/>
              </a:ext>
            </a:extLst>
          </p:cNvPr>
          <p:cNvSpPr>
            <a:spLocks noGrp="1"/>
          </p:cNvSpPr>
          <p:nvPr/>
        </p:nvSpPr>
        <p:spPr>
          <a:xfrm>
            <a:off x="2188309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F1_main_prauc_1914">
            <a:extLst>
              <a:ext uri="{FF2B5EF4-FFF2-40B4-BE49-F238E27FC236}">
                <a16:creationId xmlns:a16="http://schemas.microsoft.com/office/drawing/2014/main" id="{2D262F62-7AB1-4DA7-862D-6CED00FB9C34}"/>
              </a:ext>
            </a:extLst>
          </p:cNvPr>
          <p:cNvSpPr>
            <a:spLocks noGrp="1"/>
          </p:cNvSpPr>
          <p:nvPr/>
        </p:nvSpPr>
        <p:spPr>
          <a:xfrm>
            <a:off x="2227932" y="57264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F1_main_prauc_1915">
            <a:extLst>
              <a:ext uri="{FF2B5EF4-FFF2-40B4-BE49-F238E27FC236}">
                <a16:creationId xmlns:a16="http://schemas.microsoft.com/office/drawing/2014/main" id="{D0ABA665-7241-405B-B081-59B600EA2B4C}"/>
              </a:ext>
            </a:extLst>
          </p:cNvPr>
          <p:cNvSpPr>
            <a:spLocks noGrp="1"/>
          </p:cNvSpPr>
          <p:nvPr/>
        </p:nvSpPr>
        <p:spPr>
          <a:xfrm>
            <a:off x="2316693" y="60978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F1_main_prauc_1916">
            <a:extLst>
              <a:ext uri="{FF2B5EF4-FFF2-40B4-BE49-F238E27FC236}">
                <a16:creationId xmlns:a16="http://schemas.microsoft.com/office/drawing/2014/main" id="{75F776D9-DB35-41BE-BD44-E6C0877D0160}"/>
              </a:ext>
            </a:extLst>
          </p:cNvPr>
          <p:cNvSpPr>
            <a:spLocks noGrp="1"/>
          </p:cNvSpPr>
          <p:nvPr/>
        </p:nvSpPr>
        <p:spPr>
          <a:xfrm>
            <a:off x="2326018" y="60977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F1_main_prauc_1917">
            <a:extLst>
              <a:ext uri="{FF2B5EF4-FFF2-40B4-BE49-F238E27FC236}">
                <a16:creationId xmlns:a16="http://schemas.microsoft.com/office/drawing/2014/main" id="{994096BA-6717-40F0-B764-C41FBEEF1563}"/>
              </a:ext>
            </a:extLst>
          </p:cNvPr>
          <p:cNvSpPr>
            <a:spLocks noGrp="1"/>
          </p:cNvSpPr>
          <p:nvPr/>
        </p:nvSpPr>
        <p:spPr>
          <a:xfrm>
            <a:off x="2171938" y="6097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F1_main_prauc_1918">
            <a:extLst>
              <a:ext uri="{FF2B5EF4-FFF2-40B4-BE49-F238E27FC236}">
                <a16:creationId xmlns:a16="http://schemas.microsoft.com/office/drawing/2014/main" id="{2EEBD24D-DC07-4BA1-9BDE-CEC7D22D49AE}"/>
              </a:ext>
            </a:extLst>
          </p:cNvPr>
          <p:cNvSpPr>
            <a:spLocks noGrp="1"/>
          </p:cNvSpPr>
          <p:nvPr/>
        </p:nvSpPr>
        <p:spPr>
          <a:xfrm>
            <a:off x="2205990" y="46202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F1_main_prauc_1919">
            <a:extLst>
              <a:ext uri="{FF2B5EF4-FFF2-40B4-BE49-F238E27FC236}">
                <a16:creationId xmlns:a16="http://schemas.microsoft.com/office/drawing/2014/main" id="{5F2CEA36-451F-4C2F-AADC-7208F70B3E46}"/>
              </a:ext>
            </a:extLst>
          </p:cNvPr>
          <p:cNvSpPr>
            <a:spLocks noGrp="1"/>
          </p:cNvSpPr>
          <p:nvPr/>
        </p:nvSpPr>
        <p:spPr>
          <a:xfrm>
            <a:off x="2164742" y="60978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F1_main_prauc_1920">
            <a:extLst>
              <a:ext uri="{FF2B5EF4-FFF2-40B4-BE49-F238E27FC236}">
                <a16:creationId xmlns:a16="http://schemas.microsoft.com/office/drawing/2014/main" id="{BC4D6CEC-1C54-40FF-9242-AC8947B0589E}"/>
              </a:ext>
            </a:extLst>
          </p:cNvPr>
          <p:cNvSpPr>
            <a:spLocks noGrp="1"/>
          </p:cNvSpPr>
          <p:nvPr/>
        </p:nvSpPr>
        <p:spPr>
          <a:xfrm>
            <a:off x="2202299" y="452844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F1_main_prauc_1921">
            <a:extLst>
              <a:ext uri="{FF2B5EF4-FFF2-40B4-BE49-F238E27FC236}">
                <a16:creationId xmlns:a16="http://schemas.microsoft.com/office/drawing/2014/main" id="{BADE392D-37D8-4552-99A0-A6190A8EC568}"/>
              </a:ext>
            </a:extLst>
          </p:cNvPr>
          <p:cNvSpPr>
            <a:spLocks noGrp="1"/>
          </p:cNvSpPr>
          <p:nvPr/>
        </p:nvSpPr>
        <p:spPr>
          <a:xfrm>
            <a:off x="2362063" y="55626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F1_main_prauc_1922">
            <a:extLst>
              <a:ext uri="{FF2B5EF4-FFF2-40B4-BE49-F238E27FC236}">
                <a16:creationId xmlns:a16="http://schemas.microsoft.com/office/drawing/2014/main" id="{691DCE86-698C-4CDB-91E6-958CA0F73324}"/>
              </a:ext>
            </a:extLst>
          </p:cNvPr>
          <p:cNvSpPr>
            <a:spLocks noGrp="1"/>
          </p:cNvSpPr>
          <p:nvPr/>
        </p:nvSpPr>
        <p:spPr>
          <a:xfrm>
            <a:off x="2345312" y="60895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F1_main_prauc_1923">
            <a:extLst>
              <a:ext uri="{FF2B5EF4-FFF2-40B4-BE49-F238E27FC236}">
                <a16:creationId xmlns:a16="http://schemas.microsoft.com/office/drawing/2014/main" id="{AE35E422-DD56-4138-910F-29A309647690}"/>
              </a:ext>
            </a:extLst>
          </p:cNvPr>
          <p:cNvSpPr>
            <a:spLocks noGrp="1"/>
          </p:cNvSpPr>
          <p:nvPr/>
        </p:nvSpPr>
        <p:spPr>
          <a:xfrm>
            <a:off x="2152287" y="599197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F1_main_prauc_1924">
            <a:extLst>
              <a:ext uri="{FF2B5EF4-FFF2-40B4-BE49-F238E27FC236}">
                <a16:creationId xmlns:a16="http://schemas.microsoft.com/office/drawing/2014/main" id="{0ECFEBF8-710C-4C7D-924C-BF2C9C017FB7}"/>
              </a:ext>
            </a:extLst>
          </p:cNvPr>
          <p:cNvSpPr>
            <a:spLocks noGrp="1"/>
          </p:cNvSpPr>
          <p:nvPr/>
        </p:nvSpPr>
        <p:spPr>
          <a:xfrm>
            <a:off x="2254005" y="5870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F1_main_prauc_1925">
            <a:extLst>
              <a:ext uri="{FF2B5EF4-FFF2-40B4-BE49-F238E27FC236}">
                <a16:creationId xmlns:a16="http://schemas.microsoft.com/office/drawing/2014/main" id="{920C6682-B017-4727-B8F3-DAAA737B5473}"/>
              </a:ext>
            </a:extLst>
          </p:cNvPr>
          <p:cNvSpPr>
            <a:spLocks noGrp="1"/>
          </p:cNvSpPr>
          <p:nvPr/>
        </p:nvSpPr>
        <p:spPr>
          <a:xfrm>
            <a:off x="2278313" y="6080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F1_main_prauc_1926">
            <a:extLst>
              <a:ext uri="{FF2B5EF4-FFF2-40B4-BE49-F238E27FC236}">
                <a16:creationId xmlns:a16="http://schemas.microsoft.com/office/drawing/2014/main" id="{5C6E2536-EC32-4124-8621-2EA16B5D43B8}"/>
              </a:ext>
            </a:extLst>
          </p:cNvPr>
          <p:cNvSpPr>
            <a:spLocks noGrp="1"/>
          </p:cNvSpPr>
          <p:nvPr/>
        </p:nvSpPr>
        <p:spPr>
          <a:xfrm>
            <a:off x="2276447" y="60977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F1_main_prauc_1927">
            <a:extLst>
              <a:ext uri="{FF2B5EF4-FFF2-40B4-BE49-F238E27FC236}">
                <a16:creationId xmlns:a16="http://schemas.microsoft.com/office/drawing/2014/main" id="{7A08B0A6-DEAE-4E5A-BC7D-EAE2886CE557}"/>
              </a:ext>
            </a:extLst>
          </p:cNvPr>
          <p:cNvSpPr>
            <a:spLocks noGrp="1"/>
          </p:cNvSpPr>
          <p:nvPr/>
        </p:nvSpPr>
        <p:spPr>
          <a:xfrm>
            <a:off x="2316524" y="42911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F1_main_prauc_1928">
            <a:extLst>
              <a:ext uri="{FF2B5EF4-FFF2-40B4-BE49-F238E27FC236}">
                <a16:creationId xmlns:a16="http://schemas.microsoft.com/office/drawing/2014/main" id="{2DB5E970-7F4E-4BA3-AB31-19A09868760E}"/>
              </a:ext>
            </a:extLst>
          </p:cNvPr>
          <p:cNvSpPr>
            <a:spLocks noGrp="1"/>
          </p:cNvSpPr>
          <p:nvPr/>
        </p:nvSpPr>
        <p:spPr>
          <a:xfrm>
            <a:off x="2201662" y="60978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F1_main_prauc_1929">
            <a:extLst>
              <a:ext uri="{FF2B5EF4-FFF2-40B4-BE49-F238E27FC236}">
                <a16:creationId xmlns:a16="http://schemas.microsoft.com/office/drawing/2014/main" id="{92F65A24-ABF8-47F5-8849-DC803BE3F428}"/>
              </a:ext>
            </a:extLst>
          </p:cNvPr>
          <p:cNvSpPr>
            <a:spLocks noGrp="1"/>
          </p:cNvSpPr>
          <p:nvPr/>
        </p:nvSpPr>
        <p:spPr>
          <a:xfrm>
            <a:off x="2210974" y="60975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F1_main_prauc_1930">
            <a:extLst>
              <a:ext uri="{FF2B5EF4-FFF2-40B4-BE49-F238E27FC236}">
                <a16:creationId xmlns:a16="http://schemas.microsoft.com/office/drawing/2014/main" id="{35DACB15-C23D-4D3E-8479-86473BD0B922}"/>
              </a:ext>
            </a:extLst>
          </p:cNvPr>
          <p:cNvSpPr>
            <a:spLocks noGrp="1"/>
          </p:cNvSpPr>
          <p:nvPr/>
        </p:nvSpPr>
        <p:spPr>
          <a:xfrm>
            <a:off x="2153110" y="424217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F1_main_prauc_1931">
            <a:extLst>
              <a:ext uri="{FF2B5EF4-FFF2-40B4-BE49-F238E27FC236}">
                <a16:creationId xmlns:a16="http://schemas.microsoft.com/office/drawing/2014/main" id="{28FC6ED7-E4C6-482F-BD8E-441016F96D66}"/>
              </a:ext>
            </a:extLst>
          </p:cNvPr>
          <p:cNvSpPr>
            <a:spLocks noGrp="1"/>
          </p:cNvSpPr>
          <p:nvPr/>
        </p:nvSpPr>
        <p:spPr>
          <a:xfrm>
            <a:off x="2209925" y="45415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F1_main_prauc_1932">
            <a:extLst>
              <a:ext uri="{FF2B5EF4-FFF2-40B4-BE49-F238E27FC236}">
                <a16:creationId xmlns:a16="http://schemas.microsoft.com/office/drawing/2014/main" id="{38B14DAA-6FDF-42DE-9751-74F0696DB3BF}"/>
              </a:ext>
            </a:extLst>
          </p:cNvPr>
          <p:cNvSpPr>
            <a:spLocks noGrp="1"/>
          </p:cNvSpPr>
          <p:nvPr/>
        </p:nvSpPr>
        <p:spPr>
          <a:xfrm>
            <a:off x="2262840" y="47880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F1_main_prauc_1933">
            <a:extLst>
              <a:ext uri="{FF2B5EF4-FFF2-40B4-BE49-F238E27FC236}">
                <a16:creationId xmlns:a16="http://schemas.microsoft.com/office/drawing/2014/main" id="{5F958CA3-22F8-4A0C-8423-5D9FC2D71638}"/>
              </a:ext>
            </a:extLst>
          </p:cNvPr>
          <p:cNvSpPr>
            <a:spLocks noGrp="1"/>
          </p:cNvSpPr>
          <p:nvPr/>
        </p:nvSpPr>
        <p:spPr>
          <a:xfrm>
            <a:off x="2297194" y="60978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F1_main_prauc_1934">
            <a:extLst>
              <a:ext uri="{FF2B5EF4-FFF2-40B4-BE49-F238E27FC236}">
                <a16:creationId xmlns:a16="http://schemas.microsoft.com/office/drawing/2014/main" id="{DDC9E1BB-B3EE-48BA-989D-8327725384E4}"/>
              </a:ext>
            </a:extLst>
          </p:cNvPr>
          <p:cNvSpPr>
            <a:spLocks noGrp="1"/>
          </p:cNvSpPr>
          <p:nvPr/>
        </p:nvSpPr>
        <p:spPr>
          <a:xfrm>
            <a:off x="2159649" y="4622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F1_main_prauc_1935">
            <a:extLst>
              <a:ext uri="{FF2B5EF4-FFF2-40B4-BE49-F238E27FC236}">
                <a16:creationId xmlns:a16="http://schemas.microsoft.com/office/drawing/2014/main" id="{FF6CBC69-0CE0-42EC-AC6F-62E5B53C113D}"/>
              </a:ext>
            </a:extLst>
          </p:cNvPr>
          <p:cNvSpPr>
            <a:spLocks noGrp="1"/>
          </p:cNvSpPr>
          <p:nvPr/>
        </p:nvSpPr>
        <p:spPr>
          <a:xfrm>
            <a:off x="2167171" y="54333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F1_main_prauc_1936">
            <a:extLst>
              <a:ext uri="{FF2B5EF4-FFF2-40B4-BE49-F238E27FC236}">
                <a16:creationId xmlns:a16="http://schemas.microsoft.com/office/drawing/2014/main" id="{686E9DFB-BEEE-4E3C-A3EF-D78224F11D78}"/>
              </a:ext>
            </a:extLst>
          </p:cNvPr>
          <p:cNvSpPr>
            <a:spLocks noGrp="1"/>
          </p:cNvSpPr>
          <p:nvPr/>
        </p:nvSpPr>
        <p:spPr>
          <a:xfrm>
            <a:off x="2313857" y="60925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F1_main_prauc_1937">
            <a:extLst>
              <a:ext uri="{FF2B5EF4-FFF2-40B4-BE49-F238E27FC236}">
                <a16:creationId xmlns:a16="http://schemas.microsoft.com/office/drawing/2014/main" id="{DAF9C895-59DB-42CB-A257-37886FD40C10}"/>
              </a:ext>
            </a:extLst>
          </p:cNvPr>
          <p:cNvSpPr>
            <a:spLocks noGrp="1"/>
          </p:cNvSpPr>
          <p:nvPr/>
        </p:nvSpPr>
        <p:spPr>
          <a:xfrm>
            <a:off x="2195006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F1_main_prauc_1938">
            <a:extLst>
              <a:ext uri="{FF2B5EF4-FFF2-40B4-BE49-F238E27FC236}">
                <a16:creationId xmlns:a16="http://schemas.microsoft.com/office/drawing/2014/main" id="{63639508-7CC3-4170-896C-C9D4235E8DEB}"/>
              </a:ext>
            </a:extLst>
          </p:cNvPr>
          <p:cNvSpPr>
            <a:spLocks noGrp="1"/>
          </p:cNvSpPr>
          <p:nvPr/>
        </p:nvSpPr>
        <p:spPr>
          <a:xfrm>
            <a:off x="2192925" y="6097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F1_main_prauc_1939">
            <a:extLst>
              <a:ext uri="{FF2B5EF4-FFF2-40B4-BE49-F238E27FC236}">
                <a16:creationId xmlns:a16="http://schemas.microsoft.com/office/drawing/2014/main" id="{04F2291A-933A-4697-96AE-75CCE4A9F818}"/>
              </a:ext>
            </a:extLst>
          </p:cNvPr>
          <p:cNvSpPr>
            <a:spLocks noGrp="1"/>
          </p:cNvSpPr>
          <p:nvPr/>
        </p:nvSpPr>
        <p:spPr>
          <a:xfrm>
            <a:off x="2313657" y="516254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F1_main_prauc_1940">
            <a:extLst>
              <a:ext uri="{FF2B5EF4-FFF2-40B4-BE49-F238E27FC236}">
                <a16:creationId xmlns:a16="http://schemas.microsoft.com/office/drawing/2014/main" id="{9946B9E8-827F-421A-B504-A9F152A9CAA8}"/>
              </a:ext>
            </a:extLst>
          </p:cNvPr>
          <p:cNvSpPr>
            <a:spLocks noGrp="1"/>
          </p:cNvSpPr>
          <p:nvPr/>
        </p:nvSpPr>
        <p:spPr>
          <a:xfrm>
            <a:off x="2182177" y="609782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F1_main_prauc_1941">
            <a:extLst>
              <a:ext uri="{FF2B5EF4-FFF2-40B4-BE49-F238E27FC236}">
                <a16:creationId xmlns:a16="http://schemas.microsoft.com/office/drawing/2014/main" id="{F9C112F5-BCB1-4C31-96D9-1FA600397E7E}"/>
              </a:ext>
            </a:extLst>
          </p:cNvPr>
          <p:cNvSpPr>
            <a:spLocks noGrp="1"/>
          </p:cNvSpPr>
          <p:nvPr/>
        </p:nvSpPr>
        <p:spPr>
          <a:xfrm>
            <a:off x="2174945" y="60922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F1_main_prauc_1942">
            <a:extLst>
              <a:ext uri="{FF2B5EF4-FFF2-40B4-BE49-F238E27FC236}">
                <a16:creationId xmlns:a16="http://schemas.microsoft.com/office/drawing/2014/main" id="{112938A8-4447-42A4-9E6A-66B53427A780}"/>
              </a:ext>
            </a:extLst>
          </p:cNvPr>
          <p:cNvSpPr>
            <a:spLocks noGrp="1"/>
          </p:cNvSpPr>
          <p:nvPr/>
        </p:nvSpPr>
        <p:spPr>
          <a:xfrm>
            <a:off x="2191379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F1_main_prauc_1943">
            <a:extLst>
              <a:ext uri="{FF2B5EF4-FFF2-40B4-BE49-F238E27FC236}">
                <a16:creationId xmlns:a16="http://schemas.microsoft.com/office/drawing/2014/main" id="{1165B6A5-DBE7-43D8-8041-8641BB178146}"/>
              </a:ext>
            </a:extLst>
          </p:cNvPr>
          <p:cNvSpPr>
            <a:spLocks noGrp="1"/>
          </p:cNvSpPr>
          <p:nvPr/>
        </p:nvSpPr>
        <p:spPr>
          <a:xfrm>
            <a:off x="2334377" y="6081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F1_main_prauc_1944">
            <a:extLst>
              <a:ext uri="{FF2B5EF4-FFF2-40B4-BE49-F238E27FC236}">
                <a16:creationId xmlns:a16="http://schemas.microsoft.com/office/drawing/2014/main" id="{CBB78D80-1983-411C-8EB6-D48316E3D724}"/>
              </a:ext>
            </a:extLst>
          </p:cNvPr>
          <p:cNvSpPr>
            <a:spLocks noGrp="1"/>
          </p:cNvSpPr>
          <p:nvPr/>
        </p:nvSpPr>
        <p:spPr>
          <a:xfrm>
            <a:off x="2373983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F1_main_prauc_1945">
            <a:extLst>
              <a:ext uri="{FF2B5EF4-FFF2-40B4-BE49-F238E27FC236}">
                <a16:creationId xmlns:a16="http://schemas.microsoft.com/office/drawing/2014/main" id="{5E926ED2-D8F4-4122-AA9B-C684EC5775BB}"/>
              </a:ext>
            </a:extLst>
          </p:cNvPr>
          <p:cNvSpPr>
            <a:spLocks noGrp="1"/>
          </p:cNvSpPr>
          <p:nvPr/>
        </p:nvSpPr>
        <p:spPr>
          <a:xfrm>
            <a:off x="2189147" y="5656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F1_main_prauc_1946">
            <a:extLst>
              <a:ext uri="{FF2B5EF4-FFF2-40B4-BE49-F238E27FC236}">
                <a16:creationId xmlns:a16="http://schemas.microsoft.com/office/drawing/2014/main" id="{22107FC2-EBA1-48E2-9690-AB371361D428}"/>
              </a:ext>
            </a:extLst>
          </p:cNvPr>
          <p:cNvSpPr>
            <a:spLocks noGrp="1"/>
          </p:cNvSpPr>
          <p:nvPr/>
        </p:nvSpPr>
        <p:spPr>
          <a:xfrm>
            <a:off x="2143465" y="60978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F1_main_prauc_1947">
            <a:extLst>
              <a:ext uri="{FF2B5EF4-FFF2-40B4-BE49-F238E27FC236}">
                <a16:creationId xmlns:a16="http://schemas.microsoft.com/office/drawing/2014/main" id="{74CD2859-3C0F-4617-84C3-1C80D7560ACD}"/>
              </a:ext>
            </a:extLst>
          </p:cNvPr>
          <p:cNvSpPr>
            <a:spLocks noGrp="1"/>
          </p:cNvSpPr>
          <p:nvPr/>
        </p:nvSpPr>
        <p:spPr>
          <a:xfrm>
            <a:off x="2267695" y="454299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F1_main_prauc_1948">
            <a:extLst>
              <a:ext uri="{FF2B5EF4-FFF2-40B4-BE49-F238E27FC236}">
                <a16:creationId xmlns:a16="http://schemas.microsoft.com/office/drawing/2014/main" id="{180AD488-98CC-4CC6-98EC-F7AD99C38AFD}"/>
              </a:ext>
            </a:extLst>
          </p:cNvPr>
          <p:cNvSpPr>
            <a:spLocks noGrp="1"/>
          </p:cNvSpPr>
          <p:nvPr/>
        </p:nvSpPr>
        <p:spPr>
          <a:xfrm>
            <a:off x="2307617" y="58267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F1_main_prauc_1949">
            <a:extLst>
              <a:ext uri="{FF2B5EF4-FFF2-40B4-BE49-F238E27FC236}">
                <a16:creationId xmlns:a16="http://schemas.microsoft.com/office/drawing/2014/main" id="{83BAF9BE-D645-428F-9B98-72908ACEA002}"/>
              </a:ext>
            </a:extLst>
          </p:cNvPr>
          <p:cNvSpPr>
            <a:spLocks noGrp="1"/>
          </p:cNvSpPr>
          <p:nvPr/>
        </p:nvSpPr>
        <p:spPr>
          <a:xfrm>
            <a:off x="2311360" y="43429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F1_main_prauc_1950">
            <a:extLst>
              <a:ext uri="{FF2B5EF4-FFF2-40B4-BE49-F238E27FC236}">
                <a16:creationId xmlns:a16="http://schemas.microsoft.com/office/drawing/2014/main" id="{55337D77-1B76-4A13-8F53-FFEA60C8E447}"/>
              </a:ext>
            </a:extLst>
          </p:cNvPr>
          <p:cNvSpPr>
            <a:spLocks noGrp="1"/>
          </p:cNvSpPr>
          <p:nvPr/>
        </p:nvSpPr>
        <p:spPr>
          <a:xfrm>
            <a:off x="2163029" y="38311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F1_main_prauc_1951">
            <a:extLst>
              <a:ext uri="{FF2B5EF4-FFF2-40B4-BE49-F238E27FC236}">
                <a16:creationId xmlns:a16="http://schemas.microsoft.com/office/drawing/2014/main" id="{215A82DA-8C19-4D81-97FC-77027FBF9781}"/>
              </a:ext>
            </a:extLst>
          </p:cNvPr>
          <p:cNvSpPr>
            <a:spLocks noGrp="1"/>
          </p:cNvSpPr>
          <p:nvPr/>
        </p:nvSpPr>
        <p:spPr>
          <a:xfrm>
            <a:off x="2356710" y="60977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F1_main_prauc_1952">
            <a:extLst>
              <a:ext uri="{FF2B5EF4-FFF2-40B4-BE49-F238E27FC236}">
                <a16:creationId xmlns:a16="http://schemas.microsoft.com/office/drawing/2014/main" id="{4A75108A-3A1E-4CF5-BE77-CDF20BF0BF21}"/>
              </a:ext>
            </a:extLst>
          </p:cNvPr>
          <p:cNvSpPr>
            <a:spLocks noGrp="1"/>
          </p:cNvSpPr>
          <p:nvPr/>
        </p:nvSpPr>
        <p:spPr>
          <a:xfrm>
            <a:off x="2268540" y="60978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F1_main_prauc_1953">
            <a:extLst>
              <a:ext uri="{FF2B5EF4-FFF2-40B4-BE49-F238E27FC236}">
                <a16:creationId xmlns:a16="http://schemas.microsoft.com/office/drawing/2014/main" id="{79D33E84-8EAE-4733-AE7E-422CDF9A536F}"/>
              </a:ext>
            </a:extLst>
          </p:cNvPr>
          <p:cNvSpPr>
            <a:spLocks noGrp="1"/>
          </p:cNvSpPr>
          <p:nvPr/>
        </p:nvSpPr>
        <p:spPr>
          <a:xfrm>
            <a:off x="2176200" y="557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F1_main_prauc_1954">
            <a:extLst>
              <a:ext uri="{FF2B5EF4-FFF2-40B4-BE49-F238E27FC236}">
                <a16:creationId xmlns:a16="http://schemas.microsoft.com/office/drawing/2014/main" id="{06658BA5-D619-4C6B-B0B9-849D24A9154D}"/>
              </a:ext>
            </a:extLst>
          </p:cNvPr>
          <p:cNvSpPr>
            <a:spLocks noGrp="1"/>
          </p:cNvSpPr>
          <p:nvPr/>
        </p:nvSpPr>
        <p:spPr>
          <a:xfrm>
            <a:off x="2185414" y="5231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F1_main_prauc_1955">
            <a:extLst>
              <a:ext uri="{FF2B5EF4-FFF2-40B4-BE49-F238E27FC236}">
                <a16:creationId xmlns:a16="http://schemas.microsoft.com/office/drawing/2014/main" id="{172C5327-0E65-49DF-867E-E78BDC274ACC}"/>
              </a:ext>
            </a:extLst>
          </p:cNvPr>
          <p:cNvSpPr>
            <a:spLocks noGrp="1"/>
          </p:cNvSpPr>
          <p:nvPr/>
        </p:nvSpPr>
        <p:spPr>
          <a:xfrm>
            <a:off x="2204165" y="5365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F1_main_prauc_1956">
            <a:extLst>
              <a:ext uri="{FF2B5EF4-FFF2-40B4-BE49-F238E27FC236}">
                <a16:creationId xmlns:a16="http://schemas.microsoft.com/office/drawing/2014/main" id="{46ADD2B6-4AA6-4831-BC92-D689703208A3}"/>
              </a:ext>
            </a:extLst>
          </p:cNvPr>
          <p:cNvSpPr>
            <a:spLocks noGrp="1"/>
          </p:cNvSpPr>
          <p:nvPr/>
        </p:nvSpPr>
        <p:spPr>
          <a:xfrm>
            <a:off x="2300690" y="41791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F1_main_prauc_1957">
            <a:extLst>
              <a:ext uri="{FF2B5EF4-FFF2-40B4-BE49-F238E27FC236}">
                <a16:creationId xmlns:a16="http://schemas.microsoft.com/office/drawing/2014/main" id="{F0C4E5FC-8DEF-4FBF-8E30-F62BCA1ED700}"/>
              </a:ext>
            </a:extLst>
          </p:cNvPr>
          <p:cNvSpPr>
            <a:spLocks noGrp="1"/>
          </p:cNvSpPr>
          <p:nvPr/>
        </p:nvSpPr>
        <p:spPr>
          <a:xfrm>
            <a:off x="2140162" y="3908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F1_main_prauc_1958">
            <a:extLst>
              <a:ext uri="{FF2B5EF4-FFF2-40B4-BE49-F238E27FC236}">
                <a16:creationId xmlns:a16="http://schemas.microsoft.com/office/drawing/2014/main" id="{3C4A1E67-91FE-451D-A133-FD04CA713A1D}"/>
              </a:ext>
            </a:extLst>
          </p:cNvPr>
          <p:cNvSpPr>
            <a:spLocks noGrp="1"/>
          </p:cNvSpPr>
          <p:nvPr/>
        </p:nvSpPr>
        <p:spPr>
          <a:xfrm>
            <a:off x="2133391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F1_main_prauc_1959">
            <a:extLst>
              <a:ext uri="{FF2B5EF4-FFF2-40B4-BE49-F238E27FC236}">
                <a16:creationId xmlns:a16="http://schemas.microsoft.com/office/drawing/2014/main" id="{1EBA63E1-B4C4-422E-9C41-7D1CCBE96E60}"/>
              </a:ext>
            </a:extLst>
          </p:cNvPr>
          <p:cNvSpPr>
            <a:spLocks noGrp="1"/>
          </p:cNvSpPr>
          <p:nvPr/>
        </p:nvSpPr>
        <p:spPr>
          <a:xfrm>
            <a:off x="2199680" y="5185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F1_main_prauc_1960">
            <a:extLst>
              <a:ext uri="{FF2B5EF4-FFF2-40B4-BE49-F238E27FC236}">
                <a16:creationId xmlns:a16="http://schemas.microsoft.com/office/drawing/2014/main" id="{52F36525-1BA2-4CD5-AAD8-5EE16DB9903E}"/>
              </a:ext>
            </a:extLst>
          </p:cNvPr>
          <p:cNvSpPr>
            <a:spLocks noGrp="1"/>
          </p:cNvSpPr>
          <p:nvPr/>
        </p:nvSpPr>
        <p:spPr>
          <a:xfrm>
            <a:off x="2245462" y="5982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F1_main_prauc_1961">
            <a:extLst>
              <a:ext uri="{FF2B5EF4-FFF2-40B4-BE49-F238E27FC236}">
                <a16:creationId xmlns:a16="http://schemas.microsoft.com/office/drawing/2014/main" id="{583DF391-DC01-4A48-9460-799A8A2F1944}"/>
              </a:ext>
            </a:extLst>
          </p:cNvPr>
          <p:cNvSpPr>
            <a:spLocks noGrp="1"/>
          </p:cNvSpPr>
          <p:nvPr/>
        </p:nvSpPr>
        <p:spPr>
          <a:xfrm>
            <a:off x="2204474" y="60978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F1_main_prauc_1962">
            <a:extLst>
              <a:ext uri="{FF2B5EF4-FFF2-40B4-BE49-F238E27FC236}">
                <a16:creationId xmlns:a16="http://schemas.microsoft.com/office/drawing/2014/main" id="{64D54DB6-7584-458E-B36A-BFDE44992C37}"/>
              </a:ext>
            </a:extLst>
          </p:cNvPr>
          <p:cNvSpPr>
            <a:spLocks noGrp="1"/>
          </p:cNvSpPr>
          <p:nvPr/>
        </p:nvSpPr>
        <p:spPr>
          <a:xfrm>
            <a:off x="2142855" y="60977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F1_main_prauc_1963">
            <a:extLst>
              <a:ext uri="{FF2B5EF4-FFF2-40B4-BE49-F238E27FC236}">
                <a16:creationId xmlns:a16="http://schemas.microsoft.com/office/drawing/2014/main" id="{27717857-AF49-44FE-9C9A-9BBBDED3D04C}"/>
              </a:ext>
            </a:extLst>
          </p:cNvPr>
          <p:cNvSpPr>
            <a:spLocks noGrp="1"/>
          </p:cNvSpPr>
          <p:nvPr/>
        </p:nvSpPr>
        <p:spPr>
          <a:xfrm>
            <a:off x="2147147" y="51922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F1_main_prauc_1964">
            <a:extLst>
              <a:ext uri="{FF2B5EF4-FFF2-40B4-BE49-F238E27FC236}">
                <a16:creationId xmlns:a16="http://schemas.microsoft.com/office/drawing/2014/main" id="{70C7F99C-8E38-484D-AB6E-72ADBD81C2CB}"/>
              </a:ext>
            </a:extLst>
          </p:cNvPr>
          <p:cNvSpPr>
            <a:spLocks noGrp="1"/>
          </p:cNvSpPr>
          <p:nvPr/>
        </p:nvSpPr>
        <p:spPr>
          <a:xfrm>
            <a:off x="2265696" y="60978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F1_main_prauc_1965">
            <a:extLst>
              <a:ext uri="{FF2B5EF4-FFF2-40B4-BE49-F238E27FC236}">
                <a16:creationId xmlns:a16="http://schemas.microsoft.com/office/drawing/2014/main" id="{974EB8C6-A44E-4226-B25F-396BB9A1FD4B}"/>
              </a:ext>
            </a:extLst>
          </p:cNvPr>
          <p:cNvSpPr>
            <a:spLocks noGrp="1"/>
          </p:cNvSpPr>
          <p:nvPr/>
        </p:nvSpPr>
        <p:spPr>
          <a:xfrm>
            <a:off x="2224770" y="60977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F1_main_prauc_1966">
            <a:extLst>
              <a:ext uri="{FF2B5EF4-FFF2-40B4-BE49-F238E27FC236}">
                <a16:creationId xmlns:a16="http://schemas.microsoft.com/office/drawing/2014/main" id="{0AE7F491-90B8-4AED-A3D5-562AA76A5609}"/>
              </a:ext>
            </a:extLst>
          </p:cNvPr>
          <p:cNvSpPr>
            <a:spLocks noGrp="1"/>
          </p:cNvSpPr>
          <p:nvPr/>
        </p:nvSpPr>
        <p:spPr>
          <a:xfrm>
            <a:off x="2199673" y="58757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F1_main_prauc_1967">
            <a:extLst>
              <a:ext uri="{FF2B5EF4-FFF2-40B4-BE49-F238E27FC236}">
                <a16:creationId xmlns:a16="http://schemas.microsoft.com/office/drawing/2014/main" id="{401D1782-8DBE-40A8-A191-DEC77E6472AC}"/>
              </a:ext>
            </a:extLst>
          </p:cNvPr>
          <p:cNvSpPr>
            <a:spLocks noGrp="1"/>
          </p:cNvSpPr>
          <p:nvPr/>
        </p:nvSpPr>
        <p:spPr>
          <a:xfrm>
            <a:off x="2311898" y="60978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F1_main_prauc_1968">
            <a:extLst>
              <a:ext uri="{FF2B5EF4-FFF2-40B4-BE49-F238E27FC236}">
                <a16:creationId xmlns:a16="http://schemas.microsoft.com/office/drawing/2014/main" id="{F42F06E3-A20B-4E25-87F8-10FA4C33605A}"/>
              </a:ext>
            </a:extLst>
          </p:cNvPr>
          <p:cNvSpPr>
            <a:spLocks noGrp="1"/>
          </p:cNvSpPr>
          <p:nvPr/>
        </p:nvSpPr>
        <p:spPr>
          <a:xfrm>
            <a:off x="2292004" y="60978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F1_main_prauc_1969">
            <a:extLst>
              <a:ext uri="{FF2B5EF4-FFF2-40B4-BE49-F238E27FC236}">
                <a16:creationId xmlns:a16="http://schemas.microsoft.com/office/drawing/2014/main" id="{A24539E5-0B6C-4A0A-841F-05713C229969}"/>
              </a:ext>
            </a:extLst>
          </p:cNvPr>
          <p:cNvSpPr>
            <a:spLocks noGrp="1"/>
          </p:cNvSpPr>
          <p:nvPr/>
        </p:nvSpPr>
        <p:spPr>
          <a:xfrm>
            <a:off x="2296354" y="430528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F1_main_prauc_1970">
            <a:extLst>
              <a:ext uri="{FF2B5EF4-FFF2-40B4-BE49-F238E27FC236}">
                <a16:creationId xmlns:a16="http://schemas.microsoft.com/office/drawing/2014/main" id="{FB97A0A7-71FA-4D9F-AA43-D8FE81BAF0F4}"/>
              </a:ext>
            </a:extLst>
          </p:cNvPr>
          <p:cNvSpPr>
            <a:spLocks noGrp="1"/>
          </p:cNvSpPr>
          <p:nvPr/>
        </p:nvSpPr>
        <p:spPr>
          <a:xfrm>
            <a:off x="2354865" y="58676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F1_main_prauc_1971">
            <a:extLst>
              <a:ext uri="{FF2B5EF4-FFF2-40B4-BE49-F238E27FC236}">
                <a16:creationId xmlns:a16="http://schemas.microsoft.com/office/drawing/2014/main" id="{0CA30C75-ACC6-4960-A0D9-1C187663CE22}"/>
              </a:ext>
            </a:extLst>
          </p:cNvPr>
          <p:cNvSpPr>
            <a:spLocks noGrp="1"/>
          </p:cNvSpPr>
          <p:nvPr/>
        </p:nvSpPr>
        <p:spPr>
          <a:xfrm>
            <a:off x="2190698" y="60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F1_main_prauc_1972">
            <a:extLst>
              <a:ext uri="{FF2B5EF4-FFF2-40B4-BE49-F238E27FC236}">
                <a16:creationId xmlns:a16="http://schemas.microsoft.com/office/drawing/2014/main" id="{2C29FEFF-88F0-4CA7-823E-3B04E4E22F57}"/>
              </a:ext>
            </a:extLst>
          </p:cNvPr>
          <p:cNvSpPr>
            <a:spLocks noGrp="1"/>
          </p:cNvSpPr>
          <p:nvPr/>
        </p:nvSpPr>
        <p:spPr>
          <a:xfrm>
            <a:off x="2292818" y="609773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F1_main_prauc_1973">
            <a:extLst>
              <a:ext uri="{FF2B5EF4-FFF2-40B4-BE49-F238E27FC236}">
                <a16:creationId xmlns:a16="http://schemas.microsoft.com/office/drawing/2014/main" id="{FA9B933D-00BA-4EA9-A4D0-3B2EA2C122D2}"/>
              </a:ext>
            </a:extLst>
          </p:cNvPr>
          <p:cNvSpPr>
            <a:spLocks noGrp="1"/>
          </p:cNvSpPr>
          <p:nvPr/>
        </p:nvSpPr>
        <p:spPr>
          <a:xfrm>
            <a:off x="2170844" y="55850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F1_main_prauc_1974">
            <a:extLst>
              <a:ext uri="{FF2B5EF4-FFF2-40B4-BE49-F238E27FC236}">
                <a16:creationId xmlns:a16="http://schemas.microsoft.com/office/drawing/2014/main" id="{8865BD02-B2DF-4D0A-8D46-3603D7CC811E}"/>
              </a:ext>
            </a:extLst>
          </p:cNvPr>
          <p:cNvSpPr>
            <a:spLocks noGrp="1"/>
          </p:cNvSpPr>
          <p:nvPr/>
        </p:nvSpPr>
        <p:spPr>
          <a:xfrm>
            <a:off x="2243164" y="606752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F1_main_prauc_1975">
            <a:extLst>
              <a:ext uri="{FF2B5EF4-FFF2-40B4-BE49-F238E27FC236}">
                <a16:creationId xmlns:a16="http://schemas.microsoft.com/office/drawing/2014/main" id="{00D44FE9-DA09-4BB7-948C-0B9E1BC2AECB}"/>
              </a:ext>
            </a:extLst>
          </p:cNvPr>
          <p:cNvSpPr>
            <a:spLocks noGrp="1"/>
          </p:cNvSpPr>
          <p:nvPr/>
        </p:nvSpPr>
        <p:spPr>
          <a:xfrm>
            <a:off x="2196150" y="609781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F1_main_prauc_1976">
            <a:extLst>
              <a:ext uri="{FF2B5EF4-FFF2-40B4-BE49-F238E27FC236}">
                <a16:creationId xmlns:a16="http://schemas.microsoft.com/office/drawing/2014/main" id="{B63140F9-D280-4F7D-8718-0684472B1946}"/>
              </a:ext>
            </a:extLst>
          </p:cNvPr>
          <p:cNvSpPr>
            <a:spLocks noGrp="1"/>
          </p:cNvSpPr>
          <p:nvPr/>
        </p:nvSpPr>
        <p:spPr>
          <a:xfrm>
            <a:off x="2219946" y="609774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F1_main_prauc_1977">
            <a:extLst>
              <a:ext uri="{FF2B5EF4-FFF2-40B4-BE49-F238E27FC236}">
                <a16:creationId xmlns:a16="http://schemas.microsoft.com/office/drawing/2014/main" id="{FBD3BF9B-122F-41B7-8E62-AC29FBF7CC79}"/>
              </a:ext>
            </a:extLst>
          </p:cNvPr>
          <p:cNvSpPr>
            <a:spLocks noGrp="1"/>
          </p:cNvSpPr>
          <p:nvPr/>
        </p:nvSpPr>
        <p:spPr>
          <a:xfrm>
            <a:off x="2364724" y="6097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F1_main_prauc_1978">
            <a:extLst>
              <a:ext uri="{FF2B5EF4-FFF2-40B4-BE49-F238E27FC236}">
                <a16:creationId xmlns:a16="http://schemas.microsoft.com/office/drawing/2014/main" id="{56025AC5-B107-467F-80DB-5F37C549BC1F}"/>
              </a:ext>
            </a:extLst>
          </p:cNvPr>
          <p:cNvSpPr>
            <a:spLocks noGrp="1"/>
          </p:cNvSpPr>
          <p:nvPr/>
        </p:nvSpPr>
        <p:spPr>
          <a:xfrm>
            <a:off x="2378927" y="58131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F1_main_prauc_1979">
            <a:extLst>
              <a:ext uri="{FF2B5EF4-FFF2-40B4-BE49-F238E27FC236}">
                <a16:creationId xmlns:a16="http://schemas.microsoft.com/office/drawing/2014/main" id="{7A21AD92-1B17-407D-96F8-72A26BD7BE8D}"/>
              </a:ext>
            </a:extLst>
          </p:cNvPr>
          <p:cNvSpPr>
            <a:spLocks noGrp="1"/>
          </p:cNvSpPr>
          <p:nvPr/>
        </p:nvSpPr>
        <p:spPr>
          <a:xfrm>
            <a:off x="2326531" y="42755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F1_main_prauc_1980">
            <a:extLst>
              <a:ext uri="{FF2B5EF4-FFF2-40B4-BE49-F238E27FC236}">
                <a16:creationId xmlns:a16="http://schemas.microsoft.com/office/drawing/2014/main" id="{6E59DD34-AC59-4D40-8CC0-AEB453F372CB}"/>
              </a:ext>
            </a:extLst>
          </p:cNvPr>
          <p:cNvSpPr>
            <a:spLocks noGrp="1"/>
          </p:cNvSpPr>
          <p:nvPr/>
        </p:nvSpPr>
        <p:spPr>
          <a:xfrm>
            <a:off x="2219862" y="475577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F1_main_prauc_1981">
            <a:extLst>
              <a:ext uri="{FF2B5EF4-FFF2-40B4-BE49-F238E27FC236}">
                <a16:creationId xmlns:a16="http://schemas.microsoft.com/office/drawing/2014/main" id="{788CECDD-9B72-45BE-B8A6-42C39E4D34D3}"/>
              </a:ext>
            </a:extLst>
          </p:cNvPr>
          <p:cNvSpPr>
            <a:spLocks noGrp="1"/>
          </p:cNvSpPr>
          <p:nvPr/>
        </p:nvSpPr>
        <p:spPr>
          <a:xfrm>
            <a:off x="2370484" y="466385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F1_main_prauc_1982">
            <a:extLst>
              <a:ext uri="{FF2B5EF4-FFF2-40B4-BE49-F238E27FC236}">
                <a16:creationId xmlns:a16="http://schemas.microsoft.com/office/drawing/2014/main" id="{F822659B-408D-4B41-9F88-26568808B70D}"/>
              </a:ext>
            </a:extLst>
          </p:cNvPr>
          <p:cNvSpPr>
            <a:spLocks noGrp="1"/>
          </p:cNvSpPr>
          <p:nvPr/>
        </p:nvSpPr>
        <p:spPr>
          <a:xfrm>
            <a:off x="2375090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F1_main_prauc_1983">
            <a:extLst>
              <a:ext uri="{FF2B5EF4-FFF2-40B4-BE49-F238E27FC236}">
                <a16:creationId xmlns:a16="http://schemas.microsoft.com/office/drawing/2014/main" id="{C3B70EEF-C6E0-46CB-B2E0-89E24A7F5D8F}"/>
              </a:ext>
            </a:extLst>
          </p:cNvPr>
          <p:cNvSpPr>
            <a:spLocks noGrp="1"/>
          </p:cNvSpPr>
          <p:nvPr/>
        </p:nvSpPr>
        <p:spPr>
          <a:xfrm>
            <a:off x="2149381" y="41783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F1_main_prauc_1984">
            <a:extLst>
              <a:ext uri="{FF2B5EF4-FFF2-40B4-BE49-F238E27FC236}">
                <a16:creationId xmlns:a16="http://schemas.microsoft.com/office/drawing/2014/main" id="{2B4F1B70-D450-40EE-8F5A-85BBC1169713}"/>
              </a:ext>
            </a:extLst>
          </p:cNvPr>
          <p:cNvSpPr>
            <a:spLocks noGrp="1"/>
          </p:cNvSpPr>
          <p:nvPr/>
        </p:nvSpPr>
        <p:spPr>
          <a:xfrm>
            <a:off x="2328357" y="47952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F1_main_prauc_1985">
            <a:extLst>
              <a:ext uri="{FF2B5EF4-FFF2-40B4-BE49-F238E27FC236}">
                <a16:creationId xmlns:a16="http://schemas.microsoft.com/office/drawing/2014/main" id="{AED83F65-A095-4A8F-A250-5A6D86E2AE8E}"/>
              </a:ext>
            </a:extLst>
          </p:cNvPr>
          <p:cNvSpPr>
            <a:spLocks noGrp="1"/>
          </p:cNvSpPr>
          <p:nvPr/>
        </p:nvSpPr>
        <p:spPr>
          <a:xfrm>
            <a:off x="2204361" y="356508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F1_main_prauc_1986">
            <a:extLst>
              <a:ext uri="{FF2B5EF4-FFF2-40B4-BE49-F238E27FC236}">
                <a16:creationId xmlns:a16="http://schemas.microsoft.com/office/drawing/2014/main" id="{EF76486E-B22D-40C7-8C96-767E49DA7705}"/>
              </a:ext>
            </a:extLst>
          </p:cNvPr>
          <p:cNvSpPr>
            <a:spLocks noGrp="1"/>
          </p:cNvSpPr>
          <p:nvPr/>
        </p:nvSpPr>
        <p:spPr>
          <a:xfrm>
            <a:off x="2367213" y="50692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F1_main_prauc_1987">
            <a:extLst>
              <a:ext uri="{FF2B5EF4-FFF2-40B4-BE49-F238E27FC236}">
                <a16:creationId xmlns:a16="http://schemas.microsoft.com/office/drawing/2014/main" id="{19DA36E2-EC15-490C-96AE-16C7706F49D4}"/>
              </a:ext>
            </a:extLst>
          </p:cNvPr>
          <p:cNvSpPr>
            <a:spLocks noGrp="1"/>
          </p:cNvSpPr>
          <p:nvPr/>
        </p:nvSpPr>
        <p:spPr>
          <a:xfrm>
            <a:off x="2360134" y="48440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F1_main_prauc_1988">
            <a:extLst>
              <a:ext uri="{FF2B5EF4-FFF2-40B4-BE49-F238E27FC236}">
                <a16:creationId xmlns:a16="http://schemas.microsoft.com/office/drawing/2014/main" id="{13D4248E-A3E7-4D7A-80E9-D2D14D4BFD1B}"/>
              </a:ext>
            </a:extLst>
          </p:cNvPr>
          <p:cNvSpPr>
            <a:spLocks noGrp="1"/>
          </p:cNvSpPr>
          <p:nvPr/>
        </p:nvSpPr>
        <p:spPr>
          <a:xfrm>
            <a:off x="2369614" y="59440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F1_main_prauc_1989">
            <a:extLst>
              <a:ext uri="{FF2B5EF4-FFF2-40B4-BE49-F238E27FC236}">
                <a16:creationId xmlns:a16="http://schemas.microsoft.com/office/drawing/2014/main" id="{80963BDE-8332-459C-8D46-1125C21F7530}"/>
              </a:ext>
            </a:extLst>
          </p:cNvPr>
          <p:cNvSpPr>
            <a:spLocks noGrp="1"/>
          </p:cNvSpPr>
          <p:nvPr/>
        </p:nvSpPr>
        <p:spPr>
          <a:xfrm>
            <a:off x="2246216" y="609783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F1_main_prauc_1990">
            <a:extLst>
              <a:ext uri="{FF2B5EF4-FFF2-40B4-BE49-F238E27FC236}">
                <a16:creationId xmlns:a16="http://schemas.microsoft.com/office/drawing/2014/main" id="{FB2D9111-2C26-474E-9D46-692CAA63053E}"/>
              </a:ext>
            </a:extLst>
          </p:cNvPr>
          <p:cNvSpPr>
            <a:spLocks noGrp="1"/>
          </p:cNvSpPr>
          <p:nvPr/>
        </p:nvSpPr>
        <p:spPr>
          <a:xfrm>
            <a:off x="2298434" y="43753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F1_main_prauc_1991">
            <a:extLst>
              <a:ext uri="{FF2B5EF4-FFF2-40B4-BE49-F238E27FC236}">
                <a16:creationId xmlns:a16="http://schemas.microsoft.com/office/drawing/2014/main" id="{CF854372-EE10-42FE-927B-BC0453E023E9}"/>
              </a:ext>
            </a:extLst>
          </p:cNvPr>
          <p:cNvSpPr>
            <a:spLocks noGrp="1"/>
          </p:cNvSpPr>
          <p:nvPr/>
        </p:nvSpPr>
        <p:spPr>
          <a:xfrm>
            <a:off x="2186650" y="60978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F1_main_prauc_1992">
            <a:extLst>
              <a:ext uri="{FF2B5EF4-FFF2-40B4-BE49-F238E27FC236}">
                <a16:creationId xmlns:a16="http://schemas.microsoft.com/office/drawing/2014/main" id="{5D48BC42-67D7-49B8-A32A-B0AFFD583F99}"/>
              </a:ext>
            </a:extLst>
          </p:cNvPr>
          <p:cNvSpPr>
            <a:spLocks noGrp="1"/>
          </p:cNvSpPr>
          <p:nvPr/>
        </p:nvSpPr>
        <p:spPr>
          <a:xfrm>
            <a:off x="2244269" y="58465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F1_main_prauc_1993">
            <a:extLst>
              <a:ext uri="{FF2B5EF4-FFF2-40B4-BE49-F238E27FC236}">
                <a16:creationId xmlns:a16="http://schemas.microsoft.com/office/drawing/2014/main" id="{16EE60F5-DCE3-4BD0-B765-816394A15288}"/>
              </a:ext>
            </a:extLst>
          </p:cNvPr>
          <p:cNvSpPr>
            <a:spLocks noGrp="1"/>
          </p:cNvSpPr>
          <p:nvPr/>
        </p:nvSpPr>
        <p:spPr>
          <a:xfrm>
            <a:off x="2341493" y="609776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F1_main_prauc_1994">
            <a:extLst>
              <a:ext uri="{FF2B5EF4-FFF2-40B4-BE49-F238E27FC236}">
                <a16:creationId xmlns:a16="http://schemas.microsoft.com/office/drawing/2014/main" id="{B87B4877-6BB3-4D0F-BD3A-2870865C82EF}"/>
              </a:ext>
            </a:extLst>
          </p:cNvPr>
          <p:cNvSpPr>
            <a:spLocks noGrp="1"/>
          </p:cNvSpPr>
          <p:nvPr/>
        </p:nvSpPr>
        <p:spPr>
          <a:xfrm>
            <a:off x="2247791" y="55408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F1_main_prauc_1995">
            <a:extLst>
              <a:ext uri="{FF2B5EF4-FFF2-40B4-BE49-F238E27FC236}">
                <a16:creationId xmlns:a16="http://schemas.microsoft.com/office/drawing/2014/main" id="{E4609B98-648A-4A93-A0B0-E577E0EBB27C}"/>
              </a:ext>
            </a:extLst>
          </p:cNvPr>
          <p:cNvSpPr>
            <a:spLocks noGrp="1"/>
          </p:cNvSpPr>
          <p:nvPr/>
        </p:nvSpPr>
        <p:spPr>
          <a:xfrm>
            <a:off x="2305038" y="519985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F1_main_prauc_1996">
            <a:extLst>
              <a:ext uri="{FF2B5EF4-FFF2-40B4-BE49-F238E27FC236}">
                <a16:creationId xmlns:a16="http://schemas.microsoft.com/office/drawing/2014/main" id="{12DB8740-BF8F-4982-9802-1716392CC064}"/>
              </a:ext>
            </a:extLst>
          </p:cNvPr>
          <p:cNvSpPr>
            <a:spLocks noGrp="1"/>
          </p:cNvSpPr>
          <p:nvPr/>
        </p:nvSpPr>
        <p:spPr>
          <a:xfrm>
            <a:off x="2363432" y="52046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F1_main_prauc_1997">
            <a:extLst>
              <a:ext uri="{FF2B5EF4-FFF2-40B4-BE49-F238E27FC236}">
                <a16:creationId xmlns:a16="http://schemas.microsoft.com/office/drawing/2014/main" id="{41126217-72DA-461A-8459-61E53BC8FDE8}"/>
              </a:ext>
            </a:extLst>
          </p:cNvPr>
          <p:cNvSpPr>
            <a:spLocks noGrp="1"/>
          </p:cNvSpPr>
          <p:nvPr/>
        </p:nvSpPr>
        <p:spPr>
          <a:xfrm>
            <a:off x="2374672" y="60017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F1_main_prauc_1998">
            <a:extLst>
              <a:ext uri="{FF2B5EF4-FFF2-40B4-BE49-F238E27FC236}">
                <a16:creationId xmlns:a16="http://schemas.microsoft.com/office/drawing/2014/main" id="{A5798901-F027-4343-8725-5E07A6D9A650}"/>
              </a:ext>
            </a:extLst>
          </p:cNvPr>
          <p:cNvSpPr>
            <a:spLocks noGrp="1"/>
          </p:cNvSpPr>
          <p:nvPr/>
        </p:nvSpPr>
        <p:spPr>
          <a:xfrm>
            <a:off x="2279225" y="467835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F1_main_prauc_1999">
            <a:extLst>
              <a:ext uri="{FF2B5EF4-FFF2-40B4-BE49-F238E27FC236}">
                <a16:creationId xmlns:a16="http://schemas.microsoft.com/office/drawing/2014/main" id="{E8ECE38B-E095-4ED4-8450-8091A988CC87}"/>
              </a:ext>
            </a:extLst>
          </p:cNvPr>
          <p:cNvSpPr>
            <a:spLocks noGrp="1"/>
          </p:cNvSpPr>
          <p:nvPr/>
        </p:nvSpPr>
        <p:spPr>
          <a:xfrm>
            <a:off x="2151752" y="41233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F1_main_prauc_2000">
            <a:extLst>
              <a:ext uri="{FF2B5EF4-FFF2-40B4-BE49-F238E27FC236}">
                <a16:creationId xmlns:a16="http://schemas.microsoft.com/office/drawing/2014/main" id="{2C86C543-3ECE-4BA4-B62C-53A16DF32707}"/>
              </a:ext>
            </a:extLst>
          </p:cNvPr>
          <p:cNvSpPr>
            <a:spLocks noGrp="1"/>
          </p:cNvSpPr>
          <p:nvPr/>
        </p:nvSpPr>
        <p:spPr>
          <a:xfrm>
            <a:off x="2355193" y="43082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F1_main_prauc_2001">
            <a:extLst>
              <a:ext uri="{FF2B5EF4-FFF2-40B4-BE49-F238E27FC236}">
                <a16:creationId xmlns:a16="http://schemas.microsoft.com/office/drawing/2014/main" id="{AD4C99EF-9885-4B52-A33A-7B1B4A7BD7C1}"/>
              </a:ext>
            </a:extLst>
          </p:cNvPr>
          <p:cNvSpPr>
            <a:spLocks noGrp="1"/>
          </p:cNvSpPr>
          <p:nvPr/>
        </p:nvSpPr>
        <p:spPr>
          <a:xfrm>
            <a:off x="2134175" y="609732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F1_main_prauc_2002">
            <a:extLst>
              <a:ext uri="{FF2B5EF4-FFF2-40B4-BE49-F238E27FC236}">
                <a16:creationId xmlns:a16="http://schemas.microsoft.com/office/drawing/2014/main" id="{00D2F0ED-46B2-4B61-A064-30582A0E152C}"/>
              </a:ext>
            </a:extLst>
          </p:cNvPr>
          <p:cNvSpPr>
            <a:spLocks noGrp="1"/>
          </p:cNvSpPr>
          <p:nvPr/>
        </p:nvSpPr>
        <p:spPr>
          <a:xfrm>
            <a:off x="2165112" y="60978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F1_main_prauc_2003">
            <a:extLst>
              <a:ext uri="{FF2B5EF4-FFF2-40B4-BE49-F238E27FC236}">
                <a16:creationId xmlns:a16="http://schemas.microsoft.com/office/drawing/2014/main" id="{F816DED7-B5FE-4C5F-AE7A-613B52945972}"/>
              </a:ext>
            </a:extLst>
          </p:cNvPr>
          <p:cNvSpPr>
            <a:spLocks noGrp="1"/>
          </p:cNvSpPr>
          <p:nvPr/>
        </p:nvSpPr>
        <p:spPr>
          <a:xfrm>
            <a:off x="2210748" y="53463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F1_main_prauc_2004">
            <a:extLst>
              <a:ext uri="{FF2B5EF4-FFF2-40B4-BE49-F238E27FC236}">
                <a16:creationId xmlns:a16="http://schemas.microsoft.com/office/drawing/2014/main" id="{B19A9D4C-FC1D-431F-9B39-F9294CC343D6}"/>
              </a:ext>
            </a:extLst>
          </p:cNvPr>
          <p:cNvSpPr>
            <a:spLocks noGrp="1"/>
          </p:cNvSpPr>
          <p:nvPr/>
        </p:nvSpPr>
        <p:spPr>
          <a:xfrm>
            <a:off x="2235855" y="507002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F1_main_prauc_2005">
            <a:extLst>
              <a:ext uri="{FF2B5EF4-FFF2-40B4-BE49-F238E27FC236}">
                <a16:creationId xmlns:a16="http://schemas.microsoft.com/office/drawing/2014/main" id="{F89A175A-AA87-432E-96E2-249A00D35F63}"/>
              </a:ext>
            </a:extLst>
          </p:cNvPr>
          <p:cNvSpPr>
            <a:spLocks noGrp="1"/>
          </p:cNvSpPr>
          <p:nvPr/>
        </p:nvSpPr>
        <p:spPr>
          <a:xfrm>
            <a:off x="2334756" y="60978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F1_main_prauc_2006">
            <a:extLst>
              <a:ext uri="{FF2B5EF4-FFF2-40B4-BE49-F238E27FC236}">
                <a16:creationId xmlns:a16="http://schemas.microsoft.com/office/drawing/2014/main" id="{B5F90F77-388F-4D12-9C62-B9DCAA1BB534}"/>
              </a:ext>
            </a:extLst>
          </p:cNvPr>
          <p:cNvSpPr>
            <a:spLocks noGrp="1"/>
          </p:cNvSpPr>
          <p:nvPr/>
        </p:nvSpPr>
        <p:spPr>
          <a:xfrm>
            <a:off x="2311438" y="52605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F1_main_prauc_2007">
            <a:extLst>
              <a:ext uri="{FF2B5EF4-FFF2-40B4-BE49-F238E27FC236}">
                <a16:creationId xmlns:a16="http://schemas.microsoft.com/office/drawing/2014/main" id="{B9F184A5-CB54-4487-AEAB-F251E14C5E19}"/>
              </a:ext>
            </a:extLst>
          </p:cNvPr>
          <p:cNvSpPr>
            <a:spLocks noGrp="1"/>
          </p:cNvSpPr>
          <p:nvPr/>
        </p:nvSpPr>
        <p:spPr>
          <a:xfrm>
            <a:off x="2213253" y="575611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F1_main_prauc_2008">
            <a:extLst>
              <a:ext uri="{FF2B5EF4-FFF2-40B4-BE49-F238E27FC236}">
                <a16:creationId xmlns:a16="http://schemas.microsoft.com/office/drawing/2014/main" id="{48B22F92-3437-4479-8088-B96BE8B252A2}"/>
              </a:ext>
            </a:extLst>
          </p:cNvPr>
          <p:cNvSpPr>
            <a:spLocks noGrp="1"/>
          </p:cNvSpPr>
          <p:nvPr/>
        </p:nvSpPr>
        <p:spPr>
          <a:xfrm>
            <a:off x="2346178" y="60978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F1_main_prauc_2009">
            <a:extLst>
              <a:ext uri="{FF2B5EF4-FFF2-40B4-BE49-F238E27FC236}">
                <a16:creationId xmlns:a16="http://schemas.microsoft.com/office/drawing/2014/main" id="{9C8CCC78-3AB5-4A7F-8C9F-818AB1AD8F09}"/>
              </a:ext>
            </a:extLst>
          </p:cNvPr>
          <p:cNvSpPr>
            <a:spLocks noGrp="1"/>
          </p:cNvSpPr>
          <p:nvPr/>
        </p:nvSpPr>
        <p:spPr>
          <a:xfrm>
            <a:off x="2372182" y="476907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F1_main_prauc_2010">
            <a:extLst>
              <a:ext uri="{FF2B5EF4-FFF2-40B4-BE49-F238E27FC236}">
                <a16:creationId xmlns:a16="http://schemas.microsoft.com/office/drawing/2014/main" id="{BC087216-4A01-4B04-9D44-2898000B1F4F}"/>
              </a:ext>
            </a:extLst>
          </p:cNvPr>
          <p:cNvSpPr>
            <a:spLocks noGrp="1"/>
          </p:cNvSpPr>
          <p:nvPr/>
        </p:nvSpPr>
        <p:spPr>
          <a:xfrm>
            <a:off x="2206593" y="59787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F1_main_prauc_2011">
            <a:extLst>
              <a:ext uri="{FF2B5EF4-FFF2-40B4-BE49-F238E27FC236}">
                <a16:creationId xmlns:a16="http://schemas.microsoft.com/office/drawing/2014/main" id="{2CDD8996-9BBB-4491-9D20-C7420AE9580B}"/>
              </a:ext>
            </a:extLst>
          </p:cNvPr>
          <p:cNvSpPr>
            <a:spLocks noGrp="1"/>
          </p:cNvSpPr>
          <p:nvPr/>
        </p:nvSpPr>
        <p:spPr>
          <a:xfrm>
            <a:off x="2361126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F1_main_prauc_2012">
            <a:extLst>
              <a:ext uri="{FF2B5EF4-FFF2-40B4-BE49-F238E27FC236}">
                <a16:creationId xmlns:a16="http://schemas.microsoft.com/office/drawing/2014/main" id="{941BDBE1-309E-4AF3-87C2-BC971BB5C54E}"/>
              </a:ext>
            </a:extLst>
          </p:cNvPr>
          <p:cNvSpPr>
            <a:spLocks noGrp="1"/>
          </p:cNvSpPr>
          <p:nvPr/>
        </p:nvSpPr>
        <p:spPr>
          <a:xfrm>
            <a:off x="2373833" y="60978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F1_main_prauc_2013">
            <a:extLst>
              <a:ext uri="{FF2B5EF4-FFF2-40B4-BE49-F238E27FC236}">
                <a16:creationId xmlns:a16="http://schemas.microsoft.com/office/drawing/2014/main" id="{9F615A52-D147-4493-A172-FB41C938C389}"/>
              </a:ext>
            </a:extLst>
          </p:cNvPr>
          <p:cNvSpPr>
            <a:spLocks noGrp="1"/>
          </p:cNvSpPr>
          <p:nvPr/>
        </p:nvSpPr>
        <p:spPr>
          <a:xfrm>
            <a:off x="2149753" y="60977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F1_main_prauc_2014">
            <a:extLst>
              <a:ext uri="{FF2B5EF4-FFF2-40B4-BE49-F238E27FC236}">
                <a16:creationId xmlns:a16="http://schemas.microsoft.com/office/drawing/2014/main" id="{F4065633-92AE-4BCD-A299-701C347A9DDF}"/>
              </a:ext>
            </a:extLst>
          </p:cNvPr>
          <p:cNvSpPr>
            <a:spLocks noGrp="1"/>
          </p:cNvSpPr>
          <p:nvPr/>
        </p:nvSpPr>
        <p:spPr>
          <a:xfrm>
            <a:off x="2214190" y="60978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F1_main_prauc_2015">
            <a:extLst>
              <a:ext uri="{FF2B5EF4-FFF2-40B4-BE49-F238E27FC236}">
                <a16:creationId xmlns:a16="http://schemas.microsoft.com/office/drawing/2014/main" id="{647C352E-8A66-4921-9825-EAC66BE59A61}"/>
              </a:ext>
            </a:extLst>
          </p:cNvPr>
          <p:cNvSpPr>
            <a:spLocks noGrp="1"/>
          </p:cNvSpPr>
          <p:nvPr/>
        </p:nvSpPr>
        <p:spPr>
          <a:xfrm>
            <a:off x="2217277" y="445775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F1_main_prauc_2016">
            <a:extLst>
              <a:ext uri="{FF2B5EF4-FFF2-40B4-BE49-F238E27FC236}">
                <a16:creationId xmlns:a16="http://schemas.microsoft.com/office/drawing/2014/main" id="{62BF5832-738A-4C20-BF48-FA5EF5F0A883}"/>
              </a:ext>
            </a:extLst>
          </p:cNvPr>
          <p:cNvSpPr>
            <a:spLocks noGrp="1"/>
          </p:cNvSpPr>
          <p:nvPr/>
        </p:nvSpPr>
        <p:spPr>
          <a:xfrm>
            <a:off x="2305388" y="60978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F1_main_prauc_2017">
            <a:extLst>
              <a:ext uri="{FF2B5EF4-FFF2-40B4-BE49-F238E27FC236}">
                <a16:creationId xmlns:a16="http://schemas.microsoft.com/office/drawing/2014/main" id="{D76557DC-95E5-4971-AC1C-96C6A9BD399C}"/>
              </a:ext>
            </a:extLst>
          </p:cNvPr>
          <p:cNvSpPr>
            <a:spLocks noGrp="1"/>
          </p:cNvSpPr>
          <p:nvPr/>
        </p:nvSpPr>
        <p:spPr>
          <a:xfrm>
            <a:off x="2148089" y="516348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F1_main_prauc_2018">
            <a:extLst>
              <a:ext uri="{FF2B5EF4-FFF2-40B4-BE49-F238E27FC236}">
                <a16:creationId xmlns:a16="http://schemas.microsoft.com/office/drawing/2014/main" id="{7EB9F33F-3111-40AA-A59E-69F4601F69CB}"/>
              </a:ext>
            </a:extLst>
          </p:cNvPr>
          <p:cNvSpPr>
            <a:spLocks noGrp="1"/>
          </p:cNvSpPr>
          <p:nvPr/>
        </p:nvSpPr>
        <p:spPr>
          <a:xfrm>
            <a:off x="2210870" y="56204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F1_main_prauc_2019">
            <a:extLst>
              <a:ext uri="{FF2B5EF4-FFF2-40B4-BE49-F238E27FC236}">
                <a16:creationId xmlns:a16="http://schemas.microsoft.com/office/drawing/2014/main" id="{62048CE2-35F2-4AC7-B8E7-1C87ECCAF106}"/>
              </a:ext>
            </a:extLst>
          </p:cNvPr>
          <p:cNvSpPr>
            <a:spLocks noGrp="1"/>
          </p:cNvSpPr>
          <p:nvPr/>
        </p:nvSpPr>
        <p:spPr>
          <a:xfrm>
            <a:off x="2366386" y="552029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F1_main_prauc_2020">
            <a:extLst>
              <a:ext uri="{FF2B5EF4-FFF2-40B4-BE49-F238E27FC236}">
                <a16:creationId xmlns:a16="http://schemas.microsoft.com/office/drawing/2014/main" id="{406AFBF4-C1C7-4670-AA90-5ECB3A2FEE5A}"/>
              </a:ext>
            </a:extLst>
          </p:cNvPr>
          <p:cNvSpPr>
            <a:spLocks noGrp="1"/>
          </p:cNvSpPr>
          <p:nvPr/>
        </p:nvSpPr>
        <p:spPr>
          <a:xfrm>
            <a:off x="2325767" y="58124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F1_main_prauc_2021">
            <a:extLst>
              <a:ext uri="{FF2B5EF4-FFF2-40B4-BE49-F238E27FC236}">
                <a16:creationId xmlns:a16="http://schemas.microsoft.com/office/drawing/2014/main" id="{2A6E8828-803E-487F-B451-6FAF57C1A4C3}"/>
              </a:ext>
            </a:extLst>
          </p:cNvPr>
          <p:cNvSpPr>
            <a:spLocks noGrp="1"/>
          </p:cNvSpPr>
          <p:nvPr/>
        </p:nvSpPr>
        <p:spPr>
          <a:xfrm>
            <a:off x="2298495" y="52171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F1_main_prauc_2022">
            <a:extLst>
              <a:ext uri="{FF2B5EF4-FFF2-40B4-BE49-F238E27FC236}">
                <a16:creationId xmlns:a16="http://schemas.microsoft.com/office/drawing/2014/main" id="{CB61DA35-3C17-42C9-83A5-E721162F0603}"/>
              </a:ext>
            </a:extLst>
          </p:cNvPr>
          <p:cNvSpPr>
            <a:spLocks noGrp="1"/>
          </p:cNvSpPr>
          <p:nvPr/>
        </p:nvSpPr>
        <p:spPr>
          <a:xfrm>
            <a:off x="2340992" y="60960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F1_main_prauc_2023">
            <a:extLst>
              <a:ext uri="{FF2B5EF4-FFF2-40B4-BE49-F238E27FC236}">
                <a16:creationId xmlns:a16="http://schemas.microsoft.com/office/drawing/2014/main" id="{1D6912F0-F5D0-4128-8A84-56665670AF3C}"/>
              </a:ext>
            </a:extLst>
          </p:cNvPr>
          <p:cNvSpPr>
            <a:spLocks noGrp="1"/>
          </p:cNvSpPr>
          <p:nvPr/>
        </p:nvSpPr>
        <p:spPr>
          <a:xfrm>
            <a:off x="2285867" y="609780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F1_main_prauc_2024">
            <a:extLst>
              <a:ext uri="{FF2B5EF4-FFF2-40B4-BE49-F238E27FC236}">
                <a16:creationId xmlns:a16="http://schemas.microsoft.com/office/drawing/2014/main" id="{EBC84646-9019-4C59-AA62-95602D5362E5}"/>
              </a:ext>
            </a:extLst>
          </p:cNvPr>
          <p:cNvSpPr>
            <a:spLocks noGrp="1"/>
          </p:cNvSpPr>
          <p:nvPr/>
        </p:nvSpPr>
        <p:spPr>
          <a:xfrm>
            <a:off x="2169715" y="59088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F1_main_prauc_2025">
            <a:extLst>
              <a:ext uri="{FF2B5EF4-FFF2-40B4-BE49-F238E27FC236}">
                <a16:creationId xmlns:a16="http://schemas.microsoft.com/office/drawing/2014/main" id="{AAC6D875-4D97-4188-9239-B77C5FC43CC0}"/>
              </a:ext>
            </a:extLst>
          </p:cNvPr>
          <p:cNvSpPr>
            <a:spLocks noGrp="1"/>
          </p:cNvSpPr>
          <p:nvPr/>
        </p:nvSpPr>
        <p:spPr>
          <a:xfrm>
            <a:off x="2281156" y="541220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F1_main_prauc_2026">
            <a:extLst>
              <a:ext uri="{FF2B5EF4-FFF2-40B4-BE49-F238E27FC236}">
                <a16:creationId xmlns:a16="http://schemas.microsoft.com/office/drawing/2014/main" id="{9A3E859A-CEAF-41A1-ADD1-EBF386D30BA6}"/>
              </a:ext>
            </a:extLst>
          </p:cNvPr>
          <p:cNvSpPr>
            <a:spLocks noGrp="1"/>
          </p:cNvSpPr>
          <p:nvPr/>
        </p:nvSpPr>
        <p:spPr>
          <a:xfrm>
            <a:off x="2315898" y="54723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F1_main_prauc_2027">
            <a:extLst>
              <a:ext uri="{FF2B5EF4-FFF2-40B4-BE49-F238E27FC236}">
                <a16:creationId xmlns:a16="http://schemas.microsoft.com/office/drawing/2014/main" id="{3D51C9E9-3712-41DC-9B18-C4699F0B076E}"/>
              </a:ext>
            </a:extLst>
          </p:cNvPr>
          <p:cNvSpPr>
            <a:spLocks noGrp="1"/>
          </p:cNvSpPr>
          <p:nvPr/>
        </p:nvSpPr>
        <p:spPr>
          <a:xfrm>
            <a:off x="2381830" y="609785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F1_main_prauc_2028">
            <a:extLst>
              <a:ext uri="{FF2B5EF4-FFF2-40B4-BE49-F238E27FC236}">
                <a16:creationId xmlns:a16="http://schemas.microsoft.com/office/drawing/2014/main" id="{C09433A8-24AC-4FAA-9DB5-828094612C53}"/>
              </a:ext>
            </a:extLst>
          </p:cNvPr>
          <p:cNvSpPr>
            <a:spLocks noGrp="1"/>
          </p:cNvSpPr>
          <p:nvPr/>
        </p:nvSpPr>
        <p:spPr>
          <a:xfrm>
            <a:off x="2213830" y="598650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F1_main_prauc_2029">
            <a:extLst>
              <a:ext uri="{FF2B5EF4-FFF2-40B4-BE49-F238E27FC236}">
                <a16:creationId xmlns:a16="http://schemas.microsoft.com/office/drawing/2014/main" id="{05DC758E-302F-4F00-A7E0-59F02906826F}"/>
              </a:ext>
            </a:extLst>
          </p:cNvPr>
          <p:cNvSpPr>
            <a:spLocks noGrp="1"/>
          </p:cNvSpPr>
          <p:nvPr/>
        </p:nvSpPr>
        <p:spPr>
          <a:xfrm>
            <a:off x="38310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F1_main_prauc_2030">
            <a:extLst>
              <a:ext uri="{FF2B5EF4-FFF2-40B4-BE49-F238E27FC236}">
                <a16:creationId xmlns:a16="http://schemas.microsoft.com/office/drawing/2014/main" id="{D6277B2E-4628-4696-B72B-2A839988E492}"/>
              </a:ext>
            </a:extLst>
          </p:cNvPr>
          <p:cNvSpPr>
            <a:spLocks noGrp="1"/>
          </p:cNvSpPr>
          <p:nvPr/>
        </p:nvSpPr>
        <p:spPr>
          <a:xfrm>
            <a:off x="37866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F1_main_prauc_2031">
            <a:extLst>
              <a:ext uri="{FF2B5EF4-FFF2-40B4-BE49-F238E27FC236}">
                <a16:creationId xmlns:a16="http://schemas.microsoft.com/office/drawing/2014/main" id="{19AF6190-46F1-4306-8F71-B2D6B1419786}"/>
              </a:ext>
            </a:extLst>
          </p:cNvPr>
          <p:cNvSpPr>
            <a:spLocks noGrp="1"/>
          </p:cNvSpPr>
          <p:nvPr/>
        </p:nvSpPr>
        <p:spPr>
          <a:xfrm>
            <a:off x="3766079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F1_main_prauc_2032">
            <a:extLst>
              <a:ext uri="{FF2B5EF4-FFF2-40B4-BE49-F238E27FC236}">
                <a16:creationId xmlns:a16="http://schemas.microsoft.com/office/drawing/2014/main" id="{FC63549A-7D65-4B3A-9327-7FA4AAF765CD}"/>
              </a:ext>
            </a:extLst>
          </p:cNvPr>
          <p:cNvSpPr>
            <a:spLocks noGrp="1"/>
          </p:cNvSpPr>
          <p:nvPr/>
        </p:nvSpPr>
        <p:spPr>
          <a:xfrm>
            <a:off x="39350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F1_main_prauc_2033">
            <a:extLst>
              <a:ext uri="{FF2B5EF4-FFF2-40B4-BE49-F238E27FC236}">
                <a16:creationId xmlns:a16="http://schemas.microsoft.com/office/drawing/2014/main" id="{B31A8588-6098-4A6E-B4E1-92AC539E1227}"/>
              </a:ext>
            </a:extLst>
          </p:cNvPr>
          <p:cNvSpPr>
            <a:spLocks noGrp="1"/>
          </p:cNvSpPr>
          <p:nvPr/>
        </p:nvSpPr>
        <p:spPr>
          <a:xfrm>
            <a:off x="3873071" y="4610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F1_main_prauc_2034">
            <a:extLst>
              <a:ext uri="{FF2B5EF4-FFF2-40B4-BE49-F238E27FC236}">
                <a16:creationId xmlns:a16="http://schemas.microsoft.com/office/drawing/2014/main" id="{832CB5BD-7B07-4AB8-AAA7-35326C30FBF9}"/>
              </a:ext>
            </a:extLst>
          </p:cNvPr>
          <p:cNvSpPr>
            <a:spLocks noGrp="1"/>
          </p:cNvSpPr>
          <p:nvPr/>
        </p:nvSpPr>
        <p:spPr>
          <a:xfrm>
            <a:off x="37605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F1_main_prauc_2035">
            <a:extLst>
              <a:ext uri="{FF2B5EF4-FFF2-40B4-BE49-F238E27FC236}">
                <a16:creationId xmlns:a16="http://schemas.microsoft.com/office/drawing/2014/main" id="{09762FF4-C3CC-4F58-8E27-FB9C2067D52B}"/>
              </a:ext>
            </a:extLst>
          </p:cNvPr>
          <p:cNvSpPr>
            <a:spLocks noGrp="1"/>
          </p:cNvSpPr>
          <p:nvPr/>
        </p:nvSpPr>
        <p:spPr>
          <a:xfrm>
            <a:off x="39313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F1_main_prauc_2036">
            <a:extLst>
              <a:ext uri="{FF2B5EF4-FFF2-40B4-BE49-F238E27FC236}">
                <a16:creationId xmlns:a16="http://schemas.microsoft.com/office/drawing/2014/main" id="{67A19BCD-09E9-4E9B-92D9-D733EBBDDD45}"/>
              </a:ext>
            </a:extLst>
          </p:cNvPr>
          <p:cNvSpPr>
            <a:spLocks noGrp="1"/>
          </p:cNvSpPr>
          <p:nvPr/>
        </p:nvSpPr>
        <p:spPr>
          <a:xfrm>
            <a:off x="376030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F1_main_prauc_2037">
            <a:extLst>
              <a:ext uri="{FF2B5EF4-FFF2-40B4-BE49-F238E27FC236}">
                <a16:creationId xmlns:a16="http://schemas.microsoft.com/office/drawing/2014/main" id="{00E48429-FFB3-42D6-8B72-2C4704689F41}"/>
              </a:ext>
            </a:extLst>
          </p:cNvPr>
          <p:cNvSpPr>
            <a:spLocks noGrp="1"/>
          </p:cNvSpPr>
          <p:nvPr/>
        </p:nvSpPr>
        <p:spPr>
          <a:xfrm>
            <a:off x="37262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F1_main_prauc_2038">
            <a:extLst>
              <a:ext uri="{FF2B5EF4-FFF2-40B4-BE49-F238E27FC236}">
                <a16:creationId xmlns:a16="http://schemas.microsoft.com/office/drawing/2014/main" id="{B198F44A-2BCF-42F1-933B-7C8AE6182C43}"/>
              </a:ext>
            </a:extLst>
          </p:cNvPr>
          <p:cNvSpPr>
            <a:spLocks noGrp="1"/>
          </p:cNvSpPr>
          <p:nvPr/>
        </p:nvSpPr>
        <p:spPr>
          <a:xfrm>
            <a:off x="390397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F1_main_prauc_2039">
            <a:extLst>
              <a:ext uri="{FF2B5EF4-FFF2-40B4-BE49-F238E27FC236}">
                <a16:creationId xmlns:a16="http://schemas.microsoft.com/office/drawing/2014/main" id="{92BD54C6-B7FB-44C9-A6B6-B2A0CE0DCE2F}"/>
              </a:ext>
            </a:extLst>
          </p:cNvPr>
          <p:cNvSpPr>
            <a:spLocks noGrp="1"/>
          </p:cNvSpPr>
          <p:nvPr/>
        </p:nvSpPr>
        <p:spPr>
          <a:xfrm>
            <a:off x="3772774" y="36187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F1_main_prauc_2040">
            <a:extLst>
              <a:ext uri="{FF2B5EF4-FFF2-40B4-BE49-F238E27FC236}">
                <a16:creationId xmlns:a16="http://schemas.microsoft.com/office/drawing/2014/main" id="{0004C83C-6123-4CEA-B2AB-8F48993E69AE}"/>
              </a:ext>
            </a:extLst>
          </p:cNvPr>
          <p:cNvSpPr>
            <a:spLocks noGrp="1"/>
          </p:cNvSpPr>
          <p:nvPr/>
        </p:nvSpPr>
        <p:spPr>
          <a:xfrm>
            <a:off x="3837779" y="41269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F1_main_prauc_2041">
            <a:extLst>
              <a:ext uri="{FF2B5EF4-FFF2-40B4-BE49-F238E27FC236}">
                <a16:creationId xmlns:a16="http://schemas.microsoft.com/office/drawing/2014/main" id="{526D5BF0-A74C-4A10-9BC3-32604A374F23}"/>
              </a:ext>
            </a:extLst>
          </p:cNvPr>
          <p:cNvSpPr>
            <a:spLocks noGrp="1"/>
          </p:cNvSpPr>
          <p:nvPr/>
        </p:nvSpPr>
        <p:spPr>
          <a:xfrm>
            <a:off x="3945906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F1_main_prauc_2042">
            <a:extLst>
              <a:ext uri="{FF2B5EF4-FFF2-40B4-BE49-F238E27FC236}">
                <a16:creationId xmlns:a16="http://schemas.microsoft.com/office/drawing/2014/main" id="{18097300-4077-4B27-B96C-612A88856239}"/>
              </a:ext>
            </a:extLst>
          </p:cNvPr>
          <p:cNvSpPr>
            <a:spLocks noGrp="1"/>
          </p:cNvSpPr>
          <p:nvPr/>
        </p:nvSpPr>
        <p:spPr>
          <a:xfrm>
            <a:off x="38804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F1_main_prauc_2043">
            <a:extLst>
              <a:ext uri="{FF2B5EF4-FFF2-40B4-BE49-F238E27FC236}">
                <a16:creationId xmlns:a16="http://schemas.microsoft.com/office/drawing/2014/main" id="{91921140-E995-40D1-A5FD-8862DD4EA6AE}"/>
              </a:ext>
            </a:extLst>
          </p:cNvPr>
          <p:cNvSpPr>
            <a:spLocks noGrp="1"/>
          </p:cNvSpPr>
          <p:nvPr/>
        </p:nvSpPr>
        <p:spPr>
          <a:xfrm>
            <a:off x="3726451" y="53984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F1_main_prauc_2044">
            <a:extLst>
              <a:ext uri="{FF2B5EF4-FFF2-40B4-BE49-F238E27FC236}">
                <a16:creationId xmlns:a16="http://schemas.microsoft.com/office/drawing/2014/main" id="{24590310-59B6-4275-A326-E95EBB377CC6}"/>
              </a:ext>
            </a:extLst>
          </p:cNvPr>
          <p:cNvSpPr>
            <a:spLocks noGrp="1"/>
          </p:cNvSpPr>
          <p:nvPr/>
        </p:nvSpPr>
        <p:spPr>
          <a:xfrm>
            <a:off x="38723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F1_main_prauc_2045">
            <a:extLst>
              <a:ext uri="{FF2B5EF4-FFF2-40B4-BE49-F238E27FC236}">
                <a16:creationId xmlns:a16="http://schemas.microsoft.com/office/drawing/2014/main" id="{D308BF39-2794-43A9-91EA-5E7FFEFD3728}"/>
              </a:ext>
            </a:extLst>
          </p:cNvPr>
          <p:cNvSpPr>
            <a:spLocks noGrp="1"/>
          </p:cNvSpPr>
          <p:nvPr/>
        </p:nvSpPr>
        <p:spPr>
          <a:xfrm>
            <a:off x="377224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F1_main_prauc_2046">
            <a:extLst>
              <a:ext uri="{FF2B5EF4-FFF2-40B4-BE49-F238E27FC236}">
                <a16:creationId xmlns:a16="http://schemas.microsoft.com/office/drawing/2014/main" id="{8B93233C-2BE3-4F2A-848B-722E8F930F5B}"/>
              </a:ext>
            </a:extLst>
          </p:cNvPr>
          <p:cNvSpPr>
            <a:spLocks noGrp="1"/>
          </p:cNvSpPr>
          <p:nvPr/>
        </p:nvSpPr>
        <p:spPr>
          <a:xfrm>
            <a:off x="3949558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F1_main_prauc_2047">
            <a:extLst>
              <a:ext uri="{FF2B5EF4-FFF2-40B4-BE49-F238E27FC236}">
                <a16:creationId xmlns:a16="http://schemas.microsoft.com/office/drawing/2014/main" id="{B1431EEA-51F1-44B5-B423-3B690F99F6B3}"/>
              </a:ext>
            </a:extLst>
          </p:cNvPr>
          <p:cNvSpPr>
            <a:spLocks noGrp="1"/>
          </p:cNvSpPr>
          <p:nvPr/>
        </p:nvSpPr>
        <p:spPr>
          <a:xfrm>
            <a:off x="3878584" y="371889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F1_main_prauc_2048">
            <a:extLst>
              <a:ext uri="{FF2B5EF4-FFF2-40B4-BE49-F238E27FC236}">
                <a16:creationId xmlns:a16="http://schemas.microsoft.com/office/drawing/2014/main" id="{BC6425ED-469E-43BC-947A-2E1AD5F268B3}"/>
              </a:ext>
            </a:extLst>
          </p:cNvPr>
          <p:cNvSpPr>
            <a:spLocks noGrp="1"/>
          </p:cNvSpPr>
          <p:nvPr/>
        </p:nvSpPr>
        <p:spPr>
          <a:xfrm>
            <a:off x="3860440" y="39085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F1_main_prauc_2049">
            <a:extLst>
              <a:ext uri="{FF2B5EF4-FFF2-40B4-BE49-F238E27FC236}">
                <a16:creationId xmlns:a16="http://schemas.microsoft.com/office/drawing/2014/main" id="{096E09E5-90E4-4013-8A23-9E17C0B4D8C5}"/>
              </a:ext>
            </a:extLst>
          </p:cNvPr>
          <p:cNvSpPr>
            <a:spLocks noGrp="1"/>
          </p:cNvSpPr>
          <p:nvPr/>
        </p:nvSpPr>
        <p:spPr>
          <a:xfrm>
            <a:off x="3897889" y="53869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F1_main_prauc_2050">
            <a:extLst>
              <a:ext uri="{FF2B5EF4-FFF2-40B4-BE49-F238E27FC236}">
                <a16:creationId xmlns:a16="http://schemas.microsoft.com/office/drawing/2014/main" id="{F3F01ACA-BE9D-4936-92D3-05B65A75038D}"/>
              </a:ext>
            </a:extLst>
          </p:cNvPr>
          <p:cNvSpPr>
            <a:spLocks noGrp="1"/>
          </p:cNvSpPr>
          <p:nvPr/>
        </p:nvSpPr>
        <p:spPr>
          <a:xfrm>
            <a:off x="38859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F1_main_prauc_2051">
            <a:extLst>
              <a:ext uri="{FF2B5EF4-FFF2-40B4-BE49-F238E27FC236}">
                <a16:creationId xmlns:a16="http://schemas.microsoft.com/office/drawing/2014/main" id="{C248CA4D-14D0-4F4D-91C5-3771FB930F2D}"/>
              </a:ext>
            </a:extLst>
          </p:cNvPr>
          <p:cNvSpPr>
            <a:spLocks noGrp="1"/>
          </p:cNvSpPr>
          <p:nvPr/>
        </p:nvSpPr>
        <p:spPr>
          <a:xfrm>
            <a:off x="3905983" y="40415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F1_main_prauc_2052">
            <a:extLst>
              <a:ext uri="{FF2B5EF4-FFF2-40B4-BE49-F238E27FC236}">
                <a16:creationId xmlns:a16="http://schemas.microsoft.com/office/drawing/2014/main" id="{00433F49-EDFF-42E0-B184-4B8B3A834577}"/>
              </a:ext>
            </a:extLst>
          </p:cNvPr>
          <p:cNvSpPr>
            <a:spLocks noGrp="1"/>
          </p:cNvSpPr>
          <p:nvPr/>
        </p:nvSpPr>
        <p:spPr>
          <a:xfrm>
            <a:off x="3849680" y="41307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F1_main_prauc_2053">
            <a:extLst>
              <a:ext uri="{FF2B5EF4-FFF2-40B4-BE49-F238E27FC236}">
                <a16:creationId xmlns:a16="http://schemas.microsoft.com/office/drawing/2014/main" id="{F6D12E2E-661F-4893-AAB8-A953C5B90971}"/>
              </a:ext>
            </a:extLst>
          </p:cNvPr>
          <p:cNvSpPr>
            <a:spLocks noGrp="1"/>
          </p:cNvSpPr>
          <p:nvPr/>
        </p:nvSpPr>
        <p:spPr>
          <a:xfrm>
            <a:off x="37212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F1_main_prauc_2054">
            <a:extLst>
              <a:ext uri="{FF2B5EF4-FFF2-40B4-BE49-F238E27FC236}">
                <a16:creationId xmlns:a16="http://schemas.microsoft.com/office/drawing/2014/main" id="{939890F9-510E-4A87-8CD3-F2D97A2E2D34}"/>
              </a:ext>
            </a:extLst>
          </p:cNvPr>
          <p:cNvSpPr>
            <a:spLocks noGrp="1"/>
          </p:cNvSpPr>
          <p:nvPr/>
        </p:nvSpPr>
        <p:spPr>
          <a:xfrm>
            <a:off x="38884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F1_main_prauc_2055">
            <a:extLst>
              <a:ext uri="{FF2B5EF4-FFF2-40B4-BE49-F238E27FC236}">
                <a16:creationId xmlns:a16="http://schemas.microsoft.com/office/drawing/2014/main" id="{15F128EA-62E3-45CE-BA6E-93B13446E742}"/>
              </a:ext>
            </a:extLst>
          </p:cNvPr>
          <p:cNvSpPr>
            <a:spLocks noGrp="1"/>
          </p:cNvSpPr>
          <p:nvPr/>
        </p:nvSpPr>
        <p:spPr>
          <a:xfrm>
            <a:off x="3897268" y="5485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F1_main_prauc_2056">
            <a:extLst>
              <a:ext uri="{FF2B5EF4-FFF2-40B4-BE49-F238E27FC236}">
                <a16:creationId xmlns:a16="http://schemas.microsoft.com/office/drawing/2014/main" id="{A1DC554E-CC63-413F-8FFE-AEA2C2DE7D86}"/>
              </a:ext>
            </a:extLst>
          </p:cNvPr>
          <p:cNvSpPr>
            <a:spLocks noGrp="1"/>
          </p:cNvSpPr>
          <p:nvPr/>
        </p:nvSpPr>
        <p:spPr>
          <a:xfrm>
            <a:off x="39529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F1_main_prauc_2057">
            <a:extLst>
              <a:ext uri="{FF2B5EF4-FFF2-40B4-BE49-F238E27FC236}">
                <a16:creationId xmlns:a16="http://schemas.microsoft.com/office/drawing/2014/main" id="{57853F5D-5B08-49D7-8B99-987EC10D1EB9}"/>
              </a:ext>
            </a:extLst>
          </p:cNvPr>
          <p:cNvSpPr>
            <a:spLocks noGrp="1"/>
          </p:cNvSpPr>
          <p:nvPr/>
        </p:nvSpPr>
        <p:spPr>
          <a:xfrm>
            <a:off x="3902087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F1_main_prauc_2058">
            <a:extLst>
              <a:ext uri="{FF2B5EF4-FFF2-40B4-BE49-F238E27FC236}">
                <a16:creationId xmlns:a16="http://schemas.microsoft.com/office/drawing/2014/main" id="{3E5FAABA-8970-4601-B7FC-A3545F7A8925}"/>
              </a:ext>
            </a:extLst>
          </p:cNvPr>
          <p:cNvSpPr>
            <a:spLocks noGrp="1"/>
          </p:cNvSpPr>
          <p:nvPr/>
        </p:nvSpPr>
        <p:spPr>
          <a:xfrm>
            <a:off x="371910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F1_main_prauc_2059">
            <a:extLst>
              <a:ext uri="{FF2B5EF4-FFF2-40B4-BE49-F238E27FC236}">
                <a16:creationId xmlns:a16="http://schemas.microsoft.com/office/drawing/2014/main" id="{0DFD7571-5C02-4293-A598-D16BC69B15ED}"/>
              </a:ext>
            </a:extLst>
          </p:cNvPr>
          <p:cNvSpPr>
            <a:spLocks noGrp="1"/>
          </p:cNvSpPr>
          <p:nvPr/>
        </p:nvSpPr>
        <p:spPr>
          <a:xfrm>
            <a:off x="37148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F1_main_prauc_2060">
            <a:extLst>
              <a:ext uri="{FF2B5EF4-FFF2-40B4-BE49-F238E27FC236}">
                <a16:creationId xmlns:a16="http://schemas.microsoft.com/office/drawing/2014/main" id="{D1C5D0F5-5E8A-4200-A542-299C82ED98F7}"/>
              </a:ext>
            </a:extLst>
          </p:cNvPr>
          <p:cNvSpPr>
            <a:spLocks noGrp="1"/>
          </p:cNvSpPr>
          <p:nvPr/>
        </p:nvSpPr>
        <p:spPr>
          <a:xfrm>
            <a:off x="3780285" y="56539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F1_main_prauc_2061">
            <a:extLst>
              <a:ext uri="{FF2B5EF4-FFF2-40B4-BE49-F238E27FC236}">
                <a16:creationId xmlns:a16="http://schemas.microsoft.com/office/drawing/2014/main" id="{57ADAFAB-29FE-4248-9D1E-C1C6916B63DE}"/>
              </a:ext>
            </a:extLst>
          </p:cNvPr>
          <p:cNvSpPr>
            <a:spLocks noGrp="1"/>
          </p:cNvSpPr>
          <p:nvPr/>
        </p:nvSpPr>
        <p:spPr>
          <a:xfrm>
            <a:off x="37383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F1_main_prauc_2062">
            <a:extLst>
              <a:ext uri="{FF2B5EF4-FFF2-40B4-BE49-F238E27FC236}">
                <a16:creationId xmlns:a16="http://schemas.microsoft.com/office/drawing/2014/main" id="{4348E1EC-7906-4D42-B3F5-C4E0E12ACD0F}"/>
              </a:ext>
            </a:extLst>
          </p:cNvPr>
          <p:cNvSpPr>
            <a:spLocks noGrp="1"/>
          </p:cNvSpPr>
          <p:nvPr/>
        </p:nvSpPr>
        <p:spPr>
          <a:xfrm>
            <a:off x="376266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F1_main_prauc_2063">
            <a:extLst>
              <a:ext uri="{FF2B5EF4-FFF2-40B4-BE49-F238E27FC236}">
                <a16:creationId xmlns:a16="http://schemas.microsoft.com/office/drawing/2014/main" id="{A84CFE00-A923-4327-AC47-6489106F30C6}"/>
              </a:ext>
            </a:extLst>
          </p:cNvPr>
          <p:cNvSpPr>
            <a:spLocks noGrp="1"/>
          </p:cNvSpPr>
          <p:nvPr/>
        </p:nvSpPr>
        <p:spPr>
          <a:xfrm>
            <a:off x="39028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F1_main_prauc_2064">
            <a:extLst>
              <a:ext uri="{FF2B5EF4-FFF2-40B4-BE49-F238E27FC236}">
                <a16:creationId xmlns:a16="http://schemas.microsoft.com/office/drawing/2014/main" id="{569D0E9C-A17A-4D7E-BCC8-7B70B68DCC00}"/>
              </a:ext>
            </a:extLst>
          </p:cNvPr>
          <p:cNvSpPr>
            <a:spLocks noGrp="1"/>
          </p:cNvSpPr>
          <p:nvPr/>
        </p:nvSpPr>
        <p:spPr>
          <a:xfrm>
            <a:off x="39117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F1_main_prauc_2065">
            <a:extLst>
              <a:ext uri="{FF2B5EF4-FFF2-40B4-BE49-F238E27FC236}">
                <a16:creationId xmlns:a16="http://schemas.microsoft.com/office/drawing/2014/main" id="{AF87CEF4-3CBB-4AB9-831C-CD1E605D7532}"/>
              </a:ext>
            </a:extLst>
          </p:cNvPr>
          <p:cNvSpPr>
            <a:spLocks noGrp="1"/>
          </p:cNvSpPr>
          <p:nvPr/>
        </p:nvSpPr>
        <p:spPr>
          <a:xfrm>
            <a:off x="37613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F1_main_prauc_2066">
            <a:extLst>
              <a:ext uri="{FF2B5EF4-FFF2-40B4-BE49-F238E27FC236}">
                <a16:creationId xmlns:a16="http://schemas.microsoft.com/office/drawing/2014/main" id="{0F5C0E7B-8BDD-4A99-B3D8-5FF33142F99E}"/>
              </a:ext>
            </a:extLst>
          </p:cNvPr>
          <p:cNvSpPr>
            <a:spLocks noGrp="1"/>
          </p:cNvSpPr>
          <p:nvPr/>
        </p:nvSpPr>
        <p:spPr>
          <a:xfrm>
            <a:off x="386022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F1_main_prauc_2067">
            <a:extLst>
              <a:ext uri="{FF2B5EF4-FFF2-40B4-BE49-F238E27FC236}">
                <a16:creationId xmlns:a16="http://schemas.microsoft.com/office/drawing/2014/main" id="{32510989-1C9A-49FC-8902-429933B23905}"/>
              </a:ext>
            </a:extLst>
          </p:cNvPr>
          <p:cNvSpPr>
            <a:spLocks noGrp="1"/>
          </p:cNvSpPr>
          <p:nvPr/>
        </p:nvSpPr>
        <p:spPr>
          <a:xfrm>
            <a:off x="37263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F1_main_prauc_2068">
            <a:extLst>
              <a:ext uri="{FF2B5EF4-FFF2-40B4-BE49-F238E27FC236}">
                <a16:creationId xmlns:a16="http://schemas.microsoft.com/office/drawing/2014/main" id="{5DF98A15-F6E5-4778-9224-0D6DAD95C840}"/>
              </a:ext>
            </a:extLst>
          </p:cNvPr>
          <p:cNvSpPr>
            <a:spLocks noGrp="1"/>
          </p:cNvSpPr>
          <p:nvPr/>
        </p:nvSpPr>
        <p:spPr>
          <a:xfrm>
            <a:off x="3793178" y="49175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F1_main_prauc_2069">
            <a:extLst>
              <a:ext uri="{FF2B5EF4-FFF2-40B4-BE49-F238E27FC236}">
                <a16:creationId xmlns:a16="http://schemas.microsoft.com/office/drawing/2014/main" id="{79211284-D419-46F2-9490-E05089302250}"/>
              </a:ext>
            </a:extLst>
          </p:cNvPr>
          <p:cNvSpPr>
            <a:spLocks noGrp="1"/>
          </p:cNvSpPr>
          <p:nvPr/>
        </p:nvSpPr>
        <p:spPr>
          <a:xfrm>
            <a:off x="38640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F1_main_prauc_2070">
            <a:extLst>
              <a:ext uri="{FF2B5EF4-FFF2-40B4-BE49-F238E27FC236}">
                <a16:creationId xmlns:a16="http://schemas.microsoft.com/office/drawing/2014/main" id="{1E43B977-9A34-4C99-97CD-FA114110301D}"/>
              </a:ext>
            </a:extLst>
          </p:cNvPr>
          <p:cNvSpPr>
            <a:spLocks noGrp="1"/>
          </p:cNvSpPr>
          <p:nvPr/>
        </p:nvSpPr>
        <p:spPr>
          <a:xfrm>
            <a:off x="388949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F1_main_prauc_2071">
            <a:extLst>
              <a:ext uri="{FF2B5EF4-FFF2-40B4-BE49-F238E27FC236}">
                <a16:creationId xmlns:a16="http://schemas.microsoft.com/office/drawing/2014/main" id="{05929834-0802-4E19-AE34-BABCBCD7E03E}"/>
              </a:ext>
            </a:extLst>
          </p:cNvPr>
          <p:cNvSpPr>
            <a:spLocks noGrp="1"/>
          </p:cNvSpPr>
          <p:nvPr/>
        </p:nvSpPr>
        <p:spPr>
          <a:xfrm>
            <a:off x="38801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F1_main_prauc_2072">
            <a:extLst>
              <a:ext uri="{FF2B5EF4-FFF2-40B4-BE49-F238E27FC236}">
                <a16:creationId xmlns:a16="http://schemas.microsoft.com/office/drawing/2014/main" id="{9C28DEB6-F717-4FC4-823D-4AB965878628}"/>
              </a:ext>
            </a:extLst>
          </p:cNvPr>
          <p:cNvSpPr>
            <a:spLocks noGrp="1"/>
          </p:cNvSpPr>
          <p:nvPr/>
        </p:nvSpPr>
        <p:spPr>
          <a:xfrm>
            <a:off x="39214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F1_main_prauc_2073">
            <a:extLst>
              <a:ext uri="{FF2B5EF4-FFF2-40B4-BE49-F238E27FC236}">
                <a16:creationId xmlns:a16="http://schemas.microsoft.com/office/drawing/2014/main" id="{70B0CC77-07ED-4FCE-A94E-F95313F69A34}"/>
              </a:ext>
            </a:extLst>
          </p:cNvPr>
          <p:cNvSpPr>
            <a:spLocks noGrp="1"/>
          </p:cNvSpPr>
          <p:nvPr/>
        </p:nvSpPr>
        <p:spPr>
          <a:xfrm>
            <a:off x="37458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F1_main_prauc_2074">
            <a:extLst>
              <a:ext uri="{FF2B5EF4-FFF2-40B4-BE49-F238E27FC236}">
                <a16:creationId xmlns:a16="http://schemas.microsoft.com/office/drawing/2014/main" id="{56CBF249-2E5E-4416-9651-CB57C6DC7BBC}"/>
              </a:ext>
            </a:extLst>
          </p:cNvPr>
          <p:cNvSpPr>
            <a:spLocks noGrp="1"/>
          </p:cNvSpPr>
          <p:nvPr/>
        </p:nvSpPr>
        <p:spPr>
          <a:xfrm>
            <a:off x="38703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F1_main_prauc_2075">
            <a:extLst>
              <a:ext uri="{FF2B5EF4-FFF2-40B4-BE49-F238E27FC236}">
                <a16:creationId xmlns:a16="http://schemas.microsoft.com/office/drawing/2014/main" id="{DAC9D10A-6417-402F-9A7C-9736AB890767}"/>
              </a:ext>
            </a:extLst>
          </p:cNvPr>
          <p:cNvSpPr>
            <a:spLocks noGrp="1"/>
          </p:cNvSpPr>
          <p:nvPr/>
        </p:nvSpPr>
        <p:spPr>
          <a:xfrm>
            <a:off x="3768844" y="54343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F1_main_prauc_2076">
            <a:extLst>
              <a:ext uri="{FF2B5EF4-FFF2-40B4-BE49-F238E27FC236}">
                <a16:creationId xmlns:a16="http://schemas.microsoft.com/office/drawing/2014/main" id="{D4657B22-4087-4A48-A91E-A43D133ED5B5}"/>
              </a:ext>
            </a:extLst>
          </p:cNvPr>
          <p:cNvSpPr>
            <a:spLocks noGrp="1"/>
          </p:cNvSpPr>
          <p:nvPr/>
        </p:nvSpPr>
        <p:spPr>
          <a:xfrm>
            <a:off x="38845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F1_main_prauc_2077">
            <a:extLst>
              <a:ext uri="{FF2B5EF4-FFF2-40B4-BE49-F238E27FC236}">
                <a16:creationId xmlns:a16="http://schemas.microsoft.com/office/drawing/2014/main" id="{23B6F2E2-C685-4C57-979A-784B3040E2B2}"/>
              </a:ext>
            </a:extLst>
          </p:cNvPr>
          <p:cNvSpPr>
            <a:spLocks noGrp="1"/>
          </p:cNvSpPr>
          <p:nvPr/>
        </p:nvSpPr>
        <p:spPr>
          <a:xfrm>
            <a:off x="3810509" y="431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F1_main_prauc_2078">
            <a:extLst>
              <a:ext uri="{FF2B5EF4-FFF2-40B4-BE49-F238E27FC236}">
                <a16:creationId xmlns:a16="http://schemas.microsoft.com/office/drawing/2014/main" id="{B1F2D03B-7E62-4BA0-94BA-A9069463DA6F}"/>
              </a:ext>
            </a:extLst>
          </p:cNvPr>
          <p:cNvSpPr>
            <a:spLocks noGrp="1"/>
          </p:cNvSpPr>
          <p:nvPr/>
        </p:nvSpPr>
        <p:spPr>
          <a:xfrm>
            <a:off x="3944814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F1_main_prauc_2079">
            <a:extLst>
              <a:ext uri="{FF2B5EF4-FFF2-40B4-BE49-F238E27FC236}">
                <a16:creationId xmlns:a16="http://schemas.microsoft.com/office/drawing/2014/main" id="{179CB34D-0C3A-467A-A62A-70A1F1D388DD}"/>
              </a:ext>
            </a:extLst>
          </p:cNvPr>
          <p:cNvSpPr>
            <a:spLocks noGrp="1"/>
          </p:cNvSpPr>
          <p:nvPr/>
        </p:nvSpPr>
        <p:spPr>
          <a:xfrm>
            <a:off x="38039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F1_main_prauc_2080">
            <a:extLst>
              <a:ext uri="{FF2B5EF4-FFF2-40B4-BE49-F238E27FC236}">
                <a16:creationId xmlns:a16="http://schemas.microsoft.com/office/drawing/2014/main" id="{85EA7589-B191-4095-9600-B3C893A27228}"/>
              </a:ext>
            </a:extLst>
          </p:cNvPr>
          <p:cNvSpPr>
            <a:spLocks noGrp="1"/>
          </p:cNvSpPr>
          <p:nvPr/>
        </p:nvSpPr>
        <p:spPr>
          <a:xfrm>
            <a:off x="384942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F1_main_prauc_2081">
            <a:extLst>
              <a:ext uri="{FF2B5EF4-FFF2-40B4-BE49-F238E27FC236}">
                <a16:creationId xmlns:a16="http://schemas.microsoft.com/office/drawing/2014/main" id="{9E422B89-3DBC-4405-A8FE-4DF573984E00}"/>
              </a:ext>
            </a:extLst>
          </p:cNvPr>
          <p:cNvSpPr>
            <a:spLocks noGrp="1"/>
          </p:cNvSpPr>
          <p:nvPr/>
        </p:nvSpPr>
        <p:spPr>
          <a:xfrm>
            <a:off x="39211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F1_main_prauc_2082">
            <a:extLst>
              <a:ext uri="{FF2B5EF4-FFF2-40B4-BE49-F238E27FC236}">
                <a16:creationId xmlns:a16="http://schemas.microsoft.com/office/drawing/2014/main" id="{5D2115A0-042F-40BD-BC2A-B256053D7B68}"/>
              </a:ext>
            </a:extLst>
          </p:cNvPr>
          <p:cNvSpPr>
            <a:spLocks noGrp="1"/>
          </p:cNvSpPr>
          <p:nvPr/>
        </p:nvSpPr>
        <p:spPr>
          <a:xfrm>
            <a:off x="3733470" y="36934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F1_main_prauc_2083">
            <a:extLst>
              <a:ext uri="{FF2B5EF4-FFF2-40B4-BE49-F238E27FC236}">
                <a16:creationId xmlns:a16="http://schemas.microsoft.com/office/drawing/2014/main" id="{40976C44-70B3-4186-B7E6-05EF4947D649}"/>
              </a:ext>
            </a:extLst>
          </p:cNvPr>
          <p:cNvSpPr>
            <a:spLocks noGrp="1"/>
          </p:cNvSpPr>
          <p:nvPr/>
        </p:nvSpPr>
        <p:spPr>
          <a:xfrm>
            <a:off x="391058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F1_main_prauc_2084">
            <a:extLst>
              <a:ext uri="{FF2B5EF4-FFF2-40B4-BE49-F238E27FC236}">
                <a16:creationId xmlns:a16="http://schemas.microsoft.com/office/drawing/2014/main" id="{92905C5F-002F-42B2-BB22-070D9BFCCF17}"/>
              </a:ext>
            </a:extLst>
          </p:cNvPr>
          <p:cNvSpPr>
            <a:spLocks noGrp="1"/>
          </p:cNvSpPr>
          <p:nvPr/>
        </p:nvSpPr>
        <p:spPr>
          <a:xfrm>
            <a:off x="3739250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F1_main_prauc_2085">
            <a:extLst>
              <a:ext uri="{FF2B5EF4-FFF2-40B4-BE49-F238E27FC236}">
                <a16:creationId xmlns:a16="http://schemas.microsoft.com/office/drawing/2014/main" id="{E1B996E9-090D-4F61-8492-95F679C79A5E}"/>
              </a:ext>
            </a:extLst>
          </p:cNvPr>
          <p:cNvSpPr>
            <a:spLocks noGrp="1"/>
          </p:cNvSpPr>
          <p:nvPr/>
        </p:nvSpPr>
        <p:spPr>
          <a:xfrm>
            <a:off x="37341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F1_main_prauc_2086">
            <a:extLst>
              <a:ext uri="{FF2B5EF4-FFF2-40B4-BE49-F238E27FC236}">
                <a16:creationId xmlns:a16="http://schemas.microsoft.com/office/drawing/2014/main" id="{704878D7-A3B8-484E-A77D-821E53EE7225}"/>
              </a:ext>
            </a:extLst>
          </p:cNvPr>
          <p:cNvSpPr>
            <a:spLocks noGrp="1"/>
          </p:cNvSpPr>
          <p:nvPr/>
        </p:nvSpPr>
        <p:spPr>
          <a:xfrm>
            <a:off x="370928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F1_main_prauc_2087">
            <a:extLst>
              <a:ext uri="{FF2B5EF4-FFF2-40B4-BE49-F238E27FC236}">
                <a16:creationId xmlns:a16="http://schemas.microsoft.com/office/drawing/2014/main" id="{FE027A2A-9E54-45F8-B622-3C0A91ED5BF7}"/>
              </a:ext>
            </a:extLst>
          </p:cNvPr>
          <p:cNvSpPr>
            <a:spLocks noGrp="1"/>
          </p:cNvSpPr>
          <p:nvPr/>
        </p:nvSpPr>
        <p:spPr>
          <a:xfrm>
            <a:off x="3886605" y="60372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F1_main_prauc_2088">
            <a:extLst>
              <a:ext uri="{FF2B5EF4-FFF2-40B4-BE49-F238E27FC236}">
                <a16:creationId xmlns:a16="http://schemas.microsoft.com/office/drawing/2014/main" id="{CA6695FB-2F82-4767-8B09-F18E641CDEBD}"/>
              </a:ext>
            </a:extLst>
          </p:cNvPr>
          <p:cNvSpPr>
            <a:spLocks noGrp="1"/>
          </p:cNvSpPr>
          <p:nvPr/>
        </p:nvSpPr>
        <p:spPr>
          <a:xfrm>
            <a:off x="3896491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F1_main_prauc_2089">
            <a:extLst>
              <a:ext uri="{FF2B5EF4-FFF2-40B4-BE49-F238E27FC236}">
                <a16:creationId xmlns:a16="http://schemas.microsoft.com/office/drawing/2014/main" id="{9F8AE4A0-06F4-4BD5-9A5F-F81BFA3AB7F6}"/>
              </a:ext>
            </a:extLst>
          </p:cNvPr>
          <p:cNvSpPr>
            <a:spLocks noGrp="1"/>
          </p:cNvSpPr>
          <p:nvPr/>
        </p:nvSpPr>
        <p:spPr>
          <a:xfrm>
            <a:off x="3788741" y="51798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F1_main_prauc_2090">
            <a:extLst>
              <a:ext uri="{FF2B5EF4-FFF2-40B4-BE49-F238E27FC236}">
                <a16:creationId xmlns:a16="http://schemas.microsoft.com/office/drawing/2014/main" id="{3B6E3CA4-2937-4C51-9B49-614023F1497F}"/>
              </a:ext>
            </a:extLst>
          </p:cNvPr>
          <p:cNvSpPr>
            <a:spLocks noGrp="1"/>
          </p:cNvSpPr>
          <p:nvPr/>
        </p:nvSpPr>
        <p:spPr>
          <a:xfrm>
            <a:off x="38111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F1_main_prauc_2091">
            <a:extLst>
              <a:ext uri="{FF2B5EF4-FFF2-40B4-BE49-F238E27FC236}">
                <a16:creationId xmlns:a16="http://schemas.microsoft.com/office/drawing/2014/main" id="{64AB050F-A338-4290-B4AF-4083535751AB}"/>
              </a:ext>
            </a:extLst>
          </p:cNvPr>
          <p:cNvSpPr>
            <a:spLocks noGrp="1"/>
          </p:cNvSpPr>
          <p:nvPr/>
        </p:nvSpPr>
        <p:spPr>
          <a:xfrm>
            <a:off x="38664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F1_main_prauc_2092">
            <a:extLst>
              <a:ext uri="{FF2B5EF4-FFF2-40B4-BE49-F238E27FC236}">
                <a16:creationId xmlns:a16="http://schemas.microsoft.com/office/drawing/2014/main" id="{6EF20635-29D0-414D-80C9-02276EC3A8CF}"/>
              </a:ext>
            </a:extLst>
          </p:cNvPr>
          <p:cNvSpPr>
            <a:spLocks noGrp="1"/>
          </p:cNvSpPr>
          <p:nvPr/>
        </p:nvSpPr>
        <p:spPr>
          <a:xfrm>
            <a:off x="37804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F1_main_prauc_2093">
            <a:extLst>
              <a:ext uri="{FF2B5EF4-FFF2-40B4-BE49-F238E27FC236}">
                <a16:creationId xmlns:a16="http://schemas.microsoft.com/office/drawing/2014/main" id="{0D4B31A9-DBD7-46A0-B1B4-E982315B76AF}"/>
              </a:ext>
            </a:extLst>
          </p:cNvPr>
          <p:cNvSpPr>
            <a:spLocks noGrp="1"/>
          </p:cNvSpPr>
          <p:nvPr/>
        </p:nvSpPr>
        <p:spPr>
          <a:xfrm>
            <a:off x="375816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F1_main_prauc_2094">
            <a:extLst>
              <a:ext uri="{FF2B5EF4-FFF2-40B4-BE49-F238E27FC236}">
                <a16:creationId xmlns:a16="http://schemas.microsoft.com/office/drawing/2014/main" id="{6D1477FE-A3DC-4F92-BE29-CA6080BD30A3}"/>
              </a:ext>
            </a:extLst>
          </p:cNvPr>
          <p:cNvSpPr>
            <a:spLocks noGrp="1"/>
          </p:cNvSpPr>
          <p:nvPr/>
        </p:nvSpPr>
        <p:spPr>
          <a:xfrm>
            <a:off x="3845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F1_main_prauc_2095">
            <a:extLst>
              <a:ext uri="{FF2B5EF4-FFF2-40B4-BE49-F238E27FC236}">
                <a16:creationId xmlns:a16="http://schemas.microsoft.com/office/drawing/2014/main" id="{46D37D4A-7F0D-4D2F-BBC4-1F3ECBBD1B3F}"/>
              </a:ext>
            </a:extLst>
          </p:cNvPr>
          <p:cNvSpPr>
            <a:spLocks noGrp="1"/>
          </p:cNvSpPr>
          <p:nvPr/>
        </p:nvSpPr>
        <p:spPr>
          <a:xfrm>
            <a:off x="37121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F1_main_prauc_2096">
            <a:extLst>
              <a:ext uri="{FF2B5EF4-FFF2-40B4-BE49-F238E27FC236}">
                <a16:creationId xmlns:a16="http://schemas.microsoft.com/office/drawing/2014/main" id="{7D8BA51A-FE96-443D-97AB-E042CF22FE02}"/>
              </a:ext>
            </a:extLst>
          </p:cNvPr>
          <p:cNvSpPr>
            <a:spLocks noGrp="1"/>
          </p:cNvSpPr>
          <p:nvPr/>
        </p:nvSpPr>
        <p:spPr>
          <a:xfrm>
            <a:off x="38899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F1_main_prauc_2097">
            <a:extLst>
              <a:ext uri="{FF2B5EF4-FFF2-40B4-BE49-F238E27FC236}">
                <a16:creationId xmlns:a16="http://schemas.microsoft.com/office/drawing/2014/main" id="{24AC9825-FDCF-411E-B84A-2729281C7AF8}"/>
              </a:ext>
            </a:extLst>
          </p:cNvPr>
          <p:cNvSpPr>
            <a:spLocks noGrp="1"/>
          </p:cNvSpPr>
          <p:nvPr/>
        </p:nvSpPr>
        <p:spPr>
          <a:xfrm>
            <a:off x="3757688" y="486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F1_main_prauc_2098">
            <a:extLst>
              <a:ext uri="{FF2B5EF4-FFF2-40B4-BE49-F238E27FC236}">
                <a16:creationId xmlns:a16="http://schemas.microsoft.com/office/drawing/2014/main" id="{812693E3-3D32-4156-8606-2B41A9C22B0B}"/>
              </a:ext>
            </a:extLst>
          </p:cNvPr>
          <p:cNvSpPr>
            <a:spLocks noGrp="1"/>
          </p:cNvSpPr>
          <p:nvPr/>
        </p:nvSpPr>
        <p:spPr>
          <a:xfrm>
            <a:off x="388185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F1_main_prauc_2099">
            <a:extLst>
              <a:ext uri="{FF2B5EF4-FFF2-40B4-BE49-F238E27FC236}">
                <a16:creationId xmlns:a16="http://schemas.microsoft.com/office/drawing/2014/main" id="{2FA90E2C-E9FB-4B69-A7F4-7B923F0655C0}"/>
              </a:ext>
            </a:extLst>
          </p:cNvPr>
          <p:cNvSpPr>
            <a:spLocks noGrp="1"/>
          </p:cNvSpPr>
          <p:nvPr/>
        </p:nvSpPr>
        <p:spPr>
          <a:xfrm>
            <a:off x="391094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F1_main_prauc_2100">
            <a:extLst>
              <a:ext uri="{FF2B5EF4-FFF2-40B4-BE49-F238E27FC236}">
                <a16:creationId xmlns:a16="http://schemas.microsoft.com/office/drawing/2014/main" id="{68A5A00E-AF79-46AF-B217-DA6970E8899A}"/>
              </a:ext>
            </a:extLst>
          </p:cNvPr>
          <p:cNvSpPr>
            <a:spLocks noGrp="1"/>
          </p:cNvSpPr>
          <p:nvPr/>
        </p:nvSpPr>
        <p:spPr>
          <a:xfrm>
            <a:off x="3851784" y="41869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F1_main_prauc_2101">
            <a:extLst>
              <a:ext uri="{FF2B5EF4-FFF2-40B4-BE49-F238E27FC236}">
                <a16:creationId xmlns:a16="http://schemas.microsoft.com/office/drawing/2014/main" id="{6DD2BCEF-B15F-4464-B6CC-E6BA1F9AADB6}"/>
              </a:ext>
            </a:extLst>
          </p:cNvPr>
          <p:cNvSpPr>
            <a:spLocks noGrp="1"/>
          </p:cNvSpPr>
          <p:nvPr/>
        </p:nvSpPr>
        <p:spPr>
          <a:xfrm>
            <a:off x="37795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F1_main_prauc_2102">
            <a:extLst>
              <a:ext uri="{FF2B5EF4-FFF2-40B4-BE49-F238E27FC236}">
                <a16:creationId xmlns:a16="http://schemas.microsoft.com/office/drawing/2014/main" id="{8749C793-AD8D-4600-9495-24964C541AD7}"/>
              </a:ext>
            </a:extLst>
          </p:cNvPr>
          <p:cNvSpPr>
            <a:spLocks noGrp="1"/>
          </p:cNvSpPr>
          <p:nvPr/>
        </p:nvSpPr>
        <p:spPr>
          <a:xfrm>
            <a:off x="3867854" y="57262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F1_main_prauc_2103">
            <a:extLst>
              <a:ext uri="{FF2B5EF4-FFF2-40B4-BE49-F238E27FC236}">
                <a16:creationId xmlns:a16="http://schemas.microsoft.com/office/drawing/2014/main" id="{41293C07-6861-4F46-8BD1-0C7D54D12A87}"/>
              </a:ext>
            </a:extLst>
          </p:cNvPr>
          <p:cNvSpPr>
            <a:spLocks noGrp="1"/>
          </p:cNvSpPr>
          <p:nvPr/>
        </p:nvSpPr>
        <p:spPr>
          <a:xfrm>
            <a:off x="3868554" y="5127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F1_main_prauc_2104">
            <a:extLst>
              <a:ext uri="{FF2B5EF4-FFF2-40B4-BE49-F238E27FC236}">
                <a16:creationId xmlns:a16="http://schemas.microsoft.com/office/drawing/2014/main" id="{09338FAF-E550-49E7-9C47-12EB4D6BC0E6}"/>
              </a:ext>
            </a:extLst>
          </p:cNvPr>
          <p:cNvSpPr>
            <a:spLocks noGrp="1"/>
          </p:cNvSpPr>
          <p:nvPr/>
        </p:nvSpPr>
        <p:spPr>
          <a:xfrm>
            <a:off x="3753491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F1_main_prauc_2105">
            <a:extLst>
              <a:ext uri="{FF2B5EF4-FFF2-40B4-BE49-F238E27FC236}">
                <a16:creationId xmlns:a16="http://schemas.microsoft.com/office/drawing/2014/main" id="{5B619182-909A-420F-8881-765D7F375176}"/>
              </a:ext>
            </a:extLst>
          </p:cNvPr>
          <p:cNvSpPr>
            <a:spLocks noGrp="1"/>
          </p:cNvSpPr>
          <p:nvPr/>
        </p:nvSpPr>
        <p:spPr>
          <a:xfrm>
            <a:off x="38560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F1_main_prauc_2106">
            <a:extLst>
              <a:ext uri="{FF2B5EF4-FFF2-40B4-BE49-F238E27FC236}">
                <a16:creationId xmlns:a16="http://schemas.microsoft.com/office/drawing/2014/main" id="{146C4039-9F40-45B4-B800-6AC04A08DB49}"/>
              </a:ext>
            </a:extLst>
          </p:cNvPr>
          <p:cNvSpPr>
            <a:spLocks noGrp="1"/>
          </p:cNvSpPr>
          <p:nvPr/>
        </p:nvSpPr>
        <p:spPr>
          <a:xfrm>
            <a:off x="384283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F1_main_prauc_2107">
            <a:extLst>
              <a:ext uri="{FF2B5EF4-FFF2-40B4-BE49-F238E27FC236}">
                <a16:creationId xmlns:a16="http://schemas.microsoft.com/office/drawing/2014/main" id="{7D1A4BCF-01B7-4B50-BAC2-8C5D315860F3}"/>
              </a:ext>
            </a:extLst>
          </p:cNvPr>
          <p:cNvSpPr>
            <a:spLocks noGrp="1"/>
          </p:cNvSpPr>
          <p:nvPr/>
        </p:nvSpPr>
        <p:spPr>
          <a:xfrm>
            <a:off x="38583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F1_main_prauc_2108">
            <a:extLst>
              <a:ext uri="{FF2B5EF4-FFF2-40B4-BE49-F238E27FC236}">
                <a16:creationId xmlns:a16="http://schemas.microsoft.com/office/drawing/2014/main" id="{D2AB787C-C040-4A84-9568-D5544F520EF0}"/>
              </a:ext>
            </a:extLst>
          </p:cNvPr>
          <p:cNvSpPr>
            <a:spLocks noGrp="1"/>
          </p:cNvSpPr>
          <p:nvPr/>
        </p:nvSpPr>
        <p:spPr>
          <a:xfrm>
            <a:off x="370635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F1_main_prauc_2109">
            <a:extLst>
              <a:ext uri="{FF2B5EF4-FFF2-40B4-BE49-F238E27FC236}">
                <a16:creationId xmlns:a16="http://schemas.microsoft.com/office/drawing/2014/main" id="{5CA6513B-10E3-4C99-A873-599BE37B98AB}"/>
              </a:ext>
            </a:extLst>
          </p:cNvPr>
          <p:cNvSpPr>
            <a:spLocks noGrp="1"/>
          </p:cNvSpPr>
          <p:nvPr/>
        </p:nvSpPr>
        <p:spPr>
          <a:xfrm>
            <a:off x="39156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F1_main_prauc_2110">
            <a:extLst>
              <a:ext uri="{FF2B5EF4-FFF2-40B4-BE49-F238E27FC236}">
                <a16:creationId xmlns:a16="http://schemas.microsoft.com/office/drawing/2014/main" id="{236A6BE1-FDE1-4FE3-A74F-4B9D6B0E7008}"/>
              </a:ext>
            </a:extLst>
          </p:cNvPr>
          <p:cNvSpPr>
            <a:spLocks noGrp="1"/>
          </p:cNvSpPr>
          <p:nvPr/>
        </p:nvSpPr>
        <p:spPr>
          <a:xfrm>
            <a:off x="39137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F1_main_prauc_2111">
            <a:extLst>
              <a:ext uri="{FF2B5EF4-FFF2-40B4-BE49-F238E27FC236}">
                <a16:creationId xmlns:a16="http://schemas.microsoft.com/office/drawing/2014/main" id="{13F483B3-A5FE-4B5B-99DB-3808701A939C}"/>
              </a:ext>
            </a:extLst>
          </p:cNvPr>
          <p:cNvSpPr>
            <a:spLocks noGrp="1"/>
          </p:cNvSpPr>
          <p:nvPr/>
        </p:nvSpPr>
        <p:spPr>
          <a:xfrm>
            <a:off x="3947868" y="340009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F1_main_prauc_2112">
            <a:extLst>
              <a:ext uri="{FF2B5EF4-FFF2-40B4-BE49-F238E27FC236}">
                <a16:creationId xmlns:a16="http://schemas.microsoft.com/office/drawing/2014/main" id="{306B9D6F-F631-4362-A52F-AA7C3D5A39C2}"/>
              </a:ext>
            </a:extLst>
          </p:cNvPr>
          <p:cNvSpPr>
            <a:spLocks noGrp="1"/>
          </p:cNvSpPr>
          <p:nvPr/>
        </p:nvSpPr>
        <p:spPr>
          <a:xfrm>
            <a:off x="37726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F1_main_prauc_2113">
            <a:extLst>
              <a:ext uri="{FF2B5EF4-FFF2-40B4-BE49-F238E27FC236}">
                <a16:creationId xmlns:a16="http://schemas.microsoft.com/office/drawing/2014/main" id="{76BF26AC-2699-4AF2-85C4-9C3483A4FA14}"/>
              </a:ext>
            </a:extLst>
          </p:cNvPr>
          <p:cNvSpPr>
            <a:spLocks noGrp="1"/>
          </p:cNvSpPr>
          <p:nvPr/>
        </p:nvSpPr>
        <p:spPr>
          <a:xfrm>
            <a:off x="394609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F1_main_prauc_2114">
            <a:extLst>
              <a:ext uri="{FF2B5EF4-FFF2-40B4-BE49-F238E27FC236}">
                <a16:creationId xmlns:a16="http://schemas.microsoft.com/office/drawing/2014/main" id="{10BC5F66-34A2-4AFD-9AC8-AD29C808A0CF}"/>
              </a:ext>
            </a:extLst>
          </p:cNvPr>
          <p:cNvSpPr>
            <a:spLocks noGrp="1"/>
          </p:cNvSpPr>
          <p:nvPr/>
        </p:nvSpPr>
        <p:spPr>
          <a:xfrm>
            <a:off x="3910220" y="5585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F1_main_prauc_2115">
            <a:extLst>
              <a:ext uri="{FF2B5EF4-FFF2-40B4-BE49-F238E27FC236}">
                <a16:creationId xmlns:a16="http://schemas.microsoft.com/office/drawing/2014/main" id="{374E7C30-9631-4CA9-8574-CFF9451DF34B}"/>
              </a:ext>
            </a:extLst>
          </p:cNvPr>
          <p:cNvSpPr>
            <a:spLocks noGrp="1"/>
          </p:cNvSpPr>
          <p:nvPr/>
        </p:nvSpPr>
        <p:spPr>
          <a:xfrm>
            <a:off x="3827858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F1_main_prauc_2116">
            <a:extLst>
              <a:ext uri="{FF2B5EF4-FFF2-40B4-BE49-F238E27FC236}">
                <a16:creationId xmlns:a16="http://schemas.microsoft.com/office/drawing/2014/main" id="{78C2F5CD-DD07-4103-B9FC-038D1AC011BF}"/>
              </a:ext>
            </a:extLst>
          </p:cNvPr>
          <p:cNvSpPr>
            <a:spLocks noGrp="1"/>
          </p:cNvSpPr>
          <p:nvPr/>
        </p:nvSpPr>
        <p:spPr>
          <a:xfrm>
            <a:off x="38243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F1_main_prauc_2117">
            <a:extLst>
              <a:ext uri="{FF2B5EF4-FFF2-40B4-BE49-F238E27FC236}">
                <a16:creationId xmlns:a16="http://schemas.microsoft.com/office/drawing/2014/main" id="{7794C174-5EF0-4DE5-89D8-F48BBC7D68B2}"/>
              </a:ext>
            </a:extLst>
          </p:cNvPr>
          <p:cNvSpPr>
            <a:spLocks noGrp="1"/>
          </p:cNvSpPr>
          <p:nvPr/>
        </p:nvSpPr>
        <p:spPr>
          <a:xfrm>
            <a:off x="38204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F1_main_prauc_2118">
            <a:extLst>
              <a:ext uri="{FF2B5EF4-FFF2-40B4-BE49-F238E27FC236}">
                <a16:creationId xmlns:a16="http://schemas.microsoft.com/office/drawing/2014/main" id="{C60CFB19-E739-479F-B6AF-7AD14BC14AA7}"/>
              </a:ext>
            </a:extLst>
          </p:cNvPr>
          <p:cNvSpPr>
            <a:spLocks noGrp="1"/>
          </p:cNvSpPr>
          <p:nvPr/>
        </p:nvSpPr>
        <p:spPr>
          <a:xfrm>
            <a:off x="3819299" y="41769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F1_main_prauc_2119">
            <a:extLst>
              <a:ext uri="{FF2B5EF4-FFF2-40B4-BE49-F238E27FC236}">
                <a16:creationId xmlns:a16="http://schemas.microsoft.com/office/drawing/2014/main" id="{646043BE-E87D-42A9-84CC-5A343363BD09}"/>
              </a:ext>
            </a:extLst>
          </p:cNvPr>
          <p:cNvSpPr>
            <a:spLocks noGrp="1"/>
          </p:cNvSpPr>
          <p:nvPr/>
        </p:nvSpPr>
        <p:spPr>
          <a:xfrm>
            <a:off x="38748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F1_main_prauc_2120">
            <a:extLst>
              <a:ext uri="{FF2B5EF4-FFF2-40B4-BE49-F238E27FC236}">
                <a16:creationId xmlns:a16="http://schemas.microsoft.com/office/drawing/2014/main" id="{8D395610-E859-4CA0-926F-A3C63B2B8E4D}"/>
              </a:ext>
            </a:extLst>
          </p:cNvPr>
          <p:cNvSpPr>
            <a:spLocks noGrp="1"/>
          </p:cNvSpPr>
          <p:nvPr/>
        </p:nvSpPr>
        <p:spPr>
          <a:xfrm>
            <a:off x="3800810" y="609595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F1_main_prauc_2121">
            <a:extLst>
              <a:ext uri="{FF2B5EF4-FFF2-40B4-BE49-F238E27FC236}">
                <a16:creationId xmlns:a16="http://schemas.microsoft.com/office/drawing/2014/main" id="{2AAE0FBE-A57B-455E-9691-CCF82B503AC8}"/>
              </a:ext>
            </a:extLst>
          </p:cNvPr>
          <p:cNvSpPr>
            <a:spLocks noGrp="1"/>
          </p:cNvSpPr>
          <p:nvPr/>
        </p:nvSpPr>
        <p:spPr>
          <a:xfrm>
            <a:off x="38251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F1_main_prauc_2122">
            <a:extLst>
              <a:ext uri="{FF2B5EF4-FFF2-40B4-BE49-F238E27FC236}">
                <a16:creationId xmlns:a16="http://schemas.microsoft.com/office/drawing/2014/main" id="{58E35382-874A-445F-B22D-6CF53A72B6F2}"/>
              </a:ext>
            </a:extLst>
          </p:cNvPr>
          <p:cNvSpPr>
            <a:spLocks noGrp="1"/>
          </p:cNvSpPr>
          <p:nvPr/>
        </p:nvSpPr>
        <p:spPr>
          <a:xfrm>
            <a:off x="3747751" y="56881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F1_main_prauc_2123">
            <a:extLst>
              <a:ext uri="{FF2B5EF4-FFF2-40B4-BE49-F238E27FC236}">
                <a16:creationId xmlns:a16="http://schemas.microsoft.com/office/drawing/2014/main" id="{4AA8EB46-31DA-4484-9D5F-14928B1A28FC}"/>
              </a:ext>
            </a:extLst>
          </p:cNvPr>
          <p:cNvSpPr>
            <a:spLocks noGrp="1"/>
          </p:cNvSpPr>
          <p:nvPr/>
        </p:nvSpPr>
        <p:spPr>
          <a:xfrm>
            <a:off x="37489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F1_main_prauc_2124">
            <a:extLst>
              <a:ext uri="{FF2B5EF4-FFF2-40B4-BE49-F238E27FC236}">
                <a16:creationId xmlns:a16="http://schemas.microsoft.com/office/drawing/2014/main" id="{B34E015D-F663-4A12-9FA9-C268141FAD83}"/>
              </a:ext>
            </a:extLst>
          </p:cNvPr>
          <p:cNvSpPr>
            <a:spLocks noGrp="1"/>
          </p:cNvSpPr>
          <p:nvPr/>
        </p:nvSpPr>
        <p:spPr>
          <a:xfrm>
            <a:off x="3713881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F1_main_prauc_2125">
            <a:extLst>
              <a:ext uri="{FF2B5EF4-FFF2-40B4-BE49-F238E27FC236}">
                <a16:creationId xmlns:a16="http://schemas.microsoft.com/office/drawing/2014/main" id="{0D6F046C-CF2C-4665-BCA7-F4DE5876F14C}"/>
              </a:ext>
            </a:extLst>
          </p:cNvPr>
          <p:cNvSpPr>
            <a:spLocks noGrp="1"/>
          </p:cNvSpPr>
          <p:nvPr/>
        </p:nvSpPr>
        <p:spPr>
          <a:xfrm>
            <a:off x="37477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F1_main_prauc_2126">
            <a:extLst>
              <a:ext uri="{FF2B5EF4-FFF2-40B4-BE49-F238E27FC236}">
                <a16:creationId xmlns:a16="http://schemas.microsoft.com/office/drawing/2014/main" id="{DBF0ED9E-DCD0-4AAA-B230-9C19EECBAC72}"/>
              </a:ext>
            </a:extLst>
          </p:cNvPr>
          <p:cNvSpPr>
            <a:spLocks noGrp="1"/>
          </p:cNvSpPr>
          <p:nvPr/>
        </p:nvSpPr>
        <p:spPr>
          <a:xfrm>
            <a:off x="3783067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F1_main_prauc_2127">
            <a:extLst>
              <a:ext uri="{FF2B5EF4-FFF2-40B4-BE49-F238E27FC236}">
                <a16:creationId xmlns:a16="http://schemas.microsoft.com/office/drawing/2014/main" id="{586E93BC-E29C-4EE2-8670-8597C3D28330}"/>
              </a:ext>
            </a:extLst>
          </p:cNvPr>
          <p:cNvSpPr>
            <a:spLocks noGrp="1"/>
          </p:cNvSpPr>
          <p:nvPr/>
        </p:nvSpPr>
        <p:spPr>
          <a:xfrm>
            <a:off x="37292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F1_main_prauc_2128">
            <a:extLst>
              <a:ext uri="{FF2B5EF4-FFF2-40B4-BE49-F238E27FC236}">
                <a16:creationId xmlns:a16="http://schemas.microsoft.com/office/drawing/2014/main" id="{AF4EAC15-E420-48A9-B601-D8A71852784D}"/>
              </a:ext>
            </a:extLst>
          </p:cNvPr>
          <p:cNvSpPr>
            <a:spLocks noGrp="1"/>
          </p:cNvSpPr>
          <p:nvPr/>
        </p:nvSpPr>
        <p:spPr>
          <a:xfrm>
            <a:off x="3831010" y="47050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F1_main_prauc_2129">
            <a:extLst>
              <a:ext uri="{FF2B5EF4-FFF2-40B4-BE49-F238E27FC236}">
                <a16:creationId xmlns:a16="http://schemas.microsoft.com/office/drawing/2014/main" id="{05CB9BA3-97E7-4E4A-8D24-49E21F40D412}"/>
              </a:ext>
            </a:extLst>
          </p:cNvPr>
          <p:cNvSpPr>
            <a:spLocks noGrp="1"/>
          </p:cNvSpPr>
          <p:nvPr/>
        </p:nvSpPr>
        <p:spPr>
          <a:xfrm>
            <a:off x="3834190" y="364988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F1_main_prauc_2130">
            <a:extLst>
              <a:ext uri="{FF2B5EF4-FFF2-40B4-BE49-F238E27FC236}">
                <a16:creationId xmlns:a16="http://schemas.microsoft.com/office/drawing/2014/main" id="{EB10CCE6-598C-4462-B637-0BF093B74C23}"/>
              </a:ext>
            </a:extLst>
          </p:cNvPr>
          <p:cNvSpPr>
            <a:spLocks noGrp="1"/>
          </p:cNvSpPr>
          <p:nvPr/>
        </p:nvSpPr>
        <p:spPr>
          <a:xfrm>
            <a:off x="38854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F1_main_prauc_2131">
            <a:extLst>
              <a:ext uri="{FF2B5EF4-FFF2-40B4-BE49-F238E27FC236}">
                <a16:creationId xmlns:a16="http://schemas.microsoft.com/office/drawing/2014/main" id="{875FE60F-C47E-4BA8-952E-C011DDBD0391}"/>
              </a:ext>
            </a:extLst>
          </p:cNvPr>
          <p:cNvSpPr>
            <a:spLocks noGrp="1"/>
          </p:cNvSpPr>
          <p:nvPr/>
        </p:nvSpPr>
        <p:spPr>
          <a:xfrm>
            <a:off x="37974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F1_main_prauc_2132">
            <a:extLst>
              <a:ext uri="{FF2B5EF4-FFF2-40B4-BE49-F238E27FC236}">
                <a16:creationId xmlns:a16="http://schemas.microsoft.com/office/drawing/2014/main" id="{4EFE5B89-4DF4-4E0C-9794-29407FE028DA}"/>
              </a:ext>
            </a:extLst>
          </p:cNvPr>
          <p:cNvSpPr>
            <a:spLocks noGrp="1"/>
          </p:cNvSpPr>
          <p:nvPr/>
        </p:nvSpPr>
        <p:spPr>
          <a:xfrm>
            <a:off x="387780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F1_main_prauc_2133">
            <a:extLst>
              <a:ext uri="{FF2B5EF4-FFF2-40B4-BE49-F238E27FC236}">
                <a16:creationId xmlns:a16="http://schemas.microsoft.com/office/drawing/2014/main" id="{C049279C-83C8-4244-B1E3-1847ACEC9C48}"/>
              </a:ext>
            </a:extLst>
          </p:cNvPr>
          <p:cNvSpPr>
            <a:spLocks noGrp="1"/>
          </p:cNvSpPr>
          <p:nvPr/>
        </p:nvSpPr>
        <p:spPr>
          <a:xfrm>
            <a:off x="3942571" y="36149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F1_main_prauc_2134">
            <a:extLst>
              <a:ext uri="{FF2B5EF4-FFF2-40B4-BE49-F238E27FC236}">
                <a16:creationId xmlns:a16="http://schemas.microsoft.com/office/drawing/2014/main" id="{B1596066-1476-4341-927F-B9894415FBC2}"/>
              </a:ext>
            </a:extLst>
          </p:cNvPr>
          <p:cNvSpPr>
            <a:spLocks noGrp="1"/>
          </p:cNvSpPr>
          <p:nvPr/>
        </p:nvSpPr>
        <p:spPr>
          <a:xfrm>
            <a:off x="379626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F1_main_prauc_2135">
            <a:extLst>
              <a:ext uri="{FF2B5EF4-FFF2-40B4-BE49-F238E27FC236}">
                <a16:creationId xmlns:a16="http://schemas.microsoft.com/office/drawing/2014/main" id="{54C221A6-2AED-4C06-BC62-BF6CB5DE917D}"/>
              </a:ext>
            </a:extLst>
          </p:cNvPr>
          <p:cNvSpPr>
            <a:spLocks noGrp="1"/>
          </p:cNvSpPr>
          <p:nvPr/>
        </p:nvSpPr>
        <p:spPr>
          <a:xfrm>
            <a:off x="3951333" y="45913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F1_main_prauc_2136">
            <a:extLst>
              <a:ext uri="{FF2B5EF4-FFF2-40B4-BE49-F238E27FC236}">
                <a16:creationId xmlns:a16="http://schemas.microsoft.com/office/drawing/2014/main" id="{C7D71209-58A8-4E8A-B3DC-852D806BAE00}"/>
              </a:ext>
            </a:extLst>
          </p:cNvPr>
          <p:cNvSpPr>
            <a:spLocks noGrp="1"/>
          </p:cNvSpPr>
          <p:nvPr/>
        </p:nvSpPr>
        <p:spPr>
          <a:xfrm>
            <a:off x="3788428" y="49962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F1_main_prauc_2137">
            <a:extLst>
              <a:ext uri="{FF2B5EF4-FFF2-40B4-BE49-F238E27FC236}">
                <a16:creationId xmlns:a16="http://schemas.microsoft.com/office/drawing/2014/main" id="{7A5F5F2B-78B2-4CBB-94B7-16B6B94C103B}"/>
              </a:ext>
            </a:extLst>
          </p:cNvPr>
          <p:cNvSpPr>
            <a:spLocks noGrp="1"/>
          </p:cNvSpPr>
          <p:nvPr/>
        </p:nvSpPr>
        <p:spPr>
          <a:xfrm>
            <a:off x="39253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F1_main_prauc_2138">
            <a:extLst>
              <a:ext uri="{FF2B5EF4-FFF2-40B4-BE49-F238E27FC236}">
                <a16:creationId xmlns:a16="http://schemas.microsoft.com/office/drawing/2014/main" id="{799B4172-FA55-4025-926B-9B1E3DC4265F}"/>
              </a:ext>
            </a:extLst>
          </p:cNvPr>
          <p:cNvSpPr>
            <a:spLocks noGrp="1"/>
          </p:cNvSpPr>
          <p:nvPr/>
        </p:nvSpPr>
        <p:spPr>
          <a:xfrm>
            <a:off x="3913976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F1_main_prauc_2139">
            <a:extLst>
              <a:ext uri="{FF2B5EF4-FFF2-40B4-BE49-F238E27FC236}">
                <a16:creationId xmlns:a16="http://schemas.microsoft.com/office/drawing/2014/main" id="{12A68F73-6499-4011-BEFA-8AF61BAC3B35}"/>
              </a:ext>
            </a:extLst>
          </p:cNvPr>
          <p:cNvSpPr>
            <a:spLocks noGrp="1"/>
          </p:cNvSpPr>
          <p:nvPr/>
        </p:nvSpPr>
        <p:spPr>
          <a:xfrm>
            <a:off x="3749400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F1_main_prauc_2140">
            <a:extLst>
              <a:ext uri="{FF2B5EF4-FFF2-40B4-BE49-F238E27FC236}">
                <a16:creationId xmlns:a16="http://schemas.microsoft.com/office/drawing/2014/main" id="{83B391CC-8DA2-4FE3-B4A4-78F74E7314C9}"/>
              </a:ext>
            </a:extLst>
          </p:cNvPr>
          <p:cNvSpPr>
            <a:spLocks noGrp="1"/>
          </p:cNvSpPr>
          <p:nvPr/>
        </p:nvSpPr>
        <p:spPr>
          <a:xfrm>
            <a:off x="37375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F1_main_prauc_2141">
            <a:extLst>
              <a:ext uri="{FF2B5EF4-FFF2-40B4-BE49-F238E27FC236}">
                <a16:creationId xmlns:a16="http://schemas.microsoft.com/office/drawing/2014/main" id="{D7D00417-BA65-46BE-821D-DD78E27C8690}"/>
              </a:ext>
            </a:extLst>
          </p:cNvPr>
          <p:cNvSpPr>
            <a:spLocks noGrp="1"/>
          </p:cNvSpPr>
          <p:nvPr/>
        </p:nvSpPr>
        <p:spPr>
          <a:xfrm>
            <a:off x="38179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F1_main_prauc_2142">
            <a:extLst>
              <a:ext uri="{FF2B5EF4-FFF2-40B4-BE49-F238E27FC236}">
                <a16:creationId xmlns:a16="http://schemas.microsoft.com/office/drawing/2014/main" id="{1B02F3EE-E65E-46F9-BB66-2A8ECD0C7975}"/>
              </a:ext>
            </a:extLst>
          </p:cNvPr>
          <p:cNvSpPr>
            <a:spLocks noGrp="1"/>
          </p:cNvSpPr>
          <p:nvPr/>
        </p:nvSpPr>
        <p:spPr>
          <a:xfrm>
            <a:off x="3907297" y="49503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F1_main_prauc_2143">
            <a:extLst>
              <a:ext uri="{FF2B5EF4-FFF2-40B4-BE49-F238E27FC236}">
                <a16:creationId xmlns:a16="http://schemas.microsoft.com/office/drawing/2014/main" id="{B0AC9FB4-28D7-43F9-A90B-FC3162E137F4}"/>
              </a:ext>
            </a:extLst>
          </p:cNvPr>
          <p:cNvSpPr>
            <a:spLocks noGrp="1"/>
          </p:cNvSpPr>
          <p:nvPr/>
        </p:nvSpPr>
        <p:spPr>
          <a:xfrm>
            <a:off x="38218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F1_main_prauc_2144">
            <a:extLst>
              <a:ext uri="{FF2B5EF4-FFF2-40B4-BE49-F238E27FC236}">
                <a16:creationId xmlns:a16="http://schemas.microsoft.com/office/drawing/2014/main" id="{20FED5B2-E041-4621-BD7F-29966A0A4917}"/>
              </a:ext>
            </a:extLst>
          </p:cNvPr>
          <p:cNvSpPr>
            <a:spLocks noGrp="1"/>
          </p:cNvSpPr>
          <p:nvPr/>
        </p:nvSpPr>
        <p:spPr>
          <a:xfrm>
            <a:off x="39213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F1_main_prauc_2145">
            <a:extLst>
              <a:ext uri="{FF2B5EF4-FFF2-40B4-BE49-F238E27FC236}">
                <a16:creationId xmlns:a16="http://schemas.microsoft.com/office/drawing/2014/main" id="{36BBDA61-9C4E-4976-B852-E90F553466B5}"/>
              </a:ext>
            </a:extLst>
          </p:cNvPr>
          <p:cNvSpPr>
            <a:spLocks noGrp="1"/>
          </p:cNvSpPr>
          <p:nvPr/>
        </p:nvSpPr>
        <p:spPr>
          <a:xfrm>
            <a:off x="3714257" y="59706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F1_main_prauc_2146">
            <a:extLst>
              <a:ext uri="{FF2B5EF4-FFF2-40B4-BE49-F238E27FC236}">
                <a16:creationId xmlns:a16="http://schemas.microsoft.com/office/drawing/2014/main" id="{314FE2B9-BD76-43E3-8F5E-EECAD322EE32}"/>
              </a:ext>
            </a:extLst>
          </p:cNvPr>
          <p:cNvSpPr>
            <a:spLocks noGrp="1"/>
          </p:cNvSpPr>
          <p:nvPr/>
        </p:nvSpPr>
        <p:spPr>
          <a:xfrm>
            <a:off x="38285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F1_main_prauc_2147">
            <a:extLst>
              <a:ext uri="{FF2B5EF4-FFF2-40B4-BE49-F238E27FC236}">
                <a16:creationId xmlns:a16="http://schemas.microsoft.com/office/drawing/2014/main" id="{053684B7-A417-45EE-A2BC-D3924EED5C81}"/>
              </a:ext>
            </a:extLst>
          </p:cNvPr>
          <p:cNvSpPr>
            <a:spLocks noGrp="1"/>
          </p:cNvSpPr>
          <p:nvPr/>
        </p:nvSpPr>
        <p:spPr>
          <a:xfrm>
            <a:off x="38141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F1_main_prauc_2148">
            <a:extLst>
              <a:ext uri="{FF2B5EF4-FFF2-40B4-BE49-F238E27FC236}">
                <a16:creationId xmlns:a16="http://schemas.microsoft.com/office/drawing/2014/main" id="{0C39E2CC-9A65-4D6F-BE1D-2D44CCE1CAD4}"/>
              </a:ext>
            </a:extLst>
          </p:cNvPr>
          <p:cNvSpPr>
            <a:spLocks noGrp="1"/>
          </p:cNvSpPr>
          <p:nvPr/>
        </p:nvSpPr>
        <p:spPr>
          <a:xfrm>
            <a:off x="384420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F1_main_prauc_2149">
            <a:extLst>
              <a:ext uri="{FF2B5EF4-FFF2-40B4-BE49-F238E27FC236}">
                <a16:creationId xmlns:a16="http://schemas.microsoft.com/office/drawing/2014/main" id="{39E7AD05-6EAD-46EE-9F0A-C6D77337B012}"/>
              </a:ext>
            </a:extLst>
          </p:cNvPr>
          <p:cNvSpPr>
            <a:spLocks noGrp="1"/>
          </p:cNvSpPr>
          <p:nvPr/>
        </p:nvSpPr>
        <p:spPr>
          <a:xfrm>
            <a:off x="37405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F1_main_prauc_2150">
            <a:extLst>
              <a:ext uri="{FF2B5EF4-FFF2-40B4-BE49-F238E27FC236}">
                <a16:creationId xmlns:a16="http://schemas.microsoft.com/office/drawing/2014/main" id="{A5D0E35C-3733-4FB0-84EA-271C25A4105D}"/>
              </a:ext>
            </a:extLst>
          </p:cNvPr>
          <p:cNvSpPr>
            <a:spLocks noGrp="1"/>
          </p:cNvSpPr>
          <p:nvPr/>
        </p:nvSpPr>
        <p:spPr>
          <a:xfrm>
            <a:off x="388325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F1_main_prauc_2151">
            <a:extLst>
              <a:ext uri="{FF2B5EF4-FFF2-40B4-BE49-F238E27FC236}">
                <a16:creationId xmlns:a16="http://schemas.microsoft.com/office/drawing/2014/main" id="{BBF2FAF7-02DA-4E3C-91C9-099FF74CA6D2}"/>
              </a:ext>
            </a:extLst>
          </p:cNvPr>
          <p:cNvSpPr>
            <a:spLocks noGrp="1"/>
          </p:cNvSpPr>
          <p:nvPr/>
        </p:nvSpPr>
        <p:spPr>
          <a:xfrm>
            <a:off x="37790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F1_main_prauc_2152">
            <a:extLst>
              <a:ext uri="{FF2B5EF4-FFF2-40B4-BE49-F238E27FC236}">
                <a16:creationId xmlns:a16="http://schemas.microsoft.com/office/drawing/2014/main" id="{25896591-B8BC-47B9-AB20-B14558EEA316}"/>
              </a:ext>
            </a:extLst>
          </p:cNvPr>
          <p:cNvSpPr>
            <a:spLocks noGrp="1"/>
          </p:cNvSpPr>
          <p:nvPr/>
        </p:nvSpPr>
        <p:spPr>
          <a:xfrm>
            <a:off x="3753217" y="5066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F1_main_prauc_2153">
            <a:extLst>
              <a:ext uri="{FF2B5EF4-FFF2-40B4-BE49-F238E27FC236}">
                <a16:creationId xmlns:a16="http://schemas.microsoft.com/office/drawing/2014/main" id="{34C2D09D-1446-402A-92AF-200C68D67EB9}"/>
              </a:ext>
            </a:extLst>
          </p:cNvPr>
          <p:cNvSpPr>
            <a:spLocks noGrp="1"/>
          </p:cNvSpPr>
          <p:nvPr/>
        </p:nvSpPr>
        <p:spPr>
          <a:xfrm>
            <a:off x="38100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F1_main_prauc_2154">
            <a:extLst>
              <a:ext uri="{FF2B5EF4-FFF2-40B4-BE49-F238E27FC236}">
                <a16:creationId xmlns:a16="http://schemas.microsoft.com/office/drawing/2014/main" id="{E9F45D2F-7884-450E-8A22-0538FBA234A3}"/>
              </a:ext>
            </a:extLst>
          </p:cNvPr>
          <p:cNvSpPr>
            <a:spLocks noGrp="1"/>
          </p:cNvSpPr>
          <p:nvPr/>
        </p:nvSpPr>
        <p:spPr>
          <a:xfrm>
            <a:off x="391476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F1_main_prauc_2155">
            <a:extLst>
              <a:ext uri="{FF2B5EF4-FFF2-40B4-BE49-F238E27FC236}">
                <a16:creationId xmlns:a16="http://schemas.microsoft.com/office/drawing/2014/main" id="{5C6CD2F6-5A25-42F0-B2AB-25CE5815E3FA}"/>
              </a:ext>
            </a:extLst>
          </p:cNvPr>
          <p:cNvSpPr>
            <a:spLocks noGrp="1"/>
          </p:cNvSpPr>
          <p:nvPr/>
        </p:nvSpPr>
        <p:spPr>
          <a:xfrm>
            <a:off x="3862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F1_main_prauc_2156">
            <a:extLst>
              <a:ext uri="{FF2B5EF4-FFF2-40B4-BE49-F238E27FC236}">
                <a16:creationId xmlns:a16="http://schemas.microsoft.com/office/drawing/2014/main" id="{CCD66200-68CF-4828-A7F0-86845061D5F9}"/>
              </a:ext>
            </a:extLst>
          </p:cNvPr>
          <p:cNvSpPr>
            <a:spLocks noGrp="1"/>
          </p:cNvSpPr>
          <p:nvPr/>
        </p:nvSpPr>
        <p:spPr>
          <a:xfrm>
            <a:off x="3914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F1_main_prauc_2157">
            <a:extLst>
              <a:ext uri="{FF2B5EF4-FFF2-40B4-BE49-F238E27FC236}">
                <a16:creationId xmlns:a16="http://schemas.microsoft.com/office/drawing/2014/main" id="{7EBE11A3-CF67-41D4-A0E8-C162DDD88C27}"/>
              </a:ext>
            </a:extLst>
          </p:cNvPr>
          <p:cNvSpPr>
            <a:spLocks noGrp="1"/>
          </p:cNvSpPr>
          <p:nvPr/>
        </p:nvSpPr>
        <p:spPr>
          <a:xfrm>
            <a:off x="392618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F1_main_prauc_2158">
            <a:extLst>
              <a:ext uri="{FF2B5EF4-FFF2-40B4-BE49-F238E27FC236}">
                <a16:creationId xmlns:a16="http://schemas.microsoft.com/office/drawing/2014/main" id="{0DAD9C5F-9C81-4B28-8D5E-6D27EC91A58C}"/>
              </a:ext>
            </a:extLst>
          </p:cNvPr>
          <p:cNvSpPr>
            <a:spLocks noGrp="1"/>
          </p:cNvSpPr>
          <p:nvPr/>
        </p:nvSpPr>
        <p:spPr>
          <a:xfrm>
            <a:off x="374318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F1_main_prauc_2159">
            <a:extLst>
              <a:ext uri="{FF2B5EF4-FFF2-40B4-BE49-F238E27FC236}">
                <a16:creationId xmlns:a16="http://schemas.microsoft.com/office/drawing/2014/main" id="{3A5FD603-EE01-46FF-B64A-75C08C6CB7F6}"/>
              </a:ext>
            </a:extLst>
          </p:cNvPr>
          <p:cNvSpPr>
            <a:spLocks noGrp="1"/>
          </p:cNvSpPr>
          <p:nvPr/>
        </p:nvSpPr>
        <p:spPr>
          <a:xfrm>
            <a:off x="37317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F1_main_prauc_2160">
            <a:extLst>
              <a:ext uri="{FF2B5EF4-FFF2-40B4-BE49-F238E27FC236}">
                <a16:creationId xmlns:a16="http://schemas.microsoft.com/office/drawing/2014/main" id="{4BB04CB8-0BD4-4500-A2E2-E3515CA5B1C7}"/>
              </a:ext>
            </a:extLst>
          </p:cNvPr>
          <p:cNvSpPr>
            <a:spLocks noGrp="1"/>
          </p:cNvSpPr>
          <p:nvPr/>
        </p:nvSpPr>
        <p:spPr>
          <a:xfrm>
            <a:off x="395624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F1_main_prauc_2161">
            <a:extLst>
              <a:ext uri="{FF2B5EF4-FFF2-40B4-BE49-F238E27FC236}">
                <a16:creationId xmlns:a16="http://schemas.microsoft.com/office/drawing/2014/main" id="{865F569E-C933-4C66-86D5-BE3625189A2B}"/>
              </a:ext>
            </a:extLst>
          </p:cNvPr>
          <p:cNvSpPr>
            <a:spLocks noGrp="1"/>
          </p:cNvSpPr>
          <p:nvPr/>
        </p:nvSpPr>
        <p:spPr>
          <a:xfrm>
            <a:off x="38329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F1_main_prauc_2162">
            <a:extLst>
              <a:ext uri="{FF2B5EF4-FFF2-40B4-BE49-F238E27FC236}">
                <a16:creationId xmlns:a16="http://schemas.microsoft.com/office/drawing/2014/main" id="{741FE0C6-590F-4E8D-9D9D-6F80F9147FFF}"/>
              </a:ext>
            </a:extLst>
          </p:cNvPr>
          <p:cNvSpPr>
            <a:spLocks noGrp="1"/>
          </p:cNvSpPr>
          <p:nvPr/>
        </p:nvSpPr>
        <p:spPr>
          <a:xfrm>
            <a:off x="3947091" y="4561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F1_main_prauc_2163">
            <a:extLst>
              <a:ext uri="{FF2B5EF4-FFF2-40B4-BE49-F238E27FC236}">
                <a16:creationId xmlns:a16="http://schemas.microsoft.com/office/drawing/2014/main" id="{A67A125D-D56F-458A-B714-F3223E69FB9F}"/>
              </a:ext>
            </a:extLst>
          </p:cNvPr>
          <p:cNvSpPr>
            <a:spLocks noGrp="1"/>
          </p:cNvSpPr>
          <p:nvPr/>
        </p:nvSpPr>
        <p:spPr>
          <a:xfrm>
            <a:off x="3802544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F1_main_prauc_2164">
            <a:extLst>
              <a:ext uri="{FF2B5EF4-FFF2-40B4-BE49-F238E27FC236}">
                <a16:creationId xmlns:a16="http://schemas.microsoft.com/office/drawing/2014/main" id="{A39E51FD-36E9-41F3-B9AF-68D060809397}"/>
              </a:ext>
            </a:extLst>
          </p:cNvPr>
          <p:cNvSpPr>
            <a:spLocks noGrp="1"/>
          </p:cNvSpPr>
          <p:nvPr/>
        </p:nvSpPr>
        <p:spPr>
          <a:xfrm>
            <a:off x="382559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F1_main_prauc_2165">
            <a:extLst>
              <a:ext uri="{FF2B5EF4-FFF2-40B4-BE49-F238E27FC236}">
                <a16:creationId xmlns:a16="http://schemas.microsoft.com/office/drawing/2014/main" id="{544A89C1-59CA-480E-B87D-D64C87C0F91F}"/>
              </a:ext>
            </a:extLst>
          </p:cNvPr>
          <p:cNvSpPr>
            <a:spLocks noGrp="1"/>
          </p:cNvSpPr>
          <p:nvPr/>
        </p:nvSpPr>
        <p:spPr>
          <a:xfrm>
            <a:off x="389969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F1_main_prauc_2166">
            <a:extLst>
              <a:ext uri="{FF2B5EF4-FFF2-40B4-BE49-F238E27FC236}">
                <a16:creationId xmlns:a16="http://schemas.microsoft.com/office/drawing/2014/main" id="{0F467BDE-8924-4F18-83CC-0388E6E44A9E}"/>
              </a:ext>
            </a:extLst>
          </p:cNvPr>
          <p:cNvSpPr>
            <a:spLocks noGrp="1"/>
          </p:cNvSpPr>
          <p:nvPr/>
        </p:nvSpPr>
        <p:spPr>
          <a:xfrm>
            <a:off x="38318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F1_main_prauc_2167">
            <a:extLst>
              <a:ext uri="{FF2B5EF4-FFF2-40B4-BE49-F238E27FC236}">
                <a16:creationId xmlns:a16="http://schemas.microsoft.com/office/drawing/2014/main" id="{588BE694-C3E2-4ABD-A3EE-145E33412ACF}"/>
              </a:ext>
            </a:extLst>
          </p:cNvPr>
          <p:cNvSpPr>
            <a:spLocks noGrp="1"/>
          </p:cNvSpPr>
          <p:nvPr/>
        </p:nvSpPr>
        <p:spPr>
          <a:xfrm>
            <a:off x="3800795" y="6048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F1_main_prauc_2168">
            <a:extLst>
              <a:ext uri="{FF2B5EF4-FFF2-40B4-BE49-F238E27FC236}">
                <a16:creationId xmlns:a16="http://schemas.microsoft.com/office/drawing/2014/main" id="{9C1FC7A8-0B99-4876-ABED-797B255E635D}"/>
              </a:ext>
            </a:extLst>
          </p:cNvPr>
          <p:cNvSpPr>
            <a:spLocks noGrp="1"/>
          </p:cNvSpPr>
          <p:nvPr/>
        </p:nvSpPr>
        <p:spPr>
          <a:xfrm>
            <a:off x="38389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F1_main_prauc_2169">
            <a:extLst>
              <a:ext uri="{FF2B5EF4-FFF2-40B4-BE49-F238E27FC236}">
                <a16:creationId xmlns:a16="http://schemas.microsoft.com/office/drawing/2014/main" id="{8F822D53-4CE5-47FE-BAEF-C93EA7C83896}"/>
              </a:ext>
            </a:extLst>
          </p:cNvPr>
          <p:cNvSpPr>
            <a:spLocks noGrp="1"/>
          </p:cNvSpPr>
          <p:nvPr/>
        </p:nvSpPr>
        <p:spPr>
          <a:xfrm>
            <a:off x="3820045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F1_main_prauc_2170">
            <a:extLst>
              <a:ext uri="{FF2B5EF4-FFF2-40B4-BE49-F238E27FC236}">
                <a16:creationId xmlns:a16="http://schemas.microsoft.com/office/drawing/2014/main" id="{264B68CC-D406-44DA-9F83-A5F4F826D888}"/>
              </a:ext>
            </a:extLst>
          </p:cNvPr>
          <p:cNvSpPr>
            <a:spLocks noGrp="1"/>
          </p:cNvSpPr>
          <p:nvPr/>
        </p:nvSpPr>
        <p:spPr>
          <a:xfrm>
            <a:off x="37614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F1_main_prauc_2171">
            <a:extLst>
              <a:ext uri="{FF2B5EF4-FFF2-40B4-BE49-F238E27FC236}">
                <a16:creationId xmlns:a16="http://schemas.microsoft.com/office/drawing/2014/main" id="{66BD6568-22A3-438C-BB7F-4B89FAB75788}"/>
              </a:ext>
            </a:extLst>
          </p:cNvPr>
          <p:cNvSpPr>
            <a:spLocks noGrp="1"/>
          </p:cNvSpPr>
          <p:nvPr/>
        </p:nvSpPr>
        <p:spPr>
          <a:xfrm>
            <a:off x="38247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F1_main_prauc_2172">
            <a:extLst>
              <a:ext uri="{FF2B5EF4-FFF2-40B4-BE49-F238E27FC236}">
                <a16:creationId xmlns:a16="http://schemas.microsoft.com/office/drawing/2014/main" id="{A66D5FE3-2B0D-47CD-90FC-2A6BCBEB1C0E}"/>
              </a:ext>
            </a:extLst>
          </p:cNvPr>
          <p:cNvSpPr>
            <a:spLocks noGrp="1"/>
          </p:cNvSpPr>
          <p:nvPr/>
        </p:nvSpPr>
        <p:spPr>
          <a:xfrm>
            <a:off x="37085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F1_main_prauc_2173">
            <a:extLst>
              <a:ext uri="{FF2B5EF4-FFF2-40B4-BE49-F238E27FC236}">
                <a16:creationId xmlns:a16="http://schemas.microsoft.com/office/drawing/2014/main" id="{E8590597-8F38-4390-9A19-0D544AEDA4F7}"/>
              </a:ext>
            </a:extLst>
          </p:cNvPr>
          <p:cNvSpPr>
            <a:spLocks noGrp="1"/>
          </p:cNvSpPr>
          <p:nvPr/>
        </p:nvSpPr>
        <p:spPr>
          <a:xfrm>
            <a:off x="3945496" y="52694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F1_main_prauc_2174">
            <a:extLst>
              <a:ext uri="{FF2B5EF4-FFF2-40B4-BE49-F238E27FC236}">
                <a16:creationId xmlns:a16="http://schemas.microsoft.com/office/drawing/2014/main" id="{DF6878BD-975F-4D15-8325-B6DCA456E60A}"/>
              </a:ext>
            </a:extLst>
          </p:cNvPr>
          <p:cNvSpPr>
            <a:spLocks noGrp="1"/>
          </p:cNvSpPr>
          <p:nvPr/>
        </p:nvSpPr>
        <p:spPr>
          <a:xfrm>
            <a:off x="37186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F1_main_prauc_2175">
            <a:extLst>
              <a:ext uri="{FF2B5EF4-FFF2-40B4-BE49-F238E27FC236}">
                <a16:creationId xmlns:a16="http://schemas.microsoft.com/office/drawing/2014/main" id="{AFC235ED-E7C1-4671-8EEF-1C705F7FDA94}"/>
              </a:ext>
            </a:extLst>
          </p:cNvPr>
          <p:cNvSpPr>
            <a:spLocks noGrp="1"/>
          </p:cNvSpPr>
          <p:nvPr/>
        </p:nvSpPr>
        <p:spPr>
          <a:xfrm>
            <a:off x="3725265" y="4312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F1_main_prauc_2176">
            <a:extLst>
              <a:ext uri="{FF2B5EF4-FFF2-40B4-BE49-F238E27FC236}">
                <a16:creationId xmlns:a16="http://schemas.microsoft.com/office/drawing/2014/main" id="{EBF4F19C-694E-4249-A32A-0039BE2CAFC9}"/>
              </a:ext>
            </a:extLst>
          </p:cNvPr>
          <p:cNvSpPr>
            <a:spLocks noGrp="1"/>
          </p:cNvSpPr>
          <p:nvPr/>
        </p:nvSpPr>
        <p:spPr>
          <a:xfrm>
            <a:off x="3862998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F1_main_prauc_2177">
            <a:extLst>
              <a:ext uri="{FF2B5EF4-FFF2-40B4-BE49-F238E27FC236}">
                <a16:creationId xmlns:a16="http://schemas.microsoft.com/office/drawing/2014/main" id="{05DB57E9-CA88-46B5-A909-6477CBB037F7}"/>
              </a:ext>
            </a:extLst>
          </p:cNvPr>
          <p:cNvSpPr>
            <a:spLocks noGrp="1"/>
          </p:cNvSpPr>
          <p:nvPr/>
        </p:nvSpPr>
        <p:spPr>
          <a:xfrm>
            <a:off x="3753161" y="45345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F1_main_prauc_2178">
            <a:extLst>
              <a:ext uri="{FF2B5EF4-FFF2-40B4-BE49-F238E27FC236}">
                <a16:creationId xmlns:a16="http://schemas.microsoft.com/office/drawing/2014/main" id="{46B9375D-4BB0-45D0-BFEF-2D64B2DDD169}"/>
              </a:ext>
            </a:extLst>
          </p:cNvPr>
          <p:cNvSpPr>
            <a:spLocks noGrp="1"/>
          </p:cNvSpPr>
          <p:nvPr/>
        </p:nvSpPr>
        <p:spPr>
          <a:xfrm>
            <a:off x="3930009" y="53848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F1_main_prauc_2179">
            <a:extLst>
              <a:ext uri="{FF2B5EF4-FFF2-40B4-BE49-F238E27FC236}">
                <a16:creationId xmlns:a16="http://schemas.microsoft.com/office/drawing/2014/main" id="{FBAC6939-7EAD-410C-ABD9-144F104C48E5}"/>
              </a:ext>
            </a:extLst>
          </p:cNvPr>
          <p:cNvSpPr>
            <a:spLocks noGrp="1"/>
          </p:cNvSpPr>
          <p:nvPr/>
        </p:nvSpPr>
        <p:spPr>
          <a:xfrm>
            <a:off x="379638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F1_main_prauc_2180">
            <a:extLst>
              <a:ext uri="{FF2B5EF4-FFF2-40B4-BE49-F238E27FC236}">
                <a16:creationId xmlns:a16="http://schemas.microsoft.com/office/drawing/2014/main" id="{6ADFEC7F-1A29-482B-9997-A14B2704DF62}"/>
              </a:ext>
            </a:extLst>
          </p:cNvPr>
          <p:cNvSpPr>
            <a:spLocks noGrp="1"/>
          </p:cNvSpPr>
          <p:nvPr/>
        </p:nvSpPr>
        <p:spPr>
          <a:xfrm>
            <a:off x="39372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F1_main_prauc_2181">
            <a:extLst>
              <a:ext uri="{FF2B5EF4-FFF2-40B4-BE49-F238E27FC236}">
                <a16:creationId xmlns:a16="http://schemas.microsoft.com/office/drawing/2014/main" id="{C8D7AA02-6FA1-4321-A11D-1889F182BDA5}"/>
              </a:ext>
            </a:extLst>
          </p:cNvPr>
          <p:cNvSpPr>
            <a:spLocks noGrp="1"/>
          </p:cNvSpPr>
          <p:nvPr/>
        </p:nvSpPr>
        <p:spPr>
          <a:xfrm>
            <a:off x="39421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F1_main_prauc_2182">
            <a:extLst>
              <a:ext uri="{FF2B5EF4-FFF2-40B4-BE49-F238E27FC236}">
                <a16:creationId xmlns:a16="http://schemas.microsoft.com/office/drawing/2014/main" id="{8BB98E0D-8C0B-49AA-8839-EB1502634DB5}"/>
              </a:ext>
            </a:extLst>
          </p:cNvPr>
          <p:cNvSpPr>
            <a:spLocks noGrp="1"/>
          </p:cNvSpPr>
          <p:nvPr/>
        </p:nvSpPr>
        <p:spPr>
          <a:xfrm>
            <a:off x="3948399" y="47434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F1_main_prauc_2183">
            <a:extLst>
              <a:ext uri="{FF2B5EF4-FFF2-40B4-BE49-F238E27FC236}">
                <a16:creationId xmlns:a16="http://schemas.microsoft.com/office/drawing/2014/main" id="{6502F1FD-62BC-4CDD-817F-CBA6F6E9E3A5}"/>
              </a:ext>
            </a:extLst>
          </p:cNvPr>
          <p:cNvSpPr>
            <a:spLocks noGrp="1"/>
          </p:cNvSpPr>
          <p:nvPr/>
        </p:nvSpPr>
        <p:spPr>
          <a:xfrm>
            <a:off x="37535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F1_main_prauc_2184">
            <a:extLst>
              <a:ext uri="{FF2B5EF4-FFF2-40B4-BE49-F238E27FC236}">
                <a16:creationId xmlns:a16="http://schemas.microsoft.com/office/drawing/2014/main" id="{3C7C89BB-94D6-45C2-9981-437D6C07A709}"/>
              </a:ext>
            </a:extLst>
          </p:cNvPr>
          <p:cNvSpPr>
            <a:spLocks noGrp="1"/>
          </p:cNvSpPr>
          <p:nvPr/>
        </p:nvSpPr>
        <p:spPr>
          <a:xfrm>
            <a:off x="37656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F1_main_prauc_2185">
            <a:extLst>
              <a:ext uri="{FF2B5EF4-FFF2-40B4-BE49-F238E27FC236}">
                <a16:creationId xmlns:a16="http://schemas.microsoft.com/office/drawing/2014/main" id="{858D1C29-F00F-47EA-AC61-D1FA58D9DF2D}"/>
              </a:ext>
            </a:extLst>
          </p:cNvPr>
          <p:cNvSpPr>
            <a:spLocks noGrp="1"/>
          </p:cNvSpPr>
          <p:nvPr/>
        </p:nvSpPr>
        <p:spPr>
          <a:xfrm>
            <a:off x="371416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F1_main_prauc_2186">
            <a:extLst>
              <a:ext uri="{FF2B5EF4-FFF2-40B4-BE49-F238E27FC236}">
                <a16:creationId xmlns:a16="http://schemas.microsoft.com/office/drawing/2014/main" id="{3045F781-91FD-4D5E-9828-1A375F2E2123}"/>
              </a:ext>
            </a:extLst>
          </p:cNvPr>
          <p:cNvSpPr>
            <a:spLocks noGrp="1"/>
          </p:cNvSpPr>
          <p:nvPr/>
        </p:nvSpPr>
        <p:spPr>
          <a:xfrm>
            <a:off x="3726000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F1_main_prauc_2187">
            <a:extLst>
              <a:ext uri="{FF2B5EF4-FFF2-40B4-BE49-F238E27FC236}">
                <a16:creationId xmlns:a16="http://schemas.microsoft.com/office/drawing/2014/main" id="{7A5E09E3-7A80-4B29-AE84-AF3C99619427}"/>
              </a:ext>
            </a:extLst>
          </p:cNvPr>
          <p:cNvSpPr>
            <a:spLocks noGrp="1"/>
          </p:cNvSpPr>
          <p:nvPr/>
        </p:nvSpPr>
        <p:spPr>
          <a:xfrm>
            <a:off x="38936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F1_main_prauc_2188">
            <a:extLst>
              <a:ext uri="{FF2B5EF4-FFF2-40B4-BE49-F238E27FC236}">
                <a16:creationId xmlns:a16="http://schemas.microsoft.com/office/drawing/2014/main" id="{AF7EAFC2-DCFC-40AD-BEE9-7CCFAC14ACEE}"/>
              </a:ext>
            </a:extLst>
          </p:cNvPr>
          <p:cNvSpPr>
            <a:spLocks noGrp="1"/>
          </p:cNvSpPr>
          <p:nvPr/>
        </p:nvSpPr>
        <p:spPr>
          <a:xfrm>
            <a:off x="3858850" y="41125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F1_main_prauc_2189">
            <a:extLst>
              <a:ext uri="{FF2B5EF4-FFF2-40B4-BE49-F238E27FC236}">
                <a16:creationId xmlns:a16="http://schemas.microsoft.com/office/drawing/2014/main" id="{86035ECC-63BC-4F01-B619-3688EDF3231C}"/>
              </a:ext>
            </a:extLst>
          </p:cNvPr>
          <p:cNvSpPr>
            <a:spLocks noGrp="1"/>
          </p:cNvSpPr>
          <p:nvPr/>
        </p:nvSpPr>
        <p:spPr>
          <a:xfrm>
            <a:off x="384335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F1_main_prauc_2190">
            <a:extLst>
              <a:ext uri="{FF2B5EF4-FFF2-40B4-BE49-F238E27FC236}">
                <a16:creationId xmlns:a16="http://schemas.microsoft.com/office/drawing/2014/main" id="{25EFF1E3-F412-442E-BCC0-DE585D6C4F44}"/>
              </a:ext>
            </a:extLst>
          </p:cNvPr>
          <p:cNvSpPr>
            <a:spLocks noGrp="1"/>
          </p:cNvSpPr>
          <p:nvPr/>
        </p:nvSpPr>
        <p:spPr>
          <a:xfrm>
            <a:off x="393998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F1_main_prauc_2191">
            <a:extLst>
              <a:ext uri="{FF2B5EF4-FFF2-40B4-BE49-F238E27FC236}">
                <a16:creationId xmlns:a16="http://schemas.microsoft.com/office/drawing/2014/main" id="{F1A13866-A1D0-4C06-A69D-DFB4331FDF08}"/>
              </a:ext>
            </a:extLst>
          </p:cNvPr>
          <p:cNvSpPr>
            <a:spLocks noGrp="1"/>
          </p:cNvSpPr>
          <p:nvPr/>
        </p:nvSpPr>
        <p:spPr>
          <a:xfrm>
            <a:off x="38303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F1_main_prauc_2192">
            <a:extLst>
              <a:ext uri="{FF2B5EF4-FFF2-40B4-BE49-F238E27FC236}">
                <a16:creationId xmlns:a16="http://schemas.microsoft.com/office/drawing/2014/main" id="{5B9657B9-57E4-473F-B38C-6308CA938718}"/>
              </a:ext>
            </a:extLst>
          </p:cNvPr>
          <p:cNvSpPr>
            <a:spLocks noGrp="1"/>
          </p:cNvSpPr>
          <p:nvPr/>
        </p:nvSpPr>
        <p:spPr>
          <a:xfrm>
            <a:off x="38305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F1_main_prauc_2193">
            <a:extLst>
              <a:ext uri="{FF2B5EF4-FFF2-40B4-BE49-F238E27FC236}">
                <a16:creationId xmlns:a16="http://schemas.microsoft.com/office/drawing/2014/main" id="{5105E0FC-D18F-4174-890D-9A67203C08CD}"/>
              </a:ext>
            </a:extLst>
          </p:cNvPr>
          <p:cNvSpPr>
            <a:spLocks noGrp="1"/>
          </p:cNvSpPr>
          <p:nvPr/>
        </p:nvSpPr>
        <p:spPr>
          <a:xfrm>
            <a:off x="39254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F1_main_prauc_2194">
            <a:extLst>
              <a:ext uri="{FF2B5EF4-FFF2-40B4-BE49-F238E27FC236}">
                <a16:creationId xmlns:a16="http://schemas.microsoft.com/office/drawing/2014/main" id="{F5A7AED6-94BE-45DE-9B04-784B5FBD27B4}"/>
              </a:ext>
            </a:extLst>
          </p:cNvPr>
          <p:cNvSpPr>
            <a:spLocks noGrp="1"/>
          </p:cNvSpPr>
          <p:nvPr/>
        </p:nvSpPr>
        <p:spPr>
          <a:xfrm>
            <a:off x="3839413" y="47810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F1_main_prauc_2195">
            <a:extLst>
              <a:ext uri="{FF2B5EF4-FFF2-40B4-BE49-F238E27FC236}">
                <a16:creationId xmlns:a16="http://schemas.microsoft.com/office/drawing/2014/main" id="{A753C126-039D-45F6-9488-77458EA15525}"/>
              </a:ext>
            </a:extLst>
          </p:cNvPr>
          <p:cNvSpPr>
            <a:spLocks noGrp="1"/>
          </p:cNvSpPr>
          <p:nvPr/>
        </p:nvSpPr>
        <p:spPr>
          <a:xfrm>
            <a:off x="38505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F1_main_prauc_2196">
            <a:extLst>
              <a:ext uri="{FF2B5EF4-FFF2-40B4-BE49-F238E27FC236}">
                <a16:creationId xmlns:a16="http://schemas.microsoft.com/office/drawing/2014/main" id="{AE46A815-C531-4106-8556-6EE1A849A42C}"/>
              </a:ext>
            </a:extLst>
          </p:cNvPr>
          <p:cNvSpPr>
            <a:spLocks noGrp="1"/>
          </p:cNvSpPr>
          <p:nvPr/>
        </p:nvSpPr>
        <p:spPr>
          <a:xfrm>
            <a:off x="371194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F1_main_prauc_2197">
            <a:extLst>
              <a:ext uri="{FF2B5EF4-FFF2-40B4-BE49-F238E27FC236}">
                <a16:creationId xmlns:a16="http://schemas.microsoft.com/office/drawing/2014/main" id="{9009CDC3-1BB4-42B7-8DB9-E96BB93EAE9A}"/>
              </a:ext>
            </a:extLst>
          </p:cNvPr>
          <p:cNvSpPr>
            <a:spLocks noGrp="1"/>
          </p:cNvSpPr>
          <p:nvPr/>
        </p:nvSpPr>
        <p:spPr>
          <a:xfrm>
            <a:off x="3749276" y="58616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F1_main_prauc_2198">
            <a:extLst>
              <a:ext uri="{FF2B5EF4-FFF2-40B4-BE49-F238E27FC236}">
                <a16:creationId xmlns:a16="http://schemas.microsoft.com/office/drawing/2014/main" id="{1D7B0054-83F0-48E7-843A-F8F09A344BA4}"/>
              </a:ext>
            </a:extLst>
          </p:cNvPr>
          <p:cNvSpPr>
            <a:spLocks noGrp="1"/>
          </p:cNvSpPr>
          <p:nvPr/>
        </p:nvSpPr>
        <p:spPr>
          <a:xfrm>
            <a:off x="3780206" y="47789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F1_main_prauc_2199">
            <a:extLst>
              <a:ext uri="{FF2B5EF4-FFF2-40B4-BE49-F238E27FC236}">
                <a16:creationId xmlns:a16="http://schemas.microsoft.com/office/drawing/2014/main" id="{DEFAB983-15D9-4875-98F7-64B11FB964F3}"/>
              </a:ext>
            </a:extLst>
          </p:cNvPr>
          <p:cNvSpPr>
            <a:spLocks noGrp="1"/>
          </p:cNvSpPr>
          <p:nvPr/>
        </p:nvSpPr>
        <p:spPr>
          <a:xfrm>
            <a:off x="373535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F1_main_prauc_2200">
            <a:extLst>
              <a:ext uri="{FF2B5EF4-FFF2-40B4-BE49-F238E27FC236}">
                <a16:creationId xmlns:a16="http://schemas.microsoft.com/office/drawing/2014/main" id="{1F426C69-B1E9-4359-94A8-2AB1385631B9}"/>
              </a:ext>
            </a:extLst>
          </p:cNvPr>
          <p:cNvSpPr>
            <a:spLocks noGrp="1"/>
          </p:cNvSpPr>
          <p:nvPr/>
        </p:nvSpPr>
        <p:spPr>
          <a:xfrm>
            <a:off x="3870704" y="6026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F1_main_prauc_2201">
            <a:extLst>
              <a:ext uri="{FF2B5EF4-FFF2-40B4-BE49-F238E27FC236}">
                <a16:creationId xmlns:a16="http://schemas.microsoft.com/office/drawing/2014/main" id="{2BF529AC-3E5D-4288-911B-9411CB453637}"/>
              </a:ext>
            </a:extLst>
          </p:cNvPr>
          <p:cNvSpPr>
            <a:spLocks noGrp="1"/>
          </p:cNvSpPr>
          <p:nvPr/>
        </p:nvSpPr>
        <p:spPr>
          <a:xfrm>
            <a:off x="3856885" y="60896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F1_main_prauc_2202">
            <a:extLst>
              <a:ext uri="{FF2B5EF4-FFF2-40B4-BE49-F238E27FC236}">
                <a16:creationId xmlns:a16="http://schemas.microsoft.com/office/drawing/2014/main" id="{CFAB333E-DC40-40AB-A039-8E2B58BB4F09}"/>
              </a:ext>
            </a:extLst>
          </p:cNvPr>
          <p:cNvSpPr>
            <a:spLocks noGrp="1"/>
          </p:cNvSpPr>
          <p:nvPr/>
        </p:nvSpPr>
        <p:spPr>
          <a:xfrm>
            <a:off x="37470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F1_main_prauc_2203">
            <a:extLst>
              <a:ext uri="{FF2B5EF4-FFF2-40B4-BE49-F238E27FC236}">
                <a16:creationId xmlns:a16="http://schemas.microsoft.com/office/drawing/2014/main" id="{819581A4-CE06-428E-AA01-B289946E85BB}"/>
              </a:ext>
            </a:extLst>
          </p:cNvPr>
          <p:cNvSpPr>
            <a:spLocks noGrp="1"/>
          </p:cNvSpPr>
          <p:nvPr/>
        </p:nvSpPr>
        <p:spPr>
          <a:xfrm>
            <a:off x="379961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F1_main_prauc_2204">
            <a:extLst>
              <a:ext uri="{FF2B5EF4-FFF2-40B4-BE49-F238E27FC236}">
                <a16:creationId xmlns:a16="http://schemas.microsoft.com/office/drawing/2014/main" id="{0777AE8D-ECCA-4C45-96DD-CA7B56A2BF7B}"/>
              </a:ext>
            </a:extLst>
          </p:cNvPr>
          <p:cNvSpPr>
            <a:spLocks noGrp="1"/>
          </p:cNvSpPr>
          <p:nvPr/>
        </p:nvSpPr>
        <p:spPr>
          <a:xfrm>
            <a:off x="373555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F1_main_prauc_2205">
            <a:extLst>
              <a:ext uri="{FF2B5EF4-FFF2-40B4-BE49-F238E27FC236}">
                <a16:creationId xmlns:a16="http://schemas.microsoft.com/office/drawing/2014/main" id="{82ABEF1D-B9C9-4771-83CC-2E0B3C5EA4A3}"/>
              </a:ext>
            </a:extLst>
          </p:cNvPr>
          <p:cNvSpPr>
            <a:spLocks noGrp="1"/>
          </p:cNvSpPr>
          <p:nvPr/>
        </p:nvSpPr>
        <p:spPr>
          <a:xfrm>
            <a:off x="3714208" y="47901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F1_main_prauc_2206">
            <a:extLst>
              <a:ext uri="{FF2B5EF4-FFF2-40B4-BE49-F238E27FC236}">
                <a16:creationId xmlns:a16="http://schemas.microsoft.com/office/drawing/2014/main" id="{097AB53E-C5DC-4385-B606-EA1CA80BF0CC}"/>
              </a:ext>
            </a:extLst>
          </p:cNvPr>
          <p:cNvSpPr>
            <a:spLocks noGrp="1"/>
          </p:cNvSpPr>
          <p:nvPr/>
        </p:nvSpPr>
        <p:spPr>
          <a:xfrm>
            <a:off x="37494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F1_main_prauc_2207">
            <a:extLst>
              <a:ext uri="{FF2B5EF4-FFF2-40B4-BE49-F238E27FC236}">
                <a16:creationId xmlns:a16="http://schemas.microsoft.com/office/drawing/2014/main" id="{6A8F3F75-225A-445F-B92D-1A02F1C8B76D}"/>
              </a:ext>
            </a:extLst>
          </p:cNvPr>
          <p:cNvSpPr>
            <a:spLocks noGrp="1"/>
          </p:cNvSpPr>
          <p:nvPr/>
        </p:nvSpPr>
        <p:spPr>
          <a:xfrm>
            <a:off x="3767015" y="57831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F1_main_prauc_2208">
            <a:extLst>
              <a:ext uri="{FF2B5EF4-FFF2-40B4-BE49-F238E27FC236}">
                <a16:creationId xmlns:a16="http://schemas.microsoft.com/office/drawing/2014/main" id="{3244D51E-C6D3-45EE-9462-9D7787D03617}"/>
              </a:ext>
            </a:extLst>
          </p:cNvPr>
          <p:cNvSpPr>
            <a:spLocks noGrp="1"/>
          </p:cNvSpPr>
          <p:nvPr/>
        </p:nvSpPr>
        <p:spPr>
          <a:xfrm>
            <a:off x="53601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F1_main_prauc_2209">
            <a:extLst>
              <a:ext uri="{FF2B5EF4-FFF2-40B4-BE49-F238E27FC236}">
                <a16:creationId xmlns:a16="http://schemas.microsoft.com/office/drawing/2014/main" id="{0A0D2966-648E-4794-920D-3F77B815F5C0}"/>
              </a:ext>
            </a:extLst>
          </p:cNvPr>
          <p:cNvSpPr>
            <a:spLocks noGrp="1"/>
          </p:cNvSpPr>
          <p:nvPr/>
        </p:nvSpPr>
        <p:spPr>
          <a:xfrm>
            <a:off x="54665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F1_main_prauc_2210">
            <a:extLst>
              <a:ext uri="{FF2B5EF4-FFF2-40B4-BE49-F238E27FC236}">
                <a16:creationId xmlns:a16="http://schemas.microsoft.com/office/drawing/2014/main" id="{5DF7F105-D749-4DCD-9103-AD96018CD927}"/>
              </a:ext>
            </a:extLst>
          </p:cNvPr>
          <p:cNvSpPr>
            <a:spLocks noGrp="1"/>
          </p:cNvSpPr>
          <p:nvPr/>
        </p:nvSpPr>
        <p:spPr>
          <a:xfrm>
            <a:off x="54272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F1_main_prauc_2211">
            <a:extLst>
              <a:ext uri="{FF2B5EF4-FFF2-40B4-BE49-F238E27FC236}">
                <a16:creationId xmlns:a16="http://schemas.microsoft.com/office/drawing/2014/main" id="{25B9B833-C7C5-42F6-A593-815ECA7677DC}"/>
              </a:ext>
            </a:extLst>
          </p:cNvPr>
          <p:cNvSpPr>
            <a:spLocks noGrp="1"/>
          </p:cNvSpPr>
          <p:nvPr/>
        </p:nvSpPr>
        <p:spPr>
          <a:xfrm>
            <a:off x="53931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F1_main_prauc_2212">
            <a:extLst>
              <a:ext uri="{FF2B5EF4-FFF2-40B4-BE49-F238E27FC236}">
                <a16:creationId xmlns:a16="http://schemas.microsoft.com/office/drawing/2014/main" id="{F8B7EDA2-0C0C-41FE-9AA6-A4A85507D2A1}"/>
              </a:ext>
            </a:extLst>
          </p:cNvPr>
          <p:cNvSpPr>
            <a:spLocks noGrp="1"/>
          </p:cNvSpPr>
          <p:nvPr/>
        </p:nvSpPr>
        <p:spPr>
          <a:xfrm>
            <a:off x="5300447" y="461081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F1_main_prauc_2213">
            <a:extLst>
              <a:ext uri="{FF2B5EF4-FFF2-40B4-BE49-F238E27FC236}">
                <a16:creationId xmlns:a16="http://schemas.microsoft.com/office/drawing/2014/main" id="{69386548-A18D-4711-8030-9AADC85FA91C}"/>
              </a:ext>
            </a:extLst>
          </p:cNvPr>
          <p:cNvSpPr>
            <a:spLocks noGrp="1"/>
          </p:cNvSpPr>
          <p:nvPr/>
        </p:nvSpPr>
        <p:spPr>
          <a:xfrm>
            <a:off x="54360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F1_main_prauc_2214">
            <a:extLst>
              <a:ext uri="{FF2B5EF4-FFF2-40B4-BE49-F238E27FC236}">
                <a16:creationId xmlns:a16="http://schemas.microsoft.com/office/drawing/2014/main" id="{0AE8EA20-CE06-466D-938F-79C26B74FB38}"/>
              </a:ext>
            </a:extLst>
          </p:cNvPr>
          <p:cNvSpPr>
            <a:spLocks noGrp="1"/>
          </p:cNvSpPr>
          <p:nvPr/>
        </p:nvSpPr>
        <p:spPr>
          <a:xfrm>
            <a:off x="52984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F1_main_prauc_2215">
            <a:extLst>
              <a:ext uri="{FF2B5EF4-FFF2-40B4-BE49-F238E27FC236}">
                <a16:creationId xmlns:a16="http://schemas.microsoft.com/office/drawing/2014/main" id="{63D618D6-A2D3-4FD9-9717-F4EEEADD88D4}"/>
              </a:ext>
            </a:extLst>
          </p:cNvPr>
          <p:cNvSpPr>
            <a:spLocks noGrp="1"/>
          </p:cNvSpPr>
          <p:nvPr/>
        </p:nvSpPr>
        <p:spPr>
          <a:xfrm>
            <a:off x="5306150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F1_main_prauc_2216">
            <a:extLst>
              <a:ext uri="{FF2B5EF4-FFF2-40B4-BE49-F238E27FC236}">
                <a16:creationId xmlns:a16="http://schemas.microsoft.com/office/drawing/2014/main" id="{8A34C630-CC44-4876-A768-291CA5354BD5}"/>
              </a:ext>
            </a:extLst>
          </p:cNvPr>
          <p:cNvSpPr>
            <a:spLocks noGrp="1"/>
          </p:cNvSpPr>
          <p:nvPr/>
        </p:nvSpPr>
        <p:spPr>
          <a:xfrm>
            <a:off x="54767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F1_main_prauc_2217">
            <a:extLst>
              <a:ext uri="{FF2B5EF4-FFF2-40B4-BE49-F238E27FC236}">
                <a16:creationId xmlns:a16="http://schemas.microsoft.com/office/drawing/2014/main" id="{2813FBF9-2150-48EF-8DAA-43B51790B763}"/>
              </a:ext>
            </a:extLst>
          </p:cNvPr>
          <p:cNvSpPr>
            <a:spLocks noGrp="1"/>
          </p:cNvSpPr>
          <p:nvPr/>
        </p:nvSpPr>
        <p:spPr>
          <a:xfrm>
            <a:off x="5289172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F1_main_prauc_2218">
            <a:extLst>
              <a:ext uri="{FF2B5EF4-FFF2-40B4-BE49-F238E27FC236}">
                <a16:creationId xmlns:a16="http://schemas.microsoft.com/office/drawing/2014/main" id="{302F05A0-D14C-4DE6-A39A-8F5480C50CD2}"/>
              </a:ext>
            </a:extLst>
          </p:cNvPr>
          <p:cNvSpPr>
            <a:spLocks noGrp="1"/>
          </p:cNvSpPr>
          <p:nvPr/>
        </p:nvSpPr>
        <p:spPr>
          <a:xfrm>
            <a:off x="5281320" y="36187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F1_main_prauc_2219">
            <a:extLst>
              <a:ext uri="{FF2B5EF4-FFF2-40B4-BE49-F238E27FC236}">
                <a16:creationId xmlns:a16="http://schemas.microsoft.com/office/drawing/2014/main" id="{FC6FAA86-9ECB-47A9-A9FC-9223B09E4C45}"/>
              </a:ext>
            </a:extLst>
          </p:cNvPr>
          <p:cNvSpPr>
            <a:spLocks noGrp="1"/>
          </p:cNvSpPr>
          <p:nvPr/>
        </p:nvSpPr>
        <p:spPr>
          <a:xfrm>
            <a:off x="5507479" y="41269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F1_main_prauc_2220">
            <a:extLst>
              <a:ext uri="{FF2B5EF4-FFF2-40B4-BE49-F238E27FC236}">
                <a16:creationId xmlns:a16="http://schemas.microsoft.com/office/drawing/2014/main" id="{D677713D-0B22-4525-8003-2217A2277D19}"/>
              </a:ext>
            </a:extLst>
          </p:cNvPr>
          <p:cNvSpPr>
            <a:spLocks noGrp="1"/>
          </p:cNvSpPr>
          <p:nvPr/>
        </p:nvSpPr>
        <p:spPr>
          <a:xfrm>
            <a:off x="5494551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F1_main_prauc_2221">
            <a:extLst>
              <a:ext uri="{FF2B5EF4-FFF2-40B4-BE49-F238E27FC236}">
                <a16:creationId xmlns:a16="http://schemas.microsoft.com/office/drawing/2014/main" id="{3BF2E24D-70EF-44C2-A5C3-784A0F5AD378}"/>
              </a:ext>
            </a:extLst>
          </p:cNvPr>
          <p:cNvSpPr>
            <a:spLocks noGrp="1"/>
          </p:cNvSpPr>
          <p:nvPr/>
        </p:nvSpPr>
        <p:spPr>
          <a:xfrm>
            <a:off x="55274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F1_main_prauc_2222">
            <a:extLst>
              <a:ext uri="{FF2B5EF4-FFF2-40B4-BE49-F238E27FC236}">
                <a16:creationId xmlns:a16="http://schemas.microsoft.com/office/drawing/2014/main" id="{4388BFD3-216A-4535-817F-AF9700A1B2DB}"/>
              </a:ext>
            </a:extLst>
          </p:cNvPr>
          <p:cNvSpPr>
            <a:spLocks noGrp="1"/>
          </p:cNvSpPr>
          <p:nvPr/>
        </p:nvSpPr>
        <p:spPr>
          <a:xfrm>
            <a:off x="5500020" y="539843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F1_main_prauc_2223">
            <a:extLst>
              <a:ext uri="{FF2B5EF4-FFF2-40B4-BE49-F238E27FC236}">
                <a16:creationId xmlns:a16="http://schemas.microsoft.com/office/drawing/2014/main" id="{F293BC6C-94A9-452A-B51B-92D31C8A08BB}"/>
              </a:ext>
            </a:extLst>
          </p:cNvPr>
          <p:cNvSpPr>
            <a:spLocks noGrp="1"/>
          </p:cNvSpPr>
          <p:nvPr/>
        </p:nvSpPr>
        <p:spPr>
          <a:xfrm>
            <a:off x="55099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F1_main_prauc_2224">
            <a:extLst>
              <a:ext uri="{FF2B5EF4-FFF2-40B4-BE49-F238E27FC236}">
                <a16:creationId xmlns:a16="http://schemas.microsoft.com/office/drawing/2014/main" id="{3934092D-BA19-4614-9AA7-8B2E1C5CDF0A}"/>
              </a:ext>
            </a:extLst>
          </p:cNvPr>
          <p:cNvSpPr>
            <a:spLocks noGrp="1"/>
          </p:cNvSpPr>
          <p:nvPr/>
        </p:nvSpPr>
        <p:spPr>
          <a:xfrm>
            <a:off x="54596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F1_main_prauc_2225">
            <a:extLst>
              <a:ext uri="{FF2B5EF4-FFF2-40B4-BE49-F238E27FC236}">
                <a16:creationId xmlns:a16="http://schemas.microsoft.com/office/drawing/2014/main" id="{04D28E31-FBA2-4F04-8811-133D0C3DB640}"/>
              </a:ext>
            </a:extLst>
          </p:cNvPr>
          <p:cNvSpPr>
            <a:spLocks noGrp="1"/>
          </p:cNvSpPr>
          <p:nvPr/>
        </p:nvSpPr>
        <p:spPr>
          <a:xfrm>
            <a:off x="5526601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F1_main_prauc_2226">
            <a:extLst>
              <a:ext uri="{FF2B5EF4-FFF2-40B4-BE49-F238E27FC236}">
                <a16:creationId xmlns:a16="http://schemas.microsoft.com/office/drawing/2014/main" id="{8538CFD6-AD52-46C8-808D-C0BB378BF355}"/>
              </a:ext>
            </a:extLst>
          </p:cNvPr>
          <p:cNvSpPr>
            <a:spLocks noGrp="1"/>
          </p:cNvSpPr>
          <p:nvPr/>
        </p:nvSpPr>
        <p:spPr>
          <a:xfrm>
            <a:off x="5475456" y="371889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F1_main_prauc_2227">
            <a:extLst>
              <a:ext uri="{FF2B5EF4-FFF2-40B4-BE49-F238E27FC236}">
                <a16:creationId xmlns:a16="http://schemas.microsoft.com/office/drawing/2014/main" id="{2197A6DA-7AFE-4EB8-933D-2938380983DC}"/>
              </a:ext>
            </a:extLst>
          </p:cNvPr>
          <p:cNvSpPr>
            <a:spLocks noGrp="1"/>
          </p:cNvSpPr>
          <p:nvPr/>
        </p:nvSpPr>
        <p:spPr>
          <a:xfrm>
            <a:off x="5347989" y="390856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F1_main_prauc_2228">
            <a:extLst>
              <a:ext uri="{FF2B5EF4-FFF2-40B4-BE49-F238E27FC236}">
                <a16:creationId xmlns:a16="http://schemas.microsoft.com/office/drawing/2014/main" id="{27558B53-3E95-456C-992A-69C98278FA75}"/>
              </a:ext>
            </a:extLst>
          </p:cNvPr>
          <p:cNvSpPr>
            <a:spLocks noGrp="1"/>
          </p:cNvSpPr>
          <p:nvPr/>
        </p:nvSpPr>
        <p:spPr>
          <a:xfrm>
            <a:off x="5336055" y="53869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F1_main_prauc_2229">
            <a:extLst>
              <a:ext uri="{FF2B5EF4-FFF2-40B4-BE49-F238E27FC236}">
                <a16:creationId xmlns:a16="http://schemas.microsoft.com/office/drawing/2014/main" id="{E1A63D8A-46DE-490F-B7C5-AAD01ADA90F3}"/>
              </a:ext>
            </a:extLst>
          </p:cNvPr>
          <p:cNvSpPr>
            <a:spLocks noGrp="1"/>
          </p:cNvSpPr>
          <p:nvPr/>
        </p:nvSpPr>
        <p:spPr>
          <a:xfrm>
            <a:off x="54884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F1_main_prauc_2230">
            <a:extLst>
              <a:ext uri="{FF2B5EF4-FFF2-40B4-BE49-F238E27FC236}">
                <a16:creationId xmlns:a16="http://schemas.microsoft.com/office/drawing/2014/main" id="{CB5185A1-289B-48E5-AB58-1E16279C5D42}"/>
              </a:ext>
            </a:extLst>
          </p:cNvPr>
          <p:cNvSpPr>
            <a:spLocks noGrp="1"/>
          </p:cNvSpPr>
          <p:nvPr/>
        </p:nvSpPr>
        <p:spPr>
          <a:xfrm>
            <a:off x="5368834" y="40415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F1_main_prauc_2231">
            <a:extLst>
              <a:ext uri="{FF2B5EF4-FFF2-40B4-BE49-F238E27FC236}">
                <a16:creationId xmlns:a16="http://schemas.microsoft.com/office/drawing/2014/main" id="{4A7A5D86-CEB3-4D16-A17A-A1785616898B}"/>
              </a:ext>
            </a:extLst>
          </p:cNvPr>
          <p:cNvSpPr>
            <a:spLocks noGrp="1"/>
          </p:cNvSpPr>
          <p:nvPr/>
        </p:nvSpPr>
        <p:spPr>
          <a:xfrm>
            <a:off x="5282711" y="413073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F1_main_prauc_2232">
            <a:extLst>
              <a:ext uri="{FF2B5EF4-FFF2-40B4-BE49-F238E27FC236}">
                <a16:creationId xmlns:a16="http://schemas.microsoft.com/office/drawing/2014/main" id="{E8EFF2BE-48C7-431A-83EC-5025979D7046}"/>
              </a:ext>
            </a:extLst>
          </p:cNvPr>
          <p:cNvSpPr>
            <a:spLocks noGrp="1"/>
          </p:cNvSpPr>
          <p:nvPr/>
        </p:nvSpPr>
        <p:spPr>
          <a:xfrm>
            <a:off x="548165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F1_main_prauc_2233">
            <a:extLst>
              <a:ext uri="{FF2B5EF4-FFF2-40B4-BE49-F238E27FC236}">
                <a16:creationId xmlns:a16="http://schemas.microsoft.com/office/drawing/2014/main" id="{F8C26EE4-D43A-4894-9896-6E1BCAC05780}"/>
              </a:ext>
            </a:extLst>
          </p:cNvPr>
          <p:cNvSpPr>
            <a:spLocks noGrp="1"/>
          </p:cNvSpPr>
          <p:nvPr/>
        </p:nvSpPr>
        <p:spPr>
          <a:xfrm>
            <a:off x="54906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F1_main_prauc_2234">
            <a:extLst>
              <a:ext uri="{FF2B5EF4-FFF2-40B4-BE49-F238E27FC236}">
                <a16:creationId xmlns:a16="http://schemas.microsoft.com/office/drawing/2014/main" id="{5B70C71C-847E-43D6-80B3-5DCEAAD20A20}"/>
              </a:ext>
            </a:extLst>
          </p:cNvPr>
          <p:cNvSpPr>
            <a:spLocks noGrp="1"/>
          </p:cNvSpPr>
          <p:nvPr/>
        </p:nvSpPr>
        <p:spPr>
          <a:xfrm>
            <a:off x="5350226" y="54858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F1_main_prauc_2235">
            <a:extLst>
              <a:ext uri="{FF2B5EF4-FFF2-40B4-BE49-F238E27FC236}">
                <a16:creationId xmlns:a16="http://schemas.microsoft.com/office/drawing/2014/main" id="{C3F0100C-E48C-4016-825A-DD6D5ED047E3}"/>
              </a:ext>
            </a:extLst>
          </p:cNvPr>
          <p:cNvSpPr>
            <a:spLocks noGrp="1"/>
          </p:cNvSpPr>
          <p:nvPr/>
        </p:nvSpPr>
        <p:spPr>
          <a:xfrm>
            <a:off x="55030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F1_main_prauc_2236">
            <a:extLst>
              <a:ext uri="{FF2B5EF4-FFF2-40B4-BE49-F238E27FC236}">
                <a16:creationId xmlns:a16="http://schemas.microsoft.com/office/drawing/2014/main" id="{70D7F4DA-00BE-4CD5-B645-F30D131ED529}"/>
              </a:ext>
            </a:extLst>
          </p:cNvPr>
          <p:cNvSpPr>
            <a:spLocks noGrp="1"/>
          </p:cNvSpPr>
          <p:nvPr/>
        </p:nvSpPr>
        <p:spPr>
          <a:xfrm>
            <a:off x="5498562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F1_main_prauc_2237">
            <a:extLst>
              <a:ext uri="{FF2B5EF4-FFF2-40B4-BE49-F238E27FC236}">
                <a16:creationId xmlns:a16="http://schemas.microsoft.com/office/drawing/2014/main" id="{E60B11EB-BCEA-498F-8BAC-E04FF5A88341}"/>
              </a:ext>
            </a:extLst>
          </p:cNvPr>
          <p:cNvSpPr>
            <a:spLocks noGrp="1"/>
          </p:cNvSpPr>
          <p:nvPr/>
        </p:nvSpPr>
        <p:spPr>
          <a:xfrm>
            <a:off x="529581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F1_main_prauc_2238">
            <a:extLst>
              <a:ext uri="{FF2B5EF4-FFF2-40B4-BE49-F238E27FC236}">
                <a16:creationId xmlns:a16="http://schemas.microsoft.com/office/drawing/2014/main" id="{DC8D0B31-CA87-412E-90CD-93B9416A86BD}"/>
              </a:ext>
            </a:extLst>
          </p:cNvPr>
          <p:cNvSpPr>
            <a:spLocks noGrp="1"/>
          </p:cNvSpPr>
          <p:nvPr/>
        </p:nvSpPr>
        <p:spPr>
          <a:xfrm>
            <a:off x="54144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F1_main_prauc_2239">
            <a:extLst>
              <a:ext uri="{FF2B5EF4-FFF2-40B4-BE49-F238E27FC236}">
                <a16:creationId xmlns:a16="http://schemas.microsoft.com/office/drawing/2014/main" id="{3BB8A98A-CED6-44DE-A788-FFFBF169ADE2}"/>
              </a:ext>
            </a:extLst>
          </p:cNvPr>
          <p:cNvSpPr>
            <a:spLocks noGrp="1"/>
          </p:cNvSpPr>
          <p:nvPr/>
        </p:nvSpPr>
        <p:spPr>
          <a:xfrm>
            <a:off x="5363330" y="565399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F1_main_prauc_2240">
            <a:extLst>
              <a:ext uri="{FF2B5EF4-FFF2-40B4-BE49-F238E27FC236}">
                <a16:creationId xmlns:a16="http://schemas.microsoft.com/office/drawing/2014/main" id="{17768781-72EC-40E1-BE12-734C276275C0}"/>
              </a:ext>
            </a:extLst>
          </p:cNvPr>
          <p:cNvSpPr>
            <a:spLocks noGrp="1"/>
          </p:cNvSpPr>
          <p:nvPr/>
        </p:nvSpPr>
        <p:spPr>
          <a:xfrm>
            <a:off x="54313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F1_main_prauc_2241">
            <a:extLst>
              <a:ext uri="{FF2B5EF4-FFF2-40B4-BE49-F238E27FC236}">
                <a16:creationId xmlns:a16="http://schemas.microsoft.com/office/drawing/2014/main" id="{931663F4-05F2-4704-8C90-377D84441CFD}"/>
              </a:ext>
            </a:extLst>
          </p:cNvPr>
          <p:cNvSpPr>
            <a:spLocks noGrp="1"/>
          </p:cNvSpPr>
          <p:nvPr/>
        </p:nvSpPr>
        <p:spPr>
          <a:xfrm>
            <a:off x="531056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F1_main_prauc_2242">
            <a:extLst>
              <a:ext uri="{FF2B5EF4-FFF2-40B4-BE49-F238E27FC236}">
                <a16:creationId xmlns:a16="http://schemas.microsoft.com/office/drawing/2014/main" id="{78ADDAF6-F327-48CE-A6E1-AB19B8E03248}"/>
              </a:ext>
            </a:extLst>
          </p:cNvPr>
          <p:cNvSpPr>
            <a:spLocks noGrp="1"/>
          </p:cNvSpPr>
          <p:nvPr/>
        </p:nvSpPr>
        <p:spPr>
          <a:xfrm>
            <a:off x="53153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F1_main_prauc_2243">
            <a:extLst>
              <a:ext uri="{FF2B5EF4-FFF2-40B4-BE49-F238E27FC236}">
                <a16:creationId xmlns:a16="http://schemas.microsoft.com/office/drawing/2014/main" id="{806C2D55-60B6-464B-94F9-21817EB35106}"/>
              </a:ext>
            </a:extLst>
          </p:cNvPr>
          <p:cNvSpPr>
            <a:spLocks noGrp="1"/>
          </p:cNvSpPr>
          <p:nvPr/>
        </p:nvSpPr>
        <p:spPr>
          <a:xfrm>
            <a:off x="53015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F1_main_prauc_2244">
            <a:extLst>
              <a:ext uri="{FF2B5EF4-FFF2-40B4-BE49-F238E27FC236}">
                <a16:creationId xmlns:a16="http://schemas.microsoft.com/office/drawing/2014/main" id="{58AD5547-9ADB-4D21-A298-E7438AD79845}"/>
              </a:ext>
            </a:extLst>
          </p:cNvPr>
          <p:cNvSpPr>
            <a:spLocks noGrp="1"/>
          </p:cNvSpPr>
          <p:nvPr/>
        </p:nvSpPr>
        <p:spPr>
          <a:xfrm>
            <a:off x="54727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F1_main_prauc_2245">
            <a:extLst>
              <a:ext uri="{FF2B5EF4-FFF2-40B4-BE49-F238E27FC236}">
                <a16:creationId xmlns:a16="http://schemas.microsoft.com/office/drawing/2014/main" id="{FB59A90D-6410-401B-89F5-AB6BD1A966A4}"/>
              </a:ext>
            </a:extLst>
          </p:cNvPr>
          <p:cNvSpPr>
            <a:spLocks noGrp="1"/>
          </p:cNvSpPr>
          <p:nvPr/>
        </p:nvSpPr>
        <p:spPr>
          <a:xfrm>
            <a:off x="530081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F1_main_prauc_2246">
            <a:extLst>
              <a:ext uri="{FF2B5EF4-FFF2-40B4-BE49-F238E27FC236}">
                <a16:creationId xmlns:a16="http://schemas.microsoft.com/office/drawing/2014/main" id="{18C29BE6-A8DD-4E0F-89ED-C215A37A9CB4}"/>
              </a:ext>
            </a:extLst>
          </p:cNvPr>
          <p:cNvSpPr>
            <a:spLocks noGrp="1"/>
          </p:cNvSpPr>
          <p:nvPr/>
        </p:nvSpPr>
        <p:spPr>
          <a:xfrm>
            <a:off x="53554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F1_main_prauc_2247">
            <a:extLst>
              <a:ext uri="{FF2B5EF4-FFF2-40B4-BE49-F238E27FC236}">
                <a16:creationId xmlns:a16="http://schemas.microsoft.com/office/drawing/2014/main" id="{64AC1672-CB60-444B-87E0-2B266ABB47E9}"/>
              </a:ext>
            </a:extLst>
          </p:cNvPr>
          <p:cNvSpPr>
            <a:spLocks noGrp="1"/>
          </p:cNvSpPr>
          <p:nvPr/>
        </p:nvSpPr>
        <p:spPr>
          <a:xfrm>
            <a:off x="5314984" y="491758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F1_main_prauc_2248">
            <a:extLst>
              <a:ext uri="{FF2B5EF4-FFF2-40B4-BE49-F238E27FC236}">
                <a16:creationId xmlns:a16="http://schemas.microsoft.com/office/drawing/2014/main" id="{356071D8-469F-4899-8881-2F5921221B82}"/>
              </a:ext>
            </a:extLst>
          </p:cNvPr>
          <p:cNvSpPr>
            <a:spLocks noGrp="1"/>
          </p:cNvSpPr>
          <p:nvPr/>
        </p:nvSpPr>
        <p:spPr>
          <a:xfrm>
            <a:off x="54222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F1_main_prauc_2249">
            <a:extLst>
              <a:ext uri="{FF2B5EF4-FFF2-40B4-BE49-F238E27FC236}">
                <a16:creationId xmlns:a16="http://schemas.microsoft.com/office/drawing/2014/main" id="{63D0F1DF-F37A-4C07-A010-7093F3F827DD}"/>
              </a:ext>
            </a:extLst>
          </p:cNvPr>
          <p:cNvSpPr>
            <a:spLocks noGrp="1"/>
          </p:cNvSpPr>
          <p:nvPr/>
        </p:nvSpPr>
        <p:spPr>
          <a:xfrm>
            <a:off x="550790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F1_main_prauc_2250">
            <a:extLst>
              <a:ext uri="{FF2B5EF4-FFF2-40B4-BE49-F238E27FC236}">
                <a16:creationId xmlns:a16="http://schemas.microsoft.com/office/drawing/2014/main" id="{F74A8092-C9EC-4C0A-B268-5A519CAB83D5}"/>
              </a:ext>
            </a:extLst>
          </p:cNvPr>
          <p:cNvSpPr>
            <a:spLocks noGrp="1"/>
          </p:cNvSpPr>
          <p:nvPr/>
        </p:nvSpPr>
        <p:spPr>
          <a:xfrm>
            <a:off x="53822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F1_main_prauc_2251">
            <a:extLst>
              <a:ext uri="{FF2B5EF4-FFF2-40B4-BE49-F238E27FC236}">
                <a16:creationId xmlns:a16="http://schemas.microsoft.com/office/drawing/2014/main" id="{02D6E05D-F15A-458B-A9FF-13E2BE51A457}"/>
              </a:ext>
            </a:extLst>
          </p:cNvPr>
          <p:cNvSpPr>
            <a:spLocks noGrp="1"/>
          </p:cNvSpPr>
          <p:nvPr/>
        </p:nvSpPr>
        <p:spPr>
          <a:xfrm>
            <a:off x="539549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F1_main_prauc_2252">
            <a:extLst>
              <a:ext uri="{FF2B5EF4-FFF2-40B4-BE49-F238E27FC236}">
                <a16:creationId xmlns:a16="http://schemas.microsoft.com/office/drawing/2014/main" id="{A4066F2B-AF35-4331-B782-A32D625E3D76}"/>
              </a:ext>
            </a:extLst>
          </p:cNvPr>
          <p:cNvSpPr>
            <a:spLocks noGrp="1"/>
          </p:cNvSpPr>
          <p:nvPr/>
        </p:nvSpPr>
        <p:spPr>
          <a:xfrm>
            <a:off x="55042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F1_main_prauc_2253">
            <a:extLst>
              <a:ext uri="{FF2B5EF4-FFF2-40B4-BE49-F238E27FC236}">
                <a16:creationId xmlns:a16="http://schemas.microsoft.com/office/drawing/2014/main" id="{171BD89E-7929-43F4-811B-D45640084B30}"/>
              </a:ext>
            </a:extLst>
          </p:cNvPr>
          <p:cNvSpPr>
            <a:spLocks noGrp="1"/>
          </p:cNvSpPr>
          <p:nvPr/>
        </p:nvSpPr>
        <p:spPr>
          <a:xfrm>
            <a:off x="54723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F1_main_prauc_2254">
            <a:extLst>
              <a:ext uri="{FF2B5EF4-FFF2-40B4-BE49-F238E27FC236}">
                <a16:creationId xmlns:a16="http://schemas.microsoft.com/office/drawing/2014/main" id="{90A0C323-8303-4F05-91EB-B3026A925D2A}"/>
              </a:ext>
            </a:extLst>
          </p:cNvPr>
          <p:cNvSpPr>
            <a:spLocks noGrp="1"/>
          </p:cNvSpPr>
          <p:nvPr/>
        </p:nvSpPr>
        <p:spPr>
          <a:xfrm>
            <a:off x="5514029" y="543431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F1_main_prauc_2255">
            <a:extLst>
              <a:ext uri="{FF2B5EF4-FFF2-40B4-BE49-F238E27FC236}">
                <a16:creationId xmlns:a16="http://schemas.microsoft.com/office/drawing/2014/main" id="{B654EF58-6E66-4728-BAFF-E0FAE9E8C016}"/>
              </a:ext>
            </a:extLst>
          </p:cNvPr>
          <p:cNvSpPr>
            <a:spLocks noGrp="1"/>
          </p:cNvSpPr>
          <p:nvPr/>
        </p:nvSpPr>
        <p:spPr>
          <a:xfrm>
            <a:off x="54512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F1_main_prauc_2256">
            <a:extLst>
              <a:ext uri="{FF2B5EF4-FFF2-40B4-BE49-F238E27FC236}">
                <a16:creationId xmlns:a16="http://schemas.microsoft.com/office/drawing/2014/main" id="{7CF90977-E2A6-4CEE-A8D0-B7CB98497926}"/>
              </a:ext>
            </a:extLst>
          </p:cNvPr>
          <p:cNvSpPr>
            <a:spLocks noGrp="1"/>
          </p:cNvSpPr>
          <p:nvPr/>
        </p:nvSpPr>
        <p:spPr>
          <a:xfrm>
            <a:off x="5356130" y="431433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F1_main_prauc_2257">
            <a:extLst>
              <a:ext uri="{FF2B5EF4-FFF2-40B4-BE49-F238E27FC236}">
                <a16:creationId xmlns:a16="http://schemas.microsoft.com/office/drawing/2014/main" id="{73DA75B6-7034-47D7-8050-67F837BEE833}"/>
              </a:ext>
            </a:extLst>
          </p:cNvPr>
          <p:cNvSpPr>
            <a:spLocks noGrp="1"/>
          </p:cNvSpPr>
          <p:nvPr/>
        </p:nvSpPr>
        <p:spPr>
          <a:xfrm>
            <a:off x="5440923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F1_main_prauc_2258">
            <a:extLst>
              <a:ext uri="{FF2B5EF4-FFF2-40B4-BE49-F238E27FC236}">
                <a16:creationId xmlns:a16="http://schemas.microsoft.com/office/drawing/2014/main" id="{7A0C162A-388D-4015-92BB-9549F9DC2E57}"/>
              </a:ext>
            </a:extLst>
          </p:cNvPr>
          <p:cNvSpPr>
            <a:spLocks noGrp="1"/>
          </p:cNvSpPr>
          <p:nvPr/>
        </p:nvSpPr>
        <p:spPr>
          <a:xfrm>
            <a:off x="5283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F1_main_prauc_2259">
            <a:extLst>
              <a:ext uri="{FF2B5EF4-FFF2-40B4-BE49-F238E27FC236}">
                <a16:creationId xmlns:a16="http://schemas.microsoft.com/office/drawing/2014/main" id="{BDCBCBE5-EF8B-43C3-8B56-64AEFFCDD3B1}"/>
              </a:ext>
            </a:extLst>
          </p:cNvPr>
          <p:cNvSpPr>
            <a:spLocks noGrp="1"/>
          </p:cNvSpPr>
          <p:nvPr/>
        </p:nvSpPr>
        <p:spPr>
          <a:xfrm>
            <a:off x="55286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F1_main_prauc_2260">
            <a:extLst>
              <a:ext uri="{FF2B5EF4-FFF2-40B4-BE49-F238E27FC236}">
                <a16:creationId xmlns:a16="http://schemas.microsoft.com/office/drawing/2014/main" id="{F21E6F5F-23C3-4A9C-82E1-4EA44FC6E23C}"/>
              </a:ext>
            </a:extLst>
          </p:cNvPr>
          <p:cNvSpPr>
            <a:spLocks noGrp="1"/>
          </p:cNvSpPr>
          <p:nvPr/>
        </p:nvSpPr>
        <p:spPr>
          <a:xfrm>
            <a:off x="53367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F1_main_prauc_2261">
            <a:extLst>
              <a:ext uri="{FF2B5EF4-FFF2-40B4-BE49-F238E27FC236}">
                <a16:creationId xmlns:a16="http://schemas.microsoft.com/office/drawing/2014/main" id="{E3DD4BD3-10F8-4C06-846D-38E695954D67}"/>
              </a:ext>
            </a:extLst>
          </p:cNvPr>
          <p:cNvSpPr>
            <a:spLocks noGrp="1"/>
          </p:cNvSpPr>
          <p:nvPr/>
        </p:nvSpPr>
        <p:spPr>
          <a:xfrm>
            <a:off x="5321794" y="369345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F1_main_prauc_2262">
            <a:extLst>
              <a:ext uri="{FF2B5EF4-FFF2-40B4-BE49-F238E27FC236}">
                <a16:creationId xmlns:a16="http://schemas.microsoft.com/office/drawing/2014/main" id="{BC7344C6-AAA3-4EE3-B53E-8A20CD519D09}"/>
              </a:ext>
            </a:extLst>
          </p:cNvPr>
          <p:cNvSpPr>
            <a:spLocks noGrp="1"/>
          </p:cNvSpPr>
          <p:nvPr/>
        </p:nvSpPr>
        <p:spPr>
          <a:xfrm>
            <a:off x="530954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F1_main_prauc_2263">
            <a:extLst>
              <a:ext uri="{FF2B5EF4-FFF2-40B4-BE49-F238E27FC236}">
                <a16:creationId xmlns:a16="http://schemas.microsoft.com/office/drawing/2014/main" id="{3DBED667-94CF-4D2A-ADD6-128371511163}"/>
              </a:ext>
            </a:extLst>
          </p:cNvPr>
          <p:cNvSpPr>
            <a:spLocks noGrp="1"/>
          </p:cNvSpPr>
          <p:nvPr/>
        </p:nvSpPr>
        <p:spPr>
          <a:xfrm>
            <a:off x="5326785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F1_main_prauc_2264">
            <a:extLst>
              <a:ext uri="{FF2B5EF4-FFF2-40B4-BE49-F238E27FC236}">
                <a16:creationId xmlns:a16="http://schemas.microsoft.com/office/drawing/2014/main" id="{7C182CAD-5C19-4EA3-8029-6A7665FE4529}"/>
              </a:ext>
            </a:extLst>
          </p:cNvPr>
          <p:cNvSpPr>
            <a:spLocks noGrp="1"/>
          </p:cNvSpPr>
          <p:nvPr/>
        </p:nvSpPr>
        <p:spPr>
          <a:xfrm>
            <a:off x="52792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F1_main_prauc_2265">
            <a:extLst>
              <a:ext uri="{FF2B5EF4-FFF2-40B4-BE49-F238E27FC236}">
                <a16:creationId xmlns:a16="http://schemas.microsoft.com/office/drawing/2014/main" id="{69779A6B-20E2-4C49-A738-E509966209EC}"/>
              </a:ext>
            </a:extLst>
          </p:cNvPr>
          <p:cNvSpPr>
            <a:spLocks noGrp="1"/>
          </p:cNvSpPr>
          <p:nvPr/>
        </p:nvSpPr>
        <p:spPr>
          <a:xfrm>
            <a:off x="538794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F1_main_prauc_2266">
            <a:extLst>
              <a:ext uri="{FF2B5EF4-FFF2-40B4-BE49-F238E27FC236}">
                <a16:creationId xmlns:a16="http://schemas.microsoft.com/office/drawing/2014/main" id="{4BD9356E-B8C2-4835-A63C-4773D7D1BCAE}"/>
              </a:ext>
            </a:extLst>
          </p:cNvPr>
          <p:cNvSpPr>
            <a:spLocks noGrp="1"/>
          </p:cNvSpPr>
          <p:nvPr/>
        </p:nvSpPr>
        <p:spPr>
          <a:xfrm>
            <a:off x="5511845" y="603728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F1_main_prauc_2267">
            <a:extLst>
              <a:ext uri="{FF2B5EF4-FFF2-40B4-BE49-F238E27FC236}">
                <a16:creationId xmlns:a16="http://schemas.microsoft.com/office/drawing/2014/main" id="{9857DB72-12BA-488E-9EF1-D4E4A0C4238B}"/>
              </a:ext>
            </a:extLst>
          </p:cNvPr>
          <p:cNvSpPr>
            <a:spLocks noGrp="1"/>
          </p:cNvSpPr>
          <p:nvPr/>
        </p:nvSpPr>
        <p:spPr>
          <a:xfrm>
            <a:off x="5510263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F1_main_prauc_2268">
            <a:extLst>
              <a:ext uri="{FF2B5EF4-FFF2-40B4-BE49-F238E27FC236}">
                <a16:creationId xmlns:a16="http://schemas.microsoft.com/office/drawing/2014/main" id="{1B8AE7AD-E0B6-40F4-85D0-C367066965B5}"/>
              </a:ext>
            </a:extLst>
          </p:cNvPr>
          <p:cNvSpPr>
            <a:spLocks noGrp="1"/>
          </p:cNvSpPr>
          <p:nvPr/>
        </p:nvSpPr>
        <p:spPr>
          <a:xfrm>
            <a:off x="5476965" y="51798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F1_main_prauc_2269">
            <a:extLst>
              <a:ext uri="{FF2B5EF4-FFF2-40B4-BE49-F238E27FC236}">
                <a16:creationId xmlns:a16="http://schemas.microsoft.com/office/drawing/2014/main" id="{E3777A23-DD48-4311-8DC7-0A0AD9BE520F}"/>
              </a:ext>
            </a:extLst>
          </p:cNvPr>
          <p:cNvSpPr>
            <a:spLocks noGrp="1"/>
          </p:cNvSpPr>
          <p:nvPr/>
        </p:nvSpPr>
        <p:spPr>
          <a:xfrm>
            <a:off x="54495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F1_main_prauc_2270">
            <a:extLst>
              <a:ext uri="{FF2B5EF4-FFF2-40B4-BE49-F238E27FC236}">
                <a16:creationId xmlns:a16="http://schemas.microsoft.com/office/drawing/2014/main" id="{46B056AE-9C11-422E-A616-B7785391C501}"/>
              </a:ext>
            </a:extLst>
          </p:cNvPr>
          <p:cNvSpPr>
            <a:spLocks noGrp="1"/>
          </p:cNvSpPr>
          <p:nvPr/>
        </p:nvSpPr>
        <p:spPr>
          <a:xfrm>
            <a:off x="54915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F1_main_prauc_2271">
            <a:extLst>
              <a:ext uri="{FF2B5EF4-FFF2-40B4-BE49-F238E27FC236}">
                <a16:creationId xmlns:a16="http://schemas.microsoft.com/office/drawing/2014/main" id="{62401180-CA5F-437C-85D7-9517012723F3}"/>
              </a:ext>
            </a:extLst>
          </p:cNvPr>
          <p:cNvSpPr>
            <a:spLocks noGrp="1"/>
          </p:cNvSpPr>
          <p:nvPr/>
        </p:nvSpPr>
        <p:spPr>
          <a:xfrm>
            <a:off x="54004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F1_main_prauc_2272">
            <a:extLst>
              <a:ext uri="{FF2B5EF4-FFF2-40B4-BE49-F238E27FC236}">
                <a16:creationId xmlns:a16="http://schemas.microsoft.com/office/drawing/2014/main" id="{5B01D1FD-75CD-448D-9021-9E9E2F9B14E4}"/>
              </a:ext>
            </a:extLst>
          </p:cNvPr>
          <p:cNvSpPr>
            <a:spLocks noGrp="1"/>
          </p:cNvSpPr>
          <p:nvPr/>
        </p:nvSpPr>
        <p:spPr>
          <a:xfrm>
            <a:off x="5437016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F1_main_prauc_2273">
            <a:extLst>
              <a:ext uri="{FF2B5EF4-FFF2-40B4-BE49-F238E27FC236}">
                <a16:creationId xmlns:a16="http://schemas.microsoft.com/office/drawing/2014/main" id="{656A81C3-2438-4396-8BB7-EB070B1B8222}"/>
              </a:ext>
            </a:extLst>
          </p:cNvPr>
          <p:cNvSpPr>
            <a:spLocks noGrp="1"/>
          </p:cNvSpPr>
          <p:nvPr/>
        </p:nvSpPr>
        <p:spPr>
          <a:xfrm>
            <a:off x="54662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F1_main_prauc_2274">
            <a:extLst>
              <a:ext uri="{FF2B5EF4-FFF2-40B4-BE49-F238E27FC236}">
                <a16:creationId xmlns:a16="http://schemas.microsoft.com/office/drawing/2014/main" id="{CEF00F4B-E9A9-4CFB-A200-B3CC68FF61E3}"/>
              </a:ext>
            </a:extLst>
          </p:cNvPr>
          <p:cNvSpPr>
            <a:spLocks noGrp="1"/>
          </p:cNvSpPr>
          <p:nvPr/>
        </p:nvSpPr>
        <p:spPr>
          <a:xfrm>
            <a:off x="53287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F1_main_prauc_2275">
            <a:extLst>
              <a:ext uri="{FF2B5EF4-FFF2-40B4-BE49-F238E27FC236}">
                <a16:creationId xmlns:a16="http://schemas.microsoft.com/office/drawing/2014/main" id="{416830DE-B4E0-4972-8B72-3F4EF7D95720}"/>
              </a:ext>
            </a:extLst>
          </p:cNvPr>
          <p:cNvSpPr>
            <a:spLocks noGrp="1"/>
          </p:cNvSpPr>
          <p:nvPr/>
        </p:nvSpPr>
        <p:spPr>
          <a:xfrm>
            <a:off x="55055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F1_main_prauc_2276">
            <a:extLst>
              <a:ext uri="{FF2B5EF4-FFF2-40B4-BE49-F238E27FC236}">
                <a16:creationId xmlns:a16="http://schemas.microsoft.com/office/drawing/2014/main" id="{9E53CE81-FD89-46EC-AF7D-FB292E144D3B}"/>
              </a:ext>
            </a:extLst>
          </p:cNvPr>
          <p:cNvSpPr>
            <a:spLocks noGrp="1"/>
          </p:cNvSpPr>
          <p:nvPr/>
        </p:nvSpPr>
        <p:spPr>
          <a:xfrm>
            <a:off x="5363060" y="486352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F1_main_prauc_2277">
            <a:extLst>
              <a:ext uri="{FF2B5EF4-FFF2-40B4-BE49-F238E27FC236}">
                <a16:creationId xmlns:a16="http://schemas.microsoft.com/office/drawing/2014/main" id="{A7D936C6-70D3-4680-8460-24B01B5AE0B6}"/>
              </a:ext>
            </a:extLst>
          </p:cNvPr>
          <p:cNvSpPr>
            <a:spLocks noGrp="1"/>
          </p:cNvSpPr>
          <p:nvPr/>
        </p:nvSpPr>
        <p:spPr>
          <a:xfrm>
            <a:off x="5427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F1_main_prauc_2278">
            <a:extLst>
              <a:ext uri="{FF2B5EF4-FFF2-40B4-BE49-F238E27FC236}">
                <a16:creationId xmlns:a16="http://schemas.microsoft.com/office/drawing/2014/main" id="{95008E29-4E56-4FDE-A83B-EDC5B26D9E77}"/>
              </a:ext>
            </a:extLst>
          </p:cNvPr>
          <p:cNvSpPr>
            <a:spLocks noGrp="1"/>
          </p:cNvSpPr>
          <p:nvPr/>
        </p:nvSpPr>
        <p:spPr>
          <a:xfrm>
            <a:off x="534281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F1_main_prauc_2279">
            <a:extLst>
              <a:ext uri="{FF2B5EF4-FFF2-40B4-BE49-F238E27FC236}">
                <a16:creationId xmlns:a16="http://schemas.microsoft.com/office/drawing/2014/main" id="{223D96FB-35CF-4CDC-B51F-F77795E04AA2}"/>
              </a:ext>
            </a:extLst>
          </p:cNvPr>
          <p:cNvSpPr>
            <a:spLocks noGrp="1"/>
          </p:cNvSpPr>
          <p:nvPr/>
        </p:nvSpPr>
        <p:spPr>
          <a:xfrm>
            <a:off x="5391991" y="418694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F1_main_prauc_2280">
            <a:extLst>
              <a:ext uri="{FF2B5EF4-FFF2-40B4-BE49-F238E27FC236}">
                <a16:creationId xmlns:a16="http://schemas.microsoft.com/office/drawing/2014/main" id="{7A925BF8-FDAD-43E3-902A-D6FEF65D9F1C}"/>
              </a:ext>
            </a:extLst>
          </p:cNvPr>
          <p:cNvSpPr>
            <a:spLocks noGrp="1"/>
          </p:cNvSpPr>
          <p:nvPr/>
        </p:nvSpPr>
        <p:spPr>
          <a:xfrm>
            <a:off x="53652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F1_main_prauc_2281">
            <a:extLst>
              <a:ext uri="{FF2B5EF4-FFF2-40B4-BE49-F238E27FC236}">
                <a16:creationId xmlns:a16="http://schemas.microsoft.com/office/drawing/2014/main" id="{2E8EDC47-DA49-4130-A7D0-1E9B53FF1FB4}"/>
              </a:ext>
            </a:extLst>
          </p:cNvPr>
          <p:cNvSpPr>
            <a:spLocks noGrp="1"/>
          </p:cNvSpPr>
          <p:nvPr/>
        </p:nvSpPr>
        <p:spPr>
          <a:xfrm>
            <a:off x="5413967" y="572629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F1_main_prauc_2282">
            <a:extLst>
              <a:ext uri="{FF2B5EF4-FFF2-40B4-BE49-F238E27FC236}">
                <a16:creationId xmlns:a16="http://schemas.microsoft.com/office/drawing/2014/main" id="{ACD9DB8E-6616-42DC-8C48-E9781C18BAFF}"/>
              </a:ext>
            </a:extLst>
          </p:cNvPr>
          <p:cNvSpPr>
            <a:spLocks noGrp="1"/>
          </p:cNvSpPr>
          <p:nvPr/>
        </p:nvSpPr>
        <p:spPr>
          <a:xfrm>
            <a:off x="5364272" y="512741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F1_main_prauc_2283">
            <a:extLst>
              <a:ext uri="{FF2B5EF4-FFF2-40B4-BE49-F238E27FC236}">
                <a16:creationId xmlns:a16="http://schemas.microsoft.com/office/drawing/2014/main" id="{B42B2F93-8B65-4135-99F3-C9121DD7C815}"/>
              </a:ext>
            </a:extLst>
          </p:cNvPr>
          <p:cNvSpPr>
            <a:spLocks noGrp="1"/>
          </p:cNvSpPr>
          <p:nvPr/>
        </p:nvSpPr>
        <p:spPr>
          <a:xfrm>
            <a:off x="5287047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F1_main_prauc_2284">
            <a:extLst>
              <a:ext uri="{FF2B5EF4-FFF2-40B4-BE49-F238E27FC236}">
                <a16:creationId xmlns:a16="http://schemas.microsoft.com/office/drawing/2014/main" id="{1D0C5EE3-10C8-4DAA-8EF5-E8FD7323736D}"/>
              </a:ext>
            </a:extLst>
          </p:cNvPr>
          <p:cNvSpPr>
            <a:spLocks noGrp="1"/>
          </p:cNvSpPr>
          <p:nvPr/>
        </p:nvSpPr>
        <p:spPr>
          <a:xfrm>
            <a:off x="55158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F1_main_prauc_2285">
            <a:extLst>
              <a:ext uri="{FF2B5EF4-FFF2-40B4-BE49-F238E27FC236}">
                <a16:creationId xmlns:a16="http://schemas.microsoft.com/office/drawing/2014/main" id="{5B62D20A-0A56-4631-8A2F-24FDF8010320}"/>
              </a:ext>
            </a:extLst>
          </p:cNvPr>
          <p:cNvSpPr>
            <a:spLocks noGrp="1"/>
          </p:cNvSpPr>
          <p:nvPr/>
        </p:nvSpPr>
        <p:spPr>
          <a:xfrm>
            <a:off x="548979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F1_main_prauc_2286">
            <a:extLst>
              <a:ext uri="{FF2B5EF4-FFF2-40B4-BE49-F238E27FC236}">
                <a16:creationId xmlns:a16="http://schemas.microsoft.com/office/drawing/2014/main" id="{CD30769C-9BC0-4903-BB3E-4C83B003C165}"/>
              </a:ext>
            </a:extLst>
          </p:cNvPr>
          <p:cNvSpPr>
            <a:spLocks noGrp="1"/>
          </p:cNvSpPr>
          <p:nvPr/>
        </p:nvSpPr>
        <p:spPr>
          <a:xfrm>
            <a:off x="5333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F1_main_prauc_2287">
            <a:extLst>
              <a:ext uri="{FF2B5EF4-FFF2-40B4-BE49-F238E27FC236}">
                <a16:creationId xmlns:a16="http://schemas.microsoft.com/office/drawing/2014/main" id="{D90B6048-A2D7-48BA-B0F5-A7597B15A843}"/>
              </a:ext>
            </a:extLst>
          </p:cNvPr>
          <p:cNvSpPr>
            <a:spLocks noGrp="1"/>
          </p:cNvSpPr>
          <p:nvPr/>
        </p:nvSpPr>
        <p:spPr>
          <a:xfrm>
            <a:off x="54159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F1_main_prauc_2288">
            <a:extLst>
              <a:ext uri="{FF2B5EF4-FFF2-40B4-BE49-F238E27FC236}">
                <a16:creationId xmlns:a16="http://schemas.microsoft.com/office/drawing/2014/main" id="{2D6BE811-9093-462F-9724-9B0F0A7FA2E8}"/>
              </a:ext>
            </a:extLst>
          </p:cNvPr>
          <p:cNvSpPr>
            <a:spLocks noGrp="1"/>
          </p:cNvSpPr>
          <p:nvPr/>
        </p:nvSpPr>
        <p:spPr>
          <a:xfrm>
            <a:off x="5358437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F1_main_prauc_2289">
            <a:extLst>
              <a:ext uri="{FF2B5EF4-FFF2-40B4-BE49-F238E27FC236}">
                <a16:creationId xmlns:a16="http://schemas.microsoft.com/office/drawing/2014/main" id="{64D395F0-2DD2-4938-8E08-40036A2B2587}"/>
              </a:ext>
            </a:extLst>
          </p:cNvPr>
          <p:cNvSpPr>
            <a:spLocks noGrp="1"/>
          </p:cNvSpPr>
          <p:nvPr/>
        </p:nvSpPr>
        <p:spPr>
          <a:xfrm>
            <a:off x="544088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F1_main_prauc_2290">
            <a:extLst>
              <a:ext uri="{FF2B5EF4-FFF2-40B4-BE49-F238E27FC236}">
                <a16:creationId xmlns:a16="http://schemas.microsoft.com/office/drawing/2014/main" id="{03D87B06-43DD-48A8-AB8E-B0CFB9393F91}"/>
              </a:ext>
            </a:extLst>
          </p:cNvPr>
          <p:cNvSpPr>
            <a:spLocks noGrp="1"/>
          </p:cNvSpPr>
          <p:nvPr/>
        </p:nvSpPr>
        <p:spPr>
          <a:xfrm>
            <a:off x="5403111" y="384972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F1_main_prauc_2291">
            <a:extLst>
              <a:ext uri="{FF2B5EF4-FFF2-40B4-BE49-F238E27FC236}">
                <a16:creationId xmlns:a16="http://schemas.microsoft.com/office/drawing/2014/main" id="{C24A6321-DACD-4EB4-9A91-FA7A05EA3E38}"/>
              </a:ext>
            </a:extLst>
          </p:cNvPr>
          <p:cNvSpPr>
            <a:spLocks noGrp="1"/>
          </p:cNvSpPr>
          <p:nvPr/>
        </p:nvSpPr>
        <p:spPr>
          <a:xfrm>
            <a:off x="54920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F1_main_prauc_2292">
            <a:extLst>
              <a:ext uri="{FF2B5EF4-FFF2-40B4-BE49-F238E27FC236}">
                <a16:creationId xmlns:a16="http://schemas.microsoft.com/office/drawing/2014/main" id="{967B4DE3-BDA2-4F98-834C-C562FBF93B3B}"/>
              </a:ext>
            </a:extLst>
          </p:cNvPr>
          <p:cNvSpPr>
            <a:spLocks noGrp="1"/>
          </p:cNvSpPr>
          <p:nvPr/>
        </p:nvSpPr>
        <p:spPr>
          <a:xfrm>
            <a:off x="54013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F1_main_prauc_2293">
            <a:extLst>
              <a:ext uri="{FF2B5EF4-FFF2-40B4-BE49-F238E27FC236}">
                <a16:creationId xmlns:a16="http://schemas.microsoft.com/office/drawing/2014/main" id="{9C223BCA-171D-4E84-90D3-A3FE205A2913}"/>
              </a:ext>
            </a:extLst>
          </p:cNvPr>
          <p:cNvSpPr>
            <a:spLocks noGrp="1"/>
          </p:cNvSpPr>
          <p:nvPr/>
        </p:nvSpPr>
        <p:spPr>
          <a:xfrm>
            <a:off x="5338320" y="56294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F1_main_prauc_2294">
            <a:extLst>
              <a:ext uri="{FF2B5EF4-FFF2-40B4-BE49-F238E27FC236}">
                <a16:creationId xmlns:a16="http://schemas.microsoft.com/office/drawing/2014/main" id="{FCBC6A05-4114-497C-8B9A-B0694A717186}"/>
              </a:ext>
            </a:extLst>
          </p:cNvPr>
          <p:cNvSpPr>
            <a:spLocks noGrp="1"/>
          </p:cNvSpPr>
          <p:nvPr/>
        </p:nvSpPr>
        <p:spPr>
          <a:xfrm>
            <a:off x="5299690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F1_main_prauc_2295">
            <a:extLst>
              <a:ext uri="{FF2B5EF4-FFF2-40B4-BE49-F238E27FC236}">
                <a16:creationId xmlns:a16="http://schemas.microsoft.com/office/drawing/2014/main" id="{CF7D4787-E4C5-4B78-BC15-CB887FACC852}"/>
              </a:ext>
            </a:extLst>
          </p:cNvPr>
          <p:cNvSpPr>
            <a:spLocks noGrp="1"/>
          </p:cNvSpPr>
          <p:nvPr/>
        </p:nvSpPr>
        <p:spPr>
          <a:xfrm>
            <a:off x="53435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F1_main_prauc_2296">
            <a:extLst>
              <a:ext uri="{FF2B5EF4-FFF2-40B4-BE49-F238E27FC236}">
                <a16:creationId xmlns:a16="http://schemas.microsoft.com/office/drawing/2014/main" id="{63AB5E16-D28F-492D-BAA6-800734E2F1CA}"/>
              </a:ext>
            </a:extLst>
          </p:cNvPr>
          <p:cNvSpPr>
            <a:spLocks noGrp="1"/>
          </p:cNvSpPr>
          <p:nvPr/>
        </p:nvSpPr>
        <p:spPr>
          <a:xfrm>
            <a:off x="53710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F1_main_prauc_2297">
            <a:extLst>
              <a:ext uri="{FF2B5EF4-FFF2-40B4-BE49-F238E27FC236}">
                <a16:creationId xmlns:a16="http://schemas.microsoft.com/office/drawing/2014/main" id="{65112FFE-D009-46AE-A37D-7773ACD36201}"/>
              </a:ext>
            </a:extLst>
          </p:cNvPr>
          <p:cNvSpPr>
            <a:spLocks noGrp="1"/>
          </p:cNvSpPr>
          <p:nvPr/>
        </p:nvSpPr>
        <p:spPr>
          <a:xfrm>
            <a:off x="5473653" y="41769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F1_main_prauc_2298">
            <a:extLst>
              <a:ext uri="{FF2B5EF4-FFF2-40B4-BE49-F238E27FC236}">
                <a16:creationId xmlns:a16="http://schemas.microsoft.com/office/drawing/2014/main" id="{9796D7C0-1F82-4DEC-8FA0-5B6135443519}"/>
              </a:ext>
            </a:extLst>
          </p:cNvPr>
          <p:cNvSpPr>
            <a:spLocks noGrp="1"/>
          </p:cNvSpPr>
          <p:nvPr/>
        </p:nvSpPr>
        <p:spPr>
          <a:xfrm>
            <a:off x="54754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F1_main_prauc_2299">
            <a:extLst>
              <a:ext uri="{FF2B5EF4-FFF2-40B4-BE49-F238E27FC236}">
                <a16:creationId xmlns:a16="http://schemas.microsoft.com/office/drawing/2014/main" id="{1382C55D-8F60-494B-BD91-5D904BBC3CA1}"/>
              </a:ext>
            </a:extLst>
          </p:cNvPr>
          <p:cNvSpPr>
            <a:spLocks noGrp="1"/>
          </p:cNvSpPr>
          <p:nvPr/>
        </p:nvSpPr>
        <p:spPr>
          <a:xfrm>
            <a:off x="5505965" y="609595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F1_main_prauc_2300">
            <a:extLst>
              <a:ext uri="{FF2B5EF4-FFF2-40B4-BE49-F238E27FC236}">
                <a16:creationId xmlns:a16="http://schemas.microsoft.com/office/drawing/2014/main" id="{0CDE651A-FB9F-446E-B218-E85B0FD2341A}"/>
              </a:ext>
            </a:extLst>
          </p:cNvPr>
          <p:cNvSpPr>
            <a:spLocks noGrp="1"/>
          </p:cNvSpPr>
          <p:nvPr/>
        </p:nvSpPr>
        <p:spPr>
          <a:xfrm>
            <a:off x="54526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F1_main_prauc_2301">
            <a:extLst>
              <a:ext uri="{FF2B5EF4-FFF2-40B4-BE49-F238E27FC236}">
                <a16:creationId xmlns:a16="http://schemas.microsoft.com/office/drawing/2014/main" id="{2E49A9F1-A174-4EC9-881D-95A363130875}"/>
              </a:ext>
            </a:extLst>
          </p:cNvPr>
          <p:cNvSpPr>
            <a:spLocks noGrp="1"/>
          </p:cNvSpPr>
          <p:nvPr/>
        </p:nvSpPr>
        <p:spPr>
          <a:xfrm>
            <a:off x="5513381" y="56881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F1_main_prauc_2302">
            <a:extLst>
              <a:ext uri="{FF2B5EF4-FFF2-40B4-BE49-F238E27FC236}">
                <a16:creationId xmlns:a16="http://schemas.microsoft.com/office/drawing/2014/main" id="{230C52A5-F15D-4FB0-B1BC-6D75BA3743C5}"/>
              </a:ext>
            </a:extLst>
          </p:cNvPr>
          <p:cNvSpPr>
            <a:spLocks noGrp="1"/>
          </p:cNvSpPr>
          <p:nvPr/>
        </p:nvSpPr>
        <p:spPr>
          <a:xfrm>
            <a:off x="5390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F1_main_prauc_2303">
            <a:extLst>
              <a:ext uri="{FF2B5EF4-FFF2-40B4-BE49-F238E27FC236}">
                <a16:creationId xmlns:a16="http://schemas.microsoft.com/office/drawing/2014/main" id="{8463F686-4A7D-49FE-A98E-8F0A3C805B80}"/>
              </a:ext>
            </a:extLst>
          </p:cNvPr>
          <p:cNvSpPr>
            <a:spLocks noGrp="1"/>
          </p:cNvSpPr>
          <p:nvPr/>
        </p:nvSpPr>
        <p:spPr>
          <a:xfrm>
            <a:off x="5348388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F1_main_prauc_2304">
            <a:extLst>
              <a:ext uri="{FF2B5EF4-FFF2-40B4-BE49-F238E27FC236}">
                <a16:creationId xmlns:a16="http://schemas.microsoft.com/office/drawing/2014/main" id="{07A4F36E-3210-4998-85C5-77B274E68689}"/>
              </a:ext>
            </a:extLst>
          </p:cNvPr>
          <p:cNvSpPr>
            <a:spLocks noGrp="1"/>
          </p:cNvSpPr>
          <p:nvPr/>
        </p:nvSpPr>
        <p:spPr>
          <a:xfrm>
            <a:off x="53802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F1_main_prauc_2305">
            <a:extLst>
              <a:ext uri="{FF2B5EF4-FFF2-40B4-BE49-F238E27FC236}">
                <a16:creationId xmlns:a16="http://schemas.microsoft.com/office/drawing/2014/main" id="{87A40869-D9AE-482B-BE86-1D47E27138B3}"/>
              </a:ext>
            </a:extLst>
          </p:cNvPr>
          <p:cNvSpPr>
            <a:spLocks noGrp="1"/>
          </p:cNvSpPr>
          <p:nvPr/>
        </p:nvSpPr>
        <p:spPr>
          <a:xfrm>
            <a:off x="5461104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F1_main_prauc_2306">
            <a:extLst>
              <a:ext uri="{FF2B5EF4-FFF2-40B4-BE49-F238E27FC236}">
                <a16:creationId xmlns:a16="http://schemas.microsoft.com/office/drawing/2014/main" id="{163E306A-0CC7-4EE0-A06D-F9B5F5BE134B}"/>
              </a:ext>
            </a:extLst>
          </p:cNvPr>
          <p:cNvSpPr>
            <a:spLocks noGrp="1"/>
          </p:cNvSpPr>
          <p:nvPr/>
        </p:nvSpPr>
        <p:spPr>
          <a:xfrm>
            <a:off x="52884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F1_main_prauc_2307">
            <a:extLst>
              <a:ext uri="{FF2B5EF4-FFF2-40B4-BE49-F238E27FC236}">
                <a16:creationId xmlns:a16="http://schemas.microsoft.com/office/drawing/2014/main" id="{5F85EDC6-AB82-4277-849E-1CB1F5A411D0}"/>
              </a:ext>
            </a:extLst>
          </p:cNvPr>
          <p:cNvSpPr>
            <a:spLocks noGrp="1"/>
          </p:cNvSpPr>
          <p:nvPr/>
        </p:nvSpPr>
        <p:spPr>
          <a:xfrm>
            <a:off x="5490862" y="470500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F1_main_prauc_2308">
            <a:extLst>
              <a:ext uri="{FF2B5EF4-FFF2-40B4-BE49-F238E27FC236}">
                <a16:creationId xmlns:a16="http://schemas.microsoft.com/office/drawing/2014/main" id="{CF40CE6F-9E26-446A-AB17-F066DB1B08CC}"/>
              </a:ext>
            </a:extLst>
          </p:cNvPr>
          <p:cNvSpPr>
            <a:spLocks noGrp="1"/>
          </p:cNvSpPr>
          <p:nvPr/>
        </p:nvSpPr>
        <p:spPr>
          <a:xfrm>
            <a:off x="5483267" y="399959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F1_main_prauc_2309">
            <a:extLst>
              <a:ext uri="{FF2B5EF4-FFF2-40B4-BE49-F238E27FC236}">
                <a16:creationId xmlns:a16="http://schemas.microsoft.com/office/drawing/2014/main" id="{32B1E7F6-20FB-41FD-93FB-FF3B770F00FE}"/>
              </a:ext>
            </a:extLst>
          </p:cNvPr>
          <p:cNvSpPr>
            <a:spLocks noGrp="1"/>
          </p:cNvSpPr>
          <p:nvPr/>
        </p:nvSpPr>
        <p:spPr>
          <a:xfrm>
            <a:off x="5465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F1_main_prauc_2310">
            <a:extLst>
              <a:ext uri="{FF2B5EF4-FFF2-40B4-BE49-F238E27FC236}">
                <a16:creationId xmlns:a16="http://schemas.microsoft.com/office/drawing/2014/main" id="{9F5ABB0C-CE56-43F6-8A3A-403B9B9D0039}"/>
              </a:ext>
            </a:extLst>
          </p:cNvPr>
          <p:cNvSpPr>
            <a:spLocks noGrp="1"/>
          </p:cNvSpPr>
          <p:nvPr/>
        </p:nvSpPr>
        <p:spPr>
          <a:xfrm>
            <a:off x="53995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F1_main_prauc_2311">
            <a:extLst>
              <a:ext uri="{FF2B5EF4-FFF2-40B4-BE49-F238E27FC236}">
                <a16:creationId xmlns:a16="http://schemas.microsoft.com/office/drawing/2014/main" id="{B7751D28-4517-41D9-AB00-BB79B110B451}"/>
              </a:ext>
            </a:extLst>
          </p:cNvPr>
          <p:cNvSpPr>
            <a:spLocks noGrp="1"/>
          </p:cNvSpPr>
          <p:nvPr/>
        </p:nvSpPr>
        <p:spPr>
          <a:xfrm>
            <a:off x="5485672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F1_main_prauc_2312">
            <a:extLst>
              <a:ext uri="{FF2B5EF4-FFF2-40B4-BE49-F238E27FC236}">
                <a16:creationId xmlns:a16="http://schemas.microsoft.com/office/drawing/2014/main" id="{3A94BD4C-E40C-411B-9DA6-407D96421825}"/>
              </a:ext>
            </a:extLst>
          </p:cNvPr>
          <p:cNvSpPr>
            <a:spLocks noGrp="1"/>
          </p:cNvSpPr>
          <p:nvPr/>
        </p:nvSpPr>
        <p:spPr>
          <a:xfrm>
            <a:off x="5446204" y="361491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F1_main_prauc_2313">
            <a:extLst>
              <a:ext uri="{FF2B5EF4-FFF2-40B4-BE49-F238E27FC236}">
                <a16:creationId xmlns:a16="http://schemas.microsoft.com/office/drawing/2014/main" id="{18D7FDDD-C3CC-4713-8502-0CE516F2761F}"/>
              </a:ext>
            </a:extLst>
          </p:cNvPr>
          <p:cNvSpPr>
            <a:spLocks noGrp="1"/>
          </p:cNvSpPr>
          <p:nvPr/>
        </p:nvSpPr>
        <p:spPr>
          <a:xfrm>
            <a:off x="542336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F1_main_prauc_2314">
            <a:extLst>
              <a:ext uri="{FF2B5EF4-FFF2-40B4-BE49-F238E27FC236}">
                <a16:creationId xmlns:a16="http://schemas.microsoft.com/office/drawing/2014/main" id="{F400C8F5-2630-499F-B29A-B86C0AE0636D}"/>
              </a:ext>
            </a:extLst>
          </p:cNvPr>
          <p:cNvSpPr>
            <a:spLocks noGrp="1"/>
          </p:cNvSpPr>
          <p:nvPr/>
        </p:nvSpPr>
        <p:spPr>
          <a:xfrm>
            <a:off x="5440392" y="45913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F1_main_prauc_2315">
            <a:extLst>
              <a:ext uri="{FF2B5EF4-FFF2-40B4-BE49-F238E27FC236}">
                <a16:creationId xmlns:a16="http://schemas.microsoft.com/office/drawing/2014/main" id="{23770B1A-37F4-46AA-BFB1-B5A284A22722}"/>
              </a:ext>
            </a:extLst>
          </p:cNvPr>
          <p:cNvSpPr>
            <a:spLocks noGrp="1"/>
          </p:cNvSpPr>
          <p:nvPr/>
        </p:nvSpPr>
        <p:spPr>
          <a:xfrm>
            <a:off x="5416910" y="49962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F1_main_prauc_2316">
            <a:extLst>
              <a:ext uri="{FF2B5EF4-FFF2-40B4-BE49-F238E27FC236}">
                <a16:creationId xmlns:a16="http://schemas.microsoft.com/office/drawing/2014/main" id="{61FAA115-8595-4A98-A931-4602A7AD22D9}"/>
              </a:ext>
            </a:extLst>
          </p:cNvPr>
          <p:cNvSpPr>
            <a:spLocks noGrp="1"/>
          </p:cNvSpPr>
          <p:nvPr/>
        </p:nvSpPr>
        <p:spPr>
          <a:xfrm>
            <a:off x="528535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F1_main_prauc_2317">
            <a:extLst>
              <a:ext uri="{FF2B5EF4-FFF2-40B4-BE49-F238E27FC236}">
                <a16:creationId xmlns:a16="http://schemas.microsoft.com/office/drawing/2014/main" id="{704CADE6-A3C3-45E2-B7FD-8128BF28CCC3}"/>
              </a:ext>
            </a:extLst>
          </p:cNvPr>
          <p:cNvSpPr>
            <a:spLocks noGrp="1"/>
          </p:cNvSpPr>
          <p:nvPr/>
        </p:nvSpPr>
        <p:spPr>
          <a:xfrm>
            <a:off x="528537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F1_main_prauc_2318">
            <a:extLst>
              <a:ext uri="{FF2B5EF4-FFF2-40B4-BE49-F238E27FC236}">
                <a16:creationId xmlns:a16="http://schemas.microsoft.com/office/drawing/2014/main" id="{49F688E8-0571-4960-BE8E-3DF33F42AA0A}"/>
              </a:ext>
            </a:extLst>
          </p:cNvPr>
          <p:cNvSpPr>
            <a:spLocks noGrp="1"/>
          </p:cNvSpPr>
          <p:nvPr/>
        </p:nvSpPr>
        <p:spPr>
          <a:xfrm>
            <a:off x="5385683" y="531101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F1_main_prauc_2319">
            <a:extLst>
              <a:ext uri="{FF2B5EF4-FFF2-40B4-BE49-F238E27FC236}">
                <a16:creationId xmlns:a16="http://schemas.microsoft.com/office/drawing/2014/main" id="{6E4D5569-784A-49AE-B17B-36121A64A315}"/>
              </a:ext>
            </a:extLst>
          </p:cNvPr>
          <p:cNvSpPr>
            <a:spLocks noGrp="1"/>
          </p:cNvSpPr>
          <p:nvPr/>
        </p:nvSpPr>
        <p:spPr>
          <a:xfrm>
            <a:off x="55282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F1_main_prauc_2320">
            <a:extLst>
              <a:ext uri="{FF2B5EF4-FFF2-40B4-BE49-F238E27FC236}">
                <a16:creationId xmlns:a16="http://schemas.microsoft.com/office/drawing/2014/main" id="{4CE9B550-C87E-4EC7-9A95-826780C2D819}"/>
              </a:ext>
            </a:extLst>
          </p:cNvPr>
          <p:cNvSpPr>
            <a:spLocks noGrp="1"/>
          </p:cNvSpPr>
          <p:nvPr/>
        </p:nvSpPr>
        <p:spPr>
          <a:xfrm>
            <a:off x="53770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F1_main_prauc_2321">
            <a:extLst>
              <a:ext uri="{FF2B5EF4-FFF2-40B4-BE49-F238E27FC236}">
                <a16:creationId xmlns:a16="http://schemas.microsoft.com/office/drawing/2014/main" id="{5470E4A0-E75E-45A6-B080-63E2E70886A6}"/>
              </a:ext>
            </a:extLst>
          </p:cNvPr>
          <p:cNvSpPr>
            <a:spLocks noGrp="1"/>
          </p:cNvSpPr>
          <p:nvPr/>
        </p:nvSpPr>
        <p:spPr>
          <a:xfrm>
            <a:off x="5493571" y="495037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F1_main_prauc_2322">
            <a:extLst>
              <a:ext uri="{FF2B5EF4-FFF2-40B4-BE49-F238E27FC236}">
                <a16:creationId xmlns:a16="http://schemas.microsoft.com/office/drawing/2014/main" id="{AAFA1E3D-48ED-4A63-B5E4-C79B9A246DDC}"/>
              </a:ext>
            </a:extLst>
          </p:cNvPr>
          <p:cNvSpPr>
            <a:spLocks noGrp="1"/>
          </p:cNvSpPr>
          <p:nvPr/>
        </p:nvSpPr>
        <p:spPr>
          <a:xfrm>
            <a:off x="54158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F1_main_prauc_2323">
            <a:extLst>
              <a:ext uri="{FF2B5EF4-FFF2-40B4-BE49-F238E27FC236}">
                <a16:creationId xmlns:a16="http://schemas.microsoft.com/office/drawing/2014/main" id="{89056477-6F53-4B26-A353-E6E2E7EDCE28}"/>
              </a:ext>
            </a:extLst>
          </p:cNvPr>
          <p:cNvSpPr>
            <a:spLocks noGrp="1"/>
          </p:cNvSpPr>
          <p:nvPr/>
        </p:nvSpPr>
        <p:spPr>
          <a:xfrm>
            <a:off x="54073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F1_main_prauc_2324">
            <a:extLst>
              <a:ext uri="{FF2B5EF4-FFF2-40B4-BE49-F238E27FC236}">
                <a16:creationId xmlns:a16="http://schemas.microsoft.com/office/drawing/2014/main" id="{2E965D4C-9C3E-4796-B69B-F9D50AE0AA47}"/>
              </a:ext>
            </a:extLst>
          </p:cNvPr>
          <p:cNvSpPr>
            <a:spLocks noGrp="1"/>
          </p:cNvSpPr>
          <p:nvPr/>
        </p:nvSpPr>
        <p:spPr>
          <a:xfrm>
            <a:off x="5488782" y="597060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F1_main_prauc_2325">
            <a:extLst>
              <a:ext uri="{FF2B5EF4-FFF2-40B4-BE49-F238E27FC236}">
                <a16:creationId xmlns:a16="http://schemas.microsoft.com/office/drawing/2014/main" id="{15FB7718-D5A2-4FF4-A1BE-1B727D0EE4FC}"/>
              </a:ext>
            </a:extLst>
          </p:cNvPr>
          <p:cNvSpPr>
            <a:spLocks noGrp="1"/>
          </p:cNvSpPr>
          <p:nvPr/>
        </p:nvSpPr>
        <p:spPr>
          <a:xfrm>
            <a:off x="53743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F1_main_prauc_2326">
            <a:extLst>
              <a:ext uri="{FF2B5EF4-FFF2-40B4-BE49-F238E27FC236}">
                <a16:creationId xmlns:a16="http://schemas.microsoft.com/office/drawing/2014/main" id="{3CCF9279-A1A8-4EE3-BB37-E6B16F4EA75C}"/>
              </a:ext>
            </a:extLst>
          </p:cNvPr>
          <p:cNvSpPr>
            <a:spLocks noGrp="1"/>
          </p:cNvSpPr>
          <p:nvPr/>
        </p:nvSpPr>
        <p:spPr>
          <a:xfrm>
            <a:off x="53508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F1_main_prauc_2327">
            <a:extLst>
              <a:ext uri="{FF2B5EF4-FFF2-40B4-BE49-F238E27FC236}">
                <a16:creationId xmlns:a16="http://schemas.microsoft.com/office/drawing/2014/main" id="{F6B30FE9-5089-44EB-976B-25BCD02DEFD8}"/>
              </a:ext>
            </a:extLst>
          </p:cNvPr>
          <p:cNvSpPr>
            <a:spLocks noGrp="1"/>
          </p:cNvSpPr>
          <p:nvPr/>
        </p:nvSpPr>
        <p:spPr>
          <a:xfrm>
            <a:off x="531431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F1_main_prauc_2328">
            <a:extLst>
              <a:ext uri="{FF2B5EF4-FFF2-40B4-BE49-F238E27FC236}">
                <a16:creationId xmlns:a16="http://schemas.microsoft.com/office/drawing/2014/main" id="{72A96061-D0F9-4F5D-8B93-35713EC37C84}"/>
              </a:ext>
            </a:extLst>
          </p:cNvPr>
          <p:cNvSpPr>
            <a:spLocks noGrp="1"/>
          </p:cNvSpPr>
          <p:nvPr/>
        </p:nvSpPr>
        <p:spPr>
          <a:xfrm>
            <a:off x="54510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F1_main_prauc_2329">
            <a:extLst>
              <a:ext uri="{FF2B5EF4-FFF2-40B4-BE49-F238E27FC236}">
                <a16:creationId xmlns:a16="http://schemas.microsoft.com/office/drawing/2014/main" id="{35A3A8F1-94E4-44A4-A699-C0572866744B}"/>
              </a:ext>
            </a:extLst>
          </p:cNvPr>
          <p:cNvSpPr>
            <a:spLocks noGrp="1"/>
          </p:cNvSpPr>
          <p:nvPr/>
        </p:nvSpPr>
        <p:spPr>
          <a:xfrm>
            <a:off x="53649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F1_main_prauc_2330">
            <a:extLst>
              <a:ext uri="{FF2B5EF4-FFF2-40B4-BE49-F238E27FC236}">
                <a16:creationId xmlns:a16="http://schemas.microsoft.com/office/drawing/2014/main" id="{00AC2328-25B5-4003-9A3E-CE828A799704}"/>
              </a:ext>
            </a:extLst>
          </p:cNvPr>
          <p:cNvSpPr>
            <a:spLocks noGrp="1"/>
          </p:cNvSpPr>
          <p:nvPr/>
        </p:nvSpPr>
        <p:spPr>
          <a:xfrm>
            <a:off x="54237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F1_main_prauc_2331">
            <a:extLst>
              <a:ext uri="{FF2B5EF4-FFF2-40B4-BE49-F238E27FC236}">
                <a16:creationId xmlns:a16="http://schemas.microsoft.com/office/drawing/2014/main" id="{E2767D0A-1E67-4056-8653-6C7228089F94}"/>
              </a:ext>
            </a:extLst>
          </p:cNvPr>
          <p:cNvSpPr>
            <a:spLocks noGrp="1"/>
          </p:cNvSpPr>
          <p:nvPr/>
        </p:nvSpPr>
        <p:spPr>
          <a:xfrm>
            <a:off x="5426247" y="5066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F1_main_prauc_2332">
            <a:extLst>
              <a:ext uri="{FF2B5EF4-FFF2-40B4-BE49-F238E27FC236}">
                <a16:creationId xmlns:a16="http://schemas.microsoft.com/office/drawing/2014/main" id="{F3082EF6-5A35-416D-A41D-A0EE93E803AE}"/>
              </a:ext>
            </a:extLst>
          </p:cNvPr>
          <p:cNvSpPr>
            <a:spLocks noGrp="1"/>
          </p:cNvSpPr>
          <p:nvPr/>
        </p:nvSpPr>
        <p:spPr>
          <a:xfrm>
            <a:off x="53040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F1_main_prauc_2333">
            <a:extLst>
              <a:ext uri="{FF2B5EF4-FFF2-40B4-BE49-F238E27FC236}">
                <a16:creationId xmlns:a16="http://schemas.microsoft.com/office/drawing/2014/main" id="{4D595901-3FE0-4CB9-8548-01623BCC205B}"/>
              </a:ext>
            </a:extLst>
          </p:cNvPr>
          <p:cNvSpPr>
            <a:spLocks noGrp="1"/>
          </p:cNvSpPr>
          <p:nvPr/>
        </p:nvSpPr>
        <p:spPr>
          <a:xfrm>
            <a:off x="54593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F1_main_prauc_2334">
            <a:extLst>
              <a:ext uri="{FF2B5EF4-FFF2-40B4-BE49-F238E27FC236}">
                <a16:creationId xmlns:a16="http://schemas.microsoft.com/office/drawing/2014/main" id="{06376E90-D83A-400C-81FA-FF9D242AE861}"/>
              </a:ext>
            </a:extLst>
          </p:cNvPr>
          <p:cNvSpPr>
            <a:spLocks noGrp="1"/>
          </p:cNvSpPr>
          <p:nvPr/>
        </p:nvSpPr>
        <p:spPr>
          <a:xfrm>
            <a:off x="52995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F1_main_prauc_2335">
            <a:extLst>
              <a:ext uri="{FF2B5EF4-FFF2-40B4-BE49-F238E27FC236}">
                <a16:creationId xmlns:a16="http://schemas.microsoft.com/office/drawing/2014/main" id="{71F2A25A-9825-40C0-93BE-5F5656D80E15}"/>
              </a:ext>
            </a:extLst>
          </p:cNvPr>
          <p:cNvSpPr>
            <a:spLocks noGrp="1"/>
          </p:cNvSpPr>
          <p:nvPr/>
        </p:nvSpPr>
        <p:spPr>
          <a:xfrm>
            <a:off x="54920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F1_main_prauc_2336">
            <a:extLst>
              <a:ext uri="{FF2B5EF4-FFF2-40B4-BE49-F238E27FC236}">
                <a16:creationId xmlns:a16="http://schemas.microsoft.com/office/drawing/2014/main" id="{A96C1774-CC66-4C17-8A56-EE3B798513CD}"/>
              </a:ext>
            </a:extLst>
          </p:cNvPr>
          <p:cNvSpPr>
            <a:spLocks noGrp="1"/>
          </p:cNvSpPr>
          <p:nvPr/>
        </p:nvSpPr>
        <p:spPr>
          <a:xfrm>
            <a:off x="53265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F1_main_prauc_2337">
            <a:extLst>
              <a:ext uri="{FF2B5EF4-FFF2-40B4-BE49-F238E27FC236}">
                <a16:creationId xmlns:a16="http://schemas.microsoft.com/office/drawing/2014/main" id="{99F1FCB4-000E-4A26-84A1-C8D5DFEBA0B1}"/>
              </a:ext>
            </a:extLst>
          </p:cNvPr>
          <p:cNvSpPr>
            <a:spLocks noGrp="1"/>
          </p:cNvSpPr>
          <p:nvPr/>
        </p:nvSpPr>
        <p:spPr>
          <a:xfrm>
            <a:off x="542767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F1_main_prauc_2338">
            <a:extLst>
              <a:ext uri="{FF2B5EF4-FFF2-40B4-BE49-F238E27FC236}">
                <a16:creationId xmlns:a16="http://schemas.microsoft.com/office/drawing/2014/main" id="{33E4DD82-EA1E-4E6A-AB36-2C7FCA2C8FBC}"/>
              </a:ext>
            </a:extLst>
          </p:cNvPr>
          <p:cNvSpPr>
            <a:spLocks noGrp="1"/>
          </p:cNvSpPr>
          <p:nvPr/>
        </p:nvSpPr>
        <p:spPr>
          <a:xfrm>
            <a:off x="54499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F1_main_prauc_2339">
            <a:extLst>
              <a:ext uri="{FF2B5EF4-FFF2-40B4-BE49-F238E27FC236}">
                <a16:creationId xmlns:a16="http://schemas.microsoft.com/office/drawing/2014/main" id="{0FA3832D-4E48-4B86-977A-C20996118B9F}"/>
              </a:ext>
            </a:extLst>
          </p:cNvPr>
          <p:cNvSpPr>
            <a:spLocks noGrp="1"/>
          </p:cNvSpPr>
          <p:nvPr/>
        </p:nvSpPr>
        <p:spPr>
          <a:xfrm>
            <a:off x="5453854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F1_main_prauc_2340">
            <a:extLst>
              <a:ext uri="{FF2B5EF4-FFF2-40B4-BE49-F238E27FC236}">
                <a16:creationId xmlns:a16="http://schemas.microsoft.com/office/drawing/2014/main" id="{1390CF4F-DEDB-4A78-94A1-F5CC40EBB88E}"/>
              </a:ext>
            </a:extLst>
          </p:cNvPr>
          <p:cNvSpPr>
            <a:spLocks noGrp="1"/>
          </p:cNvSpPr>
          <p:nvPr/>
        </p:nvSpPr>
        <p:spPr>
          <a:xfrm>
            <a:off x="55115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F1_main_prauc_2341">
            <a:extLst>
              <a:ext uri="{FF2B5EF4-FFF2-40B4-BE49-F238E27FC236}">
                <a16:creationId xmlns:a16="http://schemas.microsoft.com/office/drawing/2014/main" id="{799A60D3-627C-4242-91FF-733C29CE269D}"/>
              </a:ext>
            </a:extLst>
          </p:cNvPr>
          <p:cNvSpPr>
            <a:spLocks noGrp="1"/>
          </p:cNvSpPr>
          <p:nvPr/>
        </p:nvSpPr>
        <p:spPr>
          <a:xfrm>
            <a:off x="5390194" y="45616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F1_main_prauc_2342">
            <a:extLst>
              <a:ext uri="{FF2B5EF4-FFF2-40B4-BE49-F238E27FC236}">
                <a16:creationId xmlns:a16="http://schemas.microsoft.com/office/drawing/2014/main" id="{AD041C92-83D3-4A01-A350-6B9F60C1ECA2}"/>
              </a:ext>
            </a:extLst>
          </p:cNvPr>
          <p:cNvSpPr>
            <a:spLocks noGrp="1"/>
          </p:cNvSpPr>
          <p:nvPr/>
        </p:nvSpPr>
        <p:spPr>
          <a:xfrm>
            <a:off x="5515485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F1_main_prauc_2343">
            <a:extLst>
              <a:ext uri="{FF2B5EF4-FFF2-40B4-BE49-F238E27FC236}">
                <a16:creationId xmlns:a16="http://schemas.microsoft.com/office/drawing/2014/main" id="{2E522EA0-8764-44A4-9621-A769DD21C90E}"/>
              </a:ext>
            </a:extLst>
          </p:cNvPr>
          <p:cNvSpPr>
            <a:spLocks noGrp="1"/>
          </p:cNvSpPr>
          <p:nvPr/>
        </p:nvSpPr>
        <p:spPr>
          <a:xfrm>
            <a:off x="539992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F1_main_prauc_2344">
            <a:extLst>
              <a:ext uri="{FF2B5EF4-FFF2-40B4-BE49-F238E27FC236}">
                <a16:creationId xmlns:a16="http://schemas.microsoft.com/office/drawing/2014/main" id="{CF8D15FF-0B4B-43A7-8AA5-293EE6946831}"/>
              </a:ext>
            </a:extLst>
          </p:cNvPr>
          <p:cNvSpPr>
            <a:spLocks noGrp="1"/>
          </p:cNvSpPr>
          <p:nvPr/>
        </p:nvSpPr>
        <p:spPr>
          <a:xfrm>
            <a:off x="5325801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F1_main_prauc_2345">
            <a:extLst>
              <a:ext uri="{FF2B5EF4-FFF2-40B4-BE49-F238E27FC236}">
                <a16:creationId xmlns:a16="http://schemas.microsoft.com/office/drawing/2014/main" id="{67C8EB6D-8E95-4DE8-A9A8-ABA2B1740561}"/>
              </a:ext>
            </a:extLst>
          </p:cNvPr>
          <p:cNvSpPr>
            <a:spLocks noGrp="1"/>
          </p:cNvSpPr>
          <p:nvPr/>
        </p:nvSpPr>
        <p:spPr>
          <a:xfrm>
            <a:off x="5343954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F1_main_prauc_2346">
            <a:extLst>
              <a:ext uri="{FF2B5EF4-FFF2-40B4-BE49-F238E27FC236}">
                <a16:creationId xmlns:a16="http://schemas.microsoft.com/office/drawing/2014/main" id="{CC95B06F-EC3C-495E-B2C2-2AF6D1D07E00}"/>
              </a:ext>
            </a:extLst>
          </p:cNvPr>
          <p:cNvSpPr>
            <a:spLocks noGrp="1"/>
          </p:cNvSpPr>
          <p:nvPr/>
        </p:nvSpPr>
        <p:spPr>
          <a:xfrm>
            <a:off x="5443441" y="6048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F1_main_prauc_2347">
            <a:extLst>
              <a:ext uri="{FF2B5EF4-FFF2-40B4-BE49-F238E27FC236}">
                <a16:creationId xmlns:a16="http://schemas.microsoft.com/office/drawing/2014/main" id="{CC224321-5018-47EA-B49C-98418C1E9305}"/>
              </a:ext>
            </a:extLst>
          </p:cNvPr>
          <p:cNvSpPr>
            <a:spLocks noGrp="1"/>
          </p:cNvSpPr>
          <p:nvPr/>
        </p:nvSpPr>
        <p:spPr>
          <a:xfrm>
            <a:off x="52977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F1_main_prauc_2348">
            <a:extLst>
              <a:ext uri="{FF2B5EF4-FFF2-40B4-BE49-F238E27FC236}">
                <a16:creationId xmlns:a16="http://schemas.microsoft.com/office/drawing/2014/main" id="{FFAE8268-6238-4366-9F07-F51B41A8A36E}"/>
              </a:ext>
            </a:extLst>
          </p:cNvPr>
          <p:cNvSpPr>
            <a:spLocks noGrp="1"/>
          </p:cNvSpPr>
          <p:nvPr/>
        </p:nvSpPr>
        <p:spPr>
          <a:xfrm>
            <a:off x="540821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F1_main_prauc_2349">
            <a:extLst>
              <a:ext uri="{FF2B5EF4-FFF2-40B4-BE49-F238E27FC236}">
                <a16:creationId xmlns:a16="http://schemas.microsoft.com/office/drawing/2014/main" id="{BF3C2CFA-1DFE-4344-A925-18AE41387EC9}"/>
              </a:ext>
            </a:extLst>
          </p:cNvPr>
          <p:cNvSpPr>
            <a:spLocks noGrp="1"/>
          </p:cNvSpPr>
          <p:nvPr/>
        </p:nvSpPr>
        <p:spPr>
          <a:xfrm>
            <a:off x="5281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F1_main_prauc_2350">
            <a:extLst>
              <a:ext uri="{FF2B5EF4-FFF2-40B4-BE49-F238E27FC236}">
                <a16:creationId xmlns:a16="http://schemas.microsoft.com/office/drawing/2014/main" id="{B450963C-3E8D-4A01-ADC5-1C4D0ED22DA0}"/>
              </a:ext>
            </a:extLst>
          </p:cNvPr>
          <p:cNvSpPr>
            <a:spLocks noGrp="1"/>
          </p:cNvSpPr>
          <p:nvPr/>
        </p:nvSpPr>
        <p:spPr>
          <a:xfrm>
            <a:off x="55134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F1_main_prauc_2351">
            <a:extLst>
              <a:ext uri="{FF2B5EF4-FFF2-40B4-BE49-F238E27FC236}">
                <a16:creationId xmlns:a16="http://schemas.microsoft.com/office/drawing/2014/main" id="{041D38A7-3F36-4079-A1FE-A1972FD005C2}"/>
              </a:ext>
            </a:extLst>
          </p:cNvPr>
          <p:cNvSpPr>
            <a:spLocks noGrp="1"/>
          </p:cNvSpPr>
          <p:nvPr/>
        </p:nvSpPr>
        <p:spPr>
          <a:xfrm>
            <a:off x="53475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F1_main_prauc_2352">
            <a:extLst>
              <a:ext uri="{FF2B5EF4-FFF2-40B4-BE49-F238E27FC236}">
                <a16:creationId xmlns:a16="http://schemas.microsoft.com/office/drawing/2014/main" id="{80DA4DBD-A54C-4A6D-9759-C5E87EC6FD96}"/>
              </a:ext>
            </a:extLst>
          </p:cNvPr>
          <p:cNvSpPr>
            <a:spLocks noGrp="1"/>
          </p:cNvSpPr>
          <p:nvPr/>
        </p:nvSpPr>
        <p:spPr>
          <a:xfrm>
            <a:off x="5334930" y="54267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F1_main_prauc_2353">
            <a:extLst>
              <a:ext uri="{FF2B5EF4-FFF2-40B4-BE49-F238E27FC236}">
                <a16:creationId xmlns:a16="http://schemas.microsoft.com/office/drawing/2014/main" id="{12B1CEBB-16F8-4B9C-BBDC-9D547B5B5B62}"/>
              </a:ext>
            </a:extLst>
          </p:cNvPr>
          <p:cNvSpPr>
            <a:spLocks noGrp="1"/>
          </p:cNvSpPr>
          <p:nvPr/>
        </p:nvSpPr>
        <p:spPr>
          <a:xfrm>
            <a:off x="53875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F1_main_prauc_2354">
            <a:extLst>
              <a:ext uri="{FF2B5EF4-FFF2-40B4-BE49-F238E27FC236}">
                <a16:creationId xmlns:a16="http://schemas.microsoft.com/office/drawing/2014/main" id="{80A401D2-4BA3-4027-8A60-4D0F31CBDDA3}"/>
              </a:ext>
            </a:extLst>
          </p:cNvPr>
          <p:cNvSpPr>
            <a:spLocks noGrp="1"/>
          </p:cNvSpPr>
          <p:nvPr/>
        </p:nvSpPr>
        <p:spPr>
          <a:xfrm>
            <a:off x="5321904" y="4312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F1_main_prauc_2355">
            <a:extLst>
              <a:ext uri="{FF2B5EF4-FFF2-40B4-BE49-F238E27FC236}">
                <a16:creationId xmlns:a16="http://schemas.microsoft.com/office/drawing/2014/main" id="{135C9B66-56F1-4E4F-AF9B-68F4C5A440B2}"/>
              </a:ext>
            </a:extLst>
          </p:cNvPr>
          <p:cNvSpPr>
            <a:spLocks noGrp="1"/>
          </p:cNvSpPr>
          <p:nvPr/>
        </p:nvSpPr>
        <p:spPr>
          <a:xfrm>
            <a:off x="5477142" y="599294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F1_main_prauc_2356">
            <a:extLst>
              <a:ext uri="{FF2B5EF4-FFF2-40B4-BE49-F238E27FC236}">
                <a16:creationId xmlns:a16="http://schemas.microsoft.com/office/drawing/2014/main" id="{052BDEA2-3410-428F-8677-BE8606392EC7}"/>
              </a:ext>
            </a:extLst>
          </p:cNvPr>
          <p:cNvSpPr>
            <a:spLocks noGrp="1"/>
          </p:cNvSpPr>
          <p:nvPr/>
        </p:nvSpPr>
        <p:spPr>
          <a:xfrm>
            <a:off x="5288810" y="453458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F1_main_prauc_2357">
            <a:extLst>
              <a:ext uri="{FF2B5EF4-FFF2-40B4-BE49-F238E27FC236}">
                <a16:creationId xmlns:a16="http://schemas.microsoft.com/office/drawing/2014/main" id="{047A5269-EE60-4748-8774-6518669559CF}"/>
              </a:ext>
            </a:extLst>
          </p:cNvPr>
          <p:cNvSpPr>
            <a:spLocks noGrp="1"/>
          </p:cNvSpPr>
          <p:nvPr/>
        </p:nvSpPr>
        <p:spPr>
          <a:xfrm>
            <a:off x="5289788" y="538487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F1_main_prauc_2358">
            <a:extLst>
              <a:ext uri="{FF2B5EF4-FFF2-40B4-BE49-F238E27FC236}">
                <a16:creationId xmlns:a16="http://schemas.microsoft.com/office/drawing/2014/main" id="{D0BA9F26-CA0A-4B70-A955-EBA5758BF628}"/>
              </a:ext>
            </a:extLst>
          </p:cNvPr>
          <p:cNvSpPr>
            <a:spLocks noGrp="1"/>
          </p:cNvSpPr>
          <p:nvPr/>
        </p:nvSpPr>
        <p:spPr>
          <a:xfrm>
            <a:off x="550438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F1_main_prauc_2359">
            <a:extLst>
              <a:ext uri="{FF2B5EF4-FFF2-40B4-BE49-F238E27FC236}">
                <a16:creationId xmlns:a16="http://schemas.microsoft.com/office/drawing/2014/main" id="{17E89F65-C591-4F60-A85A-BAA565195BED}"/>
              </a:ext>
            </a:extLst>
          </p:cNvPr>
          <p:cNvSpPr>
            <a:spLocks noGrp="1"/>
          </p:cNvSpPr>
          <p:nvPr/>
        </p:nvSpPr>
        <p:spPr>
          <a:xfrm>
            <a:off x="53145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F1_main_prauc_2360">
            <a:extLst>
              <a:ext uri="{FF2B5EF4-FFF2-40B4-BE49-F238E27FC236}">
                <a16:creationId xmlns:a16="http://schemas.microsoft.com/office/drawing/2014/main" id="{2B9F2D3B-C3FA-4B3B-ADB8-7493DB983100}"/>
              </a:ext>
            </a:extLst>
          </p:cNvPr>
          <p:cNvSpPr>
            <a:spLocks noGrp="1"/>
          </p:cNvSpPr>
          <p:nvPr/>
        </p:nvSpPr>
        <p:spPr>
          <a:xfrm>
            <a:off x="545378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F1_main_prauc_2361">
            <a:extLst>
              <a:ext uri="{FF2B5EF4-FFF2-40B4-BE49-F238E27FC236}">
                <a16:creationId xmlns:a16="http://schemas.microsoft.com/office/drawing/2014/main" id="{3A87CCC0-CE54-45D7-82C2-7A4DB15422D9}"/>
              </a:ext>
            </a:extLst>
          </p:cNvPr>
          <p:cNvSpPr>
            <a:spLocks noGrp="1"/>
          </p:cNvSpPr>
          <p:nvPr/>
        </p:nvSpPr>
        <p:spPr>
          <a:xfrm>
            <a:off x="5530148" y="474344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F1_main_prauc_2362">
            <a:extLst>
              <a:ext uri="{FF2B5EF4-FFF2-40B4-BE49-F238E27FC236}">
                <a16:creationId xmlns:a16="http://schemas.microsoft.com/office/drawing/2014/main" id="{9F0BB2B2-ADFD-4BA7-82EB-7AB525F660E2}"/>
              </a:ext>
            </a:extLst>
          </p:cNvPr>
          <p:cNvSpPr>
            <a:spLocks noGrp="1"/>
          </p:cNvSpPr>
          <p:nvPr/>
        </p:nvSpPr>
        <p:spPr>
          <a:xfrm>
            <a:off x="534830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F1_main_prauc_2363">
            <a:extLst>
              <a:ext uri="{FF2B5EF4-FFF2-40B4-BE49-F238E27FC236}">
                <a16:creationId xmlns:a16="http://schemas.microsoft.com/office/drawing/2014/main" id="{E37744E6-5A32-4542-BC7B-3147D1DDFED8}"/>
              </a:ext>
            </a:extLst>
          </p:cNvPr>
          <p:cNvSpPr>
            <a:spLocks noGrp="1"/>
          </p:cNvSpPr>
          <p:nvPr/>
        </p:nvSpPr>
        <p:spPr>
          <a:xfrm>
            <a:off x="52942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F1_main_prauc_2364">
            <a:extLst>
              <a:ext uri="{FF2B5EF4-FFF2-40B4-BE49-F238E27FC236}">
                <a16:creationId xmlns:a16="http://schemas.microsoft.com/office/drawing/2014/main" id="{DA87947B-E50F-4729-8E67-D07889187195}"/>
              </a:ext>
            </a:extLst>
          </p:cNvPr>
          <p:cNvSpPr>
            <a:spLocks noGrp="1"/>
          </p:cNvSpPr>
          <p:nvPr/>
        </p:nvSpPr>
        <p:spPr>
          <a:xfrm>
            <a:off x="553000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F1_main_prauc_2365">
            <a:extLst>
              <a:ext uri="{FF2B5EF4-FFF2-40B4-BE49-F238E27FC236}">
                <a16:creationId xmlns:a16="http://schemas.microsoft.com/office/drawing/2014/main" id="{BEF76FB3-16E5-4AE1-9FFF-536F791938DC}"/>
              </a:ext>
            </a:extLst>
          </p:cNvPr>
          <p:cNvSpPr>
            <a:spLocks noGrp="1"/>
          </p:cNvSpPr>
          <p:nvPr/>
        </p:nvSpPr>
        <p:spPr>
          <a:xfrm>
            <a:off x="5401894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F1_main_prauc_2366">
            <a:extLst>
              <a:ext uri="{FF2B5EF4-FFF2-40B4-BE49-F238E27FC236}">
                <a16:creationId xmlns:a16="http://schemas.microsoft.com/office/drawing/2014/main" id="{09C00FE3-5A1A-4673-95ED-C6D0383A9E47}"/>
              </a:ext>
            </a:extLst>
          </p:cNvPr>
          <p:cNvSpPr>
            <a:spLocks noGrp="1"/>
          </p:cNvSpPr>
          <p:nvPr/>
        </p:nvSpPr>
        <p:spPr>
          <a:xfrm>
            <a:off x="53555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F1_main_prauc_2367">
            <a:extLst>
              <a:ext uri="{FF2B5EF4-FFF2-40B4-BE49-F238E27FC236}">
                <a16:creationId xmlns:a16="http://schemas.microsoft.com/office/drawing/2014/main" id="{8CA0F82A-FB84-48F8-BB4A-5A0A968FB70F}"/>
              </a:ext>
            </a:extLst>
          </p:cNvPr>
          <p:cNvSpPr>
            <a:spLocks noGrp="1"/>
          </p:cNvSpPr>
          <p:nvPr/>
        </p:nvSpPr>
        <p:spPr>
          <a:xfrm>
            <a:off x="5406643" y="41125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F1_main_prauc_2368">
            <a:extLst>
              <a:ext uri="{FF2B5EF4-FFF2-40B4-BE49-F238E27FC236}">
                <a16:creationId xmlns:a16="http://schemas.microsoft.com/office/drawing/2014/main" id="{98ACA4CF-6925-44E9-AB7F-246E0CD3BDF0}"/>
              </a:ext>
            </a:extLst>
          </p:cNvPr>
          <p:cNvSpPr>
            <a:spLocks noGrp="1"/>
          </p:cNvSpPr>
          <p:nvPr/>
        </p:nvSpPr>
        <p:spPr>
          <a:xfrm>
            <a:off x="547844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F1_main_prauc_2369">
            <a:extLst>
              <a:ext uri="{FF2B5EF4-FFF2-40B4-BE49-F238E27FC236}">
                <a16:creationId xmlns:a16="http://schemas.microsoft.com/office/drawing/2014/main" id="{45D95CD9-B65E-4E9B-A689-CE768AB7A8ED}"/>
              </a:ext>
            </a:extLst>
          </p:cNvPr>
          <p:cNvSpPr>
            <a:spLocks noGrp="1"/>
          </p:cNvSpPr>
          <p:nvPr/>
        </p:nvSpPr>
        <p:spPr>
          <a:xfrm>
            <a:off x="53713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F1_main_prauc_2370">
            <a:extLst>
              <a:ext uri="{FF2B5EF4-FFF2-40B4-BE49-F238E27FC236}">
                <a16:creationId xmlns:a16="http://schemas.microsoft.com/office/drawing/2014/main" id="{9040214B-5524-4D6C-94B6-647325E79384}"/>
              </a:ext>
            </a:extLst>
          </p:cNvPr>
          <p:cNvSpPr>
            <a:spLocks noGrp="1"/>
          </p:cNvSpPr>
          <p:nvPr/>
        </p:nvSpPr>
        <p:spPr>
          <a:xfrm>
            <a:off x="52891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F1_main_prauc_2371">
            <a:extLst>
              <a:ext uri="{FF2B5EF4-FFF2-40B4-BE49-F238E27FC236}">
                <a16:creationId xmlns:a16="http://schemas.microsoft.com/office/drawing/2014/main" id="{E986DE73-C152-44CB-A788-7717C3189D44}"/>
              </a:ext>
            </a:extLst>
          </p:cNvPr>
          <p:cNvSpPr>
            <a:spLocks noGrp="1"/>
          </p:cNvSpPr>
          <p:nvPr/>
        </p:nvSpPr>
        <p:spPr>
          <a:xfrm>
            <a:off x="54872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F1_main_prauc_2372">
            <a:extLst>
              <a:ext uri="{FF2B5EF4-FFF2-40B4-BE49-F238E27FC236}">
                <a16:creationId xmlns:a16="http://schemas.microsoft.com/office/drawing/2014/main" id="{12C16D32-3D02-4890-8134-8BF66DBC3895}"/>
              </a:ext>
            </a:extLst>
          </p:cNvPr>
          <p:cNvSpPr>
            <a:spLocks noGrp="1"/>
          </p:cNvSpPr>
          <p:nvPr/>
        </p:nvSpPr>
        <p:spPr>
          <a:xfrm>
            <a:off x="54064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F1_main_prauc_2373">
            <a:extLst>
              <a:ext uri="{FF2B5EF4-FFF2-40B4-BE49-F238E27FC236}">
                <a16:creationId xmlns:a16="http://schemas.microsoft.com/office/drawing/2014/main" id="{B3511675-AEE5-4E04-9C59-FF268146B186}"/>
              </a:ext>
            </a:extLst>
          </p:cNvPr>
          <p:cNvSpPr>
            <a:spLocks noGrp="1"/>
          </p:cNvSpPr>
          <p:nvPr/>
        </p:nvSpPr>
        <p:spPr>
          <a:xfrm>
            <a:off x="5474198" y="478109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F1_main_prauc_2374">
            <a:extLst>
              <a:ext uri="{FF2B5EF4-FFF2-40B4-BE49-F238E27FC236}">
                <a16:creationId xmlns:a16="http://schemas.microsoft.com/office/drawing/2014/main" id="{108869E1-AD09-4653-A705-E05900081FF2}"/>
              </a:ext>
            </a:extLst>
          </p:cNvPr>
          <p:cNvSpPr>
            <a:spLocks noGrp="1"/>
          </p:cNvSpPr>
          <p:nvPr/>
        </p:nvSpPr>
        <p:spPr>
          <a:xfrm>
            <a:off x="54397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F1_main_prauc_2375">
            <a:extLst>
              <a:ext uri="{FF2B5EF4-FFF2-40B4-BE49-F238E27FC236}">
                <a16:creationId xmlns:a16="http://schemas.microsoft.com/office/drawing/2014/main" id="{88A66EE0-BF11-4E20-B4C3-9CA366B591B7}"/>
              </a:ext>
            </a:extLst>
          </p:cNvPr>
          <p:cNvSpPr>
            <a:spLocks noGrp="1"/>
          </p:cNvSpPr>
          <p:nvPr/>
        </p:nvSpPr>
        <p:spPr>
          <a:xfrm>
            <a:off x="5499474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F1_main_prauc_2376">
            <a:extLst>
              <a:ext uri="{FF2B5EF4-FFF2-40B4-BE49-F238E27FC236}">
                <a16:creationId xmlns:a16="http://schemas.microsoft.com/office/drawing/2014/main" id="{89C835BE-394A-44AC-A44C-848E21588469}"/>
              </a:ext>
            </a:extLst>
          </p:cNvPr>
          <p:cNvSpPr>
            <a:spLocks noGrp="1"/>
          </p:cNvSpPr>
          <p:nvPr/>
        </p:nvSpPr>
        <p:spPr>
          <a:xfrm>
            <a:off x="5315679" y="58616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F1_main_prauc_2377">
            <a:extLst>
              <a:ext uri="{FF2B5EF4-FFF2-40B4-BE49-F238E27FC236}">
                <a16:creationId xmlns:a16="http://schemas.microsoft.com/office/drawing/2014/main" id="{D8F4E849-8ADC-409F-8162-B9AA3D7CC94D}"/>
              </a:ext>
            </a:extLst>
          </p:cNvPr>
          <p:cNvSpPr>
            <a:spLocks noGrp="1"/>
          </p:cNvSpPr>
          <p:nvPr/>
        </p:nvSpPr>
        <p:spPr>
          <a:xfrm>
            <a:off x="5316353" y="477895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F1_main_prauc_2378">
            <a:extLst>
              <a:ext uri="{FF2B5EF4-FFF2-40B4-BE49-F238E27FC236}">
                <a16:creationId xmlns:a16="http://schemas.microsoft.com/office/drawing/2014/main" id="{3C0FD3BE-1E18-4BDB-9719-AF1B5D3FF648}"/>
              </a:ext>
            </a:extLst>
          </p:cNvPr>
          <p:cNvSpPr>
            <a:spLocks noGrp="1"/>
          </p:cNvSpPr>
          <p:nvPr/>
        </p:nvSpPr>
        <p:spPr>
          <a:xfrm>
            <a:off x="5417983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F1_main_prauc_2379">
            <a:extLst>
              <a:ext uri="{FF2B5EF4-FFF2-40B4-BE49-F238E27FC236}">
                <a16:creationId xmlns:a16="http://schemas.microsoft.com/office/drawing/2014/main" id="{E0DD3E8F-5C33-4054-92C7-AF75EC1F678E}"/>
              </a:ext>
            </a:extLst>
          </p:cNvPr>
          <p:cNvSpPr>
            <a:spLocks noGrp="1"/>
          </p:cNvSpPr>
          <p:nvPr/>
        </p:nvSpPr>
        <p:spPr>
          <a:xfrm>
            <a:off x="5294885" y="602692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F1_main_prauc_2380">
            <a:extLst>
              <a:ext uri="{FF2B5EF4-FFF2-40B4-BE49-F238E27FC236}">
                <a16:creationId xmlns:a16="http://schemas.microsoft.com/office/drawing/2014/main" id="{3EF52CD2-F7A3-4951-90AF-8EC675366A73}"/>
              </a:ext>
            </a:extLst>
          </p:cNvPr>
          <p:cNvSpPr>
            <a:spLocks noGrp="1"/>
          </p:cNvSpPr>
          <p:nvPr/>
        </p:nvSpPr>
        <p:spPr>
          <a:xfrm>
            <a:off x="5421546" y="608966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F1_main_prauc_2381">
            <a:extLst>
              <a:ext uri="{FF2B5EF4-FFF2-40B4-BE49-F238E27FC236}">
                <a16:creationId xmlns:a16="http://schemas.microsoft.com/office/drawing/2014/main" id="{2229F841-4A41-4F18-8EC2-F196088DF5C4}"/>
              </a:ext>
            </a:extLst>
          </p:cNvPr>
          <p:cNvSpPr>
            <a:spLocks noGrp="1"/>
          </p:cNvSpPr>
          <p:nvPr/>
        </p:nvSpPr>
        <p:spPr>
          <a:xfrm>
            <a:off x="54989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F1_main_prauc_2382">
            <a:extLst>
              <a:ext uri="{FF2B5EF4-FFF2-40B4-BE49-F238E27FC236}">
                <a16:creationId xmlns:a16="http://schemas.microsoft.com/office/drawing/2014/main" id="{E582BD71-CB0C-493B-9E00-99D580003174}"/>
              </a:ext>
            </a:extLst>
          </p:cNvPr>
          <p:cNvSpPr>
            <a:spLocks noGrp="1"/>
          </p:cNvSpPr>
          <p:nvPr/>
        </p:nvSpPr>
        <p:spPr>
          <a:xfrm>
            <a:off x="5394740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F1_main_prauc_2383">
            <a:extLst>
              <a:ext uri="{FF2B5EF4-FFF2-40B4-BE49-F238E27FC236}">
                <a16:creationId xmlns:a16="http://schemas.microsoft.com/office/drawing/2014/main" id="{DE757301-3B51-4E21-A2CF-E6DB2429C3A0}"/>
              </a:ext>
            </a:extLst>
          </p:cNvPr>
          <p:cNvSpPr>
            <a:spLocks noGrp="1"/>
          </p:cNvSpPr>
          <p:nvPr/>
        </p:nvSpPr>
        <p:spPr>
          <a:xfrm>
            <a:off x="5494087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F1_main_prauc_2384">
            <a:extLst>
              <a:ext uri="{FF2B5EF4-FFF2-40B4-BE49-F238E27FC236}">
                <a16:creationId xmlns:a16="http://schemas.microsoft.com/office/drawing/2014/main" id="{4CEBA9B3-91AC-4E2E-AEEC-36931804079F}"/>
              </a:ext>
            </a:extLst>
          </p:cNvPr>
          <p:cNvSpPr>
            <a:spLocks noGrp="1"/>
          </p:cNvSpPr>
          <p:nvPr/>
        </p:nvSpPr>
        <p:spPr>
          <a:xfrm>
            <a:off x="5288469" y="479012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F1_main_prauc_2385">
            <a:extLst>
              <a:ext uri="{FF2B5EF4-FFF2-40B4-BE49-F238E27FC236}">
                <a16:creationId xmlns:a16="http://schemas.microsoft.com/office/drawing/2014/main" id="{4C1FA493-02E7-4C38-8E11-1F534FA69D26}"/>
              </a:ext>
            </a:extLst>
          </p:cNvPr>
          <p:cNvSpPr>
            <a:spLocks noGrp="1"/>
          </p:cNvSpPr>
          <p:nvPr/>
        </p:nvSpPr>
        <p:spPr>
          <a:xfrm>
            <a:off x="52976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F1_main_prauc_2386">
            <a:extLst>
              <a:ext uri="{FF2B5EF4-FFF2-40B4-BE49-F238E27FC236}">
                <a16:creationId xmlns:a16="http://schemas.microsoft.com/office/drawing/2014/main" id="{6B094F01-0A4C-4B38-87BB-A371D5695D77}"/>
              </a:ext>
            </a:extLst>
          </p:cNvPr>
          <p:cNvSpPr>
            <a:spLocks noGrp="1"/>
          </p:cNvSpPr>
          <p:nvPr/>
        </p:nvSpPr>
        <p:spPr>
          <a:xfrm>
            <a:off x="5438567" y="578311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F1_main_prauc_2387">
            <a:extLst>
              <a:ext uri="{FF2B5EF4-FFF2-40B4-BE49-F238E27FC236}">
                <a16:creationId xmlns:a16="http://schemas.microsoft.com/office/drawing/2014/main" id="{B273AD6D-6D8F-452C-8D6E-A5F9E0297336}"/>
              </a:ext>
            </a:extLst>
          </p:cNvPr>
          <p:cNvSpPr>
            <a:spLocks noGrp="1"/>
          </p:cNvSpPr>
          <p:nvPr/>
        </p:nvSpPr>
        <p:spPr>
          <a:xfrm>
            <a:off x="68897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F1_main_prauc_2388">
            <a:extLst>
              <a:ext uri="{FF2B5EF4-FFF2-40B4-BE49-F238E27FC236}">
                <a16:creationId xmlns:a16="http://schemas.microsoft.com/office/drawing/2014/main" id="{2DAFC132-60E8-4D0A-A722-18BFC93C48FD}"/>
              </a:ext>
            </a:extLst>
          </p:cNvPr>
          <p:cNvSpPr>
            <a:spLocks noGrp="1"/>
          </p:cNvSpPr>
          <p:nvPr/>
        </p:nvSpPr>
        <p:spPr>
          <a:xfrm>
            <a:off x="68830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F1_main_prauc_2389">
            <a:extLst>
              <a:ext uri="{FF2B5EF4-FFF2-40B4-BE49-F238E27FC236}">
                <a16:creationId xmlns:a16="http://schemas.microsoft.com/office/drawing/2014/main" id="{B5B37A93-6AEA-4747-9908-4F294F6C72A6}"/>
              </a:ext>
            </a:extLst>
          </p:cNvPr>
          <p:cNvSpPr>
            <a:spLocks noGrp="1"/>
          </p:cNvSpPr>
          <p:nvPr/>
        </p:nvSpPr>
        <p:spPr>
          <a:xfrm>
            <a:off x="69681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F1_main_prauc_2390">
            <a:extLst>
              <a:ext uri="{FF2B5EF4-FFF2-40B4-BE49-F238E27FC236}">
                <a16:creationId xmlns:a16="http://schemas.microsoft.com/office/drawing/2014/main" id="{906A0B2C-96E4-47AB-BDB5-F067B0541872}"/>
              </a:ext>
            </a:extLst>
          </p:cNvPr>
          <p:cNvSpPr>
            <a:spLocks noGrp="1"/>
          </p:cNvSpPr>
          <p:nvPr/>
        </p:nvSpPr>
        <p:spPr>
          <a:xfrm>
            <a:off x="70631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F1_main_prauc_2391">
            <a:extLst>
              <a:ext uri="{FF2B5EF4-FFF2-40B4-BE49-F238E27FC236}">
                <a16:creationId xmlns:a16="http://schemas.microsoft.com/office/drawing/2014/main" id="{8C0CB322-71D9-4CC2-BF99-ADEEDC0DC145}"/>
              </a:ext>
            </a:extLst>
          </p:cNvPr>
          <p:cNvSpPr>
            <a:spLocks noGrp="1"/>
          </p:cNvSpPr>
          <p:nvPr/>
        </p:nvSpPr>
        <p:spPr>
          <a:xfrm>
            <a:off x="7095122" y="52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F1_main_prauc_2392">
            <a:extLst>
              <a:ext uri="{FF2B5EF4-FFF2-40B4-BE49-F238E27FC236}">
                <a16:creationId xmlns:a16="http://schemas.microsoft.com/office/drawing/2014/main" id="{BE60DC22-D5C8-40C8-88B0-5E766A8CE25A}"/>
              </a:ext>
            </a:extLst>
          </p:cNvPr>
          <p:cNvSpPr>
            <a:spLocks noGrp="1"/>
          </p:cNvSpPr>
          <p:nvPr/>
        </p:nvSpPr>
        <p:spPr>
          <a:xfrm>
            <a:off x="69521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F1_main_prauc_2393">
            <a:extLst>
              <a:ext uri="{FF2B5EF4-FFF2-40B4-BE49-F238E27FC236}">
                <a16:creationId xmlns:a16="http://schemas.microsoft.com/office/drawing/2014/main" id="{01D1C1C6-C718-449F-AF4C-F8B7AB039D56}"/>
              </a:ext>
            </a:extLst>
          </p:cNvPr>
          <p:cNvSpPr>
            <a:spLocks noGrp="1"/>
          </p:cNvSpPr>
          <p:nvPr/>
        </p:nvSpPr>
        <p:spPr>
          <a:xfrm>
            <a:off x="69818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F1_main_prauc_2394">
            <a:extLst>
              <a:ext uri="{FF2B5EF4-FFF2-40B4-BE49-F238E27FC236}">
                <a16:creationId xmlns:a16="http://schemas.microsoft.com/office/drawing/2014/main" id="{46CE7385-97EF-4928-833C-F39E2D5AFF41}"/>
              </a:ext>
            </a:extLst>
          </p:cNvPr>
          <p:cNvSpPr>
            <a:spLocks noGrp="1"/>
          </p:cNvSpPr>
          <p:nvPr/>
        </p:nvSpPr>
        <p:spPr>
          <a:xfrm>
            <a:off x="6884547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F1_main_prauc_2395">
            <a:extLst>
              <a:ext uri="{FF2B5EF4-FFF2-40B4-BE49-F238E27FC236}">
                <a16:creationId xmlns:a16="http://schemas.microsoft.com/office/drawing/2014/main" id="{EDFD159F-38F0-4984-8019-8FD319E291D7}"/>
              </a:ext>
            </a:extLst>
          </p:cNvPr>
          <p:cNvSpPr>
            <a:spLocks noGrp="1"/>
          </p:cNvSpPr>
          <p:nvPr/>
        </p:nvSpPr>
        <p:spPr>
          <a:xfrm>
            <a:off x="69486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F1_main_prauc_2396">
            <a:extLst>
              <a:ext uri="{FF2B5EF4-FFF2-40B4-BE49-F238E27FC236}">
                <a16:creationId xmlns:a16="http://schemas.microsoft.com/office/drawing/2014/main" id="{B7B855F7-07B7-4ABB-B408-4FC5945E5FDC}"/>
              </a:ext>
            </a:extLst>
          </p:cNvPr>
          <p:cNvSpPr>
            <a:spLocks noGrp="1"/>
          </p:cNvSpPr>
          <p:nvPr/>
        </p:nvSpPr>
        <p:spPr>
          <a:xfrm>
            <a:off x="702760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F1_main_prauc_2397">
            <a:extLst>
              <a:ext uri="{FF2B5EF4-FFF2-40B4-BE49-F238E27FC236}">
                <a16:creationId xmlns:a16="http://schemas.microsoft.com/office/drawing/2014/main" id="{14E0E94C-55CD-48B6-B4FE-C7910A54A09E}"/>
              </a:ext>
            </a:extLst>
          </p:cNvPr>
          <p:cNvSpPr>
            <a:spLocks noGrp="1"/>
          </p:cNvSpPr>
          <p:nvPr/>
        </p:nvSpPr>
        <p:spPr>
          <a:xfrm>
            <a:off x="7038274" y="60949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F1_main_prauc_2398">
            <a:extLst>
              <a:ext uri="{FF2B5EF4-FFF2-40B4-BE49-F238E27FC236}">
                <a16:creationId xmlns:a16="http://schemas.microsoft.com/office/drawing/2014/main" id="{A15DF2F8-6BF5-4F0A-9A5B-9CFC7E7C4802}"/>
              </a:ext>
            </a:extLst>
          </p:cNvPr>
          <p:cNvSpPr>
            <a:spLocks noGrp="1"/>
          </p:cNvSpPr>
          <p:nvPr/>
        </p:nvSpPr>
        <p:spPr>
          <a:xfrm>
            <a:off x="6970130" y="4741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F1_main_prauc_2399">
            <a:extLst>
              <a:ext uri="{FF2B5EF4-FFF2-40B4-BE49-F238E27FC236}">
                <a16:creationId xmlns:a16="http://schemas.microsoft.com/office/drawing/2014/main" id="{B013716F-3A8F-4519-A12A-FC9B84462D53}"/>
              </a:ext>
            </a:extLst>
          </p:cNvPr>
          <p:cNvSpPr>
            <a:spLocks noGrp="1"/>
          </p:cNvSpPr>
          <p:nvPr/>
        </p:nvSpPr>
        <p:spPr>
          <a:xfrm>
            <a:off x="6853901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F1_main_prauc_2400">
            <a:extLst>
              <a:ext uri="{FF2B5EF4-FFF2-40B4-BE49-F238E27FC236}">
                <a16:creationId xmlns:a16="http://schemas.microsoft.com/office/drawing/2014/main" id="{08426A10-3CE6-498B-BA7D-23A7A8D8B4CC}"/>
              </a:ext>
            </a:extLst>
          </p:cNvPr>
          <p:cNvSpPr>
            <a:spLocks noGrp="1"/>
          </p:cNvSpPr>
          <p:nvPr/>
        </p:nvSpPr>
        <p:spPr>
          <a:xfrm>
            <a:off x="68786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F1_main_prauc_2401">
            <a:extLst>
              <a:ext uri="{FF2B5EF4-FFF2-40B4-BE49-F238E27FC236}">
                <a16:creationId xmlns:a16="http://schemas.microsoft.com/office/drawing/2014/main" id="{58129B4E-5D03-4DA9-9716-A238394D4191}"/>
              </a:ext>
            </a:extLst>
          </p:cNvPr>
          <p:cNvSpPr>
            <a:spLocks noGrp="1"/>
          </p:cNvSpPr>
          <p:nvPr/>
        </p:nvSpPr>
        <p:spPr>
          <a:xfrm>
            <a:off x="69306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F1_main_prauc_2402">
            <a:extLst>
              <a:ext uri="{FF2B5EF4-FFF2-40B4-BE49-F238E27FC236}">
                <a16:creationId xmlns:a16="http://schemas.microsoft.com/office/drawing/2014/main" id="{12013785-4059-4161-8B56-6418B68EC339}"/>
              </a:ext>
            </a:extLst>
          </p:cNvPr>
          <p:cNvSpPr>
            <a:spLocks noGrp="1"/>
          </p:cNvSpPr>
          <p:nvPr/>
        </p:nvSpPr>
        <p:spPr>
          <a:xfrm>
            <a:off x="6933142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F1_main_prauc_2403">
            <a:extLst>
              <a:ext uri="{FF2B5EF4-FFF2-40B4-BE49-F238E27FC236}">
                <a16:creationId xmlns:a16="http://schemas.microsoft.com/office/drawing/2014/main" id="{21608A4A-34D1-42E6-B858-3AC0F15273DA}"/>
              </a:ext>
            </a:extLst>
          </p:cNvPr>
          <p:cNvSpPr>
            <a:spLocks noGrp="1"/>
          </p:cNvSpPr>
          <p:nvPr/>
        </p:nvSpPr>
        <p:spPr>
          <a:xfrm>
            <a:off x="70192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F1_main_prauc_2404">
            <a:extLst>
              <a:ext uri="{FF2B5EF4-FFF2-40B4-BE49-F238E27FC236}">
                <a16:creationId xmlns:a16="http://schemas.microsoft.com/office/drawing/2014/main" id="{55F97577-F5BD-4C7C-97EB-5F8655F16475}"/>
              </a:ext>
            </a:extLst>
          </p:cNvPr>
          <p:cNvSpPr>
            <a:spLocks noGrp="1"/>
          </p:cNvSpPr>
          <p:nvPr/>
        </p:nvSpPr>
        <p:spPr>
          <a:xfrm>
            <a:off x="6905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F1_main_prauc_2405">
            <a:extLst>
              <a:ext uri="{FF2B5EF4-FFF2-40B4-BE49-F238E27FC236}">
                <a16:creationId xmlns:a16="http://schemas.microsoft.com/office/drawing/2014/main" id="{86C9FF2D-8A54-420A-8800-C9AC5ACD3F6C}"/>
              </a:ext>
            </a:extLst>
          </p:cNvPr>
          <p:cNvSpPr>
            <a:spLocks noGrp="1"/>
          </p:cNvSpPr>
          <p:nvPr/>
        </p:nvSpPr>
        <p:spPr>
          <a:xfrm>
            <a:off x="7063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F1_main_prauc_2406">
            <a:extLst>
              <a:ext uri="{FF2B5EF4-FFF2-40B4-BE49-F238E27FC236}">
                <a16:creationId xmlns:a16="http://schemas.microsoft.com/office/drawing/2014/main" id="{B867AB8D-24F9-48BC-A2CF-8ADD091330C6}"/>
              </a:ext>
            </a:extLst>
          </p:cNvPr>
          <p:cNvSpPr>
            <a:spLocks noGrp="1"/>
          </p:cNvSpPr>
          <p:nvPr/>
        </p:nvSpPr>
        <p:spPr>
          <a:xfrm>
            <a:off x="7043375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F1_main_prauc_2407">
            <a:extLst>
              <a:ext uri="{FF2B5EF4-FFF2-40B4-BE49-F238E27FC236}">
                <a16:creationId xmlns:a16="http://schemas.microsoft.com/office/drawing/2014/main" id="{C45BC846-DB80-40F9-A6DB-ACDF6911CD23}"/>
              </a:ext>
            </a:extLst>
          </p:cNvPr>
          <p:cNvSpPr>
            <a:spLocks noGrp="1"/>
          </p:cNvSpPr>
          <p:nvPr/>
        </p:nvSpPr>
        <p:spPr>
          <a:xfrm>
            <a:off x="68955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F1_main_prauc_2408">
            <a:extLst>
              <a:ext uri="{FF2B5EF4-FFF2-40B4-BE49-F238E27FC236}">
                <a16:creationId xmlns:a16="http://schemas.microsoft.com/office/drawing/2014/main" id="{9480A575-D315-4641-8BB6-C6D416F55319}"/>
              </a:ext>
            </a:extLst>
          </p:cNvPr>
          <p:cNvSpPr>
            <a:spLocks noGrp="1"/>
          </p:cNvSpPr>
          <p:nvPr/>
        </p:nvSpPr>
        <p:spPr>
          <a:xfrm>
            <a:off x="690666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F1_main_prauc_2409">
            <a:extLst>
              <a:ext uri="{FF2B5EF4-FFF2-40B4-BE49-F238E27FC236}">
                <a16:creationId xmlns:a16="http://schemas.microsoft.com/office/drawing/2014/main" id="{C63A5665-6FE9-4B15-8F07-33738D38B98A}"/>
              </a:ext>
            </a:extLst>
          </p:cNvPr>
          <p:cNvSpPr>
            <a:spLocks noGrp="1"/>
          </p:cNvSpPr>
          <p:nvPr/>
        </p:nvSpPr>
        <p:spPr>
          <a:xfrm>
            <a:off x="6928367" y="546837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F1_main_prauc_2410">
            <a:extLst>
              <a:ext uri="{FF2B5EF4-FFF2-40B4-BE49-F238E27FC236}">
                <a16:creationId xmlns:a16="http://schemas.microsoft.com/office/drawing/2014/main" id="{9E87F0AF-FD32-417D-8F0E-74EB598D49EB}"/>
              </a:ext>
            </a:extLst>
          </p:cNvPr>
          <p:cNvSpPr>
            <a:spLocks noGrp="1"/>
          </p:cNvSpPr>
          <p:nvPr/>
        </p:nvSpPr>
        <p:spPr>
          <a:xfrm>
            <a:off x="7021936" y="60191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F1_main_prauc_2411">
            <a:extLst>
              <a:ext uri="{FF2B5EF4-FFF2-40B4-BE49-F238E27FC236}">
                <a16:creationId xmlns:a16="http://schemas.microsoft.com/office/drawing/2014/main" id="{46A08D41-803B-4656-9DF7-F2FB30586F7A}"/>
              </a:ext>
            </a:extLst>
          </p:cNvPr>
          <p:cNvSpPr>
            <a:spLocks noGrp="1"/>
          </p:cNvSpPr>
          <p:nvPr/>
        </p:nvSpPr>
        <p:spPr>
          <a:xfrm>
            <a:off x="709389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F1_main_prauc_2412">
            <a:extLst>
              <a:ext uri="{FF2B5EF4-FFF2-40B4-BE49-F238E27FC236}">
                <a16:creationId xmlns:a16="http://schemas.microsoft.com/office/drawing/2014/main" id="{D9D31F1F-7007-490A-BA71-024B88BA3580}"/>
              </a:ext>
            </a:extLst>
          </p:cNvPr>
          <p:cNvSpPr>
            <a:spLocks noGrp="1"/>
          </p:cNvSpPr>
          <p:nvPr/>
        </p:nvSpPr>
        <p:spPr>
          <a:xfrm>
            <a:off x="68642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F1_main_prauc_2413">
            <a:extLst>
              <a:ext uri="{FF2B5EF4-FFF2-40B4-BE49-F238E27FC236}">
                <a16:creationId xmlns:a16="http://schemas.microsoft.com/office/drawing/2014/main" id="{6831FEBB-FC4B-4A36-9ED6-3019B623E34F}"/>
              </a:ext>
            </a:extLst>
          </p:cNvPr>
          <p:cNvSpPr>
            <a:spLocks noGrp="1"/>
          </p:cNvSpPr>
          <p:nvPr/>
        </p:nvSpPr>
        <p:spPr>
          <a:xfrm>
            <a:off x="71006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F1_main_prauc_2414">
            <a:extLst>
              <a:ext uri="{FF2B5EF4-FFF2-40B4-BE49-F238E27FC236}">
                <a16:creationId xmlns:a16="http://schemas.microsoft.com/office/drawing/2014/main" id="{F45AE5C0-161B-433F-9374-73E3E06B6CD9}"/>
              </a:ext>
            </a:extLst>
          </p:cNvPr>
          <p:cNvSpPr>
            <a:spLocks noGrp="1"/>
          </p:cNvSpPr>
          <p:nvPr/>
        </p:nvSpPr>
        <p:spPr>
          <a:xfrm>
            <a:off x="71004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F1_main_prauc_2415">
            <a:extLst>
              <a:ext uri="{FF2B5EF4-FFF2-40B4-BE49-F238E27FC236}">
                <a16:creationId xmlns:a16="http://schemas.microsoft.com/office/drawing/2014/main" id="{65232FA6-0176-431A-83BC-6DA4ED489A00}"/>
              </a:ext>
            </a:extLst>
          </p:cNvPr>
          <p:cNvSpPr>
            <a:spLocks noGrp="1"/>
          </p:cNvSpPr>
          <p:nvPr/>
        </p:nvSpPr>
        <p:spPr>
          <a:xfrm>
            <a:off x="7045570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F1_main_prauc_2416">
            <a:extLst>
              <a:ext uri="{FF2B5EF4-FFF2-40B4-BE49-F238E27FC236}">
                <a16:creationId xmlns:a16="http://schemas.microsoft.com/office/drawing/2014/main" id="{1F4D97E8-B596-41DD-A46A-84BF793F0E68}"/>
              </a:ext>
            </a:extLst>
          </p:cNvPr>
          <p:cNvSpPr>
            <a:spLocks noGrp="1"/>
          </p:cNvSpPr>
          <p:nvPr/>
        </p:nvSpPr>
        <p:spPr>
          <a:xfrm>
            <a:off x="69260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F1_main_prauc_2417">
            <a:extLst>
              <a:ext uri="{FF2B5EF4-FFF2-40B4-BE49-F238E27FC236}">
                <a16:creationId xmlns:a16="http://schemas.microsoft.com/office/drawing/2014/main" id="{139CE085-DEC1-4B98-BFB8-3789A9807F4C}"/>
              </a:ext>
            </a:extLst>
          </p:cNvPr>
          <p:cNvSpPr>
            <a:spLocks noGrp="1"/>
          </p:cNvSpPr>
          <p:nvPr/>
        </p:nvSpPr>
        <p:spPr>
          <a:xfrm>
            <a:off x="688647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F1_main_prauc_2418">
            <a:extLst>
              <a:ext uri="{FF2B5EF4-FFF2-40B4-BE49-F238E27FC236}">
                <a16:creationId xmlns:a16="http://schemas.microsoft.com/office/drawing/2014/main" id="{28B092A7-73AC-4B2C-BE30-2BF18B20E162}"/>
              </a:ext>
            </a:extLst>
          </p:cNvPr>
          <p:cNvSpPr>
            <a:spLocks noGrp="1"/>
          </p:cNvSpPr>
          <p:nvPr/>
        </p:nvSpPr>
        <p:spPr>
          <a:xfrm>
            <a:off x="6916162" y="60373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F1_main_prauc_2419">
            <a:extLst>
              <a:ext uri="{FF2B5EF4-FFF2-40B4-BE49-F238E27FC236}">
                <a16:creationId xmlns:a16="http://schemas.microsoft.com/office/drawing/2014/main" id="{441F2FC9-59A1-438A-848C-4F1122FEFC94}"/>
              </a:ext>
            </a:extLst>
          </p:cNvPr>
          <p:cNvSpPr>
            <a:spLocks noGrp="1"/>
          </p:cNvSpPr>
          <p:nvPr/>
        </p:nvSpPr>
        <p:spPr>
          <a:xfrm>
            <a:off x="69068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F1_main_prauc_2420">
            <a:extLst>
              <a:ext uri="{FF2B5EF4-FFF2-40B4-BE49-F238E27FC236}">
                <a16:creationId xmlns:a16="http://schemas.microsoft.com/office/drawing/2014/main" id="{58973540-B6F0-4C49-BC6B-47DD2BE7AB45}"/>
              </a:ext>
            </a:extLst>
          </p:cNvPr>
          <p:cNvSpPr>
            <a:spLocks noGrp="1"/>
          </p:cNvSpPr>
          <p:nvPr/>
        </p:nvSpPr>
        <p:spPr>
          <a:xfrm>
            <a:off x="70664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F1_main_prauc_2421">
            <a:extLst>
              <a:ext uri="{FF2B5EF4-FFF2-40B4-BE49-F238E27FC236}">
                <a16:creationId xmlns:a16="http://schemas.microsoft.com/office/drawing/2014/main" id="{96AB06C2-3FFC-4F89-9871-A5BE59DEF42B}"/>
              </a:ext>
            </a:extLst>
          </p:cNvPr>
          <p:cNvSpPr>
            <a:spLocks noGrp="1"/>
          </p:cNvSpPr>
          <p:nvPr/>
        </p:nvSpPr>
        <p:spPr>
          <a:xfrm>
            <a:off x="70850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F1_main_prauc_2422">
            <a:extLst>
              <a:ext uri="{FF2B5EF4-FFF2-40B4-BE49-F238E27FC236}">
                <a16:creationId xmlns:a16="http://schemas.microsoft.com/office/drawing/2014/main" id="{83155487-80A7-4395-9E99-CEE0BA3447C7}"/>
              </a:ext>
            </a:extLst>
          </p:cNvPr>
          <p:cNvSpPr>
            <a:spLocks noGrp="1"/>
          </p:cNvSpPr>
          <p:nvPr/>
        </p:nvSpPr>
        <p:spPr>
          <a:xfrm>
            <a:off x="68651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F1_main_prauc_2423">
            <a:extLst>
              <a:ext uri="{FF2B5EF4-FFF2-40B4-BE49-F238E27FC236}">
                <a16:creationId xmlns:a16="http://schemas.microsoft.com/office/drawing/2014/main" id="{22BF47C5-61DE-42E8-9618-7B528DC4D16B}"/>
              </a:ext>
            </a:extLst>
          </p:cNvPr>
          <p:cNvSpPr>
            <a:spLocks noGrp="1"/>
          </p:cNvSpPr>
          <p:nvPr/>
        </p:nvSpPr>
        <p:spPr>
          <a:xfrm>
            <a:off x="69966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F1_main_prauc_2424">
            <a:extLst>
              <a:ext uri="{FF2B5EF4-FFF2-40B4-BE49-F238E27FC236}">
                <a16:creationId xmlns:a16="http://schemas.microsoft.com/office/drawing/2014/main" id="{C0473DC1-67C5-46CA-B566-7205FE51C01F}"/>
              </a:ext>
            </a:extLst>
          </p:cNvPr>
          <p:cNvSpPr>
            <a:spLocks noGrp="1"/>
          </p:cNvSpPr>
          <p:nvPr/>
        </p:nvSpPr>
        <p:spPr>
          <a:xfrm>
            <a:off x="689964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F1_main_prauc_2425">
            <a:extLst>
              <a:ext uri="{FF2B5EF4-FFF2-40B4-BE49-F238E27FC236}">
                <a16:creationId xmlns:a16="http://schemas.microsoft.com/office/drawing/2014/main" id="{46042759-5027-4FE7-8092-5D41A56C0460}"/>
              </a:ext>
            </a:extLst>
          </p:cNvPr>
          <p:cNvSpPr>
            <a:spLocks noGrp="1"/>
          </p:cNvSpPr>
          <p:nvPr/>
        </p:nvSpPr>
        <p:spPr>
          <a:xfrm>
            <a:off x="68938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F1_main_prauc_2426">
            <a:extLst>
              <a:ext uri="{FF2B5EF4-FFF2-40B4-BE49-F238E27FC236}">
                <a16:creationId xmlns:a16="http://schemas.microsoft.com/office/drawing/2014/main" id="{30E84BB4-8546-4928-8E8C-36CD670DC833}"/>
              </a:ext>
            </a:extLst>
          </p:cNvPr>
          <p:cNvSpPr>
            <a:spLocks noGrp="1"/>
          </p:cNvSpPr>
          <p:nvPr/>
        </p:nvSpPr>
        <p:spPr>
          <a:xfrm>
            <a:off x="70975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F1_main_prauc_2427">
            <a:extLst>
              <a:ext uri="{FF2B5EF4-FFF2-40B4-BE49-F238E27FC236}">
                <a16:creationId xmlns:a16="http://schemas.microsoft.com/office/drawing/2014/main" id="{49EF3974-C6BB-4E23-B150-332DD6D6D206}"/>
              </a:ext>
            </a:extLst>
          </p:cNvPr>
          <p:cNvSpPr>
            <a:spLocks noGrp="1"/>
          </p:cNvSpPr>
          <p:nvPr/>
        </p:nvSpPr>
        <p:spPr>
          <a:xfrm>
            <a:off x="68783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F1_main_prauc_2428">
            <a:extLst>
              <a:ext uri="{FF2B5EF4-FFF2-40B4-BE49-F238E27FC236}">
                <a16:creationId xmlns:a16="http://schemas.microsoft.com/office/drawing/2014/main" id="{DB2CE413-ECEA-4D34-9807-F3F13905B105}"/>
              </a:ext>
            </a:extLst>
          </p:cNvPr>
          <p:cNvSpPr>
            <a:spLocks noGrp="1"/>
          </p:cNvSpPr>
          <p:nvPr/>
        </p:nvSpPr>
        <p:spPr>
          <a:xfrm>
            <a:off x="68646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F1_main_prauc_2429">
            <a:extLst>
              <a:ext uri="{FF2B5EF4-FFF2-40B4-BE49-F238E27FC236}">
                <a16:creationId xmlns:a16="http://schemas.microsoft.com/office/drawing/2014/main" id="{F9ABAC6D-5065-40C2-832D-56D31C527B1D}"/>
              </a:ext>
            </a:extLst>
          </p:cNvPr>
          <p:cNvSpPr>
            <a:spLocks noGrp="1"/>
          </p:cNvSpPr>
          <p:nvPr/>
        </p:nvSpPr>
        <p:spPr>
          <a:xfrm>
            <a:off x="68899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F1_main_prauc_2430">
            <a:extLst>
              <a:ext uri="{FF2B5EF4-FFF2-40B4-BE49-F238E27FC236}">
                <a16:creationId xmlns:a16="http://schemas.microsoft.com/office/drawing/2014/main" id="{0CD392A2-905E-4391-A78B-6D1E47E6AADF}"/>
              </a:ext>
            </a:extLst>
          </p:cNvPr>
          <p:cNvSpPr>
            <a:spLocks noGrp="1"/>
          </p:cNvSpPr>
          <p:nvPr/>
        </p:nvSpPr>
        <p:spPr>
          <a:xfrm>
            <a:off x="70311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F1_main_prauc_2431">
            <a:extLst>
              <a:ext uri="{FF2B5EF4-FFF2-40B4-BE49-F238E27FC236}">
                <a16:creationId xmlns:a16="http://schemas.microsoft.com/office/drawing/2014/main" id="{57881349-8E3D-4B4C-AD6E-3475CD5EBB03}"/>
              </a:ext>
            </a:extLst>
          </p:cNvPr>
          <p:cNvSpPr>
            <a:spLocks noGrp="1"/>
          </p:cNvSpPr>
          <p:nvPr/>
        </p:nvSpPr>
        <p:spPr>
          <a:xfrm>
            <a:off x="70163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F1_main_prauc_2432">
            <a:extLst>
              <a:ext uri="{FF2B5EF4-FFF2-40B4-BE49-F238E27FC236}">
                <a16:creationId xmlns:a16="http://schemas.microsoft.com/office/drawing/2014/main" id="{F6EC5794-23B4-430F-A3C7-E4796E5B30F9}"/>
              </a:ext>
            </a:extLst>
          </p:cNvPr>
          <p:cNvSpPr>
            <a:spLocks noGrp="1"/>
          </p:cNvSpPr>
          <p:nvPr/>
        </p:nvSpPr>
        <p:spPr>
          <a:xfrm>
            <a:off x="69478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F1_main_prauc_2433">
            <a:extLst>
              <a:ext uri="{FF2B5EF4-FFF2-40B4-BE49-F238E27FC236}">
                <a16:creationId xmlns:a16="http://schemas.microsoft.com/office/drawing/2014/main" id="{94BC9A14-8D15-44FB-8356-4BEA97ED6E3C}"/>
              </a:ext>
            </a:extLst>
          </p:cNvPr>
          <p:cNvSpPr>
            <a:spLocks noGrp="1"/>
          </p:cNvSpPr>
          <p:nvPr/>
        </p:nvSpPr>
        <p:spPr>
          <a:xfrm>
            <a:off x="6917207" y="58093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F1_main_prauc_2434">
            <a:extLst>
              <a:ext uri="{FF2B5EF4-FFF2-40B4-BE49-F238E27FC236}">
                <a16:creationId xmlns:a16="http://schemas.microsoft.com/office/drawing/2014/main" id="{16498FD0-E8BA-4041-8867-594CA3F2C6EB}"/>
              </a:ext>
            </a:extLst>
          </p:cNvPr>
          <p:cNvSpPr>
            <a:spLocks noGrp="1"/>
          </p:cNvSpPr>
          <p:nvPr/>
        </p:nvSpPr>
        <p:spPr>
          <a:xfrm>
            <a:off x="69716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F1_main_prauc_2435">
            <a:extLst>
              <a:ext uri="{FF2B5EF4-FFF2-40B4-BE49-F238E27FC236}">
                <a16:creationId xmlns:a16="http://schemas.microsoft.com/office/drawing/2014/main" id="{F9A1556A-9F5C-4674-9256-B37D75E07415}"/>
              </a:ext>
            </a:extLst>
          </p:cNvPr>
          <p:cNvSpPr>
            <a:spLocks noGrp="1"/>
          </p:cNvSpPr>
          <p:nvPr/>
        </p:nvSpPr>
        <p:spPr>
          <a:xfrm>
            <a:off x="70055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F1_main_prauc_2436">
            <a:extLst>
              <a:ext uri="{FF2B5EF4-FFF2-40B4-BE49-F238E27FC236}">
                <a16:creationId xmlns:a16="http://schemas.microsoft.com/office/drawing/2014/main" id="{E17D31C7-8753-4D10-80EB-DE5BD06A4D50}"/>
              </a:ext>
            </a:extLst>
          </p:cNvPr>
          <p:cNvSpPr>
            <a:spLocks noGrp="1"/>
          </p:cNvSpPr>
          <p:nvPr/>
        </p:nvSpPr>
        <p:spPr>
          <a:xfrm>
            <a:off x="68550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F1_main_prauc_2437">
            <a:extLst>
              <a:ext uri="{FF2B5EF4-FFF2-40B4-BE49-F238E27FC236}">
                <a16:creationId xmlns:a16="http://schemas.microsoft.com/office/drawing/2014/main" id="{7D190600-55CD-4727-BF1D-6045429880CB}"/>
              </a:ext>
            </a:extLst>
          </p:cNvPr>
          <p:cNvSpPr>
            <a:spLocks noGrp="1"/>
          </p:cNvSpPr>
          <p:nvPr/>
        </p:nvSpPr>
        <p:spPr>
          <a:xfrm>
            <a:off x="70420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F1_main_prauc_2438">
            <a:extLst>
              <a:ext uri="{FF2B5EF4-FFF2-40B4-BE49-F238E27FC236}">
                <a16:creationId xmlns:a16="http://schemas.microsoft.com/office/drawing/2014/main" id="{8A2FBF56-BB30-4518-9D88-F2F17DBBFEEC}"/>
              </a:ext>
            </a:extLst>
          </p:cNvPr>
          <p:cNvSpPr>
            <a:spLocks noGrp="1"/>
          </p:cNvSpPr>
          <p:nvPr/>
        </p:nvSpPr>
        <p:spPr>
          <a:xfrm>
            <a:off x="69643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F1_main_prauc_2439">
            <a:extLst>
              <a:ext uri="{FF2B5EF4-FFF2-40B4-BE49-F238E27FC236}">
                <a16:creationId xmlns:a16="http://schemas.microsoft.com/office/drawing/2014/main" id="{34EDDF40-0741-4438-B3C0-0C9CC360EC1A}"/>
              </a:ext>
            </a:extLst>
          </p:cNvPr>
          <p:cNvSpPr>
            <a:spLocks noGrp="1"/>
          </p:cNvSpPr>
          <p:nvPr/>
        </p:nvSpPr>
        <p:spPr>
          <a:xfrm>
            <a:off x="6927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F1_main_prauc_2440">
            <a:extLst>
              <a:ext uri="{FF2B5EF4-FFF2-40B4-BE49-F238E27FC236}">
                <a16:creationId xmlns:a16="http://schemas.microsoft.com/office/drawing/2014/main" id="{C594640C-72D3-400F-A3BD-1EB13C8979D3}"/>
              </a:ext>
            </a:extLst>
          </p:cNvPr>
          <p:cNvSpPr>
            <a:spLocks noGrp="1"/>
          </p:cNvSpPr>
          <p:nvPr/>
        </p:nvSpPr>
        <p:spPr>
          <a:xfrm>
            <a:off x="7031284" y="60045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F1_main_prauc_2441">
            <a:extLst>
              <a:ext uri="{FF2B5EF4-FFF2-40B4-BE49-F238E27FC236}">
                <a16:creationId xmlns:a16="http://schemas.microsoft.com/office/drawing/2014/main" id="{D8101246-591D-4F7C-867D-78C9AA9CC7BC}"/>
              </a:ext>
            </a:extLst>
          </p:cNvPr>
          <p:cNvSpPr>
            <a:spLocks noGrp="1"/>
          </p:cNvSpPr>
          <p:nvPr/>
        </p:nvSpPr>
        <p:spPr>
          <a:xfrm>
            <a:off x="70676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F1_main_prauc_2442">
            <a:extLst>
              <a:ext uri="{FF2B5EF4-FFF2-40B4-BE49-F238E27FC236}">
                <a16:creationId xmlns:a16="http://schemas.microsoft.com/office/drawing/2014/main" id="{D981A745-F0E5-4687-B0C5-3CA65F5D0C67}"/>
              </a:ext>
            </a:extLst>
          </p:cNvPr>
          <p:cNvSpPr>
            <a:spLocks noGrp="1"/>
          </p:cNvSpPr>
          <p:nvPr/>
        </p:nvSpPr>
        <p:spPr>
          <a:xfrm>
            <a:off x="7059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F1_main_prauc_2443">
            <a:extLst>
              <a:ext uri="{FF2B5EF4-FFF2-40B4-BE49-F238E27FC236}">
                <a16:creationId xmlns:a16="http://schemas.microsoft.com/office/drawing/2014/main" id="{A43D7E9C-0ADF-4E39-A084-C438345A0757}"/>
              </a:ext>
            </a:extLst>
          </p:cNvPr>
          <p:cNvSpPr>
            <a:spLocks noGrp="1"/>
          </p:cNvSpPr>
          <p:nvPr/>
        </p:nvSpPr>
        <p:spPr>
          <a:xfrm>
            <a:off x="70470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F1_main_prauc_2444">
            <a:extLst>
              <a:ext uri="{FF2B5EF4-FFF2-40B4-BE49-F238E27FC236}">
                <a16:creationId xmlns:a16="http://schemas.microsoft.com/office/drawing/2014/main" id="{239899A0-EE34-4C21-BBC4-4716DF3C5D92}"/>
              </a:ext>
            </a:extLst>
          </p:cNvPr>
          <p:cNvSpPr>
            <a:spLocks noGrp="1"/>
          </p:cNvSpPr>
          <p:nvPr/>
        </p:nvSpPr>
        <p:spPr>
          <a:xfrm>
            <a:off x="70301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F1_main_prauc_2445">
            <a:extLst>
              <a:ext uri="{FF2B5EF4-FFF2-40B4-BE49-F238E27FC236}">
                <a16:creationId xmlns:a16="http://schemas.microsoft.com/office/drawing/2014/main" id="{DE01FCBE-AD50-4623-9B4B-F6D8EE6C7C75}"/>
              </a:ext>
            </a:extLst>
          </p:cNvPr>
          <p:cNvSpPr>
            <a:spLocks noGrp="1"/>
          </p:cNvSpPr>
          <p:nvPr/>
        </p:nvSpPr>
        <p:spPr>
          <a:xfrm>
            <a:off x="7016072" y="6048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F1_main_prauc_2446">
            <a:extLst>
              <a:ext uri="{FF2B5EF4-FFF2-40B4-BE49-F238E27FC236}">
                <a16:creationId xmlns:a16="http://schemas.microsoft.com/office/drawing/2014/main" id="{B18F3AE2-F793-458E-A171-5B7AA02A35A9}"/>
              </a:ext>
            </a:extLst>
          </p:cNvPr>
          <p:cNvSpPr>
            <a:spLocks noGrp="1"/>
          </p:cNvSpPr>
          <p:nvPr/>
        </p:nvSpPr>
        <p:spPr>
          <a:xfrm>
            <a:off x="70174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F1_main_prauc_2447">
            <a:extLst>
              <a:ext uri="{FF2B5EF4-FFF2-40B4-BE49-F238E27FC236}">
                <a16:creationId xmlns:a16="http://schemas.microsoft.com/office/drawing/2014/main" id="{46FD4FAC-361C-435F-9388-8CEDAF5987A2}"/>
              </a:ext>
            </a:extLst>
          </p:cNvPr>
          <p:cNvSpPr>
            <a:spLocks noGrp="1"/>
          </p:cNvSpPr>
          <p:nvPr/>
        </p:nvSpPr>
        <p:spPr>
          <a:xfrm>
            <a:off x="6909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F1_main_prauc_2448">
            <a:extLst>
              <a:ext uri="{FF2B5EF4-FFF2-40B4-BE49-F238E27FC236}">
                <a16:creationId xmlns:a16="http://schemas.microsoft.com/office/drawing/2014/main" id="{57EA9FE4-7006-4DCF-970B-C36008E65EE5}"/>
              </a:ext>
            </a:extLst>
          </p:cNvPr>
          <p:cNvSpPr>
            <a:spLocks noGrp="1"/>
          </p:cNvSpPr>
          <p:nvPr/>
        </p:nvSpPr>
        <p:spPr>
          <a:xfrm>
            <a:off x="70340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F1_main_prauc_2449">
            <a:extLst>
              <a:ext uri="{FF2B5EF4-FFF2-40B4-BE49-F238E27FC236}">
                <a16:creationId xmlns:a16="http://schemas.microsoft.com/office/drawing/2014/main" id="{239B0D07-63A8-4731-93F4-099BDC1617CC}"/>
              </a:ext>
            </a:extLst>
          </p:cNvPr>
          <p:cNvSpPr>
            <a:spLocks noGrp="1"/>
          </p:cNvSpPr>
          <p:nvPr/>
        </p:nvSpPr>
        <p:spPr>
          <a:xfrm>
            <a:off x="70621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F1_main_prauc_2450">
            <a:extLst>
              <a:ext uri="{FF2B5EF4-FFF2-40B4-BE49-F238E27FC236}">
                <a16:creationId xmlns:a16="http://schemas.microsoft.com/office/drawing/2014/main" id="{7CA5A82D-D4A7-4A30-ABEF-4E7712A16F42}"/>
              </a:ext>
            </a:extLst>
          </p:cNvPr>
          <p:cNvSpPr>
            <a:spLocks noGrp="1"/>
          </p:cNvSpPr>
          <p:nvPr/>
        </p:nvSpPr>
        <p:spPr>
          <a:xfrm>
            <a:off x="70587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F1_main_prauc_2451">
            <a:extLst>
              <a:ext uri="{FF2B5EF4-FFF2-40B4-BE49-F238E27FC236}">
                <a16:creationId xmlns:a16="http://schemas.microsoft.com/office/drawing/2014/main" id="{5961C0FB-A00E-4C7A-9B90-21B61C6F8D9F}"/>
              </a:ext>
            </a:extLst>
          </p:cNvPr>
          <p:cNvSpPr>
            <a:spLocks noGrp="1"/>
          </p:cNvSpPr>
          <p:nvPr/>
        </p:nvSpPr>
        <p:spPr>
          <a:xfrm>
            <a:off x="6966537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F1_main_prauc_2452">
            <a:extLst>
              <a:ext uri="{FF2B5EF4-FFF2-40B4-BE49-F238E27FC236}">
                <a16:creationId xmlns:a16="http://schemas.microsoft.com/office/drawing/2014/main" id="{946E71EE-889D-4F20-8FC6-328D1B1BD9DF}"/>
              </a:ext>
            </a:extLst>
          </p:cNvPr>
          <p:cNvSpPr>
            <a:spLocks noGrp="1"/>
          </p:cNvSpPr>
          <p:nvPr/>
        </p:nvSpPr>
        <p:spPr>
          <a:xfrm>
            <a:off x="70708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F1_main_prauc_2453">
            <a:extLst>
              <a:ext uri="{FF2B5EF4-FFF2-40B4-BE49-F238E27FC236}">
                <a16:creationId xmlns:a16="http://schemas.microsoft.com/office/drawing/2014/main" id="{11D31962-6CB4-4262-8DA7-8E6E0E7D5FFB}"/>
              </a:ext>
            </a:extLst>
          </p:cNvPr>
          <p:cNvSpPr>
            <a:spLocks noGrp="1"/>
          </p:cNvSpPr>
          <p:nvPr/>
        </p:nvSpPr>
        <p:spPr>
          <a:xfrm>
            <a:off x="69095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F1_main_prauc_2454">
            <a:extLst>
              <a:ext uri="{FF2B5EF4-FFF2-40B4-BE49-F238E27FC236}">
                <a16:creationId xmlns:a16="http://schemas.microsoft.com/office/drawing/2014/main" id="{846BA8BF-B555-4D79-AB5B-964D3DB25933}"/>
              </a:ext>
            </a:extLst>
          </p:cNvPr>
          <p:cNvSpPr>
            <a:spLocks noGrp="1"/>
          </p:cNvSpPr>
          <p:nvPr/>
        </p:nvSpPr>
        <p:spPr>
          <a:xfrm>
            <a:off x="70306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F1_main_prauc_2455">
            <a:extLst>
              <a:ext uri="{FF2B5EF4-FFF2-40B4-BE49-F238E27FC236}">
                <a16:creationId xmlns:a16="http://schemas.microsoft.com/office/drawing/2014/main" id="{DA053372-8413-4B1E-AAF6-418AACC612FE}"/>
              </a:ext>
            </a:extLst>
          </p:cNvPr>
          <p:cNvSpPr>
            <a:spLocks noGrp="1"/>
          </p:cNvSpPr>
          <p:nvPr/>
        </p:nvSpPr>
        <p:spPr>
          <a:xfrm>
            <a:off x="6885795" y="57231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F1_main_prauc_2456">
            <a:extLst>
              <a:ext uri="{FF2B5EF4-FFF2-40B4-BE49-F238E27FC236}">
                <a16:creationId xmlns:a16="http://schemas.microsoft.com/office/drawing/2014/main" id="{5BBA9652-AD5D-4045-9B5C-8CC78656B94D}"/>
              </a:ext>
            </a:extLst>
          </p:cNvPr>
          <p:cNvSpPr>
            <a:spLocks noGrp="1"/>
          </p:cNvSpPr>
          <p:nvPr/>
        </p:nvSpPr>
        <p:spPr>
          <a:xfrm>
            <a:off x="69937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F1_main_prauc_2457">
            <a:extLst>
              <a:ext uri="{FF2B5EF4-FFF2-40B4-BE49-F238E27FC236}">
                <a16:creationId xmlns:a16="http://schemas.microsoft.com/office/drawing/2014/main" id="{704C02EE-A7FD-47D0-8A6F-27AF6751B2ED}"/>
              </a:ext>
            </a:extLst>
          </p:cNvPr>
          <p:cNvSpPr>
            <a:spLocks noGrp="1"/>
          </p:cNvSpPr>
          <p:nvPr/>
        </p:nvSpPr>
        <p:spPr>
          <a:xfrm>
            <a:off x="706860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F1_main_prauc_2458">
            <a:extLst>
              <a:ext uri="{FF2B5EF4-FFF2-40B4-BE49-F238E27FC236}">
                <a16:creationId xmlns:a16="http://schemas.microsoft.com/office/drawing/2014/main" id="{D04DD915-ED0F-42AA-A072-26BF6C85BB6C}"/>
              </a:ext>
            </a:extLst>
          </p:cNvPr>
          <p:cNvSpPr>
            <a:spLocks noGrp="1"/>
          </p:cNvSpPr>
          <p:nvPr/>
        </p:nvSpPr>
        <p:spPr>
          <a:xfrm>
            <a:off x="70924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F1_main_prauc_2459">
            <a:extLst>
              <a:ext uri="{FF2B5EF4-FFF2-40B4-BE49-F238E27FC236}">
                <a16:creationId xmlns:a16="http://schemas.microsoft.com/office/drawing/2014/main" id="{EF688FC6-23C6-4B8A-BD2F-BC8D1F2B2635}"/>
              </a:ext>
            </a:extLst>
          </p:cNvPr>
          <p:cNvSpPr>
            <a:spLocks noGrp="1"/>
          </p:cNvSpPr>
          <p:nvPr/>
        </p:nvSpPr>
        <p:spPr>
          <a:xfrm>
            <a:off x="694106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F1_main_prauc_2460">
            <a:extLst>
              <a:ext uri="{FF2B5EF4-FFF2-40B4-BE49-F238E27FC236}">
                <a16:creationId xmlns:a16="http://schemas.microsoft.com/office/drawing/2014/main" id="{186FBB4C-5CA1-4BB2-8FF7-BAD3C8701875}"/>
              </a:ext>
            </a:extLst>
          </p:cNvPr>
          <p:cNvSpPr>
            <a:spLocks noGrp="1"/>
          </p:cNvSpPr>
          <p:nvPr/>
        </p:nvSpPr>
        <p:spPr>
          <a:xfrm>
            <a:off x="6995116" y="6010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F1_main_prauc_2461">
            <a:extLst>
              <a:ext uri="{FF2B5EF4-FFF2-40B4-BE49-F238E27FC236}">
                <a16:creationId xmlns:a16="http://schemas.microsoft.com/office/drawing/2014/main" id="{8DA81929-A94B-4179-8FB4-9C08A5C20D57}"/>
              </a:ext>
            </a:extLst>
          </p:cNvPr>
          <p:cNvSpPr>
            <a:spLocks noGrp="1"/>
          </p:cNvSpPr>
          <p:nvPr/>
        </p:nvSpPr>
        <p:spPr>
          <a:xfrm>
            <a:off x="68701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F1_main_prauc_2462">
            <a:extLst>
              <a:ext uri="{FF2B5EF4-FFF2-40B4-BE49-F238E27FC236}">
                <a16:creationId xmlns:a16="http://schemas.microsoft.com/office/drawing/2014/main" id="{1C8119BF-A112-4532-887E-8ED4268BFEF1}"/>
              </a:ext>
            </a:extLst>
          </p:cNvPr>
          <p:cNvSpPr>
            <a:spLocks noGrp="1"/>
          </p:cNvSpPr>
          <p:nvPr/>
        </p:nvSpPr>
        <p:spPr>
          <a:xfrm>
            <a:off x="69318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F1_main_prauc_2463">
            <a:extLst>
              <a:ext uri="{FF2B5EF4-FFF2-40B4-BE49-F238E27FC236}">
                <a16:creationId xmlns:a16="http://schemas.microsoft.com/office/drawing/2014/main" id="{7A3D61AA-3115-4071-947C-CD6303EBDFC4}"/>
              </a:ext>
            </a:extLst>
          </p:cNvPr>
          <p:cNvSpPr>
            <a:spLocks noGrp="1"/>
          </p:cNvSpPr>
          <p:nvPr/>
        </p:nvSpPr>
        <p:spPr>
          <a:xfrm>
            <a:off x="68969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F1_main_prauc_2464">
            <a:extLst>
              <a:ext uri="{FF2B5EF4-FFF2-40B4-BE49-F238E27FC236}">
                <a16:creationId xmlns:a16="http://schemas.microsoft.com/office/drawing/2014/main" id="{502B2AD9-56D1-423E-9908-7408228ECB7A}"/>
              </a:ext>
            </a:extLst>
          </p:cNvPr>
          <p:cNvSpPr>
            <a:spLocks noGrp="1"/>
          </p:cNvSpPr>
          <p:nvPr/>
        </p:nvSpPr>
        <p:spPr>
          <a:xfrm>
            <a:off x="6874933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F1_main_prauc_2465">
            <a:extLst>
              <a:ext uri="{FF2B5EF4-FFF2-40B4-BE49-F238E27FC236}">
                <a16:creationId xmlns:a16="http://schemas.microsoft.com/office/drawing/2014/main" id="{6E27DBB3-7A08-4599-B4AA-4BF3FF8A4686}"/>
              </a:ext>
            </a:extLst>
          </p:cNvPr>
          <p:cNvSpPr>
            <a:spLocks noGrp="1"/>
          </p:cNvSpPr>
          <p:nvPr/>
        </p:nvSpPr>
        <p:spPr>
          <a:xfrm>
            <a:off x="701505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F1_main_prauc_2466">
            <a:extLst>
              <a:ext uri="{FF2B5EF4-FFF2-40B4-BE49-F238E27FC236}">
                <a16:creationId xmlns:a16="http://schemas.microsoft.com/office/drawing/2014/main" id="{BEBAFDDA-EEE4-4DD8-B075-4B7736FF64DA}"/>
              </a:ext>
            </a:extLst>
          </p:cNvPr>
          <p:cNvSpPr>
            <a:spLocks noGrp="1"/>
          </p:cNvSpPr>
          <p:nvPr/>
        </p:nvSpPr>
        <p:spPr>
          <a:xfrm>
            <a:off x="6854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F1_main_prauc_2467">
            <a:extLst>
              <a:ext uri="{FF2B5EF4-FFF2-40B4-BE49-F238E27FC236}">
                <a16:creationId xmlns:a16="http://schemas.microsoft.com/office/drawing/2014/main" id="{7104A945-DC57-45A8-B161-28D8196FC4E1}"/>
              </a:ext>
            </a:extLst>
          </p:cNvPr>
          <p:cNvSpPr>
            <a:spLocks noGrp="1"/>
          </p:cNvSpPr>
          <p:nvPr/>
        </p:nvSpPr>
        <p:spPr>
          <a:xfrm>
            <a:off x="709036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F1_main_prauc_2468">
            <a:extLst>
              <a:ext uri="{FF2B5EF4-FFF2-40B4-BE49-F238E27FC236}">
                <a16:creationId xmlns:a16="http://schemas.microsoft.com/office/drawing/2014/main" id="{BD9F2986-6F02-4AE4-98F7-F3FB277142B7}"/>
              </a:ext>
            </a:extLst>
          </p:cNvPr>
          <p:cNvSpPr>
            <a:spLocks noGrp="1"/>
          </p:cNvSpPr>
          <p:nvPr/>
        </p:nvSpPr>
        <p:spPr>
          <a:xfrm>
            <a:off x="710088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F1_main_prauc_2469">
            <a:extLst>
              <a:ext uri="{FF2B5EF4-FFF2-40B4-BE49-F238E27FC236}">
                <a16:creationId xmlns:a16="http://schemas.microsoft.com/office/drawing/2014/main" id="{28C0932B-D89C-4288-AA07-DD4D603D602F}"/>
              </a:ext>
            </a:extLst>
          </p:cNvPr>
          <p:cNvSpPr>
            <a:spLocks noGrp="1"/>
          </p:cNvSpPr>
          <p:nvPr/>
        </p:nvSpPr>
        <p:spPr>
          <a:xfrm>
            <a:off x="70175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F1_main_prauc_2470">
            <a:extLst>
              <a:ext uri="{FF2B5EF4-FFF2-40B4-BE49-F238E27FC236}">
                <a16:creationId xmlns:a16="http://schemas.microsoft.com/office/drawing/2014/main" id="{0E2624C4-1BED-4990-BE72-ED9BFA75C86D}"/>
              </a:ext>
            </a:extLst>
          </p:cNvPr>
          <p:cNvSpPr>
            <a:spLocks noGrp="1"/>
          </p:cNvSpPr>
          <p:nvPr/>
        </p:nvSpPr>
        <p:spPr>
          <a:xfrm>
            <a:off x="69071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F1_main_prauc_2471">
            <a:extLst>
              <a:ext uri="{FF2B5EF4-FFF2-40B4-BE49-F238E27FC236}">
                <a16:creationId xmlns:a16="http://schemas.microsoft.com/office/drawing/2014/main" id="{A3FAB91D-72DD-4ECD-B81B-6CFC4D583440}"/>
              </a:ext>
            </a:extLst>
          </p:cNvPr>
          <p:cNvSpPr>
            <a:spLocks noGrp="1"/>
          </p:cNvSpPr>
          <p:nvPr/>
        </p:nvSpPr>
        <p:spPr>
          <a:xfrm>
            <a:off x="69624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F1_main_prauc_2472">
            <a:extLst>
              <a:ext uri="{FF2B5EF4-FFF2-40B4-BE49-F238E27FC236}">
                <a16:creationId xmlns:a16="http://schemas.microsoft.com/office/drawing/2014/main" id="{02644978-9B3F-4B85-A7BE-F08254CDEC44}"/>
              </a:ext>
            </a:extLst>
          </p:cNvPr>
          <p:cNvSpPr>
            <a:spLocks noGrp="1"/>
          </p:cNvSpPr>
          <p:nvPr/>
        </p:nvSpPr>
        <p:spPr>
          <a:xfrm>
            <a:off x="6940440" y="60818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F1_main_prauc_2473">
            <a:extLst>
              <a:ext uri="{FF2B5EF4-FFF2-40B4-BE49-F238E27FC236}">
                <a16:creationId xmlns:a16="http://schemas.microsoft.com/office/drawing/2014/main" id="{A0E6C328-18F4-4BA5-AD03-33031AFB49FD}"/>
              </a:ext>
            </a:extLst>
          </p:cNvPr>
          <p:cNvSpPr>
            <a:spLocks noGrp="1"/>
          </p:cNvSpPr>
          <p:nvPr/>
        </p:nvSpPr>
        <p:spPr>
          <a:xfrm>
            <a:off x="7057482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F1_main_prauc_2474">
            <a:extLst>
              <a:ext uri="{FF2B5EF4-FFF2-40B4-BE49-F238E27FC236}">
                <a16:creationId xmlns:a16="http://schemas.microsoft.com/office/drawing/2014/main" id="{132333F4-98A2-44EA-991A-CB31A58430A5}"/>
              </a:ext>
            </a:extLst>
          </p:cNvPr>
          <p:cNvSpPr>
            <a:spLocks noGrp="1"/>
          </p:cNvSpPr>
          <p:nvPr/>
        </p:nvSpPr>
        <p:spPr>
          <a:xfrm>
            <a:off x="70668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F1_main_prauc_2475">
            <a:extLst>
              <a:ext uri="{FF2B5EF4-FFF2-40B4-BE49-F238E27FC236}">
                <a16:creationId xmlns:a16="http://schemas.microsoft.com/office/drawing/2014/main" id="{CE902A5E-A921-479B-9A06-9C6F7E6ED295}"/>
              </a:ext>
            </a:extLst>
          </p:cNvPr>
          <p:cNvSpPr>
            <a:spLocks noGrp="1"/>
          </p:cNvSpPr>
          <p:nvPr/>
        </p:nvSpPr>
        <p:spPr>
          <a:xfrm>
            <a:off x="690919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F1_main_prauc_2476">
            <a:extLst>
              <a:ext uri="{FF2B5EF4-FFF2-40B4-BE49-F238E27FC236}">
                <a16:creationId xmlns:a16="http://schemas.microsoft.com/office/drawing/2014/main" id="{0244F03D-9B45-40F2-84CE-8BE6A453E88B}"/>
              </a:ext>
            </a:extLst>
          </p:cNvPr>
          <p:cNvSpPr>
            <a:spLocks noGrp="1"/>
          </p:cNvSpPr>
          <p:nvPr/>
        </p:nvSpPr>
        <p:spPr>
          <a:xfrm>
            <a:off x="6894358" y="4180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F1_main_prauc_2477">
            <a:extLst>
              <a:ext uri="{FF2B5EF4-FFF2-40B4-BE49-F238E27FC236}">
                <a16:creationId xmlns:a16="http://schemas.microsoft.com/office/drawing/2014/main" id="{F48A7177-C3B1-401D-88E8-626B0BD81E93}"/>
              </a:ext>
            </a:extLst>
          </p:cNvPr>
          <p:cNvSpPr>
            <a:spLocks noGrp="1"/>
          </p:cNvSpPr>
          <p:nvPr/>
        </p:nvSpPr>
        <p:spPr>
          <a:xfrm>
            <a:off x="70780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F1_main_prauc_2478">
            <a:extLst>
              <a:ext uri="{FF2B5EF4-FFF2-40B4-BE49-F238E27FC236}">
                <a16:creationId xmlns:a16="http://schemas.microsoft.com/office/drawing/2014/main" id="{3BCBC2CA-0E1D-4A06-971E-32C2B837F608}"/>
              </a:ext>
            </a:extLst>
          </p:cNvPr>
          <p:cNvSpPr>
            <a:spLocks noGrp="1"/>
          </p:cNvSpPr>
          <p:nvPr/>
        </p:nvSpPr>
        <p:spPr>
          <a:xfrm>
            <a:off x="69802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F1_main_prauc_2479">
            <a:extLst>
              <a:ext uri="{FF2B5EF4-FFF2-40B4-BE49-F238E27FC236}">
                <a16:creationId xmlns:a16="http://schemas.microsoft.com/office/drawing/2014/main" id="{CD5FFB30-EF4B-4697-8B17-C57E743959CE}"/>
              </a:ext>
            </a:extLst>
          </p:cNvPr>
          <p:cNvSpPr>
            <a:spLocks noGrp="1"/>
          </p:cNvSpPr>
          <p:nvPr/>
        </p:nvSpPr>
        <p:spPr>
          <a:xfrm>
            <a:off x="70785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F1_main_prauc_2480">
            <a:extLst>
              <a:ext uri="{FF2B5EF4-FFF2-40B4-BE49-F238E27FC236}">
                <a16:creationId xmlns:a16="http://schemas.microsoft.com/office/drawing/2014/main" id="{8BC66D7D-F769-4532-B4BC-43B4EF4AC279}"/>
              </a:ext>
            </a:extLst>
          </p:cNvPr>
          <p:cNvSpPr>
            <a:spLocks noGrp="1"/>
          </p:cNvSpPr>
          <p:nvPr/>
        </p:nvSpPr>
        <p:spPr>
          <a:xfrm>
            <a:off x="70607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F1_main_prauc_2481">
            <a:extLst>
              <a:ext uri="{FF2B5EF4-FFF2-40B4-BE49-F238E27FC236}">
                <a16:creationId xmlns:a16="http://schemas.microsoft.com/office/drawing/2014/main" id="{25951394-626E-40A7-A8E1-C540F478160C}"/>
              </a:ext>
            </a:extLst>
          </p:cNvPr>
          <p:cNvSpPr>
            <a:spLocks noGrp="1"/>
          </p:cNvSpPr>
          <p:nvPr/>
        </p:nvSpPr>
        <p:spPr>
          <a:xfrm>
            <a:off x="70476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F1_main_prauc_2482">
            <a:extLst>
              <a:ext uri="{FF2B5EF4-FFF2-40B4-BE49-F238E27FC236}">
                <a16:creationId xmlns:a16="http://schemas.microsoft.com/office/drawing/2014/main" id="{8B9D0B14-3128-4E53-AB53-C4777D4A0F01}"/>
              </a:ext>
            </a:extLst>
          </p:cNvPr>
          <p:cNvSpPr>
            <a:spLocks noGrp="1"/>
          </p:cNvSpPr>
          <p:nvPr/>
        </p:nvSpPr>
        <p:spPr>
          <a:xfrm>
            <a:off x="7029597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F1_main_prauc_2483">
            <a:extLst>
              <a:ext uri="{FF2B5EF4-FFF2-40B4-BE49-F238E27FC236}">
                <a16:creationId xmlns:a16="http://schemas.microsoft.com/office/drawing/2014/main" id="{8572C75F-B772-498A-999C-3AABA71A7703}"/>
              </a:ext>
            </a:extLst>
          </p:cNvPr>
          <p:cNvSpPr>
            <a:spLocks noGrp="1"/>
          </p:cNvSpPr>
          <p:nvPr/>
        </p:nvSpPr>
        <p:spPr>
          <a:xfrm>
            <a:off x="70574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F1_main_prauc_2484">
            <a:extLst>
              <a:ext uri="{FF2B5EF4-FFF2-40B4-BE49-F238E27FC236}">
                <a16:creationId xmlns:a16="http://schemas.microsoft.com/office/drawing/2014/main" id="{7D3EC267-2AB8-4466-8BEA-1BE88094E07B}"/>
              </a:ext>
            </a:extLst>
          </p:cNvPr>
          <p:cNvSpPr>
            <a:spLocks noGrp="1"/>
          </p:cNvSpPr>
          <p:nvPr/>
        </p:nvSpPr>
        <p:spPr>
          <a:xfrm>
            <a:off x="70948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F1_main_prauc_2485">
            <a:extLst>
              <a:ext uri="{FF2B5EF4-FFF2-40B4-BE49-F238E27FC236}">
                <a16:creationId xmlns:a16="http://schemas.microsoft.com/office/drawing/2014/main" id="{423DF008-7439-471F-9187-E86FBB73A986}"/>
              </a:ext>
            </a:extLst>
          </p:cNvPr>
          <p:cNvSpPr>
            <a:spLocks noGrp="1"/>
          </p:cNvSpPr>
          <p:nvPr/>
        </p:nvSpPr>
        <p:spPr>
          <a:xfrm>
            <a:off x="68578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F1_main_prauc_2486">
            <a:extLst>
              <a:ext uri="{FF2B5EF4-FFF2-40B4-BE49-F238E27FC236}">
                <a16:creationId xmlns:a16="http://schemas.microsoft.com/office/drawing/2014/main" id="{90836574-9753-4AA9-8A9F-8D1E0B253DE3}"/>
              </a:ext>
            </a:extLst>
          </p:cNvPr>
          <p:cNvSpPr>
            <a:spLocks noGrp="1"/>
          </p:cNvSpPr>
          <p:nvPr/>
        </p:nvSpPr>
        <p:spPr>
          <a:xfrm>
            <a:off x="70167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F1_main_prauc_2487">
            <a:extLst>
              <a:ext uri="{FF2B5EF4-FFF2-40B4-BE49-F238E27FC236}">
                <a16:creationId xmlns:a16="http://schemas.microsoft.com/office/drawing/2014/main" id="{7F95A3D7-447C-41E9-8159-C10E603B1271}"/>
              </a:ext>
            </a:extLst>
          </p:cNvPr>
          <p:cNvSpPr>
            <a:spLocks noGrp="1"/>
          </p:cNvSpPr>
          <p:nvPr/>
        </p:nvSpPr>
        <p:spPr>
          <a:xfrm>
            <a:off x="6978734" y="45649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F1_main_prauc_2488">
            <a:extLst>
              <a:ext uri="{FF2B5EF4-FFF2-40B4-BE49-F238E27FC236}">
                <a16:creationId xmlns:a16="http://schemas.microsoft.com/office/drawing/2014/main" id="{1D4E2E52-1E32-40A9-8B2C-46F9F300FA4F}"/>
              </a:ext>
            </a:extLst>
          </p:cNvPr>
          <p:cNvSpPr>
            <a:spLocks noGrp="1"/>
          </p:cNvSpPr>
          <p:nvPr/>
        </p:nvSpPr>
        <p:spPr>
          <a:xfrm>
            <a:off x="70540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F1_main_prauc_2489">
            <a:extLst>
              <a:ext uri="{FF2B5EF4-FFF2-40B4-BE49-F238E27FC236}">
                <a16:creationId xmlns:a16="http://schemas.microsoft.com/office/drawing/2014/main" id="{E2B60D55-BC82-432E-9A33-9A9A5F0310D7}"/>
              </a:ext>
            </a:extLst>
          </p:cNvPr>
          <p:cNvSpPr>
            <a:spLocks noGrp="1"/>
          </p:cNvSpPr>
          <p:nvPr/>
        </p:nvSpPr>
        <p:spPr>
          <a:xfrm>
            <a:off x="69398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F1_main_prauc_2490">
            <a:extLst>
              <a:ext uri="{FF2B5EF4-FFF2-40B4-BE49-F238E27FC236}">
                <a16:creationId xmlns:a16="http://schemas.microsoft.com/office/drawing/2014/main" id="{8CB49EB5-47CC-4BF9-9F20-16832D91B67D}"/>
              </a:ext>
            </a:extLst>
          </p:cNvPr>
          <p:cNvSpPr>
            <a:spLocks noGrp="1"/>
          </p:cNvSpPr>
          <p:nvPr/>
        </p:nvSpPr>
        <p:spPr>
          <a:xfrm>
            <a:off x="6917376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F1_main_prauc_2491">
            <a:extLst>
              <a:ext uri="{FF2B5EF4-FFF2-40B4-BE49-F238E27FC236}">
                <a16:creationId xmlns:a16="http://schemas.microsoft.com/office/drawing/2014/main" id="{D9A28C88-8172-48A1-A910-44C8CCA4A41F}"/>
              </a:ext>
            </a:extLst>
          </p:cNvPr>
          <p:cNvSpPr>
            <a:spLocks noGrp="1"/>
          </p:cNvSpPr>
          <p:nvPr/>
        </p:nvSpPr>
        <p:spPr>
          <a:xfrm>
            <a:off x="7019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F1_main_prauc_2492">
            <a:extLst>
              <a:ext uri="{FF2B5EF4-FFF2-40B4-BE49-F238E27FC236}">
                <a16:creationId xmlns:a16="http://schemas.microsoft.com/office/drawing/2014/main" id="{FBDCB154-A50A-4D2E-978C-706E3AAD8754}"/>
              </a:ext>
            </a:extLst>
          </p:cNvPr>
          <p:cNvSpPr>
            <a:spLocks noGrp="1"/>
          </p:cNvSpPr>
          <p:nvPr/>
        </p:nvSpPr>
        <p:spPr>
          <a:xfrm>
            <a:off x="7088061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F1_main_prauc_2493">
            <a:extLst>
              <a:ext uri="{FF2B5EF4-FFF2-40B4-BE49-F238E27FC236}">
                <a16:creationId xmlns:a16="http://schemas.microsoft.com/office/drawing/2014/main" id="{81822048-FB4E-4885-BDBC-2E369BDCE68A}"/>
              </a:ext>
            </a:extLst>
          </p:cNvPr>
          <p:cNvSpPr>
            <a:spLocks noGrp="1"/>
          </p:cNvSpPr>
          <p:nvPr/>
        </p:nvSpPr>
        <p:spPr>
          <a:xfrm>
            <a:off x="6945403" y="594048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F1_main_prauc_2494">
            <a:extLst>
              <a:ext uri="{FF2B5EF4-FFF2-40B4-BE49-F238E27FC236}">
                <a16:creationId xmlns:a16="http://schemas.microsoft.com/office/drawing/2014/main" id="{A81452BC-0AF4-4EEA-BDEB-23C10378B1DB}"/>
              </a:ext>
            </a:extLst>
          </p:cNvPr>
          <p:cNvSpPr>
            <a:spLocks noGrp="1"/>
          </p:cNvSpPr>
          <p:nvPr/>
        </p:nvSpPr>
        <p:spPr>
          <a:xfrm>
            <a:off x="7019723" y="5782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F1_main_prauc_2495">
            <a:extLst>
              <a:ext uri="{FF2B5EF4-FFF2-40B4-BE49-F238E27FC236}">
                <a16:creationId xmlns:a16="http://schemas.microsoft.com/office/drawing/2014/main" id="{7C259393-E3E3-4D6C-9B17-B52E0400B804}"/>
              </a:ext>
            </a:extLst>
          </p:cNvPr>
          <p:cNvSpPr>
            <a:spLocks noGrp="1"/>
          </p:cNvSpPr>
          <p:nvPr/>
        </p:nvSpPr>
        <p:spPr>
          <a:xfrm>
            <a:off x="69104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F1_main_prauc_2496">
            <a:extLst>
              <a:ext uri="{FF2B5EF4-FFF2-40B4-BE49-F238E27FC236}">
                <a16:creationId xmlns:a16="http://schemas.microsoft.com/office/drawing/2014/main" id="{D764E899-4D40-4B27-BCA0-64B694E1C06C}"/>
              </a:ext>
            </a:extLst>
          </p:cNvPr>
          <p:cNvSpPr>
            <a:spLocks noGrp="1"/>
          </p:cNvSpPr>
          <p:nvPr/>
        </p:nvSpPr>
        <p:spPr>
          <a:xfrm>
            <a:off x="68689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F1_main_prauc_2497">
            <a:extLst>
              <a:ext uri="{FF2B5EF4-FFF2-40B4-BE49-F238E27FC236}">
                <a16:creationId xmlns:a16="http://schemas.microsoft.com/office/drawing/2014/main" id="{1F215DCE-C907-4D50-B02E-84A3C6FB1ABB}"/>
              </a:ext>
            </a:extLst>
          </p:cNvPr>
          <p:cNvSpPr>
            <a:spLocks noGrp="1"/>
          </p:cNvSpPr>
          <p:nvPr/>
        </p:nvSpPr>
        <p:spPr>
          <a:xfrm>
            <a:off x="687201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F1_main_prauc_2498">
            <a:extLst>
              <a:ext uri="{FF2B5EF4-FFF2-40B4-BE49-F238E27FC236}">
                <a16:creationId xmlns:a16="http://schemas.microsoft.com/office/drawing/2014/main" id="{C6736233-D52B-46C8-A2F7-C7326B2F0A82}"/>
              </a:ext>
            </a:extLst>
          </p:cNvPr>
          <p:cNvSpPr>
            <a:spLocks noGrp="1"/>
          </p:cNvSpPr>
          <p:nvPr/>
        </p:nvSpPr>
        <p:spPr>
          <a:xfrm>
            <a:off x="70137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F1_main_prauc_2499">
            <a:extLst>
              <a:ext uri="{FF2B5EF4-FFF2-40B4-BE49-F238E27FC236}">
                <a16:creationId xmlns:a16="http://schemas.microsoft.com/office/drawing/2014/main" id="{AFC57934-F453-4F0B-B9F2-529AD68E4F2E}"/>
              </a:ext>
            </a:extLst>
          </p:cNvPr>
          <p:cNvSpPr>
            <a:spLocks noGrp="1"/>
          </p:cNvSpPr>
          <p:nvPr/>
        </p:nvSpPr>
        <p:spPr>
          <a:xfrm>
            <a:off x="70109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F1_main_prauc_2500">
            <a:extLst>
              <a:ext uri="{FF2B5EF4-FFF2-40B4-BE49-F238E27FC236}">
                <a16:creationId xmlns:a16="http://schemas.microsoft.com/office/drawing/2014/main" id="{97D4DCC6-C029-4663-8678-E1577E6AD10D}"/>
              </a:ext>
            </a:extLst>
          </p:cNvPr>
          <p:cNvSpPr>
            <a:spLocks noGrp="1"/>
          </p:cNvSpPr>
          <p:nvPr/>
        </p:nvSpPr>
        <p:spPr>
          <a:xfrm>
            <a:off x="68996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F1_main_prauc_2501">
            <a:extLst>
              <a:ext uri="{FF2B5EF4-FFF2-40B4-BE49-F238E27FC236}">
                <a16:creationId xmlns:a16="http://schemas.microsoft.com/office/drawing/2014/main" id="{E2289DF1-26FC-4C77-B160-2F60D31795E1}"/>
              </a:ext>
            </a:extLst>
          </p:cNvPr>
          <p:cNvSpPr>
            <a:spLocks noGrp="1"/>
          </p:cNvSpPr>
          <p:nvPr/>
        </p:nvSpPr>
        <p:spPr>
          <a:xfrm>
            <a:off x="70731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F1_main_prauc_2502">
            <a:extLst>
              <a:ext uri="{FF2B5EF4-FFF2-40B4-BE49-F238E27FC236}">
                <a16:creationId xmlns:a16="http://schemas.microsoft.com/office/drawing/2014/main" id="{432D3CC8-4131-4552-9FFD-710EED715FD3}"/>
              </a:ext>
            </a:extLst>
          </p:cNvPr>
          <p:cNvSpPr>
            <a:spLocks noGrp="1"/>
          </p:cNvSpPr>
          <p:nvPr/>
        </p:nvSpPr>
        <p:spPr>
          <a:xfrm>
            <a:off x="69633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F1_main_prauc_2503">
            <a:extLst>
              <a:ext uri="{FF2B5EF4-FFF2-40B4-BE49-F238E27FC236}">
                <a16:creationId xmlns:a16="http://schemas.microsoft.com/office/drawing/2014/main" id="{2285A24F-7A1F-4C27-9D87-8876D9A14C87}"/>
              </a:ext>
            </a:extLst>
          </p:cNvPr>
          <p:cNvSpPr>
            <a:spLocks noGrp="1"/>
          </p:cNvSpPr>
          <p:nvPr/>
        </p:nvSpPr>
        <p:spPr>
          <a:xfrm>
            <a:off x="7098122" y="60909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F1_main_prauc_2504">
            <a:extLst>
              <a:ext uri="{FF2B5EF4-FFF2-40B4-BE49-F238E27FC236}">
                <a16:creationId xmlns:a16="http://schemas.microsoft.com/office/drawing/2014/main" id="{DCC016DB-7454-48B5-A087-067738470C4A}"/>
              </a:ext>
            </a:extLst>
          </p:cNvPr>
          <p:cNvSpPr>
            <a:spLocks noGrp="1"/>
          </p:cNvSpPr>
          <p:nvPr/>
        </p:nvSpPr>
        <p:spPr>
          <a:xfrm>
            <a:off x="69903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F1_main_prauc_2505">
            <a:extLst>
              <a:ext uri="{FF2B5EF4-FFF2-40B4-BE49-F238E27FC236}">
                <a16:creationId xmlns:a16="http://schemas.microsoft.com/office/drawing/2014/main" id="{6BEEA851-0439-499C-BB6D-28ADE09288AB}"/>
              </a:ext>
            </a:extLst>
          </p:cNvPr>
          <p:cNvSpPr>
            <a:spLocks noGrp="1"/>
          </p:cNvSpPr>
          <p:nvPr/>
        </p:nvSpPr>
        <p:spPr>
          <a:xfrm>
            <a:off x="70789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F1_main_prauc_2506">
            <a:extLst>
              <a:ext uri="{FF2B5EF4-FFF2-40B4-BE49-F238E27FC236}">
                <a16:creationId xmlns:a16="http://schemas.microsoft.com/office/drawing/2014/main" id="{A09A31C4-BDC3-470E-A60E-FF46B4537660}"/>
              </a:ext>
            </a:extLst>
          </p:cNvPr>
          <p:cNvSpPr>
            <a:spLocks noGrp="1"/>
          </p:cNvSpPr>
          <p:nvPr/>
        </p:nvSpPr>
        <p:spPr>
          <a:xfrm>
            <a:off x="7004948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F1_main_prauc_2507">
            <a:extLst>
              <a:ext uri="{FF2B5EF4-FFF2-40B4-BE49-F238E27FC236}">
                <a16:creationId xmlns:a16="http://schemas.microsoft.com/office/drawing/2014/main" id="{5ACDE3B7-4111-4821-B19C-BCFD7D5F889D}"/>
              </a:ext>
            </a:extLst>
          </p:cNvPr>
          <p:cNvSpPr>
            <a:spLocks noGrp="1"/>
          </p:cNvSpPr>
          <p:nvPr/>
        </p:nvSpPr>
        <p:spPr>
          <a:xfrm>
            <a:off x="70054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F1_main_prauc_2508">
            <a:extLst>
              <a:ext uri="{FF2B5EF4-FFF2-40B4-BE49-F238E27FC236}">
                <a16:creationId xmlns:a16="http://schemas.microsoft.com/office/drawing/2014/main" id="{E9C485C4-3D4B-409A-812A-9A96384DE94F}"/>
              </a:ext>
            </a:extLst>
          </p:cNvPr>
          <p:cNvSpPr>
            <a:spLocks noGrp="1"/>
          </p:cNvSpPr>
          <p:nvPr/>
        </p:nvSpPr>
        <p:spPr>
          <a:xfrm>
            <a:off x="70037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F1_main_prauc_2509">
            <a:extLst>
              <a:ext uri="{FF2B5EF4-FFF2-40B4-BE49-F238E27FC236}">
                <a16:creationId xmlns:a16="http://schemas.microsoft.com/office/drawing/2014/main" id="{BC76F9C1-9019-41D8-B293-1F0513850C24}"/>
              </a:ext>
            </a:extLst>
          </p:cNvPr>
          <p:cNvSpPr>
            <a:spLocks noGrp="1"/>
          </p:cNvSpPr>
          <p:nvPr/>
        </p:nvSpPr>
        <p:spPr>
          <a:xfrm>
            <a:off x="70159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F1_main_prauc_2510">
            <a:extLst>
              <a:ext uri="{FF2B5EF4-FFF2-40B4-BE49-F238E27FC236}">
                <a16:creationId xmlns:a16="http://schemas.microsoft.com/office/drawing/2014/main" id="{C4655DAB-6B17-48B4-BDC3-BBEAB25B25C1}"/>
              </a:ext>
            </a:extLst>
          </p:cNvPr>
          <p:cNvSpPr>
            <a:spLocks noGrp="1"/>
          </p:cNvSpPr>
          <p:nvPr/>
        </p:nvSpPr>
        <p:spPr>
          <a:xfrm>
            <a:off x="6858309" y="58519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F1_main_prauc_2511">
            <a:extLst>
              <a:ext uri="{FF2B5EF4-FFF2-40B4-BE49-F238E27FC236}">
                <a16:creationId xmlns:a16="http://schemas.microsoft.com/office/drawing/2014/main" id="{F11CFB6B-917F-4010-9219-C1E25D49133C}"/>
              </a:ext>
            </a:extLst>
          </p:cNvPr>
          <p:cNvSpPr>
            <a:spLocks noGrp="1"/>
          </p:cNvSpPr>
          <p:nvPr/>
        </p:nvSpPr>
        <p:spPr>
          <a:xfrm>
            <a:off x="68856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F1_main_prauc_2512">
            <a:extLst>
              <a:ext uri="{FF2B5EF4-FFF2-40B4-BE49-F238E27FC236}">
                <a16:creationId xmlns:a16="http://schemas.microsoft.com/office/drawing/2014/main" id="{EB33E3D1-4B13-4166-BC1B-F2FEAF13DAAF}"/>
              </a:ext>
            </a:extLst>
          </p:cNvPr>
          <p:cNvSpPr>
            <a:spLocks noGrp="1"/>
          </p:cNvSpPr>
          <p:nvPr/>
        </p:nvSpPr>
        <p:spPr>
          <a:xfrm>
            <a:off x="69684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F1_main_prauc_2513">
            <a:extLst>
              <a:ext uri="{FF2B5EF4-FFF2-40B4-BE49-F238E27FC236}">
                <a16:creationId xmlns:a16="http://schemas.microsoft.com/office/drawing/2014/main" id="{7857FEE3-2EA9-4494-B005-B0918F1BBA82}"/>
              </a:ext>
            </a:extLst>
          </p:cNvPr>
          <p:cNvSpPr>
            <a:spLocks noGrp="1"/>
          </p:cNvSpPr>
          <p:nvPr/>
        </p:nvSpPr>
        <p:spPr>
          <a:xfrm>
            <a:off x="69021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F1_main_prauc_2514">
            <a:extLst>
              <a:ext uri="{FF2B5EF4-FFF2-40B4-BE49-F238E27FC236}">
                <a16:creationId xmlns:a16="http://schemas.microsoft.com/office/drawing/2014/main" id="{B3BEC83C-4F26-4F55-80DB-607701645850}"/>
              </a:ext>
            </a:extLst>
          </p:cNvPr>
          <p:cNvSpPr>
            <a:spLocks noGrp="1"/>
          </p:cNvSpPr>
          <p:nvPr/>
        </p:nvSpPr>
        <p:spPr>
          <a:xfrm>
            <a:off x="69141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F1_main_prauc_2515">
            <a:extLst>
              <a:ext uri="{FF2B5EF4-FFF2-40B4-BE49-F238E27FC236}">
                <a16:creationId xmlns:a16="http://schemas.microsoft.com/office/drawing/2014/main" id="{CFA89BF1-3794-4439-A7FB-055E68A91B52}"/>
              </a:ext>
            </a:extLst>
          </p:cNvPr>
          <p:cNvSpPr>
            <a:spLocks noGrp="1"/>
          </p:cNvSpPr>
          <p:nvPr/>
        </p:nvSpPr>
        <p:spPr>
          <a:xfrm>
            <a:off x="69193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F1_main_prauc_2516">
            <a:extLst>
              <a:ext uri="{FF2B5EF4-FFF2-40B4-BE49-F238E27FC236}">
                <a16:creationId xmlns:a16="http://schemas.microsoft.com/office/drawing/2014/main" id="{3D58F5F8-41BA-4EC2-AA2F-7EA98D9FE409}"/>
              </a:ext>
            </a:extLst>
          </p:cNvPr>
          <p:cNvSpPr>
            <a:spLocks noGrp="1"/>
          </p:cNvSpPr>
          <p:nvPr/>
        </p:nvSpPr>
        <p:spPr>
          <a:xfrm>
            <a:off x="694169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F1_main_prauc_2517">
            <a:extLst>
              <a:ext uri="{FF2B5EF4-FFF2-40B4-BE49-F238E27FC236}">
                <a16:creationId xmlns:a16="http://schemas.microsoft.com/office/drawing/2014/main" id="{28113626-DA63-41D4-BB57-084C910960E5}"/>
              </a:ext>
            </a:extLst>
          </p:cNvPr>
          <p:cNvSpPr>
            <a:spLocks noGrp="1"/>
          </p:cNvSpPr>
          <p:nvPr/>
        </p:nvSpPr>
        <p:spPr>
          <a:xfrm>
            <a:off x="70282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F1_main_prauc_2518">
            <a:extLst>
              <a:ext uri="{FF2B5EF4-FFF2-40B4-BE49-F238E27FC236}">
                <a16:creationId xmlns:a16="http://schemas.microsoft.com/office/drawing/2014/main" id="{9CC8E555-E5F5-4A71-9F84-AA12FC7EA023}"/>
              </a:ext>
            </a:extLst>
          </p:cNvPr>
          <p:cNvSpPr>
            <a:spLocks noGrp="1"/>
          </p:cNvSpPr>
          <p:nvPr/>
        </p:nvSpPr>
        <p:spPr>
          <a:xfrm>
            <a:off x="699354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F1_main_prauc_2519">
            <a:extLst>
              <a:ext uri="{FF2B5EF4-FFF2-40B4-BE49-F238E27FC236}">
                <a16:creationId xmlns:a16="http://schemas.microsoft.com/office/drawing/2014/main" id="{0E41F6FE-F3DC-4F04-AD76-561807DD4031}"/>
              </a:ext>
            </a:extLst>
          </p:cNvPr>
          <p:cNvSpPr>
            <a:spLocks noGrp="1"/>
          </p:cNvSpPr>
          <p:nvPr/>
        </p:nvSpPr>
        <p:spPr>
          <a:xfrm>
            <a:off x="69900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F1_main_prauc_2520">
            <a:extLst>
              <a:ext uri="{FF2B5EF4-FFF2-40B4-BE49-F238E27FC236}">
                <a16:creationId xmlns:a16="http://schemas.microsoft.com/office/drawing/2014/main" id="{A662908B-3AC4-4937-AAE9-70BE62222992}"/>
              </a:ext>
            </a:extLst>
          </p:cNvPr>
          <p:cNvSpPr>
            <a:spLocks noGrp="1"/>
          </p:cNvSpPr>
          <p:nvPr/>
        </p:nvSpPr>
        <p:spPr>
          <a:xfrm>
            <a:off x="709536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F1_main_prauc_2521">
            <a:extLst>
              <a:ext uri="{FF2B5EF4-FFF2-40B4-BE49-F238E27FC236}">
                <a16:creationId xmlns:a16="http://schemas.microsoft.com/office/drawing/2014/main" id="{EDFA2370-F572-4297-9A28-9DF4D4B832A8}"/>
              </a:ext>
            </a:extLst>
          </p:cNvPr>
          <p:cNvSpPr>
            <a:spLocks noGrp="1"/>
          </p:cNvSpPr>
          <p:nvPr/>
        </p:nvSpPr>
        <p:spPr>
          <a:xfrm>
            <a:off x="69306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F1_main_prauc_2522">
            <a:extLst>
              <a:ext uri="{FF2B5EF4-FFF2-40B4-BE49-F238E27FC236}">
                <a16:creationId xmlns:a16="http://schemas.microsoft.com/office/drawing/2014/main" id="{8E5476A1-7B66-4FFF-A056-659F8DE7091E}"/>
              </a:ext>
            </a:extLst>
          </p:cNvPr>
          <p:cNvSpPr>
            <a:spLocks noGrp="1"/>
          </p:cNvSpPr>
          <p:nvPr/>
        </p:nvSpPr>
        <p:spPr>
          <a:xfrm>
            <a:off x="70818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F1_main_prauc_2523">
            <a:extLst>
              <a:ext uri="{FF2B5EF4-FFF2-40B4-BE49-F238E27FC236}">
                <a16:creationId xmlns:a16="http://schemas.microsoft.com/office/drawing/2014/main" id="{945CBE30-B5F4-42A1-816A-526BAAA4EF0D}"/>
              </a:ext>
            </a:extLst>
          </p:cNvPr>
          <p:cNvSpPr>
            <a:spLocks noGrp="1"/>
          </p:cNvSpPr>
          <p:nvPr/>
        </p:nvSpPr>
        <p:spPr>
          <a:xfrm>
            <a:off x="70433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F1_main_prauc_2524">
            <a:extLst>
              <a:ext uri="{FF2B5EF4-FFF2-40B4-BE49-F238E27FC236}">
                <a16:creationId xmlns:a16="http://schemas.microsoft.com/office/drawing/2014/main" id="{96CC6D8C-B3F8-42ED-B501-7E64FEDB2DE0}"/>
              </a:ext>
            </a:extLst>
          </p:cNvPr>
          <p:cNvSpPr>
            <a:spLocks noGrp="1"/>
          </p:cNvSpPr>
          <p:nvPr/>
        </p:nvSpPr>
        <p:spPr>
          <a:xfrm>
            <a:off x="68893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F1_main_prauc_2525">
            <a:extLst>
              <a:ext uri="{FF2B5EF4-FFF2-40B4-BE49-F238E27FC236}">
                <a16:creationId xmlns:a16="http://schemas.microsoft.com/office/drawing/2014/main" id="{CC75B25E-5B63-4330-B088-D0A9BF8ED595}"/>
              </a:ext>
            </a:extLst>
          </p:cNvPr>
          <p:cNvSpPr>
            <a:spLocks noGrp="1"/>
          </p:cNvSpPr>
          <p:nvPr/>
        </p:nvSpPr>
        <p:spPr>
          <a:xfrm>
            <a:off x="69751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F1_main_prauc_2526">
            <a:extLst>
              <a:ext uri="{FF2B5EF4-FFF2-40B4-BE49-F238E27FC236}">
                <a16:creationId xmlns:a16="http://schemas.microsoft.com/office/drawing/2014/main" id="{507F95D8-4233-4150-B50D-070D576802F9}"/>
              </a:ext>
            </a:extLst>
          </p:cNvPr>
          <p:cNvSpPr>
            <a:spLocks noGrp="1"/>
          </p:cNvSpPr>
          <p:nvPr/>
        </p:nvSpPr>
        <p:spPr>
          <a:xfrm>
            <a:off x="70358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F1_main_prauc_2527">
            <a:extLst>
              <a:ext uri="{FF2B5EF4-FFF2-40B4-BE49-F238E27FC236}">
                <a16:creationId xmlns:a16="http://schemas.microsoft.com/office/drawing/2014/main" id="{AB057352-0BD9-489C-935A-248809464789}"/>
              </a:ext>
            </a:extLst>
          </p:cNvPr>
          <p:cNvSpPr>
            <a:spLocks noGrp="1"/>
          </p:cNvSpPr>
          <p:nvPr/>
        </p:nvSpPr>
        <p:spPr>
          <a:xfrm>
            <a:off x="69382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F1_main_prauc_2528">
            <a:extLst>
              <a:ext uri="{FF2B5EF4-FFF2-40B4-BE49-F238E27FC236}">
                <a16:creationId xmlns:a16="http://schemas.microsoft.com/office/drawing/2014/main" id="{4832A2CD-D645-4D56-8D01-5C7A850CA319}"/>
              </a:ext>
            </a:extLst>
          </p:cNvPr>
          <p:cNvSpPr>
            <a:spLocks noGrp="1"/>
          </p:cNvSpPr>
          <p:nvPr/>
        </p:nvSpPr>
        <p:spPr>
          <a:xfrm>
            <a:off x="7017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F1_main_prauc_2529">
            <a:extLst>
              <a:ext uri="{FF2B5EF4-FFF2-40B4-BE49-F238E27FC236}">
                <a16:creationId xmlns:a16="http://schemas.microsoft.com/office/drawing/2014/main" id="{78AD6620-5A66-4299-9639-EDACBE430434}"/>
              </a:ext>
            </a:extLst>
          </p:cNvPr>
          <p:cNvSpPr>
            <a:spLocks noGrp="1"/>
          </p:cNvSpPr>
          <p:nvPr/>
        </p:nvSpPr>
        <p:spPr>
          <a:xfrm>
            <a:off x="69288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F1_main_prauc_2530">
            <a:extLst>
              <a:ext uri="{FF2B5EF4-FFF2-40B4-BE49-F238E27FC236}">
                <a16:creationId xmlns:a16="http://schemas.microsoft.com/office/drawing/2014/main" id="{852C5B8F-619E-4CAF-9616-50003E0F0FFA}"/>
              </a:ext>
            </a:extLst>
          </p:cNvPr>
          <p:cNvSpPr>
            <a:spLocks noGrp="1"/>
          </p:cNvSpPr>
          <p:nvPr/>
        </p:nvSpPr>
        <p:spPr>
          <a:xfrm>
            <a:off x="7024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F1_main_prauc_2531">
            <a:extLst>
              <a:ext uri="{FF2B5EF4-FFF2-40B4-BE49-F238E27FC236}">
                <a16:creationId xmlns:a16="http://schemas.microsoft.com/office/drawing/2014/main" id="{970F49AD-9F2B-47AB-BF57-B8642C9AABCD}"/>
              </a:ext>
            </a:extLst>
          </p:cNvPr>
          <p:cNvSpPr>
            <a:spLocks noGrp="1"/>
          </p:cNvSpPr>
          <p:nvPr/>
        </p:nvSpPr>
        <p:spPr>
          <a:xfrm>
            <a:off x="7013597" y="58775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F1_main_prauc_2532">
            <a:extLst>
              <a:ext uri="{FF2B5EF4-FFF2-40B4-BE49-F238E27FC236}">
                <a16:creationId xmlns:a16="http://schemas.microsoft.com/office/drawing/2014/main" id="{0246D6C9-1C45-4EB4-991C-3AD18FC37BC1}"/>
              </a:ext>
            </a:extLst>
          </p:cNvPr>
          <p:cNvSpPr>
            <a:spLocks noGrp="1"/>
          </p:cNvSpPr>
          <p:nvPr/>
        </p:nvSpPr>
        <p:spPr>
          <a:xfrm>
            <a:off x="69267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F1_main_prauc_2533">
            <a:extLst>
              <a:ext uri="{FF2B5EF4-FFF2-40B4-BE49-F238E27FC236}">
                <a16:creationId xmlns:a16="http://schemas.microsoft.com/office/drawing/2014/main" id="{5011F6A2-7BDF-444F-A635-744ACFD8F0CC}"/>
              </a:ext>
            </a:extLst>
          </p:cNvPr>
          <p:cNvSpPr>
            <a:spLocks noGrp="1"/>
          </p:cNvSpPr>
          <p:nvPr/>
        </p:nvSpPr>
        <p:spPr>
          <a:xfrm>
            <a:off x="6981988" y="60395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F1_main_prauc_2534">
            <a:extLst>
              <a:ext uri="{FF2B5EF4-FFF2-40B4-BE49-F238E27FC236}">
                <a16:creationId xmlns:a16="http://schemas.microsoft.com/office/drawing/2014/main" id="{48150A1C-9B07-461E-A251-953133A5231B}"/>
              </a:ext>
            </a:extLst>
          </p:cNvPr>
          <p:cNvSpPr>
            <a:spLocks noGrp="1"/>
          </p:cNvSpPr>
          <p:nvPr/>
        </p:nvSpPr>
        <p:spPr>
          <a:xfrm>
            <a:off x="69004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F1_main_prauc_2535">
            <a:extLst>
              <a:ext uri="{FF2B5EF4-FFF2-40B4-BE49-F238E27FC236}">
                <a16:creationId xmlns:a16="http://schemas.microsoft.com/office/drawing/2014/main" id="{F2485307-2ADC-46C0-A0B5-02D72423DA4D}"/>
              </a:ext>
            </a:extLst>
          </p:cNvPr>
          <p:cNvSpPr>
            <a:spLocks noGrp="1"/>
          </p:cNvSpPr>
          <p:nvPr/>
        </p:nvSpPr>
        <p:spPr>
          <a:xfrm>
            <a:off x="699338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F1_main_prauc_2536">
            <a:extLst>
              <a:ext uri="{FF2B5EF4-FFF2-40B4-BE49-F238E27FC236}">
                <a16:creationId xmlns:a16="http://schemas.microsoft.com/office/drawing/2014/main" id="{298206D3-5FED-45AC-93E7-D0D7BC496B54}"/>
              </a:ext>
            </a:extLst>
          </p:cNvPr>
          <p:cNvSpPr>
            <a:spLocks noGrp="1"/>
          </p:cNvSpPr>
          <p:nvPr/>
        </p:nvSpPr>
        <p:spPr>
          <a:xfrm>
            <a:off x="692082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F1_main_prauc_2537">
            <a:extLst>
              <a:ext uri="{FF2B5EF4-FFF2-40B4-BE49-F238E27FC236}">
                <a16:creationId xmlns:a16="http://schemas.microsoft.com/office/drawing/2014/main" id="{421BC3EB-31E6-4D5A-97F7-68CBA31338AC}"/>
              </a:ext>
            </a:extLst>
          </p:cNvPr>
          <p:cNvSpPr>
            <a:spLocks noGrp="1"/>
          </p:cNvSpPr>
          <p:nvPr/>
        </p:nvSpPr>
        <p:spPr>
          <a:xfrm>
            <a:off x="706747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F1_main_prauc_2538">
            <a:extLst>
              <a:ext uri="{FF2B5EF4-FFF2-40B4-BE49-F238E27FC236}">
                <a16:creationId xmlns:a16="http://schemas.microsoft.com/office/drawing/2014/main" id="{CEEB1015-CFA2-4C60-B448-CC72698F0C89}"/>
              </a:ext>
            </a:extLst>
          </p:cNvPr>
          <p:cNvSpPr>
            <a:spLocks noGrp="1"/>
          </p:cNvSpPr>
          <p:nvPr/>
        </p:nvSpPr>
        <p:spPr>
          <a:xfrm>
            <a:off x="709283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F1_main_prauc_2539">
            <a:extLst>
              <a:ext uri="{FF2B5EF4-FFF2-40B4-BE49-F238E27FC236}">
                <a16:creationId xmlns:a16="http://schemas.microsoft.com/office/drawing/2014/main" id="{3EE293AD-B54A-4DA7-A362-E752FFD819E1}"/>
              </a:ext>
            </a:extLst>
          </p:cNvPr>
          <p:cNvSpPr>
            <a:spLocks noGrp="1"/>
          </p:cNvSpPr>
          <p:nvPr/>
        </p:nvSpPr>
        <p:spPr>
          <a:xfrm>
            <a:off x="6994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F1_main_prauc_2540">
            <a:extLst>
              <a:ext uri="{FF2B5EF4-FFF2-40B4-BE49-F238E27FC236}">
                <a16:creationId xmlns:a16="http://schemas.microsoft.com/office/drawing/2014/main" id="{AD4605CA-0B31-461F-8808-7C6E9351A279}"/>
              </a:ext>
            </a:extLst>
          </p:cNvPr>
          <p:cNvSpPr>
            <a:spLocks noGrp="1"/>
          </p:cNvSpPr>
          <p:nvPr/>
        </p:nvSpPr>
        <p:spPr>
          <a:xfrm>
            <a:off x="70824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F1_main_prauc_2541">
            <a:extLst>
              <a:ext uri="{FF2B5EF4-FFF2-40B4-BE49-F238E27FC236}">
                <a16:creationId xmlns:a16="http://schemas.microsoft.com/office/drawing/2014/main" id="{1D4125F4-22A0-407B-8EEA-64805E7C0908}"/>
              </a:ext>
            </a:extLst>
          </p:cNvPr>
          <p:cNvSpPr>
            <a:spLocks noGrp="1"/>
          </p:cNvSpPr>
          <p:nvPr/>
        </p:nvSpPr>
        <p:spPr>
          <a:xfrm>
            <a:off x="70466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F1_main_prauc_2542">
            <a:extLst>
              <a:ext uri="{FF2B5EF4-FFF2-40B4-BE49-F238E27FC236}">
                <a16:creationId xmlns:a16="http://schemas.microsoft.com/office/drawing/2014/main" id="{43C64923-759E-472B-A699-987CD743B66A}"/>
              </a:ext>
            </a:extLst>
          </p:cNvPr>
          <p:cNvSpPr>
            <a:spLocks noGrp="1"/>
          </p:cNvSpPr>
          <p:nvPr/>
        </p:nvSpPr>
        <p:spPr>
          <a:xfrm>
            <a:off x="705231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F1_main_prauc_2543">
            <a:extLst>
              <a:ext uri="{FF2B5EF4-FFF2-40B4-BE49-F238E27FC236}">
                <a16:creationId xmlns:a16="http://schemas.microsoft.com/office/drawing/2014/main" id="{3B95ACB5-B8F0-4764-A0B4-4A4BE5486607}"/>
              </a:ext>
            </a:extLst>
          </p:cNvPr>
          <p:cNvSpPr>
            <a:spLocks noGrp="1"/>
          </p:cNvSpPr>
          <p:nvPr/>
        </p:nvSpPr>
        <p:spPr>
          <a:xfrm>
            <a:off x="70972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F1_main_prauc_2544">
            <a:extLst>
              <a:ext uri="{FF2B5EF4-FFF2-40B4-BE49-F238E27FC236}">
                <a16:creationId xmlns:a16="http://schemas.microsoft.com/office/drawing/2014/main" id="{476AE696-4C53-4EC4-9DEF-61AEB4892568}"/>
              </a:ext>
            </a:extLst>
          </p:cNvPr>
          <p:cNvSpPr>
            <a:spLocks noGrp="1"/>
          </p:cNvSpPr>
          <p:nvPr/>
        </p:nvSpPr>
        <p:spPr>
          <a:xfrm>
            <a:off x="70632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F1_main_prauc_2545">
            <a:extLst>
              <a:ext uri="{FF2B5EF4-FFF2-40B4-BE49-F238E27FC236}">
                <a16:creationId xmlns:a16="http://schemas.microsoft.com/office/drawing/2014/main" id="{D16C5AF0-A161-4352-8F07-0A76E4E348C5}"/>
              </a:ext>
            </a:extLst>
          </p:cNvPr>
          <p:cNvSpPr>
            <a:spLocks noGrp="1"/>
          </p:cNvSpPr>
          <p:nvPr/>
        </p:nvSpPr>
        <p:spPr>
          <a:xfrm>
            <a:off x="69400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F1_main_prauc_2546">
            <a:extLst>
              <a:ext uri="{FF2B5EF4-FFF2-40B4-BE49-F238E27FC236}">
                <a16:creationId xmlns:a16="http://schemas.microsoft.com/office/drawing/2014/main" id="{0EDADAB2-2E54-4C5F-9A72-A0BA06EB0DD5}"/>
              </a:ext>
            </a:extLst>
          </p:cNvPr>
          <p:cNvSpPr>
            <a:spLocks noGrp="1"/>
          </p:cNvSpPr>
          <p:nvPr/>
        </p:nvSpPr>
        <p:spPr>
          <a:xfrm>
            <a:off x="68579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F1_main_prauc_2547">
            <a:extLst>
              <a:ext uri="{FF2B5EF4-FFF2-40B4-BE49-F238E27FC236}">
                <a16:creationId xmlns:a16="http://schemas.microsoft.com/office/drawing/2014/main" id="{71B891AE-7B3F-486C-9B0E-61EF7B15F57F}"/>
              </a:ext>
            </a:extLst>
          </p:cNvPr>
          <p:cNvSpPr>
            <a:spLocks noGrp="1"/>
          </p:cNvSpPr>
          <p:nvPr/>
        </p:nvSpPr>
        <p:spPr>
          <a:xfrm>
            <a:off x="7012623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F1_main_prauc_2548">
            <a:extLst>
              <a:ext uri="{FF2B5EF4-FFF2-40B4-BE49-F238E27FC236}">
                <a16:creationId xmlns:a16="http://schemas.microsoft.com/office/drawing/2014/main" id="{F4421662-3927-4CD2-8668-97E5C5048007}"/>
              </a:ext>
            </a:extLst>
          </p:cNvPr>
          <p:cNvSpPr>
            <a:spLocks noGrp="1"/>
          </p:cNvSpPr>
          <p:nvPr/>
        </p:nvSpPr>
        <p:spPr>
          <a:xfrm>
            <a:off x="695350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F1_main_prauc_2549">
            <a:extLst>
              <a:ext uri="{FF2B5EF4-FFF2-40B4-BE49-F238E27FC236}">
                <a16:creationId xmlns:a16="http://schemas.microsoft.com/office/drawing/2014/main" id="{8FEBF164-08FE-4F6A-86B3-D09786E4BAC5}"/>
              </a:ext>
            </a:extLst>
          </p:cNvPr>
          <p:cNvSpPr>
            <a:spLocks noGrp="1"/>
          </p:cNvSpPr>
          <p:nvPr/>
        </p:nvSpPr>
        <p:spPr>
          <a:xfrm>
            <a:off x="70056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F1_main_prauc_2550">
            <a:extLst>
              <a:ext uri="{FF2B5EF4-FFF2-40B4-BE49-F238E27FC236}">
                <a16:creationId xmlns:a16="http://schemas.microsoft.com/office/drawing/2014/main" id="{CC853836-3575-4695-A47E-36ACBA8292E6}"/>
              </a:ext>
            </a:extLst>
          </p:cNvPr>
          <p:cNvSpPr>
            <a:spLocks noGrp="1"/>
          </p:cNvSpPr>
          <p:nvPr/>
        </p:nvSpPr>
        <p:spPr>
          <a:xfrm>
            <a:off x="68808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F1_main_prauc_2551">
            <a:extLst>
              <a:ext uri="{FF2B5EF4-FFF2-40B4-BE49-F238E27FC236}">
                <a16:creationId xmlns:a16="http://schemas.microsoft.com/office/drawing/2014/main" id="{E6222E55-59AC-4347-9612-1519FE5DA2F8}"/>
              </a:ext>
            </a:extLst>
          </p:cNvPr>
          <p:cNvSpPr>
            <a:spLocks noGrp="1"/>
          </p:cNvSpPr>
          <p:nvPr/>
        </p:nvSpPr>
        <p:spPr>
          <a:xfrm>
            <a:off x="700969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F1_main_prauc_2552">
            <a:extLst>
              <a:ext uri="{FF2B5EF4-FFF2-40B4-BE49-F238E27FC236}">
                <a16:creationId xmlns:a16="http://schemas.microsoft.com/office/drawing/2014/main" id="{9B716F63-559F-4D36-B885-971A7992CF4A}"/>
              </a:ext>
            </a:extLst>
          </p:cNvPr>
          <p:cNvSpPr>
            <a:spLocks noGrp="1"/>
          </p:cNvSpPr>
          <p:nvPr/>
        </p:nvSpPr>
        <p:spPr>
          <a:xfrm>
            <a:off x="6927671" y="60229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F1_main_prauc_2553">
            <a:extLst>
              <a:ext uri="{FF2B5EF4-FFF2-40B4-BE49-F238E27FC236}">
                <a16:creationId xmlns:a16="http://schemas.microsoft.com/office/drawing/2014/main" id="{3CCC35F1-A77B-43D4-B08A-178C252AB179}"/>
              </a:ext>
            </a:extLst>
          </p:cNvPr>
          <p:cNvSpPr>
            <a:spLocks noGrp="1"/>
          </p:cNvSpPr>
          <p:nvPr/>
        </p:nvSpPr>
        <p:spPr>
          <a:xfrm>
            <a:off x="70915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F1_main_prauc_2554">
            <a:extLst>
              <a:ext uri="{FF2B5EF4-FFF2-40B4-BE49-F238E27FC236}">
                <a16:creationId xmlns:a16="http://schemas.microsoft.com/office/drawing/2014/main" id="{2243F9F1-6B58-4E7B-A9DB-33C6BE7AC11F}"/>
              </a:ext>
            </a:extLst>
          </p:cNvPr>
          <p:cNvSpPr>
            <a:spLocks noGrp="1"/>
          </p:cNvSpPr>
          <p:nvPr/>
        </p:nvSpPr>
        <p:spPr>
          <a:xfrm>
            <a:off x="69772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F1_main_prauc_2555">
            <a:extLst>
              <a:ext uri="{FF2B5EF4-FFF2-40B4-BE49-F238E27FC236}">
                <a16:creationId xmlns:a16="http://schemas.microsoft.com/office/drawing/2014/main" id="{9313C6C2-7C4A-4F7D-BF69-1781B975AC77}"/>
              </a:ext>
            </a:extLst>
          </p:cNvPr>
          <p:cNvSpPr>
            <a:spLocks noGrp="1"/>
          </p:cNvSpPr>
          <p:nvPr/>
        </p:nvSpPr>
        <p:spPr>
          <a:xfrm>
            <a:off x="69357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F1_main_prauc_2556">
            <a:extLst>
              <a:ext uri="{FF2B5EF4-FFF2-40B4-BE49-F238E27FC236}">
                <a16:creationId xmlns:a16="http://schemas.microsoft.com/office/drawing/2014/main" id="{1416A5E4-B10C-4047-96A8-1650FF72597B}"/>
              </a:ext>
            </a:extLst>
          </p:cNvPr>
          <p:cNvSpPr>
            <a:spLocks noGrp="1"/>
          </p:cNvSpPr>
          <p:nvPr/>
        </p:nvSpPr>
        <p:spPr>
          <a:xfrm>
            <a:off x="70605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F1_main_prauc_2557">
            <a:extLst>
              <a:ext uri="{FF2B5EF4-FFF2-40B4-BE49-F238E27FC236}">
                <a16:creationId xmlns:a16="http://schemas.microsoft.com/office/drawing/2014/main" id="{97436BD1-A1DA-4C00-89EB-783E8E114AA8}"/>
              </a:ext>
            </a:extLst>
          </p:cNvPr>
          <p:cNvSpPr>
            <a:spLocks noGrp="1"/>
          </p:cNvSpPr>
          <p:nvPr/>
        </p:nvSpPr>
        <p:spPr>
          <a:xfrm>
            <a:off x="697562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F1_main_prauc_2558">
            <a:extLst>
              <a:ext uri="{FF2B5EF4-FFF2-40B4-BE49-F238E27FC236}">
                <a16:creationId xmlns:a16="http://schemas.microsoft.com/office/drawing/2014/main" id="{208D20FD-932A-4E29-AD7A-F8847FDAB9A8}"/>
              </a:ext>
            </a:extLst>
          </p:cNvPr>
          <p:cNvSpPr>
            <a:spLocks noGrp="1"/>
          </p:cNvSpPr>
          <p:nvPr/>
        </p:nvSpPr>
        <p:spPr>
          <a:xfrm>
            <a:off x="70600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F1_main_prauc_2559">
            <a:extLst>
              <a:ext uri="{FF2B5EF4-FFF2-40B4-BE49-F238E27FC236}">
                <a16:creationId xmlns:a16="http://schemas.microsoft.com/office/drawing/2014/main" id="{B7BD0BDC-4148-4ED2-B184-28D0D7F34F9E}"/>
              </a:ext>
            </a:extLst>
          </p:cNvPr>
          <p:cNvSpPr>
            <a:spLocks noGrp="1"/>
          </p:cNvSpPr>
          <p:nvPr/>
        </p:nvSpPr>
        <p:spPr>
          <a:xfrm>
            <a:off x="70243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F1_main_prauc_2560">
            <a:extLst>
              <a:ext uri="{FF2B5EF4-FFF2-40B4-BE49-F238E27FC236}">
                <a16:creationId xmlns:a16="http://schemas.microsoft.com/office/drawing/2014/main" id="{71F3D3D8-2180-4F0B-830E-0E16386086CB}"/>
              </a:ext>
            </a:extLst>
          </p:cNvPr>
          <p:cNvSpPr>
            <a:spLocks noGrp="1"/>
          </p:cNvSpPr>
          <p:nvPr/>
        </p:nvSpPr>
        <p:spPr>
          <a:xfrm>
            <a:off x="69972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F1_main_prauc_2561">
            <a:extLst>
              <a:ext uri="{FF2B5EF4-FFF2-40B4-BE49-F238E27FC236}">
                <a16:creationId xmlns:a16="http://schemas.microsoft.com/office/drawing/2014/main" id="{7806FC4F-E1FC-4A2B-8F35-7585F0AE1B43}"/>
              </a:ext>
            </a:extLst>
          </p:cNvPr>
          <p:cNvSpPr>
            <a:spLocks noGrp="1"/>
          </p:cNvSpPr>
          <p:nvPr/>
        </p:nvSpPr>
        <p:spPr>
          <a:xfrm>
            <a:off x="70882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F1_main_prauc_2562">
            <a:extLst>
              <a:ext uri="{FF2B5EF4-FFF2-40B4-BE49-F238E27FC236}">
                <a16:creationId xmlns:a16="http://schemas.microsoft.com/office/drawing/2014/main" id="{F7F55A9A-8EE5-4B2C-BE1A-00446C31839D}"/>
              </a:ext>
            </a:extLst>
          </p:cNvPr>
          <p:cNvSpPr>
            <a:spLocks noGrp="1"/>
          </p:cNvSpPr>
          <p:nvPr/>
        </p:nvSpPr>
        <p:spPr>
          <a:xfrm>
            <a:off x="68664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F1_main_prauc_2563">
            <a:extLst>
              <a:ext uri="{FF2B5EF4-FFF2-40B4-BE49-F238E27FC236}">
                <a16:creationId xmlns:a16="http://schemas.microsoft.com/office/drawing/2014/main" id="{A59504A4-F24C-41C7-B6D0-0FC4C70556D7}"/>
              </a:ext>
            </a:extLst>
          </p:cNvPr>
          <p:cNvSpPr>
            <a:spLocks noGrp="1"/>
          </p:cNvSpPr>
          <p:nvPr/>
        </p:nvSpPr>
        <p:spPr>
          <a:xfrm>
            <a:off x="7076590" y="6096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F1_main_prauc_2564">
            <a:extLst>
              <a:ext uri="{FF2B5EF4-FFF2-40B4-BE49-F238E27FC236}">
                <a16:creationId xmlns:a16="http://schemas.microsoft.com/office/drawing/2014/main" id="{92126B28-7C38-41A0-BD83-8CAF60ECFF6A}"/>
              </a:ext>
            </a:extLst>
          </p:cNvPr>
          <p:cNvSpPr>
            <a:spLocks noGrp="1"/>
          </p:cNvSpPr>
          <p:nvPr/>
        </p:nvSpPr>
        <p:spPr>
          <a:xfrm>
            <a:off x="69319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F1_main_prauc_2565">
            <a:extLst>
              <a:ext uri="{FF2B5EF4-FFF2-40B4-BE49-F238E27FC236}">
                <a16:creationId xmlns:a16="http://schemas.microsoft.com/office/drawing/2014/main" id="{12DF05C4-531E-402A-B334-2338E9BA9843}"/>
              </a:ext>
            </a:extLst>
          </p:cNvPr>
          <p:cNvSpPr>
            <a:spLocks noGrp="1"/>
          </p:cNvSpPr>
          <p:nvPr/>
        </p:nvSpPr>
        <p:spPr>
          <a:xfrm>
            <a:off x="6865956" y="58730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F1_main_prauc_2566">
            <a:extLst>
              <a:ext uri="{FF2B5EF4-FFF2-40B4-BE49-F238E27FC236}">
                <a16:creationId xmlns:a16="http://schemas.microsoft.com/office/drawing/2014/main" id="{A3FF1EE1-58C4-4669-AA54-25764127E1D1}"/>
              </a:ext>
            </a:extLst>
          </p:cNvPr>
          <p:cNvSpPr>
            <a:spLocks noGrp="1"/>
          </p:cNvSpPr>
          <p:nvPr/>
        </p:nvSpPr>
        <p:spPr>
          <a:xfrm>
            <a:off x="85439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F1_main_prauc_2567">
            <a:extLst>
              <a:ext uri="{FF2B5EF4-FFF2-40B4-BE49-F238E27FC236}">
                <a16:creationId xmlns:a16="http://schemas.microsoft.com/office/drawing/2014/main" id="{48FEA536-12D5-4CF2-AB83-D7E5852DC066}"/>
              </a:ext>
            </a:extLst>
          </p:cNvPr>
          <p:cNvSpPr>
            <a:spLocks noGrp="1"/>
          </p:cNvSpPr>
          <p:nvPr/>
        </p:nvSpPr>
        <p:spPr>
          <a:xfrm>
            <a:off x="843911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F1_main_prauc_2568">
            <a:extLst>
              <a:ext uri="{FF2B5EF4-FFF2-40B4-BE49-F238E27FC236}">
                <a16:creationId xmlns:a16="http://schemas.microsoft.com/office/drawing/2014/main" id="{F25CDFF3-DF2D-4AA7-9131-2FD4564A0EA2}"/>
              </a:ext>
            </a:extLst>
          </p:cNvPr>
          <p:cNvSpPr>
            <a:spLocks noGrp="1"/>
          </p:cNvSpPr>
          <p:nvPr/>
        </p:nvSpPr>
        <p:spPr>
          <a:xfrm>
            <a:off x="847611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F1_main_prauc_2569">
            <a:extLst>
              <a:ext uri="{FF2B5EF4-FFF2-40B4-BE49-F238E27FC236}">
                <a16:creationId xmlns:a16="http://schemas.microsoft.com/office/drawing/2014/main" id="{B098E2B3-7316-4BA7-AF53-F114B82E8452}"/>
              </a:ext>
            </a:extLst>
          </p:cNvPr>
          <p:cNvSpPr>
            <a:spLocks noGrp="1"/>
          </p:cNvSpPr>
          <p:nvPr/>
        </p:nvSpPr>
        <p:spPr>
          <a:xfrm>
            <a:off x="84791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F1_main_prauc_2570">
            <a:extLst>
              <a:ext uri="{FF2B5EF4-FFF2-40B4-BE49-F238E27FC236}">
                <a16:creationId xmlns:a16="http://schemas.microsoft.com/office/drawing/2014/main" id="{7246B895-64A3-4F94-855F-A59AED43A620}"/>
              </a:ext>
            </a:extLst>
          </p:cNvPr>
          <p:cNvSpPr>
            <a:spLocks noGrp="1"/>
          </p:cNvSpPr>
          <p:nvPr/>
        </p:nvSpPr>
        <p:spPr>
          <a:xfrm>
            <a:off x="8455457" y="529720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F1_main_prauc_2571">
            <a:extLst>
              <a:ext uri="{FF2B5EF4-FFF2-40B4-BE49-F238E27FC236}">
                <a16:creationId xmlns:a16="http://schemas.microsoft.com/office/drawing/2014/main" id="{3FFD4CC4-5696-4A96-A1F4-E6C5037FA3DF}"/>
              </a:ext>
            </a:extLst>
          </p:cNvPr>
          <p:cNvSpPr>
            <a:spLocks noGrp="1"/>
          </p:cNvSpPr>
          <p:nvPr/>
        </p:nvSpPr>
        <p:spPr>
          <a:xfrm>
            <a:off x="86061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F1_main_prauc_2572">
            <a:extLst>
              <a:ext uri="{FF2B5EF4-FFF2-40B4-BE49-F238E27FC236}">
                <a16:creationId xmlns:a16="http://schemas.microsoft.com/office/drawing/2014/main" id="{32111956-923A-4A82-A2E4-869F9A7EAB25}"/>
              </a:ext>
            </a:extLst>
          </p:cNvPr>
          <p:cNvSpPr>
            <a:spLocks noGrp="1"/>
          </p:cNvSpPr>
          <p:nvPr/>
        </p:nvSpPr>
        <p:spPr>
          <a:xfrm>
            <a:off x="84289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F1_main_prauc_2573">
            <a:extLst>
              <a:ext uri="{FF2B5EF4-FFF2-40B4-BE49-F238E27FC236}">
                <a16:creationId xmlns:a16="http://schemas.microsoft.com/office/drawing/2014/main" id="{0790C603-3B89-4ADA-9B93-8B0968C58AA9}"/>
              </a:ext>
            </a:extLst>
          </p:cNvPr>
          <p:cNvSpPr>
            <a:spLocks noGrp="1"/>
          </p:cNvSpPr>
          <p:nvPr/>
        </p:nvSpPr>
        <p:spPr>
          <a:xfrm>
            <a:off x="8497050" y="373731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F1_main_prauc_2574">
            <a:extLst>
              <a:ext uri="{FF2B5EF4-FFF2-40B4-BE49-F238E27FC236}">
                <a16:creationId xmlns:a16="http://schemas.microsoft.com/office/drawing/2014/main" id="{6C839DF9-BE2D-401F-8F04-6AC51A430357}"/>
              </a:ext>
            </a:extLst>
          </p:cNvPr>
          <p:cNvSpPr>
            <a:spLocks noGrp="1"/>
          </p:cNvSpPr>
          <p:nvPr/>
        </p:nvSpPr>
        <p:spPr>
          <a:xfrm>
            <a:off x="86056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F1_main_prauc_2575">
            <a:extLst>
              <a:ext uri="{FF2B5EF4-FFF2-40B4-BE49-F238E27FC236}">
                <a16:creationId xmlns:a16="http://schemas.microsoft.com/office/drawing/2014/main" id="{6BED4047-383C-4D17-A903-96566ABF3000}"/>
              </a:ext>
            </a:extLst>
          </p:cNvPr>
          <p:cNvSpPr>
            <a:spLocks noGrp="1"/>
          </p:cNvSpPr>
          <p:nvPr/>
        </p:nvSpPr>
        <p:spPr>
          <a:xfrm>
            <a:off x="8553285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F1_main_prauc_2576">
            <a:extLst>
              <a:ext uri="{FF2B5EF4-FFF2-40B4-BE49-F238E27FC236}">
                <a16:creationId xmlns:a16="http://schemas.microsoft.com/office/drawing/2014/main" id="{DEBFEFF2-9E33-4AFE-AF95-586D243354B5}"/>
              </a:ext>
            </a:extLst>
          </p:cNvPr>
          <p:cNvSpPr>
            <a:spLocks noGrp="1"/>
          </p:cNvSpPr>
          <p:nvPr/>
        </p:nvSpPr>
        <p:spPr>
          <a:xfrm>
            <a:off x="8491003" y="60949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F1_main_prauc_2577">
            <a:extLst>
              <a:ext uri="{FF2B5EF4-FFF2-40B4-BE49-F238E27FC236}">
                <a16:creationId xmlns:a16="http://schemas.microsoft.com/office/drawing/2014/main" id="{EB0A35EF-19E9-46CB-98BD-153D40169754}"/>
              </a:ext>
            </a:extLst>
          </p:cNvPr>
          <p:cNvSpPr>
            <a:spLocks noGrp="1"/>
          </p:cNvSpPr>
          <p:nvPr/>
        </p:nvSpPr>
        <p:spPr>
          <a:xfrm>
            <a:off x="8648935" y="474148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F1_main_prauc_2578">
            <a:extLst>
              <a:ext uri="{FF2B5EF4-FFF2-40B4-BE49-F238E27FC236}">
                <a16:creationId xmlns:a16="http://schemas.microsoft.com/office/drawing/2014/main" id="{DBC03132-EE58-4F0E-A536-7EB852F55755}"/>
              </a:ext>
            </a:extLst>
          </p:cNvPr>
          <p:cNvSpPr>
            <a:spLocks noGrp="1"/>
          </p:cNvSpPr>
          <p:nvPr/>
        </p:nvSpPr>
        <p:spPr>
          <a:xfrm>
            <a:off x="8470437" y="3597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F1_main_prauc_2579">
            <a:extLst>
              <a:ext uri="{FF2B5EF4-FFF2-40B4-BE49-F238E27FC236}">
                <a16:creationId xmlns:a16="http://schemas.microsoft.com/office/drawing/2014/main" id="{0F02FC2C-F878-4C85-81A2-B0BEDFC872B5}"/>
              </a:ext>
            </a:extLst>
          </p:cNvPr>
          <p:cNvSpPr>
            <a:spLocks noGrp="1"/>
          </p:cNvSpPr>
          <p:nvPr/>
        </p:nvSpPr>
        <p:spPr>
          <a:xfrm>
            <a:off x="86122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F1_main_prauc_2580">
            <a:extLst>
              <a:ext uri="{FF2B5EF4-FFF2-40B4-BE49-F238E27FC236}">
                <a16:creationId xmlns:a16="http://schemas.microsoft.com/office/drawing/2014/main" id="{4FBD027B-4419-4AD9-9E5A-AEC4C887B8A1}"/>
              </a:ext>
            </a:extLst>
          </p:cNvPr>
          <p:cNvSpPr>
            <a:spLocks noGrp="1"/>
          </p:cNvSpPr>
          <p:nvPr/>
        </p:nvSpPr>
        <p:spPr>
          <a:xfrm>
            <a:off x="84592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F1_main_prauc_2581">
            <a:extLst>
              <a:ext uri="{FF2B5EF4-FFF2-40B4-BE49-F238E27FC236}">
                <a16:creationId xmlns:a16="http://schemas.microsoft.com/office/drawing/2014/main" id="{B6D6CD84-4C3C-4D89-8AF6-AFD2E700E72D}"/>
              </a:ext>
            </a:extLst>
          </p:cNvPr>
          <p:cNvSpPr>
            <a:spLocks noGrp="1"/>
          </p:cNvSpPr>
          <p:nvPr/>
        </p:nvSpPr>
        <p:spPr>
          <a:xfrm>
            <a:off x="8543561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F1_main_prauc_2582">
            <a:extLst>
              <a:ext uri="{FF2B5EF4-FFF2-40B4-BE49-F238E27FC236}">
                <a16:creationId xmlns:a16="http://schemas.microsoft.com/office/drawing/2014/main" id="{CB178AD4-B680-43BF-9041-2B16FD04ABBA}"/>
              </a:ext>
            </a:extLst>
          </p:cNvPr>
          <p:cNvSpPr>
            <a:spLocks noGrp="1"/>
          </p:cNvSpPr>
          <p:nvPr/>
        </p:nvSpPr>
        <p:spPr>
          <a:xfrm>
            <a:off x="867097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F1_main_prauc_2583">
            <a:extLst>
              <a:ext uri="{FF2B5EF4-FFF2-40B4-BE49-F238E27FC236}">
                <a16:creationId xmlns:a16="http://schemas.microsoft.com/office/drawing/2014/main" id="{11FA7596-C249-4B37-98AD-DDBAA4601D10}"/>
              </a:ext>
            </a:extLst>
          </p:cNvPr>
          <p:cNvSpPr>
            <a:spLocks noGrp="1"/>
          </p:cNvSpPr>
          <p:nvPr/>
        </p:nvSpPr>
        <p:spPr>
          <a:xfrm>
            <a:off x="848283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F1_main_prauc_2584">
            <a:extLst>
              <a:ext uri="{FF2B5EF4-FFF2-40B4-BE49-F238E27FC236}">
                <a16:creationId xmlns:a16="http://schemas.microsoft.com/office/drawing/2014/main" id="{76867998-0D5D-4188-99DA-F8F465B8E7E7}"/>
              </a:ext>
            </a:extLst>
          </p:cNvPr>
          <p:cNvSpPr>
            <a:spLocks noGrp="1"/>
          </p:cNvSpPr>
          <p:nvPr/>
        </p:nvSpPr>
        <p:spPr>
          <a:xfrm>
            <a:off x="84274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F1_main_prauc_2585">
            <a:extLst>
              <a:ext uri="{FF2B5EF4-FFF2-40B4-BE49-F238E27FC236}">
                <a16:creationId xmlns:a16="http://schemas.microsoft.com/office/drawing/2014/main" id="{E4C04EFC-5796-49DA-B674-6D7DDF6827D9}"/>
              </a:ext>
            </a:extLst>
          </p:cNvPr>
          <p:cNvSpPr>
            <a:spLocks noGrp="1"/>
          </p:cNvSpPr>
          <p:nvPr/>
        </p:nvSpPr>
        <p:spPr>
          <a:xfrm>
            <a:off x="8497468" y="570443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F1_main_prauc_2586">
            <a:extLst>
              <a:ext uri="{FF2B5EF4-FFF2-40B4-BE49-F238E27FC236}">
                <a16:creationId xmlns:a16="http://schemas.microsoft.com/office/drawing/2014/main" id="{A6FB7B26-ED55-4305-B2CE-561120533913}"/>
              </a:ext>
            </a:extLst>
          </p:cNvPr>
          <p:cNvSpPr>
            <a:spLocks noGrp="1"/>
          </p:cNvSpPr>
          <p:nvPr/>
        </p:nvSpPr>
        <p:spPr>
          <a:xfrm>
            <a:off x="86730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F1_main_prauc_2587">
            <a:extLst>
              <a:ext uri="{FF2B5EF4-FFF2-40B4-BE49-F238E27FC236}">
                <a16:creationId xmlns:a16="http://schemas.microsoft.com/office/drawing/2014/main" id="{98B44DCA-3F6D-4539-9A21-0D553A1930DC}"/>
              </a:ext>
            </a:extLst>
          </p:cNvPr>
          <p:cNvSpPr>
            <a:spLocks noGrp="1"/>
          </p:cNvSpPr>
          <p:nvPr/>
        </p:nvSpPr>
        <p:spPr>
          <a:xfrm>
            <a:off x="84527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F1_main_prauc_2588">
            <a:extLst>
              <a:ext uri="{FF2B5EF4-FFF2-40B4-BE49-F238E27FC236}">
                <a16:creationId xmlns:a16="http://schemas.microsoft.com/office/drawing/2014/main" id="{05F9E09A-995B-48CA-9E53-2E093860162E}"/>
              </a:ext>
            </a:extLst>
          </p:cNvPr>
          <p:cNvSpPr>
            <a:spLocks noGrp="1"/>
          </p:cNvSpPr>
          <p:nvPr/>
        </p:nvSpPr>
        <p:spPr>
          <a:xfrm>
            <a:off x="8586545" y="546837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F1_main_prauc_2589">
            <a:extLst>
              <a:ext uri="{FF2B5EF4-FFF2-40B4-BE49-F238E27FC236}">
                <a16:creationId xmlns:a16="http://schemas.microsoft.com/office/drawing/2014/main" id="{32EEFF7B-AC1E-4F35-BFFD-CF5EACF458E1}"/>
              </a:ext>
            </a:extLst>
          </p:cNvPr>
          <p:cNvSpPr>
            <a:spLocks noGrp="1"/>
          </p:cNvSpPr>
          <p:nvPr/>
        </p:nvSpPr>
        <p:spPr>
          <a:xfrm>
            <a:off x="8570858" y="60191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F1_main_prauc_2590">
            <a:extLst>
              <a:ext uri="{FF2B5EF4-FFF2-40B4-BE49-F238E27FC236}">
                <a16:creationId xmlns:a16="http://schemas.microsoft.com/office/drawing/2014/main" id="{DF4A6E94-7880-4BF5-9527-52F515D28A6A}"/>
              </a:ext>
            </a:extLst>
          </p:cNvPr>
          <p:cNvSpPr>
            <a:spLocks noGrp="1"/>
          </p:cNvSpPr>
          <p:nvPr/>
        </p:nvSpPr>
        <p:spPr>
          <a:xfrm>
            <a:off x="860400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F1_main_prauc_2591">
            <a:extLst>
              <a:ext uri="{FF2B5EF4-FFF2-40B4-BE49-F238E27FC236}">
                <a16:creationId xmlns:a16="http://schemas.microsoft.com/office/drawing/2014/main" id="{8A3DC7EC-E6A3-42FB-A39E-0C9C379710BF}"/>
              </a:ext>
            </a:extLst>
          </p:cNvPr>
          <p:cNvSpPr>
            <a:spLocks noGrp="1"/>
          </p:cNvSpPr>
          <p:nvPr/>
        </p:nvSpPr>
        <p:spPr>
          <a:xfrm>
            <a:off x="848623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F1_main_prauc_2592">
            <a:extLst>
              <a:ext uri="{FF2B5EF4-FFF2-40B4-BE49-F238E27FC236}">
                <a16:creationId xmlns:a16="http://schemas.microsoft.com/office/drawing/2014/main" id="{01E7FA14-1CAE-4B8F-82D6-639D7278C354}"/>
              </a:ext>
            </a:extLst>
          </p:cNvPr>
          <p:cNvSpPr>
            <a:spLocks noGrp="1"/>
          </p:cNvSpPr>
          <p:nvPr/>
        </p:nvSpPr>
        <p:spPr>
          <a:xfrm>
            <a:off x="85475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F1_main_prauc_2593">
            <a:extLst>
              <a:ext uri="{FF2B5EF4-FFF2-40B4-BE49-F238E27FC236}">
                <a16:creationId xmlns:a16="http://schemas.microsoft.com/office/drawing/2014/main" id="{915AC671-6C3B-4F36-B5AD-96EBC4A08C9A}"/>
              </a:ext>
            </a:extLst>
          </p:cNvPr>
          <p:cNvSpPr>
            <a:spLocks noGrp="1"/>
          </p:cNvSpPr>
          <p:nvPr/>
        </p:nvSpPr>
        <p:spPr>
          <a:xfrm>
            <a:off x="86143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F1_main_prauc_2594">
            <a:extLst>
              <a:ext uri="{FF2B5EF4-FFF2-40B4-BE49-F238E27FC236}">
                <a16:creationId xmlns:a16="http://schemas.microsoft.com/office/drawing/2014/main" id="{0370AEC7-CBB3-42DA-9199-B9095C9949FF}"/>
              </a:ext>
            </a:extLst>
          </p:cNvPr>
          <p:cNvSpPr>
            <a:spLocks noGrp="1"/>
          </p:cNvSpPr>
          <p:nvPr/>
        </p:nvSpPr>
        <p:spPr>
          <a:xfrm>
            <a:off x="8563388" y="56482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F1_main_prauc_2595">
            <a:extLst>
              <a:ext uri="{FF2B5EF4-FFF2-40B4-BE49-F238E27FC236}">
                <a16:creationId xmlns:a16="http://schemas.microsoft.com/office/drawing/2014/main" id="{5FF3A89C-7D81-48C4-9B91-5069543D7EE1}"/>
              </a:ext>
            </a:extLst>
          </p:cNvPr>
          <p:cNvSpPr>
            <a:spLocks noGrp="1"/>
          </p:cNvSpPr>
          <p:nvPr/>
        </p:nvSpPr>
        <p:spPr>
          <a:xfrm>
            <a:off x="85521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F1_main_prauc_2596">
            <a:extLst>
              <a:ext uri="{FF2B5EF4-FFF2-40B4-BE49-F238E27FC236}">
                <a16:creationId xmlns:a16="http://schemas.microsoft.com/office/drawing/2014/main" id="{4A61638A-3129-4C40-990D-7CF325E4C948}"/>
              </a:ext>
            </a:extLst>
          </p:cNvPr>
          <p:cNvSpPr>
            <a:spLocks noGrp="1"/>
          </p:cNvSpPr>
          <p:nvPr/>
        </p:nvSpPr>
        <p:spPr>
          <a:xfrm>
            <a:off x="84387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F1_main_prauc_2597">
            <a:extLst>
              <a:ext uri="{FF2B5EF4-FFF2-40B4-BE49-F238E27FC236}">
                <a16:creationId xmlns:a16="http://schemas.microsoft.com/office/drawing/2014/main" id="{93EB88D1-1B99-473C-BD50-C1AB14D92110}"/>
              </a:ext>
            </a:extLst>
          </p:cNvPr>
          <p:cNvSpPr>
            <a:spLocks noGrp="1"/>
          </p:cNvSpPr>
          <p:nvPr/>
        </p:nvSpPr>
        <p:spPr>
          <a:xfrm>
            <a:off x="8463860" y="6037331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F1_main_prauc_2598">
            <a:extLst>
              <a:ext uri="{FF2B5EF4-FFF2-40B4-BE49-F238E27FC236}">
                <a16:creationId xmlns:a16="http://schemas.microsoft.com/office/drawing/2014/main" id="{AEC7813A-C783-46E3-8F69-1938F6DE5C92}"/>
              </a:ext>
            </a:extLst>
          </p:cNvPr>
          <p:cNvSpPr>
            <a:spLocks noGrp="1"/>
          </p:cNvSpPr>
          <p:nvPr/>
        </p:nvSpPr>
        <p:spPr>
          <a:xfrm>
            <a:off x="85807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F1_main_prauc_2599">
            <a:extLst>
              <a:ext uri="{FF2B5EF4-FFF2-40B4-BE49-F238E27FC236}">
                <a16:creationId xmlns:a16="http://schemas.microsoft.com/office/drawing/2014/main" id="{306DAA05-BD78-4990-AEA0-E7BB22ABE17D}"/>
              </a:ext>
            </a:extLst>
          </p:cNvPr>
          <p:cNvSpPr>
            <a:spLocks noGrp="1"/>
          </p:cNvSpPr>
          <p:nvPr/>
        </p:nvSpPr>
        <p:spPr>
          <a:xfrm>
            <a:off x="84457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F1_main_prauc_2600">
            <a:extLst>
              <a:ext uri="{FF2B5EF4-FFF2-40B4-BE49-F238E27FC236}">
                <a16:creationId xmlns:a16="http://schemas.microsoft.com/office/drawing/2014/main" id="{3577D70D-A73C-43FE-8B20-9A981CFC1568}"/>
              </a:ext>
            </a:extLst>
          </p:cNvPr>
          <p:cNvSpPr>
            <a:spLocks noGrp="1"/>
          </p:cNvSpPr>
          <p:nvPr/>
        </p:nvSpPr>
        <p:spPr>
          <a:xfrm>
            <a:off x="86351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F1_main_prauc_2601">
            <a:extLst>
              <a:ext uri="{FF2B5EF4-FFF2-40B4-BE49-F238E27FC236}">
                <a16:creationId xmlns:a16="http://schemas.microsoft.com/office/drawing/2014/main" id="{39071268-E452-4EE0-8890-564408DC22AC}"/>
              </a:ext>
            </a:extLst>
          </p:cNvPr>
          <p:cNvSpPr>
            <a:spLocks noGrp="1"/>
          </p:cNvSpPr>
          <p:nvPr/>
        </p:nvSpPr>
        <p:spPr>
          <a:xfrm>
            <a:off x="854024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F1_main_prauc_2602">
            <a:extLst>
              <a:ext uri="{FF2B5EF4-FFF2-40B4-BE49-F238E27FC236}">
                <a16:creationId xmlns:a16="http://schemas.microsoft.com/office/drawing/2014/main" id="{08DD898D-3E25-4A8D-A83C-42798ACEA524}"/>
              </a:ext>
            </a:extLst>
          </p:cNvPr>
          <p:cNvSpPr>
            <a:spLocks noGrp="1"/>
          </p:cNvSpPr>
          <p:nvPr/>
        </p:nvSpPr>
        <p:spPr>
          <a:xfrm>
            <a:off x="86637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F1_main_prauc_2603">
            <a:extLst>
              <a:ext uri="{FF2B5EF4-FFF2-40B4-BE49-F238E27FC236}">
                <a16:creationId xmlns:a16="http://schemas.microsoft.com/office/drawing/2014/main" id="{36C1E748-853D-4508-96D2-A74CC0C56321}"/>
              </a:ext>
            </a:extLst>
          </p:cNvPr>
          <p:cNvSpPr>
            <a:spLocks noGrp="1"/>
          </p:cNvSpPr>
          <p:nvPr/>
        </p:nvSpPr>
        <p:spPr>
          <a:xfrm>
            <a:off x="867167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F1_main_prauc_2604">
            <a:extLst>
              <a:ext uri="{FF2B5EF4-FFF2-40B4-BE49-F238E27FC236}">
                <a16:creationId xmlns:a16="http://schemas.microsoft.com/office/drawing/2014/main" id="{0BD39983-D791-4FE9-9D0B-0294CB2DCFFE}"/>
              </a:ext>
            </a:extLst>
          </p:cNvPr>
          <p:cNvSpPr>
            <a:spLocks noGrp="1"/>
          </p:cNvSpPr>
          <p:nvPr/>
        </p:nvSpPr>
        <p:spPr>
          <a:xfrm>
            <a:off x="848163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F1_main_prauc_2605">
            <a:extLst>
              <a:ext uri="{FF2B5EF4-FFF2-40B4-BE49-F238E27FC236}">
                <a16:creationId xmlns:a16="http://schemas.microsoft.com/office/drawing/2014/main" id="{84818012-950C-47CE-AFE1-0E4C91A39D63}"/>
              </a:ext>
            </a:extLst>
          </p:cNvPr>
          <p:cNvSpPr>
            <a:spLocks noGrp="1"/>
          </p:cNvSpPr>
          <p:nvPr/>
        </p:nvSpPr>
        <p:spPr>
          <a:xfrm>
            <a:off x="85083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F1_main_prauc_2606">
            <a:extLst>
              <a:ext uri="{FF2B5EF4-FFF2-40B4-BE49-F238E27FC236}">
                <a16:creationId xmlns:a16="http://schemas.microsoft.com/office/drawing/2014/main" id="{19F404C3-04D4-4787-AFD3-9F7869E2B81D}"/>
              </a:ext>
            </a:extLst>
          </p:cNvPr>
          <p:cNvSpPr>
            <a:spLocks noGrp="1"/>
          </p:cNvSpPr>
          <p:nvPr/>
        </p:nvSpPr>
        <p:spPr>
          <a:xfrm>
            <a:off x="8670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F1_main_prauc_2607">
            <a:extLst>
              <a:ext uri="{FF2B5EF4-FFF2-40B4-BE49-F238E27FC236}">
                <a16:creationId xmlns:a16="http://schemas.microsoft.com/office/drawing/2014/main" id="{F5751978-C21D-4E08-B856-1B92C40D1E70}"/>
              </a:ext>
            </a:extLst>
          </p:cNvPr>
          <p:cNvSpPr>
            <a:spLocks noGrp="1"/>
          </p:cNvSpPr>
          <p:nvPr/>
        </p:nvSpPr>
        <p:spPr>
          <a:xfrm>
            <a:off x="85599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F1_main_prauc_2608">
            <a:extLst>
              <a:ext uri="{FF2B5EF4-FFF2-40B4-BE49-F238E27FC236}">
                <a16:creationId xmlns:a16="http://schemas.microsoft.com/office/drawing/2014/main" id="{1475361B-0454-44D9-B78C-CB8B372D2CD1}"/>
              </a:ext>
            </a:extLst>
          </p:cNvPr>
          <p:cNvSpPr>
            <a:spLocks noGrp="1"/>
          </p:cNvSpPr>
          <p:nvPr/>
        </p:nvSpPr>
        <p:spPr>
          <a:xfrm>
            <a:off x="846194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F1_main_prauc_2609">
            <a:extLst>
              <a:ext uri="{FF2B5EF4-FFF2-40B4-BE49-F238E27FC236}">
                <a16:creationId xmlns:a16="http://schemas.microsoft.com/office/drawing/2014/main" id="{C9EDEBA7-F29F-4A4B-9ED0-88F9ADBE60D0}"/>
              </a:ext>
            </a:extLst>
          </p:cNvPr>
          <p:cNvSpPr>
            <a:spLocks noGrp="1"/>
          </p:cNvSpPr>
          <p:nvPr/>
        </p:nvSpPr>
        <p:spPr>
          <a:xfrm>
            <a:off x="848560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F1_main_prauc_2610">
            <a:extLst>
              <a:ext uri="{FF2B5EF4-FFF2-40B4-BE49-F238E27FC236}">
                <a16:creationId xmlns:a16="http://schemas.microsoft.com/office/drawing/2014/main" id="{23CDE72D-51A0-4D39-9794-001ED2E13297}"/>
              </a:ext>
            </a:extLst>
          </p:cNvPr>
          <p:cNvSpPr>
            <a:spLocks noGrp="1"/>
          </p:cNvSpPr>
          <p:nvPr/>
        </p:nvSpPr>
        <p:spPr>
          <a:xfrm>
            <a:off x="85747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F1_main_prauc_2611">
            <a:extLst>
              <a:ext uri="{FF2B5EF4-FFF2-40B4-BE49-F238E27FC236}">
                <a16:creationId xmlns:a16="http://schemas.microsoft.com/office/drawing/2014/main" id="{53DCC8E7-99FE-4959-AC1B-1C397B50E87C}"/>
              </a:ext>
            </a:extLst>
          </p:cNvPr>
          <p:cNvSpPr>
            <a:spLocks noGrp="1"/>
          </p:cNvSpPr>
          <p:nvPr/>
        </p:nvSpPr>
        <p:spPr>
          <a:xfrm>
            <a:off x="866087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F1_main_prauc_2612">
            <a:extLst>
              <a:ext uri="{FF2B5EF4-FFF2-40B4-BE49-F238E27FC236}">
                <a16:creationId xmlns:a16="http://schemas.microsoft.com/office/drawing/2014/main" id="{0A2D0485-BE5F-4024-A939-FA2FDEBC3535}"/>
              </a:ext>
            </a:extLst>
          </p:cNvPr>
          <p:cNvSpPr>
            <a:spLocks noGrp="1"/>
          </p:cNvSpPr>
          <p:nvPr/>
        </p:nvSpPr>
        <p:spPr>
          <a:xfrm>
            <a:off x="8667778" y="580934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F1_main_prauc_2613">
            <a:extLst>
              <a:ext uri="{FF2B5EF4-FFF2-40B4-BE49-F238E27FC236}">
                <a16:creationId xmlns:a16="http://schemas.microsoft.com/office/drawing/2014/main" id="{FE2DF005-57DB-460C-A07D-14775586526E}"/>
              </a:ext>
            </a:extLst>
          </p:cNvPr>
          <p:cNvSpPr>
            <a:spLocks noGrp="1"/>
          </p:cNvSpPr>
          <p:nvPr/>
        </p:nvSpPr>
        <p:spPr>
          <a:xfrm>
            <a:off x="857505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F1_main_prauc_2614">
            <a:extLst>
              <a:ext uri="{FF2B5EF4-FFF2-40B4-BE49-F238E27FC236}">
                <a16:creationId xmlns:a16="http://schemas.microsoft.com/office/drawing/2014/main" id="{7E94173F-05D1-4D14-BF37-A520D731BD27}"/>
              </a:ext>
            </a:extLst>
          </p:cNvPr>
          <p:cNvSpPr>
            <a:spLocks noGrp="1"/>
          </p:cNvSpPr>
          <p:nvPr/>
        </p:nvSpPr>
        <p:spPr>
          <a:xfrm>
            <a:off x="86238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F1_main_prauc_2615">
            <a:extLst>
              <a:ext uri="{FF2B5EF4-FFF2-40B4-BE49-F238E27FC236}">
                <a16:creationId xmlns:a16="http://schemas.microsoft.com/office/drawing/2014/main" id="{0857A680-C16C-461A-8409-58702CA83E7D}"/>
              </a:ext>
            </a:extLst>
          </p:cNvPr>
          <p:cNvSpPr>
            <a:spLocks noGrp="1"/>
          </p:cNvSpPr>
          <p:nvPr/>
        </p:nvSpPr>
        <p:spPr>
          <a:xfrm>
            <a:off x="85404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F1_main_prauc_2616">
            <a:extLst>
              <a:ext uri="{FF2B5EF4-FFF2-40B4-BE49-F238E27FC236}">
                <a16:creationId xmlns:a16="http://schemas.microsoft.com/office/drawing/2014/main" id="{76AC4F79-0A31-448F-936D-7C2A3A6F1189}"/>
              </a:ext>
            </a:extLst>
          </p:cNvPr>
          <p:cNvSpPr>
            <a:spLocks noGrp="1"/>
          </p:cNvSpPr>
          <p:nvPr/>
        </p:nvSpPr>
        <p:spPr>
          <a:xfrm>
            <a:off x="86456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F1_main_prauc_2617">
            <a:extLst>
              <a:ext uri="{FF2B5EF4-FFF2-40B4-BE49-F238E27FC236}">
                <a16:creationId xmlns:a16="http://schemas.microsoft.com/office/drawing/2014/main" id="{FA5C7AD8-E90E-40BC-AE34-67F0EBC934A6}"/>
              </a:ext>
            </a:extLst>
          </p:cNvPr>
          <p:cNvSpPr>
            <a:spLocks noGrp="1"/>
          </p:cNvSpPr>
          <p:nvPr/>
        </p:nvSpPr>
        <p:spPr>
          <a:xfrm>
            <a:off x="8560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F1_main_prauc_2618">
            <a:extLst>
              <a:ext uri="{FF2B5EF4-FFF2-40B4-BE49-F238E27FC236}">
                <a16:creationId xmlns:a16="http://schemas.microsoft.com/office/drawing/2014/main" id="{37FD1295-1DC8-4E5C-8B94-41595C078A27}"/>
              </a:ext>
            </a:extLst>
          </p:cNvPr>
          <p:cNvSpPr>
            <a:spLocks noGrp="1"/>
          </p:cNvSpPr>
          <p:nvPr/>
        </p:nvSpPr>
        <p:spPr>
          <a:xfrm>
            <a:off x="848376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F1_main_prauc_2619">
            <a:extLst>
              <a:ext uri="{FF2B5EF4-FFF2-40B4-BE49-F238E27FC236}">
                <a16:creationId xmlns:a16="http://schemas.microsoft.com/office/drawing/2014/main" id="{934C9C79-9B58-4BEE-A77D-894E76E9C955}"/>
              </a:ext>
            </a:extLst>
          </p:cNvPr>
          <p:cNvSpPr>
            <a:spLocks noGrp="1"/>
          </p:cNvSpPr>
          <p:nvPr/>
        </p:nvSpPr>
        <p:spPr>
          <a:xfrm>
            <a:off x="8474465" y="6004565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F1_main_prauc_2620">
            <a:extLst>
              <a:ext uri="{FF2B5EF4-FFF2-40B4-BE49-F238E27FC236}">
                <a16:creationId xmlns:a16="http://schemas.microsoft.com/office/drawing/2014/main" id="{6A6040D8-7286-463C-9165-4230D9FAB8D5}"/>
              </a:ext>
            </a:extLst>
          </p:cNvPr>
          <p:cNvSpPr>
            <a:spLocks noGrp="1"/>
          </p:cNvSpPr>
          <p:nvPr/>
        </p:nvSpPr>
        <p:spPr>
          <a:xfrm>
            <a:off x="85650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F1_main_prauc_2621">
            <a:extLst>
              <a:ext uri="{FF2B5EF4-FFF2-40B4-BE49-F238E27FC236}">
                <a16:creationId xmlns:a16="http://schemas.microsoft.com/office/drawing/2014/main" id="{AFEE6C61-8BAB-4386-9C7A-6D17DBA08EA5}"/>
              </a:ext>
            </a:extLst>
          </p:cNvPr>
          <p:cNvSpPr>
            <a:spLocks noGrp="1"/>
          </p:cNvSpPr>
          <p:nvPr/>
        </p:nvSpPr>
        <p:spPr>
          <a:xfrm>
            <a:off x="859723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F1_main_prauc_2622">
            <a:extLst>
              <a:ext uri="{FF2B5EF4-FFF2-40B4-BE49-F238E27FC236}">
                <a16:creationId xmlns:a16="http://schemas.microsoft.com/office/drawing/2014/main" id="{5B3E91CF-380E-40DF-9621-ECB0264A12BA}"/>
              </a:ext>
            </a:extLst>
          </p:cNvPr>
          <p:cNvSpPr>
            <a:spLocks noGrp="1"/>
          </p:cNvSpPr>
          <p:nvPr/>
        </p:nvSpPr>
        <p:spPr>
          <a:xfrm>
            <a:off x="867815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F1_main_prauc_2623">
            <a:extLst>
              <a:ext uri="{FF2B5EF4-FFF2-40B4-BE49-F238E27FC236}">
                <a16:creationId xmlns:a16="http://schemas.microsoft.com/office/drawing/2014/main" id="{E01CB54F-B9A6-47E2-99FB-B3227DA092BE}"/>
              </a:ext>
            </a:extLst>
          </p:cNvPr>
          <p:cNvSpPr>
            <a:spLocks noGrp="1"/>
          </p:cNvSpPr>
          <p:nvPr/>
        </p:nvSpPr>
        <p:spPr>
          <a:xfrm>
            <a:off x="85378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F1_main_prauc_2624">
            <a:extLst>
              <a:ext uri="{FF2B5EF4-FFF2-40B4-BE49-F238E27FC236}">
                <a16:creationId xmlns:a16="http://schemas.microsoft.com/office/drawing/2014/main" id="{F92035D5-3B36-40BD-A96E-6633B752518F}"/>
              </a:ext>
            </a:extLst>
          </p:cNvPr>
          <p:cNvSpPr>
            <a:spLocks noGrp="1"/>
          </p:cNvSpPr>
          <p:nvPr/>
        </p:nvSpPr>
        <p:spPr>
          <a:xfrm>
            <a:off x="8434841" y="60481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F1_main_prauc_2625">
            <a:extLst>
              <a:ext uri="{FF2B5EF4-FFF2-40B4-BE49-F238E27FC236}">
                <a16:creationId xmlns:a16="http://schemas.microsoft.com/office/drawing/2014/main" id="{2E4F2608-75D1-4CFE-A82B-1817CDEEAF6B}"/>
              </a:ext>
            </a:extLst>
          </p:cNvPr>
          <p:cNvSpPr>
            <a:spLocks noGrp="1"/>
          </p:cNvSpPr>
          <p:nvPr/>
        </p:nvSpPr>
        <p:spPr>
          <a:xfrm>
            <a:off x="850255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F1_main_prauc_2626">
            <a:extLst>
              <a:ext uri="{FF2B5EF4-FFF2-40B4-BE49-F238E27FC236}">
                <a16:creationId xmlns:a16="http://schemas.microsoft.com/office/drawing/2014/main" id="{B686F3F2-8185-4D0E-9582-BE5A54D4A10A}"/>
              </a:ext>
            </a:extLst>
          </p:cNvPr>
          <p:cNvSpPr>
            <a:spLocks noGrp="1"/>
          </p:cNvSpPr>
          <p:nvPr/>
        </p:nvSpPr>
        <p:spPr>
          <a:xfrm>
            <a:off x="86716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F1_main_prauc_2627">
            <a:extLst>
              <a:ext uri="{FF2B5EF4-FFF2-40B4-BE49-F238E27FC236}">
                <a16:creationId xmlns:a16="http://schemas.microsoft.com/office/drawing/2014/main" id="{C8E1F216-52EE-4111-BEE3-E5C6AFDA929A}"/>
              </a:ext>
            </a:extLst>
          </p:cNvPr>
          <p:cNvSpPr>
            <a:spLocks noGrp="1"/>
          </p:cNvSpPr>
          <p:nvPr/>
        </p:nvSpPr>
        <p:spPr>
          <a:xfrm>
            <a:off x="855492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F1_main_prauc_2628">
            <a:extLst>
              <a:ext uri="{FF2B5EF4-FFF2-40B4-BE49-F238E27FC236}">
                <a16:creationId xmlns:a16="http://schemas.microsoft.com/office/drawing/2014/main" id="{319713A5-AC05-4338-A067-AED39486A874}"/>
              </a:ext>
            </a:extLst>
          </p:cNvPr>
          <p:cNvSpPr>
            <a:spLocks noGrp="1"/>
          </p:cNvSpPr>
          <p:nvPr/>
        </p:nvSpPr>
        <p:spPr>
          <a:xfrm>
            <a:off x="852323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F1_main_prauc_2629">
            <a:extLst>
              <a:ext uri="{FF2B5EF4-FFF2-40B4-BE49-F238E27FC236}">
                <a16:creationId xmlns:a16="http://schemas.microsoft.com/office/drawing/2014/main" id="{D02C19CC-D268-4334-A89A-8F8541C8C22F}"/>
              </a:ext>
            </a:extLst>
          </p:cNvPr>
          <p:cNvSpPr>
            <a:spLocks noGrp="1"/>
          </p:cNvSpPr>
          <p:nvPr/>
        </p:nvSpPr>
        <p:spPr>
          <a:xfrm>
            <a:off x="85834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F1_main_prauc_2630">
            <a:extLst>
              <a:ext uri="{FF2B5EF4-FFF2-40B4-BE49-F238E27FC236}">
                <a16:creationId xmlns:a16="http://schemas.microsoft.com/office/drawing/2014/main" id="{755F6B29-6FF7-46CB-BD8A-5DBDA011E116}"/>
              </a:ext>
            </a:extLst>
          </p:cNvPr>
          <p:cNvSpPr>
            <a:spLocks noGrp="1"/>
          </p:cNvSpPr>
          <p:nvPr/>
        </p:nvSpPr>
        <p:spPr>
          <a:xfrm>
            <a:off x="8622891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F1_main_prauc_2631">
            <a:extLst>
              <a:ext uri="{FF2B5EF4-FFF2-40B4-BE49-F238E27FC236}">
                <a16:creationId xmlns:a16="http://schemas.microsoft.com/office/drawing/2014/main" id="{CAC1AE75-BF2B-430A-B39B-1D7749E3C00C}"/>
              </a:ext>
            </a:extLst>
          </p:cNvPr>
          <p:cNvSpPr>
            <a:spLocks noGrp="1"/>
          </p:cNvSpPr>
          <p:nvPr/>
        </p:nvSpPr>
        <p:spPr>
          <a:xfrm>
            <a:off x="850588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F1_main_prauc_2632">
            <a:extLst>
              <a:ext uri="{FF2B5EF4-FFF2-40B4-BE49-F238E27FC236}">
                <a16:creationId xmlns:a16="http://schemas.microsoft.com/office/drawing/2014/main" id="{7CF1EC00-C321-4D7A-9981-1599478B06C3}"/>
              </a:ext>
            </a:extLst>
          </p:cNvPr>
          <p:cNvSpPr>
            <a:spLocks noGrp="1"/>
          </p:cNvSpPr>
          <p:nvPr/>
        </p:nvSpPr>
        <p:spPr>
          <a:xfrm>
            <a:off x="84355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F1_main_prauc_2633">
            <a:extLst>
              <a:ext uri="{FF2B5EF4-FFF2-40B4-BE49-F238E27FC236}">
                <a16:creationId xmlns:a16="http://schemas.microsoft.com/office/drawing/2014/main" id="{B744EFC5-6EE9-4DBD-BC9B-FEE313D02F45}"/>
              </a:ext>
            </a:extLst>
          </p:cNvPr>
          <p:cNvSpPr>
            <a:spLocks noGrp="1"/>
          </p:cNvSpPr>
          <p:nvPr/>
        </p:nvSpPr>
        <p:spPr>
          <a:xfrm>
            <a:off x="86314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F1_main_prauc_2634">
            <a:extLst>
              <a:ext uri="{FF2B5EF4-FFF2-40B4-BE49-F238E27FC236}">
                <a16:creationId xmlns:a16="http://schemas.microsoft.com/office/drawing/2014/main" id="{F313C65D-EE55-4C68-B795-7F0691758D3E}"/>
              </a:ext>
            </a:extLst>
          </p:cNvPr>
          <p:cNvSpPr>
            <a:spLocks noGrp="1"/>
          </p:cNvSpPr>
          <p:nvPr/>
        </p:nvSpPr>
        <p:spPr>
          <a:xfrm>
            <a:off x="8471242" y="57231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F1_main_prauc_2635">
            <a:extLst>
              <a:ext uri="{FF2B5EF4-FFF2-40B4-BE49-F238E27FC236}">
                <a16:creationId xmlns:a16="http://schemas.microsoft.com/office/drawing/2014/main" id="{473D3E19-360A-4C0A-8612-CD6965BFF1D9}"/>
              </a:ext>
            </a:extLst>
          </p:cNvPr>
          <p:cNvSpPr>
            <a:spLocks noGrp="1"/>
          </p:cNvSpPr>
          <p:nvPr/>
        </p:nvSpPr>
        <p:spPr>
          <a:xfrm>
            <a:off x="84729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F1_main_prauc_2636">
            <a:extLst>
              <a:ext uri="{FF2B5EF4-FFF2-40B4-BE49-F238E27FC236}">
                <a16:creationId xmlns:a16="http://schemas.microsoft.com/office/drawing/2014/main" id="{9EA57940-B173-442A-BE90-F9DE44DDC268}"/>
              </a:ext>
            </a:extLst>
          </p:cNvPr>
          <p:cNvSpPr>
            <a:spLocks noGrp="1"/>
          </p:cNvSpPr>
          <p:nvPr/>
        </p:nvSpPr>
        <p:spPr>
          <a:xfrm>
            <a:off x="843790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F1_main_prauc_2637">
            <a:extLst>
              <a:ext uri="{FF2B5EF4-FFF2-40B4-BE49-F238E27FC236}">
                <a16:creationId xmlns:a16="http://schemas.microsoft.com/office/drawing/2014/main" id="{F5B87A55-DFFA-4576-832D-29AC0EEEC53F}"/>
              </a:ext>
            </a:extLst>
          </p:cNvPr>
          <p:cNvSpPr>
            <a:spLocks noGrp="1"/>
          </p:cNvSpPr>
          <p:nvPr/>
        </p:nvSpPr>
        <p:spPr>
          <a:xfrm>
            <a:off x="846997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F1_main_prauc_2638">
            <a:extLst>
              <a:ext uri="{FF2B5EF4-FFF2-40B4-BE49-F238E27FC236}">
                <a16:creationId xmlns:a16="http://schemas.microsoft.com/office/drawing/2014/main" id="{81E69929-7978-40CB-8AD4-42ACB18B28F4}"/>
              </a:ext>
            </a:extLst>
          </p:cNvPr>
          <p:cNvSpPr>
            <a:spLocks noGrp="1"/>
          </p:cNvSpPr>
          <p:nvPr/>
        </p:nvSpPr>
        <p:spPr>
          <a:xfrm>
            <a:off x="85436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F1_main_prauc_2639">
            <a:extLst>
              <a:ext uri="{FF2B5EF4-FFF2-40B4-BE49-F238E27FC236}">
                <a16:creationId xmlns:a16="http://schemas.microsoft.com/office/drawing/2014/main" id="{096D4038-1022-4838-B5E7-B86102E0AC64}"/>
              </a:ext>
            </a:extLst>
          </p:cNvPr>
          <p:cNvSpPr>
            <a:spLocks noGrp="1"/>
          </p:cNvSpPr>
          <p:nvPr/>
        </p:nvSpPr>
        <p:spPr>
          <a:xfrm>
            <a:off x="8640540" y="601043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F1_main_prauc_2640">
            <a:extLst>
              <a:ext uri="{FF2B5EF4-FFF2-40B4-BE49-F238E27FC236}">
                <a16:creationId xmlns:a16="http://schemas.microsoft.com/office/drawing/2014/main" id="{EE3965B5-26C8-4AE6-888C-F36B461159C2}"/>
              </a:ext>
            </a:extLst>
          </p:cNvPr>
          <p:cNvSpPr>
            <a:spLocks noGrp="1"/>
          </p:cNvSpPr>
          <p:nvPr/>
        </p:nvSpPr>
        <p:spPr>
          <a:xfrm>
            <a:off x="86778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F1_main_prauc_2641">
            <a:extLst>
              <a:ext uri="{FF2B5EF4-FFF2-40B4-BE49-F238E27FC236}">
                <a16:creationId xmlns:a16="http://schemas.microsoft.com/office/drawing/2014/main" id="{3AFE7F3F-70DA-46BE-B973-B74E79621E97}"/>
              </a:ext>
            </a:extLst>
          </p:cNvPr>
          <p:cNvSpPr>
            <a:spLocks noGrp="1"/>
          </p:cNvSpPr>
          <p:nvPr/>
        </p:nvSpPr>
        <p:spPr>
          <a:xfrm>
            <a:off x="8438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F1_main_prauc_2642">
            <a:extLst>
              <a:ext uri="{FF2B5EF4-FFF2-40B4-BE49-F238E27FC236}">
                <a16:creationId xmlns:a16="http://schemas.microsoft.com/office/drawing/2014/main" id="{A510FD7B-79B2-46C1-8412-954801ADFE9B}"/>
              </a:ext>
            </a:extLst>
          </p:cNvPr>
          <p:cNvSpPr>
            <a:spLocks noGrp="1"/>
          </p:cNvSpPr>
          <p:nvPr/>
        </p:nvSpPr>
        <p:spPr>
          <a:xfrm>
            <a:off x="849602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F1_main_prauc_2643">
            <a:extLst>
              <a:ext uri="{FF2B5EF4-FFF2-40B4-BE49-F238E27FC236}">
                <a16:creationId xmlns:a16="http://schemas.microsoft.com/office/drawing/2014/main" id="{C9A083BB-A100-49B9-8FC9-FA0F2B3B6EB5}"/>
              </a:ext>
            </a:extLst>
          </p:cNvPr>
          <p:cNvSpPr>
            <a:spLocks noGrp="1"/>
          </p:cNvSpPr>
          <p:nvPr/>
        </p:nvSpPr>
        <p:spPr>
          <a:xfrm>
            <a:off x="8441984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F1_main_prauc_2644">
            <a:extLst>
              <a:ext uri="{FF2B5EF4-FFF2-40B4-BE49-F238E27FC236}">
                <a16:creationId xmlns:a16="http://schemas.microsoft.com/office/drawing/2014/main" id="{17C2A3B5-BC0A-4E41-910B-CB3D1A3370A8}"/>
              </a:ext>
            </a:extLst>
          </p:cNvPr>
          <p:cNvSpPr>
            <a:spLocks noGrp="1"/>
          </p:cNvSpPr>
          <p:nvPr/>
        </p:nvSpPr>
        <p:spPr>
          <a:xfrm>
            <a:off x="857102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F1_main_prauc_2645">
            <a:extLst>
              <a:ext uri="{FF2B5EF4-FFF2-40B4-BE49-F238E27FC236}">
                <a16:creationId xmlns:a16="http://schemas.microsoft.com/office/drawing/2014/main" id="{C6A8B1D1-7A7B-4A9A-AC0A-76372361E0ED}"/>
              </a:ext>
            </a:extLst>
          </p:cNvPr>
          <p:cNvSpPr>
            <a:spLocks noGrp="1"/>
          </p:cNvSpPr>
          <p:nvPr/>
        </p:nvSpPr>
        <p:spPr>
          <a:xfrm>
            <a:off x="852199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F1_main_prauc_2646">
            <a:extLst>
              <a:ext uri="{FF2B5EF4-FFF2-40B4-BE49-F238E27FC236}">
                <a16:creationId xmlns:a16="http://schemas.microsoft.com/office/drawing/2014/main" id="{081ADC55-CD5E-452D-9B57-904393B6B020}"/>
              </a:ext>
            </a:extLst>
          </p:cNvPr>
          <p:cNvSpPr>
            <a:spLocks noGrp="1"/>
          </p:cNvSpPr>
          <p:nvPr/>
        </p:nvSpPr>
        <p:spPr>
          <a:xfrm>
            <a:off x="8556479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F1_main_prauc_2647">
            <a:extLst>
              <a:ext uri="{FF2B5EF4-FFF2-40B4-BE49-F238E27FC236}">
                <a16:creationId xmlns:a16="http://schemas.microsoft.com/office/drawing/2014/main" id="{BF5DC167-431A-4F2F-A218-774F4F1E657B}"/>
              </a:ext>
            </a:extLst>
          </p:cNvPr>
          <p:cNvSpPr>
            <a:spLocks noGrp="1"/>
          </p:cNvSpPr>
          <p:nvPr/>
        </p:nvSpPr>
        <p:spPr>
          <a:xfrm>
            <a:off x="85489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F1_main_prauc_2648">
            <a:extLst>
              <a:ext uri="{FF2B5EF4-FFF2-40B4-BE49-F238E27FC236}">
                <a16:creationId xmlns:a16="http://schemas.microsoft.com/office/drawing/2014/main" id="{17A88C6F-13AE-4194-BD96-8E7706E298BA}"/>
              </a:ext>
            </a:extLst>
          </p:cNvPr>
          <p:cNvSpPr>
            <a:spLocks noGrp="1"/>
          </p:cNvSpPr>
          <p:nvPr/>
        </p:nvSpPr>
        <p:spPr>
          <a:xfrm>
            <a:off x="85750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F1_main_prauc_2649">
            <a:extLst>
              <a:ext uri="{FF2B5EF4-FFF2-40B4-BE49-F238E27FC236}">
                <a16:creationId xmlns:a16="http://schemas.microsoft.com/office/drawing/2014/main" id="{30F6C594-ACF3-45C6-A104-CB71EAE5BCA4}"/>
              </a:ext>
            </a:extLst>
          </p:cNvPr>
          <p:cNvSpPr>
            <a:spLocks noGrp="1"/>
          </p:cNvSpPr>
          <p:nvPr/>
        </p:nvSpPr>
        <p:spPr>
          <a:xfrm>
            <a:off x="85536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F1_main_prauc_2650">
            <a:extLst>
              <a:ext uri="{FF2B5EF4-FFF2-40B4-BE49-F238E27FC236}">
                <a16:creationId xmlns:a16="http://schemas.microsoft.com/office/drawing/2014/main" id="{2BEC557F-3E97-48D8-834E-2B2CF0A0AA3E}"/>
              </a:ext>
            </a:extLst>
          </p:cNvPr>
          <p:cNvSpPr>
            <a:spLocks noGrp="1"/>
          </p:cNvSpPr>
          <p:nvPr/>
        </p:nvSpPr>
        <p:spPr>
          <a:xfrm>
            <a:off x="84805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F1_main_prauc_2651">
            <a:extLst>
              <a:ext uri="{FF2B5EF4-FFF2-40B4-BE49-F238E27FC236}">
                <a16:creationId xmlns:a16="http://schemas.microsoft.com/office/drawing/2014/main" id="{177EF135-ED7D-47C6-91D5-ACF5F9CC4B19}"/>
              </a:ext>
            </a:extLst>
          </p:cNvPr>
          <p:cNvSpPr>
            <a:spLocks noGrp="1"/>
          </p:cNvSpPr>
          <p:nvPr/>
        </p:nvSpPr>
        <p:spPr>
          <a:xfrm>
            <a:off x="8594341" y="608187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F1_main_prauc_2652">
            <a:extLst>
              <a:ext uri="{FF2B5EF4-FFF2-40B4-BE49-F238E27FC236}">
                <a16:creationId xmlns:a16="http://schemas.microsoft.com/office/drawing/2014/main" id="{692E05BD-1227-4FD4-A95D-837622583D81}"/>
              </a:ext>
            </a:extLst>
          </p:cNvPr>
          <p:cNvSpPr>
            <a:spLocks noGrp="1"/>
          </p:cNvSpPr>
          <p:nvPr/>
        </p:nvSpPr>
        <p:spPr>
          <a:xfrm>
            <a:off x="8616789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F1_main_prauc_2653">
            <a:extLst>
              <a:ext uri="{FF2B5EF4-FFF2-40B4-BE49-F238E27FC236}">
                <a16:creationId xmlns:a16="http://schemas.microsoft.com/office/drawing/2014/main" id="{A1D37794-2A5C-4518-BCD5-ADC0BA175F95}"/>
              </a:ext>
            </a:extLst>
          </p:cNvPr>
          <p:cNvSpPr>
            <a:spLocks noGrp="1"/>
          </p:cNvSpPr>
          <p:nvPr/>
        </p:nvSpPr>
        <p:spPr>
          <a:xfrm>
            <a:off x="85126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F1_main_prauc_2654">
            <a:extLst>
              <a:ext uri="{FF2B5EF4-FFF2-40B4-BE49-F238E27FC236}">
                <a16:creationId xmlns:a16="http://schemas.microsoft.com/office/drawing/2014/main" id="{8A9F2F6A-8D07-489F-8963-0EB3FEB277D6}"/>
              </a:ext>
            </a:extLst>
          </p:cNvPr>
          <p:cNvSpPr>
            <a:spLocks noGrp="1"/>
          </p:cNvSpPr>
          <p:nvPr/>
        </p:nvSpPr>
        <p:spPr>
          <a:xfrm>
            <a:off x="844057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F1_main_prauc_2655">
            <a:extLst>
              <a:ext uri="{FF2B5EF4-FFF2-40B4-BE49-F238E27FC236}">
                <a16:creationId xmlns:a16="http://schemas.microsoft.com/office/drawing/2014/main" id="{753DAAE4-330A-4BC6-97C8-42879314AE17}"/>
              </a:ext>
            </a:extLst>
          </p:cNvPr>
          <p:cNvSpPr>
            <a:spLocks noGrp="1"/>
          </p:cNvSpPr>
          <p:nvPr/>
        </p:nvSpPr>
        <p:spPr>
          <a:xfrm>
            <a:off x="8489029" y="4180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F1_main_prauc_2656">
            <a:extLst>
              <a:ext uri="{FF2B5EF4-FFF2-40B4-BE49-F238E27FC236}">
                <a16:creationId xmlns:a16="http://schemas.microsoft.com/office/drawing/2014/main" id="{B1DCD699-FB25-4177-873E-F5C9D6A5B3C0}"/>
              </a:ext>
            </a:extLst>
          </p:cNvPr>
          <p:cNvSpPr>
            <a:spLocks noGrp="1"/>
          </p:cNvSpPr>
          <p:nvPr/>
        </p:nvSpPr>
        <p:spPr>
          <a:xfrm>
            <a:off x="86726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F1_main_prauc_2657">
            <a:extLst>
              <a:ext uri="{FF2B5EF4-FFF2-40B4-BE49-F238E27FC236}">
                <a16:creationId xmlns:a16="http://schemas.microsoft.com/office/drawing/2014/main" id="{96BC1B7F-19A9-4995-BDD2-C13F704239E9}"/>
              </a:ext>
            </a:extLst>
          </p:cNvPr>
          <p:cNvSpPr>
            <a:spLocks noGrp="1"/>
          </p:cNvSpPr>
          <p:nvPr/>
        </p:nvSpPr>
        <p:spPr>
          <a:xfrm>
            <a:off x="86660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F1_main_prauc_2658">
            <a:extLst>
              <a:ext uri="{FF2B5EF4-FFF2-40B4-BE49-F238E27FC236}">
                <a16:creationId xmlns:a16="http://schemas.microsoft.com/office/drawing/2014/main" id="{1593C830-44DF-4A2D-9212-AC7753BED9F1}"/>
              </a:ext>
            </a:extLst>
          </p:cNvPr>
          <p:cNvSpPr>
            <a:spLocks noGrp="1"/>
          </p:cNvSpPr>
          <p:nvPr/>
        </p:nvSpPr>
        <p:spPr>
          <a:xfrm>
            <a:off x="843332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F1_main_prauc_2659">
            <a:extLst>
              <a:ext uri="{FF2B5EF4-FFF2-40B4-BE49-F238E27FC236}">
                <a16:creationId xmlns:a16="http://schemas.microsoft.com/office/drawing/2014/main" id="{F888BA92-0456-4A03-A2AE-0362C10B44D8}"/>
              </a:ext>
            </a:extLst>
          </p:cNvPr>
          <p:cNvSpPr>
            <a:spLocks noGrp="1"/>
          </p:cNvSpPr>
          <p:nvPr/>
        </p:nvSpPr>
        <p:spPr>
          <a:xfrm>
            <a:off x="860442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F1_main_prauc_2660">
            <a:extLst>
              <a:ext uri="{FF2B5EF4-FFF2-40B4-BE49-F238E27FC236}">
                <a16:creationId xmlns:a16="http://schemas.microsoft.com/office/drawing/2014/main" id="{0AE6715E-71CF-4F46-BAD1-80475EE4AE8A}"/>
              </a:ext>
            </a:extLst>
          </p:cNvPr>
          <p:cNvSpPr>
            <a:spLocks noGrp="1"/>
          </p:cNvSpPr>
          <p:nvPr/>
        </p:nvSpPr>
        <p:spPr>
          <a:xfrm>
            <a:off x="842596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F1_main_prauc_2661">
            <a:extLst>
              <a:ext uri="{FF2B5EF4-FFF2-40B4-BE49-F238E27FC236}">
                <a16:creationId xmlns:a16="http://schemas.microsoft.com/office/drawing/2014/main" id="{B3DCDE71-80E4-492B-A708-FF0EF3653EAD}"/>
              </a:ext>
            </a:extLst>
          </p:cNvPr>
          <p:cNvSpPr>
            <a:spLocks noGrp="1"/>
          </p:cNvSpPr>
          <p:nvPr/>
        </p:nvSpPr>
        <p:spPr>
          <a:xfrm>
            <a:off x="8493896" y="557329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F1_main_prauc_2662">
            <a:extLst>
              <a:ext uri="{FF2B5EF4-FFF2-40B4-BE49-F238E27FC236}">
                <a16:creationId xmlns:a16="http://schemas.microsoft.com/office/drawing/2014/main" id="{5F83EE41-75FA-478B-810F-CB31DFF09B10}"/>
              </a:ext>
            </a:extLst>
          </p:cNvPr>
          <p:cNvSpPr>
            <a:spLocks noGrp="1"/>
          </p:cNvSpPr>
          <p:nvPr/>
        </p:nvSpPr>
        <p:spPr>
          <a:xfrm>
            <a:off x="860960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F1_main_prauc_2663">
            <a:extLst>
              <a:ext uri="{FF2B5EF4-FFF2-40B4-BE49-F238E27FC236}">
                <a16:creationId xmlns:a16="http://schemas.microsoft.com/office/drawing/2014/main" id="{8579691B-0AD8-43D8-B68B-0A4B6C6E208D}"/>
              </a:ext>
            </a:extLst>
          </p:cNvPr>
          <p:cNvSpPr>
            <a:spLocks noGrp="1"/>
          </p:cNvSpPr>
          <p:nvPr/>
        </p:nvSpPr>
        <p:spPr>
          <a:xfrm>
            <a:off x="865130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F1_main_prauc_2664">
            <a:extLst>
              <a:ext uri="{FF2B5EF4-FFF2-40B4-BE49-F238E27FC236}">
                <a16:creationId xmlns:a16="http://schemas.microsoft.com/office/drawing/2014/main" id="{F42EB32A-FCDD-48A4-AF02-1F61CE61782C}"/>
              </a:ext>
            </a:extLst>
          </p:cNvPr>
          <p:cNvSpPr>
            <a:spLocks noGrp="1"/>
          </p:cNvSpPr>
          <p:nvPr/>
        </p:nvSpPr>
        <p:spPr>
          <a:xfrm>
            <a:off x="866586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F1_main_prauc_2665">
            <a:extLst>
              <a:ext uri="{FF2B5EF4-FFF2-40B4-BE49-F238E27FC236}">
                <a16:creationId xmlns:a16="http://schemas.microsoft.com/office/drawing/2014/main" id="{5414EAD0-BB38-4284-BECF-678671EEE781}"/>
              </a:ext>
            </a:extLst>
          </p:cNvPr>
          <p:cNvSpPr>
            <a:spLocks noGrp="1"/>
          </p:cNvSpPr>
          <p:nvPr/>
        </p:nvSpPr>
        <p:spPr>
          <a:xfrm>
            <a:off x="849350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F1_main_prauc_2666">
            <a:extLst>
              <a:ext uri="{FF2B5EF4-FFF2-40B4-BE49-F238E27FC236}">
                <a16:creationId xmlns:a16="http://schemas.microsoft.com/office/drawing/2014/main" id="{ECA2D5EE-2C10-42F8-8597-A64F30ED927C}"/>
              </a:ext>
            </a:extLst>
          </p:cNvPr>
          <p:cNvSpPr>
            <a:spLocks noGrp="1"/>
          </p:cNvSpPr>
          <p:nvPr/>
        </p:nvSpPr>
        <p:spPr>
          <a:xfrm>
            <a:off x="8657875" y="45649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F1_main_prauc_2667">
            <a:extLst>
              <a:ext uri="{FF2B5EF4-FFF2-40B4-BE49-F238E27FC236}">
                <a16:creationId xmlns:a16="http://schemas.microsoft.com/office/drawing/2014/main" id="{8E88002B-0ABF-4E43-8921-CD94AF9ED8C8}"/>
              </a:ext>
            </a:extLst>
          </p:cNvPr>
          <p:cNvSpPr>
            <a:spLocks noGrp="1"/>
          </p:cNvSpPr>
          <p:nvPr/>
        </p:nvSpPr>
        <p:spPr>
          <a:xfrm>
            <a:off x="85160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F1_main_prauc_2668">
            <a:extLst>
              <a:ext uri="{FF2B5EF4-FFF2-40B4-BE49-F238E27FC236}">
                <a16:creationId xmlns:a16="http://schemas.microsoft.com/office/drawing/2014/main" id="{33B3CEB4-9944-4687-A19F-C665AA1A26E6}"/>
              </a:ext>
            </a:extLst>
          </p:cNvPr>
          <p:cNvSpPr>
            <a:spLocks noGrp="1"/>
          </p:cNvSpPr>
          <p:nvPr/>
        </p:nvSpPr>
        <p:spPr>
          <a:xfrm>
            <a:off x="84352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F1_main_prauc_2669">
            <a:extLst>
              <a:ext uri="{FF2B5EF4-FFF2-40B4-BE49-F238E27FC236}">
                <a16:creationId xmlns:a16="http://schemas.microsoft.com/office/drawing/2014/main" id="{F3EA72C8-517E-4430-8FDF-0E47BE6B7D5A}"/>
              </a:ext>
            </a:extLst>
          </p:cNvPr>
          <p:cNvSpPr>
            <a:spLocks noGrp="1"/>
          </p:cNvSpPr>
          <p:nvPr/>
        </p:nvSpPr>
        <p:spPr>
          <a:xfrm>
            <a:off x="844260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F1_main_prauc_2670">
            <a:extLst>
              <a:ext uri="{FF2B5EF4-FFF2-40B4-BE49-F238E27FC236}">
                <a16:creationId xmlns:a16="http://schemas.microsoft.com/office/drawing/2014/main" id="{A52F36C3-69D3-46C5-B0AB-F6DFE4F3333A}"/>
              </a:ext>
            </a:extLst>
          </p:cNvPr>
          <p:cNvSpPr>
            <a:spLocks noGrp="1"/>
          </p:cNvSpPr>
          <p:nvPr/>
        </p:nvSpPr>
        <p:spPr>
          <a:xfrm>
            <a:off x="86550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F1_main_prauc_2671">
            <a:extLst>
              <a:ext uri="{FF2B5EF4-FFF2-40B4-BE49-F238E27FC236}">
                <a16:creationId xmlns:a16="http://schemas.microsoft.com/office/drawing/2014/main" id="{819B5985-2A90-4E3E-9B6C-5955E70CCDE5}"/>
              </a:ext>
            </a:extLst>
          </p:cNvPr>
          <p:cNvSpPr>
            <a:spLocks noGrp="1"/>
          </p:cNvSpPr>
          <p:nvPr/>
        </p:nvSpPr>
        <p:spPr>
          <a:xfrm>
            <a:off x="8629298" y="295046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F1_main_prauc_2672">
            <a:extLst>
              <a:ext uri="{FF2B5EF4-FFF2-40B4-BE49-F238E27FC236}">
                <a16:creationId xmlns:a16="http://schemas.microsoft.com/office/drawing/2014/main" id="{888D8A80-1E49-4F4A-B58D-7CCEF23ED94B}"/>
              </a:ext>
            </a:extLst>
          </p:cNvPr>
          <p:cNvSpPr>
            <a:spLocks noGrp="1"/>
          </p:cNvSpPr>
          <p:nvPr/>
        </p:nvSpPr>
        <p:spPr>
          <a:xfrm>
            <a:off x="8495253" y="594048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F1_main_prauc_2673">
            <a:extLst>
              <a:ext uri="{FF2B5EF4-FFF2-40B4-BE49-F238E27FC236}">
                <a16:creationId xmlns:a16="http://schemas.microsoft.com/office/drawing/2014/main" id="{ABFB5E1F-DE00-4F1A-9271-7251F386684B}"/>
              </a:ext>
            </a:extLst>
          </p:cNvPr>
          <p:cNvSpPr>
            <a:spLocks noGrp="1"/>
          </p:cNvSpPr>
          <p:nvPr/>
        </p:nvSpPr>
        <p:spPr>
          <a:xfrm>
            <a:off x="8601543" y="5782369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F1_main_prauc_2674">
            <a:extLst>
              <a:ext uri="{FF2B5EF4-FFF2-40B4-BE49-F238E27FC236}">
                <a16:creationId xmlns:a16="http://schemas.microsoft.com/office/drawing/2014/main" id="{87AE0CA4-57F6-457F-9E44-CD9ACCCDFC32}"/>
              </a:ext>
            </a:extLst>
          </p:cNvPr>
          <p:cNvSpPr>
            <a:spLocks noGrp="1"/>
          </p:cNvSpPr>
          <p:nvPr/>
        </p:nvSpPr>
        <p:spPr>
          <a:xfrm>
            <a:off x="866009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F1_main_prauc_2675">
            <a:extLst>
              <a:ext uri="{FF2B5EF4-FFF2-40B4-BE49-F238E27FC236}">
                <a16:creationId xmlns:a16="http://schemas.microsoft.com/office/drawing/2014/main" id="{2DC063CF-BAA0-4972-8D58-2F88CD888A8D}"/>
              </a:ext>
            </a:extLst>
          </p:cNvPr>
          <p:cNvSpPr>
            <a:spLocks noGrp="1"/>
          </p:cNvSpPr>
          <p:nvPr/>
        </p:nvSpPr>
        <p:spPr>
          <a:xfrm>
            <a:off x="85696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F1_main_prauc_2676">
            <a:extLst>
              <a:ext uri="{FF2B5EF4-FFF2-40B4-BE49-F238E27FC236}">
                <a16:creationId xmlns:a16="http://schemas.microsoft.com/office/drawing/2014/main" id="{EC822B1A-9C1B-43F0-AF18-344F470533A2}"/>
              </a:ext>
            </a:extLst>
          </p:cNvPr>
          <p:cNvSpPr>
            <a:spLocks noGrp="1"/>
          </p:cNvSpPr>
          <p:nvPr/>
        </p:nvSpPr>
        <p:spPr>
          <a:xfrm>
            <a:off x="85182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F1_main_prauc_2677">
            <a:extLst>
              <a:ext uri="{FF2B5EF4-FFF2-40B4-BE49-F238E27FC236}">
                <a16:creationId xmlns:a16="http://schemas.microsoft.com/office/drawing/2014/main" id="{05F5BB7B-8F38-45A6-B878-50E87CDAD5D8}"/>
              </a:ext>
            </a:extLst>
          </p:cNvPr>
          <p:cNvSpPr>
            <a:spLocks noGrp="1"/>
          </p:cNvSpPr>
          <p:nvPr/>
        </p:nvSpPr>
        <p:spPr>
          <a:xfrm>
            <a:off x="856438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F1_main_prauc_2678">
            <a:extLst>
              <a:ext uri="{FF2B5EF4-FFF2-40B4-BE49-F238E27FC236}">
                <a16:creationId xmlns:a16="http://schemas.microsoft.com/office/drawing/2014/main" id="{46EB85D3-CFB6-42EF-ADB9-C581B15DA14E}"/>
              </a:ext>
            </a:extLst>
          </p:cNvPr>
          <p:cNvSpPr>
            <a:spLocks noGrp="1"/>
          </p:cNvSpPr>
          <p:nvPr/>
        </p:nvSpPr>
        <p:spPr>
          <a:xfrm>
            <a:off x="856536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F1_main_prauc_2679">
            <a:extLst>
              <a:ext uri="{FF2B5EF4-FFF2-40B4-BE49-F238E27FC236}">
                <a16:creationId xmlns:a16="http://schemas.microsoft.com/office/drawing/2014/main" id="{CEB31636-6EDE-43AD-9649-4535C23FE138}"/>
              </a:ext>
            </a:extLst>
          </p:cNvPr>
          <p:cNvSpPr>
            <a:spLocks noGrp="1"/>
          </p:cNvSpPr>
          <p:nvPr/>
        </p:nvSpPr>
        <p:spPr>
          <a:xfrm>
            <a:off x="86451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F1_main_prauc_2680">
            <a:extLst>
              <a:ext uri="{FF2B5EF4-FFF2-40B4-BE49-F238E27FC236}">
                <a16:creationId xmlns:a16="http://schemas.microsoft.com/office/drawing/2014/main" id="{D370C13B-641F-4511-823F-B313B3F69AEC}"/>
              </a:ext>
            </a:extLst>
          </p:cNvPr>
          <p:cNvSpPr>
            <a:spLocks noGrp="1"/>
          </p:cNvSpPr>
          <p:nvPr/>
        </p:nvSpPr>
        <p:spPr>
          <a:xfrm>
            <a:off x="8661466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F1_main_prauc_2681">
            <a:extLst>
              <a:ext uri="{FF2B5EF4-FFF2-40B4-BE49-F238E27FC236}">
                <a16:creationId xmlns:a16="http://schemas.microsoft.com/office/drawing/2014/main" id="{8FAB04C1-350D-4FD6-8BAA-9EDDD02E2BF5}"/>
              </a:ext>
            </a:extLst>
          </p:cNvPr>
          <p:cNvSpPr>
            <a:spLocks noGrp="1"/>
          </p:cNvSpPr>
          <p:nvPr/>
        </p:nvSpPr>
        <p:spPr>
          <a:xfrm>
            <a:off x="85286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F1_main_prauc_2682">
            <a:extLst>
              <a:ext uri="{FF2B5EF4-FFF2-40B4-BE49-F238E27FC236}">
                <a16:creationId xmlns:a16="http://schemas.microsoft.com/office/drawing/2014/main" id="{F04D2CC7-B6AA-46BE-BF47-19F9145C8B23}"/>
              </a:ext>
            </a:extLst>
          </p:cNvPr>
          <p:cNvSpPr>
            <a:spLocks noGrp="1"/>
          </p:cNvSpPr>
          <p:nvPr/>
        </p:nvSpPr>
        <p:spPr>
          <a:xfrm>
            <a:off x="8453940" y="6090956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F1_main_prauc_2683">
            <a:extLst>
              <a:ext uri="{FF2B5EF4-FFF2-40B4-BE49-F238E27FC236}">
                <a16:creationId xmlns:a16="http://schemas.microsoft.com/office/drawing/2014/main" id="{47060F73-CB95-4202-8F5D-F4AA0AD520C4}"/>
              </a:ext>
            </a:extLst>
          </p:cNvPr>
          <p:cNvSpPr>
            <a:spLocks noGrp="1"/>
          </p:cNvSpPr>
          <p:nvPr/>
        </p:nvSpPr>
        <p:spPr>
          <a:xfrm>
            <a:off x="862120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F1_main_prauc_2684">
            <a:extLst>
              <a:ext uri="{FF2B5EF4-FFF2-40B4-BE49-F238E27FC236}">
                <a16:creationId xmlns:a16="http://schemas.microsoft.com/office/drawing/2014/main" id="{CBD449AD-E219-44BE-86AE-E9A5BAFDF9F2}"/>
              </a:ext>
            </a:extLst>
          </p:cNvPr>
          <p:cNvSpPr>
            <a:spLocks noGrp="1"/>
          </p:cNvSpPr>
          <p:nvPr/>
        </p:nvSpPr>
        <p:spPr>
          <a:xfrm>
            <a:off x="85956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F1_main_prauc_2685">
            <a:extLst>
              <a:ext uri="{FF2B5EF4-FFF2-40B4-BE49-F238E27FC236}">
                <a16:creationId xmlns:a16="http://schemas.microsoft.com/office/drawing/2014/main" id="{C89A546A-DF83-4F61-A5EA-01269275D271}"/>
              </a:ext>
            </a:extLst>
          </p:cNvPr>
          <p:cNvSpPr>
            <a:spLocks noGrp="1"/>
          </p:cNvSpPr>
          <p:nvPr/>
        </p:nvSpPr>
        <p:spPr>
          <a:xfrm>
            <a:off x="865833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F1_main_prauc_2686">
            <a:extLst>
              <a:ext uri="{FF2B5EF4-FFF2-40B4-BE49-F238E27FC236}">
                <a16:creationId xmlns:a16="http://schemas.microsoft.com/office/drawing/2014/main" id="{45B8DDE3-0AC1-4FB5-A0B0-7BC048B7AB46}"/>
              </a:ext>
            </a:extLst>
          </p:cNvPr>
          <p:cNvSpPr>
            <a:spLocks noGrp="1"/>
          </p:cNvSpPr>
          <p:nvPr/>
        </p:nvSpPr>
        <p:spPr>
          <a:xfrm>
            <a:off x="84748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F1_main_prauc_2687">
            <a:extLst>
              <a:ext uri="{FF2B5EF4-FFF2-40B4-BE49-F238E27FC236}">
                <a16:creationId xmlns:a16="http://schemas.microsoft.com/office/drawing/2014/main" id="{01642303-C3CC-4713-822C-62F66EFED632}"/>
              </a:ext>
            </a:extLst>
          </p:cNvPr>
          <p:cNvSpPr>
            <a:spLocks noGrp="1"/>
          </p:cNvSpPr>
          <p:nvPr/>
        </p:nvSpPr>
        <p:spPr>
          <a:xfrm>
            <a:off x="846735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F1_main_prauc_2688">
            <a:extLst>
              <a:ext uri="{FF2B5EF4-FFF2-40B4-BE49-F238E27FC236}">
                <a16:creationId xmlns:a16="http://schemas.microsoft.com/office/drawing/2014/main" id="{89AC522B-E5A0-4B08-893B-AC4D8E3BB5AB}"/>
              </a:ext>
            </a:extLst>
          </p:cNvPr>
          <p:cNvSpPr>
            <a:spLocks noGrp="1"/>
          </p:cNvSpPr>
          <p:nvPr/>
        </p:nvSpPr>
        <p:spPr>
          <a:xfrm>
            <a:off x="84626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F1_main_prauc_2689">
            <a:extLst>
              <a:ext uri="{FF2B5EF4-FFF2-40B4-BE49-F238E27FC236}">
                <a16:creationId xmlns:a16="http://schemas.microsoft.com/office/drawing/2014/main" id="{7033BA2F-9B84-44C3-9BCD-3CDC7BE558D5}"/>
              </a:ext>
            </a:extLst>
          </p:cNvPr>
          <p:cNvSpPr>
            <a:spLocks noGrp="1"/>
          </p:cNvSpPr>
          <p:nvPr/>
        </p:nvSpPr>
        <p:spPr>
          <a:xfrm>
            <a:off x="8593275" y="585196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F1_main_prauc_2690">
            <a:extLst>
              <a:ext uri="{FF2B5EF4-FFF2-40B4-BE49-F238E27FC236}">
                <a16:creationId xmlns:a16="http://schemas.microsoft.com/office/drawing/2014/main" id="{F6965925-8D61-4F8B-8084-52F602B908FB}"/>
              </a:ext>
            </a:extLst>
          </p:cNvPr>
          <p:cNvSpPr>
            <a:spLocks noGrp="1"/>
          </p:cNvSpPr>
          <p:nvPr/>
        </p:nvSpPr>
        <p:spPr>
          <a:xfrm>
            <a:off x="84460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F1_main_prauc_2691">
            <a:extLst>
              <a:ext uri="{FF2B5EF4-FFF2-40B4-BE49-F238E27FC236}">
                <a16:creationId xmlns:a16="http://schemas.microsoft.com/office/drawing/2014/main" id="{76615689-D435-46BD-88A2-7ADC70CE0D23}"/>
              </a:ext>
            </a:extLst>
          </p:cNvPr>
          <p:cNvSpPr>
            <a:spLocks noGrp="1"/>
          </p:cNvSpPr>
          <p:nvPr/>
        </p:nvSpPr>
        <p:spPr>
          <a:xfrm>
            <a:off x="85355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F1_main_prauc_2692">
            <a:extLst>
              <a:ext uri="{FF2B5EF4-FFF2-40B4-BE49-F238E27FC236}">
                <a16:creationId xmlns:a16="http://schemas.microsoft.com/office/drawing/2014/main" id="{7455070B-9F85-4FEF-AA59-89E0D3770E2E}"/>
              </a:ext>
            </a:extLst>
          </p:cNvPr>
          <p:cNvSpPr>
            <a:spLocks noGrp="1"/>
          </p:cNvSpPr>
          <p:nvPr/>
        </p:nvSpPr>
        <p:spPr>
          <a:xfrm>
            <a:off x="857485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F1_main_prauc_2693">
            <a:extLst>
              <a:ext uri="{FF2B5EF4-FFF2-40B4-BE49-F238E27FC236}">
                <a16:creationId xmlns:a16="http://schemas.microsoft.com/office/drawing/2014/main" id="{22BD84AC-A5DD-40EE-AD9E-5D7E89E885B3}"/>
              </a:ext>
            </a:extLst>
          </p:cNvPr>
          <p:cNvSpPr>
            <a:spLocks noGrp="1"/>
          </p:cNvSpPr>
          <p:nvPr/>
        </p:nvSpPr>
        <p:spPr>
          <a:xfrm>
            <a:off x="86504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F1_main_prauc_2694">
            <a:extLst>
              <a:ext uri="{FF2B5EF4-FFF2-40B4-BE49-F238E27FC236}">
                <a16:creationId xmlns:a16="http://schemas.microsoft.com/office/drawing/2014/main" id="{01B76B06-5A1F-4FE7-B854-93110E1F6431}"/>
              </a:ext>
            </a:extLst>
          </p:cNvPr>
          <p:cNvSpPr>
            <a:spLocks noGrp="1"/>
          </p:cNvSpPr>
          <p:nvPr/>
        </p:nvSpPr>
        <p:spPr>
          <a:xfrm>
            <a:off x="84441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F1_main_prauc_2695">
            <a:extLst>
              <a:ext uri="{FF2B5EF4-FFF2-40B4-BE49-F238E27FC236}">
                <a16:creationId xmlns:a16="http://schemas.microsoft.com/office/drawing/2014/main" id="{DD3B0F0E-3946-4855-A1D3-F7F18159D33A}"/>
              </a:ext>
            </a:extLst>
          </p:cNvPr>
          <p:cNvSpPr>
            <a:spLocks noGrp="1"/>
          </p:cNvSpPr>
          <p:nvPr/>
        </p:nvSpPr>
        <p:spPr>
          <a:xfrm>
            <a:off x="8675165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F1_main_prauc_2696">
            <a:extLst>
              <a:ext uri="{FF2B5EF4-FFF2-40B4-BE49-F238E27FC236}">
                <a16:creationId xmlns:a16="http://schemas.microsoft.com/office/drawing/2014/main" id="{41762E61-F455-4C41-8A1D-A5DDDFAF57DF}"/>
              </a:ext>
            </a:extLst>
          </p:cNvPr>
          <p:cNvSpPr>
            <a:spLocks noGrp="1"/>
          </p:cNvSpPr>
          <p:nvPr/>
        </p:nvSpPr>
        <p:spPr>
          <a:xfrm>
            <a:off x="861136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F1_main_prauc_2697">
            <a:extLst>
              <a:ext uri="{FF2B5EF4-FFF2-40B4-BE49-F238E27FC236}">
                <a16:creationId xmlns:a16="http://schemas.microsoft.com/office/drawing/2014/main" id="{493F370C-DA16-4147-B89E-54F8B30EAAD7}"/>
              </a:ext>
            </a:extLst>
          </p:cNvPr>
          <p:cNvSpPr>
            <a:spLocks noGrp="1"/>
          </p:cNvSpPr>
          <p:nvPr/>
        </p:nvSpPr>
        <p:spPr>
          <a:xfrm>
            <a:off x="8425573" y="452416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F1_main_prauc_2698">
            <a:extLst>
              <a:ext uri="{FF2B5EF4-FFF2-40B4-BE49-F238E27FC236}">
                <a16:creationId xmlns:a16="http://schemas.microsoft.com/office/drawing/2014/main" id="{24C1A634-2CB2-45DE-806E-2D7C1502F0DC}"/>
              </a:ext>
            </a:extLst>
          </p:cNvPr>
          <p:cNvSpPr>
            <a:spLocks noGrp="1"/>
          </p:cNvSpPr>
          <p:nvPr/>
        </p:nvSpPr>
        <p:spPr>
          <a:xfrm>
            <a:off x="851627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F1_main_prauc_2699">
            <a:extLst>
              <a:ext uri="{FF2B5EF4-FFF2-40B4-BE49-F238E27FC236}">
                <a16:creationId xmlns:a16="http://schemas.microsoft.com/office/drawing/2014/main" id="{DC17A4CF-CD99-4B6C-9801-5EBCA0831B41}"/>
              </a:ext>
            </a:extLst>
          </p:cNvPr>
          <p:cNvSpPr>
            <a:spLocks noGrp="1"/>
          </p:cNvSpPr>
          <p:nvPr/>
        </p:nvSpPr>
        <p:spPr>
          <a:xfrm>
            <a:off x="84917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F1_main_prauc_2700">
            <a:extLst>
              <a:ext uri="{FF2B5EF4-FFF2-40B4-BE49-F238E27FC236}">
                <a16:creationId xmlns:a16="http://schemas.microsoft.com/office/drawing/2014/main" id="{A5A9848F-AF62-4F5D-A698-4A0F52B4BB15}"/>
              </a:ext>
            </a:extLst>
          </p:cNvPr>
          <p:cNvSpPr>
            <a:spLocks noGrp="1"/>
          </p:cNvSpPr>
          <p:nvPr/>
        </p:nvSpPr>
        <p:spPr>
          <a:xfrm>
            <a:off x="846656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F1_main_prauc_2701">
            <a:extLst>
              <a:ext uri="{FF2B5EF4-FFF2-40B4-BE49-F238E27FC236}">
                <a16:creationId xmlns:a16="http://schemas.microsoft.com/office/drawing/2014/main" id="{2175F637-DB69-48F6-A0C3-9F21B70398F1}"/>
              </a:ext>
            </a:extLst>
          </p:cNvPr>
          <p:cNvSpPr>
            <a:spLocks noGrp="1"/>
          </p:cNvSpPr>
          <p:nvPr/>
        </p:nvSpPr>
        <p:spPr>
          <a:xfrm>
            <a:off x="853828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F1_main_prauc_2702">
            <a:extLst>
              <a:ext uri="{FF2B5EF4-FFF2-40B4-BE49-F238E27FC236}">
                <a16:creationId xmlns:a16="http://schemas.microsoft.com/office/drawing/2014/main" id="{15CD9408-12D4-42D3-B54A-ED4CE75A04CE}"/>
              </a:ext>
            </a:extLst>
          </p:cNvPr>
          <p:cNvSpPr>
            <a:spLocks noGrp="1"/>
          </p:cNvSpPr>
          <p:nvPr/>
        </p:nvSpPr>
        <p:spPr>
          <a:xfrm>
            <a:off x="856041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F1_main_prauc_2703">
            <a:extLst>
              <a:ext uri="{FF2B5EF4-FFF2-40B4-BE49-F238E27FC236}">
                <a16:creationId xmlns:a16="http://schemas.microsoft.com/office/drawing/2014/main" id="{DEC8CAEA-6AB3-47E2-8DBE-E388319E53D9}"/>
              </a:ext>
            </a:extLst>
          </p:cNvPr>
          <p:cNvSpPr>
            <a:spLocks noGrp="1"/>
          </p:cNvSpPr>
          <p:nvPr/>
        </p:nvSpPr>
        <p:spPr>
          <a:xfrm>
            <a:off x="861264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F1_main_prauc_2704">
            <a:extLst>
              <a:ext uri="{FF2B5EF4-FFF2-40B4-BE49-F238E27FC236}">
                <a16:creationId xmlns:a16="http://schemas.microsoft.com/office/drawing/2014/main" id="{BBCDB68F-AD42-4A64-AE32-1527E509AFCE}"/>
              </a:ext>
            </a:extLst>
          </p:cNvPr>
          <p:cNvSpPr>
            <a:spLocks noGrp="1"/>
          </p:cNvSpPr>
          <p:nvPr/>
        </p:nvSpPr>
        <p:spPr>
          <a:xfrm>
            <a:off x="867700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F1_main_prauc_2705">
            <a:extLst>
              <a:ext uri="{FF2B5EF4-FFF2-40B4-BE49-F238E27FC236}">
                <a16:creationId xmlns:a16="http://schemas.microsoft.com/office/drawing/2014/main" id="{03CF529C-FBA0-4544-AD71-C1FA9E05EA26}"/>
              </a:ext>
            </a:extLst>
          </p:cNvPr>
          <p:cNvSpPr>
            <a:spLocks noGrp="1"/>
          </p:cNvSpPr>
          <p:nvPr/>
        </p:nvSpPr>
        <p:spPr>
          <a:xfrm>
            <a:off x="857128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F1_main_prauc_2706">
            <a:extLst>
              <a:ext uri="{FF2B5EF4-FFF2-40B4-BE49-F238E27FC236}">
                <a16:creationId xmlns:a16="http://schemas.microsoft.com/office/drawing/2014/main" id="{B4731E1B-3C34-461A-B45A-86FAA89F6224}"/>
              </a:ext>
            </a:extLst>
          </p:cNvPr>
          <p:cNvSpPr>
            <a:spLocks noGrp="1"/>
          </p:cNvSpPr>
          <p:nvPr/>
        </p:nvSpPr>
        <p:spPr>
          <a:xfrm>
            <a:off x="857909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F1_main_prauc_2707">
            <a:extLst>
              <a:ext uri="{FF2B5EF4-FFF2-40B4-BE49-F238E27FC236}">
                <a16:creationId xmlns:a16="http://schemas.microsoft.com/office/drawing/2014/main" id="{94CBB4C6-DECB-4D00-BE5C-3F012A93A859}"/>
              </a:ext>
            </a:extLst>
          </p:cNvPr>
          <p:cNvSpPr>
            <a:spLocks noGrp="1"/>
          </p:cNvSpPr>
          <p:nvPr/>
        </p:nvSpPr>
        <p:spPr>
          <a:xfrm>
            <a:off x="854107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F1_main_prauc_2708">
            <a:extLst>
              <a:ext uri="{FF2B5EF4-FFF2-40B4-BE49-F238E27FC236}">
                <a16:creationId xmlns:a16="http://schemas.microsoft.com/office/drawing/2014/main" id="{71C6E17D-7CF2-4AB1-95B7-EF8DE11C3A10}"/>
              </a:ext>
            </a:extLst>
          </p:cNvPr>
          <p:cNvSpPr>
            <a:spLocks noGrp="1"/>
          </p:cNvSpPr>
          <p:nvPr/>
        </p:nvSpPr>
        <p:spPr>
          <a:xfrm>
            <a:off x="843912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F1_main_prauc_2709">
            <a:extLst>
              <a:ext uri="{FF2B5EF4-FFF2-40B4-BE49-F238E27FC236}">
                <a16:creationId xmlns:a16="http://schemas.microsoft.com/office/drawing/2014/main" id="{AB0EC8AC-6CA2-4793-88B9-59E6AA548797}"/>
              </a:ext>
            </a:extLst>
          </p:cNvPr>
          <p:cNvSpPr>
            <a:spLocks noGrp="1"/>
          </p:cNvSpPr>
          <p:nvPr/>
        </p:nvSpPr>
        <p:spPr>
          <a:xfrm>
            <a:off x="855466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F1_main_prauc_2710">
            <a:extLst>
              <a:ext uri="{FF2B5EF4-FFF2-40B4-BE49-F238E27FC236}">
                <a16:creationId xmlns:a16="http://schemas.microsoft.com/office/drawing/2014/main" id="{3ECC64FB-D3C1-4B10-91C3-56255C7331A5}"/>
              </a:ext>
            </a:extLst>
          </p:cNvPr>
          <p:cNvSpPr>
            <a:spLocks noGrp="1"/>
          </p:cNvSpPr>
          <p:nvPr/>
        </p:nvSpPr>
        <p:spPr>
          <a:xfrm>
            <a:off x="8572106" y="587754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F1_main_prauc_2711">
            <a:extLst>
              <a:ext uri="{FF2B5EF4-FFF2-40B4-BE49-F238E27FC236}">
                <a16:creationId xmlns:a16="http://schemas.microsoft.com/office/drawing/2014/main" id="{49206B48-C3D9-4742-9C68-0B696E49155F}"/>
              </a:ext>
            </a:extLst>
          </p:cNvPr>
          <p:cNvSpPr>
            <a:spLocks noGrp="1"/>
          </p:cNvSpPr>
          <p:nvPr/>
        </p:nvSpPr>
        <p:spPr>
          <a:xfrm>
            <a:off x="858059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F1_main_prauc_2712">
            <a:extLst>
              <a:ext uri="{FF2B5EF4-FFF2-40B4-BE49-F238E27FC236}">
                <a16:creationId xmlns:a16="http://schemas.microsoft.com/office/drawing/2014/main" id="{3D298EE5-13EC-4C2C-A1F6-44D629A68CB7}"/>
              </a:ext>
            </a:extLst>
          </p:cNvPr>
          <p:cNvSpPr>
            <a:spLocks noGrp="1"/>
          </p:cNvSpPr>
          <p:nvPr/>
        </p:nvSpPr>
        <p:spPr>
          <a:xfrm>
            <a:off x="8467065" y="6039573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F1_main_prauc_2713">
            <a:extLst>
              <a:ext uri="{FF2B5EF4-FFF2-40B4-BE49-F238E27FC236}">
                <a16:creationId xmlns:a16="http://schemas.microsoft.com/office/drawing/2014/main" id="{490434DC-8843-4AF5-89DB-8AB94B052744}"/>
              </a:ext>
            </a:extLst>
          </p:cNvPr>
          <p:cNvSpPr>
            <a:spLocks noGrp="1"/>
          </p:cNvSpPr>
          <p:nvPr/>
        </p:nvSpPr>
        <p:spPr>
          <a:xfrm>
            <a:off x="849737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F1_main_prauc_2714">
            <a:extLst>
              <a:ext uri="{FF2B5EF4-FFF2-40B4-BE49-F238E27FC236}">
                <a16:creationId xmlns:a16="http://schemas.microsoft.com/office/drawing/2014/main" id="{A90222BE-9ED5-4908-ACFA-C382C056BEB1}"/>
              </a:ext>
            </a:extLst>
          </p:cNvPr>
          <p:cNvSpPr>
            <a:spLocks noGrp="1"/>
          </p:cNvSpPr>
          <p:nvPr/>
        </p:nvSpPr>
        <p:spPr>
          <a:xfrm>
            <a:off x="8533107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F1_main_prauc_2715">
            <a:extLst>
              <a:ext uri="{FF2B5EF4-FFF2-40B4-BE49-F238E27FC236}">
                <a16:creationId xmlns:a16="http://schemas.microsoft.com/office/drawing/2014/main" id="{CECC17A6-DD80-4A68-BA3B-A92891A1D5AE}"/>
              </a:ext>
            </a:extLst>
          </p:cNvPr>
          <p:cNvSpPr>
            <a:spLocks noGrp="1"/>
          </p:cNvSpPr>
          <p:nvPr/>
        </p:nvSpPr>
        <p:spPr>
          <a:xfrm>
            <a:off x="866484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F1_main_prauc_2716">
            <a:extLst>
              <a:ext uri="{FF2B5EF4-FFF2-40B4-BE49-F238E27FC236}">
                <a16:creationId xmlns:a16="http://schemas.microsoft.com/office/drawing/2014/main" id="{E2A783EF-264E-42D5-AC94-3973D5E156B1}"/>
              </a:ext>
            </a:extLst>
          </p:cNvPr>
          <p:cNvSpPr>
            <a:spLocks noGrp="1"/>
          </p:cNvSpPr>
          <p:nvPr/>
        </p:nvSpPr>
        <p:spPr>
          <a:xfrm>
            <a:off x="8499248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F1_main_prauc_2717">
            <a:extLst>
              <a:ext uri="{FF2B5EF4-FFF2-40B4-BE49-F238E27FC236}">
                <a16:creationId xmlns:a16="http://schemas.microsoft.com/office/drawing/2014/main" id="{1405EBB6-E900-4B8F-93EC-B5F7A5E696FB}"/>
              </a:ext>
            </a:extLst>
          </p:cNvPr>
          <p:cNvSpPr>
            <a:spLocks noGrp="1"/>
          </p:cNvSpPr>
          <p:nvPr/>
        </p:nvSpPr>
        <p:spPr>
          <a:xfrm>
            <a:off x="862801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F1_main_prauc_2718">
            <a:extLst>
              <a:ext uri="{FF2B5EF4-FFF2-40B4-BE49-F238E27FC236}">
                <a16:creationId xmlns:a16="http://schemas.microsoft.com/office/drawing/2014/main" id="{034F881C-8FE1-4904-8978-DAFB7D06AC1A}"/>
              </a:ext>
            </a:extLst>
          </p:cNvPr>
          <p:cNvSpPr>
            <a:spLocks noGrp="1"/>
          </p:cNvSpPr>
          <p:nvPr/>
        </p:nvSpPr>
        <p:spPr>
          <a:xfrm>
            <a:off x="860817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F1_main_prauc_2719">
            <a:extLst>
              <a:ext uri="{FF2B5EF4-FFF2-40B4-BE49-F238E27FC236}">
                <a16:creationId xmlns:a16="http://schemas.microsoft.com/office/drawing/2014/main" id="{AAB7BF96-3D68-4029-8D67-F1AC0980E0FD}"/>
              </a:ext>
            </a:extLst>
          </p:cNvPr>
          <p:cNvSpPr>
            <a:spLocks noGrp="1"/>
          </p:cNvSpPr>
          <p:nvPr/>
        </p:nvSpPr>
        <p:spPr>
          <a:xfrm>
            <a:off x="84822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F1_main_prauc_2720">
            <a:extLst>
              <a:ext uri="{FF2B5EF4-FFF2-40B4-BE49-F238E27FC236}">
                <a16:creationId xmlns:a16="http://schemas.microsoft.com/office/drawing/2014/main" id="{2EA1D719-50ED-459A-88B2-79FFA73D1372}"/>
              </a:ext>
            </a:extLst>
          </p:cNvPr>
          <p:cNvSpPr>
            <a:spLocks noGrp="1"/>
          </p:cNvSpPr>
          <p:nvPr/>
        </p:nvSpPr>
        <p:spPr>
          <a:xfrm>
            <a:off x="854659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F1_main_prauc_2721">
            <a:extLst>
              <a:ext uri="{FF2B5EF4-FFF2-40B4-BE49-F238E27FC236}">
                <a16:creationId xmlns:a16="http://schemas.microsoft.com/office/drawing/2014/main" id="{E8555545-4212-49D3-A795-AD44D7270FCD}"/>
              </a:ext>
            </a:extLst>
          </p:cNvPr>
          <p:cNvSpPr>
            <a:spLocks noGrp="1"/>
          </p:cNvSpPr>
          <p:nvPr/>
        </p:nvSpPr>
        <p:spPr>
          <a:xfrm>
            <a:off x="845198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F1_main_prauc_2722">
            <a:extLst>
              <a:ext uri="{FF2B5EF4-FFF2-40B4-BE49-F238E27FC236}">
                <a16:creationId xmlns:a16="http://schemas.microsoft.com/office/drawing/2014/main" id="{7FD8CC18-AD34-4F52-922B-8F0244FB47DA}"/>
              </a:ext>
            </a:extLst>
          </p:cNvPr>
          <p:cNvSpPr>
            <a:spLocks noGrp="1"/>
          </p:cNvSpPr>
          <p:nvPr/>
        </p:nvSpPr>
        <p:spPr>
          <a:xfrm>
            <a:off x="843051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F1_main_prauc_2723">
            <a:extLst>
              <a:ext uri="{FF2B5EF4-FFF2-40B4-BE49-F238E27FC236}">
                <a16:creationId xmlns:a16="http://schemas.microsoft.com/office/drawing/2014/main" id="{7DE178BD-F46A-46F4-8079-0A7B3C9FEFA0}"/>
              </a:ext>
            </a:extLst>
          </p:cNvPr>
          <p:cNvSpPr>
            <a:spLocks noGrp="1"/>
          </p:cNvSpPr>
          <p:nvPr/>
        </p:nvSpPr>
        <p:spPr>
          <a:xfrm>
            <a:off x="858579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F1_main_prauc_2724">
            <a:extLst>
              <a:ext uri="{FF2B5EF4-FFF2-40B4-BE49-F238E27FC236}">
                <a16:creationId xmlns:a16="http://schemas.microsoft.com/office/drawing/2014/main" id="{DE29F3AE-CFB5-4E6B-852F-E554E4AECF0A}"/>
              </a:ext>
            </a:extLst>
          </p:cNvPr>
          <p:cNvSpPr>
            <a:spLocks noGrp="1"/>
          </p:cNvSpPr>
          <p:nvPr/>
        </p:nvSpPr>
        <p:spPr>
          <a:xfrm>
            <a:off x="849073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F1_main_prauc_2725">
            <a:extLst>
              <a:ext uri="{FF2B5EF4-FFF2-40B4-BE49-F238E27FC236}">
                <a16:creationId xmlns:a16="http://schemas.microsoft.com/office/drawing/2014/main" id="{D1D3B76A-E9F7-4FC9-8A9D-723179C7F9A7}"/>
              </a:ext>
            </a:extLst>
          </p:cNvPr>
          <p:cNvSpPr>
            <a:spLocks noGrp="1"/>
          </p:cNvSpPr>
          <p:nvPr/>
        </p:nvSpPr>
        <p:spPr>
          <a:xfrm>
            <a:off x="8651889" y="5048727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F1_main_prauc_2726">
            <a:extLst>
              <a:ext uri="{FF2B5EF4-FFF2-40B4-BE49-F238E27FC236}">
                <a16:creationId xmlns:a16="http://schemas.microsoft.com/office/drawing/2014/main" id="{123A4E11-3B9D-410F-865C-517030536491}"/>
              </a:ext>
            </a:extLst>
          </p:cNvPr>
          <p:cNvSpPr>
            <a:spLocks noGrp="1"/>
          </p:cNvSpPr>
          <p:nvPr/>
        </p:nvSpPr>
        <p:spPr>
          <a:xfrm>
            <a:off x="8654402" y="3475032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F1_main_prauc_2727">
            <a:extLst>
              <a:ext uri="{FF2B5EF4-FFF2-40B4-BE49-F238E27FC236}">
                <a16:creationId xmlns:a16="http://schemas.microsoft.com/office/drawing/2014/main" id="{470ACED4-32E7-42B2-A130-D7A265E38258}"/>
              </a:ext>
            </a:extLst>
          </p:cNvPr>
          <p:cNvSpPr>
            <a:spLocks noGrp="1"/>
          </p:cNvSpPr>
          <p:nvPr/>
        </p:nvSpPr>
        <p:spPr>
          <a:xfrm>
            <a:off x="8678414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F1_main_prauc_2728">
            <a:extLst>
              <a:ext uri="{FF2B5EF4-FFF2-40B4-BE49-F238E27FC236}">
                <a16:creationId xmlns:a16="http://schemas.microsoft.com/office/drawing/2014/main" id="{893C6E20-CE0E-4CC6-9C5E-44372A001F20}"/>
              </a:ext>
            </a:extLst>
          </p:cNvPr>
          <p:cNvSpPr>
            <a:spLocks noGrp="1"/>
          </p:cNvSpPr>
          <p:nvPr/>
        </p:nvSpPr>
        <p:spPr>
          <a:xfrm>
            <a:off x="855533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F1_main_prauc_2729">
            <a:extLst>
              <a:ext uri="{FF2B5EF4-FFF2-40B4-BE49-F238E27FC236}">
                <a16:creationId xmlns:a16="http://schemas.microsoft.com/office/drawing/2014/main" id="{EAF32EAE-3E2E-4606-9891-C1D685826346}"/>
              </a:ext>
            </a:extLst>
          </p:cNvPr>
          <p:cNvSpPr>
            <a:spLocks noGrp="1"/>
          </p:cNvSpPr>
          <p:nvPr/>
        </p:nvSpPr>
        <p:spPr>
          <a:xfrm>
            <a:off x="85432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F1_main_prauc_2730">
            <a:extLst>
              <a:ext uri="{FF2B5EF4-FFF2-40B4-BE49-F238E27FC236}">
                <a16:creationId xmlns:a16="http://schemas.microsoft.com/office/drawing/2014/main" id="{ABE5C78A-93EF-4AF7-B95B-786FF9A4795E}"/>
              </a:ext>
            </a:extLst>
          </p:cNvPr>
          <p:cNvSpPr>
            <a:spLocks noGrp="1"/>
          </p:cNvSpPr>
          <p:nvPr/>
        </p:nvSpPr>
        <p:spPr>
          <a:xfrm>
            <a:off x="864070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F1_main_prauc_2731">
            <a:extLst>
              <a:ext uri="{FF2B5EF4-FFF2-40B4-BE49-F238E27FC236}">
                <a16:creationId xmlns:a16="http://schemas.microsoft.com/office/drawing/2014/main" id="{9CDA90EE-DD9C-4EAC-A03B-966D4B8751FF}"/>
              </a:ext>
            </a:extLst>
          </p:cNvPr>
          <p:cNvSpPr>
            <a:spLocks noGrp="1"/>
          </p:cNvSpPr>
          <p:nvPr/>
        </p:nvSpPr>
        <p:spPr>
          <a:xfrm>
            <a:off x="8470705" y="602292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F1_main_prauc_2732">
            <a:extLst>
              <a:ext uri="{FF2B5EF4-FFF2-40B4-BE49-F238E27FC236}">
                <a16:creationId xmlns:a16="http://schemas.microsoft.com/office/drawing/2014/main" id="{B7741F69-D882-4FAC-B923-86659EFC622D}"/>
              </a:ext>
            </a:extLst>
          </p:cNvPr>
          <p:cNvSpPr>
            <a:spLocks noGrp="1"/>
          </p:cNvSpPr>
          <p:nvPr/>
        </p:nvSpPr>
        <p:spPr>
          <a:xfrm>
            <a:off x="8475343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F1_main_prauc_2733">
            <a:extLst>
              <a:ext uri="{FF2B5EF4-FFF2-40B4-BE49-F238E27FC236}">
                <a16:creationId xmlns:a16="http://schemas.microsoft.com/office/drawing/2014/main" id="{A0B0940F-A5AD-4FC5-952C-670D34AAA616}"/>
              </a:ext>
            </a:extLst>
          </p:cNvPr>
          <p:cNvSpPr>
            <a:spLocks noGrp="1"/>
          </p:cNvSpPr>
          <p:nvPr/>
        </p:nvSpPr>
        <p:spPr>
          <a:xfrm>
            <a:off x="847445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F1_main_prauc_2734">
            <a:extLst>
              <a:ext uri="{FF2B5EF4-FFF2-40B4-BE49-F238E27FC236}">
                <a16:creationId xmlns:a16="http://schemas.microsoft.com/office/drawing/2014/main" id="{C36765A0-42B8-4CEC-9C3A-10DA5692785F}"/>
              </a:ext>
            </a:extLst>
          </p:cNvPr>
          <p:cNvSpPr>
            <a:spLocks noGrp="1"/>
          </p:cNvSpPr>
          <p:nvPr/>
        </p:nvSpPr>
        <p:spPr>
          <a:xfrm>
            <a:off x="864862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F1_main_prauc_2735">
            <a:extLst>
              <a:ext uri="{FF2B5EF4-FFF2-40B4-BE49-F238E27FC236}">
                <a16:creationId xmlns:a16="http://schemas.microsoft.com/office/drawing/2014/main" id="{274AC9A2-FF4D-463F-A8D8-EDB786E233E2}"/>
              </a:ext>
            </a:extLst>
          </p:cNvPr>
          <p:cNvSpPr>
            <a:spLocks noGrp="1"/>
          </p:cNvSpPr>
          <p:nvPr/>
        </p:nvSpPr>
        <p:spPr>
          <a:xfrm>
            <a:off x="8562539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F1_main_prauc_2736">
            <a:extLst>
              <a:ext uri="{FF2B5EF4-FFF2-40B4-BE49-F238E27FC236}">
                <a16:creationId xmlns:a16="http://schemas.microsoft.com/office/drawing/2014/main" id="{5B0D29A8-EC4B-416D-ACB1-98EF9F7FC127}"/>
              </a:ext>
            </a:extLst>
          </p:cNvPr>
          <p:cNvSpPr>
            <a:spLocks noGrp="1"/>
          </p:cNvSpPr>
          <p:nvPr/>
        </p:nvSpPr>
        <p:spPr>
          <a:xfrm>
            <a:off x="8650421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F1_main_prauc_2737">
            <a:extLst>
              <a:ext uri="{FF2B5EF4-FFF2-40B4-BE49-F238E27FC236}">
                <a16:creationId xmlns:a16="http://schemas.microsoft.com/office/drawing/2014/main" id="{A2CBF595-7A7A-4A52-89D3-F92A5DEB6A9A}"/>
              </a:ext>
            </a:extLst>
          </p:cNvPr>
          <p:cNvSpPr>
            <a:spLocks noGrp="1"/>
          </p:cNvSpPr>
          <p:nvPr/>
        </p:nvSpPr>
        <p:spPr>
          <a:xfrm>
            <a:off x="859291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F1_main_prauc_2738">
            <a:extLst>
              <a:ext uri="{FF2B5EF4-FFF2-40B4-BE49-F238E27FC236}">
                <a16:creationId xmlns:a16="http://schemas.microsoft.com/office/drawing/2014/main" id="{C0F9BF90-2F3E-47F6-8948-41E8927B1E50}"/>
              </a:ext>
            </a:extLst>
          </p:cNvPr>
          <p:cNvSpPr>
            <a:spLocks noGrp="1"/>
          </p:cNvSpPr>
          <p:nvPr/>
        </p:nvSpPr>
        <p:spPr>
          <a:xfrm>
            <a:off x="8667440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F1_main_prauc_2739">
            <a:extLst>
              <a:ext uri="{FF2B5EF4-FFF2-40B4-BE49-F238E27FC236}">
                <a16:creationId xmlns:a16="http://schemas.microsoft.com/office/drawing/2014/main" id="{07A1C5C9-30F9-4B08-B5A6-2000BCE6006C}"/>
              </a:ext>
            </a:extLst>
          </p:cNvPr>
          <p:cNvSpPr>
            <a:spLocks noGrp="1"/>
          </p:cNvSpPr>
          <p:nvPr/>
        </p:nvSpPr>
        <p:spPr>
          <a:xfrm>
            <a:off x="861669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F1_main_prauc_2740">
            <a:extLst>
              <a:ext uri="{FF2B5EF4-FFF2-40B4-BE49-F238E27FC236}">
                <a16:creationId xmlns:a16="http://schemas.microsoft.com/office/drawing/2014/main" id="{28095817-F90E-4401-9F04-866045D451B8}"/>
              </a:ext>
            </a:extLst>
          </p:cNvPr>
          <p:cNvSpPr>
            <a:spLocks noGrp="1"/>
          </p:cNvSpPr>
          <p:nvPr/>
        </p:nvSpPr>
        <p:spPr>
          <a:xfrm>
            <a:off x="8511012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F1_main_prauc_2741">
            <a:extLst>
              <a:ext uri="{FF2B5EF4-FFF2-40B4-BE49-F238E27FC236}">
                <a16:creationId xmlns:a16="http://schemas.microsoft.com/office/drawing/2014/main" id="{3BDF048B-BA9B-4555-A1C4-9586482D3565}"/>
              </a:ext>
            </a:extLst>
          </p:cNvPr>
          <p:cNvSpPr>
            <a:spLocks noGrp="1"/>
          </p:cNvSpPr>
          <p:nvPr/>
        </p:nvSpPr>
        <p:spPr>
          <a:xfrm>
            <a:off x="8663728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F1_main_prauc_2742">
            <a:extLst>
              <a:ext uri="{FF2B5EF4-FFF2-40B4-BE49-F238E27FC236}">
                <a16:creationId xmlns:a16="http://schemas.microsoft.com/office/drawing/2014/main" id="{EC50AF4E-3312-4DDA-B1F2-4799DB10C724}"/>
              </a:ext>
            </a:extLst>
          </p:cNvPr>
          <p:cNvSpPr>
            <a:spLocks noGrp="1"/>
          </p:cNvSpPr>
          <p:nvPr/>
        </p:nvSpPr>
        <p:spPr>
          <a:xfrm>
            <a:off x="8464499" y="6096680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F1_main_prauc_2743">
            <a:extLst>
              <a:ext uri="{FF2B5EF4-FFF2-40B4-BE49-F238E27FC236}">
                <a16:creationId xmlns:a16="http://schemas.microsoft.com/office/drawing/2014/main" id="{85B945BC-6CDC-4323-AC04-0940E002A717}"/>
              </a:ext>
            </a:extLst>
          </p:cNvPr>
          <p:cNvSpPr>
            <a:spLocks noGrp="1"/>
          </p:cNvSpPr>
          <p:nvPr/>
        </p:nvSpPr>
        <p:spPr>
          <a:xfrm>
            <a:off x="8647145" y="6097858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F1_main_prauc_2744">
            <a:extLst>
              <a:ext uri="{FF2B5EF4-FFF2-40B4-BE49-F238E27FC236}">
                <a16:creationId xmlns:a16="http://schemas.microsoft.com/office/drawing/2014/main" id="{6B5F1E0F-3220-49D6-A83C-FF7C7C536699}"/>
              </a:ext>
            </a:extLst>
          </p:cNvPr>
          <p:cNvSpPr>
            <a:spLocks noGrp="1"/>
          </p:cNvSpPr>
          <p:nvPr/>
        </p:nvSpPr>
        <p:spPr>
          <a:xfrm>
            <a:off x="8635739" y="5873044"/>
            <a:ext cx="34385" cy="34385"/>
          </a:xfrm>
          <a:prstGeom prst="ellipse">
            <a:avLst/>
          </a:prstGeom>
          <a:solidFill>
            <a:srgbClr val="92979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F1_main_prauc_2745">
            <a:extLst>
              <a:ext uri="{FF2B5EF4-FFF2-40B4-BE49-F238E27FC236}">
                <a16:creationId xmlns:a16="http://schemas.microsoft.com/office/drawing/2014/main" id="{3A4EB6F5-9BFF-4AD0-A25C-9CB7CF7AF7BD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F1_main_prauc_2746">
            <a:extLst>
              <a:ext uri="{FF2B5EF4-FFF2-40B4-BE49-F238E27FC236}">
                <a16:creationId xmlns:a16="http://schemas.microsoft.com/office/drawing/2014/main" id="{1BCEF6F0-8FC9-4864-AA05-100CBFFAFE0C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F1_main_prauc_2747">
            <a:extLst>
              <a:ext uri="{FF2B5EF4-FFF2-40B4-BE49-F238E27FC236}">
                <a16:creationId xmlns:a16="http://schemas.microsoft.com/office/drawing/2014/main" id="{CE422CF4-0240-489B-B043-A25DEB0ED057}"/>
              </a:ext>
            </a:extLst>
          </p:cNvPr>
          <p:cNvSpPr>
            <a:spLocks noGrp="1"/>
          </p:cNvSpPr>
          <p:nvPr/>
        </p:nvSpPr>
        <p:spPr>
          <a:xfrm>
            <a:off x="1550055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39" name="F1_main_prauc_2748">
            <a:extLst>
              <a:ext uri="{FF2B5EF4-FFF2-40B4-BE49-F238E27FC236}">
                <a16:creationId xmlns:a16="http://schemas.microsoft.com/office/drawing/2014/main" id="{53E09EA1-F563-4B95-8452-16B1D44ED49E}"/>
              </a:ext>
            </a:extLst>
          </p:cNvPr>
          <p:cNvSpPr>
            <a:spLocks noGrp="1"/>
          </p:cNvSpPr>
          <p:nvPr/>
        </p:nvSpPr>
        <p:spPr>
          <a:xfrm>
            <a:off x="1459560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0" name="F1_main_prauc_2749">
            <a:extLst>
              <a:ext uri="{FF2B5EF4-FFF2-40B4-BE49-F238E27FC236}">
                <a16:creationId xmlns:a16="http://schemas.microsoft.com/office/drawing/2014/main" id="{E8252774-7F0C-471A-A8EA-88113C3249B9}"/>
              </a:ext>
            </a:extLst>
          </p:cNvPr>
          <p:cNvSpPr>
            <a:spLocks noGrp="1"/>
          </p:cNvSpPr>
          <p:nvPr/>
        </p:nvSpPr>
        <p:spPr>
          <a:xfrm>
            <a:off x="1459560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1" name="F1_main_prauc_2750">
            <a:extLst>
              <a:ext uri="{FF2B5EF4-FFF2-40B4-BE49-F238E27FC236}">
                <a16:creationId xmlns:a16="http://schemas.microsoft.com/office/drawing/2014/main" id="{B9C15C51-E3D4-40C9-A1CF-9B3E4E9F1661}"/>
              </a:ext>
            </a:extLst>
          </p:cNvPr>
          <p:cNvSpPr>
            <a:spLocks noGrp="1"/>
          </p:cNvSpPr>
          <p:nvPr/>
        </p:nvSpPr>
        <p:spPr>
          <a:xfrm>
            <a:off x="3123878" y="3823652"/>
            <a:ext cx="191" cy="298590"/>
          </a:xfrm>
          <a:custGeom>
            <a:avLst/>
            <a:gdLst/>
            <a:ahLst/>
            <a:cxnLst/>
            <a:rect l="0" t="0" r="0" b="0"/>
            <a:pathLst>
              <a:path w="191" h="298590">
                <a:moveTo>
                  <a:pt x="0" y="29859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2" name="F1_main_prauc_2751">
            <a:extLst>
              <a:ext uri="{FF2B5EF4-FFF2-40B4-BE49-F238E27FC236}">
                <a16:creationId xmlns:a16="http://schemas.microsoft.com/office/drawing/2014/main" id="{FE23AE77-0A47-4458-A1E1-2579D7867A0A}"/>
              </a:ext>
            </a:extLst>
          </p:cNvPr>
          <p:cNvSpPr>
            <a:spLocks noGrp="1"/>
          </p:cNvSpPr>
          <p:nvPr/>
        </p:nvSpPr>
        <p:spPr>
          <a:xfrm>
            <a:off x="3033383" y="412224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3" name="F1_main_prauc_2752">
            <a:extLst>
              <a:ext uri="{FF2B5EF4-FFF2-40B4-BE49-F238E27FC236}">
                <a16:creationId xmlns:a16="http://schemas.microsoft.com/office/drawing/2014/main" id="{7ACC539A-A458-4A48-84CE-C18058B2D9EB}"/>
              </a:ext>
            </a:extLst>
          </p:cNvPr>
          <p:cNvSpPr>
            <a:spLocks noGrp="1"/>
          </p:cNvSpPr>
          <p:nvPr/>
        </p:nvSpPr>
        <p:spPr>
          <a:xfrm>
            <a:off x="3033383" y="382365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4" name="F1_main_prauc_2753">
            <a:extLst>
              <a:ext uri="{FF2B5EF4-FFF2-40B4-BE49-F238E27FC236}">
                <a16:creationId xmlns:a16="http://schemas.microsoft.com/office/drawing/2014/main" id="{A194F52B-5B05-4FD6-BD9C-9C1F41498264}"/>
              </a:ext>
            </a:extLst>
          </p:cNvPr>
          <p:cNvSpPr>
            <a:spLocks noGrp="1"/>
          </p:cNvSpPr>
          <p:nvPr/>
        </p:nvSpPr>
        <p:spPr>
          <a:xfrm>
            <a:off x="4697701" y="3880482"/>
            <a:ext cx="191" cy="298878"/>
          </a:xfrm>
          <a:custGeom>
            <a:avLst/>
            <a:gdLst/>
            <a:ahLst/>
            <a:cxnLst/>
            <a:rect l="0" t="0" r="0" b="0"/>
            <a:pathLst>
              <a:path w="191" h="298878">
                <a:moveTo>
                  <a:pt x="0" y="29887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5" name="F1_main_prauc_2754">
            <a:extLst>
              <a:ext uri="{FF2B5EF4-FFF2-40B4-BE49-F238E27FC236}">
                <a16:creationId xmlns:a16="http://schemas.microsoft.com/office/drawing/2014/main" id="{EC0C1DA7-D58A-47DD-84DB-4555549B5C19}"/>
              </a:ext>
            </a:extLst>
          </p:cNvPr>
          <p:cNvSpPr>
            <a:spLocks noGrp="1"/>
          </p:cNvSpPr>
          <p:nvPr/>
        </p:nvSpPr>
        <p:spPr>
          <a:xfrm>
            <a:off x="4607206" y="417935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6" name="F1_main_prauc_2755">
            <a:extLst>
              <a:ext uri="{FF2B5EF4-FFF2-40B4-BE49-F238E27FC236}">
                <a16:creationId xmlns:a16="http://schemas.microsoft.com/office/drawing/2014/main" id="{34982DEE-2D63-467A-B1A1-E769C5AD8F74}"/>
              </a:ext>
            </a:extLst>
          </p:cNvPr>
          <p:cNvSpPr>
            <a:spLocks noGrp="1"/>
          </p:cNvSpPr>
          <p:nvPr/>
        </p:nvSpPr>
        <p:spPr>
          <a:xfrm>
            <a:off x="4607206" y="388048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7" name="F1_main_prauc_2756">
            <a:extLst>
              <a:ext uri="{FF2B5EF4-FFF2-40B4-BE49-F238E27FC236}">
                <a16:creationId xmlns:a16="http://schemas.microsoft.com/office/drawing/2014/main" id="{54D75BA2-654E-49EE-93B7-CADB9366494F}"/>
              </a:ext>
            </a:extLst>
          </p:cNvPr>
          <p:cNvSpPr>
            <a:spLocks noGrp="1"/>
          </p:cNvSpPr>
          <p:nvPr/>
        </p:nvSpPr>
        <p:spPr>
          <a:xfrm>
            <a:off x="6271524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8" name="F1_main_prauc_2757">
            <a:extLst>
              <a:ext uri="{FF2B5EF4-FFF2-40B4-BE49-F238E27FC236}">
                <a16:creationId xmlns:a16="http://schemas.microsoft.com/office/drawing/2014/main" id="{329DC3DA-8B4D-4DB1-A35F-F91C775D6FF3}"/>
              </a:ext>
            </a:extLst>
          </p:cNvPr>
          <p:cNvSpPr>
            <a:spLocks noGrp="1"/>
          </p:cNvSpPr>
          <p:nvPr/>
        </p:nvSpPr>
        <p:spPr>
          <a:xfrm>
            <a:off x="6181029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9" name="F1_main_prauc_2758">
            <a:extLst>
              <a:ext uri="{FF2B5EF4-FFF2-40B4-BE49-F238E27FC236}">
                <a16:creationId xmlns:a16="http://schemas.microsoft.com/office/drawing/2014/main" id="{ECE3FF54-D16C-4CAA-8FD7-D3C94F3B3139}"/>
              </a:ext>
            </a:extLst>
          </p:cNvPr>
          <p:cNvSpPr>
            <a:spLocks noGrp="1"/>
          </p:cNvSpPr>
          <p:nvPr/>
        </p:nvSpPr>
        <p:spPr>
          <a:xfrm>
            <a:off x="6181029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0" name="F1_main_prauc_2759">
            <a:extLst>
              <a:ext uri="{FF2B5EF4-FFF2-40B4-BE49-F238E27FC236}">
                <a16:creationId xmlns:a16="http://schemas.microsoft.com/office/drawing/2014/main" id="{D26FF800-3756-4DA0-A3B9-B226B2538AC0}"/>
              </a:ext>
            </a:extLst>
          </p:cNvPr>
          <p:cNvSpPr>
            <a:spLocks noGrp="1"/>
          </p:cNvSpPr>
          <p:nvPr/>
        </p:nvSpPr>
        <p:spPr>
          <a:xfrm>
            <a:off x="7845347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1" name="F1_main_prauc_2760">
            <a:extLst>
              <a:ext uri="{FF2B5EF4-FFF2-40B4-BE49-F238E27FC236}">
                <a16:creationId xmlns:a16="http://schemas.microsoft.com/office/drawing/2014/main" id="{6DF938E3-7145-4AE0-923B-BEDE8BE44AC1}"/>
              </a:ext>
            </a:extLst>
          </p:cNvPr>
          <p:cNvSpPr>
            <a:spLocks noGrp="1"/>
          </p:cNvSpPr>
          <p:nvPr/>
        </p:nvSpPr>
        <p:spPr>
          <a:xfrm>
            <a:off x="7754852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2" name="F1_main_prauc_2761">
            <a:extLst>
              <a:ext uri="{FF2B5EF4-FFF2-40B4-BE49-F238E27FC236}">
                <a16:creationId xmlns:a16="http://schemas.microsoft.com/office/drawing/2014/main" id="{2370882F-5D9E-4B37-9782-648C772DF96E}"/>
              </a:ext>
            </a:extLst>
          </p:cNvPr>
          <p:cNvSpPr>
            <a:spLocks noGrp="1"/>
          </p:cNvSpPr>
          <p:nvPr/>
        </p:nvSpPr>
        <p:spPr>
          <a:xfrm>
            <a:off x="7754852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3" name="F1_main_prauc_2762">
            <a:extLst>
              <a:ext uri="{FF2B5EF4-FFF2-40B4-BE49-F238E27FC236}">
                <a16:creationId xmlns:a16="http://schemas.microsoft.com/office/drawing/2014/main" id="{2282B57F-E961-431D-AABE-B703502C989A}"/>
              </a:ext>
            </a:extLst>
          </p:cNvPr>
          <p:cNvSpPr>
            <a:spLocks noGrp="1"/>
          </p:cNvSpPr>
          <p:nvPr/>
        </p:nvSpPr>
        <p:spPr>
          <a:xfrm>
            <a:off x="1912034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4" name="F1_main_prauc_2763">
            <a:extLst>
              <a:ext uri="{FF2B5EF4-FFF2-40B4-BE49-F238E27FC236}">
                <a16:creationId xmlns:a16="http://schemas.microsoft.com/office/drawing/2014/main" id="{21F026E0-F419-451E-B8A3-105CF5884EFB}"/>
              </a:ext>
            </a:extLst>
          </p:cNvPr>
          <p:cNvSpPr>
            <a:spLocks noGrp="1"/>
          </p:cNvSpPr>
          <p:nvPr/>
        </p:nvSpPr>
        <p:spPr>
          <a:xfrm>
            <a:off x="1821539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5" name="F1_main_prauc_2764">
            <a:extLst>
              <a:ext uri="{FF2B5EF4-FFF2-40B4-BE49-F238E27FC236}">
                <a16:creationId xmlns:a16="http://schemas.microsoft.com/office/drawing/2014/main" id="{58F012BB-F599-4A66-B6F4-8EC38693B028}"/>
              </a:ext>
            </a:extLst>
          </p:cNvPr>
          <p:cNvSpPr>
            <a:spLocks noGrp="1"/>
          </p:cNvSpPr>
          <p:nvPr/>
        </p:nvSpPr>
        <p:spPr>
          <a:xfrm>
            <a:off x="1821539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6" name="F1_main_prauc_2765">
            <a:extLst>
              <a:ext uri="{FF2B5EF4-FFF2-40B4-BE49-F238E27FC236}">
                <a16:creationId xmlns:a16="http://schemas.microsoft.com/office/drawing/2014/main" id="{4A0DC066-03B0-47D5-BF0D-DE3DD3BA4A38}"/>
              </a:ext>
            </a:extLst>
          </p:cNvPr>
          <p:cNvSpPr>
            <a:spLocks noGrp="1"/>
          </p:cNvSpPr>
          <p:nvPr/>
        </p:nvSpPr>
        <p:spPr>
          <a:xfrm>
            <a:off x="3485857" y="4216029"/>
            <a:ext cx="191" cy="306848"/>
          </a:xfrm>
          <a:custGeom>
            <a:avLst/>
            <a:gdLst/>
            <a:ahLst/>
            <a:cxnLst/>
            <a:rect l="0" t="0" r="0" b="0"/>
            <a:pathLst>
              <a:path w="191" h="306848">
                <a:moveTo>
                  <a:pt x="0" y="30684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7" name="F1_main_prauc_2766">
            <a:extLst>
              <a:ext uri="{FF2B5EF4-FFF2-40B4-BE49-F238E27FC236}">
                <a16:creationId xmlns:a16="http://schemas.microsoft.com/office/drawing/2014/main" id="{6BF6328B-D541-4644-A5BE-6C0FF9EDABF9}"/>
              </a:ext>
            </a:extLst>
          </p:cNvPr>
          <p:cNvSpPr>
            <a:spLocks noGrp="1"/>
          </p:cNvSpPr>
          <p:nvPr/>
        </p:nvSpPr>
        <p:spPr>
          <a:xfrm>
            <a:off x="3395362" y="452287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8" name="F1_main_prauc_2767">
            <a:extLst>
              <a:ext uri="{FF2B5EF4-FFF2-40B4-BE49-F238E27FC236}">
                <a16:creationId xmlns:a16="http://schemas.microsoft.com/office/drawing/2014/main" id="{BF72328E-6F6D-4C1D-8343-031E3ED7F44D}"/>
              </a:ext>
            </a:extLst>
          </p:cNvPr>
          <p:cNvSpPr>
            <a:spLocks noGrp="1"/>
          </p:cNvSpPr>
          <p:nvPr/>
        </p:nvSpPr>
        <p:spPr>
          <a:xfrm>
            <a:off x="3395362" y="421602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9" name="F1_main_prauc_2768">
            <a:extLst>
              <a:ext uri="{FF2B5EF4-FFF2-40B4-BE49-F238E27FC236}">
                <a16:creationId xmlns:a16="http://schemas.microsoft.com/office/drawing/2014/main" id="{B8DB31D0-CA9F-4379-B2AF-1D7A942170A1}"/>
              </a:ext>
            </a:extLst>
          </p:cNvPr>
          <p:cNvSpPr>
            <a:spLocks noGrp="1"/>
          </p:cNvSpPr>
          <p:nvPr/>
        </p:nvSpPr>
        <p:spPr>
          <a:xfrm>
            <a:off x="5059680" y="4261149"/>
            <a:ext cx="191" cy="305365"/>
          </a:xfrm>
          <a:custGeom>
            <a:avLst/>
            <a:gdLst/>
            <a:ahLst/>
            <a:cxnLst/>
            <a:rect l="0" t="0" r="0" b="0"/>
            <a:pathLst>
              <a:path w="191" h="305365">
                <a:moveTo>
                  <a:pt x="0" y="30536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0" name="F1_main_prauc_2769">
            <a:extLst>
              <a:ext uri="{FF2B5EF4-FFF2-40B4-BE49-F238E27FC236}">
                <a16:creationId xmlns:a16="http://schemas.microsoft.com/office/drawing/2014/main" id="{A15EDA01-29CB-4A2E-96E9-B9CCD4EF019D}"/>
              </a:ext>
            </a:extLst>
          </p:cNvPr>
          <p:cNvSpPr>
            <a:spLocks noGrp="1"/>
          </p:cNvSpPr>
          <p:nvPr/>
        </p:nvSpPr>
        <p:spPr>
          <a:xfrm>
            <a:off x="4969185" y="456651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1" name="F1_main_prauc_2770">
            <a:extLst>
              <a:ext uri="{FF2B5EF4-FFF2-40B4-BE49-F238E27FC236}">
                <a16:creationId xmlns:a16="http://schemas.microsoft.com/office/drawing/2014/main" id="{EF2ECD73-6A73-45EA-BA95-4EB50468B568}"/>
              </a:ext>
            </a:extLst>
          </p:cNvPr>
          <p:cNvSpPr>
            <a:spLocks noGrp="1"/>
          </p:cNvSpPr>
          <p:nvPr/>
        </p:nvSpPr>
        <p:spPr>
          <a:xfrm>
            <a:off x="4969185" y="42611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2" name="F1_main_prauc_2771">
            <a:extLst>
              <a:ext uri="{FF2B5EF4-FFF2-40B4-BE49-F238E27FC236}">
                <a16:creationId xmlns:a16="http://schemas.microsoft.com/office/drawing/2014/main" id="{55419DC8-F604-4349-844A-C8F7CC553E4A}"/>
              </a:ext>
            </a:extLst>
          </p:cNvPr>
          <p:cNvSpPr>
            <a:spLocks noGrp="1"/>
          </p:cNvSpPr>
          <p:nvPr/>
        </p:nvSpPr>
        <p:spPr>
          <a:xfrm>
            <a:off x="6633503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3" name="F1_main_prauc_2772">
            <a:extLst>
              <a:ext uri="{FF2B5EF4-FFF2-40B4-BE49-F238E27FC236}">
                <a16:creationId xmlns:a16="http://schemas.microsoft.com/office/drawing/2014/main" id="{47757A69-B1BA-4A97-BE11-DEEA7B51BBFB}"/>
              </a:ext>
            </a:extLst>
          </p:cNvPr>
          <p:cNvSpPr>
            <a:spLocks noGrp="1"/>
          </p:cNvSpPr>
          <p:nvPr/>
        </p:nvSpPr>
        <p:spPr>
          <a:xfrm>
            <a:off x="6543008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4" name="F1_main_prauc_2773">
            <a:extLst>
              <a:ext uri="{FF2B5EF4-FFF2-40B4-BE49-F238E27FC236}">
                <a16:creationId xmlns:a16="http://schemas.microsoft.com/office/drawing/2014/main" id="{0878347C-B6C9-4612-976C-31256D0C3BFB}"/>
              </a:ext>
            </a:extLst>
          </p:cNvPr>
          <p:cNvSpPr>
            <a:spLocks noGrp="1"/>
          </p:cNvSpPr>
          <p:nvPr/>
        </p:nvSpPr>
        <p:spPr>
          <a:xfrm>
            <a:off x="6543008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5" name="F1_main_prauc_2774">
            <a:extLst>
              <a:ext uri="{FF2B5EF4-FFF2-40B4-BE49-F238E27FC236}">
                <a16:creationId xmlns:a16="http://schemas.microsoft.com/office/drawing/2014/main" id="{23DEB324-EC80-44E5-9909-EEBDD0B0662B}"/>
              </a:ext>
            </a:extLst>
          </p:cNvPr>
          <p:cNvSpPr>
            <a:spLocks noGrp="1"/>
          </p:cNvSpPr>
          <p:nvPr/>
        </p:nvSpPr>
        <p:spPr>
          <a:xfrm>
            <a:off x="8207326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6" name="F1_main_prauc_2775">
            <a:extLst>
              <a:ext uri="{FF2B5EF4-FFF2-40B4-BE49-F238E27FC236}">
                <a16:creationId xmlns:a16="http://schemas.microsoft.com/office/drawing/2014/main" id="{30B27825-9A6D-4224-A7A9-B1740E106A83}"/>
              </a:ext>
            </a:extLst>
          </p:cNvPr>
          <p:cNvSpPr>
            <a:spLocks noGrp="1"/>
          </p:cNvSpPr>
          <p:nvPr/>
        </p:nvSpPr>
        <p:spPr>
          <a:xfrm>
            <a:off x="8116831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7" name="F1_main_prauc_2776">
            <a:extLst>
              <a:ext uri="{FF2B5EF4-FFF2-40B4-BE49-F238E27FC236}">
                <a16:creationId xmlns:a16="http://schemas.microsoft.com/office/drawing/2014/main" id="{8B677A1E-88CE-4254-8420-0980C726BA18}"/>
              </a:ext>
            </a:extLst>
          </p:cNvPr>
          <p:cNvSpPr>
            <a:spLocks noGrp="1"/>
          </p:cNvSpPr>
          <p:nvPr/>
        </p:nvSpPr>
        <p:spPr>
          <a:xfrm>
            <a:off x="8116831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68" name="F1_main_prauc_2777">
            <a:extLst>
              <a:ext uri="{FF2B5EF4-FFF2-40B4-BE49-F238E27FC236}">
                <a16:creationId xmlns:a16="http://schemas.microsoft.com/office/drawing/2014/main" id="{E47F1C8C-4F32-4A83-813B-34857BC0CED6}"/>
              </a:ext>
            </a:extLst>
          </p:cNvPr>
          <p:cNvSpPr>
            <a:spLocks noGrp="1"/>
          </p:cNvSpPr>
          <p:nvPr/>
        </p:nvSpPr>
        <p:spPr>
          <a:xfrm>
            <a:off x="2274013" y="5406510"/>
            <a:ext cx="191" cy="210746"/>
          </a:xfrm>
          <a:custGeom>
            <a:avLst/>
            <a:gdLst/>
            <a:ahLst/>
            <a:cxnLst/>
            <a:rect l="0" t="0" r="0" b="0"/>
            <a:pathLst>
              <a:path w="191" h="210746">
                <a:moveTo>
                  <a:pt x="0" y="21074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69" name="F1_main_prauc_2778">
            <a:extLst>
              <a:ext uri="{FF2B5EF4-FFF2-40B4-BE49-F238E27FC236}">
                <a16:creationId xmlns:a16="http://schemas.microsoft.com/office/drawing/2014/main" id="{D9DBAA81-9040-48CA-BFC5-2552766B48C6}"/>
              </a:ext>
            </a:extLst>
          </p:cNvPr>
          <p:cNvSpPr>
            <a:spLocks noGrp="1"/>
          </p:cNvSpPr>
          <p:nvPr/>
        </p:nvSpPr>
        <p:spPr>
          <a:xfrm>
            <a:off x="2183518" y="561725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0" name="F1_main_prauc_2779">
            <a:extLst>
              <a:ext uri="{FF2B5EF4-FFF2-40B4-BE49-F238E27FC236}">
                <a16:creationId xmlns:a16="http://schemas.microsoft.com/office/drawing/2014/main" id="{E6D6F701-FB4D-4E00-93D0-96A9C679940B}"/>
              </a:ext>
            </a:extLst>
          </p:cNvPr>
          <p:cNvSpPr>
            <a:spLocks noGrp="1"/>
          </p:cNvSpPr>
          <p:nvPr/>
        </p:nvSpPr>
        <p:spPr>
          <a:xfrm>
            <a:off x="2183518" y="54065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1" name="F1_main_prauc_2780">
            <a:extLst>
              <a:ext uri="{FF2B5EF4-FFF2-40B4-BE49-F238E27FC236}">
                <a16:creationId xmlns:a16="http://schemas.microsoft.com/office/drawing/2014/main" id="{F563EAFB-77FA-4684-8FCB-FE54C7B490DD}"/>
              </a:ext>
            </a:extLst>
          </p:cNvPr>
          <p:cNvSpPr>
            <a:spLocks noGrp="1"/>
          </p:cNvSpPr>
          <p:nvPr/>
        </p:nvSpPr>
        <p:spPr>
          <a:xfrm>
            <a:off x="3847836" y="5151826"/>
            <a:ext cx="191" cy="300623"/>
          </a:xfrm>
          <a:custGeom>
            <a:avLst/>
            <a:gdLst/>
            <a:ahLst/>
            <a:cxnLst/>
            <a:rect l="0" t="0" r="0" b="0"/>
            <a:pathLst>
              <a:path w="191" h="300623">
                <a:moveTo>
                  <a:pt x="0" y="3006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2" name="F1_main_prauc_2781">
            <a:extLst>
              <a:ext uri="{FF2B5EF4-FFF2-40B4-BE49-F238E27FC236}">
                <a16:creationId xmlns:a16="http://schemas.microsoft.com/office/drawing/2014/main" id="{09821EB9-5DBE-46D6-96F1-AE90B7D21999}"/>
              </a:ext>
            </a:extLst>
          </p:cNvPr>
          <p:cNvSpPr>
            <a:spLocks noGrp="1"/>
          </p:cNvSpPr>
          <p:nvPr/>
        </p:nvSpPr>
        <p:spPr>
          <a:xfrm>
            <a:off x="3757341" y="54524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3" name="F1_main_prauc_2782">
            <a:extLst>
              <a:ext uri="{FF2B5EF4-FFF2-40B4-BE49-F238E27FC236}">
                <a16:creationId xmlns:a16="http://schemas.microsoft.com/office/drawing/2014/main" id="{ABC5E4C3-8CF2-4B11-A806-403200E637C7}"/>
              </a:ext>
            </a:extLst>
          </p:cNvPr>
          <p:cNvSpPr>
            <a:spLocks noGrp="1"/>
          </p:cNvSpPr>
          <p:nvPr/>
        </p:nvSpPr>
        <p:spPr>
          <a:xfrm>
            <a:off x="3757341" y="515182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4" name="F1_main_prauc_2783">
            <a:extLst>
              <a:ext uri="{FF2B5EF4-FFF2-40B4-BE49-F238E27FC236}">
                <a16:creationId xmlns:a16="http://schemas.microsoft.com/office/drawing/2014/main" id="{A090B67B-5DD0-4CC6-A900-DFD97D085587}"/>
              </a:ext>
            </a:extLst>
          </p:cNvPr>
          <p:cNvSpPr>
            <a:spLocks noGrp="1"/>
          </p:cNvSpPr>
          <p:nvPr/>
        </p:nvSpPr>
        <p:spPr>
          <a:xfrm>
            <a:off x="5421659" y="5158771"/>
            <a:ext cx="191" cy="299249"/>
          </a:xfrm>
          <a:custGeom>
            <a:avLst/>
            <a:gdLst/>
            <a:ahLst/>
            <a:cxnLst/>
            <a:rect l="0" t="0" r="0" b="0"/>
            <a:pathLst>
              <a:path w="191" h="299249">
                <a:moveTo>
                  <a:pt x="0" y="29924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5" name="F1_main_prauc_2784">
            <a:extLst>
              <a:ext uri="{FF2B5EF4-FFF2-40B4-BE49-F238E27FC236}">
                <a16:creationId xmlns:a16="http://schemas.microsoft.com/office/drawing/2014/main" id="{3B0BA845-8B2D-4E42-8D0C-F3143E83256D}"/>
              </a:ext>
            </a:extLst>
          </p:cNvPr>
          <p:cNvSpPr>
            <a:spLocks noGrp="1"/>
          </p:cNvSpPr>
          <p:nvPr/>
        </p:nvSpPr>
        <p:spPr>
          <a:xfrm>
            <a:off x="5331164" y="545802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6" name="F1_main_prauc_2785">
            <a:extLst>
              <a:ext uri="{FF2B5EF4-FFF2-40B4-BE49-F238E27FC236}">
                <a16:creationId xmlns:a16="http://schemas.microsoft.com/office/drawing/2014/main" id="{CC136D3D-45CB-48D1-AAB4-57E95D3ABE60}"/>
              </a:ext>
            </a:extLst>
          </p:cNvPr>
          <p:cNvSpPr>
            <a:spLocks noGrp="1"/>
          </p:cNvSpPr>
          <p:nvPr/>
        </p:nvSpPr>
        <p:spPr>
          <a:xfrm>
            <a:off x="5331164" y="515877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7" name="F1_main_prauc_2786">
            <a:extLst>
              <a:ext uri="{FF2B5EF4-FFF2-40B4-BE49-F238E27FC236}">
                <a16:creationId xmlns:a16="http://schemas.microsoft.com/office/drawing/2014/main" id="{B0D9B607-9621-4CF9-9080-65CE9A9119BD}"/>
              </a:ext>
            </a:extLst>
          </p:cNvPr>
          <p:cNvSpPr>
            <a:spLocks noGrp="1"/>
          </p:cNvSpPr>
          <p:nvPr/>
        </p:nvSpPr>
        <p:spPr>
          <a:xfrm>
            <a:off x="6995482" y="5813246"/>
            <a:ext cx="191" cy="166451"/>
          </a:xfrm>
          <a:custGeom>
            <a:avLst/>
            <a:gdLst/>
            <a:ahLst/>
            <a:cxnLst/>
            <a:rect l="0" t="0" r="0" b="0"/>
            <a:pathLst>
              <a:path w="191" h="166451">
                <a:moveTo>
                  <a:pt x="0" y="16645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8" name="F1_main_prauc_2787">
            <a:extLst>
              <a:ext uri="{FF2B5EF4-FFF2-40B4-BE49-F238E27FC236}">
                <a16:creationId xmlns:a16="http://schemas.microsoft.com/office/drawing/2014/main" id="{50B6BE0F-1715-42DA-9A86-772826B182A7}"/>
              </a:ext>
            </a:extLst>
          </p:cNvPr>
          <p:cNvSpPr>
            <a:spLocks noGrp="1"/>
          </p:cNvSpPr>
          <p:nvPr/>
        </p:nvSpPr>
        <p:spPr>
          <a:xfrm>
            <a:off x="6904988" y="597969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79" name="F1_main_prauc_2788">
            <a:extLst>
              <a:ext uri="{FF2B5EF4-FFF2-40B4-BE49-F238E27FC236}">
                <a16:creationId xmlns:a16="http://schemas.microsoft.com/office/drawing/2014/main" id="{FE619712-01BA-4D9A-97D1-E4FB05D0FD33}"/>
              </a:ext>
            </a:extLst>
          </p:cNvPr>
          <p:cNvSpPr>
            <a:spLocks noGrp="1"/>
          </p:cNvSpPr>
          <p:nvPr/>
        </p:nvSpPr>
        <p:spPr>
          <a:xfrm>
            <a:off x="6904988" y="581324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0" name="F1_main_prauc_2789">
            <a:extLst>
              <a:ext uri="{FF2B5EF4-FFF2-40B4-BE49-F238E27FC236}">
                <a16:creationId xmlns:a16="http://schemas.microsoft.com/office/drawing/2014/main" id="{8D4381FD-C568-4086-9E26-DF0B6228DC3B}"/>
              </a:ext>
            </a:extLst>
          </p:cNvPr>
          <p:cNvSpPr>
            <a:spLocks noGrp="1"/>
          </p:cNvSpPr>
          <p:nvPr/>
        </p:nvSpPr>
        <p:spPr>
          <a:xfrm>
            <a:off x="8569305" y="5813246"/>
            <a:ext cx="191" cy="166451"/>
          </a:xfrm>
          <a:custGeom>
            <a:avLst/>
            <a:gdLst/>
            <a:ahLst/>
            <a:cxnLst/>
            <a:rect l="0" t="0" r="0" b="0"/>
            <a:pathLst>
              <a:path w="191" h="166451">
                <a:moveTo>
                  <a:pt x="0" y="16645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1" name="F1_main_prauc_2790">
            <a:extLst>
              <a:ext uri="{FF2B5EF4-FFF2-40B4-BE49-F238E27FC236}">
                <a16:creationId xmlns:a16="http://schemas.microsoft.com/office/drawing/2014/main" id="{F6C8BAA5-2D3C-40C7-BACD-E2B6D574C5B0}"/>
              </a:ext>
            </a:extLst>
          </p:cNvPr>
          <p:cNvSpPr>
            <a:spLocks noGrp="1"/>
          </p:cNvSpPr>
          <p:nvPr/>
        </p:nvSpPr>
        <p:spPr>
          <a:xfrm>
            <a:off x="8478811" y="597969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2" name="F1_main_prauc_2791">
            <a:extLst>
              <a:ext uri="{FF2B5EF4-FFF2-40B4-BE49-F238E27FC236}">
                <a16:creationId xmlns:a16="http://schemas.microsoft.com/office/drawing/2014/main" id="{04E4720C-A8B2-4F35-A0C2-0BADDD481403}"/>
              </a:ext>
            </a:extLst>
          </p:cNvPr>
          <p:cNvSpPr>
            <a:spLocks noGrp="1"/>
          </p:cNvSpPr>
          <p:nvPr/>
        </p:nvSpPr>
        <p:spPr>
          <a:xfrm>
            <a:off x="8478811" y="581324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92979D"/>
            </a:solidFill>
            <a:prstDash val="solid"/>
          </a:ln>
        </p:spPr>
      </p:sp>
      <p:sp>
        <p:nvSpPr>
          <p:cNvPr id="2783" name="F1_main_prauc_2792">
            <a:extLst>
              <a:ext uri="{FF2B5EF4-FFF2-40B4-BE49-F238E27FC236}">
                <a16:creationId xmlns:a16="http://schemas.microsoft.com/office/drawing/2014/main" id="{6533A48B-F06D-46F7-9DDC-FF5E65553DCD}"/>
              </a:ext>
            </a:extLst>
          </p:cNvPr>
          <p:cNvSpPr>
            <a:spLocks noGrp="1"/>
          </p:cNvSpPr>
          <p:nvPr/>
        </p:nvSpPr>
        <p:spPr>
          <a:xfrm>
            <a:off x="1405263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4" name="F1_main_prauc_2793">
            <a:extLst>
              <a:ext uri="{FF2B5EF4-FFF2-40B4-BE49-F238E27FC236}">
                <a16:creationId xmlns:a16="http://schemas.microsoft.com/office/drawing/2014/main" id="{B2E763B4-8005-4022-A63F-05DF03225AB9}"/>
              </a:ext>
            </a:extLst>
          </p:cNvPr>
          <p:cNvSpPr>
            <a:spLocks noGrp="1"/>
          </p:cNvSpPr>
          <p:nvPr/>
        </p:nvSpPr>
        <p:spPr>
          <a:xfrm>
            <a:off x="2979086" y="39713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5" name="F1_main_prauc_2794">
            <a:extLst>
              <a:ext uri="{FF2B5EF4-FFF2-40B4-BE49-F238E27FC236}">
                <a16:creationId xmlns:a16="http://schemas.microsoft.com/office/drawing/2014/main" id="{7B76BC86-8371-4929-80C2-D83982D840AE}"/>
              </a:ext>
            </a:extLst>
          </p:cNvPr>
          <p:cNvSpPr>
            <a:spLocks noGrp="1"/>
          </p:cNvSpPr>
          <p:nvPr/>
        </p:nvSpPr>
        <p:spPr>
          <a:xfrm>
            <a:off x="4552909" y="402781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6" name="F1_main_prauc_2795">
            <a:extLst>
              <a:ext uri="{FF2B5EF4-FFF2-40B4-BE49-F238E27FC236}">
                <a16:creationId xmlns:a16="http://schemas.microsoft.com/office/drawing/2014/main" id="{ECA7B5EA-4090-47CA-94FE-EDD9465FDDF6}"/>
              </a:ext>
            </a:extLst>
          </p:cNvPr>
          <p:cNvSpPr>
            <a:spLocks noGrp="1"/>
          </p:cNvSpPr>
          <p:nvPr/>
        </p:nvSpPr>
        <p:spPr>
          <a:xfrm>
            <a:off x="6126732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7" name="F1_main_prauc_2796">
            <a:extLst>
              <a:ext uri="{FF2B5EF4-FFF2-40B4-BE49-F238E27FC236}">
                <a16:creationId xmlns:a16="http://schemas.microsoft.com/office/drawing/2014/main" id="{B1944A35-59D3-4E6F-93EE-5C49B41F5C5B}"/>
              </a:ext>
            </a:extLst>
          </p:cNvPr>
          <p:cNvSpPr>
            <a:spLocks noGrp="1"/>
          </p:cNvSpPr>
          <p:nvPr/>
        </p:nvSpPr>
        <p:spPr>
          <a:xfrm>
            <a:off x="7700555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8" name="F1_main_prauc_2797">
            <a:extLst>
              <a:ext uri="{FF2B5EF4-FFF2-40B4-BE49-F238E27FC236}">
                <a16:creationId xmlns:a16="http://schemas.microsoft.com/office/drawing/2014/main" id="{97ADC180-0384-4CA2-B8E3-FCD213DA6F6B}"/>
              </a:ext>
            </a:extLst>
          </p:cNvPr>
          <p:cNvSpPr>
            <a:spLocks noGrp="1"/>
          </p:cNvSpPr>
          <p:nvPr/>
        </p:nvSpPr>
        <p:spPr>
          <a:xfrm>
            <a:off x="1767242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9" name="F1_main_prauc_2798">
            <a:extLst>
              <a:ext uri="{FF2B5EF4-FFF2-40B4-BE49-F238E27FC236}">
                <a16:creationId xmlns:a16="http://schemas.microsoft.com/office/drawing/2014/main" id="{B9E137CB-1072-4734-A08D-851B44A8F633}"/>
              </a:ext>
            </a:extLst>
          </p:cNvPr>
          <p:cNvSpPr>
            <a:spLocks noGrp="1"/>
          </p:cNvSpPr>
          <p:nvPr/>
        </p:nvSpPr>
        <p:spPr>
          <a:xfrm>
            <a:off x="3341065" y="436987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0" name="F1_main_prauc_2799">
            <a:extLst>
              <a:ext uri="{FF2B5EF4-FFF2-40B4-BE49-F238E27FC236}">
                <a16:creationId xmlns:a16="http://schemas.microsoft.com/office/drawing/2014/main" id="{2F97A91D-8218-4311-BEE8-0CA626AED88A}"/>
              </a:ext>
            </a:extLst>
          </p:cNvPr>
          <p:cNvSpPr>
            <a:spLocks noGrp="1"/>
          </p:cNvSpPr>
          <p:nvPr/>
        </p:nvSpPr>
        <p:spPr>
          <a:xfrm>
            <a:off x="4914888" y="44126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1" name="F1_main_prauc_2800">
            <a:extLst>
              <a:ext uri="{FF2B5EF4-FFF2-40B4-BE49-F238E27FC236}">
                <a16:creationId xmlns:a16="http://schemas.microsoft.com/office/drawing/2014/main" id="{E184528F-FF47-4A54-B3A8-A691D890F9F0}"/>
              </a:ext>
            </a:extLst>
          </p:cNvPr>
          <p:cNvSpPr>
            <a:spLocks noGrp="1"/>
          </p:cNvSpPr>
          <p:nvPr/>
        </p:nvSpPr>
        <p:spPr>
          <a:xfrm>
            <a:off x="6488711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2" name="F1_main_prauc_2801">
            <a:extLst>
              <a:ext uri="{FF2B5EF4-FFF2-40B4-BE49-F238E27FC236}">
                <a16:creationId xmlns:a16="http://schemas.microsoft.com/office/drawing/2014/main" id="{B18184B3-78AB-4E06-B803-21A99D341B8D}"/>
              </a:ext>
            </a:extLst>
          </p:cNvPr>
          <p:cNvSpPr>
            <a:spLocks noGrp="1"/>
          </p:cNvSpPr>
          <p:nvPr/>
        </p:nvSpPr>
        <p:spPr>
          <a:xfrm>
            <a:off x="8062534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93" name="F1_main_prauc_2802">
            <a:extLst>
              <a:ext uri="{FF2B5EF4-FFF2-40B4-BE49-F238E27FC236}">
                <a16:creationId xmlns:a16="http://schemas.microsoft.com/office/drawing/2014/main" id="{AB5187E5-29A6-4FD7-9EA7-7D5987108D5A}"/>
              </a:ext>
            </a:extLst>
          </p:cNvPr>
          <p:cNvSpPr>
            <a:spLocks noGrp="1"/>
          </p:cNvSpPr>
          <p:nvPr/>
        </p:nvSpPr>
        <p:spPr>
          <a:xfrm>
            <a:off x="2129221" y="5514784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4" name="F1_main_prauc_2803">
            <a:extLst>
              <a:ext uri="{FF2B5EF4-FFF2-40B4-BE49-F238E27FC236}">
                <a16:creationId xmlns:a16="http://schemas.microsoft.com/office/drawing/2014/main" id="{34D4EE8E-1413-42B7-BBB7-375B675A87BC}"/>
              </a:ext>
            </a:extLst>
          </p:cNvPr>
          <p:cNvSpPr>
            <a:spLocks noGrp="1"/>
          </p:cNvSpPr>
          <p:nvPr/>
        </p:nvSpPr>
        <p:spPr>
          <a:xfrm>
            <a:off x="3703045" y="5306194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5" name="F1_main_prauc_2804">
            <a:extLst>
              <a:ext uri="{FF2B5EF4-FFF2-40B4-BE49-F238E27FC236}">
                <a16:creationId xmlns:a16="http://schemas.microsoft.com/office/drawing/2014/main" id="{0E5643AC-5A76-4AF7-9683-7A9E811DC99B}"/>
              </a:ext>
            </a:extLst>
          </p:cNvPr>
          <p:cNvSpPr>
            <a:spLocks noGrp="1"/>
          </p:cNvSpPr>
          <p:nvPr/>
        </p:nvSpPr>
        <p:spPr>
          <a:xfrm>
            <a:off x="5276868" y="531178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6" name="F1_main_prauc_2805">
            <a:extLst>
              <a:ext uri="{FF2B5EF4-FFF2-40B4-BE49-F238E27FC236}">
                <a16:creationId xmlns:a16="http://schemas.microsoft.com/office/drawing/2014/main" id="{967351B4-E734-495C-A3FE-38523A3DF6D1}"/>
              </a:ext>
            </a:extLst>
          </p:cNvPr>
          <p:cNvSpPr>
            <a:spLocks noGrp="1"/>
          </p:cNvSpPr>
          <p:nvPr/>
        </p:nvSpPr>
        <p:spPr>
          <a:xfrm>
            <a:off x="6850691" y="590110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7" name="F1_main_prauc_2806">
            <a:extLst>
              <a:ext uri="{FF2B5EF4-FFF2-40B4-BE49-F238E27FC236}">
                <a16:creationId xmlns:a16="http://schemas.microsoft.com/office/drawing/2014/main" id="{E3D17006-6704-4FCF-8C77-197AF723646F}"/>
              </a:ext>
            </a:extLst>
          </p:cNvPr>
          <p:cNvSpPr>
            <a:spLocks noGrp="1"/>
          </p:cNvSpPr>
          <p:nvPr/>
        </p:nvSpPr>
        <p:spPr>
          <a:xfrm>
            <a:off x="8424514" y="590110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92979D"/>
            </a:solidFill>
            <a:prstDash val="solid"/>
          </a:ln>
        </p:spPr>
      </p:sp>
      <p:sp>
        <p:nvSpPr>
          <p:cNvPr id="2798" name="text_2807">
            <a:extLst>
              <a:ext uri="{FF2B5EF4-FFF2-40B4-BE49-F238E27FC236}">
                <a16:creationId xmlns:a16="http://schemas.microsoft.com/office/drawing/2014/main" id="{0959993B-33EC-4CBA-8D3A-38E2EAFE4EF0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2537707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Stage1 detection performance</a:t>
            </a:r>
          </a:p>
        </p:txBody>
      </p:sp>
      <p:sp>
        <p:nvSpPr>
          <p:cNvPr id="2799" name="text_2808">
            <a:extLst>
              <a:ext uri="{FF2B5EF4-FFF2-40B4-BE49-F238E27FC236}">
                <a16:creationId xmlns:a16="http://schemas.microsoft.com/office/drawing/2014/main" id="{8A5A0C1C-103C-4B3C-B0CE-F0C08CEC1A02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F1_main_prauc_2809">
            <a:extLst>
              <a:ext uri="{FF2B5EF4-FFF2-40B4-BE49-F238E27FC236}">
                <a16:creationId xmlns:a16="http://schemas.microsoft.com/office/drawing/2014/main" id="{49E45B3C-342A-4518-B04E-E2CD40CDE0BB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007C8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2810">
            <a:extLst>
              <a:ext uri="{FF2B5EF4-FFF2-40B4-BE49-F238E27FC236}">
                <a16:creationId xmlns:a16="http://schemas.microsoft.com/office/drawing/2014/main" id="{BE1A3F73-B2A3-42FD-905C-54CCF0D64266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154730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GT receptor</a:t>
            </a:r>
          </a:p>
        </p:txBody>
      </p:sp>
      <p:sp>
        <p:nvSpPr>
          <p:cNvPr id="2802" name="F1_main_prauc_2811">
            <a:extLst>
              <a:ext uri="{FF2B5EF4-FFF2-40B4-BE49-F238E27FC236}">
                <a16:creationId xmlns:a16="http://schemas.microsoft.com/office/drawing/2014/main" id="{CD81157A-260E-48DC-8B8F-1A5ADD7ECDAC}"/>
              </a:ext>
            </a:extLst>
          </p:cNvPr>
          <p:cNvSpPr>
            <a:spLocks noGrp="1"/>
          </p:cNvSpPr>
          <p:nvPr/>
        </p:nvSpPr>
        <p:spPr>
          <a:xfrm>
            <a:off x="2603076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566AB4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2812">
            <a:extLst>
              <a:ext uri="{FF2B5EF4-FFF2-40B4-BE49-F238E27FC236}">
                <a16:creationId xmlns:a16="http://schemas.microsoft.com/office/drawing/2014/main" id="{C873A4E6-085B-4622-B2E8-0180F0B574F9}"/>
              </a:ext>
            </a:extLst>
          </p:cNvPr>
          <p:cNvSpPr>
            <a:spLocks noGrp="1"/>
          </p:cNvSpPr>
          <p:nvPr/>
        </p:nvSpPr>
        <p:spPr>
          <a:xfrm>
            <a:off x="2837674" y="2160866"/>
            <a:ext cx="160074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2804" name="F1_main_prauc_2813">
            <a:extLst>
              <a:ext uri="{FF2B5EF4-FFF2-40B4-BE49-F238E27FC236}">
                <a16:creationId xmlns:a16="http://schemas.microsoft.com/office/drawing/2014/main" id="{844C1A1A-FDE2-4661-BA33-02A4B3C9F454}"/>
              </a:ext>
            </a:extLst>
          </p:cNvPr>
          <p:cNvSpPr>
            <a:spLocks noGrp="1"/>
          </p:cNvSpPr>
          <p:nvPr/>
        </p:nvSpPr>
        <p:spPr>
          <a:xfrm>
            <a:off x="4639519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92979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2814">
            <a:extLst>
              <a:ext uri="{FF2B5EF4-FFF2-40B4-BE49-F238E27FC236}">
                <a16:creationId xmlns:a16="http://schemas.microsoft.com/office/drawing/2014/main" id="{6995B52C-9C79-4374-B8FF-41BB6B950286}"/>
              </a:ext>
            </a:extLst>
          </p:cNvPr>
          <p:cNvSpPr>
            <a:spLocks noGrp="1"/>
          </p:cNvSpPr>
          <p:nvPr/>
        </p:nvSpPr>
        <p:spPr>
          <a:xfrm>
            <a:off x="4874116" y="2160866"/>
            <a:ext cx="52345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160651197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5" name="F2_precision_recall_distributions_2815">
            <a:extLst>
              <a:ext uri="{FF2B5EF4-FFF2-40B4-BE49-F238E27FC236}">
                <a16:creationId xmlns:a16="http://schemas.microsoft.com/office/drawing/2014/main" id="{F308BEDA-75E1-4E5D-B19B-46AF65A732DB}"/>
              </a:ext>
            </a:extLst>
          </p:cNvPr>
          <p:cNvSpPr>
            <a:spLocks noGrp="1"/>
          </p:cNvSpPr>
          <p:nvPr/>
        </p:nvSpPr>
        <p:spPr>
          <a:xfrm>
            <a:off x="379568" y="352425"/>
            <a:ext cx="8765865" cy="8096250"/>
          </a:xfrm>
          <a:custGeom>
            <a:avLst/>
            <a:gdLst/>
            <a:ahLst/>
            <a:cxnLst/>
            <a:rect l="0" t="0" r="0" b="0"/>
            <a:pathLst>
              <a:path w="8765865" h="8096250">
                <a:moveTo>
                  <a:pt x="0" y="8096250"/>
                </a:moveTo>
                <a:lnTo>
                  <a:pt x="8765865" y="8096250"/>
                </a:lnTo>
                <a:lnTo>
                  <a:pt x="8765865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2_precision_recall_distributions_2816">
            <a:extLst>
              <a:ext uri="{FF2B5EF4-FFF2-40B4-BE49-F238E27FC236}">
                <a16:creationId xmlns:a16="http://schemas.microsoft.com/office/drawing/2014/main" id="{262A838D-B551-4539-85A2-F2CAC02AEEBF}"/>
              </a:ext>
            </a:extLst>
          </p:cNvPr>
          <p:cNvSpPr>
            <a:spLocks noGrp="1"/>
          </p:cNvSpPr>
          <p:nvPr/>
        </p:nvSpPr>
        <p:spPr>
          <a:xfrm>
            <a:off x="1212325" y="148590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2_precision_recall_distributions_2817">
            <a:extLst>
              <a:ext uri="{FF2B5EF4-FFF2-40B4-BE49-F238E27FC236}">
                <a16:creationId xmlns:a16="http://schemas.microsoft.com/office/drawing/2014/main" id="{2A1E9668-07DB-40BB-8E9C-966A6C713B03}"/>
              </a:ext>
            </a:extLst>
          </p:cNvPr>
          <p:cNvSpPr>
            <a:spLocks noGrp="1"/>
          </p:cNvSpPr>
          <p:nvPr/>
        </p:nvSpPr>
        <p:spPr>
          <a:xfrm>
            <a:off x="1212325" y="235588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" name="F2_precision_recall_distributions_2818">
            <a:extLst>
              <a:ext uri="{FF2B5EF4-FFF2-40B4-BE49-F238E27FC236}">
                <a16:creationId xmlns:a16="http://schemas.microsoft.com/office/drawing/2014/main" id="{C8BC0E14-858C-459C-AF73-0BA2F01E8ED9}"/>
              </a:ext>
            </a:extLst>
          </p:cNvPr>
          <p:cNvSpPr>
            <a:spLocks noGrp="1"/>
          </p:cNvSpPr>
          <p:nvPr/>
        </p:nvSpPr>
        <p:spPr>
          <a:xfrm>
            <a:off x="1170051" y="235588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" name="text_2819">
            <a:extLst>
              <a:ext uri="{FF2B5EF4-FFF2-40B4-BE49-F238E27FC236}">
                <a16:creationId xmlns:a16="http://schemas.microsoft.com/office/drawing/2014/main" id="{79C14D9B-B5F1-4EA9-A85B-4F2C26BD6080}"/>
              </a:ext>
            </a:extLst>
          </p:cNvPr>
          <p:cNvSpPr>
            <a:spLocks noGrp="1"/>
          </p:cNvSpPr>
          <p:nvPr/>
        </p:nvSpPr>
        <p:spPr>
          <a:xfrm>
            <a:off x="958091" y="230839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6" name="F2_precision_recall_distributions_2820">
            <a:extLst>
              <a:ext uri="{FF2B5EF4-FFF2-40B4-BE49-F238E27FC236}">
                <a16:creationId xmlns:a16="http://schemas.microsoft.com/office/drawing/2014/main" id="{58451265-6442-42E7-9A26-B3881C2E5ADB}"/>
              </a:ext>
            </a:extLst>
          </p:cNvPr>
          <p:cNvSpPr>
            <a:spLocks noGrp="1"/>
          </p:cNvSpPr>
          <p:nvPr/>
        </p:nvSpPr>
        <p:spPr>
          <a:xfrm>
            <a:off x="1212325" y="193150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7" name="F2_precision_recall_distributions_2821">
            <a:extLst>
              <a:ext uri="{FF2B5EF4-FFF2-40B4-BE49-F238E27FC236}">
                <a16:creationId xmlns:a16="http://schemas.microsoft.com/office/drawing/2014/main" id="{4C10C15B-B019-4028-8F79-49D9286656FC}"/>
              </a:ext>
            </a:extLst>
          </p:cNvPr>
          <p:cNvSpPr>
            <a:spLocks noGrp="1"/>
          </p:cNvSpPr>
          <p:nvPr/>
        </p:nvSpPr>
        <p:spPr>
          <a:xfrm>
            <a:off x="1170051" y="193150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8" name="text_2822">
            <a:extLst>
              <a:ext uri="{FF2B5EF4-FFF2-40B4-BE49-F238E27FC236}">
                <a16:creationId xmlns:a16="http://schemas.microsoft.com/office/drawing/2014/main" id="{8091EF86-77D9-4FC5-A687-69C350E6C57D}"/>
              </a:ext>
            </a:extLst>
          </p:cNvPr>
          <p:cNvSpPr>
            <a:spLocks noGrp="1"/>
          </p:cNvSpPr>
          <p:nvPr/>
        </p:nvSpPr>
        <p:spPr>
          <a:xfrm>
            <a:off x="958091" y="188400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9" name="F2_precision_recall_distributions_2823">
            <a:extLst>
              <a:ext uri="{FF2B5EF4-FFF2-40B4-BE49-F238E27FC236}">
                <a16:creationId xmlns:a16="http://schemas.microsoft.com/office/drawing/2014/main" id="{3561E7C9-452F-4274-823F-61538CCF7DC7}"/>
              </a:ext>
            </a:extLst>
          </p:cNvPr>
          <p:cNvSpPr>
            <a:spLocks noGrp="1"/>
          </p:cNvSpPr>
          <p:nvPr/>
        </p:nvSpPr>
        <p:spPr>
          <a:xfrm>
            <a:off x="1212325" y="150711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0" name="F2_precision_recall_distributions_2824">
            <a:extLst>
              <a:ext uri="{FF2B5EF4-FFF2-40B4-BE49-F238E27FC236}">
                <a16:creationId xmlns:a16="http://schemas.microsoft.com/office/drawing/2014/main" id="{23ADF799-E431-4E44-BDE9-2CAD0074A886}"/>
              </a:ext>
            </a:extLst>
          </p:cNvPr>
          <p:cNvSpPr>
            <a:spLocks noGrp="1"/>
          </p:cNvSpPr>
          <p:nvPr/>
        </p:nvSpPr>
        <p:spPr>
          <a:xfrm>
            <a:off x="1170051" y="150711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" name="text_2825">
            <a:extLst>
              <a:ext uri="{FF2B5EF4-FFF2-40B4-BE49-F238E27FC236}">
                <a16:creationId xmlns:a16="http://schemas.microsoft.com/office/drawing/2014/main" id="{209D63C8-306B-4CFA-8EE7-AA0402F5DBD4}"/>
              </a:ext>
            </a:extLst>
          </p:cNvPr>
          <p:cNvSpPr>
            <a:spLocks noGrp="1"/>
          </p:cNvSpPr>
          <p:nvPr/>
        </p:nvSpPr>
        <p:spPr>
          <a:xfrm>
            <a:off x="958091" y="145962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2" name="F2_precision_recall_distributions_2826">
            <a:extLst>
              <a:ext uri="{FF2B5EF4-FFF2-40B4-BE49-F238E27FC236}">
                <a16:creationId xmlns:a16="http://schemas.microsoft.com/office/drawing/2014/main" id="{C93ECA7B-8022-45A0-BCF0-94F503AC45CC}"/>
              </a:ext>
            </a:extLst>
          </p:cNvPr>
          <p:cNvSpPr>
            <a:spLocks noGrp="1"/>
          </p:cNvSpPr>
          <p:nvPr/>
        </p:nvSpPr>
        <p:spPr>
          <a:xfrm>
            <a:off x="1514954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49205" y="848766"/>
                </a:moveTo>
                <a:lnTo>
                  <a:pt x="125891" y="848766"/>
                </a:lnTo>
                <a:lnTo>
                  <a:pt x="129654" y="842186"/>
                </a:lnTo>
                <a:lnTo>
                  <a:pt x="140478" y="835606"/>
                </a:lnTo>
                <a:lnTo>
                  <a:pt x="157061" y="829027"/>
                </a:lnTo>
                <a:lnTo>
                  <a:pt x="177525" y="822447"/>
                </a:lnTo>
                <a:lnTo>
                  <a:pt x="199760" y="815868"/>
                </a:lnTo>
                <a:lnTo>
                  <a:pt x="221786" y="809288"/>
                </a:lnTo>
                <a:lnTo>
                  <a:pt x="242030" y="802708"/>
                </a:lnTo>
                <a:lnTo>
                  <a:pt x="259477" y="796129"/>
                </a:lnTo>
                <a:lnTo>
                  <a:pt x="273686" y="789549"/>
                </a:lnTo>
                <a:lnTo>
                  <a:pt x="284694" y="782970"/>
                </a:lnTo>
                <a:lnTo>
                  <a:pt x="292857" y="776390"/>
                </a:lnTo>
                <a:lnTo>
                  <a:pt x="298682" y="769811"/>
                </a:lnTo>
                <a:lnTo>
                  <a:pt x="302689" y="763231"/>
                </a:lnTo>
                <a:lnTo>
                  <a:pt x="305323" y="756651"/>
                </a:lnTo>
                <a:lnTo>
                  <a:pt x="306919" y="750072"/>
                </a:lnTo>
                <a:lnTo>
                  <a:pt x="307705" y="743492"/>
                </a:lnTo>
                <a:lnTo>
                  <a:pt x="307826" y="736913"/>
                </a:lnTo>
                <a:lnTo>
                  <a:pt x="307376" y="730333"/>
                </a:lnTo>
                <a:lnTo>
                  <a:pt x="306422" y="723754"/>
                </a:lnTo>
                <a:lnTo>
                  <a:pt x="305024" y="717174"/>
                </a:lnTo>
                <a:lnTo>
                  <a:pt x="303234" y="710594"/>
                </a:lnTo>
                <a:lnTo>
                  <a:pt x="301109" y="704015"/>
                </a:lnTo>
                <a:lnTo>
                  <a:pt x="298696" y="697435"/>
                </a:lnTo>
                <a:lnTo>
                  <a:pt x="296036" y="690856"/>
                </a:lnTo>
                <a:lnTo>
                  <a:pt x="293155" y="684276"/>
                </a:lnTo>
                <a:lnTo>
                  <a:pt x="290061" y="677697"/>
                </a:lnTo>
                <a:lnTo>
                  <a:pt x="286753" y="671117"/>
                </a:lnTo>
                <a:lnTo>
                  <a:pt x="283234" y="664537"/>
                </a:lnTo>
                <a:lnTo>
                  <a:pt x="279532" y="657958"/>
                </a:lnTo>
                <a:lnTo>
                  <a:pt x="275722" y="651378"/>
                </a:lnTo>
                <a:lnTo>
                  <a:pt x="271950" y="644799"/>
                </a:lnTo>
                <a:lnTo>
                  <a:pt x="268429" y="638219"/>
                </a:lnTo>
                <a:lnTo>
                  <a:pt x="265424" y="631639"/>
                </a:lnTo>
                <a:lnTo>
                  <a:pt x="263210" y="625060"/>
                </a:lnTo>
                <a:lnTo>
                  <a:pt x="262017" y="618480"/>
                </a:lnTo>
                <a:lnTo>
                  <a:pt x="261967" y="611901"/>
                </a:lnTo>
                <a:lnTo>
                  <a:pt x="263030" y="605321"/>
                </a:lnTo>
                <a:lnTo>
                  <a:pt x="265000" y="598742"/>
                </a:lnTo>
                <a:lnTo>
                  <a:pt x="267509" y="592162"/>
                </a:lnTo>
                <a:lnTo>
                  <a:pt x="270069" y="585582"/>
                </a:lnTo>
                <a:lnTo>
                  <a:pt x="272142" y="579003"/>
                </a:lnTo>
                <a:lnTo>
                  <a:pt x="273216" y="572423"/>
                </a:lnTo>
                <a:lnTo>
                  <a:pt x="272887" y="565844"/>
                </a:lnTo>
                <a:lnTo>
                  <a:pt x="270912" y="559264"/>
                </a:lnTo>
                <a:lnTo>
                  <a:pt x="267244" y="552685"/>
                </a:lnTo>
                <a:lnTo>
                  <a:pt x="262037" y="546105"/>
                </a:lnTo>
                <a:lnTo>
                  <a:pt x="255629" y="539525"/>
                </a:lnTo>
                <a:lnTo>
                  <a:pt x="248499" y="532946"/>
                </a:lnTo>
                <a:lnTo>
                  <a:pt x="241218" y="526366"/>
                </a:lnTo>
                <a:lnTo>
                  <a:pt x="234387" y="519787"/>
                </a:lnTo>
                <a:lnTo>
                  <a:pt x="228573" y="513207"/>
                </a:lnTo>
                <a:lnTo>
                  <a:pt x="224254" y="506627"/>
                </a:lnTo>
                <a:lnTo>
                  <a:pt x="221758" y="500048"/>
                </a:lnTo>
                <a:lnTo>
                  <a:pt x="221229" y="493468"/>
                </a:lnTo>
                <a:lnTo>
                  <a:pt x="222598" y="486889"/>
                </a:lnTo>
                <a:lnTo>
                  <a:pt x="225591" y="480309"/>
                </a:lnTo>
                <a:lnTo>
                  <a:pt x="229752" y="473730"/>
                </a:lnTo>
                <a:lnTo>
                  <a:pt x="234500" y="467150"/>
                </a:lnTo>
                <a:lnTo>
                  <a:pt x="239191" y="460570"/>
                </a:lnTo>
                <a:lnTo>
                  <a:pt x="243207" y="453991"/>
                </a:lnTo>
                <a:lnTo>
                  <a:pt x="246022" y="447411"/>
                </a:lnTo>
                <a:lnTo>
                  <a:pt x="247259" y="440832"/>
                </a:lnTo>
                <a:lnTo>
                  <a:pt x="246727" y="434252"/>
                </a:lnTo>
                <a:lnTo>
                  <a:pt x="244422" y="427673"/>
                </a:lnTo>
                <a:lnTo>
                  <a:pt x="240507" y="421093"/>
                </a:lnTo>
                <a:lnTo>
                  <a:pt x="235269" y="414513"/>
                </a:lnTo>
                <a:lnTo>
                  <a:pt x="229073" y="407934"/>
                </a:lnTo>
                <a:lnTo>
                  <a:pt x="222315" y="401354"/>
                </a:lnTo>
                <a:lnTo>
                  <a:pt x="215375" y="394775"/>
                </a:lnTo>
                <a:lnTo>
                  <a:pt x="208595" y="388195"/>
                </a:lnTo>
                <a:lnTo>
                  <a:pt x="202260" y="381616"/>
                </a:lnTo>
                <a:lnTo>
                  <a:pt x="196593" y="375036"/>
                </a:lnTo>
                <a:lnTo>
                  <a:pt x="191756" y="368456"/>
                </a:lnTo>
                <a:lnTo>
                  <a:pt x="187847" y="361877"/>
                </a:lnTo>
                <a:lnTo>
                  <a:pt x="184894" y="355297"/>
                </a:lnTo>
                <a:lnTo>
                  <a:pt x="182851" y="348718"/>
                </a:lnTo>
                <a:lnTo>
                  <a:pt x="181582" y="342138"/>
                </a:lnTo>
                <a:lnTo>
                  <a:pt x="180856" y="335558"/>
                </a:lnTo>
                <a:lnTo>
                  <a:pt x="180349" y="328979"/>
                </a:lnTo>
                <a:lnTo>
                  <a:pt x="179660" y="322399"/>
                </a:lnTo>
                <a:lnTo>
                  <a:pt x="178334" y="315820"/>
                </a:lnTo>
                <a:lnTo>
                  <a:pt x="175907" y="309240"/>
                </a:lnTo>
                <a:lnTo>
                  <a:pt x="171946" y="302661"/>
                </a:lnTo>
                <a:lnTo>
                  <a:pt x="166089" y="296081"/>
                </a:lnTo>
                <a:lnTo>
                  <a:pt x="158075" y="289501"/>
                </a:lnTo>
                <a:lnTo>
                  <a:pt x="147771" y="282922"/>
                </a:lnTo>
                <a:lnTo>
                  <a:pt x="135188" y="276342"/>
                </a:lnTo>
                <a:lnTo>
                  <a:pt x="120494" y="269763"/>
                </a:lnTo>
                <a:lnTo>
                  <a:pt x="104032" y="263183"/>
                </a:lnTo>
                <a:lnTo>
                  <a:pt x="86327" y="256604"/>
                </a:lnTo>
                <a:lnTo>
                  <a:pt x="68093" y="250024"/>
                </a:lnTo>
                <a:lnTo>
                  <a:pt x="50211" y="243444"/>
                </a:lnTo>
                <a:lnTo>
                  <a:pt x="33680" y="236865"/>
                </a:lnTo>
                <a:lnTo>
                  <a:pt x="19538" y="230285"/>
                </a:lnTo>
                <a:lnTo>
                  <a:pt x="8748" y="223706"/>
                </a:lnTo>
                <a:lnTo>
                  <a:pt x="2080" y="217126"/>
                </a:lnTo>
                <a:lnTo>
                  <a:pt x="0" y="210546"/>
                </a:lnTo>
                <a:lnTo>
                  <a:pt x="2592" y="203967"/>
                </a:lnTo>
                <a:lnTo>
                  <a:pt x="9539" y="197387"/>
                </a:lnTo>
                <a:lnTo>
                  <a:pt x="20168" y="190808"/>
                </a:lnTo>
                <a:lnTo>
                  <a:pt x="33551" y="184228"/>
                </a:lnTo>
                <a:lnTo>
                  <a:pt x="48646" y="177649"/>
                </a:lnTo>
                <a:lnTo>
                  <a:pt x="64455" y="171069"/>
                </a:lnTo>
                <a:lnTo>
                  <a:pt x="80148" y="164489"/>
                </a:lnTo>
                <a:lnTo>
                  <a:pt x="95150" y="157910"/>
                </a:lnTo>
                <a:lnTo>
                  <a:pt x="109163" y="151330"/>
                </a:lnTo>
                <a:lnTo>
                  <a:pt x="122133" y="144751"/>
                </a:lnTo>
                <a:lnTo>
                  <a:pt x="134176" y="138171"/>
                </a:lnTo>
                <a:lnTo>
                  <a:pt x="145489" y="131592"/>
                </a:lnTo>
                <a:lnTo>
                  <a:pt x="156274" y="125012"/>
                </a:lnTo>
                <a:lnTo>
                  <a:pt x="166689" y="118432"/>
                </a:lnTo>
                <a:lnTo>
                  <a:pt x="176827" y="111853"/>
                </a:lnTo>
                <a:lnTo>
                  <a:pt x="186727" y="105273"/>
                </a:lnTo>
                <a:lnTo>
                  <a:pt x="196399" y="98694"/>
                </a:lnTo>
                <a:lnTo>
                  <a:pt x="205843" y="92114"/>
                </a:lnTo>
                <a:lnTo>
                  <a:pt x="215060" y="85535"/>
                </a:lnTo>
                <a:lnTo>
                  <a:pt x="224053" y="78955"/>
                </a:lnTo>
                <a:lnTo>
                  <a:pt x="232811" y="72375"/>
                </a:lnTo>
                <a:lnTo>
                  <a:pt x="241296" y="65796"/>
                </a:lnTo>
                <a:lnTo>
                  <a:pt x="249434" y="59216"/>
                </a:lnTo>
                <a:lnTo>
                  <a:pt x="257116" y="52637"/>
                </a:lnTo>
                <a:lnTo>
                  <a:pt x="264207" y="46057"/>
                </a:lnTo>
                <a:lnTo>
                  <a:pt x="270570" y="39477"/>
                </a:lnTo>
                <a:lnTo>
                  <a:pt x="276082" y="32898"/>
                </a:lnTo>
                <a:lnTo>
                  <a:pt x="280651" y="26318"/>
                </a:lnTo>
                <a:lnTo>
                  <a:pt x="284221" y="19739"/>
                </a:lnTo>
                <a:lnTo>
                  <a:pt x="286768" y="13159"/>
                </a:lnTo>
                <a:lnTo>
                  <a:pt x="288292" y="6580"/>
                </a:lnTo>
                <a:lnTo>
                  <a:pt x="288799" y="0"/>
                </a:lnTo>
                <a:lnTo>
                  <a:pt x="386298" y="0"/>
                </a:lnTo>
                <a:lnTo>
                  <a:pt x="386298" y="0"/>
                </a:lnTo>
                <a:lnTo>
                  <a:pt x="386805" y="6580"/>
                </a:lnTo>
                <a:lnTo>
                  <a:pt x="388328" y="13159"/>
                </a:lnTo>
                <a:lnTo>
                  <a:pt x="390876" y="19739"/>
                </a:lnTo>
                <a:lnTo>
                  <a:pt x="394445" y="26318"/>
                </a:lnTo>
                <a:lnTo>
                  <a:pt x="399014" y="32898"/>
                </a:lnTo>
                <a:lnTo>
                  <a:pt x="404526" y="39477"/>
                </a:lnTo>
                <a:lnTo>
                  <a:pt x="410890" y="46057"/>
                </a:lnTo>
                <a:lnTo>
                  <a:pt x="417981" y="52637"/>
                </a:lnTo>
                <a:lnTo>
                  <a:pt x="425662" y="59216"/>
                </a:lnTo>
                <a:lnTo>
                  <a:pt x="433801" y="65796"/>
                </a:lnTo>
                <a:lnTo>
                  <a:pt x="442286" y="72375"/>
                </a:lnTo>
                <a:lnTo>
                  <a:pt x="451044" y="78955"/>
                </a:lnTo>
                <a:lnTo>
                  <a:pt x="460036" y="85535"/>
                </a:lnTo>
                <a:lnTo>
                  <a:pt x="469254" y="92114"/>
                </a:lnTo>
                <a:lnTo>
                  <a:pt x="478697" y="98694"/>
                </a:lnTo>
                <a:lnTo>
                  <a:pt x="488369" y="105273"/>
                </a:lnTo>
                <a:lnTo>
                  <a:pt x="498270" y="111853"/>
                </a:lnTo>
                <a:lnTo>
                  <a:pt x="508408" y="118432"/>
                </a:lnTo>
                <a:lnTo>
                  <a:pt x="518822" y="125012"/>
                </a:lnTo>
                <a:lnTo>
                  <a:pt x="529608" y="131592"/>
                </a:lnTo>
                <a:lnTo>
                  <a:pt x="540921" y="138171"/>
                </a:lnTo>
                <a:lnTo>
                  <a:pt x="552964" y="144751"/>
                </a:lnTo>
                <a:lnTo>
                  <a:pt x="565934" y="151330"/>
                </a:lnTo>
                <a:lnTo>
                  <a:pt x="579947" y="157910"/>
                </a:lnTo>
                <a:lnTo>
                  <a:pt x="594949" y="164489"/>
                </a:lnTo>
                <a:lnTo>
                  <a:pt x="610642" y="171069"/>
                </a:lnTo>
                <a:lnTo>
                  <a:pt x="626450" y="177649"/>
                </a:lnTo>
                <a:lnTo>
                  <a:pt x="641546" y="184228"/>
                </a:lnTo>
                <a:lnTo>
                  <a:pt x="654928" y="190808"/>
                </a:lnTo>
                <a:lnTo>
                  <a:pt x="665557" y="197387"/>
                </a:lnTo>
                <a:lnTo>
                  <a:pt x="672505" y="203967"/>
                </a:lnTo>
                <a:lnTo>
                  <a:pt x="675097" y="210546"/>
                </a:lnTo>
                <a:lnTo>
                  <a:pt x="673016" y="217126"/>
                </a:lnTo>
                <a:lnTo>
                  <a:pt x="666349" y="223706"/>
                </a:lnTo>
                <a:lnTo>
                  <a:pt x="655559" y="230285"/>
                </a:lnTo>
                <a:lnTo>
                  <a:pt x="641416" y="236865"/>
                </a:lnTo>
                <a:lnTo>
                  <a:pt x="624885" y="243444"/>
                </a:lnTo>
                <a:lnTo>
                  <a:pt x="607003" y="250024"/>
                </a:lnTo>
                <a:lnTo>
                  <a:pt x="588769" y="256604"/>
                </a:lnTo>
                <a:lnTo>
                  <a:pt x="571065" y="263183"/>
                </a:lnTo>
                <a:lnTo>
                  <a:pt x="554602" y="269763"/>
                </a:lnTo>
                <a:lnTo>
                  <a:pt x="539908" y="276342"/>
                </a:lnTo>
                <a:lnTo>
                  <a:pt x="527325" y="282922"/>
                </a:lnTo>
                <a:lnTo>
                  <a:pt x="517022" y="289501"/>
                </a:lnTo>
                <a:lnTo>
                  <a:pt x="509008" y="296081"/>
                </a:lnTo>
                <a:lnTo>
                  <a:pt x="503150" y="302661"/>
                </a:lnTo>
                <a:lnTo>
                  <a:pt x="499189" y="309240"/>
                </a:lnTo>
                <a:lnTo>
                  <a:pt x="496763" y="315820"/>
                </a:lnTo>
                <a:lnTo>
                  <a:pt x="495437" y="322399"/>
                </a:lnTo>
                <a:lnTo>
                  <a:pt x="494747" y="328979"/>
                </a:lnTo>
                <a:lnTo>
                  <a:pt x="494240" y="335558"/>
                </a:lnTo>
                <a:lnTo>
                  <a:pt x="493514" y="342138"/>
                </a:lnTo>
                <a:lnTo>
                  <a:pt x="492245" y="348718"/>
                </a:lnTo>
                <a:lnTo>
                  <a:pt x="490202" y="355297"/>
                </a:lnTo>
                <a:lnTo>
                  <a:pt x="487250" y="361877"/>
                </a:lnTo>
                <a:lnTo>
                  <a:pt x="483340" y="368456"/>
                </a:lnTo>
                <a:lnTo>
                  <a:pt x="478503" y="375036"/>
                </a:lnTo>
                <a:lnTo>
                  <a:pt x="472837" y="381616"/>
                </a:lnTo>
                <a:lnTo>
                  <a:pt x="466501" y="388195"/>
                </a:lnTo>
                <a:lnTo>
                  <a:pt x="459721" y="394775"/>
                </a:lnTo>
                <a:lnTo>
                  <a:pt x="452781" y="401354"/>
                </a:lnTo>
                <a:lnTo>
                  <a:pt x="446023" y="407934"/>
                </a:lnTo>
                <a:lnTo>
                  <a:pt x="439828" y="414513"/>
                </a:lnTo>
                <a:lnTo>
                  <a:pt x="434590" y="421093"/>
                </a:lnTo>
                <a:lnTo>
                  <a:pt x="430674" y="427673"/>
                </a:lnTo>
                <a:lnTo>
                  <a:pt x="428369" y="434252"/>
                </a:lnTo>
                <a:lnTo>
                  <a:pt x="427838" y="440832"/>
                </a:lnTo>
                <a:lnTo>
                  <a:pt x="429075" y="447411"/>
                </a:lnTo>
                <a:lnTo>
                  <a:pt x="431889" y="453991"/>
                </a:lnTo>
                <a:lnTo>
                  <a:pt x="435905" y="460570"/>
                </a:lnTo>
                <a:lnTo>
                  <a:pt x="440597" y="467150"/>
                </a:lnTo>
                <a:lnTo>
                  <a:pt x="445344" y="473730"/>
                </a:lnTo>
                <a:lnTo>
                  <a:pt x="449506" y="480309"/>
                </a:lnTo>
                <a:lnTo>
                  <a:pt x="452499" y="486889"/>
                </a:lnTo>
                <a:lnTo>
                  <a:pt x="453868" y="493468"/>
                </a:lnTo>
                <a:lnTo>
                  <a:pt x="453338" y="500048"/>
                </a:lnTo>
                <a:lnTo>
                  <a:pt x="450843" y="506627"/>
                </a:lnTo>
                <a:lnTo>
                  <a:pt x="446523" y="513207"/>
                </a:lnTo>
                <a:lnTo>
                  <a:pt x="440710" y="519787"/>
                </a:lnTo>
                <a:lnTo>
                  <a:pt x="433878" y="526366"/>
                </a:lnTo>
                <a:lnTo>
                  <a:pt x="426597" y="532946"/>
                </a:lnTo>
                <a:lnTo>
                  <a:pt x="419467" y="539525"/>
                </a:lnTo>
                <a:lnTo>
                  <a:pt x="413059" y="546105"/>
                </a:lnTo>
                <a:lnTo>
                  <a:pt x="407852" y="552685"/>
                </a:lnTo>
                <a:lnTo>
                  <a:pt x="404184" y="559264"/>
                </a:lnTo>
                <a:lnTo>
                  <a:pt x="402209" y="565844"/>
                </a:lnTo>
                <a:lnTo>
                  <a:pt x="401880" y="572423"/>
                </a:lnTo>
                <a:lnTo>
                  <a:pt x="402955" y="579003"/>
                </a:lnTo>
                <a:lnTo>
                  <a:pt x="405027" y="585582"/>
                </a:lnTo>
                <a:lnTo>
                  <a:pt x="407587" y="592162"/>
                </a:lnTo>
                <a:lnTo>
                  <a:pt x="410097" y="598742"/>
                </a:lnTo>
                <a:lnTo>
                  <a:pt x="412067" y="605321"/>
                </a:lnTo>
                <a:lnTo>
                  <a:pt x="413130" y="611901"/>
                </a:lnTo>
                <a:lnTo>
                  <a:pt x="413079" y="618480"/>
                </a:lnTo>
                <a:lnTo>
                  <a:pt x="411886" y="625060"/>
                </a:lnTo>
                <a:lnTo>
                  <a:pt x="409673" y="631639"/>
                </a:lnTo>
                <a:lnTo>
                  <a:pt x="406668" y="638219"/>
                </a:lnTo>
                <a:lnTo>
                  <a:pt x="403147" y="644799"/>
                </a:lnTo>
                <a:lnTo>
                  <a:pt x="399375" y="651378"/>
                </a:lnTo>
                <a:lnTo>
                  <a:pt x="395565" y="657958"/>
                </a:lnTo>
                <a:lnTo>
                  <a:pt x="391862" y="664537"/>
                </a:lnTo>
                <a:lnTo>
                  <a:pt x="388343" y="671117"/>
                </a:lnTo>
                <a:lnTo>
                  <a:pt x="385035" y="677697"/>
                </a:lnTo>
                <a:lnTo>
                  <a:pt x="381941" y="684276"/>
                </a:lnTo>
                <a:lnTo>
                  <a:pt x="379060" y="690856"/>
                </a:lnTo>
                <a:lnTo>
                  <a:pt x="376400" y="697435"/>
                </a:lnTo>
                <a:lnTo>
                  <a:pt x="373988" y="704015"/>
                </a:lnTo>
                <a:lnTo>
                  <a:pt x="371862" y="710594"/>
                </a:lnTo>
                <a:lnTo>
                  <a:pt x="370073" y="717174"/>
                </a:lnTo>
                <a:lnTo>
                  <a:pt x="368674" y="723754"/>
                </a:lnTo>
                <a:lnTo>
                  <a:pt x="367721" y="730333"/>
                </a:lnTo>
                <a:lnTo>
                  <a:pt x="367271" y="736913"/>
                </a:lnTo>
                <a:lnTo>
                  <a:pt x="367392" y="743492"/>
                </a:lnTo>
                <a:lnTo>
                  <a:pt x="368177" y="750072"/>
                </a:lnTo>
                <a:lnTo>
                  <a:pt x="369773" y="756651"/>
                </a:lnTo>
                <a:lnTo>
                  <a:pt x="372407" y="763231"/>
                </a:lnTo>
                <a:lnTo>
                  <a:pt x="376414" y="769811"/>
                </a:lnTo>
                <a:lnTo>
                  <a:pt x="382239" y="776390"/>
                </a:lnTo>
                <a:lnTo>
                  <a:pt x="390402" y="782970"/>
                </a:lnTo>
                <a:lnTo>
                  <a:pt x="401410" y="789549"/>
                </a:lnTo>
                <a:lnTo>
                  <a:pt x="415619" y="796129"/>
                </a:lnTo>
                <a:lnTo>
                  <a:pt x="433067" y="802708"/>
                </a:lnTo>
                <a:lnTo>
                  <a:pt x="453311" y="809288"/>
                </a:lnTo>
                <a:lnTo>
                  <a:pt x="475337" y="815868"/>
                </a:lnTo>
                <a:lnTo>
                  <a:pt x="497572" y="822447"/>
                </a:lnTo>
                <a:lnTo>
                  <a:pt x="518035" y="829027"/>
                </a:lnTo>
                <a:lnTo>
                  <a:pt x="534619" y="835606"/>
                </a:lnTo>
                <a:lnTo>
                  <a:pt x="545442" y="842186"/>
                </a:lnTo>
                <a:lnTo>
                  <a:pt x="549205" y="848766"/>
                </a:lnTo>
                <a:lnTo>
                  <a:pt x="549205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3" name="F2_precision_recall_distributions_2827">
            <a:extLst>
              <a:ext uri="{FF2B5EF4-FFF2-40B4-BE49-F238E27FC236}">
                <a16:creationId xmlns:a16="http://schemas.microsoft.com/office/drawing/2014/main" id="{7F1BD0BF-568E-4190-B96E-AB5CB1C46495}"/>
              </a:ext>
            </a:extLst>
          </p:cNvPr>
          <p:cNvSpPr>
            <a:spLocks noGrp="1"/>
          </p:cNvSpPr>
          <p:nvPr/>
        </p:nvSpPr>
        <p:spPr>
          <a:xfrm>
            <a:off x="1694108" y="162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" name="F2_precision_recall_distributions_2828">
            <a:extLst>
              <a:ext uri="{FF2B5EF4-FFF2-40B4-BE49-F238E27FC236}">
                <a16:creationId xmlns:a16="http://schemas.microsoft.com/office/drawing/2014/main" id="{7C0B91B1-439A-4F2F-91BA-495DD0F3F5D9}"/>
              </a:ext>
            </a:extLst>
          </p:cNvPr>
          <p:cNvSpPr>
            <a:spLocks noGrp="1"/>
          </p:cNvSpPr>
          <p:nvPr/>
        </p:nvSpPr>
        <p:spPr>
          <a:xfrm>
            <a:off x="1663542" y="1570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" name="F2_precision_recall_distributions_2829">
            <a:extLst>
              <a:ext uri="{FF2B5EF4-FFF2-40B4-BE49-F238E27FC236}">
                <a16:creationId xmlns:a16="http://schemas.microsoft.com/office/drawing/2014/main" id="{793B2D89-6D63-4A41-BD11-8A5847DE8D23}"/>
              </a:ext>
            </a:extLst>
          </p:cNvPr>
          <p:cNvSpPr>
            <a:spLocks noGrp="1"/>
          </p:cNvSpPr>
          <p:nvPr/>
        </p:nvSpPr>
        <p:spPr>
          <a:xfrm>
            <a:off x="1925380" y="16716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" name="F2_precision_recall_distributions_2830">
            <a:extLst>
              <a:ext uri="{FF2B5EF4-FFF2-40B4-BE49-F238E27FC236}">
                <a16:creationId xmlns:a16="http://schemas.microsoft.com/office/drawing/2014/main" id="{50201A81-78C8-4E60-8BAC-7A6FCD17115E}"/>
              </a:ext>
            </a:extLst>
          </p:cNvPr>
          <p:cNvSpPr>
            <a:spLocks noGrp="1"/>
          </p:cNvSpPr>
          <p:nvPr/>
        </p:nvSpPr>
        <p:spPr>
          <a:xfrm>
            <a:off x="1830171" y="22636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" name="F2_precision_recall_distributions_2831">
            <a:extLst>
              <a:ext uri="{FF2B5EF4-FFF2-40B4-BE49-F238E27FC236}">
                <a16:creationId xmlns:a16="http://schemas.microsoft.com/office/drawing/2014/main" id="{280EA64C-0E53-47C3-8B4E-0000C57C18A4}"/>
              </a:ext>
            </a:extLst>
          </p:cNvPr>
          <p:cNvSpPr>
            <a:spLocks noGrp="1"/>
          </p:cNvSpPr>
          <p:nvPr/>
        </p:nvSpPr>
        <p:spPr>
          <a:xfrm>
            <a:off x="1930837" y="17549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" name="F2_precision_recall_distributions_2832">
            <a:extLst>
              <a:ext uri="{FF2B5EF4-FFF2-40B4-BE49-F238E27FC236}">
                <a16:creationId xmlns:a16="http://schemas.microsoft.com/office/drawing/2014/main" id="{73E412EC-BB5B-4007-BBFB-E464F7B6C9A1}"/>
              </a:ext>
            </a:extLst>
          </p:cNvPr>
          <p:cNvSpPr>
            <a:spLocks noGrp="1"/>
          </p:cNvSpPr>
          <p:nvPr/>
        </p:nvSpPr>
        <p:spPr>
          <a:xfrm>
            <a:off x="1989555" y="18274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" name="F2_precision_recall_distributions_2833">
            <a:extLst>
              <a:ext uri="{FF2B5EF4-FFF2-40B4-BE49-F238E27FC236}">
                <a16:creationId xmlns:a16="http://schemas.microsoft.com/office/drawing/2014/main" id="{6FFD17FD-D2AC-4580-A3EC-4A0D3B496612}"/>
              </a:ext>
            </a:extLst>
          </p:cNvPr>
          <p:cNvSpPr>
            <a:spLocks noGrp="1"/>
          </p:cNvSpPr>
          <p:nvPr/>
        </p:nvSpPr>
        <p:spPr>
          <a:xfrm>
            <a:off x="1935777" y="16954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" name="F2_precision_recall_distributions_2834">
            <a:extLst>
              <a:ext uri="{FF2B5EF4-FFF2-40B4-BE49-F238E27FC236}">
                <a16:creationId xmlns:a16="http://schemas.microsoft.com/office/drawing/2014/main" id="{2387207C-8475-4EC2-9158-29D46A915665}"/>
              </a:ext>
            </a:extLst>
          </p:cNvPr>
          <p:cNvSpPr>
            <a:spLocks noGrp="1"/>
          </p:cNvSpPr>
          <p:nvPr/>
        </p:nvSpPr>
        <p:spPr>
          <a:xfrm>
            <a:off x="1933602" y="17167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" name="F2_precision_recall_distributions_2835">
            <a:extLst>
              <a:ext uri="{FF2B5EF4-FFF2-40B4-BE49-F238E27FC236}">
                <a16:creationId xmlns:a16="http://schemas.microsoft.com/office/drawing/2014/main" id="{6B74997B-D25D-4ECA-BDC1-4A15C45BA0DB}"/>
              </a:ext>
            </a:extLst>
          </p:cNvPr>
          <p:cNvSpPr>
            <a:spLocks noGrp="1"/>
          </p:cNvSpPr>
          <p:nvPr/>
        </p:nvSpPr>
        <p:spPr>
          <a:xfrm>
            <a:off x="1821347" y="21155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" name="F2_precision_recall_distributions_2836">
            <a:extLst>
              <a:ext uri="{FF2B5EF4-FFF2-40B4-BE49-F238E27FC236}">
                <a16:creationId xmlns:a16="http://schemas.microsoft.com/office/drawing/2014/main" id="{13138E3B-E8E2-4D4F-B00B-2036DC10A3E9}"/>
              </a:ext>
            </a:extLst>
          </p:cNvPr>
          <p:cNvSpPr>
            <a:spLocks noGrp="1"/>
          </p:cNvSpPr>
          <p:nvPr/>
        </p:nvSpPr>
        <p:spPr>
          <a:xfrm>
            <a:off x="1842277" y="2108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" name="F2_precision_recall_distributions_2837">
            <a:extLst>
              <a:ext uri="{FF2B5EF4-FFF2-40B4-BE49-F238E27FC236}">
                <a16:creationId xmlns:a16="http://schemas.microsoft.com/office/drawing/2014/main" id="{B6F8ACEB-EA6C-4667-BBB6-D950E5E2B950}"/>
              </a:ext>
            </a:extLst>
          </p:cNvPr>
          <p:cNvSpPr>
            <a:spLocks noGrp="1"/>
          </p:cNvSpPr>
          <p:nvPr/>
        </p:nvSpPr>
        <p:spPr>
          <a:xfrm>
            <a:off x="1809358" y="2094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" name="F2_precision_recall_distributions_2838">
            <a:extLst>
              <a:ext uri="{FF2B5EF4-FFF2-40B4-BE49-F238E27FC236}">
                <a16:creationId xmlns:a16="http://schemas.microsoft.com/office/drawing/2014/main" id="{F4AC9496-3FE9-42D5-81FE-B6067329EF3F}"/>
              </a:ext>
            </a:extLst>
          </p:cNvPr>
          <p:cNvSpPr>
            <a:spLocks noGrp="1"/>
          </p:cNvSpPr>
          <p:nvPr/>
        </p:nvSpPr>
        <p:spPr>
          <a:xfrm>
            <a:off x="1940049" y="17062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" name="F2_precision_recall_distributions_2839">
            <a:extLst>
              <a:ext uri="{FF2B5EF4-FFF2-40B4-BE49-F238E27FC236}">
                <a16:creationId xmlns:a16="http://schemas.microsoft.com/office/drawing/2014/main" id="{07262B6A-C9F4-4EC9-BFE9-C8BD1FE603A7}"/>
              </a:ext>
            </a:extLst>
          </p:cNvPr>
          <p:cNvSpPr>
            <a:spLocks noGrp="1"/>
          </p:cNvSpPr>
          <p:nvPr/>
        </p:nvSpPr>
        <p:spPr>
          <a:xfrm>
            <a:off x="1981976" y="18593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" name="F2_precision_recall_distributions_2840">
            <a:extLst>
              <a:ext uri="{FF2B5EF4-FFF2-40B4-BE49-F238E27FC236}">
                <a16:creationId xmlns:a16="http://schemas.microsoft.com/office/drawing/2014/main" id="{0336CBAF-C496-47A2-9198-2A623B440437}"/>
              </a:ext>
            </a:extLst>
          </p:cNvPr>
          <p:cNvSpPr>
            <a:spLocks noGrp="1"/>
          </p:cNvSpPr>
          <p:nvPr/>
        </p:nvSpPr>
        <p:spPr>
          <a:xfrm>
            <a:off x="1847154" y="2007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" name="F2_precision_recall_distributions_2841">
            <a:extLst>
              <a:ext uri="{FF2B5EF4-FFF2-40B4-BE49-F238E27FC236}">
                <a16:creationId xmlns:a16="http://schemas.microsoft.com/office/drawing/2014/main" id="{ED91DBCE-EECA-4402-AAC0-EE18EF421EC1}"/>
              </a:ext>
            </a:extLst>
          </p:cNvPr>
          <p:cNvSpPr>
            <a:spLocks noGrp="1"/>
          </p:cNvSpPr>
          <p:nvPr/>
        </p:nvSpPr>
        <p:spPr>
          <a:xfrm>
            <a:off x="1973761" y="17279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" name="F2_precision_recall_distributions_2842">
            <a:extLst>
              <a:ext uri="{FF2B5EF4-FFF2-40B4-BE49-F238E27FC236}">
                <a16:creationId xmlns:a16="http://schemas.microsoft.com/office/drawing/2014/main" id="{D970E0A9-6963-453B-8DCE-0C53B8526B8B}"/>
              </a:ext>
            </a:extLst>
          </p:cNvPr>
          <p:cNvSpPr>
            <a:spLocks noGrp="1"/>
          </p:cNvSpPr>
          <p:nvPr/>
        </p:nvSpPr>
        <p:spPr>
          <a:xfrm>
            <a:off x="1702546" y="17227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" name="F2_precision_recall_distributions_2843">
            <a:extLst>
              <a:ext uri="{FF2B5EF4-FFF2-40B4-BE49-F238E27FC236}">
                <a16:creationId xmlns:a16="http://schemas.microsoft.com/office/drawing/2014/main" id="{50A8A386-84C6-4A8B-A9B6-8F9BC7DA52DB}"/>
              </a:ext>
            </a:extLst>
          </p:cNvPr>
          <p:cNvSpPr>
            <a:spLocks noGrp="1"/>
          </p:cNvSpPr>
          <p:nvPr/>
        </p:nvSpPr>
        <p:spPr>
          <a:xfrm>
            <a:off x="1847615" y="21626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" name="F2_precision_recall_distributions_2844">
            <a:extLst>
              <a:ext uri="{FF2B5EF4-FFF2-40B4-BE49-F238E27FC236}">
                <a16:creationId xmlns:a16="http://schemas.microsoft.com/office/drawing/2014/main" id="{DFED1B9D-CCCB-4B83-A61D-C3DFD1CF9749}"/>
              </a:ext>
            </a:extLst>
          </p:cNvPr>
          <p:cNvSpPr>
            <a:spLocks noGrp="1"/>
          </p:cNvSpPr>
          <p:nvPr/>
        </p:nvSpPr>
        <p:spPr>
          <a:xfrm>
            <a:off x="1982622" y="17750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" name="F2_precision_recall_distributions_2845">
            <a:extLst>
              <a:ext uri="{FF2B5EF4-FFF2-40B4-BE49-F238E27FC236}">
                <a16:creationId xmlns:a16="http://schemas.microsoft.com/office/drawing/2014/main" id="{CFD26E8B-3B7E-4F6E-812A-DCFDBCBC71E2}"/>
              </a:ext>
            </a:extLst>
          </p:cNvPr>
          <p:cNvSpPr>
            <a:spLocks noGrp="1"/>
          </p:cNvSpPr>
          <p:nvPr/>
        </p:nvSpPr>
        <p:spPr>
          <a:xfrm>
            <a:off x="1759832" y="18378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" name="F2_precision_recall_distributions_2846">
            <a:extLst>
              <a:ext uri="{FF2B5EF4-FFF2-40B4-BE49-F238E27FC236}">
                <a16:creationId xmlns:a16="http://schemas.microsoft.com/office/drawing/2014/main" id="{F08914C2-A297-44AA-AB48-BE6692991AC5}"/>
              </a:ext>
            </a:extLst>
          </p:cNvPr>
          <p:cNvSpPr>
            <a:spLocks noGrp="1"/>
          </p:cNvSpPr>
          <p:nvPr/>
        </p:nvSpPr>
        <p:spPr>
          <a:xfrm>
            <a:off x="1943310" y="18117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" name="F2_precision_recall_distributions_2847">
            <a:extLst>
              <a:ext uri="{FF2B5EF4-FFF2-40B4-BE49-F238E27FC236}">
                <a16:creationId xmlns:a16="http://schemas.microsoft.com/office/drawing/2014/main" id="{07F22DA4-A95B-4D04-B305-D9AFD16C7F52}"/>
              </a:ext>
            </a:extLst>
          </p:cNvPr>
          <p:cNvSpPr>
            <a:spLocks noGrp="1"/>
          </p:cNvSpPr>
          <p:nvPr/>
        </p:nvSpPr>
        <p:spPr>
          <a:xfrm>
            <a:off x="1753736" y="18053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" name="F2_precision_recall_distributions_2848">
            <a:extLst>
              <a:ext uri="{FF2B5EF4-FFF2-40B4-BE49-F238E27FC236}">
                <a16:creationId xmlns:a16="http://schemas.microsoft.com/office/drawing/2014/main" id="{86868299-644B-4B60-A0CC-FEB56360314C}"/>
              </a:ext>
            </a:extLst>
          </p:cNvPr>
          <p:cNvSpPr>
            <a:spLocks noGrp="1"/>
          </p:cNvSpPr>
          <p:nvPr/>
        </p:nvSpPr>
        <p:spPr>
          <a:xfrm>
            <a:off x="1775643" y="18181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" name="F2_precision_recall_distributions_2849">
            <a:extLst>
              <a:ext uri="{FF2B5EF4-FFF2-40B4-BE49-F238E27FC236}">
                <a16:creationId xmlns:a16="http://schemas.microsoft.com/office/drawing/2014/main" id="{C8482D9C-6270-4CFC-AF9A-7754F7F50F81}"/>
              </a:ext>
            </a:extLst>
          </p:cNvPr>
          <p:cNvSpPr>
            <a:spLocks noGrp="1"/>
          </p:cNvSpPr>
          <p:nvPr/>
        </p:nvSpPr>
        <p:spPr>
          <a:xfrm>
            <a:off x="1759694" y="17629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" name="F2_precision_recall_distributions_2850">
            <a:extLst>
              <a:ext uri="{FF2B5EF4-FFF2-40B4-BE49-F238E27FC236}">
                <a16:creationId xmlns:a16="http://schemas.microsoft.com/office/drawing/2014/main" id="{1730DA38-1FCB-4E3C-B312-5E9C55F9685B}"/>
              </a:ext>
            </a:extLst>
          </p:cNvPr>
          <p:cNvSpPr>
            <a:spLocks noGrp="1"/>
          </p:cNvSpPr>
          <p:nvPr/>
        </p:nvSpPr>
        <p:spPr>
          <a:xfrm>
            <a:off x="1691320" y="16847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" name="F2_precision_recall_distributions_2851">
            <a:extLst>
              <a:ext uri="{FF2B5EF4-FFF2-40B4-BE49-F238E27FC236}">
                <a16:creationId xmlns:a16="http://schemas.microsoft.com/office/drawing/2014/main" id="{86FC74DB-58F2-470C-9236-ABB9B073D468}"/>
              </a:ext>
            </a:extLst>
          </p:cNvPr>
          <p:cNvSpPr>
            <a:spLocks noGrp="1"/>
          </p:cNvSpPr>
          <p:nvPr/>
        </p:nvSpPr>
        <p:spPr>
          <a:xfrm>
            <a:off x="1898973" y="22201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" name="F2_precision_recall_distributions_2852">
            <a:extLst>
              <a:ext uri="{FF2B5EF4-FFF2-40B4-BE49-F238E27FC236}">
                <a16:creationId xmlns:a16="http://schemas.microsoft.com/office/drawing/2014/main" id="{BAA54840-53E6-4AD8-A248-1DA5B149BDA5}"/>
              </a:ext>
            </a:extLst>
          </p:cNvPr>
          <p:cNvSpPr>
            <a:spLocks noGrp="1"/>
          </p:cNvSpPr>
          <p:nvPr/>
        </p:nvSpPr>
        <p:spPr>
          <a:xfrm>
            <a:off x="201396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" name="F2_precision_recall_distributions_2853">
            <a:extLst>
              <a:ext uri="{FF2B5EF4-FFF2-40B4-BE49-F238E27FC236}">
                <a16:creationId xmlns:a16="http://schemas.microsoft.com/office/drawing/2014/main" id="{E8DB3F79-A8B9-4322-8F3A-B8243B2FBAC3}"/>
              </a:ext>
            </a:extLst>
          </p:cNvPr>
          <p:cNvSpPr>
            <a:spLocks noGrp="1"/>
          </p:cNvSpPr>
          <p:nvPr/>
        </p:nvSpPr>
        <p:spPr>
          <a:xfrm>
            <a:off x="1658913" y="20805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" name="F2_precision_recall_distributions_2854">
            <a:extLst>
              <a:ext uri="{FF2B5EF4-FFF2-40B4-BE49-F238E27FC236}">
                <a16:creationId xmlns:a16="http://schemas.microsoft.com/office/drawing/2014/main" id="{DB80B9B7-001D-4BE6-9C45-1CE135B20838}"/>
              </a:ext>
            </a:extLst>
          </p:cNvPr>
          <p:cNvSpPr>
            <a:spLocks noGrp="1"/>
          </p:cNvSpPr>
          <p:nvPr/>
        </p:nvSpPr>
        <p:spPr>
          <a:xfrm>
            <a:off x="1664456" y="18560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" name="F2_precision_recall_distributions_2855">
            <a:extLst>
              <a:ext uri="{FF2B5EF4-FFF2-40B4-BE49-F238E27FC236}">
                <a16:creationId xmlns:a16="http://schemas.microsoft.com/office/drawing/2014/main" id="{8FEB2011-126D-445F-B2F9-C047233879BD}"/>
              </a:ext>
            </a:extLst>
          </p:cNvPr>
          <p:cNvSpPr>
            <a:spLocks noGrp="1"/>
          </p:cNvSpPr>
          <p:nvPr/>
        </p:nvSpPr>
        <p:spPr>
          <a:xfrm>
            <a:off x="1762153" y="16759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" name="F2_precision_recall_distributions_2856">
            <a:extLst>
              <a:ext uri="{FF2B5EF4-FFF2-40B4-BE49-F238E27FC236}">
                <a16:creationId xmlns:a16="http://schemas.microsoft.com/office/drawing/2014/main" id="{CE33DEE3-F335-4A42-BC91-3D34C5DA2274}"/>
              </a:ext>
            </a:extLst>
          </p:cNvPr>
          <p:cNvSpPr>
            <a:spLocks noGrp="1"/>
          </p:cNvSpPr>
          <p:nvPr/>
        </p:nvSpPr>
        <p:spPr>
          <a:xfrm>
            <a:off x="1696318" y="16721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" name="F2_precision_recall_distributions_2857">
            <a:extLst>
              <a:ext uri="{FF2B5EF4-FFF2-40B4-BE49-F238E27FC236}">
                <a16:creationId xmlns:a16="http://schemas.microsoft.com/office/drawing/2014/main" id="{75359D18-4251-46F2-B4B7-5CAC48C6DB97}"/>
              </a:ext>
            </a:extLst>
          </p:cNvPr>
          <p:cNvSpPr>
            <a:spLocks noGrp="1"/>
          </p:cNvSpPr>
          <p:nvPr/>
        </p:nvSpPr>
        <p:spPr>
          <a:xfrm>
            <a:off x="1929509" y="20239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" name="F2_precision_recall_distributions_2858">
            <a:extLst>
              <a:ext uri="{FF2B5EF4-FFF2-40B4-BE49-F238E27FC236}">
                <a16:creationId xmlns:a16="http://schemas.microsoft.com/office/drawing/2014/main" id="{01A7EC12-539E-4461-9437-D1E843346EA6}"/>
              </a:ext>
            </a:extLst>
          </p:cNvPr>
          <p:cNvSpPr>
            <a:spLocks noGrp="1"/>
          </p:cNvSpPr>
          <p:nvPr/>
        </p:nvSpPr>
        <p:spPr>
          <a:xfrm>
            <a:off x="1690284" y="18838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" name="F2_precision_recall_distributions_2859">
            <a:extLst>
              <a:ext uri="{FF2B5EF4-FFF2-40B4-BE49-F238E27FC236}">
                <a16:creationId xmlns:a16="http://schemas.microsoft.com/office/drawing/2014/main" id="{FAD09AA8-1052-4665-BD74-65489C530A25}"/>
              </a:ext>
            </a:extLst>
          </p:cNvPr>
          <p:cNvSpPr>
            <a:spLocks noGrp="1"/>
          </p:cNvSpPr>
          <p:nvPr/>
        </p:nvSpPr>
        <p:spPr>
          <a:xfrm>
            <a:off x="191723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" name="F2_precision_recall_distributions_2860">
            <a:extLst>
              <a:ext uri="{FF2B5EF4-FFF2-40B4-BE49-F238E27FC236}">
                <a16:creationId xmlns:a16="http://schemas.microsoft.com/office/drawing/2014/main" id="{43EFC467-2CCD-469E-84C5-71EDDFD6A53A}"/>
              </a:ext>
            </a:extLst>
          </p:cNvPr>
          <p:cNvSpPr>
            <a:spLocks noGrp="1"/>
          </p:cNvSpPr>
          <p:nvPr/>
        </p:nvSpPr>
        <p:spPr>
          <a:xfrm>
            <a:off x="1671639" y="21749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" name="F2_precision_recall_distributions_2861">
            <a:extLst>
              <a:ext uri="{FF2B5EF4-FFF2-40B4-BE49-F238E27FC236}">
                <a16:creationId xmlns:a16="http://schemas.microsoft.com/office/drawing/2014/main" id="{FA60CB05-34E3-427E-B5AA-AEA5F83AE6EC}"/>
              </a:ext>
            </a:extLst>
          </p:cNvPr>
          <p:cNvSpPr>
            <a:spLocks noGrp="1"/>
          </p:cNvSpPr>
          <p:nvPr/>
        </p:nvSpPr>
        <p:spPr>
          <a:xfrm>
            <a:off x="1672288" y="1591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" name="F2_precision_recall_distributions_2862">
            <a:extLst>
              <a:ext uri="{FF2B5EF4-FFF2-40B4-BE49-F238E27FC236}">
                <a16:creationId xmlns:a16="http://schemas.microsoft.com/office/drawing/2014/main" id="{69CB13FB-B7CD-486D-82F4-FBD72ACF34D6}"/>
              </a:ext>
            </a:extLst>
          </p:cNvPr>
          <p:cNvSpPr>
            <a:spLocks noGrp="1"/>
          </p:cNvSpPr>
          <p:nvPr/>
        </p:nvSpPr>
        <p:spPr>
          <a:xfrm>
            <a:off x="188226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" name="F2_precision_recall_distributions_2863">
            <a:extLst>
              <a:ext uri="{FF2B5EF4-FFF2-40B4-BE49-F238E27FC236}">
                <a16:creationId xmlns:a16="http://schemas.microsoft.com/office/drawing/2014/main" id="{CD2B018F-15DE-4608-9359-8ED978888738}"/>
              </a:ext>
            </a:extLst>
          </p:cNvPr>
          <p:cNvSpPr>
            <a:spLocks noGrp="1"/>
          </p:cNvSpPr>
          <p:nvPr/>
        </p:nvSpPr>
        <p:spPr>
          <a:xfrm>
            <a:off x="1991654" y="19440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" name="F2_precision_recall_distributions_2864">
            <a:extLst>
              <a:ext uri="{FF2B5EF4-FFF2-40B4-BE49-F238E27FC236}">
                <a16:creationId xmlns:a16="http://schemas.microsoft.com/office/drawing/2014/main" id="{DD584D51-4A73-4239-A81A-6C7F0995140C}"/>
              </a:ext>
            </a:extLst>
          </p:cNvPr>
          <p:cNvSpPr>
            <a:spLocks noGrp="1"/>
          </p:cNvSpPr>
          <p:nvPr/>
        </p:nvSpPr>
        <p:spPr>
          <a:xfrm>
            <a:off x="1826070" y="20151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" name="F2_precision_recall_distributions_2865">
            <a:extLst>
              <a:ext uri="{FF2B5EF4-FFF2-40B4-BE49-F238E27FC236}">
                <a16:creationId xmlns:a16="http://schemas.microsoft.com/office/drawing/2014/main" id="{AF45C963-7C4F-4273-B7FB-CD60B05EAE00}"/>
              </a:ext>
            </a:extLst>
          </p:cNvPr>
          <p:cNvSpPr>
            <a:spLocks noGrp="1"/>
          </p:cNvSpPr>
          <p:nvPr/>
        </p:nvSpPr>
        <p:spPr>
          <a:xfrm>
            <a:off x="1891064" y="16020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" name="F2_precision_recall_distributions_2866">
            <a:extLst>
              <a:ext uri="{FF2B5EF4-FFF2-40B4-BE49-F238E27FC236}">
                <a16:creationId xmlns:a16="http://schemas.microsoft.com/office/drawing/2014/main" id="{D1DC3C79-ABA4-45C4-AFE0-48CDB50C7903}"/>
              </a:ext>
            </a:extLst>
          </p:cNvPr>
          <p:cNvSpPr>
            <a:spLocks noGrp="1"/>
          </p:cNvSpPr>
          <p:nvPr/>
        </p:nvSpPr>
        <p:spPr>
          <a:xfrm>
            <a:off x="1768654" y="16991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" name="F2_precision_recall_distributions_2867">
            <a:extLst>
              <a:ext uri="{FF2B5EF4-FFF2-40B4-BE49-F238E27FC236}">
                <a16:creationId xmlns:a16="http://schemas.microsoft.com/office/drawing/2014/main" id="{7A81E734-E686-4283-997D-DAAC71FB5C37}"/>
              </a:ext>
            </a:extLst>
          </p:cNvPr>
          <p:cNvSpPr>
            <a:spLocks noGrp="1"/>
          </p:cNvSpPr>
          <p:nvPr/>
        </p:nvSpPr>
        <p:spPr>
          <a:xfrm>
            <a:off x="1685689" y="18481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" name="F2_precision_recall_distributions_2868">
            <a:extLst>
              <a:ext uri="{FF2B5EF4-FFF2-40B4-BE49-F238E27FC236}">
                <a16:creationId xmlns:a16="http://schemas.microsoft.com/office/drawing/2014/main" id="{97628B29-3786-49C2-942B-736EA4D6974E}"/>
              </a:ext>
            </a:extLst>
          </p:cNvPr>
          <p:cNvSpPr>
            <a:spLocks noGrp="1"/>
          </p:cNvSpPr>
          <p:nvPr/>
        </p:nvSpPr>
        <p:spPr>
          <a:xfrm>
            <a:off x="1653579" y="17110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" name="F2_precision_recall_distributions_2869">
            <a:extLst>
              <a:ext uri="{FF2B5EF4-FFF2-40B4-BE49-F238E27FC236}">
                <a16:creationId xmlns:a16="http://schemas.microsoft.com/office/drawing/2014/main" id="{F6FDCD78-70F0-4F80-8572-F58A2A952FA3}"/>
              </a:ext>
            </a:extLst>
          </p:cNvPr>
          <p:cNvSpPr>
            <a:spLocks noGrp="1"/>
          </p:cNvSpPr>
          <p:nvPr/>
        </p:nvSpPr>
        <p:spPr>
          <a:xfrm>
            <a:off x="1658701" y="15724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6" name="F2_precision_recall_distributions_2870">
            <a:extLst>
              <a:ext uri="{FF2B5EF4-FFF2-40B4-BE49-F238E27FC236}">
                <a16:creationId xmlns:a16="http://schemas.microsoft.com/office/drawing/2014/main" id="{DB38934E-3CBE-4389-B342-D4959CD524AF}"/>
              </a:ext>
            </a:extLst>
          </p:cNvPr>
          <p:cNvSpPr>
            <a:spLocks noGrp="1"/>
          </p:cNvSpPr>
          <p:nvPr/>
        </p:nvSpPr>
        <p:spPr>
          <a:xfrm>
            <a:off x="1887008" y="1649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" name="F2_precision_recall_distributions_2871">
            <a:extLst>
              <a:ext uri="{FF2B5EF4-FFF2-40B4-BE49-F238E27FC236}">
                <a16:creationId xmlns:a16="http://schemas.microsoft.com/office/drawing/2014/main" id="{B4A9F274-8520-49A3-9755-5CCD03E9C241}"/>
              </a:ext>
            </a:extLst>
          </p:cNvPr>
          <p:cNvSpPr>
            <a:spLocks noGrp="1"/>
          </p:cNvSpPr>
          <p:nvPr/>
        </p:nvSpPr>
        <p:spPr>
          <a:xfrm>
            <a:off x="1795933" y="1709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" name="F2_precision_recall_distributions_2872">
            <a:extLst>
              <a:ext uri="{FF2B5EF4-FFF2-40B4-BE49-F238E27FC236}">
                <a16:creationId xmlns:a16="http://schemas.microsoft.com/office/drawing/2014/main" id="{98781324-1EA9-4A62-B244-BBF97A06525D}"/>
              </a:ext>
            </a:extLst>
          </p:cNvPr>
          <p:cNvSpPr>
            <a:spLocks noGrp="1"/>
          </p:cNvSpPr>
          <p:nvPr/>
        </p:nvSpPr>
        <p:spPr>
          <a:xfrm>
            <a:off x="1761323" y="16423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" name="F2_precision_recall_distributions_2873">
            <a:extLst>
              <a:ext uri="{FF2B5EF4-FFF2-40B4-BE49-F238E27FC236}">
                <a16:creationId xmlns:a16="http://schemas.microsoft.com/office/drawing/2014/main" id="{C188829D-6CD2-4596-8940-BA7EEF42CF0C}"/>
              </a:ext>
            </a:extLst>
          </p:cNvPr>
          <p:cNvSpPr>
            <a:spLocks noGrp="1"/>
          </p:cNvSpPr>
          <p:nvPr/>
        </p:nvSpPr>
        <p:spPr>
          <a:xfrm>
            <a:off x="1724698" y="17702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" name="F2_precision_recall_distributions_2874">
            <a:extLst>
              <a:ext uri="{FF2B5EF4-FFF2-40B4-BE49-F238E27FC236}">
                <a16:creationId xmlns:a16="http://schemas.microsoft.com/office/drawing/2014/main" id="{E78DB996-2B55-4D8C-9F43-E7AAA54B8D5C}"/>
              </a:ext>
            </a:extLst>
          </p:cNvPr>
          <p:cNvSpPr>
            <a:spLocks noGrp="1"/>
          </p:cNvSpPr>
          <p:nvPr/>
        </p:nvSpPr>
        <p:spPr>
          <a:xfrm>
            <a:off x="1731419" y="17543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" name="F2_precision_recall_distributions_2875">
            <a:extLst>
              <a:ext uri="{FF2B5EF4-FFF2-40B4-BE49-F238E27FC236}">
                <a16:creationId xmlns:a16="http://schemas.microsoft.com/office/drawing/2014/main" id="{6B97BF34-70FB-494D-A671-EA81AB4BC1E3}"/>
              </a:ext>
            </a:extLst>
          </p:cNvPr>
          <p:cNvSpPr>
            <a:spLocks noGrp="1"/>
          </p:cNvSpPr>
          <p:nvPr/>
        </p:nvSpPr>
        <p:spPr>
          <a:xfrm>
            <a:off x="1916978" y="18635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" name="F2_precision_recall_distributions_2876">
            <a:extLst>
              <a:ext uri="{FF2B5EF4-FFF2-40B4-BE49-F238E27FC236}">
                <a16:creationId xmlns:a16="http://schemas.microsoft.com/office/drawing/2014/main" id="{843207ED-9CBA-4EED-9D12-A4DFCEB0E4A4}"/>
              </a:ext>
            </a:extLst>
          </p:cNvPr>
          <p:cNvSpPr>
            <a:spLocks noGrp="1"/>
          </p:cNvSpPr>
          <p:nvPr/>
        </p:nvSpPr>
        <p:spPr>
          <a:xfrm>
            <a:off x="1675553" y="16981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" name="F2_precision_recall_distributions_2877">
            <a:extLst>
              <a:ext uri="{FF2B5EF4-FFF2-40B4-BE49-F238E27FC236}">
                <a16:creationId xmlns:a16="http://schemas.microsoft.com/office/drawing/2014/main" id="{3748B82A-7710-408D-BD5E-E362E6AEE8AD}"/>
              </a:ext>
            </a:extLst>
          </p:cNvPr>
          <p:cNvSpPr>
            <a:spLocks noGrp="1"/>
          </p:cNvSpPr>
          <p:nvPr/>
        </p:nvSpPr>
        <p:spPr>
          <a:xfrm>
            <a:off x="1991383" y="17560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" name="F2_precision_recall_distributions_2878">
            <a:extLst>
              <a:ext uri="{FF2B5EF4-FFF2-40B4-BE49-F238E27FC236}">
                <a16:creationId xmlns:a16="http://schemas.microsoft.com/office/drawing/2014/main" id="{DF65DAAF-F047-400E-BE30-4B36CADEEC07}"/>
              </a:ext>
            </a:extLst>
          </p:cNvPr>
          <p:cNvSpPr>
            <a:spLocks noGrp="1"/>
          </p:cNvSpPr>
          <p:nvPr/>
        </p:nvSpPr>
        <p:spPr>
          <a:xfrm>
            <a:off x="1983732" y="18099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" name="F2_precision_recall_distributions_2879">
            <a:extLst>
              <a:ext uri="{FF2B5EF4-FFF2-40B4-BE49-F238E27FC236}">
                <a16:creationId xmlns:a16="http://schemas.microsoft.com/office/drawing/2014/main" id="{7B4A2618-5DDF-4837-BF51-1FDAFB0F6C90}"/>
              </a:ext>
            </a:extLst>
          </p:cNvPr>
          <p:cNvSpPr>
            <a:spLocks noGrp="1"/>
          </p:cNvSpPr>
          <p:nvPr/>
        </p:nvSpPr>
        <p:spPr>
          <a:xfrm>
            <a:off x="1660046" y="19565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" name="F2_precision_recall_distributions_2880">
            <a:extLst>
              <a:ext uri="{FF2B5EF4-FFF2-40B4-BE49-F238E27FC236}">
                <a16:creationId xmlns:a16="http://schemas.microsoft.com/office/drawing/2014/main" id="{4103E305-792D-4AB6-B8D8-632D4D954FEE}"/>
              </a:ext>
            </a:extLst>
          </p:cNvPr>
          <p:cNvSpPr>
            <a:spLocks noGrp="1"/>
          </p:cNvSpPr>
          <p:nvPr/>
        </p:nvSpPr>
        <p:spPr>
          <a:xfrm>
            <a:off x="1977713" y="17250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" name="F2_precision_recall_distributions_2881">
            <a:extLst>
              <a:ext uri="{FF2B5EF4-FFF2-40B4-BE49-F238E27FC236}">
                <a16:creationId xmlns:a16="http://schemas.microsoft.com/office/drawing/2014/main" id="{2ED874BA-D5E8-4CC8-AE63-FF389F8ACEAB}"/>
              </a:ext>
            </a:extLst>
          </p:cNvPr>
          <p:cNvSpPr>
            <a:spLocks noGrp="1"/>
          </p:cNvSpPr>
          <p:nvPr/>
        </p:nvSpPr>
        <p:spPr>
          <a:xfrm>
            <a:off x="2024369" y="16301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" name="F2_precision_recall_distributions_2882">
            <a:extLst>
              <a:ext uri="{FF2B5EF4-FFF2-40B4-BE49-F238E27FC236}">
                <a16:creationId xmlns:a16="http://schemas.microsoft.com/office/drawing/2014/main" id="{6AA52A09-6A83-4684-9A80-F5E2A90BB3C0}"/>
              </a:ext>
            </a:extLst>
          </p:cNvPr>
          <p:cNvSpPr>
            <a:spLocks noGrp="1"/>
          </p:cNvSpPr>
          <p:nvPr/>
        </p:nvSpPr>
        <p:spPr>
          <a:xfrm>
            <a:off x="1846611" y="19812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" name="F2_precision_recall_distributions_2883">
            <a:extLst>
              <a:ext uri="{FF2B5EF4-FFF2-40B4-BE49-F238E27FC236}">
                <a16:creationId xmlns:a16="http://schemas.microsoft.com/office/drawing/2014/main" id="{06317339-A001-4817-BF73-DC49FA36F1D2}"/>
              </a:ext>
            </a:extLst>
          </p:cNvPr>
          <p:cNvSpPr>
            <a:spLocks noGrp="1"/>
          </p:cNvSpPr>
          <p:nvPr/>
        </p:nvSpPr>
        <p:spPr>
          <a:xfrm>
            <a:off x="1994513" y="16135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" name="F2_precision_recall_distributions_2884">
            <a:extLst>
              <a:ext uri="{FF2B5EF4-FFF2-40B4-BE49-F238E27FC236}">
                <a16:creationId xmlns:a16="http://schemas.microsoft.com/office/drawing/2014/main" id="{CF662DF6-4CA6-479D-A62A-286B9F62E650}"/>
              </a:ext>
            </a:extLst>
          </p:cNvPr>
          <p:cNvSpPr>
            <a:spLocks noGrp="1"/>
          </p:cNvSpPr>
          <p:nvPr/>
        </p:nvSpPr>
        <p:spPr>
          <a:xfrm>
            <a:off x="1760214" y="16557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" name="F2_precision_recall_distributions_2885">
            <a:extLst>
              <a:ext uri="{FF2B5EF4-FFF2-40B4-BE49-F238E27FC236}">
                <a16:creationId xmlns:a16="http://schemas.microsoft.com/office/drawing/2014/main" id="{4882F4EC-F626-4ABA-9857-F89FBFD1EDF4}"/>
              </a:ext>
            </a:extLst>
          </p:cNvPr>
          <p:cNvSpPr>
            <a:spLocks noGrp="1"/>
          </p:cNvSpPr>
          <p:nvPr/>
        </p:nvSpPr>
        <p:spPr>
          <a:xfrm>
            <a:off x="1925766" y="16195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" name="F2_precision_recall_distributions_2886">
            <a:extLst>
              <a:ext uri="{FF2B5EF4-FFF2-40B4-BE49-F238E27FC236}">
                <a16:creationId xmlns:a16="http://schemas.microsoft.com/office/drawing/2014/main" id="{B1A48943-E8F0-4DD4-A4AD-51B19483AAF7}"/>
              </a:ext>
            </a:extLst>
          </p:cNvPr>
          <p:cNvSpPr>
            <a:spLocks noGrp="1"/>
          </p:cNvSpPr>
          <p:nvPr/>
        </p:nvSpPr>
        <p:spPr>
          <a:xfrm>
            <a:off x="2024589" y="1705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" name="F2_precision_recall_distributions_2887">
            <a:extLst>
              <a:ext uri="{FF2B5EF4-FFF2-40B4-BE49-F238E27FC236}">
                <a16:creationId xmlns:a16="http://schemas.microsoft.com/office/drawing/2014/main" id="{B98C3F91-7880-475D-AC86-71B75C974B50}"/>
              </a:ext>
            </a:extLst>
          </p:cNvPr>
          <p:cNvSpPr>
            <a:spLocks noGrp="1"/>
          </p:cNvSpPr>
          <p:nvPr/>
        </p:nvSpPr>
        <p:spPr>
          <a:xfrm>
            <a:off x="1878407" y="20441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" name="F2_precision_recall_distributions_2888">
            <a:extLst>
              <a:ext uri="{FF2B5EF4-FFF2-40B4-BE49-F238E27FC236}">
                <a16:creationId xmlns:a16="http://schemas.microsoft.com/office/drawing/2014/main" id="{692E6279-5B7F-478C-A289-7A0C5CECC0C2}"/>
              </a:ext>
            </a:extLst>
          </p:cNvPr>
          <p:cNvSpPr>
            <a:spLocks noGrp="1"/>
          </p:cNvSpPr>
          <p:nvPr/>
        </p:nvSpPr>
        <p:spPr>
          <a:xfrm>
            <a:off x="1681514" y="15863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" name="F2_precision_recall_distributions_2889">
            <a:extLst>
              <a:ext uri="{FF2B5EF4-FFF2-40B4-BE49-F238E27FC236}">
                <a16:creationId xmlns:a16="http://schemas.microsoft.com/office/drawing/2014/main" id="{A0D4EE79-1561-4C19-B72D-3F9C751FE404}"/>
              </a:ext>
            </a:extLst>
          </p:cNvPr>
          <p:cNvSpPr>
            <a:spLocks noGrp="1"/>
          </p:cNvSpPr>
          <p:nvPr/>
        </p:nvSpPr>
        <p:spPr>
          <a:xfrm>
            <a:off x="1833891" y="15446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" name="F2_precision_recall_distributions_2890">
            <a:extLst>
              <a:ext uri="{FF2B5EF4-FFF2-40B4-BE49-F238E27FC236}">
                <a16:creationId xmlns:a16="http://schemas.microsoft.com/office/drawing/2014/main" id="{4FEABB4E-5A1C-4E2A-B9BF-576CD7E2B22E}"/>
              </a:ext>
            </a:extLst>
          </p:cNvPr>
          <p:cNvSpPr>
            <a:spLocks noGrp="1"/>
          </p:cNvSpPr>
          <p:nvPr/>
        </p:nvSpPr>
        <p:spPr>
          <a:xfrm>
            <a:off x="1690570" y="16264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" name="F2_precision_recall_distributions_2891">
            <a:extLst>
              <a:ext uri="{FF2B5EF4-FFF2-40B4-BE49-F238E27FC236}">
                <a16:creationId xmlns:a16="http://schemas.microsoft.com/office/drawing/2014/main" id="{201C5C67-29BC-4F3E-83FC-CE56FC251B40}"/>
              </a:ext>
            </a:extLst>
          </p:cNvPr>
          <p:cNvSpPr>
            <a:spLocks noGrp="1"/>
          </p:cNvSpPr>
          <p:nvPr/>
        </p:nvSpPr>
        <p:spPr>
          <a:xfrm>
            <a:off x="1990974" y="17660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" name="F2_precision_recall_distributions_2892">
            <a:extLst>
              <a:ext uri="{FF2B5EF4-FFF2-40B4-BE49-F238E27FC236}">
                <a16:creationId xmlns:a16="http://schemas.microsoft.com/office/drawing/2014/main" id="{E9EEB5F8-7AE4-4A47-AD4A-7E1B83F86A10}"/>
              </a:ext>
            </a:extLst>
          </p:cNvPr>
          <p:cNvSpPr>
            <a:spLocks noGrp="1"/>
          </p:cNvSpPr>
          <p:nvPr/>
        </p:nvSpPr>
        <p:spPr>
          <a:xfrm>
            <a:off x="1813960" y="1956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" name="F2_precision_recall_distributions_2893">
            <a:extLst>
              <a:ext uri="{FF2B5EF4-FFF2-40B4-BE49-F238E27FC236}">
                <a16:creationId xmlns:a16="http://schemas.microsoft.com/office/drawing/2014/main" id="{6EABF810-5894-45DA-B225-18EF8803A6D8}"/>
              </a:ext>
            </a:extLst>
          </p:cNvPr>
          <p:cNvSpPr>
            <a:spLocks noGrp="1"/>
          </p:cNvSpPr>
          <p:nvPr/>
        </p:nvSpPr>
        <p:spPr>
          <a:xfrm>
            <a:off x="1782639" y="21027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" name="F2_precision_recall_distributions_2894">
            <a:extLst>
              <a:ext uri="{FF2B5EF4-FFF2-40B4-BE49-F238E27FC236}">
                <a16:creationId xmlns:a16="http://schemas.microsoft.com/office/drawing/2014/main" id="{37593548-8C55-480E-980C-68ACD3308D45}"/>
              </a:ext>
            </a:extLst>
          </p:cNvPr>
          <p:cNvSpPr>
            <a:spLocks noGrp="1"/>
          </p:cNvSpPr>
          <p:nvPr/>
        </p:nvSpPr>
        <p:spPr>
          <a:xfrm>
            <a:off x="1883035" y="162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" name="F2_precision_recall_distributions_2895">
            <a:extLst>
              <a:ext uri="{FF2B5EF4-FFF2-40B4-BE49-F238E27FC236}">
                <a16:creationId xmlns:a16="http://schemas.microsoft.com/office/drawing/2014/main" id="{46E5E8D8-E4DB-48C7-AD30-E5F59CE5ECFF}"/>
              </a:ext>
            </a:extLst>
          </p:cNvPr>
          <p:cNvSpPr>
            <a:spLocks noGrp="1"/>
          </p:cNvSpPr>
          <p:nvPr/>
        </p:nvSpPr>
        <p:spPr>
          <a:xfrm>
            <a:off x="1831951" y="16764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" name="F2_precision_recall_distributions_2896">
            <a:extLst>
              <a:ext uri="{FF2B5EF4-FFF2-40B4-BE49-F238E27FC236}">
                <a16:creationId xmlns:a16="http://schemas.microsoft.com/office/drawing/2014/main" id="{8835C278-6553-4181-B7A5-C5722A2FE322}"/>
              </a:ext>
            </a:extLst>
          </p:cNvPr>
          <p:cNvSpPr>
            <a:spLocks noGrp="1"/>
          </p:cNvSpPr>
          <p:nvPr/>
        </p:nvSpPr>
        <p:spPr>
          <a:xfrm>
            <a:off x="1995650" y="21334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" name="F2_precision_recall_distributions_2897">
            <a:extLst>
              <a:ext uri="{FF2B5EF4-FFF2-40B4-BE49-F238E27FC236}">
                <a16:creationId xmlns:a16="http://schemas.microsoft.com/office/drawing/2014/main" id="{F2482B23-ABFC-44D2-B102-3D42024C4D8B}"/>
              </a:ext>
            </a:extLst>
          </p:cNvPr>
          <p:cNvSpPr>
            <a:spLocks noGrp="1"/>
          </p:cNvSpPr>
          <p:nvPr/>
        </p:nvSpPr>
        <p:spPr>
          <a:xfrm>
            <a:off x="1928051" y="16488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" name="F2_precision_recall_distributions_2898">
            <a:extLst>
              <a:ext uri="{FF2B5EF4-FFF2-40B4-BE49-F238E27FC236}">
                <a16:creationId xmlns:a16="http://schemas.microsoft.com/office/drawing/2014/main" id="{96DDEC4E-FDBA-465E-B63C-686837973C3D}"/>
              </a:ext>
            </a:extLst>
          </p:cNvPr>
          <p:cNvSpPr>
            <a:spLocks noGrp="1"/>
          </p:cNvSpPr>
          <p:nvPr/>
        </p:nvSpPr>
        <p:spPr>
          <a:xfrm>
            <a:off x="1762637" y="19926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" name="F2_precision_recall_distributions_2899">
            <a:extLst>
              <a:ext uri="{FF2B5EF4-FFF2-40B4-BE49-F238E27FC236}">
                <a16:creationId xmlns:a16="http://schemas.microsoft.com/office/drawing/2014/main" id="{6CCD7E0B-7EAC-4D0F-B6D8-BF16BAB99FA9}"/>
              </a:ext>
            </a:extLst>
          </p:cNvPr>
          <p:cNvSpPr>
            <a:spLocks noGrp="1"/>
          </p:cNvSpPr>
          <p:nvPr/>
        </p:nvSpPr>
        <p:spPr>
          <a:xfrm>
            <a:off x="1915206" y="18965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" name="F2_precision_recall_distributions_2900">
            <a:extLst>
              <a:ext uri="{FF2B5EF4-FFF2-40B4-BE49-F238E27FC236}">
                <a16:creationId xmlns:a16="http://schemas.microsoft.com/office/drawing/2014/main" id="{7E6498DC-9F41-43CB-B506-9EBF12F2F404}"/>
              </a:ext>
            </a:extLst>
          </p:cNvPr>
          <p:cNvSpPr>
            <a:spLocks noGrp="1"/>
          </p:cNvSpPr>
          <p:nvPr/>
        </p:nvSpPr>
        <p:spPr>
          <a:xfrm>
            <a:off x="1857548" y="16320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" name="F2_precision_recall_distributions_2901">
            <a:extLst>
              <a:ext uri="{FF2B5EF4-FFF2-40B4-BE49-F238E27FC236}">
                <a16:creationId xmlns:a16="http://schemas.microsoft.com/office/drawing/2014/main" id="{62013F56-8BF8-4AF5-9853-CF573F9D3503}"/>
              </a:ext>
            </a:extLst>
          </p:cNvPr>
          <p:cNvSpPr>
            <a:spLocks noGrp="1"/>
          </p:cNvSpPr>
          <p:nvPr/>
        </p:nvSpPr>
        <p:spPr>
          <a:xfrm>
            <a:off x="1869004" y="19173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" name="F2_precision_recall_distributions_2902">
            <a:extLst>
              <a:ext uri="{FF2B5EF4-FFF2-40B4-BE49-F238E27FC236}">
                <a16:creationId xmlns:a16="http://schemas.microsoft.com/office/drawing/2014/main" id="{85D36738-6504-45F1-B27B-1A3A68BDF4E5}"/>
              </a:ext>
            </a:extLst>
          </p:cNvPr>
          <p:cNvSpPr>
            <a:spLocks noGrp="1"/>
          </p:cNvSpPr>
          <p:nvPr/>
        </p:nvSpPr>
        <p:spPr>
          <a:xfrm>
            <a:off x="2023555" y="19758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" name="F2_precision_recall_distributions_2903">
            <a:extLst>
              <a:ext uri="{FF2B5EF4-FFF2-40B4-BE49-F238E27FC236}">
                <a16:creationId xmlns:a16="http://schemas.microsoft.com/office/drawing/2014/main" id="{79243111-F328-4CC3-9D48-BAEA7E3F0389}"/>
              </a:ext>
            </a:extLst>
          </p:cNvPr>
          <p:cNvSpPr>
            <a:spLocks noGrp="1"/>
          </p:cNvSpPr>
          <p:nvPr/>
        </p:nvSpPr>
        <p:spPr>
          <a:xfrm>
            <a:off x="168940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" name="F2_precision_recall_distributions_2904">
            <a:extLst>
              <a:ext uri="{FF2B5EF4-FFF2-40B4-BE49-F238E27FC236}">
                <a16:creationId xmlns:a16="http://schemas.microsoft.com/office/drawing/2014/main" id="{B2B839FB-F5E5-43D5-A835-9A2393C34034}"/>
              </a:ext>
            </a:extLst>
          </p:cNvPr>
          <p:cNvSpPr>
            <a:spLocks noGrp="1"/>
          </p:cNvSpPr>
          <p:nvPr/>
        </p:nvSpPr>
        <p:spPr>
          <a:xfrm>
            <a:off x="1892937" y="1637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" name="F2_precision_recall_distributions_2905">
            <a:extLst>
              <a:ext uri="{FF2B5EF4-FFF2-40B4-BE49-F238E27FC236}">
                <a16:creationId xmlns:a16="http://schemas.microsoft.com/office/drawing/2014/main" id="{625B2AB7-D74F-4F8C-BBA0-D723F5A57EA3}"/>
              </a:ext>
            </a:extLst>
          </p:cNvPr>
          <p:cNvSpPr>
            <a:spLocks noGrp="1"/>
          </p:cNvSpPr>
          <p:nvPr/>
        </p:nvSpPr>
        <p:spPr>
          <a:xfrm>
            <a:off x="1942228" y="15113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" name="F2_precision_recall_distributions_2906">
            <a:extLst>
              <a:ext uri="{FF2B5EF4-FFF2-40B4-BE49-F238E27FC236}">
                <a16:creationId xmlns:a16="http://schemas.microsoft.com/office/drawing/2014/main" id="{F99D4F24-B959-4175-8323-FEC63AEED35E}"/>
              </a:ext>
            </a:extLst>
          </p:cNvPr>
          <p:cNvSpPr>
            <a:spLocks noGrp="1"/>
          </p:cNvSpPr>
          <p:nvPr/>
        </p:nvSpPr>
        <p:spPr>
          <a:xfrm>
            <a:off x="1869253" y="17705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" name="F2_precision_recall_distributions_2907">
            <a:extLst>
              <a:ext uri="{FF2B5EF4-FFF2-40B4-BE49-F238E27FC236}">
                <a16:creationId xmlns:a16="http://schemas.microsoft.com/office/drawing/2014/main" id="{64B9B19A-C52F-48E3-B290-44D26388E341}"/>
              </a:ext>
            </a:extLst>
          </p:cNvPr>
          <p:cNvSpPr>
            <a:spLocks noGrp="1"/>
          </p:cNvSpPr>
          <p:nvPr/>
        </p:nvSpPr>
        <p:spPr>
          <a:xfrm>
            <a:off x="1956350" y="16960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" name="F2_precision_recall_distributions_2908">
            <a:extLst>
              <a:ext uri="{FF2B5EF4-FFF2-40B4-BE49-F238E27FC236}">
                <a16:creationId xmlns:a16="http://schemas.microsoft.com/office/drawing/2014/main" id="{07C7C40B-191E-4BDC-A6C8-50D0DA3A372E}"/>
              </a:ext>
            </a:extLst>
          </p:cNvPr>
          <p:cNvSpPr>
            <a:spLocks noGrp="1"/>
          </p:cNvSpPr>
          <p:nvPr/>
        </p:nvSpPr>
        <p:spPr>
          <a:xfrm>
            <a:off x="1682863" y="19907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" name="F2_precision_recall_distributions_2909">
            <a:extLst>
              <a:ext uri="{FF2B5EF4-FFF2-40B4-BE49-F238E27FC236}">
                <a16:creationId xmlns:a16="http://schemas.microsoft.com/office/drawing/2014/main" id="{DE8827BF-1710-430E-A041-88E408E88B3B}"/>
              </a:ext>
            </a:extLst>
          </p:cNvPr>
          <p:cNvSpPr>
            <a:spLocks noGrp="1"/>
          </p:cNvSpPr>
          <p:nvPr/>
        </p:nvSpPr>
        <p:spPr>
          <a:xfrm>
            <a:off x="1855985" y="16979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" name="F2_precision_recall_distributions_2910">
            <a:extLst>
              <a:ext uri="{FF2B5EF4-FFF2-40B4-BE49-F238E27FC236}">
                <a16:creationId xmlns:a16="http://schemas.microsoft.com/office/drawing/2014/main" id="{A8517203-984A-4D97-8FE9-7DDCC7645A4C}"/>
              </a:ext>
            </a:extLst>
          </p:cNvPr>
          <p:cNvSpPr>
            <a:spLocks noGrp="1"/>
          </p:cNvSpPr>
          <p:nvPr/>
        </p:nvSpPr>
        <p:spPr>
          <a:xfrm>
            <a:off x="1747427" y="18534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" name="F2_precision_recall_distributions_2911">
            <a:extLst>
              <a:ext uri="{FF2B5EF4-FFF2-40B4-BE49-F238E27FC236}">
                <a16:creationId xmlns:a16="http://schemas.microsoft.com/office/drawing/2014/main" id="{331C4F4C-89D2-4D00-A469-9870A9BD3088}"/>
              </a:ext>
            </a:extLst>
          </p:cNvPr>
          <p:cNvSpPr>
            <a:spLocks noGrp="1"/>
          </p:cNvSpPr>
          <p:nvPr/>
        </p:nvSpPr>
        <p:spPr>
          <a:xfrm>
            <a:off x="1913492" y="16363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" name="F2_precision_recall_distributions_2912">
            <a:extLst>
              <a:ext uri="{FF2B5EF4-FFF2-40B4-BE49-F238E27FC236}">
                <a16:creationId xmlns:a16="http://schemas.microsoft.com/office/drawing/2014/main" id="{AFB32E28-7A4F-4649-A4FB-D86069F9B371}"/>
              </a:ext>
            </a:extLst>
          </p:cNvPr>
          <p:cNvSpPr>
            <a:spLocks noGrp="1"/>
          </p:cNvSpPr>
          <p:nvPr/>
        </p:nvSpPr>
        <p:spPr>
          <a:xfrm>
            <a:off x="1771301" y="19937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" name="F2_precision_recall_distributions_2913">
            <a:extLst>
              <a:ext uri="{FF2B5EF4-FFF2-40B4-BE49-F238E27FC236}">
                <a16:creationId xmlns:a16="http://schemas.microsoft.com/office/drawing/2014/main" id="{A129940B-6A6C-44EF-B337-4C0035EEAC00}"/>
              </a:ext>
            </a:extLst>
          </p:cNvPr>
          <p:cNvSpPr>
            <a:spLocks noGrp="1"/>
          </p:cNvSpPr>
          <p:nvPr/>
        </p:nvSpPr>
        <p:spPr>
          <a:xfrm>
            <a:off x="1947504" y="19736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" name="F2_precision_recall_distributions_2914">
            <a:extLst>
              <a:ext uri="{FF2B5EF4-FFF2-40B4-BE49-F238E27FC236}">
                <a16:creationId xmlns:a16="http://schemas.microsoft.com/office/drawing/2014/main" id="{97B09075-9C2B-45D3-A166-4C35B66BD949}"/>
              </a:ext>
            </a:extLst>
          </p:cNvPr>
          <p:cNvSpPr>
            <a:spLocks noGrp="1"/>
          </p:cNvSpPr>
          <p:nvPr/>
        </p:nvSpPr>
        <p:spPr>
          <a:xfrm>
            <a:off x="2011845" y="15329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" name="F2_precision_recall_distributions_2915">
            <a:extLst>
              <a:ext uri="{FF2B5EF4-FFF2-40B4-BE49-F238E27FC236}">
                <a16:creationId xmlns:a16="http://schemas.microsoft.com/office/drawing/2014/main" id="{70749D81-53C6-43E8-9C8F-3C8A76066426}"/>
              </a:ext>
            </a:extLst>
          </p:cNvPr>
          <p:cNvSpPr>
            <a:spLocks noGrp="1"/>
          </p:cNvSpPr>
          <p:nvPr/>
        </p:nvSpPr>
        <p:spPr>
          <a:xfrm>
            <a:off x="193297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" name="F2_precision_recall_distributions_2916">
            <a:extLst>
              <a:ext uri="{FF2B5EF4-FFF2-40B4-BE49-F238E27FC236}">
                <a16:creationId xmlns:a16="http://schemas.microsoft.com/office/drawing/2014/main" id="{DAD13FE8-1493-489D-8F8B-0207A0E4D647}"/>
              </a:ext>
            </a:extLst>
          </p:cNvPr>
          <p:cNvSpPr>
            <a:spLocks noGrp="1"/>
          </p:cNvSpPr>
          <p:nvPr/>
        </p:nvSpPr>
        <p:spPr>
          <a:xfrm>
            <a:off x="1990223" y="16495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" name="F2_precision_recall_distributions_2917">
            <a:extLst>
              <a:ext uri="{FF2B5EF4-FFF2-40B4-BE49-F238E27FC236}">
                <a16:creationId xmlns:a16="http://schemas.microsoft.com/office/drawing/2014/main" id="{9B33D0A6-3817-4F09-AE01-7C980D266926}"/>
              </a:ext>
            </a:extLst>
          </p:cNvPr>
          <p:cNvSpPr>
            <a:spLocks noGrp="1"/>
          </p:cNvSpPr>
          <p:nvPr/>
        </p:nvSpPr>
        <p:spPr>
          <a:xfrm>
            <a:off x="1771330" y="21776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" name="F2_precision_recall_distributions_2918">
            <a:extLst>
              <a:ext uri="{FF2B5EF4-FFF2-40B4-BE49-F238E27FC236}">
                <a16:creationId xmlns:a16="http://schemas.microsoft.com/office/drawing/2014/main" id="{38FAF878-73EC-4C54-9276-0403429C462B}"/>
              </a:ext>
            </a:extLst>
          </p:cNvPr>
          <p:cNvSpPr>
            <a:spLocks noGrp="1"/>
          </p:cNvSpPr>
          <p:nvPr/>
        </p:nvSpPr>
        <p:spPr>
          <a:xfrm>
            <a:off x="1762344" y="17254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" name="F2_precision_recall_distributions_2919">
            <a:extLst>
              <a:ext uri="{FF2B5EF4-FFF2-40B4-BE49-F238E27FC236}">
                <a16:creationId xmlns:a16="http://schemas.microsoft.com/office/drawing/2014/main" id="{CA959D7C-B953-4BEC-A9BC-501C332A732E}"/>
              </a:ext>
            </a:extLst>
          </p:cNvPr>
          <p:cNvSpPr>
            <a:spLocks noGrp="1"/>
          </p:cNvSpPr>
          <p:nvPr/>
        </p:nvSpPr>
        <p:spPr>
          <a:xfrm>
            <a:off x="1709316" y="15527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" name="F2_precision_recall_distributions_2920">
            <a:extLst>
              <a:ext uri="{FF2B5EF4-FFF2-40B4-BE49-F238E27FC236}">
                <a16:creationId xmlns:a16="http://schemas.microsoft.com/office/drawing/2014/main" id="{076FC98A-6825-476F-9397-84B60294E9CA}"/>
              </a:ext>
            </a:extLst>
          </p:cNvPr>
          <p:cNvSpPr>
            <a:spLocks noGrp="1"/>
          </p:cNvSpPr>
          <p:nvPr/>
        </p:nvSpPr>
        <p:spPr>
          <a:xfrm>
            <a:off x="1980858" y="16744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" name="F2_precision_recall_distributions_2921">
            <a:extLst>
              <a:ext uri="{FF2B5EF4-FFF2-40B4-BE49-F238E27FC236}">
                <a16:creationId xmlns:a16="http://schemas.microsoft.com/office/drawing/2014/main" id="{5B7DF304-CCA6-4C7E-B0ED-88FFFC652E3F}"/>
              </a:ext>
            </a:extLst>
          </p:cNvPr>
          <p:cNvSpPr>
            <a:spLocks noGrp="1"/>
          </p:cNvSpPr>
          <p:nvPr/>
        </p:nvSpPr>
        <p:spPr>
          <a:xfrm>
            <a:off x="1984557" y="15642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" name="F2_precision_recall_distributions_2922">
            <a:extLst>
              <a:ext uri="{FF2B5EF4-FFF2-40B4-BE49-F238E27FC236}">
                <a16:creationId xmlns:a16="http://schemas.microsoft.com/office/drawing/2014/main" id="{78B58063-64D7-4F6B-BFCD-4B1A17AB600B}"/>
              </a:ext>
            </a:extLst>
          </p:cNvPr>
          <p:cNvSpPr>
            <a:spLocks noGrp="1"/>
          </p:cNvSpPr>
          <p:nvPr/>
        </p:nvSpPr>
        <p:spPr>
          <a:xfrm>
            <a:off x="171883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" name="F2_precision_recall_distributions_2923">
            <a:extLst>
              <a:ext uri="{FF2B5EF4-FFF2-40B4-BE49-F238E27FC236}">
                <a16:creationId xmlns:a16="http://schemas.microsoft.com/office/drawing/2014/main" id="{3F75DCC7-56E9-4F60-83F9-8441227F3915}"/>
              </a:ext>
            </a:extLst>
          </p:cNvPr>
          <p:cNvSpPr>
            <a:spLocks noGrp="1"/>
          </p:cNvSpPr>
          <p:nvPr/>
        </p:nvSpPr>
        <p:spPr>
          <a:xfrm>
            <a:off x="2012701" y="21048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" name="F2_precision_recall_distributions_2924">
            <a:extLst>
              <a:ext uri="{FF2B5EF4-FFF2-40B4-BE49-F238E27FC236}">
                <a16:creationId xmlns:a16="http://schemas.microsoft.com/office/drawing/2014/main" id="{F91FF969-C121-41B1-A22C-4171A42A94B7}"/>
              </a:ext>
            </a:extLst>
          </p:cNvPr>
          <p:cNvSpPr>
            <a:spLocks noGrp="1"/>
          </p:cNvSpPr>
          <p:nvPr/>
        </p:nvSpPr>
        <p:spPr>
          <a:xfrm>
            <a:off x="1925680" y="16888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1" name="F2_precision_recall_distributions_2925">
            <a:extLst>
              <a:ext uri="{FF2B5EF4-FFF2-40B4-BE49-F238E27FC236}">
                <a16:creationId xmlns:a16="http://schemas.microsoft.com/office/drawing/2014/main" id="{20356573-8E8D-4C5B-B397-FB9D62804DFB}"/>
              </a:ext>
            </a:extLst>
          </p:cNvPr>
          <p:cNvSpPr>
            <a:spLocks noGrp="1"/>
          </p:cNvSpPr>
          <p:nvPr/>
        </p:nvSpPr>
        <p:spPr>
          <a:xfrm>
            <a:off x="1821240" y="17372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2" name="F2_precision_recall_distributions_2926">
            <a:extLst>
              <a:ext uri="{FF2B5EF4-FFF2-40B4-BE49-F238E27FC236}">
                <a16:creationId xmlns:a16="http://schemas.microsoft.com/office/drawing/2014/main" id="{17E44AF4-49E0-4F7F-B3E9-394E06FCB4F2}"/>
              </a:ext>
            </a:extLst>
          </p:cNvPr>
          <p:cNvSpPr>
            <a:spLocks noGrp="1"/>
          </p:cNvSpPr>
          <p:nvPr/>
        </p:nvSpPr>
        <p:spPr>
          <a:xfrm>
            <a:off x="1721092" y="17851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" name="F2_precision_recall_distributions_2927">
            <a:extLst>
              <a:ext uri="{FF2B5EF4-FFF2-40B4-BE49-F238E27FC236}">
                <a16:creationId xmlns:a16="http://schemas.microsoft.com/office/drawing/2014/main" id="{507FADC1-029B-4099-9823-657905909425}"/>
              </a:ext>
            </a:extLst>
          </p:cNvPr>
          <p:cNvSpPr>
            <a:spLocks noGrp="1"/>
          </p:cNvSpPr>
          <p:nvPr/>
        </p:nvSpPr>
        <p:spPr>
          <a:xfrm>
            <a:off x="1717124" y="17000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" name="F2_precision_recall_distributions_2928">
            <a:extLst>
              <a:ext uri="{FF2B5EF4-FFF2-40B4-BE49-F238E27FC236}">
                <a16:creationId xmlns:a16="http://schemas.microsoft.com/office/drawing/2014/main" id="{6CBB5D3F-64AD-4504-9FB9-A90ED19F63CB}"/>
              </a:ext>
            </a:extLst>
          </p:cNvPr>
          <p:cNvSpPr>
            <a:spLocks noGrp="1"/>
          </p:cNvSpPr>
          <p:nvPr/>
        </p:nvSpPr>
        <p:spPr>
          <a:xfrm>
            <a:off x="1676381" y="16851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" name="F2_precision_recall_distributions_2929">
            <a:extLst>
              <a:ext uri="{FF2B5EF4-FFF2-40B4-BE49-F238E27FC236}">
                <a16:creationId xmlns:a16="http://schemas.microsoft.com/office/drawing/2014/main" id="{5E7525FE-117C-4567-9FEC-EC043B9F80AB}"/>
              </a:ext>
            </a:extLst>
          </p:cNvPr>
          <p:cNvSpPr>
            <a:spLocks noGrp="1"/>
          </p:cNvSpPr>
          <p:nvPr/>
        </p:nvSpPr>
        <p:spPr>
          <a:xfrm>
            <a:off x="1915528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" name="F2_precision_recall_distributions_2930">
            <a:extLst>
              <a:ext uri="{FF2B5EF4-FFF2-40B4-BE49-F238E27FC236}">
                <a16:creationId xmlns:a16="http://schemas.microsoft.com/office/drawing/2014/main" id="{038D9587-3DBB-40C4-A3C6-B6FD07089320}"/>
              </a:ext>
            </a:extLst>
          </p:cNvPr>
          <p:cNvSpPr>
            <a:spLocks noGrp="1"/>
          </p:cNvSpPr>
          <p:nvPr/>
        </p:nvSpPr>
        <p:spPr>
          <a:xfrm>
            <a:off x="1926785" y="16877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" name="F2_precision_recall_distributions_2931">
            <a:extLst>
              <a:ext uri="{FF2B5EF4-FFF2-40B4-BE49-F238E27FC236}">
                <a16:creationId xmlns:a16="http://schemas.microsoft.com/office/drawing/2014/main" id="{6548E984-82C4-497E-8E9C-68048816CED1}"/>
              </a:ext>
            </a:extLst>
          </p:cNvPr>
          <p:cNvSpPr>
            <a:spLocks noGrp="1"/>
          </p:cNvSpPr>
          <p:nvPr/>
        </p:nvSpPr>
        <p:spPr>
          <a:xfrm>
            <a:off x="1978167" y="2213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" name="F2_precision_recall_distributions_2932">
            <a:extLst>
              <a:ext uri="{FF2B5EF4-FFF2-40B4-BE49-F238E27FC236}">
                <a16:creationId xmlns:a16="http://schemas.microsoft.com/office/drawing/2014/main" id="{40A6FEBB-00E4-4493-801B-0F14798ACBEE}"/>
              </a:ext>
            </a:extLst>
          </p:cNvPr>
          <p:cNvSpPr>
            <a:spLocks noGrp="1"/>
          </p:cNvSpPr>
          <p:nvPr/>
        </p:nvSpPr>
        <p:spPr>
          <a:xfrm>
            <a:off x="1867042" y="19996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" name="F2_precision_recall_distributions_2933">
            <a:extLst>
              <a:ext uri="{FF2B5EF4-FFF2-40B4-BE49-F238E27FC236}">
                <a16:creationId xmlns:a16="http://schemas.microsoft.com/office/drawing/2014/main" id="{A73AEDFE-AFDE-4FC1-8E67-E3C98C796A63}"/>
              </a:ext>
            </a:extLst>
          </p:cNvPr>
          <p:cNvSpPr>
            <a:spLocks noGrp="1"/>
          </p:cNvSpPr>
          <p:nvPr/>
        </p:nvSpPr>
        <p:spPr>
          <a:xfrm>
            <a:off x="1674365" y="16444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" name="F2_precision_recall_distributions_2934">
            <a:extLst>
              <a:ext uri="{FF2B5EF4-FFF2-40B4-BE49-F238E27FC236}">
                <a16:creationId xmlns:a16="http://schemas.microsoft.com/office/drawing/2014/main" id="{7F9E0D46-F94E-4587-9EAC-76316AC95945}"/>
              </a:ext>
            </a:extLst>
          </p:cNvPr>
          <p:cNvSpPr>
            <a:spLocks noGrp="1"/>
          </p:cNvSpPr>
          <p:nvPr/>
        </p:nvSpPr>
        <p:spPr>
          <a:xfrm>
            <a:off x="1929558" y="17299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" name="F2_precision_recall_distributions_2935">
            <a:extLst>
              <a:ext uri="{FF2B5EF4-FFF2-40B4-BE49-F238E27FC236}">
                <a16:creationId xmlns:a16="http://schemas.microsoft.com/office/drawing/2014/main" id="{191DC2F7-8DEB-4785-B786-1035E1F5F64D}"/>
              </a:ext>
            </a:extLst>
          </p:cNvPr>
          <p:cNvSpPr>
            <a:spLocks noGrp="1"/>
          </p:cNvSpPr>
          <p:nvPr/>
        </p:nvSpPr>
        <p:spPr>
          <a:xfrm>
            <a:off x="1930314" y="21547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" name="F2_precision_recall_distributions_2936">
            <a:extLst>
              <a:ext uri="{FF2B5EF4-FFF2-40B4-BE49-F238E27FC236}">
                <a16:creationId xmlns:a16="http://schemas.microsoft.com/office/drawing/2014/main" id="{4AE28A3C-EEA7-48FF-951B-A2B3E473FEFD}"/>
              </a:ext>
            </a:extLst>
          </p:cNvPr>
          <p:cNvSpPr>
            <a:spLocks noGrp="1"/>
          </p:cNvSpPr>
          <p:nvPr/>
        </p:nvSpPr>
        <p:spPr>
          <a:xfrm>
            <a:off x="1746240" y="1838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" name="F2_precision_recall_distributions_2937">
            <a:extLst>
              <a:ext uri="{FF2B5EF4-FFF2-40B4-BE49-F238E27FC236}">
                <a16:creationId xmlns:a16="http://schemas.microsoft.com/office/drawing/2014/main" id="{96F93F50-E1F8-4978-89EF-ECB3A694BDB0}"/>
              </a:ext>
            </a:extLst>
          </p:cNvPr>
          <p:cNvSpPr>
            <a:spLocks noGrp="1"/>
          </p:cNvSpPr>
          <p:nvPr/>
        </p:nvSpPr>
        <p:spPr>
          <a:xfrm>
            <a:off x="1843090" y="18252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" name="F2_precision_recall_distributions_2938">
            <a:extLst>
              <a:ext uri="{FF2B5EF4-FFF2-40B4-BE49-F238E27FC236}">
                <a16:creationId xmlns:a16="http://schemas.microsoft.com/office/drawing/2014/main" id="{AC29B5BB-E524-432B-8B89-48DBA18C8B22}"/>
              </a:ext>
            </a:extLst>
          </p:cNvPr>
          <p:cNvSpPr>
            <a:spLocks noGrp="1"/>
          </p:cNvSpPr>
          <p:nvPr/>
        </p:nvSpPr>
        <p:spPr>
          <a:xfrm>
            <a:off x="1790291" y="20388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" name="F2_precision_recall_distributions_2939">
            <a:extLst>
              <a:ext uri="{FF2B5EF4-FFF2-40B4-BE49-F238E27FC236}">
                <a16:creationId xmlns:a16="http://schemas.microsoft.com/office/drawing/2014/main" id="{032C3372-4874-42E1-A69B-2F034F62192E}"/>
              </a:ext>
            </a:extLst>
          </p:cNvPr>
          <p:cNvSpPr>
            <a:spLocks noGrp="1"/>
          </p:cNvSpPr>
          <p:nvPr/>
        </p:nvSpPr>
        <p:spPr>
          <a:xfrm>
            <a:off x="1962738" y="15035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" name="F2_precision_recall_distributions_2940">
            <a:extLst>
              <a:ext uri="{FF2B5EF4-FFF2-40B4-BE49-F238E27FC236}">
                <a16:creationId xmlns:a16="http://schemas.microsoft.com/office/drawing/2014/main" id="{116AAC33-2FD6-486E-A016-35A54BA8E2EE}"/>
              </a:ext>
            </a:extLst>
          </p:cNvPr>
          <p:cNvSpPr>
            <a:spLocks noGrp="1"/>
          </p:cNvSpPr>
          <p:nvPr/>
        </p:nvSpPr>
        <p:spPr>
          <a:xfrm>
            <a:off x="1730835" y="15877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" name="F2_precision_recall_distributions_2941">
            <a:extLst>
              <a:ext uri="{FF2B5EF4-FFF2-40B4-BE49-F238E27FC236}">
                <a16:creationId xmlns:a16="http://schemas.microsoft.com/office/drawing/2014/main" id="{6FE553B9-1674-42C7-81C2-ED099B6F193B}"/>
              </a:ext>
            </a:extLst>
          </p:cNvPr>
          <p:cNvSpPr>
            <a:spLocks noGrp="1"/>
          </p:cNvSpPr>
          <p:nvPr/>
        </p:nvSpPr>
        <p:spPr>
          <a:xfrm>
            <a:off x="1853199" y="18955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" name="F2_precision_recall_distributions_2942">
            <a:extLst>
              <a:ext uri="{FF2B5EF4-FFF2-40B4-BE49-F238E27FC236}">
                <a16:creationId xmlns:a16="http://schemas.microsoft.com/office/drawing/2014/main" id="{254D1725-31F0-4418-9A9C-0056CBCAE14D}"/>
              </a:ext>
            </a:extLst>
          </p:cNvPr>
          <p:cNvSpPr>
            <a:spLocks noGrp="1"/>
          </p:cNvSpPr>
          <p:nvPr/>
        </p:nvSpPr>
        <p:spPr>
          <a:xfrm>
            <a:off x="1725259" y="15796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" name="F2_precision_recall_distributions_2943">
            <a:extLst>
              <a:ext uri="{FF2B5EF4-FFF2-40B4-BE49-F238E27FC236}">
                <a16:creationId xmlns:a16="http://schemas.microsoft.com/office/drawing/2014/main" id="{1FA208AE-E995-4C12-804F-E8DA07F4BB7C}"/>
              </a:ext>
            </a:extLst>
          </p:cNvPr>
          <p:cNvSpPr>
            <a:spLocks noGrp="1"/>
          </p:cNvSpPr>
          <p:nvPr/>
        </p:nvSpPr>
        <p:spPr>
          <a:xfrm>
            <a:off x="1920744" y="19700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" name="F2_precision_recall_distributions_2944">
            <a:extLst>
              <a:ext uri="{FF2B5EF4-FFF2-40B4-BE49-F238E27FC236}">
                <a16:creationId xmlns:a16="http://schemas.microsoft.com/office/drawing/2014/main" id="{9687A6F8-4603-4BD3-8258-420B2F3BCE54}"/>
              </a:ext>
            </a:extLst>
          </p:cNvPr>
          <p:cNvSpPr>
            <a:spLocks noGrp="1"/>
          </p:cNvSpPr>
          <p:nvPr/>
        </p:nvSpPr>
        <p:spPr>
          <a:xfrm>
            <a:off x="1935899" y="16964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" name="F2_precision_recall_distributions_2945">
            <a:extLst>
              <a:ext uri="{FF2B5EF4-FFF2-40B4-BE49-F238E27FC236}">
                <a16:creationId xmlns:a16="http://schemas.microsoft.com/office/drawing/2014/main" id="{5EBD3349-6EC0-43FC-AA84-BFF17D48726A}"/>
              </a:ext>
            </a:extLst>
          </p:cNvPr>
          <p:cNvSpPr>
            <a:spLocks noGrp="1"/>
          </p:cNvSpPr>
          <p:nvPr/>
        </p:nvSpPr>
        <p:spPr>
          <a:xfrm>
            <a:off x="1898664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" name="F2_precision_recall_distributions_2946">
            <a:extLst>
              <a:ext uri="{FF2B5EF4-FFF2-40B4-BE49-F238E27FC236}">
                <a16:creationId xmlns:a16="http://schemas.microsoft.com/office/drawing/2014/main" id="{C7E54504-0156-48F6-9B48-B6E9D335F69F}"/>
              </a:ext>
            </a:extLst>
          </p:cNvPr>
          <p:cNvSpPr>
            <a:spLocks noGrp="1"/>
          </p:cNvSpPr>
          <p:nvPr/>
        </p:nvSpPr>
        <p:spPr>
          <a:xfrm>
            <a:off x="1849275" y="1738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" name="F2_precision_recall_distributions_2947">
            <a:extLst>
              <a:ext uri="{FF2B5EF4-FFF2-40B4-BE49-F238E27FC236}">
                <a16:creationId xmlns:a16="http://schemas.microsoft.com/office/drawing/2014/main" id="{159B7A8C-2AF4-480D-83A3-A3311D2C03A3}"/>
              </a:ext>
            </a:extLst>
          </p:cNvPr>
          <p:cNvSpPr>
            <a:spLocks noGrp="1"/>
          </p:cNvSpPr>
          <p:nvPr/>
        </p:nvSpPr>
        <p:spPr>
          <a:xfrm>
            <a:off x="188129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" name="F2_precision_recall_distributions_2948">
            <a:extLst>
              <a:ext uri="{FF2B5EF4-FFF2-40B4-BE49-F238E27FC236}">
                <a16:creationId xmlns:a16="http://schemas.microsoft.com/office/drawing/2014/main" id="{1B044338-D33B-48D9-BEED-1C63912CD3D7}"/>
              </a:ext>
            </a:extLst>
          </p:cNvPr>
          <p:cNvSpPr>
            <a:spLocks noGrp="1"/>
          </p:cNvSpPr>
          <p:nvPr/>
        </p:nvSpPr>
        <p:spPr>
          <a:xfrm>
            <a:off x="2003012" y="17390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" name="F2_precision_recall_distributions_2949">
            <a:extLst>
              <a:ext uri="{FF2B5EF4-FFF2-40B4-BE49-F238E27FC236}">
                <a16:creationId xmlns:a16="http://schemas.microsoft.com/office/drawing/2014/main" id="{4F33AFC2-44B0-4CD7-A0F3-A0A166FF71D9}"/>
              </a:ext>
            </a:extLst>
          </p:cNvPr>
          <p:cNvSpPr>
            <a:spLocks noGrp="1"/>
          </p:cNvSpPr>
          <p:nvPr/>
        </p:nvSpPr>
        <p:spPr>
          <a:xfrm>
            <a:off x="1893445" y="21082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" name="F2_precision_recall_distributions_2950">
            <a:extLst>
              <a:ext uri="{FF2B5EF4-FFF2-40B4-BE49-F238E27FC236}">
                <a16:creationId xmlns:a16="http://schemas.microsoft.com/office/drawing/2014/main" id="{B5B60227-7BE0-41F1-91CB-D72DB7749C27}"/>
              </a:ext>
            </a:extLst>
          </p:cNvPr>
          <p:cNvSpPr>
            <a:spLocks noGrp="1"/>
          </p:cNvSpPr>
          <p:nvPr/>
        </p:nvSpPr>
        <p:spPr>
          <a:xfrm>
            <a:off x="1920552" y="17757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" name="F2_precision_recall_distributions_2951">
            <a:extLst>
              <a:ext uri="{FF2B5EF4-FFF2-40B4-BE49-F238E27FC236}">
                <a16:creationId xmlns:a16="http://schemas.microsoft.com/office/drawing/2014/main" id="{BACC5949-D0D8-4B11-8762-9217A66D875D}"/>
              </a:ext>
            </a:extLst>
          </p:cNvPr>
          <p:cNvSpPr>
            <a:spLocks noGrp="1"/>
          </p:cNvSpPr>
          <p:nvPr/>
        </p:nvSpPr>
        <p:spPr>
          <a:xfrm>
            <a:off x="2007167" y="20197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" name="F2_precision_recall_distributions_2952">
            <a:extLst>
              <a:ext uri="{FF2B5EF4-FFF2-40B4-BE49-F238E27FC236}">
                <a16:creationId xmlns:a16="http://schemas.microsoft.com/office/drawing/2014/main" id="{133F6077-6EEF-4DFD-BA49-296C1430F955}"/>
              </a:ext>
            </a:extLst>
          </p:cNvPr>
          <p:cNvSpPr>
            <a:spLocks noGrp="1"/>
          </p:cNvSpPr>
          <p:nvPr/>
        </p:nvSpPr>
        <p:spPr>
          <a:xfrm>
            <a:off x="1705306" y="16121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" name="F2_precision_recall_distributions_2953">
            <a:extLst>
              <a:ext uri="{FF2B5EF4-FFF2-40B4-BE49-F238E27FC236}">
                <a16:creationId xmlns:a16="http://schemas.microsoft.com/office/drawing/2014/main" id="{530AA7AD-3158-4B8C-A99E-59C1C91B45D6}"/>
              </a:ext>
            </a:extLst>
          </p:cNvPr>
          <p:cNvSpPr>
            <a:spLocks noGrp="1"/>
          </p:cNvSpPr>
          <p:nvPr/>
        </p:nvSpPr>
        <p:spPr>
          <a:xfrm>
            <a:off x="1696725" y="15907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" name="F2_precision_recall_distributions_2954">
            <a:extLst>
              <a:ext uri="{FF2B5EF4-FFF2-40B4-BE49-F238E27FC236}">
                <a16:creationId xmlns:a16="http://schemas.microsoft.com/office/drawing/2014/main" id="{F26536D3-EE7D-4040-B611-8CB64D3DEFE3}"/>
              </a:ext>
            </a:extLst>
          </p:cNvPr>
          <p:cNvSpPr>
            <a:spLocks noGrp="1"/>
          </p:cNvSpPr>
          <p:nvPr/>
        </p:nvSpPr>
        <p:spPr>
          <a:xfrm>
            <a:off x="170597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" name="F2_precision_recall_distributions_2955">
            <a:extLst>
              <a:ext uri="{FF2B5EF4-FFF2-40B4-BE49-F238E27FC236}">
                <a16:creationId xmlns:a16="http://schemas.microsoft.com/office/drawing/2014/main" id="{F5E2741F-D010-4C71-952A-6055EF4662C7}"/>
              </a:ext>
            </a:extLst>
          </p:cNvPr>
          <p:cNvSpPr>
            <a:spLocks noGrp="1"/>
          </p:cNvSpPr>
          <p:nvPr/>
        </p:nvSpPr>
        <p:spPr>
          <a:xfrm>
            <a:off x="1800162" y="18616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" name="F2_precision_recall_distributions_2956">
            <a:extLst>
              <a:ext uri="{FF2B5EF4-FFF2-40B4-BE49-F238E27FC236}">
                <a16:creationId xmlns:a16="http://schemas.microsoft.com/office/drawing/2014/main" id="{62F51E10-0167-4374-8A18-D00698CCC2FE}"/>
              </a:ext>
            </a:extLst>
          </p:cNvPr>
          <p:cNvSpPr>
            <a:spLocks noGrp="1"/>
          </p:cNvSpPr>
          <p:nvPr/>
        </p:nvSpPr>
        <p:spPr>
          <a:xfrm>
            <a:off x="2006018" y="16756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" name="F2_precision_recall_distributions_2957">
            <a:extLst>
              <a:ext uri="{FF2B5EF4-FFF2-40B4-BE49-F238E27FC236}">
                <a16:creationId xmlns:a16="http://schemas.microsoft.com/office/drawing/2014/main" id="{30F96685-34F1-4626-A327-AE388115C712}"/>
              </a:ext>
            </a:extLst>
          </p:cNvPr>
          <p:cNvSpPr>
            <a:spLocks noGrp="1"/>
          </p:cNvSpPr>
          <p:nvPr/>
        </p:nvSpPr>
        <p:spPr>
          <a:xfrm>
            <a:off x="1862511" y="17012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" name="F2_precision_recall_distributions_2958">
            <a:extLst>
              <a:ext uri="{FF2B5EF4-FFF2-40B4-BE49-F238E27FC236}">
                <a16:creationId xmlns:a16="http://schemas.microsoft.com/office/drawing/2014/main" id="{8FD6C06E-61CE-4FE2-AA43-3E592C5C8382}"/>
              </a:ext>
            </a:extLst>
          </p:cNvPr>
          <p:cNvSpPr>
            <a:spLocks noGrp="1"/>
          </p:cNvSpPr>
          <p:nvPr/>
        </p:nvSpPr>
        <p:spPr>
          <a:xfrm>
            <a:off x="1824735" y="19115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" name="F2_precision_recall_distributions_2959">
            <a:extLst>
              <a:ext uri="{FF2B5EF4-FFF2-40B4-BE49-F238E27FC236}">
                <a16:creationId xmlns:a16="http://schemas.microsoft.com/office/drawing/2014/main" id="{D86BFB66-5B9D-432D-8BD9-A338AF7AAE62}"/>
              </a:ext>
            </a:extLst>
          </p:cNvPr>
          <p:cNvSpPr>
            <a:spLocks noGrp="1"/>
          </p:cNvSpPr>
          <p:nvPr/>
        </p:nvSpPr>
        <p:spPr>
          <a:xfrm>
            <a:off x="1971837" y="169968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" name="F2_precision_recall_distributions_2960">
            <a:extLst>
              <a:ext uri="{FF2B5EF4-FFF2-40B4-BE49-F238E27FC236}">
                <a16:creationId xmlns:a16="http://schemas.microsoft.com/office/drawing/2014/main" id="{CFDA536F-4456-47A1-A4AB-4AC060EDAABC}"/>
              </a:ext>
            </a:extLst>
          </p:cNvPr>
          <p:cNvSpPr>
            <a:spLocks noGrp="1"/>
          </p:cNvSpPr>
          <p:nvPr/>
        </p:nvSpPr>
        <p:spPr>
          <a:xfrm>
            <a:off x="1922036" y="17512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" name="F2_precision_recall_distributions_2961">
            <a:extLst>
              <a:ext uri="{FF2B5EF4-FFF2-40B4-BE49-F238E27FC236}">
                <a16:creationId xmlns:a16="http://schemas.microsoft.com/office/drawing/2014/main" id="{FE65C00F-530D-40EB-8DE7-3F116846CA3F}"/>
              </a:ext>
            </a:extLst>
          </p:cNvPr>
          <p:cNvSpPr>
            <a:spLocks noGrp="1"/>
          </p:cNvSpPr>
          <p:nvPr/>
        </p:nvSpPr>
        <p:spPr>
          <a:xfrm>
            <a:off x="1875964" y="17099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" name="F2_precision_recall_distributions_2962">
            <a:extLst>
              <a:ext uri="{FF2B5EF4-FFF2-40B4-BE49-F238E27FC236}">
                <a16:creationId xmlns:a16="http://schemas.microsoft.com/office/drawing/2014/main" id="{DA283BDE-B608-4C54-ACD9-E6A746EB9D38}"/>
              </a:ext>
            </a:extLst>
          </p:cNvPr>
          <p:cNvSpPr>
            <a:spLocks noGrp="1"/>
          </p:cNvSpPr>
          <p:nvPr/>
        </p:nvSpPr>
        <p:spPr>
          <a:xfrm>
            <a:off x="1892669" y="16229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" name="F2_precision_recall_distributions_2963">
            <a:extLst>
              <a:ext uri="{FF2B5EF4-FFF2-40B4-BE49-F238E27FC236}">
                <a16:creationId xmlns:a16="http://schemas.microsoft.com/office/drawing/2014/main" id="{E04B0130-39A1-4F2C-9A81-B03461B4BEE3}"/>
              </a:ext>
            </a:extLst>
          </p:cNvPr>
          <p:cNvSpPr>
            <a:spLocks noGrp="1"/>
          </p:cNvSpPr>
          <p:nvPr/>
        </p:nvSpPr>
        <p:spPr>
          <a:xfrm>
            <a:off x="1720540" y="17809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" name="F2_precision_recall_distributions_2964">
            <a:extLst>
              <a:ext uri="{FF2B5EF4-FFF2-40B4-BE49-F238E27FC236}">
                <a16:creationId xmlns:a16="http://schemas.microsoft.com/office/drawing/2014/main" id="{1EE38841-9004-4BDE-B5FC-84E14619D737}"/>
              </a:ext>
            </a:extLst>
          </p:cNvPr>
          <p:cNvSpPr>
            <a:spLocks noGrp="1"/>
          </p:cNvSpPr>
          <p:nvPr/>
        </p:nvSpPr>
        <p:spPr>
          <a:xfrm>
            <a:off x="1745395" y="16905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" name="F2_precision_recall_distributions_2965">
            <a:extLst>
              <a:ext uri="{FF2B5EF4-FFF2-40B4-BE49-F238E27FC236}">
                <a16:creationId xmlns:a16="http://schemas.microsoft.com/office/drawing/2014/main" id="{C5A0E793-1424-4EBD-B06E-89401C20AB02}"/>
              </a:ext>
            </a:extLst>
          </p:cNvPr>
          <p:cNvSpPr>
            <a:spLocks noGrp="1"/>
          </p:cNvSpPr>
          <p:nvPr/>
        </p:nvSpPr>
        <p:spPr>
          <a:xfrm>
            <a:off x="2017096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" name="F2_precision_recall_distributions_2966">
            <a:extLst>
              <a:ext uri="{FF2B5EF4-FFF2-40B4-BE49-F238E27FC236}">
                <a16:creationId xmlns:a16="http://schemas.microsoft.com/office/drawing/2014/main" id="{FCC4ABEF-2323-4ACC-887F-56BB711C649A}"/>
              </a:ext>
            </a:extLst>
          </p:cNvPr>
          <p:cNvSpPr>
            <a:spLocks noGrp="1"/>
          </p:cNvSpPr>
          <p:nvPr/>
        </p:nvSpPr>
        <p:spPr>
          <a:xfrm>
            <a:off x="1960596" y="19040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" name="F2_precision_recall_distributions_2967">
            <a:extLst>
              <a:ext uri="{FF2B5EF4-FFF2-40B4-BE49-F238E27FC236}">
                <a16:creationId xmlns:a16="http://schemas.microsoft.com/office/drawing/2014/main" id="{F0D6F9D0-B70F-48E3-ACEE-1491C370D584}"/>
              </a:ext>
            </a:extLst>
          </p:cNvPr>
          <p:cNvSpPr>
            <a:spLocks noGrp="1"/>
          </p:cNvSpPr>
          <p:nvPr/>
        </p:nvSpPr>
        <p:spPr>
          <a:xfrm>
            <a:off x="1854179" y="17233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" name="F2_precision_recall_distributions_2968">
            <a:extLst>
              <a:ext uri="{FF2B5EF4-FFF2-40B4-BE49-F238E27FC236}">
                <a16:creationId xmlns:a16="http://schemas.microsoft.com/office/drawing/2014/main" id="{5270F373-7931-4D12-BC8D-E783142D6D02}"/>
              </a:ext>
            </a:extLst>
          </p:cNvPr>
          <p:cNvSpPr>
            <a:spLocks noGrp="1"/>
          </p:cNvSpPr>
          <p:nvPr/>
        </p:nvSpPr>
        <p:spPr>
          <a:xfrm>
            <a:off x="1698680" y="15555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" name="F2_precision_recall_distributions_2969">
            <a:extLst>
              <a:ext uri="{FF2B5EF4-FFF2-40B4-BE49-F238E27FC236}">
                <a16:creationId xmlns:a16="http://schemas.microsoft.com/office/drawing/2014/main" id="{B7CC90E5-AC72-4684-81EC-28529A1484E2}"/>
              </a:ext>
            </a:extLst>
          </p:cNvPr>
          <p:cNvSpPr>
            <a:spLocks noGrp="1"/>
          </p:cNvSpPr>
          <p:nvPr/>
        </p:nvSpPr>
        <p:spPr>
          <a:xfrm>
            <a:off x="1956720" y="19864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" name="F2_precision_recall_distributions_2970">
            <a:extLst>
              <a:ext uri="{FF2B5EF4-FFF2-40B4-BE49-F238E27FC236}">
                <a16:creationId xmlns:a16="http://schemas.microsoft.com/office/drawing/2014/main" id="{7BE1F8F2-4330-425C-A72D-F18B3C9202F9}"/>
              </a:ext>
            </a:extLst>
          </p:cNvPr>
          <p:cNvSpPr>
            <a:spLocks noGrp="1"/>
          </p:cNvSpPr>
          <p:nvPr/>
        </p:nvSpPr>
        <p:spPr>
          <a:xfrm>
            <a:off x="1850631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" name="F2_precision_recall_distributions_2971">
            <a:extLst>
              <a:ext uri="{FF2B5EF4-FFF2-40B4-BE49-F238E27FC236}">
                <a16:creationId xmlns:a16="http://schemas.microsoft.com/office/drawing/2014/main" id="{B6D63912-EFE8-4BC4-A8AB-E2834303EBC5}"/>
              </a:ext>
            </a:extLst>
          </p:cNvPr>
          <p:cNvSpPr>
            <a:spLocks noGrp="1"/>
          </p:cNvSpPr>
          <p:nvPr/>
        </p:nvSpPr>
        <p:spPr>
          <a:xfrm>
            <a:off x="1933135" y="17271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" name="F2_precision_recall_distributions_2972">
            <a:extLst>
              <a:ext uri="{FF2B5EF4-FFF2-40B4-BE49-F238E27FC236}">
                <a16:creationId xmlns:a16="http://schemas.microsoft.com/office/drawing/2014/main" id="{E383C9BE-12A9-46D5-AF1D-4E94D232ED56}"/>
              </a:ext>
            </a:extLst>
          </p:cNvPr>
          <p:cNvSpPr>
            <a:spLocks noGrp="1"/>
          </p:cNvSpPr>
          <p:nvPr/>
        </p:nvSpPr>
        <p:spPr>
          <a:xfrm>
            <a:off x="1970105" y="17317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" name="F2_precision_recall_distributions_2973">
            <a:extLst>
              <a:ext uri="{FF2B5EF4-FFF2-40B4-BE49-F238E27FC236}">
                <a16:creationId xmlns:a16="http://schemas.microsoft.com/office/drawing/2014/main" id="{DDE55F9D-6B5D-4893-837C-9AB4C5525EC0}"/>
              </a:ext>
            </a:extLst>
          </p:cNvPr>
          <p:cNvSpPr>
            <a:spLocks noGrp="1"/>
          </p:cNvSpPr>
          <p:nvPr/>
        </p:nvSpPr>
        <p:spPr>
          <a:xfrm>
            <a:off x="1962501" y="18406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" name="F2_precision_recall_distributions_2974">
            <a:extLst>
              <a:ext uri="{FF2B5EF4-FFF2-40B4-BE49-F238E27FC236}">
                <a16:creationId xmlns:a16="http://schemas.microsoft.com/office/drawing/2014/main" id="{88F8BEDA-2D1A-4E1B-B4E4-4AFFF58D5C6D}"/>
              </a:ext>
            </a:extLst>
          </p:cNvPr>
          <p:cNvSpPr>
            <a:spLocks noGrp="1"/>
          </p:cNvSpPr>
          <p:nvPr/>
        </p:nvSpPr>
        <p:spPr>
          <a:xfrm>
            <a:off x="1736476" y="22748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" name="F2_precision_recall_distributions_2975">
            <a:extLst>
              <a:ext uri="{FF2B5EF4-FFF2-40B4-BE49-F238E27FC236}">
                <a16:creationId xmlns:a16="http://schemas.microsoft.com/office/drawing/2014/main" id="{2C66ED51-43B0-4D1F-A9C6-67FABAE2C714}"/>
              </a:ext>
            </a:extLst>
          </p:cNvPr>
          <p:cNvSpPr>
            <a:spLocks noGrp="1"/>
          </p:cNvSpPr>
          <p:nvPr/>
        </p:nvSpPr>
        <p:spPr>
          <a:xfrm>
            <a:off x="2011407" y="18250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" name="F2_precision_recall_distributions_2976">
            <a:extLst>
              <a:ext uri="{FF2B5EF4-FFF2-40B4-BE49-F238E27FC236}">
                <a16:creationId xmlns:a16="http://schemas.microsoft.com/office/drawing/2014/main" id="{F8D64BDD-BE9E-467A-BD40-2CA55D4347EB}"/>
              </a:ext>
            </a:extLst>
          </p:cNvPr>
          <p:cNvSpPr>
            <a:spLocks noGrp="1"/>
          </p:cNvSpPr>
          <p:nvPr/>
        </p:nvSpPr>
        <p:spPr>
          <a:xfrm>
            <a:off x="1829699" y="17057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" name="F2_precision_recall_distributions_2977">
            <a:extLst>
              <a:ext uri="{FF2B5EF4-FFF2-40B4-BE49-F238E27FC236}">
                <a16:creationId xmlns:a16="http://schemas.microsoft.com/office/drawing/2014/main" id="{1C2F63B7-723B-46CA-A7C0-A662B7D75961}"/>
              </a:ext>
            </a:extLst>
          </p:cNvPr>
          <p:cNvSpPr>
            <a:spLocks noGrp="1"/>
          </p:cNvSpPr>
          <p:nvPr/>
        </p:nvSpPr>
        <p:spPr>
          <a:xfrm>
            <a:off x="2002574" y="16319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" name="F2_precision_recall_distributions_2978">
            <a:extLst>
              <a:ext uri="{FF2B5EF4-FFF2-40B4-BE49-F238E27FC236}">
                <a16:creationId xmlns:a16="http://schemas.microsoft.com/office/drawing/2014/main" id="{62C4D29F-2779-4FE9-A71C-63A9939A7A2A}"/>
              </a:ext>
            </a:extLst>
          </p:cNvPr>
          <p:cNvSpPr>
            <a:spLocks noGrp="1"/>
          </p:cNvSpPr>
          <p:nvPr/>
        </p:nvSpPr>
        <p:spPr>
          <a:xfrm>
            <a:off x="1851396" y="16715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" name="F2_precision_recall_distributions_2979">
            <a:extLst>
              <a:ext uri="{FF2B5EF4-FFF2-40B4-BE49-F238E27FC236}">
                <a16:creationId xmlns:a16="http://schemas.microsoft.com/office/drawing/2014/main" id="{9DC683FB-ED52-458E-8EC5-FCC0AF58D609}"/>
              </a:ext>
            </a:extLst>
          </p:cNvPr>
          <p:cNvSpPr>
            <a:spLocks noGrp="1"/>
          </p:cNvSpPr>
          <p:nvPr/>
        </p:nvSpPr>
        <p:spPr>
          <a:xfrm>
            <a:off x="1781733" y="17249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" name="F2_precision_recall_distributions_2980">
            <a:extLst>
              <a:ext uri="{FF2B5EF4-FFF2-40B4-BE49-F238E27FC236}">
                <a16:creationId xmlns:a16="http://schemas.microsoft.com/office/drawing/2014/main" id="{FD2337D1-3C3E-4C35-B136-71FC37EF4BFC}"/>
              </a:ext>
            </a:extLst>
          </p:cNvPr>
          <p:cNvSpPr>
            <a:spLocks noGrp="1"/>
          </p:cNvSpPr>
          <p:nvPr/>
        </p:nvSpPr>
        <p:spPr>
          <a:xfrm>
            <a:off x="1861516" y="19209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7" name="F2_precision_recall_distributions_2981">
            <a:extLst>
              <a:ext uri="{FF2B5EF4-FFF2-40B4-BE49-F238E27FC236}">
                <a16:creationId xmlns:a16="http://schemas.microsoft.com/office/drawing/2014/main" id="{3EB7B028-3CA8-46D6-BD03-7211DDA5FDF4}"/>
              </a:ext>
            </a:extLst>
          </p:cNvPr>
          <p:cNvSpPr>
            <a:spLocks noGrp="1"/>
          </p:cNvSpPr>
          <p:nvPr/>
        </p:nvSpPr>
        <p:spPr>
          <a:xfrm>
            <a:off x="2018473" y="16957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" name="F2_precision_recall_distributions_2982">
            <a:extLst>
              <a:ext uri="{FF2B5EF4-FFF2-40B4-BE49-F238E27FC236}">
                <a16:creationId xmlns:a16="http://schemas.microsoft.com/office/drawing/2014/main" id="{2EB16144-EDE0-4580-83E1-F2B89E8DBDAA}"/>
              </a:ext>
            </a:extLst>
          </p:cNvPr>
          <p:cNvSpPr>
            <a:spLocks noGrp="1"/>
          </p:cNvSpPr>
          <p:nvPr/>
        </p:nvSpPr>
        <p:spPr>
          <a:xfrm>
            <a:off x="1918317" y="21232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" name="F2_precision_recall_distributions_2983">
            <a:extLst>
              <a:ext uri="{FF2B5EF4-FFF2-40B4-BE49-F238E27FC236}">
                <a16:creationId xmlns:a16="http://schemas.microsoft.com/office/drawing/2014/main" id="{EE1DBE9B-A423-4454-9DD0-969775028434}"/>
              </a:ext>
            </a:extLst>
          </p:cNvPr>
          <p:cNvSpPr>
            <a:spLocks noGrp="1"/>
          </p:cNvSpPr>
          <p:nvPr/>
        </p:nvSpPr>
        <p:spPr>
          <a:xfrm>
            <a:off x="1911865" y="18805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" name="F2_precision_recall_distributions_2984">
            <a:extLst>
              <a:ext uri="{FF2B5EF4-FFF2-40B4-BE49-F238E27FC236}">
                <a16:creationId xmlns:a16="http://schemas.microsoft.com/office/drawing/2014/main" id="{E7B2C0C2-995D-4BD7-8308-9BB5ECA44160}"/>
              </a:ext>
            </a:extLst>
          </p:cNvPr>
          <p:cNvSpPr>
            <a:spLocks noGrp="1"/>
          </p:cNvSpPr>
          <p:nvPr/>
        </p:nvSpPr>
        <p:spPr>
          <a:xfrm>
            <a:off x="1858376" y="16664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" name="F2_precision_recall_distributions_2985">
            <a:extLst>
              <a:ext uri="{FF2B5EF4-FFF2-40B4-BE49-F238E27FC236}">
                <a16:creationId xmlns:a16="http://schemas.microsoft.com/office/drawing/2014/main" id="{6F16259C-FEC0-469C-AD1C-AAD28800DC54}"/>
              </a:ext>
            </a:extLst>
          </p:cNvPr>
          <p:cNvSpPr>
            <a:spLocks noGrp="1"/>
          </p:cNvSpPr>
          <p:nvPr/>
        </p:nvSpPr>
        <p:spPr>
          <a:xfrm>
            <a:off x="1962050" y="20088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" name="F2_precision_recall_distributions_2986">
            <a:extLst>
              <a:ext uri="{FF2B5EF4-FFF2-40B4-BE49-F238E27FC236}">
                <a16:creationId xmlns:a16="http://schemas.microsoft.com/office/drawing/2014/main" id="{39003EED-7145-4EA6-B9B8-BB6BFBBDC941}"/>
              </a:ext>
            </a:extLst>
          </p:cNvPr>
          <p:cNvSpPr>
            <a:spLocks noGrp="1"/>
          </p:cNvSpPr>
          <p:nvPr/>
        </p:nvSpPr>
        <p:spPr>
          <a:xfrm>
            <a:off x="1988932" y="1730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" name="F2_precision_recall_distributions_2987">
            <a:extLst>
              <a:ext uri="{FF2B5EF4-FFF2-40B4-BE49-F238E27FC236}">
                <a16:creationId xmlns:a16="http://schemas.microsoft.com/office/drawing/2014/main" id="{9005FE24-D469-4990-9177-0FD42C4ED6FC}"/>
              </a:ext>
            </a:extLst>
          </p:cNvPr>
          <p:cNvSpPr>
            <a:spLocks noGrp="1"/>
          </p:cNvSpPr>
          <p:nvPr/>
        </p:nvSpPr>
        <p:spPr>
          <a:xfrm>
            <a:off x="1966111" y="22769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" name="F2_precision_recall_distributions_2988">
            <a:extLst>
              <a:ext uri="{FF2B5EF4-FFF2-40B4-BE49-F238E27FC236}">
                <a16:creationId xmlns:a16="http://schemas.microsoft.com/office/drawing/2014/main" id="{FDDB4FF9-20E1-4E7D-BE28-61252C2F025F}"/>
              </a:ext>
            </a:extLst>
          </p:cNvPr>
          <p:cNvSpPr>
            <a:spLocks noGrp="1"/>
          </p:cNvSpPr>
          <p:nvPr/>
        </p:nvSpPr>
        <p:spPr>
          <a:xfrm>
            <a:off x="1694834" y="17227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" name="F2_precision_recall_distributions_2989">
            <a:extLst>
              <a:ext uri="{FF2B5EF4-FFF2-40B4-BE49-F238E27FC236}">
                <a16:creationId xmlns:a16="http://schemas.microsoft.com/office/drawing/2014/main" id="{4E5AC54D-F30C-4B53-BD6A-E7C131B7F219}"/>
              </a:ext>
            </a:extLst>
          </p:cNvPr>
          <p:cNvSpPr>
            <a:spLocks noGrp="1"/>
          </p:cNvSpPr>
          <p:nvPr/>
        </p:nvSpPr>
        <p:spPr>
          <a:xfrm>
            <a:off x="1869821" y="1820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" name="F2_precision_recall_distributions_2990">
            <a:extLst>
              <a:ext uri="{FF2B5EF4-FFF2-40B4-BE49-F238E27FC236}">
                <a16:creationId xmlns:a16="http://schemas.microsoft.com/office/drawing/2014/main" id="{04946F89-754F-4784-8D0E-21B6B841EE5C}"/>
              </a:ext>
            </a:extLst>
          </p:cNvPr>
          <p:cNvSpPr>
            <a:spLocks noGrp="1"/>
          </p:cNvSpPr>
          <p:nvPr/>
        </p:nvSpPr>
        <p:spPr>
          <a:xfrm>
            <a:off x="1738975" y="17124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" name="F2_precision_recall_distributions_2991">
            <a:extLst>
              <a:ext uri="{FF2B5EF4-FFF2-40B4-BE49-F238E27FC236}">
                <a16:creationId xmlns:a16="http://schemas.microsoft.com/office/drawing/2014/main" id="{ABDF72B5-066C-4CD0-8DC9-4F0437647202}"/>
              </a:ext>
            </a:extLst>
          </p:cNvPr>
          <p:cNvSpPr>
            <a:spLocks noGrp="1"/>
          </p:cNvSpPr>
          <p:nvPr/>
        </p:nvSpPr>
        <p:spPr>
          <a:xfrm>
            <a:off x="1938251" y="19773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" name="F2_precision_recall_distributions_2992">
            <a:extLst>
              <a:ext uri="{FF2B5EF4-FFF2-40B4-BE49-F238E27FC236}">
                <a16:creationId xmlns:a16="http://schemas.microsoft.com/office/drawing/2014/main" id="{CEBB0A46-2F10-4116-840F-50CCB301155E}"/>
              </a:ext>
            </a:extLst>
          </p:cNvPr>
          <p:cNvSpPr>
            <a:spLocks noGrp="1"/>
          </p:cNvSpPr>
          <p:nvPr/>
        </p:nvSpPr>
        <p:spPr>
          <a:xfrm>
            <a:off x="1970499" y="18795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" name="F2_precision_recall_distributions_2993">
            <a:extLst>
              <a:ext uri="{FF2B5EF4-FFF2-40B4-BE49-F238E27FC236}">
                <a16:creationId xmlns:a16="http://schemas.microsoft.com/office/drawing/2014/main" id="{DB627959-B2DF-4A9B-A8E3-70F3FE909DF6}"/>
              </a:ext>
            </a:extLst>
          </p:cNvPr>
          <p:cNvSpPr>
            <a:spLocks noGrp="1"/>
          </p:cNvSpPr>
          <p:nvPr/>
        </p:nvSpPr>
        <p:spPr>
          <a:xfrm>
            <a:off x="1793721" y="20846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" name="F2_precision_recall_distributions_2994">
            <a:extLst>
              <a:ext uri="{FF2B5EF4-FFF2-40B4-BE49-F238E27FC236}">
                <a16:creationId xmlns:a16="http://schemas.microsoft.com/office/drawing/2014/main" id="{1BAE3199-D696-49DB-BE27-2CA22B770B06}"/>
              </a:ext>
            </a:extLst>
          </p:cNvPr>
          <p:cNvSpPr>
            <a:spLocks noGrp="1"/>
          </p:cNvSpPr>
          <p:nvPr/>
        </p:nvSpPr>
        <p:spPr>
          <a:xfrm>
            <a:off x="1963975" y="1701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" name="F2_precision_recall_distributions_2995">
            <a:extLst>
              <a:ext uri="{FF2B5EF4-FFF2-40B4-BE49-F238E27FC236}">
                <a16:creationId xmlns:a16="http://schemas.microsoft.com/office/drawing/2014/main" id="{2039031A-7402-406E-80C0-7771860B869D}"/>
              </a:ext>
            </a:extLst>
          </p:cNvPr>
          <p:cNvSpPr>
            <a:spLocks noGrp="1"/>
          </p:cNvSpPr>
          <p:nvPr/>
        </p:nvSpPr>
        <p:spPr>
          <a:xfrm>
            <a:off x="1864902" y="18763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" name="F2_precision_recall_distributions_2996">
            <a:extLst>
              <a:ext uri="{FF2B5EF4-FFF2-40B4-BE49-F238E27FC236}">
                <a16:creationId xmlns:a16="http://schemas.microsoft.com/office/drawing/2014/main" id="{76BBB6F5-20EE-48BB-B0B3-C9187B4883D3}"/>
              </a:ext>
            </a:extLst>
          </p:cNvPr>
          <p:cNvSpPr>
            <a:spLocks noGrp="1"/>
          </p:cNvSpPr>
          <p:nvPr/>
        </p:nvSpPr>
        <p:spPr>
          <a:xfrm>
            <a:off x="2012426" y="17362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" name="F2_precision_recall_distributions_2997">
            <a:extLst>
              <a:ext uri="{FF2B5EF4-FFF2-40B4-BE49-F238E27FC236}">
                <a16:creationId xmlns:a16="http://schemas.microsoft.com/office/drawing/2014/main" id="{996E5725-DC47-4969-8A86-F970AF9D447D}"/>
              </a:ext>
            </a:extLst>
          </p:cNvPr>
          <p:cNvSpPr>
            <a:spLocks noGrp="1"/>
          </p:cNvSpPr>
          <p:nvPr/>
        </p:nvSpPr>
        <p:spPr>
          <a:xfrm>
            <a:off x="1953774" y="16761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" name="F2_precision_recall_distributions_2998">
            <a:extLst>
              <a:ext uri="{FF2B5EF4-FFF2-40B4-BE49-F238E27FC236}">
                <a16:creationId xmlns:a16="http://schemas.microsoft.com/office/drawing/2014/main" id="{407D804D-912F-4577-96C0-A1A23C9A1AC3}"/>
              </a:ext>
            </a:extLst>
          </p:cNvPr>
          <p:cNvSpPr>
            <a:spLocks noGrp="1"/>
          </p:cNvSpPr>
          <p:nvPr/>
        </p:nvSpPr>
        <p:spPr>
          <a:xfrm>
            <a:off x="1986541" y="17018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" name="F2_precision_recall_distributions_2999">
            <a:extLst>
              <a:ext uri="{FF2B5EF4-FFF2-40B4-BE49-F238E27FC236}">
                <a16:creationId xmlns:a16="http://schemas.microsoft.com/office/drawing/2014/main" id="{84619534-257E-4B07-9CA5-F0C431EDD7DB}"/>
              </a:ext>
            </a:extLst>
          </p:cNvPr>
          <p:cNvSpPr>
            <a:spLocks noGrp="1"/>
          </p:cNvSpPr>
          <p:nvPr/>
        </p:nvSpPr>
        <p:spPr>
          <a:xfrm>
            <a:off x="1746175" y="17634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" name="F2_precision_recall_distributions_3000">
            <a:extLst>
              <a:ext uri="{FF2B5EF4-FFF2-40B4-BE49-F238E27FC236}">
                <a16:creationId xmlns:a16="http://schemas.microsoft.com/office/drawing/2014/main" id="{45A03756-5176-4C92-989C-2353D393910E}"/>
              </a:ext>
            </a:extLst>
          </p:cNvPr>
          <p:cNvSpPr>
            <a:spLocks noGrp="1"/>
          </p:cNvSpPr>
          <p:nvPr/>
        </p:nvSpPr>
        <p:spPr>
          <a:xfrm>
            <a:off x="1986896" y="18804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" name="F2_precision_recall_distributions_3001">
            <a:extLst>
              <a:ext uri="{FF2B5EF4-FFF2-40B4-BE49-F238E27FC236}">
                <a16:creationId xmlns:a16="http://schemas.microsoft.com/office/drawing/2014/main" id="{B87EE40E-7B41-448A-8AD7-AAC4D469D5B2}"/>
              </a:ext>
            </a:extLst>
          </p:cNvPr>
          <p:cNvSpPr>
            <a:spLocks noGrp="1"/>
          </p:cNvSpPr>
          <p:nvPr/>
        </p:nvSpPr>
        <p:spPr>
          <a:xfrm>
            <a:off x="1702042" y="1792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" name="F2_precision_recall_distributions_3002">
            <a:extLst>
              <a:ext uri="{FF2B5EF4-FFF2-40B4-BE49-F238E27FC236}">
                <a16:creationId xmlns:a16="http://schemas.microsoft.com/office/drawing/2014/main" id="{BDB5C576-FE6C-451D-A0FD-330FC3493DA9}"/>
              </a:ext>
            </a:extLst>
          </p:cNvPr>
          <p:cNvSpPr>
            <a:spLocks noGrp="1"/>
          </p:cNvSpPr>
          <p:nvPr/>
        </p:nvSpPr>
        <p:spPr>
          <a:xfrm>
            <a:off x="1852291" y="18407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" name="F2_precision_recall_distributions_3003">
            <a:extLst>
              <a:ext uri="{FF2B5EF4-FFF2-40B4-BE49-F238E27FC236}">
                <a16:creationId xmlns:a16="http://schemas.microsoft.com/office/drawing/2014/main" id="{8BA9EA35-94AE-40BC-8C75-5782DC2C171A}"/>
              </a:ext>
            </a:extLst>
          </p:cNvPr>
          <p:cNvSpPr>
            <a:spLocks noGrp="1"/>
          </p:cNvSpPr>
          <p:nvPr/>
        </p:nvSpPr>
        <p:spPr>
          <a:xfrm>
            <a:off x="1720552" y="18047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" name="F2_precision_recall_distributions_3004">
            <a:extLst>
              <a:ext uri="{FF2B5EF4-FFF2-40B4-BE49-F238E27FC236}">
                <a16:creationId xmlns:a16="http://schemas.microsoft.com/office/drawing/2014/main" id="{F8A32B11-A40D-4335-AC08-F4D8EB69788A}"/>
              </a:ext>
            </a:extLst>
          </p:cNvPr>
          <p:cNvSpPr>
            <a:spLocks noGrp="1"/>
          </p:cNvSpPr>
          <p:nvPr/>
        </p:nvSpPr>
        <p:spPr>
          <a:xfrm>
            <a:off x="1659164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" name="F2_precision_recall_distributions_3005">
            <a:extLst>
              <a:ext uri="{FF2B5EF4-FFF2-40B4-BE49-F238E27FC236}">
                <a16:creationId xmlns:a16="http://schemas.microsoft.com/office/drawing/2014/main" id="{23DA0034-E5C7-45F1-8B5A-BE1EBCBFAAD2}"/>
              </a:ext>
            </a:extLst>
          </p:cNvPr>
          <p:cNvSpPr>
            <a:spLocks noGrp="1"/>
          </p:cNvSpPr>
          <p:nvPr/>
        </p:nvSpPr>
        <p:spPr>
          <a:xfrm>
            <a:off x="187695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" name="F2_precision_recall_distributions_3006">
            <a:extLst>
              <a:ext uri="{FF2B5EF4-FFF2-40B4-BE49-F238E27FC236}">
                <a16:creationId xmlns:a16="http://schemas.microsoft.com/office/drawing/2014/main" id="{62728C22-1289-4F59-84C3-4E743465A6AE}"/>
              </a:ext>
            </a:extLst>
          </p:cNvPr>
          <p:cNvSpPr>
            <a:spLocks noGrp="1"/>
          </p:cNvSpPr>
          <p:nvPr/>
        </p:nvSpPr>
        <p:spPr>
          <a:xfrm>
            <a:off x="2678914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68" y="842186"/>
                </a:lnTo>
                <a:lnTo>
                  <a:pt x="21977" y="835606"/>
                </a:lnTo>
                <a:lnTo>
                  <a:pt x="46979" y="829027"/>
                </a:lnTo>
                <a:lnTo>
                  <a:pt x="77852" y="822447"/>
                </a:lnTo>
                <a:lnTo>
                  <a:pt x="111420" y="815868"/>
                </a:lnTo>
                <a:lnTo>
                  <a:pt x="144687" y="809288"/>
                </a:lnTo>
                <a:lnTo>
                  <a:pt x="175259" y="802708"/>
                </a:lnTo>
                <a:lnTo>
                  <a:pt x="201585" y="796129"/>
                </a:lnTo>
                <a:lnTo>
                  <a:pt x="222994" y="789549"/>
                </a:lnTo>
                <a:lnTo>
                  <a:pt x="239556" y="782970"/>
                </a:lnTo>
                <a:lnTo>
                  <a:pt x="251851" y="776390"/>
                </a:lnTo>
                <a:lnTo>
                  <a:pt x="260704" y="769811"/>
                </a:lnTo>
                <a:lnTo>
                  <a:pt x="266964" y="763231"/>
                </a:lnTo>
                <a:lnTo>
                  <a:pt x="271355" y="756651"/>
                </a:lnTo>
                <a:lnTo>
                  <a:pt x="274413" y="750072"/>
                </a:lnTo>
                <a:lnTo>
                  <a:pt x="276483" y="743492"/>
                </a:lnTo>
                <a:lnTo>
                  <a:pt x="277763" y="736913"/>
                </a:lnTo>
                <a:lnTo>
                  <a:pt x="278359" y="730333"/>
                </a:lnTo>
                <a:lnTo>
                  <a:pt x="278332" y="723754"/>
                </a:lnTo>
                <a:lnTo>
                  <a:pt x="277726" y="717174"/>
                </a:lnTo>
                <a:lnTo>
                  <a:pt x="276590" y="710594"/>
                </a:lnTo>
                <a:lnTo>
                  <a:pt x="274978" y="704015"/>
                </a:lnTo>
                <a:lnTo>
                  <a:pt x="272958" y="697435"/>
                </a:lnTo>
                <a:lnTo>
                  <a:pt x="270614" y="690856"/>
                </a:lnTo>
                <a:lnTo>
                  <a:pt x="268046" y="684276"/>
                </a:lnTo>
                <a:lnTo>
                  <a:pt x="265376" y="677697"/>
                </a:lnTo>
                <a:lnTo>
                  <a:pt x="262738" y="671117"/>
                </a:lnTo>
                <a:lnTo>
                  <a:pt x="260264" y="664537"/>
                </a:lnTo>
                <a:lnTo>
                  <a:pt x="258068" y="657958"/>
                </a:lnTo>
                <a:lnTo>
                  <a:pt x="256221" y="651378"/>
                </a:lnTo>
                <a:lnTo>
                  <a:pt x="254741" y="644799"/>
                </a:lnTo>
                <a:lnTo>
                  <a:pt x="253584" y="638219"/>
                </a:lnTo>
                <a:lnTo>
                  <a:pt x="252659" y="631639"/>
                </a:lnTo>
                <a:lnTo>
                  <a:pt x="251843" y="625060"/>
                </a:lnTo>
                <a:lnTo>
                  <a:pt x="251008" y="618480"/>
                </a:lnTo>
                <a:lnTo>
                  <a:pt x="250048" y="611901"/>
                </a:lnTo>
                <a:lnTo>
                  <a:pt x="248895" y="605321"/>
                </a:lnTo>
                <a:lnTo>
                  <a:pt x="247532" y="598742"/>
                </a:lnTo>
                <a:lnTo>
                  <a:pt x="245990" y="592162"/>
                </a:lnTo>
                <a:lnTo>
                  <a:pt x="244336" y="585582"/>
                </a:lnTo>
                <a:lnTo>
                  <a:pt x="242653" y="579003"/>
                </a:lnTo>
                <a:lnTo>
                  <a:pt x="241015" y="572423"/>
                </a:lnTo>
                <a:lnTo>
                  <a:pt x="239466" y="565844"/>
                </a:lnTo>
                <a:lnTo>
                  <a:pt x="237998" y="559264"/>
                </a:lnTo>
                <a:lnTo>
                  <a:pt x="236549" y="552685"/>
                </a:lnTo>
                <a:lnTo>
                  <a:pt x="235014" y="546105"/>
                </a:lnTo>
                <a:lnTo>
                  <a:pt x="233274" y="539525"/>
                </a:lnTo>
                <a:lnTo>
                  <a:pt x="231236" y="532946"/>
                </a:lnTo>
                <a:lnTo>
                  <a:pt x="228877" y="526366"/>
                </a:lnTo>
                <a:lnTo>
                  <a:pt x="226272" y="519787"/>
                </a:lnTo>
                <a:lnTo>
                  <a:pt x="223600" y="513207"/>
                </a:lnTo>
                <a:lnTo>
                  <a:pt x="221123" y="506627"/>
                </a:lnTo>
                <a:lnTo>
                  <a:pt x="219126" y="500048"/>
                </a:lnTo>
                <a:lnTo>
                  <a:pt x="217855" y="493468"/>
                </a:lnTo>
                <a:lnTo>
                  <a:pt x="217450" y="486889"/>
                </a:lnTo>
                <a:lnTo>
                  <a:pt x="217900" y="480309"/>
                </a:lnTo>
                <a:lnTo>
                  <a:pt x="219037" y="473730"/>
                </a:lnTo>
                <a:lnTo>
                  <a:pt x="220560" y="467150"/>
                </a:lnTo>
                <a:lnTo>
                  <a:pt x="222105" y="460570"/>
                </a:lnTo>
                <a:lnTo>
                  <a:pt x="223319" y="453991"/>
                </a:lnTo>
                <a:lnTo>
                  <a:pt x="223942" y="447411"/>
                </a:lnTo>
                <a:lnTo>
                  <a:pt x="223866" y="440832"/>
                </a:lnTo>
                <a:lnTo>
                  <a:pt x="223153" y="434252"/>
                </a:lnTo>
                <a:lnTo>
                  <a:pt x="222022" y="427673"/>
                </a:lnTo>
                <a:lnTo>
                  <a:pt x="220798" y="421093"/>
                </a:lnTo>
                <a:lnTo>
                  <a:pt x="219841" y="414513"/>
                </a:lnTo>
                <a:lnTo>
                  <a:pt x="219464" y="407934"/>
                </a:lnTo>
                <a:lnTo>
                  <a:pt x="219877" y="401354"/>
                </a:lnTo>
                <a:lnTo>
                  <a:pt x="221146" y="394775"/>
                </a:lnTo>
                <a:lnTo>
                  <a:pt x="223192" y="388195"/>
                </a:lnTo>
                <a:lnTo>
                  <a:pt x="225816" y="381616"/>
                </a:lnTo>
                <a:lnTo>
                  <a:pt x="228745" y="375036"/>
                </a:lnTo>
                <a:lnTo>
                  <a:pt x="231680" y="368456"/>
                </a:lnTo>
                <a:lnTo>
                  <a:pt x="234342" y="361877"/>
                </a:lnTo>
                <a:lnTo>
                  <a:pt x="236502" y="355297"/>
                </a:lnTo>
                <a:lnTo>
                  <a:pt x="237985" y="348718"/>
                </a:lnTo>
                <a:lnTo>
                  <a:pt x="238671" y="342138"/>
                </a:lnTo>
                <a:lnTo>
                  <a:pt x="238481" y="335558"/>
                </a:lnTo>
                <a:lnTo>
                  <a:pt x="237366" y="328979"/>
                </a:lnTo>
                <a:lnTo>
                  <a:pt x="235297" y="322399"/>
                </a:lnTo>
                <a:lnTo>
                  <a:pt x="232271" y="315820"/>
                </a:lnTo>
                <a:lnTo>
                  <a:pt x="228305" y="309240"/>
                </a:lnTo>
                <a:lnTo>
                  <a:pt x="223440" y="302661"/>
                </a:lnTo>
                <a:lnTo>
                  <a:pt x="217738" y="296081"/>
                </a:lnTo>
                <a:lnTo>
                  <a:pt x="211266" y="289501"/>
                </a:lnTo>
                <a:lnTo>
                  <a:pt x="204078" y="282922"/>
                </a:lnTo>
                <a:lnTo>
                  <a:pt x="196208" y="276342"/>
                </a:lnTo>
                <a:lnTo>
                  <a:pt x="187656" y="269763"/>
                </a:lnTo>
                <a:lnTo>
                  <a:pt x="178408" y="263183"/>
                </a:lnTo>
                <a:lnTo>
                  <a:pt x="168469" y="256604"/>
                </a:lnTo>
                <a:lnTo>
                  <a:pt x="157912" y="250024"/>
                </a:lnTo>
                <a:lnTo>
                  <a:pt x="146931" y="243444"/>
                </a:lnTo>
                <a:lnTo>
                  <a:pt x="135880" y="236865"/>
                </a:lnTo>
                <a:lnTo>
                  <a:pt x="125285" y="230285"/>
                </a:lnTo>
                <a:lnTo>
                  <a:pt x="115804" y="223706"/>
                </a:lnTo>
                <a:lnTo>
                  <a:pt x="108150" y="217126"/>
                </a:lnTo>
                <a:lnTo>
                  <a:pt x="102986" y="210546"/>
                </a:lnTo>
                <a:lnTo>
                  <a:pt x="100807" y="203967"/>
                </a:lnTo>
                <a:lnTo>
                  <a:pt x="101856" y="197387"/>
                </a:lnTo>
                <a:lnTo>
                  <a:pt x="106085" y="190808"/>
                </a:lnTo>
                <a:lnTo>
                  <a:pt x="113174" y="184228"/>
                </a:lnTo>
                <a:lnTo>
                  <a:pt x="122602" y="177649"/>
                </a:lnTo>
                <a:lnTo>
                  <a:pt x="133749" y="171069"/>
                </a:lnTo>
                <a:lnTo>
                  <a:pt x="145999" y="164489"/>
                </a:lnTo>
                <a:lnTo>
                  <a:pt x="158815" y="157910"/>
                </a:lnTo>
                <a:lnTo>
                  <a:pt x="171778" y="151330"/>
                </a:lnTo>
                <a:lnTo>
                  <a:pt x="184583" y="144751"/>
                </a:lnTo>
                <a:lnTo>
                  <a:pt x="197008" y="138171"/>
                </a:lnTo>
                <a:lnTo>
                  <a:pt x="208882" y="131592"/>
                </a:lnTo>
                <a:lnTo>
                  <a:pt x="220062" y="125012"/>
                </a:lnTo>
                <a:lnTo>
                  <a:pt x="230420" y="118432"/>
                </a:lnTo>
                <a:lnTo>
                  <a:pt x="239865" y="111853"/>
                </a:lnTo>
                <a:lnTo>
                  <a:pt x="248357" y="105273"/>
                </a:lnTo>
                <a:lnTo>
                  <a:pt x="255929" y="98694"/>
                </a:lnTo>
                <a:lnTo>
                  <a:pt x="262683" y="92114"/>
                </a:lnTo>
                <a:lnTo>
                  <a:pt x="268777" y="85535"/>
                </a:lnTo>
                <a:lnTo>
                  <a:pt x="274385" y="78955"/>
                </a:lnTo>
                <a:lnTo>
                  <a:pt x="279664" y="72375"/>
                </a:lnTo>
                <a:lnTo>
                  <a:pt x="284717" y="65796"/>
                </a:lnTo>
                <a:lnTo>
                  <a:pt x="289575" y="59216"/>
                </a:lnTo>
                <a:lnTo>
                  <a:pt x="294198" y="52637"/>
                </a:lnTo>
                <a:lnTo>
                  <a:pt x="298495" y="46057"/>
                </a:lnTo>
                <a:lnTo>
                  <a:pt x="302354" y="39477"/>
                </a:lnTo>
                <a:lnTo>
                  <a:pt x="305672" y="32898"/>
                </a:lnTo>
                <a:lnTo>
                  <a:pt x="308381" y="26318"/>
                </a:lnTo>
                <a:lnTo>
                  <a:pt x="310452" y="19739"/>
                </a:lnTo>
                <a:lnTo>
                  <a:pt x="311896" y="13159"/>
                </a:lnTo>
                <a:lnTo>
                  <a:pt x="312742" y="6580"/>
                </a:lnTo>
                <a:lnTo>
                  <a:pt x="313020" y="0"/>
                </a:lnTo>
                <a:lnTo>
                  <a:pt x="362076" y="0"/>
                </a:lnTo>
                <a:lnTo>
                  <a:pt x="362076" y="0"/>
                </a:lnTo>
                <a:lnTo>
                  <a:pt x="362354" y="6580"/>
                </a:lnTo>
                <a:lnTo>
                  <a:pt x="363201" y="13159"/>
                </a:lnTo>
                <a:lnTo>
                  <a:pt x="364645" y="19739"/>
                </a:lnTo>
                <a:lnTo>
                  <a:pt x="366716" y="26318"/>
                </a:lnTo>
                <a:lnTo>
                  <a:pt x="369424" y="32898"/>
                </a:lnTo>
                <a:lnTo>
                  <a:pt x="372743" y="39477"/>
                </a:lnTo>
                <a:lnTo>
                  <a:pt x="376602" y="46057"/>
                </a:lnTo>
                <a:lnTo>
                  <a:pt x="380899" y="52637"/>
                </a:lnTo>
                <a:lnTo>
                  <a:pt x="385522" y="59216"/>
                </a:lnTo>
                <a:lnTo>
                  <a:pt x="390379" y="65796"/>
                </a:lnTo>
                <a:lnTo>
                  <a:pt x="395432" y="72375"/>
                </a:lnTo>
                <a:lnTo>
                  <a:pt x="400712" y="78955"/>
                </a:lnTo>
                <a:lnTo>
                  <a:pt x="406320" y="85535"/>
                </a:lnTo>
                <a:lnTo>
                  <a:pt x="412413" y="92114"/>
                </a:lnTo>
                <a:lnTo>
                  <a:pt x="419167" y="98694"/>
                </a:lnTo>
                <a:lnTo>
                  <a:pt x="426739" y="105273"/>
                </a:lnTo>
                <a:lnTo>
                  <a:pt x="435232" y="111853"/>
                </a:lnTo>
                <a:lnTo>
                  <a:pt x="444676" y="118432"/>
                </a:lnTo>
                <a:lnTo>
                  <a:pt x="455035" y="125012"/>
                </a:lnTo>
                <a:lnTo>
                  <a:pt x="466214" y="131592"/>
                </a:lnTo>
                <a:lnTo>
                  <a:pt x="478089" y="138171"/>
                </a:lnTo>
                <a:lnTo>
                  <a:pt x="490514" y="144751"/>
                </a:lnTo>
                <a:lnTo>
                  <a:pt x="503318" y="151330"/>
                </a:lnTo>
                <a:lnTo>
                  <a:pt x="516281" y="157910"/>
                </a:lnTo>
                <a:lnTo>
                  <a:pt x="529098" y="164489"/>
                </a:lnTo>
                <a:lnTo>
                  <a:pt x="541348" y="171069"/>
                </a:lnTo>
                <a:lnTo>
                  <a:pt x="552495" y="177649"/>
                </a:lnTo>
                <a:lnTo>
                  <a:pt x="561922" y="184228"/>
                </a:lnTo>
                <a:lnTo>
                  <a:pt x="569011" y="190808"/>
                </a:lnTo>
                <a:lnTo>
                  <a:pt x="573240" y="197387"/>
                </a:lnTo>
                <a:lnTo>
                  <a:pt x="574290" y="203967"/>
                </a:lnTo>
                <a:lnTo>
                  <a:pt x="572110" y="210546"/>
                </a:lnTo>
                <a:lnTo>
                  <a:pt x="566946" y="217126"/>
                </a:lnTo>
                <a:lnTo>
                  <a:pt x="559293" y="223706"/>
                </a:lnTo>
                <a:lnTo>
                  <a:pt x="549812" y="230285"/>
                </a:lnTo>
                <a:lnTo>
                  <a:pt x="539217" y="236865"/>
                </a:lnTo>
                <a:lnTo>
                  <a:pt x="528166" y="243444"/>
                </a:lnTo>
                <a:lnTo>
                  <a:pt x="517184" y="250024"/>
                </a:lnTo>
                <a:lnTo>
                  <a:pt x="506627" y="256604"/>
                </a:lnTo>
                <a:lnTo>
                  <a:pt x="496688" y="263183"/>
                </a:lnTo>
                <a:lnTo>
                  <a:pt x="487441" y="269763"/>
                </a:lnTo>
                <a:lnTo>
                  <a:pt x="478889" y="276342"/>
                </a:lnTo>
                <a:lnTo>
                  <a:pt x="471018" y="282922"/>
                </a:lnTo>
                <a:lnTo>
                  <a:pt x="463831" y="289501"/>
                </a:lnTo>
                <a:lnTo>
                  <a:pt x="457358" y="296081"/>
                </a:lnTo>
                <a:lnTo>
                  <a:pt x="451656" y="302661"/>
                </a:lnTo>
                <a:lnTo>
                  <a:pt x="446792" y="309240"/>
                </a:lnTo>
                <a:lnTo>
                  <a:pt x="442825" y="315820"/>
                </a:lnTo>
                <a:lnTo>
                  <a:pt x="439799" y="322399"/>
                </a:lnTo>
                <a:lnTo>
                  <a:pt x="437731" y="328979"/>
                </a:lnTo>
                <a:lnTo>
                  <a:pt x="436615" y="335558"/>
                </a:lnTo>
                <a:lnTo>
                  <a:pt x="436425" y="342138"/>
                </a:lnTo>
                <a:lnTo>
                  <a:pt x="437111" y="348718"/>
                </a:lnTo>
                <a:lnTo>
                  <a:pt x="438594" y="355297"/>
                </a:lnTo>
                <a:lnTo>
                  <a:pt x="440754" y="361877"/>
                </a:lnTo>
                <a:lnTo>
                  <a:pt x="443417" y="368456"/>
                </a:lnTo>
                <a:lnTo>
                  <a:pt x="446352" y="375036"/>
                </a:lnTo>
                <a:lnTo>
                  <a:pt x="449280" y="381616"/>
                </a:lnTo>
                <a:lnTo>
                  <a:pt x="451904" y="388195"/>
                </a:lnTo>
                <a:lnTo>
                  <a:pt x="453951" y="394775"/>
                </a:lnTo>
                <a:lnTo>
                  <a:pt x="455220" y="401354"/>
                </a:lnTo>
                <a:lnTo>
                  <a:pt x="455632" y="407934"/>
                </a:lnTo>
                <a:lnTo>
                  <a:pt x="455256" y="414513"/>
                </a:lnTo>
                <a:lnTo>
                  <a:pt x="454298" y="421093"/>
                </a:lnTo>
                <a:lnTo>
                  <a:pt x="453075" y="427673"/>
                </a:lnTo>
                <a:lnTo>
                  <a:pt x="451944" y="434252"/>
                </a:lnTo>
                <a:lnTo>
                  <a:pt x="451230" y="440832"/>
                </a:lnTo>
                <a:lnTo>
                  <a:pt x="451154" y="447411"/>
                </a:lnTo>
                <a:lnTo>
                  <a:pt x="451778" y="453991"/>
                </a:lnTo>
                <a:lnTo>
                  <a:pt x="452992" y="460570"/>
                </a:lnTo>
                <a:lnTo>
                  <a:pt x="454537" y="467150"/>
                </a:lnTo>
                <a:lnTo>
                  <a:pt x="456060" y="473730"/>
                </a:lnTo>
                <a:lnTo>
                  <a:pt x="457196" y="480309"/>
                </a:lnTo>
                <a:lnTo>
                  <a:pt x="457647" y="486889"/>
                </a:lnTo>
                <a:lnTo>
                  <a:pt x="457242" y="493468"/>
                </a:lnTo>
                <a:lnTo>
                  <a:pt x="455971" y="500048"/>
                </a:lnTo>
                <a:lnTo>
                  <a:pt x="453973" y="506627"/>
                </a:lnTo>
                <a:lnTo>
                  <a:pt x="451496" y="513207"/>
                </a:lnTo>
                <a:lnTo>
                  <a:pt x="448825" y="519787"/>
                </a:lnTo>
                <a:lnTo>
                  <a:pt x="446220" y="526366"/>
                </a:lnTo>
                <a:lnTo>
                  <a:pt x="443861" y="532946"/>
                </a:lnTo>
                <a:lnTo>
                  <a:pt x="441823" y="539525"/>
                </a:lnTo>
                <a:lnTo>
                  <a:pt x="440083" y="546105"/>
                </a:lnTo>
                <a:lnTo>
                  <a:pt x="438548" y="552685"/>
                </a:lnTo>
                <a:lnTo>
                  <a:pt x="437099" y="559264"/>
                </a:lnTo>
                <a:lnTo>
                  <a:pt x="435631" y="565844"/>
                </a:lnTo>
                <a:lnTo>
                  <a:pt x="434081" y="572423"/>
                </a:lnTo>
                <a:lnTo>
                  <a:pt x="432444" y="579003"/>
                </a:lnTo>
                <a:lnTo>
                  <a:pt x="430760" y="585582"/>
                </a:lnTo>
                <a:lnTo>
                  <a:pt x="429106" y="592162"/>
                </a:lnTo>
                <a:lnTo>
                  <a:pt x="427565" y="598742"/>
                </a:lnTo>
                <a:lnTo>
                  <a:pt x="426202" y="605321"/>
                </a:lnTo>
                <a:lnTo>
                  <a:pt x="425049" y="611901"/>
                </a:lnTo>
                <a:lnTo>
                  <a:pt x="424088" y="618480"/>
                </a:lnTo>
                <a:lnTo>
                  <a:pt x="423253" y="625060"/>
                </a:lnTo>
                <a:lnTo>
                  <a:pt x="422437" y="631639"/>
                </a:lnTo>
                <a:lnTo>
                  <a:pt x="421512" y="638219"/>
                </a:lnTo>
                <a:lnTo>
                  <a:pt x="420356" y="644799"/>
                </a:lnTo>
                <a:lnTo>
                  <a:pt x="418875" y="651378"/>
                </a:lnTo>
                <a:lnTo>
                  <a:pt x="417029" y="657958"/>
                </a:lnTo>
                <a:lnTo>
                  <a:pt x="414832" y="664537"/>
                </a:lnTo>
                <a:lnTo>
                  <a:pt x="412359" y="671117"/>
                </a:lnTo>
                <a:lnTo>
                  <a:pt x="409720" y="677697"/>
                </a:lnTo>
                <a:lnTo>
                  <a:pt x="407050" y="684276"/>
                </a:lnTo>
                <a:lnTo>
                  <a:pt x="404483" y="690856"/>
                </a:lnTo>
                <a:lnTo>
                  <a:pt x="402138" y="697435"/>
                </a:lnTo>
                <a:lnTo>
                  <a:pt x="400119" y="704015"/>
                </a:lnTo>
                <a:lnTo>
                  <a:pt x="398507" y="710594"/>
                </a:lnTo>
                <a:lnTo>
                  <a:pt x="397370" y="717174"/>
                </a:lnTo>
                <a:lnTo>
                  <a:pt x="396765" y="723754"/>
                </a:lnTo>
                <a:lnTo>
                  <a:pt x="396737" y="730333"/>
                </a:lnTo>
                <a:lnTo>
                  <a:pt x="397334" y="736913"/>
                </a:lnTo>
                <a:lnTo>
                  <a:pt x="398614" y="743492"/>
                </a:lnTo>
                <a:lnTo>
                  <a:pt x="400684" y="750072"/>
                </a:lnTo>
                <a:lnTo>
                  <a:pt x="403741" y="756651"/>
                </a:lnTo>
                <a:lnTo>
                  <a:pt x="408133" y="763231"/>
                </a:lnTo>
                <a:lnTo>
                  <a:pt x="414393" y="769811"/>
                </a:lnTo>
                <a:lnTo>
                  <a:pt x="423246" y="776390"/>
                </a:lnTo>
                <a:lnTo>
                  <a:pt x="435541" y="782970"/>
                </a:lnTo>
                <a:lnTo>
                  <a:pt x="452103" y="789549"/>
                </a:lnTo>
                <a:lnTo>
                  <a:pt x="473512" y="796129"/>
                </a:lnTo>
                <a:lnTo>
                  <a:pt x="499838" y="802708"/>
                </a:lnTo>
                <a:lnTo>
                  <a:pt x="530410" y="809288"/>
                </a:lnTo>
                <a:lnTo>
                  <a:pt x="563677" y="815868"/>
                </a:lnTo>
                <a:lnTo>
                  <a:pt x="597245" y="822447"/>
                </a:lnTo>
                <a:lnTo>
                  <a:pt x="628118" y="829027"/>
                </a:lnTo>
                <a:lnTo>
                  <a:pt x="653119" y="835606"/>
                </a:lnTo>
                <a:lnTo>
                  <a:pt x="669428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93" name="F2_precision_recall_distributions_3007">
            <a:extLst>
              <a:ext uri="{FF2B5EF4-FFF2-40B4-BE49-F238E27FC236}">
                <a16:creationId xmlns:a16="http://schemas.microsoft.com/office/drawing/2014/main" id="{B1C1546C-D301-40A6-ACD8-8DBB0C1CF224}"/>
              </a:ext>
            </a:extLst>
          </p:cNvPr>
          <p:cNvSpPr>
            <a:spLocks noGrp="1"/>
          </p:cNvSpPr>
          <p:nvPr/>
        </p:nvSpPr>
        <p:spPr>
          <a:xfrm>
            <a:off x="3104667" y="17630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" name="F2_precision_recall_distributions_3008">
            <a:extLst>
              <a:ext uri="{FF2B5EF4-FFF2-40B4-BE49-F238E27FC236}">
                <a16:creationId xmlns:a16="http://schemas.microsoft.com/office/drawing/2014/main" id="{CD52F47A-4595-430E-BF50-BD75A370D28E}"/>
              </a:ext>
            </a:extLst>
          </p:cNvPr>
          <p:cNvSpPr>
            <a:spLocks noGrp="1"/>
          </p:cNvSpPr>
          <p:nvPr/>
        </p:nvSpPr>
        <p:spPr>
          <a:xfrm>
            <a:off x="2855366" y="16205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" name="F2_precision_recall_distributions_3009">
            <a:extLst>
              <a:ext uri="{FF2B5EF4-FFF2-40B4-BE49-F238E27FC236}">
                <a16:creationId xmlns:a16="http://schemas.microsoft.com/office/drawing/2014/main" id="{86A03ED1-E0CB-4213-901B-3FD9233BBEE0}"/>
              </a:ext>
            </a:extLst>
          </p:cNvPr>
          <p:cNvSpPr>
            <a:spLocks noGrp="1"/>
          </p:cNvSpPr>
          <p:nvPr/>
        </p:nvSpPr>
        <p:spPr>
          <a:xfrm>
            <a:off x="2912963" y="1786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" name="F2_precision_recall_distributions_3010">
            <a:extLst>
              <a:ext uri="{FF2B5EF4-FFF2-40B4-BE49-F238E27FC236}">
                <a16:creationId xmlns:a16="http://schemas.microsoft.com/office/drawing/2014/main" id="{BE0940AB-C5B3-49B4-92E5-FA6E5CED8705}"/>
              </a:ext>
            </a:extLst>
          </p:cNvPr>
          <p:cNvSpPr>
            <a:spLocks noGrp="1"/>
          </p:cNvSpPr>
          <p:nvPr/>
        </p:nvSpPr>
        <p:spPr>
          <a:xfrm>
            <a:off x="2819256" y="22846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" name="F2_precision_recall_distributions_3011">
            <a:extLst>
              <a:ext uri="{FF2B5EF4-FFF2-40B4-BE49-F238E27FC236}">
                <a16:creationId xmlns:a16="http://schemas.microsoft.com/office/drawing/2014/main" id="{4AABA8E2-DE29-4249-AB95-6850B07FE2F1}"/>
              </a:ext>
            </a:extLst>
          </p:cNvPr>
          <p:cNvSpPr>
            <a:spLocks noGrp="1"/>
          </p:cNvSpPr>
          <p:nvPr/>
        </p:nvSpPr>
        <p:spPr>
          <a:xfrm>
            <a:off x="3127900" y="18514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" name="F2_precision_recall_distributions_3012">
            <a:extLst>
              <a:ext uri="{FF2B5EF4-FFF2-40B4-BE49-F238E27FC236}">
                <a16:creationId xmlns:a16="http://schemas.microsoft.com/office/drawing/2014/main" id="{54550C1F-F4DD-486A-BA01-DB34CCD2843B}"/>
              </a:ext>
            </a:extLst>
          </p:cNvPr>
          <p:cNvSpPr>
            <a:spLocks noGrp="1"/>
          </p:cNvSpPr>
          <p:nvPr/>
        </p:nvSpPr>
        <p:spPr>
          <a:xfrm>
            <a:off x="2869044" y="1976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" name="F2_precision_recall_distributions_3013">
            <a:extLst>
              <a:ext uri="{FF2B5EF4-FFF2-40B4-BE49-F238E27FC236}">
                <a16:creationId xmlns:a16="http://schemas.microsoft.com/office/drawing/2014/main" id="{9B149900-130E-4A22-AFDA-ACDA546D5641}"/>
              </a:ext>
            </a:extLst>
          </p:cNvPr>
          <p:cNvSpPr>
            <a:spLocks noGrp="1"/>
          </p:cNvSpPr>
          <p:nvPr/>
        </p:nvSpPr>
        <p:spPr>
          <a:xfrm>
            <a:off x="3086464" y="16953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" name="F2_precision_recall_distributions_3014">
            <a:extLst>
              <a:ext uri="{FF2B5EF4-FFF2-40B4-BE49-F238E27FC236}">
                <a16:creationId xmlns:a16="http://schemas.microsoft.com/office/drawing/2014/main" id="{F1BC1A84-EF3B-42B3-9B38-310A09F78E17}"/>
              </a:ext>
            </a:extLst>
          </p:cNvPr>
          <p:cNvSpPr>
            <a:spLocks noGrp="1"/>
          </p:cNvSpPr>
          <p:nvPr/>
        </p:nvSpPr>
        <p:spPr>
          <a:xfrm>
            <a:off x="2999390" y="17291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" name="F2_precision_recall_distributions_3015">
            <a:extLst>
              <a:ext uri="{FF2B5EF4-FFF2-40B4-BE49-F238E27FC236}">
                <a16:creationId xmlns:a16="http://schemas.microsoft.com/office/drawing/2014/main" id="{B1BE5126-5C05-439D-9D88-74315430FFF5}"/>
              </a:ext>
            </a:extLst>
          </p:cNvPr>
          <p:cNvSpPr>
            <a:spLocks noGrp="1"/>
          </p:cNvSpPr>
          <p:nvPr/>
        </p:nvSpPr>
        <p:spPr>
          <a:xfrm>
            <a:off x="3113468" y="16836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" name="F2_precision_recall_distributions_3016">
            <a:extLst>
              <a:ext uri="{FF2B5EF4-FFF2-40B4-BE49-F238E27FC236}">
                <a16:creationId xmlns:a16="http://schemas.microsoft.com/office/drawing/2014/main" id="{600CFA31-C804-403A-852F-3874E4606089}"/>
              </a:ext>
            </a:extLst>
          </p:cNvPr>
          <p:cNvSpPr>
            <a:spLocks noGrp="1"/>
          </p:cNvSpPr>
          <p:nvPr/>
        </p:nvSpPr>
        <p:spPr>
          <a:xfrm>
            <a:off x="2833609" y="16692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" name="F2_precision_recall_distributions_3017">
            <a:extLst>
              <a:ext uri="{FF2B5EF4-FFF2-40B4-BE49-F238E27FC236}">
                <a16:creationId xmlns:a16="http://schemas.microsoft.com/office/drawing/2014/main" id="{AE5E59FA-15AF-4146-B0AA-C42DE786D4A5}"/>
              </a:ext>
            </a:extLst>
          </p:cNvPr>
          <p:cNvSpPr>
            <a:spLocks noGrp="1"/>
          </p:cNvSpPr>
          <p:nvPr/>
        </p:nvSpPr>
        <p:spPr>
          <a:xfrm>
            <a:off x="3056489" y="20394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" name="F2_precision_recall_distributions_3018">
            <a:extLst>
              <a:ext uri="{FF2B5EF4-FFF2-40B4-BE49-F238E27FC236}">
                <a16:creationId xmlns:a16="http://schemas.microsoft.com/office/drawing/2014/main" id="{968DD568-B90E-446B-8DDD-D90F22B3DFBF}"/>
              </a:ext>
            </a:extLst>
          </p:cNvPr>
          <p:cNvSpPr>
            <a:spLocks noGrp="1"/>
          </p:cNvSpPr>
          <p:nvPr/>
        </p:nvSpPr>
        <p:spPr>
          <a:xfrm>
            <a:off x="3148833" y="19950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" name="F2_precision_recall_distributions_3019">
            <a:extLst>
              <a:ext uri="{FF2B5EF4-FFF2-40B4-BE49-F238E27FC236}">
                <a16:creationId xmlns:a16="http://schemas.microsoft.com/office/drawing/2014/main" id="{42D95709-D599-468B-9204-BBB459AA8F8E}"/>
              </a:ext>
            </a:extLst>
          </p:cNvPr>
          <p:cNvSpPr>
            <a:spLocks noGrp="1"/>
          </p:cNvSpPr>
          <p:nvPr/>
        </p:nvSpPr>
        <p:spPr>
          <a:xfrm>
            <a:off x="3144727" y="20389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" name="F2_precision_recall_distributions_3020">
            <a:extLst>
              <a:ext uri="{FF2B5EF4-FFF2-40B4-BE49-F238E27FC236}">
                <a16:creationId xmlns:a16="http://schemas.microsoft.com/office/drawing/2014/main" id="{0E20100D-B74C-4ABE-8B3C-56AE53807BD5}"/>
              </a:ext>
            </a:extLst>
          </p:cNvPr>
          <p:cNvSpPr>
            <a:spLocks noGrp="1"/>
          </p:cNvSpPr>
          <p:nvPr/>
        </p:nvSpPr>
        <p:spPr>
          <a:xfrm>
            <a:off x="2879919" y="15842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" name="F2_precision_recall_distributions_3021">
            <a:extLst>
              <a:ext uri="{FF2B5EF4-FFF2-40B4-BE49-F238E27FC236}">
                <a16:creationId xmlns:a16="http://schemas.microsoft.com/office/drawing/2014/main" id="{F5EDDC97-8404-482E-8C1D-7E0CBA2B30DA}"/>
              </a:ext>
            </a:extLst>
          </p:cNvPr>
          <p:cNvSpPr>
            <a:spLocks noGrp="1"/>
          </p:cNvSpPr>
          <p:nvPr/>
        </p:nvSpPr>
        <p:spPr>
          <a:xfrm>
            <a:off x="3176533" y="1710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" name="F2_precision_recall_distributions_3022">
            <a:extLst>
              <a:ext uri="{FF2B5EF4-FFF2-40B4-BE49-F238E27FC236}">
                <a16:creationId xmlns:a16="http://schemas.microsoft.com/office/drawing/2014/main" id="{0A22CEBE-7DD4-4939-B7B7-224C40E113B1}"/>
              </a:ext>
            </a:extLst>
          </p:cNvPr>
          <p:cNvSpPr>
            <a:spLocks noGrp="1"/>
          </p:cNvSpPr>
          <p:nvPr/>
        </p:nvSpPr>
        <p:spPr>
          <a:xfrm>
            <a:off x="2964436" y="1702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" name="F2_precision_recall_distributions_3023">
            <a:extLst>
              <a:ext uri="{FF2B5EF4-FFF2-40B4-BE49-F238E27FC236}">
                <a16:creationId xmlns:a16="http://schemas.microsoft.com/office/drawing/2014/main" id="{6B06B653-39EB-42FB-83DE-F2F61AEB4FF8}"/>
              </a:ext>
            </a:extLst>
          </p:cNvPr>
          <p:cNvSpPr>
            <a:spLocks noGrp="1"/>
          </p:cNvSpPr>
          <p:nvPr/>
        </p:nvSpPr>
        <p:spPr>
          <a:xfrm>
            <a:off x="2926404" y="17101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" name="F2_precision_recall_distributions_3024">
            <a:extLst>
              <a:ext uri="{FF2B5EF4-FFF2-40B4-BE49-F238E27FC236}">
                <a16:creationId xmlns:a16="http://schemas.microsoft.com/office/drawing/2014/main" id="{C933EE1D-1CBB-4C68-A9DC-815D0A128799}"/>
              </a:ext>
            </a:extLst>
          </p:cNvPr>
          <p:cNvSpPr>
            <a:spLocks noGrp="1"/>
          </p:cNvSpPr>
          <p:nvPr/>
        </p:nvSpPr>
        <p:spPr>
          <a:xfrm>
            <a:off x="3027674" y="20400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" name="F2_precision_recall_distributions_3025">
            <a:extLst>
              <a:ext uri="{FF2B5EF4-FFF2-40B4-BE49-F238E27FC236}">
                <a16:creationId xmlns:a16="http://schemas.microsoft.com/office/drawing/2014/main" id="{6CA8BC1B-C1E3-4E88-8BE7-8C161999BCD3}"/>
              </a:ext>
            </a:extLst>
          </p:cNvPr>
          <p:cNvSpPr>
            <a:spLocks noGrp="1"/>
          </p:cNvSpPr>
          <p:nvPr/>
        </p:nvSpPr>
        <p:spPr>
          <a:xfrm>
            <a:off x="3138330" y="20029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" name="F2_precision_recall_distributions_3026">
            <a:extLst>
              <a:ext uri="{FF2B5EF4-FFF2-40B4-BE49-F238E27FC236}">
                <a16:creationId xmlns:a16="http://schemas.microsoft.com/office/drawing/2014/main" id="{5DB6205C-DAFF-49A2-88E3-ED0202DCA649}"/>
              </a:ext>
            </a:extLst>
          </p:cNvPr>
          <p:cNvSpPr>
            <a:spLocks noGrp="1"/>
          </p:cNvSpPr>
          <p:nvPr/>
        </p:nvSpPr>
        <p:spPr>
          <a:xfrm>
            <a:off x="3022183" y="17939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" name="F2_precision_recall_distributions_3027">
            <a:extLst>
              <a:ext uri="{FF2B5EF4-FFF2-40B4-BE49-F238E27FC236}">
                <a16:creationId xmlns:a16="http://schemas.microsoft.com/office/drawing/2014/main" id="{B2E4B961-536F-4777-A047-1FBDE30AC613}"/>
              </a:ext>
            </a:extLst>
          </p:cNvPr>
          <p:cNvSpPr>
            <a:spLocks noGrp="1"/>
          </p:cNvSpPr>
          <p:nvPr/>
        </p:nvSpPr>
        <p:spPr>
          <a:xfrm>
            <a:off x="2833820" y="1771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" name="F2_precision_recall_distributions_3028">
            <a:extLst>
              <a:ext uri="{FF2B5EF4-FFF2-40B4-BE49-F238E27FC236}">
                <a16:creationId xmlns:a16="http://schemas.microsoft.com/office/drawing/2014/main" id="{CAAE1307-8881-49C3-8E92-B18E8246D740}"/>
              </a:ext>
            </a:extLst>
          </p:cNvPr>
          <p:cNvSpPr>
            <a:spLocks noGrp="1"/>
          </p:cNvSpPr>
          <p:nvPr/>
        </p:nvSpPr>
        <p:spPr>
          <a:xfrm>
            <a:off x="2981887" y="20526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" name="F2_precision_recall_distributions_3029">
            <a:extLst>
              <a:ext uri="{FF2B5EF4-FFF2-40B4-BE49-F238E27FC236}">
                <a16:creationId xmlns:a16="http://schemas.microsoft.com/office/drawing/2014/main" id="{30E3FF51-1125-4E47-9E51-5A176CE2BF6E}"/>
              </a:ext>
            </a:extLst>
          </p:cNvPr>
          <p:cNvSpPr>
            <a:spLocks noGrp="1"/>
          </p:cNvSpPr>
          <p:nvPr/>
        </p:nvSpPr>
        <p:spPr>
          <a:xfrm>
            <a:off x="3085145" y="17691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" name="F2_precision_recall_distributions_3030">
            <a:extLst>
              <a:ext uri="{FF2B5EF4-FFF2-40B4-BE49-F238E27FC236}">
                <a16:creationId xmlns:a16="http://schemas.microsoft.com/office/drawing/2014/main" id="{E6B25D29-B0AE-496F-8674-BDC05533242D}"/>
              </a:ext>
            </a:extLst>
          </p:cNvPr>
          <p:cNvSpPr>
            <a:spLocks noGrp="1"/>
          </p:cNvSpPr>
          <p:nvPr/>
        </p:nvSpPr>
        <p:spPr>
          <a:xfrm>
            <a:off x="2901457" y="16833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" name="F2_precision_recall_distributions_3031">
            <a:extLst>
              <a:ext uri="{FF2B5EF4-FFF2-40B4-BE49-F238E27FC236}">
                <a16:creationId xmlns:a16="http://schemas.microsoft.com/office/drawing/2014/main" id="{1ECC6BDA-9BB8-4563-9A26-F621A447B029}"/>
              </a:ext>
            </a:extLst>
          </p:cNvPr>
          <p:cNvSpPr>
            <a:spLocks noGrp="1"/>
          </p:cNvSpPr>
          <p:nvPr/>
        </p:nvSpPr>
        <p:spPr>
          <a:xfrm>
            <a:off x="3006911" y="2259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" name="F2_precision_recall_distributions_3032">
            <a:extLst>
              <a:ext uri="{FF2B5EF4-FFF2-40B4-BE49-F238E27FC236}">
                <a16:creationId xmlns:a16="http://schemas.microsoft.com/office/drawing/2014/main" id="{8C392785-B013-4755-84A7-571A83064E2F}"/>
              </a:ext>
            </a:extLst>
          </p:cNvPr>
          <p:cNvSpPr>
            <a:spLocks noGrp="1"/>
          </p:cNvSpPr>
          <p:nvPr/>
        </p:nvSpPr>
        <p:spPr>
          <a:xfrm>
            <a:off x="30714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" name="F2_precision_recall_distributions_3033">
            <a:extLst>
              <a:ext uri="{FF2B5EF4-FFF2-40B4-BE49-F238E27FC236}">
                <a16:creationId xmlns:a16="http://schemas.microsoft.com/office/drawing/2014/main" id="{00C86C72-AF1D-4CCD-9AF6-B34FC7F1439D}"/>
              </a:ext>
            </a:extLst>
          </p:cNvPr>
          <p:cNvSpPr>
            <a:spLocks noGrp="1"/>
          </p:cNvSpPr>
          <p:nvPr/>
        </p:nvSpPr>
        <p:spPr>
          <a:xfrm>
            <a:off x="3078296" y="20920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" name="F2_precision_recall_distributions_3034">
            <a:extLst>
              <a:ext uri="{FF2B5EF4-FFF2-40B4-BE49-F238E27FC236}">
                <a16:creationId xmlns:a16="http://schemas.microsoft.com/office/drawing/2014/main" id="{44DB4746-98AE-4034-B73B-515800059B2F}"/>
              </a:ext>
            </a:extLst>
          </p:cNvPr>
          <p:cNvSpPr>
            <a:spLocks noGrp="1"/>
          </p:cNvSpPr>
          <p:nvPr/>
        </p:nvSpPr>
        <p:spPr>
          <a:xfrm>
            <a:off x="2993778" y="18859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" name="F2_precision_recall_distributions_3035">
            <a:extLst>
              <a:ext uri="{FF2B5EF4-FFF2-40B4-BE49-F238E27FC236}">
                <a16:creationId xmlns:a16="http://schemas.microsoft.com/office/drawing/2014/main" id="{D3A773D7-F9C3-485F-BDAA-D94C69801612}"/>
              </a:ext>
            </a:extLst>
          </p:cNvPr>
          <p:cNvSpPr>
            <a:spLocks noGrp="1"/>
          </p:cNvSpPr>
          <p:nvPr/>
        </p:nvSpPr>
        <p:spPr>
          <a:xfrm>
            <a:off x="3057320" y="1670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" name="F2_precision_recall_distributions_3036">
            <a:extLst>
              <a:ext uri="{FF2B5EF4-FFF2-40B4-BE49-F238E27FC236}">
                <a16:creationId xmlns:a16="http://schemas.microsoft.com/office/drawing/2014/main" id="{E57950A8-54DE-4B70-8DA3-9432454ADC9C}"/>
              </a:ext>
            </a:extLst>
          </p:cNvPr>
          <p:cNvSpPr>
            <a:spLocks noGrp="1"/>
          </p:cNvSpPr>
          <p:nvPr/>
        </p:nvSpPr>
        <p:spPr>
          <a:xfrm>
            <a:off x="3070741" y="16679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3" name="F2_precision_recall_distributions_3037">
            <a:extLst>
              <a:ext uri="{FF2B5EF4-FFF2-40B4-BE49-F238E27FC236}">
                <a16:creationId xmlns:a16="http://schemas.microsoft.com/office/drawing/2014/main" id="{821E6F3A-9B03-4595-9DE1-4F50BD5579A6}"/>
              </a:ext>
            </a:extLst>
          </p:cNvPr>
          <p:cNvSpPr>
            <a:spLocks noGrp="1"/>
          </p:cNvSpPr>
          <p:nvPr/>
        </p:nvSpPr>
        <p:spPr>
          <a:xfrm>
            <a:off x="282016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" name="F2_precision_recall_distributions_3038">
            <a:extLst>
              <a:ext uri="{FF2B5EF4-FFF2-40B4-BE49-F238E27FC236}">
                <a16:creationId xmlns:a16="http://schemas.microsoft.com/office/drawing/2014/main" id="{3DD812C9-1275-41E3-8C11-0690495AA56B}"/>
              </a:ext>
            </a:extLst>
          </p:cNvPr>
          <p:cNvSpPr>
            <a:spLocks noGrp="1"/>
          </p:cNvSpPr>
          <p:nvPr/>
        </p:nvSpPr>
        <p:spPr>
          <a:xfrm>
            <a:off x="2984356" y="18856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" name="F2_precision_recall_distributions_3039">
            <a:extLst>
              <a:ext uri="{FF2B5EF4-FFF2-40B4-BE49-F238E27FC236}">
                <a16:creationId xmlns:a16="http://schemas.microsoft.com/office/drawing/2014/main" id="{C3FF21B8-FEE9-401A-978F-FC374E32BFD3}"/>
              </a:ext>
            </a:extLst>
          </p:cNvPr>
          <p:cNvSpPr>
            <a:spLocks noGrp="1"/>
          </p:cNvSpPr>
          <p:nvPr/>
        </p:nvSpPr>
        <p:spPr>
          <a:xfrm>
            <a:off x="314789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" name="F2_precision_recall_distributions_3040">
            <a:extLst>
              <a:ext uri="{FF2B5EF4-FFF2-40B4-BE49-F238E27FC236}">
                <a16:creationId xmlns:a16="http://schemas.microsoft.com/office/drawing/2014/main" id="{54065B28-D75F-4503-90C7-8B7642D6F488}"/>
              </a:ext>
            </a:extLst>
          </p:cNvPr>
          <p:cNvSpPr>
            <a:spLocks noGrp="1"/>
          </p:cNvSpPr>
          <p:nvPr/>
        </p:nvSpPr>
        <p:spPr>
          <a:xfrm>
            <a:off x="2925812" y="2091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" name="F2_precision_recall_distributions_3041">
            <a:extLst>
              <a:ext uri="{FF2B5EF4-FFF2-40B4-BE49-F238E27FC236}">
                <a16:creationId xmlns:a16="http://schemas.microsoft.com/office/drawing/2014/main" id="{DBD836A2-C6B2-4EC1-A130-6E77502FCEE1}"/>
              </a:ext>
            </a:extLst>
          </p:cNvPr>
          <p:cNvSpPr>
            <a:spLocks noGrp="1"/>
          </p:cNvSpPr>
          <p:nvPr/>
        </p:nvSpPr>
        <p:spPr>
          <a:xfrm>
            <a:off x="3030008" y="18104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" name="F2_precision_recall_distributions_3042">
            <a:extLst>
              <a:ext uri="{FF2B5EF4-FFF2-40B4-BE49-F238E27FC236}">
                <a16:creationId xmlns:a16="http://schemas.microsoft.com/office/drawing/2014/main" id="{F3AE98EC-C18B-48EC-8D29-7C6535C7A1DF}"/>
              </a:ext>
            </a:extLst>
          </p:cNvPr>
          <p:cNvSpPr>
            <a:spLocks noGrp="1"/>
          </p:cNvSpPr>
          <p:nvPr/>
        </p:nvSpPr>
        <p:spPr>
          <a:xfrm>
            <a:off x="310575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" name="F2_precision_recall_distributions_3043">
            <a:extLst>
              <a:ext uri="{FF2B5EF4-FFF2-40B4-BE49-F238E27FC236}">
                <a16:creationId xmlns:a16="http://schemas.microsoft.com/office/drawing/2014/main" id="{DAF5A77E-21FE-4E9C-AE86-B393E6078084}"/>
              </a:ext>
            </a:extLst>
          </p:cNvPr>
          <p:cNvSpPr>
            <a:spLocks noGrp="1"/>
          </p:cNvSpPr>
          <p:nvPr/>
        </p:nvSpPr>
        <p:spPr>
          <a:xfrm>
            <a:off x="293223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" name="F2_precision_recall_distributions_3044">
            <a:extLst>
              <a:ext uri="{FF2B5EF4-FFF2-40B4-BE49-F238E27FC236}">
                <a16:creationId xmlns:a16="http://schemas.microsoft.com/office/drawing/2014/main" id="{1DEE8280-B22F-4E45-ACFA-781F49D4A71A}"/>
              </a:ext>
            </a:extLst>
          </p:cNvPr>
          <p:cNvSpPr>
            <a:spLocks noGrp="1"/>
          </p:cNvSpPr>
          <p:nvPr/>
        </p:nvSpPr>
        <p:spPr>
          <a:xfrm>
            <a:off x="3130320" y="20472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" name="F2_precision_recall_distributions_3045">
            <a:extLst>
              <a:ext uri="{FF2B5EF4-FFF2-40B4-BE49-F238E27FC236}">
                <a16:creationId xmlns:a16="http://schemas.microsoft.com/office/drawing/2014/main" id="{E826E501-5E07-46CA-996C-08DBB1CB4F45}"/>
              </a:ext>
            </a:extLst>
          </p:cNvPr>
          <p:cNvSpPr>
            <a:spLocks noGrp="1"/>
          </p:cNvSpPr>
          <p:nvPr/>
        </p:nvSpPr>
        <p:spPr>
          <a:xfrm>
            <a:off x="2826642" y="1623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" name="F2_precision_recall_distributions_3046">
            <a:extLst>
              <a:ext uri="{FF2B5EF4-FFF2-40B4-BE49-F238E27FC236}">
                <a16:creationId xmlns:a16="http://schemas.microsoft.com/office/drawing/2014/main" id="{89309750-A955-43AF-BEC1-F92EA964E82D}"/>
              </a:ext>
            </a:extLst>
          </p:cNvPr>
          <p:cNvSpPr>
            <a:spLocks noGrp="1"/>
          </p:cNvSpPr>
          <p:nvPr/>
        </p:nvSpPr>
        <p:spPr>
          <a:xfrm>
            <a:off x="3070862" y="1694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" name="F2_precision_recall_distributions_3047">
            <a:extLst>
              <a:ext uri="{FF2B5EF4-FFF2-40B4-BE49-F238E27FC236}">
                <a16:creationId xmlns:a16="http://schemas.microsoft.com/office/drawing/2014/main" id="{E61CC69E-7B7A-4986-91E7-D5669FEE2696}"/>
              </a:ext>
            </a:extLst>
          </p:cNvPr>
          <p:cNvSpPr>
            <a:spLocks noGrp="1"/>
          </p:cNvSpPr>
          <p:nvPr/>
        </p:nvSpPr>
        <p:spPr>
          <a:xfrm>
            <a:off x="287293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" name="F2_precision_recall_distributions_3048">
            <a:extLst>
              <a:ext uri="{FF2B5EF4-FFF2-40B4-BE49-F238E27FC236}">
                <a16:creationId xmlns:a16="http://schemas.microsoft.com/office/drawing/2014/main" id="{21E0531C-5E71-40BB-BFEE-8000D1750CC9}"/>
              </a:ext>
            </a:extLst>
          </p:cNvPr>
          <p:cNvSpPr>
            <a:spLocks noGrp="1"/>
          </p:cNvSpPr>
          <p:nvPr/>
        </p:nvSpPr>
        <p:spPr>
          <a:xfrm>
            <a:off x="3180504" y="17024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" name="F2_precision_recall_distributions_3049">
            <a:extLst>
              <a:ext uri="{FF2B5EF4-FFF2-40B4-BE49-F238E27FC236}">
                <a16:creationId xmlns:a16="http://schemas.microsoft.com/office/drawing/2014/main" id="{DA4DF151-0AAD-4E0A-8540-E48083D3BCDC}"/>
              </a:ext>
            </a:extLst>
          </p:cNvPr>
          <p:cNvSpPr>
            <a:spLocks noGrp="1"/>
          </p:cNvSpPr>
          <p:nvPr/>
        </p:nvSpPr>
        <p:spPr>
          <a:xfrm>
            <a:off x="3043239" y="21222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" name="F2_precision_recall_distributions_3050">
            <a:extLst>
              <a:ext uri="{FF2B5EF4-FFF2-40B4-BE49-F238E27FC236}">
                <a16:creationId xmlns:a16="http://schemas.microsoft.com/office/drawing/2014/main" id="{E4A1BE05-62EB-4BCE-BB53-49BEC5DAB6C4}"/>
              </a:ext>
            </a:extLst>
          </p:cNvPr>
          <p:cNvSpPr>
            <a:spLocks noGrp="1"/>
          </p:cNvSpPr>
          <p:nvPr/>
        </p:nvSpPr>
        <p:spPr>
          <a:xfrm>
            <a:off x="2982258" y="18213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" name="F2_precision_recall_distributions_3051">
            <a:extLst>
              <a:ext uri="{FF2B5EF4-FFF2-40B4-BE49-F238E27FC236}">
                <a16:creationId xmlns:a16="http://schemas.microsoft.com/office/drawing/2014/main" id="{C89D0334-E02E-454C-8FA0-DE60F5528B9A}"/>
              </a:ext>
            </a:extLst>
          </p:cNvPr>
          <p:cNvSpPr>
            <a:spLocks noGrp="1"/>
          </p:cNvSpPr>
          <p:nvPr/>
        </p:nvSpPr>
        <p:spPr>
          <a:xfrm>
            <a:off x="2962678" y="17546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" name="F2_precision_recall_distributions_3052">
            <a:extLst>
              <a:ext uri="{FF2B5EF4-FFF2-40B4-BE49-F238E27FC236}">
                <a16:creationId xmlns:a16="http://schemas.microsoft.com/office/drawing/2014/main" id="{6B43C60A-B6F5-44AC-B8F5-ACE78F543D1B}"/>
              </a:ext>
            </a:extLst>
          </p:cNvPr>
          <p:cNvSpPr>
            <a:spLocks noGrp="1"/>
          </p:cNvSpPr>
          <p:nvPr/>
        </p:nvSpPr>
        <p:spPr>
          <a:xfrm>
            <a:off x="2843153" y="21401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" name="F2_precision_recall_distributions_3053">
            <a:extLst>
              <a:ext uri="{FF2B5EF4-FFF2-40B4-BE49-F238E27FC236}">
                <a16:creationId xmlns:a16="http://schemas.microsoft.com/office/drawing/2014/main" id="{9D8511C0-CCA1-4EB5-9E0D-E6FFB83946EE}"/>
              </a:ext>
            </a:extLst>
          </p:cNvPr>
          <p:cNvSpPr>
            <a:spLocks noGrp="1"/>
          </p:cNvSpPr>
          <p:nvPr/>
        </p:nvSpPr>
        <p:spPr>
          <a:xfrm>
            <a:off x="2960841" y="20010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" name="F2_precision_recall_distributions_3054">
            <a:extLst>
              <a:ext uri="{FF2B5EF4-FFF2-40B4-BE49-F238E27FC236}">
                <a16:creationId xmlns:a16="http://schemas.microsoft.com/office/drawing/2014/main" id="{0B626CEF-A4FC-433B-AFA0-96E9DE5B20AC}"/>
              </a:ext>
            </a:extLst>
          </p:cNvPr>
          <p:cNvSpPr>
            <a:spLocks noGrp="1"/>
          </p:cNvSpPr>
          <p:nvPr/>
        </p:nvSpPr>
        <p:spPr>
          <a:xfrm>
            <a:off x="3134758" y="23056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" name="F2_precision_recall_distributions_3055">
            <a:extLst>
              <a:ext uri="{FF2B5EF4-FFF2-40B4-BE49-F238E27FC236}">
                <a16:creationId xmlns:a16="http://schemas.microsoft.com/office/drawing/2014/main" id="{ACE79811-5E13-4149-A4B9-6AEB3E450BD0}"/>
              </a:ext>
            </a:extLst>
          </p:cNvPr>
          <p:cNvSpPr>
            <a:spLocks noGrp="1"/>
          </p:cNvSpPr>
          <p:nvPr/>
        </p:nvSpPr>
        <p:spPr>
          <a:xfrm>
            <a:off x="2911881" y="20532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" name="F2_precision_recall_distributions_3056">
            <a:extLst>
              <a:ext uri="{FF2B5EF4-FFF2-40B4-BE49-F238E27FC236}">
                <a16:creationId xmlns:a16="http://schemas.microsoft.com/office/drawing/2014/main" id="{A7958178-CCAB-4573-9761-3B5B0C6650CC}"/>
              </a:ext>
            </a:extLst>
          </p:cNvPr>
          <p:cNvSpPr>
            <a:spLocks noGrp="1"/>
          </p:cNvSpPr>
          <p:nvPr/>
        </p:nvSpPr>
        <p:spPr>
          <a:xfrm>
            <a:off x="3050980" y="16924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" name="F2_precision_recall_distributions_3057">
            <a:extLst>
              <a:ext uri="{FF2B5EF4-FFF2-40B4-BE49-F238E27FC236}">
                <a16:creationId xmlns:a16="http://schemas.microsoft.com/office/drawing/2014/main" id="{8874803A-9F0C-4907-81E6-206503D58613}"/>
              </a:ext>
            </a:extLst>
          </p:cNvPr>
          <p:cNvSpPr>
            <a:spLocks noGrp="1"/>
          </p:cNvSpPr>
          <p:nvPr/>
        </p:nvSpPr>
        <p:spPr>
          <a:xfrm>
            <a:off x="3161739" y="18385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" name="F2_precision_recall_distributions_3058">
            <a:extLst>
              <a:ext uri="{FF2B5EF4-FFF2-40B4-BE49-F238E27FC236}">
                <a16:creationId xmlns:a16="http://schemas.microsoft.com/office/drawing/2014/main" id="{D203364D-FBFC-4D4E-ADDA-EBE2EA5451C4}"/>
              </a:ext>
            </a:extLst>
          </p:cNvPr>
          <p:cNvSpPr>
            <a:spLocks noGrp="1"/>
          </p:cNvSpPr>
          <p:nvPr/>
        </p:nvSpPr>
        <p:spPr>
          <a:xfrm>
            <a:off x="28884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" name="F2_precision_recall_distributions_3059">
            <a:extLst>
              <a:ext uri="{FF2B5EF4-FFF2-40B4-BE49-F238E27FC236}">
                <a16:creationId xmlns:a16="http://schemas.microsoft.com/office/drawing/2014/main" id="{E63B87C7-1AF9-4848-AFD6-75AD26A1B364}"/>
              </a:ext>
            </a:extLst>
          </p:cNvPr>
          <p:cNvSpPr>
            <a:spLocks noGrp="1"/>
          </p:cNvSpPr>
          <p:nvPr/>
        </p:nvSpPr>
        <p:spPr>
          <a:xfrm>
            <a:off x="3100326" y="19802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" name="F2_precision_recall_distributions_3060">
            <a:extLst>
              <a:ext uri="{FF2B5EF4-FFF2-40B4-BE49-F238E27FC236}">
                <a16:creationId xmlns:a16="http://schemas.microsoft.com/office/drawing/2014/main" id="{50D62698-4274-4455-87BF-BFF3AAA58744}"/>
              </a:ext>
            </a:extLst>
          </p:cNvPr>
          <p:cNvSpPr>
            <a:spLocks noGrp="1"/>
          </p:cNvSpPr>
          <p:nvPr/>
        </p:nvSpPr>
        <p:spPr>
          <a:xfrm>
            <a:off x="3040737" y="17997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" name="F2_precision_recall_distributions_3061">
            <a:extLst>
              <a:ext uri="{FF2B5EF4-FFF2-40B4-BE49-F238E27FC236}">
                <a16:creationId xmlns:a16="http://schemas.microsoft.com/office/drawing/2014/main" id="{89730312-F27C-4F44-A262-B30F69E3940E}"/>
              </a:ext>
            </a:extLst>
          </p:cNvPr>
          <p:cNvSpPr>
            <a:spLocks noGrp="1"/>
          </p:cNvSpPr>
          <p:nvPr/>
        </p:nvSpPr>
        <p:spPr>
          <a:xfrm>
            <a:off x="3127030" y="15616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" name="F2_precision_recall_distributions_3062">
            <a:extLst>
              <a:ext uri="{FF2B5EF4-FFF2-40B4-BE49-F238E27FC236}">
                <a16:creationId xmlns:a16="http://schemas.microsoft.com/office/drawing/2014/main" id="{5EB7C2DA-7B2B-40FC-90D5-FAB4B05A02B8}"/>
              </a:ext>
            </a:extLst>
          </p:cNvPr>
          <p:cNvSpPr>
            <a:spLocks noGrp="1"/>
          </p:cNvSpPr>
          <p:nvPr/>
        </p:nvSpPr>
        <p:spPr>
          <a:xfrm>
            <a:off x="3109306" y="19809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" name="F2_precision_recall_distributions_3063">
            <a:extLst>
              <a:ext uri="{FF2B5EF4-FFF2-40B4-BE49-F238E27FC236}">
                <a16:creationId xmlns:a16="http://schemas.microsoft.com/office/drawing/2014/main" id="{72E592E2-E3B2-4A53-9C07-BEB6CE2F404D}"/>
              </a:ext>
            </a:extLst>
          </p:cNvPr>
          <p:cNvSpPr>
            <a:spLocks noGrp="1"/>
          </p:cNvSpPr>
          <p:nvPr/>
        </p:nvSpPr>
        <p:spPr>
          <a:xfrm>
            <a:off x="2872508" y="16439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" name="F2_precision_recall_distributions_3064">
            <a:extLst>
              <a:ext uri="{FF2B5EF4-FFF2-40B4-BE49-F238E27FC236}">
                <a16:creationId xmlns:a16="http://schemas.microsoft.com/office/drawing/2014/main" id="{89016861-BDE0-4729-AAD0-F2AAE6CE52FA}"/>
              </a:ext>
            </a:extLst>
          </p:cNvPr>
          <p:cNvSpPr>
            <a:spLocks noGrp="1"/>
          </p:cNvSpPr>
          <p:nvPr/>
        </p:nvSpPr>
        <p:spPr>
          <a:xfrm>
            <a:off x="3174391" y="16563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" name="F2_precision_recall_distributions_3065">
            <a:extLst>
              <a:ext uri="{FF2B5EF4-FFF2-40B4-BE49-F238E27FC236}">
                <a16:creationId xmlns:a16="http://schemas.microsoft.com/office/drawing/2014/main" id="{69D34BF0-5A60-48C1-9C54-BB25D577DB4E}"/>
              </a:ext>
            </a:extLst>
          </p:cNvPr>
          <p:cNvSpPr>
            <a:spLocks noGrp="1"/>
          </p:cNvSpPr>
          <p:nvPr/>
        </p:nvSpPr>
        <p:spPr>
          <a:xfrm>
            <a:off x="2946242" y="16362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" name="F2_precision_recall_distributions_3066">
            <a:extLst>
              <a:ext uri="{FF2B5EF4-FFF2-40B4-BE49-F238E27FC236}">
                <a16:creationId xmlns:a16="http://schemas.microsoft.com/office/drawing/2014/main" id="{29B0411C-344F-4471-992C-4F1BB0C532A1}"/>
              </a:ext>
            </a:extLst>
          </p:cNvPr>
          <p:cNvSpPr>
            <a:spLocks noGrp="1"/>
          </p:cNvSpPr>
          <p:nvPr/>
        </p:nvSpPr>
        <p:spPr>
          <a:xfrm>
            <a:off x="2905324" y="16980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" name="F2_precision_recall_distributions_3067">
            <a:extLst>
              <a:ext uri="{FF2B5EF4-FFF2-40B4-BE49-F238E27FC236}">
                <a16:creationId xmlns:a16="http://schemas.microsoft.com/office/drawing/2014/main" id="{ECC1E3BB-7BF0-4013-BC27-23444E3AA280}"/>
              </a:ext>
            </a:extLst>
          </p:cNvPr>
          <p:cNvSpPr>
            <a:spLocks noGrp="1"/>
          </p:cNvSpPr>
          <p:nvPr/>
        </p:nvSpPr>
        <p:spPr>
          <a:xfrm>
            <a:off x="3062309" y="1968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" name="F2_precision_recall_distributions_3068">
            <a:extLst>
              <a:ext uri="{FF2B5EF4-FFF2-40B4-BE49-F238E27FC236}">
                <a16:creationId xmlns:a16="http://schemas.microsoft.com/office/drawing/2014/main" id="{F45F379E-FF2D-47C2-9F6A-8C78C6EB1F41}"/>
              </a:ext>
            </a:extLst>
          </p:cNvPr>
          <p:cNvSpPr>
            <a:spLocks noGrp="1"/>
          </p:cNvSpPr>
          <p:nvPr/>
        </p:nvSpPr>
        <p:spPr>
          <a:xfrm>
            <a:off x="2860841" y="1538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" name="F2_precision_recall_distributions_3069">
            <a:extLst>
              <a:ext uri="{FF2B5EF4-FFF2-40B4-BE49-F238E27FC236}">
                <a16:creationId xmlns:a16="http://schemas.microsoft.com/office/drawing/2014/main" id="{EE872022-E352-4EAE-9CF2-6CAEAA90FA90}"/>
              </a:ext>
            </a:extLst>
          </p:cNvPr>
          <p:cNvSpPr>
            <a:spLocks noGrp="1"/>
          </p:cNvSpPr>
          <p:nvPr/>
        </p:nvSpPr>
        <p:spPr>
          <a:xfrm>
            <a:off x="3180678" y="1864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" name="F2_precision_recall_distributions_3070">
            <a:extLst>
              <a:ext uri="{FF2B5EF4-FFF2-40B4-BE49-F238E27FC236}">
                <a16:creationId xmlns:a16="http://schemas.microsoft.com/office/drawing/2014/main" id="{0D954D2D-898E-4C0F-AC6D-512C47B5C352}"/>
              </a:ext>
            </a:extLst>
          </p:cNvPr>
          <p:cNvSpPr>
            <a:spLocks noGrp="1"/>
          </p:cNvSpPr>
          <p:nvPr/>
        </p:nvSpPr>
        <p:spPr>
          <a:xfrm>
            <a:off x="2843090" y="19050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" name="F2_precision_recall_distributions_3071">
            <a:extLst>
              <a:ext uri="{FF2B5EF4-FFF2-40B4-BE49-F238E27FC236}">
                <a16:creationId xmlns:a16="http://schemas.microsoft.com/office/drawing/2014/main" id="{D9011D9E-6980-431D-8F4D-B2E1BC90A774}"/>
              </a:ext>
            </a:extLst>
          </p:cNvPr>
          <p:cNvSpPr>
            <a:spLocks noGrp="1"/>
          </p:cNvSpPr>
          <p:nvPr/>
        </p:nvSpPr>
        <p:spPr>
          <a:xfrm>
            <a:off x="3030863" y="1983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" name="F2_precision_recall_distributions_3072">
            <a:extLst>
              <a:ext uri="{FF2B5EF4-FFF2-40B4-BE49-F238E27FC236}">
                <a16:creationId xmlns:a16="http://schemas.microsoft.com/office/drawing/2014/main" id="{C2DDE9C6-7ECD-49CF-8A5A-1ECD11938A43}"/>
              </a:ext>
            </a:extLst>
          </p:cNvPr>
          <p:cNvSpPr>
            <a:spLocks noGrp="1"/>
          </p:cNvSpPr>
          <p:nvPr/>
        </p:nvSpPr>
        <p:spPr>
          <a:xfrm>
            <a:off x="3106353" y="20722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" name="F2_precision_recall_distributions_3073">
            <a:extLst>
              <a:ext uri="{FF2B5EF4-FFF2-40B4-BE49-F238E27FC236}">
                <a16:creationId xmlns:a16="http://schemas.microsoft.com/office/drawing/2014/main" id="{5C33585C-58A0-4838-8503-E0345D47E2CE}"/>
              </a:ext>
            </a:extLst>
          </p:cNvPr>
          <p:cNvSpPr>
            <a:spLocks noGrp="1"/>
          </p:cNvSpPr>
          <p:nvPr/>
        </p:nvSpPr>
        <p:spPr>
          <a:xfrm>
            <a:off x="3072126" y="21442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" name="F2_precision_recall_distributions_3074">
            <a:extLst>
              <a:ext uri="{FF2B5EF4-FFF2-40B4-BE49-F238E27FC236}">
                <a16:creationId xmlns:a16="http://schemas.microsoft.com/office/drawing/2014/main" id="{EE743954-E6E2-4CA1-9F1D-75CF30E0D8E7}"/>
              </a:ext>
            </a:extLst>
          </p:cNvPr>
          <p:cNvSpPr>
            <a:spLocks noGrp="1"/>
          </p:cNvSpPr>
          <p:nvPr/>
        </p:nvSpPr>
        <p:spPr>
          <a:xfrm>
            <a:off x="302814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" name="F2_precision_recall_distributions_3075">
            <a:extLst>
              <a:ext uri="{FF2B5EF4-FFF2-40B4-BE49-F238E27FC236}">
                <a16:creationId xmlns:a16="http://schemas.microsoft.com/office/drawing/2014/main" id="{7FB7DB01-DD14-480F-88DC-E1B0E9692954}"/>
              </a:ext>
            </a:extLst>
          </p:cNvPr>
          <p:cNvSpPr>
            <a:spLocks noGrp="1"/>
          </p:cNvSpPr>
          <p:nvPr/>
        </p:nvSpPr>
        <p:spPr>
          <a:xfrm>
            <a:off x="3047755" y="16990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" name="F2_precision_recall_distributions_3076">
            <a:extLst>
              <a:ext uri="{FF2B5EF4-FFF2-40B4-BE49-F238E27FC236}">
                <a16:creationId xmlns:a16="http://schemas.microsoft.com/office/drawing/2014/main" id="{C09B9707-4040-4274-92CE-97C6789E4483}"/>
              </a:ext>
            </a:extLst>
          </p:cNvPr>
          <p:cNvSpPr>
            <a:spLocks noGrp="1"/>
          </p:cNvSpPr>
          <p:nvPr/>
        </p:nvSpPr>
        <p:spPr>
          <a:xfrm>
            <a:off x="3119241" y="21676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" name="F2_precision_recall_distributions_3077">
            <a:extLst>
              <a:ext uri="{FF2B5EF4-FFF2-40B4-BE49-F238E27FC236}">
                <a16:creationId xmlns:a16="http://schemas.microsoft.com/office/drawing/2014/main" id="{17A98ED1-16E9-44AB-BEA3-1E2A0B644DE2}"/>
              </a:ext>
            </a:extLst>
          </p:cNvPr>
          <p:cNvSpPr>
            <a:spLocks noGrp="1"/>
          </p:cNvSpPr>
          <p:nvPr/>
        </p:nvSpPr>
        <p:spPr>
          <a:xfrm>
            <a:off x="2933521" y="16493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" name="F2_precision_recall_distributions_3078">
            <a:extLst>
              <a:ext uri="{FF2B5EF4-FFF2-40B4-BE49-F238E27FC236}">
                <a16:creationId xmlns:a16="http://schemas.microsoft.com/office/drawing/2014/main" id="{F3C00D10-7326-4848-8D40-4073C4FD900F}"/>
              </a:ext>
            </a:extLst>
          </p:cNvPr>
          <p:cNvSpPr>
            <a:spLocks noGrp="1"/>
          </p:cNvSpPr>
          <p:nvPr/>
        </p:nvSpPr>
        <p:spPr>
          <a:xfrm>
            <a:off x="3177424" y="20393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" name="F2_precision_recall_distributions_3079">
            <a:extLst>
              <a:ext uri="{FF2B5EF4-FFF2-40B4-BE49-F238E27FC236}">
                <a16:creationId xmlns:a16="http://schemas.microsoft.com/office/drawing/2014/main" id="{80816F53-A9E4-4189-89A9-93C2F3147227}"/>
              </a:ext>
            </a:extLst>
          </p:cNvPr>
          <p:cNvSpPr>
            <a:spLocks noGrp="1"/>
          </p:cNvSpPr>
          <p:nvPr/>
        </p:nvSpPr>
        <p:spPr>
          <a:xfrm>
            <a:off x="3065106" y="19673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" name="F2_precision_recall_distributions_3080">
            <a:extLst>
              <a:ext uri="{FF2B5EF4-FFF2-40B4-BE49-F238E27FC236}">
                <a16:creationId xmlns:a16="http://schemas.microsoft.com/office/drawing/2014/main" id="{4B604DE4-A528-4D82-8E37-3D8D263BF66E}"/>
              </a:ext>
            </a:extLst>
          </p:cNvPr>
          <p:cNvSpPr>
            <a:spLocks noGrp="1"/>
          </p:cNvSpPr>
          <p:nvPr/>
        </p:nvSpPr>
        <p:spPr>
          <a:xfrm>
            <a:off x="3178628" y="16057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" name="F2_precision_recall_distributions_3081">
            <a:extLst>
              <a:ext uri="{FF2B5EF4-FFF2-40B4-BE49-F238E27FC236}">
                <a16:creationId xmlns:a16="http://schemas.microsoft.com/office/drawing/2014/main" id="{78B1215F-F65E-4C35-BA0C-E385DA293DBA}"/>
              </a:ext>
            </a:extLst>
          </p:cNvPr>
          <p:cNvSpPr>
            <a:spLocks noGrp="1"/>
          </p:cNvSpPr>
          <p:nvPr/>
        </p:nvSpPr>
        <p:spPr>
          <a:xfrm>
            <a:off x="3161791" y="19327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" name="F2_precision_recall_distributions_3082">
            <a:extLst>
              <a:ext uri="{FF2B5EF4-FFF2-40B4-BE49-F238E27FC236}">
                <a16:creationId xmlns:a16="http://schemas.microsoft.com/office/drawing/2014/main" id="{DA718BA6-DF42-4920-B4A4-674B681ECCE6}"/>
              </a:ext>
            </a:extLst>
          </p:cNvPr>
          <p:cNvSpPr>
            <a:spLocks noGrp="1"/>
          </p:cNvSpPr>
          <p:nvPr/>
        </p:nvSpPr>
        <p:spPr>
          <a:xfrm>
            <a:off x="3185356" y="2218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" name="F2_precision_recall_distributions_3083">
            <a:extLst>
              <a:ext uri="{FF2B5EF4-FFF2-40B4-BE49-F238E27FC236}">
                <a16:creationId xmlns:a16="http://schemas.microsoft.com/office/drawing/2014/main" id="{9EF7E64C-497D-4F3D-9C36-C19650B60EEC}"/>
              </a:ext>
            </a:extLst>
          </p:cNvPr>
          <p:cNvSpPr>
            <a:spLocks noGrp="1"/>
          </p:cNvSpPr>
          <p:nvPr/>
        </p:nvSpPr>
        <p:spPr>
          <a:xfrm>
            <a:off x="285589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" name="F2_precision_recall_distributions_3084">
            <a:extLst>
              <a:ext uri="{FF2B5EF4-FFF2-40B4-BE49-F238E27FC236}">
                <a16:creationId xmlns:a16="http://schemas.microsoft.com/office/drawing/2014/main" id="{8A467FFF-BA82-435D-8A09-5B63735A47F4}"/>
              </a:ext>
            </a:extLst>
          </p:cNvPr>
          <p:cNvSpPr>
            <a:spLocks noGrp="1"/>
          </p:cNvSpPr>
          <p:nvPr/>
        </p:nvSpPr>
        <p:spPr>
          <a:xfrm>
            <a:off x="2917619" y="17655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" name="F2_precision_recall_distributions_3085">
            <a:extLst>
              <a:ext uri="{FF2B5EF4-FFF2-40B4-BE49-F238E27FC236}">
                <a16:creationId xmlns:a16="http://schemas.microsoft.com/office/drawing/2014/main" id="{7FA12C68-7F21-4BFC-85C1-484D676615CB}"/>
              </a:ext>
            </a:extLst>
          </p:cNvPr>
          <p:cNvSpPr>
            <a:spLocks noGrp="1"/>
          </p:cNvSpPr>
          <p:nvPr/>
        </p:nvSpPr>
        <p:spPr>
          <a:xfrm>
            <a:off x="2823144" y="14934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" name="F2_precision_recall_distributions_3086">
            <a:extLst>
              <a:ext uri="{FF2B5EF4-FFF2-40B4-BE49-F238E27FC236}">
                <a16:creationId xmlns:a16="http://schemas.microsoft.com/office/drawing/2014/main" id="{1821413F-A0B2-415C-8531-0E821C85C1D8}"/>
              </a:ext>
            </a:extLst>
          </p:cNvPr>
          <p:cNvSpPr>
            <a:spLocks noGrp="1"/>
          </p:cNvSpPr>
          <p:nvPr/>
        </p:nvSpPr>
        <p:spPr>
          <a:xfrm>
            <a:off x="3023124" y="16466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" name="F2_precision_recall_distributions_3087">
            <a:extLst>
              <a:ext uri="{FF2B5EF4-FFF2-40B4-BE49-F238E27FC236}">
                <a16:creationId xmlns:a16="http://schemas.microsoft.com/office/drawing/2014/main" id="{7A3D1DA6-2235-4476-BB8E-BA5768420A7A}"/>
              </a:ext>
            </a:extLst>
          </p:cNvPr>
          <p:cNvSpPr>
            <a:spLocks noGrp="1"/>
          </p:cNvSpPr>
          <p:nvPr/>
        </p:nvSpPr>
        <p:spPr>
          <a:xfrm>
            <a:off x="3066454" y="16960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" name="F2_precision_recall_distributions_3088">
            <a:extLst>
              <a:ext uri="{FF2B5EF4-FFF2-40B4-BE49-F238E27FC236}">
                <a16:creationId xmlns:a16="http://schemas.microsoft.com/office/drawing/2014/main" id="{4186C790-A3DF-43FB-B061-F10582A134C5}"/>
              </a:ext>
            </a:extLst>
          </p:cNvPr>
          <p:cNvSpPr>
            <a:spLocks noGrp="1"/>
          </p:cNvSpPr>
          <p:nvPr/>
        </p:nvSpPr>
        <p:spPr>
          <a:xfrm>
            <a:off x="289465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" name="F2_precision_recall_distributions_3089">
            <a:extLst>
              <a:ext uri="{FF2B5EF4-FFF2-40B4-BE49-F238E27FC236}">
                <a16:creationId xmlns:a16="http://schemas.microsoft.com/office/drawing/2014/main" id="{28B52C05-C3A1-4A17-8179-482C3367C64C}"/>
              </a:ext>
            </a:extLst>
          </p:cNvPr>
          <p:cNvSpPr>
            <a:spLocks noGrp="1"/>
          </p:cNvSpPr>
          <p:nvPr/>
        </p:nvSpPr>
        <p:spPr>
          <a:xfrm>
            <a:off x="3016597" y="16878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" name="F2_precision_recall_distributions_3090">
            <a:extLst>
              <a:ext uri="{FF2B5EF4-FFF2-40B4-BE49-F238E27FC236}">
                <a16:creationId xmlns:a16="http://schemas.microsoft.com/office/drawing/2014/main" id="{09050798-9AB2-41C1-AA5A-F5C1A655A63E}"/>
              </a:ext>
            </a:extLst>
          </p:cNvPr>
          <p:cNvSpPr>
            <a:spLocks noGrp="1"/>
          </p:cNvSpPr>
          <p:nvPr/>
        </p:nvSpPr>
        <p:spPr>
          <a:xfrm>
            <a:off x="3157656" y="18459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" name="F2_precision_recall_distributions_3091">
            <a:extLst>
              <a:ext uri="{FF2B5EF4-FFF2-40B4-BE49-F238E27FC236}">
                <a16:creationId xmlns:a16="http://schemas.microsoft.com/office/drawing/2014/main" id="{EBB46345-A322-4366-B74D-CD9EFFD66DD1}"/>
              </a:ext>
            </a:extLst>
          </p:cNvPr>
          <p:cNvSpPr>
            <a:spLocks noGrp="1"/>
          </p:cNvSpPr>
          <p:nvPr/>
        </p:nvSpPr>
        <p:spPr>
          <a:xfrm>
            <a:off x="2900355" y="16225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" name="F2_precision_recall_distributions_3092">
            <a:extLst>
              <a:ext uri="{FF2B5EF4-FFF2-40B4-BE49-F238E27FC236}">
                <a16:creationId xmlns:a16="http://schemas.microsoft.com/office/drawing/2014/main" id="{1A64B140-47B5-4C0D-B1B1-9FB407BFACCF}"/>
              </a:ext>
            </a:extLst>
          </p:cNvPr>
          <p:cNvSpPr>
            <a:spLocks noGrp="1"/>
          </p:cNvSpPr>
          <p:nvPr/>
        </p:nvSpPr>
        <p:spPr>
          <a:xfrm>
            <a:off x="3065526" y="1939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9" name="F2_precision_recall_distributions_3093">
            <a:extLst>
              <a:ext uri="{FF2B5EF4-FFF2-40B4-BE49-F238E27FC236}">
                <a16:creationId xmlns:a16="http://schemas.microsoft.com/office/drawing/2014/main" id="{9ADC5490-EB39-4AA6-8418-2CBB9B1C4CE0}"/>
              </a:ext>
            </a:extLst>
          </p:cNvPr>
          <p:cNvSpPr>
            <a:spLocks noGrp="1"/>
          </p:cNvSpPr>
          <p:nvPr/>
        </p:nvSpPr>
        <p:spPr>
          <a:xfrm>
            <a:off x="3114808" y="1982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" name="F2_precision_recall_distributions_3094">
            <a:extLst>
              <a:ext uri="{FF2B5EF4-FFF2-40B4-BE49-F238E27FC236}">
                <a16:creationId xmlns:a16="http://schemas.microsoft.com/office/drawing/2014/main" id="{16DDA513-0A7F-417F-B774-B1F65D82F8CB}"/>
              </a:ext>
            </a:extLst>
          </p:cNvPr>
          <p:cNvSpPr>
            <a:spLocks noGrp="1"/>
          </p:cNvSpPr>
          <p:nvPr/>
        </p:nvSpPr>
        <p:spPr>
          <a:xfrm>
            <a:off x="2959462" y="15706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" name="F2_precision_recall_distributions_3095">
            <a:extLst>
              <a:ext uri="{FF2B5EF4-FFF2-40B4-BE49-F238E27FC236}">
                <a16:creationId xmlns:a16="http://schemas.microsoft.com/office/drawing/2014/main" id="{79BD63CA-A5CB-4C79-8C9A-4E0EFE90ACE2}"/>
              </a:ext>
            </a:extLst>
          </p:cNvPr>
          <p:cNvSpPr>
            <a:spLocks noGrp="1"/>
          </p:cNvSpPr>
          <p:nvPr/>
        </p:nvSpPr>
        <p:spPr>
          <a:xfrm>
            <a:off x="2953119" y="22640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" name="F2_precision_recall_distributions_3096">
            <a:extLst>
              <a:ext uri="{FF2B5EF4-FFF2-40B4-BE49-F238E27FC236}">
                <a16:creationId xmlns:a16="http://schemas.microsoft.com/office/drawing/2014/main" id="{497C5AD3-0C4C-4269-A27B-1CAA0478950E}"/>
              </a:ext>
            </a:extLst>
          </p:cNvPr>
          <p:cNvSpPr>
            <a:spLocks noGrp="1"/>
          </p:cNvSpPr>
          <p:nvPr/>
        </p:nvSpPr>
        <p:spPr>
          <a:xfrm>
            <a:off x="2866159" y="16456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" name="F2_precision_recall_distributions_3097">
            <a:extLst>
              <a:ext uri="{FF2B5EF4-FFF2-40B4-BE49-F238E27FC236}">
                <a16:creationId xmlns:a16="http://schemas.microsoft.com/office/drawing/2014/main" id="{C5009121-2A84-4571-B7BB-2795E4E3CFAA}"/>
              </a:ext>
            </a:extLst>
          </p:cNvPr>
          <p:cNvSpPr>
            <a:spLocks noGrp="1"/>
          </p:cNvSpPr>
          <p:nvPr/>
        </p:nvSpPr>
        <p:spPr>
          <a:xfrm>
            <a:off x="2914850" y="21152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" name="F2_precision_recall_distributions_3098">
            <a:extLst>
              <a:ext uri="{FF2B5EF4-FFF2-40B4-BE49-F238E27FC236}">
                <a16:creationId xmlns:a16="http://schemas.microsoft.com/office/drawing/2014/main" id="{F1D2C892-B169-47C4-A323-FD36E18D8007}"/>
              </a:ext>
            </a:extLst>
          </p:cNvPr>
          <p:cNvSpPr>
            <a:spLocks noGrp="1"/>
          </p:cNvSpPr>
          <p:nvPr/>
        </p:nvSpPr>
        <p:spPr>
          <a:xfrm>
            <a:off x="3115907" y="17499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" name="F2_precision_recall_distributions_3099">
            <a:extLst>
              <a:ext uri="{FF2B5EF4-FFF2-40B4-BE49-F238E27FC236}">
                <a16:creationId xmlns:a16="http://schemas.microsoft.com/office/drawing/2014/main" id="{625ECCC7-8B17-4EAF-9FD0-8842931936B1}"/>
              </a:ext>
            </a:extLst>
          </p:cNvPr>
          <p:cNvSpPr>
            <a:spLocks noGrp="1"/>
          </p:cNvSpPr>
          <p:nvPr/>
        </p:nvSpPr>
        <p:spPr>
          <a:xfrm>
            <a:off x="2937394" y="15571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" name="F2_precision_recall_distributions_3100">
            <a:extLst>
              <a:ext uri="{FF2B5EF4-FFF2-40B4-BE49-F238E27FC236}">
                <a16:creationId xmlns:a16="http://schemas.microsoft.com/office/drawing/2014/main" id="{64DEEE1A-1077-4B88-A99D-4EE724E1D07E}"/>
              </a:ext>
            </a:extLst>
          </p:cNvPr>
          <p:cNvSpPr>
            <a:spLocks noGrp="1"/>
          </p:cNvSpPr>
          <p:nvPr/>
        </p:nvSpPr>
        <p:spPr>
          <a:xfrm>
            <a:off x="3144069" y="16906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" name="F2_precision_recall_distributions_3101">
            <a:extLst>
              <a:ext uri="{FF2B5EF4-FFF2-40B4-BE49-F238E27FC236}">
                <a16:creationId xmlns:a16="http://schemas.microsoft.com/office/drawing/2014/main" id="{8926CF5D-9EB8-4CC0-A758-ACB5A0FEF9B8}"/>
              </a:ext>
            </a:extLst>
          </p:cNvPr>
          <p:cNvSpPr>
            <a:spLocks noGrp="1"/>
          </p:cNvSpPr>
          <p:nvPr/>
        </p:nvSpPr>
        <p:spPr>
          <a:xfrm>
            <a:off x="302567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" name="F2_precision_recall_distributions_3102">
            <a:extLst>
              <a:ext uri="{FF2B5EF4-FFF2-40B4-BE49-F238E27FC236}">
                <a16:creationId xmlns:a16="http://schemas.microsoft.com/office/drawing/2014/main" id="{BFC27D8A-B375-4DD1-A885-E7EA80FBFD56}"/>
              </a:ext>
            </a:extLst>
          </p:cNvPr>
          <p:cNvSpPr>
            <a:spLocks noGrp="1"/>
          </p:cNvSpPr>
          <p:nvPr/>
        </p:nvSpPr>
        <p:spPr>
          <a:xfrm>
            <a:off x="3155674" y="20912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" name="F2_precision_recall_distributions_3103">
            <a:extLst>
              <a:ext uri="{FF2B5EF4-FFF2-40B4-BE49-F238E27FC236}">
                <a16:creationId xmlns:a16="http://schemas.microsoft.com/office/drawing/2014/main" id="{F3E7507E-67A8-4D6F-B5EE-13B471A648E1}"/>
              </a:ext>
            </a:extLst>
          </p:cNvPr>
          <p:cNvSpPr>
            <a:spLocks noGrp="1"/>
          </p:cNvSpPr>
          <p:nvPr/>
        </p:nvSpPr>
        <p:spPr>
          <a:xfrm>
            <a:off x="3089759" y="21050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" name="F2_precision_recall_distributions_3104">
            <a:extLst>
              <a:ext uri="{FF2B5EF4-FFF2-40B4-BE49-F238E27FC236}">
                <a16:creationId xmlns:a16="http://schemas.microsoft.com/office/drawing/2014/main" id="{496D371D-0001-4D16-ABB8-F66E8B51F5CE}"/>
              </a:ext>
            </a:extLst>
          </p:cNvPr>
          <p:cNvSpPr>
            <a:spLocks noGrp="1"/>
          </p:cNvSpPr>
          <p:nvPr/>
        </p:nvSpPr>
        <p:spPr>
          <a:xfrm>
            <a:off x="3151900" y="16878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" name="F2_precision_recall_distributions_3105">
            <a:extLst>
              <a:ext uri="{FF2B5EF4-FFF2-40B4-BE49-F238E27FC236}">
                <a16:creationId xmlns:a16="http://schemas.microsoft.com/office/drawing/2014/main" id="{219D3653-A899-4EA7-BCA2-03085933DCEC}"/>
              </a:ext>
            </a:extLst>
          </p:cNvPr>
          <p:cNvSpPr>
            <a:spLocks noGrp="1"/>
          </p:cNvSpPr>
          <p:nvPr/>
        </p:nvSpPr>
        <p:spPr>
          <a:xfrm>
            <a:off x="313329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" name="F2_precision_recall_distributions_3106">
            <a:extLst>
              <a:ext uri="{FF2B5EF4-FFF2-40B4-BE49-F238E27FC236}">
                <a16:creationId xmlns:a16="http://schemas.microsoft.com/office/drawing/2014/main" id="{11923F9E-1CEF-469A-A821-ADA922E2AC63}"/>
              </a:ext>
            </a:extLst>
          </p:cNvPr>
          <p:cNvSpPr>
            <a:spLocks noGrp="1"/>
          </p:cNvSpPr>
          <p:nvPr/>
        </p:nvSpPr>
        <p:spPr>
          <a:xfrm>
            <a:off x="3043770" y="19077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" name="F2_precision_recall_distributions_3107">
            <a:extLst>
              <a:ext uri="{FF2B5EF4-FFF2-40B4-BE49-F238E27FC236}">
                <a16:creationId xmlns:a16="http://schemas.microsoft.com/office/drawing/2014/main" id="{F192B8AC-A169-4119-889D-BD68F98D25AF}"/>
              </a:ext>
            </a:extLst>
          </p:cNvPr>
          <p:cNvSpPr>
            <a:spLocks noGrp="1"/>
          </p:cNvSpPr>
          <p:nvPr/>
        </p:nvSpPr>
        <p:spPr>
          <a:xfrm>
            <a:off x="2982656" y="16994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" name="F2_precision_recall_distributions_3108">
            <a:extLst>
              <a:ext uri="{FF2B5EF4-FFF2-40B4-BE49-F238E27FC236}">
                <a16:creationId xmlns:a16="http://schemas.microsoft.com/office/drawing/2014/main" id="{9FBB1DC2-5DA4-4967-8BD4-5C80463B77CB}"/>
              </a:ext>
            </a:extLst>
          </p:cNvPr>
          <p:cNvSpPr>
            <a:spLocks noGrp="1"/>
          </p:cNvSpPr>
          <p:nvPr/>
        </p:nvSpPr>
        <p:spPr>
          <a:xfrm>
            <a:off x="3164949" y="22642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" name="F2_precision_recall_distributions_3109">
            <a:extLst>
              <a:ext uri="{FF2B5EF4-FFF2-40B4-BE49-F238E27FC236}">
                <a16:creationId xmlns:a16="http://schemas.microsoft.com/office/drawing/2014/main" id="{7A405C86-2507-40CC-B9B4-5A44B099A238}"/>
              </a:ext>
            </a:extLst>
          </p:cNvPr>
          <p:cNvSpPr>
            <a:spLocks noGrp="1"/>
          </p:cNvSpPr>
          <p:nvPr/>
        </p:nvSpPr>
        <p:spPr>
          <a:xfrm>
            <a:off x="281998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" name="F2_precision_recall_distributions_3110">
            <a:extLst>
              <a:ext uri="{FF2B5EF4-FFF2-40B4-BE49-F238E27FC236}">
                <a16:creationId xmlns:a16="http://schemas.microsoft.com/office/drawing/2014/main" id="{FF580A06-3FA3-4D39-B258-15ECD4F9ABAD}"/>
              </a:ext>
            </a:extLst>
          </p:cNvPr>
          <p:cNvSpPr>
            <a:spLocks noGrp="1"/>
          </p:cNvSpPr>
          <p:nvPr/>
        </p:nvSpPr>
        <p:spPr>
          <a:xfrm>
            <a:off x="288594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" name="F2_precision_recall_distributions_3111">
            <a:extLst>
              <a:ext uri="{FF2B5EF4-FFF2-40B4-BE49-F238E27FC236}">
                <a16:creationId xmlns:a16="http://schemas.microsoft.com/office/drawing/2014/main" id="{BA800E10-D3A6-4B73-910D-83FD32353818}"/>
              </a:ext>
            </a:extLst>
          </p:cNvPr>
          <p:cNvSpPr>
            <a:spLocks noGrp="1"/>
          </p:cNvSpPr>
          <p:nvPr/>
        </p:nvSpPr>
        <p:spPr>
          <a:xfrm>
            <a:off x="2893083" y="21476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" name="F2_precision_recall_distributions_3112">
            <a:extLst>
              <a:ext uri="{FF2B5EF4-FFF2-40B4-BE49-F238E27FC236}">
                <a16:creationId xmlns:a16="http://schemas.microsoft.com/office/drawing/2014/main" id="{9B6C4FD1-16F6-42B9-9C30-EA5C3C06E7DA}"/>
              </a:ext>
            </a:extLst>
          </p:cNvPr>
          <p:cNvSpPr>
            <a:spLocks noGrp="1"/>
          </p:cNvSpPr>
          <p:nvPr/>
        </p:nvSpPr>
        <p:spPr>
          <a:xfrm>
            <a:off x="2817312" y="21988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" name="F2_precision_recall_distributions_3113">
            <a:extLst>
              <a:ext uri="{FF2B5EF4-FFF2-40B4-BE49-F238E27FC236}">
                <a16:creationId xmlns:a16="http://schemas.microsoft.com/office/drawing/2014/main" id="{C833B65A-0EE8-4E08-B550-95FD028F383F}"/>
              </a:ext>
            </a:extLst>
          </p:cNvPr>
          <p:cNvSpPr>
            <a:spLocks noGrp="1"/>
          </p:cNvSpPr>
          <p:nvPr/>
        </p:nvSpPr>
        <p:spPr>
          <a:xfrm>
            <a:off x="3175035" y="16446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" name="F2_precision_recall_distributions_3114">
            <a:extLst>
              <a:ext uri="{FF2B5EF4-FFF2-40B4-BE49-F238E27FC236}">
                <a16:creationId xmlns:a16="http://schemas.microsoft.com/office/drawing/2014/main" id="{265CC77C-AAE3-44D0-A026-FBFCBC5665E9}"/>
              </a:ext>
            </a:extLst>
          </p:cNvPr>
          <p:cNvSpPr>
            <a:spLocks noGrp="1"/>
          </p:cNvSpPr>
          <p:nvPr/>
        </p:nvSpPr>
        <p:spPr>
          <a:xfrm>
            <a:off x="3033840" y="1855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" name="F2_precision_recall_distributions_3115">
            <a:extLst>
              <a:ext uri="{FF2B5EF4-FFF2-40B4-BE49-F238E27FC236}">
                <a16:creationId xmlns:a16="http://schemas.microsoft.com/office/drawing/2014/main" id="{BD8B501C-7433-4EC6-8DAB-A2C97A26E1B8}"/>
              </a:ext>
            </a:extLst>
          </p:cNvPr>
          <p:cNvSpPr>
            <a:spLocks noGrp="1"/>
          </p:cNvSpPr>
          <p:nvPr/>
        </p:nvSpPr>
        <p:spPr>
          <a:xfrm>
            <a:off x="2924328" y="21386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" name="F2_precision_recall_distributions_3116">
            <a:extLst>
              <a:ext uri="{FF2B5EF4-FFF2-40B4-BE49-F238E27FC236}">
                <a16:creationId xmlns:a16="http://schemas.microsoft.com/office/drawing/2014/main" id="{94C55DE9-DA59-40FC-8467-54D92974F7E4}"/>
              </a:ext>
            </a:extLst>
          </p:cNvPr>
          <p:cNvSpPr>
            <a:spLocks noGrp="1"/>
          </p:cNvSpPr>
          <p:nvPr/>
        </p:nvSpPr>
        <p:spPr>
          <a:xfrm>
            <a:off x="2856980" y="18906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" name="F2_precision_recall_distributions_3117">
            <a:extLst>
              <a:ext uri="{FF2B5EF4-FFF2-40B4-BE49-F238E27FC236}">
                <a16:creationId xmlns:a16="http://schemas.microsoft.com/office/drawing/2014/main" id="{56FE5AB6-E004-4D45-93C8-CD725C2017F4}"/>
              </a:ext>
            </a:extLst>
          </p:cNvPr>
          <p:cNvSpPr>
            <a:spLocks noGrp="1"/>
          </p:cNvSpPr>
          <p:nvPr/>
        </p:nvSpPr>
        <p:spPr>
          <a:xfrm>
            <a:off x="2841097" y="21681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" name="F2_precision_recall_distributions_3118">
            <a:extLst>
              <a:ext uri="{FF2B5EF4-FFF2-40B4-BE49-F238E27FC236}">
                <a16:creationId xmlns:a16="http://schemas.microsoft.com/office/drawing/2014/main" id="{08BBAFD7-5F59-44CD-A1BD-017C6A7FD240}"/>
              </a:ext>
            </a:extLst>
          </p:cNvPr>
          <p:cNvSpPr>
            <a:spLocks noGrp="1"/>
          </p:cNvSpPr>
          <p:nvPr/>
        </p:nvSpPr>
        <p:spPr>
          <a:xfrm>
            <a:off x="3180654" y="20154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" name="F2_precision_recall_distributions_3119">
            <a:extLst>
              <a:ext uri="{FF2B5EF4-FFF2-40B4-BE49-F238E27FC236}">
                <a16:creationId xmlns:a16="http://schemas.microsoft.com/office/drawing/2014/main" id="{DCB4590B-5FFC-40A6-A810-FD2D8A83F31C}"/>
              </a:ext>
            </a:extLst>
          </p:cNvPr>
          <p:cNvSpPr>
            <a:spLocks noGrp="1"/>
          </p:cNvSpPr>
          <p:nvPr/>
        </p:nvSpPr>
        <p:spPr>
          <a:xfrm>
            <a:off x="3141672" y="16433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" name="F2_precision_recall_distributions_3120">
            <a:extLst>
              <a:ext uri="{FF2B5EF4-FFF2-40B4-BE49-F238E27FC236}">
                <a16:creationId xmlns:a16="http://schemas.microsoft.com/office/drawing/2014/main" id="{FCE1D369-8AD1-4554-AF88-E5AA687F59DF}"/>
              </a:ext>
            </a:extLst>
          </p:cNvPr>
          <p:cNvSpPr>
            <a:spLocks noGrp="1"/>
          </p:cNvSpPr>
          <p:nvPr/>
        </p:nvSpPr>
        <p:spPr>
          <a:xfrm>
            <a:off x="2930193" y="15845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" name="F2_precision_recall_distributions_3121">
            <a:extLst>
              <a:ext uri="{FF2B5EF4-FFF2-40B4-BE49-F238E27FC236}">
                <a16:creationId xmlns:a16="http://schemas.microsoft.com/office/drawing/2014/main" id="{CAB48592-3F3D-4563-B66A-AFA8358593DC}"/>
              </a:ext>
            </a:extLst>
          </p:cNvPr>
          <p:cNvSpPr>
            <a:spLocks noGrp="1"/>
          </p:cNvSpPr>
          <p:nvPr/>
        </p:nvSpPr>
        <p:spPr>
          <a:xfrm>
            <a:off x="2843949" y="19016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" name="F2_precision_recall_distributions_3122">
            <a:extLst>
              <a:ext uri="{FF2B5EF4-FFF2-40B4-BE49-F238E27FC236}">
                <a16:creationId xmlns:a16="http://schemas.microsoft.com/office/drawing/2014/main" id="{E5CD6F25-BF78-4A10-B679-42CB143102D5}"/>
              </a:ext>
            </a:extLst>
          </p:cNvPr>
          <p:cNvSpPr>
            <a:spLocks noGrp="1"/>
          </p:cNvSpPr>
          <p:nvPr/>
        </p:nvSpPr>
        <p:spPr>
          <a:xfrm>
            <a:off x="3003047" y="15773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" name="F2_precision_recall_distributions_3123">
            <a:extLst>
              <a:ext uri="{FF2B5EF4-FFF2-40B4-BE49-F238E27FC236}">
                <a16:creationId xmlns:a16="http://schemas.microsoft.com/office/drawing/2014/main" id="{89BFA14A-ACF3-459E-909E-583CA242E433}"/>
              </a:ext>
            </a:extLst>
          </p:cNvPr>
          <p:cNvSpPr>
            <a:spLocks noGrp="1"/>
          </p:cNvSpPr>
          <p:nvPr/>
        </p:nvSpPr>
        <p:spPr>
          <a:xfrm>
            <a:off x="3048753" y="19019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" name="F2_precision_recall_distributions_3124">
            <a:extLst>
              <a:ext uri="{FF2B5EF4-FFF2-40B4-BE49-F238E27FC236}">
                <a16:creationId xmlns:a16="http://schemas.microsoft.com/office/drawing/2014/main" id="{D7D764F6-DA99-46C3-9AFB-26E621BC91E4}"/>
              </a:ext>
            </a:extLst>
          </p:cNvPr>
          <p:cNvSpPr>
            <a:spLocks noGrp="1"/>
          </p:cNvSpPr>
          <p:nvPr/>
        </p:nvSpPr>
        <p:spPr>
          <a:xfrm>
            <a:off x="3158223" y="17005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" name="F2_precision_recall_distributions_3125">
            <a:extLst>
              <a:ext uri="{FF2B5EF4-FFF2-40B4-BE49-F238E27FC236}">
                <a16:creationId xmlns:a16="http://schemas.microsoft.com/office/drawing/2014/main" id="{6F5ECF3B-5F8F-422C-90F3-40DC947EF6A7}"/>
              </a:ext>
            </a:extLst>
          </p:cNvPr>
          <p:cNvSpPr>
            <a:spLocks noGrp="1"/>
          </p:cNvSpPr>
          <p:nvPr/>
        </p:nvSpPr>
        <p:spPr>
          <a:xfrm>
            <a:off x="290807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" name="F2_precision_recall_distributions_3126">
            <a:extLst>
              <a:ext uri="{FF2B5EF4-FFF2-40B4-BE49-F238E27FC236}">
                <a16:creationId xmlns:a16="http://schemas.microsoft.com/office/drawing/2014/main" id="{53A02F94-D534-4EE9-8490-A42ACE54794A}"/>
              </a:ext>
            </a:extLst>
          </p:cNvPr>
          <p:cNvSpPr>
            <a:spLocks noGrp="1"/>
          </p:cNvSpPr>
          <p:nvPr/>
        </p:nvSpPr>
        <p:spPr>
          <a:xfrm>
            <a:off x="3061423" y="173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" name="F2_precision_recall_distributions_3127">
            <a:extLst>
              <a:ext uri="{FF2B5EF4-FFF2-40B4-BE49-F238E27FC236}">
                <a16:creationId xmlns:a16="http://schemas.microsoft.com/office/drawing/2014/main" id="{68F1469B-7F04-40F3-A304-351F0F30E2F3}"/>
              </a:ext>
            </a:extLst>
          </p:cNvPr>
          <p:cNvSpPr>
            <a:spLocks noGrp="1"/>
          </p:cNvSpPr>
          <p:nvPr/>
        </p:nvSpPr>
        <p:spPr>
          <a:xfrm>
            <a:off x="307290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" name="F2_precision_recall_distributions_3128">
            <a:extLst>
              <a:ext uri="{FF2B5EF4-FFF2-40B4-BE49-F238E27FC236}">
                <a16:creationId xmlns:a16="http://schemas.microsoft.com/office/drawing/2014/main" id="{00DCCD39-F841-4CCF-A9B4-3D24B1CC0CBD}"/>
              </a:ext>
            </a:extLst>
          </p:cNvPr>
          <p:cNvSpPr>
            <a:spLocks noGrp="1"/>
          </p:cNvSpPr>
          <p:nvPr/>
        </p:nvSpPr>
        <p:spPr>
          <a:xfrm>
            <a:off x="3019589" y="17311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" name="F2_precision_recall_distributions_3129">
            <a:extLst>
              <a:ext uri="{FF2B5EF4-FFF2-40B4-BE49-F238E27FC236}">
                <a16:creationId xmlns:a16="http://schemas.microsoft.com/office/drawing/2014/main" id="{380C5EDC-F2D1-4CA1-A39B-93B15FADBDD9}"/>
              </a:ext>
            </a:extLst>
          </p:cNvPr>
          <p:cNvSpPr>
            <a:spLocks noGrp="1"/>
          </p:cNvSpPr>
          <p:nvPr/>
        </p:nvSpPr>
        <p:spPr>
          <a:xfrm>
            <a:off x="3035639" y="21997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" name="F2_precision_recall_distributions_3130">
            <a:extLst>
              <a:ext uri="{FF2B5EF4-FFF2-40B4-BE49-F238E27FC236}">
                <a16:creationId xmlns:a16="http://schemas.microsoft.com/office/drawing/2014/main" id="{EC0586ED-85BD-41A1-AC8E-D331F8369F17}"/>
              </a:ext>
            </a:extLst>
          </p:cNvPr>
          <p:cNvSpPr>
            <a:spLocks noGrp="1"/>
          </p:cNvSpPr>
          <p:nvPr/>
        </p:nvSpPr>
        <p:spPr>
          <a:xfrm>
            <a:off x="2970055" y="18338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" name="F2_precision_recall_distributions_3131">
            <a:extLst>
              <a:ext uri="{FF2B5EF4-FFF2-40B4-BE49-F238E27FC236}">
                <a16:creationId xmlns:a16="http://schemas.microsoft.com/office/drawing/2014/main" id="{6F152125-488A-47D5-A97C-CE9AAB43622C}"/>
              </a:ext>
            </a:extLst>
          </p:cNvPr>
          <p:cNvSpPr>
            <a:spLocks noGrp="1"/>
          </p:cNvSpPr>
          <p:nvPr/>
        </p:nvSpPr>
        <p:spPr>
          <a:xfrm>
            <a:off x="2922666" y="17159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" name="F2_precision_recall_distributions_3132">
            <a:extLst>
              <a:ext uri="{FF2B5EF4-FFF2-40B4-BE49-F238E27FC236}">
                <a16:creationId xmlns:a16="http://schemas.microsoft.com/office/drawing/2014/main" id="{DB5774B4-E3C5-4026-ADF3-20F6FB7DC6DA}"/>
              </a:ext>
            </a:extLst>
          </p:cNvPr>
          <p:cNvSpPr>
            <a:spLocks noGrp="1"/>
          </p:cNvSpPr>
          <p:nvPr/>
        </p:nvSpPr>
        <p:spPr>
          <a:xfrm>
            <a:off x="2985043" y="16275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" name="F2_precision_recall_distributions_3133">
            <a:extLst>
              <a:ext uri="{FF2B5EF4-FFF2-40B4-BE49-F238E27FC236}">
                <a16:creationId xmlns:a16="http://schemas.microsoft.com/office/drawing/2014/main" id="{30E21376-CA5D-4E1E-9ED6-331C77AB3AD6}"/>
              </a:ext>
            </a:extLst>
          </p:cNvPr>
          <p:cNvSpPr>
            <a:spLocks noGrp="1"/>
          </p:cNvSpPr>
          <p:nvPr/>
        </p:nvSpPr>
        <p:spPr>
          <a:xfrm>
            <a:off x="2959978" y="22084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" name="F2_precision_recall_distributions_3134">
            <a:extLst>
              <a:ext uri="{FF2B5EF4-FFF2-40B4-BE49-F238E27FC236}">
                <a16:creationId xmlns:a16="http://schemas.microsoft.com/office/drawing/2014/main" id="{FB33C041-E83D-4215-A03C-78EA10A52444}"/>
              </a:ext>
            </a:extLst>
          </p:cNvPr>
          <p:cNvSpPr>
            <a:spLocks noGrp="1"/>
          </p:cNvSpPr>
          <p:nvPr/>
        </p:nvSpPr>
        <p:spPr>
          <a:xfrm>
            <a:off x="311584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" name="F2_precision_recall_distributions_3135">
            <a:extLst>
              <a:ext uri="{FF2B5EF4-FFF2-40B4-BE49-F238E27FC236}">
                <a16:creationId xmlns:a16="http://schemas.microsoft.com/office/drawing/2014/main" id="{B7499AF6-9ECD-49B6-847D-B5EEEB7FD7A8}"/>
              </a:ext>
            </a:extLst>
          </p:cNvPr>
          <p:cNvSpPr>
            <a:spLocks noGrp="1"/>
          </p:cNvSpPr>
          <p:nvPr/>
        </p:nvSpPr>
        <p:spPr>
          <a:xfrm>
            <a:off x="3186856" y="1956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" name="F2_precision_recall_distributions_3136">
            <a:extLst>
              <a:ext uri="{FF2B5EF4-FFF2-40B4-BE49-F238E27FC236}">
                <a16:creationId xmlns:a16="http://schemas.microsoft.com/office/drawing/2014/main" id="{8787D720-5239-41EA-A002-4BD7E35F9F8B}"/>
              </a:ext>
            </a:extLst>
          </p:cNvPr>
          <p:cNvSpPr>
            <a:spLocks noGrp="1"/>
          </p:cNvSpPr>
          <p:nvPr/>
        </p:nvSpPr>
        <p:spPr>
          <a:xfrm>
            <a:off x="3008461" y="16767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" name="F2_precision_recall_distributions_3137">
            <a:extLst>
              <a:ext uri="{FF2B5EF4-FFF2-40B4-BE49-F238E27FC236}">
                <a16:creationId xmlns:a16="http://schemas.microsoft.com/office/drawing/2014/main" id="{2E0C39A7-E10D-43F5-B622-149BBE7C6D4E}"/>
              </a:ext>
            </a:extLst>
          </p:cNvPr>
          <p:cNvSpPr>
            <a:spLocks noGrp="1"/>
          </p:cNvSpPr>
          <p:nvPr/>
        </p:nvSpPr>
        <p:spPr>
          <a:xfrm>
            <a:off x="3156716" y="17669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" name="F2_precision_recall_distributions_3138">
            <a:extLst>
              <a:ext uri="{FF2B5EF4-FFF2-40B4-BE49-F238E27FC236}">
                <a16:creationId xmlns:a16="http://schemas.microsoft.com/office/drawing/2014/main" id="{6338B0F4-3C70-4201-B439-660F5AEAC6C3}"/>
              </a:ext>
            </a:extLst>
          </p:cNvPr>
          <p:cNvSpPr>
            <a:spLocks noGrp="1"/>
          </p:cNvSpPr>
          <p:nvPr/>
        </p:nvSpPr>
        <p:spPr>
          <a:xfrm>
            <a:off x="3095980" y="19497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" name="F2_precision_recall_distributions_3139">
            <a:extLst>
              <a:ext uri="{FF2B5EF4-FFF2-40B4-BE49-F238E27FC236}">
                <a16:creationId xmlns:a16="http://schemas.microsoft.com/office/drawing/2014/main" id="{51E6F07D-1C6F-4E8D-AA16-0E9CCA6C2C25}"/>
              </a:ext>
            </a:extLst>
          </p:cNvPr>
          <p:cNvSpPr>
            <a:spLocks noGrp="1"/>
          </p:cNvSpPr>
          <p:nvPr/>
        </p:nvSpPr>
        <p:spPr>
          <a:xfrm>
            <a:off x="3079310" y="16983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" name="F2_precision_recall_distributions_3140">
            <a:extLst>
              <a:ext uri="{FF2B5EF4-FFF2-40B4-BE49-F238E27FC236}">
                <a16:creationId xmlns:a16="http://schemas.microsoft.com/office/drawing/2014/main" id="{F4C4694E-5871-429B-880A-C635A115D0EB}"/>
              </a:ext>
            </a:extLst>
          </p:cNvPr>
          <p:cNvSpPr>
            <a:spLocks noGrp="1"/>
          </p:cNvSpPr>
          <p:nvPr/>
        </p:nvSpPr>
        <p:spPr>
          <a:xfrm>
            <a:off x="2838726" y="17470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" name="F2_precision_recall_distributions_3141">
            <a:extLst>
              <a:ext uri="{FF2B5EF4-FFF2-40B4-BE49-F238E27FC236}">
                <a16:creationId xmlns:a16="http://schemas.microsoft.com/office/drawing/2014/main" id="{0637A2A9-0FE5-4ABB-8722-08CA7B31C03A}"/>
              </a:ext>
            </a:extLst>
          </p:cNvPr>
          <p:cNvSpPr>
            <a:spLocks noGrp="1"/>
          </p:cNvSpPr>
          <p:nvPr/>
        </p:nvSpPr>
        <p:spPr>
          <a:xfrm>
            <a:off x="3084762" y="17071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" name="F2_precision_recall_distributions_3142">
            <a:extLst>
              <a:ext uri="{FF2B5EF4-FFF2-40B4-BE49-F238E27FC236}">
                <a16:creationId xmlns:a16="http://schemas.microsoft.com/office/drawing/2014/main" id="{61B46C8A-A6DA-407D-952E-BF2328DA1042}"/>
              </a:ext>
            </a:extLst>
          </p:cNvPr>
          <p:cNvSpPr>
            <a:spLocks noGrp="1"/>
          </p:cNvSpPr>
          <p:nvPr/>
        </p:nvSpPr>
        <p:spPr>
          <a:xfrm>
            <a:off x="2879651" y="18867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" name="F2_precision_recall_distributions_3143">
            <a:extLst>
              <a:ext uri="{FF2B5EF4-FFF2-40B4-BE49-F238E27FC236}">
                <a16:creationId xmlns:a16="http://schemas.microsoft.com/office/drawing/2014/main" id="{229082B0-5CCB-4B7E-A1BC-9191DD9B9E59}"/>
              </a:ext>
            </a:extLst>
          </p:cNvPr>
          <p:cNvSpPr>
            <a:spLocks noGrp="1"/>
          </p:cNvSpPr>
          <p:nvPr/>
        </p:nvSpPr>
        <p:spPr>
          <a:xfrm>
            <a:off x="2960995" y="19895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" name="F2_precision_recall_distributions_3144">
            <a:extLst>
              <a:ext uri="{FF2B5EF4-FFF2-40B4-BE49-F238E27FC236}">
                <a16:creationId xmlns:a16="http://schemas.microsoft.com/office/drawing/2014/main" id="{1A7E5525-E729-46A8-AFCD-C98794472DCD}"/>
              </a:ext>
            </a:extLst>
          </p:cNvPr>
          <p:cNvSpPr>
            <a:spLocks noGrp="1"/>
          </p:cNvSpPr>
          <p:nvPr/>
        </p:nvSpPr>
        <p:spPr>
          <a:xfrm>
            <a:off x="2838480" y="16897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" name="F2_precision_recall_distributions_3145">
            <a:extLst>
              <a:ext uri="{FF2B5EF4-FFF2-40B4-BE49-F238E27FC236}">
                <a16:creationId xmlns:a16="http://schemas.microsoft.com/office/drawing/2014/main" id="{7045606F-3926-4622-A929-3E4D8ECD07B1}"/>
              </a:ext>
            </a:extLst>
          </p:cNvPr>
          <p:cNvSpPr>
            <a:spLocks noGrp="1"/>
          </p:cNvSpPr>
          <p:nvPr/>
        </p:nvSpPr>
        <p:spPr>
          <a:xfrm>
            <a:off x="290000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" name="F2_precision_recall_distributions_3146">
            <a:extLst>
              <a:ext uri="{FF2B5EF4-FFF2-40B4-BE49-F238E27FC236}">
                <a16:creationId xmlns:a16="http://schemas.microsoft.com/office/drawing/2014/main" id="{0A0D3021-EB68-40FC-A0F5-A0CB7663F2D6}"/>
              </a:ext>
            </a:extLst>
          </p:cNvPr>
          <p:cNvSpPr>
            <a:spLocks noGrp="1"/>
          </p:cNvSpPr>
          <p:nvPr/>
        </p:nvSpPr>
        <p:spPr>
          <a:xfrm>
            <a:off x="3077744" y="2005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" name="F2_precision_recall_distributions_3147">
            <a:extLst>
              <a:ext uri="{FF2B5EF4-FFF2-40B4-BE49-F238E27FC236}">
                <a16:creationId xmlns:a16="http://schemas.microsoft.com/office/drawing/2014/main" id="{820E3D15-3515-4DAA-9E96-B9899119F695}"/>
              </a:ext>
            </a:extLst>
          </p:cNvPr>
          <p:cNvSpPr>
            <a:spLocks noGrp="1"/>
          </p:cNvSpPr>
          <p:nvPr/>
        </p:nvSpPr>
        <p:spPr>
          <a:xfrm>
            <a:off x="2930782" y="17512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4" name="F2_precision_recall_distributions_3148">
            <a:extLst>
              <a:ext uri="{FF2B5EF4-FFF2-40B4-BE49-F238E27FC236}">
                <a16:creationId xmlns:a16="http://schemas.microsoft.com/office/drawing/2014/main" id="{5550FE25-3ACF-4719-9F96-3054C87780DC}"/>
              </a:ext>
            </a:extLst>
          </p:cNvPr>
          <p:cNvSpPr>
            <a:spLocks noGrp="1"/>
          </p:cNvSpPr>
          <p:nvPr/>
        </p:nvSpPr>
        <p:spPr>
          <a:xfrm>
            <a:off x="318692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5" name="F2_precision_recall_distributions_3149">
            <a:extLst>
              <a:ext uri="{FF2B5EF4-FFF2-40B4-BE49-F238E27FC236}">
                <a16:creationId xmlns:a16="http://schemas.microsoft.com/office/drawing/2014/main" id="{E99FED8E-B0F2-43DB-9200-42CFF7D22EA7}"/>
              </a:ext>
            </a:extLst>
          </p:cNvPr>
          <p:cNvSpPr>
            <a:spLocks noGrp="1"/>
          </p:cNvSpPr>
          <p:nvPr/>
        </p:nvSpPr>
        <p:spPr>
          <a:xfrm>
            <a:off x="2891938" y="19207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" name="F2_precision_recall_distributions_3150">
            <a:extLst>
              <a:ext uri="{FF2B5EF4-FFF2-40B4-BE49-F238E27FC236}">
                <a16:creationId xmlns:a16="http://schemas.microsoft.com/office/drawing/2014/main" id="{668DB982-073F-43F5-A4DA-18416608CCCC}"/>
              </a:ext>
            </a:extLst>
          </p:cNvPr>
          <p:cNvSpPr>
            <a:spLocks noGrp="1"/>
          </p:cNvSpPr>
          <p:nvPr/>
        </p:nvSpPr>
        <p:spPr>
          <a:xfrm>
            <a:off x="317962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" name="F2_precision_recall_distributions_3151">
            <a:extLst>
              <a:ext uri="{FF2B5EF4-FFF2-40B4-BE49-F238E27FC236}">
                <a16:creationId xmlns:a16="http://schemas.microsoft.com/office/drawing/2014/main" id="{1CC4BE88-E14E-4180-9AD0-22849B493A50}"/>
              </a:ext>
            </a:extLst>
          </p:cNvPr>
          <p:cNvSpPr>
            <a:spLocks noGrp="1"/>
          </p:cNvSpPr>
          <p:nvPr/>
        </p:nvSpPr>
        <p:spPr>
          <a:xfrm>
            <a:off x="293252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" name="F2_precision_recall_distributions_3152">
            <a:extLst>
              <a:ext uri="{FF2B5EF4-FFF2-40B4-BE49-F238E27FC236}">
                <a16:creationId xmlns:a16="http://schemas.microsoft.com/office/drawing/2014/main" id="{25F1C920-67E8-4EEE-A1D0-2AB34B07A8F2}"/>
              </a:ext>
            </a:extLst>
          </p:cNvPr>
          <p:cNvSpPr>
            <a:spLocks noGrp="1"/>
          </p:cNvSpPr>
          <p:nvPr/>
        </p:nvSpPr>
        <p:spPr>
          <a:xfrm>
            <a:off x="3174399" y="22531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" name="F2_precision_recall_distributions_3153">
            <a:extLst>
              <a:ext uri="{FF2B5EF4-FFF2-40B4-BE49-F238E27FC236}">
                <a16:creationId xmlns:a16="http://schemas.microsoft.com/office/drawing/2014/main" id="{DFB7405B-B73A-4F57-B594-9AFE481AAC59}"/>
              </a:ext>
            </a:extLst>
          </p:cNvPr>
          <p:cNvSpPr>
            <a:spLocks noGrp="1"/>
          </p:cNvSpPr>
          <p:nvPr/>
        </p:nvSpPr>
        <p:spPr>
          <a:xfrm>
            <a:off x="2869666" y="19864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" name="F2_precision_recall_distributions_3154">
            <a:extLst>
              <a:ext uri="{FF2B5EF4-FFF2-40B4-BE49-F238E27FC236}">
                <a16:creationId xmlns:a16="http://schemas.microsoft.com/office/drawing/2014/main" id="{69775E46-C0A4-4F4C-8CF7-FE39B670188D}"/>
              </a:ext>
            </a:extLst>
          </p:cNvPr>
          <p:cNvSpPr>
            <a:spLocks noGrp="1"/>
          </p:cNvSpPr>
          <p:nvPr/>
        </p:nvSpPr>
        <p:spPr>
          <a:xfrm>
            <a:off x="3055899" y="22686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" name="F2_precision_recall_distributions_3155">
            <a:extLst>
              <a:ext uri="{FF2B5EF4-FFF2-40B4-BE49-F238E27FC236}">
                <a16:creationId xmlns:a16="http://schemas.microsoft.com/office/drawing/2014/main" id="{FE96107D-383F-4EAE-B533-FFDC3F7D95D6}"/>
              </a:ext>
            </a:extLst>
          </p:cNvPr>
          <p:cNvSpPr>
            <a:spLocks noGrp="1"/>
          </p:cNvSpPr>
          <p:nvPr/>
        </p:nvSpPr>
        <p:spPr>
          <a:xfrm>
            <a:off x="3078661" y="18774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" name="F2_precision_recall_distributions_3156">
            <a:extLst>
              <a:ext uri="{FF2B5EF4-FFF2-40B4-BE49-F238E27FC236}">
                <a16:creationId xmlns:a16="http://schemas.microsoft.com/office/drawing/2014/main" id="{E283F6AC-F9B9-4D2E-864D-DE445A8AE9EC}"/>
              </a:ext>
            </a:extLst>
          </p:cNvPr>
          <p:cNvSpPr>
            <a:spLocks noGrp="1"/>
          </p:cNvSpPr>
          <p:nvPr/>
        </p:nvSpPr>
        <p:spPr>
          <a:xfrm>
            <a:off x="2940464" y="16509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" name="F2_precision_recall_distributions_3157">
            <a:extLst>
              <a:ext uri="{FF2B5EF4-FFF2-40B4-BE49-F238E27FC236}">
                <a16:creationId xmlns:a16="http://schemas.microsoft.com/office/drawing/2014/main" id="{B8701305-9A20-499B-AE79-A07C465D2F6E}"/>
              </a:ext>
            </a:extLst>
          </p:cNvPr>
          <p:cNvSpPr>
            <a:spLocks noGrp="1"/>
          </p:cNvSpPr>
          <p:nvPr/>
        </p:nvSpPr>
        <p:spPr>
          <a:xfrm>
            <a:off x="3156346" y="2177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" name="F2_precision_recall_distributions_3158">
            <a:extLst>
              <a:ext uri="{FF2B5EF4-FFF2-40B4-BE49-F238E27FC236}">
                <a16:creationId xmlns:a16="http://schemas.microsoft.com/office/drawing/2014/main" id="{4FB42E6D-A6A7-40CF-85B8-FFE032C6B345}"/>
              </a:ext>
            </a:extLst>
          </p:cNvPr>
          <p:cNvSpPr>
            <a:spLocks noGrp="1"/>
          </p:cNvSpPr>
          <p:nvPr/>
        </p:nvSpPr>
        <p:spPr>
          <a:xfrm>
            <a:off x="3103226" y="17415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" name="F2_precision_recall_distributions_3159">
            <a:extLst>
              <a:ext uri="{FF2B5EF4-FFF2-40B4-BE49-F238E27FC236}">
                <a16:creationId xmlns:a16="http://schemas.microsoft.com/office/drawing/2014/main" id="{B1B8168D-4E5A-441F-88F2-9466258DF440}"/>
              </a:ext>
            </a:extLst>
          </p:cNvPr>
          <p:cNvSpPr>
            <a:spLocks noGrp="1"/>
          </p:cNvSpPr>
          <p:nvPr/>
        </p:nvSpPr>
        <p:spPr>
          <a:xfrm>
            <a:off x="3077501" y="17056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" name="F2_precision_recall_distributions_3160">
            <a:extLst>
              <a:ext uri="{FF2B5EF4-FFF2-40B4-BE49-F238E27FC236}">
                <a16:creationId xmlns:a16="http://schemas.microsoft.com/office/drawing/2014/main" id="{CDB79D28-B643-4933-9B00-C177BABAF8C5}"/>
              </a:ext>
            </a:extLst>
          </p:cNvPr>
          <p:cNvSpPr>
            <a:spLocks noGrp="1"/>
          </p:cNvSpPr>
          <p:nvPr/>
        </p:nvSpPr>
        <p:spPr>
          <a:xfrm>
            <a:off x="3097190" y="19568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" name="F2_precision_recall_distributions_3161">
            <a:extLst>
              <a:ext uri="{FF2B5EF4-FFF2-40B4-BE49-F238E27FC236}">
                <a16:creationId xmlns:a16="http://schemas.microsoft.com/office/drawing/2014/main" id="{FCDD5961-B7C6-411F-9D57-0D1ADAEF3C7D}"/>
              </a:ext>
            </a:extLst>
          </p:cNvPr>
          <p:cNvSpPr>
            <a:spLocks noGrp="1"/>
          </p:cNvSpPr>
          <p:nvPr/>
        </p:nvSpPr>
        <p:spPr>
          <a:xfrm>
            <a:off x="3164028" y="16908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" name="F2_precision_recall_distributions_3162">
            <a:extLst>
              <a:ext uri="{FF2B5EF4-FFF2-40B4-BE49-F238E27FC236}">
                <a16:creationId xmlns:a16="http://schemas.microsoft.com/office/drawing/2014/main" id="{16B8B225-0DAF-45CA-B2C3-9CADC465CBF2}"/>
              </a:ext>
            </a:extLst>
          </p:cNvPr>
          <p:cNvSpPr>
            <a:spLocks noGrp="1"/>
          </p:cNvSpPr>
          <p:nvPr/>
        </p:nvSpPr>
        <p:spPr>
          <a:xfrm>
            <a:off x="3119883" y="20780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" name="F2_precision_recall_distributions_3163">
            <a:extLst>
              <a:ext uri="{FF2B5EF4-FFF2-40B4-BE49-F238E27FC236}">
                <a16:creationId xmlns:a16="http://schemas.microsoft.com/office/drawing/2014/main" id="{BAFA0BC4-485F-4BF0-B449-AE186EF50DEA}"/>
              </a:ext>
            </a:extLst>
          </p:cNvPr>
          <p:cNvSpPr>
            <a:spLocks noGrp="1"/>
          </p:cNvSpPr>
          <p:nvPr/>
        </p:nvSpPr>
        <p:spPr>
          <a:xfrm>
            <a:off x="2864088" y="18334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" name="F2_precision_recall_distributions_3164">
            <a:extLst>
              <a:ext uri="{FF2B5EF4-FFF2-40B4-BE49-F238E27FC236}">
                <a16:creationId xmlns:a16="http://schemas.microsoft.com/office/drawing/2014/main" id="{5AE4014B-C72C-4802-92AA-3B6351A858F2}"/>
              </a:ext>
            </a:extLst>
          </p:cNvPr>
          <p:cNvSpPr>
            <a:spLocks noGrp="1"/>
          </p:cNvSpPr>
          <p:nvPr/>
        </p:nvSpPr>
        <p:spPr>
          <a:xfrm>
            <a:off x="2997175" y="16797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" name="F2_precision_recall_distributions_3165">
            <a:extLst>
              <a:ext uri="{FF2B5EF4-FFF2-40B4-BE49-F238E27FC236}">
                <a16:creationId xmlns:a16="http://schemas.microsoft.com/office/drawing/2014/main" id="{D72B7B4F-2C0B-47C6-A243-C276D8E6D069}"/>
              </a:ext>
            </a:extLst>
          </p:cNvPr>
          <p:cNvSpPr>
            <a:spLocks noGrp="1"/>
          </p:cNvSpPr>
          <p:nvPr/>
        </p:nvSpPr>
        <p:spPr>
          <a:xfrm>
            <a:off x="3135334" y="21546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" name="F2_precision_recall_distributions_3166">
            <a:extLst>
              <a:ext uri="{FF2B5EF4-FFF2-40B4-BE49-F238E27FC236}">
                <a16:creationId xmlns:a16="http://schemas.microsoft.com/office/drawing/2014/main" id="{8A757194-52E6-4044-979A-4BA2200FE545}"/>
              </a:ext>
            </a:extLst>
          </p:cNvPr>
          <p:cNvSpPr>
            <a:spLocks noGrp="1"/>
          </p:cNvSpPr>
          <p:nvPr/>
        </p:nvSpPr>
        <p:spPr>
          <a:xfrm>
            <a:off x="2896783" y="1722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" name="F2_precision_recall_distributions_3167">
            <a:extLst>
              <a:ext uri="{FF2B5EF4-FFF2-40B4-BE49-F238E27FC236}">
                <a16:creationId xmlns:a16="http://schemas.microsoft.com/office/drawing/2014/main" id="{7FA37C2E-CBA8-4E3F-B23D-828D636CEDB7}"/>
              </a:ext>
            </a:extLst>
          </p:cNvPr>
          <p:cNvSpPr>
            <a:spLocks noGrp="1"/>
          </p:cNvSpPr>
          <p:nvPr/>
        </p:nvSpPr>
        <p:spPr>
          <a:xfrm>
            <a:off x="2914974" y="227501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" name="F2_precision_recall_distributions_3168">
            <a:extLst>
              <a:ext uri="{FF2B5EF4-FFF2-40B4-BE49-F238E27FC236}">
                <a16:creationId xmlns:a16="http://schemas.microsoft.com/office/drawing/2014/main" id="{D1DE2A67-4BF5-4757-85A0-E871EA3CB2FF}"/>
              </a:ext>
            </a:extLst>
          </p:cNvPr>
          <p:cNvSpPr>
            <a:spLocks noGrp="1"/>
          </p:cNvSpPr>
          <p:nvPr/>
        </p:nvSpPr>
        <p:spPr>
          <a:xfrm>
            <a:off x="2919741" y="17305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" name="F2_precision_recall_distributions_3169">
            <a:extLst>
              <a:ext uri="{FF2B5EF4-FFF2-40B4-BE49-F238E27FC236}">
                <a16:creationId xmlns:a16="http://schemas.microsoft.com/office/drawing/2014/main" id="{2C4C70C6-1233-40DD-B50F-606ACC588739}"/>
              </a:ext>
            </a:extLst>
          </p:cNvPr>
          <p:cNvSpPr>
            <a:spLocks noGrp="1"/>
          </p:cNvSpPr>
          <p:nvPr/>
        </p:nvSpPr>
        <p:spPr>
          <a:xfrm>
            <a:off x="3162214" y="17944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" name="F2_precision_recall_distributions_3170">
            <a:extLst>
              <a:ext uri="{FF2B5EF4-FFF2-40B4-BE49-F238E27FC236}">
                <a16:creationId xmlns:a16="http://schemas.microsoft.com/office/drawing/2014/main" id="{69190236-5EE5-4811-8518-AFEAE5C10F79}"/>
              </a:ext>
            </a:extLst>
          </p:cNvPr>
          <p:cNvSpPr>
            <a:spLocks noGrp="1"/>
          </p:cNvSpPr>
          <p:nvPr/>
        </p:nvSpPr>
        <p:spPr>
          <a:xfrm>
            <a:off x="2832523" y="17344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" name="F2_precision_recall_distributions_3171">
            <a:extLst>
              <a:ext uri="{FF2B5EF4-FFF2-40B4-BE49-F238E27FC236}">
                <a16:creationId xmlns:a16="http://schemas.microsoft.com/office/drawing/2014/main" id="{8DAD5575-F8D4-4B0E-A49E-6E898E8F3DD0}"/>
              </a:ext>
            </a:extLst>
          </p:cNvPr>
          <p:cNvSpPr>
            <a:spLocks noGrp="1"/>
          </p:cNvSpPr>
          <p:nvPr/>
        </p:nvSpPr>
        <p:spPr>
          <a:xfrm>
            <a:off x="2962924" y="2222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" name="F2_precision_recall_distributions_3172">
            <a:extLst>
              <a:ext uri="{FF2B5EF4-FFF2-40B4-BE49-F238E27FC236}">
                <a16:creationId xmlns:a16="http://schemas.microsoft.com/office/drawing/2014/main" id="{15575F7B-E98A-4D32-A0F3-26FA02B4FF61}"/>
              </a:ext>
            </a:extLst>
          </p:cNvPr>
          <p:cNvSpPr>
            <a:spLocks noGrp="1"/>
          </p:cNvSpPr>
          <p:nvPr/>
        </p:nvSpPr>
        <p:spPr>
          <a:xfrm>
            <a:off x="3004847" y="18819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" name="F2_precision_recall_distributions_3173">
            <a:extLst>
              <a:ext uri="{FF2B5EF4-FFF2-40B4-BE49-F238E27FC236}">
                <a16:creationId xmlns:a16="http://schemas.microsoft.com/office/drawing/2014/main" id="{B53A18AE-F3D8-4D2E-9969-34968E7D923D}"/>
              </a:ext>
            </a:extLst>
          </p:cNvPr>
          <p:cNvSpPr>
            <a:spLocks noGrp="1"/>
          </p:cNvSpPr>
          <p:nvPr/>
        </p:nvSpPr>
        <p:spPr>
          <a:xfrm>
            <a:off x="2844539" y="20803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" name="F2_precision_recall_distributions_3174">
            <a:extLst>
              <a:ext uri="{FF2B5EF4-FFF2-40B4-BE49-F238E27FC236}">
                <a16:creationId xmlns:a16="http://schemas.microsoft.com/office/drawing/2014/main" id="{5B7BB28E-AB4D-4A2F-8A90-E5554A38B4BA}"/>
              </a:ext>
            </a:extLst>
          </p:cNvPr>
          <p:cNvSpPr>
            <a:spLocks noGrp="1"/>
          </p:cNvSpPr>
          <p:nvPr/>
        </p:nvSpPr>
        <p:spPr>
          <a:xfrm>
            <a:off x="3162729" y="1765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" name="F2_precision_recall_distributions_3175">
            <a:extLst>
              <a:ext uri="{FF2B5EF4-FFF2-40B4-BE49-F238E27FC236}">
                <a16:creationId xmlns:a16="http://schemas.microsoft.com/office/drawing/2014/main" id="{C2129959-641D-49DE-AF7D-AAD7E7938D86}"/>
              </a:ext>
            </a:extLst>
          </p:cNvPr>
          <p:cNvSpPr>
            <a:spLocks noGrp="1"/>
          </p:cNvSpPr>
          <p:nvPr/>
        </p:nvSpPr>
        <p:spPr>
          <a:xfrm>
            <a:off x="2942044" y="19080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" name="F2_precision_recall_distributions_3176">
            <a:extLst>
              <a:ext uri="{FF2B5EF4-FFF2-40B4-BE49-F238E27FC236}">
                <a16:creationId xmlns:a16="http://schemas.microsoft.com/office/drawing/2014/main" id="{38250978-EDA4-46C5-8575-C2C16F5ED18D}"/>
              </a:ext>
            </a:extLst>
          </p:cNvPr>
          <p:cNvSpPr>
            <a:spLocks noGrp="1"/>
          </p:cNvSpPr>
          <p:nvPr/>
        </p:nvSpPr>
        <p:spPr>
          <a:xfrm>
            <a:off x="2914435" y="18194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" name="F2_precision_recall_distributions_3177">
            <a:extLst>
              <a:ext uri="{FF2B5EF4-FFF2-40B4-BE49-F238E27FC236}">
                <a16:creationId xmlns:a16="http://schemas.microsoft.com/office/drawing/2014/main" id="{82083DB8-577C-451A-B206-5E2A0B80A91D}"/>
              </a:ext>
            </a:extLst>
          </p:cNvPr>
          <p:cNvSpPr>
            <a:spLocks noGrp="1"/>
          </p:cNvSpPr>
          <p:nvPr/>
        </p:nvSpPr>
        <p:spPr>
          <a:xfrm>
            <a:off x="2943386" y="17860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" name="F2_precision_recall_distributions_3178">
            <a:extLst>
              <a:ext uri="{FF2B5EF4-FFF2-40B4-BE49-F238E27FC236}">
                <a16:creationId xmlns:a16="http://schemas.microsoft.com/office/drawing/2014/main" id="{2184638C-B099-481A-9089-F1D87133CD58}"/>
              </a:ext>
            </a:extLst>
          </p:cNvPr>
          <p:cNvSpPr>
            <a:spLocks noGrp="1"/>
          </p:cNvSpPr>
          <p:nvPr/>
        </p:nvSpPr>
        <p:spPr>
          <a:xfrm>
            <a:off x="3179520" y="16245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" name="F2_precision_recall_distributions_3179">
            <a:extLst>
              <a:ext uri="{FF2B5EF4-FFF2-40B4-BE49-F238E27FC236}">
                <a16:creationId xmlns:a16="http://schemas.microsoft.com/office/drawing/2014/main" id="{DD1117C6-A473-4F4B-8AEF-739219F1DFF0}"/>
              </a:ext>
            </a:extLst>
          </p:cNvPr>
          <p:cNvSpPr>
            <a:spLocks noGrp="1"/>
          </p:cNvSpPr>
          <p:nvPr/>
        </p:nvSpPr>
        <p:spPr>
          <a:xfrm>
            <a:off x="2973774" y="20533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" name="F2_precision_recall_distributions_3180">
            <a:extLst>
              <a:ext uri="{FF2B5EF4-FFF2-40B4-BE49-F238E27FC236}">
                <a16:creationId xmlns:a16="http://schemas.microsoft.com/office/drawing/2014/main" id="{3F36BEE2-10CD-49CD-A88A-1481DE396ABD}"/>
              </a:ext>
            </a:extLst>
          </p:cNvPr>
          <p:cNvSpPr>
            <a:spLocks noGrp="1"/>
          </p:cNvSpPr>
          <p:nvPr/>
        </p:nvSpPr>
        <p:spPr>
          <a:xfrm>
            <a:off x="3068819" y="19134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" name="F2_precision_recall_distributions_3181">
            <a:extLst>
              <a:ext uri="{FF2B5EF4-FFF2-40B4-BE49-F238E27FC236}">
                <a16:creationId xmlns:a16="http://schemas.microsoft.com/office/drawing/2014/main" id="{C2C9DF39-33D6-43E9-895E-0D1A5AD86385}"/>
              </a:ext>
            </a:extLst>
          </p:cNvPr>
          <p:cNvSpPr>
            <a:spLocks noGrp="1"/>
          </p:cNvSpPr>
          <p:nvPr/>
        </p:nvSpPr>
        <p:spPr>
          <a:xfrm>
            <a:off x="3046656" y="21307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" name="F2_precision_recall_distributions_3182">
            <a:extLst>
              <a:ext uri="{FF2B5EF4-FFF2-40B4-BE49-F238E27FC236}">
                <a16:creationId xmlns:a16="http://schemas.microsoft.com/office/drawing/2014/main" id="{03C57059-D407-429A-8956-9637F53227F6}"/>
              </a:ext>
            </a:extLst>
          </p:cNvPr>
          <p:cNvSpPr>
            <a:spLocks noGrp="1"/>
          </p:cNvSpPr>
          <p:nvPr/>
        </p:nvSpPr>
        <p:spPr>
          <a:xfrm>
            <a:off x="297228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" name="F2_precision_recall_distributions_3183">
            <a:extLst>
              <a:ext uri="{FF2B5EF4-FFF2-40B4-BE49-F238E27FC236}">
                <a16:creationId xmlns:a16="http://schemas.microsoft.com/office/drawing/2014/main" id="{24DFDD58-0A28-4DC1-9E0C-B22D3EFE1A73}"/>
              </a:ext>
            </a:extLst>
          </p:cNvPr>
          <p:cNvSpPr>
            <a:spLocks noGrp="1"/>
          </p:cNvSpPr>
          <p:nvPr/>
        </p:nvSpPr>
        <p:spPr>
          <a:xfrm>
            <a:off x="3114948" y="19167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" name="F2_precision_recall_distributions_3184">
            <a:extLst>
              <a:ext uri="{FF2B5EF4-FFF2-40B4-BE49-F238E27FC236}">
                <a16:creationId xmlns:a16="http://schemas.microsoft.com/office/drawing/2014/main" id="{D25BDE32-E798-4FC5-A518-F419744278C1}"/>
              </a:ext>
            </a:extLst>
          </p:cNvPr>
          <p:cNvSpPr>
            <a:spLocks noGrp="1"/>
          </p:cNvSpPr>
          <p:nvPr/>
        </p:nvSpPr>
        <p:spPr>
          <a:xfrm>
            <a:off x="29007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" name="F2_precision_recall_distributions_3185">
            <a:extLst>
              <a:ext uri="{FF2B5EF4-FFF2-40B4-BE49-F238E27FC236}">
                <a16:creationId xmlns:a16="http://schemas.microsoft.com/office/drawing/2014/main" id="{DDB039AA-B865-46C5-8715-593C189835A1}"/>
              </a:ext>
            </a:extLst>
          </p:cNvPr>
          <p:cNvSpPr>
            <a:spLocks noGrp="1"/>
          </p:cNvSpPr>
          <p:nvPr/>
        </p:nvSpPr>
        <p:spPr>
          <a:xfrm>
            <a:off x="307334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" name="F2_precision_recall_distributions_3186">
            <a:extLst>
              <a:ext uri="{FF2B5EF4-FFF2-40B4-BE49-F238E27FC236}">
                <a16:creationId xmlns:a16="http://schemas.microsoft.com/office/drawing/2014/main" id="{3C9FBB98-CA1B-483B-B109-29C5195CC9B7}"/>
              </a:ext>
            </a:extLst>
          </p:cNvPr>
          <p:cNvSpPr>
            <a:spLocks noGrp="1"/>
          </p:cNvSpPr>
          <p:nvPr/>
        </p:nvSpPr>
        <p:spPr>
          <a:xfrm>
            <a:off x="3842873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34" y="842186"/>
                </a:lnTo>
                <a:lnTo>
                  <a:pt x="20049" y="835606"/>
                </a:lnTo>
                <a:lnTo>
                  <a:pt x="43354" y="829027"/>
                </a:lnTo>
                <a:lnTo>
                  <a:pt x="72977" y="822447"/>
                </a:lnTo>
                <a:lnTo>
                  <a:pt x="106469" y="815868"/>
                </a:lnTo>
                <a:lnTo>
                  <a:pt x="141340" y="809288"/>
                </a:lnTo>
                <a:lnTo>
                  <a:pt x="175359" y="802708"/>
                </a:lnTo>
                <a:lnTo>
                  <a:pt x="206770" y="796129"/>
                </a:lnTo>
                <a:lnTo>
                  <a:pt x="234402" y="789549"/>
                </a:lnTo>
                <a:lnTo>
                  <a:pt x="257670" y="782970"/>
                </a:lnTo>
                <a:lnTo>
                  <a:pt x="276495" y="776390"/>
                </a:lnTo>
                <a:lnTo>
                  <a:pt x="291179" y="769811"/>
                </a:lnTo>
                <a:lnTo>
                  <a:pt x="302260" y="763231"/>
                </a:lnTo>
                <a:lnTo>
                  <a:pt x="310376" y="756651"/>
                </a:lnTo>
                <a:lnTo>
                  <a:pt x="316175" y="750072"/>
                </a:lnTo>
                <a:lnTo>
                  <a:pt x="320237" y="743492"/>
                </a:lnTo>
                <a:lnTo>
                  <a:pt x="323049" y="736913"/>
                </a:lnTo>
                <a:lnTo>
                  <a:pt x="324992" y="730333"/>
                </a:lnTo>
                <a:lnTo>
                  <a:pt x="326351" y="723754"/>
                </a:lnTo>
                <a:lnTo>
                  <a:pt x="327326" y="717174"/>
                </a:lnTo>
                <a:lnTo>
                  <a:pt x="328058" y="710594"/>
                </a:lnTo>
                <a:lnTo>
                  <a:pt x="328637" y="704015"/>
                </a:lnTo>
                <a:lnTo>
                  <a:pt x="329122" y="697435"/>
                </a:lnTo>
                <a:lnTo>
                  <a:pt x="329550" y="690856"/>
                </a:lnTo>
                <a:lnTo>
                  <a:pt x="329947" y="684276"/>
                </a:lnTo>
                <a:lnTo>
                  <a:pt x="330330" y="677697"/>
                </a:lnTo>
                <a:lnTo>
                  <a:pt x="330712" y="671117"/>
                </a:lnTo>
                <a:lnTo>
                  <a:pt x="331107" y="664537"/>
                </a:lnTo>
                <a:lnTo>
                  <a:pt x="331523" y="657958"/>
                </a:lnTo>
                <a:lnTo>
                  <a:pt x="331969" y="651378"/>
                </a:lnTo>
                <a:lnTo>
                  <a:pt x="332447" y="644799"/>
                </a:lnTo>
                <a:lnTo>
                  <a:pt x="332956" y="638219"/>
                </a:lnTo>
                <a:lnTo>
                  <a:pt x="333487" y="631639"/>
                </a:lnTo>
                <a:lnTo>
                  <a:pt x="334029" y="625060"/>
                </a:lnTo>
                <a:lnTo>
                  <a:pt x="334565" y="618480"/>
                </a:lnTo>
                <a:lnTo>
                  <a:pt x="335079" y="611901"/>
                </a:lnTo>
                <a:lnTo>
                  <a:pt x="335556" y="605321"/>
                </a:lnTo>
                <a:lnTo>
                  <a:pt x="335981" y="598742"/>
                </a:lnTo>
                <a:lnTo>
                  <a:pt x="336346" y="592162"/>
                </a:lnTo>
                <a:lnTo>
                  <a:pt x="336647" y="585582"/>
                </a:lnTo>
                <a:lnTo>
                  <a:pt x="336883" y="579003"/>
                </a:lnTo>
                <a:lnTo>
                  <a:pt x="337056" y="572423"/>
                </a:lnTo>
                <a:lnTo>
                  <a:pt x="337171" y="565844"/>
                </a:lnTo>
                <a:lnTo>
                  <a:pt x="337233" y="559264"/>
                </a:lnTo>
                <a:lnTo>
                  <a:pt x="337247" y="552685"/>
                </a:lnTo>
                <a:lnTo>
                  <a:pt x="337215" y="546105"/>
                </a:lnTo>
                <a:lnTo>
                  <a:pt x="337140" y="539525"/>
                </a:lnTo>
                <a:lnTo>
                  <a:pt x="337023" y="532946"/>
                </a:lnTo>
                <a:lnTo>
                  <a:pt x="336867" y="526366"/>
                </a:lnTo>
                <a:lnTo>
                  <a:pt x="336672" y="519787"/>
                </a:lnTo>
                <a:lnTo>
                  <a:pt x="336443" y="513207"/>
                </a:lnTo>
                <a:lnTo>
                  <a:pt x="336185" y="506627"/>
                </a:lnTo>
                <a:lnTo>
                  <a:pt x="335904" y="500048"/>
                </a:lnTo>
                <a:lnTo>
                  <a:pt x="335612" y="493468"/>
                </a:lnTo>
                <a:lnTo>
                  <a:pt x="335319" y="486889"/>
                </a:lnTo>
                <a:lnTo>
                  <a:pt x="335038" y="480309"/>
                </a:lnTo>
                <a:lnTo>
                  <a:pt x="334780" y="473730"/>
                </a:lnTo>
                <a:lnTo>
                  <a:pt x="334559" y="467150"/>
                </a:lnTo>
                <a:lnTo>
                  <a:pt x="334381" y="460570"/>
                </a:lnTo>
                <a:lnTo>
                  <a:pt x="334252" y="453991"/>
                </a:lnTo>
                <a:lnTo>
                  <a:pt x="334171" y="447411"/>
                </a:lnTo>
                <a:lnTo>
                  <a:pt x="334135" y="440832"/>
                </a:lnTo>
                <a:lnTo>
                  <a:pt x="334135" y="434252"/>
                </a:lnTo>
                <a:lnTo>
                  <a:pt x="334160" y="427673"/>
                </a:lnTo>
                <a:lnTo>
                  <a:pt x="334198" y="421093"/>
                </a:lnTo>
                <a:lnTo>
                  <a:pt x="334240" y="414513"/>
                </a:lnTo>
                <a:lnTo>
                  <a:pt x="334277" y="407934"/>
                </a:lnTo>
                <a:lnTo>
                  <a:pt x="334308" y="401354"/>
                </a:lnTo>
                <a:lnTo>
                  <a:pt x="334335" y="394775"/>
                </a:lnTo>
                <a:lnTo>
                  <a:pt x="334362" y="388195"/>
                </a:lnTo>
                <a:lnTo>
                  <a:pt x="334397" y="381616"/>
                </a:lnTo>
                <a:lnTo>
                  <a:pt x="334449" y="375036"/>
                </a:lnTo>
                <a:lnTo>
                  <a:pt x="334525" y="368456"/>
                </a:lnTo>
                <a:lnTo>
                  <a:pt x="334631" y="361877"/>
                </a:lnTo>
                <a:lnTo>
                  <a:pt x="334768" y="355297"/>
                </a:lnTo>
                <a:lnTo>
                  <a:pt x="334938" y="348718"/>
                </a:lnTo>
                <a:lnTo>
                  <a:pt x="335137" y="342138"/>
                </a:lnTo>
                <a:lnTo>
                  <a:pt x="335359" y="335558"/>
                </a:lnTo>
                <a:lnTo>
                  <a:pt x="335599" y="328979"/>
                </a:lnTo>
                <a:lnTo>
                  <a:pt x="335847" y="322399"/>
                </a:lnTo>
                <a:lnTo>
                  <a:pt x="336095" y="315820"/>
                </a:lnTo>
                <a:lnTo>
                  <a:pt x="336335" y="309240"/>
                </a:lnTo>
                <a:lnTo>
                  <a:pt x="336560" y="302661"/>
                </a:lnTo>
                <a:lnTo>
                  <a:pt x="336763" y="296081"/>
                </a:lnTo>
                <a:lnTo>
                  <a:pt x="336941" y="289501"/>
                </a:lnTo>
                <a:lnTo>
                  <a:pt x="337092" y="282922"/>
                </a:lnTo>
                <a:lnTo>
                  <a:pt x="337215" y="276342"/>
                </a:lnTo>
                <a:lnTo>
                  <a:pt x="337312" y="269763"/>
                </a:lnTo>
                <a:lnTo>
                  <a:pt x="337385" y="263183"/>
                </a:lnTo>
                <a:lnTo>
                  <a:pt x="337439" y="256604"/>
                </a:lnTo>
                <a:lnTo>
                  <a:pt x="337478" y="250024"/>
                </a:lnTo>
                <a:lnTo>
                  <a:pt x="337504" y="243444"/>
                </a:lnTo>
                <a:lnTo>
                  <a:pt x="337522" y="236865"/>
                </a:lnTo>
                <a:lnTo>
                  <a:pt x="337533" y="230285"/>
                </a:lnTo>
                <a:lnTo>
                  <a:pt x="337539" y="223706"/>
                </a:lnTo>
                <a:lnTo>
                  <a:pt x="337543" y="217126"/>
                </a:lnTo>
                <a:lnTo>
                  <a:pt x="337546" y="210546"/>
                </a:lnTo>
                <a:lnTo>
                  <a:pt x="337547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9" y="190808"/>
                </a:lnTo>
                <a:lnTo>
                  <a:pt x="337549" y="197387"/>
                </a:lnTo>
                <a:lnTo>
                  <a:pt x="337550" y="203967"/>
                </a:lnTo>
                <a:lnTo>
                  <a:pt x="337551" y="210546"/>
                </a:lnTo>
                <a:lnTo>
                  <a:pt x="337553" y="217126"/>
                </a:lnTo>
                <a:lnTo>
                  <a:pt x="337557" y="223706"/>
                </a:lnTo>
                <a:lnTo>
                  <a:pt x="337564" y="230285"/>
                </a:lnTo>
                <a:lnTo>
                  <a:pt x="337575" y="236865"/>
                </a:lnTo>
                <a:lnTo>
                  <a:pt x="337592" y="243444"/>
                </a:lnTo>
                <a:lnTo>
                  <a:pt x="337619" y="250024"/>
                </a:lnTo>
                <a:lnTo>
                  <a:pt x="337657" y="256604"/>
                </a:lnTo>
                <a:lnTo>
                  <a:pt x="337711" y="263183"/>
                </a:lnTo>
                <a:lnTo>
                  <a:pt x="337785" y="269763"/>
                </a:lnTo>
                <a:lnTo>
                  <a:pt x="337882" y="276342"/>
                </a:lnTo>
                <a:lnTo>
                  <a:pt x="338005" y="282922"/>
                </a:lnTo>
                <a:lnTo>
                  <a:pt x="338155" y="289501"/>
                </a:lnTo>
                <a:lnTo>
                  <a:pt x="338333" y="296081"/>
                </a:lnTo>
                <a:lnTo>
                  <a:pt x="338537" y="302661"/>
                </a:lnTo>
                <a:lnTo>
                  <a:pt x="338761" y="309240"/>
                </a:lnTo>
                <a:lnTo>
                  <a:pt x="339002" y="315820"/>
                </a:lnTo>
                <a:lnTo>
                  <a:pt x="339250" y="322399"/>
                </a:lnTo>
                <a:lnTo>
                  <a:pt x="339498" y="328979"/>
                </a:lnTo>
                <a:lnTo>
                  <a:pt x="339737" y="335558"/>
                </a:lnTo>
                <a:lnTo>
                  <a:pt x="339960" y="342138"/>
                </a:lnTo>
                <a:lnTo>
                  <a:pt x="340158" y="348718"/>
                </a:lnTo>
                <a:lnTo>
                  <a:pt x="340328" y="355297"/>
                </a:lnTo>
                <a:lnTo>
                  <a:pt x="340466" y="361877"/>
                </a:lnTo>
                <a:lnTo>
                  <a:pt x="340572" y="368456"/>
                </a:lnTo>
                <a:lnTo>
                  <a:pt x="340648" y="375036"/>
                </a:lnTo>
                <a:lnTo>
                  <a:pt x="340700" y="381616"/>
                </a:lnTo>
                <a:lnTo>
                  <a:pt x="340735" y="388195"/>
                </a:lnTo>
                <a:lnTo>
                  <a:pt x="340762" y="394775"/>
                </a:lnTo>
                <a:lnTo>
                  <a:pt x="340788" y="401354"/>
                </a:lnTo>
                <a:lnTo>
                  <a:pt x="340819" y="407934"/>
                </a:lnTo>
                <a:lnTo>
                  <a:pt x="340857" y="414513"/>
                </a:lnTo>
                <a:lnTo>
                  <a:pt x="340898" y="421093"/>
                </a:lnTo>
                <a:lnTo>
                  <a:pt x="340937" y="427673"/>
                </a:lnTo>
                <a:lnTo>
                  <a:pt x="340961" y="434252"/>
                </a:lnTo>
                <a:lnTo>
                  <a:pt x="340961" y="440832"/>
                </a:lnTo>
                <a:lnTo>
                  <a:pt x="340925" y="447411"/>
                </a:lnTo>
                <a:lnTo>
                  <a:pt x="340845" y="453991"/>
                </a:lnTo>
                <a:lnTo>
                  <a:pt x="340716" y="460570"/>
                </a:lnTo>
                <a:lnTo>
                  <a:pt x="340538" y="467150"/>
                </a:lnTo>
                <a:lnTo>
                  <a:pt x="340316" y="473730"/>
                </a:lnTo>
                <a:lnTo>
                  <a:pt x="340059" y="480309"/>
                </a:lnTo>
                <a:lnTo>
                  <a:pt x="339778" y="486889"/>
                </a:lnTo>
                <a:lnTo>
                  <a:pt x="339485" y="493468"/>
                </a:lnTo>
                <a:lnTo>
                  <a:pt x="339192" y="500048"/>
                </a:lnTo>
                <a:lnTo>
                  <a:pt x="338912" y="506627"/>
                </a:lnTo>
                <a:lnTo>
                  <a:pt x="338654" y="513207"/>
                </a:lnTo>
                <a:lnTo>
                  <a:pt x="338424" y="519787"/>
                </a:lnTo>
                <a:lnTo>
                  <a:pt x="338230" y="526366"/>
                </a:lnTo>
                <a:lnTo>
                  <a:pt x="338073" y="532946"/>
                </a:lnTo>
                <a:lnTo>
                  <a:pt x="337957" y="539525"/>
                </a:lnTo>
                <a:lnTo>
                  <a:pt x="337882" y="546105"/>
                </a:lnTo>
                <a:lnTo>
                  <a:pt x="337850" y="552685"/>
                </a:lnTo>
                <a:lnTo>
                  <a:pt x="337863" y="559264"/>
                </a:lnTo>
                <a:lnTo>
                  <a:pt x="337925" y="565844"/>
                </a:lnTo>
                <a:lnTo>
                  <a:pt x="338041" y="572423"/>
                </a:lnTo>
                <a:lnTo>
                  <a:pt x="338214" y="579003"/>
                </a:lnTo>
                <a:lnTo>
                  <a:pt x="338450" y="585582"/>
                </a:lnTo>
                <a:lnTo>
                  <a:pt x="338750" y="592162"/>
                </a:lnTo>
                <a:lnTo>
                  <a:pt x="339116" y="598742"/>
                </a:lnTo>
                <a:lnTo>
                  <a:pt x="339541" y="605321"/>
                </a:lnTo>
                <a:lnTo>
                  <a:pt x="340017" y="611901"/>
                </a:lnTo>
                <a:lnTo>
                  <a:pt x="340531" y="618480"/>
                </a:lnTo>
                <a:lnTo>
                  <a:pt x="341068" y="625060"/>
                </a:lnTo>
                <a:lnTo>
                  <a:pt x="341609" y="631639"/>
                </a:lnTo>
                <a:lnTo>
                  <a:pt x="342141" y="638219"/>
                </a:lnTo>
                <a:lnTo>
                  <a:pt x="342649" y="644799"/>
                </a:lnTo>
                <a:lnTo>
                  <a:pt x="343128" y="651378"/>
                </a:lnTo>
                <a:lnTo>
                  <a:pt x="343573" y="657958"/>
                </a:lnTo>
                <a:lnTo>
                  <a:pt x="343990" y="664537"/>
                </a:lnTo>
                <a:lnTo>
                  <a:pt x="344384" y="671117"/>
                </a:lnTo>
                <a:lnTo>
                  <a:pt x="344767" y="677697"/>
                </a:lnTo>
                <a:lnTo>
                  <a:pt x="345149" y="684276"/>
                </a:lnTo>
                <a:lnTo>
                  <a:pt x="345546" y="690856"/>
                </a:lnTo>
                <a:lnTo>
                  <a:pt x="345975" y="697435"/>
                </a:lnTo>
                <a:lnTo>
                  <a:pt x="346460" y="704015"/>
                </a:lnTo>
                <a:lnTo>
                  <a:pt x="347038" y="710594"/>
                </a:lnTo>
                <a:lnTo>
                  <a:pt x="347770" y="717174"/>
                </a:lnTo>
                <a:lnTo>
                  <a:pt x="348746" y="723754"/>
                </a:lnTo>
                <a:lnTo>
                  <a:pt x="350104" y="730333"/>
                </a:lnTo>
                <a:lnTo>
                  <a:pt x="352048" y="736913"/>
                </a:lnTo>
                <a:lnTo>
                  <a:pt x="354860" y="743492"/>
                </a:lnTo>
                <a:lnTo>
                  <a:pt x="358922" y="750072"/>
                </a:lnTo>
                <a:lnTo>
                  <a:pt x="364720" y="756651"/>
                </a:lnTo>
                <a:lnTo>
                  <a:pt x="372837" y="763231"/>
                </a:lnTo>
                <a:lnTo>
                  <a:pt x="383917" y="769811"/>
                </a:lnTo>
                <a:lnTo>
                  <a:pt x="398602" y="776390"/>
                </a:lnTo>
                <a:lnTo>
                  <a:pt x="417427" y="782970"/>
                </a:lnTo>
                <a:lnTo>
                  <a:pt x="440694" y="789549"/>
                </a:lnTo>
                <a:lnTo>
                  <a:pt x="468326" y="796129"/>
                </a:lnTo>
                <a:lnTo>
                  <a:pt x="499738" y="802708"/>
                </a:lnTo>
                <a:lnTo>
                  <a:pt x="533756" y="809288"/>
                </a:lnTo>
                <a:lnTo>
                  <a:pt x="568627" y="815868"/>
                </a:lnTo>
                <a:lnTo>
                  <a:pt x="602119" y="822447"/>
                </a:lnTo>
                <a:lnTo>
                  <a:pt x="631742" y="829027"/>
                </a:lnTo>
                <a:lnTo>
                  <a:pt x="655048" y="835606"/>
                </a:lnTo>
                <a:lnTo>
                  <a:pt x="669962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73" name="F2_precision_recall_distributions_3187">
            <a:extLst>
              <a:ext uri="{FF2B5EF4-FFF2-40B4-BE49-F238E27FC236}">
                <a16:creationId xmlns:a16="http://schemas.microsoft.com/office/drawing/2014/main" id="{A59A9DE2-506D-45DC-AC03-B1D7C0B87190}"/>
              </a:ext>
            </a:extLst>
          </p:cNvPr>
          <p:cNvSpPr>
            <a:spLocks noGrp="1"/>
          </p:cNvSpPr>
          <p:nvPr/>
        </p:nvSpPr>
        <p:spPr>
          <a:xfrm>
            <a:off x="41878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" name="F2_precision_recall_distributions_3188">
            <a:extLst>
              <a:ext uri="{FF2B5EF4-FFF2-40B4-BE49-F238E27FC236}">
                <a16:creationId xmlns:a16="http://schemas.microsoft.com/office/drawing/2014/main" id="{67A3A5DD-CAF4-4A2C-ADAB-3745F2517786}"/>
              </a:ext>
            </a:extLst>
          </p:cNvPr>
          <p:cNvSpPr>
            <a:spLocks noGrp="1"/>
          </p:cNvSpPr>
          <p:nvPr/>
        </p:nvSpPr>
        <p:spPr>
          <a:xfrm>
            <a:off x="415627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" name="F2_precision_recall_distributions_3189">
            <a:extLst>
              <a:ext uri="{FF2B5EF4-FFF2-40B4-BE49-F238E27FC236}">
                <a16:creationId xmlns:a16="http://schemas.microsoft.com/office/drawing/2014/main" id="{02CC389E-0A8C-44B8-ACC1-5539351D410F}"/>
              </a:ext>
            </a:extLst>
          </p:cNvPr>
          <p:cNvSpPr>
            <a:spLocks noGrp="1"/>
          </p:cNvSpPr>
          <p:nvPr/>
        </p:nvSpPr>
        <p:spPr>
          <a:xfrm>
            <a:off x="4211131" y="23398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" name="F2_precision_recall_distributions_3190">
            <a:extLst>
              <a:ext uri="{FF2B5EF4-FFF2-40B4-BE49-F238E27FC236}">
                <a16:creationId xmlns:a16="http://schemas.microsoft.com/office/drawing/2014/main" id="{83B27CCB-180D-492B-8835-36B5EA5FB165}"/>
              </a:ext>
            </a:extLst>
          </p:cNvPr>
          <p:cNvSpPr>
            <a:spLocks noGrp="1"/>
          </p:cNvSpPr>
          <p:nvPr/>
        </p:nvSpPr>
        <p:spPr>
          <a:xfrm>
            <a:off x="41909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" name="F2_precision_recall_distributions_3191">
            <a:extLst>
              <a:ext uri="{FF2B5EF4-FFF2-40B4-BE49-F238E27FC236}">
                <a16:creationId xmlns:a16="http://schemas.microsoft.com/office/drawing/2014/main" id="{6EDEDC97-7587-4C2F-A79D-885154C458E1}"/>
              </a:ext>
            </a:extLst>
          </p:cNvPr>
          <p:cNvSpPr>
            <a:spLocks noGrp="1"/>
          </p:cNvSpPr>
          <p:nvPr/>
        </p:nvSpPr>
        <p:spPr>
          <a:xfrm>
            <a:off x="4315495" y="23300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" name="F2_precision_recall_distributions_3192">
            <a:extLst>
              <a:ext uri="{FF2B5EF4-FFF2-40B4-BE49-F238E27FC236}">
                <a16:creationId xmlns:a16="http://schemas.microsoft.com/office/drawing/2014/main" id="{4329C3FF-F3C4-4B15-B937-2C9C182EF304}"/>
              </a:ext>
            </a:extLst>
          </p:cNvPr>
          <p:cNvSpPr>
            <a:spLocks noGrp="1"/>
          </p:cNvSpPr>
          <p:nvPr/>
        </p:nvSpPr>
        <p:spPr>
          <a:xfrm>
            <a:off x="410583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" name="F2_precision_recall_distributions_3193">
            <a:extLst>
              <a:ext uri="{FF2B5EF4-FFF2-40B4-BE49-F238E27FC236}">
                <a16:creationId xmlns:a16="http://schemas.microsoft.com/office/drawing/2014/main" id="{397760AD-6386-4CB4-B77B-9FF69F9048DF}"/>
              </a:ext>
            </a:extLst>
          </p:cNvPr>
          <p:cNvSpPr>
            <a:spLocks noGrp="1"/>
          </p:cNvSpPr>
          <p:nvPr/>
        </p:nvSpPr>
        <p:spPr>
          <a:xfrm>
            <a:off x="407872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" name="F2_precision_recall_distributions_3194">
            <a:extLst>
              <a:ext uri="{FF2B5EF4-FFF2-40B4-BE49-F238E27FC236}">
                <a16:creationId xmlns:a16="http://schemas.microsoft.com/office/drawing/2014/main" id="{564F0720-5D52-4A2E-80CB-CB74D8515BC4}"/>
              </a:ext>
            </a:extLst>
          </p:cNvPr>
          <p:cNvSpPr>
            <a:spLocks noGrp="1"/>
          </p:cNvSpPr>
          <p:nvPr/>
        </p:nvSpPr>
        <p:spPr>
          <a:xfrm>
            <a:off x="4170901" y="23350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" name="F2_precision_recall_distributions_3195">
            <a:extLst>
              <a:ext uri="{FF2B5EF4-FFF2-40B4-BE49-F238E27FC236}">
                <a16:creationId xmlns:a16="http://schemas.microsoft.com/office/drawing/2014/main" id="{8B54C283-02F0-47D0-93F9-D9333B1C8130}"/>
              </a:ext>
            </a:extLst>
          </p:cNvPr>
          <p:cNvSpPr>
            <a:spLocks noGrp="1"/>
          </p:cNvSpPr>
          <p:nvPr/>
        </p:nvSpPr>
        <p:spPr>
          <a:xfrm>
            <a:off x="41997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" name="F2_precision_recall_distributions_3196">
            <a:extLst>
              <a:ext uri="{FF2B5EF4-FFF2-40B4-BE49-F238E27FC236}">
                <a16:creationId xmlns:a16="http://schemas.microsoft.com/office/drawing/2014/main" id="{8051C2AA-D715-4A9D-84BD-1B1B48EB879F}"/>
              </a:ext>
            </a:extLst>
          </p:cNvPr>
          <p:cNvSpPr>
            <a:spLocks noGrp="1"/>
          </p:cNvSpPr>
          <p:nvPr/>
        </p:nvSpPr>
        <p:spPr>
          <a:xfrm>
            <a:off x="4092905" y="2339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" name="F2_precision_recall_distributions_3197">
            <a:extLst>
              <a:ext uri="{FF2B5EF4-FFF2-40B4-BE49-F238E27FC236}">
                <a16:creationId xmlns:a16="http://schemas.microsoft.com/office/drawing/2014/main" id="{2EE16057-367A-4E03-B0C5-519CB2E05F82}"/>
              </a:ext>
            </a:extLst>
          </p:cNvPr>
          <p:cNvSpPr>
            <a:spLocks noGrp="1"/>
          </p:cNvSpPr>
          <p:nvPr/>
        </p:nvSpPr>
        <p:spPr>
          <a:xfrm>
            <a:off x="4256797" y="21312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" name="F2_precision_recall_distributions_3198">
            <a:extLst>
              <a:ext uri="{FF2B5EF4-FFF2-40B4-BE49-F238E27FC236}">
                <a16:creationId xmlns:a16="http://schemas.microsoft.com/office/drawing/2014/main" id="{429160F7-9C44-48D5-B3BD-DB539471F1FE}"/>
              </a:ext>
            </a:extLst>
          </p:cNvPr>
          <p:cNvSpPr>
            <a:spLocks noGrp="1"/>
          </p:cNvSpPr>
          <p:nvPr/>
        </p:nvSpPr>
        <p:spPr>
          <a:xfrm>
            <a:off x="4092150" y="22818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" name="F2_precision_recall_distributions_3199">
            <a:extLst>
              <a:ext uri="{FF2B5EF4-FFF2-40B4-BE49-F238E27FC236}">
                <a16:creationId xmlns:a16="http://schemas.microsoft.com/office/drawing/2014/main" id="{67F6A8BD-1776-487F-9070-A49594079870}"/>
              </a:ext>
            </a:extLst>
          </p:cNvPr>
          <p:cNvSpPr>
            <a:spLocks noGrp="1"/>
          </p:cNvSpPr>
          <p:nvPr/>
        </p:nvSpPr>
        <p:spPr>
          <a:xfrm>
            <a:off x="3986986" y="2339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" name="F2_precision_recall_distributions_3200">
            <a:extLst>
              <a:ext uri="{FF2B5EF4-FFF2-40B4-BE49-F238E27FC236}">
                <a16:creationId xmlns:a16="http://schemas.microsoft.com/office/drawing/2014/main" id="{B758771C-F30D-434A-A8CA-144D80D087BD}"/>
              </a:ext>
            </a:extLst>
          </p:cNvPr>
          <p:cNvSpPr>
            <a:spLocks noGrp="1"/>
          </p:cNvSpPr>
          <p:nvPr/>
        </p:nvSpPr>
        <p:spPr>
          <a:xfrm>
            <a:off x="417006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" name="F2_precision_recall_distributions_3201">
            <a:extLst>
              <a:ext uri="{FF2B5EF4-FFF2-40B4-BE49-F238E27FC236}">
                <a16:creationId xmlns:a16="http://schemas.microsoft.com/office/drawing/2014/main" id="{A2E61729-FB06-4304-A2B0-AB170B8D4816}"/>
              </a:ext>
            </a:extLst>
          </p:cNvPr>
          <p:cNvSpPr>
            <a:spLocks noGrp="1"/>
          </p:cNvSpPr>
          <p:nvPr/>
        </p:nvSpPr>
        <p:spPr>
          <a:xfrm>
            <a:off x="4298698" y="22117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" name="F2_precision_recall_distributions_3202">
            <a:extLst>
              <a:ext uri="{FF2B5EF4-FFF2-40B4-BE49-F238E27FC236}">
                <a16:creationId xmlns:a16="http://schemas.microsoft.com/office/drawing/2014/main" id="{93E1C386-21AA-47B6-A2F3-798E55A29E0A}"/>
              </a:ext>
            </a:extLst>
          </p:cNvPr>
          <p:cNvSpPr>
            <a:spLocks noGrp="1"/>
          </p:cNvSpPr>
          <p:nvPr/>
        </p:nvSpPr>
        <p:spPr>
          <a:xfrm>
            <a:off x="4258409" y="2337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" name="F2_precision_recall_distributions_3203">
            <a:extLst>
              <a:ext uri="{FF2B5EF4-FFF2-40B4-BE49-F238E27FC236}">
                <a16:creationId xmlns:a16="http://schemas.microsoft.com/office/drawing/2014/main" id="{BCC086F0-C42A-43DF-89FF-4A7169ABBD09}"/>
              </a:ext>
            </a:extLst>
          </p:cNvPr>
          <p:cNvSpPr>
            <a:spLocks noGrp="1"/>
          </p:cNvSpPr>
          <p:nvPr/>
        </p:nvSpPr>
        <p:spPr>
          <a:xfrm>
            <a:off x="40458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0" name="F2_precision_recall_distributions_3204">
            <a:extLst>
              <a:ext uri="{FF2B5EF4-FFF2-40B4-BE49-F238E27FC236}">
                <a16:creationId xmlns:a16="http://schemas.microsoft.com/office/drawing/2014/main" id="{5B9E92D8-0DF1-4843-AC41-B8FC39DE9D2B}"/>
              </a:ext>
            </a:extLst>
          </p:cNvPr>
          <p:cNvSpPr>
            <a:spLocks noGrp="1"/>
          </p:cNvSpPr>
          <p:nvPr/>
        </p:nvSpPr>
        <p:spPr>
          <a:xfrm>
            <a:off x="4052656" y="22462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" name="F2_precision_recall_distributions_3205">
            <a:extLst>
              <a:ext uri="{FF2B5EF4-FFF2-40B4-BE49-F238E27FC236}">
                <a16:creationId xmlns:a16="http://schemas.microsoft.com/office/drawing/2014/main" id="{70834F48-C7AF-4FF8-9FA4-39BFFA1F574C}"/>
              </a:ext>
            </a:extLst>
          </p:cNvPr>
          <p:cNvSpPr>
            <a:spLocks noGrp="1"/>
          </p:cNvSpPr>
          <p:nvPr/>
        </p:nvSpPr>
        <p:spPr>
          <a:xfrm>
            <a:off x="4099523" y="23203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" name="F2_precision_recall_distributions_3206">
            <a:extLst>
              <a:ext uri="{FF2B5EF4-FFF2-40B4-BE49-F238E27FC236}">
                <a16:creationId xmlns:a16="http://schemas.microsoft.com/office/drawing/2014/main" id="{16F47963-7740-4CB7-BE0F-1C5E4CCBE72A}"/>
              </a:ext>
            </a:extLst>
          </p:cNvPr>
          <p:cNvSpPr>
            <a:spLocks noGrp="1"/>
          </p:cNvSpPr>
          <p:nvPr/>
        </p:nvSpPr>
        <p:spPr>
          <a:xfrm>
            <a:off x="4186735" y="23360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" name="F2_precision_recall_distributions_3207">
            <a:extLst>
              <a:ext uri="{FF2B5EF4-FFF2-40B4-BE49-F238E27FC236}">
                <a16:creationId xmlns:a16="http://schemas.microsoft.com/office/drawing/2014/main" id="{6738E625-6656-4A0C-A5E0-D4E3B3F4EEAA}"/>
              </a:ext>
            </a:extLst>
          </p:cNvPr>
          <p:cNvSpPr>
            <a:spLocks noGrp="1"/>
          </p:cNvSpPr>
          <p:nvPr/>
        </p:nvSpPr>
        <p:spPr>
          <a:xfrm>
            <a:off x="4241817" y="23259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" name="F2_precision_recall_distributions_3208">
            <a:extLst>
              <a:ext uri="{FF2B5EF4-FFF2-40B4-BE49-F238E27FC236}">
                <a16:creationId xmlns:a16="http://schemas.microsoft.com/office/drawing/2014/main" id="{2710DD94-2F64-4C37-81BB-2FA6F7DB5A7F}"/>
              </a:ext>
            </a:extLst>
          </p:cNvPr>
          <p:cNvSpPr>
            <a:spLocks noGrp="1"/>
          </p:cNvSpPr>
          <p:nvPr/>
        </p:nvSpPr>
        <p:spPr>
          <a:xfrm>
            <a:off x="398322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" name="F2_precision_recall_distributions_3209">
            <a:extLst>
              <a:ext uri="{FF2B5EF4-FFF2-40B4-BE49-F238E27FC236}">
                <a16:creationId xmlns:a16="http://schemas.microsoft.com/office/drawing/2014/main" id="{7B91272E-D3D4-401E-9045-CA8F2EC583C7}"/>
              </a:ext>
            </a:extLst>
          </p:cNvPr>
          <p:cNvSpPr>
            <a:spLocks noGrp="1"/>
          </p:cNvSpPr>
          <p:nvPr/>
        </p:nvSpPr>
        <p:spPr>
          <a:xfrm>
            <a:off x="4057998" y="22407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" name="F2_precision_recall_distributions_3210">
            <a:extLst>
              <a:ext uri="{FF2B5EF4-FFF2-40B4-BE49-F238E27FC236}">
                <a16:creationId xmlns:a16="http://schemas.microsoft.com/office/drawing/2014/main" id="{00796AF0-FCF8-4B72-BF78-8B6AD5F3235A}"/>
              </a:ext>
            </a:extLst>
          </p:cNvPr>
          <p:cNvSpPr>
            <a:spLocks noGrp="1"/>
          </p:cNvSpPr>
          <p:nvPr/>
        </p:nvSpPr>
        <p:spPr>
          <a:xfrm>
            <a:off x="4341462" y="215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" name="F2_precision_recall_distributions_3211">
            <a:extLst>
              <a:ext uri="{FF2B5EF4-FFF2-40B4-BE49-F238E27FC236}">
                <a16:creationId xmlns:a16="http://schemas.microsoft.com/office/drawing/2014/main" id="{C39E723C-3C40-4CF3-A8CA-5DEF5355FAA3}"/>
              </a:ext>
            </a:extLst>
          </p:cNvPr>
          <p:cNvSpPr>
            <a:spLocks noGrp="1"/>
          </p:cNvSpPr>
          <p:nvPr/>
        </p:nvSpPr>
        <p:spPr>
          <a:xfrm>
            <a:off x="419526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" name="F2_precision_recall_distributions_3212">
            <a:extLst>
              <a:ext uri="{FF2B5EF4-FFF2-40B4-BE49-F238E27FC236}">
                <a16:creationId xmlns:a16="http://schemas.microsoft.com/office/drawing/2014/main" id="{9EC60F0E-2364-46C2-BA56-3AFFEB03FF52}"/>
              </a:ext>
            </a:extLst>
          </p:cNvPr>
          <p:cNvSpPr>
            <a:spLocks noGrp="1"/>
          </p:cNvSpPr>
          <p:nvPr/>
        </p:nvSpPr>
        <p:spPr>
          <a:xfrm>
            <a:off x="40693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" name="F2_precision_recall_distributions_3213">
            <a:extLst>
              <a:ext uri="{FF2B5EF4-FFF2-40B4-BE49-F238E27FC236}">
                <a16:creationId xmlns:a16="http://schemas.microsoft.com/office/drawing/2014/main" id="{5F910661-C45F-4298-BCF6-57AB655A0688}"/>
              </a:ext>
            </a:extLst>
          </p:cNvPr>
          <p:cNvSpPr>
            <a:spLocks noGrp="1"/>
          </p:cNvSpPr>
          <p:nvPr/>
        </p:nvSpPr>
        <p:spPr>
          <a:xfrm>
            <a:off x="4329455" y="23399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" name="F2_precision_recall_distributions_3214">
            <a:extLst>
              <a:ext uri="{FF2B5EF4-FFF2-40B4-BE49-F238E27FC236}">
                <a16:creationId xmlns:a16="http://schemas.microsoft.com/office/drawing/2014/main" id="{C6560924-C10A-419B-A140-618E12F7EA28}"/>
              </a:ext>
            </a:extLst>
          </p:cNvPr>
          <p:cNvSpPr>
            <a:spLocks noGrp="1"/>
          </p:cNvSpPr>
          <p:nvPr/>
        </p:nvSpPr>
        <p:spPr>
          <a:xfrm>
            <a:off x="398792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" name="F2_precision_recall_distributions_3215">
            <a:extLst>
              <a:ext uri="{FF2B5EF4-FFF2-40B4-BE49-F238E27FC236}">
                <a16:creationId xmlns:a16="http://schemas.microsoft.com/office/drawing/2014/main" id="{A4AD26A8-B7C8-4985-B07B-7BEB621E8165}"/>
              </a:ext>
            </a:extLst>
          </p:cNvPr>
          <p:cNvSpPr>
            <a:spLocks noGrp="1"/>
          </p:cNvSpPr>
          <p:nvPr/>
        </p:nvSpPr>
        <p:spPr>
          <a:xfrm>
            <a:off x="4130375" y="23305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" name="F2_precision_recall_distributions_3216">
            <a:extLst>
              <a:ext uri="{FF2B5EF4-FFF2-40B4-BE49-F238E27FC236}">
                <a16:creationId xmlns:a16="http://schemas.microsoft.com/office/drawing/2014/main" id="{F2AF797D-6BCF-4CF8-878A-A757DF0A22FE}"/>
              </a:ext>
            </a:extLst>
          </p:cNvPr>
          <p:cNvSpPr>
            <a:spLocks noGrp="1"/>
          </p:cNvSpPr>
          <p:nvPr/>
        </p:nvSpPr>
        <p:spPr>
          <a:xfrm>
            <a:off x="4133559" y="22787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" name="F2_precision_recall_distributions_3217">
            <a:extLst>
              <a:ext uri="{FF2B5EF4-FFF2-40B4-BE49-F238E27FC236}">
                <a16:creationId xmlns:a16="http://schemas.microsoft.com/office/drawing/2014/main" id="{8B5881C9-C9EA-463E-8AC6-09F1B25DC98D}"/>
              </a:ext>
            </a:extLst>
          </p:cNvPr>
          <p:cNvSpPr>
            <a:spLocks noGrp="1"/>
          </p:cNvSpPr>
          <p:nvPr/>
        </p:nvSpPr>
        <p:spPr>
          <a:xfrm>
            <a:off x="42920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" name="F2_precision_recall_distributions_3218">
            <a:extLst>
              <a:ext uri="{FF2B5EF4-FFF2-40B4-BE49-F238E27FC236}">
                <a16:creationId xmlns:a16="http://schemas.microsoft.com/office/drawing/2014/main" id="{53818D61-2E9B-4589-B49B-22CD16EC89DC}"/>
              </a:ext>
            </a:extLst>
          </p:cNvPr>
          <p:cNvSpPr>
            <a:spLocks noGrp="1"/>
          </p:cNvSpPr>
          <p:nvPr/>
        </p:nvSpPr>
        <p:spPr>
          <a:xfrm>
            <a:off x="4055015" y="21902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" name="F2_precision_recall_distributions_3219">
            <a:extLst>
              <a:ext uri="{FF2B5EF4-FFF2-40B4-BE49-F238E27FC236}">
                <a16:creationId xmlns:a16="http://schemas.microsoft.com/office/drawing/2014/main" id="{100FF3C1-0C6A-4152-BC40-72C5CFFC5215}"/>
              </a:ext>
            </a:extLst>
          </p:cNvPr>
          <p:cNvSpPr>
            <a:spLocks noGrp="1"/>
          </p:cNvSpPr>
          <p:nvPr/>
        </p:nvSpPr>
        <p:spPr>
          <a:xfrm>
            <a:off x="402753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" name="F2_precision_recall_distributions_3220">
            <a:extLst>
              <a:ext uri="{FF2B5EF4-FFF2-40B4-BE49-F238E27FC236}">
                <a16:creationId xmlns:a16="http://schemas.microsoft.com/office/drawing/2014/main" id="{EFDED18E-5D8F-4C15-9552-BDC93C88BC7D}"/>
              </a:ext>
            </a:extLst>
          </p:cNvPr>
          <p:cNvSpPr>
            <a:spLocks noGrp="1"/>
          </p:cNvSpPr>
          <p:nvPr/>
        </p:nvSpPr>
        <p:spPr>
          <a:xfrm>
            <a:off x="4260203" y="2341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" name="F2_precision_recall_distributions_3221">
            <a:extLst>
              <a:ext uri="{FF2B5EF4-FFF2-40B4-BE49-F238E27FC236}">
                <a16:creationId xmlns:a16="http://schemas.microsoft.com/office/drawing/2014/main" id="{8DCB51D3-CD24-4F71-8FD3-94AA071C9D3D}"/>
              </a:ext>
            </a:extLst>
          </p:cNvPr>
          <p:cNvSpPr>
            <a:spLocks noGrp="1"/>
          </p:cNvSpPr>
          <p:nvPr/>
        </p:nvSpPr>
        <p:spPr>
          <a:xfrm>
            <a:off x="425451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" name="F2_precision_recall_distributions_3222">
            <a:extLst>
              <a:ext uri="{FF2B5EF4-FFF2-40B4-BE49-F238E27FC236}">
                <a16:creationId xmlns:a16="http://schemas.microsoft.com/office/drawing/2014/main" id="{988E08E2-9BD2-485A-9E4F-E73BC19CBF1B}"/>
              </a:ext>
            </a:extLst>
          </p:cNvPr>
          <p:cNvSpPr>
            <a:spLocks noGrp="1"/>
          </p:cNvSpPr>
          <p:nvPr/>
        </p:nvSpPr>
        <p:spPr>
          <a:xfrm>
            <a:off x="42242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" name="F2_precision_recall_distributions_3223">
            <a:extLst>
              <a:ext uri="{FF2B5EF4-FFF2-40B4-BE49-F238E27FC236}">
                <a16:creationId xmlns:a16="http://schemas.microsoft.com/office/drawing/2014/main" id="{8CD192CA-40D0-4CED-9EA1-461C1FCF8C2D}"/>
              </a:ext>
            </a:extLst>
          </p:cNvPr>
          <p:cNvSpPr>
            <a:spLocks noGrp="1"/>
          </p:cNvSpPr>
          <p:nvPr/>
        </p:nvSpPr>
        <p:spPr>
          <a:xfrm>
            <a:off x="402187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" name="F2_precision_recall_distributions_3224">
            <a:extLst>
              <a:ext uri="{FF2B5EF4-FFF2-40B4-BE49-F238E27FC236}">
                <a16:creationId xmlns:a16="http://schemas.microsoft.com/office/drawing/2014/main" id="{09D67F6B-BF04-476B-B830-59664EDEF1E9}"/>
              </a:ext>
            </a:extLst>
          </p:cNvPr>
          <p:cNvSpPr>
            <a:spLocks noGrp="1"/>
          </p:cNvSpPr>
          <p:nvPr/>
        </p:nvSpPr>
        <p:spPr>
          <a:xfrm>
            <a:off x="4062957" y="23415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" name="F2_precision_recall_distributions_3225">
            <a:extLst>
              <a:ext uri="{FF2B5EF4-FFF2-40B4-BE49-F238E27FC236}">
                <a16:creationId xmlns:a16="http://schemas.microsoft.com/office/drawing/2014/main" id="{631049B7-F199-4EFC-B232-1800667ECA11}"/>
              </a:ext>
            </a:extLst>
          </p:cNvPr>
          <p:cNvSpPr>
            <a:spLocks noGrp="1"/>
          </p:cNvSpPr>
          <p:nvPr/>
        </p:nvSpPr>
        <p:spPr>
          <a:xfrm>
            <a:off x="413758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" name="F2_precision_recall_distributions_3226">
            <a:extLst>
              <a:ext uri="{FF2B5EF4-FFF2-40B4-BE49-F238E27FC236}">
                <a16:creationId xmlns:a16="http://schemas.microsoft.com/office/drawing/2014/main" id="{FE11FBD7-106C-485F-B32D-D4B7AE04BFCE}"/>
              </a:ext>
            </a:extLst>
          </p:cNvPr>
          <p:cNvSpPr>
            <a:spLocks noGrp="1"/>
          </p:cNvSpPr>
          <p:nvPr/>
        </p:nvSpPr>
        <p:spPr>
          <a:xfrm>
            <a:off x="4047467" y="23057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" name="F2_precision_recall_distributions_3227">
            <a:extLst>
              <a:ext uri="{FF2B5EF4-FFF2-40B4-BE49-F238E27FC236}">
                <a16:creationId xmlns:a16="http://schemas.microsoft.com/office/drawing/2014/main" id="{58E68A8C-B75A-4CE4-870B-ED7CFBE7C763}"/>
              </a:ext>
            </a:extLst>
          </p:cNvPr>
          <p:cNvSpPr>
            <a:spLocks noGrp="1"/>
          </p:cNvSpPr>
          <p:nvPr/>
        </p:nvSpPr>
        <p:spPr>
          <a:xfrm>
            <a:off x="43003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" name="F2_precision_recall_distributions_3228">
            <a:extLst>
              <a:ext uri="{FF2B5EF4-FFF2-40B4-BE49-F238E27FC236}">
                <a16:creationId xmlns:a16="http://schemas.microsoft.com/office/drawing/2014/main" id="{6EBFA70A-A2F2-4F1E-B517-EB85F121C6BD}"/>
              </a:ext>
            </a:extLst>
          </p:cNvPr>
          <p:cNvSpPr>
            <a:spLocks noGrp="1"/>
          </p:cNvSpPr>
          <p:nvPr/>
        </p:nvSpPr>
        <p:spPr>
          <a:xfrm>
            <a:off x="4209552" y="18839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" name="F2_precision_recall_distributions_3229">
            <a:extLst>
              <a:ext uri="{FF2B5EF4-FFF2-40B4-BE49-F238E27FC236}">
                <a16:creationId xmlns:a16="http://schemas.microsoft.com/office/drawing/2014/main" id="{D43C8789-B5E0-4994-996F-771ADB3A341A}"/>
              </a:ext>
            </a:extLst>
          </p:cNvPr>
          <p:cNvSpPr>
            <a:spLocks noGrp="1"/>
          </p:cNvSpPr>
          <p:nvPr/>
        </p:nvSpPr>
        <p:spPr>
          <a:xfrm>
            <a:off x="42242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" name="F2_precision_recall_distributions_3230">
            <a:extLst>
              <a:ext uri="{FF2B5EF4-FFF2-40B4-BE49-F238E27FC236}">
                <a16:creationId xmlns:a16="http://schemas.microsoft.com/office/drawing/2014/main" id="{BE422C1E-B722-47A4-ADD2-5B3BB63C982A}"/>
              </a:ext>
            </a:extLst>
          </p:cNvPr>
          <p:cNvSpPr>
            <a:spLocks noGrp="1"/>
          </p:cNvSpPr>
          <p:nvPr/>
        </p:nvSpPr>
        <p:spPr>
          <a:xfrm>
            <a:off x="42391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" name="F2_precision_recall_distributions_3231">
            <a:extLst>
              <a:ext uri="{FF2B5EF4-FFF2-40B4-BE49-F238E27FC236}">
                <a16:creationId xmlns:a16="http://schemas.microsoft.com/office/drawing/2014/main" id="{BEE6655E-4251-4FFB-AF2A-9E7590DED008}"/>
              </a:ext>
            </a:extLst>
          </p:cNvPr>
          <p:cNvSpPr>
            <a:spLocks noGrp="1"/>
          </p:cNvSpPr>
          <p:nvPr/>
        </p:nvSpPr>
        <p:spPr>
          <a:xfrm>
            <a:off x="419660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" name="F2_precision_recall_distributions_3232">
            <a:extLst>
              <a:ext uri="{FF2B5EF4-FFF2-40B4-BE49-F238E27FC236}">
                <a16:creationId xmlns:a16="http://schemas.microsoft.com/office/drawing/2014/main" id="{587D7530-2DEF-4D73-9B59-72A4FD14D05F}"/>
              </a:ext>
            </a:extLst>
          </p:cNvPr>
          <p:cNvSpPr>
            <a:spLocks noGrp="1"/>
          </p:cNvSpPr>
          <p:nvPr/>
        </p:nvSpPr>
        <p:spPr>
          <a:xfrm>
            <a:off x="422959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" name="F2_precision_recall_distributions_3233">
            <a:extLst>
              <a:ext uri="{FF2B5EF4-FFF2-40B4-BE49-F238E27FC236}">
                <a16:creationId xmlns:a16="http://schemas.microsoft.com/office/drawing/2014/main" id="{9A1577A7-9571-4B89-8D00-8ECFD4DA6F77}"/>
              </a:ext>
            </a:extLst>
          </p:cNvPr>
          <p:cNvSpPr>
            <a:spLocks noGrp="1"/>
          </p:cNvSpPr>
          <p:nvPr/>
        </p:nvSpPr>
        <p:spPr>
          <a:xfrm>
            <a:off x="4327318" y="2338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" name="F2_precision_recall_distributions_3234">
            <a:extLst>
              <a:ext uri="{FF2B5EF4-FFF2-40B4-BE49-F238E27FC236}">
                <a16:creationId xmlns:a16="http://schemas.microsoft.com/office/drawing/2014/main" id="{E3E546A9-263B-49E6-B45A-F1DF67353CB5}"/>
              </a:ext>
            </a:extLst>
          </p:cNvPr>
          <p:cNvSpPr>
            <a:spLocks noGrp="1"/>
          </p:cNvSpPr>
          <p:nvPr/>
        </p:nvSpPr>
        <p:spPr>
          <a:xfrm>
            <a:off x="39933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" name="F2_precision_recall_distributions_3235">
            <a:extLst>
              <a:ext uri="{FF2B5EF4-FFF2-40B4-BE49-F238E27FC236}">
                <a16:creationId xmlns:a16="http://schemas.microsoft.com/office/drawing/2014/main" id="{690ECC20-B88C-4DC0-B21E-19687D8B3D12}"/>
              </a:ext>
            </a:extLst>
          </p:cNvPr>
          <p:cNvSpPr>
            <a:spLocks noGrp="1"/>
          </p:cNvSpPr>
          <p:nvPr/>
        </p:nvSpPr>
        <p:spPr>
          <a:xfrm>
            <a:off x="4116416" y="23396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" name="F2_precision_recall_distributions_3236">
            <a:extLst>
              <a:ext uri="{FF2B5EF4-FFF2-40B4-BE49-F238E27FC236}">
                <a16:creationId xmlns:a16="http://schemas.microsoft.com/office/drawing/2014/main" id="{7CFEFD5D-ACBD-4EF1-B2F1-78D89C465FF5}"/>
              </a:ext>
            </a:extLst>
          </p:cNvPr>
          <p:cNvSpPr>
            <a:spLocks noGrp="1"/>
          </p:cNvSpPr>
          <p:nvPr/>
        </p:nvSpPr>
        <p:spPr>
          <a:xfrm>
            <a:off x="4003750" y="18639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" name="F2_precision_recall_distributions_3237">
            <a:extLst>
              <a:ext uri="{FF2B5EF4-FFF2-40B4-BE49-F238E27FC236}">
                <a16:creationId xmlns:a16="http://schemas.microsoft.com/office/drawing/2014/main" id="{E7AB0B46-3491-475A-A66C-885E3EAAB529}"/>
              </a:ext>
            </a:extLst>
          </p:cNvPr>
          <p:cNvSpPr>
            <a:spLocks noGrp="1"/>
          </p:cNvSpPr>
          <p:nvPr/>
        </p:nvSpPr>
        <p:spPr>
          <a:xfrm>
            <a:off x="4169004" y="23415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" name="F2_precision_recall_distributions_3238">
            <a:extLst>
              <a:ext uri="{FF2B5EF4-FFF2-40B4-BE49-F238E27FC236}">
                <a16:creationId xmlns:a16="http://schemas.microsoft.com/office/drawing/2014/main" id="{21BDE888-44E7-4010-8505-15032CD31836}"/>
              </a:ext>
            </a:extLst>
          </p:cNvPr>
          <p:cNvSpPr>
            <a:spLocks noGrp="1"/>
          </p:cNvSpPr>
          <p:nvPr/>
        </p:nvSpPr>
        <p:spPr>
          <a:xfrm>
            <a:off x="419732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" name="F2_precision_recall_distributions_3239">
            <a:extLst>
              <a:ext uri="{FF2B5EF4-FFF2-40B4-BE49-F238E27FC236}">
                <a16:creationId xmlns:a16="http://schemas.microsoft.com/office/drawing/2014/main" id="{14843C5B-A9CB-45B3-B26F-AA58D0EFA20D}"/>
              </a:ext>
            </a:extLst>
          </p:cNvPr>
          <p:cNvSpPr>
            <a:spLocks noGrp="1"/>
          </p:cNvSpPr>
          <p:nvPr/>
        </p:nvSpPr>
        <p:spPr>
          <a:xfrm>
            <a:off x="4294944" y="2316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" name="F2_precision_recall_distributions_3240">
            <a:extLst>
              <a:ext uri="{FF2B5EF4-FFF2-40B4-BE49-F238E27FC236}">
                <a16:creationId xmlns:a16="http://schemas.microsoft.com/office/drawing/2014/main" id="{0EDF4A3E-70A7-43FD-B0DF-891EE6CC223C}"/>
              </a:ext>
            </a:extLst>
          </p:cNvPr>
          <p:cNvSpPr>
            <a:spLocks noGrp="1"/>
          </p:cNvSpPr>
          <p:nvPr/>
        </p:nvSpPr>
        <p:spPr>
          <a:xfrm>
            <a:off x="4298303" y="19370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" name="F2_precision_recall_distributions_3241">
            <a:extLst>
              <a:ext uri="{FF2B5EF4-FFF2-40B4-BE49-F238E27FC236}">
                <a16:creationId xmlns:a16="http://schemas.microsoft.com/office/drawing/2014/main" id="{9004E2F7-18DD-49EB-BD47-A0D0FAD4EDD9}"/>
              </a:ext>
            </a:extLst>
          </p:cNvPr>
          <p:cNvSpPr>
            <a:spLocks noGrp="1"/>
          </p:cNvSpPr>
          <p:nvPr/>
        </p:nvSpPr>
        <p:spPr>
          <a:xfrm>
            <a:off x="425656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" name="F2_precision_recall_distributions_3242">
            <a:extLst>
              <a:ext uri="{FF2B5EF4-FFF2-40B4-BE49-F238E27FC236}">
                <a16:creationId xmlns:a16="http://schemas.microsoft.com/office/drawing/2014/main" id="{C7F7B012-1639-4AC4-A454-AA2A0F8EFB3C}"/>
              </a:ext>
            </a:extLst>
          </p:cNvPr>
          <p:cNvSpPr>
            <a:spLocks noGrp="1"/>
          </p:cNvSpPr>
          <p:nvPr/>
        </p:nvSpPr>
        <p:spPr>
          <a:xfrm>
            <a:off x="4092146" y="23392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" name="F2_precision_recall_distributions_3243">
            <a:extLst>
              <a:ext uri="{FF2B5EF4-FFF2-40B4-BE49-F238E27FC236}">
                <a16:creationId xmlns:a16="http://schemas.microsoft.com/office/drawing/2014/main" id="{F6FD0FC2-DDF0-4A0A-9DC6-56D037DDF0E6}"/>
              </a:ext>
            </a:extLst>
          </p:cNvPr>
          <p:cNvSpPr>
            <a:spLocks noGrp="1"/>
          </p:cNvSpPr>
          <p:nvPr/>
        </p:nvSpPr>
        <p:spPr>
          <a:xfrm>
            <a:off x="4159342" y="23063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" name="F2_precision_recall_distributions_3244">
            <a:extLst>
              <a:ext uri="{FF2B5EF4-FFF2-40B4-BE49-F238E27FC236}">
                <a16:creationId xmlns:a16="http://schemas.microsoft.com/office/drawing/2014/main" id="{451FDFDA-B8BD-49D0-9AE2-E0370984639A}"/>
              </a:ext>
            </a:extLst>
          </p:cNvPr>
          <p:cNvSpPr>
            <a:spLocks noGrp="1"/>
          </p:cNvSpPr>
          <p:nvPr/>
        </p:nvSpPr>
        <p:spPr>
          <a:xfrm>
            <a:off x="4260349" y="22712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" name="F2_precision_recall_distributions_3245">
            <a:extLst>
              <a:ext uri="{FF2B5EF4-FFF2-40B4-BE49-F238E27FC236}">
                <a16:creationId xmlns:a16="http://schemas.microsoft.com/office/drawing/2014/main" id="{358928B4-625F-48EF-B829-B314CB4719AE}"/>
              </a:ext>
            </a:extLst>
          </p:cNvPr>
          <p:cNvSpPr>
            <a:spLocks noGrp="1"/>
          </p:cNvSpPr>
          <p:nvPr/>
        </p:nvSpPr>
        <p:spPr>
          <a:xfrm>
            <a:off x="4149981" y="18282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" name="F2_precision_recall_distributions_3246">
            <a:extLst>
              <a:ext uri="{FF2B5EF4-FFF2-40B4-BE49-F238E27FC236}">
                <a16:creationId xmlns:a16="http://schemas.microsoft.com/office/drawing/2014/main" id="{B86067FB-464A-4C25-BC21-71DB0A8CF86C}"/>
              </a:ext>
            </a:extLst>
          </p:cNvPr>
          <p:cNvSpPr>
            <a:spLocks noGrp="1"/>
          </p:cNvSpPr>
          <p:nvPr/>
        </p:nvSpPr>
        <p:spPr>
          <a:xfrm>
            <a:off x="4307379" y="23403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" name="F2_precision_recall_distributions_3247">
            <a:extLst>
              <a:ext uri="{FF2B5EF4-FFF2-40B4-BE49-F238E27FC236}">
                <a16:creationId xmlns:a16="http://schemas.microsoft.com/office/drawing/2014/main" id="{F1C47E9A-C860-4DFF-AC80-253C7F62E4B8}"/>
              </a:ext>
            </a:extLst>
          </p:cNvPr>
          <p:cNvSpPr>
            <a:spLocks noGrp="1"/>
          </p:cNvSpPr>
          <p:nvPr/>
        </p:nvSpPr>
        <p:spPr>
          <a:xfrm>
            <a:off x="4021186" y="2330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" name="F2_precision_recall_distributions_3248">
            <a:extLst>
              <a:ext uri="{FF2B5EF4-FFF2-40B4-BE49-F238E27FC236}">
                <a16:creationId xmlns:a16="http://schemas.microsoft.com/office/drawing/2014/main" id="{CC3F8B51-99CF-4AE8-8EC7-931DCAD4A3EB}"/>
              </a:ext>
            </a:extLst>
          </p:cNvPr>
          <p:cNvSpPr>
            <a:spLocks noGrp="1"/>
          </p:cNvSpPr>
          <p:nvPr/>
        </p:nvSpPr>
        <p:spPr>
          <a:xfrm>
            <a:off x="401215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" name="F2_precision_recall_distributions_3249">
            <a:extLst>
              <a:ext uri="{FF2B5EF4-FFF2-40B4-BE49-F238E27FC236}">
                <a16:creationId xmlns:a16="http://schemas.microsoft.com/office/drawing/2014/main" id="{13402D26-C44D-4B9B-A56A-ED8A4D79CDAB}"/>
              </a:ext>
            </a:extLst>
          </p:cNvPr>
          <p:cNvSpPr>
            <a:spLocks noGrp="1"/>
          </p:cNvSpPr>
          <p:nvPr/>
        </p:nvSpPr>
        <p:spPr>
          <a:xfrm>
            <a:off x="42622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" name="F2_precision_recall_distributions_3250">
            <a:extLst>
              <a:ext uri="{FF2B5EF4-FFF2-40B4-BE49-F238E27FC236}">
                <a16:creationId xmlns:a16="http://schemas.microsoft.com/office/drawing/2014/main" id="{5634A4D8-0E58-4868-86B1-35018B6A8886}"/>
              </a:ext>
            </a:extLst>
          </p:cNvPr>
          <p:cNvSpPr>
            <a:spLocks noGrp="1"/>
          </p:cNvSpPr>
          <p:nvPr/>
        </p:nvSpPr>
        <p:spPr>
          <a:xfrm>
            <a:off x="422655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" name="F2_precision_recall_distributions_3251">
            <a:extLst>
              <a:ext uri="{FF2B5EF4-FFF2-40B4-BE49-F238E27FC236}">
                <a16:creationId xmlns:a16="http://schemas.microsoft.com/office/drawing/2014/main" id="{FEB9315E-53BF-4C9A-8711-9D4F13B195B1}"/>
              </a:ext>
            </a:extLst>
          </p:cNvPr>
          <p:cNvSpPr>
            <a:spLocks noGrp="1"/>
          </p:cNvSpPr>
          <p:nvPr/>
        </p:nvSpPr>
        <p:spPr>
          <a:xfrm>
            <a:off x="4121392" y="23415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" name="F2_precision_recall_distributions_3252">
            <a:extLst>
              <a:ext uri="{FF2B5EF4-FFF2-40B4-BE49-F238E27FC236}">
                <a16:creationId xmlns:a16="http://schemas.microsoft.com/office/drawing/2014/main" id="{7CDD3407-0598-452D-BBD0-663222E13EC1}"/>
              </a:ext>
            </a:extLst>
          </p:cNvPr>
          <p:cNvSpPr>
            <a:spLocks noGrp="1"/>
          </p:cNvSpPr>
          <p:nvPr/>
        </p:nvSpPr>
        <p:spPr>
          <a:xfrm>
            <a:off x="419516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" name="F2_precision_recall_distributions_3253">
            <a:extLst>
              <a:ext uri="{FF2B5EF4-FFF2-40B4-BE49-F238E27FC236}">
                <a16:creationId xmlns:a16="http://schemas.microsoft.com/office/drawing/2014/main" id="{96959FE4-CBA1-4992-BD65-0C1006CF2648}"/>
              </a:ext>
            </a:extLst>
          </p:cNvPr>
          <p:cNvSpPr>
            <a:spLocks noGrp="1"/>
          </p:cNvSpPr>
          <p:nvPr/>
        </p:nvSpPr>
        <p:spPr>
          <a:xfrm>
            <a:off x="427637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" name="F2_precision_recall_distributions_3254">
            <a:extLst>
              <a:ext uri="{FF2B5EF4-FFF2-40B4-BE49-F238E27FC236}">
                <a16:creationId xmlns:a16="http://schemas.microsoft.com/office/drawing/2014/main" id="{633FDFF4-50B6-4DA7-853E-DB99030E0F06}"/>
              </a:ext>
            </a:extLst>
          </p:cNvPr>
          <p:cNvSpPr>
            <a:spLocks noGrp="1"/>
          </p:cNvSpPr>
          <p:nvPr/>
        </p:nvSpPr>
        <p:spPr>
          <a:xfrm>
            <a:off x="42559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" name="F2_precision_recall_distributions_3255">
            <a:extLst>
              <a:ext uri="{FF2B5EF4-FFF2-40B4-BE49-F238E27FC236}">
                <a16:creationId xmlns:a16="http://schemas.microsoft.com/office/drawing/2014/main" id="{FE3DDF2F-59BA-4BAD-A182-18C31AE6FA81}"/>
              </a:ext>
            </a:extLst>
          </p:cNvPr>
          <p:cNvSpPr>
            <a:spLocks noGrp="1"/>
          </p:cNvSpPr>
          <p:nvPr/>
        </p:nvSpPr>
        <p:spPr>
          <a:xfrm>
            <a:off x="4337259" y="23210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" name="F2_precision_recall_distributions_3256">
            <a:extLst>
              <a:ext uri="{FF2B5EF4-FFF2-40B4-BE49-F238E27FC236}">
                <a16:creationId xmlns:a16="http://schemas.microsoft.com/office/drawing/2014/main" id="{2761B5B0-B775-4475-8156-0B451EA065D0}"/>
              </a:ext>
            </a:extLst>
          </p:cNvPr>
          <p:cNvSpPr>
            <a:spLocks noGrp="1"/>
          </p:cNvSpPr>
          <p:nvPr/>
        </p:nvSpPr>
        <p:spPr>
          <a:xfrm>
            <a:off x="43302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" name="F2_precision_recall_distributions_3257">
            <a:extLst>
              <a:ext uri="{FF2B5EF4-FFF2-40B4-BE49-F238E27FC236}">
                <a16:creationId xmlns:a16="http://schemas.microsoft.com/office/drawing/2014/main" id="{78115C6F-318A-4B8C-B9B6-37B57B562C31}"/>
              </a:ext>
            </a:extLst>
          </p:cNvPr>
          <p:cNvSpPr>
            <a:spLocks noGrp="1"/>
          </p:cNvSpPr>
          <p:nvPr/>
        </p:nvSpPr>
        <p:spPr>
          <a:xfrm>
            <a:off x="4276000" y="23413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" name="F2_precision_recall_distributions_3258">
            <a:extLst>
              <a:ext uri="{FF2B5EF4-FFF2-40B4-BE49-F238E27FC236}">
                <a16:creationId xmlns:a16="http://schemas.microsoft.com/office/drawing/2014/main" id="{C303F6C5-DA4D-49FD-B01B-2FA662862B3D}"/>
              </a:ext>
            </a:extLst>
          </p:cNvPr>
          <p:cNvSpPr>
            <a:spLocks noGrp="1"/>
          </p:cNvSpPr>
          <p:nvPr/>
        </p:nvSpPr>
        <p:spPr>
          <a:xfrm>
            <a:off x="4288141" y="23374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" name="F2_precision_recall_distributions_3259">
            <a:extLst>
              <a:ext uri="{FF2B5EF4-FFF2-40B4-BE49-F238E27FC236}">
                <a16:creationId xmlns:a16="http://schemas.microsoft.com/office/drawing/2014/main" id="{C0D26A3D-5CCB-4378-BE6B-17ADD4937867}"/>
              </a:ext>
            </a:extLst>
          </p:cNvPr>
          <p:cNvSpPr>
            <a:spLocks noGrp="1"/>
          </p:cNvSpPr>
          <p:nvPr/>
        </p:nvSpPr>
        <p:spPr>
          <a:xfrm>
            <a:off x="4211516" y="23406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6" name="F2_precision_recall_distributions_3260">
            <a:extLst>
              <a:ext uri="{FF2B5EF4-FFF2-40B4-BE49-F238E27FC236}">
                <a16:creationId xmlns:a16="http://schemas.microsoft.com/office/drawing/2014/main" id="{8F40F8FB-4924-4865-85F0-6DFCB390E6E7}"/>
              </a:ext>
            </a:extLst>
          </p:cNvPr>
          <p:cNvSpPr>
            <a:spLocks noGrp="1"/>
          </p:cNvSpPr>
          <p:nvPr/>
        </p:nvSpPr>
        <p:spPr>
          <a:xfrm>
            <a:off x="4178955" y="23413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" name="F2_precision_recall_distributions_3261">
            <a:extLst>
              <a:ext uri="{FF2B5EF4-FFF2-40B4-BE49-F238E27FC236}">
                <a16:creationId xmlns:a16="http://schemas.microsoft.com/office/drawing/2014/main" id="{9341D5B2-D2D6-4853-B0EE-60F1DD10ED38}"/>
              </a:ext>
            </a:extLst>
          </p:cNvPr>
          <p:cNvSpPr>
            <a:spLocks noGrp="1"/>
          </p:cNvSpPr>
          <p:nvPr/>
        </p:nvSpPr>
        <p:spPr>
          <a:xfrm>
            <a:off x="4323297" y="2339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" name="F2_precision_recall_distributions_3262">
            <a:extLst>
              <a:ext uri="{FF2B5EF4-FFF2-40B4-BE49-F238E27FC236}">
                <a16:creationId xmlns:a16="http://schemas.microsoft.com/office/drawing/2014/main" id="{C8F9C1BD-ED51-49B6-921F-8B4DD2447399}"/>
              </a:ext>
            </a:extLst>
          </p:cNvPr>
          <p:cNvSpPr>
            <a:spLocks noGrp="1"/>
          </p:cNvSpPr>
          <p:nvPr/>
        </p:nvSpPr>
        <p:spPr>
          <a:xfrm>
            <a:off x="4113421" y="23415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" name="F2_precision_recall_distributions_3263">
            <a:extLst>
              <a:ext uri="{FF2B5EF4-FFF2-40B4-BE49-F238E27FC236}">
                <a16:creationId xmlns:a16="http://schemas.microsoft.com/office/drawing/2014/main" id="{8D972BD0-C993-4E33-8283-0FB0B90C0CCC}"/>
              </a:ext>
            </a:extLst>
          </p:cNvPr>
          <p:cNvSpPr>
            <a:spLocks noGrp="1"/>
          </p:cNvSpPr>
          <p:nvPr/>
        </p:nvSpPr>
        <p:spPr>
          <a:xfrm>
            <a:off x="408106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" name="F2_precision_recall_distributions_3264">
            <a:extLst>
              <a:ext uri="{FF2B5EF4-FFF2-40B4-BE49-F238E27FC236}">
                <a16:creationId xmlns:a16="http://schemas.microsoft.com/office/drawing/2014/main" id="{1DCA2185-1DC0-4C71-A1F8-58BBBEE98813}"/>
              </a:ext>
            </a:extLst>
          </p:cNvPr>
          <p:cNvSpPr>
            <a:spLocks noGrp="1"/>
          </p:cNvSpPr>
          <p:nvPr/>
        </p:nvSpPr>
        <p:spPr>
          <a:xfrm>
            <a:off x="4126195" y="23298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" name="F2_precision_recall_distributions_3265">
            <a:extLst>
              <a:ext uri="{FF2B5EF4-FFF2-40B4-BE49-F238E27FC236}">
                <a16:creationId xmlns:a16="http://schemas.microsoft.com/office/drawing/2014/main" id="{6D50265A-4292-475D-8DA3-1679A9FA4F64}"/>
              </a:ext>
            </a:extLst>
          </p:cNvPr>
          <p:cNvSpPr>
            <a:spLocks noGrp="1"/>
          </p:cNvSpPr>
          <p:nvPr/>
        </p:nvSpPr>
        <p:spPr>
          <a:xfrm>
            <a:off x="4155219" y="23421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" name="F2_precision_recall_distributions_3266">
            <a:extLst>
              <a:ext uri="{FF2B5EF4-FFF2-40B4-BE49-F238E27FC236}">
                <a16:creationId xmlns:a16="http://schemas.microsoft.com/office/drawing/2014/main" id="{FB6903F0-69CB-4CF4-A297-504630951DC9}"/>
              </a:ext>
            </a:extLst>
          </p:cNvPr>
          <p:cNvSpPr>
            <a:spLocks noGrp="1"/>
          </p:cNvSpPr>
          <p:nvPr/>
        </p:nvSpPr>
        <p:spPr>
          <a:xfrm>
            <a:off x="4324332" y="23419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" name="F2_precision_recall_distributions_3267">
            <a:extLst>
              <a:ext uri="{FF2B5EF4-FFF2-40B4-BE49-F238E27FC236}">
                <a16:creationId xmlns:a16="http://schemas.microsoft.com/office/drawing/2014/main" id="{B43170B6-8CD7-4906-A6AB-AF59945C4A0C}"/>
              </a:ext>
            </a:extLst>
          </p:cNvPr>
          <p:cNvSpPr>
            <a:spLocks noGrp="1"/>
          </p:cNvSpPr>
          <p:nvPr/>
        </p:nvSpPr>
        <p:spPr>
          <a:xfrm>
            <a:off x="4320147" y="23229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" name="F2_precision_recall_distributions_3268">
            <a:extLst>
              <a:ext uri="{FF2B5EF4-FFF2-40B4-BE49-F238E27FC236}">
                <a16:creationId xmlns:a16="http://schemas.microsoft.com/office/drawing/2014/main" id="{4F724D3A-3670-411A-881B-4161A1D31D14}"/>
              </a:ext>
            </a:extLst>
          </p:cNvPr>
          <p:cNvSpPr>
            <a:spLocks noGrp="1"/>
          </p:cNvSpPr>
          <p:nvPr/>
        </p:nvSpPr>
        <p:spPr>
          <a:xfrm>
            <a:off x="4188330" y="23383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" name="F2_precision_recall_distributions_3269">
            <a:extLst>
              <a:ext uri="{FF2B5EF4-FFF2-40B4-BE49-F238E27FC236}">
                <a16:creationId xmlns:a16="http://schemas.microsoft.com/office/drawing/2014/main" id="{B295038B-063C-496C-9B62-2B6585D17BB5}"/>
              </a:ext>
            </a:extLst>
          </p:cNvPr>
          <p:cNvSpPr>
            <a:spLocks noGrp="1"/>
          </p:cNvSpPr>
          <p:nvPr/>
        </p:nvSpPr>
        <p:spPr>
          <a:xfrm>
            <a:off x="4234664" y="19752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" name="F2_precision_recall_distributions_3270">
            <a:extLst>
              <a:ext uri="{FF2B5EF4-FFF2-40B4-BE49-F238E27FC236}">
                <a16:creationId xmlns:a16="http://schemas.microsoft.com/office/drawing/2014/main" id="{ABB6E7B7-2AAC-4726-A8A9-541B85A59C60}"/>
              </a:ext>
            </a:extLst>
          </p:cNvPr>
          <p:cNvSpPr>
            <a:spLocks noGrp="1"/>
          </p:cNvSpPr>
          <p:nvPr/>
        </p:nvSpPr>
        <p:spPr>
          <a:xfrm>
            <a:off x="402366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" name="F2_precision_recall_distributions_3271">
            <a:extLst>
              <a:ext uri="{FF2B5EF4-FFF2-40B4-BE49-F238E27FC236}">
                <a16:creationId xmlns:a16="http://schemas.microsoft.com/office/drawing/2014/main" id="{F068F3B7-1D2A-4AFB-9F31-F7F50C8250EC}"/>
              </a:ext>
            </a:extLst>
          </p:cNvPr>
          <p:cNvSpPr>
            <a:spLocks noGrp="1"/>
          </p:cNvSpPr>
          <p:nvPr/>
        </p:nvSpPr>
        <p:spPr>
          <a:xfrm>
            <a:off x="4180457" y="2328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" name="F2_precision_recall_distributions_3272">
            <a:extLst>
              <a:ext uri="{FF2B5EF4-FFF2-40B4-BE49-F238E27FC236}">
                <a16:creationId xmlns:a16="http://schemas.microsoft.com/office/drawing/2014/main" id="{39F859D0-0993-4FC7-8CA8-7BAD43F7B638}"/>
              </a:ext>
            </a:extLst>
          </p:cNvPr>
          <p:cNvSpPr>
            <a:spLocks noGrp="1"/>
          </p:cNvSpPr>
          <p:nvPr/>
        </p:nvSpPr>
        <p:spPr>
          <a:xfrm>
            <a:off x="4051652" y="23365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" name="F2_precision_recall_distributions_3273">
            <a:extLst>
              <a:ext uri="{FF2B5EF4-FFF2-40B4-BE49-F238E27FC236}">
                <a16:creationId xmlns:a16="http://schemas.microsoft.com/office/drawing/2014/main" id="{804B756D-4947-482F-A350-6BFF88DEC9A3}"/>
              </a:ext>
            </a:extLst>
          </p:cNvPr>
          <p:cNvSpPr>
            <a:spLocks noGrp="1"/>
          </p:cNvSpPr>
          <p:nvPr/>
        </p:nvSpPr>
        <p:spPr>
          <a:xfrm>
            <a:off x="4098351" y="2339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" name="F2_precision_recall_distributions_3274">
            <a:extLst>
              <a:ext uri="{FF2B5EF4-FFF2-40B4-BE49-F238E27FC236}">
                <a16:creationId xmlns:a16="http://schemas.microsoft.com/office/drawing/2014/main" id="{400E30A1-D19A-451B-877B-E703FED48F45}"/>
              </a:ext>
            </a:extLst>
          </p:cNvPr>
          <p:cNvSpPr>
            <a:spLocks noGrp="1"/>
          </p:cNvSpPr>
          <p:nvPr/>
        </p:nvSpPr>
        <p:spPr>
          <a:xfrm>
            <a:off x="43029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" name="F2_precision_recall_distributions_3275">
            <a:extLst>
              <a:ext uri="{FF2B5EF4-FFF2-40B4-BE49-F238E27FC236}">
                <a16:creationId xmlns:a16="http://schemas.microsoft.com/office/drawing/2014/main" id="{04A5069D-17D2-4A78-B222-E1BB4BF01312}"/>
              </a:ext>
            </a:extLst>
          </p:cNvPr>
          <p:cNvSpPr>
            <a:spLocks noGrp="1"/>
          </p:cNvSpPr>
          <p:nvPr/>
        </p:nvSpPr>
        <p:spPr>
          <a:xfrm>
            <a:off x="417012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" name="F2_precision_recall_distributions_3276">
            <a:extLst>
              <a:ext uri="{FF2B5EF4-FFF2-40B4-BE49-F238E27FC236}">
                <a16:creationId xmlns:a16="http://schemas.microsoft.com/office/drawing/2014/main" id="{D598D4D7-E075-4265-8B0C-C255B251CD23}"/>
              </a:ext>
            </a:extLst>
          </p:cNvPr>
          <p:cNvSpPr>
            <a:spLocks noGrp="1"/>
          </p:cNvSpPr>
          <p:nvPr/>
        </p:nvSpPr>
        <p:spPr>
          <a:xfrm>
            <a:off x="4306924" y="23183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" name="F2_precision_recall_distributions_3277">
            <a:extLst>
              <a:ext uri="{FF2B5EF4-FFF2-40B4-BE49-F238E27FC236}">
                <a16:creationId xmlns:a16="http://schemas.microsoft.com/office/drawing/2014/main" id="{B5DF35F2-63AF-4081-9D31-0792EA72A580}"/>
              </a:ext>
            </a:extLst>
          </p:cNvPr>
          <p:cNvSpPr>
            <a:spLocks noGrp="1"/>
          </p:cNvSpPr>
          <p:nvPr/>
        </p:nvSpPr>
        <p:spPr>
          <a:xfrm>
            <a:off x="398747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" name="F2_precision_recall_distributions_3278">
            <a:extLst>
              <a:ext uri="{FF2B5EF4-FFF2-40B4-BE49-F238E27FC236}">
                <a16:creationId xmlns:a16="http://schemas.microsoft.com/office/drawing/2014/main" id="{2A0C469E-B6E8-429C-89D9-121EC902752D}"/>
              </a:ext>
            </a:extLst>
          </p:cNvPr>
          <p:cNvSpPr>
            <a:spLocks noGrp="1"/>
          </p:cNvSpPr>
          <p:nvPr/>
        </p:nvSpPr>
        <p:spPr>
          <a:xfrm>
            <a:off x="4199136" y="23388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" name="F2_precision_recall_distributions_3279">
            <a:extLst>
              <a:ext uri="{FF2B5EF4-FFF2-40B4-BE49-F238E27FC236}">
                <a16:creationId xmlns:a16="http://schemas.microsoft.com/office/drawing/2014/main" id="{DCD36E0E-A03A-42AF-B019-46272B36F0F8}"/>
              </a:ext>
            </a:extLst>
          </p:cNvPr>
          <p:cNvSpPr>
            <a:spLocks noGrp="1"/>
          </p:cNvSpPr>
          <p:nvPr/>
        </p:nvSpPr>
        <p:spPr>
          <a:xfrm>
            <a:off x="42310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" name="F2_precision_recall_distributions_3280">
            <a:extLst>
              <a:ext uri="{FF2B5EF4-FFF2-40B4-BE49-F238E27FC236}">
                <a16:creationId xmlns:a16="http://schemas.microsoft.com/office/drawing/2014/main" id="{57D43A94-6F4F-4C84-B125-E161620AD6EF}"/>
              </a:ext>
            </a:extLst>
          </p:cNvPr>
          <p:cNvSpPr>
            <a:spLocks noGrp="1"/>
          </p:cNvSpPr>
          <p:nvPr/>
        </p:nvSpPr>
        <p:spPr>
          <a:xfrm>
            <a:off x="4015231" y="23416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" name="F2_precision_recall_distributions_3281">
            <a:extLst>
              <a:ext uri="{FF2B5EF4-FFF2-40B4-BE49-F238E27FC236}">
                <a16:creationId xmlns:a16="http://schemas.microsoft.com/office/drawing/2014/main" id="{211C1CA5-5237-4E47-963B-80A78234E62A}"/>
              </a:ext>
            </a:extLst>
          </p:cNvPr>
          <p:cNvSpPr>
            <a:spLocks noGrp="1"/>
          </p:cNvSpPr>
          <p:nvPr/>
        </p:nvSpPr>
        <p:spPr>
          <a:xfrm>
            <a:off x="40601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" name="F2_precision_recall_distributions_3282">
            <a:extLst>
              <a:ext uri="{FF2B5EF4-FFF2-40B4-BE49-F238E27FC236}">
                <a16:creationId xmlns:a16="http://schemas.microsoft.com/office/drawing/2014/main" id="{E3D53CA0-9CB0-48FC-BAE7-8C05ABF41619}"/>
              </a:ext>
            </a:extLst>
          </p:cNvPr>
          <p:cNvSpPr>
            <a:spLocks noGrp="1"/>
          </p:cNvSpPr>
          <p:nvPr/>
        </p:nvSpPr>
        <p:spPr>
          <a:xfrm>
            <a:off x="4036152" y="23324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" name="F2_precision_recall_distributions_3283">
            <a:extLst>
              <a:ext uri="{FF2B5EF4-FFF2-40B4-BE49-F238E27FC236}">
                <a16:creationId xmlns:a16="http://schemas.microsoft.com/office/drawing/2014/main" id="{329398B7-A3F1-41F3-81A4-A284F4D5A676}"/>
              </a:ext>
            </a:extLst>
          </p:cNvPr>
          <p:cNvSpPr>
            <a:spLocks noGrp="1"/>
          </p:cNvSpPr>
          <p:nvPr/>
        </p:nvSpPr>
        <p:spPr>
          <a:xfrm>
            <a:off x="403883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" name="F2_precision_recall_distributions_3284">
            <a:extLst>
              <a:ext uri="{FF2B5EF4-FFF2-40B4-BE49-F238E27FC236}">
                <a16:creationId xmlns:a16="http://schemas.microsoft.com/office/drawing/2014/main" id="{E75A4854-EE38-45D3-BD3F-E1DB4F5C322B}"/>
              </a:ext>
            </a:extLst>
          </p:cNvPr>
          <p:cNvSpPr>
            <a:spLocks noGrp="1"/>
          </p:cNvSpPr>
          <p:nvPr/>
        </p:nvSpPr>
        <p:spPr>
          <a:xfrm>
            <a:off x="4159272" y="23395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" name="F2_precision_recall_distributions_3285">
            <a:extLst>
              <a:ext uri="{FF2B5EF4-FFF2-40B4-BE49-F238E27FC236}">
                <a16:creationId xmlns:a16="http://schemas.microsoft.com/office/drawing/2014/main" id="{CAA53F55-FAF7-4BC7-A599-9774D5DB7460}"/>
              </a:ext>
            </a:extLst>
          </p:cNvPr>
          <p:cNvSpPr>
            <a:spLocks noGrp="1"/>
          </p:cNvSpPr>
          <p:nvPr/>
        </p:nvSpPr>
        <p:spPr>
          <a:xfrm>
            <a:off x="4143342" y="23363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" name="F2_precision_recall_distributions_3286">
            <a:extLst>
              <a:ext uri="{FF2B5EF4-FFF2-40B4-BE49-F238E27FC236}">
                <a16:creationId xmlns:a16="http://schemas.microsoft.com/office/drawing/2014/main" id="{986F1CA7-8165-4F17-8983-CD4909949FDA}"/>
              </a:ext>
            </a:extLst>
          </p:cNvPr>
          <p:cNvSpPr>
            <a:spLocks noGrp="1"/>
          </p:cNvSpPr>
          <p:nvPr/>
        </p:nvSpPr>
        <p:spPr>
          <a:xfrm>
            <a:off x="4341284" y="21358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" name="F2_precision_recall_distributions_3287">
            <a:extLst>
              <a:ext uri="{FF2B5EF4-FFF2-40B4-BE49-F238E27FC236}">
                <a16:creationId xmlns:a16="http://schemas.microsoft.com/office/drawing/2014/main" id="{62B5CA59-B13F-4D80-9C77-99419B2D025E}"/>
              </a:ext>
            </a:extLst>
          </p:cNvPr>
          <p:cNvSpPr>
            <a:spLocks noGrp="1"/>
          </p:cNvSpPr>
          <p:nvPr/>
        </p:nvSpPr>
        <p:spPr>
          <a:xfrm>
            <a:off x="4137087" y="22689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" name="F2_precision_recall_distributions_3288">
            <a:extLst>
              <a:ext uri="{FF2B5EF4-FFF2-40B4-BE49-F238E27FC236}">
                <a16:creationId xmlns:a16="http://schemas.microsoft.com/office/drawing/2014/main" id="{304297AE-51B5-4AD4-90B2-1925BF914061}"/>
              </a:ext>
            </a:extLst>
          </p:cNvPr>
          <p:cNvSpPr>
            <a:spLocks noGrp="1"/>
          </p:cNvSpPr>
          <p:nvPr/>
        </p:nvSpPr>
        <p:spPr>
          <a:xfrm>
            <a:off x="4321163" y="23421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" name="F2_precision_recall_distributions_3289">
            <a:extLst>
              <a:ext uri="{FF2B5EF4-FFF2-40B4-BE49-F238E27FC236}">
                <a16:creationId xmlns:a16="http://schemas.microsoft.com/office/drawing/2014/main" id="{0B9E416F-5601-46E1-A763-B232ED5B53B8}"/>
              </a:ext>
            </a:extLst>
          </p:cNvPr>
          <p:cNvSpPr>
            <a:spLocks noGrp="1"/>
          </p:cNvSpPr>
          <p:nvPr/>
        </p:nvSpPr>
        <p:spPr>
          <a:xfrm>
            <a:off x="40683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" name="F2_precision_recall_distributions_3290">
            <a:extLst>
              <a:ext uri="{FF2B5EF4-FFF2-40B4-BE49-F238E27FC236}">
                <a16:creationId xmlns:a16="http://schemas.microsoft.com/office/drawing/2014/main" id="{C428F1EF-9527-42CB-A74E-B9086516A3A7}"/>
              </a:ext>
            </a:extLst>
          </p:cNvPr>
          <p:cNvSpPr>
            <a:spLocks noGrp="1"/>
          </p:cNvSpPr>
          <p:nvPr/>
        </p:nvSpPr>
        <p:spPr>
          <a:xfrm>
            <a:off x="4215933" y="2333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" name="F2_precision_recall_distributions_3291">
            <a:extLst>
              <a:ext uri="{FF2B5EF4-FFF2-40B4-BE49-F238E27FC236}">
                <a16:creationId xmlns:a16="http://schemas.microsoft.com/office/drawing/2014/main" id="{C942B60A-73C8-4762-BB51-B0D50C709279}"/>
              </a:ext>
            </a:extLst>
          </p:cNvPr>
          <p:cNvSpPr>
            <a:spLocks noGrp="1"/>
          </p:cNvSpPr>
          <p:nvPr/>
        </p:nvSpPr>
        <p:spPr>
          <a:xfrm>
            <a:off x="4082374" y="23087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" name="F2_precision_recall_distributions_3292">
            <a:extLst>
              <a:ext uri="{FF2B5EF4-FFF2-40B4-BE49-F238E27FC236}">
                <a16:creationId xmlns:a16="http://schemas.microsoft.com/office/drawing/2014/main" id="{9D41B56F-F470-452F-B900-03C205EF6FE3}"/>
              </a:ext>
            </a:extLst>
          </p:cNvPr>
          <p:cNvSpPr>
            <a:spLocks noGrp="1"/>
          </p:cNvSpPr>
          <p:nvPr/>
        </p:nvSpPr>
        <p:spPr>
          <a:xfrm>
            <a:off x="4060105" y="2333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" name="F2_precision_recall_distributions_3293">
            <a:extLst>
              <a:ext uri="{FF2B5EF4-FFF2-40B4-BE49-F238E27FC236}">
                <a16:creationId xmlns:a16="http://schemas.microsoft.com/office/drawing/2014/main" id="{6F8A0065-784E-4F95-839E-848D4B959CB4}"/>
              </a:ext>
            </a:extLst>
          </p:cNvPr>
          <p:cNvSpPr>
            <a:spLocks noGrp="1"/>
          </p:cNvSpPr>
          <p:nvPr/>
        </p:nvSpPr>
        <p:spPr>
          <a:xfrm>
            <a:off x="4251351" y="23208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" name="F2_precision_recall_distributions_3294">
            <a:extLst>
              <a:ext uri="{FF2B5EF4-FFF2-40B4-BE49-F238E27FC236}">
                <a16:creationId xmlns:a16="http://schemas.microsoft.com/office/drawing/2014/main" id="{F345E427-39B7-4D1D-B712-EC77CF150963}"/>
              </a:ext>
            </a:extLst>
          </p:cNvPr>
          <p:cNvSpPr>
            <a:spLocks noGrp="1"/>
          </p:cNvSpPr>
          <p:nvPr/>
        </p:nvSpPr>
        <p:spPr>
          <a:xfrm>
            <a:off x="4166987" y="23111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" name="F2_precision_recall_distributions_3295">
            <a:extLst>
              <a:ext uri="{FF2B5EF4-FFF2-40B4-BE49-F238E27FC236}">
                <a16:creationId xmlns:a16="http://schemas.microsoft.com/office/drawing/2014/main" id="{A0A3D888-1813-4850-A254-B0BDC168FD0B}"/>
              </a:ext>
            </a:extLst>
          </p:cNvPr>
          <p:cNvSpPr>
            <a:spLocks noGrp="1"/>
          </p:cNvSpPr>
          <p:nvPr/>
        </p:nvSpPr>
        <p:spPr>
          <a:xfrm>
            <a:off x="416710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" name="F2_precision_recall_distributions_3296">
            <a:extLst>
              <a:ext uri="{FF2B5EF4-FFF2-40B4-BE49-F238E27FC236}">
                <a16:creationId xmlns:a16="http://schemas.microsoft.com/office/drawing/2014/main" id="{6291DC55-0CE9-4A2C-A96D-0F7611133D92}"/>
              </a:ext>
            </a:extLst>
          </p:cNvPr>
          <p:cNvSpPr>
            <a:spLocks noGrp="1"/>
          </p:cNvSpPr>
          <p:nvPr/>
        </p:nvSpPr>
        <p:spPr>
          <a:xfrm>
            <a:off x="4311153" y="23369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" name="F2_precision_recall_distributions_3297">
            <a:extLst>
              <a:ext uri="{FF2B5EF4-FFF2-40B4-BE49-F238E27FC236}">
                <a16:creationId xmlns:a16="http://schemas.microsoft.com/office/drawing/2014/main" id="{6FE26FF3-4832-4E3A-A06B-250E1FF36AAC}"/>
              </a:ext>
            </a:extLst>
          </p:cNvPr>
          <p:cNvSpPr>
            <a:spLocks noGrp="1"/>
          </p:cNvSpPr>
          <p:nvPr/>
        </p:nvSpPr>
        <p:spPr>
          <a:xfrm>
            <a:off x="4007599" y="23350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" name="F2_precision_recall_distributions_3298">
            <a:extLst>
              <a:ext uri="{FF2B5EF4-FFF2-40B4-BE49-F238E27FC236}">
                <a16:creationId xmlns:a16="http://schemas.microsoft.com/office/drawing/2014/main" id="{C3EC755E-58D9-4469-89DB-3152CCE15BCE}"/>
              </a:ext>
            </a:extLst>
          </p:cNvPr>
          <p:cNvSpPr>
            <a:spLocks noGrp="1"/>
          </p:cNvSpPr>
          <p:nvPr/>
        </p:nvSpPr>
        <p:spPr>
          <a:xfrm>
            <a:off x="41442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" name="F2_precision_recall_distributions_3299">
            <a:extLst>
              <a:ext uri="{FF2B5EF4-FFF2-40B4-BE49-F238E27FC236}">
                <a16:creationId xmlns:a16="http://schemas.microsoft.com/office/drawing/2014/main" id="{BED8115F-7F57-4E7D-B492-73D44167C5C4}"/>
              </a:ext>
            </a:extLst>
          </p:cNvPr>
          <p:cNvSpPr>
            <a:spLocks noGrp="1"/>
          </p:cNvSpPr>
          <p:nvPr/>
        </p:nvSpPr>
        <p:spPr>
          <a:xfrm>
            <a:off x="42390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" name="F2_precision_recall_distributions_3300">
            <a:extLst>
              <a:ext uri="{FF2B5EF4-FFF2-40B4-BE49-F238E27FC236}">
                <a16:creationId xmlns:a16="http://schemas.microsoft.com/office/drawing/2014/main" id="{80C46B2F-2DE2-4B2C-B895-94AFEFF77EE1}"/>
              </a:ext>
            </a:extLst>
          </p:cNvPr>
          <p:cNvSpPr>
            <a:spLocks noGrp="1"/>
          </p:cNvSpPr>
          <p:nvPr/>
        </p:nvSpPr>
        <p:spPr>
          <a:xfrm>
            <a:off x="4138732" y="22991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" name="F2_precision_recall_distributions_3301">
            <a:extLst>
              <a:ext uri="{FF2B5EF4-FFF2-40B4-BE49-F238E27FC236}">
                <a16:creationId xmlns:a16="http://schemas.microsoft.com/office/drawing/2014/main" id="{DF2ABB0A-A3AF-4897-9D38-F44D46C8F9E1}"/>
              </a:ext>
            </a:extLst>
          </p:cNvPr>
          <p:cNvSpPr>
            <a:spLocks noGrp="1"/>
          </p:cNvSpPr>
          <p:nvPr/>
        </p:nvSpPr>
        <p:spPr>
          <a:xfrm>
            <a:off x="41966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" name="F2_precision_recall_distributions_3302">
            <a:extLst>
              <a:ext uri="{FF2B5EF4-FFF2-40B4-BE49-F238E27FC236}">
                <a16:creationId xmlns:a16="http://schemas.microsoft.com/office/drawing/2014/main" id="{064FD171-7599-4234-AACB-88E2CD097865}"/>
              </a:ext>
            </a:extLst>
          </p:cNvPr>
          <p:cNvSpPr>
            <a:spLocks noGrp="1"/>
          </p:cNvSpPr>
          <p:nvPr/>
        </p:nvSpPr>
        <p:spPr>
          <a:xfrm>
            <a:off x="412300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" name="F2_precision_recall_distributions_3303">
            <a:extLst>
              <a:ext uri="{FF2B5EF4-FFF2-40B4-BE49-F238E27FC236}">
                <a16:creationId xmlns:a16="http://schemas.microsoft.com/office/drawing/2014/main" id="{B29BB601-7270-4F2A-B002-595305412702}"/>
              </a:ext>
            </a:extLst>
          </p:cNvPr>
          <p:cNvSpPr>
            <a:spLocks noGrp="1"/>
          </p:cNvSpPr>
          <p:nvPr/>
        </p:nvSpPr>
        <p:spPr>
          <a:xfrm>
            <a:off x="4226305" y="22096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" name="F2_precision_recall_distributions_3304">
            <a:extLst>
              <a:ext uri="{FF2B5EF4-FFF2-40B4-BE49-F238E27FC236}">
                <a16:creationId xmlns:a16="http://schemas.microsoft.com/office/drawing/2014/main" id="{B195DAD9-C52A-4F83-9A5B-DE994A27D93E}"/>
              </a:ext>
            </a:extLst>
          </p:cNvPr>
          <p:cNvSpPr>
            <a:spLocks noGrp="1"/>
          </p:cNvSpPr>
          <p:nvPr/>
        </p:nvSpPr>
        <p:spPr>
          <a:xfrm>
            <a:off x="416678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" name="F2_precision_recall_distributions_3305">
            <a:extLst>
              <a:ext uri="{FF2B5EF4-FFF2-40B4-BE49-F238E27FC236}">
                <a16:creationId xmlns:a16="http://schemas.microsoft.com/office/drawing/2014/main" id="{DDC47A31-2927-41C1-8A65-B9DFCB92D485}"/>
              </a:ext>
            </a:extLst>
          </p:cNvPr>
          <p:cNvSpPr>
            <a:spLocks noGrp="1"/>
          </p:cNvSpPr>
          <p:nvPr/>
        </p:nvSpPr>
        <p:spPr>
          <a:xfrm>
            <a:off x="428227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" name="F2_precision_recall_distributions_3306">
            <a:extLst>
              <a:ext uri="{FF2B5EF4-FFF2-40B4-BE49-F238E27FC236}">
                <a16:creationId xmlns:a16="http://schemas.microsoft.com/office/drawing/2014/main" id="{5B081632-7D54-4120-9224-22AED840F1DA}"/>
              </a:ext>
            </a:extLst>
          </p:cNvPr>
          <p:cNvSpPr>
            <a:spLocks noGrp="1"/>
          </p:cNvSpPr>
          <p:nvPr/>
        </p:nvSpPr>
        <p:spPr>
          <a:xfrm>
            <a:off x="4274691" y="2338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" name="F2_precision_recall_distributions_3307">
            <a:extLst>
              <a:ext uri="{FF2B5EF4-FFF2-40B4-BE49-F238E27FC236}">
                <a16:creationId xmlns:a16="http://schemas.microsoft.com/office/drawing/2014/main" id="{E396382B-2031-47C0-86C0-3E795B9E1425}"/>
              </a:ext>
            </a:extLst>
          </p:cNvPr>
          <p:cNvSpPr>
            <a:spLocks noGrp="1"/>
          </p:cNvSpPr>
          <p:nvPr/>
        </p:nvSpPr>
        <p:spPr>
          <a:xfrm>
            <a:off x="4196900" y="22276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" name="F2_precision_recall_distributions_3308">
            <a:extLst>
              <a:ext uri="{FF2B5EF4-FFF2-40B4-BE49-F238E27FC236}">
                <a16:creationId xmlns:a16="http://schemas.microsoft.com/office/drawing/2014/main" id="{06D37C52-FB71-4789-BE96-C45DC5153E46}"/>
              </a:ext>
            </a:extLst>
          </p:cNvPr>
          <p:cNvSpPr>
            <a:spLocks noGrp="1"/>
          </p:cNvSpPr>
          <p:nvPr/>
        </p:nvSpPr>
        <p:spPr>
          <a:xfrm>
            <a:off x="4067749" y="23362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" name="F2_precision_recall_distributions_3309">
            <a:extLst>
              <a:ext uri="{FF2B5EF4-FFF2-40B4-BE49-F238E27FC236}">
                <a16:creationId xmlns:a16="http://schemas.microsoft.com/office/drawing/2014/main" id="{A590AF55-CC6E-483B-A71A-3C341C89B054}"/>
              </a:ext>
            </a:extLst>
          </p:cNvPr>
          <p:cNvSpPr>
            <a:spLocks noGrp="1"/>
          </p:cNvSpPr>
          <p:nvPr/>
        </p:nvSpPr>
        <p:spPr>
          <a:xfrm>
            <a:off x="3981986" y="23415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" name="F2_precision_recall_distributions_3310">
            <a:extLst>
              <a:ext uri="{FF2B5EF4-FFF2-40B4-BE49-F238E27FC236}">
                <a16:creationId xmlns:a16="http://schemas.microsoft.com/office/drawing/2014/main" id="{31A1A5B9-7954-4673-9EBA-F05A47B70D39}"/>
              </a:ext>
            </a:extLst>
          </p:cNvPr>
          <p:cNvSpPr>
            <a:spLocks noGrp="1"/>
          </p:cNvSpPr>
          <p:nvPr/>
        </p:nvSpPr>
        <p:spPr>
          <a:xfrm>
            <a:off x="4014682" y="23145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" name="F2_precision_recall_distributions_3311">
            <a:extLst>
              <a:ext uri="{FF2B5EF4-FFF2-40B4-BE49-F238E27FC236}">
                <a16:creationId xmlns:a16="http://schemas.microsoft.com/office/drawing/2014/main" id="{F8D6C6F4-B3B0-4FE9-9009-702DC569EB60}"/>
              </a:ext>
            </a:extLst>
          </p:cNvPr>
          <p:cNvSpPr>
            <a:spLocks noGrp="1"/>
          </p:cNvSpPr>
          <p:nvPr/>
        </p:nvSpPr>
        <p:spPr>
          <a:xfrm>
            <a:off x="4003481" y="23386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" name="F2_precision_recall_distributions_3312">
            <a:extLst>
              <a:ext uri="{FF2B5EF4-FFF2-40B4-BE49-F238E27FC236}">
                <a16:creationId xmlns:a16="http://schemas.microsoft.com/office/drawing/2014/main" id="{B6A17F93-78BE-4F49-9151-A7F9A86D7492}"/>
              </a:ext>
            </a:extLst>
          </p:cNvPr>
          <p:cNvSpPr>
            <a:spLocks noGrp="1"/>
          </p:cNvSpPr>
          <p:nvPr/>
        </p:nvSpPr>
        <p:spPr>
          <a:xfrm>
            <a:off x="410770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" name="F2_precision_recall_distributions_3313">
            <a:extLst>
              <a:ext uri="{FF2B5EF4-FFF2-40B4-BE49-F238E27FC236}">
                <a16:creationId xmlns:a16="http://schemas.microsoft.com/office/drawing/2014/main" id="{A5DBEC88-B134-42D6-B4A4-7755B66F5ED7}"/>
              </a:ext>
            </a:extLst>
          </p:cNvPr>
          <p:cNvSpPr>
            <a:spLocks noGrp="1"/>
          </p:cNvSpPr>
          <p:nvPr/>
        </p:nvSpPr>
        <p:spPr>
          <a:xfrm>
            <a:off x="424264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" name="F2_precision_recall_distributions_3314">
            <a:extLst>
              <a:ext uri="{FF2B5EF4-FFF2-40B4-BE49-F238E27FC236}">
                <a16:creationId xmlns:a16="http://schemas.microsoft.com/office/drawing/2014/main" id="{0BDEE8D3-820D-4C35-B382-A44F72FC42B2}"/>
              </a:ext>
            </a:extLst>
          </p:cNvPr>
          <p:cNvSpPr>
            <a:spLocks noGrp="1"/>
          </p:cNvSpPr>
          <p:nvPr/>
        </p:nvSpPr>
        <p:spPr>
          <a:xfrm>
            <a:off x="40496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" name="F2_precision_recall_distributions_3315">
            <a:extLst>
              <a:ext uri="{FF2B5EF4-FFF2-40B4-BE49-F238E27FC236}">
                <a16:creationId xmlns:a16="http://schemas.microsoft.com/office/drawing/2014/main" id="{493D28E5-4B6A-4485-8A78-EF67766FC6F9}"/>
              </a:ext>
            </a:extLst>
          </p:cNvPr>
          <p:cNvSpPr>
            <a:spLocks noGrp="1"/>
          </p:cNvSpPr>
          <p:nvPr/>
        </p:nvSpPr>
        <p:spPr>
          <a:xfrm>
            <a:off x="4138250" y="21644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2" name="F2_precision_recall_distributions_3316">
            <a:extLst>
              <a:ext uri="{FF2B5EF4-FFF2-40B4-BE49-F238E27FC236}">
                <a16:creationId xmlns:a16="http://schemas.microsoft.com/office/drawing/2014/main" id="{3D9C9C6F-8934-4B48-9910-9A7836E63D50}"/>
              </a:ext>
            </a:extLst>
          </p:cNvPr>
          <p:cNvSpPr>
            <a:spLocks noGrp="1"/>
          </p:cNvSpPr>
          <p:nvPr/>
        </p:nvSpPr>
        <p:spPr>
          <a:xfrm>
            <a:off x="4289202" y="23405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" name="F2_precision_recall_distributions_3317">
            <a:extLst>
              <a:ext uri="{FF2B5EF4-FFF2-40B4-BE49-F238E27FC236}">
                <a16:creationId xmlns:a16="http://schemas.microsoft.com/office/drawing/2014/main" id="{990A13B3-BF87-4A3A-B345-5DA4F2D3C241}"/>
              </a:ext>
            </a:extLst>
          </p:cNvPr>
          <p:cNvSpPr>
            <a:spLocks noGrp="1"/>
          </p:cNvSpPr>
          <p:nvPr/>
        </p:nvSpPr>
        <p:spPr>
          <a:xfrm>
            <a:off x="4133592" y="2300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" name="F2_precision_recall_distributions_3318">
            <a:extLst>
              <a:ext uri="{FF2B5EF4-FFF2-40B4-BE49-F238E27FC236}">
                <a16:creationId xmlns:a16="http://schemas.microsoft.com/office/drawing/2014/main" id="{EE9614A4-6C1F-41FA-9FE9-19B96D63E52C}"/>
              </a:ext>
            </a:extLst>
          </p:cNvPr>
          <p:cNvSpPr>
            <a:spLocks noGrp="1"/>
          </p:cNvSpPr>
          <p:nvPr/>
        </p:nvSpPr>
        <p:spPr>
          <a:xfrm>
            <a:off x="4328944" y="23398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" name="F2_precision_recall_distributions_3319">
            <a:extLst>
              <a:ext uri="{FF2B5EF4-FFF2-40B4-BE49-F238E27FC236}">
                <a16:creationId xmlns:a16="http://schemas.microsoft.com/office/drawing/2014/main" id="{FFD0A4A3-8AFE-4788-9390-A8AF53CFF967}"/>
              </a:ext>
            </a:extLst>
          </p:cNvPr>
          <p:cNvSpPr>
            <a:spLocks noGrp="1"/>
          </p:cNvSpPr>
          <p:nvPr/>
        </p:nvSpPr>
        <p:spPr>
          <a:xfrm>
            <a:off x="405684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" name="F2_precision_recall_distributions_3320">
            <a:extLst>
              <a:ext uri="{FF2B5EF4-FFF2-40B4-BE49-F238E27FC236}">
                <a16:creationId xmlns:a16="http://schemas.microsoft.com/office/drawing/2014/main" id="{FE7FE7A6-4819-4C0B-A82E-40426FFD6E9E}"/>
              </a:ext>
            </a:extLst>
          </p:cNvPr>
          <p:cNvSpPr>
            <a:spLocks noGrp="1"/>
          </p:cNvSpPr>
          <p:nvPr/>
        </p:nvSpPr>
        <p:spPr>
          <a:xfrm>
            <a:off x="4220899" y="23307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" name="F2_precision_recall_distributions_3321">
            <a:extLst>
              <a:ext uri="{FF2B5EF4-FFF2-40B4-BE49-F238E27FC236}">
                <a16:creationId xmlns:a16="http://schemas.microsoft.com/office/drawing/2014/main" id="{23242070-DAE0-4626-B880-A0383687E8FC}"/>
              </a:ext>
            </a:extLst>
          </p:cNvPr>
          <p:cNvSpPr>
            <a:spLocks noGrp="1"/>
          </p:cNvSpPr>
          <p:nvPr/>
        </p:nvSpPr>
        <p:spPr>
          <a:xfrm>
            <a:off x="4247615" y="23148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" name="F2_precision_recall_distributions_3322">
            <a:extLst>
              <a:ext uri="{FF2B5EF4-FFF2-40B4-BE49-F238E27FC236}">
                <a16:creationId xmlns:a16="http://schemas.microsoft.com/office/drawing/2014/main" id="{E05538E9-852F-4CC9-AB1F-7852551E9AEA}"/>
              </a:ext>
            </a:extLst>
          </p:cNvPr>
          <p:cNvSpPr>
            <a:spLocks noGrp="1"/>
          </p:cNvSpPr>
          <p:nvPr/>
        </p:nvSpPr>
        <p:spPr>
          <a:xfrm>
            <a:off x="4137839" y="22623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" name="F2_precision_recall_distributions_3323">
            <a:extLst>
              <a:ext uri="{FF2B5EF4-FFF2-40B4-BE49-F238E27FC236}">
                <a16:creationId xmlns:a16="http://schemas.microsoft.com/office/drawing/2014/main" id="{97FEA5C9-58E0-4DAB-94ED-E5C5CE01D668}"/>
              </a:ext>
            </a:extLst>
          </p:cNvPr>
          <p:cNvSpPr>
            <a:spLocks noGrp="1"/>
          </p:cNvSpPr>
          <p:nvPr/>
        </p:nvSpPr>
        <p:spPr>
          <a:xfrm>
            <a:off x="4203000" y="23399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" name="F2_precision_recall_distributions_3324">
            <a:extLst>
              <a:ext uri="{FF2B5EF4-FFF2-40B4-BE49-F238E27FC236}">
                <a16:creationId xmlns:a16="http://schemas.microsoft.com/office/drawing/2014/main" id="{5716128B-CE85-4EA2-889E-4F2AB61ACB5A}"/>
              </a:ext>
            </a:extLst>
          </p:cNvPr>
          <p:cNvSpPr>
            <a:spLocks noGrp="1"/>
          </p:cNvSpPr>
          <p:nvPr/>
        </p:nvSpPr>
        <p:spPr>
          <a:xfrm>
            <a:off x="4330241" y="23405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" name="F2_precision_recall_distributions_3325">
            <a:extLst>
              <a:ext uri="{FF2B5EF4-FFF2-40B4-BE49-F238E27FC236}">
                <a16:creationId xmlns:a16="http://schemas.microsoft.com/office/drawing/2014/main" id="{24050E81-E6CD-40C5-95A3-B0A62F3EF086}"/>
              </a:ext>
            </a:extLst>
          </p:cNvPr>
          <p:cNvSpPr>
            <a:spLocks noGrp="1"/>
          </p:cNvSpPr>
          <p:nvPr/>
        </p:nvSpPr>
        <p:spPr>
          <a:xfrm>
            <a:off x="4105602" y="22688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" name="F2_precision_recall_distributions_3326">
            <a:extLst>
              <a:ext uri="{FF2B5EF4-FFF2-40B4-BE49-F238E27FC236}">
                <a16:creationId xmlns:a16="http://schemas.microsoft.com/office/drawing/2014/main" id="{490B2BE1-D003-4F08-9FB6-0C836974C964}"/>
              </a:ext>
            </a:extLst>
          </p:cNvPr>
          <p:cNvSpPr>
            <a:spLocks noGrp="1"/>
          </p:cNvSpPr>
          <p:nvPr/>
        </p:nvSpPr>
        <p:spPr>
          <a:xfrm>
            <a:off x="406790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" name="F2_precision_recall_distributions_3327">
            <a:extLst>
              <a:ext uri="{FF2B5EF4-FFF2-40B4-BE49-F238E27FC236}">
                <a16:creationId xmlns:a16="http://schemas.microsoft.com/office/drawing/2014/main" id="{DCC26FF4-CAA2-43D4-A7DD-37E8745B5D0C}"/>
              </a:ext>
            </a:extLst>
          </p:cNvPr>
          <p:cNvSpPr>
            <a:spLocks noGrp="1"/>
          </p:cNvSpPr>
          <p:nvPr/>
        </p:nvSpPr>
        <p:spPr>
          <a:xfrm>
            <a:off x="4135175" y="23063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" name="F2_precision_recall_distributions_3328">
            <a:extLst>
              <a:ext uri="{FF2B5EF4-FFF2-40B4-BE49-F238E27FC236}">
                <a16:creationId xmlns:a16="http://schemas.microsoft.com/office/drawing/2014/main" id="{89B87CC7-1C4A-42DA-8B5D-1BACF4170C37}"/>
              </a:ext>
            </a:extLst>
          </p:cNvPr>
          <p:cNvSpPr>
            <a:spLocks noGrp="1"/>
          </p:cNvSpPr>
          <p:nvPr/>
        </p:nvSpPr>
        <p:spPr>
          <a:xfrm>
            <a:off x="411329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" name="F2_precision_recall_distributions_3329">
            <a:extLst>
              <a:ext uri="{FF2B5EF4-FFF2-40B4-BE49-F238E27FC236}">
                <a16:creationId xmlns:a16="http://schemas.microsoft.com/office/drawing/2014/main" id="{2D9388D4-6CB2-4B8B-BE7F-45393FEF7C26}"/>
              </a:ext>
            </a:extLst>
          </p:cNvPr>
          <p:cNvSpPr>
            <a:spLocks noGrp="1"/>
          </p:cNvSpPr>
          <p:nvPr/>
        </p:nvSpPr>
        <p:spPr>
          <a:xfrm>
            <a:off x="4260514" y="23360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" name="F2_precision_recall_distributions_3330">
            <a:extLst>
              <a:ext uri="{FF2B5EF4-FFF2-40B4-BE49-F238E27FC236}">
                <a16:creationId xmlns:a16="http://schemas.microsoft.com/office/drawing/2014/main" id="{500BDCDA-53EA-4AF5-8FBC-22DC471D4030}"/>
              </a:ext>
            </a:extLst>
          </p:cNvPr>
          <p:cNvSpPr>
            <a:spLocks noGrp="1"/>
          </p:cNvSpPr>
          <p:nvPr/>
        </p:nvSpPr>
        <p:spPr>
          <a:xfrm>
            <a:off x="403683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" name="F2_precision_recall_distributions_3331">
            <a:extLst>
              <a:ext uri="{FF2B5EF4-FFF2-40B4-BE49-F238E27FC236}">
                <a16:creationId xmlns:a16="http://schemas.microsoft.com/office/drawing/2014/main" id="{339E48AB-4261-49BE-9475-C39A5BC5AA23}"/>
              </a:ext>
            </a:extLst>
          </p:cNvPr>
          <p:cNvSpPr>
            <a:spLocks noGrp="1"/>
          </p:cNvSpPr>
          <p:nvPr/>
        </p:nvSpPr>
        <p:spPr>
          <a:xfrm>
            <a:off x="4046948" y="23309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" name="F2_precision_recall_distributions_3332">
            <a:extLst>
              <a:ext uri="{FF2B5EF4-FFF2-40B4-BE49-F238E27FC236}">
                <a16:creationId xmlns:a16="http://schemas.microsoft.com/office/drawing/2014/main" id="{903634B3-8A43-4247-A8CB-86DC8C256D4A}"/>
              </a:ext>
            </a:extLst>
          </p:cNvPr>
          <p:cNvSpPr>
            <a:spLocks noGrp="1"/>
          </p:cNvSpPr>
          <p:nvPr/>
        </p:nvSpPr>
        <p:spPr>
          <a:xfrm>
            <a:off x="4012257" y="2328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" name="F2_precision_recall_distributions_3333">
            <a:extLst>
              <a:ext uri="{FF2B5EF4-FFF2-40B4-BE49-F238E27FC236}">
                <a16:creationId xmlns:a16="http://schemas.microsoft.com/office/drawing/2014/main" id="{2E516D69-C7C1-42DF-B0BA-7DCEEE552B2A}"/>
              </a:ext>
            </a:extLst>
          </p:cNvPr>
          <p:cNvSpPr>
            <a:spLocks noGrp="1"/>
          </p:cNvSpPr>
          <p:nvPr/>
        </p:nvSpPr>
        <p:spPr>
          <a:xfrm>
            <a:off x="4021478" y="23226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" name="F2_precision_recall_distributions_3334">
            <a:extLst>
              <a:ext uri="{FF2B5EF4-FFF2-40B4-BE49-F238E27FC236}">
                <a16:creationId xmlns:a16="http://schemas.microsoft.com/office/drawing/2014/main" id="{ED49E663-E841-4968-BCFF-9C078D9362D8}"/>
              </a:ext>
            </a:extLst>
          </p:cNvPr>
          <p:cNvSpPr>
            <a:spLocks noGrp="1"/>
          </p:cNvSpPr>
          <p:nvPr/>
        </p:nvSpPr>
        <p:spPr>
          <a:xfrm>
            <a:off x="4125042" y="23265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" name="F2_precision_recall_distributions_3335">
            <a:extLst>
              <a:ext uri="{FF2B5EF4-FFF2-40B4-BE49-F238E27FC236}">
                <a16:creationId xmlns:a16="http://schemas.microsoft.com/office/drawing/2014/main" id="{20D45195-74DE-436A-AD41-C720ED2809A2}"/>
              </a:ext>
            </a:extLst>
          </p:cNvPr>
          <p:cNvSpPr>
            <a:spLocks noGrp="1"/>
          </p:cNvSpPr>
          <p:nvPr/>
        </p:nvSpPr>
        <p:spPr>
          <a:xfrm>
            <a:off x="4125998" y="23411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" name="F2_precision_recall_distributions_3336">
            <a:extLst>
              <a:ext uri="{FF2B5EF4-FFF2-40B4-BE49-F238E27FC236}">
                <a16:creationId xmlns:a16="http://schemas.microsoft.com/office/drawing/2014/main" id="{8BF05C20-6ECA-41CE-859A-BE81EBB80674}"/>
              </a:ext>
            </a:extLst>
          </p:cNvPr>
          <p:cNvSpPr>
            <a:spLocks noGrp="1"/>
          </p:cNvSpPr>
          <p:nvPr/>
        </p:nvSpPr>
        <p:spPr>
          <a:xfrm>
            <a:off x="4074559" y="2318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" name="F2_precision_recall_distributions_3337">
            <a:extLst>
              <a:ext uri="{FF2B5EF4-FFF2-40B4-BE49-F238E27FC236}">
                <a16:creationId xmlns:a16="http://schemas.microsoft.com/office/drawing/2014/main" id="{0E15BD85-8681-4339-851C-77E54AA60EFF}"/>
              </a:ext>
            </a:extLst>
          </p:cNvPr>
          <p:cNvSpPr>
            <a:spLocks noGrp="1"/>
          </p:cNvSpPr>
          <p:nvPr/>
        </p:nvSpPr>
        <p:spPr>
          <a:xfrm>
            <a:off x="4327372" y="2335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" name="F2_precision_recall_distributions_3338">
            <a:extLst>
              <a:ext uri="{FF2B5EF4-FFF2-40B4-BE49-F238E27FC236}">
                <a16:creationId xmlns:a16="http://schemas.microsoft.com/office/drawing/2014/main" id="{4A54FC46-48C8-448D-9A20-42DCF8B77E58}"/>
              </a:ext>
            </a:extLst>
          </p:cNvPr>
          <p:cNvSpPr>
            <a:spLocks noGrp="1"/>
          </p:cNvSpPr>
          <p:nvPr/>
        </p:nvSpPr>
        <p:spPr>
          <a:xfrm>
            <a:off x="402492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" name="F2_precision_recall_distributions_3339">
            <a:extLst>
              <a:ext uri="{FF2B5EF4-FFF2-40B4-BE49-F238E27FC236}">
                <a16:creationId xmlns:a16="http://schemas.microsoft.com/office/drawing/2014/main" id="{9985AAF4-ACC6-4C3F-A045-60957E8E19C1}"/>
              </a:ext>
            </a:extLst>
          </p:cNvPr>
          <p:cNvSpPr>
            <a:spLocks noGrp="1"/>
          </p:cNvSpPr>
          <p:nvPr/>
        </p:nvSpPr>
        <p:spPr>
          <a:xfrm>
            <a:off x="40872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" name="F2_precision_recall_distributions_3340">
            <a:extLst>
              <a:ext uri="{FF2B5EF4-FFF2-40B4-BE49-F238E27FC236}">
                <a16:creationId xmlns:a16="http://schemas.microsoft.com/office/drawing/2014/main" id="{C2820308-5567-45C6-9E90-1D98258B3034}"/>
              </a:ext>
            </a:extLst>
          </p:cNvPr>
          <p:cNvSpPr>
            <a:spLocks noGrp="1"/>
          </p:cNvSpPr>
          <p:nvPr/>
        </p:nvSpPr>
        <p:spPr>
          <a:xfrm>
            <a:off x="4112287" y="2336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" name="F2_precision_recall_distributions_3341">
            <a:extLst>
              <a:ext uri="{FF2B5EF4-FFF2-40B4-BE49-F238E27FC236}">
                <a16:creationId xmlns:a16="http://schemas.microsoft.com/office/drawing/2014/main" id="{6FD551E7-471D-4AE7-8F35-1FF1F857396D}"/>
              </a:ext>
            </a:extLst>
          </p:cNvPr>
          <p:cNvSpPr>
            <a:spLocks noGrp="1"/>
          </p:cNvSpPr>
          <p:nvPr/>
        </p:nvSpPr>
        <p:spPr>
          <a:xfrm>
            <a:off x="4161005" y="1937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" name="F2_precision_recall_distributions_3342">
            <a:extLst>
              <a:ext uri="{FF2B5EF4-FFF2-40B4-BE49-F238E27FC236}">
                <a16:creationId xmlns:a16="http://schemas.microsoft.com/office/drawing/2014/main" id="{BBF988D5-B731-4D6C-9E46-A6CB152CD1FF}"/>
              </a:ext>
            </a:extLst>
          </p:cNvPr>
          <p:cNvSpPr>
            <a:spLocks noGrp="1"/>
          </p:cNvSpPr>
          <p:nvPr/>
        </p:nvSpPr>
        <p:spPr>
          <a:xfrm>
            <a:off x="40880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" name="F2_precision_recall_distributions_3343">
            <a:extLst>
              <a:ext uri="{FF2B5EF4-FFF2-40B4-BE49-F238E27FC236}">
                <a16:creationId xmlns:a16="http://schemas.microsoft.com/office/drawing/2014/main" id="{CC60045B-3D99-4374-BECE-86202CAFDDDC}"/>
              </a:ext>
            </a:extLst>
          </p:cNvPr>
          <p:cNvSpPr>
            <a:spLocks noGrp="1"/>
          </p:cNvSpPr>
          <p:nvPr/>
        </p:nvSpPr>
        <p:spPr>
          <a:xfrm>
            <a:off x="4068310" y="23405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" name="F2_precision_recall_distributions_3344">
            <a:extLst>
              <a:ext uri="{FF2B5EF4-FFF2-40B4-BE49-F238E27FC236}">
                <a16:creationId xmlns:a16="http://schemas.microsoft.com/office/drawing/2014/main" id="{DF7C1DC1-2672-4A4E-B681-A104B3BCD80F}"/>
              </a:ext>
            </a:extLst>
          </p:cNvPr>
          <p:cNvSpPr>
            <a:spLocks noGrp="1"/>
          </p:cNvSpPr>
          <p:nvPr/>
        </p:nvSpPr>
        <p:spPr>
          <a:xfrm>
            <a:off x="4037377" y="23333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" name="F2_precision_recall_distributions_3345">
            <a:extLst>
              <a:ext uri="{FF2B5EF4-FFF2-40B4-BE49-F238E27FC236}">
                <a16:creationId xmlns:a16="http://schemas.microsoft.com/office/drawing/2014/main" id="{20998450-4B44-492E-AAE7-B756A58FAF65}"/>
              </a:ext>
            </a:extLst>
          </p:cNvPr>
          <p:cNvSpPr>
            <a:spLocks noGrp="1"/>
          </p:cNvSpPr>
          <p:nvPr/>
        </p:nvSpPr>
        <p:spPr>
          <a:xfrm>
            <a:off x="409242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" name="F2_precision_recall_distributions_3346">
            <a:extLst>
              <a:ext uri="{FF2B5EF4-FFF2-40B4-BE49-F238E27FC236}">
                <a16:creationId xmlns:a16="http://schemas.microsoft.com/office/drawing/2014/main" id="{3CC95588-F011-44FA-B196-B48FF2BA7ABE}"/>
              </a:ext>
            </a:extLst>
          </p:cNvPr>
          <p:cNvSpPr>
            <a:spLocks noGrp="1"/>
          </p:cNvSpPr>
          <p:nvPr/>
        </p:nvSpPr>
        <p:spPr>
          <a:xfrm>
            <a:off x="4216856" y="23326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" name="F2_precision_recall_distributions_3347">
            <a:extLst>
              <a:ext uri="{FF2B5EF4-FFF2-40B4-BE49-F238E27FC236}">
                <a16:creationId xmlns:a16="http://schemas.microsoft.com/office/drawing/2014/main" id="{1A27DEE5-6CFA-4064-9458-4AA2E6597418}"/>
              </a:ext>
            </a:extLst>
          </p:cNvPr>
          <p:cNvSpPr>
            <a:spLocks noGrp="1"/>
          </p:cNvSpPr>
          <p:nvPr/>
        </p:nvSpPr>
        <p:spPr>
          <a:xfrm>
            <a:off x="4117287" y="23373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" name="F2_precision_recall_distributions_3348">
            <a:extLst>
              <a:ext uri="{FF2B5EF4-FFF2-40B4-BE49-F238E27FC236}">
                <a16:creationId xmlns:a16="http://schemas.microsoft.com/office/drawing/2014/main" id="{46620721-FFB1-453A-8CE1-694A0B0CF136}"/>
              </a:ext>
            </a:extLst>
          </p:cNvPr>
          <p:cNvSpPr>
            <a:spLocks noGrp="1"/>
          </p:cNvSpPr>
          <p:nvPr/>
        </p:nvSpPr>
        <p:spPr>
          <a:xfrm>
            <a:off x="410855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" name="F2_precision_recall_distributions_3349">
            <a:extLst>
              <a:ext uri="{FF2B5EF4-FFF2-40B4-BE49-F238E27FC236}">
                <a16:creationId xmlns:a16="http://schemas.microsoft.com/office/drawing/2014/main" id="{6B9781D0-71B9-4CF5-ACAA-4296C87500C2}"/>
              </a:ext>
            </a:extLst>
          </p:cNvPr>
          <p:cNvSpPr>
            <a:spLocks noGrp="1"/>
          </p:cNvSpPr>
          <p:nvPr/>
        </p:nvSpPr>
        <p:spPr>
          <a:xfrm>
            <a:off x="434273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" name="F2_precision_recall_distributions_3350">
            <a:extLst>
              <a:ext uri="{FF2B5EF4-FFF2-40B4-BE49-F238E27FC236}">
                <a16:creationId xmlns:a16="http://schemas.microsoft.com/office/drawing/2014/main" id="{FC674351-8C23-4947-8FD2-30B10F9EA18A}"/>
              </a:ext>
            </a:extLst>
          </p:cNvPr>
          <p:cNvSpPr>
            <a:spLocks noGrp="1"/>
          </p:cNvSpPr>
          <p:nvPr/>
        </p:nvSpPr>
        <p:spPr>
          <a:xfrm>
            <a:off x="42925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" name="F2_precision_recall_distributions_3351">
            <a:extLst>
              <a:ext uri="{FF2B5EF4-FFF2-40B4-BE49-F238E27FC236}">
                <a16:creationId xmlns:a16="http://schemas.microsoft.com/office/drawing/2014/main" id="{E7636950-2BEF-4DE5-8F9B-6BDEEDB9A4F7}"/>
              </a:ext>
            </a:extLst>
          </p:cNvPr>
          <p:cNvSpPr>
            <a:spLocks noGrp="1"/>
          </p:cNvSpPr>
          <p:nvPr/>
        </p:nvSpPr>
        <p:spPr>
          <a:xfrm>
            <a:off x="41198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" name="F2_precision_recall_distributions_3352">
            <a:extLst>
              <a:ext uri="{FF2B5EF4-FFF2-40B4-BE49-F238E27FC236}">
                <a16:creationId xmlns:a16="http://schemas.microsoft.com/office/drawing/2014/main" id="{70C90E1C-D570-441F-A4C3-AAC2239E2599}"/>
              </a:ext>
            </a:extLst>
          </p:cNvPr>
          <p:cNvSpPr>
            <a:spLocks noGrp="1"/>
          </p:cNvSpPr>
          <p:nvPr/>
        </p:nvSpPr>
        <p:spPr>
          <a:xfrm>
            <a:off x="3989847" y="23323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" name="F2_precision_recall_distributions_3353">
            <a:extLst>
              <a:ext uri="{FF2B5EF4-FFF2-40B4-BE49-F238E27FC236}">
                <a16:creationId xmlns:a16="http://schemas.microsoft.com/office/drawing/2014/main" id="{02C277A0-E17D-45D9-9330-6F3EDBFDB04E}"/>
              </a:ext>
            </a:extLst>
          </p:cNvPr>
          <p:cNvSpPr>
            <a:spLocks noGrp="1"/>
          </p:cNvSpPr>
          <p:nvPr/>
        </p:nvSpPr>
        <p:spPr>
          <a:xfrm>
            <a:off x="43171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" name="F2_precision_recall_distributions_3354">
            <a:extLst>
              <a:ext uri="{FF2B5EF4-FFF2-40B4-BE49-F238E27FC236}">
                <a16:creationId xmlns:a16="http://schemas.microsoft.com/office/drawing/2014/main" id="{8082B1F6-A1B2-47C8-B272-F317724093DE}"/>
              </a:ext>
            </a:extLst>
          </p:cNvPr>
          <p:cNvSpPr>
            <a:spLocks noGrp="1"/>
          </p:cNvSpPr>
          <p:nvPr/>
        </p:nvSpPr>
        <p:spPr>
          <a:xfrm>
            <a:off x="4178927" y="23257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" name="F2_precision_recall_distributions_3355">
            <a:extLst>
              <a:ext uri="{FF2B5EF4-FFF2-40B4-BE49-F238E27FC236}">
                <a16:creationId xmlns:a16="http://schemas.microsoft.com/office/drawing/2014/main" id="{41A2DF2A-C534-43CB-BD1D-73C9D0C14C39}"/>
              </a:ext>
            </a:extLst>
          </p:cNvPr>
          <p:cNvSpPr>
            <a:spLocks noGrp="1"/>
          </p:cNvSpPr>
          <p:nvPr/>
        </p:nvSpPr>
        <p:spPr>
          <a:xfrm>
            <a:off x="4120128" y="23371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" name="F2_precision_recall_distributions_3356">
            <a:extLst>
              <a:ext uri="{FF2B5EF4-FFF2-40B4-BE49-F238E27FC236}">
                <a16:creationId xmlns:a16="http://schemas.microsoft.com/office/drawing/2014/main" id="{7474A636-7346-470A-B4C9-16F51D38D44F}"/>
              </a:ext>
            </a:extLst>
          </p:cNvPr>
          <p:cNvSpPr>
            <a:spLocks noGrp="1"/>
          </p:cNvSpPr>
          <p:nvPr/>
        </p:nvSpPr>
        <p:spPr>
          <a:xfrm>
            <a:off x="4264760" y="23289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" name="F2_precision_recall_distributions_3357">
            <a:extLst>
              <a:ext uri="{FF2B5EF4-FFF2-40B4-BE49-F238E27FC236}">
                <a16:creationId xmlns:a16="http://schemas.microsoft.com/office/drawing/2014/main" id="{65EC8BBB-816C-4336-8D55-5B93C95A14D5}"/>
              </a:ext>
            </a:extLst>
          </p:cNvPr>
          <p:cNvSpPr>
            <a:spLocks noGrp="1"/>
          </p:cNvSpPr>
          <p:nvPr/>
        </p:nvSpPr>
        <p:spPr>
          <a:xfrm>
            <a:off x="4156275" y="23286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" name="F2_precision_recall_distributions_3358">
            <a:extLst>
              <a:ext uri="{FF2B5EF4-FFF2-40B4-BE49-F238E27FC236}">
                <a16:creationId xmlns:a16="http://schemas.microsoft.com/office/drawing/2014/main" id="{ADB9943E-5F9A-4103-A70D-A363601C2011}"/>
              </a:ext>
            </a:extLst>
          </p:cNvPr>
          <p:cNvSpPr>
            <a:spLocks noGrp="1"/>
          </p:cNvSpPr>
          <p:nvPr/>
        </p:nvSpPr>
        <p:spPr>
          <a:xfrm>
            <a:off x="4028642" y="2198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" name="F2_precision_recall_distributions_3359">
            <a:extLst>
              <a:ext uri="{FF2B5EF4-FFF2-40B4-BE49-F238E27FC236}">
                <a16:creationId xmlns:a16="http://schemas.microsoft.com/office/drawing/2014/main" id="{FE06F151-129F-414C-AB41-5AEE2E63DAB6}"/>
              </a:ext>
            </a:extLst>
          </p:cNvPr>
          <p:cNvSpPr>
            <a:spLocks noGrp="1"/>
          </p:cNvSpPr>
          <p:nvPr/>
        </p:nvSpPr>
        <p:spPr>
          <a:xfrm>
            <a:off x="4204784" y="23384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" name="F2_precision_recall_distributions_3360">
            <a:extLst>
              <a:ext uri="{FF2B5EF4-FFF2-40B4-BE49-F238E27FC236}">
                <a16:creationId xmlns:a16="http://schemas.microsoft.com/office/drawing/2014/main" id="{67F31B3C-40D8-42D6-AC10-FCECA36F28A9}"/>
              </a:ext>
            </a:extLst>
          </p:cNvPr>
          <p:cNvSpPr>
            <a:spLocks noGrp="1"/>
          </p:cNvSpPr>
          <p:nvPr/>
        </p:nvSpPr>
        <p:spPr>
          <a:xfrm>
            <a:off x="415156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" name="F2_precision_recall_distributions_3361">
            <a:extLst>
              <a:ext uri="{FF2B5EF4-FFF2-40B4-BE49-F238E27FC236}">
                <a16:creationId xmlns:a16="http://schemas.microsoft.com/office/drawing/2014/main" id="{2A45A5BB-2062-488D-981F-C6917AAC29F9}"/>
              </a:ext>
            </a:extLst>
          </p:cNvPr>
          <p:cNvSpPr>
            <a:spLocks noGrp="1"/>
          </p:cNvSpPr>
          <p:nvPr/>
        </p:nvSpPr>
        <p:spPr>
          <a:xfrm>
            <a:off x="4068124" y="23399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" name="F2_precision_recall_distributions_3362">
            <a:extLst>
              <a:ext uri="{FF2B5EF4-FFF2-40B4-BE49-F238E27FC236}">
                <a16:creationId xmlns:a16="http://schemas.microsoft.com/office/drawing/2014/main" id="{F36D4D46-98B5-4B54-A837-A5F7B2ADDAA1}"/>
              </a:ext>
            </a:extLst>
          </p:cNvPr>
          <p:cNvSpPr>
            <a:spLocks noGrp="1"/>
          </p:cNvSpPr>
          <p:nvPr/>
        </p:nvSpPr>
        <p:spPr>
          <a:xfrm>
            <a:off x="4009742" y="23418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" name="F2_precision_recall_distributions_3363">
            <a:extLst>
              <a:ext uri="{FF2B5EF4-FFF2-40B4-BE49-F238E27FC236}">
                <a16:creationId xmlns:a16="http://schemas.microsoft.com/office/drawing/2014/main" id="{8E13E2D3-D73C-4227-B2CF-734C9146B6AA}"/>
              </a:ext>
            </a:extLst>
          </p:cNvPr>
          <p:cNvSpPr>
            <a:spLocks noGrp="1"/>
          </p:cNvSpPr>
          <p:nvPr/>
        </p:nvSpPr>
        <p:spPr>
          <a:xfrm>
            <a:off x="4103741" y="22905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" name="F2_precision_recall_distributions_3364">
            <a:extLst>
              <a:ext uri="{FF2B5EF4-FFF2-40B4-BE49-F238E27FC236}">
                <a16:creationId xmlns:a16="http://schemas.microsoft.com/office/drawing/2014/main" id="{64D93972-03EF-44D8-B446-FC878737A8BA}"/>
              </a:ext>
            </a:extLst>
          </p:cNvPr>
          <p:cNvSpPr>
            <a:spLocks noGrp="1"/>
          </p:cNvSpPr>
          <p:nvPr/>
        </p:nvSpPr>
        <p:spPr>
          <a:xfrm>
            <a:off x="416109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" name="F2_precision_recall_distributions_3365">
            <a:extLst>
              <a:ext uri="{FF2B5EF4-FFF2-40B4-BE49-F238E27FC236}">
                <a16:creationId xmlns:a16="http://schemas.microsoft.com/office/drawing/2014/main" id="{578298F3-E724-4118-A251-A4CF90904105}"/>
              </a:ext>
            </a:extLst>
          </p:cNvPr>
          <p:cNvSpPr>
            <a:spLocks noGrp="1"/>
          </p:cNvSpPr>
          <p:nvPr/>
        </p:nvSpPr>
        <p:spPr>
          <a:xfrm>
            <a:off x="4181469" y="23149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" name="F2_precision_recall_distributions_3366">
            <a:extLst>
              <a:ext uri="{FF2B5EF4-FFF2-40B4-BE49-F238E27FC236}">
                <a16:creationId xmlns:a16="http://schemas.microsoft.com/office/drawing/2014/main" id="{795D09C5-DC56-4093-9B24-77A9BED1933A}"/>
              </a:ext>
            </a:extLst>
          </p:cNvPr>
          <p:cNvSpPr>
            <a:spLocks noGrp="1"/>
          </p:cNvSpPr>
          <p:nvPr/>
        </p:nvSpPr>
        <p:spPr>
          <a:xfrm>
            <a:off x="1852503" y="1701951"/>
            <a:ext cx="191" cy="295515"/>
          </a:xfrm>
          <a:custGeom>
            <a:avLst/>
            <a:gdLst/>
            <a:ahLst/>
            <a:cxnLst/>
            <a:rect l="0" t="0" r="0" b="0"/>
            <a:pathLst>
              <a:path w="191" h="295515">
                <a:moveTo>
                  <a:pt x="0" y="29551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53" name="F2_precision_recall_distributions_3367">
            <a:extLst>
              <a:ext uri="{FF2B5EF4-FFF2-40B4-BE49-F238E27FC236}">
                <a16:creationId xmlns:a16="http://schemas.microsoft.com/office/drawing/2014/main" id="{0458AB8B-96AB-4C62-97CD-AE04BCFAACD5}"/>
              </a:ext>
            </a:extLst>
          </p:cNvPr>
          <p:cNvSpPr>
            <a:spLocks noGrp="1"/>
          </p:cNvSpPr>
          <p:nvPr/>
        </p:nvSpPr>
        <p:spPr>
          <a:xfrm>
            <a:off x="3016462" y="1716102"/>
            <a:ext cx="191" cy="432230"/>
          </a:xfrm>
          <a:custGeom>
            <a:avLst/>
            <a:gdLst/>
            <a:ahLst/>
            <a:cxnLst/>
            <a:rect l="0" t="0" r="0" b="0"/>
            <a:pathLst>
              <a:path w="191" h="432230">
                <a:moveTo>
                  <a:pt x="0" y="432230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54" name="F2_precision_recall_distributions_3368">
            <a:extLst>
              <a:ext uri="{FF2B5EF4-FFF2-40B4-BE49-F238E27FC236}">
                <a16:creationId xmlns:a16="http://schemas.microsoft.com/office/drawing/2014/main" id="{0B82BF08-3ECA-49D1-89F3-5C9FC0CA0EF9}"/>
              </a:ext>
            </a:extLst>
          </p:cNvPr>
          <p:cNvSpPr>
            <a:spLocks noGrp="1"/>
          </p:cNvSpPr>
          <p:nvPr/>
        </p:nvSpPr>
        <p:spPr>
          <a:xfrm>
            <a:off x="4180422" y="2341050"/>
            <a:ext cx="191" cy="14834"/>
          </a:xfrm>
          <a:custGeom>
            <a:avLst/>
            <a:gdLst/>
            <a:ahLst/>
            <a:cxnLst/>
            <a:rect l="0" t="0" r="0" b="0"/>
            <a:pathLst>
              <a:path w="191" h="14834">
                <a:moveTo>
                  <a:pt x="0" y="1483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55" name="F2_precision_recall_distributions_3369">
            <a:extLst>
              <a:ext uri="{FF2B5EF4-FFF2-40B4-BE49-F238E27FC236}">
                <a16:creationId xmlns:a16="http://schemas.microsoft.com/office/drawing/2014/main" id="{25987852-1DB2-4AEC-B20F-A958D9EB5B7C}"/>
              </a:ext>
            </a:extLst>
          </p:cNvPr>
          <p:cNvSpPr>
            <a:spLocks noGrp="1"/>
          </p:cNvSpPr>
          <p:nvPr/>
        </p:nvSpPr>
        <p:spPr>
          <a:xfrm>
            <a:off x="1212325" y="148590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6" name="F2_precision_recall_distributions_3370">
            <a:extLst>
              <a:ext uri="{FF2B5EF4-FFF2-40B4-BE49-F238E27FC236}">
                <a16:creationId xmlns:a16="http://schemas.microsoft.com/office/drawing/2014/main" id="{BDE73862-74A3-422C-B753-D1785228C2A8}"/>
              </a:ext>
            </a:extLst>
          </p:cNvPr>
          <p:cNvSpPr>
            <a:spLocks noGrp="1"/>
          </p:cNvSpPr>
          <p:nvPr/>
        </p:nvSpPr>
        <p:spPr>
          <a:xfrm>
            <a:off x="1212325" y="236861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" name="text_3371">
            <a:extLst>
              <a:ext uri="{FF2B5EF4-FFF2-40B4-BE49-F238E27FC236}">
                <a16:creationId xmlns:a16="http://schemas.microsoft.com/office/drawing/2014/main" id="{DA85E276-D9AB-4CD0-9F11-34DE5481111A}"/>
              </a:ext>
            </a:extLst>
          </p:cNvPr>
          <p:cNvSpPr>
            <a:spLocks noGrp="1"/>
          </p:cNvSpPr>
          <p:nvPr/>
        </p:nvSpPr>
        <p:spPr>
          <a:xfrm>
            <a:off x="1212325" y="1305172"/>
            <a:ext cx="1206091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· Precision</a:t>
            </a:r>
          </a:p>
        </p:txBody>
      </p:sp>
      <p:sp>
        <p:nvSpPr>
          <p:cNvPr id="558" name="F2_precision_recall_distributions_3372">
            <a:extLst>
              <a:ext uri="{FF2B5EF4-FFF2-40B4-BE49-F238E27FC236}">
                <a16:creationId xmlns:a16="http://schemas.microsoft.com/office/drawing/2014/main" id="{59A43DFE-F54E-4905-B1D6-AEDEFD2C6D22}"/>
              </a:ext>
            </a:extLst>
          </p:cNvPr>
          <p:cNvSpPr>
            <a:spLocks noGrp="1"/>
          </p:cNvSpPr>
          <p:nvPr/>
        </p:nvSpPr>
        <p:spPr>
          <a:xfrm>
            <a:off x="1824461" y="1755873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59" name="F2_precision_recall_distributions_3373">
            <a:extLst>
              <a:ext uri="{FF2B5EF4-FFF2-40B4-BE49-F238E27FC236}">
                <a16:creationId xmlns:a16="http://schemas.microsoft.com/office/drawing/2014/main" id="{C22C08D9-A8BA-4B69-808F-BF894F0C9239}"/>
              </a:ext>
            </a:extLst>
          </p:cNvPr>
          <p:cNvSpPr>
            <a:spLocks noGrp="1"/>
          </p:cNvSpPr>
          <p:nvPr/>
        </p:nvSpPr>
        <p:spPr>
          <a:xfrm>
            <a:off x="2988421" y="1887263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60" name="F2_precision_recall_distributions_3374">
            <a:extLst>
              <a:ext uri="{FF2B5EF4-FFF2-40B4-BE49-F238E27FC236}">
                <a16:creationId xmlns:a16="http://schemas.microsoft.com/office/drawing/2014/main" id="{BE8345F2-5D08-4621-97B2-4622E1B0E33B}"/>
              </a:ext>
            </a:extLst>
          </p:cNvPr>
          <p:cNvSpPr>
            <a:spLocks noGrp="1"/>
          </p:cNvSpPr>
          <p:nvPr/>
        </p:nvSpPr>
        <p:spPr>
          <a:xfrm>
            <a:off x="4152380" y="2325526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61" name="F2_precision_recall_distributions_3375">
            <a:extLst>
              <a:ext uri="{FF2B5EF4-FFF2-40B4-BE49-F238E27FC236}">
                <a16:creationId xmlns:a16="http://schemas.microsoft.com/office/drawing/2014/main" id="{F09CDB61-5612-4AD6-8D17-269AE093FCFD}"/>
              </a:ext>
            </a:extLst>
          </p:cNvPr>
          <p:cNvSpPr>
            <a:spLocks noGrp="1"/>
          </p:cNvSpPr>
          <p:nvPr/>
        </p:nvSpPr>
        <p:spPr>
          <a:xfrm>
            <a:off x="5361841" y="148590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562" name="F2_precision_recall_distributions_3376">
            <a:extLst>
              <a:ext uri="{FF2B5EF4-FFF2-40B4-BE49-F238E27FC236}">
                <a16:creationId xmlns:a16="http://schemas.microsoft.com/office/drawing/2014/main" id="{E889DA18-B387-4097-97C6-32B32F9FDD92}"/>
              </a:ext>
            </a:extLst>
          </p:cNvPr>
          <p:cNvSpPr>
            <a:spLocks noGrp="1"/>
          </p:cNvSpPr>
          <p:nvPr/>
        </p:nvSpPr>
        <p:spPr>
          <a:xfrm>
            <a:off x="5361841" y="235588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3" name="F2_precision_recall_distributions_3377">
            <a:extLst>
              <a:ext uri="{FF2B5EF4-FFF2-40B4-BE49-F238E27FC236}">
                <a16:creationId xmlns:a16="http://schemas.microsoft.com/office/drawing/2014/main" id="{E64A1D8D-7C57-4ACB-AFF2-37C18CC0E2CE}"/>
              </a:ext>
            </a:extLst>
          </p:cNvPr>
          <p:cNvSpPr>
            <a:spLocks noGrp="1"/>
          </p:cNvSpPr>
          <p:nvPr/>
        </p:nvSpPr>
        <p:spPr>
          <a:xfrm>
            <a:off x="5319567" y="235588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4" name="F2_precision_recall_distributions_3378">
            <a:extLst>
              <a:ext uri="{FF2B5EF4-FFF2-40B4-BE49-F238E27FC236}">
                <a16:creationId xmlns:a16="http://schemas.microsoft.com/office/drawing/2014/main" id="{89AB2F62-EF65-49F8-9858-B5B90F08CD0D}"/>
              </a:ext>
            </a:extLst>
          </p:cNvPr>
          <p:cNvSpPr>
            <a:spLocks noGrp="1"/>
          </p:cNvSpPr>
          <p:nvPr/>
        </p:nvSpPr>
        <p:spPr>
          <a:xfrm>
            <a:off x="5361841" y="193150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5" name="F2_precision_recall_distributions_3379">
            <a:extLst>
              <a:ext uri="{FF2B5EF4-FFF2-40B4-BE49-F238E27FC236}">
                <a16:creationId xmlns:a16="http://schemas.microsoft.com/office/drawing/2014/main" id="{3FE5E9C9-88E9-4B7D-8051-DA57282A3160}"/>
              </a:ext>
            </a:extLst>
          </p:cNvPr>
          <p:cNvSpPr>
            <a:spLocks noGrp="1"/>
          </p:cNvSpPr>
          <p:nvPr/>
        </p:nvSpPr>
        <p:spPr>
          <a:xfrm>
            <a:off x="5319567" y="193150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6" name="F2_precision_recall_distributions_3380">
            <a:extLst>
              <a:ext uri="{FF2B5EF4-FFF2-40B4-BE49-F238E27FC236}">
                <a16:creationId xmlns:a16="http://schemas.microsoft.com/office/drawing/2014/main" id="{8AF70FED-1306-4822-A442-8FFB93174440}"/>
              </a:ext>
            </a:extLst>
          </p:cNvPr>
          <p:cNvSpPr>
            <a:spLocks noGrp="1"/>
          </p:cNvSpPr>
          <p:nvPr/>
        </p:nvSpPr>
        <p:spPr>
          <a:xfrm>
            <a:off x="5361841" y="150711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67" name="F2_precision_recall_distributions_3381">
            <a:extLst>
              <a:ext uri="{FF2B5EF4-FFF2-40B4-BE49-F238E27FC236}">
                <a16:creationId xmlns:a16="http://schemas.microsoft.com/office/drawing/2014/main" id="{99C7CB17-C80F-476B-B176-610C21DA6D13}"/>
              </a:ext>
            </a:extLst>
          </p:cNvPr>
          <p:cNvSpPr>
            <a:spLocks noGrp="1"/>
          </p:cNvSpPr>
          <p:nvPr/>
        </p:nvSpPr>
        <p:spPr>
          <a:xfrm>
            <a:off x="5319567" y="150711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68" name="F2_precision_recall_distributions_3382">
            <a:extLst>
              <a:ext uri="{FF2B5EF4-FFF2-40B4-BE49-F238E27FC236}">
                <a16:creationId xmlns:a16="http://schemas.microsoft.com/office/drawing/2014/main" id="{B62A060A-141D-4C34-AC03-2F708C11563B}"/>
              </a:ext>
            </a:extLst>
          </p:cNvPr>
          <p:cNvSpPr>
            <a:spLocks noGrp="1"/>
          </p:cNvSpPr>
          <p:nvPr/>
        </p:nvSpPr>
        <p:spPr>
          <a:xfrm>
            <a:off x="5664470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16999" y="848766"/>
                </a:moveTo>
                <a:lnTo>
                  <a:pt x="158097" y="848766"/>
                </a:lnTo>
                <a:lnTo>
                  <a:pt x="161117" y="842186"/>
                </a:lnTo>
                <a:lnTo>
                  <a:pt x="169847" y="835606"/>
                </a:lnTo>
                <a:lnTo>
                  <a:pt x="183350" y="829027"/>
                </a:lnTo>
                <a:lnTo>
                  <a:pt x="200249" y="822447"/>
                </a:lnTo>
                <a:lnTo>
                  <a:pt x="218948" y="815868"/>
                </a:lnTo>
                <a:lnTo>
                  <a:pt x="237872" y="809288"/>
                </a:lnTo>
                <a:lnTo>
                  <a:pt x="255664" y="802708"/>
                </a:lnTo>
                <a:lnTo>
                  <a:pt x="271322" y="796129"/>
                </a:lnTo>
                <a:lnTo>
                  <a:pt x="284246" y="789549"/>
                </a:lnTo>
                <a:lnTo>
                  <a:pt x="294227" y="782970"/>
                </a:lnTo>
                <a:lnTo>
                  <a:pt x="301368" y="776390"/>
                </a:lnTo>
                <a:lnTo>
                  <a:pt x="306000" y="769811"/>
                </a:lnTo>
                <a:lnTo>
                  <a:pt x="308578" y="763231"/>
                </a:lnTo>
                <a:lnTo>
                  <a:pt x="309602" y="756651"/>
                </a:lnTo>
                <a:lnTo>
                  <a:pt x="309549" y="750072"/>
                </a:lnTo>
                <a:lnTo>
                  <a:pt x="308829" y="743492"/>
                </a:lnTo>
                <a:lnTo>
                  <a:pt x="307757" y="736913"/>
                </a:lnTo>
                <a:lnTo>
                  <a:pt x="306549" y="730333"/>
                </a:lnTo>
                <a:lnTo>
                  <a:pt x="305327" y="723754"/>
                </a:lnTo>
                <a:lnTo>
                  <a:pt x="304141" y="717174"/>
                </a:lnTo>
                <a:lnTo>
                  <a:pt x="302991" y="710594"/>
                </a:lnTo>
                <a:lnTo>
                  <a:pt x="301862" y="704015"/>
                </a:lnTo>
                <a:lnTo>
                  <a:pt x="300748" y="697435"/>
                </a:lnTo>
                <a:lnTo>
                  <a:pt x="299670" y="690856"/>
                </a:lnTo>
                <a:lnTo>
                  <a:pt x="298687" y="684276"/>
                </a:lnTo>
                <a:lnTo>
                  <a:pt x="297890" y="677697"/>
                </a:lnTo>
                <a:lnTo>
                  <a:pt x="297394" y="671117"/>
                </a:lnTo>
                <a:lnTo>
                  <a:pt x="297314" y="664537"/>
                </a:lnTo>
                <a:lnTo>
                  <a:pt x="297744" y="657958"/>
                </a:lnTo>
                <a:lnTo>
                  <a:pt x="298736" y="651378"/>
                </a:lnTo>
                <a:lnTo>
                  <a:pt x="300287" y="644799"/>
                </a:lnTo>
                <a:lnTo>
                  <a:pt x="302329" y="638219"/>
                </a:lnTo>
                <a:lnTo>
                  <a:pt x="304735" y="631639"/>
                </a:lnTo>
                <a:lnTo>
                  <a:pt x="307330" y="625060"/>
                </a:lnTo>
                <a:lnTo>
                  <a:pt x="309909" y="618480"/>
                </a:lnTo>
                <a:lnTo>
                  <a:pt x="312262" y="611901"/>
                </a:lnTo>
                <a:lnTo>
                  <a:pt x="314197" y="605321"/>
                </a:lnTo>
                <a:lnTo>
                  <a:pt x="315557" y="598742"/>
                </a:lnTo>
                <a:lnTo>
                  <a:pt x="316237" y="592162"/>
                </a:lnTo>
                <a:lnTo>
                  <a:pt x="316187" y="585582"/>
                </a:lnTo>
                <a:lnTo>
                  <a:pt x="315408" y="579003"/>
                </a:lnTo>
                <a:lnTo>
                  <a:pt x="313948" y="572423"/>
                </a:lnTo>
                <a:lnTo>
                  <a:pt x="311885" y="565844"/>
                </a:lnTo>
                <a:lnTo>
                  <a:pt x="309323" y="559264"/>
                </a:lnTo>
                <a:lnTo>
                  <a:pt x="306372" y="552685"/>
                </a:lnTo>
                <a:lnTo>
                  <a:pt x="303145" y="546105"/>
                </a:lnTo>
                <a:lnTo>
                  <a:pt x="299753" y="539525"/>
                </a:lnTo>
                <a:lnTo>
                  <a:pt x="296306" y="532946"/>
                </a:lnTo>
                <a:lnTo>
                  <a:pt x="292909" y="526366"/>
                </a:lnTo>
                <a:lnTo>
                  <a:pt x="289672" y="519787"/>
                </a:lnTo>
                <a:lnTo>
                  <a:pt x="286703" y="513207"/>
                </a:lnTo>
                <a:lnTo>
                  <a:pt x="284109" y="506627"/>
                </a:lnTo>
                <a:lnTo>
                  <a:pt x="281991" y="500048"/>
                </a:lnTo>
                <a:lnTo>
                  <a:pt x="280428" y="493468"/>
                </a:lnTo>
                <a:lnTo>
                  <a:pt x="279475" y="486889"/>
                </a:lnTo>
                <a:lnTo>
                  <a:pt x="279148" y="480309"/>
                </a:lnTo>
                <a:lnTo>
                  <a:pt x="279424" y="473730"/>
                </a:lnTo>
                <a:lnTo>
                  <a:pt x="280237" y="467150"/>
                </a:lnTo>
                <a:lnTo>
                  <a:pt x="281487" y="460570"/>
                </a:lnTo>
                <a:lnTo>
                  <a:pt x="283051" y="453991"/>
                </a:lnTo>
                <a:lnTo>
                  <a:pt x="284795" y="447411"/>
                </a:lnTo>
                <a:lnTo>
                  <a:pt x="286589" y="440832"/>
                </a:lnTo>
                <a:lnTo>
                  <a:pt x="288317" y="434252"/>
                </a:lnTo>
                <a:lnTo>
                  <a:pt x="289884" y="427673"/>
                </a:lnTo>
                <a:lnTo>
                  <a:pt x="291209" y="421093"/>
                </a:lnTo>
                <a:lnTo>
                  <a:pt x="292223" y="414513"/>
                </a:lnTo>
                <a:lnTo>
                  <a:pt x="292858" y="407934"/>
                </a:lnTo>
                <a:lnTo>
                  <a:pt x="293038" y="401354"/>
                </a:lnTo>
                <a:lnTo>
                  <a:pt x="292679" y="394775"/>
                </a:lnTo>
                <a:lnTo>
                  <a:pt x="291692" y="388195"/>
                </a:lnTo>
                <a:lnTo>
                  <a:pt x="289994" y="381616"/>
                </a:lnTo>
                <a:lnTo>
                  <a:pt x="287519" y="375036"/>
                </a:lnTo>
                <a:lnTo>
                  <a:pt x="284230" y="368456"/>
                </a:lnTo>
                <a:lnTo>
                  <a:pt x="280125" y="361877"/>
                </a:lnTo>
                <a:lnTo>
                  <a:pt x="275235" y="355297"/>
                </a:lnTo>
                <a:lnTo>
                  <a:pt x="269630" y="348718"/>
                </a:lnTo>
                <a:lnTo>
                  <a:pt x="263411" y="342138"/>
                </a:lnTo>
                <a:lnTo>
                  <a:pt x="256719" y="335558"/>
                </a:lnTo>
                <a:lnTo>
                  <a:pt x="249738" y="328979"/>
                </a:lnTo>
                <a:lnTo>
                  <a:pt x="242699" y="322399"/>
                </a:lnTo>
                <a:lnTo>
                  <a:pt x="235884" y="315820"/>
                </a:lnTo>
                <a:lnTo>
                  <a:pt x="229607" y="309240"/>
                </a:lnTo>
                <a:lnTo>
                  <a:pt x="224192" y="302661"/>
                </a:lnTo>
                <a:lnTo>
                  <a:pt x="219931" y="296081"/>
                </a:lnTo>
                <a:lnTo>
                  <a:pt x="217048" y="289501"/>
                </a:lnTo>
                <a:lnTo>
                  <a:pt x="215654" y="282922"/>
                </a:lnTo>
                <a:lnTo>
                  <a:pt x="215736" y="276342"/>
                </a:lnTo>
                <a:lnTo>
                  <a:pt x="217148" y="269763"/>
                </a:lnTo>
                <a:lnTo>
                  <a:pt x="219642" y="263183"/>
                </a:lnTo>
                <a:lnTo>
                  <a:pt x="222898" y="256604"/>
                </a:lnTo>
                <a:lnTo>
                  <a:pt x="226573" y="250024"/>
                </a:lnTo>
                <a:lnTo>
                  <a:pt x="230343" y="243444"/>
                </a:lnTo>
                <a:lnTo>
                  <a:pt x="233932" y="236865"/>
                </a:lnTo>
                <a:lnTo>
                  <a:pt x="237128" y="230285"/>
                </a:lnTo>
                <a:lnTo>
                  <a:pt x="239783" y="223706"/>
                </a:lnTo>
                <a:lnTo>
                  <a:pt x="241789" y="217126"/>
                </a:lnTo>
                <a:lnTo>
                  <a:pt x="243054" y="210546"/>
                </a:lnTo>
                <a:lnTo>
                  <a:pt x="243472" y="203967"/>
                </a:lnTo>
                <a:lnTo>
                  <a:pt x="242898" y="197387"/>
                </a:lnTo>
                <a:lnTo>
                  <a:pt x="241138" y="190808"/>
                </a:lnTo>
                <a:lnTo>
                  <a:pt x="237954" y="184228"/>
                </a:lnTo>
                <a:lnTo>
                  <a:pt x="233082" y="177649"/>
                </a:lnTo>
                <a:lnTo>
                  <a:pt x="226264" y="171069"/>
                </a:lnTo>
                <a:lnTo>
                  <a:pt x="217276" y="164489"/>
                </a:lnTo>
                <a:lnTo>
                  <a:pt x="205962" y="157910"/>
                </a:lnTo>
                <a:lnTo>
                  <a:pt x="192254" y="151330"/>
                </a:lnTo>
                <a:lnTo>
                  <a:pt x="176196" y="144751"/>
                </a:lnTo>
                <a:lnTo>
                  <a:pt x="157962" y="138171"/>
                </a:lnTo>
                <a:lnTo>
                  <a:pt x="137872" y="131592"/>
                </a:lnTo>
                <a:lnTo>
                  <a:pt x="116419" y="125012"/>
                </a:lnTo>
                <a:lnTo>
                  <a:pt x="94275" y="118432"/>
                </a:lnTo>
                <a:lnTo>
                  <a:pt x="72293" y="111853"/>
                </a:lnTo>
                <a:lnTo>
                  <a:pt x="51470" y="105273"/>
                </a:lnTo>
                <a:lnTo>
                  <a:pt x="32890" y="98694"/>
                </a:lnTo>
                <a:lnTo>
                  <a:pt x="17626" y="92114"/>
                </a:lnTo>
                <a:lnTo>
                  <a:pt x="6633" y="85535"/>
                </a:lnTo>
                <a:lnTo>
                  <a:pt x="628" y="78955"/>
                </a:lnTo>
                <a:lnTo>
                  <a:pt x="0" y="72375"/>
                </a:lnTo>
                <a:lnTo>
                  <a:pt x="4745" y="65796"/>
                </a:lnTo>
                <a:lnTo>
                  <a:pt x="14449" y="59216"/>
                </a:lnTo>
                <a:lnTo>
                  <a:pt x="28315" y="52637"/>
                </a:lnTo>
                <a:lnTo>
                  <a:pt x="45231" y="46057"/>
                </a:lnTo>
                <a:lnTo>
                  <a:pt x="63870" y="39477"/>
                </a:lnTo>
                <a:lnTo>
                  <a:pt x="82799" y="32898"/>
                </a:lnTo>
                <a:lnTo>
                  <a:pt x="100595" y="26318"/>
                </a:lnTo>
                <a:lnTo>
                  <a:pt x="115952" y="19739"/>
                </a:lnTo>
                <a:lnTo>
                  <a:pt x="127764" y="13159"/>
                </a:lnTo>
                <a:lnTo>
                  <a:pt x="135197" y="6580"/>
                </a:lnTo>
                <a:lnTo>
                  <a:pt x="137733" y="0"/>
                </a:lnTo>
                <a:lnTo>
                  <a:pt x="537363" y="0"/>
                </a:lnTo>
                <a:lnTo>
                  <a:pt x="537363" y="0"/>
                </a:lnTo>
                <a:lnTo>
                  <a:pt x="539899" y="6580"/>
                </a:lnTo>
                <a:lnTo>
                  <a:pt x="547333" y="13159"/>
                </a:lnTo>
                <a:lnTo>
                  <a:pt x="559145" y="19739"/>
                </a:lnTo>
                <a:lnTo>
                  <a:pt x="574501" y="26318"/>
                </a:lnTo>
                <a:lnTo>
                  <a:pt x="592298" y="32898"/>
                </a:lnTo>
                <a:lnTo>
                  <a:pt x="611227" y="39477"/>
                </a:lnTo>
                <a:lnTo>
                  <a:pt x="629866" y="46057"/>
                </a:lnTo>
                <a:lnTo>
                  <a:pt x="646782" y="52637"/>
                </a:lnTo>
                <a:lnTo>
                  <a:pt x="660647" y="59216"/>
                </a:lnTo>
                <a:lnTo>
                  <a:pt x="670351" y="65796"/>
                </a:lnTo>
                <a:lnTo>
                  <a:pt x="675097" y="72375"/>
                </a:lnTo>
                <a:lnTo>
                  <a:pt x="674469" y="78955"/>
                </a:lnTo>
                <a:lnTo>
                  <a:pt x="668464" y="85535"/>
                </a:lnTo>
                <a:lnTo>
                  <a:pt x="657470" y="92114"/>
                </a:lnTo>
                <a:lnTo>
                  <a:pt x="642206" y="98694"/>
                </a:lnTo>
                <a:lnTo>
                  <a:pt x="623626" y="105273"/>
                </a:lnTo>
                <a:lnTo>
                  <a:pt x="602803" y="111853"/>
                </a:lnTo>
                <a:lnTo>
                  <a:pt x="580821" y="118432"/>
                </a:lnTo>
                <a:lnTo>
                  <a:pt x="558678" y="125012"/>
                </a:lnTo>
                <a:lnTo>
                  <a:pt x="537225" y="131592"/>
                </a:lnTo>
                <a:lnTo>
                  <a:pt x="517135" y="138171"/>
                </a:lnTo>
                <a:lnTo>
                  <a:pt x="498900" y="144751"/>
                </a:lnTo>
                <a:lnTo>
                  <a:pt x="482842" y="151330"/>
                </a:lnTo>
                <a:lnTo>
                  <a:pt x="469135" y="157910"/>
                </a:lnTo>
                <a:lnTo>
                  <a:pt x="457820" y="164489"/>
                </a:lnTo>
                <a:lnTo>
                  <a:pt x="448833" y="171069"/>
                </a:lnTo>
                <a:lnTo>
                  <a:pt x="442015" y="177649"/>
                </a:lnTo>
                <a:lnTo>
                  <a:pt x="437143" y="184228"/>
                </a:lnTo>
                <a:lnTo>
                  <a:pt x="433959" y="190808"/>
                </a:lnTo>
                <a:lnTo>
                  <a:pt x="432199" y="197387"/>
                </a:lnTo>
                <a:lnTo>
                  <a:pt x="431624" y="203967"/>
                </a:lnTo>
                <a:lnTo>
                  <a:pt x="432042" y="210546"/>
                </a:lnTo>
                <a:lnTo>
                  <a:pt x="433307" y="217126"/>
                </a:lnTo>
                <a:lnTo>
                  <a:pt x="435313" y="223706"/>
                </a:lnTo>
                <a:lnTo>
                  <a:pt x="437968" y="230285"/>
                </a:lnTo>
                <a:lnTo>
                  <a:pt x="441165" y="236865"/>
                </a:lnTo>
                <a:lnTo>
                  <a:pt x="444754" y="243444"/>
                </a:lnTo>
                <a:lnTo>
                  <a:pt x="448523" y="250024"/>
                </a:lnTo>
                <a:lnTo>
                  <a:pt x="452198" y="256604"/>
                </a:lnTo>
                <a:lnTo>
                  <a:pt x="455454" y="263183"/>
                </a:lnTo>
                <a:lnTo>
                  <a:pt x="457948" y="269763"/>
                </a:lnTo>
                <a:lnTo>
                  <a:pt x="459361" y="276342"/>
                </a:lnTo>
                <a:lnTo>
                  <a:pt x="459442" y="282922"/>
                </a:lnTo>
                <a:lnTo>
                  <a:pt x="458049" y="289501"/>
                </a:lnTo>
                <a:lnTo>
                  <a:pt x="455165" y="296081"/>
                </a:lnTo>
                <a:lnTo>
                  <a:pt x="450905" y="302661"/>
                </a:lnTo>
                <a:lnTo>
                  <a:pt x="445489" y="309240"/>
                </a:lnTo>
                <a:lnTo>
                  <a:pt x="439212" y="315820"/>
                </a:lnTo>
                <a:lnTo>
                  <a:pt x="432397" y="322399"/>
                </a:lnTo>
                <a:lnTo>
                  <a:pt x="425359" y="328979"/>
                </a:lnTo>
                <a:lnTo>
                  <a:pt x="418377" y="335558"/>
                </a:lnTo>
                <a:lnTo>
                  <a:pt x="411686" y="342138"/>
                </a:lnTo>
                <a:lnTo>
                  <a:pt x="405467" y="348718"/>
                </a:lnTo>
                <a:lnTo>
                  <a:pt x="399861" y="355297"/>
                </a:lnTo>
                <a:lnTo>
                  <a:pt x="394972" y="361877"/>
                </a:lnTo>
                <a:lnTo>
                  <a:pt x="390866" y="368456"/>
                </a:lnTo>
                <a:lnTo>
                  <a:pt x="387578" y="375036"/>
                </a:lnTo>
                <a:lnTo>
                  <a:pt x="385103" y="381616"/>
                </a:lnTo>
                <a:lnTo>
                  <a:pt x="383405" y="388195"/>
                </a:lnTo>
                <a:lnTo>
                  <a:pt x="382418" y="394775"/>
                </a:lnTo>
                <a:lnTo>
                  <a:pt x="382059" y="401354"/>
                </a:lnTo>
                <a:lnTo>
                  <a:pt x="382239" y="407934"/>
                </a:lnTo>
                <a:lnTo>
                  <a:pt x="382873" y="414513"/>
                </a:lnTo>
                <a:lnTo>
                  <a:pt x="383888" y="421093"/>
                </a:lnTo>
                <a:lnTo>
                  <a:pt x="385213" y="427673"/>
                </a:lnTo>
                <a:lnTo>
                  <a:pt x="386779" y="434252"/>
                </a:lnTo>
                <a:lnTo>
                  <a:pt x="388508" y="440832"/>
                </a:lnTo>
                <a:lnTo>
                  <a:pt x="390302" y="447411"/>
                </a:lnTo>
                <a:lnTo>
                  <a:pt x="392045" y="453991"/>
                </a:lnTo>
                <a:lnTo>
                  <a:pt x="393609" y="460570"/>
                </a:lnTo>
                <a:lnTo>
                  <a:pt x="394859" y="467150"/>
                </a:lnTo>
                <a:lnTo>
                  <a:pt x="395673" y="473730"/>
                </a:lnTo>
                <a:lnTo>
                  <a:pt x="395948" y="480309"/>
                </a:lnTo>
                <a:lnTo>
                  <a:pt x="395622" y="486889"/>
                </a:lnTo>
                <a:lnTo>
                  <a:pt x="394669" y="493468"/>
                </a:lnTo>
                <a:lnTo>
                  <a:pt x="393106" y="500048"/>
                </a:lnTo>
                <a:lnTo>
                  <a:pt x="390987" y="506627"/>
                </a:lnTo>
                <a:lnTo>
                  <a:pt x="388394" y="513207"/>
                </a:lnTo>
                <a:lnTo>
                  <a:pt x="385425" y="519787"/>
                </a:lnTo>
                <a:lnTo>
                  <a:pt x="382188" y="526366"/>
                </a:lnTo>
                <a:lnTo>
                  <a:pt x="378791" y="532946"/>
                </a:lnTo>
                <a:lnTo>
                  <a:pt x="375343" y="539525"/>
                </a:lnTo>
                <a:lnTo>
                  <a:pt x="371952" y="546105"/>
                </a:lnTo>
                <a:lnTo>
                  <a:pt x="368725" y="552685"/>
                </a:lnTo>
                <a:lnTo>
                  <a:pt x="365773" y="559264"/>
                </a:lnTo>
                <a:lnTo>
                  <a:pt x="363211" y="565844"/>
                </a:lnTo>
                <a:lnTo>
                  <a:pt x="361149" y="572423"/>
                </a:lnTo>
                <a:lnTo>
                  <a:pt x="359688" y="579003"/>
                </a:lnTo>
                <a:lnTo>
                  <a:pt x="358909" y="585582"/>
                </a:lnTo>
                <a:lnTo>
                  <a:pt x="358859" y="592162"/>
                </a:lnTo>
                <a:lnTo>
                  <a:pt x="359540" y="598742"/>
                </a:lnTo>
                <a:lnTo>
                  <a:pt x="360900" y="605321"/>
                </a:lnTo>
                <a:lnTo>
                  <a:pt x="362834" y="611901"/>
                </a:lnTo>
                <a:lnTo>
                  <a:pt x="365187" y="618480"/>
                </a:lnTo>
                <a:lnTo>
                  <a:pt x="367766" y="625060"/>
                </a:lnTo>
                <a:lnTo>
                  <a:pt x="370361" y="631639"/>
                </a:lnTo>
                <a:lnTo>
                  <a:pt x="372767" y="638219"/>
                </a:lnTo>
                <a:lnTo>
                  <a:pt x="374810" y="644799"/>
                </a:lnTo>
                <a:lnTo>
                  <a:pt x="376360" y="651378"/>
                </a:lnTo>
                <a:lnTo>
                  <a:pt x="377353" y="657958"/>
                </a:lnTo>
                <a:lnTo>
                  <a:pt x="377782" y="664537"/>
                </a:lnTo>
                <a:lnTo>
                  <a:pt x="377702" y="671117"/>
                </a:lnTo>
                <a:lnTo>
                  <a:pt x="377206" y="677697"/>
                </a:lnTo>
                <a:lnTo>
                  <a:pt x="376410" y="684276"/>
                </a:lnTo>
                <a:lnTo>
                  <a:pt x="375426" y="690856"/>
                </a:lnTo>
                <a:lnTo>
                  <a:pt x="374348" y="697435"/>
                </a:lnTo>
                <a:lnTo>
                  <a:pt x="373234" y="704015"/>
                </a:lnTo>
                <a:lnTo>
                  <a:pt x="372106" y="710594"/>
                </a:lnTo>
                <a:lnTo>
                  <a:pt x="370956" y="717174"/>
                </a:lnTo>
                <a:lnTo>
                  <a:pt x="369769" y="723754"/>
                </a:lnTo>
                <a:lnTo>
                  <a:pt x="368548" y="730333"/>
                </a:lnTo>
                <a:lnTo>
                  <a:pt x="367340" y="736913"/>
                </a:lnTo>
                <a:lnTo>
                  <a:pt x="366267" y="743492"/>
                </a:lnTo>
                <a:lnTo>
                  <a:pt x="365547" y="750072"/>
                </a:lnTo>
                <a:lnTo>
                  <a:pt x="365495" y="756651"/>
                </a:lnTo>
                <a:lnTo>
                  <a:pt x="366519" y="763231"/>
                </a:lnTo>
                <a:lnTo>
                  <a:pt x="369097" y="769811"/>
                </a:lnTo>
                <a:lnTo>
                  <a:pt x="373728" y="776390"/>
                </a:lnTo>
                <a:lnTo>
                  <a:pt x="380870" y="782970"/>
                </a:lnTo>
                <a:lnTo>
                  <a:pt x="390850" y="789549"/>
                </a:lnTo>
                <a:lnTo>
                  <a:pt x="403775" y="796129"/>
                </a:lnTo>
                <a:lnTo>
                  <a:pt x="419432" y="802708"/>
                </a:lnTo>
                <a:lnTo>
                  <a:pt x="437225" y="809288"/>
                </a:lnTo>
                <a:lnTo>
                  <a:pt x="456148" y="815868"/>
                </a:lnTo>
                <a:lnTo>
                  <a:pt x="474848" y="822447"/>
                </a:lnTo>
                <a:lnTo>
                  <a:pt x="491747" y="829027"/>
                </a:lnTo>
                <a:lnTo>
                  <a:pt x="505250" y="835606"/>
                </a:lnTo>
                <a:lnTo>
                  <a:pt x="513979" y="842186"/>
                </a:lnTo>
                <a:lnTo>
                  <a:pt x="516999" y="848766"/>
                </a:lnTo>
                <a:lnTo>
                  <a:pt x="516999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569" name="F2_precision_recall_distributions_3383">
            <a:extLst>
              <a:ext uri="{FF2B5EF4-FFF2-40B4-BE49-F238E27FC236}">
                <a16:creationId xmlns:a16="http://schemas.microsoft.com/office/drawing/2014/main" id="{7ABB5760-60BC-42B7-9E70-4C497E6A91B6}"/>
              </a:ext>
            </a:extLst>
          </p:cNvPr>
          <p:cNvSpPr>
            <a:spLocks noGrp="1"/>
          </p:cNvSpPr>
          <p:nvPr/>
        </p:nvSpPr>
        <p:spPr>
          <a:xfrm>
            <a:off x="5842919" y="16383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0" name="F2_precision_recall_distributions_3384">
            <a:extLst>
              <a:ext uri="{FF2B5EF4-FFF2-40B4-BE49-F238E27FC236}">
                <a16:creationId xmlns:a16="http://schemas.microsoft.com/office/drawing/2014/main" id="{C435741B-6C2A-4065-A880-DD8D356ECBDF}"/>
              </a:ext>
            </a:extLst>
          </p:cNvPr>
          <p:cNvSpPr>
            <a:spLocks noGrp="1"/>
          </p:cNvSpPr>
          <p:nvPr/>
        </p:nvSpPr>
        <p:spPr>
          <a:xfrm>
            <a:off x="5813752" y="15859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1" name="F2_precision_recall_distributions_3385">
            <a:extLst>
              <a:ext uri="{FF2B5EF4-FFF2-40B4-BE49-F238E27FC236}">
                <a16:creationId xmlns:a16="http://schemas.microsoft.com/office/drawing/2014/main" id="{59220702-349C-453F-8D93-FA791552ECF0}"/>
              </a:ext>
            </a:extLst>
          </p:cNvPr>
          <p:cNvSpPr>
            <a:spLocks noGrp="1"/>
          </p:cNvSpPr>
          <p:nvPr/>
        </p:nvSpPr>
        <p:spPr>
          <a:xfrm>
            <a:off x="5829965" y="15726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2" name="F2_precision_recall_distributions_3386">
            <a:extLst>
              <a:ext uri="{FF2B5EF4-FFF2-40B4-BE49-F238E27FC236}">
                <a16:creationId xmlns:a16="http://schemas.microsoft.com/office/drawing/2014/main" id="{37B6B37E-9397-4A68-8F4B-0205C85BBE53}"/>
              </a:ext>
            </a:extLst>
          </p:cNvPr>
          <p:cNvSpPr>
            <a:spLocks noGrp="1"/>
          </p:cNvSpPr>
          <p:nvPr/>
        </p:nvSpPr>
        <p:spPr>
          <a:xfrm>
            <a:off x="6019051" y="21508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3" name="F2_precision_recall_distributions_3387">
            <a:extLst>
              <a:ext uri="{FF2B5EF4-FFF2-40B4-BE49-F238E27FC236}">
                <a16:creationId xmlns:a16="http://schemas.microsoft.com/office/drawing/2014/main" id="{06DFDE1A-51F0-44AC-AC49-ABC59CD7D617}"/>
              </a:ext>
            </a:extLst>
          </p:cNvPr>
          <p:cNvSpPr>
            <a:spLocks noGrp="1"/>
          </p:cNvSpPr>
          <p:nvPr/>
        </p:nvSpPr>
        <p:spPr>
          <a:xfrm>
            <a:off x="6117008" y="15903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4" name="F2_precision_recall_distributions_3388">
            <a:extLst>
              <a:ext uri="{FF2B5EF4-FFF2-40B4-BE49-F238E27FC236}">
                <a16:creationId xmlns:a16="http://schemas.microsoft.com/office/drawing/2014/main" id="{1279D20E-B455-4DDD-B565-6A5516655FDF}"/>
              </a:ext>
            </a:extLst>
          </p:cNvPr>
          <p:cNvSpPr>
            <a:spLocks noGrp="1"/>
          </p:cNvSpPr>
          <p:nvPr/>
        </p:nvSpPr>
        <p:spPr>
          <a:xfrm>
            <a:off x="5828879" y="15571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5" name="F2_precision_recall_distributions_3389">
            <a:extLst>
              <a:ext uri="{FF2B5EF4-FFF2-40B4-BE49-F238E27FC236}">
                <a16:creationId xmlns:a16="http://schemas.microsoft.com/office/drawing/2014/main" id="{26CCFBED-93A0-4D3C-8CEF-4C305639460F}"/>
              </a:ext>
            </a:extLst>
          </p:cNvPr>
          <p:cNvSpPr>
            <a:spLocks noGrp="1"/>
          </p:cNvSpPr>
          <p:nvPr/>
        </p:nvSpPr>
        <p:spPr>
          <a:xfrm>
            <a:off x="6151726" y="157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6" name="F2_precision_recall_distributions_3390">
            <a:extLst>
              <a:ext uri="{FF2B5EF4-FFF2-40B4-BE49-F238E27FC236}">
                <a16:creationId xmlns:a16="http://schemas.microsoft.com/office/drawing/2014/main" id="{D03B7DAD-D59A-45BA-9B5D-0DCC16DFD730}"/>
              </a:ext>
            </a:extLst>
          </p:cNvPr>
          <p:cNvSpPr>
            <a:spLocks noGrp="1"/>
          </p:cNvSpPr>
          <p:nvPr/>
        </p:nvSpPr>
        <p:spPr>
          <a:xfrm>
            <a:off x="5964717" y="16025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7" name="F2_precision_recall_distributions_3391">
            <a:extLst>
              <a:ext uri="{FF2B5EF4-FFF2-40B4-BE49-F238E27FC236}">
                <a16:creationId xmlns:a16="http://schemas.microsoft.com/office/drawing/2014/main" id="{183706CF-26BA-4D3F-94CC-469F78695127}"/>
              </a:ext>
            </a:extLst>
          </p:cNvPr>
          <p:cNvSpPr>
            <a:spLocks noGrp="1"/>
          </p:cNvSpPr>
          <p:nvPr/>
        </p:nvSpPr>
        <p:spPr>
          <a:xfrm>
            <a:off x="6049645" y="17786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8" name="F2_precision_recall_distributions_3392">
            <a:extLst>
              <a:ext uri="{FF2B5EF4-FFF2-40B4-BE49-F238E27FC236}">
                <a16:creationId xmlns:a16="http://schemas.microsoft.com/office/drawing/2014/main" id="{DA0ACD68-1E59-44A4-9945-2726FF096AFA}"/>
              </a:ext>
            </a:extLst>
          </p:cNvPr>
          <p:cNvSpPr>
            <a:spLocks noGrp="1"/>
          </p:cNvSpPr>
          <p:nvPr/>
        </p:nvSpPr>
        <p:spPr>
          <a:xfrm>
            <a:off x="5988845" y="15760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79" name="F2_precision_recall_distributions_3393">
            <a:extLst>
              <a:ext uri="{FF2B5EF4-FFF2-40B4-BE49-F238E27FC236}">
                <a16:creationId xmlns:a16="http://schemas.microsoft.com/office/drawing/2014/main" id="{3E2BB235-65AF-418F-B932-3931E9A3399B}"/>
              </a:ext>
            </a:extLst>
          </p:cNvPr>
          <p:cNvSpPr>
            <a:spLocks noGrp="1"/>
          </p:cNvSpPr>
          <p:nvPr/>
        </p:nvSpPr>
        <p:spPr>
          <a:xfrm>
            <a:off x="5990406" y="17940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0" name="F2_precision_recall_distributions_3394">
            <a:extLst>
              <a:ext uri="{FF2B5EF4-FFF2-40B4-BE49-F238E27FC236}">
                <a16:creationId xmlns:a16="http://schemas.microsoft.com/office/drawing/2014/main" id="{862765EC-C4DF-4703-83EA-EE233E8D185F}"/>
              </a:ext>
            </a:extLst>
          </p:cNvPr>
          <p:cNvSpPr>
            <a:spLocks noGrp="1"/>
          </p:cNvSpPr>
          <p:nvPr/>
        </p:nvSpPr>
        <p:spPr>
          <a:xfrm>
            <a:off x="5850223" y="15718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1" name="F2_precision_recall_distributions_3395">
            <a:extLst>
              <a:ext uri="{FF2B5EF4-FFF2-40B4-BE49-F238E27FC236}">
                <a16:creationId xmlns:a16="http://schemas.microsoft.com/office/drawing/2014/main" id="{7B4E00DB-55A7-46B8-8768-25302CECB790}"/>
              </a:ext>
            </a:extLst>
          </p:cNvPr>
          <p:cNvSpPr>
            <a:spLocks noGrp="1"/>
          </p:cNvSpPr>
          <p:nvPr/>
        </p:nvSpPr>
        <p:spPr>
          <a:xfrm>
            <a:off x="5924629" y="15683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2" name="F2_precision_recall_distributions_3396">
            <a:extLst>
              <a:ext uri="{FF2B5EF4-FFF2-40B4-BE49-F238E27FC236}">
                <a16:creationId xmlns:a16="http://schemas.microsoft.com/office/drawing/2014/main" id="{E795CCF1-773D-4EFA-88D7-C93C57522592}"/>
              </a:ext>
            </a:extLst>
          </p:cNvPr>
          <p:cNvSpPr>
            <a:spLocks noGrp="1"/>
          </p:cNvSpPr>
          <p:nvPr/>
        </p:nvSpPr>
        <p:spPr>
          <a:xfrm>
            <a:off x="6051456" y="17772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3" name="F2_precision_recall_distributions_3397">
            <a:extLst>
              <a:ext uri="{FF2B5EF4-FFF2-40B4-BE49-F238E27FC236}">
                <a16:creationId xmlns:a16="http://schemas.microsoft.com/office/drawing/2014/main" id="{9DAE0B67-A1B8-4C56-BB78-9A3D4379CE14}"/>
              </a:ext>
            </a:extLst>
          </p:cNvPr>
          <p:cNvSpPr>
            <a:spLocks noGrp="1"/>
          </p:cNvSpPr>
          <p:nvPr/>
        </p:nvSpPr>
        <p:spPr>
          <a:xfrm>
            <a:off x="5990103" y="15906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4" name="F2_precision_recall_distributions_3398">
            <a:extLst>
              <a:ext uri="{FF2B5EF4-FFF2-40B4-BE49-F238E27FC236}">
                <a16:creationId xmlns:a16="http://schemas.microsoft.com/office/drawing/2014/main" id="{EDFFE3E9-0505-4BBF-BD6F-4DC8DB5A645D}"/>
              </a:ext>
            </a:extLst>
          </p:cNvPr>
          <p:cNvSpPr>
            <a:spLocks noGrp="1"/>
          </p:cNvSpPr>
          <p:nvPr/>
        </p:nvSpPr>
        <p:spPr>
          <a:xfrm>
            <a:off x="5825361" y="16049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5" name="F2_precision_recall_distributions_3399">
            <a:extLst>
              <a:ext uri="{FF2B5EF4-FFF2-40B4-BE49-F238E27FC236}">
                <a16:creationId xmlns:a16="http://schemas.microsoft.com/office/drawing/2014/main" id="{F7BA7707-F703-4598-9BAD-087B6B729A64}"/>
              </a:ext>
            </a:extLst>
          </p:cNvPr>
          <p:cNvSpPr>
            <a:spLocks noGrp="1"/>
          </p:cNvSpPr>
          <p:nvPr/>
        </p:nvSpPr>
        <p:spPr>
          <a:xfrm>
            <a:off x="5823232" y="1705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6" name="F2_precision_recall_distributions_3400">
            <a:extLst>
              <a:ext uri="{FF2B5EF4-FFF2-40B4-BE49-F238E27FC236}">
                <a16:creationId xmlns:a16="http://schemas.microsoft.com/office/drawing/2014/main" id="{29DEB4E9-0171-4BF0-B133-9BF9D403AAB7}"/>
              </a:ext>
            </a:extLst>
          </p:cNvPr>
          <p:cNvSpPr>
            <a:spLocks noGrp="1"/>
          </p:cNvSpPr>
          <p:nvPr/>
        </p:nvSpPr>
        <p:spPr>
          <a:xfrm>
            <a:off x="5845084" y="1618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7" name="F2_precision_recall_distributions_3401">
            <a:extLst>
              <a:ext uri="{FF2B5EF4-FFF2-40B4-BE49-F238E27FC236}">
                <a16:creationId xmlns:a16="http://schemas.microsoft.com/office/drawing/2014/main" id="{A8049190-7F7A-4A2F-AB07-8E838FD4F3F4}"/>
              </a:ext>
            </a:extLst>
          </p:cNvPr>
          <p:cNvSpPr>
            <a:spLocks noGrp="1"/>
          </p:cNvSpPr>
          <p:nvPr/>
        </p:nvSpPr>
        <p:spPr>
          <a:xfrm>
            <a:off x="6120752" y="15656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8" name="F2_precision_recall_distributions_3402">
            <a:extLst>
              <a:ext uri="{FF2B5EF4-FFF2-40B4-BE49-F238E27FC236}">
                <a16:creationId xmlns:a16="http://schemas.microsoft.com/office/drawing/2014/main" id="{2D8B1D34-4007-4F63-8D5D-AB0675ECA4AA}"/>
              </a:ext>
            </a:extLst>
          </p:cNvPr>
          <p:cNvSpPr>
            <a:spLocks noGrp="1"/>
          </p:cNvSpPr>
          <p:nvPr/>
        </p:nvSpPr>
        <p:spPr>
          <a:xfrm>
            <a:off x="5849500" y="16870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89" name="F2_precision_recall_distributions_3403">
            <a:extLst>
              <a:ext uri="{FF2B5EF4-FFF2-40B4-BE49-F238E27FC236}">
                <a16:creationId xmlns:a16="http://schemas.microsoft.com/office/drawing/2014/main" id="{73C264B8-BB22-48B1-AE58-1FAC1AB2325D}"/>
              </a:ext>
            </a:extLst>
          </p:cNvPr>
          <p:cNvSpPr>
            <a:spLocks noGrp="1"/>
          </p:cNvSpPr>
          <p:nvPr/>
        </p:nvSpPr>
        <p:spPr>
          <a:xfrm>
            <a:off x="5875810" y="20355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0" name="F2_precision_recall_distributions_3404">
            <a:extLst>
              <a:ext uri="{FF2B5EF4-FFF2-40B4-BE49-F238E27FC236}">
                <a16:creationId xmlns:a16="http://schemas.microsoft.com/office/drawing/2014/main" id="{10B6AF88-04E8-4DA6-A53C-74FB030BC35B}"/>
              </a:ext>
            </a:extLst>
          </p:cNvPr>
          <p:cNvSpPr>
            <a:spLocks noGrp="1"/>
          </p:cNvSpPr>
          <p:nvPr/>
        </p:nvSpPr>
        <p:spPr>
          <a:xfrm>
            <a:off x="5888649" y="16419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1" name="F2_precision_recall_distributions_3405">
            <a:extLst>
              <a:ext uri="{FF2B5EF4-FFF2-40B4-BE49-F238E27FC236}">
                <a16:creationId xmlns:a16="http://schemas.microsoft.com/office/drawing/2014/main" id="{025F510E-ACDC-4500-B371-6453C87B4D93}"/>
              </a:ext>
            </a:extLst>
          </p:cNvPr>
          <p:cNvSpPr>
            <a:spLocks noGrp="1"/>
          </p:cNvSpPr>
          <p:nvPr/>
        </p:nvSpPr>
        <p:spPr>
          <a:xfrm>
            <a:off x="6098434" y="19021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2" name="F2_precision_recall_distributions_3406">
            <a:extLst>
              <a:ext uri="{FF2B5EF4-FFF2-40B4-BE49-F238E27FC236}">
                <a16:creationId xmlns:a16="http://schemas.microsoft.com/office/drawing/2014/main" id="{56654DC5-E2F3-4F11-BEE3-13729879B1F3}"/>
              </a:ext>
            </a:extLst>
          </p:cNvPr>
          <p:cNvSpPr>
            <a:spLocks noGrp="1"/>
          </p:cNvSpPr>
          <p:nvPr/>
        </p:nvSpPr>
        <p:spPr>
          <a:xfrm>
            <a:off x="6084821" y="15754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3" name="F2_precision_recall_distributions_3407">
            <a:extLst>
              <a:ext uri="{FF2B5EF4-FFF2-40B4-BE49-F238E27FC236}">
                <a16:creationId xmlns:a16="http://schemas.microsoft.com/office/drawing/2014/main" id="{B5157438-7091-462E-A72C-7C64DFA3DA7A}"/>
              </a:ext>
            </a:extLst>
          </p:cNvPr>
          <p:cNvSpPr>
            <a:spLocks noGrp="1"/>
          </p:cNvSpPr>
          <p:nvPr/>
        </p:nvSpPr>
        <p:spPr>
          <a:xfrm>
            <a:off x="6097173" y="17746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4" name="F2_precision_recall_distributions_3408">
            <a:extLst>
              <a:ext uri="{FF2B5EF4-FFF2-40B4-BE49-F238E27FC236}">
                <a16:creationId xmlns:a16="http://schemas.microsoft.com/office/drawing/2014/main" id="{28A168A4-A199-4ECB-9A09-4A901DAC833B}"/>
              </a:ext>
            </a:extLst>
          </p:cNvPr>
          <p:cNvSpPr>
            <a:spLocks noGrp="1"/>
          </p:cNvSpPr>
          <p:nvPr/>
        </p:nvSpPr>
        <p:spPr>
          <a:xfrm>
            <a:off x="590212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5" name="F2_precision_recall_distributions_3409">
            <a:extLst>
              <a:ext uri="{FF2B5EF4-FFF2-40B4-BE49-F238E27FC236}">
                <a16:creationId xmlns:a16="http://schemas.microsoft.com/office/drawing/2014/main" id="{7A169CAE-23EA-4120-9900-C42702B5301A}"/>
              </a:ext>
            </a:extLst>
          </p:cNvPr>
          <p:cNvSpPr>
            <a:spLocks noGrp="1"/>
          </p:cNvSpPr>
          <p:nvPr/>
        </p:nvSpPr>
        <p:spPr>
          <a:xfrm>
            <a:off x="6141067" y="20392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6" name="F2_precision_recall_distributions_3410">
            <a:extLst>
              <a:ext uri="{FF2B5EF4-FFF2-40B4-BE49-F238E27FC236}">
                <a16:creationId xmlns:a16="http://schemas.microsoft.com/office/drawing/2014/main" id="{A134EB35-FF8F-4678-8465-FE81A262A618}"/>
              </a:ext>
            </a:extLst>
          </p:cNvPr>
          <p:cNvSpPr>
            <a:spLocks noGrp="1"/>
          </p:cNvSpPr>
          <p:nvPr/>
        </p:nvSpPr>
        <p:spPr>
          <a:xfrm>
            <a:off x="5886531" y="21562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7" name="F2_precision_recall_distributions_3411">
            <a:extLst>
              <a:ext uri="{FF2B5EF4-FFF2-40B4-BE49-F238E27FC236}">
                <a16:creationId xmlns:a16="http://schemas.microsoft.com/office/drawing/2014/main" id="{20CF87E7-033B-4E95-84F4-8F58FDB891A3}"/>
              </a:ext>
            </a:extLst>
          </p:cNvPr>
          <p:cNvSpPr>
            <a:spLocks noGrp="1"/>
          </p:cNvSpPr>
          <p:nvPr/>
        </p:nvSpPr>
        <p:spPr>
          <a:xfrm>
            <a:off x="5996398" y="15707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8" name="F2_precision_recall_distributions_3412">
            <a:extLst>
              <a:ext uri="{FF2B5EF4-FFF2-40B4-BE49-F238E27FC236}">
                <a16:creationId xmlns:a16="http://schemas.microsoft.com/office/drawing/2014/main" id="{173FF12D-276B-42DD-8615-0433CA4D351C}"/>
              </a:ext>
            </a:extLst>
          </p:cNvPr>
          <p:cNvSpPr>
            <a:spLocks noGrp="1"/>
          </p:cNvSpPr>
          <p:nvPr/>
        </p:nvSpPr>
        <p:spPr>
          <a:xfrm>
            <a:off x="5939102" y="15652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99" name="F2_precision_recall_distributions_3413">
            <a:extLst>
              <a:ext uri="{FF2B5EF4-FFF2-40B4-BE49-F238E27FC236}">
                <a16:creationId xmlns:a16="http://schemas.microsoft.com/office/drawing/2014/main" id="{2D05D02E-0E2F-49C2-B1CB-7BEE6652EA3F}"/>
              </a:ext>
            </a:extLst>
          </p:cNvPr>
          <p:cNvSpPr>
            <a:spLocks noGrp="1"/>
          </p:cNvSpPr>
          <p:nvPr/>
        </p:nvSpPr>
        <p:spPr>
          <a:xfrm>
            <a:off x="6115943" y="20072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0" name="F2_precision_recall_distributions_3414">
            <a:extLst>
              <a:ext uri="{FF2B5EF4-FFF2-40B4-BE49-F238E27FC236}">
                <a16:creationId xmlns:a16="http://schemas.microsoft.com/office/drawing/2014/main" id="{DD0F1296-B345-45FA-B373-A08278A68092}"/>
              </a:ext>
            </a:extLst>
          </p:cNvPr>
          <p:cNvSpPr>
            <a:spLocks noGrp="1"/>
          </p:cNvSpPr>
          <p:nvPr/>
        </p:nvSpPr>
        <p:spPr>
          <a:xfrm>
            <a:off x="6032896" y="17771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1" name="F2_precision_recall_distributions_3415">
            <a:extLst>
              <a:ext uri="{FF2B5EF4-FFF2-40B4-BE49-F238E27FC236}">
                <a16:creationId xmlns:a16="http://schemas.microsoft.com/office/drawing/2014/main" id="{3AC73CEE-BBE7-4187-9487-0A5A3A28CBAE}"/>
              </a:ext>
            </a:extLst>
          </p:cNvPr>
          <p:cNvSpPr>
            <a:spLocks noGrp="1"/>
          </p:cNvSpPr>
          <p:nvPr/>
        </p:nvSpPr>
        <p:spPr>
          <a:xfrm>
            <a:off x="614793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2" name="F2_precision_recall_distributions_3416">
            <a:extLst>
              <a:ext uri="{FF2B5EF4-FFF2-40B4-BE49-F238E27FC236}">
                <a16:creationId xmlns:a16="http://schemas.microsoft.com/office/drawing/2014/main" id="{82378049-AB08-44D8-AC3F-6FEC31AF7A91}"/>
              </a:ext>
            </a:extLst>
          </p:cNvPr>
          <p:cNvSpPr>
            <a:spLocks noGrp="1"/>
          </p:cNvSpPr>
          <p:nvPr/>
        </p:nvSpPr>
        <p:spPr>
          <a:xfrm>
            <a:off x="5827749" y="15910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3" name="F2_precision_recall_distributions_3417">
            <a:extLst>
              <a:ext uri="{FF2B5EF4-FFF2-40B4-BE49-F238E27FC236}">
                <a16:creationId xmlns:a16="http://schemas.microsoft.com/office/drawing/2014/main" id="{B0385C3A-F8B5-4D29-8D03-698F5D674088}"/>
              </a:ext>
            </a:extLst>
          </p:cNvPr>
          <p:cNvSpPr>
            <a:spLocks noGrp="1"/>
          </p:cNvSpPr>
          <p:nvPr/>
        </p:nvSpPr>
        <p:spPr>
          <a:xfrm>
            <a:off x="6162213" y="15149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4" name="F2_precision_recall_distributions_3418">
            <a:extLst>
              <a:ext uri="{FF2B5EF4-FFF2-40B4-BE49-F238E27FC236}">
                <a16:creationId xmlns:a16="http://schemas.microsoft.com/office/drawing/2014/main" id="{D7548F6B-94B7-4B55-ABA4-DD416E23A8D8}"/>
              </a:ext>
            </a:extLst>
          </p:cNvPr>
          <p:cNvSpPr>
            <a:spLocks noGrp="1"/>
          </p:cNvSpPr>
          <p:nvPr/>
        </p:nvSpPr>
        <p:spPr>
          <a:xfrm>
            <a:off x="6053046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5" name="F2_precision_recall_distributions_3419">
            <a:extLst>
              <a:ext uri="{FF2B5EF4-FFF2-40B4-BE49-F238E27FC236}">
                <a16:creationId xmlns:a16="http://schemas.microsoft.com/office/drawing/2014/main" id="{21B7D97B-5C7F-4E4A-BD5E-E7743CA95941}"/>
              </a:ext>
            </a:extLst>
          </p:cNvPr>
          <p:cNvSpPr>
            <a:spLocks noGrp="1"/>
          </p:cNvSpPr>
          <p:nvPr/>
        </p:nvSpPr>
        <p:spPr>
          <a:xfrm>
            <a:off x="6049248" y="16092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6" name="F2_precision_recall_distributions_3420">
            <a:extLst>
              <a:ext uri="{FF2B5EF4-FFF2-40B4-BE49-F238E27FC236}">
                <a16:creationId xmlns:a16="http://schemas.microsoft.com/office/drawing/2014/main" id="{6896B9DA-26CF-4D08-8563-B2E0897E1B93}"/>
              </a:ext>
            </a:extLst>
          </p:cNvPr>
          <p:cNvSpPr>
            <a:spLocks noGrp="1"/>
          </p:cNvSpPr>
          <p:nvPr/>
        </p:nvSpPr>
        <p:spPr>
          <a:xfrm>
            <a:off x="5836359" y="16105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7" name="F2_precision_recall_distributions_3421">
            <a:extLst>
              <a:ext uri="{FF2B5EF4-FFF2-40B4-BE49-F238E27FC236}">
                <a16:creationId xmlns:a16="http://schemas.microsoft.com/office/drawing/2014/main" id="{5C2C8B4C-1B68-4E66-8CBD-90150432A641}"/>
              </a:ext>
            </a:extLst>
          </p:cNvPr>
          <p:cNvSpPr>
            <a:spLocks noGrp="1"/>
          </p:cNvSpPr>
          <p:nvPr/>
        </p:nvSpPr>
        <p:spPr>
          <a:xfrm>
            <a:off x="5896894" y="1556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8" name="F2_precision_recall_distributions_3422">
            <a:extLst>
              <a:ext uri="{FF2B5EF4-FFF2-40B4-BE49-F238E27FC236}">
                <a16:creationId xmlns:a16="http://schemas.microsoft.com/office/drawing/2014/main" id="{87522A13-C65C-4DA1-8981-61105EED4772}"/>
              </a:ext>
            </a:extLst>
          </p:cNvPr>
          <p:cNvSpPr>
            <a:spLocks noGrp="1"/>
          </p:cNvSpPr>
          <p:nvPr/>
        </p:nvSpPr>
        <p:spPr>
          <a:xfrm>
            <a:off x="5930879" y="15516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09" name="F2_precision_recall_distributions_3423">
            <a:extLst>
              <a:ext uri="{FF2B5EF4-FFF2-40B4-BE49-F238E27FC236}">
                <a16:creationId xmlns:a16="http://schemas.microsoft.com/office/drawing/2014/main" id="{3F12DDFC-81CB-44AD-B102-1DD5A276D6D0}"/>
              </a:ext>
            </a:extLst>
          </p:cNvPr>
          <p:cNvSpPr>
            <a:spLocks noGrp="1"/>
          </p:cNvSpPr>
          <p:nvPr/>
        </p:nvSpPr>
        <p:spPr>
          <a:xfrm>
            <a:off x="5903623" y="18040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0" name="F2_precision_recall_distributions_3424">
            <a:extLst>
              <a:ext uri="{FF2B5EF4-FFF2-40B4-BE49-F238E27FC236}">
                <a16:creationId xmlns:a16="http://schemas.microsoft.com/office/drawing/2014/main" id="{AFE77DF9-19BC-4C9F-AE87-79BE6B347A3F}"/>
              </a:ext>
            </a:extLst>
          </p:cNvPr>
          <p:cNvSpPr>
            <a:spLocks noGrp="1"/>
          </p:cNvSpPr>
          <p:nvPr/>
        </p:nvSpPr>
        <p:spPr>
          <a:xfrm>
            <a:off x="5986729" y="15880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1" name="F2_precision_recall_distributions_3425">
            <a:extLst>
              <a:ext uri="{FF2B5EF4-FFF2-40B4-BE49-F238E27FC236}">
                <a16:creationId xmlns:a16="http://schemas.microsoft.com/office/drawing/2014/main" id="{40A457C3-4DA5-4B68-AB85-F000773D425E}"/>
              </a:ext>
            </a:extLst>
          </p:cNvPr>
          <p:cNvSpPr>
            <a:spLocks noGrp="1"/>
          </p:cNvSpPr>
          <p:nvPr/>
        </p:nvSpPr>
        <p:spPr>
          <a:xfrm>
            <a:off x="5968683" y="1534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2" name="F2_precision_recall_distributions_3426">
            <a:extLst>
              <a:ext uri="{FF2B5EF4-FFF2-40B4-BE49-F238E27FC236}">
                <a16:creationId xmlns:a16="http://schemas.microsoft.com/office/drawing/2014/main" id="{A5DD4C98-71A7-4966-A6CD-E49F4B182039}"/>
              </a:ext>
            </a:extLst>
          </p:cNvPr>
          <p:cNvSpPr>
            <a:spLocks noGrp="1"/>
          </p:cNvSpPr>
          <p:nvPr/>
        </p:nvSpPr>
        <p:spPr>
          <a:xfrm>
            <a:off x="5845122" y="1586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3" name="F2_precision_recall_distributions_3427">
            <a:extLst>
              <a:ext uri="{FF2B5EF4-FFF2-40B4-BE49-F238E27FC236}">
                <a16:creationId xmlns:a16="http://schemas.microsoft.com/office/drawing/2014/main" id="{DF7760E3-A08F-40D0-BA2E-6EF6C585B372}"/>
              </a:ext>
            </a:extLst>
          </p:cNvPr>
          <p:cNvSpPr>
            <a:spLocks noGrp="1"/>
          </p:cNvSpPr>
          <p:nvPr/>
        </p:nvSpPr>
        <p:spPr>
          <a:xfrm>
            <a:off x="5842491" y="17337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4" name="F2_precision_recall_distributions_3428">
            <a:extLst>
              <a:ext uri="{FF2B5EF4-FFF2-40B4-BE49-F238E27FC236}">
                <a16:creationId xmlns:a16="http://schemas.microsoft.com/office/drawing/2014/main" id="{7BEFB0DE-99E2-49CE-B254-0FDFF524AEE8}"/>
              </a:ext>
            </a:extLst>
          </p:cNvPr>
          <p:cNvSpPr>
            <a:spLocks noGrp="1"/>
          </p:cNvSpPr>
          <p:nvPr/>
        </p:nvSpPr>
        <p:spPr>
          <a:xfrm>
            <a:off x="6040309" y="15444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5" name="F2_precision_recall_distributions_3429">
            <a:extLst>
              <a:ext uri="{FF2B5EF4-FFF2-40B4-BE49-F238E27FC236}">
                <a16:creationId xmlns:a16="http://schemas.microsoft.com/office/drawing/2014/main" id="{F6B088DD-2F02-4018-8FD0-47ACCBF3A160}"/>
              </a:ext>
            </a:extLst>
          </p:cNvPr>
          <p:cNvSpPr>
            <a:spLocks noGrp="1"/>
          </p:cNvSpPr>
          <p:nvPr/>
        </p:nvSpPr>
        <p:spPr>
          <a:xfrm>
            <a:off x="6059430" y="2000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6" name="F2_precision_recall_distributions_3430">
            <a:extLst>
              <a:ext uri="{FF2B5EF4-FFF2-40B4-BE49-F238E27FC236}">
                <a16:creationId xmlns:a16="http://schemas.microsoft.com/office/drawing/2014/main" id="{284F95C0-B0BA-447D-B427-ED64C22C1990}"/>
              </a:ext>
            </a:extLst>
          </p:cNvPr>
          <p:cNvSpPr>
            <a:spLocks noGrp="1"/>
          </p:cNvSpPr>
          <p:nvPr/>
        </p:nvSpPr>
        <p:spPr>
          <a:xfrm>
            <a:off x="5813398" y="1590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7" name="F2_precision_recall_distributions_3431">
            <a:extLst>
              <a:ext uri="{FF2B5EF4-FFF2-40B4-BE49-F238E27FC236}">
                <a16:creationId xmlns:a16="http://schemas.microsoft.com/office/drawing/2014/main" id="{A4E40CB5-D358-4E5D-9F4E-F4EABE9EE4BA}"/>
              </a:ext>
            </a:extLst>
          </p:cNvPr>
          <p:cNvSpPr>
            <a:spLocks noGrp="1"/>
          </p:cNvSpPr>
          <p:nvPr/>
        </p:nvSpPr>
        <p:spPr>
          <a:xfrm>
            <a:off x="5825694" y="17924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8" name="F2_precision_recall_distributions_3432">
            <a:extLst>
              <a:ext uri="{FF2B5EF4-FFF2-40B4-BE49-F238E27FC236}">
                <a16:creationId xmlns:a16="http://schemas.microsoft.com/office/drawing/2014/main" id="{74294116-4C37-4744-AEE6-AA3627B31269}"/>
              </a:ext>
            </a:extLst>
          </p:cNvPr>
          <p:cNvSpPr>
            <a:spLocks noGrp="1"/>
          </p:cNvSpPr>
          <p:nvPr/>
        </p:nvSpPr>
        <p:spPr>
          <a:xfrm>
            <a:off x="6127220" y="1598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19" name="F2_precision_recall_distributions_3433">
            <a:extLst>
              <a:ext uri="{FF2B5EF4-FFF2-40B4-BE49-F238E27FC236}">
                <a16:creationId xmlns:a16="http://schemas.microsoft.com/office/drawing/2014/main" id="{F0E9BD0F-87BE-40AD-8B62-FD1A467D494F}"/>
              </a:ext>
            </a:extLst>
          </p:cNvPr>
          <p:cNvSpPr>
            <a:spLocks noGrp="1"/>
          </p:cNvSpPr>
          <p:nvPr/>
        </p:nvSpPr>
        <p:spPr>
          <a:xfrm>
            <a:off x="5846127" y="16330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0" name="F2_precision_recall_distributions_3434">
            <a:extLst>
              <a:ext uri="{FF2B5EF4-FFF2-40B4-BE49-F238E27FC236}">
                <a16:creationId xmlns:a16="http://schemas.microsoft.com/office/drawing/2014/main" id="{101A8A94-A0D9-4A01-86F0-ADBEC85ED6A3}"/>
              </a:ext>
            </a:extLst>
          </p:cNvPr>
          <p:cNvSpPr>
            <a:spLocks noGrp="1"/>
          </p:cNvSpPr>
          <p:nvPr/>
        </p:nvSpPr>
        <p:spPr>
          <a:xfrm>
            <a:off x="5846915" y="17691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1" name="F2_precision_recall_distributions_3435">
            <a:extLst>
              <a:ext uri="{FF2B5EF4-FFF2-40B4-BE49-F238E27FC236}">
                <a16:creationId xmlns:a16="http://schemas.microsoft.com/office/drawing/2014/main" id="{DD23B209-5A47-41C3-A98E-2AB8CEE01B10}"/>
              </a:ext>
            </a:extLst>
          </p:cNvPr>
          <p:cNvSpPr>
            <a:spLocks noGrp="1"/>
          </p:cNvSpPr>
          <p:nvPr/>
        </p:nvSpPr>
        <p:spPr>
          <a:xfrm>
            <a:off x="6070124" y="16812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2" name="F2_precision_recall_distributions_3436">
            <a:extLst>
              <a:ext uri="{FF2B5EF4-FFF2-40B4-BE49-F238E27FC236}">
                <a16:creationId xmlns:a16="http://schemas.microsoft.com/office/drawing/2014/main" id="{18CFB6AB-05FB-434D-B515-14089D62E1DB}"/>
              </a:ext>
            </a:extLst>
          </p:cNvPr>
          <p:cNvSpPr>
            <a:spLocks noGrp="1"/>
          </p:cNvSpPr>
          <p:nvPr/>
        </p:nvSpPr>
        <p:spPr>
          <a:xfrm>
            <a:off x="5961495" y="19534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3" name="F2_precision_recall_distributions_3437">
            <a:extLst>
              <a:ext uri="{FF2B5EF4-FFF2-40B4-BE49-F238E27FC236}">
                <a16:creationId xmlns:a16="http://schemas.microsoft.com/office/drawing/2014/main" id="{038C48EA-EEAD-4C25-A5FA-6313C59D1D7A}"/>
              </a:ext>
            </a:extLst>
          </p:cNvPr>
          <p:cNvSpPr>
            <a:spLocks noGrp="1"/>
          </p:cNvSpPr>
          <p:nvPr/>
        </p:nvSpPr>
        <p:spPr>
          <a:xfrm>
            <a:off x="5989286" y="19839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4" name="F2_precision_recall_distributions_3438">
            <a:extLst>
              <a:ext uri="{FF2B5EF4-FFF2-40B4-BE49-F238E27FC236}">
                <a16:creationId xmlns:a16="http://schemas.microsoft.com/office/drawing/2014/main" id="{77F5A0B3-7FE5-48E4-9F66-F66196A50245}"/>
              </a:ext>
            </a:extLst>
          </p:cNvPr>
          <p:cNvSpPr>
            <a:spLocks noGrp="1"/>
          </p:cNvSpPr>
          <p:nvPr/>
        </p:nvSpPr>
        <p:spPr>
          <a:xfrm>
            <a:off x="5842016" y="16178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5" name="F2_precision_recall_distributions_3439">
            <a:extLst>
              <a:ext uri="{FF2B5EF4-FFF2-40B4-BE49-F238E27FC236}">
                <a16:creationId xmlns:a16="http://schemas.microsoft.com/office/drawing/2014/main" id="{377FB39E-5CEA-4782-8582-32CB04EE7E0F}"/>
              </a:ext>
            </a:extLst>
          </p:cNvPr>
          <p:cNvSpPr>
            <a:spLocks noGrp="1"/>
          </p:cNvSpPr>
          <p:nvPr/>
        </p:nvSpPr>
        <p:spPr>
          <a:xfrm>
            <a:off x="6028640" y="21624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6" name="F2_precision_recall_distributions_3440">
            <a:extLst>
              <a:ext uri="{FF2B5EF4-FFF2-40B4-BE49-F238E27FC236}">
                <a16:creationId xmlns:a16="http://schemas.microsoft.com/office/drawing/2014/main" id="{1065666D-AA1B-46D9-ADC9-F5FB2A2E951E}"/>
              </a:ext>
            </a:extLst>
          </p:cNvPr>
          <p:cNvSpPr>
            <a:spLocks noGrp="1"/>
          </p:cNvSpPr>
          <p:nvPr/>
        </p:nvSpPr>
        <p:spPr>
          <a:xfrm>
            <a:off x="6091518" y="15432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7" name="F2_precision_recall_distributions_3441">
            <a:extLst>
              <a:ext uri="{FF2B5EF4-FFF2-40B4-BE49-F238E27FC236}">
                <a16:creationId xmlns:a16="http://schemas.microsoft.com/office/drawing/2014/main" id="{AC4928DA-B3C1-4555-8659-7968F2368E0C}"/>
              </a:ext>
            </a:extLst>
          </p:cNvPr>
          <p:cNvSpPr>
            <a:spLocks noGrp="1"/>
          </p:cNvSpPr>
          <p:nvPr/>
        </p:nvSpPr>
        <p:spPr>
          <a:xfrm>
            <a:off x="5944800" y="17706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8" name="F2_precision_recall_distributions_3442">
            <a:extLst>
              <a:ext uri="{FF2B5EF4-FFF2-40B4-BE49-F238E27FC236}">
                <a16:creationId xmlns:a16="http://schemas.microsoft.com/office/drawing/2014/main" id="{811510B0-EECC-4013-835F-4673115040B2}"/>
              </a:ext>
            </a:extLst>
          </p:cNvPr>
          <p:cNvSpPr>
            <a:spLocks noGrp="1"/>
          </p:cNvSpPr>
          <p:nvPr/>
        </p:nvSpPr>
        <p:spPr>
          <a:xfrm>
            <a:off x="6017061" y="1584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29" name="F2_precision_recall_distributions_3443">
            <a:extLst>
              <a:ext uri="{FF2B5EF4-FFF2-40B4-BE49-F238E27FC236}">
                <a16:creationId xmlns:a16="http://schemas.microsoft.com/office/drawing/2014/main" id="{58CE6BD4-E594-4B0F-B37B-4EF1BC68F5AE}"/>
              </a:ext>
            </a:extLst>
          </p:cNvPr>
          <p:cNvSpPr>
            <a:spLocks noGrp="1"/>
          </p:cNvSpPr>
          <p:nvPr/>
        </p:nvSpPr>
        <p:spPr>
          <a:xfrm>
            <a:off x="5979734" y="16215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0" name="F2_precision_recall_distributions_3444">
            <a:extLst>
              <a:ext uri="{FF2B5EF4-FFF2-40B4-BE49-F238E27FC236}">
                <a16:creationId xmlns:a16="http://schemas.microsoft.com/office/drawing/2014/main" id="{61B56AB3-1E12-42C5-8C5D-C1500C24E3AE}"/>
              </a:ext>
            </a:extLst>
          </p:cNvPr>
          <p:cNvSpPr>
            <a:spLocks noGrp="1"/>
          </p:cNvSpPr>
          <p:nvPr/>
        </p:nvSpPr>
        <p:spPr>
          <a:xfrm>
            <a:off x="5823078" y="15222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1" name="F2_precision_recall_distributions_3445">
            <a:extLst>
              <a:ext uri="{FF2B5EF4-FFF2-40B4-BE49-F238E27FC236}">
                <a16:creationId xmlns:a16="http://schemas.microsoft.com/office/drawing/2014/main" id="{C21956DC-8331-4A8C-9077-0E7D8E664555}"/>
              </a:ext>
            </a:extLst>
          </p:cNvPr>
          <p:cNvSpPr>
            <a:spLocks noGrp="1"/>
          </p:cNvSpPr>
          <p:nvPr/>
        </p:nvSpPr>
        <p:spPr>
          <a:xfrm>
            <a:off x="6106913" y="1534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2" name="F2_precision_recall_distributions_3446">
            <a:extLst>
              <a:ext uri="{FF2B5EF4-FFF2-40B4-BE49-F238E27FC236}">
                <a16:creationId xmlns:a16="http://schemas.microsoft.com/office/drawing/2014/main" id="{FE54E1AA-A822-4CD9-827C-06FC2881D5E1}"/>
              </a:ext>
            </a:extLst>
          </p:cNvPr>
          <p:cNvSpPr>
            <a:spLocks noGrp="1"/>
          </p:cNvSpPr>
          <p:nvPr/>
        </p:nvSpPr>
        <p:spPr>
          <a:xfrm>
            <a:off x="5986036" y="1565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3" name="F2_precision_recall_distributions_3447">
            <a:extLst>
              <a:ext uri="{FF2B5EF4-FFF2-40B4-BE49-F238E27FC236}">
                <a16:creationId xmlns:a16="http://schemas.microsoft.com/office/drawing/2014/main" id="{1139C792-A945-4747-A92A-8EF54705F62A}"/>
              </a:ext>
            </a:extLst>
          </p:cNvPr>
          <p:cNvSpPr>
            <a:spLocks noGrp="1"/>
          </p:cNvSpPr>
          <p:nvPr/>
        </p:nvSpPr>
        <p:spPr>
          <a:xfrm>
            <a:off x="6018653" y="15493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4" name="F2_precision_recall_distributions_3448">
            <a:extLst>
              <a:ext uri="{FF2B5EF4-FFF2-40B4-BE49-F238E27FC236}">
                <a16:creationId xmlns:a16="http://schemas.microsoft.com/office/drawing/2014/main" id="{DC2F25E5-0AC4-41F4-9672-083D5101C2C1}"/>
              </a:ext>
            </a:extLst>
          </p:cNvPr>
          <p:cNvSpPr>
            <a:spLocks noGrp="1"/>
          </p:cNvSpPr>
          <p:nvPr/>
        </p:nvSpPr>
        <p:spPr>
          <a:xfrm>
            <a:off x="6106298" y="17242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5" name="F2_precision_recall_distributions_3449">
            <a:extLst>
              <a:ext uri="{FF2B5EF4-FFF2-40B4-BE49-F238E27FC236}">
                <a16:creationId xmlns:a16="http://schemas.microsoft.com/office/drawing/2014/main" id="{C2464EE4-08DE-4FF7-968F-37D067769031}"/>
              </a:ext>
            </a:extLst>
          </p:cNvPr>
          <p:cNvSpPr>
            <a:spLocks noGrp="1"/>
          </p:cNvSpPr>
          <p:nvPr/>
        </p:nvSpPr>
        <p:spPr>
          <a:xfrm>
            <a:off x="6049933" y="191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6" name="F2_precision_recall_distributions_3450">
            <a:extLst>
              <a:ext uri="{FF2B5EF4-FFF2-40B4-BE49-F238E27FC236}">
                <a16:creationId xmlns:a16="http://schemas.microsoft.com/office/drawing/2014/main" id="{387E8FD9-6CF3-4FDE-AD8A-46123995D102}"/>
              </a:ext>
            </a:extLst>
          </p:cNvPr>
          <p:cNvSpPr>
            <a:spLocks noGrp="1"/>
          </p:cNvSpPr>
          <p:nvPr/>
        </p:nvSpPr>
        <p:spPr>
          <a:xfrm>
            <a:off x="5977168" y="1984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7" name="F2_precision_recall_distributions_3451">
            <a:extLst>
              <a:ext uri="{FF2B5EF4-FFF2-40B4-BE49-F238E27FC236}">
                <a16:creationId xmlns:a16="http://schemas.microsoft.com/office/drawing/2014/main" id="{1363AF21-C536-4D3D-9022-D4B440BAE2DD}"/>
              </a:ext>
            </a:extLst>
          </p:cNvPr>
          <p:cNvSpPr>
            <a:spLocks noGrp="1"/>
          </p:cNvSpPr>
          <p:nvPr/>
        </p:nvSpPr>
        <p:spPr>
          <a:xfrm>
            <a:off x="6159767" y="18417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8" name="F2_precision_recall_distributions_3452">
            <a:extLst>
              <a:ext uri="{FF2B5EF4-FFF2-40B4-BE49-F238E27FC236}">
                <a16:creationId xmlns:a16="http://schemas.microsoft.com/office/drawing/2014/main" id="{6378A8D3-068E-4759-8311-9BCC82BB6EAC}"/>
              </a:ext>
            </a:extLst>
          </p:cNvPr>
          <p:cNvSpPr>
            <a:spLocks noGrp="1"/>
          </p:cNvSpPr>
          <p:nvPr/>
        </p:nvSpPr>
        <p:spPr>
          <a:xfrm>
            <a:off x="5939608" y="16266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39" name="F2_precision_recall_distributions_3453">
            <a:extLst>
              <a:ext uri="{FF2B5EF4-FFF2-40B4-BE49-F238E27FC236}">
                <a16:creationId xmlns:a16="http://schemas.microsoft.com/office/drawing/2014/main" id="{CC95109A-9A70-4974-80AF-86247F07CC51}"/>
              </a:ext>
            </a:extLst>
          </p:cNvPr>
          <p:cNvSpPr>
            <a:spLocks noGrp="1"/>
          </p:cNvSpPr>
          <p:nvPr/>
        </p:nvSpPr>
        <p:spPr>
          <a:xfrm>
            <a:off x="6045159" y="15502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0" name="F2_precision_recall_distributions_3454">
            <a:extLst>
              <a:ext uri="{FF2B5EF4-FFF2-40B4-BE49-F238E27FC236}">
                <a16:creationId xmlns:a16="http://schemas.microsoft.com/office/drawing/2014/main" id="{735D6426-4856-433E-BFE5-09BF044234A4}"/>
              </a:ext>
            </a:extLst>
          </p:cNvPr>
          <p:cNvSpPr>
            <a:spLocks noGrp="1"/>
          </p:cNvSpPr>
          <p:nvPr/>
        </p:nvSpPr>
        <p:spPr>
          <a:xfrm>
            <a:off x="5941719" y="180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1" name="F2_precision_recall_distributions_3455">
            <a:extLst>
              <a:ext uri="{FF2B5EF4-FFF2-40B4-BE49-F238E27FC236}">
                <a16:creationId xmlns:a16="http://schemas.microsoft.com/office/drawing/2014/main" id="{B80D6BEE-BED0-492C-9AFF-9E66834E4015}"/>
              </a:ext>
            </a:extLst>
          </p:cNvPr>
          <p:cNvSpPr>
            <a:spLocks noGrp="1"/>
          </p:cNvSpPr>
          <p:nvPr/>
        </p:nvSpPr>
        <p:spPr>
          <a:xfrm>
            <a:off x="6108070" y="17429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2" name="F2_precision_recall_distributions_3456">
            <a:extLst>
              <a:ext uri="{FF2B5EF4-FFF2-40B4-BE49-F238E27FC236}">
                <a16:creationId xmlns:a16="http://schemas.microsoft.com/office/drawing/2014/main" id="{0F053AC1-7A5D-46F8-AC61-9BAAE86ED1BC}"/>
              </a:ext>
            </a:extLst>
          </p:cNvPr>
          <p:cNvSpPr>
            <a:spLocks noGrp="1"/>
          </p:cNvSpPr>
          <p:nvPr/>
        </p:nvSpPr>
        <p:spPr>
          <a:xfrm>
            <a:off x="6114187" y="15585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3" name="F2_precision_recall_distributions_3457">
            <a:extLst>
              <a:ext uri="{FF2B5EF4-FFF2-40B4-BE49-F238E27FC236}">
                <a16:creationId xmlns:a16="http://schemas.microsoft.com/office/drawing/2014/main" id="{BE774E68-CF3D-4497-96B4-50C1D376AA5C}"/>
              </a:ext>
            </a:extLst>
          </p:cNvPr>
          <p:cNvSpPr>
            <a:spLocks noGrp="1"/>
          </p:cNvSpPr>
          <p:nvPr/>
        </p:nvSpPr>
        <p:spPr>
          <a:xfrm>
            <a:off x="6038649" y="20738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4" name="F2_precision_recall_distributions_3458">
            <a:extLst>
              <a:ext uri="{FF2B5EF4-FFF2-40B4-BE49-F238E27FC236}">
                <a16:creationId xmlns:a16="http://schemas.microsoft.com/office/drawing/2014/main" id="{336331B3-4BD2-44EB-A80F-21C4315C0E38}"/>
              </a:ext>
            </a:extLst>
          </p:cNvPr>
          <p:cNvSpPr>
            <a:spLocks noGrp="1"/>
          </p:cNvSpPr>
          <p:nvPr/>
        </p:nvSpPr>
        <p:spPr>
          <a:xfrm>
            <a:off x="6057954" y="15864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5" name="F2_precision_recall_distributions_3459">
            <a:extLst>
              <a:ext uri="{FF2B5EF4-FFF2-40B4-BE49-F238E27FC236}">
                <a16:creationId xmlns:a16="http://schemas.microsoft.com/office/drawing/2014/main" id="{A7B1A740-9508-425C-B592-78FF6B846016}"/>
              </a:ext>
            </a:extLst>
          </p:cNvPr>
          <p:cNvSpPr>
            <a:spLocks noGrp="1"/>
          </p:cNvSpPr>
          <p:nvPr/>
        </p:nvSpPr>
        <p:spPr>
          <a:xfrm>
            <a:off x="6077070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6" name="F2_precision_recall_distributions_3460">
            <a:extLst>
              <a:ext uri="{FF2B5EF4-FFF2-40B4-BE49-F238E27FC236}">
                <a16:creationId xmlns:a16="http://schemas.microsoft.com/office/drawing/2014/main" id="{20DCC3C1-0FF4-45DD-867D-B59BFC413F0E}"/>
              </a:ext>
            </a:extLst>
          </p:cNvPr>
          <p:cNvSpPr>
            <a:spLocks noGrp="1"/>
          </p:cNvSpPr>
          <p:nvPr/>
        </p:nvSpPr>
        <p:spPr>
          <a:xfrm>
            <a:off x="6030890" y="154558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7" name="F2_precision_recall_distributions_3461">
            <a:extLst>
              <a:ext uri="{FF2B5EF4-FFF2-40B4-BE49-F238E27FC236}">
                <a16:creationId xmlns:a16="http://schemas.microsoft.com/office/drawing/2014/main" id="{0AEF2AEF-9498-492D-A244-87A267FFA4C0}"/>
              </a:ext>
            </a:extLst>
          </p:cNvPr>
          <p:cNvSpPr>
            <a:spLocks noGrp="1"/>
          </p:cNvSpPr>
          <p:nvPr/>
        </p:nvSpPr>
        <p:spPr>
          <a:xfrm>
            <a:off x="5838402" y="19061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8" name="F2_precision_recall_distributions_3462">
            <a:extLst>
              <a:ext uri="{FF2B5EF4-FFF2-40B4-BE49-F238E27FC236}">
                <a16:creationId xmlns:a16="http://schemas.microsoft.com/office/drawing/2014/main" id="{B52D125C-4455-4ECA-9B6E-D88B0F2DDB3B}"/>
              </a:ext>
            </a:extLst>
          </p:cNvPr>
          <p:cNvSpPr>
            <a:spLocks noGrp="1"/>
          </p:cNvSpPr>
          <p:nvPr/>
        </p:nvSpPr>
        <p:spPr>
          <a:xfrm>
            <a:off x="6000578" y="17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49" name="F2_precision_recall_distributions_3463">
            <a:extLst>
              <a:ext uri="{FF2B5EF4-FFF2-40B4-BE49-F238E27FC236}">
                <a16:creationId xmlns:a16="http://schemas.microsoft.com/office/drawing/2014/main" id="{31E79291-D57B-425F-8EDB-E8558893BBCA}"/>
              </a:ext>
            </a:extLst>
          </p:cNvPr>
          <p:cNvSpPr>
            <a:spLocks noGrp="1"/>
          </p:cNvSpPr>
          <p:nvPr/>
        </p:nvSpPr>
        <p:spPr>
          <a:xfrm>
            <a:off x="6006345" y="15606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0" name="F2_precision_recall_distributions_3464">
            <a:extLst>
              <a:ext uri="{FF2B5EF4-FFF2-40B4-BE49-F238E27FC236}">
                <a16:creationId xmlns:a16="http://schemas.microsoft.com/office/drawing/2014/main" id="{78F98BAB-FDBC-46A1-853A-552DAB070BE6}"/>
              </a:ext>
            </a:extLst>
          </p:cNvPr>
          <p:cNvSpPr>
            <a:spLocks noGrp="1"/>
          </p:cNvSpPr>
          <p:nvPr/>
        </p:nvSpPr>
        <p:spPr>
          <a:xfrm>
            <a:off x="5959495" y="18385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1" name="F2_precision_recall_distributions_3465">
            <a:extLst>
              <a:ext uri="{FF2B5EF4-FFF2-40B4-BE49-F238E27FC236}">
                <a16:creationId xmlns:a16="http://schemas.microsoft.com/office/drawing/2014/main" id="{78DF5FF1-7F1E-4972-9E2F-34F0EF5AFFCE}"/>
              </a:ext>
            </a:extLst>
          </p:cNvPr>
          <p:cNvSpPr>
            <a:spLocks noGrp="1"/>
          </p:cNvSpPr>
          <p:nvPr/>
        </p:nvSpPr>
        <p:spPr>
          <a:xfrm>
            <a:off x="6124448" y="1697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2" name="F2_precision_recall_distributions_3466">
            <a:extLst>
              <a:ext uri="{FF2B5EF4-FFF2-40B4-BE49-F238E27FC236}">
                <a16:creationId xmlns:a16="http://schemas.microsoft.com/office/drawing/2014/main" id="{746A2346-217E-4CD9-9E17-333595349798}"/>
              </a:ext>
            </a:extLst>
          </p:cNvPr>
          <p:cNvSpPr>
            <a:spLocks noGrp="1"/>
          </p:cNvSpPr>
          <p:nvPr/>
        </p:nvSpPr>
        <p:spPr>
          <a:xfrm>
            <a:off x="6122853" y="15769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3" name="F2_precision_recall_distributions_3467">
            <a:extLst>
              <a:ext uri="{FF2B5EF4-FFF2-40B4-BE49-F238E27FC236}">
                <a16:creationId xmlns:a16="http://schemas.microsoft.com/office/drawing/2014/main" id="{569F2A80-E1C4-4056-9F16-9AB8FBD5BBDE}"/>
              </a:ext>
            </a:extLst>
          </p:cNvPr>
          <p:cNvSpPr>
            <a:spLocks noGrp="1"/>
          </p:cNvSpPr>
          <p:nvPr/>
        </p:nvSpPr>
        <p:spPr>
          <a:xfrm>
            <a:off x="5993151" y="15604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4" name="F2_precision_recall_distributions_3468">
            <a:extLst>
              <a:ext uri="{FF2B5EF4-FFF2-40B4-BE49-F238E27FC236}">
                <a16:creationId xmlns:a16="http://schemas.microsoft.com/office/drawing/2014/main" id="{87413537-05DC-4994-945F-75465CA3488E}"/>
              </a:ext>
            </a:extLst>
          </p:cNvPr>
          <p:cNvSpPr>
            <a:spLocks noGrp="1"/>
          </p:cNvSpPr>
          <p:nvPr/>
        </p:nvSpPr>
        <p:spPr>
          <a:xfrm>
            <a:off x="6109566" y="21336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5" name="F2_precision_recall_distributions_3469">
            <a:extLst>
              <a:ext uri="{FF2B5EF4-FFF2-40B4-BE49-F238E27FC236}">
                <a16:creationId xmlns:a16="http://schemas.microsoft.com/office/drawing/2014/main" id="{EDFE28DC-7BBD-4E77-A167-37365A409E74}"/>
              </a:ext>
            </a:extLst>
          </p:cNvPr>
          <p:cNvSpPr>
            <a:spLocks noGrp="1"/>
          </p:cNvSpPr>
          <p:nvPr/>
        </p:nvSpPr>
        <p:spPr>
          <a:xfrm>
            <a:off x="5881775" y="18382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6" name="F2_precision_recall_distributions_3470">
            <a:extLst>
              <a:ext uri="{FF2B5EF4-FFF2-40B4-BE49-F238E27FC236}">
                <a16:creationId xmlns:a16="http://schemas.microsoft.com/office/drawing/2014/main" id="{C19D2C90-AB9B-4882-8A7C-D4A74380D942}"/>
              </a:ext>
            </a:extLst>
          </p:cNvPr>
          <p:cNvSpPr>
            <a:spLocks noGrp="1"/>
          </p:cNvSpPr>
          <p:nvPr/>
        </p:nvSpPr>
        <p:spPr>
          <a:xfrm>
            <a:off x="5889676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7" name="F2_precision_recall_distributions_3471">
            <a:extLst>
              <a:ext uri="{FF2B5EF4-FFF2-40B4-BE49-F238E27FC236}">
                <a16:creationId xmlns:a16="http://schemas.microsoft.com/office/drawing/2014/main" id="{BA4C6C1A-A5F3-420E-BDC3-3FF1486F43F2}"/>
              </a:ext>
            </a:extLst>
          </p:cNvPr>
          <p:cNvSpPr>
            <a:spLocks noGrp="1"/>
          </p:cNvSpPr>
          <p:nvPr/>
        </p:nvSpPr>
        <p:spPr>
          <a:xfrm>
            <a:off x="5858072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8" name="F2_precision_recall_distributions_3472">
            <a:extLst>
              <a:ext uri="{FF2B5EF4-FFF2-40B4-BE49-F238E27FC236}">
                <a16:creationId xmlns:a16="http://schemas.microsoft.com/office/drawing/2014/main" id="{CB48D9A8-5AA7-4889-AC12-7700D78957C6}"/>
              </a:ext>
            </a:extLst>
          </p:cNvPr>
          <p:cNvSpPr>
            <a:spLocks noGrp="1"/>
          </p:cNvSpPr>
          <p:nvPr/>
        </p:nvSpPr>
        <p:spPr>
          <a:xfrm>
            <a:off x="6025659" y="15896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59" name="F2_precision_recall_distributions_3473">
            <a:extLst>
              <a:ext uri="{FF2B5EF4-FFF2-40B4-BE49-F238E27FC236}">
                <a16:creationId xmlns:a16="http://schemas.microsoft.com/office/drawing/2014/main" id="{018EB171-CB33-4BCF-A97D-63A7D7F8CBDB}"/>
              </a:ext>
            </a:extLst>
          </p:cNvPr>
          <p:cNvSpPr>
            <a:spLocks noGrp="1"/>
          </p:cNvSpPr>
          <p:nvPr/>
        </p:nvSpPr>
        <p:spPr>
          <a:xfrm>
            <a:off x="6098784" y="18288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0" name="F2_precision_recall_distributions_3474">
            <a:extLst>
              <a:ext uri="{FF2B5EF4-FFF2-40B4-BE49-F238E27FC236}">
                <a16:creationId xmlns:a16="http://schemas.microsoft.com/office/drawing/2014/main" id="{0DA67964-7709-4F49-9C97-647A5C0934CE}"/>
              </a:ext>
            </a:extLst>
          </p:cNvPr>
          <p:cNvSpPr>
            <a:spLocks noGrp="1"/>
          </p:cNvSpPr>
          <p:nvPr/>
        </p:nvSpPr>
        <p:spPr>
          <a:xfrm>
            <a:off x="5840727" y="22327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1" name="F2_precision_recall_distributions_3475">
            <a:extLst>
              <a:ext uri="{FF2B5EF4-FFF2-40B4-BE49-F238E27FC236}">
                <a16:creationId xmlns:a16="http://schemas.microsoft.com/office/drawing/2014/main" id="{7736D272-FADD-4176-9AF5-824697ADD886}"/>
              </a:ext>
            </a:extLst>
          </p:cNvPr>
          <p:cNvSpPr>
            <a:spLocks noGrp="1"/>
          </p:cNvSpPr>
          <p:nvPr/>
        </p:nvSpPr>
        <p:spPr>
          <a:xfrm>
            <a:off x="5920440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2" name="F2_precision_recall_distributions_3476">
            <a:extLst>
              <a:ext uri="{FF2B5EF4-FFF2-40B4-BE49-F238E27FC236}">
                <a16:creationId xmlns:a16="http://schemas.microsoft.com/office/drawing/2014/main" id="{86E76C3A-8945-47FD-B11B-CA4F75969AA6}"/>
              </a:ext>
            </a:extLst>
          </p:cNvPr>
          <p:cNvSpPr>
            <a:spLocks noGrp="1"/>
          </p:cNvSpPr>
          <p:nvPr/>
        </p:nvSpPr>
        <p:spPr>
          <a:xfrm>
            <a:off x="6145210" y="15374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3" name="F2_precision_recall_distributions_3477">
            <a:extLst>
              <a:ext uri="{FF2B5EF4-FFF2-40B4-BE49-F238E27FC236}">
                <a16:creationId xmlns:a16="http://schemas.microsoft.com/office/drawing/2014/main" id="{220ED237-456B-4664-90CC-6F374E4F0EC2}"/>
              </a:ext>
            </a:extLst>
          </p:cNvPr>
          <p:cNvSpPr>
            <a:spLocks noGrp="1"/>
          </p:cNvSpPr>
          <p:nvPr/>
        </p:nvSpPr>
        <p:spPr>
          <a:xfrm>
            <a:off x="5813434" y="15373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4" name="F2_precision_recall_distributions_3478">
            <a:extLst>
              <a:ext uri="{FF2B5EF4-FFF2-40B4-BE49-F238E27FC236}">
                <a16:creationId xmlns:a16="http://schemas.microsoft.com/office/drawing/2014/main" id="{7BD5A25A-F8B7-46B0-B094-8B01B49C8E2F}"/>
              </a:ext>
            </a:extLst>
          </p:cNvPr>
          <p:cNvSpPr>
            <a:spLocks noGrp="1"/>
          </p:cNvSpPr>
          <p:nvPr/>
        </p:nvSpPr>
        <p:spPr>
          <a:xfrm>
            <a:off x="591012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5" name="F2_precision_recall_distributions_3479">
            <a:extLst>
              <a:ext uri="{FF2B5EF4-FFF2-40B4-BE49-F238E27FC236}">
                <a16:creationId xmlns:a16="http://schemas.microsoft.com/office/drawing/2014/main" id="{F4DCC875-BA58-40AB-89C1-7891675D30E6}"/>
              </a:ext>
            </a:extLst>
          </p:cNvPr>
          <p:cNvSpPr>
            <a:spLocks noGrp="1"/>
          </p:cNvSpPr>
          <p:nvPr/>
        </p:nvSpPr>
        <p:spPr>
          <a:xfrm>
            <a:off x="6005104" y="1493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6" name="F2_precision_recall_distributions_3480">
            <a:extLst>
              <a:ext uri="{FF2B5EF4-FFF2-40B4-BE49-F238E27FC236}">
                <a16:creationId xmlns:a16="http://schemas.microsoft.com/office/drawing/2014/main" id="{3232A623-C9A2-47D2-A76A-8F91ED3ED3B9}"/>
              </a:ext>
            </a:extLst>
          </p:cNvPr>
          <p:cNvSpPr>
            <a:spLocks noGrp="1"/>
          </p:cNvSpPr>
          <p:nvPr/>
        </p:nvSpPr>
        <p:spPr>
          <a:xfrm>
            <a:off x="5943112" y="21314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7" name="F2_precision_recall_distributions_3481">
            <a:extLst>
              <a:ext uri="{FF2B5EF4-FFF2-40B4-BE49-F238E27FC236}">
                <a16:creationId xmlns:a16="http://schemas.microsoft.com/office/drawing/2014/main" id="{076242B6-6965-480F-AD9D-625D429FE27F}"/>
              </a:ext>
            </a:extLst>
          </p:cNvPr>
          <p:cNvSpPr>
            <a:spLocks noGrp="1"/>
          </p:cNvSpPr>
          <p:nvPr/>
        </p:nvSpPr>
        <p:spPr>
          <a:xfrm>
            <a:off x="5895712" y="22148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8" name="F2_precision_recall_distributions_3482">
            <a:extLst>
              <a:ext uri="{FF2B5EF4-FFF2-40B4-BE49-F238E27FC236}">
                <a16:creationId xmlns:a16="http://schemas.microsoft.com/office/drawing/2014/main" id="{D40EFDF4-328A-4045-917A-F0A704995661}"/>
              </a:ext>
            </a:extLst>
          </p:cNvPr>
          <p:cNvSpPr>
            <a:spLocks noGrp="1"/>
          </p:cNvSpPr>
          <p:nvPr/>
        </p:nvSpPr>
        <p:spPr>
          <a:xfrm>
            <a:off x="6025086" y="17433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69" name="F2_precision_recall_distributions_3483">
            <a:extLst>
              <a:ext uri="{FF2B5EF4-FFF2-40B4-BE49-F238E27FC236}">
                <a16:creationId xmlns:a16="http://schemas.microsoft.com/office/drawing/2014/main" id="{E3EAD277-A7E9-4727-B345-F4E1F35A9DF5}"/>
              </a:ext>
            </a:extLst>
          </p:cNvPr>
          <p:cNvSpPr>
            <a:spLocks noGrp="1"/>
          </p:cNvSpPr>
          <p:nvPr/>
        </p:nvSpPr>
        <p:spPr>
          <a:xfrm>
            <a:off x="6012632" y="15393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0" name="F2_precision_recall_distributions_3484">
            <a:extLst>
              <a:ext uri="{FF2B5EF4-FFF2-40B4-BE49-F238E27FC236}">
                <a16:creationId xmlns:a16="http://schemas.microsoft.com/office/drawing/2014/main" id="{560595DE-4CE9-4657-AEBE-4B06042B4BE3}"/>
              </a:ext>
            </a:extLst>
          </p:cNvPr>
          <p:cNvSpPr>
            <a:spLocks noGrp="1"/>
          </p:cNvSpPr>
          <p:nvPr/>
        </p:nvSpPr>
        <p:spPr>
          <a:xfrm>
            <a:off x="5809165" y="1532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1" name="F2_precision_recall_distributions_3485">
            <a:extLst>
              <a:ext uri="{FF2B5EF4-FFF2-40B4-BE49-F238E27FC236}">
                <a16:creationId xmlns:a16="http://schemas.microsoft.com/office/drawing/2014/main" id="{32015FF3-C76E-46D0-A95F-CBB414C56ADF}"/>
              </a:ext>
            </a:extLst>
          </p:cNvPr>
          <p:cNvSpPr>
            <a:spLocks noGrp="1"/>
          </p:cNvSpPr>
          <p:nvPr/>
        </p:nvSpPr>
        <p:spPr>
          <a:xfrm>
            <a:off x="613962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2" name="F2_precision_recall_distributions_3486">
            <a:extLst>
              <a:ext uri="{FF2B5EF4-FFF2-40B4-BE49-F238E27FC236}">
                <a16:creationId xmlns:a16="http://schemas.microsoft.com/office/drawing/2014/main" id="{1CDEC762-004B-4458-9060-3DA0FDA7B7B3}"/>
              </a:ext>
            </a:extLst>
          </p:cNvPr>
          <p:cNvSpPr>
            <a:spLocks noGrp="1"/>
          </p:cNvSpPr>
          <p:nvPr/>
        </p:nvSpPr>
        <p:spPr>
          <a:xfrm>
            <a:off x="6088746" y="1787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3" name="F2_precision_recall_distributions_3487">
            <a:extLst>
              <a:ext uri="{FF2B5EF4-FFF2-40B4-BE49-F238E27FC236}">
                <a16:creationId xmlns:a16="http://schemas.microsoft.com/office/drawing/2014/main" id="{068DC7AE-19BC-4B3C-8E88-9A9D9BF04C84}"/>
              </a:ext>
            </a:extLst>
          </p:cNvPr>
          <p:cNvSpPr>
            <a:spLocks noGrp="1"/>
          </p:cNvSpPr>
          <p:nvPr/>
        </p:nvSpPr>
        <p:spPr>
          <a:xfrm>
            <a:off x="5867180" y="18570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4" name="F2_precision_recall_distributions_3488">
            <a:extLst>
              <a:ext uri="{FF2B5EF4-FFF2-40B4-BE49-F238E27FC236}">
                <a16:creationId xmlns:a16="http://schemas.microsoft.com/office/drawing/2014/main" id="{9DC21148-4309-47FD-A1FD-1B08D4EE247A}"/>
              </a:ext>
            </a:extLst>
          </p:cNvPr>
          <p:cNvSpPr>
            <a:spLocks noGrp="1"/>
          </p:cNvSpPr>
          <p:nvPr/>
        </p:nvSpPr>
        <p:spPr>
          <a:xfrm>
            <a:off x="5985892" y="15488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5" name="F2_precision_recall_distributions_3489">
            <a:extLst>
              <a:ext uri="{FF2B5EF4-FFF2-40B4-BE49-F238E27FC236}">
                <a16:creationId xmlns:a16="http://schemas.microsoft.com/office/drawing/2014/main" id="{D5DFD182-B815-4B2D-8777-1D12E05E6A86}"/>
              </a:ext>
            </a:extLst>
          </p:cNvPr>
          <p:cNvSpPr>
            <a:spLocks noGrp="1"/>
          </p:cNvSpPr>
          <p:nvPr/>
        </p:nvSpPr>
        <p:spPr>
          <a:xfrm>
            <a:off x="6163609" y="15454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6" name="F2_precision_recall_distributions_3490">
            <a:extLst>
              <a:ext uri="{FF2B5EF4-FFF2-40B4-BE49-F238E27FC236}">
                <a16:creationId xmlns:a16="http://schemas.microsoft.com/office/drawing/2014/main" id="{FE4C9BA7-6D00-4825-87A7-CA80AAB93976}"/>
              </a:ext>
            </a:extLst>
          </p:cNvPr>
          <p:cNvSpPr>
            <a:spLocks noGrp="1"/>
          </p:cNvSpPr>
          <p:nvPr/>
        </p:nvSpPr>
        <p:spPr>
          <a:xfrm>
            <a:off x="5975439" y="1628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7" name="F2_precision_recall_distributions_3491">
            <a:extLst>
              <a:ext uri="{FF2B5EF4-FFF2-40B4-BE49-F238E27FC236}">
                <a16:creationId xmlns:a16="http://schemas.microsoft.com/office/drawing/2014/main" id="{6A2B7552-7BD6-4515-8F3E-6ACCA5533202}"/>
              </a:ext>
            </a:extLst>
          </p:cNvPr>
          <p:cNvSpPr>
            <a:spLocks noGrp="1"/>
          </p:cNvSpPr>
          <p:nvPr/>
        </p:nvSpPr>
        <p:spPr>
          <a:xfrm>
            <a:off x="5939250" y="15833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8" name="F2_precision_recall_distributions_3492">
            <a:extLst>
              <a:ext uri="{FF2B5EF4-FFF2-40B4-BE49-F238E27FC236}">
                <a16:creationId xmlns:a16="http://schemas.microsoft.com/office/drawing/2014/main" id="{7176196C-8AA2-4443-A235-CD4FA0742308}"/>
              </a:ext>
            </a:extLst>
          </p:cNvPr>
          <p:cNvSpPr>
            <a:spLocks noGrp="1"/>
          </p:cNvSpPr>
          <p:nvPr/>
        </p:nvSpPr>
        <p:spPr>
          <a:xfrm>
            <a:off x="6060748" y="198687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79" name="F2_precision_recall_distributions_3493">
            <a:extLst>
              <a:ext uri="{FF2B5EF4-FFF2-40B4-BE49-F238E27FC236}">
                <a16:creationId xmlns:a16="http://schemas.microsoft.com/office/drawing/2014/main" id="{BE82AC47-73D6-4F1D-AFDD-2FEBA441D353}"/>
              </a:ext>
            </a:extLst>
          </p:cNvPr>
          <p:cNvSpPr>
            <a:spLocks noGrp="1"/>
          </p:cNvSpPr>
          <p:nvPr/>
        </p:nvSpPr>
        <p:spPr>
          <a:xfrm>
            <a:off x="6106534" y="17780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0" name="F2_precision_recall_distributions_3494">
            <a:extLst>
              <a:ext uri="{FF2B5EF4-FFF2-40B4-BE49-F238E27FC236}">
                <a16:creationId xmlns:a16="http://schemas.microsoft.com/office/drawing/2014/main" id="{F6A2734E-DAB4-4017-B09F-8C463604EDD5}"/>
              </a:ext>
            </a:extLst>
          </p:cNvPr>
          <p:cNvSpPr>
            <a:spLocks noGrp="1"/>
          </p:cNvSpPr>
          <p:nvPr/>
        </p:nvSpPr>
        <p:spPr>
          <a:xfrm>
            <a:off x="5926046" y="16767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1" name="F2_precision_recall_distributions_3495">
            <a:extLst>
              <a:ext uri="{FF2B5EF4-FFF2-40B4-BE49-F238E27FC236}">
                <a16:creationId xmlns:a16="http://schemas.microsoft.com/office/drawing/2014/main" id="{6536FB25-D68C-4776-B4F3-FDA6CAC0B07D}"/>
              </a:ext>
            </a:extLst>
          </p:cNvPr>
          <p:cNvSpPr>
            <a:spLocks noGrp="1"/>
          </p:cNvSpPr>
          <p:nvPr/>
        </p:nvSpPr>
        <p:spPr>
          <a:xfrm>
            <a:off x="5818434" y="19570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2" name="F2_precision_recall_distributions_3496">
            <a:extLst>
              <a:ext uri="{FF2B5EF4-FFF2-40B4-BE49-F238E27FC236}">
                <a16:creationId xmlns:a16="http://schemas.microsoft.com/office/drawing/2014/main" id="{0E7A384F-347C-495D-8ECF-1BFFA925CD97}"/>
              </a:ext>
            </a:extLst>
          </p:cNvPr>
          <p:cNvSpPr>
            <a:spLocks noGrp="1"/>
          </p:cNvSpPr>
          <p:nvPr/>
        </p:nvSpPr>
        <p:spPr>
          <a:xfrm>
            <a:off x="5826604" y="17936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3" name="F2_precision_recall_distributions_3497">
            <a:extLst>
              <a:ext uri="{FF2B5EF4-FFF2-40B4-BE49-F238E27FC236}">
                <a16:creationId xmlns:a16="http://schemas.microsoft.com/office/drawing/2014/main" id="{D1C2472D-2F44-42D0-AEFF-716B17073758}"/>
              </a:ext>
            </a:extLst>
          </p:cNvPr>
          <p:cNvSpPr>
            <a:spLocks noGrp="1"/>
          </p:cNvSpPr>
          <p:nvPr/>
        </p:nvSpPr>
        <p:spPr>
          <a:xfrm>
            <a:off x="6075573" y="18210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4" name="F2_precision_recall_distributions_3498">
            <a:extLst>
              <a:ext uri="{FF2B5EF4-FFF2-40B4-BE49-F238E27FC236}">
                <a16:creationId xmlns:a16="http://schemas.microsoft.com/office/drawing/2014/main" id="{9F6A6307-AF1C-4D26-BD91-B7F6BED7A2C0}"/>
              </a:ext>
            </a:extLst>
          </p:cNvPr>
          <p:cNvSpPr>
            <a:spLocks noGrp="1"/>
          </p:cNvSpPr>
          <p:nvPr/>
        </p:nvSpPr>
        <p:spPr>
          <a:xfrm>
            <a:off x="5855559" y="218011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5" name="F2_precision_recall_distributions_3499">
            <a:extLst>
              <a:ext uri="{FF2B5EF4-FFF2-40B4-BE49-F238E27FC236}">
                <a16:creationId xmlns:a16="http://schemas.microsoft.com/office/drawing/2014/main" id="{2F7652AD-06B0-423C-9B94-B50E33691FE7}"/>
              </a:ext>
            </a:extLst>
          </p:cNvPr>
          <p:cNvSpPr>
            <a:spLocks noGrp="1"/>
          </p:cNvSpPr>
          <p:nvPr/>
        </p:nvSpPr>
        <p:spPr>
          <a:xfrm>
            <a:off x="5894991" y="22227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6" name="F2_precision_recall_distributions_3500">
            <a:extLst>
              <a:ext uri="{FF2B5EF4-FFF2-40B4-BE49-F238E27FC236}">
                <a16:creationId xmlns:a16="http://schemas.microsoft.com/office/drawing/2014/main" id="{140580CB-28EB-461D-91A2-10AD4CF2794F}"/>
              </a:ext>
            </a:extLst>
          </p:cNvPr>
          <p:cNvSpPr>
            <a:spLocks noGrp="1"/>
          </p:cNvSpPr>
          <p:nvPr/>
        </p:nvSpPr>
        <p:spPr>
          <a:xfrm>
            <a:off x="5892667" y="15805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7" name="F2_precision_recall_distributions_3501">
            <a:extLst>
              <a:ext uri="{FF2B5EF4-FFF2-40B4-BE49-F238E27FC236}">
                <a16:creationId xmlns:a16="http://schemas.microsoft.com/office/drawing/2014/main" id="{E4384B02-09FE-4771-A2CB-F91F2034DEE0}"/>
              </a:ext>
            </a:extLst>
          </p:cNvPr>
          <p:cNvSpPr>
            <a:spLocks noGrp="1"/>
          </p:cNvSpPr>
          <p:nvPr/>
        </p:nvSpPr>
        <p:spPr>
          <a:xfrm>
            <a:off x="5813007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8" name="F2_precision_recall_distributions_3502">
            <a:extLst>
              <a:ext uri="{FF2B5EF4-FFF2-40B4-BE49-F238E27FC236}">
                <a16:creationId xmlns:a16="http://schemas.microsoft.com/office/drawing/2014/main" id="{B72158D5-AAC8-41F5-83E1-E0621AAD88EE}"/>
              </a:ext>
            </a:extLst>
          </p:cNvPr>
          <p:cNvSpPr>
            <a:spLocks noGrp="1"/>
          </p:cNvSpPr>
          <p:nvPr/>
        </p:nvSpPr>
        <p:spPr>
          <a:xfrm>
            <a:off x="6055185" y="1539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89" name="F2_precision_recall_distributions_3503">
            <a:extLst>
              <a:ext uri="{FF2B5EF4-FFF2-40B4-BE49-F238E27FC236}">
                <a16:creationId xmlns:a16="http://schemas.microsoft.com/office/drawing/2014/main" id="{12C3CAA8-AB55-4A18-8D3B-AFE6B18BA416}"/>
              </a:ext>
            </a:extLst>
          </p:cNvPr>
          <p:cNvSpPr>
            <a:spLocks noGrp="1"/>
          </p:cNvSpPr>
          <p:nvPr/>
        </p:nvSpPr>
        <p:spPr>
          <a:xfrm>
            <a:off x="6145008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0" name="F2_precision_recall_distributions_3504">
            <a:extLst>
              <a:ext uri="{FF2B5EF4-FFF2-40B4-BE49-F238E27FC236}">
                <a16:creationId xmlns:a16="http://schemas.microsoft.com/office/drawing/2014/main" id="{533FBF37-F078-49FB-9AD2-EA6D7C789B2C}"/>
              </a:ext>
            </a:extLst>
          </p:cNvPr>
          <p:cNvSpPr>
            <a:spLocks noGrp="1"/>
          </p:cNvSpPr>
          <p:nvPr/>
        </p:nvSpPr>
        <p:spPr>
          <a:xfrm>
            <a:off x="5836134" y="18815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1" name="F2_precision_recall_distributions_3505">
            <a:extLst>
              <a:ext uri="{FF2B5EF4-FFF2-40B4-BE49-F238E27FC236}">
                <a16:creationId xmlns:a16="http://schemas.microsoft.com/office/drawing/2014/main" id="{442B7ED8-D979-49DC-B29F-5D06C64FBB5E}"/>
              </a:ext>
            </a:extLst>
          </p:cNvPr>
          <p:cNvSpPr>
            <a:spLocks noGrp="1"/>
          </p:cNvSpPr>
          <p:nvPr/>
        </p:nvSpPr>
        <p:spPr>
          <a:xfrm>
            <a:off x="5999126" y="15738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2" name="F2_precision_recall_distributions_3506">
            <a:extLst>
              <a:ext uri="{FF2B5EF4-FFF2-40B4-BE49-F238E27FC236}">
                <a16:creationId xmlns:a16="http://schemas.microsoft.com/office/drawing/2014/main" id="{95E535B4-5A4F-4682-8C77-FAE31E0E6B41}"/>
              </a:ext>
            </a:extLst>
          </p:cNvPr>
          <p:cNvSpPr>
            <a:spLocks noGrp="1"/>
          </p:cNvSpPr>
          <p:nvPr/>
        </p:nvSpPr>
        <p:spPr>
          <a:xfrm>
            <a:off x="5930535" y="19419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3" name="F2_precision_recall_distributions_3507">
            <a:extLst>
              <a:ext uri="{FF2B5EF4-FFF2-40B4-BE49-F238E27FC236}">
                <a16:creationId xmlns:a16="http://schemas.microsoft.com/office/drawing/2014/main" id="{289E9987-AAA7-428E-8C43-984C1A8483AF}"/>
              </a:ext>
            </a:extLst>
          </p:cNvPr>
          <p:cNvSpPr>
            <a:spLocks noGrp="1"/>
          </p:cNvSpPr>
          <p:nvPr/>
        </p:nvSpPr>
        <p:spPr>
          <a:xfrm>
            <a:off x="5912584" y="1633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4" name="F2_precision_recall_distributions_3508">
            <a:extLst>
              <a:ext uri="{FF2B5EF4-FFF2-40B4-BE49-F238E27FC236}">
                <a16:creationId xmlns:a16="http://schemas.microsoft.com/office/drawing/2014/main" id="{E47F4110-288F-4C8E-8E0E-62E9241D2636}"/>
              </a:ext>
            </a:extLst>
          </p:cNvPr>
          <p:cNvSpPr>
            <a:spLocks noGrp="1"/>
          </p:cNvSpPr>
          <p:nvPr/>
        </p:nvSpPr>
        <p:spPr>
          <a:xfrm>
            <a:off x="5897134" y="15617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5" name="F2_precision_recall_distributions_3509">
            <a:extLst>
              <a:ext uri="{FF2B5EF4-FFF2-40B4-BE49-F238E27FC236}">
                <a16:creationId xmlns:a16="http://schemas.microsoft.com/office/drawing/2014/main" id="{43368F1E-8441-4DF6-9073-D66308BE7AC0}"/>
              </a:ext>
            </a:extLst>
          </p:cNvPr>
          <p:cNvSpPr>
            <a:spLocks noGrp="1"/>
          </p:cNvSpPr>
          <p:nvPr/>
        </p:nvSpPr>
        <p:spPr>
          <a:xfrm>
            <a:off x="6078490" y="15811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6" name="F2_precision_recall_distributions_3510">
            <a:extLst>
              <a:ext uri="{FF2B5EF4-FFF2-40B4-BE49-F238E27FC236}">
                <a16:creationId xmlns:a16="http://schemas.microsoft.com/office/drawing/2014/main" id="{BC759EF3-65BF-4DFA-8CAF-FFB5BC517690}"/>
              </a:ext>
            </a:extLst>
          </p:cNvPr>
          <p:cNvSpPr>
            <a:spLocks noGrp="1"/>
          </p:cNvSpPr>
          <p:nvPr/>
        </p:nvSpPr>
        <p:spPr>
          <a:xfrm>
            <a:off x="600879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7" name="F2_precision_recall_distributions_3511">
            <a:extLst>
              <a:ext uri="{FF2B5EF4-FFF2-40B4-BE49-F238E27FC236}">
                <a16:creationId xmlns:a16="http://schemas.microsoft.com/office/drawing/2014/main" id="{2B49A1A1-456C-4D67-9A2A-F9FC5D50F0CC}"/>
              </a:ext>
            </a:extLst>
          </p:cNvPr>
          <p:cNvSpPr>
            <a:spLocks noGrp="1"/>
          </p:cNvSpPr>
          <p:nvPr/>
        </p:nvSpPr>
        <p:spPr>
          <a:xfrm>
            <a:off x="5891365" y="15862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8" name="F2_precision_recall_distributions_3512">
            <a:extLst>
              <a:ext uri="{FF2B5EF4-FFF2-40B4-BE49-F238E27FC236}">
                <a16:creationId xmlns:a16="http://schemas.microsoft.com/office/drawing/2014/main" id="{60A35334-13C0-47A3-814E-1AEA546760A0}"/>
              </a:ext>
            </a:extLst>
          </p:cNvPr>
          <p:cNvSpPr>
            <a:spLocks noGrp="1"/>
          </p:cNvSpPr>
          <p:nvPr/>
        </p:nvSpPr>
        <p:spPr>
          <a:xfrm>
            <a:off x="6007480" y="156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699" name="F2_precision_recall_distributions_3513">
            <a:extLst>
              <a:ext uri="{FF2B5EF4-FFF2-40B4-BE49-F238E27FC236}">
                <a16:creationId xmlns:a16="http://schemas.microsoft.com/office/drawing/2014/main" id="{6CFF9BEF-86B3-4DE6-BBDB-83B94699BC95}"/>
              </a:ext>
            </a:extLst>
          </p:cNvPr>
          <p:cNvSpPr>
            <a:spLocks noGrp="1"/>
          </p:cNvSpPr>
          <p:nvPr/>
        </p:nvSpPr>
        <p:spPr>
          <a:xfrm>
            <a:off x="6127851" y="19473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0" name="F2_precision_recall_distributions_3514">
            <a:extLst>
              <a:ext uri="{FF2B5EF4-FFF2-40B4-BE49-F238E27FC236}">
                <a16:creationId xmlns:a16="http://schemas.microsoft.com/office/drawing/2014/main" id="{BC065219-99CA-4F7F-AD99-DBB34AF28D5F}"/>
              </a:ext>
            </a:extLst>
          </p:cNvPr>
          <p:cNvSpPr>
            <a:spLocks noGrp="1"/>
          </p:cNvSpPr>
          <p:nvPr/>
        </p:nvSpPr>
        <p:spPr>
          <a:xfrm>
            <a:off x="6036436" y="17010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1" name="F2_precision_recall_distributions_3515">
            <a:extLst>
              <a:ext uri="{FF2B5EF4-FFF2-40B4-BE49-F238E27FC236}">
                <a16:creationId xmlns:a16="http://schemas.microsoft.com/office/drawing/2014/main" id="{A9722818-AE71-46CD-B1EB-2909E58063D9}"/>
              </a:ext>
            </a:extLst>
          </p:cNvPr>
          <p:cNvSpPr>
            <a:spLocks noGrp="1"/>
          </p:cNvSpPr>
          <p:nvPr/>
        </p:nvSpPr>
        <p:spPr>
          <a:xfrm>
            <a:off x="5962080" y="15988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2" name="F2_precision_recall_distributions_3516">
            <a:extLst>
              <a:ext uri="{FF2B5EF4-FFF2-40B4-BE49-F238E27FC236}">
                <a16:creationId xmlns:a16="http://schemas.microsoft.com/office/drawing/2014/main" id="{4B72529D-49FD-495A-9889-BD78CB652B87}"/>
              </a:ext>
            </a:extLst>
          </p:cNvPr>
          <p:cNvSpPr>
            <a:spLocks noGrp="1"/>
          </p:cNvSpPr>
          <p:nvPr/>
        </p:nvSpPr>
        <p:spPr>
          <a:xfrm>
            <a:off x="6029255" y="15705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3" name="F2_precision_recall_distributions_3517">
            <a:extLst>
              <a:ext uri="{FF2B5EF4-FFF2-40B4-BE49-F238E27FC236}">
                <a16:creationId xmlns:a16="http://schemas.microsoft.com/office/drawing/2014/main" id="{C62A39F5-DCC7-49A5-8FD8-8BCFCA459A68}"/>
              </a:ext>
            </a:extLst>
          </p:cNvPr>
          <p:cNvSpPr>
            <a:spLocks noGrp="1"/>
          </p:cNvSpPr>
          <p:nvPr/>
        </p:nvSpPr>
        <p:spPr>
          <a:xfrm>
            <a:off x="5837224" y="19608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4" name="F2_precision_recall_distributions_3518">
            <a:extLst>
              <a:ext uri="{FF2B5EF4-FFF2-40B4-BE49-F238E27FC236}">
                <a16:creationId xmlns:a16="http://schemas.microsoft.com/office/drawing/2014/main" id="{5A5DB2B0-40D2-4BD4-92BC-D48046878E5E}"/>
              </a:ext>
            </a:extLst>
          </p:cNvPr>
          <p:cNvSpPr>
            <a:spLocks noGrp="1"/>
          </p:cNvSpPr>
          <p:nvPr/>
        </p:nvSpPr>
        <p:spPr>
          <a:xfrm>
            <a:off x="6131618" y="15563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5" name="F2_precision_recall_distributions_3519">
            <a:extLst>
              <a:ext uri="{FF2B5EF4-FFF2-40B4-BE49-F238E27FC236}">
                <a16:creationId xmlns:a16="http://schemas.microsoft.com/office/drawing/2014/main" id="{76919F60-F680-4410-A356-CACEA5005A8D}"/>
              </a:ext>
            </a:extLst>
          </p:cNvPr>
          <p:cNvSpPr>
            <a:spLocks noGrp="1"/>
          </p:cNvSpPr>
          <p:nvPr/>
        </p:nvSpPr>
        <p:spPr>
          <a:xfrm>
            <a:off x="6115276" y="17983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6" name="F2_precision_recall_distributions_3520">
            <a:extLst>
              <a:ext uri="{FF2B5EF4-FFF2-40B4-BE49-F238E27FC236}">
                <a16:creationId xmlns:a16="http://schemas.microsoft.com/office/drawing/2014/main" id="{24500832-DE55-4F22-A60A-7F01F63DD962}"/>
              </a:ext>
            </a:extLst>
          </p:cNvPr>
          <p:cNvSpPr>
            <a:spLocks noGrp="1"/>
          </p:cNvSpPr>
          <p:nvPr/>
        </p:nvSpPr>
        <p:spPr>
          <a:xfrm>
            <a:off x="6035454" y="17201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7" name="F2_precision_recall_distributions_3521">
            <a:extLst>
              <a:ext uri="{FF2B5EF4-FFF2-40B4-BE49-F238E27FC236}">
                <a16:creationId xmlns:a16="http://schemas.microsoft.com/office/drawing/2014/main" id="{84322097-4716-44A2-97BE-D07C060318B7}"/>
              </a:ext>
            </a:extLst>
          </p:cNvPr>
          <p:cNvSpPr>
            <a:spLocks noGrp="1"/>
          </p:cNvSpPr>
          <p:nvPr/>
        </p:nvSpPr>
        <p:spPr>
          <a:xfrm>
            <a:off x="5945775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8" name="F2_precision_recall_distributions_3522">
            <a:extLst>
              <a:ext uri="{FF2B5EF4-FFF2-40B4-BE49-F238E27FC236}">
                <a16:creationId xmlns:a16="http://schemas.microsoft.com/office/drawing/2014/main" id="{8D3DD825-ADDF-4382-9775-64CABB9971D5}"/>
              </a:ext>
            </a:extLst>
          </p:cNvPr>
          <p:cNvSpPr>
            <a:spLocks noGrp="1"/>
          </p:cNvSpPr>
          <p:nvPr/>
        </p:nvSpPr>
        <p:spPr>
          <a:xfrm>
            <a:off x="5808593" y="15245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09" name="F2_precision_recall_distributions_3523">
            <a:extLst>
              <a:ext uri="{FF2B5EF4-FFF2-40B4-BE49-F238E27FC236}">
                <a16:creationId xmlns:a16="http://schemas.microsoft.com/office/drawing/2014/main" id="{71DC3F7F-F541-46DD-B2B3-9F9DDFA0F6B4}"/>
              </a:ext>
            </a:extLst>
          </p:cNvPr>
          <p:cNvSpPr>
            <a:spLocks noGrp="1"/>
          </p:cNvSpPr>
          <p:nvPr/>
        </p:nvSpPr>
        <p:spPr>
          <a:xfrm>
            <a:off x="5860045" y="15813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0" name="F2_precision_recall_distributions_3524">
            <a:extLst>
              <a:ext uri="{FF2B5EF4-FFF2-40B4-BE49-F238E27FC236}">
                <a16:creationId xmlns:a16="http://schemas.microsoft.com/office/drawing/2014/main" id="{409D8D57-AD64-4258-8D6F-B2AF3BB5809A}"/>
              </a:ext>
            </a:extLst>
          </p:cNvPr>
          <p:cNvSpPr>
            <a:spLocks noGrp="1"/>
          </p:cNvSpPr>
          <p:nvPr/>
        </p:nvSpPr>
        <p:spPr>
          <a:xfrm>
            <a:off x="5889639" y="15152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1" name="F2_precision_recall_distributions_3525">
            <a:extLst>
              <a:ext uri="{FF2B5EF4-FFF2-40B4-BE49-F238E27FC236}">
                <a16:creationId xmlns:a16="http://schemas.microsoft.com/office/drawing/2014/main" id="{59904BDD-0CE1-4960-AF92-883703E4FC0B}"/>
              </a:ext>
            </a:extLst>
          </p:cNvPr>
          <p:cNvSpPr>
            <a:spLocks noGrp="1"/>
          </p:cNvSpPr>
          <p:nvPr/>
        </p:nvSpPr>
        <p:spPr>
          <a:xfrm>
            <a:off x="5879989" y="17456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2" name="F2_precision_recall_distributions_3526">
            <a:extLst>
              <a:ext uri="{FF2B5EF4-FFF2-40B4-BE49-F238E27FC236}">
                <a16:creationId xmlns:a16="http://schemas.microsoft.com/office/drawing/2014/main" id="{444250F2-BE3C-43E8-9BF0-21E9A3A351F6}"/>
              </a:ext>
            </a:extLst>
          </p:cNvPr>
          <p:cNvSpPr>
            <a:spLocks noGrp="1"/>
          </p:cNvSpPr>
          <p:nvPr/>
        </p:nvSpPr>
        <p:spPr>
          <a:xfrm>
            <a:off x="6092309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3" name="F2_precision_recall_distributions_3527">
            <a:extLst>
              <a:ext uri="{FF2B5EF4-FFF2-40B4-BE49-F238E27FC236}">
                <a16:creationId xmlns:a16="http://schemas.microsoft.com/office/drawing/2014/main" id="{5F8F15C0-4484-40AC-B727-C0B054AE0B28}"/>
              </a:ext>
            </a:extLst>
          </p:cNvPr>
          <p:cNvSpPr>
            <a:spLocks noGrp="1"/>
          </p:cNvSpPr>
          <p:nvPr/>
        </p:nvSpPr>
        <p:spPr>
          <a:xfrm>
            <a:off x="6105310" y="2306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4" name="F2_precision_recall_distributions_3528">
            <a:extLst>
              <a:ext uri="{FF2B5EF4-FFF2-40B4-BE49-F238E27FC236}">
                <a16:creationId xmlns:a16="http://schemas.microsoft.com/office/drawing/2014/main" id="{EF32DDB8-B8D2-40C9-87BD-18F06B864F14}"/>
              </a:ext>
            </a:extLst>
          </p:cNvPr>
          <p:cNvSpPr>
            <a:spLocks noGrp="1"/>
          </p:cNvSpPr>
          <p:nvPr/>
        </p:nvSpPr>
        <p:spPr>
          <a:xfrm>
            <a:off x="6063298" y="1986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5" name="F2_precision_recall_distributions_3529">
            <a:extLst>
              <a:ext uri="{FF2B5EF4-FFF2-40B4-BE49-F238E27FC236}">
                <a16:creationId xmlns:a16="http://schemas.microsoft.com/office/drawing/2014/main" id="{3C4A0C99-1296-4CE5-8627-762E606E7A70}"/>
              </a:ext>
            </a:extLst>
          </p:cNvPr>
          <p:cNvSpPr>
            <a:spLocks noGrp="1"/>
          </p:cNvSpPr>
          <p:nvPr/>
        </p:nvSpPr>
        <p:spPr>
          <a:xfrm>
            <a:off x="5942622" y="16929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6" name="F2_precision_recall_distributions_3530">
            <a:extLst>
              <a:ext uri="{FF2B5EF4-FFF2-40B4-BE49-F238E27FC236}">
                <a16:creationId xmlns:a16="http://schemas.microsoft.com/office/drawing/2014/main" id="{13E59DCF-E855-4D97-9A73-AB67AF8E7C41}"/>
              </a:ext>
            </a:extLst>
          </p:cNvPr>
          <p:cNvSpPr>
            <a:spLocks noGrp="1"/>
          </p:cNvSpPr>
          <p:nvPr/>
        </p:nvSpPr>
        <p:spPr>
          <a:xfrm>
            <a:off x="5818243" y="21217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7" name="F2_precision_recall_distributions_3531">
            <a:extLst>
              <a:ext uri="{FF2B5EF4-FFF2-40B4-BE49-F238E27FC236}">
                <a16:creationId xmlns:a16="http://schemas.microsoft.com/office/drawing/2014/main" id="{2E118946-A7A4-4C10-A8F9-1DE5AFC73DCB}"/>
              </a:ext>
            </a:extLst>
          </p:cNvPr>
          <p:cNvSpPr>
            <a:spLocks noGrp="1"/>
          </p:cNvSpPr>
          <p:nvPr/>
        </p:nvSpPr>
        <p:spPr>
          <a:xfrm>
            <a:off x="6167971" y="16457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8" name="F2_precision_recall_distributions_3532">
            <a:extLst>
              <a:ext uri="{FF2B5EF4-FFF2-40B4-BE49-F238E27FC236}">
                <a16:creationId xmlns:a16="http://schemas.microsoft.com/office/drawing/2014/main" id="{B8AB65F4-14C0-4B3F-A1DC-D14F3F165810}"/>
              </a:ext>
            </a:extLst>
          </p:cNvPr>
          <p:cNvSpPr>
            <a:spLocks noGrp="1"/>
          </p:cNvSpPr>
          <p:nvPr/>
        </p:nvSpPr>
        <p:spPr>
          <a:xfrm>
            <a:off x="5829762" y="16609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19" name="F2_precision_recall_distributions_3533">
            <a:extLst>
              <a:ext uri="{FF2B5EF4-FFF2-40B4-BE49-F238E27FC236}">
                <a16:creationId xmlns:a16="http://schemas.microsoft.com/office/drawing/2014/main" id="{96C9CB67-3655-4FFB-B377-79F866B0BC77}"/>
              </a:ext>
            </a:extLst>
          </p:cNvPr>
          <p:cNvSpPr>
            <a:spLocks noGrp="1"/>
          </p:cNvSpPr>
          <p:nvPr/>
        </p:nvSpPr>
        <p:spPr>
          <a:xfrm>
            <a:off x="6047327" y="15382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0" name="F2_precision_recall_distributions_3534">
            <a:extLst>
              <a:ext uri="{FF2B5EF4-FFF2-40B4-BE49-F238E27FC236}">
                <a16:creationId xmlns:a16="http://schemas.microsoft.com/office/drawing/2014/main" id="{F98FF11D-70B5-4493-9430-BBF9ED2CDB59}"/>
              </a:ext>
            </a:extLst>
          </p:cNvPr>
          <p:cNvSpPr>
            <a:spLocks noGrp="1"/>
          </p:cNvSpPr>
          <p:nvPr/>
        </p:nvSpPr>
        <p:spPr>
          <a:xfrm>
            <a:off x="5826473" y="16347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1" name="F2_precision_recall_distributions_3535">
            <a:extLst>
              <a:ext uri="{FF2B5EF4-FFF2-40B4-BE49-F238E27FC236}">
                <a16:creationId xmlns:a16="http://schemas.microsoft.com/office/drawing/2014/main" id="{3EFA3601-0DBE-4198-89B4-F8B04689D3FE}"/>
              </a:ext>
            </a:extLst>
          </p:cNvPr>
          <p:cNvSpPr>
            <a:spLocks noGrp="1"/>
          </p:cNvSpPr>
          <p:nvPr/>
        </p:nvSpPr>
        <p:spPr>
          <a:xfrm>
            <a:off x="5853138" y="2186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2" name="F2_precision_recall_distributions_3536">
            <a:extLst>
              <a:ext uri="{FF2B5EF4-FFF2-40B4-BE49-F238E27FC236}">
                <a16:creationId xmlns:a16="http://schemas.microsoft.com/office/drawing/2014/main" id="{320195ED-6D7A-4DE9-B7B7-4A39F9CCF682}"/>
              </a:ext>
            </a:extLst>
          </p:cNvPr>
          <p:cNvSpPr>
            <a:spLocks noGrp="1"/>
          </p:cNvSpPr>
          <p:nvPr/>
        </p:nvSpPr>
        <p:spPr>
          <a:xfrm>
            <a:off x="6095413" y="1679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3" name="F2_precision_recall_distributions_3537">
            <a:extLst>
              <a:ext uri="{FF2B5EF4-FFF2-40B4-BE49-F238E27FC236}">
                <a16:creationId xmlns:a16="http://schemas.microsoft.com/office/drawing/2014/main" id="{69667BDE-F61E-4E5B-8878-EC102C271EED}"/>
              </a:ext>
            </a:extLst>
          </p:cNvPr>
          <p:cNvSpPr>
            <a:spLocks noGrp="1"/>
          </p:cNvSpPr>
          <p:nvPr/>
        </p:nvSpPr>
        <p:spPr>
          <a:xfrm>
            <a:off x="6149157" y="22421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4" name="F2_precision_recall_distributions_3538">
            <a:extLst>
              <a:ext uri="{FF2B5EF4-FFF2-40B4-BE49-F238E27FC236}">
                <a16:creationId xmlns:a16="http://schemas.microsoft.com/office/drawing/2014/main" id="{104A7132-6DBF-4699-92B7-5E249107DF1F}"/>
              </a:ext>
            </a:extLst>
          </p:cNvPr>
          <p:cNvSpPr>
            <a:spLocks noGrp="1"/>
          </p:cNvSpPr>
          <p:nvPr/>
        </p:nvSpPr>
        <p:spPr>
          <a:xfrm>
            <a:off x="6104442" y="15361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5" name="F2_precision_recall_distributions_3539">
            <a:extLst>
              <a:ext uri="{FF2B5EF4-FFF2-40B4-BE49-F238E27FC236}">
                <a16:creationId xmlns:a16="http://schemas.microsoft.com/office/drawing/2014/main" id="{E1C7AF7D-47AA-4B3C-A007-52764BA9EEDE}"/>
              </a:ext>
            </a:extLst>
          </p:cNvPr>
          <p:cNvSpPr>
            <a:spLocks noGrp="1"/>
          </p:cNvSpPr>
          <p:nvPr/>
        </p:nvSpPr>
        <p:spPr>
          <a:xfrm>
            <a:off x="6096091" y="16359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6" name="F2_precision_recall_distributions_3540">
            <a:extLst>
              <a:ext uri="{FF2B5EF4-FFF2-40B4-BE49-F238E27FC236}">
                <a16:creationId xmlns:a16="http://schemas.microsoft.com/office/drawing/2014/main" id="{608C7DBC-8046-4A14-B7CF-8B7BFA6DC704}"/>
              </a:ext>
            </a:extLst>
          </p:cNvPr>
          <p:cNvSpPr>
            <a:spLocks noGrp="1"/>
          </p:cNvSpPr>
          <p:nvPr/>
        </p:nvSpPr>
        <p:spPr>
          <a:xfrm>
            <a:off x="6147628" y="160409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7" name="F2_precision_recall_distributions_3541">
            <a:extLst>
              <a:ext uri="{FF2B5EF4-FFF2-40B4-BE49-F238E27FC236}">
                <a16:creationId xmlns:a16="http://schemas.microsoft.com/office/drawing/2014/main" id="{7BB6431B-F3AE-41AC-BBF4-C6F79987B2DD}"/>
              </a:ext>
            </a:extLst>
          </p:cNvPr>
          <p:cNvSpPr>
            <a:spLocks noGrp="1"/>
          </p:cNvSpPr>
          <p:nvPr/>
        </p:nvSpPr>
        <p:spPr>
          <a:xfrm>
            <a:off x="5939361" y="17720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8" name="F2_precision_recall_distributions_3542">
            <a:extLst>
              <a:ext uri="{FF2B5EF4-FFF2-40B4-BE49-F238E27FC236}">
                <a16:creationId xmlns:a16="http://schemas.microsoft.com/office/drawing/2014/main" id="{567DEB44-CE9D-4373-A69C-82D1BD54C061}"/>
              </a:ext>
            </a:extLst>
          </p:cNvPr>
          <p:cNvSpPr>
            <a:spLocks noGrp="1"/>
          </p:cNvSpPr>
          <p:nvPr/>
        </p:nvSpPr>
        <p:spPr>
          <a:xfrm>
            <a:off x="6152165" y="163370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29" name="F2_precision_recall_distributions_3543">
            <a:extLst>
              <a:ext uri="{FF2B5EF4-FFF2-40B4-BE49-F238E27FC236}">
                <a16:creationId xmlns:a16="http://schemas.microsoft.com/office/drawing/2014/main" id="{1539F3D3-AB7E-4854-9A71-B6BABC2A8D48}"/>
              </a:ext>
            </a:extLst>
          </p:cNvPr>
          <p:cNvSpPr>
            <a:spLocks noGrp="1"/>
          </p:cNvSpPr>
          <p:nvPr/>
        </p:nvSpPr>
        <p:spPr>
          <a:xfrm>
            <a:off x="5998644" y="1529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0" name="F2_precision_recall_distributions_3544">
            <a:extLst>
              <a:ext uri="{FF2B5EF4-FFF2-40B4-BE49-F238E27FC236}">
                <a16:creationId xmlns:a16="http://schemas.microsoft.com/office/drawing/2014/main" id="{8078E5C8-FB84-4819-B887-1F81AF7B6951}"/>
              </a:ext>
            </a:extLst>
          </p:cNvPr>
          <p:cNvSpPr>
            <a:spLocks noGrp="1"/>
          </p:cNvSpPr>
          <p:nvPr/>
        </p:nvSpPr>
        <p:spPr>
          <a:xfrm>
            <a:off x="6064721" y="15415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1" name="F2_precision_recall_distributions_3545">
            <a:extLst>
              <a:ext uri="{FF2B5EF4-FFF2-40B4-BE49-F238E27FC236}">
                <a16:creationId xmlns:a16="http://schemas.microsoft.com/office/drawing/2014/main" id="{6BF141B8-61CD-4333-9517-C11EE29E6819}"/>
              </a:ext>
            </a:extLst>
          </p:cNvPr>
          <p:cNvSpPr>
            <a:spLocks noGrp="1"/>
          </p:cNvSpPr>
          <p:nvPr/>
        </p:nvSpPr>
        <p:spPr>
          <a:xfrm>
            <a:off x="5865892" y="18341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2" name="F2_precision_recall_distributions_3546">
            <a:extLst>
              <a:ext uri="{FF2B5EF4-FFF2-40B4-BE49-F238E27FC236}">
                <a16:creationId xmlns:a16="http://schemas.microsoft.com/office/drawing/2014/main" id="{E00F57FE-9CAC-4D08-96E9-7A80B8BAE306}"/>
              </a:ext>
            </a:extLst>
          </p:cNvPr>
          <p:cNvSpPr>
            <a:spLocks noGrp="1"/>
          </p:cNvSpPr>
          <p:nvPr/>
        </p:nvSpPr>
        <p:spPr>
          <a:xfrm>
            <a:off x="6073118" y="15582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3" name="F2_precision_recall_distributions_3547">
            <a:extLst>
              <a:ext uri="{FF2B5EF4-FFF2-40B4-BE49-F238E27FC236}">
                <a16:creationId xmlns:a16="http://schemas.microsoft.com/office/drawing/2014/main" id="{F8833149-F7F3-4C41-B9F2-77CA36AEFE92}"/>
              </a:ext>
            </a:extLst>
          </p:cNvPr>
          <p:cNvSpPr>
            <a:spLocks noGrp="1"/>
          </p:cNvSpPr>
          <p:nvPr/>
        </p:nvSpPr>
        <p:spPr>
          <a:xfrm>
            <a:off x="6058302" y="150291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4" name="F2_precision_recall_distributions_3548">
            <a:extLst>
              <a:ext uri="{FF2B5EF4-FFF2-40B4-BE49-F238E27FC236}">
                <a16:creationId xmlns:a16="http://schemas.microsoft.com/office/drawing/2014/main" id="{328A312E-B341-4336-8985-831E4D7F271F}"/>
              </a:ext>
            </a:extLst>
          </p:cNvPr>
          <p:cNvSpPr>
            <a:spLocks noGrp="1"/>
          </p:cNvSpPr>
          <p:nvPr/>
        </p:nvSpPr>
        <p:spPr>
          <a:xfrm>
            <a:off x="5817274" y="15695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5" name="F2_precision_recall_distributions_3549">
            <a:extLst>
              <a:ext uri="{FF2B5EF4-FFF2-40B4-BE49-F238E27FC236}">
                <a16:creationId xmlns:a16="http://schemas.microsoft.com/office/drawing/2014/main" id="{719E1746-B614-437B-803C-F156BD88EF61}"/>
              </a:ext>
            </a:extLst>
          </p:cNvPr>
          <p:cNvSpPr>
            <a:spLocks noGrp="1"/>
          </p:cNvSpPr>
          <p:nvPr/>
        </p:nvSpPr>
        <p:spPr>
          <a:xfrm>
            <a:off x="6135893" y="15197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6" name="F2_precision_recall_distributions_3550">
            <a:extLst>
              <a:ext uri="{FF2B5EF4-FFF2-40B4-BE49-F238E27FC236}">
                <a16:creationId xmlns:a16="http://schemas.microsoft.com/office/drawing/2014/main" id="{5BE68714-A7FE-4918-84A4-A43CAA702DE1}"/>
              </a:ext>
            </a:extLst>
          </p:cNvPr>
          <p:cNvSpPr>
            <a:spLocks noGrp="1"/>
          </p:cNvSpPr>
          <p:nvPr/>
        </p:nvSpPr>
        <p:spPr>
          <a:xfrm>
            <a:off x="5931603" y="2028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7" name="F2_precision_recall_distributions_3551">
            <a:extLst>
              <a:ext uri="{FF2B5EF4-FFF2-40B4-BE49-F238E27FC236}">
                <a16:creationId xmlns:a16="http://schemas.microsoft.com/office/drawing/2014/main" id="{B2C90FC5-ABF7-44C8-8F75-2C9C2CEABBEA}"/>
              </a:ext>
            </a:extLst>
          </p:cNvPr>
          <p:cNvSpPr>
            <a:spLocks noGrp="1"/>
          </p:cNvSpPr>
          <p:nvPr/>
        </p:nvSpPr>
        <p:spPr>
          <a:xfrm>
            <a:off x="5898246" y="18944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8" name="F2_precision_recall_distributions_3552">
            <a:extLst>
              <a:ext uri="{FF2B5EF4-FFF2-40B4-BE49-F238E27FC236}">
                <a16:creationId xmlns:a16="http://schemas.microsoft.com/office/drawing/2014/main" id="{76796D85-00AD-4432-9EA5-C4F8C62EC53A}"/>
              </a:ext>
            </a:extLst>
          </p:cNvPr>
          <p:cNvSpPr>
            <a:spLocks noGrp="1"/>
          </p:cNvSpPr>
          <p:nvPr/>
        </p:nvSpPr>
        <p:spPr>
          <a:xfrm>
            <a:off x="5982227" y="17756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39" name="F2_precision_recall_distributions_3553">
            <a:extLst>
              <a:ext uri="{FF2B5EF4-FFF2-40B4-BE49-F238E27FC236}">
                <a16:creationId xmlns:a16="http://schemas.microsoft.com/office/drawing/2014/main" id="{165F44D7-932B-4C67-95D8-AE026DAD58F0}"/>
              </a:ext>
            </a:extLst>
          </p:cNvPr>
          <p:cNvSpPr>
            <a:spLocks noGrp="1"/>
          </p:cNvSpPr>
          <p:nvPr/>
        </p:nvSpPr>
        <p:spPr>
          <a:xfrm>
            <a:off x="5852404" y="159166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0" name="F2_precision_recall_distributions_3554">
            <a:extLst>
              <a:ext uri="{FF2B5EF4-FFF2-40B4-BE49-F238E27FC236}">
                <a16:creationId xmlns:a16="http://schemas.microsoft.com/office/drawing/2014/main" id="{910FD8DC-6D7F-4C75-A026-AC04586707D6}"/>
              </a:ext>
            </a:extLst>
          </p:cNvPr>
          <p:cNvSpPr>
            <a:spLocks noGrp="1"/>
          </p:cNvSpPr>
          <p:nvPr/>
        </p:nvSpPr>
        <p:spPr>
          <a:xfrm>
            <a:off x="5859555" y="22924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1" name="F2_precision_recall_distributions_3555">
            <a:extLst>
              <a:ext uri="{FF2B5EF4-FFF2-40B4-BE49-F238E27FC236}">
                <a16:creationId xmlns:a16="http://schemas.microsoft.com/office/drawing/2014/main" id="{0EF65139-F6E5-4FF8-833A-D9DEB7486DCF}"/>
              </a:ext>
            </a:extLst>
          </p:cNvPr>
          <p:cNvSpPr>
            <a:spLocks noGrp="1"/>
          </p:cNvSpPr>
          <p:nvPr/>
        </p:nvSpPr>
        <p:spPr>
          <a:xfrm>
            <a:off x="6080774" y="17553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2" name="F2_precision_recall_distributions_3556">
            <a:extLst>
              <a:ext uri="{FF2B5EF4-FFF2-40B4-BE49-F238E27FC236}">
                <a16:creationId xmlns:a16="http://schemas.microsoft.com/office/drawing/2014/main" id="{DEADCE96-729F-4500-B6ED-A88CDD453720}"/>
              </a:ext>
            </a:extLst>
          </p:cNvPr>
          <p:cNvSpPr>
            <a:spLocks noGrp="1"/>
          </p:cNvSpPr>
          <p:nvPr/>
        </p:nvSpPr>
        <p:spPr>
          <a:xfrm>
            <a:off x="6073812" y="1574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3" name="F2_precision_recall_distributions_3557">
            <a:extLst>
              <a:ext uri="{FF2B5EF4-FFF2-40B4-BE49-F238E27FC236}">
                <a16:creationId xmlns:a16="http://schemas.microsoft.com/office/drawing/2014/main" id="{ED7F0FA6-83BB-4F0D-9E7B-890338651AF0}"/>
              </a:ext>
            </a:extLst>
          </p:cNvPr>
          <p:cNvSpPr>
            <a:spLocks noGrp="1"/>
          </p:cNvSpPr>
          <p:nvPr/>
        </p:nvSpPr>
        <p:spPr>
          <a:xfrm>
            <a:off x="6024444" y="16971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4" name="F2_precision_recall_distributions_3558">
            <a:extLst>
              <a:ext uri="{FF2B5EF4-FFF2-40B4-BE49-F238E27FC236}">
                <a16:creationId xmlns:a16="http://schemas.microsoft.com/office/drawing/2014/main" id="{B7051415-2562-4522-8B71-24AA3A09A3B7}"/>
              </a:ext>
            </a:extLst>
          </p:cNvPr>
          <p:cNvSpPr>
            <a:spLocks noGrp="1"/>
          </p:cNvSpPr>
          <p:nvPr/>
        </p:nvSpPr>
        <p:spPr>
          <a:xfrm>
            <a:off x="5849602" y="17386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5" name="F2_precision_recall_distributions_3559">
            <a:extLst>
              <a:ext uri="{FF2B5EF4-FFF2-40B4-BE49-F238E27FC236}">
                <a16:creationId xmlns:a16="http://schemas.microsoft.com/office/drawing/2014/main" id="{47BCEA7E-1CDC-423D-9233-1533BD1578DE}"/>
              </a:ext>
            </a:extLst>
          </p:cNvPr>
          <p:cNvSpPr>
            <a:spLocks noGrp="1"/>
          </p:cNvSpPr>
          <p:nvPr/>
        </p:nvSpPr>
        <p:spPr>
          <a:xfrm>
            <a:off x="5878559" y="23398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6" name="F2_precision_recall_distributions_3560">
            <a:extLst>
              <a:ext uri="{FF2B5EF4-FFF2-40B4-BE49-F238E27FC236}">
                <a16:creationId xmlns:a16="http://schemas.microsoft.com/office/drawing/2014/main" id="{8F3D5F99-F7CB-4582-A80D-49490F7658D1}"/>
              </a:ext>
            </a:extLst>
          </p:cNvPr>
          <p:cNvSpPr>
            <a:spLocks noGrp="1"/>
          </p:cNvSpPr>
          <p:nvPr/>
        </p:nvSpPr>
        <p:spPr>
          <a:xfrm>
            <a:off x="596171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7" name="F2_precision_recall_distributions_3561">
            <a:extLst>
              <a:ext uri="{FF2B5EF4-FFF2-40B4-BE49-F238E27FC236}">
                <a16:creationId xmlns:a16="http://schemas.microsoft.com/office/drawing/2014/main" id="{6702A190-D5AD-4521-AB99-44A7352077F0}"/>
              </a:ext>
            </a:extLst>
          </p:cNvPr>
          <p:cNvSpPr>
            <a:spLocks noGrp="1"/>
          </p:cNvSpPr>
          <p:nvPr/>
        </p:nvSpPr>
        <p:spPr>
          <a:xfrm>
            <a:off x="6070243" y="234225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48" name="F2_precision_recall_distributions_3562">
            <a:extLst>
              <a:ext uri="{FF2B5EF4-FFF2-40B4-BE49-F238E27FC236}">
                <a16:creationId xmlns:a16="http://schemas.microsoft.com/office/drawing/2014/main" id="{2A165594-ADF3-4F58-AEF6-7B295F1701EA}"/>
              </a:ext>
            </a:extLst>
          </p:cNvPr>
          <p:cNvSpPr>
            <a:spLocks noGrp="1"/>
          </p:cNvSpPr>
          <p:nvPr/>
        </p:nvSpPr>
        <p:spPr>
          <a:xfrm>
            <a:off x="6828430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07" y="842186"/>
                </a:lnTo>
                <a:lnTo>
                  <a:pt x="22549" y="835606"/>
                </a:lnTo>
                <a:lnTo>
                  <a:pt x="48305" y="829027"/>
                </a:lnTo>
                <a:lnTo>
                  <a:pt x="80255" y="822447"/>
                </a:lnTo>
                <a:lnTo>
                  <a:pt x="115148" y="815868"/>
                </a:lnTo>
                <a:lnTo>
                  <a:pt x="149810" y="809288"/>
                </a:lnTo>
                <a:lnTo>
                  <a:pt x="181575" y="802708"/>
                </a:lnTo>
                <a:lnTo>
                  <a:pt x="208581" y="796129"/>
                </a:lnTo>
                <a:lnTo>
                  <a:pt x="229879" y="789549"/>
                </a:lnTo>
                <a:lnTo>
                  <a:pt x="245391" y="782970"/>
                </a:lnTo>
                <a:lnTo>
                  <a:pt x="255727" y="776390"/>
                </a:lnTo>
                <a:lnTo>
                  <a:pt x="261940" y="769811"/>
                </a:lnTo>
                <a:lnTo>
                  <a:pt x="265269" y="763231"/>
                </a:lnTo>
                <a:lnTo>
                  <a:pt x="266903" y="756651"/>
                </a:lnTo>
                <a:lnTo>
                  <a:pt x="267818" y="750072"/>
                </a:lnTo>
                <a:lnTo>
                  <a:pt x="268684" y="743492"/>
                </a:lnTo>
                <a:lnTo>
                  <a:pt x="269849" y="736913"/>
                </a:lnTo>
                <a:lnTo>
                  <a:pt x="271383" y="730333"/>
                </a:lnTo>
                <a:lnTo>
                  <a:pt x="273169" y="723754"/>
                </a:lnTo>
                <a:lnTo>
                  <a:pt x="274996" y="717174"/>
                </a:lnTo>
                <a:lnTo>
                  <a:pt x="276659" y="710594"/>
                </a:lnTo>
                <a:lnTo>
                  <a:pt x="278021" y="704015"/>
                </a:lnTo>
                <a:lnTo>
                  <a:pt x="279048" y="697435"/>
                </a:lnTo>
                <a:lnTo>
                  <a:pt x="279807" y="690856"/>
                </a:lnTo>
                <a:lnTo>
                  <a:pt x="280438" y="684276"/>
                </a:lnTo>
                <a:lnTo>
                  <a:pt x="281114" y="677697"/>
                </a:lnTo>
                <a:lnTo>
                  <a:pt x="281998" y="671117"/>
                </a:lnTo>
                <a:lnTo>
                  <a:pt x="283211" y="664537"/>
                </a:lnTo>
                <a:lnTo>
                  <a:pt x="284813" y="657958"/>
                </a:lnTo>
                <a:lnTo>
                  <a:pt x="286800" y="651378"/>
                </a:lnTo>
                <a:lnTo>
                  <a:pt x="289118" y="644799"/>
                </a:lnTo>
                <a:lnTo>
                  <a:pt x="291673" y="638219"/>
                </a:lnTo>
                <a:lnTo>
                  <a:pt x="294354" y="631639"/>
                </a:lnTo>
                <a:lnTo>
                  <a:pt x="297043" y="625060"/>
                </a:lnTo>
                <a:lnTo>
                  <a:pt x="299619" y="618480"/>
                </a:lnTo>
                <a:lnTo>
                  <a:pt x="301965" y="611901"/>
                </a:lnTo>
                <a:lnTo>
                  <a:pt x="303957" y="605321"/>
                </a:lnTo>
                <a:lnTo>
                  <a:pt x="305468" y="598742"/>
                </a:lnTo>
                <a:lnTo>
                  <a:pt x="306363" y="592162"/>
                </a:lnTo>
                <a:lnTo>
                  <a:pt x="306512" y="585582"/>
                </a:lnTo>
                <a:lnTo>
                  <a:pt x="305802" y="579003"/>
                </a:lnTo>
                <a:lnTo>
                  <a:pt x="304156" y="572423"/>
                </a:lnTo>
                <a:lnTo>
                  <a:pt x="301556" y="565844"/>
                </a:lnTo>
                <a:lnTo>
                  <a:pt x="298056" y="559264"/>
                </a:lnTo>
                <a:lnTo>
                  <a:pt x="293787" y="552685"/>
                </a:lnTo>
                <a:lnTo>
                  <a:pt x="288957" y="546105"/>
                </a:lnTo>
                <a:lnTo>
                  <a:pt x="283827" y="539525"/>
                </a:lnTo>
                <a:lnTo>
                  <a:pt x="278684" y="532946"/>
                </a:lnTo>
                <a:lnTo>
                  <a:pt x="273809" y="526366"/>
                </a:lnTo>
                <a:lnTo>
                  <a:pt x="269446" y="519787"/>
                </a:lnTo>
                <a:lnTo>
                  <a:pt x="265777" y="513207"/>
                </a:lnTo>
                <a:lnTo>
                  <a:pt x="262916" y="506627"/>
                </a:lnTo>
                <a:lnTo>
                  <a:pt x="260905" y="500048"/>
                </a:lnTo>
                <a:lnTo>
                  <a:pt x="259726" y="493468"/>
                </a:lnTo>
                <a:lnTo>
                  <a:pt x="259318" y="486889"/>
                </a:lnTo>
                <a:lnTo>
                  <a:pt x="259581" y="480309"/>
                </a:lnTo>
                <a:lnTo>
                  <a:pt x="260385" y="473730"/>
                </a:lnTo>
                <a:lnTo>
                  <a:pt x="261572" y="467150"/>
                </a:lnTo>
                <a:lnTo>
                  <a:pt x="262953" y="460570"/>
                </a:lnTo>
                <a:lnTo>
                  <a:pt x="264311" y="453991"/>
                </a:lnTo>
                <a:lnTo>
                  <a:pt x="265413" y="447411"/>
                </a:lnTo>
                <a:lnTo>
                  <a:pt x="266035" y="440832"/>
                </a:lnTo>
                <a:lnTo>
                  <a:pt x="265985" y="434252"/>
                </a:lnTo>
                <a:lnTo>
                  <a:pt x="265136" y="427673"/>
                </a:lnTo>
                <a:lnTo>
                  <a:pt x="263446" y="421093"/>
                </a:lnTo>
                <a:lnTo>
                  <a:pt x="260971" y="414513"/>
                </a:lnTo>
                <a:lnTo>
                  <a:pt x="257850" y="407934"/>
                </a:lnTo>
                <a:lnTo>
                  <a:pt x="254286" y="401354"/>
                </a:lnTo>
                <a:lnTo>
                  <a:pt x="250516" y="394775"/>
                </a:lnTo>
                <a:lnTo>
                  <a:pt x="246772" y="388195"/>
                </a:lnTo>
                <a:lnTo>
                  <a:pt x="243254" y="381616"/>
                </a:lnTo>
                <a:lnTo>
                  <a:pt x="240109" y="375036"/>
                </a:lnTo>
                <a:lnTo>
                  <a:pt x="237417" y="368456"/>
                </a:lnTo>
                <a:lnTo>
                  <a:pt x="235195" y="361877"/>
                </a:lnTo>
                <a:lnTo>
                  <a:pt x="233397" y="355297"/>
                </a:lnTo>
                <a:lnTo>
                  <a:pt x="231930" y="348718"/>
                </a:lnTo>
                <a:lnTo>
                  <a:pt x="230669" y="342138"/>
                </a:lnTo>
                <a:lnTo>
                  <a:pt x="229485" y="335558"/>
                </a:lnTo>
                <a:lnTo>
                  <a:pt x="228263" y="328979"/>
                </a:lnTo>
                <a:lnTo>
                  <a:pt x="226929" y="322399"/>
                </a:lnTo>
                <a:lnTo>
                  <a:pt x="225466" y="315820"/>
                </a:lnTo>
                <a:lnTo>
                  <a:pt x="223925" y="309240"/>
                </a:lnTo>
                <a:lnTo>
                  <a:pt x="222421" y="302661"/>
                </a:lnTo>
                <a:lnTo>
                  <a:pt x="221117" y="296081"/>
                </a:lnTo>
                <a:lnTo>
                  <a:pt x="220199" y="289501"/>
                </a:lnTo>
                <a:lnTo>
                  <a:pt x="219841" y="282922"/>
                </a:lnTo>
                <a:lnTo>
                  <a:pt x="220177" y="276342"/>
                </a:lnTo>
                <a:lnTo>
                  <a:pt x="221267" y="269763"/>
                </a:lnTo>
                <a:lnTo>
                  <a:pt x="223079" y="263183"/>
                </a:lnTo>
                <a:lnTo>
                  <a:pt x="225482" y="256604"/>
                </a:lnTo>
                <a:lnTo>
                  <a:pt x="228252" y="250024"/>
                </a:lnTo>
                <a:lnTo>
                  <a:pt x="231087" y="243444"/>
                </a:lnTo>
                <a:lnTo>
                  <a:pt x="233635" y="236865"/>
                </a:lnTo>
                <a:lnTo>
                  <a:pt x="235531" y="230285"/>
                </a:lnTo>
                <a:lnTo>
                  <a:pt x="236435" y="223706"/>
                </a:lnTo>
                <a:lnTo>
                  <a:pt x="236063" y="217126"/>
                </a:lnTo>
                <a:lnTo>
                  <a:pt x="234218" y="210546"/>
                </a:lnTo>
                <a:lnTo>
                  <a:pt x="230801" y="203967"/>
                </a:lnTo>
                <a:lnTo>
                  <a:pt x="225813" y="197387"/>
                </a:lnTo>
                <a:lnTo>
                  <a:pt x="219335" y="190808"/>
                </a:lnTo>
                <a:lnTo>
                  <a:pt x="211497" y="184228"/>
                </a:lnTo>
                <a:lnTo>
                  <a:pt x="202434" y="177649"/>
                </a:lnTo>
                <a:lnTo>
                  <a:pt x="192257" y="171069"/>
                </a:lnTo>
                <a:lnTo>
                  <a:pt x="181021" y="164489"/>
                </a:lnTo>
                <a:lnTo>
                  <a:pt x="168724" y="157910"/>
                </a:lnTo>
                <a:lnTo>
                  <a:pt x="155332" y="151330"/>
                </a:lnTo>
                <a:lnTo>
                  <a:pt x="140826" y="144751"/>
                </a:lnTo>
                <a:lnTo>
                  <a:pt x="125269" y="138171"/>
                </a:lnTo>
                <a:lnTo>
                  <a:pt x="108870" y="131592"/>
                </a:lnTo>
                <a:lnTo>
                  <a:pt x="92044" y="125012"/>
                </a:lnTo>
                <a:lnTo>
                  <a:pt x="75430" y="118432"/>
                </a:lnTo>
                <a:lnTo>
                  <a:pt x="59882" y="111853"/>
                </a:lnTo>
                <a:lnTo>
                  <a:pt x="46408" y="105273"/>
                </a:lnTo>
                <a:lnTo>
                  <a:pt x="36074" y="98694"/>
                </a:lnTo>
                <a:lnTo>
                  <a:pt x="29880" y="92114"/>
                </a:lnTo>
                <a:lnTo>
                  <a:pt x="28629" y="85535"/>
                </a:lnTo>
                <a:lnTo>
                  <a:pt x="32812" y="78955"/>
                </a:lnTo>
                <a:lnTo>
                  <a:pt x="42519" y="72375"/>
                </a:lnTo>
                <a:lnTo>
                  <a:pt x="57408" y="65796"/>
                </a:lnTo>
                <a:lnTo>
                  <a:pt x="76721" y="59216"/>
                </a:lnTo>
                <a:lnTo>
                  <a:pt x="99346" y="52637"/>
                </a:lnTo>
                <a:lnTo>
                  <a:pt x="123929" y="46057"/>
                </a:lnTo>
                <a:lnTo>
                  <a:pt x="148991" y="39477"/>
                </a:lnTo>
                <a:lnTo>
                  <a:pt x="173053" y="32898"/>
                </a:lnTo>
                <a:lnTo>
                  <a:pt x="194743" y="26318"/>
                </a:lnTo>
                <a:lnTo>
                  <a:pt x="212878" y="19739"/>
                </a:lnTo>
                <a:lnTo>
                  <a:pt x="226513" y="13159"/>
                </a:lnTo>
                <a:lnTo>
                  <a:pt x="234966" y="6580"/>
                </a:lnTo>
                <a:lnTo>
                  <a:pt x="237829" y="0"/>
                </a:lnTo>
                <a:lnTo>
                  <a:pt x="437268" y="0"/>
                </a:lnTo>
                <a:lnTo>
                  <a:pt x="437268" y="0"/>
                </a:lnTo>
                <a:lnTo>
                  <a:pt x="440131" y="6580"/>
                </a:lnTo>
                <a:lnTo>
                  <a:pt x="448584" y="13159"/>
                </a:lnTo>
                <a:lnTo>
                  <a:pt x="462218" y="19739"/>
                </a:lnTo>
                <a:lnTo>
                  <a:pt x="480353" y="26318"/>
                </a:lnTo>
                <a:lnTo>
                  <a:pt x="502044" y="32898"/>
                </a:lnTo>
                <a:lnTo>
                  <a:pt x="526105" y="39477"/>
                </a:lnTo>
                <a:lnTo>
                  <a:pt x="551167" y="46057"/>
                </a:lnTo>
                <a:lnTo>
                  <a:pt x="575750" y="52637"/>
                </a:lnTo>
                <a:lnTo>
                  <a:pt x="598376" y="59216"/>
                </a:lnTo>
                <a:lnTo>
                  <a:pt x="617688" y="65796"/>
                </a:lnTo>
                <a:lnTo>
                  <a:pt x="632578" y="72375"/>
                </a:lnTo>
                <a:lnTo>
                  <a:pt x="642285" y="78955"/>
                </a:lnTo>
                <a:lnTo>
                  <a:pt x="646467" y="85535"/>
                </a:lnTo>
                <a:lnTo>
                  <a:pt x="645217" y="92114"/>
                </a:lnTo>
                <a:lnTo>
                  <a:pt x="639022" y="98694"/>
                </a:lnTo>
                <a:lnTo>
                  <a:pt x="628689" y="105273"/>
                </a:lnTo>
                <a:lnTo>
                  <a:pt x="615215" y="111853"/>
                </a:lnTo>
                <a:lnTo>
                  <a:pt x="599667" y="118432"/>
                </a:lnTo>
                <a:lnTo>
                  <a:pt x="583053" y="125012"/>
                </a:lnTo>
                <a:lnTo>
                  <a:pt x="566226" y="131592"/>
                </a:lnTo>
                <a:lnTo>
                  <a:pt x="549828" y="138171"/>
                </a:lnTo>
                <a:lnTo>
                  <a:pt x="534270" y="144751"/>
                </a:lnTo>
                <a:lnTo>
                  <a:pt x="519765" y="151330"/>
                </a:lnTo>
                <a:lnTo>
                  <a:pt x="506372" y="157910"/>
                </a:lnTo>
                <a:lnTo>
                  <a:pt x="494075" y="164489"/>
                </a:lnTo>
                <a:lnTo>
                  <a:pt x="482839" y="171069"/>
                </a:lnTo>
                <a:lnTo>
                  <a:pt x="472662" y="177649"/>
                </a:lnTo>
                <a:lnTo>
                  <a:pt x="463600" y="184228"/>
                </a:lnTo>
                <a:lnTo>
                  <a:pt x="455761" y="190808"/>
                </a:lnTo>
                <a:lnTo>
                  <a:pt x="449283" y="197387"/>
                </a:lnTo>
                <a:lnTo>
                  <a:pt x="444296" y="203967"/>
                </a:lnTo>
                <a:lnTo>
                  <a:pt x="440879" y="210546"/>
                </a:lnTo>
                <a:lnTo>
                  <a:pt x="439034" y="217126"/>
                </a:lnTo>
                <a:lnTo>
                  <a:pt x="438662" y="223706"/>
                </a:lnTo>
                <a:lnTo>
                  <a:pt x="439565" y="230285"/>
                </a:lnTo>
                <a:lnTo>
                  <a:pt x="441462" y="236865"/>
                </a:lnTo>
                <a:lnTo>
                  <a:pt x="444010" y="243444"/>
                </a:lnTo>
                <a:lnTo>
                  <a:pt x="446844" y="250024"/>
                </a:lnTo>
                <a:lnTo>
                  <a:pt x="449614" y="256604"/>
                </a:lnTo>
                <a:lnTo>
                  <a:pt x="452018" y="263183"/>
                </a:lnTo>
                <a:lnTo>
                  <a:pt x="453830" y="269763"/>
                </a:lnTo>
                <a:lnTo>
                  <a:pt x="454919" y="276342"/>
                </a:lnTo>
                <a:lnTo>
                  <a:pt x="455255" y="282922"/>
                </a:lnTo>
                <a:lnTo>
                  <a:pt x="454898" y="289501"/>
                </a:lnTo>
                <a:lnTo>
                  <a:pt x="453980" y="296081"/>
                </a:lnTo>
                <a:lnTo>
                  <a:pt x="452676" y="302661"/>
                </a:lnTo>
                <a:lnTo>
                  <a:pt x="451172" y="309240"/>
                </a:lnTo>
                <a:lnTo>
                  <a:pt x="449631" y="315820"/>
                </a:lnTo>
                <a:lnTo>
                  <a:pt x="448168" y="322399"/>
                </a:lnTo>
                <a:lnTo>
                  <a:pt x="446833" y="328979"/>
                </a:lnTo>
                <a:lnTo>
                  <a:pt x="445611" y="335558"/>
                </a:lnTo>
                <a:lnTo>
                  <a:pt x="444427" y="342138"/>
                </a:lnTo>
                <a:lnTo>
                  <a:pt x="443167" y="348718"/>
                </a:lnTo>
                <a:lnTo>
                  <a:pt x="441699" y="355297"/>
                </a:lnTo>
                <a:lnTo>
                  <a:pt x="439901" y="361877"/>
                </a:lnTo>
                <a:lnTo>
                  <a:pt x="437679" y="368456"/>
                </a:lnTo>
                <a:lnTo>
                  <a:pt x="434988" y="375036"/>
                </a:lnTo>
                <a:lnTo>
                  <a:pt x="431842" y="381616"/>
                </a:lnTo>
                <a:lnTo>
                  <a:pt x="428324" y="388195"/>
                </a:lnTo>
                <a:lnTo>
                  <a:pt x="424580" y="394775"/>
                </a:lnTo>
                <a:lnTo>
                  <a:pt x="420810" y="401354"/>
                </a:lnTo>
                <a:lnTo>
                  <a:pt x="417247" y="407934"/>
                </a:lnTo>
                <a:lnTo>
                  <a:pt x="414126" y="414513"/>
                </a:lnTo>
                <a:lnTo>
                  <a:pt x="411650" y="421093"/>
                </a:lnTo>
                <a:lnTo>
                  <a:pt x="409961" y="427673"/>
                </a:lnTo>
                <a:lnTo>
                  <a:pt x="409112" y="434252"/>
                </a:lnTo>
                <a:lnTo>
                  <a:pt x="409061" y="440832"/>
                </a:lnTo>
                <a:lnTo>
                  <a:pt x="409683" y="447411"/>
                </a:lnTo>
                <a:lnTo>
                  <a:pt x="410786" y="453991"/>
                </a:lnTo>
                <a:lnTo>
                  <a:pt x="412144" y="460570"/>
                </a:lnTo>
                <a:lnTo>
                  <a:pt x="413525" y="467150"/>
                </a:lnTo>
                <a:lnTo>
                  <a:pt x="414712" y="473730"/>
                </a:lnTo>
                <a:lnTo>
                  <a:pt x="415516" y="480309"/>
                </a:lnTo>
                <a:lnTo>
                  <a:pt x="415778" y="486889"/>
                </a:lnTo>
                <a:lnTo>
                  <a:pt x="415370" y="493468"/>
                </a:lnTo>
                <a:lnTo>
                  <a:pt x="414192" y="500048"/>
                </a:lnTo>
                <a:lnTo>
                  <a:pt x="412181" y="506627"/>
                </a:lnTo>
                <a:lnTo>
                  <a:pt x="409319" y="513207"/>
                </a:lnTo>
                <a:lnTo>
                  <a:pt x="405651" y="519787"/>
                </a:lnTo>
                <a:lnTo>
                  <a:pt x="401288" y="526366"/>
                </a:lnTo>
                <a:lnTo>
                  <a:pt x="396413" y="532946"/>
                </a:lnTo>
                <a:lnTo>
                  <a:pt x="391270" y="539525"/>
                </a:lnTo>
                <a:lnTo>
                  <a:pt x="386140" y="546105"/>
                </a:lnTo>
                <a:lnTo>
                  <a:pt x="381310" y="552685"/>
                </a:lnTo>
                <a:lnTo>
                  <a:pt x="377041" y="559264"/>
                </a:lnTo>
                <a:lnTo>
                  <a:pt x="373540" y="565844"/>
                </a:lnTo>
                <a:lnTo>
                  <a:pt x="370940" y="572423"/>
                </a:lnTo>
                <a:lnTo>
                  <a:pt x="369294" y="579003"/>
                </a:lnTo>
                <a:lnTo>
                  <a:pt x="368584" y="585582"/>
                </a:lnTo>
                <a:lnTo>
                  <a:pt x="368734" y="592162"/>
                </a:lnTo>
                <a:lnTo>
                  <a:pt x="369629" y="598742"/>
                </a:lnTo>
                <a:lnTo>
                  <a:pt x="371139" y="605321"/>
                </a:lnTo>
                <a:lnTo>
                  <a:pt x="373132" y="611901"/>
                </a:lnTo>
                <a:lnTo>
                  <a:pt x="375477" y="618480"/>
                </a:lnTo>
                <a:lnTo>
                  <a:pt x="378054" y="625060"/>
                </a:lnTo>
                <a:lnTo>
                  <a:pt x="380742" y="631639"/>
                </a:lnTo>
                <a:lnTo>
                  <a:pt x="383424" y="638219"/>
                </a:lnTo>
                <a:lnTo>
                  <a:pt x="385979" y="644799"/>
                </a:lnTo>
                <a:lnTo>
                  <a:pt x="388297" y="651378"/>
                </a:lnTo>
                <a:lnTo>
                  <a:pt x="390284" y="657958"/>
                </a:lnTo>
                <a:lnTo>
                  <a:pt x="391886" y="664537"/>
                </a:lnTo>
                <a:lnTo>
                  <a:pt x="393098" y="671117"/>
                </a:lnTo>
                <a:lnTo>
                  <a:pt x="393983" y="677697"/>
                </a:lnTo>
                <a:lnTo>
                  <a:pt x="394659" y="684276"/>
                </a:lnTo>
                <a:lnTo>
                  <a:pt x="395290" y="690856"/>
                </a:lnTo>
                <a:lnTo>
                  <a:pt x="396049" y="697435"/>
                </a:lnTo>
                <a:lnTo>
                  <a:pt x="397076" y="704015"/>
                </a:lnTo>
                <a:lnTo>
                  <a:pt x="398437" y="710594"/>
                </a:lnTo>
                <a:lnTo>
                  <a:pt x="400100" y="717174"/>
                </a:lnTo>
                <a:lnTo>
                  <a:pt x="401927" y="723754"/>
                </a:lnTo>
                <a:lnTo>
                  <a:pt x="403713" y="730333"/>
                </a:lnTo>
                <a:lnTo>
                  <a:pt x="405248" y="736913"/>
                </a:lnTo>
                <a:lnTo>
                  <a:pt x="406412" y="743492"/>
                </a:lnTo>
                <a:lnTo>
                  <a:pt x="407278" y="750072"/>
                </a:lnTo>
                <a:lnTo>
                  <a:pt x="408193" y="756651"/>
                </a:lnTo>
                <a:lnTo>
                  <a:pt x="409827" y="763231"/>
                </a:lnTo>
                <a:lnTo>
                  <a:pt x="413156" y="769811"/>
                </a:lnTo>
                <a:lnTo>
                  <a:pt x="419370" y="776390"/>
                </a:lnTo>
                <a:lnTo>
                  <a:pt x="429706" y="782970"/>
                </a:lnTo>
                <a:lnTo>
                  <a:pt x="445217" y="789549"/>
                </a:lnTo>
                <a:lnTo>
                  <a:pt x="466516" y="796129"/>
                </a:lnTo>
                <a:lnTo>
                  <a:pt x="493521" y="802708"/>
                </a:lnTo>
                <a:lnTo>
                  <a:pt x="525286" y="809288"/>
                </a:lnTo>
                <a:lnTo>
                  <a:pt x="559948" y="815868"/>
                </a:lnTo>
                <a:lnTo>
                  <a:pt x="594841" y="822447"/>
                </a:lnTo>
                <a:lnTo>
                  <a:pt x="626791" y="829027"/>
                </a:lnTo>
                <a:lnTo>
                  <a:pt x="652548" y="835606"/>
                </a:lnTo>
                <a:lnTo>
                  <a:pt x="6692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749" name="F2_precision_recall_distributions_3563">
            <a:extLst>
              <a:ext uri="{FF2B5EF4-FFF2-40B4-BE49-F238E27FC236}">
                <a16:creationId xmlns:a16="http://schemas.microsoft.com/office/drawing/2014/main" id="{4C7F9DCC-9079-4444-8067-487139BE6BA5}"/>
              </a:ext>
            </a:extLst>
          </p:cNvPr>
          <p:cNvSpPr>
            <a:spLocks noGrp="1"/>
          </p:cNvSpPr>
          <p:nvPr/>
        </p:nvSpPr>
        <p:spPr>
          <a:xfrm>
            <a:off x="7313857" y="17419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0" name="F2_precision_recall_distributions_3564">
            <a:extLst>
              <a:ext uri="{FF2B5EF4-FFF2-40B4-BE49-F238E27FC236}">
                <a16:creationId xmlns:a16="http://schemas.microsoft.com/office/drawing/2014/main" id="{C6FDD6C8-2EBF-41EB-A8EE-1C1D217DA132}"/>
              </a:ext>
            </a:extLst>
          </p:cNvPr>
          <p:cNvSpPr>
            <a:spLocks noGrp="1"/>
          </p:cNvSpPr>
          <p:nvPr/>
        </p:nvSpPr>
        <p:spPr>
          <a:xfrm>
            <a:off x="7037996" y="16102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1" name="F2_precision_recall_distributions_3565">
            <a:extLst>
              <a:ext uri="{FF2B5EF4-FFF2-40B4-BE49-F238E27FC236}">
                <a16:creationId xmlns:a16="http://schemas.microsoft.com/office/drawing/2014/main" id="{BACA7153-6AED-4DEF-9AC9-FED6375ACF47}"/>
              </a:ext>
            </a:extLst>
          </p:cNvPr>
          <p:cNvSpPr>
            <a:spLocks noGrp="1"/>
          </p:cNvSpPr>
          <p:nvPr/>
        </p:nvSpPr>
        <p:spPr>
          <a:xfrm>
            <a:off x="7333068" y="1588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2" name="F2_precision_recall_distributions_3566">
            <a:extLst>
              <a:ext uri="{FF2B5EF4-FFF2-40B4-BE49-F238E27FC236}">
                <a16:creationId xmlns:a16="http://schemas.microsoft.com/office/drawing/2014/main" id="{159F344F-1F75-45FF-9646-BD482523DED3}"/>
              </a:ext>
            </a:extLst>
          </p:cNvPr>
          <p:cNvSpPr>
            <a:spLocks noGrp="1"/>
          </p:cNvSpPr>
          <p:nvPr/>
        </p:nvSpPr>
        <p:spPr>
          <a:xfrm>
            <a:off x="6999835" y="2150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3" name="F2_precision_recall_distributions_3567">
            <a:extLst>
              <a:ext uri="{FF2B5EF4-FFF2-40B4-BE49-F238E27FC236}">
                <a16:creationId xmlns:a16="http://schemas.microsoft.com/office/drawing/2014/main" id="{C5C5D408-1358-416A-BAD7-10C84F4A5200}"/>
              </a:ext>
            </a:extLst>
          </p:cNvPr>
          <p:cNvSpPr>
            <a:spLocks noGrp="1"/>
          </p:cNvSpPr>
          <p:nvPr/>
        </p:nvSpPr>
        <p:spPr>
          <a:xfrm>
            <a:off x="7289409" y="16041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4" name="F2_precision_recall_distributions_3568">
            <a:extLst>
              <a:ext uri="{FF2B5EF4-FFF2-40B4-BE49-F238E27FC236}">
                <a16:creationId xmlns:a16="http://schemas.microsoft.com/office/drawing/2014/main" id="{97317D5B-7A01-434A-BCDC-517060C0A1A7}"/>
              </a:ext>
            </a:extLst>
          </p:cNvPr>
          <p:cNvSpPr>
            <a:spLocks noGrp="1"/>
          </p:cNvSpPr>
          <p:nvPr/>
        </p:nvSpPr>
        <p:spPr>
          <a:xfrm>
            <a:off x="7272457" y="1620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5" name="F2_precision_recall_distributions_3569">
            <a:extLst>
              <a:ext uri="{FF2B5EF4-FFF2-40B4-BE49-F238E27FC236}">
                <a16:creationId xmlns:a16="http://schemas.microsoft.com/office/drawing/2014/main" id="{F8B2506E-9B1E-481A-ADF2-86558B34C9B1}"/>
              </a:ext>
            </a:extLst>
          </p:cNvPr>
          <p:cNvSpPr>
            <a:spLocks noGrp="1"/>
          </p:cNvSpPr>
          <p:nvPr/>
        </p:nvSpPr>
        <p:spPr>
          <a:xfrm>
            <a:off x="7253660" y="15980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6" name="F2_precision_recall_distributions_3570">
            <a:extLst>
              <a:ext uri="{FF2B5EF4-FFF2-40B4-BE49-F238E27FC236}">
                <a16:creationId xmlns:a16="http://schemas.microsoft.com/office/drawing/2014/main" id="{E7DB0B92-827A-4A31-8161-97F496FFC32A}"/>
              </a:ext>
            </a:extLst>
          </p:cNvPr>
          <p:cNvSpPr>
            <a:spLocks noGrp="1"/>
          </p:cNvSpPr>
          <p:nvPr/>
        </p:nvSpPr>
        <p:spPr>
          <a:xfrm>
            <a:off x="7213225" y="15879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7" name="F2_precision_recall_distributions_3571">
            <a:extLst>
              <a:ext uri="{FF2B5EF4-FFF2-40B4-BE49-F238E27FC236}">
                <a16:creationId xmlns:a16="http://schemas.microsoft.com/office/drawing/2014/main" id="{336F5A5A-7D54-42A1-9BF8-B93B59B1255D}"/>
              </a:ext>
            </a:extLst>
          </p:cNvPr>
          <p:cNvSpPr>
            <a:spLocks noGrp="1"/>
          </p:cNvSpPr>
          <p:nvPr/>
        </p:nvSpPr>
        <p:spPr>
          <a:xfrm>
            <a:off x="7331362" y="1984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8" name="F2_precision_recall_distributions_3572">
            <a:extLst>
              <a:ext uri="{FF2B5EF4-FFF2-40B4-BE49-F238E27FC236}">
                <a16:creationId xmlns:a16="http://schemas.microsoft.com/office/drawing/2014/main" id="{B8C220B6-9FEB-44CB-A340-1097A876E30F}"/>
              </a:ext>
            </a:extLst>
          </p:cNvPr>
          <p:cNvSpPr>
            <a:spLocks noGrp="1"/>
          </p:cNvSpPr>
          <p:nvPr/>
        </p:nvSpPr>
        <p:spPr>
          <a:xfrm>
            <a:off x="7045959" y="15702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59" name="F2_precision_recall_distributions_3573">
            <a:extLst>
              <a:ext uri="{FF2B5EF4-FFF2-40B4-BE49-F238E27FC236}">
                <a16:creationId xmlns:a16="http://schemas.microsoft.com/office/drawing/2014/main" id="{EB14354C-3D2B-4412-81D4-CF97FB49D1EB}"/>
              </a:ext>
            </a:extLst>
          </p:cNvPr>
          <p:cNvSpPr>
            <a:spLocks noGrp="1"/>
          </p:cNvSpPr>
          <p:nvPr/>
        </p:nvSpPr>
        <p:spPr>
          <a:xfrm>
            <a:off x="7259247" y="18737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0" name="F2_precision_recall_distributions_3574">
            <a:extLst>
              <a:ext uri="{FF2B5EF4-FFF2-40B4-BE49-F238E27FC236}">
                <a16:creationId xmlns:a16="http://schemas.microsoft.com/office/drawing/2014/main" id="{E43669C0-9596-45D0-972A-10FBA8DB4CA3}"/>
              </a:ext>
            </a:extLst>
          </p:cNvPr>
          <p:cNvSpPr>
            <a:spLocks noGrp="1"/>
          </p:cNvSpPr>
          <p:nvPr/>
        </p:nvSpPr>
        <p:spPr>
          <a:xfrm>
            <a:off x="7026883" y="15759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1" name="F2_precision_recall_distributions_3575">
            <a:extLst>
              <a:ext uri="{FF2B5EF4-FFF2-40B4-BE49-F238E27FC236}">
                <a16:creationId xmlns:a16="http://schemas.microsoft.com/office/drawing/2014/main" id="{E2D3D0EB-0C6E-4A38-886C-11D2DBF2F962}"/>
              </a:ext>
            </a:extLst>
          </p:cNvPr>
          <p:cNvSpPr>
            <a:spLocks noGrp="1"/>
          </p:cNvSpPr>
          <p:nvPr/>
        </p:nvSpPr>
        <p:spPr>
          <a:xfrm>
            <a:off x="7135963" y="15927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2" name="F2_precision_recall_distributions_3576">
            <a:extLst>
              <a:ext uri="{FF2B5EF4-FFF2-40B4-BE49-F238E27FC236}">
                <a16:creationId xmlns:a16="http://schemas.microsoft.com/office/drawing/2014/main" id="{69013298-B4A8-4E2D-9D7D-BBCE86EF7F02}"/>
              </a:ext>
            </a:extLst>
          </p:cNvPr>
          <p:cNvSpPr>
            <a:spLocks noGrp="1"/>
          </p:cNvSpPr>
          <p:nvPr/>
        </p:nvSpPr>
        <p:spPr>
          <a:xfrm>
            <a:off x="7209737" y="19074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3" name="F2_precision_recall_distributions_3577">
            <a:extLst>
              <a:ext uri="{FF2B5EF4-FFF2-40B4-BE49-F238E27FC236}">
                <a16:creationId xmlns:a16="http://schemas.microsoft.com/office/drawing/2014/main" id="{C7CC2E3D-6CCF-4043-9349-31C34EE9219D}"/>
              </a:ext>
            </a:extLst>
          </p:cNvPr>
          <p:cNvSpPr>
            <a:spLocks noGrp="1"/>
          </p:cNvSpPr>
          <p:nvPr/>
        </p:nvSpPr>
        <p:spPr>
          <a:xfrm>
            <a:off x="7195704" y="16073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4" name="F2_precision_recall_distributions_3578">
            <a:extLst>
              <a:ext uri="{FF2B5EF4-FFF2-40B4-BE49-F238E27FC236}">
                <a16:creationId xmlns:a16="http://schemas.microsoft.com/office/drawing/2014/main" id="{0E6F051A-2F7B-4200-A799-297C5BA3047F}"/>
              </a:ext>
            </a:extLst>
          </p:cNvPr>
          <p:cNvSpPr>
            <a:spLocks noGrp="1"/>
          </p:cNvSpPr>
          <p:nvPr/>
        </p:nvSpPr>
        <p:spPr>
          <a:xfrm>
            <a:off x="6966239" y="16599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5" name="F2_precision_recall_distributions_3579">
            <a:extLst>
              <a:ext uri="{FF2B5EF4-FFF2-40B4-BE49-F238E27FC236}">
                <a16:creationId xmlns:a16="http://schemas.microsoft.com/office/drawing/2014/main" id="{1149040C-9DF5-45E2-94DF-FDCF96D2F550}"/>
              </a:ext>
            </a:extLst>
          </p:cNvPr>
          <p:cNvSpPr>
            <a:spLocks noGrp="1"/>
          </p:cNvSpPr>
          <p:nvPr/>
        </p:nvSpPr>
        <p:spPr>
          <a:xfrm>
            <a:off x="7294529" y="20193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6" name="F2_precision_recall_distributions_3580">
            <a:extLst>
              <a:ext uri="{FF2B5EF4-FFF2-40B4-BE49-F238E27FC236}">
                <a16:creationId xmlns:a16="http://schemas.microsoft.com/office/drawing/2014/main" id="{770CBB24-EDCE-427D-92AF-26EB12B4EFB0}"/>
              </a:ext>
            </a:extLst>
          </p:cNvPr>
          <p:cNvSpPr>
            <a:spLocks noGrp="1"/>
          </p:cNvSpPr>
          <p:nvPr/>
        </p:nvSpPr>
        <p:spPr>
          <a:xfrm>
            <a:off x="7003057" y="16611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7" name="F2_precision_recall_distributions_3581">
            <a:extLst>
              <a:ext uri="{FF2B5EF4-FFF2-40B4-BE49-F238E27FC236}">
                <a16:creationId xmlns:a16="http://schemas.microsoft.com/office/drawing/2014/main" id="{76DBA1A0-039B-43AE-9738-8489DAC284E9}"/>
              </a:ext>
            </a:extLst>
          </p:cNvPr>
          <p:cNvSpPr>
            <a:spLocks noGrp="1"/>
          </p:cNvSpPr>
          <p:nvPr/>
        </p:nvSpPr>
        <p:spPr>
          <a:xfrm>
            <a:off x="7194429" y="15743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8" name="F2_precision_recall_distributions_3582">
            <a:extLst>
              <a:ext uri="{FF2B5EF4-FFF2-40B4-BE49-F238E27FC236}">
                <a16:creationId xmlns:a16="http://schemas.microsoft.com/office/drawing/2014/main" id="{4DB0FDFB-4C0B-44BD-9205-6F069A1BD6F0}"/>
              </a:ext>
            </a:extLst>
          </p:cNvPr>
          <p:cNvSpPr>
            <a:spLocks noGrp="1"/>
          </p:cNvSpPr>
          <p:nvPr/>
        </p:nvSpPr>
        <p:spPr>
          <a:xfrm>
            <a:off x="7161020" y="18662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69" name="F2_precision_recall_distributions_3583">
            <a:extLst>
              <a:ext uri="{FF2B5EF4-FFF2-40B4-BE49-F238E27FC236}">
                <a16:creationId xmlns:a16="http://schemas.microsoft.com/office/drawing/2014/main" id="{1A105C16-2733-4F21-A8E4-CD3B20CA7FED}"/>
              </a:ext>
            </a:extLst>
          </p:cNvPr>
          <p:cNvSpPr>
            <a:spLocks noGrp="1"/>
          </p:cNvSpPr>
          <p:nvPr/>
        </p:nvSpPr>
        <p:spPr>
          <a:xfrm>
            <a:off x="7323083" y="22217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0" name="F2_precision_recall_distributions_3584">
            <a:extLst>
              <a:ext uri="{FF2B5EF4-FFF2-40B4-BE49-F238E27FC236}">
                <a16:creationId xmlns:a16="http://schemas.microsoft.com/office/drawing/2014/main" id="{22BAB6A7-A43A-4BF7-89F4-649B63CD7B9C}"/>
              </a:ext>
            </a:extLst>
          </p:cNvPr>
          <p:cNvSpPr>
            <a:spLocks noGrp="1"/>
          </p:cNvSpPr>
          <p:nvPr/>
        </p:nvSpPr>
        <p:spPr>
          <a:xfrm>
            <a:off x="7118660" y="17997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1" name="F2_precision_recall_distributions_3585">
            <a:extLst>
              <a:ext uri="{FF2B5EF4-FFF2-40B4-BE49-F238E27FC236}">
                <a16:creationId xmlns:a16="http://schemas.microsoft.com/office/drawing/2014/main" id="{F3BAC149-4BAA-48C0-903A-13A2957B9151}"/>
              </a:ext>
            </a:extLst>
          </p:cNvPr>
          <p:cNvSpPr>
            <a:spLocks noGrp="1"/>
          </p:cNvSpPr>
          <p:nvPr/>
        </p:nvSpPr>
        <p:spPr>
          <a:xfrm>
            <a:off x="7263887" y="19451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2" name="F2_precision_recall_distributions_3586">
            <a:extLst>
              <a:ext uri="{FF2B5EF4-FFF2-40B4-BE49-F238E27FC236}">
                <a16:creationId xmlns:a16="http://schemas.microsoft.com/office/drawing/2014/main" id="{9E669663-6E63-4CD8-85F9-FA4D6BB208C7}"/>
              </a:ext>
            </a:extLst>
          </p:cNvPr>
          <p:cNvSpPr>
            <a:spLocks noGrp="1"/>
          </p:cNvSpPr>
          <p:nvPr/>
        </p:nvSpPr>
        <p:spPr>
          <a:xfrm>
            <a:off x="7116750" y="1584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3" name="F2_precision_recall_distributions_3587">
            <a:extLst>
              <a:ext uri="{FF2B5EF4-FFF2-40B4-BE49-F238E27FC236}">
                <a16:creationId xmlns:a16="http://schemas.microsoft.com/office/drawing/2014/main" id="{EE2E33B9-68D2-4885-A125-C06AFA070C3D}"/>
              </a:ext>
            </a:extLst>
          </p:cNvPr>
          <p:cNvSpPr>
            <a:spLocks noGrp="1"/>
          </p:cNvSpPr>
          <p:nvPr/>
        </p:nvSpPr>
        <p:spPr>
          <a:xfrm>
            <a:off x="7314546" y="21618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4" name="F2_precision_recall_distributions_3588">
            <a:extLst>
              <a:ext uri="{FF2B5EF4-FFF2-40B4-BE49-F238E27FC236}">
                <a16:creationId xmlns:a16="http://schemas.microsoft.com/office/drawing/2014/main" id="{D0BE38B2-FB5A-4A71-A217-D410E45194DC}"/>
              </a:ext>
            </a:extLst>
          </p:cNvPr>
          <p:cNvSpPr>
            <a:spLocks noGrp="1"/>
          </p:cNvSpPr>
          <p:nvPr/>
        </p:nvSpPr>
        <p:spPr>
          <a:xfrm>
            <a:off x="704478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5" name="F2_precision_recall_distributions_3589">
            <a:extLst>
              <a:ext uri="{FF2B5EF4-FFF2-40B4-BE49-F238E27FC236}">
                <a16:creationId xmlns:a16="http://schemas.microsoft.com/office/drawing/2014/main" id="{81EBABB6-1427-45E4-BD8C-738B2DB27B08}"/>
              </a:ext>
            </a:extLst>
          </p:cNvPr>
          <p:cNvSpPr>
            <a:spLocks noGrp="1"/>
          </p:cNvSpPr>
          <p:nvPr/>
        </p:nvSpPr>
        <p:spPr>
          <a:xfrm>
            <a:off x="7238037" y="20024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6" name="F2_precision_recall_distributions_3590">
            <a:extLst>
              <a:ext uri="{FF2B5EF4-FFF2-40B4-BE49-F238E27FC236}">
                <a16:creationId xmlns:a16="http://schemas.microsoft.com/office/drawing/2014/main" id="{1ECD188B-B818-4E39-90F0-3B0D83437017}"/>
              </a:ext>
            </a:extLst>
          </p:cNvPr>
          <p:cNvSpPr>
            <a:spLocks noGrp="1"/>
          </p:cNvSpPr>
          <p:nvPr/>
        </p:nvSpPr>
        <p:spPr>
          <a:xfrm>
            <a:off x="7206319" y="21846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7" name="F2_precision_recall_distributions_3591">
            <a:extLst>
              <a:ext uri="{FF2B5EF4-FFF2-40B4-BE49-F238E27FC236}">
                <a16:creationId xmlns:a16="http://schemas.microsoft.com/office/drawing/2014/main" id="{5C189C48-7389-495E-B162-1A6829801E8F}"/>
              </a:ext>
            </a:extLst>
          </p:cNvPr>
          <p:cNvSpPr>
            <a:spLocks noGrp="1"/>
          </p:cNvSpPr>
          <p:nvPr/>
        </p:nvSpPr>
        <p:spPr>
          <a:xfrm>
            <a:off x="7137658" y="15748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8" name="F2_precision_recall_distributions_3592">
            <a:extLst>
              <a:ext uri="{FF2B5EF4-FFF2-40B4-BE49-F238E27FC236}">
                <a16:creationId xmlns:a16="http://schemas.microsoft.com/office/drawing/2014/main" id="{22706CC4-BB74-48E7-BA41-B273C8910187}"/>
              </a:ext>
            </a:extLst>
          </p:cNvPr>
          <p:cNvSpPr>
            <a:spLocks noGrp="1"/>
          </p:cNvSpPr>
          <p:nvPr/>
        </p:nvSpPr>
        <p:spPr>
          <a:xfrm>
            <a:off x="7304929" y="1577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79" name="F2_precision_recall_distributions_3593">
            <a:extLst>
              <a:ext uri="{FF2B5EF4-FFF2-40B4-BE49-F238E27FC236}">
                <a16:creationId xmlns:a16="http://schemas.microsoft.com/office/drawing/2014/main" id="{C0DB8A2F-38D4-4C04-9E71-A85475AA237A}"/>
              </a:ext>
            </a:extLst>
          </p:cNvPr>
          <p:cNvSpPr>
            <a:spLocks noGrp="1"/>
          </p:cNvSpPr>
          <p:nvPr/>
        </p:nvSpPr>
        <p:spPr>
          <a:xfrm>
            <a:off x="727545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0" name="F2_precision_recall_distributions_3594">
            <a:extLst>
              <a:ext uri="{FF2B5EF4-FFF2-40B4-BE49-F238E27FC236}">
                <a16:creationId xmlns:a16="http://schemas.microsoft.com/office/drawing/2014/main" id="{1BD8F04D-EFF8-4256-85CD-83780F414B6E}"/>
              </a:ext>
            </a:extLst>
          </p:cNvPr>
          <p:cNvSpPr>
            <a:spLocks noGrp="1"/>
          </p:cNvSpPr>
          <p:nvPr/>
        </p:nvSpPr>
        <p:spPr>
          <a:xfrm>
            <a:off x="7212471" y="19532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1" name="F2_precision_recall_distributions_3595">
            <a:extLst>
              <a:ext uri="{FF2B5EF4-FFF2-40B4-BE49-F238E27FC236}">
                <a16:creationId xmlns:a16="http://schemas.microsoft.com/office/drawing/2014/main" id="{F4E6E913-E51D-41E0-96D6-804D150E09A4}"/>
              </a:ext>
            </a:extLst>
          </p:cNvPr>
          <p:cNvSpPr>
            <a:spLocks noGrp="1"/>
          </p:cNvSpPr>
          <p:nvPr/>
        </p:nvSpPr>
        <p:spPr>
          <a:xfrm>
            <a:off x="722117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2" name="F2_precision_recall_distributions_3596">
            <a:extLst>
              <a:ext uri="{FF2B5EF4-FFF2-40B4-BE49-F238E27FC236}">
                <a16:creationId xmlns:a16="http://schemas.microsoft.com/office/drawing/2014/main" id="{C20261D4-B2AA-4872-9490-4746164C3914}"/>
              </a:ext>
            </a:extLst>
          </p:cNvPr>
          <p:cNvSpPr>
            <a:spLocks noGrp="1"/>
          </p:cNvSpPr>
          <p:nvPr/>
        </p:nvSpPr>
        <p:spPr>
          <a:xfrm>
            <a:off x="7259560" y="15888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3" name="F2_precision_recall_distributions_3597">
            <a:extLst>
              <a:ext uri="{FF2B5EF4-FFF2-40B4-BE49-F238E27FC236}">
                <a16:creationId xmlns:a16="http://schemas.microsoft.com/office/drawing/2014/main" id="{854C78EB-C75B-400E-9E73-D654735488CB}"/>
              </a:ext>
            </a:extLst>
          </p:cNvPr>
          <p:cNvSpPr>
            <a:spLocks noGrp="1"/>
          </p:cNvSpPr>
          <p:nvPr/>
        </p:nvSpPr>
        <p:spPr>
          <a:xfrm>
            <a:off x="7322078" y="17835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4" name="F2_precision_recall_distributions_3598">
            <a:extLst>
              <a:ext uri="{FF2B5EF4-FFF2-40B4-BE49-F238E27FC236}">
                <a16:creationId xmlns:a16="http://schemas.microsoft.com/office/drawing/2014/main" id="{DEC54CE7-AF53-40E6-B9E6-ADD4892AEC0F}"/>
              </a:ext>
            </a:extLst>
          </p:cNvPr>
          <p:cNvSpPr>
            <a:spLocks noGrp="1"/>
          </p:cNvSpPr>
          <p:nvPr/>
        </p:nvSpPr>
        <p:spPr>
          <a:xfrm>
            <a:off x="726788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5" name="F2_precision_recall_distributions_3599">
            <a:extLst>
              <a:ext uri="{FF2B5EF4-FFF2-40B4-BE49-F238E27FC236}">
                <a16:creationId xmlns:a16="http://schemas.microsoft.com/office/drawing/2014/main" id="{93424817-2CA1-43F5-A86B-D767C86092CA}"/>
              </a:ext>
            </a:extLst>
          </p:cNvPr>
          <p:cNvSpPr>
            <a:spLocks noGrp="1"/>
          </p:cNvSpPr>
          <p:nvPr/>
        </p:nvSpPr>
        <p:spPr>
          <a:xfrm>
            <a:off x="732092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6" name="F2_precision_recall_distributions_3600">
            <a:extLst>
              <a:ext uri="{FF2B5EF4-FFF2-40B4-BE49-F238E27FC236}">
                <a16:creationId xmlns:a16="http://schemas.microsoft.com/office/drawing/2014/main" id="{25FA1F6A-34A4-4A98-8D7B-8E96407B9B4C}"/>
              </a:ext>
            </a:extLst>
          </p:cNvPr>
          <p:cNvSpPr>
            <a:spLocks noGrp="1"/>
          </p:cNvSpPr>
          <p:nvPr/>
        </p:nvSpPr>
        <p:spPr>
          <a:xfrm>
            <a:off x="7197760" y="16251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7" name="F2_precision_recall_distributions_3601">
            <a:extLst>
              <a:ext uri="{FF2B5EF4-FFF2-40B4-BE49-F238E27FC236}">
                <a16:creationId xmlns:a16="http://schemas.microsoft.com/office/drawing/2014/main" id="{6EF73282-027A-4739-B6BC-CE489165F4FA}"/>
              </a:ext>
            </a:extLst>
          </p:cNvPr>
          <p:cNvSpPr>
            <a:spLocks noGrp="1"/>
          </p:cNvSpPr>
          <p:nvPr/>
        </p:nvSpPr>
        <p:spPr>
          <a:xfrm>
            <a:off x="6974853" y="15877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8" name="F2_precision_recall_distributions_3602">
            <a:extLst>
              <a:ext uri="{FF2B5EF4-FFF2-40B4-BE49-F238E27FC236}">
                <a16:creationId xmlns:a16="http://schemas.microsoft.com/office/drawing/2014/main" id="{75C58319-3A9E-4569-9A89-ABAA56EB3551}"/>
              </a:ext>
            </a:extLst>
          </p:cNvPr>
          <p:cNvSpPr>
            <a:spLocks noGrp="1"/>
          </p:cNvSpPr>
          <p:nvPr/>
        </p:nvSpPr>
        <p:spPr>
          <a:xfrm>
            <a:off x="7318138" y="15588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89" name="F2_precision_recall_distributions_3603">
            <a:extLst>
              <a:ext uri="{FF2B5EF4-FFF2-40B4-BE49-F238E27FC236}">
                <a16:creationId xmlns:a16="http://schemas.microsoft.com/office/drawing/2014/main" id="{B3B35EC1-FBD1-4A5E-A4A2-CD41A93D7D64}"/>
              </a:ext>
            </a:extLst>
          </p:cNvPr>
          <p:cNvSpPr>
            <a:spLocks noGrp="1"/>
          </p:cNvSpPr>
          <p:nvPr/>
        </p:nvSpPr>
        <p:spPr>
          <a:xfrm>
            <a:off x="721999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0" name="F2_precision_recall_distributions_3604">
            <a:extLst>
              <a:ext uri="{FF2B5EF4-FFF2-40B4-BE49-F238E27FC236}">
                <a16:creationId xmlns:a16="http://schemas.microsoft.com/office/drawing/2014/main" id="{A6F14728-D14F-43FC-84AC-2D020A3CDFC1}"/>
              </a:ext>
            </a:extLst>
          </p:cNvPr>
          <p:cNvSpPr>
            <a:spLocks noGrp="1"/>
          </p:cNvSpPr>
          <p:nvPr/>
        </p:nvSpPr>
        <p:spPr>
          <a:xfrm>
            <a:off x="6990788" y="15847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1" name="F2_precision_recall_distributions_3605">
            <a:extLst>
              <a:ext uri="{FF2B5EF4-FFF2-40B4-BE49-F238E27FC236}">
                <a16:creationId xmlns:a16="http://schemas.microsoft.com/office/drawing/2014/main" id="{69027524-41BC-4D49-B1F0-CD8F77B37D73}"/>
              </a:ext>
            </a:extLst>
          </p:cNvPr>
          <p:cNvSpPr>
            <a:spLocks noGrp="1"/>
          </p:cNvSpPr>
          <p:nvPr/>
        </p:nvSpPr>
        <p:spPr>
          <a:xfrm>
            <a:off x="7294594" y="1617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2" name="F2_precision_recall_distributions_3606">
            <a:extLst>
              <a:ext uri="{FF2B5EF4-FFF2-40B4-BE49-F238E27FC236}">
                <a16:creationId xmlns:a16="http://schemas.microsoft.com/office/drawing/2014/main" id="{21DDFB1F-FCA3-4491-BA8A-7BE6C240565E}"/>
              </a:ext>
            </a:extLst>
          </p:cNvPr>
          <p:cNvSpPr>
            <a:spLocks noGrp="1"/>
          </p:cNvSpPr>
          <p:nvPr/>
        </p:nvSpPr>
        <p:spPr>
          <a:xfrm>
            <a:off x="7194089" y="15868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3" name="F2_precision_recall_distributions_3607">
            <a:extLst>
              <a:ext uri="{FF2B5EF4-FFF2-40B4-BE49-F238E27FC236}">
                <a16:creationId xmlns:a16="http://schemas.microsoft.com/office/drawing/2014/main" id="{1B9399DC-D333-4D96-92E0-10AFF583F20A}"/>
              </a:ext>
            </a:extLst>
          </p:cNvPr>
          <p:cNvSpPr>
            <a:spLocks noGrp="1"/>
          </p:cNvSpPr>
          <p:nvPr/>
        </p:nvSpPr>
        <p:spPr>
          <a:xfrm>
            <a:off x="6989772" y="17657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4" name="F2_precision_recall_distributions_3608">
            <a:extLst>
              <a:ext uri="{FF2B5EF4-FFF2-40B4-BE49-F238E27FC236}">
                <a16:creationId xmlns:a16="http://schemas.microsoft.com/office/drawing/2014/main" id="{36EB5835-36EF-46A5-9AEF-AC9E90FEC19D}"/>
              </a:ext>
            </a:extLst>
          </p:cNvPr>
          <p:cNvSpPr>
            <a:spLocks noGrp="1"/>
          </p:cNvSpPr>
          <p:nvPr/>
        </p:nvSpPr>
        <p:spPr>
          <a:xfrm>
            <a:off x="7202598" y="15500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5" name="F2_precision_recall_distributions_3609">
            <a:extLst>
              <a:ext uri="{FF2B5EF4-FFF2-40B4-BE49-F238E27FC236}">
                <a16:creationId xmlns:a16="http://schemas.microsoft.com/office/drawing/2014/main" id="{A340DA3F-9EF3-46A1-AF37-7521EAF3D73C}"/>
              </a:ext>
            </a:extLst>
          </p:cNvPr>
          <p:cNvSpPr>
            <a:spLocks noGrp="1"/>
          </p:cNvSpPr>
          <p:nvPr/>
        </p:nvSpPr>
        <p:spPr>
          <a:xfrm>
            <a:off x="7082459" y="19989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6" name="F2_precision_recall_distributions_3610">
            <a:extLst>
              <a:ext uri="{FF2B5EF4-FFF2-40B4-BE49-F238E27FC236}">
                <a16:creationId xmlns:a16="http://schemas.microsoft.com/office/drawing/2014/main" id="{EB67CF64-01B6-40EF-84AD-6D7DC8CE5C21}"/>
              </a:ext>
            </a:extLst>
          </p:cNvPr>
          <p:cNvSpPr>
            <a:spLocks noGrp="1"/>
          </p:cNvSpPr>
          <p:nvPr/>
        </p:nvSpPr>
        <p:spPr>
          <a:xfrm>
            <a:off x="7246673" y="20966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7" name="F2_precision_recall_distributions_3611">
            <a:extLst>
              <a:ext uri="{FF2B5EF4-FFF2-40B4-BE49-F238E27FC236}">
                <a16:creationId xmlns:a16="http://schemas.microsoft.com/office/drawing/2014/main" id="{94CEC1E9-1989-40BC-85F0-824D198B32B2}"/>
              </a:ext>
            </a:extLst>
          </p:cNvPr>
          <p:cNvSpPr>
            <a:spLocks noGrp="1"/>
          </p:cNvSpPr>
          <p:nvPr/>
        </p:nvSpPr>
        <p:spPr>
          <a:xfrm>
            <a:off x="6975635" y="17702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8" name="F2_precision_recall_distributions_3612">
            <a:extLst>
              <a:ext uri="{FF2B5EF4-FFF2-40B4-BE49-F238E27FC236}">
                <a16:creationId xmlns:a16="http://schemas.microsoft.com/office/drawing/2014/main" id="{C8EEAFE1-2BB3-4988-8D46-8255A169C115}"/>
              </a:ext>
            </a:extLst>
          </p:cNvPr>
          <p:cNvSpPr>
            <a:spLocks noGrp="1"/>
          </p:cNvSpPr>
          <p:nvPr/>
        </p:nvSpPr>
        <p:spPr>
          <a:xfrm>
            <a:off x="7078044" y="16091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799" name="F2_precision_recall_distributions_3613">
            <a:extLst>
              <a:ext uri="{FF2B5EF4-FFF2-40B4-BE49-F238E27FC236}">
                <a16:creationId xmlns:a16="http://schemas.microsoft.com/office/drawing/2014/main" id="{A1DF0E7A-3C46-4F19-A559-D945A8293EA7}"/>
              </a:ext>
            </a:extLst>
          </p:cNvPr>
          <p:cNvSpPr>
            <a:spLocks noGrp="1"/>
          </p:cNvSpPr>
          <p:nvPr/>
        </p:nvSpPr>
        <p:spPr>
          <a:xfrm>
            <a:off x="7206173" y="17871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0" name="F2_precision_recall_distributions_3614">
            <a:extLst>
              <a:ext uri="{FF2B5EF4-FFF2-40B4-BE49-F238E27FC236}">
                <a16:creationId xmlns:a16="http://schemas.microsoft.com/office/drawing/2014/main" id="{10DBBEC6-E7DC-4584-8663-3A837778C14E}"/>
              </a:ext>
            </a:extLst>
          </p:cNvPr>
          <p:cNvSpPr>
            <a:spLocks noGrp="1"/>
          </p:cNvSpPr>
          <p:nvPr/>
        </p:nvSpPr>
        <p:spPr>
          <a:xfrm>
            <a:off x="7195631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1" name="F2_precision_recall_distributions_3615">
            <a:extLst>
              <a:ext uri="{FF2B5EF4-FFF2-40B4-BE49-F238E27FC236}">
                <a16:creationId xmlns:a16="http://schemas.microsoft.com/office/drawing/2014/main" id="{F6C0A13D-1BA3-4DC7-B4BA-2DEF99C8E786}"/>
              </a:ext>
            </a:extLst>
          </p:cNvPr>
          <p:cNvSpPr>
            <a:spLocks noGrp="1"/>
          </p:cNvSpPr>
          <p:nvPr/>
        </p:nvSpPr>
        <p:spPr>
          <a:xfrm>
            <a:off x="7046327" y="1719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2" name="F2_precision_recall_distributions_3616">
            <a:extLst>
              <a:ext uri="{FF2B5EF4-FFF2-40B4-BE49-F238E27FC236}">
                <a16:creationId xmlns:a16="http://schemas.microsoft.com/office/drawing/2014/main" id="{C60CA1A3-2DE3-4852-8A0D-19BC7399BF40}"/>
              </a:ext>
            </a:extLst>
          </p:cNvPr>
          <p:cNvSpPr>
            <a:spLocks noGrp="1"/>
          </p:cNvSpPr>
          <p:nvPr/>
        </p:nvSpPr>
        <p:spPr>
          <a:xfrm>
            <a:off x="7333885" y="19676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3" name="F2_precision_recall_distributions_3617">
            <a:extLst>
              <a:ext uri="{FF2B5EF4-FFF2-40B4-BE49-F238E27FC236}">
                <a16:creationId xmlns:a16="http://schemas.microsoft.com/office/drawing/2014/main" id="{C05BC2D0-4FC2-436D-B86B-292D3A2510EE}"/>
              </a:ext>
            </a:extLst>
          </p:cNvPr>
          <p:cNvSpPr>
            <a:spLocks noGrp="1"/>
          </p:cNvSpPr>
          <p:nvPr/>
        </p:nvSpPr>
        <p:spPr>
          <a:xfrm>
            <a:off x="7085063" y="19486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4" name="F2_precision_recall_distributions_3618">
            <a:extLst>
              <a:ext uri="{FF2B5EF4-FFF2-40B4-BE49-F238E27FC236}">
                <a16:creationId xmlns:a16="http://schemas.microsoft.com/office/drawing/2014/main" id="{CA6506A5-096B-4935-A9FB-FF1636DE03E9}"/>
              </a:ext>
            </a:extLst>
          </p:cNvPr>
          <p:cNvSpPr>
            <a:spLocks noGrp="1"/>
          </p:cNvSpPr>
          <p:nvPr/>
        </p:nvSpPr>
        <p:spPr>
          <a:xfrm>
            <a:off x="7092730" y="16299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5" name="F2_precision_recall_distributions_3619">
            <a:extLst>
              <a:ext uri="{FF2B5EF4-FFF2-40B4-BE49-F238E27FC236}">
                <a16:creationId xmlns:a16="http://schemas.microsoft.com/office/drawing/2014/main" id="{180D2261-DE8D-4F62-BE73-6C8F3104E82A}"/>
              </a:ext>
            </a:extLst>
          </p:cNvPr>
          <p:cNvSpPr>
            <a:spLocks noGrp="1"/>
          </p:cNvSpPr>
          <p:nvPr/>
        </p:nvSpPr>
        <p:spPr>
          <a:xfrm>
            <a:off x="7299181" y="23158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6" name="F2_precision_recall_distributions_3620">
            <a:extLst>
              <a:ext uri="{FF2B5EF4-FFF2-40B4-BE49-F238E27FC236}">
                <a16:creationId xmlns:a16="http://schemas.microsoft.com/office/drawing/2014/main" id="{A8D41F1A-65F1-4902-9191-A4D59E4A8678}"/>
              </a:ext>
            </a:extLst>
          </p:cNvPr>
          <p:cNvSpPr>
            <a:spLocks noGrp="1"/>
          </p:cNvSpPr>
          <p:nvPr/>
        </p:nvSpPr>
        <p:spPr>
          <a:xfrm>
            <a:off x="7031246" y="15427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7" name="F2_precision_recall_distributions_3621">
            <a:extLst>
              <a:ext uri="{FF2B5EF4-FFF2-40B4-BE49-F238E27FC236}">
                <a16:creationId xmlns:a16="http://schemas.microsoft.com/office/drawing/2014/main" id="{B309CDB9-D864-4DBC-8737-7B472EB09BA3}"/>
              </a:ext>
            </a:extLst>
          </p:cNvPr>
          <p:cNvSpPr>
            <a:spLocks noGrp="1"/>
          </p:cNvSpPr>
          <p:nvPr/>
        </p:nvSpPr>
        <p:spPr>
          <a:xfrm>
            <a:off x="7051969" y="17986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8" name="F2_precision_recall_distributions_3622">
            <a:extLst>
              <a:ext uri="{FF2B5EF4-FFF2-40B4-BE49-F238E27FC236}">
                <a16:creationId xmlns:a16="http://schemas.microsoft.com/office/drawing/2014/main" id="{85CF23DC-7752-4EF7-87C2-0230C3FF6417}"/>
              </a:ext>
            </a:extLst>
          </p:cNvPr>
          <p:cNvSpPr>
            <a:spLocks noGrp="1"/>
          </p:cNvSpPr>
          <p:nvPr/>
        </p:nvSpPr>
        <p:spPr>
          <a:xfrm>
            <a:off x="7156997" y="16468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09" name="F2_precision_recall_distributions_3623">
            <a:extLst>
              <a:ext uri="{FF2B5EF4-FFF2-40B4-BE49-F238E27FC236}">
                <a16:creationId xmlns:a16="http://schemas.microsoft.com/office/drawing/2014/main" id="{7DAE7BF1-F454-4605-A3D7-57A5D238FBB1}"/>
              </a:ext>
            </a:extLst>
          </p:cNvPr>
          <p:cNvSpPr>
            <a:spLocks noGrp="1"/>
          </p:cNvSpPr>
          <p:nvPr/>
        </p:nvSpPr>
        <p:spPr>
          <a:xfrm>
            <a:off x="7292706" y="1668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0" name="F2_precision_recall_distributions_3624">
            <a:extLst>
              <a:ext uri="{FF2B5EF4-FFF2-40B4-BE49-F238E27FC236}">
                <a16:creationId xmlns:a16="http://schemas.microsoft.com/office/drawing/2014/main" id="{B5ED6FE3-0D17-4820-A98C-4FDE3768DB8D}"/>
              </a:ext>
            </a:extLst>
          </p:cNvPr>
          <p:cNvSpPr>
            <a:spLocks noGrp="1"/>
          </p:cNvSpPr>
          <p:nvPr/>
        </p:nvSpPr>
        <p:spPr>
          <a:xfrm>
            <a:off x="7194196" y="15798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1" name="F2_precision_recall_distributions_3625">
            <a:extLst>
              <a:ext uri="{FF2B5EF4-FFF2-40B4-BE49-F238E27FC236}">
                <a16:creationId xmlns:a16="http://schemas.microsoft.com/office/drawing/2014/main" id="{6FD5E2C0-020D-4A01-8F0E-90D33885A3EF}"/>
              </a:ext>
            </a:extLst>
          </p:cNvPr>
          <p:cNvSpPr>
            <a:spLocks noGrp="1"/>
          </p:cNvSpPr>
          <p:nvPr/>
        </p:nvSpPr>
        <p:spPr>
          <a:xfrm>
            <a:off x="7244213" y="18350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2" name="F2_precision_recall_distributions_3626">
            <a:extLst>
              <a:ext uri="{FF2B5EF4-FFF2-40B4-BE49-F238E27FC236}">
                <a16:creationId xmlns:a16="http://schemas.microsoft.com/office/drawing/2014/main" id="{51D2FDEC-40BF-4C66-BB12-457498754A84}"/>
              </a:ext>
            </a:extLst>
          </p:cNvPr>
          <p:cNvSpPr>
            <a:spLocks noGrp="1"/>
          </p:cNvSpPr>
          <p:nvPr/>
        </p:nvSpPr>
        <p:spPr>
          <a:xfrm>
            <a:off x="7208582" y="22479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3" name="F2_precision_recall_distributions_3627">
            <a:extLst>
              <a:ext uri="{FF2B5EF4-FFF2-40B4-BE49-F238E27FC236}">
                <a16:creationId xmlns:a16="http://schemas.microsoft.com/office/drawing/2014/main" id="{445545F7-A49A-4AD6-B734-55A685DB4216}"/>
              </a:ext>
            </a:extLst>
          </p:cNvPr>
          <p:cNvSpPr>
            <a:spLocks noGrp="1"/>
          </p:cNvSpPr>
          <p:nvPr/>
        </p:nvSpPr>
        <p:spPr>
          <a:xfrm>
            <a:off x="7208213" y="22544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4" name="F2_precision_recall_distributions_3628">
            <a:extLst>
              <a:ext uri="{FF2B5EF4-FFF2-40B4-BE49-F238E27FC236}">
                <a16:creationId xmlns:a16="http://schemas.microsoft.com/office/drawing/2014/main" id="{B4D7905F-A9BF-4A89-BE22-1EA4EA55C570}"/>
              </a:ext>
            </a:extLst>
          </p:cNvPr>
          <p:cNvSpPr>
            <a:spLocks noGrp="1"/>
          </p:cNvSpPr>
          <p:nvPr/>
        </p:nvSpPr>
        <p:spPr>
          <a:xfrm>
            <a:off x="7034263" y="17714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5" name="F2_precision_recall_distributions_3629">
            <a:extLst>
              <a:ext uri="{FF2B5EF4-FFF2-40B4-BE49-F238E27FC236}">
                <a16:creationId xmlns:a16="http://schemas.microsoft.com/office/drawing/2014/main" id="{C310AAE5-D9E7-406B-A6DF-E49F02885DBC}"/>
              </a:ext>
            </a:extLst>
          </p:cNvPr>
          <p:cNvSpPr>
            <a:spLocks noGrp="1"/>
          </p:cNvSpPr>
          <p:nvPr/>
        </p:nvSpPr>
        <p:spPr>
          <a:xfrm>
            <a:off x="7030108" y="2013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6" name="F2_precision_recall_distributions_3630">
            <a:extLst>
              <a:ext uri="{FF2B5EF4-FFF2-40B4-BE49-F238E27FC236}">
                <a16:creationId xmlns:a16="http://schemas.microsoft.com/office/drawing/2014/main" id="{58D88BB1-1919-4AD9-B19E-13AAA6969F2D}"/>
              </a:ext>
            </a:extLst>
          </p:cNvPr>
          <p:cNvSpPr>
            <a:spLocks noGrp="1"/>
          </p:cNvSpPr>
          <p:nvPr/>
        </p:nvSpPr>
        <p:spPr>
          <a:xfrm>
            <a:off x="71945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7" name="F2_precision_recall_distributions_3631">
            <a:extLst>
              <a:ext uri="{FF2B5EF4-FFF2-40B4-BE49-F238E27FC236}">
                <a16:creationId xmlns:a16="http://schemas.microsoft.com/office/drawing/2014/main" id="{EDB70F89-C1D1-4B8D-A783-5A42DE3C111C}"/>
              </a:ext>
            </a:extLst>
          </p:cNvPr>
          <p:cNvSpPr>
            <a:spLocks noGrp="1"/>
          </p:cNvSpPr>
          <p:nvPr/>
        </p:nvSpPr>
        <p:spPr>
          <a:xfrm>
            <a:off x="7265219" y="18417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8" name="F2_precision_recall_distributions_3632">
            <a:extLst>
              <a:ext uri="{FF2B5EF4-FFF2-40B4-BE49-F238E27FC236}">
                <a16:creationId xmlns:a16="http://schemas.microsoft.com/office/drawing/2014/main" id="{0D1DDB95-3128-4AE0-BD79-0DE77ADA1D61}"/>
              </a:ext>
            </a:extLst>
          </p:cNvPr>
          <p:cNvSpPr>
            <a:spLocks noGrp="1"/>
          </p:cNvSpPr>
          <p:nvPr/>
        </p:nvSpPr>
        <p:spPr>
          <a:xfrm>
            <a:off x="7233980" y="17629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19" name="F2_precision_recall_distributions_3633">
            <a:extLst>
              <a:ext uri="{FF2B5EF4-FFF2-40B4-BE49-F238E27FC236}">
                <a16:creationId xmlns:a16="http://schemas.microsoft.com/office/drawing/2014/main" id="{E7D0543B-BD2F-4F01-8390-F445E6EF855B}"/>
              </a:ext>
            </a:extLst>
          </p:cNvPr>
          <p:cNvSpPr>
            <a:spLocks noGrp="1"/>
          </p:cNvSpPr>
          <p:nvPr/>
        </p:nvSpPr>
        <p:spPr>
          <a:xfrm>
            <a:off x="7242482" y="15586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0" name="F2_precision_recall_distributions_3634">
            <a:extLst>
              <a:ext uri="{FF2B5EF4-FFF2-40B4-BE49-F238E27FC236}">
                <a16:creationId xmlns:a16="http://schemas.microsoft.com/office/drawing/2014/main" id="{63EDBFCD-A3EF-4E0B-8BE4-A65B73F8535B}"/>
              </a:ext>
            </a:extLst>
          </p:cNvPr>
          <p:cNvSpPr>
            <a:spLocks noGrp="1"/>
          </p:cNvSpPr>
          <p:nvPr/>
        </p:nvSpPr>
        <p:spPr>
          <a:xfrm>
            <a:off x="7018300" y="19786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1" name="F2_precision_recall_distributions_3635">
            <a:extLst>
              <a:ext uri="{FF2B5EF4-FFF2-40B4-BE49-F238E27FC236}">
                <a16:creationId xmlns:a16="http://schemas.microsoft.com/office/drawing/2014/main" id="{177896BA-F9B0-49A2-9025-498AF11C4866}"/>
              </a:ext>
            </a:extLst>
          </p:cNvPr>
          <p:cNvSpPr>
            <a:spLocks noGrp="1"/>
          </p:cNvSpPr>
          <p:nvPr/>
        </p:nvSpPr>
        <p:spPr>
          <a:xfrm>
            <a:off x="7131461" y="17841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2" name="F2_precision_recall_distributions_3636">
            <a:extLst>
              <a:ext uri="{FF2B5EF4-FFF2-40B4-BE49-F238E27FC236}">
                <a16:creationId xmlns:a16="http://schemas.microsoft.com/office/drawing/2014/main" id="{1635E649-711E-42D7-8400-EC09AA2E8E9D}"/>
              </a:ext>
            </a:extLst>
          </p:cNvPr>
          <p:cNvSpPr>
            <a:spLocks noGrp="1"/>
          </p:cNvSpPr>
          <p:nvPr/>
        </p:nvSpPr>
        <p:spPr>
          <a:xfrm>
            <a:off x="6985776" y="18089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3" name="F2_precision_recall_distributions_3637">
            <a:extLst>
              <a:ext uri="{FF2B5EF4-FFF2-40B4-BE49-F238E27FC236}">
                <a16:creationId xmlns:a16="http://schemas.microsoft.com/office/drawing/2014/main" id="{0CAC2A59-7B65-4159-80E7-96492BB2A86C}"/>
              </a:ext>
            </a:extLst>
          </p:cNvPr>
          <p:cNvSpPr>
            <a:spLocks noGrp="1"/>
          </p:cNvSpPr>
          <p:nvPr/>
        </p:nvSpPr>
        <p:spPr>
          <a:xfrm>
            <a:off x="7225715" y="21546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4" name="F2_precision_recall_distributions_3638">
            <a:extLst>
              <a:ext uri="{FF2B5EF4-FFF2-40B4-BE49-F238E27FC236}">
                <a16:creationId xmlns:a16="http://schemas.microsoft.com/office/drawing/2014/main" id="{E6F2EC09-69F1-47BF-86EF-4A63D7EBF4E0}"/>
              </a:ext>
            </a:extLst>
          </p:cNvPr>
          <p:cNvSpPr>
            <a:spLocks noGrp="1"/>
          </p:cNvSpPr>
          <p:nvPr/>
        </p:nvSpPr>
        <p:spPr>
          <a:xfrm>
            <a:off x="7328548" y="16232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5" name="F2_precision_recall_distributions_3639">
            <a:extLst>
              <a:ext uri="{FF2B5EF4-FFF2-40B4-BE49-F238E27FC236}">
                <a16:creationId xmlns:a16="http://schemas.microsoft.com/office/drawing/2014/main" id="{B2D1F587-8D0F-4070-BF73-1976AF486A53}"/>
              </a:ext>
            </a:extLst>
          </p:cNvPr>
          <p:cNvSpPr>
            <a:spLocks noGrp="1"/>
          </p:cNvSpPr>
          <p:nvPr/>
        </p:nvSpPr>
        <p:spPr>
          <a:xfrm>
            <a:off x="709360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6" name="F2_precision_recall_distributions_3640">
            <a:extLst>
              <a:ext uri="{FF2B5EF4-FFF2-40B4-BE49-F238E27FC236}">
                <a16:creationId xmlns:a16="http://schemas.microsoft.com/office/drawing/2014/main" id="{03B4AE12-8009-4C64-9C83-F6227B03D780}"/>
              </a:ext>
            </a:extLst>
          </p:cNvPr>
          <p:cNvSpPr>
            <a:spLocks noGrp="1"/>
          </p:cNvSpPr>
          <p:nvPr/>
        </p:nvSpPr>
        <p:spPr>
          <a:xfrm>
            <a:off x="7321558" y="1536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7" name="F2_precision_recall_distributions_3641">
            <a:extLst>
              <a:ext uri="{FF2B5EF4-FFF2-40B4-BE49-F238E27FC236}">
                <a16:creationId xmlns:a16="http://schemas.microsoft.com/office/drawing/2014/main" id="{31B073E7-3B9E-4894-A335-4A9244888673}"/>
              </a:ext>
            </a:extLst>
          </p:cNvPr>
          <p:cNvSpPr>
            <a:spLocks noGrp="1"/>
          </p:cNvSpPr>
          <p:nvPr/>
        </p:nvSpPr>
        <p:spPr>
          <a:xfrm>
            <a:off x="7161006" y="19014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8" name="F2_precision_recall_distributions_3642">
            <a:extLst>
              <a:ext uri="{FF2B5EF4-FFF2-40B4-BE49-F238E27FC236}">
                <a16:creationId xmlns:a16="http://schemas.microsoft.com/office/drawing/2014/main" id="{3C12B59F-0915-443B-B64D-ABB271E37695}"/>
              </a:ext>
            </a:extLst>
          </p:cNvPr>
          <p:cNvSpPr>
            <a:spLocks noGrp="1"/>
          </p:cNvSpPr>
          <p:nvPr/>
        </p:nvSpPr>
        <p:spPr>
          <a:xfrm>
            <a:off x="7074276" y="17428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29" name="F2_precision_recall_distributions_3643">
            <a:extLst>
              <a:ext uri="{FF2B5EF4-FFF2-40B4-BE49-F238E27FC236}">
                <a16:creationId xmlns:a16="http://schemas.microsoft.com/office/drawing/2014/main" id="{4966F445-2325-42DE-B1F1-E94E39F13438}"/>
              </a:ext>
            </a:extLst>
          </p:cNvPr>
          <p:cNvSpPr>
            <a:spLocks noGrp="1"/>
          </p:cNvSpPr>
          <p:nvPr/>
        </p:nvSpPr>
        <p:spPr>
          <a:xfrm>
            <a:off x="7215119" y="15733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0" name="F2_precision_recall_distributions_3644">
            <a:extLst>
              <a:ext uri="{FF2B5EF4-FFF2-40B4-BE49-F238E27FC236}">
                <a16:creationId xmlns:a16="http://schemas.microsoft.com/office/drawing/2014/main" id="{29A89677-ECE5-4C23-9483-60511065CE6C}"/>
              </a:ext>
            </a:extLst>
          </p:cNvPr>
          <p:cNvSpPr>
            <a:spLocks noGrp="1"/>
          </p:cNvSpPr>
          <p:nvPr/>
        </p:nvSpPr>
        <p:spPr>
          <a:xfrm>
            <a:off x="7085482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1" name="F2_precision_recall_distributions_3645">
            <a:extLst>
              <a:ext uri="{FF2B5EF4-FFF2-40B4-BE49-F238E27FC236}">
                <a16:creationId xmlns:a16="http://schemas.microsoft.com/office/drawing/2014/main" id="{53250533-3DC3-4B85-9FB6-B18E92C96B56}"/>
              </a:ext>
            </a:extLst>
          </p:cNvPr>
          <p:cNvSpPr>
            <a:spLocks noGrp="1"/>
          </p:cNvSpPr>
          <p:nvPr/>
        </p:nvSpPr>
        <p:spPr>
          <a:xfrm>
            <a:off x="7227044" y="17137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2" name="F2_precision_recall_distributions_3646">
            <a:extLst>
              <a:ext uri="{FF2B5EF4-FFF2-40B4-BE49-F238E27FC236}">
                <a16:creationId xmlns:a16="http://schemas.microsoft.com/office/drawing/2014/main" id="{CF3E3E2B-6697-46B6-A4D6-54DAA38AF035}"/>
              </a:ext>
            </a:extLst>
          </p:cNvPr>
          <p:cNvSpPr>
            <a:spLocks noGrp="1"/>
          </p:cNvSpPr>
          <p:nvPr/>
        </p:nvSpPr>
        <p:spPr>
          <a:xfrm>
            <a:off x="7249536" y="15978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3" name="F2_precision_recall_distributions_3647">
            <a:extLst>
              <a:ext uri="{FF2B5EF4-FFF2-40B4-BE49-F238E27FC236}">
                <a16:creationId xmlns:a16="http://schemas.microsoft.com/office/drawing/2014/main" id="{3B283883-A7A3-490E-8EF4-0E6E1A83F927}"/>
              </a:ext>
            </a:extLst>
          </p:cNvPr>
          <p:cNvSpPr>
            <a:spLocks noGrp="1"/>
          </p:cNvSpPr>
          <p:nvPr/>
        </p:nvSpPr>
        <p:spPr>
          <a:xfrm>
            <a:off x="6971880" y="15786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4" name="F2_precision_recall_distributions_3648">
            <a:extLst>
              <a:ext uri="{FF2B5EF4-FFF2-40B4-BE49-F238E27FC236}">
                <a16:creationId xmlns:a16="http://schemas.microsoft.com/office/drawing/2014/main" id="{78D8463E-9C0A-4A06-8A26-8A3C048C5196}"/>
              </a:ext>
            </a:extLst>
          </p:cNvPr>
          <p:cNvSpPr>
            <a:spLocks noGrp="1"/>
          </p:cNvSpPr>
          <p:nvPr/>
        </p:nvSpPr>
        <p:spPr>
          <a:xfrm>
            <a:off x="6986941" y="2173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5" name="F2_precision_recall_distributions_3649">
            <a:extLst>
              <a:ext uri="{FF2B5EF4-FFF2-40B4-BE49-F238E27FC236}">
                <a16:creationId xmlns:a16="http://schemas.microsoft.com/office/drawing/2014/main" id="{1A159BCD-5287-4AD9-B7A7-FE0876F8772F}"/>
              </a:ext>
            </a:extLst>
          </p:cNvPr>
          <p:cNvSpPr>
            <a:spLocks noGrp="1"/>
          </p:cNvSpPr>
          <p:nvPr/>
        </p:nvSpPr>
        <p:spPr>
          <a:xfrm>
            <a:off x="7206414" y="185819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6" name="F2_precision_recall_distributions_3650">
            <a:extLst>
              <a:ext uri="{FF2B5EF4-FFF2-40B4-BE49-F238E27FC236}">
                <a16:creationId xmlns:a16="http://schemas.microsoft.com/office/drawing/2014/main" id="{D8C63FE7-A6E7-47FA-88E7-68F5DDB2DC39}"/>
              </a:ext>
            </a:extLst>
          </p:cNvPr>
          <p:cNvSpPr>
            <a:spLocks noGrp="1"/>
          </p:cNvSpPr>
          <p:nvPr/>
        </p:nvSpPr>
        <p:spPr>
          <a:xfrm>
            <a:off x="7017819" y="15141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7" name="F2_precision_recall_distributions_3651">
            <a:extLst>
              <a:ext uri="{FF2B5EF4-FFF2-40B4-BE49-F238E27FC236}">
                <a16:creationId xmlns:a16="http://schemas.microsoft.com/office/drawing/2014/main" id="{ADF3016C-F2FA-438C-A155-E8C671EE4281}"/>
              </a:ext>
            </a:extLst>
          </p:cNvPr>
          <p:cNvSpPr>
            <a:spLocks noGrp="1"/>
          </p:cNvSpPr>
          <p:nvPr/>
        </p:nvSpPr>
        <p:spPr>
          <a:xfrm>
            <a:off x="7151217" y="21007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8" name="F2_precision_recall_distributions_3652">
            <a:extLst>
              <a:ext uri="{FF2B5EF4-FFF2-40B4-BE49-F238E27FC236}">
                <a16:creationId xmlns:a16="http://schemas.microsoft.com/office/drawing/2014/main" id="{6756B463-0876-4F54-83E1-770D083D262D}"/>
              </a:ext>
            </a:extLst>
          </p:cNvPr>
          <p:cNvSpPr>
            <a:spLocks noGrp="1"/>
          </p:cNvSpPr>
          <p:nvPr/>
        </p:nvSpPr>
        <p:spPr>
          <a:xfrm>
            <a:off x="7226694" y="16095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39" name="F2_precision_recall_distributions_3653">
            <a:extLst>
              <a:ext uri="{FF2B5EF4-FFF2-40B4-BE49-F238E27FC236}">
                <a16:creationId xmlns:a16="http://schemas.microsoft.com/office/drawing/2014/main" id="{AF4699BD-31C5-4A7E-8622-6FA319E52ED0}"/>
              </a:ext>
            </a:extLst>
          </p:cNvPr>
          <p:cNvSpPr>
            <a:spLocks noGrp="1"/>
          </p:cNvSpPr>
          <p:nvPr/>
        </p:nvSpPr>
        <p:spPr>
          <a:xfrm>
            <a:off x="6980653" y="18790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0" name="F2_precision_recall_distributions_3654">
            <a:extLst>
              <a:ext uri="{FF2B5EF4-FFF2-40B4-BE49-F238E27FC236}">
                <a16:creationId xmlns:a16="http://schemas.microsoft.com/office/drawing/2014/main" id="{E7B804E6-77AC-4BEC-BB2F-777EEB2AA3B0}"/>
              </a:ext>
            </a:extLst>
          </p:cNvPr>
          <p:cNvSpPr>
            <a:spLocks noGrp="1"/>
          </p:cNvSpPr>
          <p:nvPr/>
        </p:nvSpPr>
        <p:spPr>
          <a:xfrm>
            <a:off x="7306719" y="22448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1" name="F2_precision_recall_distributions_3655">
            <a:extLst>
              <a:ext uri="{FF2B5EF4-FFF2-40B4-BE49-F238E27FC236}">
                <a16:creationId xmlns:a16="http://schemas.microsoft.com/office/drawing/2014/main" id="{AB0F192E-F46E-4A9E-A709-1E12B4890AAA}"/>
              </a:ext>
            </a:extLst>
          </p:cNvPr>
          <p:cNvSpPr>
            <a:spLocks noGrp="1"/>
          </p:cNvSpPr>
          <p:nvPr/>
        </p:nvSpPr>
        <p:spPr>
          <a:xfrm>
            <a:off x="7050306" y="15571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2" name="F2_precision_recall_distributions_3656">
            <a:extLst>
              <a:ext uri="{FF2B5EF4-FFF2-40B4-BE49-F238E27FC236}">
                <a16:creationId xmlns:a16="http://schemas.microsoft.com/office/drawing/2014/main" id="{FC19CD8A-A3D9-4838-A8FE-30373C1EC648}"/>
              </a:ext>
            </a:extLst>
          </p:cNvPr>
          <p:cNvSpPr>
            <a:spLocks noGrp="1"/>
          </p:cNvSpPr>
          <p:nvPr/>
        </p:nvSpPr>
        <p:spPr>
          <a:xfrm>
            <a:off x="7090806" y="16629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3" name="F2_precision_recall_distributions_3657">
            <a:extLst>
              <a:ext uri="{FF2B5EF4-FFF2-40B4-BE49-F238E27FC236}">
                <a16:creationId xmlns:a16="http://schemas.microsoft.com/office/drawing/2014/main" id="{E850B69E-3C36-4C56-AC2C-793008644EAD}"/>
              </a:ext>
            </a:extLst>
          </p:cNvPr>
          <p:cNvSpPr>
            <a:spLocks noGrp="1"/>
          </p:cNvSpPr>
          <p:nvPr/>
        </p:nvSpPr>
        <p:spPr>
          <a:xfrm>
            <a:off x="6983113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4" name="F2_precision_recall_distributions_3658">
            <a:extLst>
              <a:ext uri="{FF2B5EF4-FFF2-40B4-BE49-F238E27FC236}">
                <a16:creationId xmlns:a16="http://schemas.microsoft.com/office/drawing/2014/main" id="{BDB75ECC-23A6-4B1A-A188-CE2A235D89A1}"/>
              </a:ext>
            </a:extLst>
          </p:cNvPr>
          <p:cNvSpPr>
            <a:spLocks noGrp="1"/>
          </p:cNvSpPr>
          <p:nvPr/>
        </p:nvSpPr>
        <p:spPr>
          <a:xfrm>
            <a:off x="7201272" y="18770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5" name="F2_precision_recall_distributions_3659">
            <a:extLst>
              <a:ext uri="{FF2B5EF4-FFF2-40B4-BE49-F238E27FC236}">
                <a16:creationId xmlns:a16="http://schemas.microsoft.com/office/drawing/2014/main" id="{A4A7BFE3-6BCE-445C-95DF-A833F8A17E72}"/>
              </a:ext>
            </a:extLst>
          </p:cNvPr>
          <p:cNvSpPr>
            <a:spLocks noGrp="1"/>
          </p:cNvSpPr>
          <p:nvPr/>
        </p:nvSpPr>
        <p:spPr>
          <a:xfrm>
            <a:off x="7332333" y="15359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6" name="F2_precision_recall_distributions_3660">
            <a:extLst>
              <a:ext uri="{FF2B5EF4-FFF2-40B4-BE49-F238E27FC236}">
                <a16:creationId xmlns:a16="http://schemas.microsoft.com/office/drawing/2014/main" id="{86C72A78-D134-4C98-8F25-D84225B89B61}"/>
              </a:ext>
            </a:extLst>
          </p:cNvPr>
          <p:cNvSpPr>
            <a:spLocks noGrp="1"/>
          </p:cNvSpPr>
          <p:nvPr/>
        </p:nvSpPr>
        <p:spPr>
          <a:xfrm>
            <a:off x="7098709" y="21370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7" name="F2_precision_recall_distributions_3661">
            <a:extLst>
              <a:ext uri="{FF2B5EF4-FFF2-40B4-BE49-F238E27FC236}">
                <a16:creationId xmlns:a16="http://schemas.microsoft.com/office/drawing/2014/main" id="{D218328F-6381-45A8-9B92-0E75C8798056}"/>
              </a:ext>
            </a:extLst>
          </p:cNvPr>
          <p:cNvSpPr>
            <a:spLocks noGrp="1"/>
          </p:cNvSpPr>
          <p:nvPr/>
        </p:nvSpPr>
        <p:spPr>
          <a:xfrm>
            <a:off x="731448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8" name="F2_precision_recall_distributions_3662">
            <a:extLst>
              <a:ext uri="{FF2B5EF4-FFF2-40B4-BE49-F238E27FC236}">
                <a16:creationId xmlns:a16="http://schemas.microsoft.com/office/drawing/2014/main" id="{2921B232-530E-4239-A1FE-17FDBB1CE864}"/>
              </a:ext>
            </a:extLst>
          </p:cNvPr>
          <p:cNvSpPr>
            <a:spLocks noGrp="1"/>
          </p:cNvSpPr>
          <p:nvPr/>
        </p:nvSpPr>
        <p:spPr>
          <a:xfrm>
            <a:off x="7298114" y="17963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49" name="F2_precision_recall_distributions_3663">
            <a:extLst>
              <a:ext uri="{FF2B5EF4-FFF2-40B4-BE49-F238E27FC236}">
                <a16:creationId xmlns:a16="http://schemas.microsoft.com/office/drawing/2014/main" id="{E9295B98-EA5C-4E44-A7A8-3C19D9DBE45F}"/>
              </a:ext>
            </a:extLst>
          </p:cNvPr>
          <p:cNvSpPr>
            <a:spLocks noGrp="1"/>
          </p:cNvSpPr>
          <p:nvPr/>
        </p:nvSpPr>
        <p:spPr>
          <a:xfrm>
            <a:off x="7096363" y="155546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0" name="F2_precision_recall_distributions_3664">
            <a:extLst>
              <a:ext uri="{FF2B5EF4-FFF2-40B4-BE49-F238E27FC236}">
                <a16:creationId xmlns:a16="http://schemas.microsoft.com/office/drawing/2014/main" id="{8DAC5D76-1A3E-43CD-A058-8C822CEDEDCD}"/>
              </a:ext>
            </a:extLst>
          </p:cNvPr>
          <p:cNvSpPr>
            <a:spLocks noGrp="1"/>
          </p:cNvSpPr>
          <p:nvPr/>
        </p:nvSpPr>
        <p:spPr>
          <a:xfrm>
            <a:off x="7135583" y="15609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1" name="F2_precision_recall_distributions_3665">
            <a:extLst>
              <a:ext uri="{FF2B5EF4-FFF2-40B4-BE49-F238E27FC236}">
                <a16:creationId xmlns:a16="http://schemas.microsoft.com/office/drawing/2014/main" id="{FF75D300-DAD6-45E9-8609-495C5860C6E4}"/>
              </a:ext>
            </a:extLst>
          </p:cNvPr>
          <p:cNvSpPr>
            <a:spLocks noGrp="1"/>
          </p:cNvSpPr>
          <p:nvPr/>
        </p:nvSpPr>
        <p:spPr>
          <a:xfrm>
            <a:off x="713012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2" name="F2_precision_recall_distributions_3666">
            <a:extLst>
              <a:ext uri="{FF2B5EF4-FFF2-40B4-BE49-F238E27FC236}">
                <a16:creationId xmlns:a16="http://schemas.microsoft.com/office/drawing/2014/main" id="{8B314D99-8A5D-4D71-9AA3-9FE2DE0E4E9B}"/>
              </a:ext>
            </a:extLst>
          </p:cNvPr>
          <p:cNvSpPr>
            <a:spLocks noGrp="1"/>
          </p:cNvSpPr>
          <p:nvPr/>
        </p:nvSpPr>
        <p:spPr>
          <a:xfrm>
            <a:off x="711714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3" name="F2_precision_recall_distributions_3667">
            <a:extLst>
              <a:ext uri="{FF2B5EF4-FFF2-40B4-BE49-F238E27FC236}">
                <a16:creationId xmlns:a16="http://schemas.microsoft.com/office/drawing/2014/main" id="{EE7B1DEC-D39D-4823-8B5A-3EF492D20E89}"/>
              </a:ext>
            </a:extLst>
          </p:cNvPr>
          <p:cNvSpPr>
            <a:spLocks noGrp="1"/>
          </p:cNvSpPr>
          <p:nvPr/>
        </p:nvSpPr>
        <p:spPr>
          <a:xfrm>
            <a:off x="7241713" y="1859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4" name="F2_precision_recall_distributions_3668">
            <a:extLst>
              <a:ext uri="{FF2B5EF4-FFF2-40B4-BE49-F238E27FC236}">
                <a16:creationId xmlns:a16="http://schemas.microsoft.com/office/drawing/2014/main" id="{9E8F742D-68A4-47FE-AA04-E0B6D4A29886}"/>
              </a:ext>
            </a:extLst>
          </p:cNvPr>
          <p:cNvSpPr>
            <a:spLocks noGrp="1"/>
          </p:cNvSpPr>
          <p:nvPr/>
        </p:nvSpPr>
        <p:spPr>
          <a:xfrm>
            <a:off x="7240545" y="15544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5" name="F2_precision_recall_distributions_3669">
            <a:extLst>
              <a:ext uri="{FF2B5EF4-FFF2-40B4-BE49-F238E27FC236}">
                <a16:creationId xmlns:a16="http://schemas.microsoft.com/office/drawing/2014/main" id="{0D87537E-8ACE-43F1-9DB4-4FBB6F2BD451}"/>
              </a:ext>
            </a:extLst>
          </p:cNvPr>
          <p:cNvSpPr>
            <a:spLocks noGrp="1"/>
          </p:cNvSpPr>
          <p:nvPr/>
        </p:nvSpPr>
        <p:spPr>
          <a:xfrm>
            <a:off x="7077623" y="1556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6" name="F2_precision_recall_distributions_3670">
            <a:extLst>
              <a:ext uri="{FF2B5EF4-FFF2-40B4-BE49-F238E27FC236}">
                <a16:creationId xmlns:a16="http://schemas.microsoft.com/office/drawing/2014/main" id="{19EA43DC-6903-4E4A-B4E8-B1D0A40B1C9A}"/>
              </a:ext>
            </a:extLst>
          </p:cNvPr>
          <p:cNvSpPr>
            <a:spLocks noGrp="1"/>
          </p:cNvSpPr>
          <p:nvPr/>
        </p:nvSpPr>
        <p:spPr>
          <a:xfrm>
            <a:off x="7111787" y="16550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7" name="F2_precision_recall_distributions_3671">
            <a:extLst>
              <a:ext uri="{FF2B5EF4-FFF2-40B4-BE49-F238E27FC236}">
                <a16:creationId xmlns:a16="http://schemas.microsoft.com/office/drawing/2014/main" id="{237E3231-1A0B-41A0-ADD8-D25AF139347A}"/>
              </a:ext>
            </a:extLst>
          </p:cNvPr>
          <p:cNvSpPr>
            <a:spLocks noGrp="1"/>
          </p:cNvSpPr>
          <p:nvPr/>
        </p:nvSpPr>
        <p:spPr>
          <a:xfrm>
            <a:off x="7028739" y="15134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8" name="F2_precision_recall_distributions_3672">
            <a:extLst>
              <a:ext uri="{FF2B5EF4-FFF2-40B4-BE49-F238E27FC236}">
                <a16:creationId xmlns:a16="http://schemas.microsoft.com/office/drawing/2014/main" id="{BD2D035A-37AD-44C2-A1AD-066732958A40}"/>
              </a:ext>
            </a:extLst>
          </p:cNvPr>
          <p:cNvSpPr>
            <a:spLocks noGrp="1"/>
          </p:cNvSpPr>
          <p:nvPr/>
        </p:nvSpPr>
        <p:spPr>
          <a:xfrm>
            <a:off x="7146489" y="20275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59" name="F2_precision_recall_distributions_3673">
            <a:extLst>
              <a:ext uri="{FF2B5EF4-FFF2-40B4-BE49-F238E27FC236}">
                <a16:creationId xmlns:a16="http://schemas.microsoft.com/office/drawing/2014/main" id="{3092FF95-E80B-4AC1-B763-ED07AC9F99AB}"/>
              </a:ext>
            </a:extLst>
          </p:cNvPr>
          <p:cNvSpPr>
            <a:spLocks noGrp="1"/>
          </p:cNvSpPr>
          <p:nvPr/>
        </p:nvSpPr>
        <p:spPr>
          <a:xfrm>
            <a:off x="7254348" y="184547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0" name="F2_precision_recall_distributions_3674">
            <a:extLst>
              <a:ext uri="{FF2B5EF4-FFF2-40B4-BE49-F238E27FC236}">
                <a16:creationId xmlns:a16="http://schemas.microsoft.com/office/drawing/2014/main" id="{6CEA46A6-7EBA-421B-A8D0-33CC74B04073}"/>
              </a:ext>
            </a:extLst>
          </p:cNvPr>
          <p:cNvSpPr>
            <a:spLocks noGrp="1"/>
          </p:cNvSpPr>
          <p:nvPr/>
        </p:nvSpPr>
        <p:spPr>
          <a:xfrm>
            <a:off x="7167189" y="16478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1" name="F2_precision_recall_distributions_3675">
            <a:extLst>
              <a:ext uri="{FF2B5EF4-FFF2-40B4-BE49-F238E27FC236}">
                <a16:creationId xmlns:a16="http://schemas.microsoft.com/office/drawing/2014/main" id="{6DE6A20D-CE79-4378-9CBE-238D2A261380}"/>
              </a:ext>
            </a:extLst>
          </p:cNvPr>
          <p:cNvSpPr>
            <a:spLocks noGrp="1"/>
          </p:cNvSpPr>
          <p:nvPr/>
        </p:nvSpPr>
        <p:spPr>
          <a:xfrm>
            <a:off x="7176749" y="19495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2" name="F2_precision_recall_distributions_3676">
            <a:extLst>
              <a:ext uri="{FF2B5EF4-FFF2-40B4-BE49-F238E27FC236}">
                <a16:creationId xmlns:a16="http://schemas.microsoft.com/office/drawing/2014/main" id="{06513DB0-A1CF-4716-B1BD-1C7422C865D8}"/>
              </a:ext>
            </a:extLst>
          </p:cNvPr>
          <p:cNvSpPr>
            <a:spLocks noGrp="1"/>
          </p:cNvSpPr>
          <p:nvPr/>
        </p:nvSpPr>
        <p:spPr>
          <a:xfrm>
            <a:off x="7225160" y="17984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3" name="F2_precision_recall_distributions_3677">
            <a:extLst>
              <a:ext uri="{FF2B5EF4-FFF2-40B4-BE49-F238E27FC236}">
                <a16:creationId xmlns:a16="http://schemas.microsoft.com/office/drawing/2014/main" id="{5CAA4CBA-3B26-4937-A084-EE5AEAC44749}"/>
              </a:ext>
            </a:extLst>
          </p:cNvPr>
          <p:cNvSpPr>
            <a:spLocks noGrp="1"/>
          </p:cNvSpPr>
          <p:nvPr/>
        </p:nvSpPr>
        <p:spPr>
          <a:xfrm>
            <a:off x="7326645" y="18359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4" name="F2_precision_recall_distributions_3678">
            <a:extLst>
              <a:ext uri="{FF2B5EF4-FFF2-40B4-BE49-F238E27FC236}">
                <a16:creationId xmlns:a16="http://schemas.microsoft.com/office/drawing/2014/main" id="{1244184B-5AD2-4DDE-A1B3-70823907586C}"/>
              </a:ext>
            </a:extLst>
          </p:cNvPr>
          <p:cNvSpPr>
            <a:spLocks noGrp="1"/>
          </p:cNvSpPr>
          <p:nvPr/>
        </p:nvSpPr>
        <p:spPr>
          <a:xfrm>
            <a:off x="7121028" y="21815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5" name="F2_precision_recall_distributions_3679">
            <a:extLst>
              <a:ext uri="{FF2B5EF4-FFF2-40B4-BE49-F238E27FC236}">
                <a16:creationId xmlns:a16="http://schemas.microsoft.com/office/drawing/2014/main" id="{7F8410D7-2164-4E0E-8D89-A6D8CD55B628}"/>
              </a:ext>
            </a:extLst>
          </p:cNvPr>
          <p:cNvSpPr>
            <a:spLocks noGrp="1"/>
          </p:cNvSpPr>
          <p:nvPr/>
        </p:nvSpPr>
        <p:spPr>
          <a:xfrm>
            <a:off x="7180454" y="2252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6" name="F2_precision_recall_distributions_3680">
            <a:extLst>
              <a:ext uri="{FF2B5EF4-FFF2-40B4-BE49-F238E27FC236}">
                <a16:creationId xmlns:a16="http://schemas.microsoft.com/office/drawing/2014/main" id="{CA33F433-9978-47E1-866C-E86BF7258141}"/>
              </a:ext>
            </a:extLst>
          </p:cNvPr>
          <p:cNvSpPr>
            <a:spLocks noGrp="1"/>
          </p:cNvSpPr>
          <p:nvPr/>
        </p:nvSpPr>
        <p:spPr>
          <a:xfrm>
            <a:off x="7270967" y="16675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7" name="F2_precision_recall_distributions_3681">
            <a:extLst>
              <a:ext uri="{FF2B5EF4-FFF2-40B4-BE49-F238E27FC236}">
                <a16:creationId xmlns:a16="http://schemas.microsoft.com/office/drawing/2014/main" id="{58762C9E-3728-46B3-990D-955972B042D1}"/>
              </a:ext>
            </a:extLst>
          </p:cNvPr>
          <p:cNvSpPr>
            <a:spLocks noGrp="1"/>
          </p:cNvSpPr>
          <p:nvPr/>
        </p:nvSpPr>
        <p:spPr>
          <a:xfrm>
            <a:off x="6976436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8" name="F2_precision_recall_distributions_3682">
            <a:extLst>
              <a:ext uri="{FF2B5EF4-FFF2-40B4-BE49-F238E27FC236}">
                <a16:creationId xmlns:a16="http://schemas.microsoft.com/office/drawing/2014/main" id="{1EDFA291-805B-459D-95EB-7E1341C08B7E}"/>
              </a:ext>
            </a:extLst>
          </p:cNvPr>
          <p:cNvSpPr>
            <a:spLocks noGrp="1"/>
          </p:cNvSpPr>
          <p:nvPr/>
        </p:nvSpPr>
        <p:spPr>
          <a:xfrm>
            <a:off x="7009671" y="15448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69" name="F2_precision_recall_distributions_3683">
            <a:extLst>
              <a:ext uri="{FF2B5EF4-FFF2-40B4-BE49-F238E27FC236}">
                <a16:creationId xmlns:a16="http://schemas.microsoft.com/office/drawing/2014/main" id="{A9636CED-17D3-45D7-9BC7-71E515FD34D6}"/>
              </a:ext>
            </a:extLst>
          </p:cNvPr>
          <p:cNvSpPr>
            <a:spLocks noGrp="1"/>
          </p:cNvSpPr>
          <p:nvPr/>
        </p:nvSpPr>
        <p:spPr>
          <a:xfrm>
            <a:off x="7192060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0" name="F2_precision_recall_distributions_3684">
            <a:extLst>
              <a:ext uri="{FF2B5EF4-FFF2-40B4-BE49-F238E27FC236}">
                <a16:creationId xmlns:a16="http://schemas.microsoft.com/office/drawing/2014/main" id="{FF5DCF3A-9ACF-46E1-BE3E-5777AE1609ED}"/>
              </a:ext>
            </a:extLst>
          </p:cNvPr>
          <p:cNvSpPr>
            <a:spLocks noGrp="1"/>
          </p:cNvSpPr>
          <p:nvPr/>
        </p:nvSpPr>
        <p:spPr>
          <a:xfrm>
            <a:off x="7152588" y="19010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1" name="F2_precision_recall_distributions_3685">
            <a:extLst>
              <a:ext uri="{FF2B5EF4-FFF2-40B4-BE49-F238E27FC236}">
                <a16:creationId xmlns:a16="http://schemas.microsoft.com/office/drawing/2014/main" id="{60697A75-68FF-4C83-98AF-C0D333F305ED}"/>
              </a:ext>
            </a:extLst>
          </p:cNvPr>
          <p:cNvSpPr>
            <a:spLocks noGrp="1"/>
          </p:cNvSpPr>
          <p:nvPr/>
        </p:nvSpPr>
        <p:spPr>
          <a:xfrm>
            <a:off x="6988234" y="15481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2" name="F2_precision_recall_distributions_3686">
            <a:extLst>
              <a:ext uri="{FF2B5EF4-FFF2-40B4-BE49-F238E27FC236}">
                <a16:creationId xmlns:a16="http://schemas.microsoft.com/office/drawing/2014/main" id="{B6CCF5D3-1AD1-4BC2-B8EE-7CA18AAD5205}"/>
              </a:ext>
            </a:extLst>
          </p:cNvPr>
          <p:cNvSpPr>
            <a:spLocks noGrp="1"/>
          </p:cNvSpPr>
          <p:nvPr/>
        </p:nvSpPr>
        <p:spPr>
          <a:xfrm>
            <a:off x="7216558" y="22359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3" name="F2_precision_recall_distributions_3687">
            <a:extLst>
              <a:ext uri="{FF2B5EF4-FFF2-40B4-BE49-F238E27FC236}">
                <a16:creationId xmlns:a16="http://schemas.microsoft.com/office/drawing/2014/main" id="{D73342E9-8DEC-4710-80FA-7CA8EE5CEC19}"/>
              </a:ext>
            </a:extLst>
          </p:cNvPr>
          <p:cNvSpPr>
            <a:spLocks noGrp="1"/>
          </p:cNvSpPr>
          <p:nvPr/>
        </p:nvSpPr>
        <p:spPr>
          <a:xfrm>
            <a:off x="7102337" y="16271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4" name="F2_precision_recall_distributions_3688">
            <a:extLst>
              <a:ext uri="{FF2B5EF4-FFF2-40B4-BE49-F238E27FC236}">
                <a16:creationId xmlns:a16="http://schemas.microsoft.com/office/drawing/2014/main" id="{34B1A7F5-4FB7-40F5-9733-EF3D46D343B5}"/>
              </a:ext>
            </a:extLst>
          </p:cNvPr>
          <p:cNvSpPr>
            <a:spLocks noGrp="1"/>
          </p:cNvSpPr>
          <p:nvPr/>
        </p:nvSpPr>
        <p:spPr>
          <a:xfrm>
            <a:off x="7207761" y="15617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5" name="F2_precision_recall_distributions_3689">
            <a:extLst>
              <a:ext uri="{FF2B5EF4-FFF2-40B4-BE49-F238E27FC236}">
                <a16:creationId xmlns:a16="http://schemas.microsoft.com/office/drawing/2014/main" id="{05769C0E-DD91-48A0-ADB4-A7B0AB348FC1}"/>
              </a:ext>
            </a:extLst>
          </p:cNvPr>
          <p:cNvSpPr>
            <a:spLocks noGrp="1"/>
          </p:cNvSpPr>
          <p:nvPr/>
        </p:nvSpPr>
        <p:spPr>
          <a:xfrm>
            <a:off x="7240221" y="18247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6" name="F2_precision_recall_distributions_3690">
            <a:extLst>
              <a:ext uri="{FF2B5EF4-FFF2-40B4-BE49-F238E27FC236}">
                <a16:creationId xmlns:a16="http://schemas.microsoft.com/office/drawing/2014/main" id="{CF294A97-34A2-4661-BC73-EFFE9B132782}"/>
              </a:ext>
            </a:extLst>
          </p:cNvPr>
          <p:cNvSpPr>
            <a:spLocks noGrp="1"/>
          </p:cNvSpPr>
          <p:nvPr/>
        </p:nvSpPr>
        <p:spPr>
          <a:xfrm>
            <a:off x="7300838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7" name="F2_precision_recall_distributions_3691">
            <a:extLst>
              <a:ext uri="{FF2B5EF4-FFF2-40B4-BE49-F238E27FC236}">
                <a16:creationId xmlns:a16="http://schemas.microsoft.com/office/drawing/2014/main" id="{8754CB76-3EE3-4064-B976-0361BBC66B84}"/>
              </a:ext>
            </a:extLst>
          </p:cNvPr>
          <p:cNvSpPr>
            <a:spLocks noGrp="1"/>
          </p:cNvSpPr>
          <p:nvPr/>
        </p:nvSpPr>
        <p:spPr>
          <a:xfrm>
            <a:off x="7259288" y="17559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8" name="F2_precision_recall_distributions_3692">
            <a:extLst>
              <a:ext uri="{FF2B5EF4-FFF2-40B4-BE49-F238E27FC236}">
                <a16:creationId xmlns:a16="http://schemas.microsoft.com/office/drawing/2014/main" id="{1F3CF1FA-6AB4-43C9-B55E-8A005414A1D4}"/>
              </a:ext>
            </a:extLst>
          </p:cNvPr>
          <p:cNvSpPr>
            <a:spLocks noGrp="1"/>
          </p:cNvSpPr>
          <p:nvPr/>
        </p:nvSpPr>
        <p:spPr>
          <a:xfrm>
            <a:off x="6969889" y="15824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79" name="F2_precision_recall_distributions_3693">
            <a:extLst>
              <a:ext uri="{FF2B5EF4-FFF2-40B4-BE49-F238E27FC236}">
                <a16:creationId xmlns:a16="http://schemas.microsoft.com/office/drawing/2014/main" id="{FA1E5667-4D35-4257-916F-99B312E9C9F8}"/>
              </a:ext>
            </a:extLst>
          </p:cNvPr>
          <p:cNvSpPr>
            <a:spLocks noGrp="1"/>
          </p:cNvSpPr>
          <p:nvPr/>
        </p:nvSpPr>
        <p:spPr>
          <a:xfrm>
            <a:off x="7093552" y="18350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0" name="F2_precision_recall_distributions_3694">
            <a:extLst>
              <a:ext uri="{FF2B5EF4-FFF2-40B4-BE49-F238E27FC236}">
                <a16:creationId xmlns:a16="http://schemas.microsoft.com/office/drawing/2014/main" id="{F99E7D95-2E2D-43EC-B800-AE18A9D3DE66}"/>
              </a:ext>
            </a:extLst>
          </p:cNvPr>
          <p:cNvSpPr>
            <a:spLocks noGrp="1"/>
          </p:cNvSpPr>
          <p:nvPr/>
        </p:nvSpPr>
        <p:spPr>
          <a:xfrm>
            <a:off x="7238931" y="17030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1" name="F2_precision_recall_distributions_3695">
            <a:extLst>
              <a:ext uri="{FF2B5EF4-FFF2-40B4-BE49-F238E27FC236}">
                <a16:creationId xmlns:a16="http://schemas.microsoft.com/office/drawing/2014/main" id="{FDD94C71-CB6A-4CC9-B400-B7297D61AE24}"/>
              </a:ext>
            </a:extLst>
          </p:cNvPr>
          <p:cNvSpPr>
            <a:spLocks noGrp="1"/>
          </p:cNvSpPr>
          <p:nvPr/>
        </p:nvSpPr>
        <p:spPr>
          <a:xfrm>
            <a:off x="7069887" y="160998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2" name="F2_precision_recall_distributions_3696">
            <a:extLst>
              <a:ext uri="{FF2B5EF4-FFF2-40B4-BE49-F238E27FC236}">
                <a16:creationId xmlns:a16="http://schemas.microsoft.com/office/drawing/2014/main" id="{26B87CA7-9984-459E-B792-CEA4A34D2D09}"/>
              </a:ext>
            </a:extLst>
          </p:cNvPr>
          <p:cNvSpPr>
            <a:spLocks noGrp="1"/>
          </p:cNvSpPr>
          <p:nvPr/>
        </p:nvSpPr>
        <p:spPr>
          <a:xfrm>
            <a:off x="7333524" y="15708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3" name="F2_precision_recall_distributions_3697">
            <a:extLst>
              <a:ext uri="{FF2B5EF4-FFF2-40B4-BE49-F238E27FC236}">
                <a16:creationId xmlns:a16="http://schemas.microsoft.com/office/drawing/2014/main" id="{45A6A357-D612-4F50-9190-BCF067BF774A}"/>
              </a:ext>
            </a:extLst>
          </p:cNvPr>
          <p:cNvSpPr>
            <a:spLocks noGrp="1"/>
          </p:cNvSpPr>
          <p:nvPr/>
        </p:nvSpPr>
        <p:spPr>
          <a:xfrm>
            <a:off x="7258188" y="19797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4" name="F2_precision_recall_distributions_3698">
            <a:extLst>
              <a:ext uri="{FF2B5EF4-FFF2-40B4-BE49-F238E27FC236}">
                <a16:creationId xmlns:a16="http://schemas.microsoft.com/office/drawing/2014/main" id="{0C0A1F17-D2AD-43F7-AA08-C2F2FDE58EDA}"/>
              </a:ext>
            </a:extLst>
          </p:cNvPr>
          <p:cNvSpPr>
            <a:spLocks noGrp="1"/>
          </p:cNvSpPr>
          <p:nvPr/>
        </p:nvSpPr>
        <p:spPr>
          <a:xfrm>
            <a:off x="7327797" y="15595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5" name="F2_precision_recall_distributions_3699">
            <a:extLst>
              <a:ext uri="{FF2B5EF4-FFF2-40B4-BE49-F238E27FC236}">
                <a16:creationId xmlns:a16="http://schemas.microsoft.com/office/drawing/2014/main" id="{98F7F909-194F-49B0-B53C-A42ED0E46130}"/>
              </a:ext>
            </a:extLst>
          </p:cNvPr>
          <p:cNvSpPr>
            <a:spLocks noGrp="1"/>
          </p:cNvSpPr>
          <p:nvPr/>
        </p:nvSpPr>
        <p:spPr>
          <a:xfrm>
            <a:off x="7187451" y="18839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6" name="F2_precision_recall_distributions_3700">
            <a:extLst>
              <a:ext uri="{FF2B5EF4-FFF2-40B4-BE49-F238E27FC236}">
                <a16:creationId xmlns:a16="http://schemas.microsoft.com/office/drawing/2014/main" id="{7647BDEC-BE84-40E3-A317-5475B57BBF75}"/>
              </a:ext>
            </a:extLst>
          </p:cNvPr>
          <p:cNvSpPr>
            <a:spLocks noGrp="1"/>
          </p:cNvSpPr>
          <p:nvPr/>
        </p:nvSpPr>
        <p:spPr>
          <a:xfrm>
            <a:off x="7097115" y="17307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7" name="F2_precision_recall_distributions_3701">
            <a:extLst>
              <a:ext uri="{FF2B5EF4-FFF2-40B4-BE49-F238E27FC236}">
                <a16:creationId xmlns:a16="http://schemas.microsoft.com/office/drawing/2014/main" id="{9EE2450F-7D70-47C7-89F5-836F26ED716B}"/>
              </a:ext>
            </a:extLst>
          </p:cNvPr>
          <p:cNvSpPr>
            <a:spLocks noGrp="1"/>
          </p:cNvSpPr>
          <p:nvPr/>
        </p:nvSpPr>
        <p:spPr>
          <a:xfrm>
            <a:off x="730134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8" name="F2_precision_recall_distributions_3702">
            <a:extLst>
              <a:ext uri="{FF2B5EF4-FFF2-40B4-BE49-F238E27FC236}">
                <a16:creationId xmlns:a16="http://schemas.microsoft.com/office/drawing/2014/main" id="{DC4DB239-5904-4373-8ADB-7BB3C01FD6BB}"/>
              </a:ext>
            </a:extLst>
          </p:cNvPr>
          <p:cNvSpPr>
            <a:spLocks noGrp="1"/>
          </p:cNvSpPr>
          <p:nvPr/>
        </p:nvSpPr>
        <p:spPr>
          <a:xfrm>
            <a:off x="6972754" y="15659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89" name="F2_precision_recall_distributions_3703">
            <a:extLst>
              <a:ext uri="{FF2B5EF4-FFF2-40B4-BE49-F238E27FC236}">
                <a16:creationId xmlns:a16="http://schemas.microsoft.com/office/drawing/2014/main" id="{56F826C7-D753-4FFE-8BA5-2E5F3D21F4FD}"/>
              </a:ext>
            </a:extLst>
          </p:cNvPr>
          <p:cNvSpPr>
            <a:spLocks noGrp="1"/>
          </p:cNvSpPr>
          <p:nvPr/>
        </p:nvSpPr>
        <p:spPr>
          <a:xfrm>
            <a:off x="7321087" y="15726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0" name="F2_precision_recall_distributions_3704">
            <a:extLst>
              <a:ext uri="{FF2B5EF4-FFF2-40B4-BE49-F238E27FC236}">
                <a16:creationId xmlns:a16="http://schemas.microsoft.com/office/drawing/2014/main" id="{6864228E-1DB7-41E3-89DF-8F6BA6AE0E38}"/>
              </a:ext>
            </a:extLst>
          </p:cNvPr>
          <p:cNvSpPr>
            <a:spLocks noGrp="1"/>
          </p:cNvSpPr>
          <p:nvPr/>
        </p:nvSpPr>
        <p:spPr>
          <a:xfrm>
            <a:off x="719987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1" name="F2_precision_recall_distributions_3705">
            <a:extLst>
              <a:ext uri="{FF2B5EF4-FFF2-40B4-BE49-F238E27FC236}">
                <a16:creationId xmlns:a16="http://schemas.microsoft.com/office/drawing/2014/main" id="{E8036406-CDCE-4FEF-96AE-F5C7F315FBCD}"/>
              </a:ext>
            </a:extLst>
          </p:cNvPr>
          <p:cNvSpPr>
            <a:spLocks noGrp="1"/>
          </p:cNvSpPr>
          <p:nvPr/>
        </p:nvSpPr>
        <p:spPr>
          <a:xfrm>
            <a:off x="7330957" y="17541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2" name="F2_precision_recall_distributions_3706">
            <a:extLst>
              <a:ext uri="{FF2B5EF4-FFF2-40B4-BE49-F238E27FC236}">
                <a16:creationId xmlns:a16="http://schemas.microsoft.com/office/drawing/2014/main" id="{2F50A276-F71C-49FF-AB7A-CD7E06453173}"/>
              </a:ext>
            </a:extLst>
          </p:cNvPr>
          <p:cNvSpPr>
            <a:spLocks noGrp="1"/>
          </p:cNvSpPr>
          <p:nvPr/>
        </p:nvSpPr>
        <p:spPr>
          <a:xfrm>
            <a:off x="706213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3" name="F2_precision_recall_distributions_3707">
            <a:extLst>
              <a:ext uri="{FF2B5EF4-FFF2-40B4-BE49-F238E27FC236}">
                <a16:creationId xmlns:a16="http://schemas.microsoft.com/office/drawing/2014/main" id="{BE92F92A-1A2C-42E1-AFC4-EF047B50FCD5}"/>
              </a:ext>
            </a:extLst>
          </p:cNvPr>
          <p:cNvSpPr>
            <a:spLocks noGrp="1"/>
          </p:cNvSpPr>
          <p:nvPr/>
        </p:nvSpPr>
        <p:spPr>
          <a:xfrm>
            <a:off x="7306217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4" name="F2_precision_recall_distributions_3708">
            <a:extLst>
              <a:ext uri="{FF2B5EF4-FFF2-40B4-BE49-F238E27FC236}">
                <a16:creationId xmlns:a16="http://schemas.microsoft.com/office/drawing/2014/main" id="{14E4CC31-B937-4F01-B74F-C0F1C9633695}"/>
              </a:ext>
            </a:extLst>
          </p:cNvPr>
          <p:cNvSpPr>
            <a:spLocks noGrp="1"/>
          </p:cNvSpPr>
          <p:nvPr/>
        </p:nvSpPr>
        <p:spPr>
          <a:xfrm>
            <a:off x="7184235" y="224701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5" name="F2_precision_recall_distributions_3709">
            <a:extLst>
              <a:ext uri="{FF2B5EF4-FFF2-40B4-BE49-F238E27FC236}">
                <a16:creationId xmlns:a16="http://schemas.microsoft.com/office/drawing/2014/main" id="{4057A7B8-BD96-4C23-B677-6BAF09BB74CA}"/>
              </a:ext>
            </a:extLst>
          </p:cNvPr>
          <p:cNvSpPr>
            <a:spLocks noGrp="1"/>
          </p:cNvSpPr>
          <p:nvPr/>
        </p:nvSpPr>
        <p:spPr>
          <a:xfrm>
            <a:off x="7301865" y="17552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6" name="F2_precision_recall_distributions_3710">
            <a:extLst>
              <a:ext uri="{FF2B5EF4-FFF2-40B4-BE49-F238E27FC236}">
                <a16:creationId xmlns:a16="http://schemas.microsoft.com/office/drawing/2014/main" id="{61D9EC50-F9B5-4A4E-9B69-A764ED57C6EF}"/>
              </a:ext>
            </a:extLst>
          </p:cNvPr>
          <p:cNvSpPr>
            <a:spLocks noGrp="1"/>
          </p:cNvSpPr>
          <p:nvPr/>
        </p:nvSpPr>
        <p:spPr>
          <a:xfrm>
            <a:off x="7042764" y="21232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7" name="F2_precision_recall_distributions_3711">
            <a:extLst>
              <a:ext uri="{FF2B5EF4-FFF2-40B4-BE49-F238E27FC236}">
                <a16:creationId xmlns:a16="http://schemas.microsoft.com/office/drawing/2014/main" id="{00FE7014-3847-45FE-82B4-72BF5A70F316}"/>
              </a:ext>
            </a:extLst>
          </p:cNvPr>
          <p:cNvSpPr>
            <a:spLocks noGrp="1"/>
          </p:cNvSpPr>
          <p:nvPr/>
        </p:nvSpPr>
        <p:spPr>
          <a:xfrm>
            <a:off x="7209301" y="17150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8" name="F2_precision_recall_distributions_3712">
            <a:extLst>
              <a:ext uri="{FF2B5EF4-FFF2-40B4-BE49-F238E27FC236}">
                <a16:creationId xmlns:a16="http://schemas.microsoft.com/office/drawing/2014/main" id="{BB988D41-3558-407A-857F-9B3DD11F34E1}"/>
              </a:ext>
            </a:extLst>
          </p:cNvPr>
          <p:cNvSpPr>
            <a:spLocks noGrp="1"/>
          </p:cNvSpPr>
          <p:nvPr/>
        </p:nvSpPr>
        <p:spPr>
          <a:xfrm>
            <a:off x="7177132" y="16656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899" name="F2_precision_recall_distributions_3713">
            <a:extLst>
              <a:ext uri="{FF2B5EF4-FFF2-40B4-BE49-F238E27FC236}">
                <a16:creationId xmlns:a16="http://schemas.microsoft.com/office/drawing/2014/main" id="{BC75537C-D1C9-491A-A4E8-B761DD50FCD9}"/>
              </a:ext>
            </a:extLst>
          </p:cNvPr>
          <p:cNvSpPr>
            <a:spLocks noGrp="1"/>
          </p:cNvSpPr>
          <p:nvPr/>
        </p:nvSpPr>
        <p:spPr>
          <a:xfrm>
            <a:off x="7152815" y="15504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0" name="F2_precision_recall_distributions_3714">
            <a:extLst>
              <a:ext uri="{FF2B5EF4-FFF2-40B4-BE49-F238E27FC236}">
                <a16:creationId xmlns:a16="http://schemas.microsoft.com/office/drawing/2014/main" id="{B7BBBADC-8F29-4D91-B28D-45303A603F16}"/>
              </a:ext>
            </a:extLst>
          </p:cNvPr>
          <p:cNvSpPr>
            <a:spLocks noGrp="1"/>
          </p:cNvSpPr>
          <p:nvPr/>
        </p:nvSpPr>
        <p:spPr>
          <a:xfrm>
            <a:off x="6981852" y="16516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1" name="F2_precision_recall_distributions_3715">
            <a:extLst>
              <a:ext uri="{FF2B5EF4-FFF2-40B4-BE49-F238E27FC236}">
                <a16:creationId xmlns:a16="http://schemas.microsoft.com/office/drawing/2014/main" id="{05047971-7FE0-456B-880C-A815A27540F9}"/>
              </a:ext>
            </a:extLst>
          </p:cNvPr>
          <p:cNvSpPr>
            <a:spLocks noGrp="1"/>
          </p:cNvSpPr>
          <p:nvPr/>
        </p:nvSpPr>
        <p:spPr>
          <a:xfrm>
            <a:off x="7050099" y="21959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2" name="F2_precision_recall_distributions_3716">
            <a:extLst>
              <a:ext uri="{FF2B5EF4-FFF2-40B4-BE49-F238E27FC236}">
                <a16:creationId xmlns:a16="http://schemas.microsoft.com/office/drawing/2014/main" id="{8BF65663-BD82-405F-89F5-84E775938A58}"/>
              </a:ext>
            </a:extLst>
          </p:cNvPr>
          <p:cNvSpPr>
            <a:spLocks noGrp="1"/>
          </p:cNvSpPr>
          <p:nvPr/>
        </p:nvSpPr>
        <p:spPr>
          <a:xfrm>
            <a:off x="7112495" y="169030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3" name="F2_precision_recall_distributions_3717">
            <a:extLst>
              <a:ext uri="{FF2B5EF4-FFF2-40B4-BE49-F238E27FC236}">
                <a16:creationId xmlns:a16="http://schemas.microsoft.com/office/drawing/2014/main" id="{12ED746D-31F3-49A6-BD80-5A775E41521E}"/>
              </a:ext>
            </a:extLst>
          </p:cNvPr>
          <p:cNvSpPr>
            <a:spLocks noGrp="1"/>
          </p:cNvSpPr>
          <p:nvPr/>
        </p:nvSpPr>
        <p:spPr>
          <a:xfrm>
            <a:off x="6989572" y="22432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4" name="F2_precision_recall_distributions_3718">
            <a:extLst>
              <a:ext uri="{FF2B5EF4-FFF2-40B4-BE49-F238E27FC236}">
                <a16:creationId xmlns:a16="http://schemas.microsoft.com/office/drawing/2014/main" id="{826A26FB-7BB7-4457-9967-DD08C03C6A27}"/>
              </a:ext>
            </a:extLst>
          </p:cNvPr>
          <p:cNvSpPr>
            <a:spLocks noGrp="1"/>
          </p:cNvSpPr>
          <p:nvPr/>
        </p:nvSpPr>
        <p:spPr>
          <a:xfrm>
            <a:off x="6986741" y="15409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5" name="F2_precision_recall_distributions_3719">
            <a:extLst>
              <a:ext uri="{FF2B5EF4-FFF2-40B4-BE49-F238E27FC236}">
                <a16:creationId xmlns:a16="http://schemas.microsoft.com/office/drawing/2014/main" id="{5C034500-0084-4B55-A039-7B0C80ACE5C2}"/>
              </a:ext>
            </a:extLst>
          </p:cNvPr>
          <p:cNvSpPr>
            <a:spLocks noGrp="1"/>
          </p:cNvSpPr>
          <p:nvPr/>
        </p:nvSpPr>
        <p:spPr>
          <a:xfrm>
            <a:off x="7217893" y="167920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6" name="F2_precision_recall_distributions_3720">
            <a:extLst>
              <a:ext uri="{FF2B5EF4-FFF2-40B4-BE49-F238E27FC236}">
                <a16:creationId xmlns:a16="http://schemas.microsoft.com/office/drawing/2014/main" id="{603CE5E0-189A-448C-9A96-597C93D1B9AC}"/>
              </a:ext>
            </a:extLst>
          </p:cNvPr>
          <p:cNvSpPr>
            <a:spLocks noGrp="1"/>
          </p:cNvSpPr>
          <p:nvPr/>
        </p:nvSpPr>
        <p:spPr>
          <a:xfrm>
            <a:off x="7277726" y="16891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7" name="F2_precision_recall_distributions_3721">
            <a:extLst>
              <a:ext uri="{FF2B5EF4-FFF2-40B4-BE49-F238E27FC236}">
                <a16:creationId xmlns:a16="http://schemas.microsoft.com/office/drawing/2014/main" id="{2475312D-BDE6-49CE-BD8E-6D130300EE22}"/>
              </a:ext>
            </a:extLst>
          </p:cNvPr>
          <p:cNvSpPr>
            <a:spLocks noGrp="1"/>
          </p:cNvSpPr>
          <p:nvPr/>
        </p:nvSpPr>
        <p:spPr>
          <a:xfrm>
            <a:off x="7190426" y="19470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8" name="F2_precision_recall_distributions_3722">
            <a:extLst>
              <a:ext uri="{FF2B5EF4-FFF2-40B4-BE49-F238E27FC236}">
                <a16:creationId xmlns:a16="http://schemas.microsoft.com/office/drawing/2014/main" id="{2B84FD30-DEB5-493F-BAE5-B7848A6212C2}"/>
              </a:ext>
            </a:extLst>
          </p:cNvPr>
          <p:cNvSpPr>
            <a:spLocks noGrp="1"/>
          </p:cNvSpPr>
          <p:nvPr/>
        </p:nvSpPr>
        <p:spPr>
          <a:xfrm>
            <a:off x="7000208" y="1643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09" name="F2_precision_recall_distributions_3723">
            <a:extLst>
              <a:ext uri="{FF2B5EF4-FFF2-40B4-BE49-F238E27FC236}">
                <a16:creationId xmlns:a16="http://schemas.microsoft.com/office/drawing/2014/main" id="{F643D6C1-CE7D-4E45-A06C-5362AE2A97F2}"/>
              </a:ext>
            </a:extLst>
          </p:cNvPr>
          <p:cNvSpPr>
            <a:spLocks noGrp="1"/>
          </p:cNvSpPr>
          <p:nvPr/>
        </p:nvSpPr>
        <p:spPr>
          <a:xfrm>
            <a:off x="7111346" y="15259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0" name="F2_precision_recall_distributions_3724">
            <a:extLst>
              <a:ext uri="{FF2B5EF4-FFF2-40B4-BE49-F238E27FC236}">
                <a16:creationId xmlns:a16="http://schemas.microsoft.com/office/drawing/2014/main" id="{4509837C-439E-4C56-B4D7-2E30490AAE15}"/>
              </a:ext>
            </a:extLst>
          </p:cNvPr>
          <p:cNvSpPr>
            <a:spLocks noGrp="1"/>
          </p:cNvSpPr>
          <p:nvPr/>
        </p:nvSpPr>
        <p:spPr>
          <a:xfrm>
            <a:off x="7093802" y="15775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1" name="F2_precision_recall_distributions_3725">
            <a:extLst>
              <a:ext uri="{FF2B5EF4-FFF2-40B4-BE49-F238E27FC236}">
                <a16:creationId xmlns:a16="http://schemas.microsoft.com/office/drawing/2014/main" id="{57C78F8B-EB29-4A3D-884C-CDBCE8A9CE0F}"/>
              </a:ext>
            </a:extLst>
          </p:cNvPr>
          <p:cNvSpPr>
            <a:spLocks noGrp="1"/>
          </p:cNvSpPr>
          <p:nvPr/>
        </p:nvSpPr>
        <p:spPr>
          <a:xfrm>
            <a:off x="7248989" y="18341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2" name="F2_precision_recall_distributions_3726">
            <a:extLst>
              <a:ext uri="{FF2B5EF4-FFF2-40B4-BE49-F238E27FC236}">
                <a16:creationId xmlns:a16="http://schemas.microsoft.com/office/drawing/2014/main" id="{70F648EF-869B-4629-8D3F-BDC2EAFA7959}"/>
              </a:ext>
            </a:extLst>
          </p:cNvPr>
          <p:cNvSpPr>
            <a:spLocks noGrp="1"/>
          </p:cNvSpPr>
          <p:nvPr/>
        </p:nvSpPr>
        <p:spPr>
          <a:xfrm>
            <a:off x="7029705" y="15649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3" name="F2_precision_recall_distributions_3727">
            <a:extLst>
              <a:ext uri="{FF2B5EF4-FFF2-40B4-BE49-F238E27FC236}">
                <a16:creationId xmlns:a16="http://schemas.microsoft.com/office/drawing/2014/main" id="{D811F9E3-B8FF-4547-B515-91AB99CC325B}"/>
              </a:ext>
            </a:extLst>
          </p:cNvPr>
          <p:cNvSpPr>
            <a:spLocks noGrp="1"/>
          </p:cNvSpPr>
          <p:nvPr/>
        </p:nvSpPr>
        <p:spPr>
          <a:xfrm>
            <a:off x="7331494" y="15877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4" name="F2_precision_recall_distributions_3728">
            <a:extLst>
              <a:ext uri="{FF2B5EF4-FFF2-40B4-BE49-F238E27FC236}">
                <a16:creationId xmlns:a16="http://schemas.microsoft.com/office/drawing/2014/main" id="{55C1A864-1D32-4348-9E1B-8593DB0F895F}"/>
              </a:ext>
            </a:extLst>
          </p:cNvPr>
          <p:cNvSpPr>
            <a:spLocks noGrp="1"/>
          </p:cNvSpPr>
          <p:nvPr/>
        </p:nvSpPr>
        <p:spPr>
          <a:xfrm>
            <a:off x="7135539" y="15787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5" name="F2_precision_recall_distributions_3729">
            <a:extLst>
              <a:ext uri="{FF2B5EF4-FFF2-40B4-BE49-F238E27FC236}">
                <a16:creationId xmlns:a16="http://schemas.microsoft.com/office/drawing/2014/main" id="{49EAE25E-170C-49D3-B303-96486755DB06}"/>
              </a:ext>
            </a:extLst>
          </p:cNvPr>
          <p:cNvSpPr>
            <a:spLocks noGrp="1"/>
          </p:cNvSpPr>
          <p:nvPr/>
        </p:nvSpPr>
        <p:spPr>
          <a:xfrm>
            <a:off x="7241356" y="16393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6" name="F2_precision_recall_distributions_3730">
            <a:extLst>
              <a:ext uri="{FF2B5EF4-FFF2-40B4-BE49-F238E27FC236}">
                <a16:creationId xmlns:a16="http://schemas.microsoft.com/office/drawing/2014/main" id="{C9E4217B-928D-4D5C-957B-878F81F8CA3E}"/>
              </a:ext>
            </a:extLst>
          </p:cNvPr>
          <p:cNvSpPr>
            <a:spLocks noGrp="1"/>
          </p:cNvSpPr>
          <p:nvPr/>
        </p:nvSpPr>
        <p:spPr>
          <a:xfrm>
            <a:off x="7000575" y="20593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7" name="F2_precision_recall_distributions_3731">
            <a:extLst>
              <a:ext uri="{FF2B5EF4-FFF2-40B4-BE49-F238E27FC236}">
                <a16:creationId xmlns:a16="http://schemas.microsoft.com/office/drawing/2014/main" id="{6AC3B951-AA23-4D39-95C9-69F31B0E039C}"/>
              </a:ext>
            </a:extLst>
          </p:cNvPr>
          <p:cNvSpPr>
            <a:spLocks noGrp="1"/>
          </p:cNvSpPr>
          <p:nvPr/>
        </p:nvSpPr>
        <p:spPr>
          <a:xfrm>
            <a:off x="7237090" y="2008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8" name="F2_precision_recall_distributions_3732">
            <a:extLst>
              <a:ext uri="{FF2B5EF4-FFF2-40B4-BE49-F238E27FC236}">
                <a16:creationId xmlns:a16="http://schemas.microsoft.com/office/drawing/2014/main" id="{8EFEFA98-ADC8-4097-8245-9C46F0F71F1C}"/>
              </a:ext>
            </a:extLst>
          </p:cNvPr>
          <p:cNvSpPr>
            <a:spLocks noGrp="1"/>
          </p:cNvSpPr>
          <p:nvPr/>
        </p:nvSpPr>
        <p:spPr>
          <a:xfrm>
            <a:off x="7281531" y="20240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19" name="F2_precision_recall_distributions_3733">
            <a:extLst>
              <a:ext uri="{FF2B5EF4-FFF2-40B4-BE49-F238E27FC236}">
                <a16:creationId xmlns:a16="http://schemas.microsoft.com/office/drawing/2014/main" id="{6CFD0639-C9D2-4DF6-A1D2-849D9487015D}"/>
              </a:ext>
            </a:extLst>
          </p:cNvPr>
          <p:cNvSpPr>
            <a:spLocks noGrp="1"/>
          </p:cNvSpPr>
          <p:nvPr/>
        </p:nvSpPr>
        <p:spPr>
          <a:xfrm>
            <a:off x="6971731" y="16138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0" name="F2_precision_recall_distributions_3734">
            <a:extLst>
              <a:ext uri="{FF2B5EF4-FFF2-40B4-BE49-F238E27FC236}">
                <a16:creationId xmlns:a16="http://schemas.microsoft.com/office/drawing/2014/main" id="{8B980469-600F-4318-B058-FC309604BEA6}"/>
              </a:ext>
            </a:extLst>
          </p:cNvPr>
          <p:cNvSpPr>
            <a:spLocks noGrp="1"/>
          </p:cNvSpPr>
          <p:nvPr/>
        </p:nvSpPr>
        <p:spPr>
          <a:xfrm>
            <a:off x="7310523" y="23148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1" name="F2_precision_recall_distributions_3735">
            <a:extLst>
              <a:ext uri="{FF2B5EF4-FFF2-40B4-BE49-F238E27FC236}">
                <a16:creationId xmlns:a16="http://schemas.microsoft.com/office/drawing/2014/main" id="{770BB314-B158-4985-9DCF-3D2399B47E4F}"/>
              </a:ext>
            </a:extLst>
          </p:cNvPr>
          <p:cNvSpPr>
            <a:spLocks noGrp="1"/>
          </p:cNvSpPr>
          <p:nvPr/>
        </p:nvSpPr>
        <p:spPr>
          <a:xfrm>
            <a:off x="7136781" y="18986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2" name="F2_precision_recall_distributions_3736">
            <a:extLst>
              <a:ext uri="{FF2B5EF4-FFF2-40B4-BE49-F238E27FC236}">
                <a16:creationId xmlns:a16="http://schemas.microsoft.com/office/drawing/2014/main" id="{B1EA4126-1C6C-49E7-93DD-790A23228EE5}"/>
              </a:ext>
            </a:extLst>
          </p:cNvPr>
          <p:cNvSpPr>
            <a:spLocks noGrp="1"/>
          </p:cNvSpPr>
          <p:nvPr/>
        </p:nvSpPr>
        <p:spPr>
          <a:xfrm>
            <a:off x="7134504" y="160275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3" name="F2_precision_recall_distributions_3737">
            <a:extLst>
              <a:ext uri="{FF2B5EF4-FFF2-40B4-BE49-F238E27FC236}">
                <a16:creationId xmlns:a16="http://schemas.microsoft.com/office/drawing/2014/main" id="{2AF4C1A2-F294-4644-9674-67C14D5D08C8}"/>
              </a:ext>
            </a:extLst>
          </p:cNvPr>
          <p:cNvSpPr>
            <a:spLocks noGrp="1"/>
          </p:cNvSpPr>
          <p:nvPr/>
        </p:nvSpPr>
        <p:spPr>
          <a:xfrm>
            <a:off x="7118441" y="17441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4" name="F2_precision_recall_distributions_3738">
            <a:extLst>
              <a:ext uri="{FF2B5EF4-FFF2-40B4-BE49-F238E27FC236}">
                <a16:creationId xmlns:a16="http://schemas.microsoft.com/office/drawing/2014/main" id="{8614D192-856A-45E8-88C7-1C19B5591446}"/>
              </a:ext>
            </a:extLst>
          </p:cNvPr>
          <p:cNvSpPr>
            <a:spLocks noGrp="1"/>
          </p:cNvSpPr>
          <p:nvPr/>
        </p:nvSpPr>
        <p:spPr>
          <a:xfrm>
            <a:off x="7182154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5" name="F2_precision_recall_distributions_3739">
            <a:extLst>
              <a:ext uri="{FF2B5EF4-FFF2-40B4-BE49-F238E27FC236}">
                <a16:creationId xmlns:a16="http://schemas.microsoft.com/office/drawing/2014/main" id="{CC71AAA4-64D9-466F-8528-06038BAE643B}"/>
              </a:ext>
            </a:extLst>
          </p:cNvPr>
          <p:cNvSpPr>
            <a:spLocks noGrp="1"/>
          </p:cNvSpPr>
          <p:nvPr/>
        </p:nvSpPr>
        <p:spPr>
          <a:xfrm>
            <a:off x="7158637" y="22406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6" name="F2_precision_recall_distributions_3740">
            <a:extLst>
              <a:ext uri="{FF2B5EF4-FFF2-40B4-BE49-F238E27FC236}">
                <a16:creationId xmlns:a16="http://schemas.microsoft.com/office/drawing/2014/main" id="{1A451983-B249-4108-A6D3-8FFC649C31C2}"/>
              </a:ext>
            </a:extLst>
          </p:cNvPr>
          <p:cNvSpPr>
            <a:spLocks noGrp="1"/>
          </p:cNvSpPr>
          <p:nvPr/>
        </p:nvSpPr>
        <p:spPr>
          <a:xfrm>
            <a:off x="7097609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7" name="F2_precision_recall_distributions_3741">
            <a:extLst>
              <a:ext uri="{FF2B5EF4-FFF2-40B4-BE49-F238E27FC236}">
                <a16:creationId xmlns:a16="http://schemas.microsoft.com/office/drawing/2014/main" id="{A6336ACD-5021-4A9F-BA6F-D9F41143316C}"/>
              </a:ext>
            </a:extLst>
          </p:cNvPr>
          <p:cNvSpPr>
            <a:spLocks noGrp="1"/>
          </p:cNvSpPr>
          <p:nvPr/>
        </p:nvSpPr>
        <p:spPr>
          <a:xfrm>
            <a:off x="7117295" y="234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28" name="F2_precision_recall_distributions_3742">
            <a:extLst>
              <a:ext uri="{FF2B5EF4-FFF2-40B4-BE49-F238E27FC236}">
                <a16:creationId xmlns:a16="http://schemas.microsoft.com/office/drawing/2014/main" id="{41561739-40C7-42B9-B257-F7BDA99BF72D}"/>
              </a:ext>
            </a:extLst>
          </p:cNvPr>
          <p:cNvSpPr>
            <a:spLocks noGrp="1"/>
          </p:cNvSpPr>
          <p:nvPr/>
        </p:nvSpPr>
        <p:spPr>
          <a:xfrm>
            <a:off x="7992389" y="150711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6023" y="842186"/>
                </a:lnTo>
                <a:lnTo>
                  <a:pt x="23432" y="835606"/>
                </a:lnTo>
                <a:lnTo>
                  <a:pt x="50366" y="829027"/>
                </a:lnTo>
                <a:lnTo>
                  <a:pt x="84090" y="822447"/>
                </a:lnTo>
                <a:lnTo>
                  <a:pt x="121458" y="815868"/>
                </a:lnTo>
                <a:lnTo>
                  <a:pt x="159387" y="809288"/>
                </a:lnTo>
                <a:lnTo>
                  <a:pt x="195264" y="802708"/>
                </a:lnTo>
                <a:lnTo>
                  <a:pt x="227205" y="796129"/>
                </a:lnTo>
                <a:lnTo>
                  <a:pt x="254139" y="789549"/>
                </a:lnTo>
                <a:lnTo>
                  <a:pt x="275747" y="782970"/>
                </a:lnTo>
                <a:lnTo>
                  <a:pt x="292301" y="776390"/>
                </a:lnTo>
                <a:lnTo>
                  <a:pt x="304450" y="769811"/>
                </a:lnTo>
                <a:lnTo>
                  <a:pt x="313027" y="763231"/>
                </a:lnTo>
                <a:lnTo>
                  <a:pt x="318879" y="756651"/>
                </a:lnTo>
                <a:lnTo>
                  <a:pt x="322768" y="750072"/>
                </a:lnTo>
                <a:lnTo>
                  <a:pt x="325311" y="743492"/>
                </a:lnTo>
                <a:lnTo>
                  <a:pt x="326969" y="736913"/>
                </a:lnTo>
                <a:lnTo>
                  <a:pt x="328060" y="730333"/>
                </a:lnTo>
                <a:lnTo>
                  <a:pt x="328779" y="723754"/>
                </a:lnTo>
                <a:lnTo>
                  <a:pt x="329233" y="717174"/>
                </a:lnTo>
                <a:lnTo>
                  <a:pt x="329470" y="710594"/>
                </a:lnTo>
                <a:lnTo>
                  <a:pt x="329498" y="704015"/>
                </a:lnTo>
                <a:lnTo>
                  <a:pt x="329314" y="697435"/>
                </a:lnTo>
                <a:lnTo>
                  <a:pt x="328914" y="690856"/>
                </a:lnTo>
                <a:lnTo>
                  <a:pt x="328307" y="684276"/>
                </a:lnTo>
                <a:lnTo>
                  <a:pt x="327519" y="677697"/>
                </a:lnTo>
                <a:lnTo>
                  <a:pt x="326594" y="671117"/>
                </a:lnTo>
                <a:lnTo>
                  <a:pt x="325587" y="664537"/>
                </a:lnTo>
                <a:lnTo>
                  <a:pt x="324560" y="657958"/>
                </a:lnTo>
                <a:lnTo>
                  <a:pt x="323566" y="651378"/>
                </a:lnTo>
                <a:lnTo>
                  <a:pt x="322646" y="644799"/>
                </a:lnTo>
                <a:lnTo>
                  <a:pt x="321819" y="638219"/>
                </a:lnTo>
                <a:lnTo>
                  <a:pt x="321081" y="631639"/>
                </a:lnTo>
                <a:lnTo>
                  <a:pt x="320409" y="625060"/>
                </a:lnTo>
                <a:lnTo>
                  <a:pt x="319766" y="618480"/>
                </a:lnTo>
                <a:lnTo>
                  <a:pt x="319109" y="611901"/>
                </a:lnTo>
                <a:lnTo>
                  <a:pt x="318405" y="605321"/>
                </a:lnTo>
                <a:lnTo>
                  <a:pt x="317630" y="598742"/>
                </a:lnTo>
                <a:lnTo>
                  <a:pt x="316784" y="592162"/>
                </a:lnTo>
                <a:lnTo>
                  <a:pt x="315885" y="585582"/>
                </a:lnTo>
                <a:lnTo>
                  <a:pt x="314971" y="579003"/>
                </a:lnTo>
                <a:lnTo>
                  <a:pt x="314096" y="572423"/>
                </a:lnTo>
                <a:lnTo>
                  <a:pt x="313319" y="565844"/>
                </a:lnTo>
                <a:lnTo>
                  <a:pt x="312699" y="559264"/>
                </a:lnTo>
                <a:lnTo>
                  <a:pt x="312284" y="552685"/>
                </a:lnTo>
                <a:lnTo>
                  <a:pt x="312104" y="546105"/>
                </a:lnTo>
                <a:lnTo>
                  <a:pt x="312164" y="539525"/>
                </a:lnTo>
                <a:lnTo>
                  <a:pt x="312440" y="532946"/>
                </a:lnTo>
                <a:lnTo>
                  <a:pt x="312875" y="526366"/>
                </a:lnTo>
                <a:lnTo>
                  <a:pt x="313385" y="519787"/>
                </a:lnTo>
                <a:lnTo>
                  <a:pt x="313867" y="513207"/>
                </a:lnTo>
                <a:lnTo>
                  <a:pt x="314209" y="506627"/>
                </a:lnTo>
                <a:lnTo>
                  <a:pt x="314306" y="500048"/>
                </a:lnTo>
                <a:lnTo>
                  <a:pt x="314072" y="493468"/>
                </a:lnTo>
                <a:lnTo>
                  <a:pt x="313454" y="486889"/>
                </a:lnTo>
                <a:lnTo>
                  <a:pt x="312438" y="480309"/>
                </a:lnTo>
                <a:lnTo>
                  <a:pt x="311045" y="473730"/>
                </a:lnTo>
                <a:lnTo>
                  <a:pt x="309332" y="467150"/>
                </a:lnTo>
                <a:lnTo>
                  <a:pt x="307381" y="460570"/>
                </a:lnTo>
                <a:lnTo>
                  <a:pt x="305286" y="453991"/>
                </a:lnTo>
                <a:lnTo>
                  <a:pt x="303147" y="447411"/>
                </a:lnTo>
                <a:lnTo>
                  <a:pt x="301058" y="440832"/>
                </a:lnTo>
                <a:lnTo>
                  <a:pt x="299106" y="434252"/>
                </a:lnTo>
                <a:lnTo>
                  <a:pt x="297368" y="427673"/>
                </a:lnTo>
                <a:lnTo>
                  <a:pt x="295909" y="421093"/>
                </a:lnTo>
                <a:lnTo>
                  <a:pt x="294782" y="414513"/>
                </a:lnTo>
                <a:lnTo>
                  <a:pt x="294026" y="407934"/>
                </a:lnTo>
                <a:lnTo>
                  <a:pt x="293664" y="401354"/>
                </a:lnTo>
                <a:lnTo>
                  <a:pt x="293698" y="394775"/>
                </a:lnTo>
                <a:lnTo>
                  <a:pt x="294108" y="388195"/>
                </a:lnTo>
                <a:lnTo>
                  <a:pt x="294848" y="381616"/>
                </a:lnTo>
                <a:lnTo>
                  <a:pt x="295845" y="375036"/>
                </a:lnTo>
                <a:lnTo>
                  <a:pt x="297010" y="368456"/>
                </a:lnTo>
                <a:lnTo>
                  <a:pt x="298239" y="361877"/>
                </a:lnTo>
                <a:lnTo>
                  <a:pt x="299428" y="355297"/>
                </a:lnTo>
                <a:lnTo>
                  <a:pt x="300482" y="348718"/>
                </a:lnTo>
                <a:lnTo>
                  <a:pt x="301327" y="342138"/>
                </a:lnTo>
                <a:lnTo>
                  <a:pt x="301913" y="335558"/>
                </a:lnTo>
                <a:lnTo>
                  <a:pt x="302220" y="328979"/>
                </a:lnTo>
                <a:lnTo>
                  <a:pt x="302252" y="322399"/>
                </a:lnTo>
                <a:lnTo>
                  <a:pt x="302034" y="315820"/>
                </a:lnTo>
                <a:lnTo>
                  <a:pt x="301601" y="309240"/>
                </a:lnTo>
                <a:lnTo>
                  <a:pt x="300991" y="302661"/>
                </a:lnTo>
                <a:lnTo>
                  <a:pt x="300240" y="296081"/>
                </a:lnTo>
                <a:lnTo>
                  <a:pt x="299379" y="289501"/>
                </a:lnTo>
                <a:lnTo>
                  <a:pt x="298433" y="282922"/>
                </a:lnTo>
                <a:lnTo>
                  <a:pt x="297427" y="276342"/>
                </a:lnTo>
                <a:lnTo>
                  <a:pt x="296383" y="269763"/>
                </a:lnTo>
                <a:lnTo>
                  <a:pt x="295331" y="263183"/>
                </a:lnTo>
                <a:lnTo>
                  <a:pt x="294302" y="256604"/>
                </a:lnTo>
                <a:lnTo>
                  <a:pt x="293332" y="250024"/>
                </a:lnTo>
                <a:lnTo>
                  <a:pt x="292454" y="243444"/>
                </a:lnTo>
                <a:lnTo>
                  <a:pt x="291696" y="236865"/>
                </a:lnTo>
                <a:lnTo>
                  <a:pt x="291077" y="230285"/>
                </a:lnTo>
                <a:lnTo>
                  <a:pt x="290603" y="223706"/>
                </a:lnTo>
                <a:lnTo>
                  <a:pt x="290268" y="217126"/>
                </a:lnTo>
                <a:lnTo>
                  <a:pt x="290059" y="210546"/>
                </a:lnTo>
                <a:lnTo>
                  <a:pt x="289956" y="203967"/>
                </a:lnTo>
                <a:lnTo>
                  <a:pt x="289944" y="197387"/>
                </a:lnTo>
                <a:lnTo>
                  <a:pt x="290015" y="190808"/>
                </a:lnTo>
                <a:lnTo>
                  <a:pt x="290175" y="184228"/>
                </a:lnTo>
                <a:lnTo>
                  <a:pt x="290450" y="177649"/>
                </a:lnTo>
                <a:lnTo>
                  <a:pt x="290883" y="171069"/>
                </a:lnTo>
                <a:lnTo>
                  <a:pt x="291530" y="164489"/>
                </a:lnTo>
                <a:lnTo>
                  <a:pt x="292456" y="157910"/>
                </a:lnTo>
                <a:lnTo>
                  <a:pt x="293721" y="151330"/>
                </a:lnTo>
                <a:lnTo>
                  <a:pt x="295367" y="144751"/>
                </a:lnTo>
                <a:lnTo>
                  <a:pt x="297413" y="138171"/>
                </a:lnTo>
                <a:lnTo>
                  <a:pt x="299841" y="131592"/>
                </a:lnTo>
                <a:lnTo>
                  <a:pt x="302599" y="125012"/>
                </a:lnTo>
                <a:lnTo>
                  <a:pt x="305607" y="118432"/>
                </a:lnTo>
                <a:lnTo>
                  <a:pt x="308768" y="111853"/>
                </a:lnTo>
                <a:lnTo>
                  <a:pt x="311975" y="105273"/>
                </a:lnTo>
                <a:lnTo>
                  <a:pt x="315129" y="98694"/>
                </a:lnTo>
                <a:lnTo>
                  <a:pt x="318149" y="92114"/>
                </a:lnTo>
                <a:lnTo>
                  <a:pt x="320972" y="85535"/>
                </a:lnTo>
                <a:lnTo>
                  <a:pt x="323559" y="78955"/>
                </a:lnTo>
                <a:lnTo>
                  <a:pt x="325889" y="72375"/>
                </a:lnTo>
                <a:lnTo>
                  <a:pt x="327959" y="65796"/>
                </a:lnTo>
                <a:lnTo>
                  <a:pt x="329772" y="59216"/>
                </a:lnTo>
                <a:lnTo>
                  <a:pt x="331339" y="52637"/>
                </a:lnTo>
                <a:lnTo>
                  <a:pt x="332673" y="46057"/>
                </a:lnTo>
                <a:lnTo>
                  <a:pt x="333786" y="39477"/>
                </a:lnTo>
                <a:lnTo>
                  <a:pt x="334694" y="32898"/>
                </a:lnTo>
                <a:lnTo>
                  <a:pt x="335411" y="26318"/>
                </a:lnTo>
                <a:lnTo>
                  <a:pt x="335950" y="19739"/>
                </a:lnTo>
                <a:lnTo>
                  <a:pt x="336324" y="13159"/>
                </a:lnTo>
                <a:lnTo>
                  <a:pt x="336544" y="6580"/>
                </a:lnTo>
                <a:lnTo>
                  <a:pt x="336617" y="0"/>
                </a:lnTo>
                <a:lnTo>
                  <a:pt x="338480" y="0"/>
                </a:lnTo>
                <a:lnTo>
                  <a:pt x="338480" y="0"/>
                </a:lnTo>
                <a:lnTo>
                  <a:pt x="338552" y="6580"/>
                </a:lnTo>
                <a:lnTo>
                  <a:pt x="338772" y="13159"/>
                </a:lnTo>
                <a:lnTo>
                  <a:pt x="339147" y="19739"/>
                </a:lnTo>
                <a:lnTo>
                  <a:pt x="339686" y="26318"/>
                </a:lnTo>
                <a:lnTo>
                  <a:pt x="340402" y="32898"/>
                </a:lnTo>
                <a:lnTo>
                  <a:pt x="341310" y="39477"/>
                </a:lnTo>
                <a:lnTo>
                  <a:pt x="342424" y="46057"/>
                </a:lnTo>
                <a:lnTo>
                  <a:pt x="343757" y="52637"/>
                </a:lnTo>
                <a:lnTo>
                  <a:pt x="345324" y="59216"/>
                </a:lnTo>
                <a:lnTo>
                  <a:pt x="347138" y="65796"/>
                </a:lnTo>
                <a:lnTo>
                  <a:pt x="349207" y="72375"/>
                </a:lnTo>
                <a:lnTo>
                  <a:pt x="351538" y="78955"/>
                </a:lnTo>
                <a:lnTo>
                  <a:pt x="354125" y="85535"/>
                </a:lnTo>
                <a:lnTo>
                  <a:pt x="356948" y="92114"/>
                </a:lnTo>
                <a:lnTo>
                  <a:pt x="359967" y="98694"/>
                </a:lnTo>
                <a:lnTo>
                  <a:pt x="363122" y="105273"/>
                </a:lnTo>
                <a:lnTo>
                  <a:pt x="366329" y="111853"/>
                </a:lnTo>
                <a:lnTo>
                  <a:pt x="369489" y="118432"/>
                </a:lnTo>
                <a:lnTo>
                  <a:pt x="372498" y="125012"/>
                </a:lnTo>
                <a:lnTo>
                  <a:pt x="375256" y="131592"/>
                </a:lnTo>
                <a:lnTo>
                  <a:pt x="377684" y="138171"/>
                </a:lnTo>
                <a:lnTo>
                  <a:pt x="379729" y="144751"/>
                </a:lnTo>
                <a:lnTo>
                  <a:pt x="381376" y="151330"/>
                </a:lnTo>
                <a:lnTo>
                  <a:pt x="382641" y="157910"/>
                </a:lnTo>
                <a:lnTo>
                  <a:pt x="383567" y="164489"/>
                </a:lnTo>
                <a:lnTo>
                  <a:pt x="384214" y="171069"/>
                </a:lnTo>
                <a:lnTo>
                  <a:pt x="384646" y="177649"/>
                </a:lnTo>
                <a:lnTo>
                  <a:pt x="384921" y="184228"/>
                </a:lnTo>
                <a:lnTo>
                  <a:pt x="385082" y="190808"/>
                </a:lnTo>
                <a:lnTo>
                  <a:pt x="385153" y="197387"/>
                </a:lnTo>
                <a:lnTo>
                  <a:pt x="385141" y="203967"/>
                </a:lnTo>
                <a:lnTo>
                  <a:pt x="385038" y="210546"/>
                </a:lnTo>
                <a:lnTo>
                  <a:pt x="384829" y="217126"/>
                </a:lnTo>
                <a:lnTo>
                  <a:pt x="384494" y="223706"/>
                </a:lnTo>
                <a:lnTo>
                  <a:pt x="384020" y="230285"/>
                </a:lnTo>
                <a:lnTo>
                  <a:pt x="383401" y="236865"/>
                </a:lnTo>
                <a:lnTo>
                  <a:pt x="382643" y="243444"/>
                </a:lnTo>
                <a:lnTo>
                  <a:pt x="381765" y="250024"/>
                </a:lnTo>
                <a:lnTo>
                  <a:pt x="380795" y="256604"/>
                </a:lnTo>
                <a:lnTo>
                  <a:pt x="379766" y="263183"/>
                </a:lnTo>
                <a:lnTo>
                  <a:pt x="378713" y="269763"/>
                </a:lnTo>
                <a:lnTo>
                  <a:pt x="377670" y="276342"/>
                </a:lnTo>
                <a:lnTo>
                  <a:pt x="376663" y="282922"/>
                </a:lnTo>
                <a:lnTo>
                  <a:pt x="375717" y="289501"/>
                </a:lnTo>
                <a:lnTo>
                  <a:pt x="374856" y="296081"/>
                </a:lnTo>
                <a:lnTo>
                  <a:pt x="374106" y="302661"/>
                </a:lnTo>
                <a:lnTo>
                  <a:pt x="373496" y="309240"/>
                </a:lnTo>
                <a:lnTo>
                  <a:pt x="373063" y="315820"/>
                </a:lnTo>
                <a:lnTo>
                  <a:pt x="372844" y="322399"/>
                </a:lnTo>
                <a:lnTo>
                  <a:pt x="372877" y="328979"/>
                </a:lnTo>
                <a:lnTo>
                  <a:pt x="373184" y="335558"/>
                </a:lnTo>
                <a:lnTo>
                  <a:pt x="373770" y="342138"/>
                </a:lnTo>
                <a:lnTo>
                  <a:pt x="374614" y="348718"/>
                </a:lnTo>
                <a:lnTo>
                  <a:pt x="375669" y="355297"/>
                </a:lnTo>
                <a:lnTo>
                  <a:pt x="376858" y="361877"/>
                </a:lnTo>
                <a:lnTo>
                  <a:pt x="378087" y="368456"/>
                </a:lnTo>
                <a:lnTo>
                  <a:pt x="379251" y="375036"/>
                </a:lnTo>
                <a:lnTo>
                  <a:pt x="380249" y="381616"/>
                </a:lnTo>
                <a:lnTo>
                  <a:pt x="380988" y="388195"/>
                </a:lnTo>
                <a:lnTo>
                  <a:pt x="381398" y="394775"/>
                </a:lnTo>
                <a:lnTo>
                  <a:pt x="381432" y="401354"/>
                </a:lnTo>
                <a:lnTo>
                  <a:pt x="381070" y="407934"/>
                </a:lnTo>
                <a:lnTo>
                  <a:pt x="380314" y="414513"/>
                </a:lnTo>
                <a:lnTo>
                  <a:pt x="379187" y="421093"/>
                </a:lnTo>
                <a:lnTo>
                  <a:pt x="377728" y="427673"/>
                </a:lnTo>
                <a:lnTo>
                  <a:pt x="375990" y="434252"/>
                </a:lnTo>
                <a:lnTo>
                  <a:pt x="374039" y="440832"/>
                </a:lnTo>
                <a:lnTo>
                  <a:pt x="371950" y="447411"/>
                </a:lnTo>
                <a:lnTo>
                  <a:pt x="369810" y="453991"/>
                </a:lnTo>
                <a:lnTo>
                  <a:pt x="367716" y="460570"/>
                </a:lnTo>
                <a:lnTo>
                  <a:pt x="365764" y="467150"/>
                </a:lnTo>
                <a:lnTo>
                  <a:pt x="364052" y="473730"/>
                </a:lnTo>
                <a:lnTo>
                  <a:pt x="362659" y="480309"/>
                </a:lnTo>
                <a:lnTo>
                  <a:pt x="361642" y="486889"/>
                </a:lnTo>
                <a:lnTo>
                  <a:pt x="361025" y="493468"/>
                </a:lnTo>
                <a:lnTo>
                  <a:pt x="360791" y="500048"/>
                </a:lnTo>
                <a:lnTo>
                  <a:pt x="360888" y="506627"/>
                </a:lnTo>
                <a:lnTo>
                  <a:pt x="361230" y="513207"/>
                </a:lnTo>
                <a:lnTo>
                  <a:pt x="361712" y="519787"/>
                </a:lnTo>
                <a:lnTo>
                  <a:pt x="362222" y="526366"/>
                </a:lnTo>
                <a:lnTo>
                  <a:pt x="362657" y="532946"/>
                </a:lnTo>
                <a:lnTo>
                  <a:pt x="362932" y="539525"/>
                </a:lnTo>
                <a:lnTo>
                  <a:pt x="362993" y="546105"/>
                </a:lnTo>
                <a:lnTo>
                  <a:pt x="362813" y="552685"/>
                </a:lnTo>
                <a:lnTo>
                  <a:pt x="362398" y="559264"/>
                </a:lnTo>
                <a:lnTo>
                  <a:pt x="361777" y="565844"/>
                </a:lnTo>
                <a:lnTo>
                  <a:pt x="361000" y="572423"/>
                </a:lnTo>
                <a:lnTo>
                  <a:pt x="360125" y="579003"/>
                </a:lnTo>
                <a:lnTo>
                  <a:pt x="359212" y="585582"/>
                </a:lnTo>
                <a:lnTo>
                  <a:pt x="358313" y="592162"/>
                </a:lnTo>
                <a:lnTo>
                  <a:pt x="357467" y="598742"/>
                </a:lnTo>
                <a:lnTo>
                  <a:pt x="356692" y="605321"/>
                </a:lnTo>
                <a:lnTo>
                  <a:pt x="355987" y="611901"/>
                </a:lnTo>
                <a:lnTo>
                  <a:pt x="355331" y="618480"/>
                </a:lnTo>
                <a:lnTo>
                  <a:pt x="354687" y="625060"/>
                </a:lnTo>
                <a:lnTo>
                  <a:pt x="354015" y="631639"/>
                </a:lnTo>
                <a:lnTo>
                  <a:pt x="353277" y="638219"/>
                </a:lnTo>
                <a:lnTo>
                  <a:pt x="352450" y="644799"/>
                </a:lnTo>
                <a:lnTo>
                  <a:pt x="351531" y="651378"/>
                </a:lnTo>
                <a:lnTo>
                  <a:pt x="350537" y="657958"/>
                </a:lnTo>
                <a:lnTo>
                  <a:pt x="349509" y="664537"/>
                </a:lnTo>
                <a:lnTo>
                  <a:pt x="348503" y="671117"/>
                </a:lnTo>
                <a:lnTo>
                  <a:pt x="347578" y="677697"/>
                </a:lnTo>
                <a:lnTo>
                  <a:pt x="346790" y="684276"/>
                </a:lnTo>
                <a:lnTo>
                  <a:pt x="346182" y="690856"/>
                </a:lnTo>
                <a:lnTo>
                  <a:pt x="345782" y="697435"/>
                </a:lnTo>
                <a:lnTo>
                  <a:pt x="345598" y="704015"/>
                </a:lnTo>
                <a:lnTo>
                  <a:pt x="345627" y="710594"/>
                </a:lnTo>
                <a:lnTo>
                  <a:pt x="345863" y="717174"/>
                </a:lnTo>
                <a:lnTo>
                  <a:pt x="346318" y="723754"/>
                </a:lnTo>
                <a:lnTo>
                  <a:pt x="347037" y="730333"/>
                </a:lnTo>
                <a:lnTo>
                  <a:pt x="348127" y="736913"/>
                </a:lnTo>
                <a:lnTo>
                  <a:pt x="349786" y="743492"/>
                </a:lnTo>
                <a:lnTo>
                  <a:pt x="352329" y="750072"/>
                </a:lnTo>
                <a:lnTo>
                  <a:pt x="356217" y="756651"/>
                </a:lnTo>
                <a:lnTo>
                  <a:pt x="362069" y="763231"/>
                </a:lnTo>
                <a:lnTo>
                  <a:pt x="370646" y="769811"/>
                </a:lnTo>
                <a:lnTo>
                  <a:pt x="382796" y="776390"/>
                </a:lnTo>
                <a:lnTo>
                  <a:pt x="399349" y="782970"/>
                </a:lnTo>
                <a:lnTo>
                  <a:pt x="420958" y="789549"/>
                </a:lnTo>
                <a:lnTo>
                  <a:pt x="447891" y="796129"/>
                </a:lnTo>
                <a:lnTo>
                  <a:pt x="479832" y="802708"/>
                </a:lnTo>
                <a:lnTo>
                  <a:pt x="515710" y="809288"/>
                </a:lnTo>
                <a:lnTo>
                  <a:pt x="553639" y="815868"/>
                </a:lnTo>
                <a:lnTo>
                  <a:pt x="591006" y="822447"/>
                </a:lnTo>
                <a:lnTo>
                  <a:pt x="624731" y="829027"/>
                </a:lnTo>
                <a:lnTo>
                  <a:pt x="651664" y="835606"/>
                </a:lnTo>
                <a:lnTo>
                  <a:pt x="66907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929" name="F2_precision_recall_distributions_3743">
            <a:extLst>
              <a:ext uri="{FF2B5EF4-FFF2-40B4-BE49-F238E27FC236}">
                <a16:creationId xmlns:a16="http://schemas.microsoft.com/office/drawing/2014/main" id="{9E20A9A4-64B3-4802-9557-3AFA8E0FA2B8}"/>
              </a:ext>
            </a:extLst>
          </p:cNvPr>
          <p:cNvSpPr>
            <a:spLocks noGrp="1"/>
          </p:cNvSpPr>
          <p:nvPr/>
        </p:nvSpPr>
        <p:spPr>
          <a:xfrm>
            <a:off x="827890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0" name="F2_precision_recall_distributions_3744">
            <a:extLst>
              <a:ext uri="{FF2B5EF4-FFF2-40B4-BE49-F238E27FC236}">
                <a16:creationId xmlns:a16="http://schemas.microsoft.com/office/drawing/2014/main" id="{7340EAD6-E29B-4238-9AC7-F0C0A22EA2BC}"/>
              </a:ext>
            </a:extLst>
          </p:cNvPr>
          <p:cNvSpPr>
            <a:spLocks noGrp="1"/>
          </p:cNvSpPr>
          <p:nvPr/>
        </p:nvSpPr>
        <p:spPr>
          <a:xfrm>
            <a:off x="828518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1" name="F2_precision_recall_distributions_3745">
            <a:extLst>
              <a:ext uri="{FF2B5EF4-FFF2-40B4-BE49-F238E27FC236}">
                <a16:creationId xmlns:a16="http://schemas.microsoft.com/office/drawing/2014/main" id="{E0522C90-90DE-4E78-88D9-A1491BF156FE}"/>
              </a:ext>
            </a:extLst>
          </p:cNvPr>
          <p:cNvSpPr>
            <a:spLocks noGrp="1"/>
          </p:cNvSpPr>
          <p:nvPr/>
        </p:nvSpPr>
        <p:spPr>
          <a:xfrm>
            <a:off x="8273894" y="19882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2" name="F2_precision_recall_distributions_3746">
            <a:extLst>
              <a:ext uri="{FF2B5EF4-FFF2-40B4-BE49-F238E27FC236}">
                <a16:creationId xmlns:a16="http://schemas.microsoft.com/office/drawing/2014/main" id="{C0CEA4D7-B31A-4246-B46E-7A302B0B354D}"/>
              </a:ext>
            </a:extLst>
          </p:cNvPr>
          <p:cNvSpPr>
            <a:spLocks noGrp="1"/>
          </p:cNvSpPr>
          <p:nvPr/>
        </p:nvSpPr>
        <p:spPr>
          <a:xfrm>
            <a:off x="837353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3" name="F2_precision_recall_distributions_3747">
            <a:extLst>
              <a:ext uri="{FF2B5EF4-FFF2-40B4-BE49-F238E27FC236}">
                <a16:creationId xmlns:a16="http://schemas.microsoft.com/office/drawing/2014/main" id="{D29C1788-14CB-4504-AD75-BF409ACB13C2}"/>
              </a:ext>
            </a:extLst>
          </p:cNvPr>
          <p:cNvSpPr>
            <a:spLocks noGrp="1"/>
          </p:cNvSpPr>
          <p:nvPr/>
        </p:nvSpPr>
        <p:spPr>
          <a:xfrm>
            <a:off x="8254665" y="1808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4" name="F2_precision_recall_distributions_3748">
            <a:extLst>
              <a:ext uri="{FF2B5EF4-FFF2-40B4-BE49-F238E27FC236}">
                <a16:creationId xmlns:a16="http://schemas.microsoft.com/office/drawing/2014/main" id="{4448AE86-043C-4FBE-A3C7-BEDDEF968359}"/>
              </a:ext>
            </a:extLst>
          </p:cNvPr>
          <p:cNvSpPr>
            <a:spLocks noGrp="1"/>
          </p:cNvSpPr>
          <p:nvPr/>
        </p:nvSpPr>
        <p:spPr>
          <a:xfrm>
            <a:off x="81329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5" name="F2_precision_recall_distributions_3749">
            <a:extLst>
              <a:ext uri="{FF2B5EF4-FFF2-40B4-BE49-F238E27FC236}">
                <a16:creationId xmlns:a16="http://schemas.microsoft.com/office/drawing/2014/main" id="{66DF26FF-1F29-4BBF-B4B8-F7B5FEC26387}"/>
              </a:ext>
            </a:extLst>
          </p:cNvPr>
          <p:cNvSpPr>
            <a:spLocks noGrp="1"/>
          </p:cNvSpPr>
          <p:nvPr/>
        </p:nvSpPr>
        <p:spPr>
          <a:xfrm>
            <a:off x="81515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6" name="F2_precision_recall_distributions_3750">
            <a:extLst>
              <a:ext uri="{FF2B5EF4-FFF2-40B4-BE49-F238E27FC236}">
                <a16:creationId xmlns:a16="http://schemas.microsoft.com/office/drawing/2014/main" id="{7BB8E813-A619-4FED-BFE9-A1761201B8DF}"/>
              </a:ext>
            </a:extLst>
          </p:cNvPr>
          <p:cNvSpPr>
            <a:spLocks noGrp="1"/>
          </p:cNvSpPr>
          <p:nvPr/>
        </p:nvSpPr>
        <p:spPr>
          <a:xfrm>
            <a:off x="8203595" y="15826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7" name="F2_precision_recall_distributions_3751">
            <a:extLst>
              <a:ext uri="{FF2B5EF4-FFF2-40B4-BE49-F238E27FC236}">
                <a16:creationId xmlns:a16="http://schemas.microsoft.com/office/drawing/2014/main" id="{E7692D35-56C0-4323-B9E7-9328058CB544}"/>
              </a:ext>
            </a:extLst>
          </p:cNvPr>
          <p:cNvSpPr>
            <a:spLocks noGrp="1"/>
          </p:cNvSpPr>
          <p:nvPr/>
        </p:nvSpPr>
        <p:spPr>
          <a:xfrm>
            <a:off x="832284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8" name="F2_precision_recall_distributions_3752">
            <a:extLst>
              <a:ext uri="{FF2B5EF4-FFF2-40B4-BE49-F238E27FC236}">
                <a16:creationId xmlns:a16="http://schemas.microsoft.com/office/drawing/2014/main" id="{62D4D914-BBB2-4F24-9ADA-FBD82B20D196}"/>
              </a:ext>
            </a:extLst>
          </p:cNvPr>
          <p:cNvSpPr>
            <a:spLocks noGrp="1"/>
          </p:cNvSpPr>
          <p:nvPr/>
        </p:nvSpPr>
        <p:spPr>
          <a:xfrm>
            <a:off x="8482322" y="16855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39" name="F2_precision_recall_distributions_3753">
            <a:extLst>
              <a:ext uri="{FF2B5EF4-FFF2-40B4-BE49-F238E27FC236}">
                <a16:creationId xmlns:a16="http://schemas.microsoft.com/office/drawing/2014/main" id="{C2ABD5A6-7016-4A65-B022-ACAC8E51CBB1}"/>
              </a:ext>
            </a:extLst>
          </p:cNvPr>
          <p:cNvSpPr>
            <a:spLocks noGrp="1"/>
          </p:cNvSpPr>
          <p:nvPr/>
        </p:nvSpPr>
        <p:spPr>
          <a:xfrm>
            <a:off x="8199225" y="19238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0" name="F2_precision_recall_distributions_3754">
            <a:extLst>
              <a:ext uri="{FF2B5EF4-FFF2-40B4-BE49-F238E27FC236}">
                <a16:creationId xmlns:a16="http://schemas.microsoft.com/office/drawing/2014/main" id="{A8F54898-BF78-4F00-9D41-822A30D3545C}"/>
              </a:ext>
            </a:extLst>
          </p:cNvPr>
          <p:cNvSpPr>
            <a:spLocks noGrp="1"/>
          </p:cNvSpPr>
          <p:nvPr/>
        </p:nvSpPr>
        <p:spPr>
          <a:xfrm>
            <a:off x="8479091" y="18604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1" name="F2_precision_recall_distributions_3755">
            <a:extLst>
              <a:ext uri="{FF2B5EF4-FFF2-40B4-BE49-F238E27FC236}">
                <a16:creationId xmlns:a16="http://schemas.microsoft.com/office/drawing/2014/main" id="{0362E224-AB99-49B3-8DC8-596983762759}"/>
              </a:ext>
            </a:extLst>
          </p:cNvPr>
          <p:cNvSpPr>
            <a:spLocks noGrp="1"/>
          </p:cNvSpPr>
          <p:nvPr/>
        </p:nvSpPr>
        <p:spPr>
          <a:xfrm>
            <a:off x="8411766" y="16694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2" name="F2_precision_recall_distributions_3756">
            <a:extLst>
              <a:ext uri="{FF2B5EF4-FFF2-40B4-BE49-F238E27FC236}">
                <a16:creationId xmlns:a16="http://schemas.microsoft.com/office/drawing/2014/main" id="{5A4C51C9-D919-4E65-8ECB-CE394B3205D9}"/>
              </a:ext>
            </a:extLst>
          </p:cNvPr>
          <p:cNvSpPr>
            <a:spLocks noGrp="1"/>
          </p:cNvSpPr>
          <p:nvPr/>
        </p:nvSpPr>
        <p:spPr>
          <a:xfrm>
            <a:off x="827362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3" name="F2_precision_recall_distributions_3757">
            <a:extLst>
              <a:ext uri="{FF2B5EF4-FFF2-40B4-BE49-F238E27FC236}">
                <a16:creationId xmlns:a16="http://schemas.microsoft.com/office/drawing/2014/main" id="{D4E9A3EF-653C-4FD8-9B89-3F24EF71DB53}"/>
              </a:ext>
            </a:extLst>
          </p:cNvPr>
          <p:cNvSpPr>
            <a:spLocks noGrp="1"/>
          </p:cNvSpPr>
          <p:nvPr/>
        </p:nvSpPr>
        <p:spPr>
          <a:xfrm>
            <a:off x="8209330" y="20664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4" name="F2_precision_recall_distributions_3758">
            <a:extLst>
              <a:ext uri="{FF2B5EF4-FFF2-40B4-BE49-F238E27FC236}">
                <a16:creationId xmlns:a16="http://schemas.microsoft.com/office/drawing/2014/main" id="{E2E52BDC-75A7-49B7-8BB7-367BF8CDB794}"/>
              </a:ext>
            </a:extLst>
          </p:cNvPr>
          <p:cNvSpPr>
            <a:spLocks noGrp="1"/>
          </p:cNvSpPr>
          <p:nvPr/>
        </p:nvSpPr>
        <p:spPr>
          <a:xfrm>
            <a:off x="8397840" y="16875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5" name="F2_precision_recall_distributions_3759">
            <a:extLst>
              <a:ext uri="{FF2B5EF4-FFF2-40B4-BE49-F238E27FC236}">
                <a16:creationId xmlns:a16="http://schemas.microsoft.com/office/drawing/2014/main" id="{CA6CAFD2-5F4B-4431-B360-72F44F3E445F}"/>
              </a:ext>
            </a:extLst>
          </p:cNvPr>
          <p:cNvSpPr>
            <a:spLocks noGrp="1"/>
          </p:cNvSpPr>
          <p:nvPr/>
        </p:nvSpPr>
        <p:spPr>
          <a:xfrm>
            <a:off x="83819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6" name="F2_precision_recall_distributions_3760">
            <a:extLst>
              <a:ext uri="{FF2B5EF4-FFF2-40B4-BE49-F238E27FC236}">
                <a16:creationId xmlns:a16="http://schemas.microsoft.com/office/drawing/2014/main" id="{BE551947-707F-4497-83A1-A48BCE44AB7A}"/>
              </a:ext>
            </a:extLst>
          </p:cNvPr>
          <p:cNvSpPr>
            <a:spLocks noGrp="1"/>
          </p:cNvSpPr>
          <p:nvPr/>
        </p:nvSpPr>
        <p:spPr>
          <a:xfrm>
            <a:off x="8378992" y="16345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7" name="F2_precision_recall_distributions_3761">
            <a:extLst>
              <a:ext uri="{FF2B5EF4-FFF2-40B4-BE49-F238E27FC236}">
                <a16:creationId xmlns:a16="http://schemas.microsoft.com/office/drawing/2014/main" id="{4CB58FD9-C177-4661-B1FD-59901C01A56B}"/>
              </a:ext>
            </a:extLst>
          </p:cNvPr>
          <p:cNvSpPr>
            <a:spLocks noGrp="1"/>
          </p:cNvSpPr>
          <p:nvPr/>
        </p:nvSpPr>
        <p:spPr>
          <a:xfrm>
            <a:off x="8161678" y="16066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8" name="F2_precision_recall_distributions_3762">
            <a:extLst>
              <a:ext uri="{FF2B5EF4-FFF2-40B4-BE49-F238E27FC236}">
                <a16:creationId xmlns:a16="http://schemas.microsoft.com/office/drawing/2014/main" id="{4FA8CC8C-8A4E-42B8-8FAE-BED7F8882897}"/>
              </a:ext>
            </a:extLst>
          </p:cNvPr>
          <p:cNvSpPr>
            <a:spLocks noGrp="1"/>
          </p:cNvSpPr>
          <p:nvPr/>
        </p:nvSpPr>
        <p:spPr>
          <a:xfrm>
            <a:off x="8164897" y="1848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49" name="F2_precision_recall_distributions_3763">
            <a:extLst>
              <a:ext uri="{FF2B5EF4-FFF2-40B4-BE49-F238E27FC236}">
                <a16:creationId xmlns:a16="http://schemas.microsoft.com/office/drawing/2014/main" id="{7791C77D-7C30-4F9F-9372-E14DF368F4AA}"/>
              </a:ext>
            </a:extLst>
          </p:cNvPr>
          <p:cNvSpPr>
            <a:spLocks noGrp="1"/>
          </p:cNvSpPr>
          <p:nvPr/>
        </p:nvSpPr>
        <p:spPr>
          <a:xfrm>
            <a:off x="8241020" y="1919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0" name="F2_precision_recall_distributions_3764">
            <a:extLst>
              <a:ext uri="{FF2B5EF4-FFF2-40B4-BE49-F238E27FC236}">
                <a16:creationId xmlns:a16="http://schemas.microsoft.com/office/drawing/2014/main" id="{FB509598-0367-4769-AFEF-DCF6FE892058}"/>
              </a:ext>
            </a:extLst>
          </p:cNvPr>
          <p:cNvSpPr>
            <a:spLocks noGrp="1"/>
          </p:cNvSpPr>
          <p:nvPr/>
        </p:nvSpPr>
        <p:spPr>
          <a:xfrm>
            <a:off x="839150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1" name="F2_precision_recall_distributions_3765">
            <a:extLst>
              <a:ext uri="{FF2B5EF4-FFF2-40B4-BE49-F238E27FC236}">
                <a16:creationId xmlns:a16="http://schemas.microsoft.com/office/drawing/2014/main" id="{21DF1289-41C3-46DA-8394-006A00C53BB9}"/>
              </a:ext>
            </a:extLst>
          </p:cNvPr>
          <p:cNvSpPr>
            <a:spLocks noGrp="1"/>
          </p:cNvSpPr>
          <p:nvPr/>
        </p:nvSpPr>
        <p:spPr>
          <a:xfrm>
            <a:off x="8450673" y="19321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2" name="F2_precision_recall_distributions_3766">
            <a:extLst>
              <a:ext uri="{FF2B5EF4-FFF2-40B4-BE49-F238E27FC236}">
                <a16:creationId xmlns:a16="http://schemas.microsoft.com/office/drawing/2014/main" id="{F41EE3A8-C9C8-47E7-BD77-DB1C16BB9C96}"/>
              </a:ext>
            </a:extLst>
          </p:cNvPr>
          <p:cNvSpPr>
            <a:spLocks noGrp="1"/>
          </p:cNvSpPr>
          <p:nvPr/>
        </p:nvSpPr>
        <p:spPr>
          <a:xfrm>
            <a:off x="8414375" y="17210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3" name="F2_precision_recall_distributions_3767">
            <a:extLst>
              <a:ext uri="{FF2B5EF4-FFF2-40B4-BE49-F238E27FC236}">
                <a16:creationId xmlns:a16="http://schemas.microsoft.com/office/drawing/2014/main" id="{CE3AE0F9-1E01-4D72-B95E-169E91759FD0}"/>
              </a:ext>
            </a:extLst>
          </p:cNvPr>
          <p:cNvSpPr>
            <a:spLocks noGrp="1"/>
          </p:cNvSpPr>
          <p:nvPr/>
        </p:nvSpPr>
        <p:spPr>
          <a:xfrm>
            <a:off x="835895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4" name="F2_precision_recall_distributions_3768">
            <a:extLst>
              <a:ext uri="{FF2B5EF4-FFF2-40B4-BE49-F238E27FC236}">
                <a16:creationId xmlns:a16="http://schemas.microsoft.com/office/drawing/2014/main" id="{600FA120-F75B-4716-9F16-59D4230EE9E6}"/>
              </a:ext>
            </a:extLst>
          </p:cNvPr>
          <p:cNvSpPr>
            <a:spLocks noGrp="1"/>
          </p:cNvSpPr>
          <p:nvPr/>
        </p:nvSpPr>
        <p:spPr>
          <a:xfrm>
            <a:off x="82877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5" name="F2_precision_recall_distributions_3769">
            <a:extLst>
              <a:ext uri="{FF2B5EF4-FFF2-40B4-BE49-F238E27FC236}">
                <a16:creationId xmlns:a16="http://schemas.microsoft.com/office/drawing/2014/main" id="{0D8A2059-D6AE-46E1-81D0-69C5E4958A52}"/>
              </a:ext>
            </a:extLst>
          </p:cNvPr>
          <p:cNvSpPr>
            <a:spLocks noGrp="1"/>
          </p:cNvSpPr>
          <p:nvPr/>
        </p:nvSpPr>
        <p:spPr>
          <a:xfrm>
            <a:off x="8374537" y="20009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6" name="F2_precision_recall_distributions_3770">
            <a:extLst>
              <a:ext uri="{FF2B5EF4-FFF2-40B4-BE49-F238E27FC236}">
                <a16:creationId xmlns:a16="http://schemas.microsoft.com/office/drawing/2014/main" id="{E08B5114-2F56-40E8-A1C4-084580640C47}"/>
              </a:ext>
            </a:extLst>
          </p:cNvPr>
          <p:cNvSpPr>
            <a:spLocks noGrp="1"/>
          </p:cNvSpPr>
          <p:nvPr/>
        </p:nvSpPr>
        <p:spPr>
          <a:xfrm>
            <a:off x="846137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7" name="F2_precision_recall_distributions_3771">
            <a:extLst>
              <a:ext uri="{FF2B5EF4-FFF2-40B4-BE49-F238E27FC236}">
                <a16:creationId xmlns:a16="http://schemas.microsoft.com/office/drawing/2014/main" id="{0F4E73B8-FB3D-447D-B806-B883FFC775EE}"/>
              </a:ext>
            </a:extLst>
          </p:cNvPr>
          <p:cNvSpPr>
            <a:spLocks noGrp="1"/>
          </p:cNvSpPr>
          <p:nvPr/>
        </p:nvSpPr>
        <p:spPr>
          <a:xfrm>
            <a:off x="8383134" y="1621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8" name="F2_precision_recall_distributions_3772">
            <a:extLst>
              <a:ext uri="{FF2B5EF4-FFF2-40B4-BE49-F238E27FC236}">
                <a16:creationId xmlns:a16="http://schemas.microsoft.com/office/drawing/2014/main" id="{9012CD6A-1DC2-4D9C-8094-A35824DF33C6}"/>
              </a:ext>
            </a:extLst>
          </p:cNvPr>
          <p:cNvSpPr>
            <a:spLocks noGrp="1"/>
          </p:cNvSpPr>
          <p:nvPr/>
        </p:nvSpPr>
        <p:spPr>
          <a:xfrm>
            <a:off x="8400883" y="16183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59" name="F2_precision_recall_distributions_3773">
            <a:extLst>
              <a:ext uri="{FF2B5EF4-FFF2-40B4-BE49-F238E27FC236}">
                <a16:creationId xmlns:a16="http://schemas.microsoft.com/office/drawing/2014/main" id="{5A5C7528-E72C-4DC6-B704-345EF7F5D7AD}"/>
              </a:ext>
            </a:extLst>
          </p:cNvPr>
          <p:cNvSpPr>
            <a:spLocks noGrp="1"/>
          </p:cNvSpPr>
          <p:nvPr/>
        </p:nvSpPr>
        <p:spPr>
          <a:xfrm>
            <a:off x="83000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0" name="F2_precision_recall_distributions_3774">
            <a:extLst>
              <a:ext uri="{FF2B5EF4-FFF2-40B4-BE49-F238E27FC236}">
                <a16:creationId xmlns:a16="http://schemas.microsoft.com/office/drawing/2014/main" id="{7479D08D-E701-4AB7-994D-95ADC63FD794}"/>
              </a:ext>
            </a:extLst>
          </p:cNvPr>
          <p:cNvSpPr>
            <a:spLocks noGrp="1"/>
          </p:cNvSpPr>
          <p:nvPr/>
        </p:nvSpPr>
        <p:spPr>
          <a:xfrm>
            <a:off x="8352932" y="18786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1" name="F2_precision_recall_distributions_3775">
            <a:extLst>
              <a:ext uri="{FF2B5EF4-FFF2-40B4-BE49-F238E27FC236}">
                <a16:creationId xmlns:a16="http://schemas.microsoft.com/office/drawing/2014/main" id="{5A2E7875-D7C6-4BA8-8023-BE82DB2BBF53}"/>
              </a:ext>
            </a:extLst>
          </p:cNvPr>
          <p:cNvSpPr>
            <a:spLocks noGrp="1"/>
          </p:cNvSpPr>
          <p:nvPr/>
        </p:nvSpPr>
        <p:spPr>
          <a:xfrm>
            <a:off x="838581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2" name="F2_precision_recall_distributions_3776">
            <a:extLst>
              <a:ext uri="{FF2B5EF4-FFF2-40B4-BE49-F238E27FC236}">
                <a16:creationId xmlns:a16="http://schemas.microsoft.com/office/drawing/2014/main" id="{1E059B64-6305-4A64-A806-C68DB1B4819A}"/>
              </a:ext>
            </a:extLst>
          </p:cNvPr>
          <p:cNvSpPr>
            <a:spLocks noGrp="1"/>
          </p:cNvSpPr>
          <p:nvPr/>
        </p:nvSpPr>
        <p:spPr>
          <a:xfrm>
            <a:off x="8238484" y="1618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3" name="F2_precision_recall_distributions_3777">
            <a:extLst>
              <a:ext uri="{FF2B5EF4-FFF2-40B4-BE49-F238E27FC236}">
                <a16:creationId xmlns:a16="http://schemas.microsoft.com/office/drawing/2014/main" id="{FEC9CDBD-95A5-4B5E-8E8D-94FED51921F3}"/>
              </a:ext>
            </a:extLst>
          </p:cNvPr>
          <p:cNvSpPr>
            <a:spLocks noGrp="1"/>
          </p:cNvSpPr>
          <p:nvPr/>
        </p:nvSpPr>
        <p:spPr>
          <a:xfrm>
            <a:off x="826051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4" name="F2_precision_recall_distributions_3778">
            <a:extLst>
              <a:ext uri="{FF2B5EF4-FFF2-40B4-BE49-F238E27FC236}">
                <a16:creationId xmlns:a16="http://schemas.microsoft.com/office/drawing/2014/main" id="{DE8E3ABD-ABB6-43F5-B6BA-3596F4FE7805}"/>
              </a:ext>
            </a:extLst>
          </p:cNvPr>
          <p:cNvSpPr>
            <a:spLocks noGrp="1"/>
          </p:cNvSpPr>
          <p:nvPr/>
        </p:nvSpPr>
        <p:spPr>
          <a:xfrm>
            <a:off x="846483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5" name="F2_precision_recall_distributions_3779">
            <a:extLst>
              <a:ext uri="{FF2B5EF4-FFF2-40B4-BE49-F238E27FC236}">
                <a16:creationId xmlns:a16="http://schemas.microsoft.com/office/drawing/2014/main" id="{45E9F47F-1DC9-495E-BC69-A05A2E426344}"/>
              </a:ext>
            </a:extLst>
          </p:cNvPr>
          <p:cNvSpPr>
            <a:spLocks noGrp="1"/>
          </p:cNvSpPr>
          <p:nvPr/>
        </p:nvSpPr>
        <p:spPr>
          <a:xfrm>
            <a:off x="823733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6" name="F2_precision_recall_distributions_3780">
            <a:extLst>
              <a:ext uri="{FF2B5EF4-FFF2-40B4-BE49-F238E27FC236}">
                <a16:creationId xmlns:a16="http://schemas.microsoft.com/office/drawing/2014/main" id="{88720554-8718-4FC6-96CF-57C15ECDED47}"/>
              </a:ext>
            </a:extLst>
          </p:cNvPr>
          <p:cNvSpPr>
            <a:spLocks noGrp="1"/>
          </p:cNvSpPr>
          <p:nvPr/>
        </p:nvSpPr>
        <p:spPr>
          <a:xfrm>
            <a:off x="8468661" y="16947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7" name="F2_precision_recall_distributions_3781">
            <a:extLst>
              <a:ext uri="{FF2B5EF4-FFF2-40B4-BE49-F238E27FC236}">
                <a16:creationId xmlns:a16="http://schemas.microsoft.com/office/drawing/2014/main" id="{4B2A1980-2CA2-4AF3-91A2-86D089DF1C94}"/>
              </a:ext>
            </a:extLst>
          </p:cNvPr>
          <p:cNvSpPr>
            <a:spLocks noGrp="1"/>
          </p:cNvSpPr>
          <p:nvPr/>
        </p:nvSpPr>
        <p:spPr>
          <a:xfrm>
            <a:off x="819447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8" name="F2_precision_recall_distributions_3782">
            <a:extLst>
              <a:ext uri="{FF2B5EF4-FFF2-40B4-BE49-F238E27FC236}">
                <a16:creationId xmlns:a16="http://schemas.microsoft.com/office/drawing/2014/main" id="{E5860143-0DD5-46C1-A2D2-D53D84E3CFD4}"/>
              </a:ext>
            </a:extLst>
          </p:cNvPr>
          <p:cNvSpPr>
            <a:spLocks noGrp="1"/>
          </p:cNvSpPr>
          <p:nvPr/>
        </p:nvSpPr>
        <p:spPr>
          <a:xfrm>
            <a:off x="8457396" y="17370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69" name="F2_precision_recall_distributions_3783">
            <a:extLst>
              <a:ext uri="{FF2B5EF4-FFF2-40B4-BE49-F238E27FC236}">
                <a16:creationId xmlns:a16="http://schemas.microsoft.com/office/drawing/2014/main" id="{2EFB6D1E-7570-4023-8CBF-FFE2A3A29195}"/>
              </a:ext>
            </a:extLst>
          </p:cNvPr>
          <p:cNvSpPr>
            <a:spLocks noGrp="1"/>
          </p:cNvSpPr>
          <p:nvPr/>
        </p:nvSpPr>
        <p:spPr>
          <a:xfrm>
            <a:off x="81957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0" name="F2_precision_recall_distributions_3784">
            <a:extLst>
              <a:ext uri="{FF2B5EF4-FFF2-40B4-BE49-F238E27FC236}">
                <a16:creationId xmlns:a16="http://schemas.microsoft.com/office/drawing/2014/main" id="{FEE869E6-743B-4695-A8C6-9A1D7B41DEA0}"/>
              </a:ext>
            </a:extLst>
          </p:cNvPr>
          <p:cNvSpPr>
            <a:spLocks noGrp="1"/>
          </p:cNvSpPr>
          <p:nvPr/>
        </p:nvSpPr>
        <p:spPr>
          <a:xfrm>
            <a:off x="8426758" y="16996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1" name="F2_precision_recall_distributions_3785">
            <a:extLst>
              <a:ext uri="{FF2B5EF4-FFF2-40B4-BE49-F238E27FC236}">
                <a16:creationId xmlns:a16="http://schemas.microsoft.com/office/drawing/2014/main" id="{F6C9037C-95EF-4BCC-82C6-145A6CD160B4}"/>
              </a:ext>
            </a:extLst>
          </p:cNvPr>
          <p:cNvSpPr>
            <a:spLocks noGrp="1"/>
          </p:cNvSpPr>
          <p:nvPr/>
        </p:nvSpPr>
        <p:spPr>
          <a:xfrm>
            <a:off x="839511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2" name="F2_precision_recall_distributions_3786">
            <a:extLst>
              <a:ext uri="{FF2B5EF4-FFF2-40B4-BE49-F238E27FC236}">
                <a16:creationId xmlns:a16="http://schemas.microsoft.com/office/drawing/2014/main" id="{94FF73D9-C9AF-4BA8-B547-2867AAF7D136}"/>
              </a:ext>
            </a:extLst>
          </p:cNvPr>
          <p:cNvSpPr>
            <a:spLocks noGrp="1"/>
          </p:cNvSpPr>
          <p:nvPr/>
        </p:nvSpPr>
        <p:spPr>
          <a:xfrm>
            <a:off x="827077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3" name="F2_precision_recall_distributions_3787">
            <a:extLst>
              <a:ext uri="{FF2B5EF4-FFF2-40B4-BE49-F238E27FC236}">
                <a16:creationId xmlns:a16="http://schemas.microsoft.com/office/drawing/2014/main" id="{777448EF-DEFB-44DE-BBC7-3E08987160CA}"/>
              </a:ext>
            </a:extLst>
          </p:cNvPr>
          <p:cNvSpPr>
            <a:spLocks noGrp="1"/>
          </p:cNvSpPr>
          <p:nvPr/>
        </p:nvSpPr>
        <p:spPr>
          <a:xfrm>
            <a:off x="838003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4" name="F2_precision_recall_distributions_3788">
            <a:extLst>
              <a:ext uri="{FF2B5EF4-FFF2-40B4-BE49-F238E27FC236}">
                <a16:creationId xmlns:a16="http://schemas.microsoft.com/office/drawing/2014/main" id="{A34D5422-D81F-4C34-9EB6-08220D5B461C}"/>
              </a:ext>
            </a:extLst>
          </p:cNvPr>
          <p:cNvSpPr>
            <a:spLocks noGrp="1"/>
          </p:cNvSpPr>
          <p:nvPr/>
        </p:nvSpPr>
        <p:spPr>
          <a:xfrm>
            <a:off x="82007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5" name="F2_precision_recall_distributions_3789">
            <a:extLst>
              <a:ext uri="{FF2B5EF4-FFF2-40B4-BE49-F238E27FC236}">
                <a16:creationId xmlns:a16="http://schemas.microsoft.com/office/drawing/2014/main" id="{71455F72-91C5-4480-8D18-3CA23011D08E}"/>
              </a:ext>
            </a:extLst>
          </p:cNvPr>
          <p:cNvSpPr>
            <a:spLocks noGrp="1"/>
          </p:cNvSpPr>
          <p:nvPr/>
        </p:nvSpPr>
        <p:spPr>
          <a:xfrm>
            <a:off x="8412896" y="18903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6" name="F2_precision_recall_distributions_3790">
            <a:extLst>
              <a:ext uri="{FF2B5EF4-FFF2-40B4-BE49-F238E27FC236}">
                <a16:creationId xmlns:a16="http://schemas.microsoft.com/office/drawing/2014/main" id="{AF28188A-E0CE-4FA8-9BA6-A569D15D5FCC}"/>
              </a:ext>
            </a:extLst>
          </p:cNvPr>
          <p:cNvSpPr>
            <a:spLocks noGrp="1"/>
          </p:cNvSpPr>
          <p:nvPr/>
        </p:nvSpPr>
        <p:spPr>
          <a:xfrm>
            <a:off x="823493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7" name="F2_precision_recall_distributions_3791">
            <a:extLst>
              <a:ext uri="{FF2B5EF4-FFF2-40B4-BE49-F238E27FC236}">
                <a16:creationId xmlns:a16="http://schemas.microsoft.com/office/drawing/2014/main" id="{0B4EFCBA-96B0-4331-8EA3-793DAF9F73A9}"/>
              </a:ext>
            </a:extLst>
          </p:cNvPr>
          <p:cNvSpPr>
            <a:spLocks noGrp="1"/>
          </p:cNvSpPr>
          <p:nvPr/>
        </p:nvSpPr>
        <p:spPr>
          <a:xfrm>
            <a:off x="8349422" y="17751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8" name="F2_precision_recall_distributions_3792">
            <a:extLst>
              <a:ext uri="{FF2B5EF4-FFF2-40B4-BE49-F238E27FC236}">
                <a16:creationId xmlns:a16="http://schemas.microsoft.com/office/drawing/2014/main" id="{098711DE-1BA8-411C-8424-A9AD351C57E2}"/>
              </a:ext>
            </a:extLst>
          </p:cNvPr>
          <p:cNvSpPr>
            <a:spLocks noGrp="1"/>
          </p:cNvSpPr>
          <p:nvPr/>
        </p:nvSpPr>
        <p:spPr>
          <a:xfrm>
            <a:off x="8465465" y="1882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79" name="F2_precision_recall_distributions_3793">
            <a:extLst>
              <a:ext uri="{FF2B5EF4-FFF2-40B4-BE49-F238E27FC236}">
                <a16:creationId xmlns:a16="http://schemas.microsoft.com/office/drawing/2014/main" id="{EBA9544E-E58B-496A-B4C9-7CE600F1C02B}"/>
              </a:ext>
            </a:extLst>
          </p:cNvPr>
          <p:cNvSpPr>
            <a:spLocks noGrp="1"/>
          </p:cNvSpPr>
          <p:nvPr/>
        </p:nvSpPr>
        <p:spPr>
          <a:xfrm>
            <a:off x="8403174" y="18930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0" name="F2_precision_recall_distributions_3794">
            <a:extLst>
              <a:ext uri="{FF2B5EF4-FFF2-40B4-BE49-F238E27FC236}">
                <a16:creationId xmlns:a16="http://schemas.microsoft.com/office/drawing/2014/main" id="{8F03100D-58E9-44D9-92DC-6A7920CE9B23}"/>
              </a:ext>
            </a:extLst>
          </p:cNvPr>
          <p:cNvSpPr>
            <a:spLocks noGrp="1"/>
          </p:cNvSpPr>
          <p:nvPr/>
        </p:nvSpPr>
        <p:spPr>
          <a:xfrm>
            <a:off x="822308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1" name="F2_precision_recall_distributions_3795">
            <a:extLst>
              <a:ext uri="{FF2B5EF4-FFF2-40B4-BE49-F238E27FC236}">
                <a16:creationId xmlns:a16="http://schemas.microsoft.com/office/drawing/2014/main" id="{6CFC692E-6C33-4C9B-A2DE-44B700CA0E48}"/>
              </a:ext>
            </a:extLst>
          </p:cNvPr>
          <p:cNvSpPr>
            <a:spLocks noGrp="1"/>
          </p:cNvSpPr>
          <p:nvPr/>
        </p:nvSpPr>
        <p:spPr>
          <a:xfrm>
            <a:off x="8287841" y="18759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2" name="F2_precision_recall_distributions_3796">
            <a:extLst>
              <a:ext uri="{FF2B5EF4-FFF2-40B4-BE49-F238E27FC236}">
                <a16:creationId xmlns:a16="http://schemas.microsoft.com/office/drawing/2014/main" id="{C6B294B3-6AD2-4CEB-AF89-25B7008B31CE}"/>
              </a:ext>
            </a:extLst>
          </p:cNvPr>
          <p:cNvSpPr>
            <a:spLocks noGrp="1"/>
          </p:cNvSpPr>
          <p:nvPr/>
        </p:nvSpPr>
        <p:spPr>
          <a:xfrm>
            <a:off x="8130218" y="18485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3" name="F2_precision_recall_distributions_3797">
            <a:extLst>
              <a:ext uri="{FF2B5EF4-FFF2-40B4-BE49-F238E27FC236}">
                <a16:creationId xmlns:a16="http://schemas.microsoft.com/office/drawing/2014/main" id="{FE3EA994-BBCE-4C69-9AC1-12FC97EBF021}"/>
              </a:ext>
            </a:extLst>
          </p:cNvPr>
          <p:cNvSpPr>
            <a:spLocks noGrp="1"/>
          </p:cNvSpPr>
          <p:nvPr/>
        </p:nvSpPr>
        <p:spPr>
          <a:xfrm>
            <a:off x="835116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4" name="F2_precision_recall_distributions_3798">
            <a:extLst>
              <a:ext uri="{FF2B5EF4-FFF2-40B4-BE49-F238E27FC236}">
                <a16:creationId xmlns:a16="http://schemas.microsoft.com/office/drawing/2014/main" id="{2C495CD7-63D9-404E-9FAB-4339B0C86674}"/>
              </a:ext>
            </a:extLst>
          </p:cNvPr>
          <p:cNvSpPr>
            <a:spLocks noGrp="1"/>
          </p:cNvSpPr>
          <p:nvPr/>
        </p:nvSpPr>
        <p:spPr>
          <a:xfrm>
            <a:off x="8374947" y="16458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5" name="F2_precision_recall_distributions_3799">
            <a:extLst>
              <a:ext uri="{FF2B5EF4-FFF2-40B4-BE49-F238E27FC236}">
                <a16:creationId xmlns:a16="http://schemas.microsoft.com/office/drawing/2014/main" id="{F0F59E42-3161-4A19-A0B0-1AE817330C2D}"/>
              </a:ext>
            </a:extLst>
          </p:cNvPr>
          <p:cNvSpPr>
            <a:spLocks noGrp="1"/>
          </p:cNvSpPr>
          <p:nvPr/>
        </p:nvSpPr>
        <p:spPr>
          <a:xfrm>
            <a:off x="8136392" y="18628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6" name="F2_precision_recall_distributions_3800">
            <a:extLst>
              <a:ext uri="{FF2B5EF4-FFF2-40B4-BE49-F238E27FC236}">
                <a16:creationId xmlns:a16="http://schemas.microsoft.com/office/drawing/2014/main" id="{8351B190-6AE3-49B7-91EA-076F2698EA6A}"/>
              </a:ext>
            </a:extLst>
          </p:cNvPr>
          <p:cNvSpPr>
            <a:spLocks noGrp="1"/>
          </p:cNvSpPr>
          <p:nvPr/>
        </p:nvSpPr>
        <p:spPr>
          <a:xfrm>
            <a:off x="8351939" y="1773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7" name="F2_precision_recall_distributions_3801">
            <a:extLst>
              <a:ext uri="{FF2B5EF4-FFF2-40B4-BE49-F238E27FC236}">
                <a16:creationId xmlns:a16="http://schemas.microsoft.com/office/drawing/2014/main" id="{33CA4DDB-9B87-4809-9DA2-8E0522298ED2}"/>
              </a:ext>
            </a:extLst>
          </p:cNvPr>
          <p:cNvSpPr>
            <a:spLocks noGrp="1"/>
          </p:cNvSpPr>
          <p:nvPr/>
        </p:nvSpPr>
        <p:spPr>
          <a:xfrm>
            <a:off x="8232086" y="17831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8" name="F2_precision_recall_distributions_3802">
            <a:extLst>
              <a:ext uri="{FF2B5EF4-FFF2-40B4-BE49-F238E27FC236}">
                <a16:creationId xmlns:a16="http://schemas.microsoft.com/office/drawing/2014/main" id="{F1EF7503-7413-40AE-AAE9-884798FD11A9}"/>
              </a:ext>
            </a:extLst>
          </p:cNvPr>
          <p:cNvSpPr>
            <a:spLocks noGrp="1"/>
          </p:cNvSpPr>
          <p:nvPr/>
        </p:nvSpPr>
        <p:spPr>
          <a:xfrm>
            <a:off x="8165318" y="1718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89" name="F2_precision_recall_distributions_3803">
            <a:extLst>
              <a:ext uri="{FF2B5EF4-FFF2-40B4-BE49-F238E27FC236}">
                <a16:creationId xmlns:a16="http://schemas.microsoft.com/office/drawing/2014/main" id="{EB4BC921-72A8-4F00-82C1-99C54FF46914}"/>
              </a:ext>
            </a:extLst>
          </p:cNvPr>
          <p:cNvSpPr>
            <a:spLocks noGrp="1"/>
          </p:cNvSpPr>
          <p:nvPr/>
        </p:nvSpPr>
        <p:spPr>
          <a:xfrm>
            <a:off x="8498242" y="1642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0" name="F2_precision_recall_distributions_3804">
            <a:extLst>
              <a:ext uri="{FF2B5EF4-FFF2-40B4-BE49-F238E27FC236}">
                <a16:creationId xmlns:a16="http://schemas.microsoft.com/office/drawing/2014/main" id="{FF7309F7-EA6A-46C5-ABEE-FE5730435816}"/>
              </a:ext>
            </a:extLst>
          </p:cNvPr>
          <p:cNvSpPr>
            <a:spLocks noGrp="1"/>
          </p:cNvSpPr>
          <p:nvPr/>
        </p:nvSpPr>
        <p:spPr>
          <a:xfrm>
            <a:off x="83313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1" name="F2_precision_recall_distributions_3805">
            <a:extLst>
              <a:ext uri="{FF2B5EF4-FFF2-40B4-BE49-F238E27FC236}">
                <a16:creationId xmlns:a16="http://schemas.microsoft.com/office/drawing/2014/main" id="{6A6A644E-956E-4454-9ACE-87A82225C3D1}"/>
              </a:ext>
            </a:extLst>
          </p:cNvPr>
          <p:cNvSpPr>
            <a:spLocks noGrp="1"/>
          </p:cNvSpPr>
          <p:nvPr/>
        </p:nvSpPr>
        <p:spPr>
          <a:xfrm>
            <a:off x="820828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2" name="F2_precision_recall_distributions_3806">
            <a:extLst>
              <a:ext uri="{FF2B5EF4-FFF2-40B4-BE49-F238E27FC236}">
                <a16:creationId xmlns:a16="http://schemas.microsoft.com/office/drawing/2014/main" id="{5046C5C2-2FBD-4D78-A093-89647EED8276}"/>
              </a:ext>
            </a:extLst>
          </p:cNvPr>
          <p:cNvSpPr>
            <a:spLocks noGrp="1"/>
          </p:cNvSpPr>
          <p:nvPr/>
        </p:nvSpPr>
        <p:spPr>
          <a:xfrm>
            <a:off x="835265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3" name="F2_precision_recall_distributions_3807">
            <a:extLst>
              <a:ext uri="{FF2B5EF4-FFF2-40B4-BE49-F238E27FC236}">
                <a16:creationId xmlns:a16="http://schemas.microsoft.com/office/drawing/2014/main" id="{878DB822-8B89-40E3-B457-70EBB7DA4750}"/>
              </a:ext>
            </a:extLst>
          </p:cNvPr>
          <p:cNvSpPr>
            <a:spLocks noGrp="1"/>
          </p:cNvSpPr>
          <p:nvPr/>
        </p:nvSpPr>
        <p:spPr>
          <a:xfrm>
            <a:off x="8341653" y="16478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4" name="F2_precision_recall_distributions_3808">
            <a:extLst>
              <a:ext uri="{FF2B5EF4-FFF2-40B4-BE49-F238E27FC236}">
                <a16:creationId xmlns:a16="http://schemas.microsoft.com/office/drawing/2014/main" id="{E88FE262-216A-453D-831B-936E492914BD}"/>
              </a:ext>
            </a:extLst>
          </p:cNvPr>
          <p:cNvSpPr>
            <a:spLocks noGrp="1"/>
          </p:cNvSpPr>
          <p:nvPr/>
        </p:nvSpPr>
        <p:spPr>
          <a:xfrm>
            <a:off x="848528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5" name="F2_precision_recall_distributions_3809">
            <a:extLst>
              <a:ext uri="{FF2B5EF4-FFF2-40B4-BE49-F238E27FC236}">
                <a16:creationId xmlns:a16="http://schemas.microsoft.com/office/drawing/2014/main" id="{31ACC0D3-44E9-4CA0-8B67-E1130C876AE2}"/>
              </a:ext>
            </a:extLst>
          </p:cNvPr>
          <p:cNvSpPr>
            <a:spLocks noGrp="1"/>
          </p:cNvSpPr>
          <p:nvPr/>
        </p:nvSpPr>
        <p:spPr>
          <a:xfrm>
            <a:off x="820000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6" name="F2_precision_recall_distributions_3810">
            <a:extLst>
              <a:ext uri="{FF2B5EF4-FFF2-40B4-BE49-F238E27FC236}">
                <a16:creationId xmlns:a16="http://schemas.microsoft.com/office/drawing/2014/main" id="{92B8B80D-FC6F-4F6B-B10E-EC8B90773EBB}"/>
              </a:ext>
            </a:extLst>
          </p:cNvPr>
          <p:cNvSpPr>
            <a:spLocks noGrp="1"/>
          </p:cNvSpPr>
          <p:nvPr/>
        </p:nvSpPr>
        <p:spPr>
          <a:xfrm>
            <a:off x="819363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7" name="F2_precision_recall_distributions_3811">
            <a:extLst>
              <a:ext uri="{FF2B5EF4-FFF2-40B4-BE49-F238E27FC236}">
                <a16:creationId xmlns:a16="http://schemas.microsoft.com/office/drawing/2014/main" id="{67F80C23-B4A3-4035-902F-F31E3312B169}"/>
              </a:ext>
            </a:extLst>
          </p:cNvPr>
          <p:cNvSpPr>
            <a:spLocks noGrp="1"/>
          </p:cNvSpPr>
          <p:nvPr/>
        </p:nvSpPr>
        <p:spPr>
          <a:xfrm>
            <a:off x="8330189" y="17393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8" name="F2_precision_recall_distributions_3812">
            <a:extLst>
              <a:ext uri="{FF2B5EF4-FFF2-40B4-BE49-F238E27FC236}">
                <a16:creationId xmlns:a16="http://schemas.microsoft.com/office/drawing/2014/main" id="{55C8F98E-A748-4986-828C-6FACEECBE601}"/>
              </a:ext>
            </a:extLst>
          </p:cNvPr>
          <p:cNvSpPr>
            <a:spLocks noGrp="1"/>
          </p:cNvSpPr>
          <p:nvPr/>
        </p:nvSpPr>
        <p:spPr>
          <a:xfrm>
            <a:off x="836170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999" name="F2_precision_recall_distributions_3813">
            <a:extLst>
              <a:ext uri="{FF2B5EF4-FFF2-40B4-BE49-F238E27FC236}">
                <a16:creationId xmlns:a16="http://schemas.microsoft.com/office/drawing/2014/main" id="{6AC331A5-F013-4E1C-9490-B4CFE13CA1B5}"/>
              </a:ext>
            </a:extLst>
          </p:cNvPr>
          <p:cNvSpPr>
            <a:spLocks noGrp="1"/>
          </p:cNvSpPr>
          <p:nvPr/>
        </p:nvSpPr>
        <p:spPr>
          <a:xfrm>
            <a:off x="8222001" y="16890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0" name="F2_precision_recall_distributions_3814">
            <a:extLst>
              <a:ext uri="{FF2B5EF4-FFF2-40B4-BE49-F238E27FC236}">
                <a16:creationId xmlns:a16="http://schemas.microsoft.com/office/drawing/2014/main" id="{136CCAB5-B082-4199-9B39-97E5AE27AFCE}"/>
              </a:ext>
            </a:extLst>
          </p:cNvPr>
          <p:cNvSpPr>
            <a:spLocks noGrp="1"/>
          </p:cNvSpPr>
          <p:nvPr/>
        </p:nvSpPr>
        <p:spPr>
          <a:xfrm>
            <a:off x="8499015" y="1839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1" name="F2_precision_recall_distributions_3815">
            <a:extLst>
              <a:ext uri="{FF2B5EF4-FFF2-40B4-BE49-F238E27FC236}">
                <a16:creationId xmlns:a16="http://schemas.microsoft.com/office/drawing/2014/main" id="{B6BB6CCA-DE65-4C0A-868B-5E05C36C0F45}"/>
              </a:ext>
            </a:extLst>
          </p:cNvPr>
          <p:cNvSpPr>
            <a:spLocks noGrp="1"/>
          </p:cNvSpPr>
          <p:nvPr/>
        </p:nvSpPr>
        <p:spPr>
          <a:xfrm>
            <a:off x="8400598" y="22830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2" name="F2_precision_recall_distributions_3816">
            <a:extLst>
              <a:ext uri="{FF2B5EF4-FFF2-40B4-BE49-F238E27FC236}">
                <a16:creationId xmlns:a16="http://schemas.microsoft.com/office/drawing/2014/main" id="{82ECE69A-BED4-4EA1-A01F-4CE00456DE34}"/>
              </a:ext>
            </a:extLst>
          </p:cNvPr>
          <p:cNvSpPr>
            <a:spLocks noGrp="1"/>
          </p:cNvSpPr>
          <p:nvPr/>
        </p:nvSpPr>
        <p:spPr>
          <a:xfrm>
            <a:off x="8391914" y="18837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3" name="F2_precision_recall_distributions_3817">
            <a:extLst>
              <a:ext uri="{FF2B5EF4-FFF2-40B4-BE49-F238E27FC236}">
                <a16:creationId xmlns:a16="http://schemas.microsoft.com/office/drawing/2014/main" id="{64BF92B3-98E7-42B8-A862-9E69AE8FF64C}"/>
              </a:ext>
            </a:extLst>
          </p:cNvPr>
          <p:cNvSpPr>
            <a:spLocks noGrp="1"/>
          </p:cNvSpPr>
          <p:nvPr/>
        </p:nvSpPr>
        <p:spPr>
          <a:xfrm>
            <a:off x="8445245" y="2123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4" name="F2_precision_recall_distributions_3818">
            <a:extLst>
              <a:ext uri="{FF2B5EF4-FFF2-40B4-BE49-F238E27FC236}">
                <a16:creationId xmlns:a16="http://schemas.microsoft.com/office/drawing/2014/main" id="{130483BB-5C53-41F5-9A05-7BECD1AABC90}"/>
              </a:ext>
            </a:extLst>
          </p:cNvPr>
          <p:cNvSpPr>
            <a:spLocks noGrp="1"/>
          </p:cNvSpPr>
          <p:nvPr/>
        </p:nvSpPr>
        <p:spPr>
          <a:xfrm>
            <a:off x="8364501" y="22778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5" name="F2_precision_recall_distributions_3819">
            <a:extLst>
              <a:ext uri="{FF2B5EF4-FFF2-40B4-BE49-F238E27FC236}">
                <a16:creationId xmlns:a16="http://schemas.microsoft.com/office/drawing/2014/main" id="{9FA70960-9C47-4983-9B5D-972CC3C7695E}"/>
              </a:ext>
            </a:extLst>
          </p:cNvPr>
          <p:cNvSpPr>
            <a:spLocks noGrp="1"/>
          </p:cNvSpPr>
          <p:nvPr/>
        </p:nvSpPr>
        <p:spPr>
          <a:xfrm>
            <a:off x="850109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6" name="F2_precision_recall_distributions_3820">
            <a:extLst>
              <a:ext uri="{FF2B5EF4-FFF2-40B4-BE49-F238E27FC236}">
                <a16:creationId xmlns:a16="http://schemas.microsoft.com/office/drawing/2014/main" id="{63BE1850-6887-409B-812A-DF44BF5CA76F}"/>
              </a:ext>
            </a:extLst>
          </p:cNvPr>
          <p:cNvSpPr>
            <a:spLocks noGrp="1"/>
          </p:cNvSpPr>
          <p:nvPr/>
        </p:nvSpPr>
        <p:spPr>
          <a:xfrm>
            <a:off x="8239735" y="16476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7" name="F2_precision_recall_distributions_3821">
            <a:extLst>
              <a:ext uri="{FF2B5EF4-FFF2-40B4-BE49-F238E27FC236}">
                <a16:creationId xmlns:a16="http://schemas.microsoft.com/office/drawing/2014/main" id="{79209A2E-31D4-4D2A-9DED-3848A81B0AA1}"/>
              </a:ext>
            </a:extLst>
          </p:cNvPr>
          <p:cNvSpPr>
            <a:spLocks noGrp="1"/>
          </p:cNvSpPr>
          <p:nvPr/>
        </p:nvSpPr>
        <p:spPr>
          <a:xfrm>
            <a:off x="8381925" y="2323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8" name="F2_precision_recall_distributions_3822">
            <a:extLst>
              <a:ext uri="{FF2B5EF4-FFF2-40B4-BE49-F238E27FC236}">
                <a16:creationId xmlns:a16="http://schemas.microsoft.com/office/drawing/2014/main" id="{EF24A0F7-1A7A-41B9-BB74-9E50E3E8BD1D}"/>
              </a:ext>
            </a:extLst>
          </p:cNvPr>
          <p:cNvSpPr>
            <a:spLocks noGrp="1"/>
          </p:cNvSpPr>
          <p:nvPr/>
        </p:nvSpPr>
        <p:spPr>
          <a:xfrm>
            <a:off x="8497365" y="23412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09" name="F2_precision_recall_distributions_3823">
            <a:extLst>
              <a:ext uri="{FF2B5EF4-FFF2-40B4-BE49-F238E27FC236}">
                <a16:creationId xmlns:a16="http://schemas.microsoft.com/office/drawing/2014/main" id="{52179839-65C1-4047-B745-F22889BF1D32}"/>
              </a:ext>
            </a:extLst>
          </p:cNvPr>
          <p:cNvSpPr>
            <a:spLocks noGrp="1"/>
          </p:cNvSpPr>
          <p:nvPr/>
        </p:nvSpPr>
        <p:spPr>
          <a:xfrm>
            <a:off x="8146715" y="1661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0" name="F2_precision_recall_distributions_3824">
            <a:extLst>
              <a:ext uri="{FF2B5EF4-FFF2-40B4-BE49-F238E27FC236}">
                <a16:creationId xmlns:a16="http://schemas.microsoft.com/office/drawing/2014/main" id="{513EF407-D023-45D5-8D14-5188251FCF02}"/>
              </a:ext>
            </a:extLst>
          </p:cNvPr>
          <p:cNvSpPr>
            <a:spLocks noGrp="1"/>
          </p:cNvSpPr>
          <p:nvPr/>
        </p:nvSpPr>
        <p:spPr>
          <a:xfrm>
            <a:off x="8249857" y="18200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1" name="F2_precision_recall_distributions_3825">
            <a:extLst>
              <a:ext uri="{FF2B5EF4-FFF2-40B4-BE49-F238E27FC236}">
                <a16:creationId xmlns:a16="http://schemas.microsoft.com/office/drawing/2014/main" id="{F23332A1-BB10-42AA-95F6-97F94AA42810}"/>
              </a:ext>
            </a:extLst>
          </p:cNvPr>
          <p:cNvSpPr>
            <a:spLocks noGrp="1"/>
          </p:cNvSpPr>
          <p:nvPr/>
        </p:nvSpPr>
        <p:spPr>
          <a:xfrm>
            <a:off x="8284622" y="18913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2" name="F2_precision_recall_distributions_3826">
            <a:extLst>
              <a:ext uri="{FF2B5EF4-FFF2-40B4-BE49-F238E27FC236}">
                <a16:creationId xmlns:a16="http://schemas.microsoft.com/office/drawing/2014/main" id="{62A823F2-3D8B-4808-A738-BB40D6AAF912}"/>
              </a:ext>
            </a:extLst>
          </p:cNvPr>
          <p:cNvSpPr>
            <a:spLocks noGrp="1"/>
          </p:cNvSpPr>
          <p:nvPr/>
        </p:nvSpPr>
        <p:spPr>
          <a:xfrm>
            <a:off x="840540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3" name="F2_precision_recall_distributions_3827">
            <a:extLst>
              <a:ext uri="{FF2B5EF4-FFF2-40B4-BE49-F238E27FC236}">
                <a16:creationId xmlns:a16="http://schemas.microsoft.com/office/drawing/2014/main" id="{F3D1B041-4138-478B-9079-C9F45EE1A22D}"/>
              </a:ext>
            </a:extLst>
          </p:cNvPr>
          <p:cNvSpPr>
            <a:spLocks noGrp="1"/>
          </p:cNvSpPr>
          <p:nvPr/>
        </p:nvSpPr>
        <p:spPr>
          <a:xfrm>
            <a:off x="8209766" y="1688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4" name="F2_precision_recall_distributions_3828">
            <a:extLst>
              <a:ext uri="{FF2B5EF4-FFF2-40B4-BE49-F238E27FC236}">
                <a16:creationId xmlns:a16="http://schemas.microsoft.com/office/drawing/2014/main" id="{8E2956F6-242E-4095-B172-B2D8B34FF22F}"/>
              </a:ext>
            </a:extLst>
          </p:cNvPr>
          <p:cNvSpPr>
            <a:spLocks noGrp="1"/>
          </p:cNvSpPr>
          <p:nvPr/>
        </p:nvSpPr>
        <p:spPr>
          <a:xfrm>
            <a:off x="8263856" y="16440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5" name="F2_precision_recall_distributions_3829">
            <a:extLst>
              <a:ext uri="{FF2B5EF4-FFF2-40B4-BE49-F238E27FC236}">
                <a16:creationId xmlns:a16="http://schemas.microsoft.com/office/drawing/2014/main" id="{5A03AF06-B21F-49C5-84B7-EEF26826CF40}"/>
              </a:ext>
            </a:extLst>
          </p:cNvPr>
          <p:cNvSpPr>
            <a:spLocks noGrp="1"/>
          </p:cNvSpPr>
          <p:nvPr/>
        </p:nvSpPr>
        <p:spPr>
          <a:xfrm>
            <a:off x="8294539" y="21499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6" name="F2_precision_recall_distributions_3830">
            <a:extLst>
              <a:ext uri="{FF2B5EF4-FFF2-40B4-BE49-F238E27FC236}">
                <a16:creationId xmlns:a16="http://schemas.microsoft.com/office/drawing/2014/main" id="{C8061D12-C2C6-4D73-83B4-27C909180063}"/>
              </a:ext>
            </a:extLst>
          </p:cNvPr>
          <p:cNvSpPr>
            <a:spLocks noGrp="1"/>
          </p:cNvSpPr>
          <p:nvPr/>
        </p:nvSpPr>
        <p:spPr>
          <a:xfrm>
            <a:off x="830204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7" name="F2_precision_recall_distributions_3831">
            <a:extLst>
              <a:ext uri="{FF2B5EF4-FFF2-40B4-BE49-F238E27FC236}">
                <a16:creationId xmlns:a16="http://schemas.microsoft.com/office/drawing/2014/main" id="{C4D55E83-3C3E-4A18-87BD-C16D0CC9137C}"/>
              </a:ext>
            </a:extLst>
          </p:cNvPr>
          <p:cNvSpPr>
            <a:spLocks noGrp="1"/>
          </p:cNvSpPr>
          <p:nvPr/>
        </p:nvSpPr>
        <p:spPr>
          <a:xfrm>
            <a:off x="813874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8" name="F2_precision_recall_distributions_3832">
            <a:extLst>
              <a:ext uri="{FF2B5EF4-FFF2-40B4-BE49-F238E27FC236}">
                <a16:creationId xmlns:a16="http://schemas.microsoft.com/office/drawing/2014/main" id="{70898470-D8EC-4C6B-88A7-BD08B1612377}"/>
              </a:ext>
            </a:extLst>
          </p:cNvPr>
          <p:cNvSpPr>
            <a:spLocks noGrp="1"/>
          </p:cNvSpPr>
          <p:nvPr/>
        </p:nvSpPr>
        <p:spPr>
          <a:xfrm>
            <a:off x="8254527" y="16756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19" name="F2_precision_recall_distributions_3833">
            <a:extLst>
              <a:ext uri="{FF2B5EF4-FFF2-40B4-BE49-F238E27FC236}">
                <a16:creationId xmlns:a16="http://schemas.microsoft.com/office/drawing/2014/main" id="{B3D0A3C4-EDDC-427B-A7F1-F6297C69D31A}"/>
              </a:ext>
            </a:extLst>
          </p:cNvPr>
          <p:cNvSpPr>
            <a:spLocks noGrp="1"/>
          </p:cNvSpPr>
          <p:nvPr/>
        </p:nvSpPr>
        <p:spPr>
          <a:xfrm>
            <a:off x="825033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0" name="F2_precision_recall_distributions_3834">
            <a:extLst>
              <a:ext uri="{FF2B5EF4-FFF2-40B4-BE49-F238E27FC236}">
                <a16:creationId xmlns:a16="http://schemas.microsoft.com/office/drawing/2014/main" id="{579882A3-B011-461F-847B-606FC2EB09E3}"/>
              </a:ext>
            </a:extLst>
          </p:cNvPr>
          <p:cNvSpPr>
            <a:spLocks noGrp="1"/>
          </p:cNvSpPr>
          <p:nvPr/>
        </p:nvSpPr>
        <p:spPr>
          <a:xfrm>
            <a:off x="8472178" y="22855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1" name="F2_precision_recall_distributions_3835">
            <a:extLst>
              <a:ext uri="{FF2B5EF4-FFF2-40B4-BE49-F238E27FC236}">
                <a16:creationId xmlns:a16="http://schemas.microsoft.com/office/drawing/2014/main" id="{2300ABB1-B977-4583-8A7B-8361ACB633F0}"/>
              </a:ext>
            </a:extLst>
          </p:cNvPr>
          <p:cNvSpPr>
            <a:spLocks noGrp="1"/>
          </p:cNvSpPr>
          <p:nvPr/>
        </p:nvSpPr>
        <p:spPr>
          <a:xfrm>
            <a:off x="817449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2" name="F2_precision_recall_distributions_3836">
            <a:extLst>
              <a:ext uri="{FF2B5EF4-FFF2-40B4-BE49-F238E27FC236}">
                <a16:creationId xmlns:a16="http://schemas.microsoft.com/office/drawing/2014/main" id="{0AB35BBB-90BB-4704-89ED-BD487CCA31AD}"/>
              </a:ext>
            </a:extLst>
          </p:cNvPr>
          <p:cNvSpPr>
            <a:spLocks noGrp="1"/>
          </p:cNvSpPr>
          <p:nvPr/>
        </p:nvSpPr>
        <p:spPr>
          <a:xfrm>
            <a:off x="8262807" y="2105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3" name="F2_precision_recall_distributions_3837">
            <a:extLst>
              <a:ext uri="{FF2B5EF4-FFF2-40B4-BE49-F238E27FC236}">
                <a16:creationId xmlns:a16="http://schemas.microsoft.com/office/drawing/2014/main" id="{E9AF5133-8579-4CA4-A471-9D6027DECC9D}"/>
              </a:ext>
            </a:extLst>
          </p:cNvPr>
          <p:cNvSpPr>
            <a:spLocks noGrp="1"/>
          </p:cNvSpPr>
          <p:nvPr/>
        </p:nvSpPr>
        <p:spPr>
          <a:xfrm>
            <a:off x="834313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4" name="F2_precision_recall_distributions_3838">
            <a:extLst>
              <a:ext uri="{FF2B5EF4-FFF2-40B4-BE49-F238E27FC236}">
                <a16:creationId xmlns:a16="http://schemas.microsoft.com/office/drawing/2014/main" id="{615A3428-147C-42A1-A4F3-9AE3DB321573}"/>
              </a:ext>
            </a:extLst>
          </p:cNvPr>
          <p:cNvSpPr>
            <a:spLocks noGrp="1"/>
          </p:cNvSpPr>
          <p:nvPr/>
        </p:nvSpPr>
        <p:spPr>
          <a:xfrm>
            <a:off x="8236616" y="19605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5" name="F2_precision_recall_distributions_3839">
            <a:extLst>
              <a:ext uri="{FF2B5EF4-FFF2-40B4-BE49-F238E27FC236}">
                <a16:creationId xmlns:a16="http://schemas.microsoft.com/office/drawing/2014/main" id="{A910FF72-B6AD-4D5A-AAA7-53CDFDFB58CD}"/>
              </a:ext>
            </a:extLst>
          </p:cNvPr>
          <p:cNvSpPr>
            <a:spLocks noGrp="1"/>
          </p:cNvSpPr>
          <p:nvPr/>
        </p:nvSpPr>
        <p:spPr>
          <a:xfrm>
            <a:off x="827098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6" name="F2_precision_recall_distributions_3840">
            <a:extLst>
              <a:ext uri="{FF2B5EF4-FFF2-40B4-BE49-F238E27FC236}">
                <a16:creationId xmlns:a16="http://schemas.microsoft.com/office/drawing/2014/main" id="{36094F01-3674-439B-8F25-072029428827}"/>
              </a:ext>
            </a:extLst>
          </p:cNvPr>
          <p:cNvSpPr>
            <a:spLocks noGrp="1"/>
          </p:cNvSpPr>
          <p:nvPr/>
        </p:nvSpPr>
        <p:spPr>
          <a:xfrm>
            <a:off x="8274091" y="17252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7" name="F2_precision_recall_distributions_3841">
            <a:extLst>
              <a:ext uri="{FF2B5EF4-FFF2-40B4-BE49-F238E27FC236}">
                <a16:creationId xmlns:a16="http://schemas.microsoft.com/office/drawing/2014/main" id="{B5EAC82F-9C16-4903-AEFC-7B7C5822C3DD}"/>
              </a:ext>
            </a:extLst>
          </p:cNvPr>
          <p:cNvSpPr>
            <a:spLocks noGrp="1"/>
          </p:cNvSpPr>
          <p:nvPr/>
        </p:nvSpPr>
        <p:spPr>
          <a:xfrm>
            <a:off x="8292310" y="21552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8" name="F2_precision_recall_distributions_3842">
            <a:extLst>
              <a:ext uri="{FF2B5EF4-FFF2-40B4-BE49-F238E27FC236}">
                <a16:creationId xmlns:a16="http://schemas.microsoft.com/office/drawing/2014/main" id="{0D8D2ACD-394B-4958-84BE-D9E08A4726C5}"/>
              </a:ext>
            </a:extLst>
          </p:cNvPr>
          <p:cNvSpPr>
            <a:spLocks noGrp="1"/>
          </p:cNvSpPr>
          <p:nvPr/>
        </p:nvSpPr>
        <p:spPr>
          <a:xfrm>
            <a:off x="8450619" y="17605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29" name="F2_precision_recall_distributions_3843">
            <a:extLst>
              <a:ext uri="{FF2B5EF4-FFF2-40B4-BE49-F238E27FC236}">
                <a16:creationId xmlns:a16="http://schemas.microsoft.com/office/drawing/2014/main" id="{64C9CF1D-AD52-421E-AFF8-8CB26A391E18}"/>
              </a:ext>
            </a:extLst>
          </p:cNvPr>
          <p:cNvSpPr>
            <a:spLocks noGrp="1"/>
          </p:cNvSpPr>
          <p:nvPr/>
        </p:nvSpPr>
        <p:spPr>
          <a:xfrm>
            <a:off x="8344702" y="16434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0" name="F2_precision_recall_distributions_3844">
            <a:extLst>
              <a:ext uri="{FF2B5EF4-FFF2-40B4-BE49-F238E27FC236}">
                <a16:creationId xmlns:a16="http://schemas.microsoft.com/office/drawing/2014/main" id="{8719EB16-DF4D-4A8C-80ED-1FC5F1B84BE8}"/>
              </a:ext>
            </a:extLst>
          </p:cNvPr>
          <p:cNvSpPr>
            <a:spLocks noGrp="1"/>
          </p:cNvSpPr>
          <p:nvPr/>
        </p:nvSpPr>
        <p:spPr>
          <a:xfrm>
            <a:off x="8150267" y="23366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1" name="F2_precision_recall_distributions_3845">
            <a:extLst>
              <a:ext uri="{FF2B5EF4-FFF2-40B4-BE49-F238E27FC236}">
                <a16:creationId xmlns:a16="http://schemas.microsoft.com/office/drawing/2014/main" id="{27DC231F-87B3-42BF-BC95-C02591203D1D}"/>
              </a:ext>
            </a:extLst>
          </p:cNvPr>
          <p:cNvSpPr>
            <a:spLocks noGrp="1"/>
          </p:cNvSpPr>
          <p:nvPr/>
        </p:nvSpPr>
        <p:spPr>
          <a:xfrm>
            <a:off x="848271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2" name="F2_precision_recall_distributions_3846">
            <a:extLst>
              <a:ext uri="{FF2B5EF4-FFF2-40B4-BE49-F238E27FC236}">
                <a16:creationId xmlns:a16="http://schemas.microsoft.com/office/drawing/2014/main" id="{5C981FEE-E7D4-4CA7-8BD3-9E783C824823}"/>
              </a:ext>
            </a:extLst>
          </p:cNvPr>
          <p:cNvSpPr>
            <a:spLocks noGrp="1"/>
          </p:cNvSpPr>
          <p:nvPr/>
        </p:nvSpPr>
        <p:spPr>
          <a:xfrm>
            <a:off x="8261890" y="208006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3" name="F2_precision_recall_distributions_3847">
            <a:extLst>
              <a:ext uri="{FF2B5EF4-FFF2-40B4-BE49-F238E27FC236}">
                <a16:creationId xmlns:a16="http://schemas.microsoft.com/office/drawing/2014/main" id="{C3A526F2-3C29-4F11-BA87-FDCF48BE6F98}"/>
              </a:ext>
            </a:extLst>
          </p:cNvPr>
          <p:cNvSpPr>
            <a:spLocks noGrp="1"/>
          </p:cNvSpPr>
          <p:nvPr/>
        </p:nvSpPr>
        <p:spPr>
          <a:xfrm>
            <a:off x="8233096" y="18634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4" name="F2_precision_recall_distributions_3848">
            <a:extLst>
              <a:ext uri="{FF2B5EF4-FFF2-40B4-BE49-F238E27FC236}">
                <a16:creationId xmlns:a16="http://schemas.microsoft.com/office/drawing/2014/main" id="{07475873-4137-4330-A979-6CBF2CA85F7D}"/>
              </a:ext>
            </a:extLst>
          </p:cNvPr>
          <p:cNvSpPr>
            <a:spLocks noGrp="1"/>
          </p:cNvSpPr>
          <p:nvPr/>
        </p:nvSpPr>
        <p:spPr>
          <a:xfrm>
            <a:off x="8195544" y="1561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5" name="F2_precision_recall_distributions_3849">
            <a:extLst>
              <a:ext uri="{FF2B5EF4-FFF2-40B4-BE49-F238E27FC236}">
                <a16:creationId xmlns:a16="http://schemas.microsoft.com/office/drawing/2014/main" id="{B608C43B-F6E6-4E56-BD3E-798DADF76388}"/>
              </a:ext>
            </a:extLst>
          </p:cNvPr>
          <p:cNvSpPr>
            <a:spLocks noGrp="1"/>
          </p:cNvSpPr>
          <p:nvPr/>
        </p:nvSpPr>
        <p:spPr>
          <a:xfrm>
            <a:off x="8261262" y="18059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6" name="F2_precision_recall_distributions_3850">
            <a:extLst>
              <a:ext uri="{FF2B5EF4-FFF2-40B4-BE49-F238E27FC236}">
                <a16:creationId xmlns:a16="http://schemas.microsoft.com/office/drawing/2014/main" id="{A711D0A3-0582-4B25-9D81-877BFD397ADF}"/>
              </a:ext>
            </a:extLst>
          </p:cNvPr>
          <p:cNvSpPr>
            <a:spLocks noGrp="1"/>
          </p:cNvSpPr>
          <p:nvPr/>
        </p:nvSpPr>
        <p:spPr>
          <a:xfrm>
            <a:off x="8357773" y="17044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7" name="F2_precision_recall_distributions_3851">
            <a:extLst>
              <a:ext uri="{FF2B5EF4-FFF2-40B4-BE49-F238E27FC236}">
                <a16:creationId xmlns:a16="http://schemas.microsoft.com/office/drawing/2014/main" id="{D5696761-9C9C-427D-9DC1-5D59AAE2DA57}"/>
              </a:ext>
            </a:extLst>
          </p:cNvPr>
          <p:cNvSpPr>
            <a:spLocks noGrp="1"/>
          </p:cNvSpPr>
          <p:nvPr/>
        </p:nvSpPr>
        <p:spPr>
          <a:xfrm>
            <a:off x="813695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8" name="F2_precision_recall_distributions_3852">
            <a:extLst>
              <a:ext uri="{FF2B5EF4-FFF2-40B4-BE49-F238E27FC236}">
                <a16:creationId xmlns:a16="http://schemas.microsoft.com/office/drawing/2014/main" id="{AB427F76-EFFC-4AEA-8D75-63BF0DCF597A}"/>
              </a:ext>
            </a:extLst>
          </p:cNvPr>
          <p:cNvSpPr>
            <a:spLocks noGrp="1"/>
          </p:cNvSpPr>
          <p:nvPr/>
        </p:nvSpPr>
        <p:spPr>
          <a:xfrm>
            <a:off x="8434133" y="19144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39" name="F2_precision_recall_distributions_3853">
            <a:extLst>
              <a:ext uri="{FF2B5EF4-FFF2-40B4-BE49-F238E27FC236}">
                <a16:creationId xmlns:a16="http://schemas.microsoft.com/office/drawing/2014/main" id="{B4659103-7EB0-46E0-A362-3EAC932E2EA7}"/>
              </a:ext>
            </a:extLst>
          </p:cNvPr>
          <p:cNvSpPr>
            <a:spLocks noGrp="1"/>
          </p:cNvSpPr>
          <p:nvPr/>
        </p:nvSpPr>
        <p:spPr>
          <a:xfrm>
            <a:off x="8376395" y="1902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0" name="F2_precision_recall_distributions_3854">
            <a:extLst>
              <a:ext uri="{FF2B5EF4-FFF2-40B4-BE49-F238E27FC236}">
                <a16:creationId xmlns:a16="http://schemas.microsoft.com/office/drawing/2014/main" id="{40EE437F-8A43-408B-8DE0-9F7150321663}"/>
              </a:ext>
            </a:extLst>
          </p:cNvPr>
          <p:cNvSpPr>
            <a:spLocks noGrp="1"/>
          </p:cNvSpPr>
          <p:nvPr/>
        </p:nvSpPr>
        <p:spPr>
          <a:xfrm>
            <a:off x="8462910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1" name="F2_precision_recall_distributions_3855">
            <a:extLst>
              <a:ext uri="{FF2B5EF4-FFF2-40B4-BE49-F238E27FC236}">
                <a16:creationId xmlns:a16="http://schemas.microsoft.com/office/drawing/2014/main" id="{014354E5-A7E1-4589-9DCC-EE4B0379E1E6}"/>
              </a:ext>
            </a:extLst>
          </p:cNvPr>
          <p:cNvSpPr>
            <a:spLocks noGrp="1"/>
          </p:cNvSpPr>
          <p:nvPr/>
        </p:nvSpPr>
        <p:spPr>
          <a:xfrm>
            <a:off x="8298347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2" name="F2_precision_recall_distributions_3856">
            <a:extLst>
              <a:ext uri="{FF2B5EF4-FFF2-40B4-BE49-F238E27FC236}">
                <a16:creationId xmlns:a16="http://schemas.microsoft.com/office/drawing/2014/main" id="{7E1927BD-0E1B-48F5-A774-8A126E86950F}"/>
              </a:ext>
            </a:extLst>
          </p:cNvPr>
          <p:cNvSpPr>
            <a:spLocks noGrp="1"/>
          </p:cNvSpPr>
          <p:nvPr/>
        </p:nvSpPr>
        <p:spPr>
          <a:xfrm>
            <a:off x="8302093" y="20243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3" name="F2_precision_recall_distributions_3857">
            <a:extLst>
              <a:ext uri="{FF2B5EF4-FFF2-40B4-BE49-F238E27FC236}">
                <a16:creationId xmlns:a16="http://schemas.microsoft.com/office/drawing/2014/main" id="{F6ADE0D8-FFF0-4736-A667-A1459339B838}"/>
              </a:ext>
            </a:extLst>
          </p:cNvPr>
          <p:cNvSpPr>
            <a:spLocks noGrp="1"/>
          </p:cNvSpPr>
          <p:nvPr/>
        </p:nvSpPr>
        <p:spPr>
          <a:xfrm>
            <a:off x="82785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4" name="F2_precision_recall_distributions_3858">
            <a:extLst>
              <a:ext uri="{FF2B5EF4-FFF2-40B4-BE49-F238E27FC236}">
                <a16:creationId xmlns:a16="http://schemas.microsoft.com/office/drawing/2014/main" id="{DCE8A34F-812A-4F50-AE76-762EB64E057C}"/>
              </a:ext>
            </a:extLst>
          </p:cNvPr>
          <p:cNvSpPr>
            <a:spLocks noGrp="1"/>
          </p:cNvSpPr>
          <p:nvPr/>
        </p:nvSpPr>
        <p:spPr>
          <a:xfrm>
            <a:off x="820911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5" name="F2_precision_recall_distributions_3859">
            <a:extLst>
              <a:ext uri="{FF2B5EF4-FFF2-40B4-BE49-F238E27FC236}">
                <a16:creationId xmlns:a16="http://schemas.microsoft.com/office/drawing/2014/main" id="{BE1EA036-F7A4-4A23-949D-D244ACF74B83}"/>
              </a:ext>
            </a:extLst>
          </p:cNvPr>
          <p:cNvSpPr>
            <a:spLocks noGrp="1"/>
          </p:cNvSpPr>
          <p:nvPr/>
        </p:nvSpPr>
        <p:spPr>
          <a:xfrm>
            <a:off x="8361318" y="22341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6" name="F2_precision_recall_distributions_3860">
            <a:extLst>
              <a:ext uri="{FF2B5EF4-FFF2-40B4-BE49-F238E27FC236}">
                <a16:creationId xmlns:a16="http://schemas.microsoft.com/office/drawing/2014/main" id="{A4A4EBBB-87F6-4D8A-BD10-4AE89CE66495}"/>
              </a:ext>
            </a:extLst>
          </p:cNvPr>
          <p:cNvSpPr>
            <a:spLocks noGrp="1"/>
          </p:cNvSpPr>
          <p:nvPr/>
        </p:nvSpPr>
        <p:spPr>
          <a:xfrm>
            <a:off x="82945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7" name="F2_precision_recall_distributions_3861">
            <a:extLst>
              <a:ext uri="{FF2B5EF4-FFF2-40B4-BE49-F238E27FC236}">
                <a16:creationId xmlns:a16="http://schemas.microsoft.com/office/drawing/2014/main" id="{0A4CAF68-C0CD-4C19-9312-8427632E8C33}"/>
              </a:ext>
            </a:extLst>
          </p:cNvPr>
          <p:cNvSpPr>
            <a:spLocks noGrp="1"/>
          </p:cNvSpPr>
          <p:nvPr/>
        </p:nvSpPr>
        <p:spPr>
          <a:xfrm>
            <a:off x="834420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8" name="F2_precision_recall_distributions_3862">
            <a:extLst>
              <a:ext uri="{FF2B5EF4-FFF2-40B4-BE49-F238E27FC236}">
                <a16:creationId xmlns:a16="http://schemas.microsoft.com/office/drawing/2014/main" id="{EE7F08BC-53F5-4A3B-8CCF-E2AFCEF29975}"/>
              </a:ext>
            </a:extLst>
          </p:cNvPr>
          <p:cNvSpPr>
            <a:spLocks noGrp="1"/>
          </p:cNvSpPr>
          <p:nvPr/>
        </p:nvSpPr>
        <p:spPr>
          <a:xfrm>
            <a:off x="8331502" y="16647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49" name="F2_precision_recall_distributions_3863">
            <a:extLst>
              <a:ext uri="{FF2B5EF4-FFF2-40B4-BE49-F238E27FC236}">
                <a16:creationId xmlns:a16="http://schemas.microsoft.com/office/drawing/2014/main" id="{B6B41FF4-7F2E-4215-9729-326AB9A0CBFF}"/>
              </a:ext>
            </a:extLst>
          </p:cNvPr>
          <p:cNvSpPr>
            <a:spLocks noGrp="1"/>
          </p:cNvSpPr>
          <p:nvPr/>
        </p:nvSpPr>
        <p:spPr>
          <a:xfrm>
            <a:off x="8195311" y="21269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0" name="F2_precision_recall_distributions_3864">
            <a:extLst>
              <a:ext uri="{FF2B5EF4-FFF2-40B4-BE49-F238E27FC236}">
                <a16:creationId xmlns:a16="http://schemas.microsoft.com/office/drawing/2014/main" id="{699C80F7-BD88-4A86-BE0D-089F4DBB717E}"/>
              </a:ext>
            </a:extLst>
          </p:cNvPr>
          <p:cNvSpPr>
            <a:spLocks noGrp="1"/>
          </p:cNvSpPr>
          <p:nvPr/>
        </p:nvSpPr>
        <p:spPr>
          <a:xfrm>
            <a:off x="8433717" y="23420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1" name="F2_precision_recall_distributions_3865">
            <a:extLst>
              <a:ext uri="{FF2B5EF4-FFF2-40B4-BE49-F238E27FC236}">
                <a16:creationId xmlns:a16="http://schemas.microsoft.com/office/drawing/2014/main" id="{44390F61-CF95-4108-A665-9C44F181429F}"/>
              </a:ext>
            </a:extLst>
          </p:cNvPr>
          <p:cNvSpPr>
            <a:spLocks noGrp="1"/>
          </p:cNvSpPr>
          <p:nvPr/>
        </p:nvSpPr>
        <p:spPr>
          <a:xfrm>
            <a:off x="8348751" y="23358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2" name="F2_precision_recall_distributions_3866">
            <a:extLst>
              <a:ext uri="{FF2B5EF4-FFF2-40B4-BE49-F238E27FC236}">
                <a16:creationId xmlns:a16="http://schemas.microsoft.com/office/drawing/2014/main" id="{7190762F-33D1-4082-9780-36268104CAB6}"/>
              </a:ext>
            </a:extLst>
          </p:cNvPr>
          <p:cNvSpPr>
            <a:spLocks noGrp="1"/>
          </p:cNvSpPr>
          <p:nvPr/>
        </p:nvSpPr>
        <p:spPr>
          <a:xfrm>
            <a:off x="8436720" y="20528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3" name="F2_precision_recall_distributions_3867">
            <a:extLst>
              <a:ext uri="{FF2B5EF4-FFF2-40B4-BE49-F238E27FC236}">
                <a16:creationId xmlns:a16="http://schemas.microsoft.com/office/drawing/2014/main" id="{7874CA31-6BFB-44C4-AE5F-271C8212A2B0}"/>
              </a:ext>
            </a:extLst>
          </p:cNvPr>
          <p:cNvSpPr>
            <a:spLocks noGrp="1"/>
          </p:cNvSpPr>
          <p:nvPr/>
        </p:nvSpPr>
        <p:spPr>
          <a:xfrm>
            <a:off x="8267979" y="21350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4" name="F2_precision_recall_distributions_3868">
            <a:extLst>
              <a:ext uri="{FF2B5EF4-FFF2-40B4-BE49-F238E27FC236}">
                <a16:creationId xmlns:a16="http://schemas.microsoft.com/office/drawing/2014/main" id="{6C4B5E7D-A7DF-4B47-A4DA-4F7987B9A28C}"/>
              </a:ext>
            </a:extLst>
          </p:cNvPr>
          <p:cNvSpPr>
            <a:spLocks noGrp="1"/>
          </p:cNvSpPr>
          <p:nvPr/>
        </p:nvSpPr>
        <p:spPr>
          <a:xfrm>
            <a:off x="8385879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5" name="F2_precision_recall_distributions_3869">
            <a:extLst>
              <a:ext uri="{FF2B5EF4-FFF2-40B4-BE49-F238E27FC236}">
                <a16:creationId xmlns:a16="http://schemas.microsoft.com/office/drawing/2014/main" id="{28A90B72-5C1C-4C3F-B0D0-4001B5BAC950}"/>
              </a:ext>
            </a:extLst>
          </p:cNvPr>
          <p:cNvSpPr>
            <a:spLocks noGrp="1"/>
          </p:cNvSpPr>
          <p:nvPr/>
        </p:nvSpPr>
        <p:spPr>
          <a:xfrm>
            <a:off x="813706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6" name="F2_precision_recall_distributions_3870">
            <a:extLst>
              <a:ext uri="{FF2B5EF4-FFF2-40B4-BE49-F238E27FC236}">
                <a16:creationId xmlns:a16="http://schemas.microsoft.com/office/drawing/2014/main" id="{EECA7230-1B60-4BD8-BAF6-97098356F652}"/>
              </a:ext>
            </a:extLst>
          </p:cNvPr>
          <p:cNvSpPr>
            <a:spLocks noGrp="1"/>
          </p:cNvSpPr>
          <p:nvPr/>
        </p:nvSpPr>
        <p:spPr>
          <a:xfrm>
            <a:off x="835648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7" name="F2_precision_recall_distributions_3871">
            <a:extLst>
              <a:ext uri="{FF2B5EF4-FFF2-40B4-BE49-F238E27FC236}">
                <a16:creationId xmlns:a16="http://schemas.microsoft.com/office/drawing/2014/main" id="{D444D8A3-ADF1-445B-84D3-74B6E3E8A15C}"/>
              </a:ext>
            </a:extLst>
          </p:cNvPr>
          <p:cNvSpPr>
            <a:spLocks noGrp="1"/>
          </p:cNvSpPr>
          <p:nvPr/>
        </p:nvSpPr>
        <p:spPr>
          <a:xfrm>
            <a:off x="8161972" y="20884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8" name="F2_precision_recall_distributions_3872">
            <a:extLst>
              <a:ext uri="{FF2B5EF4-FFF2-40B4-BE49-F238E27FC236}">
                <a16:creationId xmlns:a16="http://schemas.microsoft.com/office/drawing/2014/main" id="{CA57AB53-832D-4200-B8BA-C994F4D9B9E4}"/>
              </a:ext>
            </a:extLst>
          </p:cNvPr>
          <p:cNvSpPr>
            <a:spLocks noGrp="1"/>
          </p:cNvSpPr>
          <p:nvPr/>
        </p:nvSpPr>
        <p:spPr>
          <a:xfrm>
            <a:off x="8261955" y="16882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59" name="F2_precision_recall_distributions_3873">
            <a:extLst>
              <a:ext uri="{FF2B5EF4-FFF2-40B4-BE49-F238E27FC236}">
                <a16:creationId xmlns:a16="http://schemas.microsoft.com/office/drawing/2014/main" id="{E03946CA-BFEB-4CC4-99FF-95B506BB6F91}"/>
              </a:ext>
            </a:extLst>
          </p:cNvPr>
          <p:cNvSpPr>
            <a:spLocks noGrp="1"/>
          </p:cNvSpPr>
          <p:nvPr/>
        </p:nvSpPr>
        <p:spPr>
          <a:xfrm>
            <a:off x="8297656" y="18221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0" name="F2_precision_recall_distributions_3874">
            <a:extLst>
              <a:ext uri="{FF2B5EF4-FFF2-40B4-BE49-F238E27FC236}">
                <a16:creationId xmlns:a16="http://schemas.microsoft.com/office/drawing/2014/main" id="{19A6FA01-142D-442C-A6C6-47CB2E9237BC}"/>
              </a:ext>
            </a:extLst>
          </p:cNvPr>
          <p:cNvSpPr>
            <a:spLocks noGrp="1"/>
          </p:cNvSpPr>
          <p:nvPr/>
        </p:nvSpPr>
        <p:spPr>
          <a:xfrm>
            <a:off x="8333991" y="17881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1" name="F2_precision_recall_distributions_3875">
            <a:extLst>
              <a:ext uri="{FF2B5EF4-FFF2-40B4-BE49-F238E27FC236}">
                <a16:creationId xmlns:a16="http://schemas.microsoft.com/office/drawing/2014/main" id="{7D5896C4-EB71-489F-9F50-8AF085CFAA5E}"/>
              </a:ext>
            </a:extLst>
          </p:cNvPr>
          <p:cNvSpPr>
            <a:spLocks noGrp="1"/>
          </p:cNvSpPr>
          <p:nvPr/>
        </p:nvSpPr>
        <p:spPr>
          <a:xfrm>
            <a:off x="814444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2" name="F2_precision_recall_distributions_3876">
            <a:extLst>
              <a:ext uri="{FF2B5EF4-FFF2-40B4-BE49-F238E27FC236}">
                <a16:creationId xmlns:a16="http://schemas.microsoft.com/office/drawing/2014/main" id="{1DC454DA-4E7E-4435-9706-7D6D11EC48B7}"/>
              </a:ext>
            </a:extLst>
          </p:cNvPr>
          <p:cNvSpPr>
            <a:spLocks noGrp="1"/>
          </p:cNvSpPr>
          <p:nvPr/>
        </p:nvSpPr>
        <p:spPr>
          <a:xfrm>
            <a:off x="8327256" y="16270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3" name="F2_precision_recall_distributions_3877">
            <a:extLst>
              <a:ext uri="{FF2B5EF4-FFF2-40B4-BE49-F238E27FC236}">
                <a16:creationId xmlns:a16="http://schemas.microsoft.com/office/drawing/2014/main" id="{01211073-BA2D-43F1-B178-D62AA53A6659}"/>
              </a:ext>
            </a:extLst>
          </p:cNvPr>
          <p:cNvSpPr>
            <a:spLocks noGrp="1"/>
          </p:cNvSpPr>
          <p:nvPr/>
        </p:nvSpPr>
        <p:spPr>
          <a:xfrm>
            <a:off x="8330717" y="17900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4" name="F2_precision_recall_distributions_3878">
            <a:extLst>
              <a:ext uri="{FF2B5EF4-FFF2-40B4-BE49-F238E27FC236}">
                <a16:creationId xmlns:a16="http://schemas.microsoft.com/office/drawing/2014/main" id="{D9C32E25-A1DE-4AC1-B6F2-8F27F924921C}"/>
              </a:ext>
            </a:extLst>
          </p:cNvPr>
          <p:cNvSpPr>
            <a:spLocks noGrp="1"/>
          </p:cNvSpPr>
          <p:nvPr/>
        </p:nvSpPr>
        <p:spPr>
          <a:xfrm>
            <a:off x="8500241" y="17732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5" name="F2_precision_recall_distributions_3879">
            <a:extLst>
              <a:ext uri="{FF2B5EF4-FFF2-40B4-BE49-F238E27FC236}">
                <a16:creationId xmlns:a16="http://schemas.microsoft.com/office/drawing/2014/main" id="{AFE28C0D-7E71-40AE-974B-B41D3BCD8949}"/>
              </a:ext>
            </a:extLst>
          </p:cNvPr>
          <p:cNvSpPr>
            <a:spLocks noGrp="1"/>
          </p:cNvSpPr>
          <p:nvPr/>
        </p:nvSpPr>
        <p:spPr>
          <a:xfrm>
            <a:off x="8203807" y="19348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6" name="F2_precision_recall_distributions_3880">
            <a:extLst>
              <a:ext uri="{FF2B5EF4-FFF2-40B4-BE49-F238E27FC236}">
                <a16:creationId xmlns:a16="http://schemas.microsoft.com/office/drawing/2014/main" id="{F33A1C05-1554-49D4-AC93-C4BB25E5CBE0}"/>
              </a:ext>
            </a:extLst>
          </p:cNvPr>
          <p:cNvSpPr>
            <a:spLocks noGrp="1"/>
          </p:cNvSpPr>
          <p:nvPr/>
        </p:nvSpPr>
        <p:spPr>
          <a:xfrm>
            <a:off x="8178646" y="18034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7" name="F2_precision_recall_distributions_3881">
            <a:extLst>
              <a:ext uri="{FF2B5EF4-FFF2-40B4-BE49-F238E27FC236}">
                <a16:creationId xmlns:a16="http://schemas.microsoft.com/office/drawing/2014/main" id="{F8F23A05-C39A-4A7E-A5C3-EAE963D3BB17}"/>
              </a:ext>
            </a:extLst>
          </p:cNvPr>
          <p:cNvSpPr>
            <a:spLocks noGrp="1"/>
          </p:cNvSpPr>
          <p:nvPr/>
        </p:nvSpPr>
        <p:spPr>
          <a:xfrm>
            <a:off x="8440725" y="20632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8" name="F2_precision_recall_distributions_3882">
            <a:extLst>
              <a:ext uri="{FF2B5EF4-FFF2-40B4-BE49-F238E27FC236}">
                <a16:creationId xmlns:a16="http://schemas.microsoft.com/office/drawing/2014/main" id="{CCA05108-245F-4970-9B78-9746ED089D6E}"/>
              </a:ext>
            </a:extLst>
          </p:cNvPr>
          <p:cNvSpPr>
            <a:spLocks noGrp="1"/>
          </p:cNvSpPr>
          <p:nvPr/>
        </p:nvSpPr>
        <p:spPr>
          <a:xfrm>
            <a:off x="831861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69" name="F2_precision_recall_distributions_3883">
            <a:extLst>
              <a:ext uri="{FF2B5EF4-FFF2-40B4-BE49-F238E27FC236}">
                <a16:creationId xmlns:a16="http://schemas.microsoft.com/office/drawing/2014/main" id="{33B624CD-1816-49C7-ADE2-BEFFF01E64CF}"/>
              </a:ext>
            </a:extLst>
          </p:cNvPr>
          <p:cNvSpPr>
            <a:spLocks noGrp="1"/>
          </p:cNvSpPr>
          <p:nvPr/>
        </p:nvSpPr>
        <p:spPr>
          <a:xfrm>
            <a:off x="8189765" y="17420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0" name="F2_precision_recall_distributions_3884">
            <a:extLst>
              <a:ext uri="{FF2B5EF4-FFF2-40B4-BE49-F238E27FC236}">
                <a16:creationId xmlns:a16="http://schemas.microsoft.com/office/drawing/2014/main" id="{B94B2F94-96C3-4611-905C-9ED9DC483B15}"/>
              </a:ext>
            </a:extLst>
          </p:cNvPr>
          <p:cNvSpPr>
            <a:spLocks noGrp="1"/>
          </p:cNvSpPr>
          <p:nvPr/>
        </p:nvSpPr>
        <p:spPr>
          <a:xfrm>
            <a:off x="820364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1" name="F2_precision_recall_distributions_3885">
            <a:extLst>
              <a:ext uri="{FF2B5EF4-FFF2-40B4-BE49-F238E27FC236}">
                <a16:creationId xmlns:a16="http://schemas.microsoft.com/office/drawing/2014/main" id="{916481EF-D0AA-40C0-B4EE-69A963A65D56}"/>
              </a:ext>
            </a:extLst>
          </p:cNvPr>
          <p:cNvSpPr>
            <a:spLocks noGrp="1"/>
          </p:cNvSpPr>
          <p:nvPr/>
        </p:nvSpPr>
        <p:spPr>
          <a:xfrm>
            <a:off x="8237047" y="19540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2" name="F2_precision_recall_distributions_3886">
            <a:extLst>
              <a:ext uri="{FF2B5EF4-FFF2-40B4-BE49-F238E27FC236}">
                <a16:creationId xmlns:a16="http://schemas.microsoft.com/office/drawing/2014/main" id="{C42D366C-A175-475C-9439-B01433575CC4}"/>
              </a:ext>
            </a:extLst>
          </p:cNvPr>
          <p:cNvSpPr>
            <a:spLocks noGrp="1"/>
          </p:cNvSpPr>
          <p:nvPr/>
        </p:nvSpPr>
        <p:spPr>
          <a:xfrm>
            <a:off x="847964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3" name="F2_precision_recall_distributions_3887">
            <a:extLst>
              <a:ext uri="{FF2B5EF4-FFF2-40B4-BE49-F238E27FC236}">
                <a16:creationId xmlns:a16="http://schemas.microsoft.com/office/drawing/2014/main" id="{3E12BDEC-CCE6-462F-BE5F-9B636ECE554B}"/>
              </a:ext>
            </a:extLst>
          </p:cNvPr>
          <p:cNvSpPr>
            <a:spLocks noGrp="1"/>
          </p:cNvSpPr>
          <p:nvPr/>
        </p:nvSpPr>
        <p:spPr>
          <a:xfrm>
            <a:off x="8209495" y="203691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4" name="F2_precision_recall_distributions_3888">
            <a:extLst>
              <a:ext uri="{FF2B5EF4-FFF2-40B4-BE49-F238E27FC236}">
                <a16:creationId xmlns:a16="http://schemas.microsoft.com/office/drawing/2014/main" id="{FEEBFDF3-F529-4CD5-93B2-88463AB14F76}"/>
              </a:ext>
            </a:extLst>
          </p:cNvPr>
          <p:cNvSpPr>
            <a:spLocks noGrp="1"/>
          </p:cNvSpPr>
          <p:nvPr/>
        </p:nvSpPr>
        <p:spPr>
          <a:xfrm>
            <a:off x="8472029" y="17305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5" name="F2_precision_recall_distributions_3889">
            <a:extLst>
              <a:ext uri="{FF2B5EF4-FFF2-40B4-BE49-F238E27FC236}">
                <a16:creationId xmlns:a16="http://schemas.microsoft.com/office/drawing/2014/main" id="{E365E6B5-7E47-43B6-9D54-DAC6CF3A0973}"/>
              </a:ext>
            </a:extLst>
          </p:cNvPr>
          <p:cNvSpPr>
            <a:spLocks noGrp="1"/>
          </p:cNvSpPr>
          <p:nvPr/>
        </p:nvSpPr>
        <p:spPr>
          <a:xfrm>
            <a:off x="8158636" y="17293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6" name="F2_precision_recall_distributions_3890">
            <a:extLst>
              <a:ext uri="{FF2B5EF4-FFF2-40B4-BE49-F238E27FC236}">
                <a16:creationId xmlns:a16="http://schemas.microsoft.com/office/drawing/2014/main" id="{409AAF93-C410-4672-9C44-5FFE461A7165}"/>
              </a:ext>
            </a:extLst>
          </p:cNvPr>
          <p:cNvSpPr>
            <a:spLocks noGrp="1"/>
          </p:cNvSpPr>
          <p:nvPr/>
        </p:nvSpPr>
        <p:spPr>
          <a:xfrm>
            <a:off x="8380407" y="20246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7" name="F2_precision_recall_distributions_3891">
            <a:extLst>
              <a:ext uri="{FF2B5EF4-FFF2-40B4-BE49-F238E27FC236}">
                <a16:creationId xmlns:a16="http://schemas.microsoft.com/office/drawing/2014/main" id="{FDEA3F1A-A5BB-47D8-A337-A73136BF1444}"/>
              </a:ext>
            </a:extLst>
          </p:cNvPr>
          <p:cNvSpPr>
            <a:spLocks noGrp="1"/>
          </p:cNvSpPr>
          <p:nvPr/>
        </p:nvSpPr>
        <p:spPr>
          <a:xfrm>
            <a:off x="8368523" y="17563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8" name="F2_precision_recall_distributions_3892">
            <a:extLst>
              <a:ext uri="{FF2B5EF4-FFF2-40B4-BE49-F238E27FC236}">
                <a16:creationId xmlns:a16="http://schemas.microsoft.com/office/drawing/2014/main" id="{BF363A43-804D-4BC8-8004-112F2C73B54D}"/>
              </a:ext>
            </a:extLst>
          </p:cNvPr>
          <p:cNvSpPr>
            <a:spLocks noGrp="1"/>
          </p:cNvSpPr>
          <p:nvPr/>
        </p:nvSpPr>
        <p:spPr>
          <a:xfrm>
            <a:off x="8341282" y="18180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79" name="F2_precision_recall_distributions_3893">
            <a:extLst>
              <a:ext uri="{FF2B5EF4-FFF2-40B4-BE49-F238E27FC236}">
                <a16:creationId xmlns:a16="http://schemas.microsoft.com/office/drawing/2014/main" id="{424B98EE-3CC8-4C23-9CE1-B1150288C7C3}"/>
              </a:ext>
            </a:extLst>
          </p:cNvPr>
          <p:cNvSpPr>
            <a:spLocks noGrp="1"/>
          </p:cNvSpPr>
          <p:nvPr/>
        </p:nvSpPr>
        <p:spPr>
          <a:xfrm>
            <a:off x="8349365" y="17173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0" name="F2_precision_recall_distributions_3894">
            <a:extLst>
              <a:ext uri="{FF2B5EF4-FFF2-40B4-BE49-F238E27FC236}">
                <a16:creationId xmlns:a16="http://schemas.microsoft.com/office/drawing/2014/main" id="{701A4543-85B0-4EF0-8CCE-38A541BF03B9}"/>
              </a:ext>
            </a:extLst>
          </p:cNvPr>
          <p:cNvSpPr>
            <a:spLocks noGrp="1"/>
          </p:cNvSpPr>
          <p:nvPr/>
        </p:nvSpPr>
        <p:spPr>
          <a:xfrm>
            <a:off x="822378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1" name="F2_precision_recall_distributions_3895">
            <a:extLst>
              <a:ext uri="{FF2B5EF4-FFF2-40B4-BE49-F238E27FC236}">
                <a16:creationId xmlns:a16="http://schemas.microsoft.com/office/drawing/2014/main" id="{423D6D7B-BABB-44A2-A78B-683DEB83AFE3}"/>
              </a:ext>
            </a:extLst>
          </p:cNvPr>
          <p:cNvSpPr>
            <a:spLocks noGrp="1"/>
          </p:cNvSpPr>
          <p:nvPr/>
        </p:nvSpPr>
        <p:spPr>
          <a:xfrm>
            <a:off x="8441671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2" name="F2_precision_recall_distributions_3896">
            <a:extLst>
              <a:ext uri="{FF2B5EF4-FFF2-40B4-BE49-F238E27FC236}">
                <a16:creationId xmlns:a16="http://schemas.microsoft.com/office/drawing/2014/main" id="{FB0E59A7-0187-4A2E-83D9-D52A6D7E383B}"/>
              </a:ext>
            </a:extLst>
          </p:cNvPr>
          <p:cNvSpPr>
            <a:spLocks noGrp="1"/>
          </p:cNvSpPr>
          <p:nvPr/>
        </p:nvSpPr>
        <p:spPr>
          <a:xfrm>
            <a:off x="8423485" y="186740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3" name="F2_precision_recall_distributions_3897">
            <a:extLst>
              <a:ext uri="{FF2B5EF4-FFF2-40B4-BE49-F238E27FC236}">
                <a16:creationId xmlns:a16="http://schemas.microsoft.com/office/drawing/2014/main" id="{AF597F21-E118-4163-8281-22EADF0E205F}"/>
              </a:ext>
            </a:extLst>
          </p:cNvPr>
          <p:cNvSpPr>
            <a:spLocks noGrp="1"/>
          </p:cNvSpPr>
          <p:nvPr/>
        </p:nvSpPr>
        <p:spPr>
          <a:xfrm>
            <a:off x="8467358" y="20300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4" name="F2_precision_recall_distributions_3898">
            <a:extLst>
              <a:ext uri="{FF2B5EF4-FFF2-40B4-BE49-F238E27FC236}">
                <a16:creationId xmlns:a16="http://schemas.microsoft.com/office/drawing/2014/main" id="{E75515EB-17D5-4ED4-AAAE-2049A24BDE61}"/>
              </a:ext>
            </a:extLst>
          </p:cNvPr>
          <p:cNvSpPr>
            <a:spLocks noGrp="1"/>
          </p:cNvSpPr>
          <p:nvPr/>
        </p:nvSpPr>
        <p:spPr>
          <a:xfrm>
            <a:off x="840492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5" name="F2_precision_recall_distributions_3899">
            <a:extLst>
              <a:ext uri="{FF2B5EF4-FFF2-40B4-BE49-F238E27FC236}">
                <a16:creationId xmlns:a16="http://schemas.microsoft.com/office/drawing/2014/main" id="{03C9028A-2E2C-42B0-991D-BF00205BE266}"/>
              </a:ext>
            </a:extLst>
          </p:cNvPr>
          <p:cNvSpPr>
            <a:spLocks noGrp="1"/>
          </p:cNvSpPr>
          <p:nvPr/>
        </p:nvSpPr>
        <p:spPr>
          <a:xfrm>
            <a:off x="8170025" y="19059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6" name="F2_precision_recall_distributions_3900">
            <a:extLst>
              <a:ext uri="{FF2B5EF4-FFF2-40B4-BE49-F238E27FC236}">
                <a16:creationId xmlns:a16="http://schemas.microsoft.com/office/drawing/2014/main" id="{1F8B23AB-C41C-4090-B55A-481C461CC221}"/>
              </a:ext>
            </a:extLst>
          </p:cNvPr>
          <p:cNvSpPr>
            <a:spLocks noGrp="1"/>
          </p:cNvSpPr>
          <p:nvPr/>
        </p:nvSpPr>
        <p:spPr>
          <a:xfrm>
            <a:off x="8216951" y="20277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7" name="F2_precision_recall_distributions_3901">
            <a:extLst>
              <a:ext uri="{FF2B5EF4-FFF2-40B4-BE49-F238E27FC236}">
                <a16:creationId xmlns:a16="http://schemas.microsoft.com/office/drawing/2014/main" id="{F0465C54-A48B-4FAE-8139-EAC72156590B}"/>
              </a:ext>
            </a:extLst>
          </p:cNvPr>
          <p:cNvSpPr>
            <a:spLocks noGrp="1"/>
          </p:cNvSpPr>
          <p:nvPr/>
        </p:nvSpPr>
        <p:spPr>
          <a:xfrm>
            <a:off x="839208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8" name="F2_precision_recall_distributions_3902">
            <a:extLst>
              <a:ext uri="{FF2B5EF4-FFF2-40B4-BE49-F238E27FC236}">
                <a16:creationId xmlns:a16="http://schemas.microsoft.com/office/drawing/2014/main" id="{BC813332-3D87-44B7-B45B-E866E81AAD53}"/>
              </a:ext>
            </a:extLst>
          </p:cNvPr>
          <p:cNvSpPr>
            <a:spLocks noGrp="1"/>
          </p:cNvSpPr>
          <p:nvPr/>
        </p:nvSpPr>
        <p:spPr>
          <a:xfrm>
            <a:off x="8202753" y="17557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89" name="F2_precision_recall_distributions_3903">
            <a:extLst>
              <a:ext uri="{FF2B5EF4-FFF2-40B4-BE49-F238E27FC236}">
                <a16:creationId xmlns:a16="http://schemas.microsoft.com/office/drawing/2014/main" id="{5DCC1595-B397-43CB-8F59-008E2D7562BC}"/>
              </a:ext>
            </a:extLst>
          </p:cNvPr>
          <p:cNvSpPr>
            <a:spLocks noGrp="1"/>
          </p:cNvSpPr>
          <p:nvPr/>
        </p:nvSpPr>
        <p:spPr>
          <a:xfrm>
            <a:off x="8398554" y="16271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0" name="F2_precision_recall_distributions_3904">
            <a:extLst>
              <a:ext uri="{FF2B5EF4-FFF2-40B4-BE49-F238E27FC236}">
                <a16:creationId xmlns:a16="http://schemas.microsoft.com/office/drawing/2014/main" id="{24B35F92-4047-491B-B863-73EF3D4D977C}"/>
              </a:ext>
            </a:extLst>
          </p:cNvPr>
          <p:cNvSpPr>
            <a:spLocks noGrp="1"/>
          </p:cNvSpPr>
          <p:nvPr/>
        </p:nvSpPr>
        <p:spPr>
          <a:xfrm>
            <a:off x="8355518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1" name="F2_precision_recall_distributions_3905">
            <a:extLst>
              <a:ext uri="{FF2B5EF4-FFF2-40B4-BE49-F238E27FC236}">
                <a16:creationId xmlns:a16="http://schemas.microsoft.com/office/drawing/2014/main" id="{95F5DFD7-A2F4-4C55-AF5C-24774293A1CD}"/>
              </a:ext>
            </a:extLst>
          </p:cNvPr>
          <p:cNvSpPr>
            <a:spLocks noGrp="1"/>
          </p:cNvSpPr>
          <p:nvPr/>
        </p:nvSpPr>
        <p:spPr>
          <a:xfrm>
            <a:off x="828972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2" name="F2_precision_recall_distributions_3906">
            <a:extLst>
              <a:ext uri="{FF2B5EF4-FFF2-40B4-BE49-F238E27FC236}">
                <a16:creationId xmlns:a16="http://schemas.microsoft.com/office/drawing/2014/main" id="{1473F00B-C06B-4586-8D2A-ACDB57B53C03}"/>
              </a:ext>
            </a:extLst>
          </p:cNvPr>
          <p:cNvSpPr>
            <a:spLocks noGrp="1"/>
          </p:cNvSpPr>
          <p:nvPr/>
        </p:nvSpPr>
        <p:spPr>
          <a:xfrm>
            <a:off x="8243022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3" name="F2_precision_recall_distributions_3907">
            <a:extLst>
              <a:ext uri="{FF2B5EF4-FFF2-40B4-BE49-F238E27FC236}">
                <a16:creationId xmlns:a16="http://schemas.microsoft.com/office/drawing/2014/main" id="{AB7FE3DD-69A9-4F15-9B9A-9A697DD5C332}"/>
              </a:ext>
            </a:extLst>
          </p:cNvPr>
          <p:cNvSpPr>
            <a:spLocks noGrp="1"/>
          </p:cNvSpPr>
          <p:nvPr/>
        </p:nvSpPr>
        <p:spPr>
          <a:xfrm>
            <a:off x="8235755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4" name="F2_precision_recall_distributions_3908">
            <a:extLst>
              <a:ext uri="{FF2B5EF4-FFF2-40B4-BE49-F238E27FC236}">
                <a16:creationId xmlns:a16="http://schemas.microsoft.com/office/drawing/2014/main" id="{CE8FFF08-45F0-4E8F-858B-ADB573D2F516}"/>
              </a:ext>
            </a:extLst>
          </p:cNvPr>
          <p:cNvSpPr>
            <a:spLocks noGrp="1"/>
          </p:cNvSpPr>
          <p:nvPr/>
        </p:nvSpPr>
        <p:spPr>
          <a:xfrm>
            <a:off x="8331063" y="15899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5" name="F2_precision_recall_distributions_3909">
            <a:extLst>
              <a:ext uri="{FF2B5EF4-FFF2-40B4-BE49-F238E27FC236}">
                <a16:creationId xmlns:a16="http://schemas.microsoft.com/office/drawing/2014/main" id="{B44EE00B-1231-4331-82E6-6375B55A2E07}"/>
              </a:ext>
            </a:extLst>
          </p:cNvPr>
          <p:cNvSpPr>
            <a:spLocks noGrp="1"/>
          </p:cNvSpPr>
          <p:nvPr/>
        </p:nvSpPr>
        <p:spPr>
          <a:xfrm>
            <a:off x="8247004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6" name="F2_precision_recall_distributions_3910">
            <a:extLst>
              <a:ext uri="{FF2B5EF4-FFF2-40B4-BE49-F238E27FC236}">
                <a16:creationId xmlns:a16="http://schemas.microsoft.com/office/drawing/2014/main" id="{120C9BF7-CB77-4499-A9E7-2B046F68FF5C}"/>
              </a:ext>
            </a:extLst>
          </p:cNvPr>
          <p:cNvSpPr>
            <a:spLocks noGrp="1"/>
          </p:cNvSpPr>
          <p:nvPr/>
        </p:nvSpPr>
        <p:spPr>
          <a:xfrm>
            <a:off x="8191385" y="20584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7" name="F2_precision_recall_distributions_3911">
            <a:extLst>
              <a:ext uri="{FF2B5EF4-FFF2-40B4-BE49-F238E27FC236}">
                <a16:creationId xmlns:a16="http://schemas.microsoft.com/office/drawing/2014/main" id="{2CDB29AC-5B9A-4CCC-AB83-F8B2FA817020}"/>
              </a:ext>
            </a:extLst>
          </p:cNvPr>
          <p:cNvSpPr>
            <a:spLocks noGrp="1"/>
          </p:cNvSpPr>
          <p:nvPr/>
        </p:nvSpPr>
        <p:spPr>
          <a:xfrm>
            <a:off x="8465136" y="1952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8" name="F2_precision_recall_distributions_3912">
            <a:extLst>
              <a:ext uri="{FF2B5EF4-FFF2-40B4-BE49-F238E27FC236}">
                <a16:creationId xmlns:a16="http://schemas.microsoft.com/office/drawing/2014/main" id="{C0B88B5A-94B8-4DBF-B8EF-0BB9FA7318BD}"/>
              </a:ext>
            </a:extLst>
          </p:cNvPr>
          <p:cNvSpPr>
            <a:spLocks noGrp="1"/>
          </p:cNvSpPr>
          <p:nvPr/>
        </p:nvSpPr>
        <p:spPr>
          <a:xfrm>
            <a:off x="8328362" y="19510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099" name="F2_precision_recall_distributions_3913">
            <a:extLst>
              <a:ext uri="{FF2B5EF4-FFF2-40B4-BE49-F238E27FC236}">
                <a16:creationId xmlns:a16="http://schemas.microsoft.com/office/drawing/2014/main" id="{F605BD43-54EC-4276-9ABD-11BFFC93E216}"/>
              </a:ext>
            </a:extLst>
          </p:cNvPr>
          <p:cNvSpPr>
            <a:spLocks noGrp="1"/>
          </p:cNvSpPr>
          <p:nvPr/>
        </p:nvSpPr>
        <p:spPr>
          <a:xfrm>
            <a:off x="8136360" y="17341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0" name="F2_precision_recall_distributions_3914">
            <a:extLst>
              <a:ext uri="{FF2B5EF4-FFF2-40B4-BE49-F238E27FC236}">
                <a16:creationId xmlns:a16="http://schemas.microsoft.com/office/drawing/2014/main" id="{F9A1550D-F427-4B4A-8F2A-3AC2EC138616}"/>
              </a:ext>
            </a:extLst>
          </p:cNvPr>
          <p:cNvSpPr>
            <a:spLocks noGrp="1"/>
          </p:cNvSpPr>
          <p:nvPr/>
        </p:nvSpPr>
        <p:spPr>
          <a:xfrm>
            <a:off x="8144452" y="1909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1" name="F2_precision_recall_distributions_3915">
            <a:extLst>
              <a:ext uri="{FF2B5EF4-FFF2-40B4-BE49-F238E27FC236}">
                <a16:creationId xmlns:a16="http://schemas.microsoft.com/office/drawing/2014/main" id="{A0FCBD03-E8FD-4B32-A17B-1A875AD8EA4E}"/>
              </a:ext>
            </a:extLst>
          </p:cNvPr>
          <p:cNvSpPr>
            <a:spLocks noGrp="1"/>
          </p:cNvSpPr>
          <p:nvPr/>
        </p:nvSpPr>
        <p:spPr>
          <a:xfrm>
            <a:off x="8216829" y="22385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2" name="F2_precision_recall_distributions_3916">
            <a:extLst>
              <a:ext uri="{FF2B5EF4-FFF2-40B4-BE49-F238E27FC236}">
                <a16:creationId xmlns:a16="http://schemas.microsoft.com/office/drawing/2014/main" id="{8F86893C-F951-4EFF-B9C7-50EE9F6030F5}"/>
              </a:ext>
            </a:extLst>
          </p:cNvPr>
          <p:cNvSpPr>
            <a:spLocks noGrp="1"/>
          </p:cNvSpPr>
          <p:nvPr/>
        </p:nvSpPr>
        <p:spPr>
          <a:xfrm>
            <a:off x="8317406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3" name="F2_precision_recall_distributions_3917">
            <a:extLst>
              <a:ext uri="{FF2B5EF4-FFF2-40B4-BE49-F238E27FC236}">
                <a16:creationId xmlns:a16="http://schemas.microsoft.com/office/drawing/2014/main" id="{D82997DE-3E60-481F-BE28-20DC546714D5}"/>
              </a:ext>
            </a:extLst>
          </p:cNvPr>
          <p:cNvSpPr>
            <a:spLocks noGrp="1"/>
          </p:cNvSpPr>
          <p:nvPr/>
        </p:nvSpPr>
        <p:spPr>
          <a:xfrm>
            <a:off x="8166342" y="20105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4" name="F2_precision_recall_distributions_3918">
            <a:extLst>
              <a:ext uri="{FF2B5EF4-FFF2-40B4-BE49-F238E27FC236}">
                <a16:creationId xmlns:a16="http://schemas.microsoft.com/office/drawing/2014/main" id="{9BD32F38-9930-4C93-A99A-6B2777780B53}"/>
              </a:ext>
            </a:extLst>
          </p:cNvPr>
          <p:cNvSpPr>
            <a:spLocks noGrp="1"/>
          </p:cNvSpPr>
          <p:nvPr/>
        </p:nvSpPr>
        <p:spPr>
          <a:xfrm>
            <a:off x="8482556" y="19183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5" name="F2_precision_recall_distributions_3919">
            <a:extLst>
              <a:ext uri="{FF2B5EF4-FFF2-40B4-BE49-F238E27FC236}">
                <a16:creationId xmlns:a16="http://schemas.microsoft.com/office/drawing/2014/main" id="{8BED28C2-41C7-4630-8E71-F67116F5196C}"/>
              </a:ext>
            </a:extLst>
          </p:cNvPr>
          <p:cNvSpPr>
            <a:spLocks noGrp="1"/>
          </p:cNvSpPr>
          <p:nvPr/>
        </p:nvSpPr>
        <p:spPr>
          <a:xfrm>
            <a:off x="8340610" y="19522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6" name="F2_precision_recall_distributions_3920">
            <a:extLst>
              <a:ext uri="{FF2B5EF4-FFF2-40B4-BE49-F238E27FC236}">
                <a16:creationId xmlns:a16="http://schemas.microsoft.com/office/drawing/2014/main" id="{4640BE19-11BF-405E-B1C0-039726F9C955}"/>
              </a:ext>
            </a:extLst>
          </p:cNvPr>
          <p:cNvSpPr>
            <a:spLocks noGrp="1"/>
          </p:cNvSpPr>
          <p:nvPr/>
        </p:nvSpPr>
        <p:spPr>
          <a:xfrm>
            <a:off x="8150813" y="23422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7" name="F2_precision_recall_distributions_3921">
            <a:extLst>
              <a:ext uri="{FF2B5EF4-FFF2-40B4-BE49-F238E27FC236}">
                <a16:creationId xmlns:a16="http://schemas.microsoft.com/office/drawing/2014/main" id="{4B7C2705-756C-466D-BE7C-E707D01DF066}"/>
              </a:ext>
            </a:extLst>
          </p:cNvPr>
          <p:cNvSpPr>
            <a:spLocks noGrp="1"/>
          </p:cNvSpPr>
          <p:nvPr/>
        </p:nvSpPr>
        <p:spPr>
          <a:xfrm>
            <a:off x="8407772" y="22051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08" name="F2_precision_recall_distributions_3922">
            <a:extLst>
              <a:ext uri="{FF2B5EF4-FFF2-40B4-BE49-F238E27FC236}">
                <a16:creationId xmlns:a16="http://schemas.microsoft.com/office/drawing/2014/main" id="{4EA5C9EF-67FC-477E-803D-1D0F6131CCEB}"/>
              </a:ext>
            </a:extLst>
          </p:cNvPr>
          <p:cNvSpPr>
            <a:spLocks noGrp="1"/>
          </p:cNvSpPr>
          <p:nvPr/>
        </p:nvSpPr>
        <p:spPr>
          <a:xfrm>
            <a:off x="6002018" y="1585666"/>
            <a:ext cx="191" cy="339974"/>
          </a:xfrm>
          <a:custGeom>
            <a:avLst/>
            <a:gdLst/>
            <a:ahLst/>
            <a:cxnLst/>
            <a:rect l="0" t="0" r="0" b="0"/>
            <a:pathLst>
              <a:path w="191" h="339974">
                <a:moveTo>
                  <a:pt x="0" y="33997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1109" name="F2_precision_recall_distributions_3923">
            <a:extLst>
              <a:ext uri="{FF2B5EF4-FFF2-40B4-BE49-F238E27FC236}">
                <a16:creationId xmlns:a16="http://schemas.microsoft.com/office/drawing/2014/main" id="{5F773E2B-7A6F-4E27-B1FC-E83F2418DEA3}"/>
              </a:ext>
            </a:extLst>
          </p:cNvPr>
          <p:cNvSpPr>
            <a:spLocks noGrp="1"/>
          </p:cNvSpPr>
          <p:nvPr/>
        </p:nvSpPr>
        <p:spPr>
          <a:xfrm>
            <a:off x="7165978" y="1611581"/>
            <a:ext cx="191" cy="500745"/>
          </a:xfrm>
          <a:custGeom>
            <a:avLst/>
            <a:gdLst/>
            <a:ahLst/>
            <a:cxnLst/>
            <a:rect l="0" t="0" r="0" b="0"/>
            <a:pathLst>
              <a:path w="191" h="500745">
                <a:moveTo>
                  <a:pt x="0" y="50074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1110" name="F2_precision_recall_distributions_3924">
            <a:extLst>
              <a:ext uri="{FF2B5EF4-FFF2-40B4-BE49-F238E27FC236}">
                <a16:creationId xmlns:a16="http://schemas.microsoft.com/office/drawing/2014/main" id="{13F06E0B-6306-45B4-A9D8-BCFD78A56DA2}"/>
              </a:ext>
            </a:extLst>
          </p:cNvPr>
          <p:cNvSpPr>
            <a:spLocks noGrp="1"/>
          </p:cNvSpPr>
          <p:nvPr/>
        </p:nvSpPr>
        <p:spPr>
          <a:xfrm>
            <a:off x="8329937" y="1799288"/>
            <a:ext cx="191" cy="556596"/>
          </a:xfrm>
          <a:custGeom>
            <a:avLst/>
            <a:gdLst/>
            <a:ahLst/>
            <a:cxnLst/>
            <a:rect l="0" t="0" r="0" b="0"/>
            <a:pathLst>
              <a:path w="191" h="556596">
                <a:moveTo>
                  <a:pt x="0" y="556596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1111" name="F2_precision_recall_distributions_3925">
            <a:extLst>
              <a:ext uri="{FF2B5EF4-FFF2-40B4-BE49-F238E27FC236}">
                <a16:creationId xmlns:a16="http://schemas.microsoft.com/office/drawing/2014/main" id="{383A2A9B-B606-4C6E-A229-FE700FBAB14A}"/>
              </a:ext>
            </a:extLst>
          </p:cNvPr>
          <p:cNvSpPr>
            <a:spLocks noGrp="1"/>
          </p:cNvSpPr>
          <p:nvPr/>
        </p:nvSpPr>
        <p:spPr>
          <a:xfrm>
            <a:off x="5361841" y="148590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112" name="F2_precision_recall_distributions_3926">
            <a:extLst>
              <a:ext uri="{FF2B5EF4-FFF2-40B4-BE49-F238E27FC236}">
                <a16:creationId xmlns:a16="http://schemas.microsoft.com/office/drawing/2014/main" id="{35C7D8A5-A7F2-4404-B8AC-7458E08CF1BE}"/>
              </a:ext>
            </a:extLst>
          </p:cNvPr>
          <p:cNvSpPr>
            <a:spLocks noGrp="1"/>
          </p:cNvSpPr>
          <p:nvPr/>
        </p:nvSpPr>
        <p:spPr>
          <a:xfrm>
            <a:off x="5361841" y="236861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113" name="text_3927">
            <a:extLst>
              <a:ext uri="{FF2B5EF4-FFF2-40B4-BE49-F238E27FC236}">
                <a16:creationId xmlns:a16="http://schemas.microsoft.com/office/drawing/2014/main" id="{F8D24875-B426-4539-A083-566E0564A69B}"/>
              </a:ext>
            </a:extLst>
          </p:cNvPr>
          <p:cNvSpPr>
            <a:spLocks noGrp="1"/>
          </p:cNvSpPr>
          <p:nvPr/>
        </p:nvSpPr>
        <p:spPr>
          <a:xfrm>
            <a:off x="5361841" y="1305172"/>
            <a:ext cx="1016651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· Recall</a:t>
            </a:r>
          </a:p>
        </p:txBody>
      </p:sp>
      <p:sp>
        <p:nvSpPr>
          <p:cNvPr id="1114" name="F2_precision_recall_distributions_3928">
            <a:extLst>
              <a:ext uri="{FF2B5EF4-FFF2-40B4-BE49-F238E27FC236}">
                <a16:creationId xmlns:a16="http://schemas.microsoft.com/office/drawing/2014/main" id="{E677C563-E4E1-4832-A4BA-5E5D4F2B1C96}"/>
              </a:ext>
            </a:extLst>
          </p:cNvPr>
          <p:cNvSpPr>
            <a:spLocks noGrp="1"/>
          </p:cNvSpPr>
          <p:nvPr/>
        </p:nvSpPr>
        <p:spPr>
          <a:xfrm>
            <a:off x="5973977" y="166233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1115" name="F2_precision_recall_distributions_3929">
            <a:extLst>
              <a:ext uri="{FF2B5EF4-FFF2-40B4-BE49-F238E27FC236}">
                <a16:creationId xmlns:a16="http://schemas.microsoft.com/office/drawing/2014/main" id="{F4B40A91-501E-422C-8341-7216F8E78E65}"/>
              </a:ext>
            </a:extLst>
          </p:cNvPr>
          <p:cNvSpPr>
            <a:spLocks noGrp="1"/>
          </p:cNvSpPr>
          <p:nvPr/>
        </p:nvSpPr>
        <p:spPr>
          <a:xfrm>
            <a:off x="7137937" y="1757036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1116" name="F2_precision_recall_distributions_3930">
            <a:extLst>
              <a:ext uri="{FF2B5EF4-FFF2-40B4-BE49-F238E27FC236}">
                <a16:creationId xmlns:a16="http://schemas.microsoft.com/office/drawing/2014/main" id="{09905762-A86A-42B4-92F8-9FD57B8E13F2}"/>
              </a:ext>
            </a:extLst>
          </p:cNvPr>
          <p:cNvSpPr>
            <a:spLocks noGrp="1"/>
          </p:cNvSpPr>
          <p:nvPr/>
        </p:nvSpPr>
        <p:spPr>
          <a:xfrm>
            <a:off x="8301896" y="20384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1117" name="F2_precision_recall_distributions_3931">
            <a:extLst>
              <a:ext uri="{FF2B5EF4-FFF2-40B4-BE49-F238E27FC236}">
                <a16:creationId xmlns:a16="http://schemas.microsoft.com/office/drawing/2014/main" id="{2C63B4C2-834F-4CEE-A25F-DEEC048A631C}"/>
              </a:ext>
            </a:extLst>
          </p:cNvPr>
          <p:cNvSpPr>
            <a:spLocks noGrp="1"/>
          </p:cNvSpPr>
          <p:nvPr/>
        </p:nvSpPr>
        <p:spPr>
          <a:xfrm>
            <a:off x="1212325" y="285411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118" name="F2_precision_recall_distributions_3932">
            <a:extLst>
              <a:ext uri="{FF2B5EF4-FFF2-40B4-BE49-F238E27FC236}">
                <a16:creationId xmlns:a16="http://schemas.microsoft.com/office/drawing/2014/main" id="{16B10FE1-4EDB-4882-866D-90B3E339E32F}"/>
              </a:ext>
            </a:extLst>
          </p:cNvPr>
          <p:cNvSpPr>
            <a:spLocks noGrp="1"/>
          </p:cNvSpPr>
          <p:nvPr/>
        </p:nvSpPr>
        <p:spPr>
          <a:xfrm>
            <a:off x="1212325" y="372409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19" name="F2_precision_recall_distributions_3933">
            <a:extLst>
              <a:ext uri="{FF2B5EF4-FFF2-40B4-BE49-F238E27FC236}">
                <a16:creationId xmlns:a16="http://schemas.microsoft.com/office/drawing/2014/main" id="{B3CF5CF5-2470-432F-9102-7AEF41A4F202}"/>
              </a:ext>
            </a:extLst>
          </p:cNvPr>
          <p:cNvSpPr>
            <a:spLocks noGrp="1"/>
          </p:cNvSpPr>
          <p:nvPr/>
        </p:nvSpPr>
        <p:spPr>
          <a:xfrm>
            <a:off x="1170051" y="372409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0" name="text_3934">
            <a:extLst>
              <a:ext uri="{FF2B5EF4-FFF2-40B4-BE49-F238E27FC236}">
                <a16:creationId xmlns:a16="http://schemas.microsoft.com/office/drawing/2014/main" id="{BD8A4DCF-42BE-49B8-9C10-94E17290EA93}"/>
              </a:ext>
            </a:extLst>
          </p:cNvPr>
          <p:cNvSpPr>
            <a:spLocks noGrp="1"/>
          </p:cNvSpPr>
          <p:nvPr/>
        </p:nvSpPr>
        <p:spPr>
          <a:xfrm>
            <a:off x="958091" y="367660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121" name="F2_precision_recall_distributions_3935">
            <a:extLst>
              <a:ext uri="{FF2B5EF4-FFF2-40B4-BE49-F238E27FC236}">
                <a16:creationId xmlns:a16="http://schemas.microsoft.com/office/drawing/2014/main" id="{1E7924BC-BA70-4FF2-9638-76D2D1FDF829}"/>
              </a:ext>
            </a:extLst>
          </p:cNvPr>
          <p:cNvSpPr>
            <a:spLocks noGrp="1"/>
          </p:cNvSpPr>
          <p:nvPr/>
        </p:nvSpPr>
        <p:spPr>
          <a:xfrm>
            <a:off x="1212325" y="329971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22" name="F2_precision_recall_distributions_3936">
            <a:extLst>
              <a:ext uri="{FF2B5EF4-FFF2-40B4-BE49-F238E27FC236}">
                <a16:creationId xmlns:a16="http://schemas.microsoft.com/office/drawing/2014/main" id="{517E6787-BB88-4963-BCBD-FCFD9F1E76E8}"/>
              </a:ext>
            </a:extLst>
          </p:cNvPr>
          <p:cNvSpPr>
            <a:spLocks noGrp="1"/>
          </p:cNvSpPr>
          <p:nvPr/>
        </p:nvSpPr>
        <p:spPr>
          <a:xfrm>
            <a:off x="1170051" y="329971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3" name="text_3937">
            <a:extLst>
              <a:ext uri="{FF2B5EF4-FFF2-40B4-BE49-F238E27FC236}">
                <a16:creationId xmlns:a16="http://schemas.microsoft.com/office/drawing/2014/main" id="{DDC515CE-AC1E-46A5-9D18-DE9D6D3920D3}"/>
              </a:ext>
            </a:extLst>
          </p:cNvPr>
          <p:cNvSpPr>
            <a:spLocks noGrp="1"/>
          </p:cNvSpPr>
          <p:nvPr/>
        </p:nvSpPr>
        <p:spPr>
          <a:xfrm>
            <a:off x="958091" y="325221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1124" name="F2_precision_recall_distributions_3938">
            <a:extLst>
              <a:ext uri="{FF2B5EF4-FFF2-40B4-BE49-F238E27FC236}">
                <a16:creationId xmlns:a16="http://schemas.microsoft.com/office/drawing/2014/main" id="{0F598E01-82D9-4329-8F8D-27C75D5A17FA}"/>
              </a:ext>
            </a:extLst>
          </p:cNvPr>
          <p:cNvSpPr>
            <a:spLocks noGrp="1"/>
          </p:cNvSpPr>
          <p:nvPr/>
        </p:nvSpPr>
        <p:spPr>
          <a:xfrm>
            <a:off x="1212325" y="287532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125" name="F2_precision_recall_distributions_3939">
            <a:extLst>
              <a:ext uri="{FF2B5EF4-FFF2-40B4-BE49-F238E27FC236}">
                <a16:creationId xmlns:a16="http://schemas.microsoft.com/office/drawing/2014/main" id="{CD5D2340-1357-4EA6-B9CD-0CDFBAE1035B}"/>
              </a:ext>
            </a:extLst>
          </p:cNvPr>
          <p:cNvSpPr>
            <a:spLocks noGrp="1"/>
          </p:cNvSpPr>
          <p:nvPr/>
        </p:nvSpPr>
        <p:spPr>
          <a:xfrm>
            <a:off x="1170051" y="287532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126" name="text_3940">
            <a:extLst>
              <a:ext uri="{FF2B5EF4-FFF2-40B4-BE49-F238E27FC236}">
                <a16:creationId xmlns:a16="http://schemas.microsoft.com/office/drawing/2014/main" id="{AC494C31-A40C-4E2E-A3A7-F3C7E54581B5}"/>
              </a:ext>
            </a:extLst>
          </p:cNvPr>
          <p:cNvSpPr>
            <a:spLocks noGrp="1"/>
          </p:cNvSpPr>
          <p:nvPr/>
        </p:nvSpPr>
        <p:spPr>
          <a:xfrm>
            <a:off x="958091" y="282783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127" name="F2_precision_recall_distributions_3941">
            <a:extLst>
              <a:ext uri="{FF2B5EF4-FFF2-40B4-BE49-F238E27FC236}">
                <a16:creationId xmlns:a16="http://schemas.microsoft.com/office/drawing/2014/main" id="{9D331B38-E36D-4C03-A1AA-0B20F2CC98A1}"/>
              </a:ext>
            </a:extLst>
          </p:cNvPr>
          <p:cNvSpPr>
            <a:spLocks noGrp="1"/>
          </p:cNvSpPr>
          <p:nvPr/>
        </p:nvSpPr>
        <p:spPr>
          <a:xfrm>
            <a:off x="1514954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391987" y="848766"/>
                </a:moveTo>
                <a:lnTo>
                  <a:pt x="283109" y="848766"/>
                </a:lnTo>
                <a:lnTo>
                  <a:pt x="284065" y="842186"/>
                </a:lnTo>
                <a:lnTo>
                  <a:pt x="286828" y="835606"/>
                </a:lnTo>
                <a:lnTo>
                  <a:pt x="291111" y="829027"/>
                </a:lnTo>
                <a:lnTo>
                  <a:pt x="296487" y="822447"/>
                </a:lnTo>
                <a:lnTo>
                  <a:pt x="302458" y="815868"/>
                </a:lnTo>
                <a:lnTo>
                  <a:pt x="308530" y="809288"/>
                </a:lnTo>
                <a:lnTo>
                  <a:pt x="314274" y="802708"/>
                </a:lnTo>
                <a:lnTo>
                  <a:pt x="319370" y="796129"/>
                </a:lnTo>
                <a:lnTo>
                  <a:pt x="323627" y="789549"/>
                </a:lnTo>
                <a:lnTo>
                  <a:pt x="326978" y="782970"/>
                </a:lnTo>
                <a:lnTo>
                  <a:pt x="329458" y="776390"/>
                </a:lnTo>
                <a:lnTo>
                  <a:pt x="331177" y="769811"/>
                </a:lnTo>
                <a:lnTo>
                  <a:pt x="332284" y="763231"/>
                </a:lnTo>
                <a:lnTo>
                  <a:pt x="332944" y="756651"/>
                </a:lnTo>
                <a:lnTo>
                  <a:pt x="333310" y="750072"/>
                </a:lnTo>
                <a:lnTo>
                  <a:pt x="333511" y="743492"/>
                </a:lnTo>
                <a:lnTo>
                  <a:pt x="333648" y="736913"/>
                </a:lnTo>
                <a:lnTo>
                  <a:pt x="333781" y="730333"/>
                </a:lnTo>
                <a:lnTo>
                  <a:pt x="333943" y="723754"/>
                </a:lnTo>
                <a:lnTo>
                  <a:pt x="334134" y="717174"/>
                </a:lnTo>
                <a:lnTo>
                  <a:pt x="334334" y="710594"/>
                </a:lnTo>
                <a:lnTo>
                  <a:pt x="334506" y="704015"/>
                </a:lnTo>
                <a:lnTo>
                  <a:pt x="334607" y="697435"/>
                </a:lnTo>
                <a:lnTo>
                  <a:pt x="334594" y="690856"/>
                </a:lnTo>
                <a:lnTo>
                  <a:pt x="334432" y="684276"/>
                </a:lnTo>
                <a:lnTo>
                  <a:pt x="334096" y="677697"/>
                </a:lnTo>
                <a:lnTo>
                  <a:pt x="333581" y="671117"/>
                </a:lnTo>
                <a:lnTo>
                  <a:pt x="332895" y="664537"/>
                </a:lnTo>
                <a:lnTo>
                  <a:pt x="332070" y="657958"/>
                </a:lnTo>
                <a:lnTo>
                  <a:pt x="331147" y="651378"/>
                </a:lnTo>
                <a:lnTo>
                  <a:pt x="330181" y="644799"/>
                </a:lnTo>
                <a:lnTo>
                  <a:pt x="329228" y="638219"/>
                </a:lnTo>
                <a:lnTo>
                  <a:pt x="328341" y="631639"/>
                </a:lnTo>
                <a:lnTo>
                  <a:pt x="327566" y="625060"/>
                </a:lnTo>
                <a:lnTo>
                  <a:pt x="326932" y="618480"/>
                </a:lnTo>
                <a:lnTo>
                  <a:pt x="326457" y="611901"/>
                </a:lnTo>
                <a:lnTo>
                  <a:pt x="326143" y="605321"/>
                </a:lnTo>
                <a:lnTo>
                  <a:pt x="325986" y="598742"/>
                </a:lnTo>
                <a:lnTo>
                  <a:pt x="325977" y="592162"/>
                </a:lnTo>
                <a:lnTo>
                  <a:pt x="326109" y="585582"/>
                </a:lnTo>
                <a:lnTo>
                  <a:pt x="326374" y="579003"/>
                </a:lnTo>
                <a:lnTo>
                  <a:pt x="326767" y="572423"/>
                </a:lnTo>
                <a:lnTo>
                  <a:pt x="327280" y="565844"/>
                </a:lnTo>
                <a:lnTo>
                  <a:pt x="327898" y="559264"/>
                </a:lnTo>
                <a:lnTo>
                  <a:pt x="328594" y="552685"/>
                </a:lnTo>
                <a:lnTo>
                  <a:pt x="329331" y="546105"/>
                </a:lnTo>
                <a:lnTo>
                  <a:pt x="330057" y="539525"/>
                </a:lnTo>
                <a:lnTo>
                  <a:pt x="330717" y="532946"/>
                </a:lnTo>
                <a:lnTo>
                  <a:pt x="331250" y="526366"/>
                </a:lnTo>
                <a:lnTo>
                  <a:pt x="331599" y="519787"/>
                </a:lnTo>
                <a:lnTo>
                  <a:pt x="331716" y="513207"/>
                </a:lnTo>
                <a:lnTo>
                  <a:pt x="331560" y="506627"/>
                </a:lnTo>
                <a:lnTo>
                  <a:pt x="331100" y="500048"/>
                </a:lnTo>
                <a:lnTo>
                  <a:pt x="330318" y="493468"/>
                </a:lnTo>
                <a:lnTo>
                  <a:pt x="329203" y="486889"/>
                </a:lnTo>
                <a:lnTo>
                  <a:pt x="327761" y="480309"/>
                </a:lnTo>
                <a:lnTo>
                  <a:pt x="326019" y="473730"/>
                </a:lnTo>
                <a:lnTo>
                  <a:pt x="324027" y="467150"/>
                </a:lnTo>
                <a:lnTo>
                  <a:pt x="321868" y="460570"/>
                </a:lnTo>
                <a:lnTo>
                  <a:pt x="319658" y="453991"/>
                </a:lnTo>
                <a:lnTo>
                  <a:pt x="317536" y="447411"/>
                </a:lnTo>
                <a:lnTo>
                  <a:pt x="315656" y="440832"/>
                </a:lnTo>
                <a:lnTo>
                  <a:pt x="314164" y="434252"/>
                </a:lnTo>
                <a:lnTo>
                  <a:pt x="313175" y="427673"/>
                </a:lnTo>
                <a:lnTo>
                  <a:pt x="312757" y="421093"/>
                </a:lnTo>
                <a:lnTo>
                  <a:pt x="312913" y="414513"/>
                </a:lnTo>
                <a:lnTo>
                  <a:pt x="313583" y="407934"/>
                </a:lnTo>
                <a:lnTo>
                  <a:pt x="314650" y="401354"/>
                </a:lnTo>
                <a:lnTo>
                  <a:pt x="315957" y="394775"/>
                </a:lnTo>
                <a:lnTo>
                  <a:pt x="317332" y="388195"/>
                </a:lnTo>
                <a:lnTo>
                  <a:pt x="318605" y="381616"/>
                </a:lnTo>
                <a:lnTo>
                  <a:pt x="319628" y="375036"/>
                </a:lnTo>
                <a:lnTo>
                  <a:pt x="320283" y="368456"/>
                </a:lnTo>
                <a:lnTo>
                  <a:pt x="320490" y="361877"/>
                </a:lnTo>
                <a:lnTo>
                  <a:pt x="320202" y="355297"/>
                </a:lnTo>
                <a:lnTo>
                  <a:pt x="319407" y="348718"/>
                </a:lnTo>
                <a:lnTo>
                  <a:pt x="318124" y="342138"/>
                </a:lnTo>
                <a:lnTo>
                  <a:pt x="316411" y="335558"/>
                </a:lnTo>
                <a:lnTo>
                  <a:pt x="314358" y="328979"/>
                </a:lnTo>
                <a:lnTo>
                  <a:pt x="312096" y="322399"/>
                </a:lnTo>
                <a:lnTo>
                  <a:pt x="309787" y="315820"/>
                </a:lnTo>
                <a:lnTo>
                  <a:pt x="307617" y="309240"/>
                </a:lnTo>
                <a:lnTo>
                  <a:pt x="305777" y="302661"/>
                </a:lnTo>
                <a:lnTo>
                  <a:pt x="304436" y="296081"/>
                </a:lnTo>
                <a:lnTo>
                  <a:pt x="303721" y="289501"/>
                </a:lnTo>
                <a:lnTo>
                  <a:pt x="303690" y="282922"/>
                </a:lnTo>
                <a:lnTo>
                  <a:pt x="304327" y="276342"/>
                </a:lnTo>
                <a:lnTo>
                  <a:pt x="305539" y="269763"/>
                </a:lnTo>
                <a:lnTo>
                  <a:pt x="307174" y="263183"/>
                </a:lnTo>
                <a:lnTo>
                  <a:pt x="309050" y="256604"/>
                </a:lnTo>
                <a:lnTo>
                  <a:pt x="310980" y="250024"/>
                </a:lnTo>
                <a:lnTo>
                  <a:pt x="312806" y="243444"/>
                </a:lnTo>
                <a:lnTo>
                  <a:pt x="314413" y="236865"/>
                </a:lnTo>
                <a:lnTo>
                  <a:pt x="315741" y="230285"/>
                </a:lnTo>
                <a:lnTo>
                  <a:pt x="316779" y="223706"/>
                </a:lnTo>
                <a:lnTo>
                  <a:pt x="317548" y="217126"/>
                </a:lnTo>
                <a:lnTo>
                  <a:pt x="318090" y="210546"/>
                </a:lnTo>
                <a:lnTo>
                  <a:pt x="318445" y="203967"/>
                </a:lnTo>
                <a:lnTo>
                  <a:pt x="318647" y="197387"/>
                </a:lnTo>
                <a:lnTo>
                  <a:pt x="318714" y="190808"/>
                </a:lnTo>
                <a:lnTo>
                  <a:pt x="318655" y="184228"/>
                </a:lnTo>
                <a:lnTo>
                  <a:pt x="318477" y="177649"/>
                </a:lnTo>
                <a:lnTo>
                  <a:pt x="318193" y="171069"/>
                </a:lnTo>
                <a:lnTo>
                  <a:pt x="317830" y="164489"/>
                </a:lnTo>
                <a:lnTo>
                  <a:pt x="317431" y="157910"/>
                </a:lnTo>
                <a:lnTo>
                  <a:pt x="317047" y="151330"/>
                </a:lnTo>
                <a:lnTo>
                  <a:pt x="316735" y="144751"/>
                </a:lnTo>
                <a:lnTo>
                  <a:pt x="316539" y="138171"/>
                </a:lnTo>
                <a:lnTo>
                  <a:pt x="316473" y="131592"/>
                </a:lnTo>
                <a:lnTo>
                  <a:pt x="316506" y="125012"/>
                </a:lnTo>
                <a:lnTo>
                  <a:pt x="316535" y="118432"/>
                </a:lnTo>
                <a:lnTo>
                  <a:pt x="316370" y="111853"/>
                </a:lnTo>
                <a:lnTo>
                  <a:pt x="315712" y="105273"/>
                </a:lnTo>
                <a:lnTo>
                  <a:pt x="314139" y="98694"/>
                </a:lnTo>
                <a:lnTo>
                  <a:pt x="311091" y="92114"/>
                </a:lnTo>
                <a:lnTo>
                  <a:pt x="305875" y="85535"/>
                </a:lnTo>
                <a:lnTo>
                  <a:pt x="297696" y="78955"/>
                </a:lnTo>
                <a:lnTo>
                  <a:pt x="285721" y="72375"/>
                </a:lnTo>
                <a:lnTo>
                  <a:pt x="269189" y="65796"/>
                </a:lnTo>
                <a:lnTo>
                  <a:pt x="247561" y="59216"/>
                </a:lnTo>
                <a:lnTo>
                  <a:pt x="220705" y="52637"/>
                </a:lnTo>
                <a:lnTo>
                  <a:pt x="189069" y="46057"/>
                </a:lnTo>
                <a:lnTo>
                  <a:pt x="153809" y="39477"/>
                </a:lnTo>
                <a:lnTo>
                  <a:pt x="116822" y="32898"/>
                </a:lnTo>
                <a:lnTo>
                  <a:pt x="80638" y="26318"/>
                </a:lnTo>
                <a:lnTo>
                  <a:pt x="48176" y="19739"/>
                </a:lnTo>
                <a:lnTo>
                  <a:pt x="22371" y="13159"/>
                </a:lnTo>
                <a:lnTo>
                  <a:pt x="5743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353" y="6580"/>
                </a:lnTo>
                <a:lnTo>
                  <a:pt x="652726" y="13159"/>
                </a:lnTo>
                <a:lnTo>
                  <a:pt x="626920" y="19739"/>
                </a:lnTo>
                <a:lnTo>
                  <a:pt x="594459" y="26318"/>
                </a:lnTo>
                <a:lnTo>
                  <a:pt x="558275" y="32898"/>
                </a:lnTo>
                <a:lnTo>
                  <a:pt x="521287" y="39477"/>
                </a:lnTo>
                <a:lnTo>
                  <a:pt x="486027" y="46057"/>
                </a:lnTo>
                <a:lnTo>
                  <a:pt x="454391" y="52637"/>
                </a:lnTo>
                <a:lnTo>
                  <a:pt x="427536" y="59216"/>
                </a:lnTo>
                <a:lnTo>
                  <a:pt x="405908" y="65796"/>
                </a:lnTo>
                <a:lnTo>
                  <a:pt x="389375" y="72375"/>
                </a:lnTo>
                <a:lnTo>
                  <a:pt x="377401" y="78955"/>
                </a:lnTo>
                <a:lnTo>
                  <a:pt x="369222" y="85535"/>
                </a:lnTo>
                <a:lnTo>
                  <a:pt x="364006" y="92114"/>
                </a:lnTo>
                <a:lnTo>
                  <a:pt x="360957" y="98694"/>
                </a:lnTo>
                <a:lnTo>
                  <a:pt x="359384" y="105273"/>
                </a:lnTo>
                <a:lnTo>
                  <a:pt x="358727" y="111853"/>
                </a:lnTo>
                <a:lnTo>
                  <a:pt x="358562" y="118432"/>
                </a:lnTo>
                <a:lnTo>
                  <a:pt x="358591" y="125012"/>
                </a:lnTo>
                <a:lnTo>
                  <a:pt x="358623" y="131592"/>
                </a:lnTo>
                <a:lnTo>
                  <a:pt x="358558" y="138171"/>
                </a:lnTo>
                <a:lnTo>
                  <a:pt x="358362" y="144751"/>
                </a:lnTo>
                <a:lnTo>
                  <a:pt x="358050" y="151330"/>
                </a:lnTo>
                <a:lnTo>
                  <a:pt x="357666" y="157910"/>
                </a:lnTo>
                <a:lnTo>
                  <a:pt x="357266" y="164489"/>
                </a:lnTo>
                <a:lnTo>
                  <a:pt x="356903" y="171069"/>
                </a:lnTo>
                <a:lnTo>
                  <a:pt x="356620" y="177649"/>
                </a:lnTo>
                <a:lnTo>
                  <a:pt x="356442" y="184228"/>
                </a:lnTo>
                <a:lnTo>
                  <a:pt x="356383" y="190808"/>
                </a:lnTo>
                <a:lnTo>
                  <a:pt x="356450" y="197387"/>
                </a:lnTo>
                <a:lnTo>
                  <a:pt x="356651" y="203967"/>
                </a:lnTo>
                <a:lnTo>
                  <a:pt x="357007" y="210546"/>
                </a:lnTo>
                <a:lnTo>
                  <a:pt x="357548" y="217126"/>
                </a:lnTo>
                <a:lnTo>
                  <a:pt x="358318" y="223706"/>
                </a:lnTo>
                <a:lnTo>
                  <a:pt x="359355" y="230285"/>
                </a:lnTo>
                <a:lnTo>
                  <a:pt x="360683" y="236865"/>
                </a:lnTo>
                <a:lnTo>
                  <a:pt x="362291" y="243444"/>
                </a:lnTo>
                <a:lnTo>
                  <a:pt x="364116" y="250024"/>
                </a:lnTo>
                <a:lnTo>
                  <a:pt x="366047" y="256604"/>
                </a:lnTo>
                <a:lnTo>
                  <a:pt x="367922" y="263183"/>
                </a:lnTo>
                <a:lnTo>
                  <a:pt x="369558" y="269763"/>
                </a:lnTo>
                <a:lnTo>
                  <a:pt x="370770" y="276342"/>
                </a:lnTo>
                <a:lnTo>
                  <a:pt x="371406" y="282922"/>
                </a:lnTo>
                <a:lnTo>
                  <a:pt x="371376" y="289501"/>
                </a:lnTo>
                <a:lnTo>
                  <a:pt x="370660" y="296081"/>
                </a:lnTo>
                <a:lnTo>
                  <a:pt x="369320" y="302661"/>
                </a:lnTo>
                <a:lnTo>
                  <a:pt x="367480" y="309240"/>
                </a:lnTo>
                <a:lnTo>
                  <a:pt x="365310" y="315820"/>
                </a:lnTo>
                <a:lnTo>
                  <a:pt x="363001" y="322399"/>
                </a:lnTo>
                <a:lnTo>
                  <a:pt x="360738" y="328979"/>
                </a:lnTo>
                <a:lnTo>
                  <a:pt x="358686" y="335558"/>
                </a:lnTo>
                <a:lnTo>
                  <a:pt x="356972" y="342138"/>
                </a:lnTo>
                <a:lnTo>
                  <a:pt x="355690" y="348718"/>
                </a:lnTo>
                <a:lnTo>
                  <a:pt x="354894" y="355297"/>
                </a:lnTo>
                <a:lnTo>
                  <a:pt x="354606" y="361877"/>
                </a:lnTo>
                <a:lnTo>
                  <a:pt x="354813" y="368456"/>
                </a:lnTo>
                <a:lnTo>
                  <a:pt x="355469" y="375036"/>
                </a:lnTo>
                <a:lnTo>
                  <a:pt x="356492" y="381616"/>
                </a:lnTo>
                <a:lnTo>
                  <a:pt x="357765" y="388195"/>
                </a:lnTo>
                <a:lnTo>
                  <a:pt x="359140" y="394775"/>
                </a:lnTo>
                <a:lnTo>
                  <a:pt x="360447" y="401354"/>
                </a:lnTo>
                <a:lnTo>
                  <a:pt x="361514" y="407934"/>
                </a:lnTo>
                <a:lnTo>
                  <a:pt x="362183" y="414513"/>
                </a:lnTo>
                <a:lnTo>
                  <a:pt x="362339" y="421093"/>
                </a:lnTo>
                <a:lnTo>
                  <a:pt x="361921" y="427673"/>
                </a:lnTo>
                <a:lnTo>
                  <a:pt x="360933" y="434252"/>
                </a:lnTo>
                <a:lnTo>
                  <a:pt x="359440" y="440832"/>
                </a:lnTo>
                <a:lnTo>
                  <a:pt x="357561" y="447411"/>
                </a:lnTo>
                <a:lnTo>
                  <a:pt x="355439" y="453991"/>
                </a:lnTo>
                <a:lnTo>
                  <a:pt x="353228" y="460570"/>
                </a:lnTo>
                <a:lnTo>
                  <a:pt x="351070" y="467150"/>
                </a:lnTo>
                <a:lnTo>
                  <a:pt x="349078" y="473730"/>
                </a:lnTo>
                <a:lnTo>
                  <a:pt x="347335" y="480309"/>
                </a:lnTo>
                <a:lnTo>
                  <a:pt x="345894" y="486889"/>
                </a:lnTo>
                <a:lnTo>
                  <a:pt x="344779" y="493468"/>
                </a:lnTo>
                <a:lnTo>
                  <a:pt x="343996" y="500048"/>
                </a:lnTo>
                <a:lnTo>
                  <a:pt x="343537" y="506627"/>
                </a:lnTo>
                <a:lnTo>
                  <a:pt x="343380" y="513207"/>
                </a:lnTo>
                <a:lnTo>
                  <a:pt x="343497" y="519787"/>
                </a:lnTo>
                <a:lnTo>
                  <a:pt x="343847" y="526366"/>
                </a:lnTo>
                <a:lnTo>
                  <a:pt x="344380" y="532946"/>
                </a:lnTo>
                <a:lnTo>
                  <a:pt x="345039" y="539525"/>
                </a:lnTo>
                <a:lnTo>
                  <a:pt x="345766" y="546105"/>
                </a:lnTo>
                <a:lnTo>
                  <a:pt x="346502" y="552685"/>
                </a:lnTo>
                <a:lnTo>
                  <a:pt x="347198" y="559264"/>
                </a:lnTo>
                <a:lnTo>
                  <a:pt x="347816" y="565844"/>
                </a:lnTo>
                <a:lnTo>
                  <a:pt x="348329" y="572423"/>
                </a:lnTo>
                <a:lnTo>
                  <a:pt x="348723" y="579003"/>
                </a:lnTo>
                <a:lnTo>
                  <a:pt x="348988" y="585582"/>
                </a:lnTo>
                <a:lnTo>
                  <a:pt x="349119" y="592162"/>
                </a:lnTo>
                <a:lnTo>
                  <a:pt x="349111" y="598742"/>
                </a:lnTo>
                <a:lnTo>
                  <a:pt x="348954" y="605321"/>
                </a:lnTo>
                <a:lnTo>
                  <a:pt x="348640" y="611901"/>
                </a:lnTo>
                <a:lnTo>
                  <a:pt x="348164" y="618480"/>
                </a:lnTo>
                <a:lnTo>
                  <a:pt x="347530" y="625060"/>
                </a:lnTo>
                <a:lnTo>
                  <a:pt x="346755" y="631639"/>
                </a:lnTo>
                <a:lnTo>
                  <a:pt x="345869" y="638219"/>
                </a:lnTo>
                <a:lnTo>
                  <a:pt x="344916" y="644799"/>
                </a:lnTo>
                <a:lnTo>
                  <a:pt x="343950" y="651378"/>
                </a:lnTo>
                <a:lnTo>
                  <a:pt x="343027" y="657958"/>
                </a:lnTo>
                <a:lnTo>
                  <a:pt x="342201" y="664537"/>
                </a:lnTo>
                <a:lnTo>
                  <a:pt x="341516" y="671117"/>
                </a:lnTo>
                <a:lnTo>
                  <a:pt x="341000" y="677697"/>
                </a:lnTo>
                <a:lnTo>
                  <a:pt x="340665" y="684276"/>
                </a:lnTo>
                <a:lnTo>
                  <a:pt x="340502" y="690856"/>
                </a:lnTo>
                <a:lnTo>
                  <a:pt x="340490" y="697435"/>
                </a:lnTo>
                <a:lnTo>
                  <a:pt x="340591" y="704015"/>
                </a:lnTo>
                <a:lnTo>
                  <a:pt x="340763" y="710594"/>
                </a:lnTo>
                <a:lnTo>
                  <a:pt x="340962" y="717174"/>
                </a:lnTo>
                <a:lnTo>
                  <a:pt x="341153" y="723754"/>
                </a:lnTo>
                <a:lnTo>
                  <a:pt x="341315" y="730333"/>
                </a:lnTo>
                <a:lnTo>
                  <a:pt x="341449" y="736913"/>
                </a:lnTo>
                <a:lnTo>
                  <a:pt x="341585" y="743492"/>
                </a:lnTo>
                <a:lnTo>
                  <a:pt x="341787" y="750072"/>
                </a:lnTo>
                <a:lnTo>
                  <a:pt x="342153" y="756651"/>
                </a:lnTo>
                <a:lnTo>
                  <a:pt x="342812" y="763231"/>
                </a:lnTo>
                <a:lnTo>
                  <a:pt x="343920" y="769811"/>
                </a:lnTo>
                <a:lnTo>
                  <a:pt x="345638" y="776390"/>
                </a:lnTo>
                <a:lnTo>
                  <a:pt x="348118" y="782970"/>
                </a:lnTo>
                <a:lnTo>
                  <a:pt x="351469" y="789549"/>
                </a:lnTo>
                <a:lnTo>
                  <a:pt x="355727" y="796129"/>
                </a:lnTo>
                <a:lnTo>
                  <a:pt x="360823" y="802708"/>
                </a:lnTo>
                <a:lnTo>
                  <a:pt x="366567" y="809288"/>
                </a:lnTo>
                <a:lnTo>
                  <a:pt x="372639" y="815868"/>
                </a:lnTo>
                <a:lnTo>
                  <a:pt x="378610" y="822447"/>
                </a:lnTo>
                <a:lnTo>
                  <a:pt x="383985" y="829027"/>
                </a:lnTo>
                <a:lnTo>
                  <a:pt x="388268" y="835606"/>
                </a:lnTo>
                <a:lnTo>
                  <a:pt x="391032" y="842186"/>
                </a:lnTo>
                <a:lnTo>
                  <a:pt x="391987" y="848766"/>
                </a:lnTo>
                <a:lnTo>
                  <a:pt x="391987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128" name="F2_precision_recall_distributions_3942">
            <a:extLst>
              <a:ext uri="{FF2B5EF4-FFF2-40B4-BE49-F238E27FC236}">
                <a16:creationId xmlns:a16="http://schemas.microsoft.com/office/drawing/2014/main" id="{4F33C7BA-6992-4F56-8F84-15687D2B1C46}"/>
              </a:ext>
            </a:extLst>
          </p:cNvPr>
          <p:cNvSpPr>
            <a:spLocks noGrp="1"/>
          </p:cNvSpPr>
          <p:nvPr/>
        </p:nvSpPr>
        <p:spPr>
          <a:xfrm>
            <a:off x="174382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29" name="F2_precision_recall_distributions_3943">
            <a:extLst>
              <a:ext uri="{FF2B5EF4-FFF2-40B4-BE49-F238E27FC236}">
                <a16:creationId xmlns:a16="http://schemas.microsoft.com/office/drawing/2014/main" id="{BDD3E6FC-BFBB-4CEC-ABF0-2BE86F24F224}"/>
              </a:ext>
            </a:extLst>
          </p:cNvPr>
          <p:cNvSpPr>
            <a:spLocks noGrp="1"/>
          </p:cNvSpPr>
          <p:nvPr/>
        </p:nvSpPr>
        <p:spPr>
          <a:xfrm>
            <a:off x="195645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0" name="F2_precision_recall_distributions_3944">
            <a:extLst>
              <a:ext uri="{FF2B5EF4-FFF2-40B4-BE49-F238E27FC236}">
                <a16:creationId xmlns:a16="http://schemas.microsoft.com/office/drawing/2014/main" id="{69510950-8251-45D2-9DE7-FC52B154F3DB}"/>
              </a:ext>
            </a:extLst>
          </p:cNvPr>
          <p:cNvSpPr>
            <a:spLocks noGrp="1"/>
          </p:cNvSpPr>
          <p:nvPr/>
        </p:nvSpPr>
        <p:spPr>
          <a:xfrm>
            <a:off x="17625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1" name="F2_precision_recall_distributions_3945">
            <a:extLst>
              <a:ext uri="{FF2B5EF4-FFF2-40B4-BE49-F238E27FC236}">
                <a16:creationId xmlns:a16="http://schemas.microsoft.com/office/drawing/2014/main" id="{1B5DF964-3025-4042-8D57-30A73695865C}"/>
              </a:ext>
            </a:extLst>
          </p:cNvPr>
          <p:cNvSpPr>
            <a:spLocks noGrp="1"/>
          </p:cNvSpPr>
          <p:nvPr/>
        </p:nvSpPr>
        <p:spPr>
          <a:xfrm>
            <a:off x="1761626" y="35892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2" name="F2_precision_recall_distributions_3946">
            <a:extLst>
              <a:ext uri="{FF2B5EF4-FFF2-40B4-BE49-F238E27FC236}">
                <a16:creationId xmlns:a16="http://schemas.microsoft.com/office/drawing/2014/main" id="{06DB367C-CA7E-4553-8E61-55D2E8EFADA4}"/>
              </a:ext>
            </a:extLst>
          </p:cNvPr>
          <p:cNvSpPr>
            <a:spLocks noGrp="1"/>
          </p:cNvSpPr>
          <p:nvPr/>
        </p:nvSpPr>
        <p:spPr>
          <a:xfrm>
            <a:off x="1697309" y="29922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3" name="F2_precision_recall_distributions_3947">
            <a:extLst>
              <a:ext uri="{FF2B5EF4-FFF2-40B4-BE49-F238E27FC236}">
                <a16:creationId xmlns:a16="http://schemas.microsoft.com/office/drawing/2014/main" id="{CCB1AF9A-4B9C-465E-B2FA-014214D94715}"/>
              </a:ext>
            </a:extLst>
          </p:cNvPr>
          <p:cNvSpPr>
            <a:spLocks noGrp="1"/>
          </p:cNvSpPr>
          <p:nvPr/>
        </p:nvSpPr>
        <p:spPr>
          <a:xfrm>
            <a:off x="193721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4" name="F2_precision_recall_distributions_3948">
            <a:extLst>
              <a:ext uri="{FF2B5EF4-FFF2-40B4-BE49-F238E27FC236}">
                <a16:creationId xmlns:a16="http://schemas.microsoft.com/office/drawing/2014/main" id="{52D6CBEA-2246-46B2-A917-7BF3BE416EB6}"/>
              </a:ext>
            </a:extLst>
          </p:cNvPr>
          <p:cNvSpPr>
            <a:spLocks noGrp="1"/>
          </p:cNvSpPr>
          <p:nvPr/>
        </p:nvSpPr>
        <p:spPr>
          <a:xfrm>
            <a:off x="20195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5" name="F2_precision_recall_distributions_3949">
            <a:extLst>
              <a:ext uri="{FF2B5EF4-FFF2-40B4-BE49-F238E27FC236}">
                <a16:creationId xmlns:a16="http://schemas.microsoft.com/office/drawing/2014/main" id="{69B47FCF-644F-49D9-B087-5232F7590646}"/>
              </a:ext>
            </a:extLst>
          </p:cNvPr>
          <p:cNvSpPr>
            <a:spLocks noGrp="1"/>
          </p:cNvSpPr>
          <p:nvPr/>
        </p:nvSpPr>
        <p:spPr>
          <a:xfrm>
            <a:off x="18552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6" name="F2_precision_recall_distributions_3950">
            <a:extLst>
              <a:ext uri="{FF2B5EF4-FFF2-40B4-BE49-F238E27FC236}">
                <a16:creationId xmlns:a16="http://schemas.microsoft.com/office/drawing/2014/main" id="{0983759C-84ED-472E-B507-DE9D6CA94813}"/>
              </a:ext>
            </a:extLst>
          </p:cNvPr>
          <p:cNvSpPr>
            <a:spLocks noGrp="1"/>
          </p:cNvSpPr>
          <p:nvPr/>
        </p:nvSpPr>
        <p:spPr>
          <a:xfrm>
            <a:off x="1687943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7" name="F2_precision_recall_distributions_3951">
            <a:extLst>
              <a:ext uri="{FF2B5EF4-FFF2-40B4-BE49-F238E27FC236}">
                <a16:creationId xmlns:a16="http://schemas.microsoft.com/office/drawing/2014/main" id="{5CE01E46-1DEB-4BB3-BD31-9A8BE3BF2862}"/>
              </a:ext>
            </a:extLst>
          </p:cNvPr>
          <p:cNvSpPr>
            <a:spLocks noGrp="1"/>
          </p:cNvSpPr>
          <p:nvPr/>
        </p:nvSpPr>
        <p:spPr>
          <a:xfrm>
            <a:off x="179662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8" name="F2_precision_recall_distributions_3952">
            <a:extLst>
              <a:ext uri="{FF2B5EF4-FFF2-40B4-BE49-F238E27FC236}">
                <a16:creationId xmlns:a16="http://schemas.microsoft.com/office/drawing/2014/main" id="{5A02873F-7FBC-4A4C-9401-4FA96BC69C79}"/>
              </a:ext>
            </a:extLst>
          </p:cNvPr>
          <p:cNvSpPr>
            <a:spLocks noGrp="1"/>
          </p:cNvSpPr>
          <p:nvPr/>
        </p:nvSpPr>
        <p:spPr>
          <a:xfrm>
            <a:off x="2017816" y="32676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39" name="F2_precision_recall_distributions_3953">
            <a:extLst>
              <a:ext uri="{FF2B5EF4-FFF2-40B4-BE49-F238E27FC236}">
                <a16:creationId xmlns:a16="http://schemas.microsoft.com/office/drawing/2014/main" id="{CE3E6335-A122-44B3-ABE6-4670828F1F99}"/>
              </a:ext>
            </a:extLst>
          </p:cNvPr>
          <p:cNvSpPr>
            <a:spLocks noGrp="1"/>
          </p:cNvSpPr>
          <p:nvPr/>
        </p:nvSpPr>
        <p:spPr>
          <a:xfrm>
            <a:off x="188341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0" name="F2_precision_recall_distributions_3954">
            <a:extLst>
              <a:ext uri="{FF2B5EF4-FFF2-40B4-BE49-F238E27FC236}">
                <a16:creationId xmlns:a16="http://schemas.microsoft.com/office/drawing/2014/main" id="{FD56D1C2-8AFE-4953-ACB9-3B8E3696E4D2}"/>
              </a:ext>
            </a:extLst>
          </p:cNvPr>
          <p:cNvSpPr>
            <a:spLocks noGrp="1"/>
          </p:cNvSpPr>
          <p:nvPr/>
        </p:nvSpPr>
        <p:spPr>
          <a:xfrm>
            <a:off x="17002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1" name="F2_precision_recall_distributions_3955">
            <a:extLst>
              <a:ext uri="{FF2B5EF4-FFF2-40B4-BE49-F238E27FC236}">
                <a16:creationId xmlns:a16="http://schemas.microsoft.com/office/drawing/2014/main" id="{503AF8E2-C897-43ED-8D54-7787F53D3770}"/>
              </a:ext>
            </a:extLst>
          </p:cNvPr>
          <p:cNvSpPr>
            <a:spLocks noGrp="1"/>
          </p:cNvSpPr>
          <p:nvPr/>
        </p:nvSpPr>
        <p:spPr>
          <a:xfrm>
            <a:off x="1729649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2" name="F2_precision_recall_distributions_3956">
            <a:extLst>
              <a:ext uri="{FF2B5EF4-FFF2-40B4-BE49-F238E27FC236}">
                <a16:creationId xmlns:a16="http://schemas.microsoft.com/office/drawing/2014/main" id="{8FC873E1-6DD0-4877-9353-75A8721FFE82}"/>
              </a:ext>
            </a:extLst>
          </p:cNvPr>
          <p:cNvSpPr>
            <a:spLocks noGrp="1"/>
          </p:cNvSpPr>
          <p:nvPr/>
        </p:nvSpPr>
        <p:spPr>
          <a:xfrm>
            <a:off x="18751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3" name="F2_precision_recall_distributions_3957">
            <a:extLst>
              <a:ext uri="{FF2B5EF4-FFF2-40B4-BE49-F238E27FC236}">
                <a16:creationId xmlns:a16="http://schemas.microsoft.com/office/drawing/2014/main" id="{09EE7971-C94B-4CA2-9589-7D82D7FCB120}"/>
              </a:ext>
            </a:extLst>
          </p:cNvPr>
          <p:cNvSpPr>
            <a:spLocks noGrp="1"/>
          </p:cNvSpPr>
          <p:nvPr/>
        </p:nvSpPr>
        <p:spPr>
          <a:xfrm>
            <a:off x="17693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4" name="F2_precision_recall_distributions_3958">
            <a:extLst>
              <a:ext uri="{FF2B5EF4-FFF2-40B4-BE49-F238E27FC236}">
                <a16:creationId xmlns:a16="http://schemas.microsoft.com/office/drawing/2014/main" id="{E578DB51-5B8C-4603-8324-567922EE7F03}"/>
              </a:ext>
            </a:extLst>
          </p:cNvPr>
          <p:cNvSpPr>
            <a:spLocks noGrp="1"/>
          </p:cNvSpPr>
          <p:nvPr/>
        </p:nvSpPr>
        <p:spPr>
          <a:xfrm>
            <a:off x="177757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5" name="F2_precision_recall_distributions_3959">
            <a:extLst>
              <a:ext uri="{FF2B5EF4-FFF2-40B4-BE49-F238E27FC236}">
                <a16:creationId xmlns:a16="http://schemas.microsoft.com/office/drawing/2014/main" id="{59F8A770-B346-404D-8D01-F147FBD77428}"/>
              </a:ext>
            </a:extLst>
          </p:cNvPr>
          <p:cNvSpPr>
            <a:spLocks noGrp="1"/>
          </p:cNvSpPr>
          <p:nvPr/>
        </p:nvSpPr>
        <p:spPr>
          <a:xfrm>
            <a:off x="17840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6" name="F2_precision_recall_distributions_3960">
            <a:extLst>
              <a:ext uri="{FF2B5EF4-FFF2-40B4-BE49-F238E27FC236}">
                <a16:creationId xmlns:a16="http://schemas.microsoft.com/office/drawing/2014/main" id="{F813004A-F27D-48B8-B074-CC586BA19DB1}"/>
              </a:ext>
            </a:extLst>
          </p:cNvPr>
          <p:cNvSpPr>
            <a:spLocks noGrp="1"/>
          </p:cNvSpPr>
          <p:nvPr/>
        </p:nvSpPr>
        <p:spPr>
          <a:xfrm>
            <a:off x="16907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7" name="F2_precision_recall_distributions_3961">
            <a:extLst>
              <a:ext uri="{FF2B5EF4-FFF2-40B4-BE49-F238E27FC236}">
                <a16:creationId xmlns:a16="http://schemas.microsoft.com/office/drawing/2014/main" id="{14207389-3F33-49FE-AABB-D8008BCB67D2}"/>
              </a:ext>
            </a:extLst>
          </p:cNvPr>
          <p:cNvSpPr>
            <a:spLocks noGrp="1"/>
          </p:cNvSpPr>
          <p:nvPr/>
        </p:nvSpPr>
        <p:spPr>
          <a:xfrm>
            <a:off x="169016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8" name="F2_precision_recall_distributions_3962">
            <a:extLst>
              <a:ext uri="{FF2B5EF4-FFF2-40B4-BE49-F238E27FC236}">
                <a16:creationId xmlns:a16="http://schemas.microsoft.com/office/drawing/2014/main" id="{71942146-F276-4E67-BF43-5639381A987C}"/>
              </a:ext>
            </a:extLst>
          </p:cNvPr>
          <p:cNvSpPr>
            <a:spLocks noGrp="1"/>
          </p:cNvSpPr>
          <p:nvPr/>
        </p:nvSpPr>
        <p:spPr>
          <a:xfrm>
            <a:off x="1900954" y="29324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49" name="F2_precision_recall_distributions_3963">
            <a:extLst>
              <a:ext uri="{FF2B5EF4-FFF2-40B4-BE49-F238E27FC236}">
                <a16:creationId xmlns:a16="http://schemas.microsoft.com/office/drawing/2014/main" id="{01E3A068-745A-4A9A-AEB5-6EF64B52B34C}"/>
              </a:ext>
            </a:extLst>
          </p:cNvPr>
          <p:cNvSpPr>
            <a:spLocks noGrp="1"/>
          </p:cNvSpPr>
          <p:nvPr/>
        </p:nvSpPr>
        <p:spPr>
          <a:xfrm>
            <a:off x="1702800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0" name="F2_precision_recall_distributions_3964">
            <a:extLst>
              <a:ext uri="{FF2B5EF4-FFF2-40B4-BE49-F238E27FC236}">
                <a16:creationId xmlns:a16="http://schemas.microsoft.com/office/drawing/2014/main" id="{585EDD66-21E0-441C-8665-4515B4FFC29A}"/>
              </a:ext>
            </a:extLst>
          </p:cNvPr>
          <p:cNvSpPr>
            <a:spLocks noGrp="1"/>
          </p:cNvSpPr>
          <p:nvPr/>
        </p:nvSpPr>
        <p:spPr>
          <a:xfrm>
            <a:off x="173151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1" name="F2_precision_recall_distributions_3965">
            <a:extLst>
              <a:ext uri="{FF2B5EF4-FFF2-40B4-BE49-F238E27FC236}">
                <a16:creationId xmlns:a16="http://schemas.microsoft.com/office/drawing/2014/main" id="{2F0E88A7-7979-457D-970C-AC74E66939DD}"/>
              </a:ext>
            </a:extLst>
          </p:cNvPr>
          <p:cNvSpPr>
            <a:spLocks noGrp="1"/>
          </p:cNvSpPr>
          <p:nvPr/>
        </p:nvSpPr>
        <p:spPr>
          <a:xfrm>
            <a:off x="18758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2" name="F2_precision_recall_distributions_3966">
            <a:extLst>
              <a:ext uri="{FF2B5EF4-FFF2-40B4-BE49-F238E27FC236}">
                <a16:creationId xmlns:a16="http://schemas.microsoft.com/office/drawing/2014/main" id="{46F51063-17D2-473B-A1A0-E376B119CC42}"/>
              </a:ext>
            </a:extLst>
          </p:cNvPr>
          <p:cNvSpPr>
            <a:spLocks noGrp="1"/>
          </p:cNvSpPr>
          <p:nvPr/>
        </p:nvSpPr>
        <p:spPr>
          <a:xfrm>
            <a:off x="1836039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3" name="F2_precision_recall_distributions_3967">
            <a:extLst>
              <a:ext uri="{FF2B5EF4-FFF2-40B4-BE49-F238E27FC236}">
                <a16:creationId xmlns:a16="http://schemas.microsoft.com/office/drawing/2014/main" id="{5EF12B87-66C6-4714-BBFD-E88EC307D1A6}"/>
              </a:ext>
            </a:extLst>
          </p:cNvPr>
          <p:cNvSpPr>
            <a:spLocks noGrp="1"/>
          </p:cNvSpPr>
          <p:nvPr/>
        </p:nvSpPr>
        <p:spPr>
          <a:xfrm>
            <a:off x="201559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4" name="F2_precision_recall_distributions_3968">
            <a:extLst>
              <a:ext uri="{FF2B5EF4-FFF2-40B4-BE49-F238E27FC236}">
                <a16:creationId xmlns:a16="http://schemas.microsoft.com/office/drawing/2014/main" id="{92791F96-ABF2-478A-9E82-2ED6814F7168}"/>
              </a:ext>
            </a:extLst>
          </p:cNvPr>
          <p:cNvSpPr>
            <a:spLocks noGrp="1"/>
          </p:cNvSpPr>
          <p:nvPr/>
        </p:nvSpPr>
        <p:spPr>
          <a:xfrm>
            <a:off x="1969391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5" name="F2_precision_recall_distributions_3969">
            <a:extLst>
              <a:ext uri="{FF2B5EF4-FFF2-40B4-BE49-F238E27FC236}">
                <a16:creationId xmlns:a16="http://schemas.microsoft.com/office/drawing/2014/main" id="{3982055C-CBD0-4CF3-A96F-B0483F06B4A5}"/>
              </a:ext>
            </a:extLst>
          </p:cNvPr>
          <p:cNvSpPr>
            <a:spLocks noGrp="1"/>
          </p:cNvSpPr>
          <p:nvPr/>
        </p:nvSpPr>
        <p:spPr>
          <a:xfrm>
            <a:off x="1724476" y="31703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6" name="F2_precision_recall_distributions_3970">
            <a:extLst>
              <a:ext uri="{FF2B5EF4-FFF2-40B4-BE49-F238E27FC236}">
                <a16:creationId xmlns:a16="http://schemas.microsoft.com/office/drawing/2014/main" id="{2EA29076-0C2F-4A2B-AA30-C0A691223A32}"/>
              </a:ext>
            </a:extLst>
          </p:cNvPr>
          <p:cNvSpPr>
            <a:spLocks noGrp="1"/>
          </p:cNvSpPr>
          <p:nvPr/>
        </p:nvSpPr>
        <p:spPr>
          <a:xfrm>
            <a:off x="17129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7" name="F2_precision_recall_distributions_3971">
            <a:extLst>
              <a:ext uri="{FF2B5EF4-FFF2-40B4-BE49-F238E27FC236}">
                <a16:creationId xmlns:a16="http://schemas.microsoft.com/office/drawing/2014/main" id="{F6003EE3-A62E-4577-A9DF-ED1E49108424}"/>
              </a:ext>
            </a:extLst>
          </p:cNvPr>
          <p:cNvSpPr>
            <a:spLocks noGrp="1"/>
          </p:cNvSpPr>
          <p:nvPr/>
        </p:nvSpPr>
        <p:spPr>
          <a:xfrm>
            <a:off x="182373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8" name="F2_precision_recall_distributions_3972">
            <a:extLst>
              <a:ext uri="{FF2B5EF4-FFF2-40B4-BE49-F238E27FC236}">
                <a16:creationId xmlns:a16="http://schemas.microsoft.com/office/drawing/2014/main" id="{DD9E9B7A-72DD-4227-A828-32845D5BAEF1}"/>
              </a:ext>
            </a:extLst>
          </p:cNvPr>
          <p:cNvSpPr>
            <a:spLocks noGrp="1"/>
          </p:cNvSpPr>
          <p:nvPr/>
        </p:nvSpPr>
        <p:spPr>
          <a:xfrm>
            <a:off x="168614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59" name="F2_precision_recall_distributions_3973">
            <a:extLst>
              <a:ext uri="{FF2B5EF4-FFF2-40B4-BE49-F238E27FC236}">
                <a16:creationId xmlns:a16="http://schemas.microsoft.com/office/drawing/2014/main" id="{73DF00FA-03FD-4F0E-AA6C-9EF7CA689935}"/>
              </a:ext>
            </a:extLst>
          </p:cNvPr>
          <p:cNvSpPr>
            <a:spLocks noGrp="1"/>
          </p:cNvSpPr>
          <p:nvPr/>
        </p:nvSpPr>
        <p:spPr>
          <a:xfrm>
            <a:off x="1692462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0" name="F2_precision_recall_distributions_3974">
            <a:extLst>
              <a:ext uri="{FF2B5EF4-FFF2-40B4-BE49-F238E27FC236}">
                <a16:creationId xmlns:a16="http://schemas.microsoft.com/office/drawing/2014/main" id="{B6C6ADFD-7200-41ED-8FBF-555CDEA551E6}"/>
              </a:ext>
            </a:extLst>
          </p:cNvPr>
          <p:cNvSpPr>
            <a:spLocks noGrp="1"/>
          </p:cNvSpPr>
          <p:nvPr/>
        </p:nvSpPr>
        <p:spPr>
          <a:xfrm>
            <a:off x="194928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1" name="F2_precision_recall_distributions_3975">
            <a:extLst>
              <a:ext uri="{FF2B5EF4-FFF2-40B4-BE49-F238E27FC236}">
                <a16:creationId xmlns:a16="http://schemas.microsoft.com/office/drawing/2014/main" id="{A72B331B-8350-494F-B564-776066230DAA}"/>
              </a:ext>
            </a:extLst>
          </p:cNvPr>
          <p:cNvSpPr>
            <a:spLocks noGrp="1"/>
          </p:cNvSpPr>
          <p:nvPr/>
        </p:nvSpPr>
        <p:spPr>
          <a:xfrm>
            <a:off x="1740788" y="36043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2" name="F2_precision_recall_distributions_3976">
            <a:extLst>
              <a:ext uri="{FF2B5EF4-FFF2-40B4-BE49-F238E27FC236}">
                <a16:creationId xmlns:a16="http://schemas.microsoft.com/office/drawing/2014/main" id="{A799E6AC-FBC8-4B08-8AFD-B30F0F5F31BD}"/>
              </a:ext>
            </a:extLst>
          </p:cNvPr>
          <p:cNvSpPr>
            <a:spLocks noGrp="1"/>
          </p:cNvSpPr>
          <p:nvPr/>
        </p:nvSpPr>
        <p:spPr>
          <a:xfrm>
            <a:off x="181646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3" name="F2_precision_recall_distributions_3977">
            <a:extLst>
              <a:ext uri="{FF2B5EF4-FFF2-40B4-BE49-F238E27FC236}">
                <a16:creationId xmlns:a16="http://schemas.microsoft.com/office/drawing/2014/main" id="{C17357A8-FC89-43A6-952F-FEEC648F461A}"/>
              </a:ext>
            </a:extLst>
          </p:cNvPr>
          <p:cNvSpPr>
            <a:spLocks noGrp="1"/>
          </p:cNvSpPr>
          <p:nvPr/>
        </p:nvSpPr>
        <p:spPr>
          <a:xfrm>
            <a:off x="167215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4" name="F2_precision_recall_distributions_3978">
            <a:extLst>
              <a:ext uri="{FF2B5EF4-FFF2-40B4-BE49-F238E27FC236}">
                <a16:creationId xmlns:a16="http://schemas.microsoft.com/office/drawing/2014/main" id="{DB9F5A1F-BBF3-4BCF-A169-384D88A5B6FD}"/>
              </a:ext>
            </a:extLst>
          </p:cNvPr>
          <p:cNvSpPr>
            <a:spLocks noGrp="1"/>
          </p:cNvSpPr>
          <p:nvPr/>
        </p:nvSpPr>
        <p:spPr>
          <a:xfrm>
            <a:off x="186081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5" name="F2_precision_recall_distributions_3979">
            <a:extLst>
              <a:ext uri="{FF2B5EF4-FFF2-40B4-BE49-F238E27FC236}">
                <a16:creationId xmlns:a16="http://schemas.microsoft.com/office/drawing/2014/main" id="{64FE876C-F77F-4350-817E-E0BCE7AB4178}"/>
              </a:ext>
            </a:extLst>
          </p:cNvPr>
          <p:cNvSpPr>
            <a:spLocks noGrp="1"/>
          </p:cNvSpPr>
          <p:nvPr/>
        </p:nvSpPr>
        <p:spPr>
          <a:xfrm>
            <a:off x="200371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6" name="F2_precision_recall_distributions_3980">
            <a:extLst>
              <a:ext uri="{FF2B5EF4-FFF2-40B4-BE49-F238E27FC236}">
                <a16:creationId xmlns:a16="http://schemas.microsoft.com/office/drawing/2014/main" id="{B811E7E4-A712-461B-BE15-0C4BFD981639}"/>
              </a:ext>
            </a:extLst>
          </p:cNvPr>
          <p:cNvSpPr>
            <a:spLocks noGrp="1"/>
          </p:cNvSpPr>
          <p:nvPr/>
        </p:nvSpPr>
        <p:spPr>
          <a:xfrm>
            <a:off x="17053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7" name="F2_precision_recall_distributions_3981">
            <a:extLst>
              <a:ext uri="{FF2B5EF4-FFF2-40B4-BE49-F238E27FC236}">
                <a16:creationId xmlns:a16="http://schemas.microsoft.com/office/drawing/2014/main" id="{CB89D94A-6A2D-4D40-BC5C-D74F9902D141}"/>
              </a:ext>
            </a:extLst>
          </p:cNvPr>
          <p:cNvSpPr>
            <a:spLocks noGrp="1"/>
          </p:cNvSpPr>
          <p:nvPr/>
        </p:nvSpPr>
        <p:spPr>
          <a:xfrm>
            <a:off x="196914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8" name="F2_precision_recall_distributions_3982">
            <a:extLst>
              <a:ext uri="{FF2B5EF4-FFF2-40B4-BE49-F238E27FC236}">
                <a16:creationId xmlns:a16="http://schemas.microsoft.com/office/drawing/2014/main" id="{44A16FEA-EA4C-426A-90F9-8824D6F8C39C}"/>
              </a:ext>
            </a:extLst>
          </p:cNvPr>
          <p:cNvSpPr>
            <a:spLocks noGrp="1"/>
          </p:cNvSpPr>
          <p:nvPr/>
        </p:nvSpPr>
        <p:spPr>
          <a:xfrm>
            <a:off x="1927747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69" name="F2_precision_recall_distributions_3983">
            <a:extLst>
              <a:ext uri="{FF2B5EF4-FFF2-40B4-BE49-F238E27FC236}">
                <a16:creationId xmlns:a16="http://schemas.microsoft.com/office/drawing/2014/main" id="{EA242B97-7EB5-4444-9B02-F48D2BF907E4}"/>
              </a:ext>
            </a:extLst>
          </p:cNvPr>
          <p:cNvSpPr>
            <a:spLocks noGrp="1"/>
          </p:cNvSpPr>
          <p:nvPr/>
        </p:nvSpPr>
        <p:spPr>
          <a:xfrm>
            <a:off x="17969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0" name="F2_precision_recall_distributions_3984">
            <a:extLst>
              <a:ext uri="{FF2B5EF4-FFF2-40B4-BE49-F238E27FC236}">
                <a16:creationId xmlns:a16="http://schemas.microsoft.com/office/drawing/2014/main" id="{5892E494-F49F-4B7D-AD5B-43580B723B75}"/>
              </a:ext>
            </a:extLst>
          </p:cNvPr>
          <p:cNvSpPr>
            <a:spLocks noGrp="1"/>
          </p:cNvSpPr>
          <p:nvPr/>
        </p:nvSpPr>
        <p:spPr>
          <a:xfrm>
            <a:off x="189520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1" name="F2_precision_recall_distributions_3985">
            <a:extLst>
              <a:ext uri="{FF2B5EF4-FFF2-40B4-BE49-F238E27FC236}">
                <a16:creationId xmlns:a16="http://schemas.microsoft.com/office/drawing/2014/main" id="{08EB146D-0AD3-411E-AA0B-F83141F9E18D}"/>
              </a:ext>
            </a:extLst>
          </p:cNvPr>
          <p:cNvSpPr>
            <a:spLocks noGrp="1"/>
          </p:cNvSpPr>
          <p:nvPr/>
        </p:nvSpPr>
        <p:spPr>
          <a:xfrm>
            <a:off x="179937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2" name="F2_precision_recall_distributions_3986">
            <a:extLst>
              <a:ext uri="{FF2B5EF4-FFF2-40B4-BE49-F238E27FC236}">
                <a16:creationId xmlns:a16="http://schemas.microsoft.com/office/drawing/2014/main" id="{68E88C81-B085-4768-9BB1-24632A133A66}"/>
              </a:ext>
            </a:extLst>
          </p:cNvPr>
          <p:cNvSpPr>
            <a:spLocks noGrp="1"/>
          </p:cNvSpPr>
          <p:nvPr/>
        </p:nvSpPr>
        <p:spPr>
          <a:xfrm>
            <a:off x="18228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3" name="F2_precision_recall_distributions_3987">
            <a:extLst>
              <a:ext uri="{FF2B5EF4-FFF2-40B4-BE49-F238E27FC236}">
                <a16:creationId xmlns:a16="http://schemas.microsoft.com/office/drawing/2014/main" id="{1B7A817C-DA51-42E4-818A-A9EC7F52DD7C}"/>
              </a:ext>
            </a:extLst>
          </p:cNvPr>
          <p:cNvSpPr>
            <a:spLocks noGrp="1"/>
          </p:cNvSpPr>
          <p:nvPr/>
        </p:nvSpPr>
        <p:spPr>
          <a:xfrm>
            <a:off x="20040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4" name="F2_precision_recall_distributions_3988">
            <a:extLst>
              <a:ext uri="{FF2B5EF4-FFF2-40B4-BE49-F238E27FC236}">
                <a16:creationId xmlns:a16="http://schemas.microsoft.com/office/drawing/2014/main" id="{8238E839-C5C7-4DA2-909E-53C7A6238A53}"/>
              </a:ext>
            </a:extLst>
          </p:cNvPr>
          <p:cNvSpPr>
            <a:spLocks noGrp="1"/>
          </p:cNvSpPr>
          <p:nvPr/>
        </p:nvSpPr>
        <p:spPr>
          <a:xfrm>
            <a:off x="165544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5" name="F2_precision_recall_distributions_3989">
            <a:extLst>
              <a:ext uri="{FF2B5EF4-FFF2-40B4-BE49-F238E27FC236}">
                <a16:creationId xmlns:a16="http://schemas.microsoft.com/office/drawing/2014/main" id="{9BDF5DF5-7F8C-4D38-BE91-5E98D4165ABA}"/>
              </a:ext>
            </a:extLst>
          </p:cNvPr>
          <p:cNvSpPr>
            <a:spLocks noGrp="1"/>
          </p:cNvSpPr>
          <p:nvPr/>
        </p:nvSpPr>
        <p:spPr>
          <a:xfrm>
            <a:off x="19021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6" name="F2_precision_recall_distributions_3990">
            <a:extLst>
              <a:ext uri="{FF2B5EF4-FFF2-40B4-BE49-F238E27FC236}">
                <a16:creationId xmlns:a16="http://schemas.microsoft.com/office/drawing/2014/main" id="{731C692D-D614-4FDA-AB48-7E6C948A2E11}"/>
              </a:ext>
            </a:extLst>
          </p:cNvPr>
          <p:cNvSpPr>
            <a:spLocks noGrp="1"/>
          </p:cNvSpPr>
          <p:nvPr/>
        </p:nvSpPr>
        <p:spPr>
          <a:xfrm>
            <a:off x="183115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7" name="F2_precision_recall_distributions_3991">
            <a:extLst>
              <a:ext uri="{FF2B5EF4-FFF2-40B4-BE49-F238E27FC236}">
                <a16:creationId xmlns:a16="http://schemas.microsoft.com/office/drawing/2014/main" id="{618F58DA-07EB-427B-887D-2B789D633263}"/>
              </a:ext>
            </a:extLst>
          </p:cNvPr>
          <p:cNvSpPr>
            <a:spLocks noGrp="1"/>
          </p:cNvSpPr>
          <p:nvPr/>
        </p:nvSpPr>
        <p:spPr>
          <a:xfrm>
            <a:off x="170303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8" name="F2_precision_recall_distributions_3992">
            <a:extLst>
              <a:ext uri="{FF2B5EF4-FFF2-40B4-BE49-F238E27FC236}">
                <a16:creationId xmlns:a16="http://schemas.microsoft.com/office/drawing/2014/main" id="{CA5277B3-5111-4E0F-B53E-B69BE5E9D5CE}"/>
              </a:ext>
            </a:extLst>
          </p:cNvPr>
          <p:cNvSpPr>
            <a:spLocks noGrp="1"/>
          </p:cNvSpPr>
          <p:nvPr/>
        </p:nvSpPr>
        <p:spPr>
          <a:xfrm>
            <a:off x="19091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79" name="F2_precision_recall_distributions_3993">
            <a:extLst>
              <a:ext uri="{FF2B5EF4-FFF2-40B4-BE49-F238E27FC236}">
                <a16:creationId xmlns:a16="http://schemas.microsoft.com/office/drawing/2014/main" id="{6A7023AC-BB97-45FE-B4A3-27275733B78D}"/>
              </a:ext>
            </a:extLst>
          </p:cNvPr>
          <p:cNvSpPr>
            <a:spLocks noGrp="1"/>
          </p:cNvSpPr>
          <p:nvPr/>
        </p:nvSpPr>
        <p:spPr>
          <a:xfrm>
            <a:off x="17782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0" name="F2_precision_recall_distributions_3994">
            <a:extLst>
              <a:ext uri="{FF2B5EF4-FFF2-40B4-BE49-F238E27FC236}">
                <a16:creationId xmlns:a16="http://schemas.microsoft.com/office/drawing/2014/main" id="{7D2EE7C2-1402-473B-B602-8F648FB1E260}"/>
              </a:ext>
            </a:extLst>
          </p:cNvPr>
          <p:cNvSpPr>
            <a:spLocks noGrp="1"/>
          </p:cNvSpPr>
          <p:nvPr/>
        </p:nvSpPr>
        <p:spPr>
          <a:xfrm>
            <a:off x="1826847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1" name="F2_precision_recall_distributions_3995">
            <a:extLst>
              <a:ext uri="{FF2B5EF4-FFF2-40B4-BE49-F238E27FC236}">
                <a16:creationId xmlns:a16="http://schemas.microsoft.com/office/drawing/2014/main" id="{5A23DB5A-4C40-4C2F-B4A5-5B64369E5E52}"/>
              </a:ext>
            </a:extLst>
          </p:cNvPr>
          <p:cNvSpPr>
            <a:spLocks noGrp="1"/>
          </p:cNvSpPr>
          <p:nvPr/>
        </p:nvSpPr>
        <p:spPr>
          <a:xfrm>
            <a:off x="1913379" y="2896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2" name="F2_precision_recall_distributions_3996">
            <a:extLst>
              <a:ext uri="{FF2B5EF4-FFF2-40B4-BE49-F238E27FC236}">
                <a16:creationId xmlns:a16="http://schemas.microsoft.com/office/drawing/2014/main" id="{29E136BB-35D2-43E5-B26F-C29010119587}"/>
              </a:ext>
            </a:extLst>
          </p:cNvPr>
          <p:cNvSpPr>
            <a:spLocks noGrp="1"/>
          </p:cNvSpPr>
          <p:nvPr/>
        </p:nvSpPr>
        <p:spPr>
          <a:xfrm>
            <a:off x="1840045" y="29465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3" name="F2_precision_recall_distributions_3997">
            <a:extLst>
              <a:ext uri="{FF2B5EF4-FFF2-40B4-BE49-F238E27FC236}">
                <a16:creationId xmlns:a16="http://schemas.microsoft.com/office/drawing/2014/main" id="{8F88605D-8BB1-4283-A184-B914CEA881E6}"/>
              </a:ext>
            </a:extLst>
          </p:cNvPr>
          <p:cNvSpPr>
            <a:spLocks noGrp="1"/>
          </p:cNvSpPr>
          <p:nvPr/>
        </p:nvSpPr>
        <p:spPr>
          <a:xfrm>
            <a:off x="1982296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4" name="F2_precision_recall_distributions_3998">
            <a:extLst>
              <a:ext uri="{FF2B5EF4-FFF2-40B4-BE49-F238E27FC236}">
                <a16:creationId xmlns:a16="http://schemas.microsoft.com/office/drawing/2014/main" id="{5C4DCF02-3DA7-43B2-A5B7-59A9025F13F6}"/>
              </a:ext>
            </a:extLst>
          </p:cNvPr>
          <p:cNvSpPr>
            <a:spLocks noGrp="1"/>
          </p:cNvSpPr>
          <p:nvPr/>
        </p:nvSpPr>
        <p:spPr>
          <a:xfrm>
            <a:off x="18466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5" name="F2_precision_recall_distributions_3999">
            <a:extLst>
              <a:ext uri="{FF2B5EF4-FFF2-40B4-BE49-F238E27FC236}">
                <a16:creationId xmlns:a16="http://schemas.microsoft.com/office/drawing/2014/main" id="{5F772DF5-AD19-4B72-81D3-2B7F4F1737B9}"/>
              </a:ext>
            </a:extLst>
          </p:cNvPr>
          <p:cNvSpPr>
            <a:spLocks noGrp="1"/>
          </p:cNvSpPr>
          <p:nvPr/>
        </p:nvSpPr>
        <p:spPr>
          <a:xfrm>
            <a:off x="169178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6" name="F2_precision_recall_distributions_4000">
            <a:extLst>
              <a:ext uri="{FF2B5EF4-FFF2-40B4-BE49-F238E27FC236}">
                <a16:creationId xmlns:a16="http://schemas.microsoft.com/office/drawing/2014/main" id="{4494AD76-A9C1-42B6-B76E-120966D910E2}"/>
              </a:ext>
            </a:extLst>
          </p:cNvPr>
          <p:cNvSpPr>
            <a:spLocks noGrp="1"/>
          </p:cNvSpPr>
          <p:nvPr/>
        </p:nvSpPr>
        <p:spPr>
          <a:xfrm>
            <a:off x="1790135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7" name="F2_precision_recall_distributions_4001">
            <a:extLst>
              <a:ext uri="{FF2B5EF4-FFF2-40B4-BE49-F238E27FC236}">
                <a16:creationId xmlns:a16="http://schemas.microsoft.com/office/drawing/2014/main" id="{F8254B0F-19EA-4B8C-9B93-B19EDD04C43C}"/>
              </a:ext>
            </a:extLst>
          </p:cNvPr>
          <p:cNvSpPr>
            <a:spLocks noGrp="1"/>
          </p:cNvSpPr>
          <p:nvPr/>
        </p:nvSpPr>
        <p:spPr>
          <a:xfrm>
            <a:off x="17180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8" name="F2_precision_recall_distributions_4002">
            <a:extLst>
              <a:ext uri="{FF2B5EF4-FFF2-40B4-BE49-F238E27FC236}">
                <a16:creationId xmlns:a16="http://schemas.microsoft.com/office/drawing/2014/main" id="{FFF49564-51C1-421E-B08C-504FBDEFD854}"/>
              </a:ext>
            </a:extLst>
          </p:cNvPr>
          <p:cNvSpPr>
            <a:spLocks noGrp="1"/>
          </p:cNvSpPr>
          <p:nvPr/>
        </p:nvSpPr>
        <p:spPr>
          <a:xfrm>
            <a:off x="1897422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89" name="F2_precision_recall_distributions_4003">
            <a:extLst>
              <a:ext uri="{FF2B5EF4-FFF2-40B4-BE49-F238E27FC236}">
                <a16:creationId xmlns:a16="http://schemas.microsoft.com/office/drawing/2014/main" id="{6E9F6B9D-6F0D-4111-8D9D-7F2AF3D181A1}"/>
              </a:ext>
            </a:extLst>
          </p:cNvPr>
          <p:cNvSpPr>
            <a:spLocks noGrp="1"/>
          </p:cNvSpPr>
          <p:nvPr/>
        </p:nvSpPr>
        <p:spPr>
          <a:xfrm>
            <a:off x="19831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0" name="F2_precision_recall_distributions_4004">
            <a:extLst>
              <a:ext uri="{FF2B5EF4-FFF2-40B4-BE49-F238E27FC236}">
                <a16:creationId xmlns:a16="http://schemas.microsoft.com/office/drawing/2014/main" id="{43F41328-67B5-4BAA-8D33-FC68894A925E}"/>
              </a:ext>
            </a:extLst>
          </p:cNvPr>
          <p:cNvSpPr>
            <a:spLocks noGrp="1"/>
          </p:cNvSpPr>
          <p:nvPr/>
        </p:nvSpPr>
        <p:spPr>
          <a:xfrm>
            <a:off x="18311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1" name="F2_precision_recall_distributions_4005">
            <a:extLst>
              <a:ext uri="{FF2B5EF4-FFF2-40B4-BE49-F238E27FC236}">
                <a16:creationId xmlns:a16="http://schemas.microsoft.com/office/drawing/2014/main" id="{AD9EE6D6-FFF7-46F5-A1E4-5E07630777C8}"/>
              </a:ext>
            </a:extLst>
          </p:cNvPr>
          <p:cNvSpPr>
            <a:spLocks noGrp="1"/>
          </p:cNvSpPr>
          <p:nvPr/>
        </p:nvSpPr>
        <p:spPr>
          <a:xfrm>
            <a:off x="18732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2" name="F2_precision_recall_distributions_4006">
            <a:extLst>
              <a:ext uri="{FF2B5EF4-FFF2-40B4-BE49-F238E27FC236}">
                <a16:creationId xmlns:a16="http://schemas.microsoft.com/office/drawing/2014/main" id="{BD93B58A-F39D-4404-AB68-C154B9977B3A}"/>
              </a:ext>
            </a:extLst>
          </p:cNvPr>
          <p:cNvSpPr>
            <a:spLocks noGrp="1"/>
          </p:cNvSpPr>
          <p:nvPr/>
        </p:nvSpPr>
        <p:spPr>
          <a:xfrm>
            <a:off x="176650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3" name="F2_precision_recall_distributions_4007">
            <a:extLst>
              <a:ext uri="{FF2B5EF4-FFF2-40B4-BE49-F238E27FC236}">
                <a16:creationId xmlns:a16="http://schemas.microsoft.com/office/drawing/2014/main" id="{593DCECC-50A7-4C3B-B066-9A8B2CD69BA1}"/>
              </a:ext>
            </a:extLst>
          </p:cNvPr>
          <p:cNvSpPr>
            <a:spLocks noGrp="1"/>
          </p:cNvSpPr>
          <p:nvPr/>
        </p:nvSpPr>
        <p:spPr>
          <a:xfrm>
            <a:off x="1747637" y="3179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4" name="F2_precision_recall_distributions_4008">
            <a:extLst>
              <a:ext uri="{FF2B5EF4-FFF2-40B4-BE49-F238E27FC236}">
                <a16:creationId xmlns:a16="http://schemas.microsoft.com/office/drawing/2014/main" id="{3D7D282D-087C-4690-A0BC-1A2981AFD480}"/>
              </a:ext>
            </a:extLst>
          </p:cNvPr>
          <p:cNvSpPr>
            <a:spLocks noGrp="1"/>
          </p:cNvSpPr>
          <p:nvPr/>
        </p:nvSpPr>
        <p:spPr>
          <a:xfrm>
            <a:off x="1931095" y="34841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5" name="F2_precision_recall_distributions_4009">
            <a:extLst>
              <a:ext uri="{FF2B5EF4-FFF2-40B4-BE49-F238E27FC236}">
                <a16:creationId xmlns:a16="http://schemas.microsoft.com/office/drawing/2014/main" id="{0E70DB01-BD37-4413-8CA2-D6DEF66D034C}"/>
              </a:ext>
            </a:extLst>
          </p:cNvPr>
          <p:cNvSpPr>
            <a:spLocks noGrp="1"/>
          </p:cNvSpPr>
          <p:nvPr/>
        </p:nvSpPr>
        <p:spPr>
          <a:xfrm>
            <a:off x="18746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6" name="F2_precision_recall_distributions_4010">
            <a:extLst>
              <a:ext uri="{FF2B5EF4-FFF2-40B4-BE49-F238E27FC236}">
                <a16:creationId xmlns:a16="http://schemas.microsoft.com/office/drawing/2014/main" id="{9CF4E77D-015B-42FE-896A-9FD0FA6205B3}"/>
              </a:ext>
            </a:extLst>
          </p:cNvPr>
          <p:cNvSpPr>
            <a:spLocks noGrp="1"/>
          </p:cNvSpPr>
          <p:nvPr/>
        </p:nvSpPr>
        <p:spPr>
          <a:xfrm>
            <a:off x="19704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7" name="F2_precision_recall_distributions_4011">
            <a:extLst>
              <a:ext uri="{FF2B5EF4-FFF2-40B4-BE49-F238E27FC236}">
                <a16:creationId xmlns:a16="http://schemas.microsoft.com/office/drawing/2014/main" id="{0AB979F5-41F5-450E-850A-01443CC179CD}"/>
              </a:ext>
            </a:extLst>
          </p:cNvPr>
          <p:cNvSpPr>
            <a:spLocks noGrp="1"/>
          </p:cNvSpPr>
          <p:nvPr/>
        </p:nvSpPr>
        <p:spPr>
          <a:xfrm>
            <a:off x="1928978" y="34871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8" name="F2_precision_recall_distributions_4012">
            <a:extLst>
              <a:ext uri="{FF2B5EF4-FFF2-40B4-BE49-F238E27FC236}">
                <a16:creationId xmlns:a16="http://schemas.microsoft.com/office/drawing/2014/main" id="{E57F7FD6-0A91-4CB4-81EC-95604538ECB3}"/>
              </a:ext>
            </a:extLst>
          </p:cNvPr>
          <p:cNvSpPr>
            <a:spLocks noGrp="1"/>
          </p:cNvSpPr>
          <p:nvPr/>
        </p:nvSpPr>
        <p:spPr>
          <a:xfrm>
            <a:off x="167970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199" name="F2_precision_recall_distributions_4013">
            <a:extLst>
              <a:ext uri="{FF2B5EF4-FFF2-40B4-BE49-F238E27FC236}">
                <a16:creationId xmlns:a16="http://schemas.microsoft.com/office/drawing/2014/main" id="{F4110196-971C-4070-B9E4-9B8EE7D60746}"/>
              </a:ext>
            </a:extLst>
          </p:cNvPr>
          <p:cNvSpPr>
            <a:spLocks noGrp="1"/>
          </p:cNvSpPr>
          <p:nvPr/>
        </p:nvSpPr>
        <p:spPr>
          <a:xfrm>
            <a:off x="2012876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0" name="F2_precision_recall_distributions_4014">
            <a:extLst>
              <a:ext uri="{FF2B5EF4-FFF2-40B4-BE49-F238E27FC236}">
                <a16:creationId xmlns:a16="http://schemas.microsoft.com/office/drawing/2014/main" id="{D3D8EC5F-BE8C-46BE-80C2-02D522B140B8}"/>
              </a:ext>
            </a:extLst>
          </p:cNvPr>
          <p:cNvSpPr>
            <a:spLocks noGrp="1"/>
          </p:cNvSpPr>
          <p:nvPr/>
        </p:nvSpPr>
        <p:spPr>
          <a:xfrm>
            <a:off x="18088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1" name="F2_precision_recall_distributions_4015">
            <a:extLst>
              <a:ext uri="{FF2B5EF4-FFF2-40B4-BE49-F238E27FC236}">
                <a16:creationId xmlns:a16="http://schemas.microsoft.com/office/drawing/2014/main" id="{76BCA7B4-2C0E-487D-9A6F-155C8160A84D}"/>
              </a:ext>
            </a:extLst>
          </p:cNvPr>
          <p:cNvSpPr>
            <a:spLocks noGrp="1"/>
          </p:cNvSpPr>
          <p:nvPr/>
        </p:nvSpPr>
        <p:spPr>
          <a:xfrm>
            <a:off x="18764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2" name="F2_precision_recall_distributions_4016">
            <a:extLst>
              <a:ext uri="{FF2B5EF4-FFF2-40B4-BE49-F238E27FC236}">
                <a16:creationId xmlns:a16="http://schemas.microsoft.com/office/drawing/2014/main" id="{99A4069B-C250-4AFB-814B-BDB985FA15FB}"/>
              </a:ext>
            </a:extLst>
          </p:cNvPr>
          <p:cNvSpPr>
            <a:spLocks noGrp="1"/>
          </p:cNvSpPr>
          <p:nvPr/>
        </p:nvSpPr>
        <p:spPr>
          <a:xfrm>
            <a:off x="167821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3" name="F2_precision_recall_distributions_4017">
            <a:extLst>
              <a:ext uri="{FF2B5EF4-FFF2-40B4-BE49-F238E27FC236}">
                <a16:creationId xmlns:a16="http://schemas.microsoft.com/office/drawing/2014/main" id="{37BE1FBB-DB39-4324-BAD9-A0228501C935}"/>
              </a:ext>
            </a:extLst>
          </p:cNvPr>
          <p:cNvSpPr>
            <a:spLocks noGrp="1"/>
          </p:cNvSpPr>
          <p:nvPr/>
        </p:nvSpPr>
        <p:spPr>
          <a:xfrm>
            <a:off x="1985808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4" name="F2_precision_recall_distributions_4018">
            <a:extLst>
              <a:ext uri="{FF2B5EF4-FFF2-40B4-BE49-F238E27FC236}">
                <a16:creationId xmlns:a16="http://schemas.microsoft.com/office/drawing/2014/main" id="{587EBACC-0575-4FC4-873D-83D3376B6BC0}"/>
              </a:ext>
            </a:extLst>
          </p:cNvPr>
          <p:cNvSpPr>
            <a:spLocks noGrp="1"/>
          </p:cNvSpPr>
          <p:nvPr/>
        </p:nvSpPr>
        <p:spPr>
          <a:xfrm>
            <a:off x="1929437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5" name="F2_precision_recall_distributions_4019">
            <a:extLst>
              <a:ext uri="{FF2B5EF4-FFF2-40B4-BE49-F238E27FC236}">
                <a16:creationId xmlns:a16="http://schemas.microsoft.com/office/drawing/2014/main" id="{CF8A10D0-B5AC-4B2E-969F-E791EBF41E4D}"/>
              </a:ext>
            </a:extLst>
          </p:cNvPr>
          <p:cNvSpPr>
            <a:spLocks noGrp="1"/>
          </p:cNvSpPr>
          <p:nvPr/>
        </p:nvSpPr>
        <p:spPr>
          <a:xfrm>
            <a:off x="19484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6" name="F2_precision_recall_distributions_4020">
            <a:extLst>
              <a:ext uri="{FF2B5EF4-FFF2-40B4-BE49-F238E27FC236}">
                <a16:creationId xmlns:a16="http://schemas.microsoft.com/office/drawing/2014/main" id="{29BA2CFF-79F1-4DB4-A640-A87FDE41D093}"/>
              </a:ext>
            </a:extLst>
          </p:cNvPr>
          <p:cNvSpPr>
            <a:spLocks noGrp="1"/>
          </p:cNvSpPr>
          <p:nvPr/>
        </p:nvSpPr>
        <p:spPr>
          <a:xfrm>
            <a:off x="17042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7" name="F2_precision_recall_distributions_4021">
            <a:extLst>
              <a:ext uri="{FF2B5EF4-FFF2-40B4-BE49-F238E27FC236}">
                <a16:creationId xmlns:a16="http://schemas.microsoft.com/office/drawing/2014/main" id="{25881728-3590-4B72-8ED9-3B0958E69B71}"/>
              </a:ext>
            </a:extLst>
          </p:cNvPr>
          <p:cNvSpPr>
            <a:spLocks noGrp="1"/>
          </p:cNvSpPr>
          <p:nvPr/>
        </p:nvSpPr>
        <p:spPr>
          <a:xfrm>
            <a:off x="1924957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8" name="F2_precision_recall_distributions_4022">
            <a:extLst>
              <a:ext uri="{FF2B5EF4-FFF2-40B4-BE49-F238E27FC236}">
                <a16:creationId xmlns:a16="http://schemas.microsoft.com/office/drawing/2014/main" id="{A93CA869-D7DB-4774-AB96-3A2246CF27EC}"/>
              </a:ext>
            </a:extLst>
          </p:cNvPr>
          <p:cNvSpPr>
            <a:spLocks noGrp="1"/>
          </p:cNvSpPr>
          <p:nvPr/>
        </p:nvSpPr>
        <p:spPr>
          <a:xfrm>
            <a:off x="181504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09" name="F2_precision_recall_distributions_4023">
            <a:extLst>
              <a:ext uri="{FF2B5EF4-FFF2-40B4-BE49-F238E27FC236}">
                <a16:creationId xmlns:a16="http://schemas.microsoft.com/office/drawing/2014/main" id="{77A90375-E60C-4BF7-BAB1-9CFBE4EB0C52}"/>
              </a:ext>
            </a:extLst>
          </p:cNvPr>
          <p:cNvSpPr>
            <a:spLocks noGrp="1"/>
          </p:cNvSpPr>
          <p:nvPr/>
        </p:nvSpPr>
        <p:spPr>
          <a:xfrm>
            <a:off x="165453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0" name="F2_precision_recall_distributions_4024">
            <a:extLst>
              <a:ext uri="{FF2B5EF4-FFF2-40B4-BE49-F238E27FC236}">
                <a16:creationId xmlns:a16="http://schemas.microsoft.com/office/drawing/2014/main" id="{94444FEB-1C50-4677-8526-F33475D67029}"/>
              </a:ext>
            </a:extLst>
          </p:cNvPr>
          <p:cNvSpPr>
            <a:spLocks noGrp="1"/>
          </p:cNvSpPr>
          <p:nvPr/>
        </p:nvSpPr>
        <p:spPr>
          <a:xfrm>
            <a:off x="184034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1" name="F2_precision_recall_distributions_4025">
            <a:extLst>
              <a:ext uri="{FF2B5EF4-FFF2-40B4-BE49-F238E27FC236}">
                <a16:creationId xmlns:a16="http://schemas.microsoft.com/office/drawing/2014/main" id="{EA27192F-4C29-43E4-B996-DD79D5F886E4}"/>
              </a:ext>
            </a:extLst>
          </p:cNvPr>
          <p:cNvSpPr>
            <a:spLocks noGrp="1"/>
          </p:cNvSpPr>
          <p:nvPr/>
        </p:nvSpPr>
        <p:spPr>
          <a:xfrm>
            <a:off x="19333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2" name="F2_precision_recall_distributions_4026">
            <a:extLst>
              <a:ext uri="{FF2B5EF4-FFF2-40B4-BE49-F238E27FC236}">
                <a16:creationId xmlns:a16="http://schemas.microsoft.com/office/drawing/2014/main" id="{F92CB6BD-DAFE-42A6-848C-F0957DDD1F5E}"/>
              </a:ext>
            </a:extLst>
          </p:cNvPr>
          <p:cNvSpPr>
            <a:spLocks noGrp="1"/>
          </p:cNvSpPr>
          <p:nvPr/>
        </p:nvSpPr>
        <p:spPr>
          <a:xfrm>
            <a:off x="18505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3" name="F2_precision_recall_distributions_4027">
            <a:extLst>
              <a:ext uri="{FF2B5EF4-FFF2-40B4-BE49-F238E27FC236}">
                <a16:creationId xmlns:a16="http://schemas.microsoft.com/office/drawing/2014/main" id="{D957FDB8-6C46-4FB6-8BBD-8E2292E80210}"/>
              </a:ext>
            </a:extLst>
          </p:cNvPr>
          <p:cNvSpPr>
            <a:spLocks noGrp="1"/>
          </p:cNvSpPr>
          <p:nvPr/>
        </p:nvSpPr>
        <p:spPr>
          <a:xfrm>
            <a:off x="2018381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4" name="F2_precision_recall_distributions_4028">
            <a:extLst>
              <a:ext uri="{FF2B5EF4-FFF2-40B4-BE49-F238E27FC236}">
                <a16:creationId xmlns:a16="http://schemas.microsoft.com/office/drawing/2014/main" id="{0B9F5655-CE9A-4F4F-B3C8-5B6699D04193}"/>
              </a:ext>
            </a:extLst>
          </p:cNvPr>
          <p:cNvSpPr>
            <a:spLocks noGrp="1"/>
          </p:cNvSpPr>
          <p:nvPr/>
        </p:nvSpPr>
        <p:spPr>
          <a:xfrm>
            <a:off x="173658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5" name="F2_precision_recall_distributions_4029">
            <a:extLst>
              <a:ext uri="{FF2B5EF4-FFF2-40B4-BE49-F238E27FC236}">
                <a16:creationId xmlns:a16="http://schemas.microsoft.com/office/drawing/2014/main" id="{CA5A04A0-BEC4-4D89-94B3-229E1F3431F3}"/>
              </a:ext>
            </a:extLst>
          </p:cNvPr>
          <p:cNvSpPr>
            <a:spLocks noGrp="1"/>
          </p:cNvSpPr>
          <p:nvPr/>
        </p:nvSpPr>
        <p:spPr>
          <a:xfrm>
            <a:off x="18438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6" name="F2_precision_recall_distributions_4030">
            <a:extLst>
              <a:ext uri="{FF2B5EF4-FFF2-40B4-BE49-F238E27FC236}">
                <a16:creationId xmlns:a16="http://schemas.microsoft.com/office/drawing/2014/main" id="{CC91896A-2CA5-488C-ACAC-130A3C167969}"/>
              </a:ext>
            </a:extLst>
          </p:cNvPr>
          <p:cNvSpPr>
            <a:spLocks noGrp="1"/>
          </p:cNvSpPr>
          <p:nvPr/>
        </p:nvSpPr>
        <p:spPr>
          <a:xfrm>
            <a:off x="190689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7" name="F2_precision_recall_distributions_4031">
            <a:extLst>
              <a:ext uri="{FF2B5EF4-FFF2-40B4-BE49-F238E27FC236}">
                <a16:creationId xmlns:a16="http://schemas.microsoft.com/office/drawing/2014/main" id="{BA368459-AF21-4A4B-9EFC-43B5239A8851}"/>
              </a:ext>
            </a:extLst>
          </p:cNvPr>
          <p:cNvSpPr>
            <a:spLocks noGrp="1"/>
          </p:cNvSpPr>
          <p:nvPr/>
        </p:nvSpPr>
        <p:spPr>
          <a:xfrm>
            <a:off x="18238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8" name="F2_precision_recall_distributions_4032">
            <a:extLst>
              <a:ext uri="{FF2B5EF4-FFF2-40B4-BE49-F238E27FC236}">
                <a16:creationId xmlns:a16="http://schemas.microsoft.com/office/drawing/2014/main" id="{25D82A5A-1663-40A3-8EF6-A17EB995FEAD}"/>
              </a:ext>
            </a:extLst>
          </p:cNvPr>
          <p:cNvSpPr>
            <a:spLocks noGrp="1"/>
          </p:cNvSpPr>
          <p:nvPr/>
        </p:nvSpPr>
        <p:spPr>
          <a:xfrm>
            <a:off x="1787466" y="3247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19" name="F2_precision_recall_distributions_4033">
            <a:extLst>
              <a:ext uri="{FF2B5EF4-FFF2-40B4-BE49-F238E27FC236}">
                <a16:creationId xmlns:a16="http://schemas.microsoft.com/office/drawing/2014/main" id="{4794C0E4-9549-4197-9CF1-9629FC8D9D0D}"/>
              </a:ext>
            </a:extLst>
          </p:cNvPr>
          <p:cNvSpPr>
            <a:spLocks noGrp="1"/>
          </p:cNvSpPr>
          <p:nvPr/>
        </p:nvSpPr>
        <p:spPr>
          <a:xfrm>
            <a:off x="199436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0" name="F2_precision_recall_distributions_4034">
            <a:extLst>
              <a:ext uri="{FF2B5EF4-FFF2-40B4-BE49-F238E27FC236}">
                <a16:creationId xmlns:a16="http://schemas.microsoft.com/office/drawing/2014/main" id="{B8681371-5E24-4623-A6F9-FDC49EF30DF5}"/>
              </a:ext>
            </a:extLst>
          </p:cNvPr>
          <p:cNvSpPr>
            <a:spLocks noGrp="1"/>
          </p:cNvSpPr>
          <p:nvPr/>
        </p:nvSpPr>
        <p:spPr>
          <a:xfrm>
            <a:off x="194656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1" name="F2_precision_recall_distributions_4035">
            <a:extLst>
              <a:ext uri="{FF2B5EF4-FFF2-40B4-BE49-F238E27FC236}">
                <a16:creationId xmlns:a16="http://schemas.microsoft.com/office/drawing/2014/main" id="{37F7AC54-A226-470D-B18A-3FBBD6F90956}"/>
              </a:ext>
            </a:extLst>
          </p:cNvPr>
          <p:cNvSpPr>
            <a:spLocks noGrp="1"/>
          </p:cNvSpPr>
          <p:nvPr/>
        </p:nvSpPr>
        <p:spPr>
          <a:xfrm>
            <a:off x="19756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2" name="F2_precision_recall_distributions_4036">
            <a:extLst>
              <a:ext uri="{FF2B5EF4-FFF2-40B4-BE49-F238E27FC236}">
                <a16:creationId xmlns:a16="http://schemas.microsoft.com/office/drawing/2014/main" id="{4EF86E6B-9F04-4A53-9E4A-5548786C67CB}"/>
              </a:ext>
            </a:extLst>
          </p:cNvPr>
          <p:cNvSpPr>
            <a:spLocks noGrp="1"/>
          </p:cNvSpPr>
          <p:nvPr/>
        </p:nvSpPr>
        <p:spPr>
          <a:xfrm>
            <a:off x="18706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3" name="F2_precision_recall_distributions_4037">
            <a:extLst>
              <a:ext uri="{FF2B5EF4-FFF2-40B4-BE49-F238E27FC236}">
                <a16:creationId xmlns:a16="http://schemas.microsoft.com/office/drawing/2014/main" id="{E4FD6076-97A7-445E-B112-D67609C5D005}"/>
              </a:ext>
            </a:extLst>
          </p:cNvPr>
          <p:cNvSpPr>
            <a:spLocks noGrp="1"/>
          </p:cNvSpPr>
          <p:nvPr/>
        </p:nvSpPr>
        <p:spPr>
          <a:xfrm>
            <a:off x="171585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4" name="F2_precision_recall_distributions_4038">
            <a:extLst>
              <a:ext uri="{FF2B5EF4-FFF2-40B4-BE49-F238E27FC236}">
                <a16:creationId xmlns:a16="http://schemas.microsoft.com/office/drawing/2014/main" id="{0697E96B-BA4B-4BB9-BC82-80788F5CBE35}"/>
              </a:ext>
            </a:extLst>
          </p:cNvPr>
          <p:cNvSpPr>
            <a:spLocks noGrp="1"/>
          </p:cNvSpPr>
          <p:nvPr/>
        </p:nvSpPr>
        <p:spPr>
          <a:xfrm>
            <a:off x="1998929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5" name="F2_precision_recall_distributions_4039">
            <a:extLst>
              <a:ext uri="{FF2B5EF4-FFF2-40B4-BE49-F238E27FC236}">
                <a16:creationId xmlns:a16="http://schemas.microsoft.com/office/drawing/2014/main" id="{F6F598A6-EF11-44C1-ABC0-92F109A29315}"/>
              </a:ext>
            </a:extLst>
          </p:cNvPr>
          <p:cNvSpPr>
            <a:spLocks noGrp="1"/>
          </p:cNvSpPr>
          <p:nvPr/>
        </p:nvSpPr>
        <p:spPr>
          <a:xfrm>
            <a:off x="201221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6" name="F2_precision_recall_distributions_4040">
            <a:extLst>
              <a:ext uri="{FF2B5EF4-FFF2-40B4-BE49-F238E27FC236}">
                <a16:creationId xmlns:a16="http://schemas.microsoft.com/office/drawing/2014/main" id="{FE9D78FF-D9A8-4FD0-89F8-34935DF3B75F}"/>
              </a:ext>
            </a:extLst>
          </p:cNvPr>
          <p:cNvSpPr>
            <a:spLocks noGrp="1"/>
          </p:cNvSpPr>
          <p:nvPr/>
        </p:nvSpPr>
        <p:spPr>
          <a:xfrm>
            <a:off x="185778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7" name="F2_precision_recall_distributions_4041">
            <a:extLst>
              <a:ext uri="{FF2B5EF4-FFF2-40B4-BE49-F238E27FC236}">
                <a16:creationId xmlns:a16="http://schemas.microsoft.com/office/drawing/2014/main" id="{F1B35815-94FF-439C-BE48-32BD4F258C34}"/>
              </a:ext>
            </a:extLst>
          </p:cNvPr>
          <p:cNvSpPr>
            <a:spLocks noGrp="1"/>
          </p:cNvSpPr>
          <p:nvPr/>
        </p:nvSpPr>
        <p:spPr>
          <a:xfrm>
            <a:off x="1938836" y="2906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8" name="F2_precision_recall_distributions_4042">
            <a:extLst>
              <a:ext uri="{FF2B5EF4-FFF2-40B4-BE49-F238E27FC236}">
                <a16:creationId xmlns:a16="http://schemas.microsoft.com/office/drawing/2014/main" id="{2EC6953A-1E7B-4281-BC74-CB7CEC198ECE}"/>
              </a:ext>
            </a:extLst>
          </p:cNvPr>
          <p:cNvSpPr>
            <a:spLocks noGrp="1"/>
          </p:cNvSpPr>
          <p:nvPr/>
        </p:nvSpPr>
        <p:spPr>
          <a:xfrm>
            <a:off x="1954367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29" name="F2_precision_recall_distributions_4043">
            <a:extLst>
              <a:ext uri="{FF2B5EF4-FFF2-40B4-BE49-F238E27FC236}">
                <a16:creationId xmlns:a16="http://schemas.microsoft.com/office/drawing/2014/main" id="{F13C7380-2AA8-4167-9B03-12A9677B5124}"/>
              </a:ext>
            </a:extLst>
          </p:cNvPr>
          <p:cNvSpPr>
            <a:spLocks noGrp="1"/>
          </p:cNvSpPr>
          <p:nvPr/>
        </p:nvSpPr>
        <p:spPr>
          <a:xfrm>
            <a:off x="172044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0" name="F2_precision_recall_distributions_4044">
            <a:extLst>
              <a:ext uri="{FF2B5EF4-FFF2-40B4-BE49-F238E27FC236}">
                <a16:creationId xmlns:a16="http://schemas.microsoft.com/office/drawing/2014/main" id="{B4217815-6C53-4600-9732-4B0C0B1DE899}"/>
              </a:ext>
            </a:extLst>
          </p:cNvPr>
          <p:cNvSpPr>
            <a:spLocks noGrp="1"/>
          </p:cNvSpPr>
          <p:nvPr/>
        </p:nvSpPr>
        <p:spPr>
          <a:xfrm>
            <a:off x="1746777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1" name="F2_precision_recall_distributions_4045">
            <a:extLst>
              <a:ext uri="{FF2B5EF4-FFF2-40B4-BE49-F238E27FC236}">
                <a16:creationId xmlns:a16="http://schemas.microsoft.com/office/drawing/2014/main" id="{F5E9DFB9-C956-4AE3-9938-CA1C46CA2782}"/>
              </a:ext>
            </a:extLst>
          </p:cNvPr>
          <p:cNvSpPr>
            <a:spLocks noGrp="1"/>
          </p:cNvSpPr>
          <p:nvPr/>
        </p:nvSpPr>
        <p:spPr>
          <a:xfrm>
            <a:off x="192064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2" name="F2_precision_recall_distributions_4046">
            <a:extLst>
              <a:ext uri="{FF2B5EF4-FFF2-40B4-BE49-F238E27FC236}">
                <a16:creationId xmlns:a16="http://schemas.microsoft.com/office/drawing/2014/main" id="{D04EA707-FDD6-4A04-A978-AD00DE1AC41C}"/>
              </a:ext>
            </a:extLst>
          </p:cNvPr>
          <p:cNvSpPr>
            <a:spLocks noGrp="1"/>
          </p:cNvSpPr>
          <p:nvPr/>
        </p:nvSpPr>
        <p:spPr>
          <a:xfrm>
            <a:off x="2009351" y="28931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3" name="F2_precision_recall_distributions_4047">
            <a:extLst>
              <a:ext uri="{FF2B5EF4-FFF2-40B4-BE49-F238E27FC236}">
                <a16:creationId xmlns:a16="http://schemas.microsoft.com/office/drawing/2014/main" id="{37AADFE3-77DD-408B-B1C2-DDF721EDECE2}"/>
              </a:ext>
            </a:extLst>
          </p:cNvPr>
          <p:cNvSpPr>
            <a:spLocks noGrp="1"/>
          </p:cNvSpPr>
          <p:nvPr/>
        </p:nvSpPr>
        <p:spPr>
          <a:xfrm>
            <a:off x="193581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4" name="F2_precision_recall_distributions_4048">
            <a:extLst>
              <a:ext uri="{FF2B5EF4-FFF2-40B4-BE49-F238E27FC236}">
                <a16:creationId xmlns:a16="http://schemas.microsoft.com/office/drawing/2014/main" id="{78FC5313-A060-4FED-B326-D0FC0EB5B74A}"/>
              </a:ext>
            </a:extLst>
          </p:cNvPr>
          <p:cNvSpPr>
            <a:spLocks noGrp="1"/>
          </p:cNvSpPr>
          <p:nvPr/>
        </p:nvSpPr>
        <p:spPr>
          <a:xfrm>
            <a:off x="19710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5" name="F2_precision_recall_distributions_4049">
            <a:extLst>
              <a:ext uri="{FF2B5EF4-FFF2-40B4-BE49-F238E27FC236}">
                <a16:creationId xmlns:a16="http://schemas.microsoft.com/office/drawing/2014/main" id="{FC25078A-B906-4FDB-A138-DA7C680E9024}"/>
              </a:ext>
            </a:extLst>
          </p:cNvPr>
          <p:cNvSpPr>
            <a:spLocks noGrp="1"/>
          </p:cNvSpPr>
          <p:nvPr/>
        </p:nvSpPr>
        <p:spPr>
          <a:xfrm>
            <a:off x="1873114" y="31269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6" name="F2_precision_recall_distributions_4050">
            <a:extLst>
              <a:ext uri="{FF2B5EF4-FFF2-40B4-BE49-F238E27FC236}">
                <a16:creationId xmlns:a16="http://schemas.microsoft.com/office/drawing/2014/main" id="{05320B76-0240-4B17-89F8-E289C9E7E571}"/>
              </a:ext>
            </a:extLst>
          </p:cNvPr>
          <p:cNvSpPr>
            <a:spLocks noGrp="1"/>
          </p:cNvSpPr>
          <p:nvPr/>
        </p:nvSpPr>
        <p:spPr>
          <a:xfrm>
            <a:off x="1953621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7" name="F2_precision_recall_distributions_4051">
            <a:extLst>
              <a:ext uri="{FF2B5EF4-FFF2-40B4-BE49-F238E27FC236}">
                <a16:creationId xmlns:a16="http://schemas.microsoft.com/office/drawing/2014/main" id="{DFECA19D-46D4-46B9-9F4D-76D6D8830814}"/>
              </a:ext>
            </a:extLst>
          </p:cNvPr>
          <p:cNvSpPr>
            <a:spLocks noGrp="1"/>
          </p:cNvSpPr>
          <p:nvPr/>
        </p:nvSpPr>
        <p:spPr>
          <a:xfrm>
            <a:off x="1809018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8" name="F2_precision_recall_distributions_4052">
            <a:extLst>
              <a:ext uri="{FF2B5EF4-FFF2-40B4-BE49-F238E27FC236}">
                <a16:creationId xmlns:a16="http://schemas.microsoft.com/office/drawing/2014/main" id="{34478CCF-ED6C-4924-8C7A-CC0D2DCD72F1}"/>
              </a:ext>
            </a:extLst>
          </p:cNvPr>
          <p:cNvSpPr>
            <a:spLocks noGrp="1"/>
          </p:cNvSpPr>
          <p:nvPr/>
        </p:nvSpPr>
        <p:spPr>
          <a:xfrm>
            <a:off x="17302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39" name="F2_precision_recall_distributions_4053">
            <a:extLst>
              <a:ext uri="{FF2B5EF4-FFF2-40B4-BE49-F238E27FC236}">
                <a16:creationId xmlns:a16="http://schemas.microsoft.com/office/drawing/2014/main" id="{96A1934D-7EAE-4F48-9E5F-FC8DD5F9D302}"/>
              </a:ext>
            </a:extLst>
          </p:cNvPr>
          <p:cNvSpPr>
            <a:spLocks noGrp="1"/>
          </p:cNvSpPr>
          <p:nvPr/>
        </p:nvSpPr>
        <p:spPr>
          <a:xfrm>
            <a:off x="181664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0" name="F2_precision_recall_distributions_4054">
            <a:extLst>
              <a:ext uri="{FF2B5EF4-FFF2-40B4-BE49-F238E27FC236}">
                <a16:creationId xmlns:a16="http://schemas.microsoft.com/office/drawing/2014/main" id="{4043F6D6-F2CF-4100-B467-382C402F6F6A}"/>
              </a:ext>
            </a:extLst>
          </p:cNvPr>
          <p:cNvSpPr>
            <a:spLocks noGrp="1"/>
          </p:cNvSpPr>
          <p:nvPr/>
        </p:nvSpPr>
        <p:spPr>
          <a:xfrm>
            <a:off x="17454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1" name="F2_precision_recall_distributions_4055">
            <a:extLst>
              <a:ext uri="{FF2B5EF4-FFF2-40B4-BE49-F238E27FC236}">
                <a16:creationId xmlns:a16="http://schemas.microsoft.com/office/drawing/2014/main" id="{0F2B1531-644D-4679-A04C-07602E0E0454}"/>
              </a:ext>
            </a:extLst>
          </p:cNvPr>
          <p:cNvSpPr>
            <a:spLocks noGrp="1"/>
          </p:cNvSpPr>
          <p:nvPr/>
        </p:nvSpPr>
        <p:spPr>
          <a:xfrm>
            <a:off x="19790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2" name="F2_precision_recall_distributions_4056">
            <a:extLst>
              <a:ext uri="{FF2B5EF4-FFF2-40B4-BE49-F238E27FC236}">
                <a16:creationId xmlns:a16="http://schemas.microsoft.com/office/drawing/2014/main" id="{668B264B-568E-4409-B3FE-9A3C7EEF1DEE}"/>
              </a:ext>
            </a:extLst>
          </p:cNvPr>
          <p:cNvSpPr>
            <a:spLocks noGrp="1"/>
          </p:cNvSpPr>
          <p:nvPr/>
        </p:nvSpPr>
        <p:spPr>
          <a:xfrm>
            <a:off x="199864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3" name="F2_precision_recall_distributions_4057">
            <a:extLst>
              <a:ext uri="{FF2B5EF4-FFF2-40B4-BE49-F238E27FC236}">
                <a16:creationId xmlns:a16="http://schemas.microsoft.com/office/drawing/2014/main" id="{1B432027-A22A-414D-841E-46E2F65B080E}"/>
              </a:ext>
            </a:extLst>
          </p:cNvPr>
          <p:cNvSpPr>
            <a:spLocks noGrp="1"/>
          </p:cNvSpPr>
          <p:nvPr/>
        </p:nvSpPr>
        <p:spPr>
          <a:xfrm>
            <a:off x="19425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4" name="F2_precision_recall_distributions_4058">
            <a:extLst>
              <a:ext uri="{FF2B5EF4-FFF2-40B4-BE49-F238E27FC236}">
                <a16:creationId xmlns:a16="http://schemas.microsoft.com/office/drawing/2014/main" id="{1D5233E1-EA77-4233-8073-2870DDD30857}"/>
              </a:ext>
            </a:extLst>
          </p:cNvPr>
          <p:cNvSpPr>
            <a:spLocks noGrp="1"/>
          </p:cNvSpPr>
          <p:nvPr/>
        </p:nvSpPr>
        <p:spPr>
          <a:xfrm>
            <a:off x="1711142" y="31648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5" name="F2_precision_recall_distributions_4059">
            <a:extLst>
              <a:ext uri="{FF2B5EF4-FFF2-40B4-BE49-F238E27FC236}">
                <a16:creationId xmlns:a16="http://schemas.microsoft.com/office/drawing/2014/main" id="{405A1830-12BE-4AAE-B173-1876FC67BDF4}"/>
              </a:ext>
            </a:extLst>
          </p:cNvPr>
          <p:cNvSpPr>
            <a:spLocks noGrp="1"/>
          </p:cNvSpPr>
          <p:nvPr/>
        </p:nvSpPr>
        <p:spPr>
          <a:xfrm>
            <a:off x="180488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6" name="F2_precision_recall_distributions_4060">
            <a:extLst>
              <a:ext uri="{FF2B5EF4-FFF2-40B4-BE49-F238E27FC236}">
                <a16:creationId xmlns:a16="http://schemas.microsoft.com/office/drawing/2014/main" id="{D0B5C765-B3B5-4A08-B5DC-275E13FCCB5F}"/>
              </a:ext>
            </a:extLst>
          </p:cNvPr>
          <p:cNvSpPr>
            <a:spLocks noGrp="1"/>
          </p:cNvSpPr>
          <p:nvPr/>
        </p:nvSpPr>
        <p:spPr>
          <a:xfrm>
            <a:off x="183677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7" name="F2_precision_recall_distributions_4061">
            <a:extLst>
              <a:ext uri="{FF2B5EF4-FFF2-40B4-BE49-F238E27FC236}">
                <a16:creationId xmlns:a16="http://schemas.microsoft.com/office/drawing/2014/main" id="{22CAF561-5E43-4D74-BF84-7D7C72852291}"/>
              </a:ext>
            </a:extLst>
          </p:cNvPr>
          <p:cNvSpPr>
            <a:spLocks noGrp="1"/>
          </p:cNvSpPr>
          <p:nvPr/>
        </p:nvSpPr>
        <p:spPr>
          <a:xfrm>
            <a:off x="16680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8" name="F2_precision_recall_distributions_4062">
            <a:extLst>
              <a:ext uri="{FF2B5EF4-FFF2-40B4-BE49-F238E27FC236}">
                <a16:creationId xmlns:a16="http://schemas.microsoft.com/office/drawing/2014/main" id="{2EA5F665-2C3A-4CA3-AD98-8825BEC707C5}"/>
              </a:ext>
            </a:extLst>
          </p:cNvPr>
          <p:cNvSpPr>
            <a:spLocks noGrp="1"/>
          </p:cNvSpPr>
          <p:nvPr/>
        </p:nvSpPr>
        <p:spPr>
          <a:xfrm>
            <a:off x="190593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49" name="F2_precision_recall_distributions_4063">
            <a:extLst>
              <a:ext uri="{FF2B5EF4-FFF2-40B4-BE49-F238E27FC236}">
                <a16:creationId xmlns:a16="http://schemas.microsoft.com/office/drawing/2014/main" id="{BB8B42E5-7DD0-401E-841A-076E0A277833}"/>
              </a:ext>
            </a:extLst>
          </p:cNvPr>
          <p:cNvSpPr>
            <a:spLocks noGrp="1"/>
          </p:cNvSpPr>
          <p:nvPr/>
        </p:nvSpPr>
        <p:spPr>
          <a:xfrm>
            <a:off x="1788204" y="30592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0" name="F2_precision_recall_distributions_4064">
            <a:extLst>
              <a:ext uri="{FF2B5EF4-FFF2-40B4-BE49-F238E27FC236}">
                <a16:creationId xmlns:a16="http://schemas.microsoft.com/office/drawing/2014/main" id="{965D739E-A60B-4B54-B0FF-8F412F0907BE}"/>
              </a:ext>
            </a:extLst>
          </p:cNvPr>
          <p:cNvSpPr>
            <a:spLocks noGrp="1"/>
          </p:cNvSpPr>
          <p:nvPr/>
        </p:nvSpPr>
        <p:spPr>
          <a:xfrm>
            <a:off x="177357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1" name="F2_precision_recall_distributions_4065">
            <a:extLst>
              <a:ext uri="{FF2B5EF4-FFF2-40B4-BE49-F238E27FC236}">
                <a16:creationId xmlns:a16="http://schemas.microsoft.com/office/drawing/2014/main" id="{ABFFAC24-1785-41F5-A339-B67EF36976C6}"/>
              </a:ext>
            </a:extLst>
          </p:cNvPr>
          <p:cNvSpPr>
            <a:spLocks noGrp="1"/>
          </p:cNvSpPr>
          <p:nvPr/>
        </p:nvSpPr>
        <p:spPr>
          <a:xfrm>
            <a:off x="1675470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2" name="F2_precision_recall_distributions_4066">
            <a:extLst>
              <a:ext uri="{FF2B5EF4-FFF2-40B4-BE49-F238E27FC236}">
                <a16:creationId xmlns:a16="http://schemas.microsoft.com/office/drawing/2014/main" id="{80B11508-1591-469A-8EDE-2C57D12AAD96}"/>
              </a:ext>
            </a:extLst>
          </p:cNvPr>
          <p:cNvSpPr>
            <a:spLocks noGrp="1"/>
          </p:cNvSpPr>
          <p:nvPr/>
        </p:nvSpPr>
        <p:spPr>
          <a:xfrm>
            <a:off x="18051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3" name="F2_precision_recall_distributions_4067">
            <a:extLst>
              <a:ext uri="{FF2B5EF4-FFF2-40B4-BE49-F238E27FC236}">
                <a16:creationId xmlns:a16="http://schemas.microsoft.com/office/drawing/2014/main" id="{DE60CE18-0701-4C0A-B045-4C7F07813D25}"/>
              </a:ext>
            </a:extLst>
          </p:cNvPr>
          <p:cNvSpPr>
            <a:spLocks noGrp="1"/>
          </p:cNvSpPr>
          <p:nvPr/>
        </p:nvSpPr>
        <p:spPr>
          <a:xfrm>
            <a:off x="189595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4" name="F2_precision_recall_distributions_4068">
            <a:extLst>
              <a:ext uri="{FF2B5EF4-FFF2-40B4-BE49-F238E27FC236}">
                <a16:creationId xmlns:a16="http://schemas.microsoft.com/office/drawing/2014/main" id="{C38D67C4-35EB-4C3C-B3E7-1B5CF10ADB15}"/>
              </a:ext>
            </a:extLst>
          </p:cNvPr>
          <p:cNvSpPr>
            <a:spLocks noGrp="1"/>
          </p:cNvSpPr>
          <p:nvPr/>
        </p:nvSpPr>
        <p:spPr>
          <a:xfrm>
            <a:off x="18488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5" name="F2_precision_recall_distributions_4069">
            <a:extLst>
              <a:ext uri="{FF2B5EF4-FFF2-40B4-BE49-F238E27FC236}">
                <a16:creationId xmlns:a16="http://schemas.microsoft.com/office/drawing/2014/main" id="{529D0C3C-DADB-4822-BE85-5ABE9D08B06D}"/>
              </a:ext>
            </a:extLst>
          </p:cNvPr>
          <p:cNvSpPr>
            <a:spLocks noGrp="1"/>
          </p:cNvSpPr>
          <p:nvPr/>
        </p:nvSpPr>
        <p:spPr>
          <a:xfrm>
            <a:off x="173459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6" name="F2_precision_recall_distributions_4070">
            <a:extLst>
              <a:ext uri="{FF2B5EF4-FFF2-40B4-BE49-F238E27FC236}">
                <a16:creationId xmlns:a16="http://schemas.microsoft.com/office/drawing/2014/main" id="{D8C69F84-7ADF-44BE-80CE-87E741AB84B3}"/>
              </a:ext>
            </a:extLst>
          </p:cNvPr>
          <p:cNvSpPr>
            <a:spLocks noGrp="1"/>
          </p:cNvSpPr>
          <p:nvPr/>
        </p:nvSpPr>
        <p:spPr>
          <a:xfrm>
            <a:off x="191596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7" name="F2_precision_recall_distributions_4071">
            <a:extLst>
              <a:ext uri="{FF2B5EF4-FFF2-40B4-BE49-F238E27FC236}">
                <a16:creationId xmlns:a16="http://schemas.microsoft.com/office/drawing/2014/main" id="{797093BE-D288-47A3-95EB-EC4A19E0ED8B}"/>
              </a:ext>
            </a:extLst>
          </p:cNvPr>
          <p:cNvSpPr>
            <a:spLocks noGrp="1"/>
          </p:cNvSpPr>
          <p:nvPr/>
        </p:nvSpPr>
        <p:spPr>
          <a:xfrm>
            <a:off x="19909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8" name="F2_precision_recall_distributions_4072">
            <a:extLst>
              <a:ext uri="{FF2B5EF4-FFF2-40B4-BE49-F238E27FC236}">
                <a16:creationId xmlns:a16="http://schemas.microsoft.com/office/drawing/2014/main" id="{75B834A4-BA7B-49F4-8EB2-A3405B485A55}"/>
              </a:ext>
            </a:extLst>
          </p:cNvPr>
          <p:cNvSpPr>
            <a:spLocks noGrp="1"/>
          </p:cNvSpPr>
          <p:nvPr/>
        </p:nvSpPr>
        <p:spPr>
          <a:xfrm>
            <a:off x="172627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59" name="F2_precision_recall_distributions_4073">
            <a:extLst>
              <a:ext uri="{FF2B5EF4-FFF2-40B4-BE49-F238E27FC236}">
                <a16:creationId xmlns:a16="http://schemas.microsoft.com/office/drawing/2014/main" id="{9C6F6458-AE01-4659-B443-204B8974E129}"/>
              </a:ext>
            </a:extLst>
          </p:cNvPr>
          <p:cNvSpPr>
            <a:spLocks noGrp="1"/>
          </p:cNvSpPr>
          <p:nvPr/>
        </p:nvSpPr>
        <p:spPr>
          <a:xfrm>
            <a:off x="1945943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0" name="F2_precision_recall_distributions_4074">
            <a:extLst>
              <a:ext uri="{FF2B5EF4-FFF2-40B4-BE49-F238E27FC236}">
                <a16:creationId xmlns:a16="http://schemas.microsoft.com/office/drawing/2014/main" id="{6736D0B2-95EB-4B9E-8CC5-2C76C5D54AC2}"/>
              </a:ext>
            </a:extLst>
          </p:cNvPr>
          <p:cNvSpPr>
            <a:spLocks noGrp="1"/>
          </p:cNvSpPr>
          <p:nvPr/>
        </p:nvSpPr>
        <p:spPr>
          <a:xfrm>
            <a:off x="18710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1" name="F2_precision_recall_distributions_4075">
            <a:extLst>
              <a:ext uri="{FF2B5EF4-FFF2-40B4-BE49-F238E27FC236}">
                <a16:creationId xmlns:a16="http://schemas.microsoft.com/office/drawing/2014/main" id="{9B5A2712-529F-4039-9B9F-8E7AE4888058}"/>
              </a:ext>
            </a:extLst>
          </p:cNvPr>
          <p:cNvSpPr>
            <a:spLocks noGrp="1"/>
          </p:cNvSpPr>
          <p:nvPr/>
        </p:nvSpPr>
        <p:spPr>
          <a:xfrm>
            <a:off x="193759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2" name="F2_precision_recall_distributions_4076">
            <a:extLst>
              <a:ext uri="{FF2B5EF4-FFF2-40B4-BE49-F238E27FC236}">
                <a16:creationId xmlns:a16="http://schemas.microsoft.com/office/drawing/2014/main" id="{1CB0CC09-2D31-4625-B5EA-0D2F7E7C989E}"/>
              </a:ext>
            </a:extLst>
          </p:cNvPr>
          <p:cNvSpPr>
            <a:spLocks noGrp="1"/>
          </p:cNvSpPr>
          <p:nvPr/>
        </p:nvSpPr>
        <p:spPr>
          <a:xfrm>
            <a:off x="1729376" y="30931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3" name="F2_precision_recall_distributions_4077">
            <a:extLst>
              <a:ext uri="{FF2B5EF4-FFF2-40B4-BE49-F238E27FC236}">
                <a16:creationId xmlns:a16="http://schemas.microsoft.com/office/drawing/2014/main" id="{5E4DD79E-54C4-45F3-B130-F0A8BD988AC3}"/>
              </a:ext>
            </a:extLst>
          </p:cNvPr>
          <p:cNvSpPr>
            <a:spLocks noGrp="1"/>
          </p:cNvSpPr>
          <p:nvPr/>
        </p:nvSpPr>
        <p:spPr>
          <a:xfrm>
            <a:off x="189337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4" name="F2_precision_recall_distributions_4078">
            <a:extLst>
              <a:ext uri="{FF2B5EF4-FFF2-40B4-BE49-F238E27FC236}">
                <a16:creationId xmlns:a16="http://schemas.microsoft.com/office/drawing/2014/main" id="{8B577650-2EAF-42AB-9CA8-025C59812142}"/>
              </a:ext>
            </a:extLst>
          </p:cNvPr>
          <p:cNvSpPr>
            <a:spLocks noGrp="1"/>
          </p:cNvSpPr>
          <p:nvPr/>
        </p:nvSpPr>
        <p:spPr>
          <a:xfrm>
            <a:off x="17058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5" name="F2_precision_recall_distributions_4079">
            <a:extLst>
              <a:ext uri="{FF2B5EF4-FFF2-40B4-BE49-F238E27FC236}">
                <a16:creationId xmlns:a16="http://schemas.microsoft.com/office/drawing/2014/main" id="{C8BC0445-1A19-4053-8605-991D54E424DE}"/>
              </a:ext>
            </a:extLst>
          </p:cNvPr>
          <p:cNvSpPr>
            <a:spLocks noGrp="1"/>
          </p:cNvSpPr>
          <p:nvPr/>
        </p:nvSpPr>
        <p:spPr>
          <a:xfrm>
            <a:off x="18142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6" name="F2_precision_recall_distributions_4080">
            <a:extLst>
              <a:ext uri="{FF2B5EF4-FFF2-40B4-BE49-F238E27FC236}">
                <a16:creationId xmlns:a16="http://schemas.microsoft.com/office/drawing/2014/main" id="{D800133F-F6CE-415A-ABB3-77C44B9F83E8}"/>
              </a:ext>
            </a:extLst>
          </p:cNvPr>
          <p:cNvSpPr>
            <a:spLocks noGrp="1"/>
          </p:cNvSpPr>
          <p:nvPr/>
        </p:nvSpPr>
        <p:spPr>
          <a:xfrm>
            <a:off x="2024125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7" name="F2_precision_recall_distributions_4081">
            <a:extLst>
              <a:ext uri="{FF2B5EF4-FFF2-40B4-BE49-F238E27FC236}">
                <a16:creationId xmlns:a16="http://schemas.microsoft.com/office/drawing/2014/main" id="{9C81B7D6-3294-4EB0-8CA3-83E58D801204}"/>
              </a:ext>
            </a:extLst>
          </p:cNvPr>
          <p:cNvSpPr>
            <a:spLocks noGrp="1"/>
          </p:cNvSpPr>
          <p:nvPr/>
        </p:nvSpPr>
        <p:spPr>
          <a:xfrm>
            <a:off x="170948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8" name="F2_precision_recall_distributions_4082">
            <a:extLst>
              <a:ext uri="{FF2B5EF4-FFF2-40B4-BE49-F238E27FC236}">
                <a16:creationId xmlns:a16="http://schemas.microsoft.com/office/drawing/2014/main" id="{C862BE57-95EE-4D0D-B602-C9C83717D326}"/>
              </a:ext>
            </a:extLst>
          </p:cNvPr>
          <p:cNvSpPr>
            <a:spLocks noGrp="1"/>
          </p:cNvSpPr>
          <p:nvPr/>
        </p:nvSpPr>
        <p:spPr>
          <a:xfrm>
            <a:off x="165958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69" name="F2_precision_recall_distributions_4083">
            <a:extLst>
              <a:ext uri="{FF2B5EF4-FFF2-40B4-BE49-F238E27FC236}">
                <a16:creationId xmlns:a16="http://schemas.microsoft.com/office/drawing/2014/main" id="{E30CA246-A5F1-461C-AFA6-7F21B1A24272}"/>
              </a:ext>
            </a:extLst>
          </p:cNvPr>
          <p:cNvSpPr>
            <a:spLocks noGrp="1"/>
          </p:cNvSpPr>
          <p:nvPr/>
        </p:nvSpPr>
        <p:spPr>
          <a:xfrm>
            <a:off x="18845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0" name="F2_precision_recall_distributions_4084">
            <a:extLst>
              <a:ext uri="{FF2B5EF4-FFF2-40B4-BE49-F238E27FC236}">
                <a16:creationId xmlns:a16="http://schemas.microsoft.com/office/drawing/2014/main" id="{2E822A7A-735C-4205-ABBE-FE0FF583D995}"/>
              </a:ext>
            </a:extLst>
          </p:cNvPr>
          <p:cNvSpPr>
            <a:spLocks noGrp="1"/>
          </p:cNvSpPr>
          <p:nvPr/>
        </p:nvSpPr>
        <p:spPr>
          <a:xfrm>
            <a:off x="1860812" y="33332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1" name="F2_precision_recall_distributions_4085">
            <a:extLst>
              <a:ext uri="{FF2B5EF4-FFF2-40B4-BE49-F238E27FC236}">
                <a16:creationId xmlns:a16="http://schemas.microsoft.com/office/drawing/2014/main" id="{E1142251-7F26-4B1F-A3F6-8FC752E2165D}"/>
              </a:ext>
            </a:extLst>
          </p:cNvPr>
          <p:cNvSpPr>
            <a:spLocks noGrp="1"/>
          </p:cNvSpPr>
          <p:nvPr/>
        </p:nvSpPr>
        <p:spPr>
          <a:xfrm>
            <a:off x="197846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2" name="F2_precision_recall_distributions_4086">
            <a:extLst>
              <a:ext uri="{FF2B5EF4-FFF2-40B4-BE49-F238E27FC236}">
                <a16:creationId xmlns:a16="http://schemas.microsoft.com/office/drawing/2014/main" id="{44F2F731-8244-423D-B207-E32E3390130B}"/>
              </a:ext>
            </a:extLst>
          </p:cNvPr>
          <p:cNvSpPr>
            <a:spLocks noGrp="1"/>
          </p:cNvSpPr>
          <p:nvPr/>
        </p:nvSpPr>
        <p:spPr>
          <a:xfrm>
            <a:off x="195703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3" name="F2_precision_recall_distributions_4087">
            <a:extLst>
              <a:ext uri="{FF2B5EF4-FFF2-40B4-BE49-F238E27FC236}">
                <a16:creationId xmlns:a16="http://schemas.microsoft.com/office/drawing/2014/main" id="{AAA06B89-45D1-4E66-B4AD-DA5AD81C4ADD}"/>
              </a:ext>
            </a:extLst>
          </p:cNvPr>
          <p:cNvSpPr>
            <a:spLocks noGrp="1"/>
          </p:cNvSpPr>
          <p:nvPr/>
        </p:nvSpPr>
        <p:spPr>
          <a:xfrm>
            <a:off x="176304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4" name="F2_precision_recall_distributions_4088">
            <a:extLst>
              <a:ext uri="{FF2B5EF4-FFF2-40B4-BE49-F238E27FC236}">
                <a16:creationId xmlns:a16="http://schemas.microsoft.com/office/drawing/2014/main" id="{ABA5D38C-E985-4546-B839-3AE70084A3C1}"/>
              </a:ext>
            </a:extLst>
          </p:cNvPr>
          <p:cNvSpPr>
            <a:spLocks noGrp="1"/>
          </p:cNvSpPr>
          <p:nvPr/>
        </p:nvSpPr>
        <p:spPr>
          <a:xfrm>
            <a:off x="1823398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5" name="F2_precision_recall_distributions_4089">
            <a:extLst>
              <a:ext uri="{FF2B5EF4-FFF2-40B4-BE49-F238E27FC236}">
                <a16:creationId xmlns:a16="http://schemas.microsoft.com/office/drawing/2014/main" id="{7C677CAD-901E-49CA-BB48-01DFDF7C3C08}"/>
              </a:ext>
            </a:extLst>
          </p:cNvPr>
          <p:cNvSpPr>
            <a:spLocks noGrp="1"/>
          </p:cNvSpPr>
          <p:nvPr/>
        </p:nvSpPr>
        <p:spPr>
          <a:xfrm>
            <a:off x="1968858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6" name="F2_precision_recall_distributions_4090">
            <a:extLst>
              <a:ext uri="{FF2B5EF4-FFF2-40B4-BE49-F238E27FC236}">
                <a16:creationId xmlns:a16="http://schemas.microsoft.com/office/drawing/2014/main" id="{4ACA7CE5-E0AF-47E1-B7EA-20B5BC9404C7}"/>
              </a:ext>
            </a:extLst>
          </p:cNvPr>
          <p:cNvSpPr>
            <a:spLocks noGrp="1"/>
          </p:cNvSpPr>
          <p:nvPr/>
        </p:nvSpPr>
        <p:spPr>
          <a:xfrm>
            <a:off x="1737957" y="29269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7" name="F2_precision_recall_distributions_4091">
            <a:extLst>
              <a:ext uri="{FF2B5EF4-FFF2-40B4-BE49-F238E27FC236}">
                <a16:creationId xmlns:a16="http://schemas.microsoft.com/office/drawing/2014/main" id="{A9291925-4F06-4C13-BFA2-A00EF984D2EB}"/>
              </a:ext>
            </a:extLst>
          </p:cNvPr>
          <p:cNvSpPr>
            <a:spLocks noGrp="1"/>
          </p:cNvSpPr>
          <p:nvPr/>
        </p:nvSpPr>
        <p:spPr>
          <a:xfrm>
            <a:off x="1750535" y="30850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8" name="F2_precision_recall_distributions_4092">
            <a:extLst>
              <a:ext uri="{FF2B5EF4-FFF2-40B4-BE49-F238E27FC236}">
                <a16:creationId xmlns:a16="http://schemas.microsoft.com/office/drawing/2014/main" id="{8CBC9CF1-61EC-42C7-8876-1C52A5F3DAE4}"/>
              </a:ext>
            </a:extLst>
          </p:cNvPr>
          <p:cNvSpPr>
            <a:spLocks noGrp="1"/>
          </p:cNvSpPr>
          <p:nvPr/>
        </p:nvSpPr>
        <p:spPr>
          <a:xfrm>
            <a:off x="195262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79" name="F2_precision_recall_distributions_4093">
            <a:extLst>
              <a:ext uri="{FF2B5EF4-FFF2-40B4-BE49-F238E27FC236}">
                <a16:creationId xmlns:a16="http://schemas.microsoft.com/office/drawing/2014/main" id="{1136C8C9-2F8B-4351-8397-FBF47639067F}"/>
              </a:ext>
            </a:extLst>
          </p:cNvPr>
          <p:cNvSpPr>
            <a:spLocks noGrp="1"/>
          </p:cNvSpPr>
          <p:nvPr/>
        </p:nvSpPr>
        <p:spPr>
          <a:xfrm>
            <a:off x="179335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0" name="F2_precision_recall_distributions_4094">
            <a:extLst>
              <a:ext uri="{FF2B5EF4-FFF2-40B4-BE49-F238E27FC236}">
                <a16:creationId xmlns:a16="http://schemas.microsoft.com/office/drawing/2014/main" id="{D8636D90-786D-430D-938A-F11A1AAEB9CE}"/>
              </a:ext>
            </a:extLst>
          </p:cNvPr>
          <p:cNvSpPr>
            <a:spLocks noGrp="1"/>
          </p:cNvSpPr>
          <p:nvPr/>
        </p:nvSpPr>
        <p:spPr>
          <a:xfrm>
            <a:off x="17463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1" name="F2_precision_recall_distributions_4095">
            <a:extLst>
              <a:ext uri="{FF2B5EF4-FFF2-40B4-BE49-F238E27FC236}">
                <a16:creationId xmlns:a16="http://schemas.microsoft.com/office/drawing/2014/main" id="{45485951-06B8-44CD-B6A6-DE35D9BC2469}"/>
              </a:ext>
            </a:extLst>
          </p:cNvPr>
          <p:cNvSpPr>
            <a:spLocks noGrp="1"/>
          </p:cNvSpPr>
          <p:nvPr/>
        </p:nvSpPr>
        <p:spPr>
          <a:xfrm>
            <a:off x="2007281" y="31703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2" name="F2_precision_recall_distributions_4096">
            <a:extLst>
              <a:ext uri="{FF2B5EF4-FFF2-40B4-BE49-F238E27FC236}">
                <a16:creationId xmlns:a16="http://schemas.microsoft.com/office/drawing/2014/main" id="{F7B4D777-FB7B-4959-9046-4C9CCC4C96C2}"/>
              </a:ext>
            </a:extLst>
          </p:cNvPr>
          <p:cNvSpPr>
            <a:spLocks noGrp="1"/>
          </p:cNvSpPr>
          <p:nvPr/>
        </p:nvSpPr>
        <p:spPr>
          <a:xfrm>
            <a:off x="198798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3" name="F2_precision_recall_distributions_4097">
            <a:extLst>
              <a:ext uri="{FF2B5EF4-FFF2-40B4-BE49-F238E27FC236}">
                <a16:creationId xmlns:a16="http://schemas.microsoft.com/office/drawing/2014/main" id="{4E7FB58F-FCCD-467E-84DF-21DC1CABF251}"/>
              </a:ext>
            </a:extLst>
          </p:cNvPr>
          <p:cNvSpPr>
            <a:spLocks noGrp="1"/>
          </p:cNvSpPr>
          <p:nvPr/>
        </p:nvSpPr>
        <p:spPr>
          <a:xfrm>
            <a:off x="1777368" y="3467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4" name="F2_precision_recall_distributions_4098">
            <a:extLst>
              <a:ext uri="{FF2B5EF4-FFF2-40B4-BE49-F238E27FC236}">
                <a16:creationId xmlns:a16="http://schemas.microsoft.com/office/drawing/2014/main" id="{7F7D0409-4E03-4FA1-9C56-568C5786B87E}"/>
              </a:ext>
            </a:extLst>
          </p:cNvPr>
          <p:cNvSpPr>
            <a:spLocks noGrp="1"/>
          </p:cNvSpPr>
          <p:nvPr/>
        </p:nvSpPr>
        <p:spPr>
          <a:xfrm>
            <a:off x="193590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5" name="F2_precision_recall_distributions_4099">
            <a:extLst>
              <a:ext uri="{FF2B5EF4-FFF2-40B4-BE49-F238E27FC236}">
                <a16:creationId xmlns:a16="http://schemas.microsoft.com/office/drawing/2014/main" id="{1D3E5521-A3BD-4B90-AA53-42AF42C66D0E}"/>
              </a:ext>
            </a:extLst>
          </p:cNvPr>
          <p:cNvSpPr>
            <a:spLocks noGrp="1"/>
          </p:cNvSpPr>
          <p:nvPr/>
        </p:nvSpPr>
        <p:spPr>
          <a:xfrm>
            <a:off x="17514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6" name="F2_precision_recall_distributions_4100">
            <a:extLst>
              <a:ext uri="{FF2B5EF4-FFF2-40B4-BE49-F238E27FC236}">
                <a16:creationId xmlns:a16="http://schemas.microsoft.com/office/drawing/2014/main" id="{52358548-A3D4-433F-8712-5810A6DB6829}"/>
              </a:ext>
            </a:extLst>
          </p:cNvPr>
          <p:cNvSpPr>
            <a:spLocks noGrp="1"/>
          </p:cNvSpPr>
          <p:nvPr/>
        </p:nvSpPr>
        <p:spPr>
          <a:xfrm>
            <a:off x="1754647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7" name="F2_precision_recall_distributions_4101">
            <a:extLst>
              <a:ext uri="{FF2B5EF4-FFF2-40B4-BE49-F238E27FC236}">
                <a16:creationId xmlns:a16="http://schemas.microsoft.com/office/drawing/2014/main" id="{E90EAD9E-85A1-452B-960F-A190E09001A8}"/>
              </a:ext>
            </a:extLst>
          </p:cNvPr>
          <p:cNvSpPr>
            <a:spLocks noGrp="1"/>
          </p:cNvSpPr>
          <p:nvPr/>
        </p:nvSpPr>
        <p:spPr>
          <a:xfrm>
            <a:off x="186040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8" name="F2_precision_recall_distributions_4102">
            <a:extLst>
              <a:ext uri="{FF2B5EF4-FFF2-40B4-BE49-F238E27FC236}">
                <a16:creationId xmlns:a16="http://schemas.microsoft.com/office/drawing/2014/main" id="{B95772FE-5246-46FA-B3D7-0620E7C32F33}"/>
              </a:ext>
            </a:extLst>
          </p:cNvPr>
          <p:cNvSpPr>
            <a:spLocks noGrp="1"/>
          </p:cNvSpPr>
          <p:nvPr/>
        </p:nvSpPr>
        <p:spPr>
          <a:xfrm>
            <a:off x="1750507" y="3467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89" name="F2_precision_recall_distributions_4103">
            <a:extLst>
              <a:ext uri="{FF2B5EF4-FFF2-40B4-BE49-F238E27FC236}">
                <a16:creationId xmlns:a16="http://schemas.microsoft.com/office/drawing/2014/main" id="{D86D2ED5-C8DA-4995-A4A4-03E035A6A2DD}"/>
              </a:ext>
            </a:extLst>
          </p:cNvPr>
          <p:cNvSpPr>
            <a:spLocks noGrp="1"/>
          </p:cNvSpPr>
          <p:nvPr/>
        </p:nvSpPr>
        <p:spPr>
          <a:xfrm>
            <a:off x="1935874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0" name="F2_precision_recall_distributions_4104">
            <a:extLst>
              <a:ext uri="{FF2B5EF4-FFF2-40B4-BE49-F238E27FC236}">
                <a16:creationId xmlns:a16="http://schemas.microsoft.com/office/drawing/2014/main" id="{A6B2944D-2863-4F64-9B94-F59074753545}"/>
              </a:ext>
            </a:extLst>
          </p:cNvPr>
          <p:cNvSpPr>
            <a:spLocks noGrp="1"/>
          </p:cNvSpPr>
          <p:nvPr/>
        </p:nvSpPr>
        <p:spPr>
          <a:xfrm>
            <a:off x="180936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1" name="F2_precision_recall_distributions_4105">
            <a:extLst>
              <a:ext uri="{FF2B5EF4-FFF2-40B4-BE49-F238E27FC236}">
                <a16:creationId xmlns:a16="http://schemas.microsoft.com/office/drawing/2014/main" id="{98A73AF2-2B3E-4C82-9B25-F57D738EA209}"/>
              </a:ext>
            </a:extLst>
          </p:cNvPr>
          <p:cNvSpPr>
            <a:spLocks noGrp="1"/>
          </p:cNvSpPr>
          <p:nvPr/>
        </p:nvSpPr>
        <p:spPr>
          <a:xfrm>
            <a:off x="165420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2" name="F2_precision_recall_distributions_4106">
            <a:extLst>
              <a:ext uri="{FF2B5EF4-FFF2-40B4-BE49-F238E27FC236}">
                <a16:creationId xmlns:a16="http://schemas.microsoft.com/office/drawing/2014/main" id="{3D702501-33EC-45BF-B756-A0073046E76A}"/>
              </a:ext>
            </a:extLst>
          </p:cNvPr>
          <p:cNvSpPr>
            <a:spLocks noGrp="1"/>
          </p:cNvSpPr>
          <p:nvPr/>
        </p:nvSpPr>
        <p:spPr>
          <a:xfrm>
            <a:off x="171900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3" name="F2_precision_recall_distributions_4107">
            <a:extLst>
              <a:ext uri="{FF2B5EF4-FFF2-40B4-BE49-F238E27FC236}">
                <a16:creationId xmlns:a16="http://schemas.microsoft.com/office/drawing/2014/main" id="{91697392-28E5-4ECC-B280-ED42AD091D63}"/>
              </a:ext>
            </a:extLst>
          </p:cNvPr>
          <p:cNvSpPr>
            <a:spLocks noGrp="1"/>
          </p:cNvSpPr>
          <p:nvPr/>
        </p:nvSpPr>
        <p:spPr>
          <a:xfrm>
            <a:off x="1721546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4" name="F2_precision_recall_distributions_4108">
            <a:extLst>
              <a:ext uri="{FF2B5EF4-FFF2-40B4-BE49-F238E27FC236}">
                <a16:creationId xmlns:a16="http://schemas.microsoft.com/office/drawing/2014/main" id="{7E41248C-2BCE-47CB-98A0-C27981EC0DF1}"/>
              </a:ext>
            </a:extLst>
          </p:cNvPr>
          <p:cNvSpPr>
            <a:spLocks noGrp="1"/>
          </p:cNvSpPr>
          <p:nvPr/>
        </p:nvSpPr>
        <p:spPr>
          <a:xfrm>
            <a:off x="1934616" y="341339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5" name="F2_precision_recall_distributions_4109">
            <a:extLst>
              <a:ext uri="{FF2B5EF4-FFF2-40B4-BE49-F238E27FC236}">
                <a16:creationId xmlns:a16="http://schemas.microsoft.com/office/drawing/2014/main" id="{D0569A2C-96C7-4201-83B1-F778854DC62E}"/>
              </a:ext>
            </a:extLst>
          </p:cNvPr>
          <p:cNvSpPr>
            <a:spLocks noGrp="1"/>
          </p:cNvSpPr>
          <p:nvPr/>
        </p:nvSpPr>
        <p:spPr>
          <a:xfrm>
            <a:off x="16914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6" name="F2_precision_recall_distributions_4110">
            <a:extLst>
              <a:ext uri="{FF2B5EF4-FFF2-40B4-BE49-F238E27FC236}">
                <a16:creationId xmlns:a16="http://schemas.microsoft.com/office/drawing/2014/main" id="{3949C665-8483-4AB8-8342-B34A18764915}"/>
              </a:ext>
            </a:extLst>
          </p:cNvPr>
          <p:cNvSpPr>
            <a:spLocks noGrp="1"/>
          </p:cNvSpPr>
          <p:nvPr/>
        </p:nvSpPr>
        <p:spPr>
          <a:xfrm>
            <a:off x="1791376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7" name="F2_precision_recall_distributions_4111">
            <a:extLst>
              <a:ext uri="{FF2B5EF4-FFF2-40B4-BE49-F238E27FC236}">
                <a16:creationId xmlns:a16="http://schemas.microsoft.com/office/drawing/2014/main" id="{D7630EF9-5709-41D9-8045-BC694074686B}"/>
              </a:ext>
            </a:extLst>
          </p:cNvPr>
          <p:cNvSpPr>
            <a:spLocks noGrp="1"/>
          </p:cNvSpPr>
          <p:nvPr/>
        </p:nvSpPr>
        <p:spPr>
          <a:xfrm>
            <a:off x="174229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8" name="F2_precision_recall_distributions_4112">
            <a:extLst>
              <a:ext uri="{FF2B5EF4-FFF2-40B4-BE49-F238E27FC236}">
                <a16:creationId xmlns:a16="http://schemas.microsoft.com/office/drawing/2014/main" id="{AB46C486-1B25-4722-938B-A34D86CB222E}"/>
              </a:ext>
            </a:extLst>
          </p:cNvPr>
          <p:cNvSpPr>
            <a:spLocks noGrp="1"/>
          </p:cNvSpPr>
          <p:nvPr/>
        </p:nvSpPr>
        <p:spPr>
          <a:xfrm>
            <a:off x="187771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299" name="F2_precision_recall_distributions_4113">
            <a:extLst>
              <a:ext uri="{FF2B5EF4-FFF2-40B4-BE49-F238E27FC236}">
                <a16:creationId xmlns:a16="http://schemas.microsoft.com/office/drawing/2014/main" id="{E71C2D7D-0360-40E4-8E02-9D204441F48B}"/>
              </a:ext>
            </a:extLst>
          </p:cNvPr>
          <p:cNvSpPr>
            <a:spLocks noGrp="1"/>
          </p:cNvSpPr>
          <p:nvPr/>
        </p:nvSpPr>
        <p:spPr>
          <a:xfrm>
            <a:off x="17899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0" name="F2_precision_recall_distributions_4114">
            <a:extLst>
              <a:ext uri="{FF2B5EF4-FFF2-40B4-BE49-F238E27FC236}">
                <a16:creationId xmlns:a16="http://schemas.microsoft.com/office/drawing/2014/main" id="{AE575CCC-4844-4ECD-A16E-61DC645870CA}"/>
              </a:ext>
            </a:extLst>
          </p:cNvPr>
          <p:cNvSpPr>
            <a:spLocks noGrp="1"/>
          </p:cNvSpPr>
          <p:nvPr/>
        </p:nvSpPr>
        <p:spPr>
          <a:xfrm>
            <a:off x="18714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1" name="F2_precision_recall_distributions_4115">
            <a:extLst>
              <a:ext uri="{FF2B5EF4-FFF2-40B4-BE49-F238E27FC236}">
                <a16:creationId xmlns:a16="http://schemas.microsoft.com/office/drawing/2014/main" id="{F7DCA181-800B-4619-91E9-5C6F8836C313}"/>
              </a:ext>
            </a:extLst>
          </p:cNvPr>
          <p:cNvSpPr>
            <a:spLocks noGrp="1"/>
          </p:cNvSpPr>
          <p:nvPr/>
        </p:nvSpPr>
        <p:spPr>
          <a:xfrm>
            <a:off x="1737094" y="29829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2" name="F2_precision_recall_distributions_4116">
            <a:extLst>
              <a:ext uri="{FF2B5EF4-FFF2-40B4-BE49-F238E27FC236}">
                <a16:creationId xmlns:a16="http://schemas.microsoft.com/office/drawing/2014/main" id="{D7B0462E-CEC5-4CDB-B15B-703825E7666A}"/>
              </a:ext>
            </a:extLst>
          </p:cNvPr>
          <p:cNvSpPr>
            <a:spLocks noGrp="1"/>
          </p:cNvSpPr>
          <p:nvPr/>
        </p:nvSpPr>
        <p:spPr>
          <a:xfrm>
            <a:off x="189383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3" name="F2_precision_recall_distributions_4117">
            <a:extLst>
              <a:ext uri="{FF2B5EF4-FFF2-40B4-BE49-F238E27FC236}">
                <a16:creationId xmlns:a16="http://schemas.microsoft.com/office/drawing/2014/main" id="{2E40FD2B-C6DF-4111-B2F6-53F21D03C7DE}"/>
              </a:ext>
            </a:extLst>
          </p:cNvPr>
          <p:cNvSpPr>
            <a:spLocks noGrp="1"/>
          </p:cNvSpPr>
          <p:nvPr/>
        </p:nvSpPr>
        <p:spPr>
          <a:xfrm>
            <a:off x="1784460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4" name="F2_precision_recall_distributions_4118">
            <a:extLst>
              <a:ext uri="{FF2B5EF4-FFF2-40B4-BE49-F238E27FC236}">
                <a16:creationId xmlns:a16="http://schemas.microsoft.com/office/drawing/2014/main" id="{0952E0F7-8F2A-4C58-9AE2-277D290DFB3B}"/>
              </a:ext>
            </a:extLst>
          </p:cNvPr>
          <p:cNvSpPr>
            <a:spLocks noGrp="1"/>
          </p:cNvSpPr>
          <p:nvPr/>
        </p:nvSpPr>
        <p:spPr>
          <a:xfrm>
            <a:off x="185048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5" name="F2_precision_recall_distributions_4119">
            <a:extLst>
              <a:ext uri="{FF2B5EF4-FFF2-40B4-BE49-F238E27FC236}">
                <a16:creationId xmlns:a16="http://schemas.microsoft.com/office/drawing/2014/main" id="{2144E026-0666-44A2-9D3B-E0F39737360E}"/>
              </a:ext>
            </a:extLst>
          </p:cNvPr>
          <p:cNvSpPr>
            <a:spLocks noGrp="1"/>
          </p:cNvSpPr>
          <p:nvPr/>
        </p:nvSpPr>
        <p:spPr>
          <a:xfrm>
            <a:off x="200268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6" name="F2_precision_recall_distributions_4120">
            <a:extLst>
              <a:ext uri="{FF2B5EF4-FFF2-40B4-BE49-F238E27FC236}">
                <a16:creationId xmlns:a16="http://schemas.microsoft.com/office/drawing/2014/main" id="{906CB78B-BA7B-423D-9494-8F224D91DB0B}"/>
              </a:ext>
            </a:extLst>
          </p:cNvPr>
          <p:cNvSpPr>
            <a:spLocks noGrp="1"/>
          </p:cNvSpPr>
          <p:nvPr/>
        </p:nvSpPr>
        <p:spPr>
          <a:xfrm>
            <a:off x="1658894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7" name="F2_precision_recall_distributions_4121">
            <a:extLst>
              <a:ext uri="{FF2B5EF4-FFF2-40B4-BE49-F238E27FC236}">
                <a16:creationId xmlns:a16="http://schemas.microsoft.com/office/drawing/2014/main" id="{40C034FC-8709-49FC-9BC6-A147004F8491}"/>
              </a:ext>
            </a:extLst>
          </p:cNvPr>
          <p:cNvSpPr>
            <a:spLocks noGrp="1"/>
          </p:cNvSpPr>
          <p:nvPr/>
        </p:nvSpPr>
        <p:spPr>
          <a:xfrm>
            <a:off x="2678914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80482" y="848766"/>
                </a:moveTo>
                <a:lnTo>
                  <a:pt x="194615" y="848766"/>
                </a:lnTo>
                <a:lnTo>
                  <a:pt x="197158" y="842186"/>
                </a:lnTo>
                <a:lnTo>
                  <a:pt x="204512" y="835606"/>
                </a:lnTo>
                <a:lnTo>
                  <a:pt x="215904" y="829027"/>
                </a:lnTo>
                <a:lnTo>
                  <a:pt x="230192" y="822447"/>
                </a:lnTo>
                <a:lnTo>
                  <a:pt x="246057" y="815868"/>
                </a:lnTo>
                <a:lnTo>
                  <a:pt x="262195" y="809288"/>
                </a:lnTo>
                <a:lnTo>
                  <a:pt x="277492" y="802708"/>
                </a:lnTo>
                <a:lnTo>
                  <a:pt x="291133" y="796129"/>
                </a:lnTo>
                <a:lnTo>
                  <a:pt x="302641" y="789549"/>
                </a:lnTo>
                <a:lnTo>
                  <a:pt x="311860" y="782970"/>
                </a:lnTo>
                <a:lnTo>
                  <a:pt x="318889" y="776390"/>
                </a:lnTo>
                <a:lnTo>
                  <a:pt x="323993" y="769811"/>
                </a:lnTo>
                <a:lnTo>
                  <a:pt x="327519" y="763231"/>
                </a:lnTo>
                <a:lnTo>
                  <a:pt x="329823" y="756651"/>
                </a:lnTo>
                <a:lnTo>
                  <a:pt x="331226" y="750072"/>
                </a:lnTo>
                <a:lnTo>
                  <a:pt x="331985" y="743492"/>
                </a:lnTo>
                <a:lnTo>
                  <a:pt x="332292" y="736913"/>
                </a:lnTo>
                <a:lnTo>
                  <a:pt x="332280" y="730333"/>
                </a:lnTo>
                <a:lnTo>
                  <a:pt x="332030" y="723754"/>
                </a:lnTo>
                <a:lnTo>
                  <a:pt x="331593" y="717174"/>
                </a:lnTo>
                <a:lnTo>
                  <a:pt x="330995" y="710594"/>
                </a:lnTo>
                <a:lnTo>
                  <a:pt x="330247" y="704015"/>
                </a:lnTo>
                <a:lnTo>
                  <a:pt x="329356" y="697435"/>
                </a:lnTo>
                <a:lnTo>
                  <a:pt x="328329" y="690856"/>
                </a:lnTo>
                <a:lnTo>
                  <a:pt x="327180" y="684276"/>
                </a:lnTo>
                <a:lnTo>
                  <a:pt x="325931" y="677697"/>
                </a:lnTo>
                <a:lnTo>
                  <a:pt x="324617" y="671117"/>
                </a:lnTo>
                <a:lnTo>
                  <a:pt x="323279" y="664537"/>
                </a:lnTo>
                <a:lnTo>
                  <a:pt x="321963" y="657958"/>
                </a:lnTo>
                <a:lnTo>
                  <a:pt x="320706" y="651378"/>
                </a:lnTo>
                <a:lnTo>
                  <a:pt x="319527" y="644799"/>
                </a:lnTo>
                <a:lnTo>
                  <a:pt x="318419" y="638219"/>
                </a:lnTo>
                <a:lnTo>
                  <a:pt x="317346" y="631639"/>
                </a:lnTo>
                <a:lnTo>
                  <a:pt x="316248" y="625060"/>
                </a:lnTo>
                <a:lnTo>
                  <a:pt x="315055" y="618480"/>
                </a:lnTo>
                <a:lnTo>
                  <a:pt x="313708" y="611901"/>
                </a:lnTo>
                <a:lnTo>
                  <a:pt x="312178" y="605321"/>
                </a:lnTo>
                <a:lnTo>
                  <a:pt x="310484" y="598742"/>
                </a:lnTo>
                <a:lnTo>
                  <a:pt x="308699" y="592162"/>
                </a:lnTo>
                <a:lnTo>
                  <a:pt x="306949" y="585582"/>
                </a:lnTo>
                <a:lnTo>
                  <a:pt x="305389" y="579003"/>
                </a:lnTo>
                <a:lnTo>
                  <a:pt x="304183" y="572423"/>
                </a:lnTo>
                <a:lnTo>
                  <a:pt x="303471" y="565844"/>
                </a:lnTo>
                <a:lnTo>
                  <a:pt x="303346" y="559264"/>
                </a:lnTo>
                <a:lnTo>
                  <a:pt x="303835" y="552685"/>
                </a:lnTo>
                <a:lnTo>
                  <a:pt x="304899" y="546105"/>
                </a:lnTo>
                <a:lnTo>
                  <a:pt x="306436" y="539525"/>
                </a:lnTo>
                <a:lnTo>
                  <a:pt x="308298" y="532946"/>
                </a:lnTo>
                <a:lnTo>
                  <a:pt x="310310" y="526366"/>
                </a:lnTo>
                <a:lnTo>
                  <a:pt x="312284" y="519787"/>
                </a:lnTo>
                <a:lnTo>
                  <a:pt x="314035" y="513207"/>
                </a:lnTo>
                <a:lnTo>
                  <a:pt x="315389" y="506627"/>
                </a:lnTo>
                <a:lnTo>
                  <a:pt x="316186" y="500048"/>
                </a:lnTo>
                <a:lnTo>
                  <a:pt x="316286" y="493468"/>
                </a:lnTo>
                <a:lnTo>
                  <a:pt x="315584" y="486889"/>
                </a:lnTo>
                <a:lnTo>
                  <a:pt x="314023" y="480309"/>
                </a:lnTo>
                <a:lnTo>
                  <a:pt x="311617" y="473730"/>
                </a:lnTo>
                <a:lnTo>
                  <a:pt x="308464" y="467150"/>
                </a:lnTo>
                <a:lnTo>
                  <a:pt x="304766" y="460570"/>
                </a:lnTo>
                <a:lnTo>
                  <a:pt x="300813" y="453991"/>
                </a:lnTo>
                <a:lnTo>
                  <a:pt x="296966" y="447411"/>
                </a:lnTo>
                <a:lnTo>
                  <a:pt x="293611" y="440832"/>
                </a:lnTo>
                <a:lnTo>
                  <a:pt x="291102" y="434252"/>
                </a:lnTo>
                <a:lnTo>
                  <a:pt x="289704" y="427673"/>
                </a:lnTo>
                <a:lnTo>
                  <a:pt x="289546" y="421093"/>
                </a:lnTo>
                <a:lnTo>
                  <a:pt x="290602" y="414513"/>
                </a:lnTo>
                <a:lnTo>
                  <a:pt x="292693" y="407934"/>
                </a:lnTo>
                <a:lnTo>
                  <a:pt x="295524" y="401354"/>
                </a:lnTo>
                <a:lnTo>
                  <a:pt x="298738" y="394775"/>
                </a:lnTo>
                <a:lnTo>
                  <a:pt x="301971" y="388195"/>
                </a:lnTo>
                <a:lnTo>
                  <a:pt x="304912" y="381616"/>
                </a:lnTo>
                <a:lnTo>
                  <a:pt x="307329" y="375036"/>
                </a:lnTo>
                <a:lnTo>
                  <a:pt x="309088" y="368456"/>
                </a:lnTo>
                <a:lnTo>
                  <a:pt x="310135" y="361877"/>
                </a:lnTo>
                <a:lnTo>
                  <a:pt x="310481" y="355297"/>
                </a:lnTo>
                <a:lnTo>
                  <a:pt x="310167" y="348718"/>
                </a:lnTo>
                <a:lnTo>
                  <a:pt x="309252" y="342138"/>
                </a:lnTo>
                <a:lnTo>
                  <a:pt x="307798" y="335558"/>
                </a:lnTo>
                <a:lnTo>
                  <a:pt x="305878" y="328979"/>
                </a:lnTo>
                <a:lnTo>
                  <a:pt x="303588" y="322399"/>
                </a:lnTo>
                <a:lnTo>
                  <a:pt x="301061" y="315820"/>
                </a:lnTo>
                <a:lnTo>
                  <a:pt x="298474" y="309240"/>
                </a:lnTo>
                <a:lnTo>
                  <a:pt x="296043" y="302661"/>
                </a:lnTo>
                <a:lnTo>
                  <a:pt x="293999" y="296081"/>
                </a:lnTo>
                <a:lnTo>
                  <a:pt x="292561" y="289501"/>
                </a:lnTo>
                <a:lnTo>
                  <a:pt x="291895" y="282922"/>
                </a:lnTo>
                <a:lnTo>
                  <a:pt x="292083" y="276342"/>
                </a:lnTo>
                <a:lnTo>
                  <a:pt x="293111" y="269763"/>
                </a:lnTo>
                <a:lnTo>
                  <a:pt x="294868" y="263183"/>
                </a:lnTo>
                <a:lnTo>
                  <a:pt x="297163" y="256604"/>
                </a:lnTo>
                <a:lnTo>
                  <a:pt x="299767" y="250024"/>
                </a:lnTo>
                <a:lnTo>
                  <a:pt x="302445" y="243444"/>
                </a:lnTo>
                <a:lnTo>
                  <a:pt x="304997" y="236865"/>
                </a:lnTo>
                <a:lnTo>
                  <a:pt x="307278" y="230285"/>
                </a:lnTo>
                <a:lnTo>
                  <a:pt x="309215" y="223706"/>
                </a:lnTo>
                <a:lnTo>
                  <a:pt x="310795" y="217126"/>
                </a:lnTo>
                <a:lnTo>
                  <a:pt x="312057" y="210546"/>
                </a:lnTo>
                <a:lnTo>
                  <a:pt x="313062" y="203967"/>
                </a:lnTo>
                <a:lnTo>
                  <a:pt x="313877" y="197387"/>
                </a:lnTo>
                <a:lnTo>
                  <a:pt x="314552" y="190808"/>
                </a:lnTo>
                <a:lnTo>
                  <a:pt x="315114" y="184228"/>
                </a:lnTo>
                <a:lnTo>
                  <a:pt x="315570" y="177649"/>
                </a:lnTo>
                <a:lnTo>
                  <a:pt x="315906" y="171069"/>
                </a:lnTo>
                <a:lnTo>
                  <a:pt x="316108" y="164489"/>
                </a:lnTo>
                <a:lnTo>
                  <a:pt x="316171" y="157910"/>
                </a:lnTo>
                <a:lnTo>
                  <a:pt x="316107" y="151330"/>
                </a:lnTo>
                <a:lnTo>
                  <a:pt x="315948" y="144751"/>
                </a:lnTo>
                <a:lnTo>
                  <a:pt x="315739" y="138171"/>
                </a:lnTo>
                <a:lnTo>
                  <a:pt x="315522" y="131592"/>
                </a:lnTo>
                <a:lnTo>
                  <a:pt x="315315" y="125012"/>
                </a:lnTo>
                <a:lnTo>
                  <a:pt x="315082" y="118432"/>
                </a:lnTo>
                <a:lnTo>
                  <a:pt x="314703" y="111853"/>
                </a:lnTo>
                <a:lnTo>
                  <a:pt x="313938" y="105273"/>
                </a:lnTo>
                <a:lnTo>
                  <a:pt x="312410" y="98694"/>
                </a:lnTo>
                <a:lnTo>
                  <a:pt x="309578" y="92114"/>
                </a:lnTo>
                <a:lnTo>
                  <a:pt x="304744" y="85535"/>
                </a:lnTo>
                <a:lnTo>
                  <a:pt x="297081" y="78955"/>
                </a:lnTo>
                <a:lnTo>
                  <a:pt x="285703" y="72375"/>
                </a:lnTo>
                <a:lnTo>
                  <a:pt x="269778" y="65796"/>
                </a:lnTo>
                <a:lnTo>
                  <a:pt x="248694" y="59216"/>
                </a:lnTo>
                <a:lnTo>
                  <a:pt x="222247" y="52637"/>
                </a:lnTo>
                <a:lnTo>
                  <a:pt x="190832" y="46057"/>
                </a:lnTo>
                <a:lnTo>
                  <a:pt x="155578" y="39477"/>
                </a:lnTo>
                <a:lnTo>
                  <a:pt x="118393" y="32898"/>
                </a:lnTo>
                <a:lnTo>
                  <a:pt x="81857" y="26318"/>
                </a:lnTo>
                <a:lnTo>
                  <a:pt x="48969" y="19739"/>
                </a:lnTo>
                <a:lnTo>
                  <a:pt x="22761" y="13159"/>
                </a:lnTo>
                <a:lnTo>
                  <a:pt x="5847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249" y="6580"/>
                </a:lnTo>
                <a:lnTo>
                  <a:pt x="652336" y="13159"/>
                </a:lnTo>
                <a:lnTo>
                  <a:pt x="626127" y="19739"/>
                </a:lnTo>
                <a:lnTo>
                  <a:pt x="593239" y="26318"/>
                </a:lnTo>
                <a:lnTo>
                  <a:pt x="556703" y="32898"/>
                </a:lnTo>
                <a:lnTo>
                  <a:pt x="519518" y="39477"/>
                </a:lnTo>
                <a:lnTo>
                  <a:pt x="484265" y="46057"/>
                </a:lnTo>
                <a:lnTo>
                  <a:pt x="452849" y="52637"/>
                </a:lnTo>
                <a:lnTo>
                  <a:pt x="426403" y="59216"/>
                </a:lnTo>
                <a:lnTo>
                  <a:pt x="405319" y="65796"/>
                </a:lnTo>
                <a:lnTo>
                  <a:pt x="389394" y="72375"/>
                </a:lnTo>
                <a:lnTo>
                  <a:pt x="378015" y="78955"/>
                </a:lnTo>
                <a:lnTo>
                  <a:pt x="370352" y="85535"/>
                </a:lnTo>
                <a:lnTo>
                  <a:pt x="365518" y="92114"/>
                </a:lnTo>
                <a:lnTo>
                  <a:pt x="362686" y="98694"/>
                </a:lnTo>
                <a:lnTo>
                  <a:pt x="361158" y="105273"/>
                </a:lnTo>
                <a:lnTo>
                  <a:pt x="360394" y="111853"/>
                </a:lnTo>
                <a:lnTo>
                  <a:pt x="360014" y="118432"/>
                </a:lnTo>
                <a:lnTo>
                  <a:pt x="359781" y="125012"/>
                </a:lnTo>
                <a:lnTo>
                  <a:pt x="359575" y="131592"/>
                </a:lnTo>
                <a:lnTo>
                  <a:pt x="359358" y="138171"/>
                </a:lnTo>
                <a:lnTo>
                  <a:pt x="359148" y="144751"/>
                </a:lnTo>
                <a:lnTo>
                  <a:pt x="358989" y="151330"/>
                </a:lnTo>
                <a:lnTo>
                  <a:pt x="358925" y="157910"/>
                </a:lnTo>
                <a:lnTo>
                  <a:pt x="358988" y="164489"/>
                </a:lnTo>
                <a:lnTo>
                  <a:pt x="359191" y="171069"/>
                </a:lnTo>
                <a:lnTo>
                  <a:pt x="359527" y="177649"/>
                </a:lnTo>
                <a:lnTo>
                  <a:pt x="359982" y="184228"/>
                </a:lnTo>
                <a:lnTo>
                  <a:pt x="360545" y="190808"/>
                </a:lnTo>
                <a:lnTo>
                  <a:pt x="361220" y="197387"/>
                </a:lnTo>
                <a:lnTo>
                  <a:pt x="362034" y="203967"/>
                </a:lnTo>
                <a:lnTo>
                  <a:pt x="363040" y="210546"/>
                </a:lnTo>
                <a:lnTo>
                  <a:pt x="364301" y="217126"/>
                </a:lnTo>
                <a:lnTo>
                  <a:pt x="365882" y="223706"/>
                </a:lnTo>
                <a:lnTo>
                  <a:pt x="367818" y="230285"/>
                </a:lnTo>
                <a:lnTo>
                  <a:pt x="370100" y="236865"/>
                </a:lnTo>
                <a:lnTo>
                  <a:pt x="372651" y="243444"/>
                </a:lnTo>
                <a:lnTo>
                  <a:pt x="375329" y="250024"/>
                </a:lnTo>
                <a:lnTo>
                  <a:pt x="377933" y="256604"/>
                </a:lnTo>
                <a:lnTo>
                  <a:pt x="380229" y="263183"/>
                </a:lnTo>
                <a:lnTo>
                  <a:pt x="381985" y="269763"/>
                </a:lnTo>
                <a:lnTo>
                  <a:pt x="383013" y="276342"/>
                </a:lnTo>
                <a:lnTo>
                  <a:pt x="383202" y="282922"/>
                </a:lnTo>
                <a:lnTo>
                  <a:pt x="382535" y="289501"/>
                </a:lnTo>
                <a:lnTo>
                  <a:pt x="381097" y="296081"/>
                </a:lnTo>
                <a:lnTo>
                  <a:pt x="379054" y="302661"/>
                </a:lnTo>
                <a:lnTo>
                  <a:pt x="376623" y="309240"/>
                </a:lnTo>
                <a:lnTo>
                  <a:pt x="374036" y="315820"/>
                </a:lnTo>
                <a:lnTo>
                  <a:pt x="371508" y="322399"/>
                </a:lnTo>
                <a:lnTo>
                  <a:pt x="369218" y="328979"/>
                </a:lnTo>
                <a:lnTo>
                  <a:pt x="367299" y="335558"/>
                </a:lnTo>
                <a:lnTo>
                  <a:pt x="365845" y="342138"/>
                </a:lnTo>
                <a:lnTo>
                  <a:pt x="364929" y="348718"/>
                </a:lnTo>
                <a:lnTo>
                  <a:pt x="364616" y="355297"/>
                </a:lnTo>
                <a:lnTo>
                  <a:pt x="364961" y="361877"/>
                </a:lnTo>
                <a:lnTo>
                  <a:pt x="366009" y="368456"/>
                </a:lnTo>
                <a:lnTo>
                  <a:pt x="367767" y="375036"/>
                </a:lnTo>
                <a:lnTo>
                  <a:pt x="370185" y="381616"/>
                </a:lnTo>
                <a:lnTo>
                  <a:pt x="373125" y="388195"/>
                </a:lnTo>
                <a:lnTo>
                  <a:pt x="376359" y="394775"/>
                </a:lnTo>
                <a:lnTo>
                  <a:pt x="379572" y="401354"/>
                </a:lnTo>
                <a:lnTo>
                  <a:pt x="382404" y="407934"/>
                </a:lnTo>
                <a:lnTo>
                  <a:pt x="384495" y="414513"/>
                </a:lnTo>
                <a:lnTo>
                  <a:pt x="385551" y="421093"/>
                </a:lnTo>
                <a:lnTo>
                  <a:pt x="385393" y="427673"/>
                </a:lnTo>
                <a:lnTo>
                  <a:pt x="383994" y="434252"/>
                </a:lnTo>
                <a:lnTo>
                  <a:pt x="381485" y="440832"/>
                </a:lnTo>
                <a:lnTo>
                  <a:pt x="378130" y="447411"/>
                </a:lnTo>
                <a:lnTo>
                  <a:pt x="374284" y="453991"/>
                </a:lnTo>
                <a:lnTo>
                  <a:pt x="370331" y="460570"/>
                </a:lnTo>
                <a:lnTo>
                  <a:pt x="366632" y="467150"/>
                </a:lnTo>
                <a:lnTo>
                  <a:pt x="363480" y="473730"/>
                </a:lnTo>
                <a:lnTo>
                  <a:pt x="361073" y="480309"/>
                </a:lnTo>
                <a:lnTo>
                  <a:pt x="359513" y="486889"/>
                </a:lnTo>
                <a:lnTo>
                  <a:pt x="358811" y="493468"/>
                </a:lnTo>
                <a:lnTo>
                  <a:pt x="358911" y="500048"/>
                </a:lnTo>
                <a:lnTo>
                  <a:pt x="359707" y="506627"/>
                </a:lnTo>
                <a:lnTo>
                  <a:pt x="361061" y="513207"/>
                </a:lnTo>
                <a:lnTo>
                  <a:pt x="362813" y="519787"/>
                </a:lnTo>
                <a:lnTo>
                  <a:pt x="364787" y="526366"/>
                </a:lnTo>
                <a:lnTo>
                  <a:pt x="366798" y="532946"/>
                </a:lnTo>
                <a:lnTo>
                  <a:pt x="368660" y="539525"/>
                </a:lnTo>
                <a:lnTo>
                  <a:pt x="370197" y="546105"/>
                </a:lnTo>
                <a:lnTo>
                  <a:pt x="371261" y="552685"/>
                </a:lnTo>
                <a:lnTo>
                  <a:pt x="371751" y="559264"/>
                </a:lnTo>
                <a:lnTo>
                  <a:pt x="371625" y="565844"/>
                </a:lnTo>
                <a:lnTo>
                  <a:pt x="370913" y="572423"/>
                </a:lnTo>
                <a:lnTo>
                  <a:pt x="369707" y="579003"/>
                </a:lnTo>
                <a:lnTo>
                  <a:pt x="368147" y="585582"/>
                </a:lnTo>
                <a:lnTo>
                  <a:pt x="366397" y="592162"/>
                </a:lnTo>
                <a:lnTo>
                  <a:pt x="364613" y="598742"/>
                </a:lnTo>
                <a:lnTo>
                  <a:pt x="362919" y="605321"/>
                </a:lnTo>
                <a:lnTo>
                  <a:pt x="361389" y="611901"/>
                </a:lnTo>
                <a:lnTo>
                  <a:pt x="360042" y="618480"/>
                </a:lnTo>
                <a:lnTo>
                  <a:pt x="358849" y="625060"/>
                </a:lnTo>
                <a:lnTo>
                  <a:pt x="357751" y="631639"/>
                </a:lnTo>
                <a:lnTo>
                  <a:pt x="356677" y="638219"/>
                </a:lnTo>
                <a:lnTo>
                  <a:pt x="355570" y="644799"/>
                </a:lnTo>
                <a:lnTo>
                  <a:pt x="354391" y="651378"/>
                </a:lnTo>
                <a:lnTo>
                  <a:pt x="353134" y="657958"/>
                </a:lnTo>
                <a:lnTo>
                  <a:pt x="351818" y="664537"/>
                </a:lnTo>
                <a:lnTo>
                  <a:pt x="350480" y="671117"/>
                </a:lnTo>
                <a:lnTo>
                  <a:pt x="349165" y="677697"/>
                </a:lnTo>
                <a:lnTo>
                  <a:pt x="347916" y="684276"/>
                </a:lnTo>
                <a:lnTo>
                  <a:pt x="346767" y="690856"/>
                </a:lnTo>
                <a:lnTo>
                  <a:pt x="345741" y="697435"/>
                </a:lnTo>
                <a:lnTo>
                  <a:pt x="344850" y="704015"/>
                </a:lnTo>
                <a:lnTo>
                  <a:pt x="344102" y="710594"/>
                </a:lnTo>
                <a:lnTo>
                  <a:pt x="343503" y="717174"/>
                </a:lnTo>
                <a:lnTo>
                  <a:pt x="343066" y="723754"/>
                </a:lnTo>
                <a:lnTo>
                  <a:pt x="342817" y="730333"/>
                </a:lnTo>
                <a:lnTo>
                  <a:pt x="342804" y="736913"/>
                </a:lnTo>
                <a:lnTo>
                  <a:pt x="343112" y="743492"/>
                </a:lnTo>
                <a:lnTo>
                  <a:pt x="343871" y="750072"/>
                </a:lnTo>
                <a:lnTo>
                  <a:pt x="345273" y="756651"/>
                </a:lnTo>
                <a:lnTo>
                  <a:pt x="347577" y="763231"/>
                </a:lnTo>
                <a:lnTo>
                  <a:pt x="351103" y="769811"/>
                </a:lnTo>
                <a:lnTo>
                  <a:pt x="356207" y="776390"/>
                </a:lnTo>
                <a:lnTo>
                  <a:pt x="363236" y="782970"/>
                </a:lnTo>
                <a:lnTo>
                  <a:pt x="372456" y="789549"/>
                </a:lnTo>
                <a:lnTo>
                  <a:pt x="383964" y="796129"/>
                </a:lnTo>
                <a:lnTo>
                  <a:pt x="397604" y="802708"/>
                </a:lnTo>
                <a:lnTo>
                  <a:pt x="412902" y="809288"/>
                </a:lnTo>
                <a:lnTo>
                  <a:pt x="429040" y="815868"/>
                </a:lnTo>
                <a:lnTo>
                  <a:pt x="444904" y="822447"/>
                </a:lnTo>
                <a:lnTo>
                  <a:pt x="459193" y="829027"/>
                </a:lnTo>
                <a:lnTo>
                  <a:pt x="470584" y="835606"/>
                </a:lnTo>
                <a:lnTo>
                  <a:pt x="477939" y="842186"/>
                </a:lnTo>
                <a:lnTo>
                  <a:pt x="480482" y="848766"/>
                </a:lnTo>
                <a:lnTo>
                  <a:pt x="480482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308" name="F2_precision_recall_distributions_4122">
            <a:extLst>
              <a:ext uri="{FF2B5EF4-FFF2-40B4-BE49-F238E27FC236}">
                <a16:creationId xmlns:a16="http://schemas.microsoft.com/office/drawing/2014/main" id="{F0378851-1BE5-4264-9067-48CAB92A937B}"/>
              </a:ext>
            </a:extLst>
          </p:cNvPr>
          <p:cNvSpPr>
            <a:spLocks noGrp="1"/>
          </p:cNvSpPr>
          <p:nvPr/>
        </p:nvSpPr>
        <p:spPr>
          <a:xfrm>
            <a:off x="294485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09" name="F2_precision_recall_distributions_4123">
            <a:extLst>
              <a:ext uri="{FF2B5EF4-FFF2-40B4-BE49-F238E27FC236}">
                <a16:creationId xmlns:a16="http://schemas.microsoft.com/office/drawing/2014/main" id="{11D6E3E5-79F7-4F46-9AAD-2DCE459246B9}"/>
              </a:ext>
            </a:extLst>
          </p:cNvPr>
          <p:cNvSpPr>
            <a:spLocks noGrp="1"/>
          </p:cNvSpPr>
          <p:nvPr/>
        </p:nvSpPr>
        <p:spPr>
          <a:xfrm>
            <a:off x="2906068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0" name="F2_precision_recall_distributions_4124">
            <a:extLst>
              <a:ext uri="{FF2B5EF4-FFF2-40B4-BE49-F238E27FC236}">
                <a16:creationId xmlns:a16="http://schemas.microsoft.com/office/drawing/2014/main" id="{D3EF696D-495F-4C2E-8DFF-CFCE9C495FAA}"/>
              </a:ext>
            </a:extLst>
          </p:cNvPr>
          <p:cNvSpPr>
            <a:spLocks noGrp="1"/>
          </p:cNvSpPr>
          <p:nvPr/>
        </p:nvSpPr>
        <p:spPr>
          <a:xfrm>
            <a:off x="309931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1" name="F2_precision_recall_distributions_4125">
            <a:extLst>
              <a:ext uri="{FF2B5EF4-FFF2-40B4-BE49-F238E27FC236}">
                <a16:creationId xmlns:a16="http://schemas.microsoft.com/office/drawing/2014/main" id="{7EB56A65-FDF2-48ED-9C88-15B9277A64AD}"/>
              </a:ext>
            </a:extLst>
          </p:cNvPr>
          <p:cNvSpPr>
            <a:spLocks noGrp="1"/>
          </p:cNvSpPr>
          <p:nvPr/>
        </p:nvSpPr>
        <p:spPr>
          <a:xfrm>
            <a:off x="3067477" y="36255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2" name="F2_precision_recall_distributions_4126">
            <a:extLst>
              <a:ext uri="{FF2B5EF4-FFF2-40B4-BE49-F238E27FC236}">
                <a16:creationId xmlns:a16="http://schemas.microsoft.com/office/drawing/2014/main" id="{C5704658-71C9-4B3C-BDA2-3CA36AFE8897}"/>
              </a:ext>
            </a:extLst>
          </p:cNvPr>
          <p:cNvSpPr>
            <a:spLocks noGrp="1"/>
          </p:cNvSpPr>
          <p:nvPr/>
        </p:nvSpPr>
        <p:spPr>
          <a:xfrm>
            <a:off x="2840716" y="3043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3" name="F2_precision_recall_distributions_4127">
            <a:extLst>
              <a:ext uri="{FF2B5EF4-FFF2-40B4-BE49-F238E27FC236}">
                <a16:creationId xmlns:a16="http://schemas.microsoft.com/office/drawing/2014/main" id="{C6CADFED-FCCC-4054-BC8B-54F8B14418B3}"/>
              </a:ext>
            </a:extLst>
          </p:cNvPr>
          <p:cNvSpPr>
            <a:spLocks noGrp="1"/>
          </p:cNvSpPr>
          <p:nvPr/>
        </p:nvSpPr>
        <p:spPr>
          <a:xfrm>
            <a:off x="314178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4" name="F2_precision_recall_distributions_4128">
            <a:extLst>
              <a:ext uri="{FF2B5EF4-FFF2-40B4-BE49-F238E27FC236}">
                <a16:creationId xmlns:a16="http://schemas.microsoft.com/office/drawing/2014/main" id="{14DF75FD-6831-4DBC-9E78-0B3131AE8DDB}"/>
              </a:ext>
            </a:extLst>
          </p:cNvPr>
          <p:cNvSpPr>
            <a:spLocks noGrp="1"/>
          </p:cNvSpPr>
          <p:nvPr/>
        </p:nvSpPr>
        <p:spPr>
          <a:xfrm>
            <a:off x="306858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5" name="F2_precision_recall_distributions_4129">
            <a:extLst>
              <a:ext uri="{FF2B5EF4-FFF2-40B4-BE49-F238E27FC236}">
                <a16:creationId xmlns:a16="http://schemas.microsoft.com/office/drawing/2014/main" id="{1F9799AD-2928-4510-B142-01F9E4DCA7AA}"/>
              </a:ext>
            </a:extLst>
          </p:cNvPr>
          <p:cNvSpPr>
            <a:spLocks noGrp="1"/>
          </p:cNvSpPr>
          <p:nvPr/>
        </p:nvSpPr>
        <p:spPr>
          <a:xfrm>
            <a:off x="28277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6" name="F2_precision_recall_distributions_4130">
            <a:extLst>
              <a:ext uri="{FF2B5EF4-FFF2-40B4-BE49-F238E27FC236}">
                <a16:creationId xmlns:a16="http://schemas.microsoft.com/office/drawing/2014/main" id="{E14D80FA-EC3A-416E-8494-8C48FF18FF48}"/>
              </a:ext>
            </a:extLst>
          </p:cNvPr>
          <p:cNvSpPr>
            <a:spLocks noGrp="1"/>
          </p:cNvSpPr>
          <p:nvPr/>
        </p:nvSpPr>
        <p:spPr>
          <a:xfrm>
            <a:off x="317277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7" name="F2_precision_recall_distributions_4131">
            <a:extLst>
              <a:ext uri="{FF2B5EF4-FFF2-40B4-BE49-F238E27FC236}">
                <a16:creationId xmlns:a16="http://schemas.microsoft.com/office/drawing/2014/main" id="{F605A1BF-5253-4163-A1DC-8157CFB048ED}"/>
              </a:ext>
            </a:extLst>
          </p:cNvPr>
          <p:cNvSpPr>
            <a:spLocks noGrp="1"/>
          </p:cNvSpPr>
          <p:nvPr/>
        </p:nvSpPr>
        <p:spPr>
          <a:xfrm>
            <a:off x="292110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8" name="F2_precision_recall_distributions_4132">
            <a:extLst>
              <a:ext uri="{FF2B5EF4-FFF2-40B4-BE49-F238E27FC236}">
                <a16:creationId xmlns:a16="http://schemas.microsoft.com/office/drawing/2014/main" id="{D86F1307-BFAF-4B97-9E85-0BDFE1835C5D}"/>
              </a:ext>
            </a:extLst>
          </p:cNvPr>
          <p:cNvSpPr>
            <a:spLocks noGrp="1"/>
          </p:cNvSpPr>
          <p:nvPr/>
        </p:nvSpPr>
        <p:spPr>
          <a:xfrm>
            <a:off x="2998724" y="321842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19" name="F2_precision_recall_distributions_4133">
            <a:extLst>
              <a:ext uri="{FF2B5EF4-FFF2-40B4-BE49-F238E27FC236}">
                <a16:creationId xmlns:a16="http://schemas.microsoft.com/office/drawing/2014/main" id="{A2ED3A81-E00C-4563-8F92-81E63E9CD702}"/>
              </a:ext>
            </a:extLst>
          </p:cNvPr>
          <p:cNvSpPr>
            <a:spLocks noGrp="1"/>
          </p:cNvSpPr>
          <p:nvPr/>
        </p:nvSpPr>
        <p:spPr>
          <a:xfrm>
            <a:off x="306040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0" name="F2_precision_recall_distributions_4134">
            <a:extLst>
              <a:ext uri="{FF2B5EF4-FFF2-40B4-BE49-F238E27FC236}">
                <a16:creationId xmlns:a16="http://schemas.microsoft.com/office/drawing/2014/main" id="{1BC9A5E0-3F60-43D3-AD4E-025BF8C1B4A3}"/>
              </a:ext>
            </a:extLst>
          </p:cNvPr>
          <p:cNvSpPr>
            <a:spLocks noGrp="1"/>
          </p:cNvSpPr>
          <p:nvPr/>
        </p:nvSpPr>
        <p:spPr>
          <a:xfrm>
            <a:off x="2831103" y="33568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1" name="F2_precision_recall_distributions_4135">
            <a:extLst>
              <a:ext uri="{FF2B5EF4-FFF2-40B4-BE49-F238E27FC236}">
                <a16:creationId xmlns:a16="http://schemas.microsoft.com/office/drawing/2014/main" id="{B9FD17F0-197B-440E-ABEE-8004E364117E}"/>
              </a:ext>
            </a:extLst>
          </p:cNvPr>
          <p:cNvSpPr>
            <a:spLocks noGrp="1"/>
          </p:cNvSpPr>
          <p:nvPr/>
        </p:nvSpPr>
        <p:spPr>
          <a:xfrm>
            <a:off x="293361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2" name="F2_precision_recall_distributions_4136">
            <a:extLst>
              <a:ext uri="{FF2B5EF4-FFF2-40B4-BE49-F238E27FC236}">
                <a16:creationId xmlns:a16="http://schemas.microsoft.com/office/drawing/2014/main" id="{4B6BD88E-372A-47AA-80D2-001E18D82F7D}"/>
              </a:ext>
            </a:extLst>
          </p:cNvPr>
          <p:cNvSpPr>
            <a:spLocks noGrp="1"/>
          </p:cNvSpPr>
          <p:nvPr/>
        </p:nvSpPr>
        <p:spPr>
          <a:xfrm>
            <a:off x="299360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3" name="F2_precision_recall_distributions_4137">
            <a:extLst>
              <a:ext uri="{FF2B5EF4-FFF2-40B4-BE49-F238E27FC236}">
                <a16:creationId xmlns:a16="http://schemas.microsoft.com/office/drawing/2014/main" id="{33D16080-C551-4179-BDCD-45048B00AC5F}"/>
              </a:ext>
            </a:extLst>
          </p:cNvPr>
          <p:cNvSpPr>
            <a:spLocks noGrp="1"/>
          </p:cNvSpPr>
          <p:nvPr/>
        </p:nvSpPr>
        <p:spPr>
          <a:xfrm>
            <a:off x="295646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4" name="F2_precision_recall_distributions_4138">
            <a:extLst>
              <a:ext uri="{FF2B5EF4-FFF2-40B4-BE49-F238E27FC236}">
                <a16:creationId xmlns:a16="http://schemas.microsoft.com/office/drawing/2014/main" id="{26184F5B-C05E-41A1-AA50-1611723B3754}"/>
              </a:ext>
            </a:extLst>
          </p:cNvPr>
          <p:cNvSpPr>
            <a:spLocks noGrp="1"/>
          </p:cNvSpPr>
          <p:nvPr/>
        </p:nvSpPr>
        <p:spPr>
          <a:xfrm>
            <a:off x="283193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5" name="F2_precision_recall_distributions_4139">
            <a:extLst>
              <a:ext uri="{FF2B5EF4-FFF2-40B4-BE49-F238E27FC236}">
                <a16:creationId xmlns:a16="http://schemas.microsoft.com/office/drawing/2014/main" id="{D83400E5-49F3-456D-9E5C-41E9C9AD06C4}"/>
              </a:ext>
            </a:extLst>
          </p:cNvPr>
          <p:cNvSpPr>
            <a:spLocks noGrp="1"/>
          </p:cNvSpPr>
          <p:nvPr/>
        </p:nvSpPr>
        <p:spPr>
          <a:xfrm>
            <a:off x="299953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6" name="F2_precision_recall_distributions_4140">
            <a:extLst>
              <a:ext uri="{FF2B5EF4-FFF2-40B4-BE49-F238E27FC236}">
                <a16:creationId xmlns:a16="http://schemas.microsoft.com/office/drawing/2014/main" id="{4323D0BC-9FA9-4A55-AE68-EA6A0D211A21}"/>
              </a:ext>
            </a:extLst>
          </p:cNvPr>
          <p:cNvSpPr>
            <a:spLocks noGrp="1"/>
          </p:cNvSpPr>
          <p:nvPr/>
        </p:nvSpPr>
        <p:spPr>
          <a:xfrm>
            <a:off x="3171217" y="31269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7" name="F2_precision_recall_distributions_4141">
            <a:extLst>
              <a:ext uri="{FF2B5EF4-FFF2-40B4-BE49-F238E27FC236}">
                <a16:creationId xmlns:a16="http://schemas.microsoft.com/office/drawing/2014/main" id="{9C63806F-5DE6-4D85-9BD8-964EDC987692}"/>
              </a:ext>
            </a:extLst>
          </p:cNvPr>
          <p:cNvSpPr>
            <a:spLocks noGrp="1"/>
          </p:cNvSpPr>
          <p:nvPr/>
        </p:nvSpPr>
        <p:spPr>
          <a:xfrm>
            <a:off x="317137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8" name="F2_precision_recall_distributions_4142">
            <a:extLst>
              <a:ext uri="{FF2B5EF4-FFF2-40B4-BE49-F238E27FC236}">
                <a16:creationId xmlns:a16="http://schemas.microsoft.com/office/drawing/2014/main" id="{EADFA46B-8643-4F81-B150-BF303853AE43}"/>
              </a:ext>
            </a:extLst>
          </p:cNvPr>
          <p:cNvSpPr>
            <a:spLocks noGrp="1"/>
          </p:cNvSpPr>
          <p:nvPr/>
        </p:nvSpPr>
        <p:spPr>
          <a:xfrm>
            <a:off x="291498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29" name="F2_precision_recall_distributions_4143">
            <a:extLst>
              <a:ext uri="{FF2B5EF4-FFF2-40B4-BE49-F238E27FC236}">
                <a16:creationId xmlns:a16="http://schemas.microsoft.com/office/drawing/2014/main" id="{D659E9A4-4114-4906-B84E-6138C33D7C39}"/>
              </a:ext>
            </a:extLst>
          </p:cNvPr>
          <p:cNvSpPr>
            <a:spLocks noGrp="1"/>
          </p:cNvSpPr>
          <p:nvPr/>
        </p:nvSpPr>
        <p:spPr>
          <a:xfrm>
            <a:off x="2927363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0" name="F2_precision_recall_distributions_4144">
            <a:extLst>
              <a:ext uri="{FF2B5EF4-FFF2-40B4-BE49-F238E27FC236}">
                <a16:creationId xmlns:a16="http://schemas.microsoft.com/office/drawing/2014/main" id="{D954CBAD-505F-4574-85C4-304D712CEFE9}"/>
              </a:ext>
            </a:extLst>
          </p:cNvPr>
          <p:cNvSpPr>
            <a:spLocks noGrp="1"/>
          </p:cNvSpPr>
          <p:nvPr/>
        </p:nvSpPr>
        <p:spPr>
          <a:xfrm>
            <a:off x="303272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1" name="F2_precision_recall_distributions_4145">
            <a:extLst>
              <a:ext uri="{FF2B5EF4-FFF2-40B4-BE49-F238E27FC236}">
                <a16:creationId xmlns:a16="http://schemas.microsoft.com/office/drawing/2014/main" id="{6B2E00FE-1718-4469-A348-5B004E7D8A65}"/>
              </a:ext>
            </a:extLst>
          </p:cNvPr>
          <p:cNvSpPr>
            <a:spLocks noGrp="1"/>
          </p:cNvSpPr>
          <p:nvPr/>
        </p:nvSpPr>
        <p:spPr>
          <a:xfrm>
            <a:off x="306926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2" name="F2_precision_recall_distributions_4146">
            <a:extLst>
              <a:ext uri="{FF2B5EF4-FFF2-40B4-BE49-F238E27FC236}">
                <a16:creationId xmlns:a16="http://schemas.microsoft.com/office/drawing/2014/main" id="{80DC03C9-3E32-46A7-96A3-AE6F232F7DEE}"/>
              </a:ext>
            </a:extLst>
          </p:cNvPr>
          <p:cNvSpPr>
            <a:spLocks noGrp="1"/>
          </p:cNvSpPr>
          <p:nvPr/>
        </p:nvSpPr>
        <p:spPr>
          <a:xfrm>
            <a:off x="290669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3" name="F2_precision_recall_distributions_4147">
            <a:extLst>
              <a:ext uri="{FF2B5EF4-FFF2-40B4-BE49-F238E27FC236}">
                <a16:creationId xmlns:a16="http://schemas.microsoft.com/office/drawing/2014/main" id="{3524BA40-88ED-4E75-8D34-B6A1DA12BC44}"/>
              </a:ext>
            </a:extLst>
          </p:cNvPr>
          <p:cNvSpPr>
            <a:spLocks noGrp="1"/>
          </p:cNvSpPr>
          <p:nvPr/>
        </p:nvSpPr>
        <p:spPr>
          <a:xfrm>
            <a:off x="296298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4" name="F2_precision_recall_distributions_4148">
            <a:extLst>
              <a:ext uri="{FF2B5EF4-FFF2-40B4-BE49-F238E27FC236}">
                <a16:creationId xmlns:a16="http://schemas.microsoft.com/office/drawing/2014/main" id="{04A1B42A-3A62-4D4D-A3E4-61AD556EDBF5}"/>
              </a:ext>
            </a:extLst>
          </p:cNvPr>
          <p:cNvSpPr>
            <a:spLocks noGrp="1"/>
          </p:cNvSpPr>
          <p:nvPr/>
        </p:nvSpPr>
        <p:spPr>
          <a:xfrm>
            <a:off x="2868773" y="33921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5" name="F2_precision_recall_distributions_4149">
            <a:extLst>
              <a:ext uri="{FF2B5EF4-FFF2-40B4-BE49-F238E27FC236}">
                <a16:creationId xmlns:a16="http://schemas.microsoft.com/office/drawing/2014/main" id="{4664BB1B-72AE-4B9E-B9E3-2DACF504C3C1}"/>
              </a:ext>
            </a:extLst>
          </p:cNvPr>
          <p:cNvSpPr>
            <a:spLocks noGrp="1"/>
          </p:cNvSpPr>
          <p:nvPr/>
        </p:nvSpPr>
        <p:spPr>
          <a:xfrm>
            <a:off x="2952262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6" name="F2_precision_recall_distributions_4150">
            <a:extLst>
              <a:ext uri="{FF2B5EF4-FFF2-40B4-BE49-F238E27FC236}">
                <a16:creationId xmlns:a16="http://schemas.microsoft.com/office/drawing/2014/main" id="{7291EB5C-7C0A-4F57-B1EE-0290C3CFBA77}"/>
              </a:ext>
            </a:extLst>
          </p:cNvPr>
          <p:cNvSpPr>
            <a:spLocks noGrp="1"/>
          </p:cNvSpPr>
          <p:nvPr/>
        </p:nvSpPr>
        <p:spPr>
          <a:xfrm>
            <a:off x="305812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7" name="F2_precision_recall_distributions_4151">
            <a:extLst>
              <a:ext uri="{FF2B5EF4-FFF2-40B4-BE49-F238E27FC236}">
                <a16:creationId xmlns:a16="http://schemas.microsoft.com/office/drawing/2014/main" id="{8E102587-F7E2-4E48-8DAB-41FFBF37C06D}"/>
              </a:ext>
            </a:extLst>
          </p:cNvPr>
          <p:cNvSpPr>
            <a:spLocks noGrp="1"/>
          </p:cNvSpPr>
          <p:nvPr/>
        </p:nvSpPr>
        <p:spPr>
          <a:xfrm>
            <a:off x="31163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8" name="F2_precision_recall_distributions_4152">
            <a:extLst>
              <a:ext uri="{FF2B5EF4-FFF2-40B4-BE49-F238E27FC236}">
                <a16:creationId xmlns:a16="http://schemas.microsoft.com/office/drawing/2014/main" id="{043329BF-A8E1-4796-87A4-6348EB1FCD72}"/>
              </a:ext>
            </a:extLst>
          </p:cNvPr>
          <p:cNvSpPr>
            <a:spLocks noGrp="1"/>
          </p:cNvSpPr>
          <p:nvPr/>
        </p:nvSpPr>
        <p:spPr>
          <a:xfrm>
            <a:off x="299111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39" name="F2_precision_recall_distributions_4153">
            <a:extLst>
              <a:ext uri="{FF2B5EF4-FFF2-40B4-BE49-F238E27FC236}">
                <a16:creationId xmlns:a16="http://schemas.microsoft.com/office/drawing/2014/main" id="{D87C1C8D-4969-440B-8943-2A617342594E}"/>
              </a:ext>
            </a:extLst>
          </p:cNvPr>
          <p:cNvSpPr>
            <a:spLocks noGrp="1"/>
          </p:cNvSpPr>
          <p:nvPr/>
        </p:nvSpPr>
        <p:spPr>
          <a:xfrm>
            <a:off x="3087763" y="32254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0" name="F2_precision_recall_distributions_4154">
            <a:extLst>
              <a:ext uri="{FF2B5EF4-FFF2-40B4-BE49-F238E27FC236}">
                <a16:creationId xmlns:a16="http://schemas.microsoft.com/office/drawing/2014/main" id="{DD5EF30F-A36B-4888-A3DD-56B7771BFFCF}"/>
              </a:ext>
            </a:extLst>
          </p:cNvPr>
          <p:cNvSpPr>
            <a:spLocks noGrp="1"/>
          </p:cNvSpPr>
          <p:nvPr/>
        </p:nvSpPr>
        <p:spPr>
          <a:xfrm>
            <a:off x="305324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1" name="F2_precision_recall_distributions_4155">
            <a:extLst>
              <a:ext uri="{FF2B5EF4-FFF2-40B4-BE49-F238E27FC236}">
                <a16:creationId xmlns:a16="http://schemas.microsoft.com/office/drawing/2014/main" id="{18FB0CE6-9DEF-44E5-A77F-7D0CBFEC1857}"/>
              </a:ext>
            </a:extLst>
          </p:cNvPr>
          <p:cNvSpPr>
            <a:spLocks noGrp="1"/>
          </p:cNvSpPr>
          <p:nvPr/>
        </p:nvSpPr>
        <p:spPr>
          <a:xfrm>
            <a:off x="3131961" y="35690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2" name="F2_precision_recall_distributions_4156">
            <a:extLst>
              <a:ext uri="{FF2B5EF4-FFF2-40B4-BE49-F238E27FC236}">
                <a16:creationId xmlns:a16="http://schemas.microsoft.com/office/drawing/2014/main" id="{D5459E28-6995-495D-9092-085C8610CD1D}"/>
              </a:ext>
            </a:extLst>
          </p:cNvPr>
          <p:cNvSpPr>
            <a:spLocks noGrp="1"/>
          </p:cNvSpPr>
          <p:nvPr/>
        </p:nvSpPr>
        <p:spPr>
          <a:xfrm>
            <a:off x="28789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3" name="F2_precision_recall_distributions_4157">
            <a:extLst>
              <a:ext uri="{FF2B5EF4-FFF2-40B4-BE49-F238E27FC236}">
                <a16:creationId xmlns:a16="http://schemas.microsoft.com/office/drawing/2014/main" id="{757453CC-E5C0-470D-96BE-88F990CDE5C9}"/>
              </a:ext>
            </a:extLst>
          </p:cNvPr>
          <p:cNvSpPr>
            <a:spLocks noGrp="1"/>
          </p:cNvSpPr>
          <p:nvPr/>
        </p:nvSpPr>
        <p:spPr>
          <a:xfrm>
            <a:off x="299399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4" name="F2_precision_recall_distributions_4158">
            <a:extLst>
              <a:ext uri="{FF2B5EF4-FFF2-40B4-BE49-F238E27FC236}">
                <a16:creationId xmlns:a16="http://schemas.microsoft.com/office/drawing/2014/main" id="{7B0EA467-241B-4FFA-927E-F22FE523B646}"/>
              </a:ext>
            </a:extLst>
          </p:cNvPr>
          <p:cNvSpPr>
            <a:spLocks noGrp="1"/>
          </p:cNvSpPr>
          <p:nvPr/>
        </p:nvSpPr>
        <p:spPr>
          <a:xfrm>
            <a:off x="283553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5" name="F2_precision_recall_distributions_4159">
            <a:extLst>
              <a:ext uri="{FF2B5EF4-FFF2-40B4-BE49-F238E27FC236}">
                <a16:creationId xmlns:a16="http://schemas.microsoft.com/office/drawing/2014/main" id="{A88F7F9D-881B-45A2-8BEF-2F3862062C3A}"/>
              </a:ext>
            </a:extLst>
          </p:cNvPr>
          <p:cNvSpPr>
            <a:spLocks noGrp="1"/>
          </p:cNvSpPr>
          <p:nvPr/>
        </p:nvSpPr>
        <p:spPr>
          <a:xfrm>
            <a:off x="310886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6" name="F2_precision_recall_distributions_4160">
            <a:extLst>
              <a:ext uri="{FF2B5EF4-FFF2-40B4-BE49-F238E27FC236}">
                <a16:creationId xmlns:a16="http://schemas.microsoft.com/office/drawing/2014/main" id="{67E48C10-8971-4BCE-BEAE-729A386F926A}"/>
              </a:ext>
            </a:extLst>
          </p:cNvPr>
          <p:cNvSpPr>
            <a:spLocks noGrp="1"/>
          </p:cNvSpPr>
          <p:nvPr/>
        </p:nvSpPr>
        <p:spPr>
          <a:xfrm>
            <a:off x="30759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7" name="F2_precision_recall_distributions_4161">
            <a:extLst>
              <a:ext uri="{FF2B5EF4-FFF2-40B4-BE49-F238E27FC236}">
                <a16:creationId xmlns:a16="http://schemas.microsoft.com/office/drawing/2014/main" id="{BBE26D33-9A3D-43E7-BAC3-97968C085DF7}"/>
              </a:ext>
            </a:extLst>
          </p:cNvPr>
          <p:cNvSpPr>
            <a:spLocks noGrp="1"/>
          </p:cNvSpPr>
          <p:nvPr/>
        </p:nvSpPr>
        <p:spPr>
          <a:xfrm>
            <a:off x="305320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8" name="F2_precision_recall_distributions_4162">
            <a:extLst>
              <a:ext uri="{FF2B5EF4-FFF2-40B4-BE49-F238E27FC236}">
                <a16:creationId xmlns:a16="http://schemas.microsoft.com/office/drawing/2014/main" id="{34476A4B-D0EE-4C78-9D64-5C615858678F}"/>
              </a:ext>
            </a:extLst>
          </p:cNvPr>
          <p:cNvSpPr>
            <a:spLocks noGrp="1"/>
          </p:cNvSpPr>
          <p:nvPr/>
        </p:nvSpPr>
        <p:spPr>
          <a:xfrm>
            <a:off x="290804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49" name="F2_precision_recall_distributions_4163">
            <a:extLst>
              <a:ext uri="{FF2B5EF4-FFF2-40B4-BE49-F238E27FC236}">
                <a16:creationId xmlns:a16="http://schemas.microsoft.com/office/drawing/2014/main" id="{7C090703-CE5C-4404-BECE-BA4A77D2CDDD}"/>
              </a:ext>
            </a:extLst>
          </p:cNvPr>
          <p:cNvSpPr>
            <a:spLocks noGrp="1"/>
          </p:cNvSpPr>
          <p:nvPr/>
        </p:nvSpPr>
        <p:spPr>
          <a:xfrm>
            <a:off x="297697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0" name="F2_precision_recall_distributions_4164">
            <a:extLst>
              <a:ext uri="{FF2B5EF4-FFF2-40B4-BE49-F238E27FC236}">
                <a16:creationId xmlns:a16="http://schemas.microsoft.com/office/drawing/2014/main" id="{EECCD812-776C-48D3-8E45-24862C4950FD}"/>
              </a:ext>
            </a:extLst>
          </p:cNvPr>
          <p:cNvSpPr>
            <a:spLocks noGrp="1"/>
          </p:cNvSpPr>
          <p:nvPr/>
        </p:nvSpPr>
        <p:spPr>
          <a:xfrm>
            <a:off x="316598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1" name="F2_precision_recall_distributions_4165">
            <a:extLst>
              <a:ext uri="{FF2B5EF4-FFF2-40B4-BE49-F238E27FC236}">
                <a16:creationId xmlns:a16="http://schemas.microsoft.com/office/drawing/2014/main" id="{43D888E4-2DE0-4942-B5E8-8BF67AABBC24}"/>
              </a:ext>
            </a:extLst>
          </p:cNvPr>
          <p:cNvSpPr>
            <a:spLocks noGrp="1"/>
          </p:cNvSpPr>
          <p:nvPr/>
        </p:nvSpPr>
        <p:spPr>
          <a:xfrm>
            <a:off x="3173899" y="31113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2" name="F2_precision_recall_distributions_4166">
            <a:extLst>
              <a:ext uri="{FF2B5EF4-FFF2-40B4-BE49-F238E27FC236}">
                <a16:creationId xmlns:a16="http://schemas.microsoft.com/office/drawing/2014/main" id="{EE8B8F4E-FF35-44A8-82D5-ADB17C0DB516}"/>
              </a:ext>
            </a:extLst>
          </p:cNvPr>
          <p:cNvSpPr>
            <a:spLocks noGrp="1"/>
          </p:cNvSpPr>
          <p:nvPr/>
        </p:nvSpPr>
        <p:spPr>
          <a:xfrm>
            <a:off x="282338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3" name="F2_precision_recall_distributions_4167">
            <a:extLst>
              <a:ext uri="{FF2B5EF4-FFF2-40B4-BE49-F238E27FC236}">
                <a16:creationId xmlns:a16="http://schemas.microsoft.com/office/drawing/2014/main" id="{DEA0F3AD-5E2E-4DDC-B6BF-0A3B09CA95BE}"/>
              </a:ext>
            </a:extLst>
          </p:cNvPr>
          <p:cNvSpPr>
            <a:spLocks noGrp="1"/>
          </p:cNvSpPr>
          <p:nvPr/>
        </p:nvSpPr>
        <p:spPr>
          <a:xfrm>
            <a:off x="3121564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4" name="F2_precision_recall_distributions_4168">
            <a:extLst>
              <a:ext uri="{FF2B5EF4-FFF2-40B4-BE49-F238E27FC236}">
                <a16:creationId xmlns:a16="http://schemas.microsoft.com/office/drawing/2014/main" id="{84843648-B5ED-47EB-A99D-D5BD101CAE87}"/>
              </a:ext>
            </a:extLst>
          </p:cNvPr>
          <p:cNvSpPr>
            <a:spLocks noGrp="1"/>
          </p:cNvSpPr>
          <p:nvPr/>
        </p:nvSpPr>
        <p:spPr>
          <a:xfrm>
            <a:off x="2984861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5" name="F2_precision_recall_distributions_4169">
            <a:extLst>
              <a:ext uri="{FF2B5EF4-FFF2-40B4-BE49-F238E27FC236}">
                <a16:creationId xmlns:a16="http://schemas.microsoft.com/office/drawing/2014/main" id="{53B09F26-3D36-4878-8030-6EA49B876837}"/>
              </a:ext>
            </a:extLst>
          </p:cNvPr>
          <p:cNvSpPr>
            <a:spLocks noGrp="1"/>
          </p:cNvSpPr>
          <p:nvPr/>
        </p:nvSpPr>
        <p:spPr>
          <a:xfrm>
            <a:off x="3165774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6" name="F2_precision_recall_distributions_4170">
            <a:extLst>
              <a:ext uri="{FF2B5EF4-FFF2-40B4-BE49-F238E27FC236}">
                <a16:creationId xmlns:a16="http://schemas.microsoft.com/office/drawing/2014/main" id="{67A3AB0B-B113-43E7-B922-476524360441}"/>
              </a:ext>
            </a:extLst>
          </p:cNvPr>
          <p:cNvSpPr>
            <a:spLocks noGrp="1"/>
          </p:cNvSpPr>
          <p:nvPr/>
        </p:nvSpPr>
        <p:spPr>
          <a:xfrm>
            <a:off x="283548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7" name="F2_precision_recall_distributions_4171">
            <a:extLst>
              <a:ext uri="{FF2B5EF4-FFF2-40B4-BE49-F238E27FC236}">
                <a16:creationId xmlns:a16="http://schemas.microsoft.com/office/drawing/2014/main" id="{1109ADA0-34C5-4A79-BD5D-70CAFF682B32}"/>
              </a:ext>
            </a:extLst>
          </p:cNvPr>
          <p:cNvSpPr>
            <a:spLocks noGrp="1"/>
          </p:cNvSpPr>
          <p:nvPr/>
        </p:nvSpPr>
        <p:spPr>
          <a:xfrm>
            <a:off x="295178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8" name="F2_precision_recall_distributions_4172">
            <a:extLst>
              <a:ext uri="{FF2B5EF4-FFF2-40B4-BE49-F238E27FC236}">
                <a16:creationId xmlns:a16="http://schemas.microsoft.com/office/drawing/2014/main" id="{4823D8BE-660F-4D40-BDD8-AE1727EE8569}"/>
              </a:ext>
            </a:extLst>
          </p:cNvPr>
          <p:cNvSpPr>
            <a:spLocks noGrp="1"/>
          </p:cNvSpPr>
          <p:nvPr/>
        </p:nvSpPr>
        <p:spPr>
          <a:xfrm>
            <a:off x="297961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59" name="F2_precision_recall_distributions_4173">
            <a:extLst>
              <a:ext uri="{FF2B5EF4-FFF2-40B4-BE49-F238E27FC236}">
                <a16:creationId xmlns:a16="http://schemas.microsoft.com/office/drawing/2014/main" id="{F963AA59-7EFD-4108-BF9F-97A065C4FCB3}"/>
              </a:ext>
            </a:extLst>
          </p:cNvPr>
          <p:cNvSpPr>
            <a:spLocks noGrp="1"/>
          </p:cNvSpPr>
          <p:nvPr/>
        </p:nvSpPr>
        <p:spPr>
          <a:xfrm>
            <a:off x="306829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0" name="F2_precision_recall_distributions_4174">
            <a:extLst>
              <a:ext uri="{FF2B5EF4-FFF2-40B4-BE49-F238E27FC236}">
                <a16:creationId xmlns:a16="http://schemas.microsoft.com/office/drawing/2014/main" id="{AC12C140-87DA-40FD-A284-AEDFE08F3D5A}"/>
              </a:ext>
            </a:extLst>
          </p:cNvPr>
          <p:cNvSpPr>
            <a:spLocks noGrp="1"/>
          </p:cNvSpPr>
          <p:nvPr/>
        </p:nvSpPr>
        <p:spPr>
          <a:xfrm>
            <a:off x="3176049" y="31569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1" name="F2_precision_recall_distributions_4175">
            <a:extLst>
              <a:ext uri="{FF2B5EF4-FFF2-40B4-BE49-F238E27FC236}">
                <a16:creationId xmlns:a16="http://schemas.microsoft.com/office/drawing/2014/main" id="{A9F24044-3C68-4C01-AE6E-004192357BE8}"/>
              </a:ext>
            </a:extLst>
          </p:cNvPr>
          <p:cNvSpPr>
            <a:spLocks noGrp="1"/>
          </p:cNvSpPr>
          <p:nvPr/>
        </p:nvSpPr>
        <p:spPr>
          <a:xfrm>
            <a:off x="2832919" y="29583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2" name="F2_precision_recall_distributions_4176">
            <a:extLst>
              <a:ext uri="{FF2B5EF4-FFF2-40B4-BE49-F238E27FC236}">
                <a16:creationId xmlns:a16="http://schemas.microsoft.com/office/drawing/2014/main" id="{768630D7-FE2E-469E-8ABD-B870329DB3BE}"/>
              </a:ext>
            </a:extLst>
          </p:cNvPr>
          <p:cNvSpPr>
            <a:spLocks noGrp="1"/>
          </p:cNvSpPr>
          <p:nvPr/>
        </p:nvSpPr>
        <p:spPr>
          <a:xfrm>
            <a:off x="286154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3" name="F2_precision_recall_distributions_4177">
            <a:extLst>
              <a:ext uri="{FF2B5EF4-FFF2-40B4-BE49-F238E27FC236}">
                <a16:creationId xmlns:a16="http://schemas.microsoft.com/office/drawing/2014/main" id="{973365B4-149C-4474-8D29-7AA7E844A27C}"/>
              </a:ext>
            </a:extLst>
          </p:cNvPr>
          <p:cNvSpPr>
            <a:spLocks noGrp="1"/>
          </p:cNvSpPr>
          <p:nvPr/>
        </p:nvSpPr>
        <p:spPr>
          <a:xfrm>
            <a:off x="315434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4" name="F2_precision_recall_distributions_4178">
            <a:extLst>
              <a:ext uri="{FF2B5EF4-FFF2-40B4-BE49-F238E27FC236}">
                <a16:creationId xmlns:a16="http://schemas.microsoft.com/office/drawing/2014/main" id="{8FC6E59B-95FD-4427-AB8D-01AEF481ECDD}"/>
              </a:ext>
            </a:extLst>
          </p:cNvPr>
          <p:cNvSpPr>
            <a:spLocks noGrp="1"/>
          </p:cNvSpPr>
          <p:nvPr/>
        </p:nvSpPr>
        <p:spPr>
          <a:xfrm>
            <a:off x="28617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5" name="F2_precision_recall_distributions_4179">
            <a:extLst>
              <a:ext uri="{FF2B5EF4-FFF2-40B4-BE49-F238E27FC236}">
                <a16:creationId xmlns:a16="http://schemas.microsoft.com/office/drawing/2014/main" id="{52844523-FAE9-405D-8269-0D27481BA93B}"/>
              </a:ext>
            </a:extLst>
          </p:cNvPr>
          <p:cNvSpPr>
            <a:spLocks noGrp="1"/>
          </p:cNvSpPr>
          <p:nvPr/>
        </p:nvSpPr>
        <p:spPr>
          <a:xfrm>
            <a:off x="28793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6" name="F2_precision_recall_distributions_4180">
            <a:extLst>
              <a:ext uri="{FF2B5EF4-FFF2-40B4-BE49-F238E27FC236}">
                <a16:creationId xmlns:a16="http://schemas.microsoft.com/office/drawing/2014/main" id="{36B4C617-2E64-4E38-A796-A2CED4D4469E}"/>
              </a:ext>
            </a:extLst>
          </p:cNvPr>
          <p:cNvSpPr>
            <a:spLocks noGrp="1"/>
          </p:cNvSpPr>
          <p:nvPr/>
        </p:nvSpPr>
        <p:spPr>
          <a:xfrm>
            <a:off x="2828770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7" name="F2_precision_recall_distributions_4181">
            <a:extLst>
              <a:ext uri="{FF2B5EF4-FFF2-40B4-BE49-F238E27FC236}">
                <a16:creationId xmlns:a16="http://schemas.microsoft.com/office/drawing/2014/main" id="{0856B669-2DA3-4109-987B-C3F6BCF1F432}"/>
              </a:ext>
            </a:extLst>
          </p:cNvPr>
          <p:cNvSpPr>
            <a:spLocks noGrp="1"/>
          </p:cNvSpPr>
          <p:nvPr/>
        </p:nvSpPr>
        <p:spPr>
          <a:xfrm>
            <a:off x="30598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8" name="F2_precision_recall_distributions_4182">
            <a:extLst>
              <a:ext uri="{FF2B5EF4-FFF2-40B4-BE49-F238E27FC236}">
                <a16:creationId xmlns:a16="http://schemas.microsoft.com/office/drawing/2014/main" id="{A0AAECBD-2D7A-40CE-996D-1CEE72B4EFFC}"/>
              </a:ext>
            </a:extLst>
          </p:cNvPr>
          <p:cNvSpPr>
            <a:spLocks noGrp="1"/>
          </p:cNvSpPr>
          <p:nvPr/>
        </p:nvSpPr>
        <p:spPr>
          <a:xfrm>
            <a:off x="3064377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69" name="F2_precision_recall_distributions_4183">
            <a:extLst>
              <a:ext uri="{FF2B5EF4-FFF2-40B4-BE49-F238E27FC236}">
                <a16:creationId xmlns:a16="http://schemas.microsoft.com/office/drawing/2014/main" id="{5FF133C8-7911-4E58-8462-B8109CA34551}"/>
              </a:ext>
            </a:extLst>
          </p:cNvPr>
          <p:cNvSpPr>
            <a:spLocks noGrp="1"/>
          </p:cNvSpPr>
          <p:nvPr/>
        </p:nvSpPr>
        <p:spPr>
          <a:xfrm>
            <a:off x="304515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0" name="F2_precision_recall_distributions_4184">
            <a:extLst>
              <a:ext uri="{FF2B5EF4-FFF2-40B4-BE49-F238E27FC236}">
                <a16:creationId xmlns:a16="http://schemas.microsoft.com/office/drawing/2014/main" id="{0CF64A08-5F87-45A7-8865-B53855EF166A}"/>
              </a:ext>
            </a:extLst>
          </p:cNvPr>
          <p:cNvSpPr>
            <a:spLocks noGrp="1"/>
          </p:cNvSpPr>
          <p:nvPr/>
        </p:nvSpPr>
        <p:spPr>
          <a:xfrm>
            <a:off x="294189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1" name="F2_precision_recall_distributions_4185">
            <a:extLst>
              <a:ext uri="{FF2B5EF4-FFF2-40B4-BE49-F238E27FC236}">
                <a16:creationId xmlns:a16="http://schemas.microsoft.com/office/drawing/2014/main" id="{1075A99C-C3C3-4220-A49B-61C377FB55AF}"/>
              </a:ext>
            </a:extLst>
          </p:cNvPr>
          <p:cNvSpPr>
            <a:spLocks noGrp="1"/>
          </p:cNvSpPr>
          <p:nvPr/>
        </p:nvSpPr>
        <p:spPr>
          <a:xfrm>
            <a:off x="28866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2" name="F2_precision_recall_distributions_4186">
            <a:extLst>
              <a:ext uri="{FF2B5EF4-FFF2-40B4-BE49-F238E27FC236}">
                <a16:creationId xmlns:a16="http://schemas.microsoft.com/office/drawing/2014/main" id="{EA93E5A7-15A6-446E-9648-7A523C74680A}"/>
              </a:ext>
            </a:extLst>
          </p:cNvPr>
          <p:cNvSpPr>
            <a:spLocks noGrp="1"/>
          </p:cNvSpPr>
          <p:nvPr/>
        </p:nvSpPr>
        <p:spPr>
          <a:xfrm>
            <a:off x="310050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3" name="F2_precision_recall_distributions_4187">
            <a:extLst>
              <a:ext uri="{FF2B5EF4-FFF2-40B4-BE49-F238E27FC236}">
                <a16:creationId xmlns:a16="http://schemas.microsoft.com/office/drawing/2014/main" id="{5B4C8476-693F-4415-AE3F-4B7379369803}"/>
              </a:ext>
            </a:extLst>
          </p:cNvPr>
          <p:cNvSpPr>
            <a:spLocks noGrp="1"/>
          </p:cNvSpPr>
          <p:nvPr/>
        </p:nvSpPr>
        <p:spPr>
          <a:xfrm>
            <a:off x="3148945" y="33568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4" name="F2_precision_recall_distributions_4188">
            <a:extLst>
              <a:ext uri="{FF2B5EF4-FFF2-40B4-BE49-F238E27FC236}">
                <a16:creationId xmlns:a16="http://schemas.microsoft.com/office/drawing/2014/main" id="{51E0127B-EDE9-497A-B635-54846EFCCDB8}"/>
              </a:ext>
            </a:extLst>
          </p:cNvPr>
          <p:cNvSpPr>
            <a:spLocks noGrp="1"/>
          </p:cNvSpPr>
          <p:nvPr/>
        </p:nvSpPr>
        <p:spPr>
          <a:xfrm>
            <a:off x="2980944" y="34452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5" name="F2_precision_recall_distributions_4189">
            <a:extLst>
              <a:ext uri="{FF2B5EF4-FFF2-40B4-BE49-F238E27FC236}">
                <a16:creationId xmlns:a16="http://schemas.microsoft.com/office/drawing/2014/main" id="{C12A2869-E91B-4CBD-AF57-EDA578BD99FD}"/>
              </a:ext>
            </a:extLst>
          </p:cNvPr>
          <p:cNvSpPr>
            <a:spLocks noGrp="1"/>
          </p:cNvSpPr>
          <p:nvPr/>
        </p:nvSpPr>
        <p:spPr>
          <a:xfrm>
            <a:off x="302972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6" name="F2_precision_recall_distributions_4190">
            <a:extLst>
              <a:ext uri="{FF2B5EF4-FFF2-40B4-BE49-F238E27FC236}">
                <a16:creationId xmlns:a16="http://schemas.microsoft.com/office/drawing/2014/main" id="{127C246D-F3F9-4964-A1F1-5764FAE15D0C}"/>
              </a:ext>
            </a:extLst>
          </p:cNvPr>
          <p:cNvSpPr>
            <a:spLocks noGrp="1"/>
          </p:cNvSpPr>
          <p:nvPr/>
        </p:nvSpPr>
        <p:spPr>
          <a:xfrm>
            <a:off x="317034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7" name="F2_precision_recall_distributions_4191">
            <a:extLst>
              <a:ext uri="{FF2B5EF4-FFF2-40B4-BE49-F238E27FC236}">
                <a16:creationId xmlns:a16="http://schemas.microsoft.com/office/drawing/2014/main" id="{B6670E36-D54F-471C-B782-F838BB0CAF44}"/>
              </a:ext>
            </a:extLst>
          </p:cNvPr>
          <p:cNvSpPr>
            <a:spLocks noGrp="1"/>
          </p:cNvSpPr>
          <p:nvPr/>
        </p:nvSpPr>
        <p:spPr>
          <a:xfrm>
            <a:off x="3038323" y="35083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8" name="F2_precision_recall_distributions_4192">
            <a:extLst>
              <a:ext uri="{FF2B5EF4-FFF2-40B4-BE49-F238E27FC236}">
                <a16:creationId xmlns:a16="http://schemas.microsoft.com/office/drawing/2014/main" id="{1DC21E5C-7447-4BD1-A18D-7B39A1987A99}"/>
              </a:ext>
            </a:extLst>
          </p:cNvPr>
          <p:cNvSpPr>
            <a:spLocks noGrp="1"/>
          </p:cNvSpPr>
          <p:nvPr/>
        </p:nvSpPr>
        <p:spPr>
          <a:xfrm>
            <a:off x="317869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79" name="F2_precision_recall_distributions_4193">
            <a:extLst>
              <a:ext uri="{FF2B5EF4-FFF2-40B4-BE49-F238E27FC236}">
                <a16:creationId xmlns:a16="http://schemas.microsoft.com/office/drawing/2014/main" id="{34FA416D-E5AE-4589-8A33-1DC066728C49}"/>
              </a:ext>
            </a:extLst>
          </p:cNvPr>
          <p:cNvSpPr>
            <a:spLocks noGrp="1"/>
          </p:cNvSpPr>
          <p:nvPr/>
        </p:nvSpPr>
        <p:spPr>
          <a:xfrm>
            <a:off x="3173093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0" name="F2_precision_recall_distributions_4194">
            <a:extLst>
              <a:ext uri="{FF2B5EF4-FFF2-40B4-BE49-F238E27FC236}">
                <a16:creationId xmlns:a16="http://schemas.microsoft.com/office/drawing/2014/main" id="{BB656E76-6929-4E55-A877-CC3AB44C34B0}"/>
              </a:ext>
            </a:extLst>
          </p:cNvPr>
          <p:cNvSpPr>
            <a:spLocks noGrp="1"/>
          </p:cNvSpPr>
          <p:nvPr/>
        </p:nvSpPr>
        <p:spPr>
          <a:xfrm>
            <a:off x="300614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1" name="F2_precision_recall_distributions_4195">
            <a:extLst>
              <a:ext uri="{FF2B5EF4-FFF2-40B4-BE49-F238E27FC236}">
                <a16:creationId xmlns:a16="http://schemas.microsoft.com/office/drawing/2014/main" id="{969DCF2D-9E50-4F58-A96B-0B64CC0A53C6}"/>
              </a:ext>
            </a:extLst>
          </p:cNvPr>
          <p:cNvSpPr>
            <a:spLocks noGrp="1"/>
          </p:cNvSpPr>
          <p:nvPr/>
        </p:nvSpPr>
        <p:spPr>
          <a:xfrm>
            <a:off x="28348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2" name="F2_precision_recall_distributions_4196">
            <a:extLst>
              <a:ext uri="{FF2B5EF4-FFF2-40B4-BE49-F238E27FC236}">
                <a16:creationId xmlns:a16="http://schemas.microsoft.com/office/drawing/2014/main" id="{03932192-03B3-44EC-9A9B-34B88BDB8C03}"/>
              </a:ext>
            </a:extLst>
          </p:cNvPr>
          <p:cNvSpPr>
            <a:spLocks noGrp="1"/>
          </p:cNvSpPr>
          <p:nvPr/>
        </p:nvSpPr>
        <p:spPr>
          <a:xfrm>
            <a:off x="3044190" y="33921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3" name="F2_precision_recall_distributions_4197">
            <a:extLst>
              <a:ext uri="{FF2B5EF4-FFF2-40B4-BE49-F238E27FC236}">
                <a16:creationId xmlns:a16="http://schemas.microsoft.com/office/drawing/2014/main" id="{7332F0D6-A062-4E7B-BF24-41A58DF3CF45}"/>
              </a:ext>
            </a:extLst>
          </p:cNvPr>
          <p:cNvSpPr>
            <a:spLocks noGrp="1"/>
          </p:cNvSpPr>
          <p:nvPr/>
        </p:nvSpPr>
        <p:spPr>
          <a:xfrm>
            <a:off x="3153801" y="34073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4" name="F2_precision_recall_distributions_4198">
            <a:extLst>
              <a:ext uri="{FF2B5EF4-FFF2-40B4-BE49-F238E27FC236}">
                <a16:creationId xmlns:a16="http://schemas.microsoft.com/office/drawing/2014/main" id="{372F51AD-81C2-4678-8BC1-BFFE7A281C53}"/>
              </a:ext>
            </a:extLst>
          </p:cNvPr>
          <p:cNvSpPr>
            <a:spLocks noGrp="1"/>
          </p:cNvSpPr>
          <p:nvPr/>
        </p:nvSpPr>
        <p:spPr>
          <a:xfrm>
            <a:off x="29319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5" name="F2_precision_recall_distributions_4199">
            <a:extLst>
              <a:ext uri="{FF2B5EF4-FFF2-40B4-BE49-F238E27FC236}">
                <a16:creationId xmlns:a16="http://schemas.microsoft.com/office/drawing/2014/main" id="{39CD9386-208B-48DA-B722-53F586920FD3}"/>
              </a:ext>
            </a:extLst>
          </p:cNvPr>
          <p:cNvSpPr>
            <a:spLocks noGrp="1"/>
          </p:cNvSpPr>
          <p:nvPr/>
        </p:nvSpPr>
        <p:spPr>
          <a:xfrm>
            <a:off x="307868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6" name="F2_precision_recall_distributions_4200">
            <a:extLst>
              <a:ext uri="{FF2B5EF4-FFF2-40B4-BE49-F238E27FC236}">
                <a16:creationId xmlns:a16="http://schemas.microsoft.com/office/drawing/2014/main" id="{02C47C7C-156A-4528-A312-D9F4E298AFA6}"/>
              </a:ext>
            </a:extLst>
          </p:cNvPr>
          <p:cNvSpPr>
            <a:spLocks noGrp="1"/>
          </p:cNvSpPr>
          <p:nvPr/>
        </p:nvSpPr>
        <p:spPr>
          <a:xfrm>
            <a:off x="317366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7" name="F2_precision_recall_distributions_4201">
            <a:extLst>
              <a:ext uri="{FF2B5EF4-FFF2-40B4-BE49-F238E27FC236}">
                <a16:creationId xmlns:a16="http://schemas.microsoft.com/office/drawing/2014/main" id="{03CC2FAD-9442-4F75-8FB4-05A086B0638E}"/>
              </a:ext>
            </a:extLst>
          </p:cNvPr>
          <p:cNvSpPr>
            <a:spLocks noGrp="1"/>
          </p:cNvSpPr>
          <p:nvPr/>
        </p:nvSpPr>
        <p:spPr>
          <a:xfrm>
            <a:off x="2898606" y="2918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8" name="F2_precision_recall_distributions_4202">
            <a:extLst>
              <a:ext uri="{FF2B5EF4-FFF2-40B4-BE49-F238E27FC236}">
                <a16:creationId xmlns:a16="http://schemas.microsoft.com/office/drawing/2014/main" id="{B1ED8B5D-ABF1-484A-85AE-644075E45F1F}"/>
              </a:ext>
            </a:extLst>
          </p:cNvPr>
          <p:cNvSpPr>
            <a:spLocks noGrp="1"/>
          </p:cNvSpPr>
          <p:nvPr/>
        </p:nvSpPr>
        <p:spPr>
          <a:xfrm>
            <a:off x="318478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89" name="F2_precision_recall_distributions_4203">
            <a:extLst>
              <a:ext uri="{FF2B5EF4-FFF2-40B4-BE49-F238E27FC236}">
                <a16:creationId xmlns:a16="http://schemas.microsoft.com/office/drawing/2014/main" id="{320EFA57-A0C0-4D9F-88C6-4D337C9D95F9}"/>
              </a:ext>
            </a:extLst>
          </p:cNvPr>
          <p:cNvSpPr>
            <a:spLocks noGrp="1"/>
          </p:cNvSpPr>
          <p:nvPr/>
        </p:nvSpPr>
        <p:spPr>
          <a:xfrm>
            <a:off x="286877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0" name="F2_precision_recall_distributions_4204">
            <a:extLst>
              <a:ext uri="{FF2B5EF4-FFF2-40B4-BE49-F238E27FC236}">
                <a16:creationId xmlns:a16="http://schemas.microsoft.com/office/drawing/2014/main" id="{1497FA6E-6C64-4089-BF8A-EAC2A2A7A477}"/>
              </a:ext>
            </a:extLst>
          </p:cNvPr>
          <p:cNvSpPr>
            <a:spLocks noGrp="1"/>
          </p:cNvSpPr>
          <p:nvPr/>
        </p:nvSpPr>
        <p:spPr>
          <a:xfrm>
            <a:off x="298291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1" name="F2_precision_recall_distributions_4205">
            <a:extLst>
              <a:ext uri="{FF2B5EF4-FFF2-40B4-BE49-F238E27FC236}">
                <a16:creationId xmlns:a16="http://schemas.microsoft.com/office/drawing/2014/main" id="{D353AFB3-5FD0-4F45-BAFE-EC752492E23D}"/>
              </a:ext>
            </a:extLst>
          </p:cNvPr>
          <p:cNvSpPr>
            <a:spLocks noGrp="1"/>
          </p:cNvSpPr>
          <p:nvPr/>
        </p:nvSpPr>
        <p:spPr>
          <a:xfrm>
            <a:off x="294223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2" name="F2_precision_recall_distributions_4206">
            <a:extLst>
              <a:ext uri="{FF2B5EF4-FFF2-40B4-BE49-F238E27FC236}">
                <a16:creationId xmlns:a16="http://schemas.microsoft.com/office/drawing/2014/main" id="{A127D57D-D7F3-44B8-83D8-E71A80A63F6C}"/>
              </a:ext>
            </a:extLst>
          </p:cNvPr>
          <p:cNvSpPr>
            <a:spLocks noGrp="1"/>
          </p:cNvSpPr>
          <p:nvPr/>
        </p:nvSpPr>
        <p:spPr>
          <a:xfrm>
            <a:off x="305176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3" name="F2_precision_recall_distributions_4207">
            <a:extLst>
              <a:ext uri="{FF2B5EF4-FFF2-40B4-BE49-F238E27FC236}">
                <a16:creationId xmlns:a16="http://schemas.microsoft.com/office/drawing/2014/main" id="{DAA4DE47-D9C9-48F0-8561-EF29AE6ABCA2}"/>
              </a:ext>
            </a:extLst>
          </p:cNvPr>
          <p:cNvSpPr>
            <a:spLocks noGrp="1"/>
          </p:cNvSpPr>
          <p:nvPr/>
        </p:nvSpPr>
        <p:spPr>
          <a:xfrm>
            <a:off x="283398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4" name="F2_precision_recall_distributions_4208">
            <a:extLst>
              <a:ext uri="{FF2B5EF4-FFF2-40B4-BE49-F238E27FC236}">
                <a16:creationId xmlns:a16="http://schemas.microsoft.com/office/drawing/2014/main" id="{B3CC2749-8D95-4DE8-A7E5-59FC5D4753C6}"/>
              </a:ext>
            </a:extLst>
          </p:cNvPr>
          <p:cNvSpPr>
            <a:spLocks noGrp="1"/>
          </p:cNvSpPr>
          <p:nvPr/>
        </p:nvSpPr>
        <p:spPr>
          <a:xfrm>
            <a:off x="308007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5" name="F2_precision_recall_distributions_4209">
            <a:extLst>
              <a:ext uri="{FF2B5EF4-FFF2-40B4-BE49-F238E27FC236}">
                <a16:creationId xmlns:a16="http://schemas.microsoft.com/office/drawing/2014/main" id="{B9C38776-54F5-4BEE-9983-9E21EF51F1AE}"/>
              </a:ext>
            </a:extLst>
          </p:cNvPr>
          <p:cNvSpPr>
            <a:spLocks noGrp="1"/>
          </p:cNvSpPr>
          <p:nvPr/>
        </p:nvSpPr>
        <p:spPr>
          <a:xfrm>
            <a:off x="292017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6" name="F2_precision_recall_distributions_4210">
            <a:extLst>
              <a:ext uri="{FF2B5EF4-FFF2-40B4-BE49-F238E27FC236}">
                <a16:creationId xmlns:a16="http://schemas.microsoft.com/office/drawing/2014/main" id="{5236C23C-3072-44C7-A964-FA6A1BAB0E4E}"/>
              </a:ext>
            </a:extLst>
          </p:cNvPr>
          <p:cNvSpPr>
            <a:spLocks noGrp="1"/>
          </p:cNvSpPr>
          <p:nvPr/>
        </p:nvSpPr>
        <p:spPr>
          <a:xfrm>
            <a:off x="3132394" y="354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7" name="F2_precision_recall_distributions_4211">
            <a:extLst>
              <a:ext uri="{FF2B5EF4-FFF2-40B4-BE49-F238E27FC236}">
                <a16:creationId xmlns:a16="http://schemas.microsoft.com/office/drawing/2014/main" id="{68AF751D-55B1-4D6A-A6B1-0F4A0E082816}"/>
              </a:ext>
            </a:extLst>
          </p:cNvPr>
          <p:cNvSpPr>
            <a:spLocks noGrp="1"/>
          </p:cNvSpPr>
          <p:nvPr/>
        </p:nvSpPr>
        <p:spPr>
          <a:xfrm>
            <a:off x="3125628" y="28931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8" name="F2_precision_recall_distributions_4212">
            <a:extLst>
              <a:ext uri="{FF2B5EF4-FFF2-40B4-BE49-F238E27FC236}">
                <a16:creationId xmlns:a16="http://schemas.microsoft.com/office/drawing/2014/main" id="{F91421F3-7D35-46FF-A37C-ADF483403050}"/>
              </a:ext>
            </a:extLst>
          </p:cNvPr>
          <p:cNvSpPr>
            <a:spLocks noGrp="1"/>
          </p:cNvSpPr>
          <p:nvPr/>
        </p:nvSpPr>
        <p:spPr>
          <a:xfrm>
            <a:off x="2937674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399" name="F2_precision_recall_distributions_4213">
            <a:extLst>
              <a:ext uri="{FF2B5EF4-FFF2-40B4-BE49-F238E27FC236}">
                <a16:creationId xmlns:a16="http://schemas.microsoft.com/office/drawing/2014/main" id="{F8753E6B-ECE6-445C-ABF0-F3B055B4B525}"/>
              </a:ext>
            </a:extLst>
          </p:cNvPr>
          <p:cNvSpPr>
            <a:spLocks noGrp="1"/>
          </p:cNvSpPr>
          <p:nvPr/>
        </p:nvSpPr>
        <p:spPr>
          <a:xfrm>
            <a:off x="313808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0" name="F2_precision_recall_distributions_4214">
            <a:extLst>
              <a:ext uri="{FF2B5EF4-FFF2-40B4-BE49-F238E27FC236}">
                <a16:creationId xmlns:a16="http://schemas.microsoft.com/office/drawing/2014/main" id="{F8250466-C5BE-432B-9EE9-7DB05A2F769A}"/>
              </a:ext>
            </a:extLst>
          </p:cNvPr>
          <p:cNvSpPr>
            <a:spLocks noGrp="1"/>
          </p:cNvSpPr>
          <p:nvPr/>
        </p:nvSpPr>
        <p:spPr>
          <a:xfrm>
            <a:off x="31221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1" name="F2_precision_recall_distributions_4215">
            <a:extLst>
              <a:ext uri="{FF2B5EF4-FFF2-40B4-BE49-F238E27FC236}">
                <a16:creationId xmlns:a16="http://schemas.microsoft.com/office/drawing/2014/main" id="{8C44F817-85A2-4141-BC52-BED4F35ACCF5}"/>
              </a:ext>
            </a:extLst>
          </p:cNvPr>
          <p:cNvSpPr>
            <a:spLocks noGrp="1"/>
          </p:cNvSpPr>
          <p:nvPr/>
        </p:nvSpPr>
        <p:spPr>
          <a:xfrm>
            <a:off x="297486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2" name="F2_precision_recall_distributions_4216">
            <a:extLst>
              <a:ext uri="{FF2B5EF4-FFF2-40B4-BE49-F238E27FC236}">
                <a16:creationId xmlns:a16="http://schemas.microsoft.com/office/drawing/2014/main" id="{DCFC50C8-D79E-4405-9987-2D0AB2ED4BB2}"/>
              </a:ext>
            </a:extLst>
          </p:cNvPr>
          <p:cNvSpPr>
            <a:spLocks noGrp="1"/>
          </p:cNvSpPr>
          <p:nvPr/>
        </p:nvSpPr>
        <p:spPr>
          <a:xfrm>
            <a:off x="283162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3" name="F2_precision_recall_distributions_4217">
            <a:extLst>
              <a:ext uri="{FF2B5EF4-FFF2-40B4-BE49-F238E27FC236}">
                <a16:creationId xmlns:a16="http://schemas.microsoft.com/office/drawing/2014/main" id="{3DA52603-8AA3-48B0-990A-04129BE9A16C}"/>
              </a:ext>
            </a:extLst>
          </p:cNvPr>
          <p:cNvSpPr>
            <a:spLocks noGrp="1"/>
          </p:cNvSpPr>
          <p:nvPr/>
        </p:nvSpPr>
        <p:spPr>
          <a:xfrm>
            <a:off x="290034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4" name="F2_precision_recall_distributions_4218">
            <a:extLst>
              <a:ext uri="{FF2B5EF4-FFF2-40B4-BE49-F238E27FC236}">
                <a16:creationId xmlns:a16="http://schemas.microsoft.com/office/drawing/2014/main" id="{10373E14-50A3-42E0-B9C0-23C6A998CEFD}"/>
              </a:ext>
            </a:extLst>
          </p:cNvPr>
          <p:cNvSpPr>
            <a:spLocks noGrp="1"/>
          </p:cNvSpPr>
          <p:nvPr/>
        </p:nvSpPr>
        <p:spPr>
          <a:xfrm>
            <a:off x="296208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5" name="F2_precision_recall_distributions_4219">
            <a:extLst>
              <a:ext uri="{FF2B5EF4-FFF2-40B4-BE49-F238E27FC236}">
                <a16:creationId xmlns:a16="http://schemas.microsoft.com/office/drawing/2014/main" id="{5AF5C291-59DF-407A-8F21-BF27E7D60810}"/>
              </a:ext>
            </a:extLst>
          </p:cNvPr>
          <p:cNvSpPr>
            <a:spLocks noGrp="1"/>
          </p:cNvSpPr>
          <p:nvPr/>
        </p:nvSpPr>
        <p:spPr>
          <a:xfrm>
            <a:off x="29372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6" name="F2_precision_recall_distributions_4220">
            <a:extLst>
              <a:ext uri="{FF2B5EF4-FFF2-40B4-BE49-F238E27FC236}">
                <a16:creationId xmlns:a16="http://schemas.microsoft.com/office/drawing/2014/main" id="{2BB6A525-0D5E-45AF-A09C-C925928DD7DD}"/>
              </a:ext>
            </a:extLst>
          </p:cNvPr>
          <p:cNvSpPr>
            <a:spLocks noGrp="1"/>
          </p:cNvSpPr>
          <p:nvPr/>
        </p:nvSpPr>
        <p:spPr>
          <a:xfrm>
            <a:off x="30242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7" name="F2_precision_recall_distributions_4221">
            <a:extLst>
              <a:ext uri="{FF2B5EF4-FFF2-40B4-BE49-F238E27FC236}">
                <a16:creationId xmlns:a16="http://schemas.microsoft.com/office/drawing/2014/main" id="{33621301-019F-419C-B2CF-4895F40A3D61}"/>
              </a:ext>
            </a:extLst>
          </p:cNvPr>
          <p:cNvSpPr>
            <a:spLocks noGrp="1"/>
          </p:cNvSpPr>
          <p:nvPr/>
        </p:nvSpPr>
        <p:spPr>
          <a:xfrm>
            <a:off x="3068012" y="29781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8" name="F2_precision_recall_distributions_4222">
            <a:extLst>
              <a:ext uri="{FF2B5EF4-FFF2-40B4-BE49-F238E27FC236}">
                <a16:creationId xmlns:a16="http://schemas.microsoft.com/office/drawing/2014/main" id="{DEBD8F47-F7C7-4AEC-B5C2-B58B1E78E549}"/>
              </a:ext>
            </a:extLst>
          </p:cNvPr>
          <p:cNvSpPr>
            <a:spLocks noGrp="1"/>
          </p:cNvSpPr>
          <p:nvPr/>
        </p:nvSpPr>
        <p:spPr>
          <a:xfrm>
            <a:off x="315513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09" name="F2_precision_recall_distributions_4223">
            <a:extLst>
              <a:ext uri="{FF2B5EF4-FFF2-40B4-BE49-F238E27FC236}">
                <a16:creationId xmlns:a16="http://schemas.microsoft.com/office/drawing/2014/main" id="{542F1F2E-DA41-4661-B17C-95AD588D26E9}"/>
              </a:ext>
            </a:extLst>
          </p:cNvPr>
          <p:cNvSpPr>
            <a:spLocks noGrp="1"/>
          </p:cNvSpPr>
          <p:nvPr/>
        </p:nvSpPr>
        <p:spPr>
          <a:xfrm>
            <a:off x="3174467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0" name="F2_precision_recall_distributions_4224">
            <a:extLst>
              <a:ext uri="{FF2B5EF4-FFF2-40B4-BE49-F238E27FC236}">
                <a16:creationId xmlns:a16="http://schemas.microsoft.com/office/drawing/2014/main" id="{DB66E9F1-5951-46D2-8E64-126F28CFEC62}"/>
              </a:ext>
            </a:extLst>
          </p:cNvPr>
          <p:cNvSpPr>
            <a:spLocks noGrp="1"/>
          </p:cNvSpPr>
          <p:nvPr/>
        </p:nvSpPr>
        <p:spPr>
          <a:xfrm>
            <a:off x="30072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1" name="F2_precision_recall_distributions_4225">
            <a:extLst>
              <a:ext uri="{FF2B5EF4-FFF2-40B4-BE49-F238E27FC236}">
                <a16:creationId xmlns:a16="http://schemas.microsoft.com/office/drawing/2014/main" id="{F7BDA5FE-E3F4-4B89-AEE2-739A6A3B560A}"/>
              </a:ext>
            </a:extLst>
          </p:cNvPr>
          <p:cNvSpPr>
            <a:spLocks noGrp="1"/>
          </p:cNvSpPr>
          <p:nvPr/>
        </p:nvSpPr>
        <p:spPr>
          <a:xfrm>
            <a:off x="307975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2" name="F2_precision_recall_distributions_4226">
            <a:extLst>
              <a:ext uri="{FF2B5EF4-FFF2-40B4-BE49-F238E27FC236}">
                <a16:creationId xmlns:a16="http://schemas.microsoft.com/office/drawing/2014/main" id="{227F3346-E274-4736-8CAE-9B0E8A9E6487}"/>
              </a:ext>
            </a:extLst>
          </p:cNvPr>
          <p:cNvSpPr>
            <a:spLocks noGrp="1"/>
          </p:cNvSpPr>
          <p:nvPr/>
        </p:nvSpPr>
        <p:spPr>
          <a:xfrm>
            <a:off x="3061275" y="29748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3" name="F2_precision_recall_distributions_4227">
            <a:extLst>
              <a:ext uri="{FF2B5EF4-FFF2-40B4-BE49-F238E27FC236}">
                <a16:creationId xmlns:a16="http://schemas.microsoft.com/office/drawing/2014/main" id="{79B1E99A-0BA7-4843-B761-A4708BE1CBB6}"/>
              </a:ext>
            </a:extLst>
          </p:cNvPr>
          <p:cNvSpPr>
            <a:spLocks noGrp="1"/>
          </p:cNvSpPr>
          <p:nvPr/>
        </p:nvSpPr>
        <p:spPr>
          <a:xfrm>
            <a:off x="289795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4" name="F2_precision_recall_distributions_4228">
            <a:extLst>
              <a:ext uri="{FF2B5EF4-FFF2-40B4-BE49-F238E27FC236}">
                <a16:creationId xmlns:a16="http://schemas.microsoft.com/office/drawing/2014/main" id="{DC5B8D2C-B418-4170-AD7B-E13B1C926820}"/>
              </a:ext>
            </a:extLst>
          </p:cNvPr>
          <p:cNvSpPr>
            <a:spLocks noGrp="1"/>
          </p:cNvSpPr>
          <p:nvPr/>
        </p:nvSpPr>
        <p:spPr>
          <a:xfrm>
            <a:off x="309473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5" name="F2_precision_recall_distributions_4229">
            <a:extLst>
              <a:ext uri="{FF2B5EF4-FFF2-40B4-BE49-F238E27FC236}">
                <a16:creationId xmlns:a16="http://schemas.microsoft.com/office/drawing/2014/main" id="{BEF5B94F-4134-4302-9F15-BED47708F197}"/>
              </a:ext>
            </a:extLst>
          </p:cNvPr>
          <p:cNvSpPr>
            <a:spLocks noGrp="1"/>
          </p:cNvSpPr>
          <p:nvPr/>
        </p:nvSpPr>
        <p:spPr>
          <a:xfrm>
            <a:off x="2961499" y="31612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6" name="F2_precision_recall_distributions_4230">
            <a:extLst>
              <a:ext uri="{FF2B5EF4-FFF2-40B4-BE49-F238E27FC236}">
                <a16:creationId xmlns:a16="http://schemas.microsoft.com/office/drawing/2014/main" id="{53915F0B-5ECE-471E-B633-0AAD4B56B95F}"/>
              </a:ext>
            </a:extLst>
          </p:cNvPr>
          <p:cNvSpPr>
            <a:spLocks noGrp="1"/>
          </p:cNvSpPr>
          <p:nvPr/>
        </p:nvSpPr>
        <p:spPr>
          <a:xfrm>
            <a:off x="3006495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7" name="F2_precision_recall_distributions_4231">
            <a:extLst>
              <a:ext uri="{FF2B5EF4-FFF2-40B4-BE49-F238E27FC236}">
                <a16:creationId xmlns:a16="http://schemas.microsoft.com/office/drawing/2014/main" id="{183A65ED-8A2A-41A0-9C26-ADC83C644DFC}"/>
              </a:ext>
            </a:extLst>
          </p:cNvPr>
          <p:cNvSpPr>
            <a:spLocks noGrp="1"/>
          </p:cNvSpPr>
          <p:nvPr/>
        </p:nvSpPr>
        <p:spPr>
          <a:xfrm>
            <a:off x="2906887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8" name="F2_precision_recall_distributions_4232">
            <a:extLst>
              <a:ext uri="{FF2B5EF4-FFF2-40B4-BE49-F238E27FC236}">
                <a16:creationId xmlns:a16="http://schemas.microsoft.com/office/drawing/2014/main" id="{5E5D555E-23D3-4EFE-A81A-0A2FCD89E4ED}"/>
              </a:ext>
            </a:extLst>
          </p:cNvPr>
          <p:cNvSpPr>
            <a:spLocks noGrp="1"/>
          </p:cNvSpPr>
          <p:nvPr/>
        </p:nvSpPr>
        <p:spPr>
          <a:xfrm>
            <a:off x="289810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19" name="F2_precision_recall_distributions_4233">
            <a:extLst>
              <a:ext uri="{FF2B5EF4-FFF2-40B4-BE49-F238E27FC236}">
                <a16:creationId xmlns:a16="http://schemas.microsoft.com/office/drawing/2014/main" id="{E6184E03-6BC1-4FD2-9125-16297303EB1E}"/>
              </a:ext>
            </a:extLst>
          </p:cNvPr>
          <p:cNvSpPr>
            <a:spLocks noGrp="1"/>
          </p:cNvSpPr>
          <p:nvPr/>
        </p:nvSpPr>
        <p:spPr>
          <a:xfrm>
            <a:off x="289695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0" name="F2_precision_recall_distributions_4234">
            <a:extLst>
              <a:ext uri="{FF2B5EF4-FFF2-40B4-BE49-F238E27FC236}">
                <a16:creationId xmlns:a16="http://schemas.microsoft.com/office/drawing/2014/main" id="{8943E4F9-9A4E-427D-90FE-F15F15B62E86}"/>
              </a:ext>
            </a:extLst>
          </p:cNvPr>
          <p:cNvSpPr>
            <a:spLocks noGrp="1"/>
          </p:cNvSpPr>
          <p:nvPr/>
        </p:nvSpPr>
        <p:spPr>
          <a:xfrm>
            <a:off x="3029454" y="29560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1" name="F2_precision_recall_distributions_4235">
            <a:extLst>
              <a:ext uri="{FF2B5EF4-FFF2-40B4-BE49-F238E27FC236}">
                <a16:creationId xmlns:a16="http://schemas.microsoft.com/office/drawing/2014/main" id="{E8FCD457-66EC-40DD-A3DC-6E0AD877B410}"/>
              </a:ext>
            </a:extLst>
          </p:cNvPr>
          <p:cNvSpPr>
            <a:spLocks noGrp="1"/>
          </p:cNvSpPr>
          <p:nvPr/>
        </p:nvSpPr>
        <p:spPr>
          <a:xfrm>
            <a:off x="316256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2" name="F2_precision_recall_distributions_4236">
            <a:extLst>
              <a:ext uri="{FF2B5EF4-FFF2-40B4-BE49-F238E27FC236}">
                <a16:creationId xmlns:a16="http://schemas.microsoft.com/office/drawing/2014/main" id="{907CEF52-3116-4BAA-A5DB-10650A462EE8}"/>
              </a:ext>
            </a:extLst>
          </p:cNvPr>
          <p:cNvSpPr>
            <a:spLocks noGrp="1"/>
          </p:cNvSpPr>
          <p:nvPr/>
        </p:nvSpPr>
        <p:spPr>
          <a:xfrm>
            <a:off x="304768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3" name="F2_precision_recall_distributions_4237">
            <a:extLst>
              <a:ext uri="{FF2B5EF4-FFF2-40B4-BE49-F238E27FC236}">
                <a16:creationId xmlns:a16="http://schemas.microsoft.com/office/drawing/2014/main" id="{258AD400-CDBD-43D3-908F-B7A2E8119C3D}"/>
              </a:ext>
            </a:extLst>
          </p:cNvPr>
          <p:cNvSpPr>
            <a:spLocks noGrp="1"/>
          </p:cNvSpPr>
          <p:nvPr/>
        </p:nvSpPr>
        <p:spPr>
          <a:xfrm>
            <a:off x="31025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4" name="F2_precision_recall_distributions_4238">
            <a:extLst>
              <a:ext uri="{FF2B5EF4-FFF2-40B4-BE49-F238E27FC236}">
                <a16:creationId xmlns:a16="http://schemas.microsoft.com/office/drawing/2014/main" id="{C4771877-216D-4310-8D37-39F1AE98B806}"/>
              </a:ext>
            </a:extLst>
          </p:cNvPr>
          <p:cNvSpPr>
            <a:spLocks noGrp="1"/>
          </p:cNvSpPr>
          <p:nvPr/>
        </p:nvSpPr>
        <p:spPr>
          <a:xfrm>
            <a:off x="282342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5" name="F2_precision_recall_distributions_4239">
            <a:extLst>
              <a:ext uri="{FF2B5EF4-FFF2-40B4-BE49-F238E27FC236}">
                <a16:creationId xmlns:a16="http://schemas.microsoft.com/office/drawing/2014/main" id="{7F8F8317-3533-42F5-B976-3DD74339ABF5}"/>
              </a:ext>
            </a:extLst>
          </p:cNvPr>
          <p:cNvSpPr>
            <a:spLocks noGrp="1"/>
          </p:cNvSpPr>
          <p:nvPr/>
        </p:nvSpPr>
        <p:spPr>
          <a:xfrm>
            <a:off x="288774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6" name="F2_precision_recall_distributions_4240">
            <a:extLst>
              <a:ext uri="{FF2B5EF4-FFF2-40B4-BE49-F238E27FC236}">
                <a16:creationId xmlns:a16="http://schemas.microsoft.com/office/drawing/2014/main" id="{FB618FD6-5448-4363-A3D7-B06142142969}"/>
              </a:ext>
            </a:extLst>
          </p:cNvPr>
          <p:cNvSpPr>
            <a:spLocks noGrp="1"/>
          </p:cNvSpPr>
          <p:nvPr/>
        </p:nvSpPr>
        <p:spPr>
          <a:xfrm>
            <a:off x="312551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7" name="F2_precision_recall_distributions_4241">
            <a:extLst>
              <a:ext uri="{FF2B5EF4-FFF2-40B4-BE49-F238E27FC236}">
                <a16:creationId xmlns:a16="http://schemas.microsoft.com/office/drawing/2014/main" id="{CB1D7668-B8FA-4166-86A4-49E1044BB7C0}"/>
              </a:ext>
            </a:extLst>
          </p:cNvPr>
          <p:cNvSpPr>
            <a:spLocks noGrp="1"/>
          </p:cNvSpPr>
          <p:nvPr/>
        </p:nvSpPr>
        <p:spPr>
          <a:xfrm>
            <a:off x="285156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8" name="F2_precision_recall_distributions_4242">
            <a:extLst>
              <a:ext uri="{FF2B5EF4-FFF2-40B4-BE49-F238E27FC236}">
                <a16:creationId xmlns:a16="http://schemas.microsoft.com/office/drawing/2014/main" id="{195F8220-2060-4410-AFB2-381083C9C7D0}"/>
              </a:ext>
            </a:extLst>
          </p:cNvPr>
          <p:cNvSpPr>
            <a:spLocks noGrp="1"/>
          </p:cNvSpPr>
          <p:nvPr/>
        </p:nvSpPr>
        <p:spPr>
          <a:xfrm>
            <a:off x="31639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29" name="F2_precision_recall_distributions_4243">
            <a:extLst>
              <a:ext uri="{FF2B5EF4-FFF2-40B4-BE49-F238E27FC236}">
                <a16:creationId xmlns:a16="http://schemas.microsoft.com/office/drawing/2014/main" id="{8D54359A-FC84-4ABF-AC53-D5AE3DBE9472}"/>
              </a:ext>
            </a:extLst>
          </p:cNvPr>
          <p:cNvSpPr>
            <a:spLocks noGrp="1"/>
          </p:cNvSpPr>
          <p:nvPr/>
        </p:nvSpPr>
        <p:spPr>
          <a:xfrm>
            <a:off x="3014275" y="305951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0" name="F2_precision_recall_distributions_4244">
            <a:extLst>
              <a:ext uri="{FF2B5EF4-FFF2-40B4-BE49-F238E27FC236}">
                <a16:creationId xmlns:a16="http://schemas.microsoft.com/office/drawing/2014/main" id="{E77EE8C1-A7EF-4B0A-95DB-A64C7F0807C7}"/>
              </a:ext>
            </a:extLst>
          </p:cNvPr>
          <p:cNvSpPr>
            <a:spLocks noGrp="1"/>
          </p:cNvSpPr>
          <p:nvPr/>
        </p:nvSpPr>
        <p:spPr>
          <a:xfrm>
            <a:off x="3046891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1" name="F2_precision_recall_distributions_4245">
            <a:extLst>
              <a:ext uri="{FF2B5EF4-FFF2-40B4-BE49-F238E27FC236}">
                <a16:creationId xmlns:a16="http://schemas.microsoft.com/office/drawing/2014/main" id="{D91B5FB3-1DB6-4BAF-B45B-7355898D2811}"/>
              </a:ext>
            </a:extLst>
          </p:cNvPr>
          <p:cNvSpPr>
            <a:spLocks noGrp="1"/>
          </p:cNvSpPr>
          <p:nvPr/>
        </p:nvSpPr>
        <p:spPr>
          <a:xfrm>
            <a:off x="3070687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2" name="F2_precision_recall_distributions_4246">
            <a:extLst>
              <a:ext uri="{FF2B5EF4-FFF2-40B4-BE49-F238E27FC236}">
                <a16:creationId xmlns:a16="http://schemas.microsoft.com/office/drawing/2014/main" id="{9AE14F8E-7CB0-4B1E-98CB-C85E153F2B5D}"/>
              </a:ext>
            </a:extLst>
          </p:cNvPr>
          <p:cNvSpPr>
            <a:spLocks noGrp="1"/>
          </p:cNvSpPr>
          <p:nvPr/>
        </p:nvSpPr>
        <p:spPr>
          <a:xfrm>
            <a:off x="29028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3" name="F2_precision_recall_distributions_4247">
            <a:extLst>
              <a:ext uri="{FF2B5EF4-FFF2-40B4-BE49-F238E27FC236}">
                <a16:creationId xmlns:a16="http://schemas.microsoft.com/office/drawing/2014/main" id="{1BDEC32C-FD8F-4F9C-B769-22D69D7A1E48}"/>
              </a:ext>
            </a:extLst>
          </p:cNvPr>
          <p:cNvSpPr>
            <a:spLocks noGrp="1"/>
          </p:cNvSpPr>
          <p:nvPr/>
        </p:nvSpPr>
        <p:spPr>
          <a:xfrm>
            <a:off x="284183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4" name="F2_precision_recall_distributions_4248">
            <a:extLst>
              <a:ext uri="{FF2B5EF4-FFF2-40B4-BE49-F238E27FC236}">
                <a16:creationId xmlns:a16="http://schemas.microsoft.com/office/drawing/2014/main" id="{6D2A6638-B830-4FA1-977B-D310DBEE7C84}"/>
              </a:ext>
            </a:extLst>
          </p:cNvPr>
          <p:cNvSpPr>
            <a:spLocks noGrp="1"/>
          </p:cNvSpPr>
          <p:nvPr/>
        </p:nvSpPr>
        <p:spPr>
          <a:xfrm>
            <a:off x="282959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5" name="F2_precision_recall_distributions_4249">
            <a:extLst>
              <a:ext uri="{FF2B5EF4-FFF2-40B4-BE49-F238E27FC236}">
                <a16:creationId xmlns:a16="http://schemas.microsoft.com/office/drawing/2014/main" id="{C6550C5C-6493-4E61-9A4F-A2CD37F8A78E}"/>
              </a:ext>
            </a:extLst>
          </p:cNvPr>
          <p:cNvSpPr>
            <a:spLocks noGrp="1"/>
          </p:cNvSpPr>
          <p:nvPr/>
        </p:nvSpPr>
        <p:spPr>
          <a:xfrm>
            <a:off x="283732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6" name="F2_precision_recall_distributions_4250">
            <a:extLst>
              <a:ext uri="{FF2B5EF4-FFF2-40B4-BE49-F238E27FC236}">
                <a16:creationId xmlns:a16="http://schemas.microsoft.com/office/drawing/2014/main" id="{B440A444-2E44-4F41-B067-0F84B457FA61}"/>
              </a:ext>
            </a:extLst>
          </p:cNvPr>
          <p:cNvSpPr>
            <a:spLocks noGrp="1"/>
          </p:cNvSpPr>
          <p:nvPr/>
        </p:nvSpPr>
        <p:spPr>
          <a:xfrm>
            <a:off x="312156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7" name="F2_precision_recall_distributions_4251">
            <a:extLst>
              <a:ext uri="{FF2B5EF4-FFF2-40B4-BE49-F238E27FC236}">
                <a16:creationId xmlns:a16="http://schemas.microsoft.com/office/drawing/2014/main" id="{82455531-5570-4AB8-A6B3-FA4AE2DD99A1}"/>
              </a:ext>
            </a:extLst>
          </p:cNvPr>
          <p:cNvSpPr>
            <a:spLocks noGrp="1"/>
          </p:cNvSpPr>
          <p:nvPr/>
        </p:nvSpPr>
        <p:spPr>
          <a:xfrm>
            <a:off x="296448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8" name="F2_precision_recall_distributions_4252">
            <a:extLst>
              <a:ext uri="{FF2B5EF4-FFF2-40B4-BE49-F238E27FC236}">
                <a16:creationId xmlns:a16="http://schemas.microsoft.com/office/drawing/2014/main" id="{871D84EB-2099-40EA-9E69-4F9AFE2B1D44}"/>
              </a:ext>
            </a:extLst>
          </p:cNvPr>
          <p:cNvSpPr>
            <a:spLocks noGrp="1"/>
          </p:cNvSpPr>
          <p:nvPr/>
        </p:nvSpPr>
        <p:spPr>
          <a:xfrm>
            <a:off x="3006588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39" name="F2_precision_recall_distributions_4253">
            <a:extLst>
              <a:ext uri="{FF2B5EF4-FFF2-40B4-BE49-F238E27FC236}">
                <a16:creationId xmlns:a16="http://schemas.microsoft.com/office/drawing/2014/main" id="{83F5B7E1-C1DA-4F47-840C-2AB03762DF6C}"/>
              </a:ext>
            </a:extLst>
          </p:cNvPr>
          <p:cNvSpPr>
            <a:spLocks noGrp="1"/>
          </p:cNvSpPr>
          <p:nvPr/>
        </p:nvSpPr>
        <p:spPr>
          <a:xfrm>
            <a:off x="318249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0" name="F2_precision_recall_distributions_4254">
            <a:extLst>
              <a:ext uri="{FF2B5EF4-FFF2-40B4-BE49-F238E27FC236}">
                <a16:creationId xmlns:a16="http://schemas.microsoft.com/office/drawing/2014/main" id="{F7CEE6FF-E36C-4C32-8CA0-B9AF9C3DF5C2}"/>
              </a:ext>
            </a:extLst>
          </p:cNvPr>
          <p:cNvSpPr>
            <a:spLocks noGrp="1"/>
          </p:cNvSpPr>
          <p:nvPr/>
        </p:nvSpPr>
        <p:spPr>
          <a:xfrm>
            <a:off x="30154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1" name="F2_precision_recall_distributions_4255">
            <a:extLst>
              <a:ext uri="{FF2B5EF4-FFF2-40B4-BE49-F238E27FC236}">
                <a16:creationId xmlns:a16="http://schemas.microsoft.com/office/drawing/2014/main" id="{46FE0263-6532-4632-9433-952E38EC07DF}"/>
              </a:ext>
            </a:extLst>
          </p:cNvPr>
          <p:cNvSpPr>
            <a:spLocks noGrp="1"/>
          </p:cNvSpPr>
          <p:nvPr/>
        </p:nvSpPr>
        <p:spPr>
          <a:xfrm>
            <a:off x="298257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2" name="F2_precision_recall_distributions_4256">
            <a:extLst>
              <a:ext uri="{FF2B5EF4-FFF2-40B4-BE49-F238E27FC236}">
                <a16:creationId xmlns:a16="http://schemas.microsoft.com/office/drawing/2014/main" id="{61FE3F70-61F6-4E19-9C36-4C4C4F09AB5F}"/>
              </a:ext>
            </a:extLst>
          </p:cNvPr>
          <p:cNvSpPr>
            <a:spLocks noGrp="1"/>
          </p:cNvSpPr>
          <p:nvPr/>
        </p:nvSpPr>
        <p:spPr>
          <a:xfrm>
            <a:off x="2904433" y="30931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3" name="F2_precision_recall_distributions_4257">
            <a:extLst>
              <a:ext uri="{FF2B5EF4-FFF2-40B4-BE49-F238E27FC236}">
                <a16:creationId xmlns:a16="http://schemas.microsoft.com/office/drawing/2014/main" id="{BDF75DB8-B750-4EA3-AF1B-A3A1A2F205B3}"/>
              </a:ext>
            </a:extLst>
          </p:cNvPr>
          <p:cNvSpPr>
            <a:spLocks noGrp="1"/>
          </p:cNvSpPr>
          <p:nvPr/>
        </p:nvSpPr>
        <p:spPr>
          <a:xfrm>
            <a:off x="283720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4" name="F2_precision_recall_distributions_4258">
            <a:extLst>
              <a:ext uri="{FF2B5EF4-FFF2-40B4-BE49-F238E27FC236}">
                <a16:creationId xmlns:a16="http://schemas.microsoft.com/office/drawing/2014/main" id="{E047A680-BAA8-4151-BF83-47DA1D112528}"/>
              </a:ext>
            </a:extLst>
          </p:cNvPr>
          <p:cNvSpPr>
            <a:spLocks noGrp="1"/>
          </p:cNvSpPr>
          <p:nvPr/>
        </p:nvSpPr>
        <p:spPr>
          <a:xfrm>
            <a:off x="2835727" y="3031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5" name="F2_precision_recall_distributions_4259">
            <a:extLst>
              <a:ext uri="{FF2B5EF4-FFF2-40B4-BE49-F238E27FC236}">
                <a16:creationId xmlns:a16="http://schemas.microsoft.com/office/drawing/2014/main" id="{B6F50A96-7C88-4E24-8B17-8CBFF3F1C9F9}"/>
              </a:ext>
            </a:extLst>
          </p:cNvPr>
          <p:cNvSpPr>
            <a:spLocks noGrp="1"/>
          </p:cNvSpPr>
          <p:nvPr/>
        </p:nvSpPr>
        <p:spPr>
          <a:xfrm>
            <a:off x="293779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6" name="F2_precision_recall_distributions_4260">
            <a:extLst>
              <a:ext uri="{FF2B5EF4-FFF2-40B4-BE49-F238E27FC236}">
                <a16:creationId xmlns:a16="http://schemas.microsoft.com/office/drawing/2014/main" id="{35E5CCAE-EEBF-4145-AF02-D015331F287D}"/>
              </a:ext>
            </a:extLst>
          </p:cNvPr>
          <p:cNvSpPr>
            <a:spLocks noGrp="1"/>
          </p:cNvSpPr>
          <p:nvPr/>
        </p:nvSpPr>
        <p:spPr>
          <a:xfrm>
            <a:off x="293087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7" name="F2_precision_recall_distributions_4261">
            <a:extLst>
              <a:ext uri="{FF2B5EF4-FFF2-40B4-BE49-F238E27FC236}">
                <a16:creationId xmlns:a16="http://schemas.microsoft.com/office/drawing/2014/main" id="{F7B96EFD-5002-4196-B3FB-EB2B9F6CED4D}"/>
              </a:ext>
            </a:extLst>
          </p:cNvPr>
          <p:cNvSpPr>
            <a:spLocks noGrp="1"/>
          </p:cNvSpPr>
          <p:nvPr/>
        </p:nvSpPr>
        <p:spPr>
          <a:xfrm>
            <a:off x="285033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8" name="F2_precision_recall_distributions_4262">
            <a:extLst>
              <a:ext uri="{FF2B5EF4-FFF2-40B4-BE49-F238E27FC236}">
                <a16:creationId xmlns:a16="http://schemas.microsoft.com/office/drawing/2014/main" id="{68C5D712-CA37-4B84-A00E-6C7A2FA17466}"/>
              </a:ext>
            </a:extLst>
          </p:cNvPr>
          <p:cNvSpPr>
            <a:spLocks noGrp="1"/>
          </p:cNvSpPr>
          <p:nvPr/>
        </p:nvSpPr>
        <p:spPr>
          <a:xfrm>
            <a:off x="30799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49" name="F2_precision_recall_distributions_4263">
            <a:extLst>
              <a:ext uri="{FF2B5EF4-FFF2-40B4-BE49-F238E27FC236}">
                <a16:creationId xmlns:a16="http://schemas.microsoft.com/office/drawing/2014/main" id="{DD06679C-F5A4-4C08-B3E2-92D15F6DDBCE}"/>
              </a:ext>
            </a:extLst>
          </p:cNvPr>
          <p:cNvSpPr>
            <a:spLocks noGrp="1"/>
          </p:cNvSpPr>
          <p:nvPr/>
        </p:nvSpPr>
        <p:spPr>
          <a:xfrm>
            <a:off x="289091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0" name="F2_precision_recall_distributions_4264">
            <a:extLst>
              <a:ext uri="{FF2B5EF4-FFF2-40B4-BE49-F238E27FC236}">
                <a16:creationId xmlns:a16="http://schemas.microsoft.com/office/drawing/2014/main" id="{6D91E929-0E76-4BAD-A3DA-9D2885EAB868}"/>
              </a:ext>
            </a:extLst>
          </p:cNvPr>
          <p:cNvSpPr>
            <a:spLocks noGrp="1"/>
          </p:cNvSpPr>
          <p:nvPr/>
        </p:nvSpPr>
        <p:spPr>
          <a:xfrm>
            <a:off x="2847944" y="311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1" name="F2_precision_recall_distributions_4265">
            <a:extLst>
              <a:ext uri="{FF2B5EF4-FFF2-40B4-BE49-F238E27FC236}">
                <a16:creationId xmlns:a16="http://schemas.microsoft.com/office/drawing/2014/main" id="{CA32EAC2-7F63-4C8B-B24E-4649DA7A538A}"/>
              </a:ext>
            </a:extLst>
          </p:cNvPr>
          <p:cNvSpPr>
            <a:spLocks noGrp="1"/>
          </p:cNvSpPr>
          <p:nvPr/>
        </p:nvSpPr>
        <p:spPr>
          <a:xfrm>
            <a:off x="290014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2" name="F2_precision_recall_distributions_4266">
            <a:extLst>
              <a:ext uri="{FF2B5EF4-FFF2-40B4-BE49-F238E27FC236}">
                <a16:creationId xmlns:a16="http://schemas.microsoft.com/office/drawing/2014/main" id="{620F52C5-057E-48E0-9851-FC31E6C8E42B}"/>
              </a:ext>
            </a:extLst>
          </p:cNvPr>
          <p:cNvSpPr>
            <a:spLocks noGrp="1"/>
          </p:cNvSpPr>
          <p:nvPr/>
        </p:nvSpPr>
        <p:spPr>
          <a:xfrm>
            <a:off x="2910024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3" name="F2_precision_recall_distributions_4267">
            <a:extLst>
              <a:ext uri="{FF2B5EF4-FFF2-40B4-BE49-F238E27FC236}">
                <a16:creationId xmlns:a16="http://schemas.microsoft.com/office/drawing/2014/main" id="{843B9ED6-7850-4EDE-AB13-62F1EC0C587A}"/>
              </a:ext>
            </a:extLst>
          </p:cNvPr>
          <p:cNvSpPr>
            <a:spLocks noGrp="1"/>
          </p:cNvSpPr>
          <p:nvPr/>
        </p:nvSpPr>
        <p:spPr>
          <a:xfrm>
            <a:off x="290081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4" name="F2_precision_recall_distributions_4268">
            <a:extLst>
              <a:ext uri="{FF2B5EF4-FFF2-40B4-BE49-F238E27FC236}">
                <a16:creationId xmlns:a16="http://schemas.microsoft.com/office/drawing/2014/main" id="{5141057D-3271-481B-8323-737A37E67F5E}"/>
              </a:ext>
            </a:extLst>
          </p:cNvPr>
          <p:cNvSpPr>
            <a:spLocks noGrp="1"/>
          </p:cNvSpPr>
          <p:nvPr/>
        </p:nvSpPr>
        <p:spPr>
          <a:xfrm>
            <a:off x="3117862" y="32307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5" name="F2_precision_recall_distributions_4269">
            <a:extLst>
              <a:ext uri="{FF2B5EF4-FFF2-40B4-BE49-F238E27FC236}">
                <a16:creationId xmlns:a16="http://schemas.microsoft.com/office/drawing/2014/main" id="{A1754531-D60B-4D1A-BFC7-59FF38582DD6}"/>
              </a:ext>
            </a:extLst>
          </p:cNvPr>
          <p:cNvSpPr>
            <a:spLocks noGrp="1"/>
          </p:cNvSpPr>
          <p:nvPr/>
        </p:nvSpPr>
        <p:spPr>
          <a:xfrm>
            <a:off x="298404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6" name="F2_precision_recall_distributions_4270">
            <a:extLst>
              <a:ext uri="{FF2B5EF4-FFF2-40B4-BE49-F238E27FC236}">
                <a16:creationId xmlns:a16="http://schemas.microsoft.com/office/drawing/2014/main" id="{96A2CE4D-E7EC-494A-B9D8-EE18BD332743}"/>
              </a:ext>
            </a:extLst>
          </p:cNvPr>
          <p:cNvSpPr>
            <a:spLocks noGrp="1"/>
          </p:cNvSpPr>
          <p:nvPr/>
        </p:nvSpPr>
        <p:spPr>
          <a:xfrm>
            <a:off x="318163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7" name="F2_precision_recall_distributions_4271">
            <a:extLst>
              <a:ext uri="{FF2B5EF4-FFF2-40B4-BE49-F238E27FC236}">
                <a16:creationId xmlns:a16="http://schemas.microsoft.com/office/drawing/2014/main" id="{3F895A20-A946-4366-A869-DB6FC3E86AB1}"/>
              </a:ext>
            </a:extLst>
          </p:cNvPr>
          <p:cNvSpPr>
            <a:spLocks noGrp="1"/>
          </p:cNvSpPr>
          <p:nvPr/>
        </p:nvSpPr>
        <p:spPr>
          <a:xfrm>
            <a:off x="3067655" y="2918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8" name="F2_precision_recall_distributions_4272">
            <a:extLst>
              <a:ext uri="{FF2B5EF4-FFF2-40B4-BE49-F238E27FC236}">
                <a16:creationId xmlns:a16="http://schemas.microsoft.com/office/drawing/2014/main" id="{CAA0F1D9-6B7F-4CDC-BCAB-82A4CD878FBE}"/>
              </a:ext>
            </a:extLst>
          </p:cNvPr>
          <p:cNvSpPr>
            <a:spLocks noGrp="1"/>
          </p:cNvSpPr>
          <p:nvPr/>
        </p:nvSpPr>
        <p:spPr>
          <a:xfrm>
            <a:off x="3084114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59" name="F2_precision_recall_distributions_4273">
            <a:extLst>
              <a:ext uri="{FF2B5EF4-FFF2-40B4-BE49-F238E27FC236}">
                <a16:creationId xmlns:a16="http://schemas.microsoft.com/office/drawing/2014/main" id="{793E0674-987C-4165-A784-2F810F48C64D}"/>
              </a:ext>
            </a:extLst>
          </p:cNvPr>
          <p:cNvSpPr>
            <a:spLocks noGrp="1"/>
          </p:cNvSpPr>
          <p:nvPr/>
        </p:nvSpPr>
        <p:spPr>
          <a:xfrm>
            <a:off x="30733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0" name="F2_precision_recall_distributions_4274">
            <a:extLst>
              <a:ext uri="{FF2B5EF4-FFF2-40B4-BE49-F238E27FC236}">
                <a16:creationId xmlns:a16="http://schemas.microsoft.com/office/drawing/2014/main" id="{347B3169-A62C-45C2-AAED-D350298148EE}"/>
              </a:ext>
            </a:extLst>
          </p:cNvPr>
          <p:cNvSpPr>
            <a:spLocks noGrp="1"/>
          </p:cNvSpPr>
          <p:nvPr/>
        </p:nvSpPr>
        <p:spPr>
          <a:xfrm>
            <a:off x="314581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1" name="F2_precision_recall_distributions_4275">
            <a:extLst>
              <a:ext uri="{FF2B5EF4-FFF2-40B4-BE49-F238E27FC236}">
                <a16:creationId xmlns:a16="http://schemas.microsoft.com/office/drawing/2014/main" id="{87F275D1-50E5-463F-94E4-617C98A0948C}"/>
              </a:ext>
            </a:extLst>
          </p:cNvPr>
          <p:cNvSpPr>
            <a:spLocks noGrp="1"/>
          </p:cNvSpPr>
          <p:nvPr/>
        </p:nvSpPr>
        <p:spPr>
          <a:xfrm>
            <a:off x="3116648" y="33143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2" name="F2_precision_recall_distributions_4276">
            <a:extLst>
              <a:ext uri="{FF2B5EF4-FFF2-40B4-BE49-F238E27FC236}">
                <a16:creationId xmlns:a16="http://schemas.microsoft.com/office/drawing/2014/main" id="{E3022E3F-7210-4E30-A8B2-8FD312A5F8AA}"/>
              </a:ext>
            </a:extLst>
          </p:cNvPr>
          <p:cNvSpPr>
            <a:spLocks noGrp="1"/>
          </p:cNvSpPr>
          <p:nvPr/>
        </p:nvSpPr>
        <p:spPr>
          <a:xfrm>
            <a:off x="309100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3" name="F2_precision_recall_distributions_4277">
            <a:extLst>
              <a:ext uri="{FF2B5EF4-FFF2-40B4-BE49-F238E27FC236}">
                <a16:creationId xmlns:a16="http://schemas.microsoft.com/office/drawing/2014/main" id="{116D5EA8-9012-413E-ADE1-A1F2C1DED7C2}"/>
              </a:ext>
            </a:extLst>
          </p:cNvPr>
          <p:cNvSpPr>
            <a:spLocks noGrp="1"/>
          </p:cNvSpPr>
          <p:nvPr/>
        </p:nvSpPr>
        <p:spPr>
          <a:xfrm>
            <a:off x="316616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4" name="F2_precision_recall_distributions_4278">
            <a:extLst>
              <a:ext uri="{FF2B5EF4-FFF2-40B4-BE49-F238E27FC236}">
                <a16:creationId xmlns:a16="http://schemas.microsoft.com/office/drawing/2014/main" id="{797C8FF4-EFEB-429D-9569-A85F7E6ED7A5}"/>
              </a:ext>
            </a:extLst>
          </p:cNvPr>
          <p:cNvSpPr>
            <a:spLocks noGrp="1"/>
          </p:cNvSpPr>
          <p:nvPr/>
        </p:nvSpPr>
        <p:spPr>
          <a:xfrm>
            <a:off x="308469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5" name="F2_precision_recall_distributions_4279">
            <a:extLst>
              <a:ext uri="{FF2B5EF4-FFF2-40B4-BE49-F238E27FC236}">
                <a16:creationId xmlns:a16="http://schemas.microsoft.com/office/drawing/2014/main" id="{714D1AA6-A752-49BF-86AF-50C1C6EC3D28}"/>
              </a:ext>
            </a:extLst>
          </p:cNvPr>
          <p:cNvSpPr>
            <a:spLocks noGrp="1"/>
          </p:cNvSpPr>
          <p:nvPr/>
        </p:nvSpPr>
        <p:spPr>
          <a:xfrm>
            <a:off x="311075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6" name="F2_precision_recall_distributions_4280">
            <a:extLst>
              <a:ext uri="{FF2B5EF4-FFF2-40B4-BE49-F238E27FC236}">
                <a16:creationId xmlns:a16="http://schemas.microsoft.com/office/drawing/2014/main" id="{7866D47B-B072-4EC4-A6C3-B61809A0AE5E}"/>
              </a:ext>
            </a:extLst>
          </p:cNvPr>
          <p:cNvSpPr>
            <a:spLocks noGrp="1"/>
          </p:cNvSpPr>
          <p:nvPr/>
        </p:nvSpPr>
        <p:spPr>
          <a:xfrm>
            <a:off x="294048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7" name="F2_precision_recall_distributions_4281">
            <a:extLst>
              <a:ext uri="{FF2B5EF4-FFF2-40B4-BE49-F238E27FC236}">
                <a16:creationId xmlns:a16="http://schemas.microsoft.com/office/drawing/2014/main" id="{53146773-F907-4980-AD5E-0DFCFC870223}"/>
              </a:ext>
            </a:extLst>
          </p:cNvPr>
          <p:cNvSpPr>
            <a:spLocks noGrp="1"/>
          </p:cNvSpPr>
          <p:nvPr/>
        </p:nvSpPr>
        <p:spPr>
          <a:xfrm>
            <a:off x="288754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8" name="F2_precision_recall_distributions_4282">
            <a:extLst>
              <a:ext uri="{FF2B5EF4-FFF2-40B4-BE49-F238E27FC236}">
                <a16:creationId xmlns:a16="http://schemas.microsoft.com/office/drawing/2014/main" id="{4B6045A9-31CB-4CFD-9081-26B81D04EC2E}"/>
              </a:ext>
            </a:extLst>
          </p:cNvPr>
          <p:cNvSpPr>
            <a:spLocks noGrp="1"/>
          </p:cNvSpPr>
          <p:nvPr/>
        </p:nvSpPr>
        <p:spPr>
          <a:xfrm>
            <a:off x="3095967" y="34679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69" name="F2_precision_recall_distributions_4283">
            <a:extLst>
              <a:ext uri="{FF2B5EF4-FFF2-40B4-BE49-F238E27FC236}">
                <a16:creationId xmlns:a16="http://schemas.microsoft.com/office/drawing/2014/main" id="{A15B2D4C-F8FE-4F40-9898-98E393E89166}"/>
              </a:ext>
            </a:extLst>
          </p:cNvPr>
          <p:cNvSpPr>
            <a:spLocks noGrp="1"/>
          </p:cNvSpPr>
          <p:nvPr/>
        </p:nvSpPr>
        <p:spPr>
          <a:xfrm>
            <a:off x="311018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0" name="F2_precision_recall_distributions_4284">
            <a:extLst>
              <a:ext uri="{FF2B5EF4-FFF2-40B4-BE49-F238E27FC236}">
                <a16:creationId xmlns:a16="http://schemas.microsoft.com/office/drawing/2014/main" id="{0DC96B57-3E75-4E3A-8433-9ED5083900BE}"/>
              </a:ext>
            </a:extLst>
          </p:cNvPr>
          <p:cNvSpPr>
            <a:spLocks noGrp="1"/>
          </p:cNvSpPr>
          <p:nvPr/>
        </p:nvSpPr>
        <p:spPr>
          <a:xfrm>
            <a:off x="300954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1" name="F2_precision_recall_distributions_4285">
            <a:extLst>
              <a:ext uri="{FF2B5EF4-FFF2-40B4-BE49-F238E27FC236}">
                <a16:creationId xmlns:a16="http://schemas.microsoft.com/office/drawing/2014/main" id="{B278D09E-7345-4576-95FE-EA68E8F1D5E6}"/>
              </a:ext>
            </a:extLst>
          </p:cNvPr>
          <p:cNvSpPr>
            <a:spLocks noGrp="1"/>
          </p:cNvSpPr>
          <p:nvPr/>
        </p:nvSpPr>
        <p:spPr>
          <a:xfrm>
            <a:off x="310267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2" name="F2_precision_recall_distributions_4286">
            <a:extLst>
              <a:ext uri="{FF2B5EF4-FFF2-40B4-BE49-F238E27FC236}">
                <a16:creationId xmlns:a16="http://schemas.microsoft.com/office/drawing/2014/main" id="{199A35D0-7717-4226-A250-DB999CB7F2A0}"/>
              </a:ext>
            </a:extLst>
          </p:cNvPr>
          <p:cNvSpPr>
            <a:spLocks noGrp="1"/>
          </p:cNvSpPr>
          <p:nvPr/>
        </p:nvSpPr>
        <p:spPr>
          <a:xfrm>
            <a:off x="2883175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3" name="F2_precision_recall_distributions_4287">
            <a:extLst>
              <a:ext uri="{FF2B5EF4-FFF2-40B4-BE49-F238E27FC236}">
                <a16:creationId xmlns:a16="http://schemas.microsoft.com/office/drawing/2014/main" id="{E17161D2-42AB-44A8-8BE9-907F3F892B69}"/>
              </a:ext>
            </a:extLst>
          </p:cNvPr>
          <p:cNvSpPr>
            <a:spLocks noGrp="1"/>
          </p:cNvSpPr>
          <p:nvPr/>
        </p:nvSpPr>
        <p:spPr>
          <a:xfrm>
            <a:off x="2857794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4" name="F2_precision_recall_distributions_4288">
            <a:extLst>
              <a:ext uri="{FF2B5EF4-FFF2-40B4-BE49-F238E27FC236}">
                <a16:creationId xmlns:a16="http://schemas.microsoft.com/office/drawing/2014/main" id="{451678E5-FC82-4B3F-A0FE-5DDA0C06A24D}"/>
              </a:ext>
            </a:extLst>
          </p:cNvPr>
          <p:cNvSpPr>
            <a:spLocks noGrp="1"/>
          </p:cNvSpPr>
          <p:nvPr/>
        </p:nvSpPr>
        <p:spPr>
          <a:xfrm>
            <a:off x="2849545" y="34108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5" name="F2_precision_recall_distributions_4289">
            <a:extLst>
              <a:ext uri="{FF2B5EF4-FFF2-40B4-BE49-F238E27FC236}">
                <a16:creationId xmlns:a16="http://schemas.microsoft.com/office/drawing/2014/main" id="{14E197C7-FABB-4B25-9E73-C2FA85D797F6}"/>
              </a:ext>
            </a:extLst>
          </p:cNvPr>
          <p:cNvSpPr>
            <a:spLocks noGrp="1"/>
          </p:cNvSpPr>
          <p:nvPr/>
        </p:nvSpPr>
        <p:spPr>
          <a:xfrm>
            <a:off x="30864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6" name="F2_precision_recall_distributions_4290">
            <a:extLst>
              <a:ext uri="{FF2B5EF4-FFF2-40B4-BE49-F238E27FC236}">
                <a16:creationId xmlns:a16="http://schemas.microsoft.com/office/drawing/2014/main" id="{C7483E03-FE01-4FA9-95E9-9CFD07E2EEF3}"/>
              </a:ext>
            </a:extLst>
          </p:cNvPr>
          <p:cNvSpPr>
            <a:spLocks noGrp="1"/>
          </p:cNvSpPr>
          <p:nvPr/>
        </p:nvSpPr>
        <p:spPr>
          <a:xfrm>
            <a:off x="2826506" y="30637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7" name="F2_precision_recall_distributions_4291">
            <a:extLst>
              <a:ext uri="{FF2B5EF4-FFF2-40B4-BE49-F238E27FC236}">
                <a16:creationId xmlns:a16="http://schemas.microsoft.com/office/drawing/2014/main" id="{EEDD3BBF-C5CE-4055-922D-3F732B304889}"/>
              </a:ext>
            </a:extLst>
          </p:cNvPr>
          <p:cNvSpPr>
            <a:spLocks noGrp="1"/>
          </p:cNvSpPr>
          <p:nvPr/>
        </p:nvSpPr>
        <p:spPr>
          <a:xfrm>
            <a:off x="312976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8" name="F2_precision_recall_distributions_4292">
            <a:extLst>
              <a:ext uri="{FF2B5EF4-FFF2-40B4-BE49-F238E27FC236}">
                <a16:creationId xmlns:a16="http://schemas.microsoft.com/office/drawing/2014/main" id="{C0FE8FEA-7241-49E5-8CBF-0C18AD06F88A}"/>
              </a:ext>
            </a:extLst>
          </p:cNvPr>
          <p:cNvSpPr>
            <a:spLocks noGrp="1"/>
          </p:cNvSpPr>
          <p:nvPr/>
        </p:nvSpPr>
        <p:spPr>
          <a:xfrm>
            <a:off x="311518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79" name="F2_precision_recall_distributions_4293">
            <a:extLst>
              <a:ext uri="{FF2B5EF4-FFF2-40B4-BE49-F238E27FC236}">
                <a16:creationId xmlns:a16="http://schemas.microsoft.com/office/drawing/2014/main" id="{F111500D-9D7E-4587-8C70-875984F01973}"/>
              </a:ext>
            </a:extLst>
          </p:cNvPr>
          <p:cNvSpPr>
            <a:spLocks noGrp="1"/>
          </p:cNvSpPr>
          <p:nvPr/>
        </p:nvSpPr>
        <p:spPr>
          <a:xfrm>
            <a:off x="296827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0" name="F2_precision_recall_distributions_4294">
            <a:extLst>
              <a:ext uri="{FF2B5EF4-FFF2-40B4-BE49-F238E27FC236}">
                <a16:creationId xmlns:a16="http://schemas.microsoft.com/office/drawing/2014/main" id="{AA3345A8-76AA-4CC5-BB30-8D4488BD7033}"/>
              </a:ext>
            </a:extLst>
          </p:cNvPr>
          <p:cNvSpPr>
            <a:spLocks noGrp="1"/>
          </p:cNvSpPr>
          <p:nvPr/>
        </p:nvSpPr>
        <p:spPr>
          <a:xfrm>
            <a:off x="3124265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1" name="F2_precision_recall_distributions_4295">
            <a:extLst>
              <a:ext uri="{FF2B5EF4-FFF2-40B4-BE49-F238E27FC236}">
                <a16:creationId xmlns:a16="http://schemas.microsoft.com/office/drawing/2014/main" id="{A727FFB2-D87F-45EE-9B3B-4C7DEB712711}"/>
              </a:ext>
            </a:extLst>
          </p:cNvPr>
          <p:cNvSpPr>
            <a:spLocks noGrp="1"/>
          </p:cNvSpPr>
          <p:nvPr/>
        </p:nvSpPr>
        <p:spPr>
          <a:xfrm>
            <a:off x="3047687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2" name="F2_precision_recall_distributions_4296">
            <a:extLst>
              <a:ext uri="{FF2B5EF4-FFF2-40B4-BE49-F238E27FC236}">
                <a16:creationId xmlns:a16="http://schemas.microsoft.com/office/drawing/2014/main" id="{914594A3-ACA4-477A-92A0-96209B6EFE02}"/>
              </a:ext>
            </a:extLst>
          </p:cNvPr>
          <p:cNvSpPr>
            <a:spLocks noGrp="1"/>
          </p:cNvSpPr>
          <p:nvPr/>
        </p:nvSpPr>
        <p:spPr>
          <a:xfrm>
            <a:off x="2856753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3" name="F2_precision_recall_distributions_4297">
            <a:extLst>
              <a:ext uri="{FF2B5EF4-FFF2-40B4-BE49-F238E27FC236}">
                <a16:creationId xmlns:a16="http://schemas.microsoft.com/office/drawing/2014/main" id="{9118CABE-F8A1-4AAD-83B4-E86F01C02292}"/>
              </a:ext>
            </a:extLst>
          </p:cNvPr>
          <p:cNvSpPr>
            <a:spLocks noGrp="1"/>
          </p:cNvSpPr>
          <p:nvPr/>
        </p:nvSpPr>
        <p:spPr>
          <a:xfrm>
            <a:off x="31712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4" name="F2_precision_recall_distributions_4298">
            <a:extLst>
              <a:ext uri="{FF2B5EF4-FFF2-40B4-BE49-F238E27FC236}">
                <a16:creationId xmlns:a16="http://schemas.microsoft.com/office/drawing/2014/main" id="{650CCED6-CF70-42FE-A2F8-D2B0F9808BD8}"/>
              </a:ext>
            </a:extLst>
          </p:cNvPr>
          <p:cNvSpPr>
            <a:spLocks noGrp="1"/>
          </p:cNvSpPr>
          <p:nvPr/>
        </p:nvSpPr>
        <p:spPr>
          <a:xfrm>
            <a:off x="2935034" y="31269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5" name="F2_precision_recall_distributions_4299">
            <a:extLst>
              <a:ext uri="{FF2B5EF4-FFF2-40B4-BE49-F238E27FC236}">
                <a16:creationId xmlns:a16="http://schemas.microsoft.com/office/drawing/2014/main" id="{EFDC16A2-CF29-48E3-98B5-7B9EDB6458E0}"/>
              </a:ext>
            </a:extLst>
          </p:cNvPr>
          <p:cNvSpPr>
            <a:spLocks noGrp="1"/>
          </p:cNvSpPr>
          <p:nvPr/>
        </p:nvSpPr>
        <p:spPr>
          <a:xfrm>
            <a:off x="284620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6" name="F2_precision_recall_distributions_4300">
            <a:extLst>
              <a:ext uri="{FF2B5EF4-FFF2-40B4-BE49-F238E27FC236}">
                <a16:creationId xmlns:a16="http://schemas.microsoft.com/office/drawing/2014/main" id="{37C68981-96CA-418C-A007-0D75CC3DE5DE}"/>
              </a:ext>
            </a:extLst>
          </p:cNvPr>
          <p:cNvSpPr>
            <a:spLocks noGrp="1"/>
          </p:cNvSpPr>
          <p:nvPr/>
        </p:nvSpPr>
        <p:spPr>
          <a:xfrm>
            <a:off x="314962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7" name="F2_precision_recall_distributions_4301">
            <a:extLst>
              <a:ext uri="{FF2B5EF4-FFF2-40B4-BE49-F238E27FC236}">
                <a16:creationId xmlns:a16="http://schemas.microsoft.com/office/drawing/2014/main" id="{448CA80D-D0B7-41AD-9F88-B54FEAD2BC88}"/>
              </a:ext>
            </a:extLst>
          </p:cNvPr>
          <p:cNvSpPr>
            <a:spLocks noGrp="1"/>
          </p:cNvSpPr>
          <p:nvPr/>
        </p:nvSpPr>
        <p:spPr>
          <a:xfrm>
            <a:off x="3842873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08" y="842186"/>
                </a:lnTo>
                <a:lnTo>
                  <a:pt x="19948" y="835606"/>
                </a:lnTo>
                <a:lnTo>
                  <a:pt x="43145" y="829027"/>
                </a:lnTo>
                <a:lnTo>
                  <a:pt x="72648" y="822447"/>
                </a:lnTo>
                <a:lnTo>
                  <a:pt x="106031" y="815868"/>
                </a:lnTo>
                <a:lnTo>
                  <a:pt x="140826" y="809288"/>
                </a:lnTo>
                <a:lnTo>
                  <a:pt x="174822" y="802708"/>
                </a:lnTo>
                <a:lnTo>
                  <a:pt x="206274" y="796129"/>
                </a:lnTo>
                <a:lnTo>
                  <a:pt x="234014" y="789549"/>
                </a:lnTo>
                <a:lnTo>
                  <a:pt x="257454" y="782970"/>
                </a:lnTo>
                <a:lnTo>
                  <a:pt x="276507" y="776390"/>
                </a:lnTo>
                <a:lnTo>
                  <a:pt x="291457" y="769811"/>
                </a:lnTo>
                <a:lnTo>
                  <a:pt x="302823" y="763231"/>
                </a:lnTo>
                <a:lnTo>
                  <a:pt x="311224" y="756651"/>
                </a:lnTo>
                <a:lnTo>
                  <a:pt x="317287" y="750072"/>
                </a:lnTo>
                <a:lnTo>
                  <a:pt x="321574" y="743492"/>
                </a:lnTo>
                <a:lnTo>
                  <a:pt x="324560" y="736913"/>
                </a:lnTo>
                <a:lnTo>
                  <a:pt x="326616" y="730333"/>
                </a:lnTo>
                <a:lnTo>
                  <a:pt x="328026" y="723754"/>
                </a:lnTo>
                <a:lnTo>
                  <a:pt x="328997" y="717174"/>
                </a:lnTo>
                <a:lnTo>
                  <a:pt x="329681" y="710594"/>
                </a:lnTo>
                <a:lnTo>
                  <a:pt x="330184" y="704015"/>
                </a:lnTo>
                <a:lnTo>
                  <a:pt x="330587" y="697435"/>
                </a:lnTo>
                <a:lnTo>
                  <a:pt x="330945" y="690856"/>
                </a:lnTo>
                <a:lnTo>
                  <a:pt x="331300" y="684276"/>
                </a:lnTo>
                <a:lnTo>
                  <a:pt x="331677" y="677697"/>
                </a:lnTo>
                <a:lnTo>
                  <a:pt x="332089" y="671117"/>
                </a:lnTo>
                <a:lnTo>
                  <a:pt x="332541" y="664537"/>
                </a:lnTo>
                <a:lnTo>
                  <a:pt x="333025" y="657958"/>
                </a:lnTo>
                <a:lnTo>
                  <a:pt x="333525" y="651378"/>
                </a:lnTo>
                <a:lnTo>
                  <a:pt x="334022" y="644799"/>
                </a:lnTo>
                <a:lnTo>
                  <a:pt x="334494" y="638219"/>
                </a:lnTo>
                <a:lnTo>
                  <a:pt x="334922" y="631639"/>
                </a:lnTo>
                <a:lnTo>
                  <a:pt x="335289" y="625060"/>
                </a:lnTo>
                <a:lnTo>
                  <a:pt x="335587" y="618480"/>
                </a:lnTo>
                <a:lnTo>
                  <a:pt x="335815" y="611901"/>
                </a:lnTo>
                <a:lnTo>
                  <a:pt x="335980" y="605321"/>
                </a:lnTo>
                <a:lnTo>
                  <a:pt x="336094" y="598742"/>
                </a:lnTo>
                <a:lnTo>
                  <a:pt x="336173" y="592162"/>
                </a:lnTo>
                <a:lnTo>
                  <a:pt x="336235" y="585582"/>
                </a:lnTo>
                <a:lnTo>
                  <a:pt x="336293" y="579003"/>
                </a:lnTo>
                <a:lnTo>
                  <a:pt x="336361" y="572423"/>
                </a:lnTo>
                <a:lnTo>
                  <a:pt x="336444" y="565844"/>
                </a:lnTo>
                <a:lnTo>
                  <a:pt x="336544" y="559264"/>
                </a:lnTo>
                <a:lnTo>
                  <a:pt x="336659" y="552685"/>
                </a:lnTo>
                <a:lnTo>
                  <a:pt x="336784" y="546105"/>
                </a:lnTo>
                <a:lnTo>
                  <a:pt x="336911" y="539525"/>
                </a:lnTo>
                <a:lnTo>
                  <a:pt x="337033" y="532946"/>
                </a:lnTo>
                <a:lnTo>
                  <a:pt x="337145" y="526366"/>
                </a:lnTo>
                <a:lnTo>
                  <a:pt x="337242" y="519787"/>
                </a:lnTo>
                <a:lnTo>
                  <a:pt x="337322" y="513207"/>
                </a:lnTo>
                <a:lnTo>
                  <a:pt x="337384" y="506627"/>
                </a:lnTo>
                <a:lnTo>
                  <a:pt x="337428" y="500048"/>
                </a:lnTo>
                <a:lnTo>
                  <a:pt x="337456" y="493468"/>
                </a:lnTo>
                <a:lnTo>
                  <a:pt x="337468" y="486889"/>
                </a:lnTo>
                <a:lnTo>
                  <a:pt x="337464" y="480309"/>
                </a:lnTo>
                <a:lnTo>
                  <a:pt x="337445" y="473730"/>
                </a:lnTo>
                <a:lnTo>
                  <a:pt x="337410" y="467150"/>
                </a:lnTo>
                <a:lnTo>
                  <a:pt x="337358" y="460570"/>
                </a:lnTo>
                <a:lnTo>
                  <a:pt x="337288" y="453991"/>
                </a:lnTo>
                <a:lnTo>
                  <a:pt x="337200" y="447411"/>
                </a:lnTo>
                <a:lnTo>
                  <a:pt x="337097" y="440832"/>
                </a:lnTo>
                <a:lnTo>
                  <a:pt x="336981" y="434252"/>
                </a:lnTo>
                <a:lnTo>
                  <a:pt x="336859" y="427673"/>
                </a:lnTo>
                <a:lnTo>
                  <a:pt x="336739" y="421093"/>
                </a:lnTo>
                <a:lnTo>
                  <a:pt x="336629" y="414513"/>
                </a:lnTo>
                <a:lnTo>
                  <a:pt x="336539" y="407934"/>
                </a:lnTo>
                <a:lnTo>
                  <a:pt x="336477" y="401354"/>
                </a:lnTo>
                <a:lnTo>
                  <a:pt x="336450" y="394775"/>
                </a:lnTo>
                <a:lnTo>
                  <a:pt x="336459" y="388195"/>
                </a:lnTo>
                <a:lnTo>
                  <a:pt x="336503" y="381616"/>
                </a:lnTo>
                <a:lnTo>
                  <a:pt x="336579" y="375036"/>
                </a:lnTo>
                <a:lnTo>
                  <a:pt x="336678" y="368456"/>
                </a:lnTo>
                <a:lnTo>
                  <a:pt x="336791" y="361877"/>
                </a:lnTo>
                <a:lnTo>
                  <a:pt x="336909" y="355297"/>
                </a:lnTo>
                <a:lnTo>
                  <a:pt x="337020" y="348718"/>
                </a:lnTo>
                <a:lnTo>
                  <a:pt x="337118" y="342138"/>
                </a:lnTo>
                <a:lnTo>
                  <a:pt x="337196" y="335558"/>
                </a:lnTo>
                <a:lnTo>
                  <a:pt x="337248" y="328979"/>
                </a:lnTo>
                <a:lnTo>
                  <a:pt x="337273" y="322399"/>
                </a:lnTo>
                <a:lnTo>
                  <a:pt x="337268" y="315820"/>
                </a:lnTo>
                <a:lnTo>
                  <a:pt x="337234" y="309240"/>
                </a:lnTo>
                <a:lnTo>
                  <a:pt x="337174" y="302661"/>
                </a:lnTo>
                <a:lnTo>
                  <a:pt x="337089" y="296081"/>
                </a:lnTo>
                <a:lnTo>
                  <a:pt x="336986" y="289501"/>
                </a:lnTo>
                <a:lnTo>
                  <a:pt x="336871" y="282922"/>
                </a:lnTo>
                <a:lnTo>
                  <a:pt x="336754" y="276342"/>
                </a:lnTo>
                <a:lnTo>
                  <a:pt x="336644" y="269763"/>
                </a:lnTo>
                <a:lnTo>
                  <a:pt x="336552" y="263183"/>
                </a:lnTo>
                <a:lnTo>
                  <a:pt x="336485" y="256604"/>
                </a:lnTo>
                <a:lnTo>
                  <a:pt x="336452" y="250024"/>
                </a:lnTo>
                <a:lnTo>
                  <a:pt x="336455" y="243444"/>
                </a:lnTo>
                <a:lnTo>
                  <a:pt x="336494" y="236865"/>
                </a:lnTo>
                <a:lnTo>
                  <a:pt x="336565" y="230285"/>
                </a:lnTo>
                <a:lnTo>
                  <a:pt x="336663" y="223706"/>
                </a:lnTo>
                <a:lnTo>
                  <a:pt x="336777" y="217126"/>
                </a:lnTo>
                <a:lnTo>
                  <a:pt x="336899" y="210546"/>
                </a:lnTo>
                <a:lnTo>
                  <a:pt x="337019" y="203967"/>
                </a:lnTo>
                <a:lnTo>
                  <a:pt x="337132" y="197387"/>
                </a:lnTo>
                <a:lnTo>
                  <a:pt x="337232" y="190808"/>
                </a:lnTo>
                <a:lnTo>
                  <a:pt x="337316" y="184228"/>
                </a:lnTo>
                <a:lnTo>
                  <a:pt x="337383" y="177649"/>
                </a:lnTo>
                <a:lnTo>
                  <a:pt x="337435" y="171069"/>
                </a:lnTo>
                <a:lnTo>
                  <a:pt x="337473" y="164489"/>
                </a:lnTo>
                <a:lnTo>
                  <a:pt x="337500" y="157910"/>
                </a:lnTo>
                <a:lnTo>
                  <a:pt x="337518" y="151330"/>
                </a:lnTo>
                <a:lnTo>
                  <a:pt x="337529" y="144751"/>
                </a:lnTo>
                <a:lnTo>
                  <a:pt x="337535" y="138171"/>
                </a:lnTo>
                <a:lnTo>
                  <a:pt x="337537" y="131592"/>
                </a:lnTo>
                <a:lnTo>
                  <a:pt x="337535" y="125012"/>
                </a:lnTo>
                <a:lnTo>
                  <a:pt x="337528" y="118432"/>
                </a:lnTo>
                <a:lnTo>
                  <a:pt x="337515" y="111853"/>
                </a:lnTo>
                <a:lnTo>
                  <a:pt x="337490" y="105273"/>
                </a:lnTo>
                <a:lnTo>
                  <a:pt x="337451" y="98694"/>
                </a:lnTo>
                <a:lnTo>
                  <a:pt x="337389" y="92114"/>
                </a:lnTo>
                <a:lnTo>
                  <a:pt x="337297" y="85535"/>
                </a:lnTo>
                <a:lnTo>
                  <a:pt x="337165" y="78955"/>
                </a:lnTo>
                <a:lnTo>
                  <a:pt x="336982" y="72375"/>
                </a:lnTo>
                <a:lnTo>
                  <a:pt x="336740" y="65796"/>
                </a:lnTo>
                <a:lnTo>
                  <a:pt x="336434" y="59216"/>
                </a:lnTo>
                <a:lnTo>
                  <a:pt x="336061" y="52637"/>
                </a:lnTo>
                <a:lnTo>
                  <a:pt x="335631" y="46057"/>
                </a:lnTo>
                <a:lnTo>
                  <a:pt x="335159" y="39477"/>
                </a:lnTo>
                <a:lnTo>
                  <a:pt x="334669" y="32898"/>
                </a:lnTo>
                <a:lnTo>
                  <a:pt x="334195" y="26318"/>
                </a:lnTo>
                <a:lnTo>
                  <a:pt x="333772" y="19739"/>
                </a:lnTo>
                <a:lnTo>
                  <a:pt x="333438" y="13159"/>
                </a:lnTo>
                <a:lnTo>
                  <a:pt x="333224" y="6580"/>
                </a:lnTo>
                <a:lnTo>
                  <a:pt x="333150" y="0"/>
                </a:lnTo>
                <a:lnTo>
                  <a:pt x="341946" y="0"/>
                </a:lnTo>
                <a:lnTo>
                  <a:pt x="341946" y="0"/>
                </a:lnTo>
                <a:lnTo>
                  <a:pt x="341873" y="6580"/>
                </a:lnTo>
                <a:lnTo>
                  <a:pt x="341658" y="13159"/>
                </a:lnTo>
                <a:lnTo>
                  <a:pt x="341324" y="19739"/>
                </a:lnTo>
                <a:lnTo>
                  <a:pt x="340902" y="26318"/>
                </a:lnTo>
                <a:lnTo>
                  <a:pt x="340428" y="32898"/>
                </a:lnTo>
                <a:lnTo>
                  <a:pt x="339938" y="39477"/>
                </a:lnTo>
                <a:lnTo>
                  <a:pt x="339465" y="46057"/>
                </a:lnTo>
                <a:lnTo>
                  <a:pt x="339035" y="52637"/>
                </a:lnTo>
                <a:lnTo>
                  <a:pt x="338663" y="59216"/>
                </a:lnTo>
                <a:lnTo>
                  <a:pt x="338356" y="65796"/>
                </a:lnTo>
                <a:lnTo>
                  <a:pt x="338114" y="72375"/>
                </a:lnTo>
                <a:lnTo>
                  <a:pt x="337932" y="78955"/>
                </a:lnTo>
                <a:lnTo>
                  <a:pt x="337799" y="85535"/>
                </a:lnTo>
                <a:lnTo>
                  <a:pt x="337707" y="92114"/>
                </a:lnTo>
                <a:lnTo>
                  <a:pt x="337646" y="98694"/>
                </a:lnTo>
                <a:lnTo>
                  <a:pt x="337606" y="105273"/>
                </a:lnTo>
                <a:lnTo>
                  <a:pt x="337582" y="111853"/>
                </a:lnTo>
                <a:lnTo>
                  <a:pt x="337568" y="118432"/>
                </a:lnTo>
                <a:lnTo>
                  <a:pt x="337561" y="125012"/>
                </a:lnTo>
                <a:lnTo>
                  <a:pt x="337559" y="131592"/>
                </a:lnTo>
                <a:lnTo>
                  <a:pt x="337561" y="138171"/>
                </a:lnTo>
                <a:lnTo>
                  <a:pt x="337568" y="144751"/>
                </a:lnTo>
                <a:lnTo>
                  <a:pt x="337579" y="151330"/>
                </a:lnTo>
                <a:lnTo>
                  <a:pt x="337597" y="157910"/>
                </a:lnTo>
                <a:lnTo>
                  <a:pt x="337624" y="164489"/>
                </a:lnTo>
                <a:lnTo>
                  <a:pt x="337662" y="171069"/>
                </a:lnTo>
                <a:lnTo>
                  <a:pt x="337714" y="177649"/>
                </a:lnTo>
                <a:lnTo>
                  <a:pt x="337781" y="184228"/>
                </a:lnTo>
                <a:lnTo>
                  <a:pt x="337865" y="190808"/>
                </a:lnTo>
                <a:lnTo>
                  <a:pt x="337964" y="197387"/>
                </a:lnTo>
                <a:lnTo>
                  <a:pt x="338077" y="203967"/>
                </a:lnTo>
                <a:lnTo>
                  <a:pt x="338198" y="210546"/>
                </a:lnTo>
                <a:lnTo>
                  <a:pt x="338320" y="217126"/>
                </a:lnTo>
                <a:lnTo>
                  <a:pt x="338434" y="223706"/>
                </a:lnTo>
                <a:lnTo>
                  <a:pt x="338531" y="230285"/>
                </a:lnTo>
                <a:lnTo>
                  <a:pt x="338603" y="236865"/>
                </a:lnTo>
                <a:lnTo>
                  <a:pt x="338642" y="243444"/>
                </a:lnTo>
                <a:lnTo>
                  <a:pt x="338645" y="250024"/>
                </a:lnTo>
                <a:lnTo>
                  <a:pt x="338611" y="256604"/>
                </a:lnTo>
                <a:lnTo>
                  <a:pt x="338545" y="263183"/>
                </a:lnTo>
                <a:lnTo>
                  <a:pt x="338452" y="269763"/>
                </a:lnTo>
                <a:lnTo>
                  <a:pt x="338342" y="276342"/>
                </a:lnTo>
                <a:lnTo>
                  <a:pt x="338225" y="282922"/>
                </a:lnTo>
                <a:lnTo>
                  <a:pt x="338111" y="289501"/>
                </a:lnTo>
                <a:lnTo>
                  <a:pt x="338008" y="296081"/>
                </a:lnTo>
                <a:lnTo>
                  <a:pt x="337923" y="302661"/>
                </a:lnTo>
                <a:lnTo>
                  <a:pt x="337862" y="309240"/>
                </a:lnTo>
                <a:lnTo>
                  <a:pt x="337829" y="315820"/>
                </a:lnTo>
                <a:lnTo>
                  <a:pt x="337824" y="322399"/>
                </a:lnTo>
                <a:lnTo>
                  <a:pt x="337848" y="328979"/>
                </a:lnTo>
                <a:lnTo>
                  <a:pt x="337901" y="335558"/>
                </a:lnTo>
                <a:lnTo>
                  <a:pt x="337978" y="342138"/>
                </a:lnTo>
                <a:lnTo>
                  <a:pt x="338076" y="348718"/>
                </a:lnTo>
                <a:lnTo>
                  <a:pt x="338188" y="355297"/>
                </a:lnTo>
                <a:lnTo>
                  <a:pt x="338305" y="361877"/>
                </a:lnTo>
                <a:lnTo>
                  <a:pt x="338418" y="368456"/>
                </a:lnTo>
                <a:lnTo>
                  <a:pt x="338518" y="375036"/>
                </a:lnTo>
                <a:lnTo>
                  <a:pt x="338593" y="381616"/>
                </a:lnTo>
                <a:lnTo>
                  <a:pt x="338638" y="388195"/>
                </a:lnTo>
                <a:lnTo>
                  <a:pt x="338647" y="394775"/>
                </a:lnTo>
                <a:lnTo>
                  <a:pt x="338619" y="401354"/>
                </a:lnTo>
                <a:lnTo>
                  <a:pt x="338557" y="407934"/>
                </a:lnTo>
                <a:lnTo>
                  <a:pt x="338467" y="414513"/>
                </a:lnTo>
                <a:lnTo>
                  <a:pt x="338358" y="421093"/>
                </a:lnTo>
                <a:lnTo>
                  <a:pt x="338237" y="427673"/>
                </a:lnTo>
                <a:lnTo>
                  <a:pt x="338115" y="434252"/>
                </a:lnTo>
                <a:lnTo>
                  <a:pt x="338000" y="440832"/>
                </a:lnTo>
                <a:lnTo>
                  <a:pt x="337896" y="447411"/>
                </a:lnTo>
                <a:lnTo>
                  <a:pt x="337809" y="453991"/>
                </a:lnTo>
                <a:lnTo>
                  <a:pt x="337739" y="460570"/>
                </a:lnTo>
                <a:lnTo>
                  <a:pt x="337687" y="467150"/>
                </a:lnTo>
                <a:lnTo>
                  <a:pt x="337651" y="473730"/>
                </a:lnTo>
                <a:lnTo>
                  <a:pt x="337632" y="480309"/>
                </a:lnTo>
                <a:lnTo>
                  <a:pt x="337629" y="486889"/>
                </a:lnTo>
                <a:lnTo>
                  <a:pt x="337640" y="493468"/>
                </a:lnTo>
                <a:lnTo>
                  <a:pt x="337668" y="500048"/>
                </a:lnTo>
                <a:lnTo>
                  <a:pt x="337712" y="506627"/>
                </a:lnTo>
                <a:lnTo>
                  <a:pt x="337774" y="513207"/>
                </a:lnTo>
                <a:lnTo>
                  <a:pt x="337854" y="519787"/>
                </a:lnTo>
                <a:lnTo>
                  <a:pt x="337951" y="526366"/>
                </a:lnTo>
                <a:lnTo>
                  <a:pt x="338063" y="532946"/>
                </a:lnTo>
                <a:lnTo>
                  <a:pt x="338186" y="539525"/>
                </a:lnTo>
                <a:lnTo>
                  <a:pt x="338313" y="546105"/>
                </a:lnTo>
                <a:lnTo>
                  <a:pt x="338437" y="552685"/>
                </a:lnTo>
                <a:lnTo>
                  <a:pt x="338553" y="559264"/>
                </a:lnTo>
                <a:lnTo>
                  <a:pt x="338653" y="565844"/>
                </a:lnTo>
                <a:lnTo>
                  <a:pt x="338736" y="572423"/>
                </a:lnTo>
                <a:lnTo>
                  <a:pt x="338803" y="579003"/>
                </a:lnTo>
                <a:lnTo>
                  <a:pt x="338862" y="585582"/>
                </a:lnTo>
                <a:lnTo>
                  <a:pt x="338923" y="592162"/>
                </a:lnTo>
                <a:lnTo>
                  <a:pt x="339003" y="598742"/>
                </a:lnTo>
                <a:lnTo>
                  <a:pt x="339117" y="605321"/>
                </a:lnTo>
                <a:lnTo>
                  <a:pt x="339282" y="611901"/>
                </a:lnTo>
                <a:lnTo>
                  <a:pt x="339510" y="618480"/>
                </a:lnTo>
                <a:lnTo>
                  <a:pt x="339808" y="625060"/>
                </a:lnTo>
                <a:lnTo>
                  <a:pt x="340175" y="631639"/>
                </a:lnTo>
                <a:lnTo>
                  <a:pt x="340602" y="638219"/>
                </a:lnTo>
                <a:lnTo>
                  <a:pt x="341074" y="644799"/>
                </a:lnTo>
                <a:lnTo>
                  <a:pt x="341571" y="651378"/>
                </a:lnTo>
                <a:lnTo>
                  <a:pt x="342072" y="657958"/>
                </a:lnTo>
                <a:lnTo>
                  <a:pt x="342555" y="664537"/>
                </a:lnTo>
                <a:lnTo>
                  <a:pt x="343007" y="671117"/>
                </a:lnTo>
                <a:lnTo>
                  <a:pt x="343420" y="677697"/>
                </a:lnTo>
                <a:lnTo>
                  <a:pt x="343797" y="684276"/>
                </a:lnTo>
                <a:lnTo>
                  <a:pt x="344151" y="690856"/>
                </a:lnTo>
                <a:lnTo>
                  <a:pt x="344510" y="697435"/>
                </a:lnTo>
                <a:lnTo>
                  <a:pt x="344912" y="704015"/>
                </a:lnTo>
                <a:lnTo>
                  <a:pt x="345416" y="710594"/>
                </a:lnTo>
                <a:lnTo>
                  <a:pt x="346099" y="717174"/>
                </a:lnTo>
                <a:lnTo>
                  <a:pt x="347071" y="723754"/>
                </a:lnTo>
                <a:lnTo>
                  <a:pt x="348481" y="730333"/>
                </a:lnTo>
                <a:lnTo>
                  <a:pt x="350537" y="736913"/>
                </a:lnTo>
                <a:lnTo>
                  <a:pt x="353522" y="743492"/>
                </a:lnTo>
                <a:lnTo>
                  <a:pt x="357810" y="750072"/>
                </a:lnTo>
                <a:lnTo>
                  <a:pt x="363872" y="756651"/>
                </a:lnTo>
                <a:lnTo>
                  <a:pt x="372274" y="763231"/>
                </a:lnTo>
                <a:lnTo>
                  <a:pt x="383639" y="769811"/>
                </a:lnTo>
                <a:lnTo>
                  <a:pt x="398590" y="776390"/>
                </a:lnTo>
                <a:lnTo>
                  <a:pt x="417642" y="782970"/>
                </a:lnTo>
                <a:lnTo>
                  <a:pt x="441082" y="789549"/>
                </a:lnTo>
                <a:lnTo>
                  <a:pt x="468823" y="796129"/>
                </a:lnTo>
                <a:lnTo>
                  <a:pt x="500275" y="802708"/>
                </a:lnTo>
                <a:lnTo>
                  <a:pt x="534270" y="809288"/>
                </a:lnTo>
                <a:lnTo>
                  <a:pt x="569066" y="815868"/>
                </a:lnTo>
                <a:lnTo>
                  <a:pt x="602448" y="822447"/>
                </a:lnTo>
                <a:lnTo>
                  <a:pt x="631951" y="829027"/>
                </a:lnTo>
                <a:lnTo>
                  <a:pt x="655149" y="835606"/>
                </a:lnTo>
                <a:lnTo>
                  <a:pt x="6699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1488" name="F2_precision_recall_distributions_4302">
            <a:extLst>
              <a:ext uri="{FF2B5EF4-FFF2-40B4-BE49-F238E27FC236}">
                <a16:creationId xmlns:a16="http://schemas.microsoft.com/office/drawing/2014/main" id="{6E55795E-C09F-4CC1-BEE8-CD4F88BD1ED4}"/>
              </a:ext>
            </a:extLst>
          </p:cNvPr>
          <p:cNvSpPr>
            <a:spLocks noGrp="1"/>
          </p:cNvSpPr>
          <p:nvPr/>
        </p:nvSpPr>
        <p:spPr>
          <a:xfrm>
            <a:off x="40377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89" name="F2_precision_recall_distributions_4303">
            <a:extLst>
              <a:ext uri="{FF2B5EF4-FFF2-40B4-BE49-F238E27FC236}">
                <a16:creationId xmlns:a16="http://schemas.microsoft.com/office/drawing/2014/main" id="{D15B841F-08AE-4148-AAC0-5CC5EFB3FA28}"/>
              </a:ext>
            </a:extLst>
          </p:cNvPr>
          <p:cNvSpPr>
            <a:spLocks noGrp="1"/>
          </p:cNvSpPr>
          <p:nvPr/>
        </p:nvSpPr>
        <p:spPr>
          <a:xfrm>
            <a:off x="403915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0" name="F2_precision_recall_distributions_4304">
            <a:extLst>
              <a:ext uri="{FF2B5EF4-FFF2-40B4-BE49-F238E27FC236}">
                <a16:creationId xmlns:a16="http://schemas.microsoft.com/office/drawing/2014/main" id="{5AABBB22-B6F2-48B1-9F64-A5B67397DACC}"/>
              </a:ext>
            </a:extLst>
          </p:cNvPr>
          <p:cNvSpPr>
            <a:spLocks noGrp="1"/>
          </p:cNvSpPr>
          <p:nvPr/>
        </p:nvSpPr>
        <p:spPr>
          <a:xfrm>
            <a:off x="4131201" y="37055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1" name="F2_precision_recall_distributions_4305">
            <a:extLst>
              <a:ext uri="{FF2B5EF4-FFF2-40B4-BE49-F238E27FC236}">
                <a16:creationId xmlns:a16="http://schemas.microsoft.com/office/drawing/2014/main" id="{E471EFA3-6CA0-450F-A61E-404BE06B058A}"/>
              </a:ext>
            </a:extLst>
          </p:cNvPr>
          <p:cNvSpPr>
            <a:spLocks noGrp="1"/>
          </p:cNvSpPr>
          <p:nvPr/>
        </p:nvSpPr>
        <p:spPr>
          <a:xfrm>
            <a:off x="42594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2" name="F2_precision_recall_distributions_4306">
            <a:extLst>
              <a:ext uri="{FF2B5EF4-FFF2-40B4-BE49-F238E27FC236}">
                <a16:creationId xmlns:a16="http://schemas.microsoft.com/office/drawing/2014/main" id="{0CE2EE8B-350D-4F75-AB27-CBD3B82EB2D5}"/>
              </a:ext>
            </a:extLst>
          </p:cNvPr>
          <p:cNvSpPr>
            <a:spLocks noGrp="1"/>
          </p:cNvSpPr>
          <p:nvPr/>
        </p:nvSpPr>
        <p:spPr>
          <a:xfrm>
            <a:off x="4328314" y="36826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3" name="F2_precision_recall_distributions_4307">
            <a:extLst>
              <a:ext uri="{FF2B5EF4-FFF2-40B4-BE49-F238E27FC236}">
                <a16:creationId xmlns:a16="http://schemas.microsoft.com/office/drawing/2014/main" id="{EAD42738-092D-4788-8708-4DD981D5DFFE}"/>
              </a:ext>
            </a:extLst>
          </p:cNvPr>
          <p:cNvSpPr>
            <a:spLocks noGrp="1"/>
          </p:cNvSpPr>
          <p:nvPr/>
        </p:nvSpPr>
        <p:spPr>
          <a:xfrm>
            <a:off x="41476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4" name="F2_precision_recall_distributions_4308">
            <a:extLst>
              <a:ext uri="{FF2B5EF4-FFF2-40B4-BE49-F238E27FC236}">
                <a16:creationId xmlns:a16="http://schemas.microsoft.com/office/drawing/2014/main" id="{9FAD4C70-A33E-4ED8-8707-F6A8649C26B3}"/>
              </a:ext>
            </a:extLst>
          </p:cNvPr>
          <p:cNvSpPr>
            <a:spLocks noGrp="1"/>
          </p:cNvSpPr>
          <p:nvPr/>
        </p:nvSpPr>
        <p:spPr>
          <a:xfrm>
            <a:off x="423197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5" name="F2_precision_recall_distributions_4309">
            <a:extLst>
              <a:ext uri="{FF2B5EF4-FFF2-40B4-BE49-F238E27FC236}">
                <a16:creationId xmlns:a16="http://schemas.microsoft.com/office/drawing/2014/main" id="{B3234ECD-7743-4F55-A6D2-2ADE6B08EDB4}"/>
              </a:ext>
            </a:extLst>
          </p:cNvPr>
          <p:cNvSpPr>
            <a:spLocks noGrp="1"/>
          </p:cNvSpPr>
          <p:nvPr/>
        </p:nvSpPr>
        <p:spPr>
          <a:xfrm>
            <a:off x="4188085" y="3699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6" name="F2_precision_recall_distributions_4310">
            <a:extLst>
              <a:ext uri="{FF2B5EF4-FFF2-40B4-BE49-F238E27FC236}">
                <a16:creationId xmlns:a16="http://schemas.microsoft.com/office/drawing/2014/main" id="{EA6D27DA-C023-436D-BC24-574E95D6E469}"/>
              </a:ext>
            </a:extLst>
          </p:cNvPr>
          <p:cNvSpPr>
            <a:spLocks noGrp="1"/>
          </p:cNvSpPr>
          <p:nvPr/>
        </p:nvSpPr>
        <p:spPr>
          <a:xfrm>
            <a:off x="41740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7" name="F2_precision_recall_distributions_4311">
            <a:extLst>
              <a:ext uri="{FF2B5EF4-FFF2-40B4-BE49-F238E27FC236}">
                <a16:creationId xmlns:a16="http://schemas.microsoft.com/office/drawing/2014/main" id="{CEC0BB4C-3542-4E04-882A-27836161BC0F}"/>
              </a:ext>
            </a:extLst>
          </p:cNvPr>
          <p:cNvSpPr>
            <a:spLocks noGrp="1"/>
          </p:cNvSpPr>
          <p:nvPr/>
        </p:nvSpPr>
        <p:spPr>
          <a:xfrm>
            <a:off x="4324757" y="37056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8" name="F2_precision_recall_distributions_4312">
            <a:extLst>
              <a:ext uri="{FF2B5EF4-FFF2-40B4-BE49-F238E27FC236}">
                <a16:creationId xmlns:a16="http://schemas.microsoft.com/office/drawing/2014/main" id="{7C605B24-89FD-48A7-849E-6E270F36DC30}"/>
              </a:ext>
            </a:extLst>
          </p:cNvPr>
          <p:cNvSpPr>
            <a:spLocks noGrp="1"/>
          </p:cNvSpPr>
          <p:nvPr/>
        </p:nvSpPr>
        <p:spPr>
          <a:xfrm>
            <a:off x="4347020" y="32548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499" name="F2_precision_recall_distributions_4313">
            <a:extLst>
              <a:ext uri="{FF2B5EF4-FFF2-40B4-BE49-F238E27FC236}">
                <a16:creationId xmlns:a16="http://schemas.microsoft.com/office/drawing/2014/main" id="{5ECAD32E-3613-40A5-BD0E-FDCC4439093D}"/>
              </a:ext>
            </a:extLst>
          </p:cNvPr>
          <p:cNvSpPr>
            <a:spLocks noGrp="1"/>
          </p:cNvSpPr>
          <p:nvPr/>
        </p:nvSpPr>
        <p:spPr>
          <a:xfrm>
            <a:off x="4122285" y="35987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0" name="F2_precision_recall_distributions_4314">
            <a:extLst>
              <a:ext uri="{FF2B5EF4-FFF2-40B4-BE49-F238E27FC236}">
                <a16:creationId xmlns:a16="http://schemas.microsoft.com/office/drawing/2014/main" id="{DEB1E4E6-9A2F-414D-A632-2F4F7991E542}"/>
              </a:ext>
            </a:extLst>
          </p:cNvPr>
          <p:cNvSpPr>
            <a:spLocks noGrp="1"/>
          </p:cNvSpPr>
          <p:nvPr/>
        </p:nvSpPr>
        <p:spPr>
          <a:xfrm>
            <a:off x="3999002" y="3704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1" name="F2_precision_recall_distributions_4315">
            <a:extLst>
              <a:ext uri="{FF2B5EF4-FFF2-40B4-BE49-F238E27FC236}">
                <a16:creationId xmlns:a16="http://schemas.microsoft.com/office/drawing/2014/main" id="{7133B1A3-7B31-43DE-BAA7-1F8523F4CA40}"/>
              </a:ext>
            </a:extLst>
          </p:cNvPr>
          <p:cNvSpPr>
            <a:spLocks noGrp="1"/>
          </p:cNvSpPr>
          <p:nvPr/>
        </p:nvSpPr>
        <p:spPr>
          <a:xfrm>
            <a:off x="430771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2" name="F2_precision_recall_distributions_4316">
            <a:extLst>
              <a:ext uri="{FF2B5EF4-FFF2-40B4-BE49-F238E27FC236}">
                <a16:creationId xmlns:a16="http://schemas.microsoft.com/office/drawing/2014/main" id="{9EC3671B-ECF4-4C8E-82A1-35B529636190}"/>
              </a:ext>
            </a:extLst>
          </p:cNvPr>
          <p:cNvSpPr>
            <a:spLocks noGrp="1"/>
          </p:cNvSpPr>
          <p:nvPr/>
        </p:nvSpPr>
        <p:spPr>
          <a:xfrm>
            <a:off x="4291071" y="35561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3" name="F2_precision_recall_distributions_4317">
            <a:extLst>
              <a:ext uri="{FF2B5EF4-FFF2-40B4-BE49-F238E27FC236}">
                <a16:creationId xmlns:a16="http://schemas.microsoft.com/office/drawing/2014/main" id="{D4C96CBA-2F92-4205-8BD5-F442AD337CAE}"/>
              </a:ext>
            </a:extLst>
          </p:cNvPr>
          <p:cNvSpPr>
            <a:spLocks noGrp="1"/>
          </p:cNvSpPr>
          <p:nvPr/>
        </p:nvSpPr>
        <p:spPr>
          <a:xfrm>
            <a:off x="4260633" y="37005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4" name="F2_precision_recall_distributions_4318">
            <a:extLst>
              <a:ext uri="{FF2B5EF4-FFF2-40B4-BE49-F238E27FC236}">
                <a16:creationId xmlns:a16="http://schemas.microsoft.com/office/drawing/2014/main" id="{C47D4341-DE16-436F-BE55-87922C03BC19}"/>
              </a:ext>
            </a:extLst>
          </p:cNvPr>
          <p:cNvSpPr>
            <a:spLocks noGrp="1"/>
          </p:cNvSpPr>
          <p:nvPr/>
        </p:nvSpPr>
        <p:spPr>
          <a:xfrm>
            <a:off x="42449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5" name="F2_precision_recall_distributions_4319">
            <a:extLst>
              <a:ext uri="{FF2B5EF4-FFF2-40B4-BE49-F238E27FC236}">
                <a16:creationId xmlns:a16="http://schemas.microsoft.com/office/drawing/2014/main" id="{1DED89E0-B57A-4224-90FB-5EE7B2CA746F}"/>
              </a:ext>
            </a:extLst>
          </p:cNvPr>
          <p:cNvSpPr>
            <a:spLocks noGrp="1"/>
          </p:cNvSpPr>
          <p:nvPr/>
        </p:nvSpPr>
        <p:spPr>
          <a:xfrm>
            <a:off x="3988439" y="36255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6" name="F2_precision_recall_distributions_4320">
            <a:extLst>
              <a:ext uri="{FF2B5EF4-FFF2-40B4-BE49-F238E27FC236}">
                <a16:creationId xmlns:a16="http://schemas.microsoft.com/office/drawing/2014/main" id="{2474C34B-F631-4A5B-B327-E9AFEAA16E1F}"/>
              </a:ext>
            </a:extLst>
          </p:cNvPr>
          <p:cNvSpPr>
            <a:spLocks noGrp="1"/>
          </p:cNvSpPr>
          <p:nvPr/>
        </p:nvSpPr>
        <p:spPr>
          <a:xfrm>
            <a:off x="4026951" y="36875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7" name="F2_precision_recall_distributions_4321">
            <a:extLst>
              <a:ext uri="{FF2B5EF4-FFF2-40B4-BE49-F238E27FC236}">
                <a16:creationId xmlns:a16="http://schemas.microsoft.com/office/drawing/2014/main" id="{7DED5028-2AFD-4B06-8491-FB3EDCEDB799}"/>
              </a:ext>
            </a:extLst>
          </p:cNvPr>
          <p:cNvSpPr>
            <a:spLocks noGrp="1"/>
          </p:cNvSpPr>
          <p:nvPr/>
        </p:nvSpPr>
        <p:spPr>
          <a:xfrm>
            <a:off x="4323143" y="36997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8" name="F2_precision_recall_distributions_4322">
            <a:extLst>
              <a:ext uri="{FF2B5EF4-FFF2-40B4-BE49-F238E27FC236}">
                <a16:creationId xmlns:a16="http://schemas.microsoft.com/office/drawing/2014/main" id="{16C87A87-5ECD-4D8C-A59E-05F83E1743B1}"/>
              </a:ext>
            </a:extLst>
          </p:cNvPr>
          <p:cNvSpPr>
            <a:spLocks noGrp="1"/>
          </p:cNvSpPr>
          <p:nvPr/>
        </p:nvSpPr>
        <p:spPr>
          <a:xfrm>
            <a:off x="4126042" y="37060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09" name="F2_precision_recall_distributions_4323">
            <a:extLst>
              <a:ext uri="{FF2B5EF4-FFF2-40B4-BE49-F238E27FC236}">
                <a16:creationId xmlns:a16="http://schemas.microsoft.com/office/drawing/2014/main" id="{52A6E78C-FC3A-4AFC-8475-BAE3C7B59FD6}"/>
              </a:ext>
            </a:extLst>
          </p:cNvPr>
          <p:cNvSpPr>
            <a:spLocks noGrp="1"/>
          </p:cNvSpPr>
          <p:nvPr/>
        </p:nvSpPr>
        <p:spPr>
          <a:xfrm>
            <a:off x="39831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0" name="F2_precision_recall_distributions_4324">
            <a:extLst>
              <a:ext uri="{FF2B5EF4-FFF2-40B4-BE49-F238E27FC236}">
                <a16:creationId xmlns:a16="http://schemas.microsoft.com/office/drawing/2014/main" id="{899B9496-85C3-41F6-93D7-486A61402C30}"/>
              </a:ext>
            </a:extLst>
          </p:cNvPr>
          <p:cNvSpPr>
            <a:spLocks noGrp="1"/>
          </p:cNvSpPr>
          <p:nvPr/>
        </p:nvSpPr>
        <p:spPr>
          <a:xfrm>
            <a:off x="4053367" y="35798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1" name="F2_precision_recall_distributions_4325">
            <a:extLst>
              <a:ext uri="{FF2B5EF4-FFF2-40B4-BE49-F238E27FC236}">
                <a16:creationId xmlns:a16="http://schemas.microsoft.com/office/drawing/2014/main" id="{99E2D395-78C6-4161-826A-658259C58C43}"/>
              </a:ext>
            </a:extLst>
          </p:cNvPr>
          <p:cNvSpPr>
            <a:spLocks noGrp="1"/>
          </p:cNvSpPr>
          <p:nvPr/>
        </p:nvSpPr>
        <p:spPr>
          <a:xfrm>
            <a:off x="4144350" y="3525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2" name="F2_precision_recall_distributions_4326">
            <a:extLst>
              <a:ext uri="{FF2B5EF4-FFF2-40B4-BE49-F238E27FC236}">
                <a16:creationId xmlns:a16="http://schemas.microsoft.com/office/drawing/2014/main" id="{FF19C1C0-FF92-45D7-8A1B-1CB81EAFE819}"/>
              </a:ext>
            </a:extLst>
          </p:cNvPr>
          <p:cNvSpPr>
            <a:spLocks noGrp="1"/>
          </p:cNvSpPr>
          <p:nvPr/>
        </p:nvSpPr>
        <p:spPr>
          <a:xfrm>
            <a:off x="426481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3" name="F2_precision_recall_distributions_4327">
            <a:extLst>
              <a:ext uri="{FF2B5EF4-FFF2-40B4-BE49-F238E27FC236}">
                <a16:creationId xmlns:a16="http://schemas.microsoft.com/office/drawing/2014/main" id="{C8DE8CC2-D9DA-49C2-8379-3DF43C629BB5}"/>
              </a:ext>
            </a:extLst>
          </p:cNvPr>
          <p:cNvSpPr>
            <a:spLocks noGrp="1"/>
          </p:cNvSpPr>
          <p:nvPr/>
        </p:nvSpPr>
        <p:spPr>
          <a:xfrm>
            <a:off x="40760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4" name="F2_precision_recall_distributions_4328">
            <a:extLst>
              <a:ext uri="{FF2B5EF4-FFF2-40B4-BE49-F238E27FC236}">
                <a16:creationId xmlns:a16="http://schemas.microsoft.com/office/drawing/2014/main" id="{BE7B89D0-51AF-4102-A5E6-C5CD372D0D44}"/>
              </a:ext>
            </a:extLst>
          </p:cNvPr>
          <p:cNvSpPr>
            <a:spLocks noGrp="1"/>
          </p:cNvSpPr>
          <p:nvPr/>
        </p:nvSpPr>
        <p:spPr>
          <a:xfrm>
            <a:off x="4346858" y="3704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5" name="F2_precision_recall_distributions_4329">
            <a:extLst>
              <a:ext uri="{FF2B5EF4-FFF2-40B4-BE49-F238E27FC236}">
                <a16:creationId xmlns:a16="http://schemas.microsoft.com/office/drawing/2014/main" id="{5D2B18E5-44B0-4F79-8544-A73820333282}"/>
              </a:ext>
            </a:extLst>
          </p:cNvPr>
          <p:cNvSpPr>
            <a:spLocks noGrp="1"/>
          </p:cNvSpPr>
          <p:nvPr/>
        </p:nvSpPr>
        <p:spPr>
          <a:xfrm>
            <a:off x="411064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6" name="F2_precision_recall_distributions_4330">
            <a:extLst>
              <a:ext uri="{FF2B5EF4-FFF2-40B4-BE49-F238E27FC236}">
                <a16:creationId xmlns:a16="http://schemas.microsoft.com/office/drawing/2014/main" id="{D10DF49E-F40E-46DF-8407-A8DE19A0B5AC}"/>
              </a:ext>
            </a:extLst>
          </p:cNvPr>
          <p:cNvSpPr>
            <a:spLocks noGrp="1"/>
          </p:cNvSpPr>
          <p:nvPr/>
        </p:nvSpPr>
        <p:spPr>
          <a:xfrm>
            <a:off x="4030161" y="37064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7" name="F2_precision_recall_distributions_4331">
            <a:extLst>
              <a:ext uri="{FF2B5EF4-FFF2-40B4-BE49-F238E27FC236}">
                <a16:creationId xmlns:a16="http://schemas.microsoft.com/office/drawing/2014/main" id="{FCE6479B-F667-42A9-A487-C8CE794EE221}"/>
              </a:ext>
            </a:extLst>
          </p:cNvPr>
          <p:cNvSpPr>
            <a:spLocks noGrp="1"/>
          </p:cNvSpPr>
          <p:nvPr/>
        </p:nvSpPr>
        <p:spPr>
          <a:xfrm>
            <a:off x="4138300" y="365741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8" name="F2_precision_recall_distributions_4332">
            <a:extLst>
              <a:ext uri="{FF2B5EF4-FFF2-40B4-BE49-F238E27FC236}">
                <a16:creationId xmlns:a16="http://schemas.microsoft.com/office/drawing/2014/main" id="{B8ADB9D6-6CDB-4604-A519-8E66467360C9}"/>
              </a:ext>
            </a:extLst>
          </p:cNvPr>
          <p:cNvSpPr>
            <a:spLocks noGrp="1"/>
          </p:cNvSpPr>
          <p:nvPr/>
        </p:nvSpPr>
        <p:spPr>
          <a:xfrm>
            <a:off x="406485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19" name="F2_precision_recall_distributions_4333">
            <a:extLst>
              <a:ext uri="{FF2B5EF4-FFF2-40B4-BE49-F238E27FC236}">
                <a16:creationId xmlns:a16="http://schemas.microsoft.com/office/drawing/2014/main" id="{9A72FE7D-E66E-4179-BADC-020B33BF09CB}"/>
              </a:ext>
            </a:extLst>
          </p:cNvPr>
          <p:cNvSpPr>
            <a:spLocks noGrp="1"/>
          </p:cNvSpPr>
          <p:nvPr/>
        </p:nvSpPr>
        <p:spPr>
          <a:xfrm>
            <a:off x="4280054" y="36778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0" name="F2_precision_recall_distributions_4334">
            <a:extLst>
              <a:ext uri="{FF2B5EF4-FFF2-40B4-BE49-F238E27FC236}">
                <a16:creationId xmlns:a16="http://schemas.microsoft.com/office/drawing/2014/main" id="{781846C8-8534-41B9-B321-F4B539ED136B}"/>
              </a:ext>
            </a:extLst>
          </p:cNvPr>
          <p:cNvSpPr>
            <a:spLocks noGrp="1"/>
          </p:cNvSpPr>
          <p:nvPr/>
        </p:nvSpPr>
        <p:spPr>
          <a:xfrm>
            <a:off x="41534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1" name="F2_precision_recall_distributions_4335">
            <a:extLst>
              <a:ext uri="{FF2B5EF4-FFF2-40B4-BE49-F238E27FC236}">
                <a16:creationId xmlns:a16="http://schemas.microsoft.com/office/drawing/2014/main" id="{23803106-7F19-4F94-804C-AF14FEDC7BBA}"/>
              </a:ext>
            </a:extLst>
          </p:cNvPr>
          <p:cNvSpPr>
            <a:spLocks noGrp="1"/>
          </p:cNvSpPr>
          <p:nvPr/>
        </p:nvSpPr>
        <p:spPr>
          <a:xfrm>
            <a:off x="4011592" y="37100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2" name="F2_precision_recall_distributions_4336">
            <a:extLst>
              <a:ext uri="{FF2B5EF4-FFF2-40B4-BE49-F238E27FC236}">
                <a16:creationId xmlns:a16="http://schemas.microsoft.com/office/drawing/2014/main" id="{12E17C12-0BFB-4083-86D6-C00B0D126446}"/>
              </a:ext>
            </a:extLst>
          </p:cNvPr>
          <p:cNvSpPr>
            <a:spLocks noGrp="1"/>
          </p:cNvSpPr>
          <p:nvPr/>
        </p:nvSpPr>
        <p:spPr>
          <a:xfrm>
            <a:off x="40667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3" name="F2_precision_recall_distributions_4337">
            <a:extLst>
              <a:ext uri="{FF2B5EF4-FFF2-40B4-BE49-F238E27FC236}">
                <a16:creationId xmlns:a16="http://schemas.microsoft.com/office/drawing/2014/main" id="{1D891543-0B15-4E3F-90CD-C0C2BD77B01A}"/>
              </a:ext>
            </a:extLst>
          </p:cNvPr>
          <p:cNvSpPr>
            <a:spLocks noGrp="1"/>
          </p:cNvSpPr>
          <p:nvPr/>
        </p:nvSpPr>
        <p:spPr>
          <a:xfrm>
            <a:off x="40212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4" name="F2_precision_recall_distributions_4338">
            <a:extLst>
              <a:ext uri="{FF2B5EF4-FFF2-40B4-BE49-F238E27FC236}">
                <a16:creationId xmlns:a16="http://schemas.microsoft.com/office/drawing/2014/main" id="{5919D82D-1463-4EB5-A30D-FE5D2A2991B1}"/>
              </a:ext>
            </a:extLst>
          </p:cNvPr>
          <p:cNvSpPr>
            <a:spLocks noGrp="1"/>
          </p:cNvSpPr>
          <p:nvPr/>
        </p:nvSpPr>
        <p:spPr>
          <a:xfrm>
            <a:off x="41062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5" name="F2_precision_recall_distributions_4339">
            <a:extLst>
              <a:ext uri="{FF2B5EF4-FFF2-40B4-BE49-F238E27FC236}">
                <a16:creationId xmlns:a16="http://schemas.microsoft.com/office/drawing/2014/main" id="{4AE58B10-374A-4F2B-9396-83091BE084CA}"/>
              </a:ext>
            </a:extLst>
          </p:cNvPr>
          <p:cNvSpPr>
            <a:spLocks noGrp="1"/>
          </p:cNvSpPr>
          <p:nvPr/>
        </p:nvSpPr>
        <p:spPr>
          <a:xfrm>
            <a:off x="4170373" y="37085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6" name="F2_precision_recall_distributions_4340">
            <a:extLst>
              <a:ext uri="{FF2B5EF4-FFF2-40B4-BE49-F238E27FC236}">
                <a16:creationId xmlns:a16="http://schemas.microsoft.com/office/drawing/2014/main" id="{6129AA68-CAEA-4F70-AE2F-99CFBBB734C2}"/>
              </a:ext>
            </a:extLst>
          </p:cNvPr>
          <p:cNvSpPr>
            <a:spLocks noGrp="1"/>
          </p:cNvSpPr>
          <p:nvPr/>
        </p:nvSpPr>
        <p:spPr>
          <a:xfrm>
            <a:off x="401653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7" name="F2_precision_recall_distributions_4341">
            <a:extLst>
              <a:ext uri="{FF2B5EF4-FFF2-40B4-BE49-F238E27FC236}">
                <a16:creationId xmlns:a16="http://schemas.microsoft.com/office/drawing/2014/main" id="{F7BF9EBC-C417-4D80-803D-D6954297B07D}"/>
              </a:ext>
            </a:extLst>
          </p:cNvPr>
          <p:cNvSpPr>
            <a:spLocks noGrp="1"/>
          </p:cNvSpPr>
          <p:nvPr/>
        </p:nvSpPr>
        <p:spPr>
          <a:xfrm>
            <a:off x="4209834" y="36942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8" name="F2_precision_recall_distributions_4342">
            <a:extLst>
              <a:ext uri="{FF2B5EF4-FFF2-40B4-BE49-F238E27FC236}">
                <a16:creationId xmlns:a16="http://schemas.microsoft.com/office/drawing/2014/main" id="{490D9E70-8023-4B33-8E0E-592719680B25}"/>
              </a:ext>
            </a:extLst>
          </p:cNvPr>
          <p:cNvSpPr>
            <a:spLocks noGrp="1"/>
          </p:cNvSpPr>
          <p:nvPr/>
        </p:nvSpPr>
        <p:spPr>
          <a:xfrm>
            <a:off x="431466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29" name="F2_precision_recall_distributions_4343">
            <a:extLst>
              <a:ext uri="{FF2B5EF4-FFF2-40B4-BE49-F238E27FC236}">
                <a16:creationId xmlns:a16="http://schemas.microsoft.com/office/drawing/2014/main" id="{398AF4F9-F83A-4EE2-87CA-4A18C102D50F}"/>
              </a:ext>
            </a:extLst>
          </p:cNvPr>
          <p:cNvSpPr>
            <a:spLocks noGrp="1"/>
          </p:cNvSpPr>
          <p:nvPr/>
        </p:nvSpPr>
        <p:spPr>
          <a:xfrm>
            <a:off x="4163680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0" name="F2_precision_recall_distributions_4344">
            <a:extLst>
              <a:ext uri="{FF2B5EF4-FFF2-40B4-BE49-F238E27FC236}">
                <a16:creationId xmlns:a16="http://schemas.microsoft.com/office/drawing/2014/main" id="{1E725FEA-73ED-4AC9-A2C0-F7C3D4FCB3D7}"/>
              </a:ext>
            </a:extLst>
          </p:cNvPr>
          <p:cNvSpPr>
            <a:spLocks noGrp="1"/>
          </p:cNvSpPr>
          <p:nvPr/>
        </p:nvSpPr>
        <p:spPr>
          <a:xfrm>
            <a:off x="4230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1" name="F2_precision_recall_distributions_4345">
            <a:extLst>
              <a:ext uri="{FF2B5EF4-FFF2-40B4-BE49-F238E27FC236}">
                <a16:creationId xmlns:a16="http://schemas.microsoft.com/office/drawing/2014/main" id="{892B04B2-E340-4F19-AA40-BA1717568D17}"/>
              </a:ext>
            </a:extLst>
          </p:cNvPr>
          <p:cNvSpPr>
            <a:spLocks noGrp="1"/>
          </p:cNvSpPr>
          <p:nvPr/>
        </p:nvSpPr>
        <p:spPr>
          <a:xfrm>
            <a:off x="42547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2" name="F2_precision_recall_distributions_4346">
            <a:extLst>
              <a:ext uri="{FF2B5EF4-FFF2-40B4-BE49-F238E27FC236}">
                <a16:creationId xmlns:a16="http://schemas.microsoft.com/office/drawing/2014/main" id="{0CD5A328-3360-4446-934F-7D228A98F312}"/>
              </a:ext>
            </a:extLst>
          </p:cNvPr>
          <p:cNvSpPr>
            <a:spLocks noGrp="1"/>
          </p:cNvSpPr>
          <p:nvPr/>
        </p:nvSpPr>
        <p:spPr>
          <a:xfrm>
            <a:off x="43265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3" name="F2_precision_recall_distributions_4347">
            <a:extLst>
              <a:ext uri="{FF2B5EF4-FFF2-40B4-BE49-F238E27FC236}">
                <a16:creationId xmlns:a16="http://schemas.microsoft.com/office/drawing/2014/main" id="{077AD170-5210-45F7-AA77-700057F393AE}"/>
              </a:ext>
            </a:extLst>
          </p:cNvPr>
          <p:cNvSpPr>
            <a:spLocks noGrp="1"/>
          </p:cNvSpPr>
          <p:nvPr/>
        </p:nvSpPr>
        <p:spPr>
          <a:xfrm>
            <a:off x="39874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4" name="F2_precision_recall_distributions_4348">
            <a:extLst>
              <a:ext uri="{FF2B5EF4-FFF2-40B4-BE49-F238E27FC236}">
                <a16:creationId xmlns:a16="http://schemas.microsoft.com/office/drawing/2014/main" id="{AFF2A4B4-8CC8-4699-B4DF-DA41870C6488}"/>
              </a:ext>
            </a:extLst>
          </p:cNvPr>
          <p:cNvSpPr>
            <a:spLocks noGrp="1"/>
          </p:cNvSpPr>
          <p:nvPr/>
        </p:nvSpPr>
        <p:spPr>
          <a:xfrm>
            <a:off x="3991925" y="36967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5" name="F2_precision_recall_distributions_4349">
            <a:extLst>
              <a:ext uri="{FF2B5EF4-FFF2-40B4-BE49-F238E27FC236}">
                <a16:creationId xmlns:a16="http://schemas.microsoft.com/office/drawing/2014/main" id="{CA4BD5A1-F279-4477-BF52-19DCF142F86E}"/>
              </a:ext>
            </a:extLst>
          </p:cNvPr>
          <p:cNvSpPr>
            <a:spLocks noGrp="1"/>
          </p:cNvSpPr>
          <p:nvPr/>
        </p:nvSpPr>
        <p:spPr>
          <a:xfrm>
            <a:off x="427937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6" name="F2_precision_recall_distributions_4350">
            <a:extLst>
              <a:ext uri="{FF2B5EF4-FFF2-40B4-BE49-F238E27FC236}">
                <a16:creationId xmlns:a16="http://schemas.microsoft.com/office/drawing/2014/main" id="{7CDBB8C9-6A16-4268-8257-FD5D3AF67950}"/>
              </a:ext>
            </a:extLst>
          </p:cNvPr>
          <p:cNvSpPr>
            <a:spLocks noGrp="1"/>
          </p:cNvSpPr>
          <p:nvPr/>
        </p:nvSpPr>
        <p:spPr>
          <a:xfrm>
            <a:off x="4293910" y="36976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7" name="F2_precision_recall_distributions_4351">
            <a:extLst>
              <a:ext uri="{FF2B5EF4-FFF2-40B4-BE49-F238E27FC236}">
                <a16:creationId xmlns:a16="http://schemas.microsoft.com/office/drawing/2014/main" id="{03122882-F55C-4C36-A925-3632D0380680}"/>
              </a:ext>
            </a:extLst>
          </p:cNvPr>
          <p:cNvSpPr>
            <a:spLocks noGrp="1"/>
          </p:cNvSpPr>
          <p:nvPr/>
        </p:nvSpPr>
        <p:spPr>
          <a:xfrm>
            <a:off x="399495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8" name="F2_precision_recall_distributions_4352">
            <a:extLst>
              <a:ext uri="{FF2B5EF4-FFF2-40B4-BE49-F238E27FC236}">
                <a16:creationId xmlns:a16="http://schemas.microsoft.com/office/drawing/2014/main" id="{8DBE0525-0FAE-4127-9F5D-8489680D4099}"/>
              </a:ext>
            </a:extLst>
          </p:cNvPr>
          <p:cNvSpPr>
            <a:spLocks noGrp="1"/>
          </p:cNvSpPr>
          <p:nvPr/>
        </p:nvSpPr>
        <p:spPr>
          <a:xfrm>
            <a:off x="433386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39" name="F2_precision_recall_distributions_4353">
            <a:extLst>
              <a:ext uri="{FF2B5EF4-FFF2-40B4-BE49-F238E27FC236}">
                <a16:creationId xmlns:a16="http://schemas.microsoft.com/office/drawing/2014/main" id="{0A89F752-2ACC-44A4-A8B8-50AFDF62868D}"/>
              </a:ext>
            </a:extLst>
          </p:cNvPr>
          <p:cNvSpPr>
            <a:spLocks noGrp="1"/>
          </p:cNvSpPr>
          <p:nvPr/>
        </p:nvSpPr>
        <p:spPr>
          <a:xfrm>
            <a:off x="43524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0" name="F2_precision_recall_distributions_4354">
            <a:extLst>
              <a:ext uri="{FF2B5EF4-FFF2-40B4-BE49-F238E27FC236}">
                <a16:creationId xmlns:a16="http://schemas.microsoft.com/office/drawing/2014/main" id="{3E992D10-338F-4AA9-B34E-2EB90B2A65C8}"/>
              </a:ext>
            </a:extLst>
          </p:cNvPr>
          <p:cNvSpPr>
            <a:spLocks noGrp="1"/>
          </p:cNvSpPr>
          <p:nvPr/>
        </p:nvSpPr>
        <p:spPr>
          <a:xfrm>
            <a:off x="41087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1" name="F2_precision_recall_distributions_4355">
            <a:extLst>
              <a:ext uri="{FF2B5EF4-FFF2-40B4-BE49-F238E27FC236}">
                <a16:creationId xmlns:a16="http://schemas.microsoft.com/office/drawing/2014/main" id="{39D13AF6-B918-4AAA-BFC9-886E9E694BB0}"/>
              </a:ext>
            </a:extLst>
          </p:cNvPr>
          <p:cNvSpPr>
            <a:spLocks noGrp="1"/>
          </p:cNvSpPr>
          <p:nvPr/>
        </p:nvSpPr>
        <p:spPr>
          <a:xfrm>
            <a:off x="4318511" y="31089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2" name="F2_precision_recall_distributions_4356">
            <a:extLst>
              <a:ext uri="{FF2B5EF4-FFF2-40B4-BE49-F238E27FC236}">
                <a16:creationId xmlns:a16="http://schemas.microsoft.com/office/drawing/2014/main" id="{F22A994C-5875-42B2-A249-D548D1A040DC}"/>
              </a:ext>
            </a:extLst>
          </p:cNvPr>
          <p:cNvSpPr>
            <a:spLocks noGrp="1"/>
          </p:cNvSpPr>
          <p:nvPr/>
        </p:nvSpPr>
        <p:spPr>
          <a:xfrm>
            <a:off x="40581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3" name="F2_precision_recall_distributions_4357">
            <a:extLst>
              <a:ext uri="{FF2B5EF4-FFF2-40B4-BE49-F238E27FC236}">
                <a16:creationId xmlns:a16="http://schemas.microsoft.com/office/drawing/2014/main" id="{DFCFF918-7127-4E90-8FD0-A61C2E816E20}"/>
              </a:ext>
            </a:extLst>
          </p:cNvPr>
          <p:cNvSpPr>
            <a:spLocks noGrp="1"/>
          </p:cNvSpPr>
          <p:nvPr/>
        </p:nvSpPr>
        <p:spPr>
          <a:xfrm>
            <a:off x="4035801" y="37001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4" name="F2_precision_recall_distributions_4358">
            <a:extLst>
              <a:ext uri="{FF2B5EF4-FFF2-40B4-BE49-F238E27FC236}">
                <a16:creationId xmlns:a16="http://schemas.microsoft.com/office/drawing/2014/main" id="{DE7E4426-5BB5-4080-957E-79453A03F89B}"/>
              </a:ext>
            </a:extLst>
          </p:cNvPr>
          <p:cNvSpPr>
            <a:spLocks noGrp="1"/>
          </p:cNvSpPr>
          <p:nvPr/>
        </p:nvSpPr>
        <p:spPr>
          <a:xfrm>
            <a:off x="42325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5" name="F2_precision_recall_distributions_4359">
            <a:extLst>
              <a:ext uri="{FF2B5EF4-FFF2-40B4-BE49-F238E27FC236}">
                <a16:creationId xmlns:a16="http://schemas.microsoft.com/office/drawing/2014/main" id="{6D44B3D1-821D-4B70-B57F-E9F789275317}"/>
              </a:ext>
            </a:extLst>
          </p:cNvPr>
          <p:cNvSpPr>
            <a:spLocks noGrp="1"/>
          </p:cNvSpPr>
          <p:nvPr/>
        </p:nvSpPr>
        <p:spPr>
          <a:xfrm>
            <a:off x="4160139" y="36382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6" name="F2_precision_recall_distributions_4360">
            <a:extLst>
              <a:ext uri="{FF2B5EF4-FFF2-40B4-BE49-F238E27FC236}">
                <a16:creationId xmlns:a16="http://schemas.microsoft.com/office/drawing/2014/main" id="{AAA229FA-A7CD-473B-AF08-6094B08A4840}"/>
              </a:ext>
            </a:extLst>
          </p:cNvPr>
          <p:cNvSpPr>
            <a:spLocks noGrp="1"/>
          </p:cNvSpPr>
          <p:nvPr/>
        </p:nvSpPr>
        <p:spPr>
          <a:xfrm>
            <a:off x="4072609" y="36562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7" name="F2_precision_recall_distributions_4361">
            <a:extLst>
              <a:ext uri="{FF2B5EF4-FFF2-40B4-BE49-F238E27FC236}">
                <a16:creationId xmlns:a16="http://schemas.microsoft.com/office/drawing/2014/main" id="{8EDB2E6A-31AF-47B0-B2D3-C3C171240262}"/>
              </a:ext>
            </a:extLst>
          </p:cNvPr>
          <p:cNvSpPr>
            <a:spLocks noGrp="1"/>
          </p:cNvSpPr>
          <p:nvPr/>
        </p:nvSpPr>
        <p:spPr>
          <a:xfrm>
            <a:off x="4039160" y="37017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8" name="F2_precision_recall_distributions_4362">
            <a:extLst>
              <a:ext uri="{FF2B5EF4-FFF2-40B4-BE49-F238E27FC236}">
                <a16:creationId xmlns:a16="http://schemas.microsoft.com/office/drawing/2014/main" id="{9E9CAA56-37DA-4F11-BF18-FE51DF89D689}"/>
              </a:ext>
            </a:extLst>
          </p:cNvPr>
          <p:cNvSpPr>
            <a:spLocks noGrp="1"/>
          </p:cNvSpPr>
          <p:nvPr/>
        </p:nvSpPr>
        <p:spPr>
          <a:xfrm>
            <a:off x="4223046" y="369807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49" name="F2_precision_recall_distributions_4363">
            <a:extLst>
              <a:ext uri="{FF2B5EF4-FFF2-40B4-BE49-F238E27FC236}">
                <a16:creationId xmlns:a16="http://schemas.microsoft.com/office/drawing/2014/main" id="{30D41D2E-80EB-43E9-A9CB-C0150EF457C5}"/>
              </a:ext>
            </a:extLst>
          </p:cNvPr>
          <p:cNvSpPr>
            <a:spLocks noGrp="1"/>
          </p:cNvSpPr>
          <p:nvPr/>
        </p:nvSpPr>
        <p:spPr>
          <a:xfrm>
            <a:off x="399402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0" name="F2_precision_recall_distributions_4364">
            <a:extLst>
              <a:ext uri="{FF2B5EF4-FFF2-40B4-BE49-F238E27FC236}">
                <a16:creationId xmlns:a16="http://schemas.microsoft.com/office/drawing/2014/main" id="{F1FE1144-B3B3-415B-A702-817E547071BD}"/>
              </a:ext>
            </a:extLst>
          </p:cNvPr>
          <p:cNvSpPr>
            <a:spLocks noGrp="1"/>
          </p:cNvSpPr>
          <p:nvPr/>
        </p:nvSpPr>
        <p:spPr>
          <a:xfrm>
            <a:off x="40130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1" name="F2_precision_recall_distributions_4365">
            <a:extLst>
              <a:ext uri="{FF2B5EF4-FFF2-40B4-BE49-F238E27FC236}">
                <a16:creationId xmlns:a16="http://schemas.microsoft.com/office/drawing/2014/main" id="{C395CEE9-9560-4217-8D4B-D6A34B578A2B}"/>
              </a:ext>
            </a:extLst>
          </p:cNvPr>
          <p:cNvSpPr>
            <a:spLocks noGrp="1"/>
          </p:cNvSpPr>
          <p:nvPr/>
        </p:nvSpPr>
        <p:spPr>
          <a:xfrm>
            <a:off x="416495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2" name="F2_precision_recall_distributions_4366">
            <a:extLst>
              <a:ext uri="{FF2B5EF4-FFF2-40B4-BE49-F238E27FC236}">
                <a16:creationId xmlns:a16="http://schemas.microsoft.com/office/drawing/2014/main" id="{4E6C26C9-B3C3-43C5-8495-F7C4CFC39379}"/>
              </a:ext>
            </a:extLst>
          </p:cNvPr>
          <p:cNvSpPr>
            <a:spLocks noGrp="1"/>
          </p:cNvSpPr>
          <p:nvPr/>
        </p:nvSpPr>
        <p:spPr>
          <a:xfrm>
            <a:off x="4300453" y="37093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3" name="F2_precision_recall_distributions_4367">
            <a:extLst>
              <a:ext uri="{FF2B5EF4-FFF2-40B4-BE49-F238E27FC236}">
                <a16:creationId xmlns:a16="http://schemas.microsoft.com/office/drawing/2014/main" id="{31E57BFE-E459-4896-A043-31970D26EADC}"/>
              </a:ext>
            </a:extLst>
          </p:cNvPr>
          <p:cNvSpPr>
            <a:spLocks noGrp="1"/>
          </p:cNvSpPr>
          <p:nvPr/>
        </p:nvSpPr>
        <p:spPr>
          <a:xfrm>
            <a:off x="42119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4" name="F2_precision_recall_distributions_4368">
            <a:extLst>
              <a:ext uri="{FF2B5EF4-FFF2-40B4-BE49-F238E27FC236}">
                <a16:creationId xmlns:a16="http://schemas.microsoft.com/office/drawing/2014/main" id="{7C536A14-32AD-4A2B-A755-03DCD362A1DA}"/>
              </a:ext>
            </a:extLst>
          </p:cNvPr>
          <p:cNvSpPr>
            <a:spLocks noGrp="1"/>
          </p:cNvSpPr>
          <p:nvPr/>
        </p:nvSpPr>
        <p:spPr>
          <a:xfrm>
            <a:off x="40762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5" name="F2_precision_recall_distributions_4369">
            <a:extLst>
              <a:ext uri="{FF2B5EF4-FFF2-40B4-BE49-F238E27FC236}">
                <a16:creationId xmlns:a16="http://schemas.microsoft.com/office/drawing/2014/main" id="{284F1773-62C3-4BF2-A77D-75FB81BE671D}"/>
              </a:ext>
            </a:extLst>
          </p:cNvPr>
          <p:cNvSpPr>
            <a:spLocks noGrp="1"/>
          </p:cNvSpPr>
          <p:nvPr/>
        </p:nvSpPr>
        <p:spPr>
          <a:xfrm>
            <a:off x="41175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6" name="F2_precision_recall_distributions_4370">
            <a:extLst>
              <a:ext uri="{FF2B5EF4-FFF2-40B4-BE49-F238E27FC236}">
                <a16:creationId xmlns:a16="http://schemas.microsoft.com/office/drawing/2014/main" id="{2E0FCBE4-5DFC-470D-9F7E-B35BB6DFCB42}"/>
              </a:ext>
            </a:extLst>
          </p:cNvPr>
          <p:cNvSpPr>
            <a:spLocks noGrp="1"/>
          </p:cNvSpPr>
          <p:nvPr/>
        </p:nvSpPr>
        <p:spPr>
          <a:xfrm>
            <a:off x="4226076" y="36943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7" name="F2_precision_recall_distributions_4371">
            <a:extLst>
              <a:ext uri="{FF2B5EF4-FFF2-40B4-BE49-F238E27FC236}">
                <a16:creationId xmlns:a16="http://schemas.microsoft.com/office/drawing/2014/main" id="{68A1CEFA-FDA4-41B9-9AA8-B071886BF357}"/>
              </a:ext>
            </a:extLst>
          </p:cNvPr>
          <p:cNvSpPr>
            <a:spLocks noGrp="1"/>
          </p:cNvSpPr>
          <p:nvPr/>
        </p:nvSpPr>
        <p:spPr>
          <a:xfrm>
            <a:off x="409592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8" name="F2_precision_recall_distributions_4372">
            <a:extLst>
              <a:ext uri="{FF2B5EF4-FFF2-40B4-BE49-F238E27FC236}">
                <a16:creationId xmlns:a16="http://schemas.microsoft.com/office/drawing/2014/main" id="{C616F5DA-E12D-45E4-B987-50C73B56D684}"/>
              </a:ext>
            </a:extLst>
          </p:cNvPr>
          <p:cNvSpPr>
            <a:spLocks noGrp="1"/>
          </p:cNvSpPr>
          <p:nvPr/>
        </p:nvSpPr>
        <p:spPr>
          <a:xfrm>
            <a:off x="4162211" y="37090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59" name="F2_precision_recall_distributions_4373">
            <a:extLst>
              <a:ext uri="{FF2B5EF4-FFF2-40B4-BE49-F238E27FC236}">
                <a16:creationId xmlns:a16="http://schemas.microsoft.com/office/drawing/2014/main" id="{613321AD-ED05-4EA3-A3DD-7B3009186572}"/>
              </a:ext>
            </a:extLst>
          </p:cNvPr>
          <p:cNvSpPr>
            <a:spLocks noGrp="1"/>
          </p:cNvSpPr>
          <p:nvPr/>
        </p:nvSpPr>
        <p:spPr>
          <a:xfrm>
            <a:off x="4144446" y="37054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0" name="F2_precision_recall_distributions_4374">
            <a:extLst>
              <a:ext uri="{FF2B5EF4-FFF2-40B4-BE49-F238E27FC236}">
                <a16:creationId xmlns:a16="http://schemas.microsoft.com/office/drawing/2014/main" id="{CD610AB3-592E-4A28-ACE8-EBF19E2C6468}"/>
              </a:ext>
            </a:extLst>
          </p:cNvPr>
          <p:cNvSpPr>
            <a:spLocks noGrp="1"/>
          </p:cNvSpPr>
          <p:nvPr/>
        </p:nvSpPr>
        <p:spPr>
          <a:xfrm>
            <a:off x="420264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1" name="F2_precision_recall_distributions_4375">
            <a:extLst>
              <a:ext uri="{FF2B5EF4-FFF2-40B4-BE49-F238E27FC236}">
                <a16:creationId xmlns:a16="http://schemas.microsoft.com/office/drawing/2014/main" id="{F27D42B6-1AE7-49F4-B055-41CF7A30D1FF}"/>
              </a:ext>
            </a:extLst>
          </p:cNvPr>
          <p:cNvSpPr>
            <a:spLocks noGrp="1"/>
          </p:cNvSpPr>
          <p:nvPr/>
        </p:nvSpPr>
        <p:spPr>
          <a:xfrm>
            <a:off x="4329614" y="37085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2" name="F2_precision_recall_distributions_4376">
            <a:extLst>
              <a:ext uri="{FF2B5EF4-FFF2-40B4-BE49-F238E27FC236}">
                <a16:creationId xmlns:a16="http://schemas.microsoft.com/office/drawing/2014/main" id="{A6E57539-41DD-425D-92A3-28F7B02E4006}"/>
              </a:ext>
            </a:extLst>
          </p:cNvPr>
          <p:cNvSpPr>
            <a:spLocks noGrp="1"/>
          </p:cNvSpPr>
          <p:nvPr/>
        </p:nvSpPr>
        <p:spPr>
          <a:xfrm>
            <a:off x="4331415" y="37065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3" name="F2_precision_recall_distributions_4377">
            <a:extLst>
              <a:ext uri="{FF2B5EF4-FFF2-40B4-BE49-F238E27FC236}">
                <a16:creationId xmlns:a16="http://schemas.microsoft.com/office/drawing/2014/main" id="{7949B445-73B4-4A5F-84ED-7DCB04E3C15B}"/>
              </a:ext>
            </a:extLst>
          </p:cNvPr>
          <p:cNvSpPr>
            <a:spLocks noGrp="1"/>
          </p:cNvSpPr>
          <p:nvPr/>
        </p:nvSpPr>
        <p:spPr>
          <a:xfrm>
            <a:off x="3997034" y="37095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4" name="F2_precision_recall_distributions_4378">
            <a:extLst>
              <a:ext uri="{FF2B5EF4-FFF2-40B4-BE49-F238E27FC236}">
                <a16:creationId xmlns:a16="http://schemas.microsoft.com/office/drawing/2014/main" id="{5C852D59-3A7A-4573-A237-4096A1E2C6DE}"/>
              </a:ext>
            </a:extLst>
          </p:cNvPr>
          <p:cNvSpPr>
            <a:spLocks noGrp="1"/>
          </p:cNvSpPr>
          <p:nvPr/>
        </p:nvSpPr>
        <p:spPr>
          <a:xfrm>
            <a:off x="417875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5" name="F2_precision_recall_distributions_4379">
            <a:extLst>
              <a:ext uri="{FF2B5EF4-FFF2-40B4-BE49-F238E27FC236}">
                <a16:creationId xmlns:a16="http://schemas.microsoft.com/office/drawing/2014/main" id="{5DB62965-1066-4CF3-916B-ED26B7F31C3A}"/>
              </a:ext>
            </a:extLst>
          </p:cNvPr>
          <p:cNvSpPr>
            <a:spLocks noGrp="1"/>
          </p:cNvSpPr>
          <p:nvPr/>
        </p:nvSpPr>
        <p:spPr>
          <a:xfrm>
            <a:off x="4059965" y="37014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6" name="F2_precision_recall_distributions_4380">
            <a:extLst>
              <a:ext uri="{FF2B5EF4-FFF2-40B4-BE49-F238E27FC236}">
                <a16:creationId xmlns:a16="http://schemas.microsoft.com/office/drawing/2014/main" id="{F396510E-4DDB-4C0C-9184-7C54463D8490}"/>
              </a:ext>
            </a:extLst>
          </p:cNvPr>
          <p:cNvSpPr>
            <a:spLocks noGrp="1"/>
          </p:cNvSpPr>
          <p:nvPr/>
        </p:nvSpPr>
        <p:spPr>
          <a:xfrm>
            <a:off x="402389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7" name="F2_precision_recall_distributions_4381">
            <a:extLst>
              <a:ext uri="{FF2B5EF4-FFF2-40B4-BE49-F238E27FC236}">
                <a16:creationId xmlns:a16="http://schemas.microsoft.com/office/drawing/2014/main" id="{479291CE-A819-4450-A3C5-894E75CEE55C}"/>
              </a:ext>
            </a:extLst>
          </p:cNvPr>
          <p:cNvSpPr>
            <a:spLocks noGrp="1"/>
          </p:cNvSpPr>
          <p:nvPr/>
        </p:nvSpPr>
        <p:spPr>
          <a:xfrm>
            <a:off x="403913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8" name="F2_precision_recall_distributions_4382">
            <a:extLst>
              <a:ext uri="{FF2B5EF4-FFF2-40B4-BE49-F238E27FC236}">
                <a16:creationId xmlns:a16="http://schemas.microsoft.com/office/drawing/2014/main" id="{CABD3012-589B-4C94-8855-101FDD9316D5}"/>
              </a:ext>
            </a:extLst>
          </p:cNvPr>
          <p:cNvSpPr>
            <a:spLocks noGrp="1"/>
          </p:cNvSpPr>
          <p:nvPr/>
        </p:nvSpPr>
        <p:spPr>
          <a:xfrm>
            <a:off x="4200242" y="36904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69" name="F2_precision_recall_distributions_4383">
            <a:extLst>
              <a:ext uri="{FF2B5EF4-FFF2-40B4-BE49-F238E27FC236}">
                <a16:creationId xmlns:a16="http://schemas.microsoft.com/office/drawing/2014/main" id="{5198E1E5-CDAC-4769-B60A-A1C7A0C15C48}"/>
              </a:ext>
            </a:extLst>
          </p:cNvPr>
          <p:cNvSpPr>
            <a:spLocks noGrp="1"/>
          </p:cNvSpPr>
          <p:nvPr/>
        </p:nvSpPr>
        <p:spPr>
          <a:xfrm>
            <a:off x="4320267" y="37050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0" name="F2_precision_recall_distributions_4384">
            <a:extLst>
              <a:ext uri="{FF2B5EF4-FFF2-40B4-BE49-F238E27FC236}">
                <a16:creationId xmlns:a16="http://schemas.microsoft.com/office/drawing/2014/main" id="{BC0D6F5C-75EA-4116-89C7-043598E82811}"/>
              </a:ext>
            </a:extLst>
          </p:cNvPr>
          <p:cNvSpPr>
            <a:spLocks noGrp="1"/>
          </p:cNvSpPr>
          <p:nvPr/>
        </p:nvSpPr>
        <p:spPr>
          <a:xfrm>
            <a:off x="4060023" y="3525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1" name="F2_precision_recall_distributions_4385">
            <a:extLst>
              <a:ext uri="{FF2B5EF4-FFF2-40B4-BE49-F238E27FC236}">
                <a16:creationId xmlns:a16="http://schemas.microsoft.com/office/drawing/2014/main" id="{6DF9F1D3-8EAF-476C-80DB-B156DACD8A42}"/>
              </a:ext>
            </a:extLst>
          </p:cNvPr>
          <p:cNvSpPr>
            <a:spLocks noGrp="1"/>
          </p:cNvSpPr>
          <p:nvPr/>
        </p:nvSpPr>
        <p:spPr>
          <a:xfrm>
            <a:off x="402479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2" name="F2_precision_recall_distributions_4386">
            <a:extLst>
              <a:ext uri="{FF2B5EF4-FFF2-40B4-BE49-F238E27FC236}">
                <a16:creationId xmlns:a16="http://schemas.microsoft.com/office/drawing/2014/main" id="{DECA4E94-80D2-4BA8-BE9E-CB8399CF9E07}"/>
              </a:ext>
            </a:extLst>
          </p:cNvPr>
          <p:cNvSpPr>
            <a:spLocks noGrp="1"/>
          </p:cNvSpPr>
          <p:nvPr/>
        </p:nvSpPr>
        <p:spPr>
          <a:xfrm>
            <a:off x="4028306" y="36911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3" name="F2_precision_recall_distributions_4387">
            <a:extLst>
              <a:ext uri="{FF2B5EF4-FFF2-40B4-BE49-F238E27FC236}">
                <a16:creationId xmlns:a16="http://schemas.microsoft.com/office/drawing/2014/main" id="{3660EBF1-787F-41F0-B6C4-ADD7DE7F3031}"/>
              </a:ext>
            </a:extLst>
          </p:cNvPr>
          <p:cNvSpPr>
            <a:spLocks noGrp="1"/>
          </p:cNvSpPr>
          <p:nvPr/>
        </p:nvSpPr>
        <p:spPr>
          <a:xfrm>
            <a:off x="4203812" y="3703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4" name="F2_precision_recall_distributions_4388">
            <a:extLst>
              <a:ext uri="{FF2B5EF4-FFF2-40B4-BE49-F238E27FC236}">
                <a16:creationId xmlns:a16="http://schemas.microsoft.com/office/drawing/2014/main" id="{2AB3F06C-026D-4CA1-8371-6E5ECCE23FAC}"/>
              </a:ext>
            </a:extLst>
          </p:cNvPr>
          <p:cNvSpPr>
            <a:spLocks noGrp="1"/>
          </p:cNvSpPr>
          <p:nvPr/>
        </p:nvSpPr>
        <p:spPr>
          <a:xfrm>
            <a:off x="4197780" y="36605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5" name="F2_precision_recall_distributions_4389">
            <a:extLst>
              <a:ext uri="{FF2B5EF4-FFF2-40B4-BE49-F238E27FC236}">
                <a16:creationId xmlns:a16="http://schemas.microsoft.com/office/drawing/2014/main" id="{843B55BA-A641-43DB-8FC9-5053CA18275E}"/>
              </a:ext>
            </a:extLst>
          </p:cNvPr>
          <p:cNvSpPr>
            <a:spLocks noGrp="1"/>
          </p:cNvSpPr>
          <p:nvPr/>
        </p:nvSpPr>
        <p:spPr>
          <a:xfrm>
            <a:off x="43248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6" name="F2_precision_recall_distributions_4390">
            <a:extLst>
              <a:ext uri="{FF2B5EF4-FFF2-40B4-BE49-F238E27FC236}">
                <a16:creationId xmlns:a16="http://schemas.microsoft.com/office/drawing/2014/main" id="{87C33082-D0ED-49DB-A0DE-29222C97D563}"/>
              </a:ext>
            </a:extLst>
          </p:cNvPr>
          <p:cNvSpPr>
            <a:spLocks noGrp="1"/>
          </p:cNvSpPr>
          <p:nvPr/>
        </p:nvSpPr>
        <p:spPr>
          <a:xfrm>
            <a:off x="420830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7" name="F2_precision_recall_distributions_4391">
            <a:extLst>
              <a:ext uri="{FF2B5EF4-FFF2-40B4-BE49-F238E27FC236}">
                <a16:creationId xmlns:a16="http://schemas.microsoft.com/office/drawing/2014/main" id="{2C07450A-795A-41F5-9474-16ADA342955A}"/>
              </a:ext>
            </a:extLst>
          </p:cNvPr>
          <p:cNvSpPr>
            <a:spLocks noGrp="1"/>
          </p:cNvSpPr>
          <p:nvPr/>
        </p:nvSpPr>
        <p:spPr>
          <a:xfrm>
            <a:off x="4036287" y="36976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8" name="F2_precision_recall_distributions_4392">
            <a:extLst>
              <a:ext uri="{FF2B5EF4-FFF2-40B4-BE49-F238E27FC236}">
                <a16:creationId xmlns:a16="http://schemas.microsoft.com/office/drawing/2014/main" id="{ECB5B9FD-FA16-436A-80E0-FBB1980E84A2}"/>
              </a:ext>
            </a:extLst>
          </p:cNvPr>
          <p:cNvSpPr>
            <a:spLocks noGrp="1"/>
          </p:cNvSpPr>
          <p:nvPr/>
        </p:nvSpPr>
        <p:spPr>
          <a:xfrm>
            <a:off x="40003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79" name="F2_precision_recall_distributions_4393">
            <a:extLst>
              <a:ext uri="{FF2B5EF4-FFF2-40B4-BE49-F238E27FC236}">
                <a16:creationId xmlns:a16="http://schemas.microsoft.com/office/drawing/2014/main" id="{296CE83F-DE8C-41DF-A6FC-D4961EE750D3}"/>
              </a:ext>
            </a:extLst>
          </p:cNvPr>
          <p:cNvSpPr>
            <a:spLocks noGrp="1"/>
          </p:cNvSpPr>
          <p:nvPr/>
        </p:nvSpPr>
        <p:spPr>
          <a:xfrm>
            <a:off x="4068460" y="37087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0" name="F2_precision_recall_distributions_4394">
            <a:extLst>
              <a:ext uri="{FF2B5EF4-FFF2-40B4-BE49-F238E27FC236}">
                <a16:creationId xmlns:a16="http://schemas.microsoft.com/office/drawing/2014/main" id="{25AD20D5-497E-42CC-BBBE-31A1323B5193}"/>
              </a:ext>
            </a:extLst>
          </p:cNvPr>
          <p:cNvSpPr>
            <a:spLocks noGrp="1"/>
          </p:cNvSpPr>
          <p:nvPr/>
        </p:nvSpPr>
        <p:spPr>
          <a:xfrm>
            <a:off x="411107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1" name="F2_precision_recall_distributions_4395">
            <a:extLst>
              <a:ext uri="{FF2B5EF4-FFF2-40B4-BE49-F238E27FC236}">
                <a16:creationId xmlns:a16="http://schemas.microsoft.com/office/drawing/2014/main" id="{2AA71DE3-80EB-4890-BE4D-D045E9A5B87D}"/>
              </a:ext>
            </a:extLst>
          </p:cNvPr>
          <p:cNvSpPr>
            <a:spLocks noGrp="1"/>
          </p:cNvSpPr>
          <p:nvPr/>
        </p:nvSpPr>
        <p:spPr>
          <a:xfrm>
            <a:off x="4265677" y="37037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2" name="F2_precision_recall_distributions_4396">
            <a:extLst>
              <a:ext uri="{FF2B5EF4-FFF2-40B4-BE49-F238E27FC236}">
                <a16:creationId xmlns:a16="http://schemas.microsoft.com/office/drawing/2014/main" id="{79FB3885-215B-46C3-A466-BF0DCA29EEB7}"/>
              </a:ext>
            </a:extLst>
          </p:cNvPr>
          <p:cNvSpPr>
            <a:spLocks noGrp="1"/>
          </p:cNvSpPr>
          <p:nvPr/>
        </p:nvSpPr>
        <p:spPr>
          <a:xfrm>
            <a:off x="40276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3" name="F2_precision_recall_distributions_4397">
            <a:extLst>
              <a:ext uri="{FF2B5EF4-FFF2-40B4-BE49-F238E27FC236}">
                <a16:creationId xmlns:a16="http://schemas.microsoft.com/office/drawing/2014/main" id="{B8CDD48C-F5E4-4C91-B0CC-3D9E60737F3D}"/>
              </a:ext>
            </a:extLst>
          </p:cNvPr>
          <p:cNvSpPr>
            <a:spLocks noGrp="1"/>
          </p:cNvSpPr>
          <p:nvPr/>
        </p:nvSpPr>
        <p:spPr>
          <a:xfrm>
            <a:off x="4197403" y="3692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4" name="F2_precision_recall_distributions_4398">
            <a:extLst>
              <a:ext uri="{FF2B5EF4-FFF2-40B4-BE49-F238E27FC236}">
                <a16:creationId xmlns:a16="http://schemas.microsoft.com/office/drawing/2014/main" id="{957ADE55-A8C8-4B86-8D8C-CE641CC3D924}"/>
              </a:ext>
            </a:extLst>
          </p:cNvPr>
          <p:cNvSpPr>
            <a:spLocks noGrp="1"/>
          </p:cNvSpPr>
          <p:nvPr/>
        </p:nvSpPr>
        <p:spPr>
          <a:xfrm>
            <a:off x="41440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5" name="F2_precision_recall_distributions_4399">
            <a:extLst>
              <a:ext uri="{FF2B5EF4-FFF2-40B4-BE49-F238E27FC236}">
                <a16:creationId xmlns:a16="http://schemas.microsoft.com/office/drawing/2014/main" id="{251FAA2F-9C8D-4D0F-8147-D64401207775}"/>
              </a:ext>
            </a:extLst>
          </p:cNvPr>
          <p:cNvSpPr>
            <a:spLocks noGrp="1"/>
          </p:cNvSpPr>
          <p:nvPr/>
        </p:nvSpPr>
        <p:spPr>
          <a:xfrm>
            <a:off x="4047883" y="37008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6" name="F2_precision_recall_distributions_4400">
            <a:extLst>
              <a:ext uri="{FF2B5EF4-FFF2-40B4-BE49-F238E27FC236}">
                <a16:creationId xmlns:a16="http://schemas.microsoft.com/office/drawing/2014/main" id="{9122AE69-DF6C-47AB-A5AE-0445E33EFDEA}"/>
              </a:ext>
            </a:extLst>
          </p:cNvPr>
          <p:cNvSpPr>
            <a:spLocks noGrp="1"/>
          </p:cNvSpPr>
          <p:nvPr/>
        </p:nvSpPr>
        <p:spPr>
          <a:xfrm>
            <a:off x="406397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7" name="F2_precision_recall_distributions_4401">
            <a:extLst>
              <a:ext uri="{FF2B5EF4-FFF2-40B4-BE49-F238E27FC236}">
                <a16:creationId xmlns:a16="http://schemas.microsoft.com/office/drawing/2014/main" id="{31077133-8739-41FC-82FC-0C996E487A0E}"/>
              </a:ext>
            </a:extLst>
          </p:cNvPr>
          <p:cNvSpPr>
            <a:spLocks noGrp="1"/>
          </p:cNvSpPr>
          <p:nvPr/>
        </p:nvSpPr>
        <p:spPr>
          <a:xfrm>
            <a:off x="4097056" y="34388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8" name="F2_precision_recall_distributions_4402">
            <a:extLst>
              <a:ext uri="{FF2B5EF4-FFF2-40B4-BE49-F238E27FC236}">
                <a16:creationId xmlns:a16="http://schemas.microsoft.com/office/drawing/2014/main" id="{42A289FF-8EEA-45F3-84A1-CDD66D6B50F7}"/>
              </a:ext>
            </a:extLst>
          </p:cNvPr>
          <p:cNvSpPr>
            <a:spLocks noGrp="1"/>
          </p:cNvSpPr>
          <p:nvPr/>
        </p:nvSpPr>
        <p:spPr>
          <a:xfrm>
            <a:off x="4305189" y="354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89" name="F2_precision_recall_distributions_4403">
            <a:extLst>
              <a:ext uri="{FF2B5EF4-FFF2-40B4-BE49-F238E27FC236}">
                <a16:creationId xmlns:a16="http://schemas.microsoft.com/office/drawing/2014/main" id="{3F912EDE-9DA9-4140-A725-E95F26FD8272}"/>
              </a:ext>
            </a:extLst>
          </p:cNvPr>
          <p:cNvSpPr>
            <a:spLocks noGrp="1"/>
          </p:cNvSpPr>
          <p:nvPr/>
        </p:nvSpPr>
        <p:spPr>
          <a:xfrm>
            <a:off x="429284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0" name="F2_precision_recall_distributions_4404">
            <a:extLst>
              <a:ext uri="{FF2B5EF4-FFF2-40B4-BE49-F238E27FC236}">
                <a16:creationId xmlns:a16="http://schemas.microsoft.com/office/drawing/2014/main" id="{8085066D-E18D-43BB-938A-DA76D7001DCC}"/>
              </a:ext>
            </a:extLst>
          </p:cNvPr>
          <p:cNvSpPr>
            <a:spLocks noGrp="1"/>
          </p:cNvSpPr>
          <p:nvPr/>
        </p:nvSpPr>
        <p:spPr>
          <a:xfrm>
            <a:off x="418738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1" name="F2_precision_recall_distributions_4405">
            <a:extLst>
              <a:ext uri="{FF2B5EF4-FFF2-40B4-BE49-F238E27FC236}">
                <a16:creationId xmlns:a16="http://schemas.microsoft.com/office/drawing/2014/main" id="{0FF177B6-77FB-4DE1-90A3-A94F344A8E23}"/>
              </a:ext>
            </a:extLst>
          </p:cNvPr>
          <p:cNvSpPr>
            <a:spLocks noGrp="1"/>
          </p:cNvSpPr>
          <p:nvPr/>
        </p:nvSpPr>
        <p:spPr>
          <a:xfrm>
            <a:off x="4066149" y="3702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2" name="F2_precision_recall_distributions_4406">
            <a:extLst>
              <a:ext uri="{FF2B5EF4-FFF2-40B4-BE49-F238E27FC236}">
                <a16:creationId xmlns:a16="http://schemas.microsoft.com/office/drawing/2014/main" id="{F53FFC7B-B43E-4E93-809E-E4AC7F60DA87}"/>
              </a:ext>
            </a:extLst>
          </p:cNvPr>
          <p:cNvSpPr>
            <a:spLocks noGrp="1"/>
          </p:cNvSpPr>
          <p:nvPr/>
        </p:nvSpPr>
        <p:spPr>
          <a:xfrm>
            <a:off x="4219161" y="36467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3" name="F2_precision_recall_distributions_4407">
            <a:extLst>
              <a:ext uri="{FF2B5EF4-FFF2-40B4-BE49-F238E27FC236}">
                <a16:creationId xmlns:a16="http://schemas.microsoft.com/office/drawing/2014/main" id="{BA473062-ACCB-40B5-B10F-418ADF3FD3E6}"/>
              </a:ext>
            </a:extLst>
          </p:cNvPr>
          <p:cNvSpPr>
            <a:spLocks noGrp="1"/>
          </p:cNvSpPr>
          <p:nvPr/>
        </p:nvSpPr>
        <p:spPr>
          <a:xfrm>
            <a:off x="4299720" y="3691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4" name="F2_precision_recall_distributions_4408">
            <a:extLst>
              <a:ext uri="{FF2B5EF4-FFF2-40B4-BE49-F238E27FC236}">
                <a16:creationId xmlns:a16="http://schemas.microsoft.com/office/drawing/2014/main" id="{9B0CD696-079A-4855-89D6-4E5285E1AB03}"/>
              </a:ext>
            </a:extLst>
          </p:cNvPr>
          <p:cNvSpPr>
            <a:spLocks noGrp="1"/>
          </p:cNvSpPr>
          <p:nvPr/>
        </p:nvSpPr>
        <p:spPr>
          <a:xfrm>
            <a:off x="4170400" y="36913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5" name="F2_precision_recall_distributions_4409">
            <a:extLst>
              <a:ext uri="{FF2B5EF4-FFF2-40B4-BE49-F238E27FC236}">
                <a16:creationId xmlns:a16="http://schemas.microsoft.com/office/drawing/2014/main" id="{063BFD29-CCB5-4D14-982C-EAC5A3E337DA}"/>
              </a:ext>
            </a:extLst>
          </p:cNvPr>
          <p:cNvSpPr>
            <a:spLocks noGrp="1"/>
          </p:cNvSpPr>
          <p:nvPr/>
        </p:nvSpPr>
        <p:spPr>
          <a:xfrm>
            <a:off x="4055937" y="36952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6" name="F2_precision_recall_distributions_4410">
            <a:extLst>
              <a:ext uri="{FF2B5EF4-FFF2-40B4-BE49-F238E27FC236}">
                <a16:creationId xmlns:a16="http://schemas.microsoft.com/office/drawing/2014/main" id="{BD12DF22-4606-4DD3-A046-9708C534FF96}"/>
              </a:ext>
            </a:extLst>
          </p:cNvPr>
          <p:cNvSpPr>
            <a:spLocks noGrp="1"/>
          </p:cNvSpPr>
          <p:nvPr/>
        </p:nvSpPr>
        <p:spPr>
          <a:xfrm>
            <a:off x="426161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7" name="F2_precision_recall_distributions_4411">
            <a:extLst>
              <a:ext uri="{FF2B5EF4-FFF2-40B4-BE49-F238E27FC236}">
                <a16:creationId xmlns:a16="http://schemas.microsoft.com/office/drawing/2014/main" id="{8F0B3B59-0088-4766-BEBD-478ED85731E1}"/>
              </a:ext>
            </a:extLst>
          </p:cNvPr>
          <p:cNvSpPr>
            <a:spLocks noGrp="1"/>
          </p:cNvSpPr>
          <p:nvPr/>
        </p:nvSpPr>
        <p:spPr>
          <a:xfrm>
            <a:off x="4278741" y="37041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8" name="F2_precision_recall_distributions_4412">
            <a:extLst>
              <a:ext uri="{FF2B5EF4-FFF2-40B4-BE49-F238E27FC236}">
                <a16:creationId xmlns:a16="http://schemas.microsoft.com/office/drawing/2014/main" id="{84BB9D27-B500-4845-9040-6FBD71645224}"/>
              </a:ext>
            </a:extLst>
          </p:cNvPr>
          <p:cNvSpPr>
            <a:spLocks noGrp="1"/>
          </p:cNvSpPr>
          <p:nvPr/>
        </p:nvSpPr>
        <p:spPr>
          <a:xfrm>
            <a:off x="4102731" y="37026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599" name="F2_precision_recall_distributions_4413">
            <a:extLst>
              <a:ext uri="{FF2B5EF4-FFF2-40B4-BE49-F238E27FC236}">
                <a16:creationId xmlns:a16="http://schemas.microsoft.com/office/drawing/2014/main" id="{D1BF7DFA-CE20-44ED-B448-4314A0EC160E}"/>
              </a:ext>
            </a:extLst>
          </p:cNvPr>
          <p:cNvSpPr>
            <a:spLocks noGrp="1"/>
          </p:cNvSpPr>
          <p:nvPr/>
        </p:nvSpPr>
        <p:spPr>
          <a:xfrm>
            <a:off x="42210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0" name="F2_precision_recall_distributions_4414">
            <a:extLst>
              <a:ext uri="{FF2B5EF4-FFF2-40B4-BE49-F238E27FC236}">
                <a16:creationId xmlns:a16="http://schemas.microsoft.com/office/drawing/2014/main" id="{CD2F0A1A-AD48-43CF-813E-E5D27813487C}"/>
              </a:ext>
            </a:extLst>
          </p:cNvPr>
          <p:cNvSpPr>
            <a:spLocks noGrp="1"/>
          </p:cNvSpPr>
          <p:nvPr/>
        </p:nvSpPr>
        <p:spPr>
          <a:xfrm>
            <a:off x="404251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1" name="F2_precision_recall_distributions_4415">
            <a:extLst>
              <a:ext uri="{FF2B5EF4-FFF2-40B4-BE49-F238E27FC236}">
                <a16:creationId xmlns:a16="http://schemas.microsoft.com/office/drawing/2014/main" id="{7E30D78A-94AF-4355-80A2-E39B8AFE7BE7}"/>
              </a:ext>
            </a:extLst>
          </p:cNvPr>
          <p:cNvSpPr>
            <a:spLocks noGrp="1"/>
          </p:cNvSpPr>
          <p:nvPr/>
        </p:nvSpPr>
        <p:spPr>
          <a:xfrm>
            <a:off x="4294635" y="36538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2" name="F2_precision_recall_distributions_4416">
            <a:extLst>
              <a:ext uri="{FF2B5EF4-FFF2-40B4-BE49-F238E27FC236}">
                <a16:creationId xmlns:a16="http://schemas.microsoft.com/office/drawing/2014/main" id="{F5B27760-9600-4AC0-A86E-FEC5C84C2A3A}"/>
              </a:ext>
            </a:extLst>
          </p:cNvPr>
          <p:cNvSpPr>
            <a:spLocks noGrp="1"/>
          </p:cNvSpPr>
          <p:nvPr/>
        </p:nvSpPr>
        <p:spPr>
          <a:xfrm>
            <a:off x="43102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3" name="F2_precision_recall_distributions_4417">
            <a:extLst>
              <a:ext uri="{FF2B5EF4-FFF2-40B4-BE49-F238E27FC236}">
                <a16:creationId xmlns:a16="http://schemas.microsoft.com/office/drawing/2014/main" id="{E4E08968-7EA3-4E25-8BCB-C2536147C25B}"/>
              </a:ext>
            </a:extLst>
          </p:cNvPr>
          <p:cNvSpPr>
            <a:spLocks noGrp="1"/>
          </p:cNvSpPr>
          <p:nvPr/>
        </p:nvSpPr>
        <p:spPr>
          <a:xfrm>
            <a:off x="413833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4" name="F2_precision_recall_distributions_4418">
            <a:extLst>
              <a:ext uri="{FF2B5EF4-FFF2-40B4-BE49-F238E27FC236}">
                <a16:creationId xmlns:a16="http://schemas.microsoft.com/office/drawing/2014/main" id="{167B5B08-13AD-4F07-A5A3-0F3FCE04C6B6}"/>
              </a:ext>
            </a:extLst>
          </p:cNvPr>
          <p:cNvSpPr>
            <a:spLocks noGrp="1"/>
          </p:cNvSpPr>
          <p:nvPr/>
        </p:nvSpPr>
        <p:spPr>
          <a:xfrm>
            <a:off x="4219660" y="36211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5" name="F2_precision_recall_distributions_4419">
            <a:extLst>
              <a:ext uri="{FF2B5EF4-FFF2-40B4-BE49-F238E27FC236}">
                <a16:creationId xmlns:a16="http://schemas.microsoft.com/office/drawing/2014/main" id="{6B6FD6FF-3263-467E-AB9C-6CC7AEEF7F84}"/>
              </a:ext>
            </a:extLst>
          </p:cNvPr>
          <p:cNvSpPr>
            <a:spLocks noGrp="1"/>
          </p:cNvSpPr>
          <p:nvPr/>
        </p:nvSpPr>
        <p:spPr>
          <a:xfrm>
            <a:off x="41776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6" name="F2_precision_recall_distributions_4420">
            <a:extLst>
              <a:ext uri="{FF2B5EF4-FFF2-40B4-BE49-F238E27FC236}">
                <a16:creationId xmlns:a16="http://schemas.microsoft.com/office/drawing/2014/main" id="{FF7B399F-1BC2-4BCB-B707-757B2A9AE825}"/>
              </a:ext>
            </a:extLst>
          </p:cNvPr>
          <p:cNvSpPr>
            <a:spLocks noGrp="1"/>
          </p:cNvSpPr>
          <p:nvPr/>
        </p:nvSpPr>
        <p:spPr>
          <a:xfrm>
            <a:off x="428020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7" name="F2_precision_recall_distributions_4421">
            <a:extLst>
              <a:ext uri="{FF2B5EF4-FFF2-40B4-BE49-F238E27FC236}">
                <a16:creationId xmlns:a16="http://schemas.microsoft.com/office/drawing/2014/main" id="{3E2A9A68-EA31-4FAF-8A8F-B6083A56977F}"/>
              </a:ext>
            </a:extLst>
          </p:cNvPr>
          <p:cNvSpPr>
            <a:spLocks noGrp="1"/>
          </p:cNvSpPr>
          <p:nvPr/>
        </p:nvSpPr>
        <p:spPr>
          <a:xfrm>
            <a:off x="4310791" y="37047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8" name="F2_precision_recall_distributions_4422">
            <a:extLst>
              <a:ext uri="{FF2B5EF4-FFF2-40B4-BE49-F238E27FC236}">
                <a16:creationId xmlns:a16="http://schemas.microsoft.com/office/drawing/2014/main" id="{5CEA5593-A26F-41F4-A195-7677E9D96C00}"/>
              </a:ext>
            </a:extLst>
          </p:cNvPr>
          <p:cNvSpPr>
            <a:spLocks noGrp="1"/>
          </p:cNvSpPr>
          <p:nvPr/>
        </p:nvSpPr>
        <p:spPr>
          <a:xfrm>
            <a:off x="411549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09" name="F2_precision_recall_distributions_4423">
            <a:extLst>
              <a:ext uri="{FF2B5EF4-FFF2-40B4-BE49-F238E27FC236}">
                <a16:creationId xmlns:a16="http://schemas.microsoft.com/office/drawing/2014/main" id="{6649EC3B-CE29-4169-A6FB-C6971ECA0748}"/>
              </a:ext>
            </a:extLst>
          </p:cNvPr>
          <p:cNvSpPr>
            <a:spLocks noGrp="1"/>
          </p:cNvSpPr>
          <p:nvPr/>
        </p:nvSpPr>
        <p:spPr>
          <a:xfrm>
            <a:off x="409103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0" name="F2_precision_recall_distributions_4424">
            <a:extLst>
              <a:ext uri="{FF2B5EF4-FFF2-40B4-BE49-F238E27FC236}">
                <a16:creationId xmlns:a16="http://schemas.microsoft.com/office/drawing/2014/main" id="{F6862027-61EE-49CB-9F97-0D773970B5A0}"/>
              </a:ext>
            </a:extLst>
          </p:cNvPr>
          <p:cNvSpPr>
            <a:spLocks noGrp="1"/>
          </p:cNvSpPr>
          <p:nvPr/>
        </p:nvSpPr>
        <p:spPr>
          <a:xfrm>
            <a:off x="417089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1" name="F2_precision_recall_distributions_4425">
            <a:extLst>
              <a:ext uri="{FF2B5EF4-FFF2-40B4-BE49-F238E27FC236}">
                <a16:creationId xmlns:a16="http://schemas.microsoft.com/office/drawing/2014/main" id="{3BE9DFB9-F5B3-4441-BBF0-B2E90A5FEBBE}"/>
              </a:ext>
            </a:extLst>
          </p:cNvPr>
          <p:cNvSpPr>
            <a:spLocks noGrp="1"/>
          </p:cNvSpPr>
          <p:nvPr/>
        </p:nvSpPr>
        <p:spPr>
          <a:xfrm>
            <a:off x="4287016" y="36727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2" name="F2_precision_recall_distributions_4426">
            <a:extLst>
              <a:ext uri="{FF2B5EF4-FFF2-40B4-BE49-F238E27FC236}">
                <a16:creationId xmlns:a16="http://schemas.microsoft.com/office/drawing/2014/main" id="{A77FDE5F-85B6-4FF7-9891-AB9EE2E8C21B}"/>
              </a:ext>
            </a:extLst>
          </p:cNvPr>
          <p:cNvSpPr>
            <a:spLocks noGrp="1"/>
          </p:cNvSpPr>
          <p:nvPr/>
        </p:nvSpPr>
        <p:spPr>
          <a:xfrm>
            <a:off x="434846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3" name="F2_precision_recall_distributions_4427">
            <a:extLst>
              <a:ext uri="{FF2B5EF4-FFF2-40B4-BE49-F238E27FC236}">
                <a16:creationId xmlns:a16="http://schemas.microsoft.com/office/drawing/2014/main" id="{A364BC9D-8E30-4680-B470-0DD76978FED6}"/>
              </a:ext>
            </a:extLst>
          </p:cNvPr>
          <p:cNvSpPr>
            <a:spLocks noGrp="1"/>
          </p:cNvSpPr>
          <p:nvPr/>
        </p:nvSpPr>
        <p:spPr>
          <a:xfrm>
            <a:off x="429969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4" name="F2_precision_recall_distributions_4428">
            <a:extLst>
              <a:ext uri="{FF2B5EF4-FFF2-40B4-BE49-F238E27FC236}">
                <a16:creationId xmlns:a16="http://schemas.microsoft.com/office/drawing/2014/main" id="{6BAF5EAD-9E1C-462E-9CAD-B59F60DEDC2B}"/>
              </a:ext>
            </a:extLst>
          </p:cNvPr>
          <p:cNvSpPr>
            <a:spLocks noGrp="1"/>
          </p:cNvSpPr>
          <p:nvPr/>
        </p:nvSpPr>
        <p:spPr>
          <a:xfrm>
            <a:off x="42498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5" name="F2_precision_recall_distributions_4429">
            <a:extLst>
              <a:ext uri="{FF2B5EF4-FFF2-40B4-BE49-F238E27FC236}">
                <a16:creationId xmlns:a16="http://schemas.microsoft.com/office/drawing/2014/main" id="{30C18A8C-8B59-4AF6-91C4-F0741EA1132A}"/>
              </a:ext>
            </a:extLst>
          </p:cNvPr>
          <p:cNvSpPr>
            <a:spLocks noGrp="1"/>
          </p:cNvSpPr>
          <p:nvPr/>
        </p:nvSpPr>
        <p:spPr>
          <a:xfrm>
            <a:off x="41692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6" name="F2_precision_recall_distributions_4430">
            <a:extLst>
              <a:ext uri="{FF2B5EF4-FFF2-40B4-BE49-F238E27FC236}">
                <a16:creationId xmlns:a16="http://schemas.microsoft.com/office/drawing/2014/main" id="{C411B0E5-1665-44B6-A3A0-117032B5BC6B}"/>
              </a:ext>
            </a:extLst>
          </p:cNvPr>
          <p:cNvSpPr>
            <a:spLocks noGrp="1"/>
          </p:cNvSpPr>
          <p:nvPr/>
        </p:nvSpPr>
        <p:spPr>
          <a:xfrm>
            <a:off x="42266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7" name="F2_precision_recall_distributions_4431">
            <a:extLst>
              <a:ext uri="{FF2B5EF4-FFF2-40B4-BE49-F238E27FC236}">
                <a16:creationId xmlns:a16="http://schemas.microsoft.com/office/drawing/2014/main" id="{953FE711-730C-4D2A-BCFE-B59F14ED1BF7}"/>
              </a:ext>
            </a:extLst>
          </p:cNvPr>
          <p:cNvSpPr>
            <a:spLocks noGrp="1"/>
          </p:cNvSpPr>
          <p:nvPr/>
        </p:nvSpPr>
        <p:spPr>
          <a:xfrm>
            <a:off x="4125518" y="37082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8" name="F2_precision_recall_distributions_4432">
            <a:extLst>
              <a:ext uri="{FF2B5EF4-FFF2-40B4-BE49-F238E27FC236}">
                <a16:creationId xmlns:a16="http://schemas.microsoft.com/office/drawing/2014/main" id="{3C1C5FAB-C40C-43D4-9E8A-6E2E19407F76}"/>
              </a:ext>
            </a:extLst>
          </p:cNvPr>
          <p:cNvSpPr>
            <a:spLocks noGrp="1"/>
          </p:cNvSpPr>
          <p:nvPr/>
        </p:nvSpPr>
        <p:spPr>
          <a:xfrm>
            <a:off x="399689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19" name="F2_precision_recall_distributions_4433">
            <a:extLst>
              <a:ext uri="{FF2B5EF4-FFF2-40B4-BE49-F238E27FC236}">
                <a16:creationId xmlns:a16="http://schemas.microsoft.com/office/drawing/2014/main" id="{D77CE493-EDB7-4CE3-B319-A4124C3BAEC6}"/>
              </a:ext>
            </a:extLst>
          </p:cNvPr>
          <p:cNvSpPr>
            <a:spLocks noGrp="1"/>
          </p:cNvSpPr>
          <p:nvPr/>
        </p:nvSpPr>
        <p:spPr>
          <a:xfrm>
            <a:off x="4331734" y="37069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0" name="F2_precision_recall_distributions_4434">
            <a:extLst>
              <a:ext uri="{FF2B5EF4-FFF2-40B4-BE49-F238E27FC236}">
                <a16:creationId xmlns:a16="http://schemas.microsoft.com/office/drawing/2014/main" id="{814FC2E9-613A-41CC-9BAA-3E57997D4F42}"/>
              </a:ext>
            </a:extLst>
          </p:cNvPr>
          <p:cNvSpPr>
            <a:spLocks noGrp="1"/>
          </p:cNvSpPr>
          <p:nvPr/>
        </p:nvSpPr>
        <p:spPr>
          <a:xfrm>
            <a:off x="40074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1" name="F2_precision_recall_distributions_4435">
            <a:extLst>
              <a:ext uri="{FF2B5EF4-FFF2-40B4-BE49-F238E27FC236}">
                <a16:creationId xmlns:a16="http://schemas.microsoft.com/office/drawing/2014/main" id="{0F5FA718-E9F4-4431-872D-355C4CC7E1F1}"/>
              </a:ext>
            </a:extLst>
          </p:cNvPr>
          <p:cNvSpPr>
            <a:spLocks noGrp="1"/>
          </p:cNvSpPr>
          <p:nvPr/>
        </p:nvSpPr>
        <p:spPr>
          <a:xfrm>
            <a:off x="4238641" y="36927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2" name="F2_precision_recall_distributions_4436">
            <a:extLst>
              <a:ext uri="{FF2B5EF4-FFF2-40B4-BE49-F238E27FC236}">
                <a16:creationId xmlns:a16="http://schemas.microsoft.com/office/drawing/2014/main" id="{255E9B20-A3D3-4BF6-956D-4FCAA6405099}"/>
              </a:ext>
            </a:extLst>
          </p:cNvPr>
          <p:cNvSpPr>
            <a:spLocks noGrp="1"/>
          </p:cNvSpPr>
          <p:nvPr/>
        </p:nvSpPr>
        <p:spPr>
          <a:xfrm>
            <a:off x="4304334" y="36785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3" name="F2_precision_recall_distributions_4437">
            <a:extLst>
              <a:ext uri="{FF2B5EF4-FFF2-40B4-BE49-F238E27FC236}">
                <a16:creationId xmlns:a16="http://schemas.microsoft.com/office/drawing/2014/main" id="{18D9AF91-49EA-4BD8-9045-A7BAC9B7B710}"/>
              </a:ext>
            </a:extLst>
          </p:cNvPr>
          <p:cNvSpPr>
            <a:spLocks noGrp="1"/>
          </p:cNvSpPr>
          <p:nvPr/>
        </p:nvSpPr>
        <p:spPr>
          <a:xfrm>
            <a:off x="4127696" y="36333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4" name="F2_precision_recall_distributions_4438">
            <a:extLst>
              <a:ext uri="{FF2B5EF4-FFF2-40B4-BE49-F238E27FC236}">
                <a16:creationId xmlns:a16="http://schemas.microsoft.com/office/drawing/2014/main" id="{01906E1F-BC2E-4D0A-8DAB-C6A511C56601}"/>
              </a:ext>
            </a:extLst>
          </p:cNvPr>
          <p:cNvSpPr>
            <a:spLocks noGrp="1"/>
          </p:cNvSpPr>
          <p:nvPr/>
        </p:nvSpPr>
        <p:spPr>
          <a:xfrm>
            <a:off x="4285999" y="37057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5" name="F2_precision_recall_distributions_4439">
            <a:extLst>
              <a:ext uri="{FF2B5EF4-FFF2-40B4-BE49-F238E27FC236}">
                <a16:creationId xmlns:a16="http://schemas.microsoft.com/office/drawing/2014/main" id="{2A30AB82-4E7B-46A1-8F2B-B4F0E14353CC}"/>
              </a:ext>
            </a:extLst>
          </p:cNvPr>
          <p:cNvSpPr>
            <a:spLocks noGrp="1"/>
          </p:cNvSpPr>
          <p:nvPr/>
        </p:nvSpPr>
        <p:spPr>
          <a:xfrm>
            <a:off x="4041322" y="37082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6" name="F2_precision_recall_distributions_4440">
            <a:extLst>
              <a:ext uri="{FF2B5EF4-FFF2-40B4-BE49-F238E27FC236}">
                <a16:creationId xmlns:a16="http://schemas.microsoft.com/office/drawing/2014/main" id="{CFEFC970-1C7E-4EBB-ABC2-FFA34782D376}"/>
              </a:ext>
            </a:extLst>
          </p:cNvPr>
          <p:cNvSpPr>
            <a:spLocks noGrp="1"/>
          </p:cNvSpPr>
          <p:nvPr/>
        </p:nvSpPr>
        <p:spPr>
          <a:xfrm>
            <a:off x="4133379" y="36700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7" name="F2_precision_recall_distributions_4441">
            <a:extLst>
              <a:ext uri="{FF2B5EF4-FFF2-40B4-BE49-F238E27FC236}">
                <a16:creationId xmlns:a16="http://schemas.microsoft.com/office/drawing/2014/main" id="{D5A747B3-8863-45D5-9F85-5AD05CD6ADE3}"/>
              </a:ext>
            </a:extLst>
          </p:cNvPr>
          <p:cNvSpPr>
            <a:spLocks noGrp="1"/>
          </p:cNvSpPr>
          <p:nvPr/>
        </p:nvSpPr>
        <p:spPr>
          <a:xfrm>
            <a:off x="43326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8" name="F2_precision_recall_distributions_4442">
            <a:extLst>
              <a:ext uri="{FF2B5EF4-FFF2-40B4-BE49-F238E27FC236}">
                <a16:creationId xmlns:a16="http://schemas.microsoft.com/office/drawing/2014/main" id="{049EB357-708E-4FD4-8BD3-C392DABC4186}"/>
              </a:ext>
            </a:extLst>
          </p:cNvPr>
          <p:cNvSpPr>
            <a:spLocks noGrp="1"/>
          </p:cNvSpPr>
          <p:nvPr/>
        </p:nvSpPr>
        <p:spPr>
          <a:xfrm>
            <a:off x="4186975" y="36649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29" name="F2_precision_recall_distributions_4443">
            <a:extLst>
              <a:ext uri="{FF2B5EF4-FFF2-40B4-BE49-F238E27FC236}">
                <a16:creationId xmlns:a16="http://schemas.microsoft.com/office/drawing/2014/main" id="{1EEEEB84-9882-4238-A591-1F18735D3731}"/>
              </a:ext>
            </a:extLst>
          </p:cNvPr>
          <p:cNvSpPr>
            <a:spLocks noGrp="1"/>
          </p:cNvSpPr>
          <p:nvPr/>
        </p:nvSpPr>
        <p:spPr>
          <a:xfrm>
            <a:off x="432262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0" name="F2_precision_recall_distributions_4444">
            <a:extLst>
              <a:ext uri="{FF2B5EF4-FFF2-40B4-BE49-F238E27FC236}">
                <a16:creationId xmlns:a16="http://schemas.microsoft.com/office/drawing/2014/main" id="{AF3202CD-A569-4CE9-BB55-42C10335F5C9}"/>
              </a:ext>
            </a:extLst>
          </p:cNvPr>
          <p:cNvSpPr>
            <a:spLocks noGrp="1"/>
          </p:cNvSpPr>
          <p:nvPr/>
        </p:nvSpPr>
        <p:spPr>
          <a:xfrm>
            <a:off x="424338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1" name="F2_precision_recall_distributions_4445">
            <a:extLst>
              <a:ext uri="{FF2B5EF4-FFF2-40B4-BE49-F238E27FC236}">
                <a16:creationId xmlns:a16="http://schemas.microsoft.com/office/drawing/2014/main" id="{924593D1-988C-449B-8914-479203193EFE}"/>
              </a:ext>
            </a:extLst>
          </p:cNvPr>
          <p:cNvSpPr>
            <a:spLocks noGrp="1"/>
          </p:cNvSpPr>
          <p:nvPr/>
        </p:nvSpPr>
        <p:spPr>
          <a:xfrm>
            <a:off x="42708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2" name="F2_precision_recall_distributions_4446">
            <a:extLst>
              <a:ext uri="{FF2B5EF4-FFF2-40B4-BE49-F238E27FC236}">
                <a16:creationId xmlns:a16="http://schemas.microsoft.com/office/drawing/2014/main" id="{EF4DCA05-097F-48EA-ACD9-D2F942E61F2E}"/>
              </a:ext>
            </a:extLst>
          </p:cNvPr>
          <p:cNvSpPr>
            <a:spLocks noGrp="1"/>
          </p:cNvSpPr>
          <p:nvPr/>
        </p:nvSpPr>
        <p:spPr>
          <a:xfrm>
            <a:off x="4236167" y="36984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3" name="F2_precision_recall_distributions_4447">
            <a:extLst>
              <a:ext uri="{FF2B5EF4-FFF2-40B4-BE49-F238E27FC236}">
                <a16:creationId xmlns:a16="http://schemas.microsoft.com/office/drawing/2014/main" id="{FBD026CC-E089-4698-848C-952D3F102F72}"/>
              </a:ext>
            </a:extLst>
          </p:cNvPr>
          <p:cNvSpPr>
            <a:spLocks noGrp="1"/>
          </p:cNvSpPr>
          <p:nvPr/>
        </p:nvSpPr>
        <p:spPr>
          <a:xfrm>
            <a:off x="415813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4" name="F2_precision_recall_distributions_4448">
            <a:extLst>
              <a:ext uri="{FF2B5EF4-FFF2-40B4-BE49-F238E27FC236}">
                <a16:creationId xmlns:a16="http://schemas.microsoft.com/office/drawing/2014/main" id="{A78BE600-2339-4588-8CE0-77F45214CF31}"/>
              </a:ext>
            </a:extLst>
          </p:cNvPr>
          <p:cNvSpPr>
            <a:spLocks noGrp="1"/>
          </p:cNvSpPr>
          <p:nvPr/>
        </p:nvSpPr>
        <p:spPr>
          <a:xfrm>
            <a:off x="4250903" y="36866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5" name="F2_precision_recall_distributions_4449">
            <a:extLst>
              <a:ext uri="{FF2B5EF4-FFF2-40B4-BE49-F238E27FC236}">
                <a16:creationId xmlns:a16="http://schemas.microsoft.com/office/drawing/2014/main" id="{021D0ED0-E394-4642-9E83-BAB0CD1074A2}"/>
              </a:ext>
            </a:extLst>
          </p:cNvPr>
          <p:cNvSpPr>
            <a:spLocks noGrp="1"/>
          </p:cNvSpPr>
          <p:nvPr/>
        </p:nvSpPr>
        <p:spPr>
          <a:xfrm>
            <a:off x="4327964" y="37003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6" name="F2_precision_recall_distributions_4450">
            <a:extLst>
              <a:ext uri="{FF2B5EF4-FFF2-40B4-BE49-F238E27FC236}">
                <a16:creationId xmlns:a16="http://schemas.microsoft.com/office/drawing/2014/main" id="{4CBCB483-F163-40A7-BD34-AB53EA1E61C8}"/>
              </a:ext>
            </a:extLst>
          </p:cNvPr>
          <p:cNvSpPr>
            <a:spLocks noGrp="1"/>
          </p:cNvSpPr>
          <p:nvPr/>
        </p:nvSpPr>
        <p:spPr>
          <a:xfrm>
            <a:off x="4260274" y="37050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7" name="F2_precision_recall_distributions_4451">
            <a:extLst>
              <a:ext uri="{FF2B5EF4-FFF2-40B4-BE49-F238E27FC236}">
                <a16:creationId xmlns:a16="http://schemas.microsoft.com/office/drawing/2014/main" id="{632FBD77-BD43-457E-9D99-1731A67106FF}"/>
              </a:ext>
            </a:extLst>
          </p:cNvPr>
          <p:cNvSpPr>
            <a:spLocks noGrp="1"/>
          </p:cNvSpPr>
          <p:nvPr/>
        </p:nvSpPr>
        <p:spPr>
          <a:xfrm>
            <a:off x="4310829" y="37026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8" name="F2_precision_recall_distributions_4452">
            <a:extLst>
              <a:ext uri="{FF2B5EF4-FFF2-40B4-BE49-F238E27FC236}">
                <a16:creationId xmlns:a16="http://schemas.microsoft.com/office/drawing/2014/main" id="{F4CCE858-64F8-4389-B5E6-25BAA9611887}"/>
              </a:ext>
            </a:extLst>
          </p:cNvPr>
          <p:cNvSpPr>
            <a:spLocks noGrp="1"/>
          </p:cNvSpPr>
          <p:nvPr/>
        </p:nvSpPr>
        <p:spPr>
          <a:xfrm>
            <a:off x="4252318" y="37089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39" name="F2_precision_recall_distributions_4453">
            <a:extLst>
              <a:ext uri="{FF2B5EF4-FFF2-40B4-BE49-F238E27FC236}">
                <a16:creationId xmlns:a16="http://schemas.microsoft.com/office/drawing/2014/main" id="{71C01059-79AF-46B7-8013-4F61B5DA506C}"/>
              </a:ext>
            </a:extLst>
          </p:cNvPr>
          <p:cNvSpPr>
            <a:spLocks noGrp="1"/>
          </p:cNvSpPr>
          <p:nvPr/>
        </p:nvSpPr>
        <p:spPr>
          <a:xfrm>
            <a:off x="433008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0" name="F2_precision_recall_distributions_4454">
            <a:extLst>
              <a:ext uri="{FF2B5EF4-FFF2-40B4-BE49-F238E27FC236}">
                <a16:creationId xmlns:a16="http://schemas.microsoft.com/office/drawing/2014/main" id="{5C5D2292-6336-477B-8A6C-47C8B1E697FE}"/>
              </a:ext>
            </a:extLst>
          </p:cNvPr>
          <p:cNvSpPr>
            <a:spLocks noGrp="1"/>
          </p:cNvSpPr>
          <p:nvPr/>
        </p:nvSpPr>
        <p:spPr>
          <a:xfrm>
            <a:off x="40577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1" name="F2_precision_recall_distributions_4455">
            <a:extLst>
              <a:ext uri="{FF2B5EF4-FFF2-40B4-BE49-F238E27FC236}">
                <a16:creationId xmlns:a16="http://schemas.microsoft.com/office/drawing/2014/main" id="{385C9FA6-322C-4921-AFBF-54A632B0B075}"/>
              </a:ext>
            </a:extLst>
          </p:cNvPr>
          <p:cNvSpPr>
            <a:spLocks noGrp="1"/>
          </p:cNvSpPr>
          <p:nvPr/>
        </p:nvSpPr>
        <p:spPr>
          <a:xfrm>
            <a:off x="4329294" y="370137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2" name="F2_precision_recall_distributions_4456">
            <a:extLst>
              <a:ext uri="{FF2B5EF4-FFF2-40B4-BE49-F238E27FC236}">
                <a16:creationId xmlns:a16="http://schemas.microsoft.com/office/drawing/2014/main" id="{3AF2EB7B-CE89-4EDE-9F07-23B99DFDECB5}"/>
              </a:ext>
            </a:extLst>
          </p:cNvPr>
          <p:cNvSpPr>
            <a:spLocks noGrp="1"/>
          </p:cNvSpPr>
          <p:nvPr/>
        </p:nvSpPr>
        <p:spPr>
          <a:xfrm>
            <a:off x="420222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3" name="F2_precision_recall_distributions_4457">
            <a:extLst>
              <a:ext uri="{FF2B5EF4-FFF2-40B4-BE49-F238E27FC236}">
                <a16:creationId xmlns:a16="http://schemas.microsoft.com/office/drawing/2014/main" id="{3688DA09-A38E-45B0-8658-C54380A6062C}"/>
              </a:ext>
            </a:extLst>
          </p:cNvPr>
          <p:cNvSpPr>
            <a:spLocks noGrp="1"/>
          </p:cNvSpPr>
          <p:nvPr/>
        </p:nvSpPr>
        <p:spPr>
          <a:xfrm>
            <a:off x="425118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4" name="F2_precision_recall_distributions_4458">
            <a:extLst>
              <a:ext uri="{FF2B5EF4-FFF2-40B4-BE49-F238E27FC236}">
                <a16:creationId xmlns:a16="http://schemas.microsoft.com/office/drawing/2014/main" id="{16DDA20B-F412-4A19-B633-11221C6D7C2E}"/>
              </a:ext>
            </a:extLst>
          </p:cNvPr>
          <p:cNvSpPr>
            <a:spLocks noGrp="1"/>
          </p:cNvSpPr>
          <p:nvPr/>
        </p:nvSpPr>
        <p:spPr>
          <a:xfrm>
            <a:off x="4061482" y="37079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5" name="F2_precision_recall_distributions_4459">
            <a:extLst>
              <a:ext uri="{FF2B5EF4-FFF2-40B4-BE49-F238E27FC236}">
                <a16:creationId xmlns:a16="http://schemas.microsoft.com/office/drawing/2014/main" id="{AB25CD0C-468A-4AB9-ABD8-6D6116BDDB00}"/>
              </a:ext>
            </a:extLst>
          </p:cNvPr>
          <p:cNvSpPr>
            <a:spLocks noGrp="1"/>
          </p:cNvSpPr>
          <p:nvPr/>
        </p:nvSpPr>
        <p:spPr>
          <a:xfrm>
            <a:off x="4022820" y="37021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6" name="F2_precision_recall_distributions_4460">
            <a:extLst>
              <a:ext uri="{FF2B5EF4-FFF2-40B4-BE49-F238E27FC236}">
                <a16:creationId xmlns:a16="http://schemas.microsoft.com/office/drawing/2014/main" id="{4718366D-9ABE-48DB-8FF5-CBE1621EB16F}"/>
              </a:ext>
            </a:extLst>
          </p:cNvPr>
          <p:cNvSpPr>
            <a:spLocks noGrp="1"/>
          </p:cNvSpPr>
          <p:nvPr/>
        </p:nvSpPr>
        <p:spPr>
          <a:xfrm>
            <a:off x="422581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7" name="F2_precision_recall_distributions_4461">
            <a:extLst>
              <a:ext uri="{FF2B5EF4-FFF2-40B4-BE49-F238E27FC236}">
                <a16:creationId xmlns:a16="http://schemas.microsoft.com/office/drawing/2014/main" id="{A25B90F7-1258-4FEB-9E54-000A306A7ADE}"/>
              </a:ext>
            </a:extLst>
          </p:cNvPr>
          <p:cNvSpPr>
            <a:spLocks noGrp="1"/>
          </p:cNvSpPr>
          <p:nvPr/>
        </p:nvSpPr>
        <p:spPr>
          <a:xfrm>
            <a:off x="4037794" y="37066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8" name="F2_precision_recall_distributions_4462">
            <a:extLst>
              <a:ext uri="{FF2B5EF4-FFF2-40B4-BE49-F238E27FC236}">
                <a16:creationId xmlns:a16="http://schemas.microsoft.com/office/drawing/2014/main" id="{941D5111-9D13-48BD-814F-E73588234237}"/>
              </a:ext>
            </a:extLst>
          </p:cNvPr>
          <p:cNvSpPr>
            <a:spLocks noGrp="1"/>
          </p:cNvSpPr>
          <p:nvPr/>
        </p:nvSpPr>
        <p:spPr>
          <a:xfrm>
            <a:off x="4238033" y="36939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49" name="F2_precision_recall_distributions_4463">
            <a:extLst>
              <a:ext uri="{FF2B5EF4-FFF2-40B4-BE49-F238E27FC236}">
                <a16:creationId xmlns:a16="http://schemas.microsoft.com/office/drawing/2014/main" id="{9606EFC8-D902-414D-97AE-1E1AC8F5CA29}"/>
              </a:ext>
            </a:extLst>
          </p:cNvPr>
          <p:cNvSpPr>
            <a:spLocks noGrp="1"/>
          </p:cNvSpPr>
          <p:nvPr/>
        </p:nvSpPr>
        <p:spPr>
          <a:xfrm>
            <a:off x="42983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0" name="F2_precision_recall_distributions_4464">
            <a:extLst>
              <a:ext uri="{FF2B5EF4-FFF2-40B4-BE49-F238E27FC236}">
                <a16:creationId xmlns:a16="http://schemas.microsoft.com/office/drawing/2014/main" id="{F4B2438D-63B9-4C8A-B034-706040F45492}"/>
              </a:ext>
            </a:extLst>
          </p:cNvPr>
          <p:cNvSpPr>
            <a:spLocks noGrp="1"/>
          </p:cNvSpPr>
          <p:nvPr/>
        </p:nvSpPr>
        <p:spPr>
          <a:xfrm>
            <a:off x="399067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1" name="F2_precision_recall_distributions_4465">
            <a:extLst>
              <a:ext uri="{FF2B5EF4-FFF2-40B4-BE49-F238E27FC236}">
                <a16:creationId xmlns:a16="http://schemas.microsoft.com/office/drawing/2014/main" id="{4D70DC01-AB46-42FD-84D4-6017F68A8426}"/>
              </a:ext>
            </a:extLst>
          </p:cNvPr>
          <p:cNvSpPr>
            <a:spLocks noGrp="1"/>
          </p:cNvSpPr>
          <p:nvPr/>
        </p:nvSpPr>
        <p:spPr>
          <a:xfrm>
            <a:off x="424349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2" name="F2_precision_recall_distributions_4466">
            <a:extLst>
              <a:ext uri="{FF2B5EF4-FFF2-40B4-BE49-F238E27FC236}">
                <a16:creationId xmlns:a16="http://schemas.microsoft.com/office/drawing/2014/main" id="{44368F99-3CF4-4C1C-9919-FF8E34438FA6}"/>
              </a:ext>
            </a:extLst>
          </p:cNvPr>
          <p:cNvSpPr>
            <a:spLocks noGrp="1"/>
          </p:cNvSpPr>
          <p:nvPr/>
        </p:nvSpPr>
        <p:spPr>
          <a:xfrm>
            <a:off x="426601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3" name="F2_precision_recall_distributions_4467">
            <a:extLst>
              <a:ext uri="{FF2B5EF4-FFF2-40B4-BE49-F238E27FC236}">
                <a16:creationId xmlns:a16="http://schemas.microsoft.com/office/drawing/2014/main" id="{B529715D-4266-4013-BEB7-972AEEF0B44D}"/>
              </a:ext>
            </a:extLst>
          </p:cNvPr>
          <p:cNvSpPr>
            <a:spLocks noGrp="1"/>
          </p:cNvSpPr>
          <p:nvPr/>
        </p:nvSpPr>
        <p:spPr>
          <a:xfrm>
            <a:off x="4064043" y="369974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4" name="F2_precision_recall_distributions_4468">
            <a:extLst>
              <a:ext uri="{FF2B5EF4-FFF2-40B4-BE49-F238E27FC236}">
                <a16:creationId xmlns:a16="http://schemas.microsoft.com/office/drawing/2014/main" id="{B6C2781D-A6C6-4903-93A0-6C666C57653D}"/>
              </a:ext>
            </a:extLst>
          </p:cNvPr>
          <p:cNvSpPr>
            <a:spLocks noGrp="1"/>
          </p:cNvSpPr>
          <p:nvPr/>
        </p:nvSpPr>
        <p:spPr>
          <a:xfrm>
            <a:off x="405542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5" name="F2_precision_recall_distributions_4469">
            <a:extLst>
              <a:ext uri="{FF2B5EF4-FFF2-40B4-BE49-F238E27FC236}">
                <a16:creationId xmlns:a16="http://schemas.microsoft.com/office/drawing/2014/main" id="{1DA88C13-6C35-40D1-BC63-6E1886992D50}"/>
              </a:ext>
            </a:extLst>
          </p:cNvPr>
          <p:cNvSpPr>
            <a:spLocks noGrp="1"/>
          </p:cNvSpPr>
          <p:nvPr/>
        </p:nvSpPr>
        <p:spPr>
          <a:xfrm>
            <a:off x="4212241" y="36843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6" name="F2_precision_recall_distributions_4470">
            <a:extLst>
              <a:ext uri="{FF2B5EF4-FFF2-40B4-BE49-F238E27FC236}">
                <a16:creationId xmlns:a16="http://schemas.microsoft.com/office/drawing/2014/main" id="{85B73967-AF5B-43B5-BBCC-9669F689D863}"/>
              </a:ext>
            </a:extLst>
          </p:cNvPr>
          <p:cNvSpPr>
            <a:spLocks noGrp="1"/>
          </p:cNvSpPr>
          <p:nvPr/>
        </p:nvSpPr>
        <p:spPr>
          <a:xfrm>
            <a:off x="4092953" y="37080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7" name="F2_precision_recall_distributions_4471">
            <a:extLst>
              <a:ext uri="{FF2B5EF4-FFF2-40B4-BE49-F238E27FC236}">
                <a16:creationId xmlns:a16="http://schemas.microsoft.com/office/drawing/2014/main" id="{269088A2-5339-4511-BC09-957C9FED81B0}"/>
              </a:ext>
            </a:extLst>
          </p:cNvPr>
          <p:cNvSpPr>
            <a:spLocks noGrp="1"/>
          </p:cNvSpPr>
          <p:nvPr/>
        </p:nvSpPr>
        <p:spPr>
          <a:xfrm>
            <a:off x="4053787" y="36956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8" name="F2_precision_recall_distributions_4472">
            <a:extLst>
              <a:ext uri="{FF2B5EF4-FFF2-40B4-BE49-F238E27FC236}">
                <a16:creationId xmlns:a16="http://schemas.microsoft.com/office/drawing/2014/main" id="{C0834ED8-67BE-4330-AFD2-9DB970878AE2}"/>
              </a:ext>
            </a:extLst>
          </p:cNvPr>
          <p:cNvSpPr>
            <a:spLocks noGrp="1"/>
          </p:cNvSpPr>
          <p:nvPr/>
        </p:nvSpPr>
        <p:spPr>
          <a:xfrm>
            <a:off x="3988584" y="36938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59" name="F2_precision_recall_distributions_4473">
            <a:extLst>
              <a:ext uri="{FF2B5EF4-FFF2-40B4-BE49-F238E27FC236}">
                <a16:creationId xmlns:a16="http://schemas.microsoft.com/office/drawing/2014/main" id="{71835860-0412-4319-A40C-7F1C77A71D4F}"/>
              </a:ext>
            </a:extLst>
          </p:cNvPr>
          <p:cNvSpPr>
            <a:spLocks noGrp="1"/>
          </p:cNvSpPr>
          <p:nvPr/>
        </p:nvSpPr>
        <p:spPr>
          <a:xfrm>
            <a:off x="4270184" y="36420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0" name="F2_precision_recall_distributions_4474">
            <a:extLst>
              <a:ext uri="{FF2B5EF4-FFF2-40B4-BE49-F238E27FC236}">
                <a16:creationId xmlns:a16="http://schemas.microsoft.com/office/drawing/2014/main" id="{DFBB99A9-762E-4A1E-9A62-A64A9D8E01C9}"/>
              </a:ext>
            </a:extLst>
          </p:cNvPr>
          <p:cNvSpPr>
            <a:spLocks noGrp="1"/>
          </p:cNvSpPr>
          <p:nvPr/>
        </p:nvSpPr>
        <p:spPr>
          <a:xfrm>
            <a:off x="4122371" y="37002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1" name="F2_precision_recall_distributions_4475">
            <a:extLst>
              <a:ext uri="{FF2B5EF4-FFF2-40B4-BE49-F238E27FC236}">
                <a16:creationId xmlns:a16="http://schemas.microsoft.com/office/drawing/2014/main" id="{EC7BF75C-B417-4F2A-A3B9-4B9F2FC0A728}"/>
              </a:ext>
            </a:extLst>
          </p:cNvPr>
          <p:cNvSpPr>
            <a:spLocks noGrp="1"/>
          </p:cNvSpPr>
          <p:nvPr/>
        </p:nvSpPr>
        <p:spPr>
          <a:xfrm>
            <a:off x="413192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2" name="F2_precision_recall_distributions_4476">
            <a:extLst>
              <a:ext uri="{FF2B5EF4-FFF2-40B4-BE49-F238E27FC236}">
                <a16:creationId xmlns:a16="http://schemas.microsoft.com/office/drawing/2014/main" id="{5C3F4B94-95B8-4BD9-87D5-6A7523D88440}"/>
              </a:ext>
            </a:extLst>
          </p:cNvPr>
          <p:cNvSpPr>
            <a:spLocks noGrp="1"/>
          </p:cNvSpPr>
          <p:nvPr/>
        </p:nvSpPr>
        <p:spPr>
          <a:xfrm>
            <a:off x="4178860" y="37054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3" name="F2_precision_recall_distributions_4477">
            <a:extLst>
              <a:ext uri="{FF2B5EF4-FFF2-40B4-BE49-F238E27FC236}">
                <a16:creationId xmlns:a16="http://schemas.microsoft.com/office/drawing/2014/main" id="{57DC6513-A626-4308-8511-FA5CDBB1C674}"/>
              </a:ext>
            </a:extLst>
          </p:cNvPr>
          <p:cNvSpPr>
            <a:spLocks noGrp="1"/>
          </p:cNvSpPr>
          <p:nvPr/>
        </p:nvSpPr>
        <p:spPr>
          <a:xfrm>
            <a:off x="4183496" y="37099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4" name="F2_precision_recall_distributions_4478">
            <a:extLst>
              <a:ext uri="{FF2B5EF4-FFF2-40B4-BE49-F238E27FC236}">
                <a16:creationId xmlns:a16="http://schemas.microsoft.com/office/drawing/2014/main" id="{E8D8488B-9E84-4BC9-A05D-C0231BB62AA9}"/>
              </a:ext>
            </a:extLst>
          </p:cNvPr>
          <p:cNvSpPr>
            <a:spLocks noGrp="1"/>
          </p:cNvSpPr>
          <p:nvPr/>
        </p:nvSpPr>
        <p:spPr>
          <a:xfrm>
            <a:off x="4314067" y="35786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5" name="F2_precision_recall_distributions_4479">
            <a:extLst>
              <a:ext uri="{FF2B5EF4-FFF2-40B4-BE49-F238E27FC236}">
                <a16:creationId xmlns:a16="http://schemas.microsoft.com/office/drawing/2014/main" id="{B5135CF0-6C37-491C-8C19-5B1902C78521}"/>
              </a:ext>
            </a:extLst>
          </p:cNvPr>
          <p:cNvSpPr>
            <a:spLocks noGrp="1"/>
          </p:cNvSpPr>
          <p:nvPr/>
        </p:nvSpPr>
        <p:spPr>
          <a:xfrm>
            <a:off x="40484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6" name="F2_precision_recall_distributions_4480">
            <a:extLst>
              <a:ext uri="{FF2B5EF4-FFF2-40B4-BE49-F238E27FC236}">
                <a16:creationId xmlns:a16="http://schemas.microsoft.com/office/drawing/2014/main" id="{EA4B7C32-EAB7-490F-91AC-57AAAB19FB3F}"/>
              </a:ext>
            </a:extLst>
          </p:cNvPr>
          <p:cNvSpPr>
            <a:spLocks noGrp="1"/>
          </p:cNvSpPr>
          <p:nvPr/>
        </p:nvSpPr>
        <p:spPr>
          <a:xfrm>
            <a:off x="4139342" y="36902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67" name="F2_precision_recall_distributions_4481">
            <a:extLst>
              <a:ext uri="{FF2B5EF4-FFF2-40B4-BE49-F238E27FC236}">
                <a16:creationId xmlns:a16="http://schemas.microsoft.com/office/drawing/2014/main" id="{2CFFB638-30EA-491B-B828-8923387CE9D0}"/>
              </a:ext>
            </a:extLst>
          </p:cNvPr>
          <p:cNvSpPr>
            <a:spLocks noGrp="1"/>
          </p:cNvSpPr>
          <p:nvPr/>
        </p:nvSpPr>
        <p:spPr>
          <a:xfrm>
            <a:off x="1852503" y="2875329"/>
            <a:ext cx="191" cy="328897"/>
          </a:xfrm>
          <a:custGeom>
            <a:avLst/>
            <a:gdLst/>
            <a:ahLst/>
            <a:cxnLst/>
            <a:rect l="0" t="0" r="0" b="0"/>
            <a:pathLst>
              <a:path w="191" h="328897">
                <a:moveTo>
                  <a:pt x="0" y="328897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1668" name="F2_precision_recall_distributions_4482">
            <a:extLst>
              <a:ext uri="{FF2B5EF4-FFF2-40B4-BE49-F238E27FC236}">
                <a16:creationId xmlns:a16="http://schemas.microsoft.com/office/drawing/2014/main" id="{2C9C3F7E-174D-4DC3-B23A-C143B6DE2415}"/>
              </a:ext>
            </a:extLst>
          </p:cNvPr>
          <p:cNvSpPr>
            <a:spLocks noGrp="1"/>
          </p:cNvSpPr>
          <p:nvPr/>
        </p:nvSpPr>
        <p:spPr>
          <a:xfrm>
            <a:off x="3016462" y="287532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1669" name="F2_precision_recall_distributions_4483">
            <a:extLst>
              <a:ext uri="{FF2B5EF4-FFF2-40B4-BE49-F238E27FC236}">
                <a16:creationId xmlns:a16="http://schemas.microsoft.com/office/drawing/2014/main" id="{9464F060-612E-4E60-8607-86AF85517B5D}"/>
              </a:ext>
            </a:extLst>
          </p:cNvPr>
          <p:cNvSpPr>
            <a:spLocks noGrp="1"/>
          </p:cNvSpPr>
          <p:nvPr/>
        </p:nvSpPr>
        <p:spPr>
          <a:xfrm>
            <a:off x="4180422" y="3710792"/>
            <a:ext cx="191" cy="13303"/>
          </a:xfrm>
          <a:custGeom>
            <a:avLst/>
            <a:gdLst/>
            <a:ahLst/>
            <a:cxnLst/>
            <a:rect l="0" t="0" r="0" b="0"/>
            <a:pathLst>
              <a:path w="191" h="13303">
                <a:moveTo>
                  <a:pt x="0" y="1330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1670" name="F2_precision_recall_distributions_4484">
            <a:extLst>
              <a:ext uri="{FF2B5EF4-FFF2-40B4-BE49-F238E27FC236}">
                <a16:creationId xmlns:a16="http://schemas.microsoft.com/office/drawing/2014/main" id="{7FCEA50F-27B1-428E-8E78-399B15DC4073}"/>
              </a:ext>
            </a:extLst>
          </p:cNvPr>
          <p:cNvSpPr>
            <a:spLocks noGrp="1"/>
          </p:cNvSpPr>
          <p:nvPr/>
        </p:nvSpPr>
        <p:spPr>
          <a:xfrm>
            <a:off x="1212325" y="285411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671" name="F2_precision_recall_distributions_4485">
            <a:extLst>
              <a:ext uri="{FF2B5EF4-FFF2-40B4-BE49-F238E27FC236}">
                <a16:creationId xmlns:a16="http://schemas.microsoft.com/office/drawing/2014/main" id="{797722A5-1E36-4B48-9173-82F35C4AB851}"/>
              </a:ext>
            </a:extLst>
          </p:cNvPr>
          <p:cNvSpPr>
            <a:spLocks noGrp="1"/>
          </p:cNvSpPr>
          <p:nvPr/>
        </p:nvSpPr>
        <p:spPr>
          <a:xfrm>
            <a:off x="1212325" y="373682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1672" name="text_4486">
            <a:extLst>
              <a:ext uri="{FF2B5EF4-FFF2-40B4-BE49-F238E27FC236}">
                <a16:creationId xmlns:a16="http://schemas.microsoft.com/office/drawing/2014/main" id="{4E4FFFA7-82B2-4447-BA55-41CE3CA7E732}"/>
              </a:ext>
            </a:extLst>
          </p:cNvPr>
          <p:cNvSpPr>
            <a:spLocks noGrp="1"/>
          </p:cNvSpPr>
          <p:nvPr/>
        </p:nvSpPr>
        <p:spPr>
          <a:xfrm>
            <a:off x="1212325" y="2673382"/>
            <a:ext cx="164961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0.3 · Precision</a:t>
            </a:r>
          </a:p>
        </p:txBody>
      </p:sp>
      <p:sp>
        <p:nvSpPr>
          <p:cNvPr id="1673" name="F2_precision_recall_distributions_4487">
            <a:extLst>
              <a:ext uri="{FF2B5EF4-FFF2-40B4-BE49-F238E27FC236}">
                <a16:creationId xmlns:a16="http://schemas.microsoft.com/office/drawing/2014/main" id="{CD908E4A-AEBD-496D-9023-85B29B11E48A}"/>
              </a:ext>
            </a:extLst>
          </p:cNvPr>
          <p:cNvSpPr>
            <a:spLocks noGrp="1"/>
          </p:cNvSpPr>
          <p:nvPr/>
        </p:nvSpPr>
        <p:spPr>
          <a:xfrm>
            <a:off x="1824461" y="2847288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1674" name="F2_precision_recall_distributions_4488">
            <a:extLst>
              <a:ext uri="{FF2B5EF4-FFF2-40B4-BE49-F238E27FC236}">
                <a16:creationId xmlns:a16="http://schemas.microsoft.com/office/drawing/2014/main" id="{8B5C8AA9-946E-417D-967F-B47F65CFE6ED}"/>
              </a:ext>
            </a:extLst>
          </p:cNvPr>
          <p:cNvSpPr>
            <a:spLocks noGrp="1"/>
          </p:cNvSpPr>
          <p:nvPr/>
        </p:nvSpPr>
        <p:spPr>
          <a:xfrm>
            <a:off x="2988421" y="313021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1675" name="F2_precision_recall_distributions_4489">
            <a:extLst>
              <a:ext uri="{FF2B5EF4-FFF2-40B4-BE49-F238E27FC236}">
                <a16:creationId xmlns:a16="http://schemas.microsoft.com/office/drawing/2014/main" id="{625FBA0F-4A2B-4987-A2B4-7E118ED8BF3B}"/>
              </a:ext>
            </a:extLst>
          </p:cNvPr>
          <p:cNvSpPr>
            <a:spLocks noGrp="1"/>
          </p:cNvSpPr>
          <p:nvPr/>
        </p:nvSpPr>
        <p:spPr>
          <a:xfrm>
            <a:off x="4152380" y="369457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1676" name="F2_precision_recall_distributions_4490">
            <a:extLst>
              <a:ext uri="{FF2B5EF4-FFF2-40B4-BE49-F238E27FC236}">
                <a16:creationId xmlns:a16="http://schemas.microsoft.com/office/drawing/2014/main" id="{1251E807-C416-470E-8334-85F3B7AD9B86}"/>
              </a:ext>
            </a:extLst>
          </p:cNvPr>
          <p:cNvSpPr>
            <a:spLocks noGrp="1"/>
          </p:cNvSpPr>
          <p:nvPr/>
        </p:nvSpPr>
        <p:spPr>
          <a:xfrm>
            <a:off x="5361841" y="285411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1677" name="F2_precision_recall_distributions_4491">
            <a:extLst>
              <a:ext uri="{FF2B5EF4-FFF2-40B4-BE49-F238E27FC236}">
                <a16:creationId xmlns:a16="http://schemas.microsoft.com/office/drawing/2014/main" id="{469CC614-CB06-4A66-9DE9-9660C6D38259}"/>
              </a:ext>
            </a:extLst>
          </p:cNvPr>
          <p:cNvSpPr>
            <a:spLocks noGrp="1"/>
          </p:cNvSpPr>
          <p:nvPr/>
        </p:nvSpPr>
        <p:spPr>
          <a:xfrm>
            <a:off x="5361841" y="372409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78" name="F2_precision_recall_distributions_4492">
            <a:extLst>
              <a:ext uri="{FF2B5EF4-FFF2-40B4-BE49-F238E27FC236}">
                <a16:creationId xmlns:a16="http://schemas.microsoft.com/office/drawing/2014/main" id="{E5BAEECE-1BDB-4E86-A916-922105E0A638}"/>
              </a:ext>
            </a:extLst>
          </p:cNvPr>
          <p:cNvSpPr>
            <a:spLocks noGrp="1"/>
          </p:cNvSpPr>
          <p:nvPr/>
        </p:nvSpPr>
        <p:spPr>
          <a:xfrm>
            <a:off x="5319567" y="372409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79" name="F2_precision_recall_distributions_4493">
            <a:extLst>
              <a:ext uri="{FF2B5EF4-FFF2-40B4-BE49-F238E27FC236}">
                <a16:creationId xmlns:a16="http://schemas.microsoft.com/office/drawing/2014/main" id="{8146E88F-0CA8-4BCE-A5F3-32D9C3B9BE1E}"/>
              </a:ext>
            </a:extLst>
          </p:cNvPr>
          <p:cNvSpPr>
            <a:spLocks noGrp="1"/>
          </p:cNvSpPr>
          <p:nvPr/>
        </p:nvSpPr>
        <p:spPr>
          <a:xfrm>
            <a:off x="5361841" y="329971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80" name="F2_precision_recall_distributions_4494">
            <a:extLst>
              <a:ext uri="{FF2B5EF4-FFF2-40B4-BE49-F238E27FC236}">
                <a16:creationId xmlns:a16="http://schemas.microsoft.com/office/drawing/2014/main" id="{CFE30094-657E-4539-A0EE-262316C4812D}"/>
              </a:ext>
            </a:extLst>
          </p:cNvPr>
          <p:cNvSpPr>
            <a:spLocks noGrp="1"/>
          </p:cNvSpPr>
          <p:nvPr/>
        </p:nvSpPr>
        <p:spPr>
          <a:xfrm>
            <a:off x="5319567" y="329971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81" name="F2_precision_recall_distributions_4495">
            <a:extLst>
              <a:ext uri="{FF2B5EF4-FFF2-40B4-BE49-F238E27FC236}">
                <a16:creationId xmlns:a16="http://schemas.microsoft.com/office/drawing/2014/main" id="{1055B0FF-635A-4D78-877A-483A57B0424A}"/>
              </a:ext>
            </a:extLst>
          </p:cNvPr>
          <p:cNvSpPr>
            <a:spLocks noGrp="1"/>
          </p:cNvSpPr>
          <p:nvPr/>
        </p:nvSpPr>
        <p:spPr>
          <a:xfrm>
            <a:off x="5361841" y="287532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1682" name="F2_precision_recall_distributions_4496">
            <a:extLst>
              <a:ext uri="{FF2B5EF4-FFF2-40B4-BE49-F238E27FC236}">
                <a16:creationId xmlns:a16="http://schemas.microsoft.com/office/drawing/2014/main" id="{D6840066-3229-4C11-B6D6-421747AE63EB}"/>
              </a:ext>
            </a:extLst>
          </p:cNvPr>
          <p:cNvSpPr>
            <a:spLocks noGrp="1"/>
          </p:cNvSpPr>
          <p:nvPr/>
        </p:nvSpPr>
        <p:spPr>
          <a:xfrm>
            <a:off x="5319567" y="287532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1683" name="F2_precision_recall_distributions_4497">
            <a:extLst>
              <a:ext uri="{FF2B5EF4-FFF2-40B4-BE49-F238E27FC236}">
                <a16:creationId xmlns:a16="http://schemas.microsoft.com/office/drawing/2014/main" id="{90632336-328F-4945-963B-C398E3478F8B}"/>
              </a:ext>
            </a:extLst>
          </p:cNvPr>
          <p:cNvSpPr>
            <a:spLocks noGrp="1"/>
          </p:cNvSpPr>
          <p:nvPr/>
        </p:nvSpPr>
        <p:spPr>
          <a:xfrm>
            <a:off x="5664470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07414" y="848766"/>
                </a:moveTo>
                <a:lnTo>
                  <a:pt x="267683" y="848766"/>
                </a:lnTo>
                <a:lnTo>
                  <a:pt x="268734" y="842186"/>
                </a:lnTo>
                <a:lnTo>
                  <a:pt x="271776" y="835606"/>
                </a:lnTo>
                <a:lnTo>
                  <a:pt x="276494" y="829027"/>
                </a:lnTo>
                <a:lnTo>
                  <a:pt x="282424" y="822447"/>
                </a:lnTo>
                <a:lnTo>
                  <a:pt x="289029" y="815868"/>
                </a:lnTo>
                <a:lnTo>
                  <a:pt x="295779" y="809288"/>
                </a:lnTo>
                <a:lnTo>
                  <a:pt x="302220" y="802708"/>
                </a:lnTo>
                <a:lnTo>
                  <a:pt x="308023" y="796129"/>
                </a:lnTo>
                <a:lnTo>
                  <a:pt x="312996" y="789549"/>
                </a:lnTo>
                <a:lnTo>
                  <a:pt x="317080" y="782970"/>
                </a:lnTo>
                <a:lnTo>
                  <a:pt x="320321" y="776390"/>
                </a:lnTo>
                <a:lnTo>
                  <a:pt x="322836" y="769811"/>
                </a:lnTo>
                <a:lnTo>
                  <a:pt x="324775" y="763231"/>
                </a:lnTo>
                <a:lnTo>
                  <a:pt x="326290" y="756651"/>
                </a:lnTo>
                <a:lnTo>
                  <a:pt x="327513" y="750072"/>
                </a:lnTo>
                <a:lnTo>
                  <a:pt x="328545" y="743492"/>
                </a:lnTo>
                <a:lnTo>
                  <a:pt x="329449" y="736913"/>
                </a:lnTo>
                <a:lnTo>
                  <a:pt x="330253" y="730333"/>
                </a:lnTo>
                <a:lnTo>
                  <a:pt x="330959" y="723754"/>
                </a:lnTo>
                <a:lnTo>
                  <a:pt x="331544" y="717174"/>
                </a:lnTo>
                <a:lnTo>
                  <a:pt x="331978" y="710594"/>
                </a:lnTo>
                <a:lnTo>
                  <a:pt x="332225" y="704015"/>
                </a:lnTo>
                <a:lnTo>
                  <a:pt x="332260" y="697435"/>
                </a:lnTo>
                <a:lnTo>
                  <a:pt x="332068" y="690856"/>
                </a:lnTo>
                <a:lnTo>
                  <a:pt x="331655" y="684276"/>
                </a:lnTo>
                <a:lnTo>
                  <a:pt x="331044" y="677697"/>
                </a:lnTo>
                <a:lnTo>
                  <a:pt x="330278" y="671117"/>
                </a:lnTo>
                <a:lnTo>
                  <a:pt x="329414" y="664537"/>
                </a:lnTo>
                <a:lnTo>
                  <a:pt x="328514" y="657958"/>
                </a:lnTo>
                <a:lnTo>
                  <a:pt x="327637" y="651378"/>
                </a:lnTo>
                <a:lnTo>
                  <a:pt x="326832" y="644799"/>
                </a:lnTo>
                <a:lnTo>
                  <a:pt x="326132" y="638219"/>
                </a:lnTo>
                <a:lnTo>
                  <a:pt x="325546" y="631639"/>
                </a:lnTo>
                <a:lnTo>
                  <a:pt x="325067" y="625060"/>
                </a:lnTo>
                <a:lnTo>
                  <a:pt x="324674" y="618480"/>
                </a:lnTo>
                <a:lnTo>
                  <a:pt x="324342" y="611901"/>
                </a:lnTo>
                <a:lnTo>
                  <a:pt x="324051" y="605321"/>
                </a:lnTo>
                <a:lnTo>
                  <a:pt x="323798" y="598742"/>
                </a:lnTo>
                <a:lnTo>
                  <a:pt x="323591" y="592162"/>
                </a:lnTo>
                <a:lnTo>
                  <a:pt x="323456" y="585582"/>
                </a:lnTo>
                <a:lnTo>
                  <a:pt x="323423" y="579003"/>
                </a:lnTo>
                <a:lnTo>
                  <a:pt x="323518" y="572423"/>
                </a:lnTo>
                <a:lnTo>
                  <a:pt x="323749" y="565844"/>
                </a:lnTo>
                <a:lnTo>
                  <a:pt x="324102" y="559264"/>
                </a:lnTo>
                <a:lnTo>
                  <a:pt x="324533" y="552685"/>
                </a:lnTo>
                <a:lnTo>
                  <a:pt x="324977" y="546105"/>
                </a:lnTo>
                <a:lnTo>
                  <a:pt x="325357" y="539525"/>
                </a:lnTo>
                <a:lnTo>
                  <a:pt x="325591" y="532946"/>
                </a:lnTo>
                <a:lnTo>
                  <a:pt x="325612" y="526366"/>
                </a:lnTo>
                <a:lnTo>
                  <a:pt x="325367" y="519787"/>
                </a:lnTo>
                <a:lnTo>
                  <a:pt x="324825" y="513207"/>
                </a:lnTo>
                <a:lnTo>
                  <a:pt x="323973" y="506627"/>
                </a:lnTo>
                <a:lnTo>
                  <a:pt x="322804" y="500048"/>
                </a:lnTo>
                <a:lnTo>
                  <a:pt x="321316" y="493468"/>
                </a:lnTo>
                <a:lnTo>
                  <a:pt x="319509" y="486889"/>
                </a:lnTo>
                <a:lnTo>
                  <a:pt x="317386" y="480309"/>
                </a:lnTo>
                <a:lnTo>
                  <a:pt x="314969" y="473730"/>
                </a:lnTo>
                <a:lnTo>
                  <a:pt x="312306" y="467150"/>
                </a:lnTo>
                <a:lnTo>
                  <a:pt x="309492" y="460570"/>
                </a:lnTo>
                <a:lnTo>
                  <a:pt x="306670" y="453991"/>
                </a:lnTo>
                <a:lnTo>
                  <a:pt x="304025" y="447411"/>
                </a:lnTo>
                <a:lnTo>
                  <a:pt x="301770" y="440832"/>
                </a:lnTo>
                <a:lnTo>
                  <a:pt x="300109" y="434252"/>
                </a:lnTo>
                <a:lnTo>
                  <a:pt x="299205" y="427673"/>
                </a:lnTo>
                <a:lnTo>
                  <a:pt x="299152" y="421093"/>
                </a:lnTo>
                <a:lnTo>
                  <a:pt x="299950" y="414513"/>
                </a:lnTo>
                <a:lnTo>
                  <a:pt x="301506" y="407934"/>
                </a:lnTo>
                <a:lnTo>
                  <a:pt x="303648" y="401354"/>
                </a:lnTo>
                <a:lnTo>
                  <a:pt x="306157" y="394775"/>
                </a:lnTo>
                <a:lnTo>
                  <a:pt x="308796" y="388195"/>
                </a:lnTo>
                <a:lnTo>
                  <a:pt x="311349" y="381616"/>
                </a:lnTo>
                <a:lnTo>
                  <a:pt x="313638" y="375036"/>
                </a:lnTo>
                <a:lnTo>
                  <a:pt x="315541" y="368456"/>
                </a:lnTo>
                <a:lnTo>
                  <a:pt x="316984" y="361877"/>
                </a:lnTo>
                <a:lnTo>
                  <a:pt x="317935" y="355297"/>
                </a:lnTo>
                <a:lnTo>
                  <a:pt x="318394" y="348718"/>
                </a:lnTo>
                <a:lnTo>
                  <a:pt x="318378" y="342138"/>
                </a:lnTo>
                <a:lnTo>
                  <a:pt x="317922" y="335558"/>
                </a:lnTo>
                <a:lnTo>
                  <a:pt x="317080" y="328979"/>
                </a:lnTo>
                <a:lnTo>
                  <a:pt x="315927" y="322399"/>
                </a:lnTo>
                <a:lnTo>
                  <a:pt x="314564" y="315820"/>
                </a:lnTo>
                <a:lnTo>
                  <a:pt x="313122" y="309240"/>
                </a:lnTo>
                <a:lnTo>
                  <a:pt x="311745" y="302661"/>
                </a:lnTo>
                <a:lnTo>
                  <a:pt x="310581" y="296081"/>
                </a:lnTo>
                <a:lnTo>
                  <a:pt x="309753" y="289501"/>
                </a:lnTo>
                <a:lnTo>
                  <a:pt x="309340" y="282922"/>
                </a:lnTo>
                <a:lnTo>
                  <a:pt x="309360" y="276342"/>
                </a:lnTo>
                <a:lnTo>
                  <a:pt x="309761" y="269763"/>
                </a:lnTo>
                <a:lnTo>
                  <a:pt x="310435" y="263183"/>
                </a:lnTo>
                <a:lnTo>
                  <a:pt x="311236" y="256604"/>
                </a:lnTo>
                <a:lnTo>
                  <a:pt x="312008" y="250024"/>
                </a:lnTo>
                <a:lnTo>
                  <a:pt x="312622" y="243444"/>
                </a:lnTo>
                <a:lnTo>
                  <a:pt x="312996" y="236865"/>
                </a:lnTo>
                <a:lnTo>
                  <a:pt x="313109" y="230285"/>
                </a:lnTo>
                <a:lnTo>
                  <a:pt x="313003" y="223706"/>
                </a:lnTo>
                <a:lnTo>
                  <a:pt x="312761" y="217126"/>
                </a:lnTo>
                <a:lnTo>
                  <a:pt x="312495" y="210546"/>
                </a:lnTo>
                <a:lnTo>
                  <a:pt x="312314" y="203967"/>
                </a:lnTo>
                <a:lnTo>
                  <a:pt x="312304" y="197387"/>
                </a:lnTo>
                <a:lnTo>
                  <a:pt x="312521" y="190808"/>
                </a:lnTo>
                <a:lnTo>
                  <a:pt x="312982" y="184228"/>
                </a:lnTo>
                <a:lnTo>
                  <a:pt x="313672" y="177649"/>
                </a:lnTo>
                <a:lnTo>
                  <a:pt x="314558" y="171069"/>
                </a:lnTo>
                <a:lnTo>
                  <a:pt x="315594" y="164489"/>
                </a:lnTo>
                <a:lnTo>
                  <a:pt x="316740" y="157910"/>
                </a:lnTo>
                <a:lnTo>
                  <a:pt x="317957" y="151330"/>
                </a:lnTo>
                <a:lnTo>
                  <a:pt x="319218" y="144751"/>
                </a:lnTo>
                <a:lnTo>
                  <a:pt x="320493" y="138171"/>
                </a:lnTo>
                <a:lnTo>
                  <a:pt x="321742" y="131592"/>
                </a:lnTo>
                <a:lnTo>
                  <a:pt x="322900" y="125012"/>
                </a:lnTo>
                <a:lnTo>
                  <a:pt x="323858" y="118432"/>
                </a:lnTo>
                <a:lnTo>
                  <a:pt x="324436" y="111853"/>
                </a:lnTo>
                <a:lnTo>
                  <a:pt x="324362" y="105273"/>
                </a:lnTo>
                <a:lnTo>
                  <a:pt x="323241" y="98694"/>
                </a:lnTo>
                <a:lnTo>
                  <a:pt x="320536" y="92114"/>
                </a:lnTo>
                <a:lnTo>
                  <a:pt x="315565" y="85535"/>
                </a:lnTo>
                <a:lnTo>
                  <a:pt x="307521" y="78955"/>
                </a:lnTo>
                <a:lnTo>
                  <a:pt x="295542" y="72375"/>
                </a:lnTo>
                <a:lnTo>
                  <a:pt x="278820" y="65796"/>
                </a:lnTo>
                <a:lnTo>
                  <a:pt x="256771" y="59216"/>
                </a:lnTo>
                <a:lnTo>
                  <a:pt x="229225" y="52637"/>
                </a:lnTo>
                <a:lnTo>
                  <a:pt x="196619" y="46057"/>
                </a:lnTo>
                <a:lnTo>
                  <a:pt x="160139" y="39477"/>
                </a:lnTo>
                <a:lnTo>
                  <a:pt x="121756" y="32898"/>
                </a:lnTo>
                <a:lnTo>
                  <a:pt x="84117" y="26318"/>
                </a:lnTo>
                <a:lnTo>
                  <a:pt x="50290" y="19739"/>
                </a:lnTo>
                <a:lnTo>
                  <a:pt x="23364" y="13159"/>
                </a:lnTo>
                <a:lnTo>
                  <a:pt x="6000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96" y="6580"/>
                </a:lnTo>
                <a:lnTo>
                  <a:pt x="651733" y="13159"/>
                </a:lnTo>
                <a:lnTo>
                  <a:pt x="624807" y="19739"/>
                </a:lnTo>
                <a:lnTo>
                  <a:pt x="590979" y="26318"/>
                </a:lnTo>
                <a:lnTo>
                  <a:pt x="553341" y="32898"/>
                </a:lnTo>
                <a:lnTo>
                  <a:pt x="514957" y="39477"/>
                </a:lnTo>
                <a:lnTo>
                  <a:pt x="478477" y="46057"/>
                </a:lnTo>
                <a:lnTo>
                  <a:pt x="445872" y="52637"/>
                </a:lnTo>
                <a:lnTo>
                  <a:pt x="418326" y="59216"/>
                </a:lnTo>
                <a:lnTo>
                  <a:pt x="396277" y="65796"/>
                </a:lnTo>
                <a:lnTo>
                  <a:pt x="379555" y="72375"/>
                </a:lnTo>
                <a:lnTo>
                  <a:pt x="367575" y="78955"/>
                </a:lnTo>
                <a:lnTo>
                  <a:pt x="359531" y="85535"/>
                </a:lnTo>
                <a:lnTo>
                  <a:pt x="354560" y="92114"/>
                </a:lnTo>
                <a:lnTo>
                  <a:pt x="351855" y="98694"/>
                </a:lnTo>
                <a:lnTo>
                  <a:pt x="350734" y="105273"/>
                </a:lnTo>
                <a:lnTo>
                  <a:pt x="350660" y="111853"/>
                </a:lnTo>
                <a:lnTo>
                  <a:pt x="351239" y="118432"/>
                </a:lnTo>
                <a:lnTo>
                  <a:pt x="352197" y="125012"/>
                </a:lnTo>
                <a:lnTo>
                  <a:pt x="353355" y="131592"/>
                </a:lnTo>
                <a:lnTo>
                  <a:pt x="354604" y="138171"/>
                </a:lnTo>
                <a:lnTo>
                  <a:pt x="355878" y="144751"/>
                </a:lnTo>
                <a:lnTo>
                  <a:pt x="357139" y="151330"/>
                </a:lnTo>
                <a:lnTo>
                  <a:pt x="358357" y="157910"/>
                </a:lnTo>
                <a:lnTo>
                  <a:pt x="359502" y="164489"/>
                </a:lnTo>
                <a:lnTo>
                  <a:pt x="360539" y="171069"/>
                </a:lnTo>
                <a:lnTo>
                  <a:pt x="361424" y="177649"/>
                </a:lnTo>
                <a:lnTo>
                  <a:pt x="362115" y="184228"/>
                </a:lnTo>
                <a:lnTo>
                  <a:pt x="362576" y="190808"/>
                </a:lnTo>
                <a:lnTo>
                  <a:pt x="362792" y="197387"/>
                </a:lnTo>
                <a:lnTo>
                  <a:pt x="362783" y="203967"/>
                </a:lnTo>
                <a:lnTo>
                  <a:pt x="362601" y="210546"/>
                </a:lnTo>
                <a:lnTo>
                  <a:pt x="362335" y="217126"/>
                </a:lnTo>
                <a:lnTo>
                  <a:pt x="362094" y="223706"/>
                </a:lnTo>
                <a:lnTo>
                  <a:pt x="361987" y="230285"/>
                </a:lnTo>
                <a:lnTo>
                  <a:pt x="362101" y="236865"/>
                </a:lnTo>
                <a:lnTo>
                  <a:pt x="362475" y="243444"/>
                </a:lnTo>
                <a:lnTo>
                  <a:pt x="363089" y="250024"/>
                </a:lnTo>
                <a:lnTo>
                  <a:pt x="363861" y="256604"/>
                </a:lnTo>
                <a:lnTo>
                  <a:pt x="364661" y="263183"/>
                </a:lnTo>
                <a:lnTo>
                  <a:pt x="365335" y="269763"/>
                </a:lnTo>
                <a:lnTo>
                  <a:pt x="365737" y="276342"/>
                </a:lnTo>
                <a:lnTo>
                  <a:pt x="365757" y="282922"/>
                </a:lnTo>
                <a:lnTo>
                  <a:pt x="365344" y="289501"/>
                </a:lnTo>
                <a:lnTo>
                  <a:pt x="364516" y="296081"/>
                </a:lnTo>
                <a:lnTo>
                  <a:pt x="363351" y="302661"/>
                </a:lnTo>
                <a:lnTo>
                  <a:pt x="361975" y="309240"/>
                </a:lnTo>
                <a:lnTo>
                  <a:pt x="360532" y="315820"/>
                </a:lnTo>
                <a:lnTo>
                  <a:pt x="359170" y="322399"/>
                </a:lnTo>
                <a:lnTo>
                  <a:pt x="358016" y="328979"/>
                </a:lnTo>
                <a:lnTo>
                  <a:pt x="357174" y="335558"/>
                </a:lnTo>
                <a:lnTo>
                  <a:pt x="356719" y="342138"/>
                </a:lnTo>
                <a:lnTo>
                  <a:pt x="356703" y="348718"/>
                </a:lnTo>
                <a:lnTo>
                  <a:pt x="357161" y="355297"/>
                </a:lnTo>
                <a:lnTo>
                  <a:pt x="358112" y="361877"/>
                </a:lnTo>
                <a:lnTo>
                  <a:pt x="359555" y="368456"/>
                </a:lnTo>
                <a:lnTo>
                  <a:pt x="361458" y="375036"/>
                </a:lnTo>
                <a:lnTo>
                  <a:pt x="363748" y="381616"/>
                </a:lnTo>
                <a:lnTo>
                  <a:pt x="366301" y="388195"/>
                </a:lnTo>
                <a:lnTo>
                  <a:pt x="368940" y="394775"/>
                </a:lnTo>
                <a:lnTo>
                  <a:pt x="371449" y="401354"/>
                </a:lnTo>
                <a:lnTo>
                  <a:pt x="373591" y="407934"/>
                </a:lnTo>
                <a:lnTo>
                  <a:pt x="375147" y="414513"/>
                </a:lnTo>
                <a:lnTo>
                  <a:pt x="375944" y="421093"/>
                </a:lnTo>
                <a:lnTo>
                  <a:pt x="375891" y="427673"/>
                </a:lnTo>
                <a:lnTo>
                  <a:pt x="374988" y="434252"/>
                </a:lnTo>
                <a:lnTo>
                  <a:pt x="373327" y="440832"/>
                </a:lnTo>
                <a:lnTo>
                  <a:pt x="371071" y="447411"/>
                </a:lnTo>
                <a:lnTo>
                  <a:pt x="368427" y="453991"/>
                </a:lnTo>
                <a:lnTo>
                  <a:pt x="365605" y="460570"/>
                </a:lnTo>
                <a:lnTo>
                  <a:pt x="362791" y="467150"/>
                </a:lnTo>
                <a:lnTo>
                  <a:pt x="360128" y="473730"/>
                </a:lnTo>
                <a:lnTo>
                  <a:pt x="357710" y="480309"/>
                </a:lnTo>
                <a:lnTo>
                  <a:pt x="355588" y="486889"/>
                </a:lnTo>
                <a:lnTo>
                  <a:pt x="353781" y="493468"/>
                </a:lnTo>
                <a:lnTo>
                  <a:pt x="352293" y="500048"/>
                </a:lnTo>
                <a:lnTo>
                  <a:pt x="351124" y="506627"/>
                </a:lnTo>
                <a:lnTo>
                  <a:pt x="350271" y="513207"/>
                </a:lnTo>
                <a:lnTo>
                  <a:pt x="349730" y="519787"/>
                </a:lnTo>
                <a:lnTo>
                  <a:pt x="349485" y="526366"/>
                </a:lnTo>
                <a:lnTo>
                  <a:pt x="349505" y="532946"/>
                </a:lnTo>
                <a:lnTo>
                  <a:pt x="349740" y="539525"/>
                </a:lnTo>
                <a:lnTo>
                  <a:pt x="350119" y="546105"/>
                </a:lnTo>
                <a:lnTo>
                  <a:pt x="350564" y="552685"/>
                </a:lnTo>
                <a:lnTo>
                  <a:pt x="350995" y="559264"/>
                </a:lnTo>
                <a:lnTo>
                  <a:pt x="351348" y="565844"/>
                </a:lnTo>
                <a:lnTo>
                  <a:pt x="351579" y="572423"/>
                </a:lnTo>
                <a:lnTo>
                  <a:pt x="351674" y="579003"/>
                </a:lnTo>
                <a:lnTo>
                  <a:pt x="351641" y="585582"/>
                </a:lnTo>
                <a:lnTo>
                  <a:pt x="351506" y="592162"/>
                </a:lnTo>
                <a:lnTo>
                  <a:pt x="351299" y="598742"/>
                </a:lnTo>
                <a:lnTo>
                  <a:pt x="351045" y="605321"/>
                </a:lnTo>
                <a:lnTo>
                  <a:pt x="350755" y="611901"/>
                </a:lnTo>
                <a:lnTo>
                  <a:pt x="350423" y="618480"/>
                </a:lnTo>
                <a:lnTo>
                  <a:pt x="350030" y="625060"/>
                </a:lnTo>
                <a:lnTo>
                  <a:pt x="349551" y="631639"/>
                </a:lnTo>
                <a:lnTo>
                  <a:pt x="348965" y="638219"/>
                </a:lnTo>
                <a:lnTo>
                  <a:pt x="348264" y="644799"/>
                </a:lnTo>
                <a:lnTo>
                  <a:pt x="347460" y="651378"/>
                </a:lnTo>
                <a:lnTo>
                  <a:pt x="346583" y="657958"/>
                </a:lnTo>
                <a:lnTo>
                  <a:pt x="345682" y="664537"/>
                </a:lnTo>
                <a:lnTo>
                  <a:pt x="344818" y="671117"/>
                </a:lnTo>
                <a:lnTo>
                  <a:pt x="344053" y="677697"/>
                </a:lnTo>
                <a:lnTo>
                  <a:pt x="343442" y="684276"/>
                </a:lnTo>
                <a:lnTo>
                  <a:pt x="343029" y="690856"/>
                </a:lnTo>
                <a:lnTo>
                  <a:pt x="342837" y="697435"/>
                </a:lnTo>
                <a:lnTo>
                  <a:pt x="342871" y="704015"/>
                </a:lnTo>
                <a:lnTo>
                  <a:pt x="343119" y="710594"/>
                </a:lnTo>
                <a:lnTo>
                  <a:pt x="343552" y="717174"/>
                </a:lnTo>
                <a:lnTo>
                  <a:pt x="344138" y="723754"/>
                </a:lnTo>
                <a:lnTo>
                  <a:pt x="344843" y="730333"/>
                </a:lnTo>
                <a:lnTo>
                  <a:pt x="345648" y="736913"/>
                </a:lnTo>
                <a:lnTo>
                  <a:pt x="346552" y="743492"/>
                </a:lnTo>
                <a:lnTo>
                  <a:pt x="347584" y="750072"/>
                </a:lnTo>
                <a:lnTo>
                  <a:pt x="348807" y="756651"/>
                </a:lnTo>
                <a:lnTo>
                  <a:pt x="350321" y="763231"/>
                </a:lnTo>
                <a:lnTo>
                  <a:pt x="352260" y="769811"/>
                </a:lnTo>
                <a:lnTo>
                  <a:pt x="354775" y="776390"/>
                </a:lnTo>
                <a:lnTo>
                  <a:pt x="358017" y="782970"/>
                </a:lnTo>
                <a:lnTo>
                  <a:pt x="362100" y="789549"/>
                </a:lnTo>
                <a:lnTo>
                  <a:pt x="367073" y="796129"/>
                </a:lnTo>
                <a:lnTo>
                  <a:pt x="372876" y="802708"/>
                </a:lnTo>
                <a:lnTo>
                  <a:pt x="379318" y="809288"/>
                </a:lnTo>
                <a:lnTo>
                  <a:pt x="386068" y="815868"/>
                </a:lnTo>
                <a:lnTo>
                  <a:pt x="392673" y="822447"/>
                </a:lnTo>
                <a:lnTo>
                  <a:pt x="398603" y="829027"/>
                </a:lnTo>
                <a:lnTo>
                  <a:pt x="403321" y="835606"/>
                </a:lnTo>
                <a:lnTo>
                  <a:pt x="406363" y="842186"/>
                </a:lnTo>
                <a:lnTo>
                  <a:pt x="407414" y="848766"/>
                </a:lnTo>
                <a:lnTo>
                  <a:pt x="407414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1684" name="F2_precision_recall_distributions_4498">
            <a:extLst>
              <a:ext uri="{FF2B5EF4-FFF2-40B4-BE49-F238E27FC236}">
                <a16:creationId xmlns:a16="http://schemas.microsoft.com/office/drawing/2014/main" id="{D790B1B8-00A2-4520-852D-B86BDA61B792}"/>
              </a:ext>
            </a:extLst>
          </p:cNvPr>
          <p:cNvSpPr>
            <a:spLocks noGrp="1"/>
          </p:cNvSpPr>
          <p:nvPr/>
        </p:nvSpPr>
        <p:spPr>
          <a:xfrm>
            <a:off x="587763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5" name="F2_precision_recall_distributions_4499">
            <a:extLst>
              <a:ext uri="{FF2B5EF4-FFF2-40B4-BE49-F238E27FC236}">
                <a16:creationId xmlns:a16="http://schemas.microsoft.com/office/drawing/2014/main" id="{A742E29C-1ADD-46D7-AFCA-0B06028CE138}"/>
              </a:ext>
            </a:extLst>
          </p:cNvPr>
          <p:cNvSpPr>
            <a:spLocks noGrp="1"/>
          </p:cNvSpPr>
          <p:nvPr/>
        </p:nvSpPr>
        <p:spPr>
          <a:xfrm>
            <a:off x="615920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6" name="F2_precision_recall_distributions_4500">
            <a:extLst>
              <a:ext uri="{FF2B5EF4-FFF2-40B4-BE49-F238E27FC236}">
                <a16:creationId xmlns:a16="http://schemas.microsoft.com/office/drawing/2014/main" id="{33D77CF0-88A6-496C-A32E-008E34CF3DD9}"/>
              </a:ext>
            </a:extLst>
          </p:cNvPr>
          <p:cNvSpPr>
            <a:spLocks noGrp="1"/>
          </p:cNvSpPr>
          <p:nvPr/>
        </p:nvSpPr>
        <p:spPr>
          <a:xfrm>
            <a:off x="612151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7" name="F2_precision_recall_distributions_4501">
            <a:extLst>
              <a:ext uri="{FF2B5EF4-FFF2-40B4-BE49-F238E27FC236}">
                <a16:creationId xmlns:a16="http://schemas.microsoft.com/office/drawing/2014/main" id="{F371176E-F31C-4714-ADED-330C0282A473}"/>
              </a:ext>
            </a:extLst>
          </p:cNvPr>
          <p:cNvSpPr>
            <a:spLocks noGrp="1"/>
          </p:cNvSpPr>
          <p:nvPr/>
        </p:nvSpPr>
        <p:spPr>
          <a:xfrm>
            <a:off x="6004314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8" name="F2_precision_recall_distributions_4502">
            <a:extLst>
              <a:ext uri="{FF2B5EF4-FFF2-40B4-BE49-F238E27FC236}">
                <a16:creationId xmlns:a16="http://schemas.microsoft.com/office/drawing/2014/main" id="{A78FDADA-A1FD-472B-ADCC-E460613DEBEE}"/>
              </a:ext>
            </a:extLst>
          </p:cNvPr>
          <p:cNvSpPr>
            <a:spLocks noGrp="1"/>
          </p:cNvSpPr>
          <p:nvPr/>
        </p:nvSpPr>
        <p:spPr>
          <a:xfrm>
            <a:off x="6044576" y="32190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89" name="F2_precision_recall_distributions_4503">
            <a:extLst>
              <a:ext uri="{FF2B5EF4-FFF2-40B4-BE49-F238E27FC236}">
                <a16:creationId xmlns:a16="http://schemas.microsoft.com/office/drawing/2014/main" id="{CFE324FE-84C8-41C6-ADDE-5A0D5DA674B4}"/>
              </a:ext>
            </a:extLst>
          </p:cNvPr>
          <p:cNvSpPr>
            <a:spLocks noGrp="1"/>
          </p:cNvSpPr>
          <p:nvPr/>
        </p:nvSpPr>
        <p:spPr>
          <a:xfrm>
            <a:off x="60246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0" name="F2_precision_recall_distributions_4504">
            <a:extLst>
              <a:ext uri="{FF2B5EF4-FFF2-40B4-BE49-F238E27FC236}">
                <a16:creationId xmlns:a16="http://schemas.microsoft.com/office/drawing/2014/main" id="{04BB4238-B9DD-41CB-999A-F2734A8BCDE2}"/>
              </a:ext>
            </a:extLst>
          </p:cNvPr>
          <p:cNvSpPr>
            <a:spLocks noGrp="1"/>
          </p:cNvSpPr>
          <p:nvPr/>
        </p:nvSpPr>
        <p:spPr>
          <a:xfrm>
            <a:off x="604891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1" name="F2_precision_recall_distributions_4505">
            <a:extLst>
              <a:ext uri="{FF2B5EF4-FFF2-40B4-BE49-F238E27FC236}">
                <a16:creationId xmlns:a16="http://schemas.microsoft.com/office/drawing/2014/main" id="{9D8441C4-984F-415E-A2E6-9EA60CBF6B5D}"/>
              </a:ext>
            </a:extLst>
          </p:cNvPr>
          <p:cNvSpPr>
            <a:spLocks noGrp="1"/>
          </p:cNvSpPr>
          <p:nvPr/>
        </p:nvSpPr>
        <p:spPr>
          <a:xfrm>
            <a:off x="60838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2" name="F2_precision_recall_distributions_4506">
            <a:extLst>
              <a:ext uri="{FF2B5EF4-FFF2-40B4-BE49-F238E27FC236}">
                <a16:creationId xmlns:a16="http://schemas.microsoft.com/office/drawing/2014/main" id="{EBE67576-79D8-47E9-95B7-A4B97256D055}"/>
              </a:ext>
            </a:extLst>
          </p:cNvPr>
          <p:cNvSpPr>
            <a:spLocks noGrp="1"/>
          </p:cNvSpPr>
          <p:nvPr/>
        </p:nvSpPr>
        <p:spPr>
          <a:xfrm>
            <a:off x="5923483" y="325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3" name="F2_precision_recall_distributions_4507">
            <a:extLst>
              <a:ext uri="{FF2B5EF4-FFF2-40B4-BE49-F238E27FC236}">
                <a16:creationId xmlns:a16="http://schemas.microsoft.com/office/drawing/2014/main" id="{6202C82E-F028-4D77-8CEB-97D7C60E53C0}"/>
              </a:ext>
            </a:extLst>
          </p:cNvPr>
          <p:cNvSpPr>
            <a:spLocks noGrp="1"/>
          </p:cNvSpPr>
          <p:nvPr/>
        </p:nvSpPr>
        <p:spPr>
          <a:xfrm>
            <a:off x="593094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4" name="F2_precision_recall_distributions_4508">
            <a:extLst>
              <a:ext uri="{FF2B5EF4-FFF2-40B4-BE49-F238E27FC236}">
                <a16:creationId xmlns:a16="http://schemas.microsoft.com/office/drawing/2014/main" id="{85C790A3-4C14-4C66-BDBC-6FCD17106592}"/>
              </a:ext>
            </a:extLst>
          </p:cNvPr>
          <p:cNvSpPr>
            <a:spLocks noGrp="1"/>
          </p:cNvSpPr>
          <p:nvPr/>
        </p:nvSpPr>
        <p:spPr>
          <a:xfrm>
            <a:off x="5981781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5" name="F2_precision_recall_distributions_4509">
            <a:extLst>
              <a:ext uri="{FF2B5EF4-FFF2-40B4-BE49-F238E27FC236}">
                <a16:creationId xmlns:a16="http://schemas.microsoft.com/office/drawing/2014/main" id="{E99A09FF-471E-48FD-B185-CF85C760D5BF}"/>
              </a:ext>
            </a:extLst>
          </p:cNvPr>
          <p:cNvSpPr>
            <a:spLocks noGrp="1"/>
          </p:cNvSpPr>
          <p:nvPr/>
        </p:nvSpPr>
        <p:spPr>
          <a:xfrm>
            <a:off x="583911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6" name="F2_precision_recall_distributions_4510">
            <a:extLst>
              <a:ext uri="{FF2B5EF4-FFF2-40B4-BE49-F238E27FC236}">
                <a16:creationId xmlns:a16="http://schemas.microsoft.com/office/drawing/2014/main" id="{A95F1300-4B05-4B55-B9BB-82CBD7BDC2A4}"/>
              </a:ext>
            </a:extLst>
          </p:cNvPr>
          <p:cNvSpPr>
            <a:spLocks noGrp="1"/>
          </p:cNvSpPr>
          <p:nvPr/>
        </p:nvSpPr>
        <p:spPr>
          <a:xfrm>
            <a:off x="59082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7" name="F2_precision_recall_distributions_4511">
            <a:extLst>
              <a:ext uri="{FF2B5EF4-FFF2-40B4-BE49-F238E27FC236}">
                <a16:creationId xmlns:a16="http://schemas.microsoft.com/office/drawing/2014/main" id="{5F006E1B-B3D4-4155-8A5C-E8EF0AF92AED}"/>
              </a:ext>
            </a:extLst>
          </p:cNvPr>
          <p:cNvSpPr>
            <a:spLocks noGrp="1"/>
          </p:cNvSpPr>
          <p:nvPr/>
        </p:nvSpPr>
        <p:spPr>
          <a:xfrm>
            <a:off x="5842479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8" name="F2_precision_recall_distributions_4512">
            <a:extLst>
              <a:ext uri="{FF2B5EF4-FFF2-40B4-BE49-F238E27FC236}">
                <a16:creationId xmlns:a16="http://schemas.microsoft.com/office/drawing/2014/main" id="{BF60C43D-EDF2-46CF-84F5-58FF3FBFF90A}"/>
              </a:ext>
            </a:extLst>
          </p:cNvPr>
          <p:cNvSpPr>
            <a:spLocks noGrp="1"/>
          </p:cNvSpPr>
          <p:nvPr/>
        </p:nvSpPr>
        <p:spPr>
          <a:xfrm>
            <a:off x="606858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699" name="F2_precision_recall_distributions_4513">
            <a:extLst>
              <a:ext uri="{FF2B5EF4-FFF2-40B4-BE49-F238E27FC236}">
                <a16:creationId xmlns:a16="http://schemas.microsoft.com/office/drawing/2014/main" id="{4080F266-E565-4907-9AEA-F8CD18FE81A6}"/>
              </a:ext>
            </a:extLst>
          </p:cNvPr>
          <p:cNvSpPr>
            <a:spLocks noGrp="1"/>
          </p:cNvSpPr>
          <p:nvPr/>
        </p:nvSpPr>
        <p:spPr>
          <a:xfrm>
            <a:off x="5802273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0" name="F2_precision_recall_distributions_4514">
            <a:extLst>
              <a:ext uri="{FF2B5EF4-FFF2-40B4-BE49-F238E27FC236}">
                <a16:creationId xmlns:a16="http://schemas.microsoft.com/office/drawing/2014/main" id="{404DF7E2-3C2A-4735-8C37-D8EF0EAA6B2D}"/>
              </a:ext>
            </a:extLst>
          </p:cNvPr>
          <p:cNvSpPr>
            <a:spLocks noGrp="1"/>
          </p:cNvSpPr>
          <p:nvPr/>
        </p:nvSpPr>
        <p:spPr>
          <a:xfrm>
            <a:off x="603180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1" name="F2_precision_recall_distributions_4515">
            <a:extLst>
              <a:ext uri="{FF2B5EF4-FFF2-40B4-BE49-F238E27FC236}">
                <a16:creationId xmlns:a16="http://schemas.microsoft.com/office/drawing/2014/main" id="{B8E57FC4-203F-44FD-A3B0-2D629D214E2C}"/>
              </a:ext>
            </a:extLst>
          </p:cNvPr>
          <p:cNvSpPr>
            <a:spLocks noGrp="1"/>
          </p:cNvSpPr>
          <p:nvPr/>
        </p:nvSpPr>
        <p:spPr>
          <a:xfrm>
            <a:off x="59791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2" name="F2_precision_recall_distributions_4516">
            <a:extLst>
              <a:ext uri="{FF2B5EF4-FFF2-40B4-BE49-F238E27FC236}">
                <a16:creationId xmlns:a16="http://schemas.microsoft.com/office/drawing/2014/main" id="{2C91CF9B-DCF1-4D02-84FB-FBFC4DE8B7FE}"/>
              </a:ext>
            </a:extLst>
          </p:cNvPr>
          <p:cNvSpPr>
            <a:spLocks noGrp="1"/>
          </p:cNvSpPr>
          <p:nvPr/>
        </p:nvSpPr>
        <p:spPr>
          <a:xfrm>
            <a:off x="598377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3" name="F2_precision_recall_distributions_4517">
            <a:extLst>
              <a:ext uri="{FF2B5EF4-FFF2-40B4-BE49-F238E27FC236}">
                <a16:creationId xmlns:a16="http://schemas.microsoft.com/office/drawing/2014/main" id="{BA4DAAA4-4AD8-4F7E-A09A-5FBFC6BFD54F}"/>
              </a:ext>
            </a:extLst>
          </p:cNvPr>
          <p:cNvSpPr>
            <a:spLocks noGrp="1"/>
          </p:cNvSpPr>
          <p:nvPr/>
        </p:nvSpPr>
        <p:spPr>
          <a:xfrm>
            <a:off x="581471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4" name="F2_precision_recall_distributions_4518">
            <a:extLst>
              <a:ext uri="{FF2B5EF4-FFF2-40B4-BE49-F238E27FC236}">
                <a16:creationId xmlns:a16="http://schemas.microsoft.com/office/drawing/2014/main" id="{E0FDCCF8-13D1-4CBC-BD00-7A8525931554}"/>
              </a:ext>
            </a:extLst>
          </p:cNvPr>
          <p:cNvSpPr>
            <a:spLocks noGrp="1"/>
          </p:cNvSpPr>
          <p:nvPr/>
        </p:nvSpPr>
        <p:spPr>
          <a:xfrm>
            <a:off x="6173053" y="31917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5" name="F2_precision_recall_distributions_4519">
            <a:extLst>
              <a:ext uri="{FF2B5EF4-FFF2-40B4-BE49-F238E27FC236}">
                <a16:creationId xmlns:a16="http://schemas.microsoft.com/office/drawing/2014/main" id="{99944133-6E33-4292-8D34-515EDE63C781}"/>
              </a:ext>
            </a:extLst>
          </p:cNvPr>
          <p:cNvSpPr>
            <a:spLocks noGrp="1"/>
          </p:cNvSpPr>
          <p:nvPr/>
        </p:nvSpPr>
        <p:spPr>
          <a:xfrm>
            <a:off x="591809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6" name="F2_precision_recall_distributions_4520">
            <a:extLst>
              <a:ext uri="{FF2B5EF4-FFF2-40B4-BE49-F238E27FC236}">
                <a16:creationId xmlns:a16="http://schemas.microsoft.com/office/drawing/2014/main" id="{78C04E55-74A7-49EE-8567-AC3E1CDCC493}"/>
              </a:ext>
            </a:extLst>
          </p:cNvPr>
          <p:cNvSpPr>
            <a:spLocks noGrp="1"/>
          </p:cNvSpPr>
          <p:nvPr/>
        </p:nvSpPr>
        <p:spPr>
          <a:xfrm>
            <a:off x="5837862" y="303144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7" name="F2_precision_recall_distributions_4521">
            <a:extLst>
              <a:ext uri="{FF2B5EF4-FFF2-40B4-BE49-F238E27FC236}">
                <a16:creationId xmlns:a16="http://schemas.microsoft.com/office/drawing/2014/main" id="{1EFFF5C4-D6D1-4EB8-A15F-204034FD5222}"/>
              </a:ext>
            </a:extLst>
          </p:cNvPr>
          <p:cNvSpPr>
            <a:spLocks noGrp="1"/>
          </p:cNvSpPr>
          <p:nvPr/>
        </p:nvSpPr>
        <p:spPr>
          <a:xfrm>
            <a:off x="6050964" y="31799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8" name="F2_precision_recall_distributions_4522">
            <a:extLst>
              <a:ext uri="{FF2B5EF4-FFF2-40B4-BE49-F238E27FC236}">
                <a16:creationId xmlns:a16="http://schemas.microsoft.com/office/drawing/2014/main" id="{5371BCDE-2293-4A49-B2E9-77E670C83D8E}"/>
              </a:ext>
            </a:extLst>
          </p:cNvPr>
          <p:cNvSpPr>
            <a:spLocks noGrp="1"/>
          </p:cNvSpPr>
          <p:nvPr/>
        </p:nvSpPr>
        <p:spPr>
          <a:xfrm>
            <a:off x="5968797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09" name="F2_precision_recall_distributions_4523">
            <a:extLst>
              <a:ext uri="{FF2B5EF4-FFF2-40B4-BE49-F238E27FC236}">
                <a16:creationId xmlns:a16="http://schemas.microsoft.com/office/drawing/2014/main" id="{682716B5-083A-4EEF-B735-94F947B04DA4}"/>
              </a:ext>
            </a:extLst>
          </p:cNvPr>
          <p:cNvSpPr>
            <a:spLocks noGrp="1"/>
          </p:cNvSpPr>
          <p:nvPr/>
        </p:nvSpPr>
        <p:spPr>
          <a:xfrm>
            <a:off x="596519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0" name="F2_precision_recall_distributions_4524">
            <a:extLst>
              <a:ext uri="{FF2B5EF4-FFF2-40B4-BE49-F238E27FC236}">
                <a16:creationId xmlns:a16="http://schemas.microsoft.com/office/drawing/2014/main" id="{50C8E13C-D4FB-4871-8D8C-321976CF6AD1}"/>
              </a:ext>
            </a:extLst>
          </p:cNvPr>
          <p:cNvSpPr>
            <a:spLocks noGrp="1"/>
          </p:cNvSpPr>
          <p:nvPr/>
        </p:nvSpPr>
        <p:spPr>
          <a:xfrm>
            <a:off x="592203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1" name="F2_precision_recall_distributions_4525">
            <a:extLst>
              <a:ext uri="{FF2B5EF4-FFF2-40B4-BE49-F238E27FC236}">
                <a16:creationId xmlns:a16="http://schemas.microsoft.com/office/drawing/2014/main" id="{1F0C7963-61E6-42CD-86F4-1307F47070C0}"/>
              </a:ext>
            </a:extLst>
          </p:cNvPr>
          <p:cNvSpPr>
            <a:spLocks noGrp="1"/>
          </p:cNvSpPr>
          <p:nvPr/>
        </p:nvSpPr>
        <p:spPr>
          <a:xfrm>
            <a:off x="5919130" y="3481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2" name="F2_precision_recall_distributions_4526">
            <a:extLst>
              <a:ext uri="{FF2B5EF4-FFF2-40B4-BE49-F238E27FC236}">
                <a16:creationId xmlns:a16="http://schemas.microsoft.com/office/drawing/2014/main" id="{F945FF7C-7495-430D-874B-86B188A6D96C}"/>
              </a:ext>
            </a:extLst>
          </p:cNvPr>
          <p:cNvSpPr>
            <a:spLocks noGrp="1"/>
          </p:cNvSpPr>
          <p:nvPr/>
        </p:nvSpPr>
        <p:spPr>
          <a:xfrm>
            <a:off x="5850171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3" name="F2_precision_recall_distributions_4527">
            <a:extLst>
              <a:ext uri="{FF2B5EF4-FFF2-40B4-BE49-F238E27FC236}">
                <a16:creationId xmlns:a16="http://schemas.microsoft.com/office/drawing/2014/main" id="{CEA501E8-3956-4104-91B3-D0C02B8D749E}"/>
              </a:ext>
            </a:extLst>
          </p:cNvPr>
          <p:cNvSpPr>
            <a:spLocks noGrp="1"/>
          </p:cNvSpPr>
          <p:nvPr/>
        </p:nvSpPr>
        <p:spPr>
          <a:xfrm>
            <a:off x="61181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4" name="F2_precision_recall_distributions_4528">
            <a:extLst>
              <a:ext uri="{FF2B5EF4-FFF2-40B4-BE49-F238E27FC236}">
                <a16:creationId xmlns:a16="http://schemas.microsoft.com/office/drawing/2014/main" id="{5BECF2B3-9879-401D-9905-48CDC05DDB1E}"/>
              </a:ext>
            </a:extLst>
          </p:cNvPr>
          <p:cNvSpPr>
            <a:spLocks noGrp="1"/>
          </p:cNvSpPr>
          <p:nvPr/>
        </p:nvSpPr>
        <p:spPr>
          <a:xfrm>
            <a:off x="613305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5" name="F2_precision_recall_distributions_4529">
            <a:extLst>
              <a:ext uri="{FF2B5EF4-FFF2-40B4-BE49-F238E27FC236}">
                <a16:creationId xmlns:a16="http://schemas.microsoft.com/office/drawing/2014/main" id="{24300E62-FBB0-412C-91A0-807A2FCA5191}"/>
              </a:ext>
            </a:extLst>
          </p:cNvPr>
          <p:cNvSpPr>
            <a:spLocks noGrp="1"/>
          </p:cNvSpPr>
          <p:nvPr/>
        </p:nvSpPr>
        <p:spPr>
          <a:xfrm>
            <a:off x="5832966" y="33187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6" name="F2_precision_recall_distributions_4530">
            <a:extLst>
              <a:ext uri="{FF2B5EF4-FFF2-40B4-BE49-F238E27FC236}">
                <a16:creationId xmlns:a16="http://schemas.microsoft.com/office/drawing/2014/main" id="{49F32F00-CDE6-489A-88B1-78CD7F35EC34}"/>
              </a:ext>
            </a:extLst>
          </p:cNvPr>
          <p:cNvSpPr>
            <a:spLocks noGrp="1"/>
          </p:cNvSpPr>
          <p:nvPr/>
        </p:nvSpPr>
        <p:spPr>
          <a:xfrm>
            <a:off x="607546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7" name="F2_precision_recall_distributions_4531">
            <a:extLst>
              <a:ext uri="{FF2B5EF4-FFF2-40B4-BE49-F238E27FC236}">
                <a16:creationId xmlns:a16="http://schemas.microsoft.com/office/drawing/2014/main" id="{B48B5976-FDF8-4808-8922-191DB68EEAE3}"/>
              </a:ext>
            </a:extLst>
          </p:cNvPr>
          <p:cNvSpPr>
            <a:spLocks noGrp="1"/>
          </p:cNvSpPr>
          <p:nvPr/>
        </p:nvSpPr>
        <p:spPr>
          <a:xfrm>
            <a:off x="609601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8" name="F2_precision_recall_distributions_4532">
            <a:extLst>
              <a:ext uri="{FF2B5EF4-FFF2-40B4-BE49-F238E27FC236}">
                <a16:creationId xmlns:a16="http://schemas.microsoft.com/office/drawing/2014/main" id="{C9010DFD-E254-4EA0-800A-9308D3ABEA51}"/>
              </a:ext>
            </a:extLst>
          </p:cNvPr>
          <p:cNvSpPr>
            <a:spLocks noGrp="1"/>
          </p:cNvSpPr>
          <p:nvPr/>
        </p:nvSpPr>
        <p:spPr>
          <a:xfrm>
            <a:off x="614809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19" name="F2_precision_recall_distributions_4533">
            <a:extLst>
              <a:ext uri="{FF2B5EF4-FFF2-40B4-BE49-F238E27FC236}">
                <a16:creationId xmlns:a16="http://schemas.microsoft.com/office/drawing/2014/main" id="{048E496A-5B43-4E09-96CD-D9280BDC5543}"/>
              </a:ext>
            </a:extLst>
          </p:cNvPr>
          <p:cNvSpPr>
            <a:spLocks noGrp="1"/>
          </p:cNvSpPr>
          <p:nvPr/>
        </p:nvSpPr>
        <p:spPr>
          <a:xfrm>
            <a:off x="5865236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0" name="F2_precision_recall_distributions_4534">
            <a:extLst>
              <a:ext uri="{FF2B5EF4-FFF2-40B4-BE49-F238E27FC236}">
                <a16:creationId xmlns:a16="http://schemas.microsoft.com/office/drawing/2014/main" id="{4DB35068-D218-4F1E-9208-7D82EDDF95BF}"/>
              </a:ext>
            </a:extLst>
          </p:cNvPr>
          <p:cNvSpPr>
            <a:spLocks noGrp="1"/>
          </p:cNvSpPr>
          <p:nvPr/>
        </p:nvSpPr>
        <p:spPr>
          <a:xfrm>
            <a:off x="586460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1" name="F2_precision_recall_distributions_4535">
            <a:extLst>
              <a:ext uri="{FF2B5EF4-FFF2-40B4-BE49-F238E27FC236}">
                <a16:creationId xmlns:a16="http://schemas.microsoft.com/office/drawing/2014/main" id="{1FEB4BF7-46B8-45E8-BEC0-24B53E93EC09}"/>
              </a:ext>
            </a:extLst>
          </p:cNvPr>
          <p:cNvSpPr>
            <a:spLocks noGrp="1"/>
          </p:cNvSpPr>
          <p:nvPr/>
        </p:nvSpPr>
        <p:spPr>
          <a:xfrm>
            <a:off x="60604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2" name="F2_precision_recall_distributions_4536">
            <a:extLst>
              <a:ext uri="{FF2B5EF4-FFF2-40B4-BE49-F238E27FC236}">
                <a16:creationId xmlns:a16="http://schemas.microsoft.com/office/drawing/2014/main" id="{1AB434AA-0160-4B8B-AF71-960B499A2ACE}"/>
              </a:ext>
            </a:extLst>
          </p:cNvPr>
          <p:cNvSpPr>
            <a:spLocks noGrp="1"/>
          </p:cNvSpPr>
          <p:nvPr/>
        </p:nvSpPr>
        <p:spPr>
          <a:xfrm>
            <a:off x="61626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3" name="F2_precision_recall_distributions_4537">
            <a:extLst>
              <a:ext uri="{FF2B5EF4-FFF2-40B4-BE49-F238E27FC236}">
                <a16:creationId xmlns:a16="http://schemas.microsoft.com/office/drawing/2014/main" id="{BCFD620D-DEE3-4BF9-BECA-EC1BFF701F3B}"/>
              </a:ext>
            </a:extLst>
          </p:cNvPr>
          <p:cNvSpPr>
            <a:spLocks noGrp="1"/>
          </p:cNvSpPr>
          <p:nvPr/>
        </p:nvSpPr>
        <p:spPr>
          <a:xfrm>
            <a:off x="611486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4" name="F2_precision_recall_distributions_4538">
            <a:extLst>
              <a:ext uri="{FF2B5EF4-FFF2-40B4-BE49-F238E27FC236}">
                <a16:creationId xmlns:a16="http://schemas.microsoft.com/office/drawing/2014/main" id="{8949353A-212D-4474-8846-322DB989133B}"/>
              </a:ext>
            </a:extLst>
          </p:cNvPr>
          <p:cNvSpPr>
            <a:spLocks noGrp="1"/>
          </p:cNvSpPr>
          <p:nvPr/>
        </p:nvSpPr>
        <p:spPr>
          <a:xfrm>
            <a:off x="580471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5" name="F2_precision_recall_distributions_4539">
            <a:extLst>
              <a:ext uri="{FF2B5EF4-FFF2-40B4-BE49-F238E27FC236}">
                <a16:creationId xmlns:a16="http://schemas.microsoft.com/office/drawing/2014/main" id="{A3578AE3-2699-48C3-848F-0E3490E10C4A}"/>
              </a:ext>
            </a:extLst>
          </p:cNvPr>
          <p:cNvSpPr>
            <a:spLocks noGrp="1"/>
          </p:cNvSpPr>
          <p:nvPr/>
        </p:nvSpPr>
        <p:spPr>
          <a:xfrm>
            <a:off x="582478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6" name="F2_precision_recall_distributions_4540">
            <a:extLst>
              <a:ext uri="{FF2B5EF4-FFF2-40B4-BE49-F238E27FC236}">
                <a16:creationId xmlns:a16="http://schemas.microsoft.com/office/drawing/2014/main" id="{B5454E82-84C1-4384-BAC7-2690E31FDB1E}"/>
              </a:ext>
            </a:extLst>
          </p:cNvPr>
          <p:cNvSpPr>
            <a:spLocks noGrp="1"/>
          </p:cNvSpPr>
          <p:nvPr/>
        </p:nvSpPr>
        <p:spPr>
          <a:xfrm>
            <a:off x="61340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7" name="F2_precision_recall_distributions_4541">
            <a:extLst>
              <a:ext uri="{FF2B5EF4-FFF2-40B4-BE49-F238E27FC236}">
                <a16:creationId xmlns:a16="http://schemas.microsoft.com/office/drawing/2014/main" id="{8BC24BFF-4DD0-40D2-92DA-26BCBFA9BC71}"/>
              </a:ext>
            </a:extLst>
          </p:cNvPr>
          <p:cNvSpPr>
            <a:spLocks noGrp="1"/>
          </p:cNvSpPr>
          <p:nvPr/>
        </p:nvSpPr>
        <p:spPr>
          <a:xfrm>
            <a:off x="60017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8" name="F2_precision_recall_distributions_4542">
            <a:extLst>
              <a:ext uri="{FF2B5EF4-FFF2-40B4-BE49-F238E27FC236}">
                <a16:creationId xmlns:a16="http://schemas.microsoft.com/office/drawing/2014/main" id="{DA63355D-99DE-4135-A8E7-910BEF9865CF}"/>
              </a:ext>
            </a:extLst>
          </p:cNvPr>
          <p:cNvSpPr>
            <a:spLocks noGrp="1"/>
          </p:cNvSpPr>
          <p:nvPr/>
        </p:nvSpPr>
        <p:spPr>
          <a:xfrm>
            <a:off x="596867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29" name="F2_precision_recall_distributions_4543">
            <a:extLst>
              <a:ext uri="{FF2B5EF4-FFF2-40B4-BE49-F238E27FC236}">
                <a16:creationId xmlns:a16="http://schemas.microsoft.com/office/drawing/2014/main" id="{1A4F8EC0-E36B-45CB-A541-5DF8DADE463A}"/>
              </a:ext>
            </a:extLst>
          </p:cNvPr>
          <p:cNvSpPr>
            <a:spLocks noGrp="1"/>
          </p:cNvSpPr>
          <p:nvPr/>
        </p:nvSpPr>
        <p:spPr>
          <a:xfrm>
            <a:off x="611656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0" name="F2_precision_recall_distributions_4544">
            <a:extLst>
              <a:ext uri="{FF2B5EF4-FFF2-40B4-BE49-F238E27FC236}">
                <a16:creationId xmlns:a16="http://schemas.microsoft.com/office/drawing/2014/main" id="{570CBC95-50D6-429C-9DC5-C52920CBD886}"/>
              </a:ext>
            </a:extLst>
          </p:cNvPr>
          <p:cNvSpPr>
            <a:spLocks noGrp="1"/>
          </p:cNvSpPr>
          <p:nvPr/>
        </p:nvSpPr>
        <p:spPr>
          <a:xfrm>
            <a:off x="583896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1" name="F2_precision_recall_distributions_4545">
            <a:extLst>
              <a:ext uri="{FF2B5EF4-FFF2-40B4-BE49-F238E27FC236}">
                <a16:creationId xmlns:a16="http://schemas.microsoft.com/office/drawing/2014/main" id="{EF464511-EB31-4707-BC55-EAD3094BB3C1}"/>
              </a:ext>
            </a:extLst>
          </p:cNvPr>
          <p:cNvSpPr>
            <a:spLocks noGrp="1"/>
          </p:cNvSpPr>
          <p:nvPr/>
        </p:nvSpPr>
        <p:spPr>
          <a:xfrm>
            <a:off x="61444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2" name="F2_precision_recall_distributions_4546">
            <a:extLst>
              <a:ext uri="{FF2B5EF4-FFF2-40B4-BE49-F238E27FC236}">
                <a16:creationId xmlns:a16="http://schemas.microsoft.com/office/drawing/2014/main" id="{DA51CC89-1EA5-4406-B63B-764E6F3954AD}"/>
              </a:ext>
            </a:extLst>
          </p:cNvPr>
          <p:cNvSpPr>
            <a:spLocks noGrp="1"/>
          </p:cNvSpPr>
          <p:nvPr/>
        </p:nvSpPr>
        <p:spPr>
          <a:xfrm>
            <a:off x="605310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3" name="F2_precision_recall_distributions_4547">
            <a:extLst>
              <a:ext uri="{FF2B5EF4-FFF2-40B4-BE49-F238E27FC236}">
                <a16:creationId xmlns:a16="http://schemas.microsoft.com/office/drawing/2014/main" id="{33307B2B-3537-4D8F-A966-785EE3B01487}"/>
              </a:ext>
            </a:extLst>
          </p:cNvPr>
          <p:cNvSpPr>
            <a:spLocks noGrp="1"/>
          </p:cNvSpPr>
          <p:nvPr/>
        </p:nvSpPr>
        <p:spPr>
          <a:xfrm>
            <a:off x="5967042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4" name="F2_precision_recall_distributions_4548">
            <a:extLst>
              <a:ext uri="{FF2B5EF4-FFF2-40B4-BE49-F238E27FC236}">
                <a16:creationId xmlns:a16="http://schemas.microsoft.com/office/drawing/2014/main" id="{36C4F0ED-0633-4081-9E6B-A514DDF6E64F}"/>
              </a:ext>
            </a:extLst>
          </p:cNvPr>
          <p:cNvSpPr>
            <a:spLocks noGrp="1"/>
          </p:cNvSpPr>
          <p:nvPr/>
        </p:nvSpPr>
        <p:spPr>
          <a:xfrm>
            <a:off x="6049952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5" name="F2_precision_recall_distributions_4549">
            <a:extLst>
              <a:ext uri="{FF2B5EF4-FFF2-40B4-BE49-F238E27FC236}">
                <a16:creationId xmlns:a16="http://schemas.microsoft.com/office/drawing/2014/main" id="{ADD39DDA-8E35-4A29-B1E4-1866CA9FF25D}"/>
              </a:ext>
            </a:extLst>
          </p:cNvPr>
          <p:cNvSpPr>
            <a:spLocks noGrp="1"/>
          </p:cNvSpPr>
          <p:nvPr/>
        </p:nvSpPr>
        <p:spPr>
          <a:xfrm>
            <a:off x="612454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6" name="F2_precision_recall_distributions_4550">
            <a:extLst>
              <a:ext uri="{FF2B5EF4-FFF2-40B4-BE49-F238E27FC236}">
                <a16:creationId xmlns:a16="http://schemas.microsoft.com/office/drawing/2014/main" id="{968F1374-1D16-49B6-BE6A-A1891CD7C5EF}"/>
              </a:ext>
            </a:extLst>
          </p:cNvPr>
          <p:cNvSpPr>
            <a:spLocks noGrp="1"/>
          </p:cNvSpPr>
          <p:nvPr/>
        </p:nvSpPr>
        <p:spPr>
          <a:xfrm>
            <a:off x="612294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7" name="F2_precision_recall_distributions_4551">
            <a:extLst>
              <a:ext uri="{FF2B5EF4-FFF2-40B4-BE49-F238E27FC236}">
                <a16:creationId xmlns:a16="http://schemas.microsoft.com/office/drawing/2014/main" id="{8FAE46F2-A1BF-4195-9BD3-64CDBD58CDCA}"/>
              </a:ext>
            </a:extLst>
          </p:cNvPr>
          <p:cNvSpPr>
            <a:spLocks noGrp="1"/>
          </p:cNvSpPr>
          <p:nvPr/>
        </p:nvSpPr>
        <p:spPr>
          <a:xfrm>
            <a:off x="5932496" y="3062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8" name="F2_precision_recall_distributions_4552">
            <a:extLst>
              <a:ext uri="{FF2B5EF4-FFF2-40B4-BE49-F238E27FC236}">
                <a16:creationId xmlns:a16="http://schemas.microsoft.com/office/drawing/2014/main" id="{462304B3-4ADD-4B00-AB0E-EF8D2E9BCE0D}"/>
              </a:ext>
            </a:extLst>
          </p:cNvPr>
          <p:cNvSpPr>
            <a:spLocks noGrp="1"/>
          </p:cNvSpPr>
          <p:nvPr/>
        </p:nvSpPr>
        <p:spPr>
          <a:xfrm>
            <a:off x="5975149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39" name="F2_precision_recall_distributions_4553">
            <a:extLst>
              <a:ext uri="{FF2B5EF4-FFF2-40B4-BE49-F238E27FC236}">
                <a16:creationId xmlns:a16="http://schemas.microsoft.com/office/drawing/2014/main" id="{5C69F9AA-D450-421C-B301-E6E61AB483B4}"/>
              </a:ext>
            </a:extLst>
          </p:cNvPr>
          <p:cNvSpPr>
            <a:spLocks noGrp="1"/>
          </p:cNvSpPr>
          <p:nvPr/>
        </p:nvSpPr>
        <p:spPr>
          <a:xfrm>
            <a:off x="60595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0" name="F2_precision_recall_distributions_4554">
            <a:extLst>
              <a:ext uri="{FF2B5EF4-FFF2-40B4-BE49-F238E27FC236}">
                <a16:creationId xmlns:a16="http://schemas.microsoft.com/office/drawing/2014/main" id="{23C299BE-B153-4962-8906-6077E00A1325}"/>
              </a:ext>
            </a:extLst>
          </p:cNvPr>
          <p:cNvSpPr>
            <a:spLocks noGrp="1"/>
          </p:cNvSpPr>
          <p:nvPr/>
        </p:nvSpPr>
        <p:spPr>
          <a:xfrm>
            <a:off x="5928336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1" name="F2_precision_recall_distributions_4555">
            <a:extLst>
              <a:ext uri="{FF2B5EF4-FFF2-40B4-BE49-F238E27FC236}">
                <a16:creationId xmlns:a16="http://schemas.microsoft.com/office/drawing/2014/main" id="{69A44BA6-CE7A-4600-926C-69D075450EC0}"/>
              </a:ext>
            </a:extLst>
          </p:cNvPr>
          <p:cNvSpPr>
            <a:spLocks noGrp="1"/>
          </p:cNvSpPr>
          <p:nvPr/>
        </p:nvSpPr>
        <p:spPr>
          <a:xfrm>
            <a:off x="59508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2" name="F2_precision_recall_distributions_4556">
            <a:extLst>
              <a:ext uri="{FF2B5EF4-FFF2-40B4-BE49-F238E27FC236}">
                <a16:creationId xmlns:a16="http://schemas.microsoft.com/office/drawing/2014/main" id="{9DD20858-3542-45F6-81A1-E75CA3EA6E76}"/>
              </a:ext>
            </a:extLst>
          </p:cNvPr>
          <p:cNvSpPr>
            <a:spLocks noGrp="1"/>
          </p:cNvSpPr>
          <p:nvPr/>
        </p:nvSpPr>
        <p:spPr>
          <a:xfrm>
            <a:off x="6021912" y="36830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3" name="F2_precision_recall_distributions_4557">
            <a:extLst>
              <a:ext uri="{FF2B5EF4-FFF2-40B4-BE49-F238E27FC236}">
                <a16:creationId xmlns:a16="http://schemas.microsoft.com/office/drawing/2014/main" id="{7B606A8D-C44D-49BD-B90F-20A931850C72}"/>
              </a:ext>
            </a:extLst>
          </p:cNvPr>
          <p:cNvSpPr>
            <a:spLocks noGrp="1"/>
          </p:cNvSpPr>
          <p:nvPr/>
        </p:nvSpPr>
        <p:spPr>
          <a:xfrm>
            <a:off x="581326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4" name="F2_precision_recall_distributions_4558">
            <a:extLst>
              <a:ext uri="{FF2B5EF4-FFF2-40B4-BE49-F238E27FC236}">
                <a16:creationId xmlns:a16="http://schemas.microsoft.com/office/drawing/2014/main" id="{CF306D91-633E-4219-92A7-BFF6EDEBF802}"/>
              </a:ext>
            </a:extLst>
          </p:cNvPr>
          <p:cNvSpPr>
            <a:spLocks noGrp="1"/>
          </p:cNvSpPr>
          <p:nvPr/>
        </p:nvSpPr>
        <p:spPr>
          <a:xfrm>
            <a:off x="59167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5" name="F2_precision_recall_distributions_4559">
            <a:extLst>
              <a:ext uri="{FF2B5EF4-FFF2-40B4-BE49-F238E27FC236}">
                <a16:creationId xmlns:a16="http://schemas.microsoft.com/office/drawing/2014/main" id="{A5D44E6E-8100-4626-A3B0-B1F44EB3CD6E}"/>
              </a:ext>
            </a:extLst>
          </p:cNvPr>
          <p:cNvSpPr>
            <a:spLocks noGrp="1"/>
          </p:cNvSpPr>
          <p:nvPr/>
        </p:nvSpPr>
        <p:spPr>
          <a:xfrm>
            <a:off x="603597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6" name="F2_precision_recall_distributions_4560">
            <a:extLst>
              <a:ext uri="{FF2B5EF4-FFF2-40B4-BE49-F238E27FC236}">
                <a16:creationId xmlns:a16="http://schemas.microsoft.com/office/drawing/2014/main" id="{B6227B5F-FEC2-420A-81AB-508C98515B2D}"/>
              </a:ext>
            </a:extLst>
          </p:cNvPr>
          <p:cNvSpPr>
            <a:spLocks noGrp="1"/>
          </p:cNvSpPr>
          <p:nvPr/>
        </p:nvSpPr>
        <p:spPr>
          <a:xfrm>
            <a:off x="584305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7" name="F2_precision_recall_distributions_4561">
            <a:extLst>
              <a:ext uri="{FF2B5EF4-FFF2-40B4-BE49-F238E27FC236}">
                <a16:creationId xmlns:a16="http://schemas.microsoft.com/office/drawing/2014/main" id="{6885E03E-AEEA-4F6C-98F1-40A9B1DBCC0E}"/>
              </a:ext>
            </a:extLst>
          </p:cNvPr>
          <p:cNvSpPr>
            <a:spLocks noGrp="1"/>
          </p:cNvSpPr>
          <p:nvPr/>
        </p:nvSpPr>
        <p:spPr>
          <a:xfrm>
            <a:off x="589783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8" name="F2_precision_recall_distributions_4562">
            <a:extLst>
              <a:ext uri="{FF2B5EF4-FFF2-40B4-BE49-F238E27FC236}">
                <a16:creationId xmlns:a16="http://schemas.microsoft.com/office/drawing/2014/main" id="{89FC1DDA-5B0C-4CDB-93E5-F2A215D86057}"/>
              </a:ext>
            </a:extLst>
          </p:cNvPr>
          <p:cNvSpPr>
            <a:spLocks noGrp="1"/>
          </p:cNvSpPr>
          <p:nvPr/>
        </p:nvSpPr>
        <p:spPr>
          <a:xfrm>
            <a:off x="587745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49" name="F2_precision_recall_distributions_4563">
            <a:extLst>
              <a:ext uri="{FF2B5EF4-FFF2-40B4-BE49-F238E27FC236}">
                <a16:creationId xmlns:a16="http://schemas.microsoft.com/office/drawing/2014/main" id="{7807A1E6-3933-4107-AB4F-F349C41FA4C8}"/>
              </a:ext>
            </a:extLst>
          </p:cNvPr>
          <p:cNvSpPr>
            <a:spLocks noGrp="1"/>
          </p:cNvSpPr>
          <p:nvPr/>
        </p:nvSpPr>
        <p:spPr>
          <a:xfrm>
            <a:off x="5812547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0" name="F2_precision_recall_distributions_4564">
            <a:extLst>
              <a:ext uri="{FF2B5EF4-FFF2-40B4-BE49-F238E27FC236}">
                <a16:creationId xmlns:a16="http://schemas.microsoft.com/office/drawing/2014/main" id="{219E8105-0C03-4B8A-9829-FABEE937840B}"/>
              </a:ext>
            </a:extLst>
          </p:cNvPr>
          <p:cNvSpPr>
            <a:spLocks noGrp="1"/>
          </p:cNvSpPr>
          <p:nvPr/>
        </p:nvSpPr>
        <p:spPr>
          <a:xfrm>
            <a:off x="6061770" y="322545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1" name="F2_precision_recall_distributions_4565">
            <a:extLst>
              <a:ext uri="{FF2B5EF4-FFF2-40B4-BE49-F238E27FC236}">
                <a16:creationId xmlns:a16="http://schemas.microsoft.com/office/drawing/2014/main" id="{28FA435E-AFE5-43E4-971D-91E37A564F29}"/>
              </a:ext>
            </a:extLst>
          </p:cNvPr>
          <p:cNvSpPr>
            <a:spLocks noGrp="1"/>
          </p:cNvSpPr>
          <p:nvPr/>
        </p:nvSpPr>
        <p:spPr>
          <a:xfrm>
            <a:off x="6167419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2" name="F2_precision_recall_distributions_4566">
            <a:extLst>
              <a:ext uri="{FF2B5EF4-FFF2-40B4-BE49-F238E27FC236}">
                <a16:creationId xmlns:a16="http://schemas.microsoft.com/office/drawing/2014/main" id="{E798DA71-392E-4FFB-A469-13D776698853}"/>
              </a:ext>
            </a:extLst>
          </p:cNvPr>
          <p:cNvSpPr>
            <a:spLocks noGrp="1"/>
          </p:cNvSpPr>
          <p:nvPr/>
        </p:nvSpPr>
        <p:spPr>
          <a:xfrm>
            <a:off x="61509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3" name="F2_precision_recall_distributions_4567">
            <a:extLst>
              <a:ext uri="{FF2B5EF4-FFF2-40B4-BE49-F238E27FC236}">
                <a16:creationId xmlns:a16="http://schemas.microsoft.com/office/drawing/2014/main" id="{061B1778-02A2-412D-98F3-E1382BF3FA9D}"/>
              </a:ext>
            </a:extLst>
          </p:cNvPr>
          <p:cNvSpPr>
            <a:spLocks noGrp="1"/>
          </p:cNvSpPr>
          <p:nvPr/>
        </p:nvSpPr>
        <p:spPr>
          <a:xfrm>
            <a:off x="59425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4" name="F2_precision_recall_distributions_4568">
            <a:extLst>
              <a:ext uri="{FF2B5EF4-FFF2-40B4-BE49-F238E27FC236}">
                <a16:creationId xmlns:a16="http://schemas.microsoft.com/office/drawing/2014/main" id="{2558D489-C4E2-4367-97A4-0EBBF074C054}"/>
              </a:ext>
            </a:extLst>
          </p:cNvPr>
          <p:cNvSpPr>
            <a:spLocks noGrp="1"/>
          </p:cNvSpPr>
          <p:nvPr/>
        </p:nvSpPr>
        <p:spPr>
          <a:xfrm>
            <a:off x="598151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5" name="F2_precision_recall_distributions_4569">
            <a:extLst>
              <a:ext uri="{FF2B5EF4-FFF2-40B4-BE49-F238E27FC236}">
                <a16:creationId xmlns:a16="http://schemas.microsoft.com/office/drawing/2014/main" id="{4DDC1966-30CC-42CE-B564-1251EF22B07F}"/>
              </a:ext>
            </a:extLst>
          </p:cNvPr>
          <p:cNvSpPr>
            <a:spLocks noGrp="1"/>
          </p:cNvSpPr>
          <p:nvPr/>
        </p:nvSpPr>
        <p:spPr>
          <a:xfrm>
            <a:off x="60315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6" name="F2_precision_recall_distributions_4570">
            <a:extLst>
              <a:ext uri="{FF2B5EF4-FFF2-40B4-BE49-F238E27FC236}">
                <a16:creationId xmlns:a16="http://schemas.microsoft.com/office/drawing/2014/main" id="{42B21D51-7480-486A-8DB8-1B55EEC93720}"/>
              </a:ext>
            </a:extLst>
          </p:cNvPr>
          <p:cNvSpPr>
            <a:spLocks noGrp="1"/>
          </p:cNvSpPr>
          <p:nvPr/>
        </p:nvSpPr>
        <p:spPr>
          <a:xfrm>
            <a:off x="6145655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7" name="F2_precision_recall_distributions_4571">
            <a:extLst>
              <a:ext uri="{FF2B5EF4-FFF2-40B4-BE49-F238E27FC236}">
                <a16:creationId xmlns:a16="http://schemas.microsoft.com/office/drawing/2014/main" id="{6669EAA9-5087-495A-8890-B16161827A21}"/>
              </a:ext>
            </a:extLst>
          </p:cNvPr>
          <p:cNvSpPr>
            <a:spLocks noGrp="1"/>
          </p:cNvSpPr>
          <p:nvPr/>
        </p:nvSpPr>
        <p:spPr>
          <a:xfrm>
            <a:off x="585699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8" name="F2_precision_recall_distributions_4572">
            <a:extLst>
              <a:ext uri="{FF2B5EF4-FFF2-40B4-BE49-F238E27FC236}">
                <a16:creationId xmlns:a16="http://schemas.microsoft.com/office/drawing/2014/main" id="{38EB2EE1-5CD4-433B-9DC9-2F44C4C5C6AF}"/>
              </a:ext>
            </a:extLst>
          </p:cNvPr>
          <p:cNvSpPr>
            <a:spLocks noGrp="1"/>
          </p:cNvSpPr>
          <p:nvPr/>
        </p:nvSpPr>
        <p:spPr>
          <a:xfrm>
            <a:off x="5844955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59" name="F2_precision_recall_distributions_4573">
            <a:extLst>
              <a:ext uri="{FF2B5EF4-FFF2-40B4-BE49-F238E27FC236}">
                <a16:creationId xmlns:a16="http://schemas.microsoft.com/office/drawing/2014/main" id="{D13BB77D-D22A-49A8-B788-F2462B25F0E6}"/>
              </a:ext>
            </a:extLst>
          </p:cNvPr>
          <p:cNvSpPr>
            <a:spLocks noGrp="1"/>
          </p:cNvSpPr>
          <p:nvPr/>
        </p:nvSpPr>
        <p:spPr>
          <a:xfrm>
            <a:off x="614042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0" name="F2_precision_recall_distributions_4574">
            <a:extLst>
              <a:ext uri="{FF2B5EF4-FFF2-40B4-BE49-F238E27FC236}">
                <a16:creationId xmlns:a16="http://schemas.microsoft.com/office/drawing/2014/main" id="{59D497B6-FADC-4EC8-8F62-4F799A866D40}"/>
              </a:ext>
            </a:extLst>
          </p:cNvPr>
          <p:cNvSpPr>
            <a:spLocks noGrp="1"/>
          </p:cNvSpPr>
          <p:nvPr/>
        </p:nvSpPr>
        <p:spPr>
          <a:xfrm>
            <a:off x="5928385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1" name="F2_precision_recall_distributions_4575">
            <a:extLst>
              <a:ext uri="{FF2B5EF4-FFF2-40B4-BE49-F238E27FC236}">
                <a16:creationId xmlns:a16="http://schemas.microsoft.com/office/drawing/2014/main" id="{523F6F7E-FB12-4AB0-AA59-2711A1D6704A}"/>
              </a:ext>
            </a:extLst>
          </p:cNvPr>
          <p:cNvSpPr>
            <a:spLocks noGrp="1"/>
          </p:cNvSpPr>
          <p:nvPr/>
        </p:nvSpPr>
        <p:spPr>
          <a:xfrm>
            <a:off x="6080015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2" name="F2_precision_recall_distributions_4576">
            <a:extLst>
              <a:ext uri="{FF2B5EF4-FFF2-40B4-BE49-F238E27FC236}">
                <a16:creationId xmlns:a16="http://schemas.microsoft.com/office/drawing/2014/main" id="{6E6AE0FB-B2C5-444B-A153-BB4BAAA55662}"/>
              </a:ext>
            </a:extLst>
          </p:cNvPr>
          <p:cNvSpPr>
            <a:spLocks noGrp="1"/>
          </p:cNvSpPr>
          <p:nvPr/>
        </p:nvSpPr>
        <p:spPr>
          <a:xfrm>
            <a:off x="581769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3" name="F2_precision_recall_distributions_4577">
            <a:extLst>
              <a:ext uri="{FF2B5EF4-FFF2-40B4-BE49-F238E27FC236}">
                <a16:creationId xmlns:a16="http://schemas.microsoft.com/office/drawing/2014/main" id="{5DD6EFF5-6928-4B92-A8E7-5440E7CC12BD}"/>
              </a:ext>
            </a:extLst>
          </p:cNvPr>
          <p:cNvSpPr>
            <a:spLocks noGrp="1"/>
          </p:cNvSpPr>
          <p:nvPr/>
        </p:nvSpPr>
        <p:spPr>
          <a:xfrm>
            <a:off x="6163046" y="30503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4" name="F2_precision_recall_distributions_4578">
            <a:extLst>
              <a:ext uri="{FF2B5EF4-FFF2-40B4-BE49-F238E27FC236}">
                <a16:creationId xmlns:a16="http://schemas.microsoft.com/office/drawing/2014/main" id="{7FE0FA36-EDD8-4124-A4C2-974C3FDAEC97}"/>
              </a:ext>
            </a:extLst>
          </p:cNvPr>
          <p:cNvSpPr>
            <a:spLocks noGrp="1"/>
          </p:cNvSpPr>
          <p:nvPr/>
        </p:nvSpPr>
        <p:spPr>
          <a:xfrm>
            <a:off x="6049631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5" name="F2_precision_recall_distributions_4579">
            <a:extLst>
              <a:ext uri="{FF2B5EF4-FFF2-40B4-BE49-F238E27FC236}">
                <a16:creationId xmlns:a16="http://schemas.microsoft.com/office/drawing/2014/main" id="{31ED5F9B-7E5F-44CE-9E19-A356A4CBDBA3}"/>
              </a:ext>
            </a:extLst>
          </p:cNvPr>
          <p:cNvSpPr>
            <a:spLocks noGrp="1"/>
          </p:cNvSpPr>
          <p:nvPr/>
        </p:nvSpPr>
        <p:spPr>
          <a:xfrm>
            <a:off x="5868095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6" name="F2_precision_recall_distributions_4580">
            <a:extLst>
              <a:ext uri="{FF2B5EF4-FFF2-40B4-BE49-F238E27FC236}">
                <a16:creationId xmlns:a16="http://schemas.microsoft.com/office/drawing/2014/main" id="{B1375B82-1CFA-4FDB-8FB8-C10FB1D08549}"/>
              </a:ext>
            </a:extLst>
          </p:cNvPr>
          <p:cNvSpPr>
            <a:spLocks noGrp="1"/>
          </p:cNvSpPr>
          <p:nvPr/>
        </p:nvSpPr>
        <p:spPr>
          <a:xfrm>
            <a:off x="611772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7" name="F2_precision_recall_distributions_4581">
            <a:extLst>
              <a:ext uri="{FF2B5EF4-FFF2-40B4-BE49-F238E27FC236}">
                <a16:creationId xmlns:a16="http://schemas.microsoft.com/office/drawing/2014/main" id="{0032A7C8-034C-47F0-AA29-31F4F53370BF}"/>
              </a:ext>
            </a:extLst>
          </p:cNvPr>
          <p:cNvSpPr>
            <a:spLocks noGrp="1"/>
          </p:cNvSpPr>
          <p:nvPr/>
        </p:nvSpPr>
        <p:spPr>
          <a:xfrm>
            <a:off x="596426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8" name="F2_precision_recall_distributions_4582">
            <a:extLst>
              <a:ext uri="{FF2B5EF4-FFF2-40B4-BE49-F238E27FC236}">
                <a16:creationId xmlns:a16="http://schemas.microsoft.com/office/drawing/2014/main" id="{8C45A324-9D11-4E2B-AF47-6C759F76578D}"/>
              </a:ext>
            </a:extLst>
          </p:cNvPr>
          <p:cNvSpPr>
            <a:spLocks noGrp="1"/>
          </p:cNvSpPr>
          <p:nvPr/>
        </p:nvSpPr>
        <p:spPr>
          <a:xfrm>
            <a:off x="612952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69" name="F2_precision_recall_distributions_4583">
            <a:extLst>
              <a:ext uri="{FF2B5EF4-FFF2-40B4-BE49-F238E27FC236}">
                <a16:creationId xmlns:a16="http://schemas.microsoft.com/office/drawing/2014/main" id="{232CF176-3D81-4068-A916-E8E8B19FFCA5}"/>
              </a:ext>
            </a:extLst>
          </p:cNvPr>
          <p:cNvSpPr>
            <a:spLocks noGrp="1"/>
          </p:cNvSpPr>
          <p:nvPr/>
        </p:nvSpPr>
        <p:spPr>
          <a:xfrm>
            <a:off x="5971692" y="36125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0" name="F2_precision_recall_distributions_4584">
            <a:extLst>
              <a:ext uri="{FF2B5EF4-FFF2-40B4-BE49-F238E27FC236}">
                <a16:creationId xmlns:a16="http://schemas.microsoft.com/office/drawing/2014/main" id="{A76E2A3D-1C6F-42DC-AD59-B2E8F21B4501}"/>
              </a:ext>
            </a:extLst>
          </p:cNvPr>
          <p:cNvSpPr>
            <a:spLocks noGrp="1"/>
          </p:cNvSpPr>
          <p:nvPr/>
        </p:nvSpPr>
        <p:spPr>
          <a:xfrm>
            <a:off x="5934754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1" name="F2_precision_recall_distributions_4585">
            <a:extLst>
              <a:ext uri="{FF2B5EF4-FFF2-40B4-BE49-F238E27FC236}">
                <a16:creationId xmlns:a16="http://schemas.microsoft.com/office/drawing/2014/main" id="{D22F63B6-24DC-4730-9CA6-96ADB8E20E97}"/>
              </a:ext>
            </a:extLst>
          </p:cNvPr>
          <p:cNvSpPr>
            <a:spLocks noGrp="1"/>
          </p:cNvSpPr>
          <p:nvPr/>
        </p:nvSpPr>
        <p:spPr>
          <a:xfrm>
            <a:off x="5811991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2" name="F2_precision_recall_distributions_4586">
            <a:extLst>
              <a:ext uri="{FF2B5EF4-FFF2-40B4-BE49-F238E27FC236}">
                <a16:creationId xmlns:a16="http://schemas.microsoft.com/office/drawing/2014/main" id="{BC783C23-EF27-41B6-B817-DC587D471F66}"/>
              </a:ext>
            </a:extLst>
          </p:cNvPr>
          <p:cNvSpPr>
            <a:spLocks noGrp="1"/>
          </p:cNvSpPr>
          <p:nvPr/>
        </p:nvSpPr>
        <p:spPr>
          <a:xfrm>
            <a:off x="6142209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3" name="F2_precision_recall_distributions_4587">
            <a:extLst>
              <a:ext uri="{FF2B5EF4-FFF2-40B4-BE49-F238E27FC236}">
                <a16:creationId xmlns:a16="http://schemas.microsoft.com/office/drawing/2014/main" id="{481F79B8-FD89-4E57-8F72-90AF0B4A6E50}"/>
              </a:ext>
            </a:extLst>
          </p:cNvPr>
          <p:cNvSpPr>
            <a:spLocks noGrp="1"/>
          </p:cNvSpPr>
          <p:nvPr/>
        </p:nvSpPr>
        <p:spPr>
          <a:xfrm>
            <a:off x="612925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4" name="F2_precision_recall_distributions_4588">
            <a:extLst>
              <a:ext uri="{FF2B5EF4-FFF2-40B4-BE49-F238E27FC236}">
                <a16:creationId xmlns:a16="http://schemas.microsoft.com/office/drawing/2014/main" id="{265E819A-18C9-4CF8-ACA3-4C52F289CA62}"/>
              </a:ext>
            </a:extLst>
          </p:cNvPr>
          <p:cNvSpPr>
            <a:spLocks noGrp="1"/>
          </p:cNvSpPr>
          <p:nvPr/>
        </p:nvSpPr>
        <p:spPr>
          <a:xfrm>
            <a:off x="5997766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5" name="F2_precision_recall_distributions_4589">
            <a:extLst>
              <a:ext uri="{FF2B5EF4-FFF2-40B4-BE49-F238E27FC236}">
                <a16:creationId xmlns:a16="http://schemas.microsoft.com/office/drawing/2014/main" id="{F8336BCB-E09E-4461-8BBA-3DD0CDF0CF33}"/>
              </a:ext>
            </a:extLst>
          </p:cNvPr>
          <p:cNvSpPr>
            <a:spLocks noGrp="1"/>
          </p:cNvSpPr>
          <p:nvPr/>
        </p:nvSpPr>
        <p:spPr>
          <a:xfrm>
            <a:off x="6080777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6" name="F2_precision_recall_distributions_4590">
            <a:extLst>
              <a:ext uri="{FF2B5EF4-FFF2-40B4-BE49-F238E27FC236}">
                <a16:creationId xmlns:a16="http://schemas.microsoft.com/office/drawing/2014/main" id="{D7D912C6-8FEE-4A39-A83F-5EAAAF891DEF}"/>
              </a:ext>
            </a:extLst>
          </p:cNvPr>
          <p:cNvSpPr>
            <a:spLocks noGrp="1"/>
          </p:cNvSpPr>
          <p:nvPr/>
        </p:nvSpPr>
        <p:spPr>
          <a:xfrm>
            <a:off x="591295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7" name="F2_precision_recall_distributions_4591">
            <a:extLst>
              <a:ext uri="{FF2B5EF4-FFF2-40B4-BE49-F238E27FC236}">
                <a16:creationId xmlns:a16="http://schemas.microsoft.com/office/drawing/2014/main" id="{D96FC6DB-C145-499F-8194-12EA4D4BAFD2}"/>
              </a:ext>
            </a:extLst>
          </p:cNvPr>
          <p:cNvSpPr>
            <a:spLocks noGrp="1"/>
          </p:cNvSpPr>
          <p:nvPr/>
        </p:nvSpPr>
        <p:spPr>
          <a:xfrm>
            <a:off x="60842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8" name="F2_precision_recall_distributions_4592">
            <a:extLst>
              <a:ext uri="{FF2B5EF4-FFF2-40B4-BE49-F238E27FC236}">
                <a16:creationId xmlns:a16="http://schemas.microsoft.com/office/drawing/2014/main" id="{C5932D67-36C3-42E4-A123-12BE367215CE}"/>
              </a:ext>
            </a:extLst>
          </p:cNvPr>
          <p:cNvSpPr>
            <a:spLocks noGrp="1"/>
          </p:cNvSpPr>
          <p:nvPr/>
        </p:nvSpPr>
        <p:spPr>
          <a:xfrm>
            <a:off x="60191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79" name="F2_precision_recall_distributions_4593">
            <a:extLst>
              <a:ext uri="{FF2B5EF4-FFF2-40B4-BE49-F238E27FC236}">
                <a16:creationId xmlns:a16="http://schemas.microsoft.com/office/drawing/2014/main" id="{06E4525B-4983-4EEC-96B2-5E1269C8D756}"/>
              </a:ext>
            </a:extLst>
          </p:cNvPr>
          <p:cNvSpPr>
            <a:spLocks noGrp="1"/>
          </p:cNvSpPr>
          <p:nvPr/>
        </p:nvSpPr>
        <p:spPr>
          <a:xfrm>
            <a:off x="587285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0" name="F2_precision_recall_distributions_4594">
            <a:extLst>
              <a:ext uri="{FF2B5EF4-FFF2-40B4-BE49-F238E27FC236}">
                <a16:creationId xmlns:a16="http://schemas.microsoft.com/office/drawing/2014/main" id="{7DBA1EB0-40AC-4D41-86B4-1099679D191F}"/>
              </a:ext>
            </a:extLst>
          </p:cNvPr>
          <p:cNvSpPr>
            <a:spLocks noGrp="1"/>
          </p:cNvSpPr>
          <p:nvPr/>
        </p:nvSpPr>
        <p:spPr>
          <a:xfrm>
            <a:off x="587078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1" name="F2_precision_recall_distributions_4595">
            <a:extLst>
              <a:ext uri="{FF2B5EF4-FFF2-40B4-BE49-F238E27FC236}">
                <a16:creationId xmlns:a16="http://schemas.microsoft.com/office/drawing/2014/main" id="{D8264194-F085-4315-857D-3DA65221A9C0}"/>
              </a:ext>
            </a:extLst>
          </p:cNvPr>
          <p:cNvSpPr>
            <a:spLocks noGrp="1"/>
          </p:cNvSpPr>
          <p:nvPr/>
        </p:nvSpPr>
        <p:spPr>
          <a:xfrm>
            <a:off x="6120028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2" name="F2_precision_recall_distributions_4596">
            <a:extLst>
              <a:ext uri="{FF2B5EF4-FFF2-40B4-BE49-F238E27FC236}">
                <a16:creationId xmlns:a16="http://schemas.microsoft.com/office/drawing/2014/main" id="{8834694F-7827-494B-AFC8-E190F679EDCE}"/>
              </a:ext>
            </a:extLst>
          </p:cNvPr>
          <p:cNvSpPr>
            <a:spLocks noGrp="1"/>
          </p:cNvSpPr>
          <p:nvPr/>
        </p:nvSpPr>
        <p:spPr>
          <a:xfrm>
            <a:off x="6088538" y="35892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3" name="F2_precision_recall_distributions_4597">
            <a:extLst>
              <a:ext uri="{FF2B5EF4-FFF2-40B4-BE49-F238E27FC236}">
                <a16:creationId xmlns:a16="http://schemas.microsoft.com/office/drawing/2014/main" id="{F2497BB4-5E9F-4EB0-95AA-169C08758C6D}"/>
              </a:ext>
            </a:extLst>
          </p:cNvPr>
          <p:cNvSpPr>
            <a:spLocks noGrp="1"/>
          </p:cNvSpPr>
          <p:nvPr/>
        </p:nvSpPr>
        <p:spPr>
          <a:xfrm>
            <a:off x="6149911" y="30462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4" name="F2_precision_recall_distributions_4598">
            <a:extLst>
              <a:ext uri="{FF2B5EF4-FFF2-40B4-BE49-F238E27FC236}">
                <a16:creationId xmlns:a16="http://schemas.microsoft.com/office/drawing/2014/main" id="{FE653D64-7F09-4EC0-80D0-8018B0E41876}"/>
              </a:ext>
            </a:extLst>
          </p:cNvPr>
          <p:cNvSpPr>
            <a:spLocks noGrp="1"/>
          </p:cNvSpPr>
          <p:nvPr/>
        </p:nvSpPr>
        <p:spPr>
          <a:xfrm>
            <a:off x="5841943" y="30503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5" name="F2_precision_recall_distributions_4599">
            <a:extLst>
              <a:ext uri="{FF2B5EF4-FFF2-40B4-BE49-F238E27FC236}">
                <a16:creationId xmlns:a16="http://schemas.microsoft.com/office/drawing/2014/main" id="{8EC81037-CF88-42A0-BE37-91F10B3892E8}"/>
              </a:ext>
            </a:extLst>
          </p:cNvPr>
          <p:cNvSpPr>
            <a:spLocks noGrp="1"/>
          </p:cNvSpPr>
          <p:nvPr/>
        </p:nvSpPr>
        <p:spPr>
          <a:xfrm>
            <a:off x="592689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6" name="F2_precision_recall_distributions_4600">
            <a:extLst>
              <a:ext uri="{FF2B5EF4-FFF2-40B4-BE49-F238E27FC236}">
                <a16:creationId xmlns:a16="http://schemas.microsoft.com/office/drawing/2014/main" id="{D96BA8E9-2112-439D-A83F-3672EFEDA848}"/>
              </a:ext>
            </a:extLst>
          </p:cNvPr>
          <p:cNvSpPr>
            <a:spLocks noGrp="1"/>
          </p:cNvSpPr>
          <p:nvPr/>
        </p:nvSpPr>
        <p:spPr>
          <a:xfrm>
            <a:off x="593086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7" name="F2_precision_recall_distributions_4601">
            <a:extLst>
              <a:ext uri="{FF2B5EF4-FFF2-40B4-BE49-F238E27FC236}">
                <a16:creationId xmlns:a16="http://schemas.microsoft.com/office/drawing/2014/main" id="{295C2918-E18F-4390-9373-EDC26518AA66}"/>
              </a:ext>
            </a:extLst>
          </p:cNvPr>
          <p:cNvSpPr>
            <a:spLocks noGrp="1"/>
          </p:cNvSpPr>
          <p:nvPr/>
        </p:nvSpPr>
        <p:spPr>
          <a:xfrm>
            <a:off x="59305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8" name="F2_precision_recall_distributions_4602">
            <a:extLst>
              <a:ext uri="{FF2B5EF4-FFF2-40B4-BE49-F238E27FC236}">
                <a16:creationId xmlns:a16="http://schemas.microsoft.com/office/drawing/2014/main" id="{546B865D-6DD9-4BEA-B7D7-A705EB922D4A}"/>
              </a:ext>
            </a:extLst>
          </p:cNvPr>
          <p:cNvSpPr>
            <a:spLocks noGrp="1"/>
          </p:cNvSpPr>
          <p:nvPr/>
        </p:nvSpPr>
        <p:spPr>
          <a:xfrm>
            <a:off x="597058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89" name="F2_precision_recall_distributions_4603">
            <a:extLst>
              <a:ext uri="{FF2B5EF4-FFF2-40B4-BE49-F238E27FC236}">
                <a16:creationId xmlns:a16="http://schemas.microsoft.com/office/drawing/2014/main" id="{2F7FA54D-6463-4A5F-AE4E-2B9F5696CC99}"/>
              </a:ext>
            </a:extLst>
          </p:cNvPr>
          <p:cNvSpPr>
            <a:spLocks noGrp="1"/>
          </p:cNvSpPr>
          <p:nvPr/>
        </p:nvSpPr>
        <p:spPr>
          <a:xfrm>
            <a:off x="58388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0" name="F2_precision_recall_distributions_4604">
            <a:extLst>
              <a:ext uri="{FF2B5EF4-FFF2-40B4-BE49-F238E27FC236}">
                <a16:creationId xmlns:a16="http://schemas.microsoft.com/office/drawing/2014/main" id="{37FF4FA2-664C-40B4-82D3-B713EE91B2CA}"/>
              </a:ext>
            </a:extLst>
          </p:cNvPr>
          <p:cNvSpPr>
            <a:spLocks noGrp="1"/>
          </p:cNvSpPr>
          <p:nvPr/>
        </p:nvSpPr>
        <p:spPr>
          <a:xfrm>
            <a:off x="605357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1" name="F2_precision_recall_distributions_4605">
            <a:extLst>
              <a:ext uri="{FF2B5EF4-FFF2-40B4-BE49-F238E27FC236}">
                <a16:creationId xmlns:a16="http://schemas.microsoft.com/office/drawing/2014/main" id="{2C337227-2E52-461D-ABE3-B99C1F757DF6}"/>
              </a:ext>
            </a:extLst>
          </p:cNvPr>
          <p:cNvSpPr>
            <a:spLocks noGrp="1"/>
          </p:cNvSpPr>
          <p:nvPr/>
        </p:nvSpPr>
        <p:spPr>
          <a:xfrm>
            <a:off x="5806868" y="324364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2" name="F2_precision_recall_distributions_4606">
            <a:extLst>
              <a:ext uri="{FF2B5EF4-FFF2-40B4-BE49-F238E27FC236}">
                <a16:creationId xmlns:a16="http://schemas.microsoft.com/office/drawing/2014/main" id="{C7FE4E24-B2AD-424E-AB63-8F764D059A37}"/>
              </a:ext>
            </a:extLst>
          </p:cNvPr>
          <p:cNvSpPr>
            <a:spLocks noGrp="1"/>
          </p:cNvSpPr>
          <p:nvPr/>
        </p:nvSpPr>
        <p:spPr>
          <a:xfrm>
            <a:off x="596905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3" name="F2_precision_recall_distributions_4607">
            <a:extLst>
              <a:ext uri="{FF2B5EF4-FFF2-40B4-BE49-F238E27FC236}">
                <a16:creationId xmlns:a16="http://schemas.microsoft.com/office/drawing/2014/main" id="{5F1EF9D6-2810-418D-B93B-D5267ACC0B75}"/>
              </a:ext>
            </a:extLst>
          </p:cNvPr>
          <p:cNvSpPr>
            <a:spLocks noGrp="1"/>
          </p:cNvSpPr>
          <p:nvPr/>
        </p:nvSpPr>
        <p:spPr>
          <a:xfrm>
            <a:off x="58706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4" name="F2_precision_recall_distributions_4608">
            <a:extLst>
              <a:ext uri="{FF2B5EF4-FFF2-40B4-BE49-F238E27FC236}">
                <a16:creationId xmlns:a16="http://schemas.microsoft.com/office/drawing/2014/main" id="{D56802E5-033B-4F6D-AC04-9F801E47AC4E}"/>
              </a:ext>
            </a:extLst>
          </p:cNvPr>
          <p:cNvSpPr>
            <a:spLocks noGrp="1"/>
          </p:cNvSpPr>
          <p:nvPr/>
        </p:nvSpPr>
        <p:spPr>
          <a:xfrm>
            <a:off x="5835400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5" name="F2_precision_recall_distributions_4609">
            <a:extLst>
              <a:ext uri="{FF2B5EF4-FFF2-40B4-BE49-F238E27FC236}">
                <a16:creationId xmlns:a16="http://schemas.microsoft.com/office/drawing/2014/main" id="{01D0B032-AD66-43CB-93B3-9693E39CCFCE}"/>
              </a:ext>
            </a:extLst>
          </p:cNvPr>
          <p:cNvSpPr>
            <a:spLocks noGrp="1"/>
          </p:cNvSpPr>
          <p:nvPr/>
        </p:nvSpPr>
        <p:spPr>
          <a:xfrm>
            <a:off x="609200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6" name="F2_precision_recall_distributions_4610">
            <a:extLst>
              <a:ext uri="{FF2B5EF4-FFF2-40B4-BE49-F238E27FC236}">
                <a16:creationId xmlns:a16="http://schemas.microsoft.com/office/drawing/2014/main" id="{4D3552C4-8AAA-4406-A7D6-003529A0FE5E}"/>
              </a:ext>
            </a:extLst>
          </p:cNvPr>
          <p:cNvSpPr>
            <a:spLocks noGrp="1"/>
          </p:cNvSpPr>
          <p:nvPr/>
        </p:nvSpPr>
        <p:spPr>
          <a:xfrm>
            <a:off x="5953626" y="32207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7" name="F2_precision_recall_distributions_4611">
            <a:extLst>
              <a:ext uri="{FF2B5EF4-FFF2-40B4-BE49-F238E27FC236}">
                <a16:creationId xmlns:a16="http://schemas.microsoft.com/office/drawing/2014/main" id="{0F6A504F-B7A6-432B-962D-229098721744}"/>
              </a:ext>
            </a:extLst>
          </p:cNvPr>
          <p:cNvSpPr>
            <a:spLocks noGrp="1"/>
          </p:cNvSpPr>
          <p:nvPr/>
        </p:nvSpPr>
        <p:spPr>
          <a:xfrm>
            <a:off x="6111631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8" name="F2_precision_recall_distributions_4612">
            <a:extLst>
              <a:ext uri="{FF2B5EF4-FFF2-40B4-BE49-F238E27FC236}">
                <a16:creationId xmlns:a16="http://schemas.microsoft.com/office/drawing/2014/main" id="{7D997F1B-76EE-40C4-B2BB-ED5D347F45F4}"/>
              </a:ext>
            </a:extLst>
          </p:cNvPr>
          <p:cNvSpPr>
            <a:spLocks noGrp="1"/>
          </p:cNvSpPr>
          <p:nvPr/>
        </p:nvSpPr>
        <p:spPr>
          <a:xfrm>
            <a:off x="5894746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799" name="F2_precision_recall_distributions_4613">
            <a:extLst>
              <a:ext uri="{FF2B5EF4-FFF2-40B4-BE49-F238E27FC236}">
                <a16:creationId xmlns:a16="http://schemas.microsoft.com/office/drawing/2014/main" id="{595AEFD4-9DA8-436E-9C60-438EAF0E0E49}"/>
              </a:ext>
            </a:extLst>
          </p:cNvPr>
          <p:cNvSpPr>
            <a:spLocks noGrp="1"/>
          </p:cNvSpPr>
          <p:nvPr/>
        </p:nvSpPr>
        <p:spPr>
          <a:xfrm>
            <a:off x="5977294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0" name="F2_precision_recall_distributions_4614">
            <a:extLst>
              <a:ext uri="{FF2B5EF4-FFF2-40B4-BE49-F238E27FC236}">
                <a16:creationId xmlns:a16="http://schemas.microsoft.com/office/drawing/2014/main" id="{B0E31B58-614E-4AFF-86EB-B06261337FCB}"/>
              </a:ext>
            </a:extLst>
          </p:cNvPr>
          <p:cNvSpPr>
            <a:spLocks noGrp="1"/>
          </p:cNvSpPr>
          <p:nvPr/>
        </p:nvSpPr>
        <p:spPr>
          <a:xfrm>
            <a:off x="5886468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1" name="F2_precision_recall_distributions_4615">
            <a:extLst>
              <a:ext uri="{FF2B5EF4-FFF2-40B4-BE49-F238E27FC236}">
                <a16:creationId xmlns:a16="http://schemas.microsoft.com/office/drawing/2014/main" id="{D72CA19C-87E0-441D-A46A-A54B9B6A697E}"/>
              </a:ext>
            </a:extLst>
          </p:cNvPr>
          <p:cNvSpPr>
            <a:spLocks noGrp="1"/>
          </p:cNvSpPr>
          <p:nvPr/>
        </p:nvSpPr>
        <p:spPr>
          <a:xfrm>
            <a:off x="581135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2" name="F2_precision_recall_distributions_4616">
            <a:extLst>
              <a:ext uri="{FF2B5EF4-FFF2-40B4-BE49-F238E27FC236}">
                <a16:creationId xmlns:a16="http://schemas.microsoft.com/office/drawing/2014/main" id="{B61B6AA4-2AB0-4E81-AF92-0BD55FC972D6}"/>
              </a:ext>
            </a:extLst>
          </p:cNvPr>
          <p:cNvSpPr>
            <a:spLocks noGrp="1"/>
          </p:cNvSpPr>
          <p:nvPr/>
        </p:nvSpPr>
        <p:spPr>
          <a:xfrm>
            <a:off x="616279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3" name="F2_precision_recall_distributions_4617">
            <a:extLst>
              <a:ext uri="{FF2B5EF4-FFF2-40B4-BE49-F238E27FC236}">
                <a16:creationId xmlns:a16="http://schemas.microsoft.com/office/drawing/2014/main" id="{EF4F6B68-59CD-45DA-83FB-B909892DA911}"/>
              </a:ext>
            </a:extLst>
          </p:cNvPr>
          <p:cNvSpPr>
            <a:spLocks noGrp="1"/>
          </p:cNvSpPr>
          <p:nvPr/>
        </p:nvSpPr>
        <p:spPr>
          <a:xfrm>
            <a:off x="5961337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4" name="F2_precision_recall_distributions_4618">
            <a:extLst>
              <a:ext uri="{FF2B5EF4-FFF2-40B4-BE49-F238E27FC236}">
                <a16:creationId xmlns:a16="http://schemas.microsoft.com/office/drawing/2014/main" id="{927FA854-C956-4F79-8837-0D6FB26D4D84}"/>
              </a:ext>
            </a:extLst>
          </p:cNvPr>
          <p:cNvSpPr>
            <a:spLocks noGrp="1"/>
          </p:cNvSpPr>
          <p:nvPr/>
        </p:nvSpPr>
        <p:spPr>
          <a:xfrm>
            <a:off x="615370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5" name="F2_precision_recall_distributions_4619">
            <a:extLst>
              <a:ext uri="{FF2B5EF4-FFF2-40B4-BE49-F238E27FC236}">
                <a16:creationId xmlns:a16="http://schemas.microsoft.com/office/drawing/2014/main" id="{5D7F51E9-DE61-426C-9C7E-CC67E4F13A9F}"/>
              </a:ext>
            </a:extLst>
          </p:cNvPr>
          <p:cNvSpPr>
            <a:spLocks noGrp="1"/>
          </p:cNvSpPr>
          <p:nvPr/>
        </p:nvSpPr>
        <p:spPr>
          <a:xfrm>
            <a:off x="5837930" y="31310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6" name="F2_precision_recall_distributions_4620">
            <a:extLst>
              <a:ext uri="{FF2B5EF4-FFF2-40B4-BE49-F238E27FC236}">
                <a16:creationId xmlns:a16="http://schemas.microsoft.com/office/drawing/2014/main" id="{434D30C5-1E77-4FF7-A7A7-DF37D0BF04E8}"/>
              </a:ext>
            </a:extLst>
          </p:cNvPr>
          <p:cNvSpPr>
            <a:spLocks noGrp="1"/>
          </p:cNvSpPr>
          <p:nvPr/>
        </p:nvSpPr>
        <p:spPr>
          <a:xfrm>
            <a:off x="599970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7" name="F2_precision_recall_distributions_4621">
            <a:extLst>
              <a:ext uri="{FF2B5EF4-FFF2-40B4-BE49-F238E27FC236}">
                <a16:creationId xmlns:a16="http://schemas.microsoft.com/office/drawing/2014/main" id="{A2C1F7BF-B38D-40C2-BC74-EF1D0A4DBCAD}"/>
              </a:ext>
            </a:extLst>
          </p:cNvPr>
          <p:cNvSpPr>
            <a:spLocks noGrp="1"/>
          </p:cNvSpPr>
          <p:nvPr/>
        </p:nvSpPr>
        <p:spPr>
          <a:xfrm>
            <a:off x="5954860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8" name="F2_precision_recall_distributions_4622">
            <a:extLst>
              <a:ext uri="{FF2B5EF4-FFF2-40B4-BE49-F238E27FC236}">
                <a16:creationId xmlns:a16="http://schemas.microsoft.com/office/drawing/2014/main" id="{B6FE450B-826F-4D8E-AC9A-1995C870862D}"/>
              </a:ext>
            </a:extLst>
          </p:cNvPr>
          <p:cNvSpPr>
            <a:spLocks noGrp="1"/>
          </p:cNvSpPr>
          <p:nvPr/>
        </p:nvSpPr>
        <p:spPr>
          <a:xfrm>
            <a:off x="6009445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09" name="F2_precision_recall_distributions_4623">
            <a:extLst>
              <a:ext uri="{FF2B5EF4-FFF2-40B4-BE49-F238E27FC236}">
                <a16:creationId xmlns:a16="http://schemas.microsoft.com/office/drawing/2014/main" id="{E40EA49F-E9EA-4A42-A78E-3193C5D25F79}"/>
              </a:ext>
            </a:extLst>
          </p:cNvPr>
          <p:cNvSpPr>
            <a:spLocks noGrp="1"/>
          </p:cNvSpPr>
          <p:nvPr/>
        </p:nvSpPr>
        <p:spPr>
          <a:xfrm>
            <a:off x="61463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0" name="F2_precision_recall_distributions_4624">
            <a:extLst>
              <a:ext uri="{FF2B5EF4-FFF2-40B4-BE49-F238E27FC236}">
                <a16:creationId xmlns:a16="http://schemas.microsoft.com/office/drawing/2014/main" id="{9BD4D23C-3522-4582-A7F1-BA2C3B5ACA9A}"/>
              </a:ext>
            </a:extLst>
          </p:cNvPr>
          <p:cNvSpPr>
            <a:spLocks noGrp="1"/>
          </p:cNvSpPr>
          <p:nvPr/>
        </p:nvSpPr>
        <p:spPr>
          <a:xfrm>
            <a:off x="611161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1" name="F2_precision_recall_distributions_4625">
            <a:extLst>
              <a:ext uri="{FF2B5EF4-FFF2-40B4-BE49-F238E27FC236}">
                <a16:creationId xmlns:a16="http://schemas.microsoft.com/office/drawing/2014/main" id="{D8838C5A-C21D-4FF4-9B31-11613A30619E}"/>
              </a:ext>
            </a:extLst>
          </p:cNvPr>
          <p:cNvSpPr>
            <a:spLocks noGrp="1"/>
          </p:cNvSpPr>
          <p:nvPr/>
        </p:nvSpPr>
        <p:spPr>
          <a:xfrm>
            <a:off x="5870071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2" name="F2_precision_recall_distributions_4626">
            <a:extLst>
              <a:ext uri="{FF2B5EF4-FFF2-40B4-BE49-F238E27FC236}">
                <a16:creationId xmlns:a16="http://schemas.microsoft.com/office/drawing/2014/main" id="{6AB0DCB2-5101-49F3-83BE-12D5EF464140}"/>
              </a:ext>
            </a:extLst>
          </p:cNvPr>
          <p:cNvSpPr>
            <a:spLocks noGrp="1"/>
          </p:cNvSpPr>
          <p:nvPr/>
        </p:nvSpPr>
        <p:spPr>
          <a:xfrm>
            <a:off x="599521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3" name="F2_precision_recall_distributions_4627">
            <a:extLst>
              <a:ext uri="{FF2B5EF4-FFF2-40B4-BE49-F238E27FC236}">
                <a16:creationId xmlns:a16="http://schemas.microsoft.com/office/drawing/2014/main" id="{B2598814-1670-42EE-BA79-A7A7B836FB21}"/>
              </a:ext>
            </a:extLst>
          </p:cNvPr>
          <p:cNvSpPr>
            <a:spLocks noGrp="1"/>
          </p:cNvSpPr>
          <p:nvPr/>
        </p:nvSpPr>
        <p:spPr>
          <a:xfrm>
            <a:off x="5956710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4" name="F2_precision_recall_distributions_4628">
            <a:extLst>
              <a:ext uri="{FF2B5EF4-FFF2-40B4-BE49-F238E27FC236}">
                <a16:creationId xmlns:a16="http://schemas.microsoft.com/office/drawing/2014/main" id="{B1947ECE-22A7-40C7-B496-EDE160CA431F}"/>
              </a:ext>
            </a:extLst>
          </p:cNvPr>
          <p:cNvSpPr>
            <a:spLocks noGrp="1"/>
          </p:cNvSpPr>
          <p:nvPr/>
        </p:nvSpPr>
        <p:spPr>
          <a:xfrm>
            <a:off x="6124308" y="364983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5" name="F2_precision_recall_distributions_4629">
            <a:extLst>
              <a:ext uri="{FF2B5EF4-FFF2-40B4-BE49-F238E27FC236}">
                <a16:creationId xmlns:a16="http://schemas.microsoft.com/office/drawing/2014/main" id="{DDA0205C-14B5-4EDE-AFDE-9A1F7EE4A654}"/>
              </a:ext>
            </a:extLst>
          </p:cNvPr>
          <p:cNvSpPr>
            <a:spLocks noGrp="1"/>
          </p:cNvSpPr>
          <p:nvPr/>
        </p:nvSpPr>
        <p:spPr>
          <a:xfrm>
            <a:off x="6059318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6" name="F2_precision_recall_distributions_4630">
            <a:extLst>
              <a:ext uri="{FF2B5EF4-FFF2-40B4-BE49-F238E27FC236}">
                <a16:creationId xmlns:a16="http://schemas.microsoft.com/office/drawing/2014/main" id="{DBE93562-0F41-4C0B-A0CC-2E5BEA385D61}"/>
              </a:ext>
            </a:extLst>
          </p:cNvPr>
          <p:cNvSpPr>
            <a:spLocks noGrp="1"/>
          </p:cNvSpPr>
          <p:nvPr/>
        </p:nvSpPr>
        <p:spPr>
          <a:xfrm>
            <a:off x="598382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7" name="F2_precision_recall_distributions_4631">
            <a:extLst>
              <a:ext uri="{FF2B5EF4-FFF2-40B4-BE49-F238E27FC236}">
                <a16:creationId xmlns:a16="http://schemas.microsoft.com/office/drawing/2014/main" id="{A32B7B92-349A-4951-A163-751642031773}"/>
              </a:ext>
            </a:extLst>
          </p:cNvPr>
          <p:cNvSpPr>
            <a:spLocks noGrp="1"/>
          </p:cNvSpPr>
          <p:nvPr/>
        </p:nvSpPr>
        <p:spPr>
          <a:xfrm>
            <a:off x="5963713" y="328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8" name="F2_precision_recall_distributions_4632">
            <a:extLst>
              <a:ext uri="{FF2B5EF4-FFF2-40B4-BE49-F238E27FC236}">
                <a16:creationId xmlns:a16="http://schemas.microsoft.com/office/drawing/2014/main" id="{CB4F8B89-58C5-41C4-B443-6CD162EB1FCB}"/>
              </a:ext>
            </a:extLst>
          </p:cNvPr>
          <p:cNvSpPr>
            <a:spLocks noGrp="1"/>
          </p:cNvSpPr>
          <p:nvPr/>
        </p:nvSpPr>
        <p:spPr>
          <a:xfrm>
            <a:off x="6164922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19" name="F2_precision_recall_distributions_4633">
            <a:extLst>
              <a:ext uri="{FF2B5EF4-FFF2-40B4-BE49-F238E27FC236}">
                <a16:creationId xmlns:a16="http://schemas.microsoft.com/office/drawing/2014/main" id="{C45053E0-DACC-4870-A10D-48A5A50D5D77}"/>
              </a:ext>
            </a:extLst>
          </p:cNvPr>
          <p:cNvSpPr>
            <a:spLocks noGrp="1"/>
          </p:cNvSpPr>
          <p:nvPr/>
        </p:nvSpPr>
        <p:spPr>
          <a:xfrm>
            <a:off x="610049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0" name="F2_precision_recall_distributions_4634">
            <a:extLst>
              <a:ext uri="{FF2B5EF4-FFF2-40B4-BE49-F238E27FC236}">
                <a16:creationId xmlns:a16="http://schemas.microsoft.com/office/drawing/2014/main" id="{34F048A5-C838-43EE-B64D-0182B109A3D0}"/>
              </a:ext>
            </a:extLst>
          </p:cNvPr>
          <p:cNvSpPr>
            <a:spLocks noGrp="1"/>
          </p:cNvSpPr>
          <p:nvPr/>
        </p:nvSpPr>
        <p:spPr>
          <a:xfrm>
            <a:off x="5921759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1" name="F2_precision_recall_distributions_4635">
            <a:extLst>
              <a:ext uri="{FF2B5EF4-FFF2-40B4-BE49-F238E27FC236}">
                <a16:creationId xmlns:a16="http://schemas.microsoft.com/office/drawing/2014/main" id="{7461C709-35B4-407C-A7E8-C0D695D51025}"/>
              </a:ext>
            </a:extLst>
          </p:cNvPr>
          <p:cNvSpPr>
            <a:spLocks noGrp="1"/>
          </p:cNvSpPr>
          <p:nvPr/>
        </p:nvSpPr>
        <p:spPr>
          <a:xfrm>
            <a:off x="606782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2" name="F2_precision_recall_distributions_4636">
            <a:extLst>
              <a:ext uri="{FF2B5EF4-FFF2-40B4-BE49-F238E27FC236}">
                <a16:creationId xmlns:a16="http://schemas.microsoft.com/office/drawing/2014/main" id="{706905E8-02AD-4ACC-BF1D-E5FF47B3ADE7}"/>
              </a:ext>
            </a:extLst>
          </p:cNvPr>
          <p:cNvSpPr>
            <a:spLocks noGrp="1"/>
          </p:cNvSpPr>
          <p:nvPr/>
        </p:nvSpPr>
        <p:spPr>
          <a:xfrm>
            <a:off x="5858980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3" name="F2_precision_recall_distributions_4637">
            <a:extLst>
              <a:ext uri="{FF2B5EF4-FFF2-40B4-BE49-F238E27FC236}">
                <a16:creationId xmlns:a16="http://schemas.microsoft.com/office/drawing/2014/main" id="{C32E376A-BADB-4863-A96B-B6B4501B19E4}"/>
              </a:ext>
            </a:extLst>
          </p:cNvPr>
          <p:cNvSpPr>
            <a:spLocks noGrp="1"/>
          </p:cNvSpPr>
          <p:nvPr/>
        </p:nvSpPr>
        <p:spPr>
          <a:xfrm>
            <a:off x="617177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4" name="F2_precision_recall_distributions_4638">
            <a:extLst>
              <a:ext uri="{FF2B5EF4-FFF2-40B4-BE49-F238E27FC236}">
                <a16:creationId xmlns:a16="http://schemas.microsoft.com/office/drawing/2014/main" id="{C5A8BDAD-E199-41ED-85C0-95A902437562}"/>
              </a:ext>
            </a:extLst>
          </p:cNvPr>
          <p:cNvSpPr>
            <a:spLocks noGrp="1"/>
          </p:cNvSpPr>
          <p:nvPr/>
        </p:nvSpPr>
        <p:spPr>
          <a:xfrm>
            <a:off x="5923585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5" name="F2_precision_recall_distributions_4639">
            <a:extLst>
              <a:ext uri="{FF2B5EF4-FFF2-40B4-BE49-F238E27FC236}">
                <a16:creationId xmlns:a16="http://schemas.microsoft.com/office/drawing/2014/main" id="{F6508C72-118B-47CD-96C3-0D6C3C60C977}"/>
              </a:ext>
            </a:extLst>
          </p:cNvPr>
          <p:cNvSpPr>
            <a:spLocks noGrp="1"/>
          </p:cNvSpPr>
          <p:nvPr/>
        </p:nvSpPr>
        <p:spPr>
          <a:xfrm>
            <a:off x="586134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6" name="F2_precision_recall_distributions_4640">
            <a:extLst>
              <a:ext uri="{FF2B5EF4-FFF2-40B4-BE49-F238E27FC236}">
                <a16:creationId xmlns:a16="http://schemas.microsoft.com/office/drawing/2014/main" id="{D6DF117D-41A7-4138-B611-E7D68ACC436B}"/>
              </a:ext>
            </a:extLst>
          </p:cNvPr>
          <p:cNvSpPr>
            <a:spLocks noGrp="1"/>
          </p:cNvSpPr>
          <p:nvPr/>
        </p:nvSpPr>
        <p:spPr>
          <a:xfrm>
            <a:off x="6057902" y="35218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7" name="F2_precision_recall_distributions_4641">
            <a:extLst>
              <a:ext uri="{FF2B5EF4-FFF2-40B4-BE49-F238E27FC236}">
                <a16:creationId xmlns:a16="http://schemas.microsoft.com/office/drawing/2014/main" id="{D5C9AE08-8CC8-434B-84AB-705C461974E5}"/>
              </a:ext>
            </a:extLst>
          </p:cNvPr>
          <p:cNvSpPr>
            <a:spLocks noGrp="1"/>
          </p:cNvSpPr>
          <p:nvPr/>
        </p:nvSpPr>
        <p:spPr>
          <a:xfrm>
            <a:off x="597778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8" name="F2_precision_recall_distributions_4642">
            <a:extLst>
              <a:ext uri="{FF2B5EF4-FFF2-40B4-BE49-F238E27FC236}">
                <a16:creationId xmlns:a16="http://schemas.microsoft.com/office/drawing/2014/main" id="{57762B23-C44C-43C9-8CA8-6BB3E699B875}"/>
              </a:ext>
            </a:extLst>
          </p:cNvPr>
          <p:cNvSpPr>
            <a:spLocks noGrp="1"/>
          </p:cNvSpPr>
          <p:nvPr/>
        </p:nvSpPr>
        <p:spPr>
          <a:xfrm>
            <a:off x="5833605" y="366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29" name="F2_precision_recall_distributions_4643">
            <a:extLst>
              <a:ext uri="{FF2B5EF4-FFF2-40B4-BE49-F238E27FC236}">
                <a16:creationId xmlns:a16="http://schemas.microsoft.com/office/drawing/2014/main" id="{85DA34A5-0D1E-446D-BEAF-D6C56EB47DB8}"/>
              </a:ext>
            </a:extLst>
          </p:cNvPr>
          <p:cNvSpPr>
            <a:spLocks noGrp="1"/>
          </p:cNvSpPr>
          <p:nvPr/>
        </p:nvSpPr>
        <p:spPr>
          <a:xfrm>
            <a:off x="6009238" y="345583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0" name="F2_precision_recall_distributions_4644">
            <a:extLst>
              <a:ext uri="{FF2B5EF4-FFF2-40B4-BE49-F238E27FC236}">
                <a16:creationId xmlns:a16="http://schemas.microsoft.com/office/drawing/2014/main" id="{BFF4D634-E429-4979-9626-30BF2C9F42D9}"/>
              </a:ext>
            </a:extLst>
          </p:cNvPr>
          <p:cNvSpPr>
            <a:spLocks noGrp="1"/>
          </p:cNvSpPr>
          <p:nvPr/>
        </p:nvSpPr>
        <p:spPr>
          <a:xfrm>
            <a:off x="6001756" y="30031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1" name="F2_precision_recall_distributions_4645">
            <a:extLst>
              <a:ext uri="{FF2B5EF4-FFF2-40B4-BE49-F238E27FC236}">
                <a16:creationId xmlns:a16="http://schemas.microsoft.com/office/drawing/2014/main" id="{C824EE64-3E2D-437B-B83B-62077BDC3D06}"/>
              </a:ext>
            </a:extLst>
          </p:cNvPr>
          <p:cNvSpPr>
            <a:spLocks noGrp="1"/>
          </p:cNvSpPr>
          <p:nvPr/>
        </p:nvSpPr>
        <p:spPr>
          <a:xfrm>
            <a:off x="615832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2" name="F2_precision_recall_distributions_4646">
            <a:extLst>
              <a:ext uri="{FF2B5EF4-FFF2-40B4-BE49-F238E27FC236}">
                <a16:creationId xmlns:a16="http://schemas.microsoft.com/office/drawing/2014/main" id="{55E9D901-10EF-4179-9BDA-1A521DBA0D39}"/>
              </a:ext>
            </a:extLst>
          </p:cNvPr>
          <p:cNvSpPr>
            <a:spLocks noGrp="1"/>
          </p:cNvSpPr>
          <p:nvPr/>
        </p:nvSpPr>
        <p:spPr>
          <a:xfrm>
            <a:off x="593025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3" name="F2_precision_recall_distributions_4647">
            <a:extLst>
              <a:ext uri="{FF2B5EF4-FFF2-40B4-BE49-F238E27FC236}">
                <a16:creationId xmlns:a16="http://schemas.microsoft.com/office/drawing/2014/main" id="{0EDEDB82-7D21-43B5-A27B-E37FCB4992CA}"/>
              </a:ext>
            </a:extLst>
          </p:cNvPr>
          <p:cNvSpPr>
            <a:spLocks noGrp="1"/>
          </p:cNvSpPr>
          <p:nvPr/>
        </p:nvSpPr>
        <p:spPr>
          <a:xfrm>
            <a:off x="605432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4" name="F2_precision_recall_distributions_4648">
            <a:extLst>
              <a:ext uri="{FF2B5EF4-FFF2-40B4-BE49-F238E27FC236}">
                <a16:creationId xmlns:a16="http://schemas.microsoft.com/office/drawing/2014/main" id="{0F83E4C4-4EA4-44BE-96F3-4601DB727FBC}"/>
              </a:ext>
            </a:extLst>
          </p:cNvPr>
          <p:cNvSpPr>
            <a:spLocks noGrp="1"/>
          </p:cNvSpPr>
          <p:nvPr/>
        </p:nvSpPr>
        <p:spPr>
          <a:xfrm>
            <a:off x="5916631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5" name="F2_precision_recall_distributions_4649">
            <a:extLst>
              <a:ext uri="{FF2B5EF4-FFF2-40B4-BE49-F238E27FC236}">
                <a16:creationId xmlns:a16="http://schemas.microsoft.com/office/drawing/2014/main" id="{E6A0309D-5845-4060-8CEC-E5AD89A89058}"/>
              </a:ext>
            </a:extLst>
          </p:cNvPr>
          <p:cNvSpPr>
            <a:spLocks noGrp="1"/>
          </p:cNvSpPr>
          <p:nvPr/>
        </p:nvSpPr>
        <p:spPr>
          <a:xfrm>
            <a:off x="6128383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6" name="F2_precision_recall_distributions_4650">
            <a:extLst>
              <a:ext uri="{FF2B5EF4-FFF2-40B4-BE49-F238E27FC236}">
                <a16:creationId xmlns:a16="http://schemas.microsoft.com/office/drawing/2014/main" id="{5A688089-572D-4977-8A3A-3051B81E6B15}"/>
              </a:ext>
            </a:extLst>
          </p:cNvPr>
          <p:cNvSpPr>
            <a:spLocks noGrp="1"/>
          </p:cNvSpPr>
          <p:nvPr/>
        </p:nvSpPr>
        <p:spPr>
          <a:xfrm>
            <a:off x="6161384" y="34982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7" name="F2_precision_recall_distributions_4651">
            <a:extLst>
              <a:ext uri="{FF2B5EF4-FFF2-40B4-BE49-F238E27FC236}">
                <a16:creationId xmlns:a16="http://schemas.microsoft.com/office/drawing/2014/main" id="{B3F1DB88-2B6A-4250-850F-793CE929A3C5}"/>
              </a:ext>
            </a:extLst>
          </p:cNvPr>
          <p:cNvSpPr>
            <a:spLocks noGrp="1"/>
          </p:cNvSpPr>
          <p:nvPr/>
        </p:nvSpPr>
        <p:spPr>
          <a:xfrm>
            <a:off x="5974340" y="29677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8" name="F2_precision_recall_distributions_4652">
            <a:extLst>
              <a:ext uri="{FF2B5EF4-FFF2-40B4-BE49-F238E27FC236}">
                <a16:creationId xmlns:a16="http://schemas.microsoft.com/office/drawing/2014/main" id="{D48BFCAE-2E5C-40F6-B4B6-C4BD75C09A39}"/>
              </a:ext>
            </a:extLst>
          </p:cNvPr>
          <p:cNvSpPr>
            <a:spLocks noGrp="1"/>
          </p:cNvSpPr>
          <p:nvPr/>
        </p:nvSpPr>
        <p:spPr>
          <a:xfrm>
            <a:off x="6100928" y="361615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39" name="F2_precision_recall_distributions_4653">
            <a:extLst>
              <a:ext uri="{FF2B5EF4-FFF2-40B4-BE49-F238E27FC236}">
                <a16:creationId xmlns:a16="http://schemas.microsoft.com/office/drawing/2014/main" id="{723EC282-68C3-4E44-849D-F57037C7F646}"/>
              </a:ext>
            </a:extLst>
          </p:cNvPr>
          <p:cNvSpPr>
            <a:spLocks noGrp="1"/>
          </p:cNvSpPr>
          <p:nvPr/>
        </p:nvSpPr>
        <p:spPr>
          <a:xfrm>
            <a:off x="596195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0" name="F2_precision_recall_distributions_4654">
            <a:extLst>
              <a:ext uri="{FF2B5EF4-FFF2-40B4-BE49-F238E27FC236}">
                <a16:creationId xmlns:a16="http://schemas.microsoft.com/office/drawing/2014/main" id="{50F5218A-DEE0-4644-BBBC-239BD84FB710}"/>
              </a:ext>
            </a:extLst>
          </p:cNvPr>
          <p:cNvSpPr>
            <a:spLocks noGrp="1"/>
          </p:cNvSpPr>
          <p:nvPr/>
        </p:nvSpPr>
        <p:spPr>
          <a:xfrm>
            <a:off x="613579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1" name="F2_precision_recall_distributions_4655">
            <a:extLst>
              <a:ext uri="{FF2B5EF4-FFF2-40B4-BE49-F238E27FC236}">
                <a16:creationId xmlns:a16="http://schemas.microsoft.com/office/drawing/2014/main" id="{E395E52E-7624-45E8-9026-04F5501DDFCD}"/>
              </a:ext>
            </a:extLst>
          </p:cNvPr>
          <p:cNvSpPr>
            <a:spLocks noGrp="1"/>
          </p:cNvSpPr>
          <p:nvPr/>
        </p:nvSpPr>
        <p:spPr>
          <a:xfrm>
            <a:off x="6080770" y="30738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2" name="F2_precision_recall_distributions_4656">
            <a:extLst>
              <a:ext uri="{FF2B5EF4-FFF2-40B4-BE49-F238E27FC236}">
                <a16:creationId xmlns:a16="http://schemas.microsoft.com/office/drawing/2014/main" id="{929A9268-C1F2-4D08-BEDE-1ACFA64B23F3}"/>
              </a:ext>
            </a:extLst>
          </p:cNvPr>
          <p:cNvSpPr>
            <a:spLocks noGrp="1"/>
          </p:cNvSpPr>
          <p:nvPr/>
        </p:nvSpPr>
        <p:spPr>
          <a:xfrm>
            <a:off x="5910177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3" name="F2_precision_recall_distributions_4657">
            <a:extLst>
              <a:ext uri="{FF2B5EF4-FFF2-40B4-BE49-F238E27FC236}">
                <a16:creationId xmlns:a16="http://schemas.microsoft.com/office/drawing/2014/main" id="{CB6F91A9-88AA-4149-8DEE-EB251855D2DF}"/>
              </a:ext>
            </a:extLst>
          </p:cNvPr>
          <p:cNvSpPr>
            <a:spLocks noGrp="1"/>
          </p:cNvSpPr>
          <p:nvPr/>
        </p:nvSpPr>
        <p:spPr>
          <a:xfrm>
            <a:off x="6119632" y="3370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4" name="F2_precision_recall_distributions_4658">
            <a:extLst>
              <a:ext uri="{FF2B5EF4-FFF2-40B4-BE49-F238E27FC236}">
                <a16:creationId xmlns:a16="http://schemas.microsoft.com/office/drawing/2014/main" id="{F752FD23-8EF8-4119-8A45-D727660B50A4}"/>
              </a:ext>
            </a:extLst>
          </p:cNvPr>
          <p:cNvSpPr>
            <a:spLocks noGrp="1"/>
          </p:cNvSpPr>
          <p:nvPr/>
        </p:nvSpPr>
        <p:spPr>
          <a:xfrm>
            <a:off x="615486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5" name="F2_precision_recall_distributions_4659">
            <a:extLst>
              <a:ext uri="{FF2B5EF4-FFF2-40B4-BE49-F238E27FC236}">
                <a16:creationId xmlns:a16="http://schemas.microsoft.com/office/drawing/2014/main" id="{8FED716E-8E94-45BE-BFA8-BD55082CC7B1}"/>
              </a:ext>
            </a:extLst>
          </p:cNvPr>
          <p:cNvSpPr>
            <a:spLocks noGrp="1"/>
          </p:cNvSpPr>
          <p:nvPr/>
        </p:nvSpPr>
        <p:spPr>
          <a:xfrm>
            <a:off x="596808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6" name="F2_precision_recall_distributions_4660">
            <a:extLst>
              <a:ext uri="{FF2B5EF4-FFF2-40B4-BE49-F238E27FC236}">
                <a16:creationId xmlns:a16="http://schemas.microsoft.com/office/drawing/2014/main" id="{925A14D4-EAC9-4A02-80AA-82F19E9EBAEF}"/>
              </a:ext>
            </a:extLst>
          </p:cNvPr>
          <p:cNvSpPr>
            <a:spLocks noGrp="1"/>
          </p:cNvSpPr>
          <p:nvPr/>
        </p:nvSpPr>
        <p:spPr>
          <a:xfrm>
            <a:off x="5823869" y="31446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7" name="F2_precision_recall_distributions_4661">
            <a:extLst>
              <a:ext uri="{FF2B5EF4-FFF2-40B4-BE49-F238E27FC236}">
                <a16:creationId xmlns:a16="http://schemas.microsoft.com/office/drawing/2014/main" id="{7D061A46-EBE9-4B46-8440-1A2AEB448906}"/>
              </a:ext>
            </a:extLst>
          </p:cNvPr>
          <p:cNvSpPr>
            <a:spLocks noGrp="1"/>
          </p:cNvSpPr>
          <p:nvPr/>
        </p:nvSpPr>
        <p:spPr>
          <a:xfrm>
            <a:off x="596787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8" name="F2_precision_recall_distributions_4662">
            <a:extLst>
              <a:ext uri="{FF2B5EF4-FFF2-40B4-BE49-F238E27FC236}">
                <a16:creationId xmlns:a16="http://schemas.microsoft.com/office/drawing/2014/main" id="{DC7DA4A8-62C1-4745-8F51-BFB6E3E02EFB}"/>
              </a:ext>
            </a:extLst>
          </p:cNvPr>
          <p:cNvSpPr>
            <a:spLocks noGrp="1"/>
          </p:cNvSpPr>
          <p:nvPr/>
        </p:nvSpPr>
        <p:spPr>
          <a:xfrm>
            <a:off x="6014982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49" name="F2_precision_recall_distributions_4663">
            <a:extLst>
              <a:ext uri="{FF2B5EF4-FFF2-40B4-BE49-F238E27FC236}">
                <a16:creationId xmlns:a16="http://schemas.microsoft.com/office/drawing/2014/main" id="{88087336-8A0F-40F7-8375-8ED54963F395}"/>
              </a:ext>
            </a:extLst>
          </p:cNvPr>
          <p:cNvSpPr>
            <a:spLocks noGrp="1"/>
          </p:cNvSpPr>
          <p:nvPr/>
        </p:nvSpPr>
        <p:spPr>
          <a:xfrm>
            <a:off x="5933216" y="33467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0" name="F2_precision_recall_distributions_4664">
            <a:extLst>
              <a:ext uri="{FF2B5EF4-FFF2-40B4-BE49-F238E27FC236}">
                <a16:creationId xmlns:a16="http://schemas.microsoft.com/office/drawing/2014/main" id="{053ED18A-A73F-4093-BA74-E0B2DF693814}"/>
              </a:ext>
            </a:extLst>
          </p:cNvPr>
          <p:cNvSpPr>
            <a:spLocks noGrp="1"/>
          </p:cNvSpPr>
          <p:nvPr/>
        </p:nvSpPr>
        <p:spPr>
          <a:xfrm>
            <a:off x="6033168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1" name="F2_precision_recall_distributions_4665">
            <a:extLst>
              <a:ext uri="{FF2B5EF4-FFF2-40B4-BE49-F238E27FC236}">
                <a16:creationId xmlns:a16="http://schemas.microsoft.com/office/drawing/2014/main" id="{FC4A322C-39A9-41ED-9799-BEABDD2E561F}"/>
              </a:ext>
            </a:extLst>
          </p:cNvPr>
          <p:cNvSpPr>
            <a:spLocks noGrp="1"/>
          </p:cNvSpPr>
          <p:nvPr/>
        </p:nvSpPr>
        <p:spPr>
          <a:xfrm>
            <a:off x="591678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2" name="F2_precision_recall_distributions_4666">
            <a:extLst>
              <a:ext uri="{FF2B5EF4-FFF2-40B4-BE49-F238E27FC236}">
                <a16:creationId xmlns:a16="http://schemas.microsoft.com/office/drawing/2014/main" id="{32175DAE-0345-4A30-AF4A-6E32A0DF9931}"/>
              </a:ext>
            </a:extLst>
          </p:cNvPr>
          <p:cNvSpPr>
            <a:spLocks noGrp="1"/>
          </p:cNvSpPr>
          <p:nvPr/>
        </p:nvSpPr>
        <p:spPr>
          <a:xfrm>
            <a:off x="5823146" y="31251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3" name="F2_precision_recall_distributions_4667">
            <a:extLst>
              <a:ext uri="{FF2B5EF4-FFF2-40B4-BE49-F238E27FC236}">
                <a16:creationId xmlns:a16="http://schemas.microsoft.com/office/drawing/2014/main" id="{05D3C291-58C3-4279-91BC-EEC788DBAB2F}"/>
              </a:ext>
            </a:extLst>
          </p:cNvPr>
          <p:cNvSpPr>
            <a:spLocks noGrp="1"/>
          </p:cNvSpPr>
          <p:nvPr/>
        </p:nvSpPr>
        <p:spPr>
          <a:xfrm>
            <a:off x="5942896" y="320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4" name="F2_precision_recall_distributions_4668">
            <a:extLst>
              <a:ext uri="{FF2B5EF4-FFF2-40B4-BE49-F238E27FC236}">
                <a16:creationId xmlns:a16="http://schemas.microsoft.com/office/drawing/2014/main" id="{A8901206-74FE-4390-9C0D-B6A4B8583125}"/>
              </a:ext>
            </a:extLst>
          </p:cNvPr>
          <p:cNvSpPr>
            <a:spLocks noGrp="1"/>
          </p:cNvSpPr>
          <p:nvPr/>
        </p:nvSpPr>
        <p:spPr>
          <a:xfrm>
            <a:off x="598090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5" name="F2_precision_recall_distributions_4669">
            <a:extLst>
              <a:ext uri="{FF2B5EF4-FFF2-40B4-BE49-F238E27FC236}">
                <a16:creationId xmlns:a16="http://schemas.microsoft.com/office/drawing/2014/main" id="{205D6974-BC6B-464E-BDD9-2043C173A324}"/>
              </a:ext>
            </a:extLst>
          </p:cNvPr>
          <p:cNvSpPr>
            <a:spLocks noGrp="1"/>
          </p:cNvSpPr>
          <p:nvPr/>
        </p:nvSpPr>
        <p:spPr>
          <a:xfrm>
            <a:off x="5874518" y="36408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6" name="F2_precision_recall_distributions_4670">
            <a:extLst>
              <a:ext uri="{FF2B5EF4-FFF2-40B4-BE49-F238E27FC236}">
                <a16:creationId xmlns:a16="http://schemas.microsoft.com/office/drawing/2014/main" id="{121A2AC4-32FA-4C5F-9F4F-489C00C78D7C}"/>
              </a:ext>
            </a:extLst>
          </p:cNvPr>
          <p:cNvSpPr>
            <a:spLocks noGrp="1"/>
          </p:cNvSpPr>
          <p:nvPr/>
        </p:nvSpPr>
        <p:spPr>
          <a:xfrm>
            <a:off x="6077707" y="34275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7" name="F2_precision_recall_distributions_4671">
            <a:extLst>
              <a:ext uri="{FF2B5EF4-FFF2-40B4-BE49-F238E27FC236}">
                <a16:creationId xmlns:a16="http://schemas.microsoft.com/office/drawing/2014/main" id="{63C17246-65EB-4B35-945B-B549F7F3F35F}"/>
              </a:ext>
            </a:extLst>
          </p:cNvPr>
          <p:cNvSpPr>
            <a:spLocks noGrp="1"/>
          </p:cNvSpPr>
          <p:nvPr/>
        </p:nvSpPr>
        <p:spPr>
          <a:xfrm>
            <a:off x="6127106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8" name="F2_precision_recall_distributions_4672">
            <a:extLst>
              <a:ext uri="{FF2B5EF4-FFF2-40B4-BE49-F238E27FC236}">
                <a16:creationId xmlns:a16="http://schemas.microsoft.com/office/drawing/2014/main" id="{A314954C-57DA-4C30-9866-2E6C3EBA2772}"/>
              </a:ext>
            </a:extLst>
          </p:cNvPr>
          <p:cNvSpPr>
            <a:spLocks noGrp="1"/>
          </p:cNvSpPr>
          <p:nvPr/>
        </p:nvSpPr>
        <p:spPr>
          <a:xfrm>
            <a:off x="5807859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59" name="F2_precision_recall_distributions_4673">
            <a:extLst>
              <a:ext uri="{FF2B5EF4-FFF2-40B4-BE49-F238E27FC236}">
                <a16:creationId xmlns:a16="http://schemas.microsoft.com/office/drawing/2014/main" id="{81394DFB-9F8A-429D-859E-B1443DB2C66E}"/>
              </a:ext>
            </a:extLst>
          </p:cNvPr>
          <p:cNvSpPr>
            <a:spLocks noGrp="1"/>
          </p:cNvSpPr>
          <p:nvPr/>
        </p:nvSpPr>
        <p:spPr>
          <a:xfrm>
            <a:off x="5921854" y="2861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0" name="F2_precision_recall_distributions_4674">
            <a:extLst>
              <a:ext uri="{FF2B5EF4-FFF2-40B4-BE49-F238E27FC236}">
                <a16:creationId xmlns:a16="http://schemas.microsoft.com/office/drawing/2014/main" id="{48DDDBCB-3AD2-47AB-A73C-B29483801C68}"/>
              </a:ext>
            </a:extLst>
          </p:cNvPr>
          <p:cNvSpPr>
            <a:spLocks noGrp="1"/>
          </p:cNvSpPr>
          <p:nvPr/>
        </p:nvSpPr>
        <p:spPr>
          <a:xfrm>
            <a:off x="5950395" y="37067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1" name="F2_precision_recall_distributions_4675">
            <a:extLst>
              <a:ext uri="{FF2B5EF4-FFF2-40B4-BE49-F238E27FC236}">
                <a16:creationId xmlns:a16="http://schemas.microsoft.com/office/drawing/2014/main" id="{B532A6B3-34C1-45F7-9B18-3CED2FEFB1F1}"/>
              </a:ext>
            </a:extLst>
          </p:cNvPr>
          <p:cNvSpPr>
            <a:spLocks noGrp="1"/>
          </p:cNvSpPr>
          <p:nvPr/>
        </p:nvSpPr>
        <p:spPr>
          <a:xfrm>
            <a:off x="5895023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2" name="F2_precision_recall_distributions_4676">
            <a:extLst>
              <a:ext uri="{FF2B5EF4-FFF2-40B4-BE49-F238E27FC236}">
                <a16:creationId xmlns:a16="http://schemas.microsoft.com/office/drawing/2014/main" id="{63EE60A9-4EB0-4DE0-9991-76397FE78E9B}"/>
              </a:ext>
            </a:extLst>
          </p:cNvPr>
          <p:cNvSpPr>
            <a:spLocks noGrp="1"/>
          </p:cNvSpPr>
          <p:nvPr/>
        </p:nvSpPr>
        <p:spPr>
          <a:xfrm>
            <a:off x="6054112" y="371046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3" name="F2_precision_recall_distributions_4677">
            <a:extLst>
              <a:ext uri="{FF2B5EF4-FFF2-40B4-BE49-F238E27FC236}">
                <a16:creationId xmlns:a16="http://schemas.microsoft.com/office/drawing/2014/main" id="{E5C3DBC8-4217-421B-A489-6FD7F0A6F896}"/>
              </a:ext>
            </a:extLst>
          </p:cNvPr>
          <p:cNvSpPr>
            <a:spLocks noGrp="1"/>
          </p:cNvSpPr>
          <p:nvPr/>
        </p:nvSpPr>
        <p:spPr>
          <a:xfrm>
            <a:off x="6828430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01817" y="848766"/>
                </a:moveTo>
                <a:lnTo>
                  <a:pt x="173280" y="848766"/>
                </a:lnTo>
                <a:lnTo>
                  <a:pt x="176112" y="842186"/>
                </a:lnTo>
                <a:lnTo>
                  <a:pt x="184306" y="835606"/>
                </a:lnTo>
                <a:lnTo>
                  <a:pt x="197004" y="829027"/>
                </a:lnTo>
                <a:lnTo>
                  <a:pt x="212939" y="822447"/>
                </a:lnTo>
                <a:lnTo>
                  <a:pt x="230645" y="815868"/>
                </a:lnTo>
                <a:lnTo>
                  <a:pt x="248669" y="809288"/>
                </a:lnTo>
                <a:lnTo>
                  <a:pt x="265762" y="802708"/>
                </a:lnTo>
                <a:lnTo>
                  <a:pt x="280999" y="796129"/>
                </a:lnTo>
                <a:lnTo>
                  <a:pt x="293830" y="789549"/>
                </a:lnTo>
                <a:lnTo>
                  <a:pt x="304059" y="782970"/>
                </a:lnTo>
                <a:lnTo>
                  <a:pt x="311776" y="776390"/>
                </a:lnTo>
                <a:lnTo>
                  <a:pt x="317265" y="769811"/>
                </a:lnTo>
                <a:lnTo>
                  <a:pt x="320914" y="763231"/>
                </a:lnTo>
                <a:lnTo>
                  <a:pt x="323138" y="756651"/>
                </a:lnTo>
                <a:lnTo>
                  <a:pt x="324327" y="750072"/>
                </a:lnTo>
                <a:lnTo>
                  <a:pt x="324816" y="743492"/>
                </a:lnTo>
                <a:lnTo>
                  <a:pt x="324872" y="736913"/>
                </a:lnTo>
                <a:lnTo>
                  <a:pt x="324694" y="730333"/>
                </a:lnTo>
                <a:lnTo>
                  <a:pt x="324420" y="723754"/>
                </a:lnTo>
                <a:lnTo>
                  <a:pt x="324130" y="717174"/>
                </a:lnTo>
                <a:lnTo>
                  <a:pt x="323854" y="710594"/>
                </a:lnTo>
                <a:lnTo>
                  <a:pt x="323587" y="704015"/>
                </a:lnTo>
                <a:lnTo>
                  <a:pt x="323294" y="697435"/>
                </a:lnTo>
                <a:lnTo>
                  <a:pt x="322925" y="690856"/>
                </a:lnTo>
                <a:lnTo>
                  <a:pt x="322433" y="684276"/>
                </a:lnTo>
                <a:lnTo>
                  <a:pt x="321782" y="677697"/>
                </a:lnTo>
                <a:lnTo>
                  <a:pt x="320963" y="671117"/>
                </a:lnTo>
                <a:lnTo>
                  <a:pt x="319997" y="664537"/>
                </a:lnTo>
                <a:lnTo>
                  <a:pt x="318932" y="657958"/>
                </a:lnTo>
                <a:lnTo>
                  <a:pt x="317836" y="651378"/>
                </a:lnTo>
                <a:lnTo>
                  <a:pt x="316784" y="644799"/>
                </a:lnTo>
                <a:lnTo>
                  <a:pt x="315840" y="638219"/>
                </a:lnTo>
                <a:lnTo>
                  <a:pt x="315054" y="631639"/>
                </a:lnTo>
                <a:lnTo>
                  <a:pt x="314446" y="625060"/>
                </a:lnTo>
                <a:lnTo>
                  <a:pt x="314016" y="618480"/>
                </a:lnTo>
                <a:lnTo>
                  <a:pt x="313745" y="611901"/>
                </a:lnTo>
                <a:lnTo>
                  <a:pt x="313607" y="605321"/>
                </a:lnTo>
                <a:lnTo>
                  <a:pt x="313581" y="598742"/>
                </a:lnTo>
                <a:lnTo>
                  <a:pt x="313656" y="592162"/>
                </a:lnTo>
                <a:lnTo>
                  <a:pt x="313834" y="585582"/>
                </a:lnTo>
                <a:lnTo>
                  <a:pt x="314124" y="579003"/>
                </a:lnTo>
                <a:lnTo>
                  <a:pt x="314533" y="572423"/>
                </a:lnTo>
                <a:lnTo>
                  <a:pt x="315060" y="565844"/>
                </a:lnTo>
                <a:lnTo>
                  <a:pt x="315686" y="559264"/>
                </a:lnTo>
                <a:lnTo>
                  <a:pt x="316372" y="552685"/>
                </a:lnTo>
                <a:lnTo>
                  <a:pt x="317067" y="546105"/>
                </a:lnTo>
                <a:lnTo>
                  <a:pt x="317708" y="539525"/>
                </a:lnTo>
                <a:lnTo>
                  <a:pt x="318233" y="532946"/>
                </a:lnTo>
                <a:lnTo>
                  <a:pt x="318579" y="526366"/>
                </a:lnTo>
                <a:lnTo>
                  <a:pt x="318687" y="519787"/>
                </a:lnTo>
                <a:lnTo>
                  <a:pt x="318489" y="513207"/>
                </a:lnTo>
                <a:lnTo>
                  <a:pt x="317906" y="506627"/>
                </a:lnTo>
                <a:lnTo>
                  <a:pt x="316841" y="500048"/>
                </a:lnTo>
                <a:lnTo>
                  <a:pt x="315184" y="493468"/>
                </a:lnTo>
                <a:lnTo>
                  <a:pt x="312823" y="486889"/>
                </a:lnTo>
                <a:lnTo>
                  <a:pt x="309679" y="480309"/>
                </a:lnTo>
                <a:lnTo>
                  <a:pt x="305733" y="473730"/>
                </a:lnTo>
                <a:lnTo>
                  <a:pt x="301064" y="467150"/>
                </a:lnTo>
                <a:lnTo>
                  <a:pt x="295871" y="460570"/>
                </a:lnTo>
                <a:lnTo>
                  <a:pt x="290479" y="453991"/>
                </a:lnTo>
                <a:lnTo>
                  <a:pt x="285306" y="447411"/>
                </a:lnTo>
                <a:lnTo>
                  <a:pt x="280822" y="440832"/>
                </a:lnTo>
                <a:lnTo>
                  <a:pt x="277471" y="434252"/>
                </a:lnTo>
                <a:lnTo>
                  <a:pt x="275600" y="427673"/>
                </a:lnTo>
                <a:lnTo>
                  <a:pt x="275398" y="421093"/>
                </a:lnTo>
                <a:lnTo>
                  <a:pt x="276859" y="414513"/>
                </a:lnTo>
                <a:lnTo>
                  <a:pt x="279783" y="407934"/>
                </a:lnTo>
                <a:lnTo>
                  <a:pt x="283811" y="401354"/>
                </a:lnTo>
                <a:lnTo>
                  <a:pt x="288484" y="394775"/>
                </a:lnTo>
                <a:lnTo>
                  <a:pt x="293313" y="388195"/>
                </a:lnTo>
                <a:lnTo>
                  <a:pt x="297847" y="381616"/>
                </a:lnTo>
                <a:lnTo>
                  <a:pt x="301716" y="375036"/>
                </a:lnTo>
                <a:lnTo>
                  <a:pt x="304660" y="368456"/>
                </a:lnTo>
                <a:lnTo>
                  <a:pt x="306528" y="361877"/>
                </a:lnTo>
                <a:lnTo>
                  <a:pt x="307268" y="355297"/>
                </a:lnTo>
                <a:lnTo>
                  <a:pt x="306910" y="348718"/>
                </a:lnTo>
                <a:lnTo>
                  <a:pt x="305543" y="342138"/>
                </a:lnTo>
                <a:lnTo>
                  <a:pt x="303310" y="335558"/>
                </a:lnTo>
                <a:lnTo>
                  <a:pt x="300401" y="328979"/>
                </a:lnTo>
                <a:lnTo>
                  <a:pt x="297055" y="322399"/>
                </a:lnTo>
                <a:lnTo>
                  <a:pt x="293549" y="315820"/>
                </a:lnTo>
                <a:lnTo>
                  <a:pt x="290193" y="309240"/>
                </a:lnTo>
                <a:lnTo>
                  <a:pt x="287296" y="302661"/>
                </a:lnTo>
                <a:lnTo>
                  <a:pt x="285136" y="296081"/>
                </a:lnTo>
                <a:lnTo>
                  <a:pt x="283920" y="289501"/>
                </a:lnTo>
                <a:lnTo>
                  <a:pt x="283750" y="282922"/>
                </a:lnTo>
                <a:lnTo>
                  <a:pt x="284601" y="276342"/>
                </a:lnTo>
                <a:lnTo>
                  <a:pt x="286330" y="269763"/>
                </a:lnTo>
                <a:lnTo>
                  <a:pt x="288700" y="263183"/>
                </a:lnTo>
                <a:lnTo>
                  <a:pt x="291423" y="256604"/>
                </a:lnTo>
                <a:lnTo>
                  <a:pt x="294215" y="250024"/>
                </a:lnTo>
                <a:lnTo>
                  <a:pt x="296840" y="243444"/>
                </a:lnTo>
                <a:lnTo>
                  <a:pt x="299148" y="236865"/>
                </a:lnTo>
                <a:lnTo>
                  <a:pt x="301081" y="230285"/>
                </a:lnTo>
                <a:lnTo>
                  <a:pt x="302665" y="223706"/>
                </a:lnTo>
                <a:lnTo>
                  <a:pt x="303984" y="217126"/>
                </a:lnTo>
                <a:lnTo>
                  <a:pt x="305141" y="210546"/>
                </a:lnTo>
                <a:lnTo>
                  <a:pt x="306233" y="203967"/>
                </a:lnTo>
                <a:lnTo>
                  <a:pt x="307321" y="197387"/>
                </a:lnTo>
                <a:lnTo>
                  <a:pt x="308430" y="190808"/>
                </a:lnTo>
                <a:lnTo>
                  <a:pt x="309548" y="184228"/>
                </a:lnTo>
                <a:lnTo>
                  <a:pt x="310647" y="177649"/>
                </a:lnTo>
                <a:lnTo>
                  <a:pt x="311695" y="171069"/>
                </a:lnTo>
                <a:lnTo>
                  <a:pt x="312677" y="164489"/>
                </a:lnTo>
                <a:lnTo>
                  <a:pt x="313599" y="157910"/>
                </a:lnTo>
                <a:lnTo>
                  <a:pt x="314487" y="151330"/>
                </a:lnTo>
                <a:lnTo>
                  <a:pt x="315375" y="144751"/>
                </a:lnTo>
                <a:lnTo>
                  <a:pt x="316292" y="138171"/>
                </a:lnTo>
                <a:lnTo>
                  <a:pt x="317239" y="131592"/>
                </a:lnTo>
                <a:lnTo>
                  <a:pt x="318173" y="125012"/>
                </a:lnTo>
                <a:lnTo>
                  <a:pt x="318985" y="118432"/>
                </a:lnTo>
                <a:lnTo>
                  <a:pt x="319487" y="111853"/>
                </a:lnTo>
                <a:lnTo>
                  <a:pt x="319389" y="105273"/>
                </a:lnTo>
                <a:lnTo>
                  <a:pt x="318286" y="98694"/>
                </a:lnTo>
                <a:lnTo>
                  <a:pt x="315640" y="92114"/>
                </a:lnTo>
                <a:lnTo>
                  <a:pt x="310780" y="85535"/>
                </a:lnTo>
                <a:lnTo>
                  <a:pt x="302919" y="78955"/>
                </a:lnTo>
                <a:lnTo>
                  <a:pt x="291214" y="72375"/>
                </a:lnTo>
                <a:lnTo>
                  <a:pt x="274872" y="65796"/>
                </a:lnTo>
                <a:lnTo>
                  <a:pt x="253302" y="59216"/>
                </a:lnTo>
                <a:lnTo>
                  <a:pt x="226314" y="52637"/>
                </a:lnTo>
                <a:lnTo>
                  <a:pt x="194305" y="46057"/>
                </a:lnTo>
                <a:lnTo>
                  <a:pt x="158414" y="39477"/>
                </a:lnTo>
                <a:lnTo>
                  <a:pt x="120564" y="32898"/>
                </a:lnTo>
                <a:lnTo>
                  <a:pt x="83371" y="26318"/>
                </a:lnTo>
                <a:lnTo>
                  <a:pt x="49883" y="19739"/>
                </a:lnTo>
                <a:lnTo>
                  <a:pt x="23189" y="13159"/>
                </a:lnTo>
                <a:lnTo>
                  <a:pt x="5958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39" y="6580"/>
                </a:lnTo>
                <a:lnTo>
                  <a:pt x="651907" y="13159"/>
                </a:lnTo>
                <a:lnTo>
                  <a:pt x="625213" y="19739"/>
                </a:lnTo>
                <a:lnTo>
                  <a:pt x="591725" y="26318"/>
                </a:lnTo>
                <a:lnTo>
                  <a:pt x="554533" y="32898"/>
                </a:lnTo>
                <a:lnTo>
                  <a:pt x="516683" y="39477"/>
                </a:lnTo>
                <a:lnTo>
                  <a:pt x="480791" y="46057"/>
                </a:lnTo>
                <a:lnTo>
                  <a:pt x="448783" y="52637"/>
                </a:lnTo>
                <a:lnTo>
                  <a:pt x="421794" y="59216"/>
                </a:lnTo>
                <a:lnTo>
                  <a:pt x="400225" y="65796"/>
                </a:lnTo>
                <a:lnTo>
                  <a:pt x="383882" y="72375"/>
                </a:lnTo>
                <a:lnTo>
                  <a:pt x="372178" y="78955"/>
                </a:lnTo>
                <a:lnTo>
                  <a:pt x="364317" y="85535"/>
                </a:lnTo>
                <a:lnTo>
                  <a:pt x="359457" y="92114"/>
                </a:lnTo>
                <a:lnTo>
                  <a:pt x="356811" y="98694"/>
                </a:lnTo>
                <a:lnTo>
                  <a:pt x="355707" y="105273"/>
                </a:lnTo>
                <a:lnTo>
                  <a:pt x="355609" y="111853"/>
                </a:lnTo>
                <a:lnTo>
                  <a:pt x="356111" y="118432"/>
                </a:lnTo>
                <a:lnTo>
                  <a:pt x="356924" y="125012"/>
                </a:lnTo>
                <a:lnTo>
                  <a:pt x="357858" y="131592"/>
                </a:lnTo>
                <a:lnTo>
                  <a:pt x="358805" y="138171"/>
                </a:lnTo>
                <a:lnTo>
                  <a:pt x="359722" y="144751"/>
                </a:lnTo>
                <a:lnTo>
                  <a:pt x="360610" y="151330"/>
                </a:lnTo>
                <a:lnTo>
                  <a:pt x="361497" y="157910"/>
                </a:lnTo>
                <a:lnTo>
                  <a:pt x="362419" y="164489"/>
                </a:lnTo>
                <a:lnTo>
                  <a:pt x="363401" y="171069"/>
                </a:lnTo>
                <a:lnTo>
                  <a:pt x="364450" y="177649"/>
                </a:lnTo>
                <a:lnTo>
                  <a:pt x="365549" y="184228"/>
                </a:lnTo>
                <a:lnTo>
                  <a:pt x="366667" y="190808"/>
                </a:lnTo>
                <a:lnTo>
                  <a:pt x="367776" y="197387"/>
                </a:lnTo>
                <a:lnTo>
                  <a:pt x="368864" y="203967"/>
                </a:lnTo>
                <a:lnTo>
                  <a:pt x="369955" y="210546"/>
                </a:lnTo>
                <a:lnTo>
                  <a:pt x="371113" y="217126"/>
                </a:lnTo>
                <a:lnTo>
                  <a:pt x="372431" y="223706"/>
                </a:lnTo>
                <a:lnTo>
                  <a:pt x="374015" y="230285"/>
                </a:lnTo>
                <a:lnTo>
                  <a:pt x="375948" y="236865"/>
                </a:lnTo>
                <a:lnTo>
                  <a:pt x="378256" y="243444"/>
                </a:lnTo>
                <a:lnTo>
                  <a:pt x="380882" y="250024"/>
                </a:lnTo>
                <a:lnTo>
                  <a:pt x="383673" y="256604"/>
                </a:lnTo>
                <a:lnTo>
                  <a:pt x="386396" y="263183"/>
                </a:lnTo>
                <a:lnTo>
                  <a:pt x="388766" y="269763"/>
                </a:lnTo>
                <a:lnTo>
                  <a:pt x="390496" y="276342"/>
                </a:lnTo>
                <a:lnTo>
                  <a:pt x="391347" y="282922"/>
                </a:lnTo>
                <a:lnTo>
                  <a:pt x="391176" y="289501"/>
                </a:lnTo>
                <a:lnTo>
                  <a:pt x="389960" y="296081"/>
                </a:lnTo>
                <a:lnTo>
                  <a:pt x="387801" y="302661"/>
                </a:lnTo>
                <a:lnTo>
                  <a:pt x="384904" y="309240"/>
                </a:lnTo>
                <a:lnTo>
                  <a:pt x="381547" y="315820"/>
                </a:lnTo>
                <a:lnTo>
                  <a:pt x="378042" y="322399"/>
                </a:lnTo>
                <a:lnTo>
                  <a:pt x="374695" y="328979"/>
                </a:lnTo>
                <a:lnTo>
                  <a:pt x="371787" y="335558"/>
                </a:lnTo>
                <a:lnTo>
                  <a:pt x="369554" y="342138"/>
                </a:lnTo>
                <a:lnTo>
                  <a:pt x="368187" y="348718"/>
                </a:lnTo>
                <a:lnTo>
                  <a:pt x="367828" y="355297"/>
                </a:lnTo>
                <a:lnTo>
                  <a:pt x="368569" y="361877"/>
                </a:lnTo>
                <a:lnTo>
                  <a:pt x="370437" y="368456"/>
                </a:lnTo>
                <a:lnTo>
                  <a:pt x="373380" y="375036"/>
                </a:lnTo>
                <a:lnTo>
                  <a:pt x="377249" y="381616"/>
                </a:lnTo>
                <a:lnTo>
                  <a:pt x="381783" y="388195"/>
                </a:lnTo>
                <a:lnTo>
                  <a:pt x="386613" y="394775"/>
                </a:lnTo>
                <a:lnTo>
                  <a:pt x="391285" y="401354"/>
                </a:lnTo>
                <a:lnTo>
                  <a:pt x="395313" y="407934"/>
                </a:lnTo>
                <a:lnTo>
                  <a:pt x="398238" y="414513"/>
                </a:lnTo>
                <a:lnTo>
                  <a:pt x="399699" y="421093"/>
                </a:lnTo>
                <a:lnTo>
                  <a:pt x="399497" y="427673"/>
                </a:lnTo>
                <a:lnTo>
                  <a:pt x="397626" y="434252"/>
                </a:lnTo>
                <a:lnTo>
                  <a:pt x="394274" y="440832"/>
                </a:lnTo>
                <a:lnTo>
                  <a:pt x="389790" y="447411"/>
                </a:lnTo>
                <a:lnTo>
                  <a:pt x="384618" y="453991"/>
                </a:lnTo>
                <a:lnTo>
                  <a:pt x="379225" y="460570"/>
                </a:lnTo>
                <a:lnTo>
                  <a:pt x="374033" y="467150"/>
                </a:lnTo>
                <a:lnTo>
                  <a:pt x="369364" y="473730"/>
                </a:lnTo>
                <a:lnTo>
                  <a:pt x="365417" y="480309"/>
                </a:lnTo>
                <a:lnTo>
                  <a:pt x="362273" y="486889"/>
                </a:lnTo>
                <a:lnTo>
                  <a:pt x="359913" y="493468"/>
                </a:lnTo>
                <a:lnTo>
                  <a:pt x="358255" y="500048"/>
                </a:lnTo>
                <a:lnTo>
                  <a:pt x="357190" y="506627"/>
                </a:lnTo>
                <a:lnTo>
                  <a:pt x="356608" y="513207"/>
                </a:lnTo>
                <a:lnTo>
                  <a:pt x="356410" y="519787"/>
                </a:lnTo>
                <a:lnTo>
                  <a:pt x="356517" y="526366"/>
                </a:lnTo>
                <a:lnTo>
                  <a:pt x="356864" y="532946"/>
                </a:lnTo>
                <a:lnTo>
                  <a:pt x="357388" y="539525"/>
                </a:lnTo>
                <a:lnTo>
                  <a:pt x="358030" y="546105"/>
                </a:lnTo>
                <a:lnTo>
                  <a:pt x="358724" y="552685"/>
                </a:lnTo>
                <a:lnTo>
                  <a:pt x="359411" y="559264"/>
                </a:lnTo>
                <a:lnTo>
                  <a:pt x="360036" y="565844"/>
                </a:lnTo>
                <a:lnTo>
                  <a:pt x="360563" y="572423"/>
                </a:lnTo>
                <a:lnTo>
                  <a:pt x="360973" y="579003"/>
                </a:lnTo>
                <a:lnTo>
                  <a:pt x="361262" y="585582"/>
                </a:lnTo>
                <a:lnTo>
                  <a:pt x="361440" y="592162"/>
                </a:lnTo>
                <a:lnTo>
                  <a:pt x="361516" y="598742"/>
                </a:lnTo>
                <a:lnTo>
                  <a:pt x="361490" y="605321"/>
                </a:lnTo>
                <a:lnTo>
                  <a:pt x="361352" y="611901"/>
                </a:lnTo>
                <a:lnTo>
                  <a:pt x="361080" y="618480"/>
                </a:lnTo>
                <a:lnTo>
                  <a:pt x="360650" y="625060"/>
                </a:lnTo>
                <a:lnTo>
                  <a:pt x="360043" y="631639"/>
                </a:lnTo>
                <a:lnTo>
                  <a:pt x="359256" y="638219"/>
                </a:lnTo>
                <a:lnTo>
                  <a:pt x="358313" y="644799"/>
                </a:lnTo>
                <a:lnTo>
                  <a:pt x="357260" y="651378"/>
                </a:lnTo>
                <a:lnTo>
                  <a:pt x="356164" y="657958"/>
                </a:lnTo>
                <a:lnTo>
                  <a:pt x="355099" y="664537"/>
                </a:lnTo>
                <a:lnTo>
                  <a:pt x="354133" y="671117"/>
                </a:lnTo>
                <a:lnTo>
                  <a:pt x="353315" y="677697"/>
                </a:lnTo>
                <a:lnTo>
                  <a:pt x="352664" y="684276"/>
                </a:lnTo>
                <a:lnTo>
                  <a:pt x="352171" y="690856"/>
                </a:lnTo>
                <a:lnTo>
                  <a:pt x="351802" y="697435"/>
                </a:lnTo>
                <a:lnTo>
                  <a:pt x="351509" y="704015"/>
                </a:lnTo>
                <a:lnTo>
                  <a:pt x="351242" y="710594"/>
                </a:lnTo>
                <a:lnTo>
                  <a:pt x="350967" y="717174"/>
                </a:lnTo>
                <a:lnTo>
                  <a:pt x="350676" y="723754"/>
                </a:lnTo>
                <a:lnTo>
                  <a:pt x="350402" y="730333"/>
                </a:lnTo>
                <a:lnTo>
                  <a:pt x="350225" y="736913"/>
                </a:lnTo>
                <a:lnTo>
                  <a:pt x="350281" y="743492"/>
                </a:lnTo>
                <a:lnTo>
                  <a:pt x="350769" y="750072"/>
                </a:lnTo>
                <a:lnTo>
                  <a:pt x="351958" y="756651"/>
                </a:lnTo>
                <a:lnTo>
                  <a:pt x="354183" y="763231"/>
                </a:lnTo>
                <a:lnTo>
                  <a:pt x="357832" y="769811"/>
                </a:lnTo>
                <a:lnTo>
                  <a:pt x="363321" y="776390"/>
                </a:lnTo>
                <a:lnTo>
                  <a:pt x="371038" y="782970"/>
                </a:lnTo>
                <a:lnTo>
                  <a:pt x="381267" y="789549"/>
                </a:lnTo>
                <a:lnTo>
                  <a:pt x="394097" y="796129"/>
                </a:lnTo>
                <a:lnTo>
                  <a:pt x="409334" y="802708"/>
                </a:lnTo>
                <a:lnTo>
                  <a:pt x="426427" y="809288"/>
                </a:lnTo>
                <a:lnTo>
                  <a:pt x="444452" y="815868"/>
                </a:lnTo>
                <a:lnTo>
                  <a:pt x="462157" y="822447"/>
                </a:lnTo>
                <a:lnTo>
                  <a:pt x="478093" y="829027"/>
                </a:lnTo>
                <a:lnTo>
                  <a:pt x="490790" y="835606"/>
                </a:lnTo>
                <a:lnTo>
                  <a:pt x="498984" y="842186"/>
                </a:lnTo>
                <a:lnTo>
                  <a:pt x="501817" y="848766"/>
                </a:lnTo>
                <a:lnTo>
                  <a:pt x="50181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1864" name="F2_precision_recall_distributions_4678">
            <a:extLst>
              <a:ext uri="{FF2B5EF4-FFF2-40B4-BE49-F238E27FC236}">
                <a16:creationId xmlns:a16="http://schemas.microsoft.com/office/drawing/2014/main" id="{9D8B3A25-F442-46F8-AC22-3ED755BDEAF4}"/>
              </a:ext>
            </a:extLst>
          </p:cNvPr>
          <p:cNvSpPr>
            <a:spLocks noGrp="1"/>
          </p:cNvSpPr>
          <p:nvPr/>
        </p:nvSpPr>
        <p:spPr>
          <a:xfrm>
            <a:off x="733663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5" name="F2_precision_recall_distributions_4679">
            <a:extLst>
              <a:ext uri="{FF2B5EF4-FFF2-40B4-BE49-F238E27FC236}">
                <a16:creationId xmlns:a16="http://schemas.microsoft.com/office/drawing/2014/main" id="{DA6A4D3B-D01C-4A20-958D-C1D6D30935AE}"/>
              </a:ext>
            </a:extLst>
          </p:cNvPr>
          <p:cNvSpPr>
            <a:spLocks noGrp="1"/>
          </p:cNvSpPr>
          <p:nvPr/>
        </p:nvSpPr>
        <p:spPr>
          <a:xfrm>
            <a:off x="70644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6" name="F2_precision_recall_distributions_4680">
            <a:extLst>
              <a:ext uri="{FF2B5EF4-FFF2-40B4-BE49-F238E27FC236}">
                <a16:creationId xmlns:a16="http://schemas.microsoft.com/office/drawing/2014/main" id="{AA954F45-6DE1-45C6-9B48-BBE00C760DF0}"/>
              </a:ext>
            </a:extLst>
          </p:cNvPr>
          <p:cNvSpPr>
            <a:spLocks noGrp="1"/>
          </p:cNvSpPr>
          <p:nvPr/>
        </p:nvSpPr>
        <p:spPr>
          <a:xfrm>
            <a:off x="729039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7" name="F2_precision_recall_distributions_4681">
            <a:extLst>
              <a:ext uri="{FF2B5EF4-FFF2-40B4-BE49-F238E27FC236}">
                <a16:creationId xmlns:a16="http://schemas.microsoft.com/office/drawing/2014/main" id="{8D80D021-37C2-4A83-A5D1-D75EC5E1799C}"/>
              </a:ext>
            </a:extLst>
          </p:cNvPr>
          <p:cNvSpPr>
            <a:spLocks noGrp="1"/>
          </p:cNvSpPr>
          <p:nvPr/>
        </p:nvSpPr>
        <p:spPr>
          <a:xfrm>
            <a:off x="7216956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8" name="F2_precision_recall_distributions_4682">
            <a:extLst>
              <a:ext uri="{FF2B5EF4-FFF2-40B4-BE49-F238E27FC236}">
                <a16:creationId xmlns:a16="http://schemas.microsoft.com/office/drawing/2014/main" id="{5DC949C4-BC13-44C9-AF8D-A6544BC2BE1B}"/>
              </a:ext>
            </a:extLst>
          </p:cNvPr>
          <p:cNvSpPr>
            <a:spLocks noGrp="1"/>
          </p:cNvSpPr>
          <p:nvPr/>
        </p:nvSpPr>
        <p:spPr>
          <a:xfrm>
            <a:off x="7139480" y="32190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69" name="F2_precision_recall_distributions_4683">
            <a:extLst>
              <a:ext uri="{FF2B5EF4-FFF2-40B4-BE49-F238E27FC236}">
                <a16:creationId xmlns:a16="http://schemas.microsoft.com/office/drawing/2014/main" id="{09AA0D4F-CB44-4207-869D-EF00CA259488}"/>
              </a:ext>
            </a:extLst>
          </p:cNvPr>
          <p:cNvSpPr>
            <a:spLocks noGrp="1"/>
          </p:cNvSpPr>
          <p:nvPr/>
        </p:nvSpPr>
        <p:spPr>
          <a:xfrm>
            <a:off x="731692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0" name="F2_precision_recall_distributions_4684">
            <a:extLst>
              <a:ext uri="{FF2B5EF4-FFF2-40B4-BE49-F238E27FC236}">
                <a16:creationId xmlns:a16="http://schemas.microsoft.com/office/drawing/2014/main" id="{63604FFB-4AD3-4EFC-8927-B8A05ABB478D}"/>
              </a:ext>
            </a:extLst>
          </p:cNvPr>
          <p:cNvSpPr>
            <a:spLocks noGrp="1"/>
          </p:cNvSpPr>
          <p:nvPr/>
        </p:nvSpPr>
        <p:spPr>
          <a:xfrm>
            <a:off x="70404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1" name="F2_precision_recall_distributions_4685">
            <a:extLst>
              <a:ext uri="{FF2B5EF4-FFF2-40B4-BE49-F238E27FC236}">
                <a16:creationId xmlns:a16="http://schemas.microsoft.com/office/drawing/2014/main" id="{9F0A2AAA-0AEF-48A2-AD94-3D3183E14650}"/>
              </a:ext>
            </a:extLst>
          </p:cNvPr>
          <p:cNvSpPr>
            <a:spLocks noGrp="1"/>
          </p:cNvSpPr>
          <p:nvPr/>
        </p:nvSpPr>
        <p:spPr>
          <a:xfrm>
            <a:off x="721360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2" name="F2_precision_recall_distributions_4686">
            <a:extLst>
              <a:ext uri="{FF2B5EF4-FFF2-40B4-BE49-F238E27FC236}">
                <a16:creationId xmlns:a16="http://schemas.microsoft.com/office/drawing/2014/main" id="{F7ACC4B7-D275-4FD0-BEE9-72BD3A6D8661}"/>
              </a:ext>
            </a:extLst>
          </p:cNvPr>
          <p:cNvSpPr>
            <a:spLocks noGrp="1"/>
          </p:cNvSpPr>
          <p:nvPr/>
        </p:nvSpPr>
        <p:spPr>
          <a:xfrm>
            <a:off x="7029548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3" name="F2_precision_recall_distributions_4687">
            <a:extLst>
              <a:ext uri="{FF2B5EF4-FFF2-40B4-BE49-F238E27FC236}">
                <a16:creationId xmlns:a16="http://schemas.microsoft.com/office/drawing/2014/main" id="{A4C03A5C-BA68-43B5-A017-2A2C16DBE988}"/>
              </a:ext>
            </a:extLst>
          </p:cNvPr>
          <p:cNvSpPr>
            <a:spLocks noGrp="1"/>
          </p:cNvSpPr>
          <p:nvPr/>
        </p:nvSpPr>
        <p:spPr>
          <a:xfrm>
            <a:off x="70794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4" name="F2_precision_recall_distributions_4688">
            <a:extLst>
              <a:ext uri="{FF2B5EF4-FFF2-40B4-BE49-F238E27FC236}">
                <a16:creationId xmlns:a16="http://schemas.microsoft.com/office/drawing/2014/main" id="{41649650-2309-4AF8-BA8C-D02BDD620292}"/>
              </a:ext>
            </a:extLst>
          </p:cNvPr>
          <p:cNvSpPr>
            <a:spLocks noGrp="1"/>
          </p:cNvSpPr>
          <p:nvPr/>
        </p:nvSpPr>
        <p:spPr>
          <a:xfrm>
            <a:off x="7308542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5" name="F2_precision_recall_distributions_4689">
            <a:extLst>
              <a:ext uri="{FF2B5EF4-FFF2-40B4-BE49-F238E27FC236}">
                <a16:creationId xmlns:a16="http://schemas.microsoft.com/office/drawing/2014/main" id="{D94144ED-BAA5-4D2A-B1C5-E4249AC9EC5D}"/>
              </a:ext>
            </a:extLst>
          </p:cNvPr>
          <p:cNvSpPr>
            <a:spLocks noGrp="1"/>
          </p:cNvSpPr>
          <p:nvPr/>
        </p:nvSpPr>
        <p:spPr>
          <a:xfrm>
            <a:off x="711047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6" name="F2_precision_recall_distributions_4690">
            <a:extLst>
              <a:ext uri="{FF2B5EF4-FFF2-40B4-BE49-F238E27FC236}">
                <a16:creationId xmlns:a16="http://schemas.microsoft.com/office/drawing/2014/main" id="{102D5004-98E6-45B3-9519-AADCE642E325}"/>
              </a:ext>
            </a:extLst>
          </p:cNvPr>
          <p:cNvSpPr>
            <a:spLocks noGrp="1"/>
          </p:cNvSpPr>
          <p:nvPr/>
        </p:nvSpPr>
        <p:spPr>
          <a:xfrm>
            <a:off x="718271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7" name="F2_precision_recall_distributions_4691">
            <a:extLst>
              <a:ext uri="{FF2B5EF4-FFF2-40B4-BE49-F238E27FC236}">
                <a16:creationId xmlns:a16="http://schemas.microsoft.com/office/drawing/2014/main" id="{E747D16D-7C19-4182-B914-F70F1665FB97}"/>
              </a:ext>
            </a:extLst>
          </p:cNvPr>
          <p:cNvSpPr>
            <a:spLocks noGrp="1"/>
          </p:cNvSpPr>
          <p:nvPr/>
        </p:nvSpPr>
        <p:spPr>
          <a:xfrm>
            <a:off x="7332131" y="31799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8" name="F2_precision_recall_distributions_4692">
            <a:extLst>
              <a:ext uri="{FF2B5EF4-FFF2-40B4-BE49-F238E27FC236}">
                <a16:creationId xmlns:a16="http://schemas.microsoft.com/office/drawing/2014/main" id="{5335008D-B8B4-4039-9529-82709F4590D3}"/>
              </a:ext>
            </a:extLst>
          </p:cNvPr>
          <p:cNvSpPr>
            <a:spLocks noGrp="1"/>
          </p:cNvSpPr>
          <p:nvPr/>
        </p:nvSpPr>
        <p:spPr>
          <a:xfrm>
            <a:off x="710894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79" name="F2_precision_recall_distributions_4693">
            <a:extLst>
              <a:ext uri="{FF2B5EF4-FFF2-40B4-BE49-F238E27FC236}">
                <a16:creationId xmlns:a16="http://schemas.microsoft.com/office/drawing/2014/main" id="{9B6716FD-1CCB-4D2A-B9D8-18F1454A833E}"/>
              </a:ext>
            </a:extLst>
          </p:cNvPr>
          <p:cNvSpPr>
            <a:spLocks noGrp="1"/>
          </p:cNvSpPr>
          <p:nvPr/>
        </p:nvSpPr>
        <p:spPr>
          <a:xfrm>
            <a:off x="733256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0" name="F2_precision_recall_distributions_4694">
            <a:extLst>
              <a:ext uri="{FF2B5EF4-FFF2-40B4-BE49-F238E27FC236}">
                <a16:creationId xmlns:a16="http://schemas.microsoft.com/office/drawing/2014/main" id="{4D65D09B-EB40-4C68-82A9-277E70726661}"/>
              </a:ext>
            </a:extLst>
          </p:cNvPr>
          <p:cNvSpPr>
            <a:spLocks noGrp="1"/>
          </p:cNvSpPr>
          <p:nvPr/>
        </p:nvSpPr>
        <p:spPr>
          <a:xfrm>
            <a:off x="707474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1" name="F2_precision_recall_distributions_4695">
            <a:extLst>
              <a:ext uri="{FF2B5EF4-FFF2-40B4-BE49-F238E27FC236}">
                <a16:creationId xmlns:a16="http://schemas.microsoft.com/office/drawing/2014/main" id="{EAE8942D-CB45-457E-9B80-8241F2B20D82}"/>
              </a:ext>
            </a:extLst>
          </p:cNvPr>
          <p:cNvSpPr>
            <a:spLocks noGrp="1"/>
          </p:cNvSpPr>
          <p:nvPr/>
        </p:nvSpPr>
        <p:spPr>
          <a:xfrm>
            <a:off x="704362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2" name="F2_precision_recall_distributions_4696">
            <a:extLst>
              <a:ext uri="{FF2B5EF4-FFF2-40B4-BE49-F238E27FC236}">
                <a16:creationId xmlns:a16="http://schemas.microsoft.com/office/drawing/2014/main" id="{AEC83196-363D-4FF5-81E0-E7EB04165409}"/>
              </a:ext>
            </a:extLst>
          </p:cNvPr>
          <p:cNvSpPr>
            <a:spLocks noGrp="1"/>
          </p:cNvSpPr>
          <p:nvPr/>
        </p:nvSpPr>
        <p:spPr>
          <a:xfrm>
            <a:off x="72013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3" name="F2_precision_recall_distributions_4697">
            <a:extLst>
              <a:ext uri="{FF2B5EF4-FFF2-40B4-BE49-F238E27FC236}">
                <a16:creationId xmlns:a16="http://schemas.microsoft.com/office/drawing/2014/main" id="{FECBDE16-1087-405E-B5B7-BCF64264ED18}"/>
              </a:ext>
            </a:extLst>
          </p:cNvPr>
          <p:cNvSpPr>
            <a:spLocks noGrp="1"/>
          </p:cNvSpPr>
          <p:nvPr/>
        </p:nvSpPr>
        <p:spPr>
          <a:xfrm>
            <a:off x="7337868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4" name="F2_precision_recall_distributions_4698">
            <a:extLst>
              <a:ext uri="{FF2B5EF4-FFF2-40B4-BE49-F238E27FC236}">
                <a16:creationId xmlns:a16="http://schemas.microsoft.com/office/drawing/2014/main" id="{825D974E-15E6-4B82-8E7C-AE2032B1CFAD}"/>
              </a:ext>
            </a:extLst>
          </p:cNvPr>
          <p:cNvSpPr>
            <a:spLocks noGrp="1"/>
          </p:cNvSpPr>
          <p:nvPr/>
        </p:nvSpPr>
        <p:spPr>
          <a:xfrm>
            <a:off x="7298844" y="347469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5" name="F2_precision_recall_distributions_4699">
            <a:extLst>
              <a:ext uri="{FF2B5EF4-FFF2-40B4-BE49-F238E27FC236}">
                <a16:creationId xmlns:a16="http://schemas.microsoft.com/office/drawing/2014/main" id="{D8627550-9061-42A9-B424-03B526D684E8}"/>
              </a:ext>
            </a:extLst>
          </p:cNvPr>
          <p:cNvSpPr>
            <a:spLocks noGrp="1"/>
          </p:cNvSpPr>
          <p:nvPr/>
        </p:nvSpPr>
        <p:spPr>
          <a:xfrm>
            <a:off x="710066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6" name="F2_precision_recall_distributions_4700">
            <a:extLst>
              <a:ext uri="{FF2B5EF4-FFF2-40B4-BE49-F238E27FC236}">
                <a16:creationId xmlns:a16="http://schemas.microsoft.com/office/drawing/2014/main" id="{6434587F-726C-4154-BC1C-A8638B64703D}"/>
              </a:ext>
            </a:extLst>
          </p:cNvPr>
          <p:cNvSpPr>
            <a:spLocks noGrp="1"/>
          </p:cNvSpPr>
          <p:nvPr/>
        </p:nvSpPr>
        <p:spPr>
          <a:xfrm>
            <a:off x="7053277" y="30314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7" name="F2_precision_recall_distributions_4701">
            <a:extLst>
              <a:ext uri="{FF2B5EF4-FFF2-40B4-BE49-F238E27FC236}">
                <a16:creationId xmlns:a16="http://schemas.microsoft.com/office/drawing/2014/main" id="{A305A448-990E-4ED0-BB5A-732793626008}"/>
              </a:ext>
            </a:extLst>
          </p:cNvPr>
          <p:cNvSpPr>
            <a:spLocks noGrp="1"/>
          </p:cNvSpPr>
          <p:nvPr/>
        </p:nvSpPr>
        <p:spPr>
          <a:xfrm>
            <a:off x="7102295" y="31799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8" name="F2_precision_recall_distributions_4702">
            <a:extLst>
              <a:ext uri="{FF2B5EF4-FFF2-40B4-BE49-F238E27FC236}">
                <a16:creationId xmlns:a16="http://schemas.microsoft.com/office/drawing/2014/main" id="{94A38A2C-60D4-4215-BBB2-39CBC9CB23BA}"/>
              </a:ext>
            </a:extLst>
          </p:cNvPr>
          <p:cNvSpPr>
            <a:spLocks noGrp="1"/>
          </p:cNvSpPr>
          <p:nvPr/>
        </p:nvSpPr>
        <p:spPr>
          <a:xfrm>
            <a:off x="7022719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89" name="F2_precision_recall_distributions_4703">
            <a:extLst>
              <a:ext uri="{FF2B5EF4-FFF2-40B4-BE49-F238E27FC236}">
                <a16:creationId xmlns:a16="http://schemas.microsoft.com/office/drawing/2014/main" id="{D1103868-FEF2-4B4F-A3D0-0611CE7DAD91}"/>
              </a:ext>
            </a:extLst>
          </p:cNvPr>
          <p:cNvSpPr>
            <a:spLocks noGrp="1"/>
          </p:cNvSpPr>
          <p:nvPr/>
        </p:nvSpPr>
        <p:spPr>
          <a:xfrm>
            <a:off x="703486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0" name="F2_precision_recall_distributions_4704">
            <a:extLst>
              <a:ext uri="{FF2B5EF4-FFF2-40B4-BE49-F238E27FC236}">
                <a16:creationId xmlns:a16="http://schemas.microsoft.com/office/drawing/2014/main" id="{50B3556F-34DE-405A-B21D-C2E033EAD94D}"/>
              </a:ext>
            </a:extLst>
          </p:cNvPr>
          <p:cNvSpPr>
            <a:spLocks noGrp="1"/>
          </p:cNvSpPr>
          <p:nvPr/>
        </p:nvSpPr>
        <p:spPr>
          <a:xfrm>
            <a:off x="72757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1" name="F2_precision_recall_distributions_4705">
            <a:extLst>
              <a:ext uri="{FF2B5EF4-FFF2-40B4-BE49-F238E27FC236}">
                <a16:creationId xmlns:a16="http://schemas.microsoft.com/office/drawing/2014/main" id="{939D5950-C1B8-4398-87F3-40BFCDA53282}"/>
              </a:ext>
            </a:extLst>
          </p:cNvPr>
          <p:cNvSpPr>
            <a:spLocks noGrp="1"/>
          </p:cNvSpPr>
          <p:nvPr/>
        </p:nvSpPr>
        <p:spPr>
          <a:xfrm>
            <a:off x="6978247" y="35145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2" name="F2_precision_recall_distributions_4706">
            <a:extLst>
              <a:ext uri="{FF2B5EF4-FFF2-40B4-BE49-F238E27FC236}">
                <a16:creationId xmlns:a16="http://schemas.microsoft.com/office/drawing/2014/main" id="{29E0CFAD-D228-4B07-8057-3BE735C76747}"/>
              </a:ext>
            </a:extLst>
          </p:cNvPr>
          <p:cNvSpPr>
            <a:spLocks noGrp="1"/>
          </p:cNvSpPr>
          <p:nvPr/>
        </p:nvSpPr>
        <p:spPr>
          <a:xfrm>
            <a:off x="7156053" y="33467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3" name="F2_precision_recall_distributions_4707">
            <a:extLst>
              <a:ext uri="{FF2B5EF4-FFF2-40B4-BE49-F238E27FC236}">
                <a16:creationId xmlns:a16="http://schemas.microsoft.com/office/drawing/2014/main" id="{1A6D5A6A-1F9A-4B2C-951E-4808A95B9B53}"/>
              </a:ext>
            </a:extLst>
          </p:cNvPr>
          <p:cNvSpPr>
            <a:spLocks noGrp="1"/>
          </p:cNvSpPr>
          <p:nvPr/>
        </p:nvSpPr>
        <p:spPr>
          <a:xfrm>
            <a:off x="70501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4" name="F2_precision_recall_distributions_4708">
            <a:extLst>
              <a:ext uri="{FF2B5EF4-FFF2-40B4-BE49-F238E27FC236}">
                <a16:creationId xmlns:a16="http://schemas.microsoft.com/office/drawing/2014/main" id="{38DE3C08-D4F7-4523-B899-BE71F39078B4}"/>
              </a:ext>
            </a:extLst>
          </p:cNvPr>
          <p:cNvSpPr>
            <a:spLocks noGrp="1"/>
          </p:cNvSpPr>
          <p:nvPr/>
        </p:nvSpPr>
        <p:spPr>
          <a:xfrm>
            <a:off x="728303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5" name="F2_precision_recall_distributions_4709">
            <a:extLst>
              <a:ext uri="{FF2B5EF4-FFF2-40B4-BE49-F238E27FC236}">
                <a16:creationId xmlns:a16="http://schemas.microsoft.com/office/drawing/2014/main" id="{E64A4B5A-D6D5-4AEE-89EF-52E03434C25D}"/>
              </a:ext>
            </a:extLst>
          </p:cNvPr>
          <p:cNvSpPr>
            <a:spLocks noGrp="1"/>
          </p:cNvSpPr>
          <p:nvPr/>
        </p:nvSpPr>
        <p:spPr>
          <a:xfrm>
            <a:off x="7008901" y="35798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6" name="F2_precision_recall_distributions_4710">
            <a:extLst>
              <a:ext uri="{FF2B5EF4-FFF2-40B4-BE49-F238E27FC236}">
                <a16:creationId xmlns:a16="http://schemas.microsoft.com/office/drawing/2014/main" id="{232775B3-2AE7-4905-A58A-2C840070B129}"/>
              </a:ext>
            </a:extLst>
          </p:cNvPr>
          <p:cNvSpPr>
            <a:spLocks noGrp="1"/>
          </p:cNvSpPr>
          <p:nvPr/>
        </p:nvSpPr>
        <p:spPr>
          <a:xfrm>
            <a:off x="70929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7" name="F2_precision_recall_distributions_4711">
            <a:extLst>
              <a:ext uri="{FF2B5EF4-FFF2-40B4-BE49-F238E27FC236}">
                <a16:creationId xmlns:a16="http://schemas.microsoft.com/office/drawing/2014/main" id="{4B2D0E02-34B1-49AE-8356-56BCE3E4EE5B}"/>
              </a:ext>
            </a:extLst>
          </p:cNvPr>
          <p:cNvSpPr>
            <a:spLocks noGrp="1"/>
          </p:cNvSpPr>
          <p:nvPr/>
        </p:nvSpPr>
        <p:spPr>
          <a:xfrm>
            <a:off x="710897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8" name="F2_precision_recall_distributions_4712">
            <a:extLst>
              <a:ext uri="{FF2B5EF4-FFF2-40B4-BE49-F238E27FC236}">
                <a16:creationId xmlns:a16="http://schemas.microsoft.com/office/drawing/2014/main" id="{558F60FD-4B9F-4CD4-A48E-ADE09E189260}"/>
              </a:ext>
            </a:extLst>
          </p:cNvPr>
          <p:cNvSpPr>
            <a:spLocks noGrp="1"/>
          </p:cNvSpPr>
          <p:nvPr/>
        </p:nvSpPr>
        <p:spPr>
          <a:xfrm>
            <a:off x="728972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899" name="F2_precision_recall_distributions_4713">
            <a:extLst>
              <a:ext uri="{FF2B5EF4-FFF2-40B4-BE49-F238E27FC236}">
                <a16:creationId xmlns:a16="http://schemas.microsoft.com/office/drawing/2014/main" id="{B9E96C65-DEC1-425C-96E2-C40BF983AEF7}"/>
              </a:ext>
            </a:extLst>
          </p:cNvPr>
          <p:cNvSpPr>
            <a:spLocks noGrp="1"/>
          </p:cNvSpPr>
          <p:nvPr/>
        </p:nvSpPr>
        <p:spPr>
          <a:xfrm>
            <a:off x="72071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0" name="F2_precision_recall_distributions_4714">
            <a:extLst>
              <a:ext uri="{FF2B5EF4-FFF2-40B4-BE49-F238E27FC236}">
                <a16:creationId xmlns:a16="http://schemas.microsoft.com/office/drawing/2014/main" id="{8B2F92FD-E78C-4A36-AAAF-99C5E1BAE083}"/>
              </a:ext>
            </a:extLst>
          </p:cNvPr>
          <p:cNvSpPr>
            <a:spLocks noGrp="1"/>
          </p:cNvSpPr>
          <p:nvPr/>
        </p:nvSpPr>
        <p:spPr>
          <a:xfrm>
            <a:off x="703983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1" name="F2_precision_recall_distributions_4715">
            <a:extLst>
              <a:ext uri="{FF2B5EF4-FFF2-40B4-BE49-F238E27FC236}">
                <a16:creationId xmlns:a16="http://schemas.microsoft.com/office/drawing/2014/main" id="{06634A48-C888-4741-972F-BF0F8D679FBB}"/>
              </a:ext>
            </a:extLst>
          </p:cNvPr>
          <p:cNvSpPr>
            <a:spLocks noGrp="1"/>
          </p:cNvSpPr>
          <p:nvPr/>
        </p:nvSpPr>
        <p:spPr>
          <a:xfrm>
            <a:off x="724506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2" name="F2_precision_recall_distributions_4716">
            <a:extLst>
              <a:ext uri="{FF2B5EF4-FFF2-40B4-BE49-F238E27FC236}">
                <a16:creationId xmlns:a16="http://schemas.microsoft.com/office/drawing/2014/main" id="{F45BFBA5-9C0F-4049-B208-5FE8859D6E76}"/>
              </a:ext>
            </a:extLst>
          </p:cNvPr>
          <p:cNvSpPr>
            <a:spLocks noGrp="1"/>
          </p:cNvSpPr>
          <p:nvPr/>
        </p:nvSpPr>
        <p:spPr>
          <a:xfrm>
            <a:off x="701539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3" name="F2_precision_recall_distributions_4717">
            <a:extLst>
              <a:ext uri="{FF2B5EF4-FFF2-40B4-BE49-F238E27FC236}">
                <a16:creationId xmlns:a16="http://schemas.microsoft.com/office/drawing/2014/main" id="{A8CA4E4E-41FC-4CA4-97FC-DC54430F5B50}"/>
              </a:ext>
            </a:extLst>
          </p:cNvPr>
          <p:cNvSpPr>
            <a:spLocks noGrp="1"/>
          </p:cNvSpPr>
          <p:nvPr/>
        </p:nvSpPr>
        <p:spPr>
          <a:xfrm>
            <a:off x="70961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4" name="F2_precision_recall_distributions_4718">
            <a:extLst>
              <a:ext uri="{FF2B5EF4-FFF2-40B4-BE49-F238E27FC236}">
                <a16:creationId xmlns:a16="http://schemas.microsoft.com/office/drawing/2014/main" id="{0762A0BC-8CA1-4D06-8B2B-91CA3B919E4D}"/>
              </a:ext>
            </a:extLst>
          </p:cNvPr>
          <p:cNvSpPr>
            <a:spLocks noGrp="1"/>
          </p:cNvSpPr>
          <p:nvPr/>
        </p:nvSpPr>
        <p:spPr>
          <a:xfrm>
            <a:off x="721307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5" name="F2_precision_recall_distributions_4719">
            <a:extLst>
              <a:ext uri="{FF2B5EF4-FFF2-40B4-BE49-F238E27FC236}">
                <a16:creationId xmlns:a16="http://schemas.microsoft.com/office/drawing/2014/main" id="{E7F8ADE4-6A24-4A09-8EFF-D1EA7721277A}"/>
              </a:ext>
            </a:extLst>
          </p:cNvPr>
          <p:cNvSpPr>
            <a:spLocks noGrp="1"/>
          </p:cNvSpPr>
          <p:nvPr/>
        </p:nvSpPr>
        <p:spPr>
          <a:xfrm>
            <a:off x="7031532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6" name="F2_precision_recall_distributions_4720">
            <a:extLst>
              <a:ext uri="{FF2B5EF4-FFF2-40B4-BE49-F238E27FC236}">
                <a16:creationId xmlns:a16="http://schemas.microsoft.com/office/drawing/2014/main" id="{E895BB25-26A8-42CF-A1B4-291CE9DFB0FF}"/>
              </a:ext>
            </a:extLst>
          </p:cNvPr>
          <p:cNvSpPr>
            <a:spLocks noGrp="1"/>
          </p:cNvSpPr>
          <p:nvPr/>
        </p:nvSpPr>
        <p:spPr>
          <a:xfrm>
            <a:off x="70247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7" name="F2_precision_recall_distributions_4721">
            <a:extLst>
              <a:ext uri="{FF2B5EF4-FFF2-40B4-BE49-F238E27FC236}">
                <a16:creationId xmlns:a16="http://schemas.microsoft.com/office/drawing/2014/main" id="{1663A2F5-FE24-4DD0-A291-C1BA87DEE27A}"/>
              </a:ext>
            </a:extLst>
          </p:cNvPr>
          <p:cNvSpPr>
            <a:spLocks noGrp="1"/>
          </p:cNvSpPr>
          <p:nvPr/>
        </p:nvSpPr>
        <p:spPr>
          <a:xfrm>
            <a:off x="70134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8" name="F2_precision_recall_distributions_4722">
            <a:extLst>
              <a:ext uri="{FF2B5EF4-FFF2-40B4-BE49-F238E27FC236}">
                <a16:creationId xmlns:a16="http://schemas.microsoft.com/office/drawing/2014/main" id="{79F73942-63EE-471D-ADB1-B6C6BB9C1143}"/>
              </a:ext>
            </a:extLst>
          </p:cNvPr>
          <p:cNvSpPr>
            <a:spLocks noGrp="1"/>
          </p:cNvSpPr>
          <p:nvPr/>
        </p:nvSpPr>
        <p:spPr>
          <a:xfrm>
            <a:off x="705205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09" name="F2_precision_recall_distributions_4723">
            <a:extLst>
              <a:ext uri="{FF2B5EF4-FFF2-40B4-BE49-F238E27FC236}">
                <a16:creationId xmlns:a16="http://schemas.microsoft.com/office/drawing/2014/main" id="{C6967A57-83AC-415A-BFBA-6AAED7CB77A0}"/>
              </a:ext>
            </a:extLst>
          </p:cNvPr>
          <p:cNvSpPr>
            <a:spLocks noGrp="1"/>
          </p:cNvSpPr>
          <p:nvPr/>
        </p:nvSpPr>
        <p:spPr>
          <a:xfrm>
            <a:off x="729034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0" name="F2_precision_recall_distributions_4724">
            <a:extLst>
              <a:ext uri="{FF2B5EF4-FFF2-40B4-BE49-F238E27FC236}">
                <a16:creationId xmlns:a16="http://schemas.microsoft.com/office/drawing/2014/main" id="{56886C40-2739-4324-82BD-41D81351734E}"/>
              </a:ext>
            </a:extLst>
          </p:cNvPr>
          <p:cNvSpPr>
            <a:spLocks noGrp="1"/>
          </p:cNvSpPr>
          <p:nvPr/>
        </p:nvSpPr>
        <p:spPr>
          <a:xfrm>
            <a:off x="7255983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1" name="F2_precision_recall_distributions_4725">
            <a:extLst>
              <a:ext uri="{FF2B5EF4-FFF2-40B4-BE49-F238E27FC236}">
                <a16:creationId xmlns:a16="http://schemas.microsoft.com/office/drawing/2014/main" id="{C0D4196E-26D6-4580-8A44-C91A555B2606}"/>
              </a:ext>
            </a:extLst>
          </p:cNvPr>
          <p:cNvSpPr>
            <a:spLocks noGrp="1"/>
          </p:cNvSpPr>
          <p:nvPr/>
        </p:nvSpPr>
        <p:spPr>
          <a:xfrm>
            <a:off x="701351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2" name="F2_precision_recall_distributions_4726">
            <a:extLst>
              <a:ext uri="{FF2B5EF4-FFF2-40B4-BE49-F238E27FC236}">
                <a16:creationId xmlns:a16="http://schemas.microsoft.com/office/drawing/2014/main" id="{A596650B-F68B-4DC9-AD45-5A850429FCBD}"/>
              </a:ext>
            </a:extLst>
          </p:cNvPr>
          <p:cNvSpPr>
            <a:spLocks noGrp="1"/>
          </p:cNvSpPr>
          <p:nvPr/>
        </p:nvSpPr>
        <p:spPr>
          <a:xfrm>
            <a:off x="702150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3" name="F2_precision_recall_distributions_4727">
            <a:extLst>
              <a:ext uri="{FF2B5EF4-FFF2-40B4-BE49-F238E27FC236}">
                <a16:creationId xmlns:a16="http://schemas.microsoft.com/office/drawing/2014/main" id="{504C6899-486D-4E38-8DF9-EDA9673C5EF6}"/>
              </a:ext>
            </a:extLst>
          </p:cNvPr>
          <p:cNvSpPr>
            <a:spLocks noGrp="1"/>
          </p:cNvSpPr>
          <p:nvPr/>
        </p:nvSpPr>
        <p:spPr>
          <a:xfrm>
            <a:off x="7103431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4" name="F2_precision_recall_distributions_4728">
            <a:extLst>
              <a:ext uri="{FF2B5EF4-FFF2-40B4-BE49-F238E27FC236}">
                <a16:creationId xmlns:a16="http://schemas.microsoft.com/office/drawing/2014/main" id="{448E309B-A242-479A-AF16-C87734348ED7}"/>
              </a:ext>
            </a:extLst>
          </p:cNvPr>
          <p:cNvSpPr>
            <a:spLocks noGrp="1"/>
          </p:cNvSpPr>
          <p:nvPr/>
        </p:nvSpPr>
        <p:spPr>
          <a:xfrm>
            <a:off x="7190709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5" name="F2_precision_recall_distributions_4729">
            <a:extLst>
              <a:ext uri="{FF2B5EF4-FFF2-40B4-BE49-F238E27FC236}">
                <a16:creationId xmlns:a16="http://schemas.microsoft.com/office/drawing/2014/main" id="{D55E01AE-4A45-4AB3-8C5E-0FCA86CB98A9}"/>
              </a:ext>
            </a:extLst>
          </p:cNvPr>
          <p:cNvSpPr>
            <a:spLocks noGrp="1"/>
          </p:cNvSpPr>
          <p:nvPr/>
        </p:nvSpPr>
        <p:spPr>
          <a:xfrm>
            <a:off x="7030483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6" name="F2_precision_recall_distributions_4730">
            <a:extLst>
              <a:ext uri="{FF2B5EF4-FFF2-40B4-BE49-F238E27FC236}">
                <a16:creationId xmlns:a16="http://schemas.microsoft.com/office/drawing/2014/main" id="{F9A6B2BB-0189-41C9-8760-C2BCFF401D58}"/>
              </a:ext>
            </a:extLst>
          </p:cNvPr>
          <p:cNvSpPr>
            <a:spLocks noGrp="1"/>
          </p:cNvSpPr>
          <p:nvPr/>
        </p:nvSpPr>
        <p:spPr>
          <a:xfrm>
            <a:off x="7252754" y="29147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7" name="F2_precision_recall_distributions_4731">
            <a:extLst>
              <a:ext uri="{FF2B5EF4-FFF2-40B4-BE49-F238E27FC236}">
                <a16:creationId xmlns:a16="http://schemas.microsoft.com/office/drawing/2014/main" id="{C5BD05AD-C8BD-4A93-BEF7-63C37BC14B4F}"/>
              </a:ext>
            </a:extLst>
          </p:cNvPr>
          <p:cNvSpPr>
            <a:spLocks noGrp="1"/>
          </p:cNvSpPr>
          <p:nvPr/>
        </p:nvSpPr>
        <p:spPr>
          <a:xfrm>
            <a:off x="7199513" y="30716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8" name="F2_precision_recall_distributions_4732">
            <a:extLst>
              <a:ext uri="{FF2B5EF4-FFF2-40B4-BE49-F238E27FC236}">
                <a16:creationId xmlns:a16="http://schemas.microsoft.com/office/drawing/2014/main" id="{79C21820-60C3-4BC5-8A85-C7F42D56C680}"/>
              </a:ext>
            </a:extLst>
          </p:cNvPr>
          <p:cNvSpPr>
            <a:spLocks noGrp="1"/>
          </p:cNvSpPr>
          <p:nvPr/>
        </p:nvSpPr>
        <p:spPr>
          <a:xfrm>
            <a:off x="7209755" y="33062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19" name="F2_precision_recall_distributions_4733">
            <a:extLst>
              <a:ext uri="{FF2B5EF4-FFF2-40B4-BE49-F238E27FC236}">
                <a16:creationId xmlns:a16="http://schemas.microsoft.com/office/drawing/2014/main" id="{09D2777D-7FDF-4346-9DA4-5071B80B5E97}"/>
              </a:ext>
            </a:extLst>
          </p:cNvPr>
          <p:cNvSpPr>
            <a:spLocks noGrp="1"/>
          </p:cNvSpPr>
          <p:nvPr/>
        </p:nvSpPr>
        <p:spPr>
          <a:xfrm>
            <a:off x="699393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0" name="F2_precision_recall_distributions_4734">
            <a:extLst>
              <a:ext uri="{FF2B5EF4-FFF2-40B4-BE49-F238E27FC236}">
                <a16:creationId xmlns:a16="http://schemas.microsoft.com/office/drawing/2014/main" id="{DE32C5E1-090B-464F-A7C3-1E1BFB3954E0}"/>
              </a:ext>
            </a:extLst>
          </p:cNvPr>
          <p:cNvSpPr>
            <a:spLocks noGrp="1"/>
          </p:cNvSpPr>
          <p:nvPr/>
        </p:nvSpPr>
        <p:spPr>
          <a:xfrm>
            <a:off x="7109067" y="34679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1" name="F2_precision_recall_distributions_4735">
            <a:extLst>
              <a:ext uri="{FF2B5EF4-FFF2-40B4-BE49-F238E27FC236}">
                <a16:creationId xmlns:a16="http://schemas.microsoft.com/office/drawing/2014/main" id="{237DF2A0-D44A-4A6B-A4F2-8E94B195D839}"/>
              </a:ext>
            </a:extLst>
          </p:cNvPr>
          <p:cNvSpPr>
            <a:spLocks noGrp="1"/>
          </p:cNvSpPr>
          <p:nvPr/>
        </p:nvSpPr>
        <p:spPr>
          <a:xfrm>
            <a:off x="720667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2" name="F2_precision_recall_distributions_4736">
            <a:extLst>
              <a:ext uri="{FF2B5EF4-FFF2-40B4-BE49-F238E27FC236}">
                <a16:creationId xmlns:a16="http://schemas.microsoft.com/office/drawing/2014/main" id="{CDC41423-0842-410F-A4B4-6D1358FFA791}"/>
              </a:ext>
            </a:extLst>
          </p:cNvPr>
          <p:cNvSpPr>
            <a:spLocks noGrp="1"/>
          </p:cNvSpPr>
          <p:nvPr/>
        </p:nvSpPr>
        <p:spPr>
          <a:xfrm>
            <a:off x="7182102" y="36865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3" name="F2_precision_recall_distributions_4737">
            <a:extLst>
              <a:ext uri="{FF2B5EF4-FFF2-40B4-BE49-F238E27FC236}">
                <a16:creationId xmlns:a16="http://schemas.microsoft.com/office/drawing/2014/main" id="{3AFE315F-D6B4-42F3-AD4B-0AC20FC08509}"/>
              </a:ext>
            </a:extLst>
          </p:cNvPr>
          <p:cNvSpPr>
            <a:spLocks noGrp="1"/>
          </p:cNvSpPr>
          <p:nvPr/>
        </p:nvSpPr>
        <p:spPr>
          <a:xfrm>
            <a:off x="724844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4" name="F2_precision_recall_distributions_4738">
            <a:extLst>
              <a:ext uri="{FF2B5EF4-FFF2-40B4-BE49-F238E27FC236}">
                <a16:creationId xmlns:a16="http://schemas.microsoft.com/office/drawing/2014/main" id="{36382F00-1AC7-43A8-8DC0-980923DB56EA}"/>
              </a:ext>
            </a:extLst>
          </p:cNvPr>
          <p:cNvSpPr>
            <a:spLocks noGrp="1"/>
          </p:cNvSpPr>
          <p:nvPr/>
        </p:nvSpPr>
        <p:spPr>
          <a:xfrm>
            <a:off x="732903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5" name="F2_precision_recall_distributions_4739">
            <a:extLst>
              <a:ext uri="{FF2B5EF4-FFF2-40B4-BE49-F238E27FC236}">
                <a16:creationId xmlns:a16="http://schemas.microsoft.com/office/drawing/2014/main" id="{43DB8E57-C848-4B52-93E4-06D09A6C8D68}"/>
              </a:ext>
            </a:extLst>
          </p:cNvPr>
          <p:cNvSpPr>
            <a:spLocks noGrp="1"/>
          </p:cNvSpPr>
          <p:nvPr/>
        </p:nvSpPr>
        <p:spPr>
          <a:xfrm>
            <a:off x="7270906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6" name="F2_precision_recall_distributions_4740">
            <a:extLst>
              <a:ext uri="{FF2B5EF4-FFF2-40B4-BE49-F238E27FC236}">
                <a16:creationId xmlns:a16="http://schemas.microsoft.com/office/drawing/2014/main" id="{7CA71330-44C4-41C0-BA3E-B2DA1EDD0748}"/>
              </a:ext>
            </a:extLst>
          </p:cNvPr>
          <p:cNvSpPr>
            <a:spLocks noGrp="1"/>
          </p:cNvSpPr>
          <p:nvPr/>
        </p:nvSpPr>
        <p:spPr>
          <a:xfrm>
            <a:off x="70550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7" name="F2_precision_recall_distributions_4741">
            <a:extLst>
              <a:ext uri="{FF2B5EF4-FFF2-40B4-BE49-F238E27FC236}">
                <a16:creationId xmlns:a16="http://schemas.microsoft.com/office/drawing/2014/main" id="{27FA3136-5207-44FE-8E97-BB0B6D1A9C0D}"/>
              </a:ext>
            </a:extLst>
          </p:cNvPr>
          <p:cNvSpPr>
            <a:spLocks noGrp="1"/>
          </p:cNvSpPr>
          <p:nvPr/>
        </p:nvSpPr>
        <p:spPr>
          <a:xfrm>
            <a:off x="7174800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8" name="F2_precision_recall_distributions_4742">
            <a:extLst>
              <a:ext uri="{FF2B5EF4-FFF2-40B4-BE49-F238E27FC236}">
                <a16:creationId xmlns:a16="http://schemas.microsoft.com/office/drawing/2014/main" id="{75EB5CF3-57EB-42ED-B8BA-8DB9387642BB}"/>
              </a:ext>
            </a:extLst>
          </p:cNvPr>
          <p:cNvSpPr>
            <a:spLocks noGrp="1"/>
          </p:cNvSpPr>
          <p:nvPr/>
        </p:nvSpPr>
        <p:spPr>
          <a:xfrm>
            <a:off x="7061894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29" name="F2_precision_recall_distributions_4743">
            <a:extLst>
              <a:ext uri="{FF2B5EF4-FFF2-40B4-BE49-F238E27FC236}">
                <a16:creationId xmlns:a16="http://schemas.microsoft.com/office/drawing/2014/main" id="{3E619F73-4EC6-442F-B06B-94BDA250D1A0}"/>
              </a:ext>
            </a:extLst>
          </p:cNvPr>
          <p:cNvSpPr>
            <a:spLocks noGrp="1"/>
          </p:cNvSpPr>
          <p:nvPr/>
        </p:nvSpPr>
        <p:spPr>
          <a:xfrm>
            <a:off x="7096563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0" name="F2_precision_recall_distributions_4744">
            <a:extLst>
              <a:ext uri="{FF2B5EF4-FFF2-40B4-BE49-F238E27FC236}">
                <a16:creationId xmlns:a16="http://schemas.microsoft.com/office/drawing/2014/main" id="{1AD364D6-8345-4F57-9C22-CFEECD23AAC4}"/>
              </a:ext>
            </a:extLst>
          </p:cNvPr>
          <p:cNvSpPr>
            <a:spLocks noGrp="1"/>
          </p:cNvSpPr>
          <p:nvPr/>
        </p:nvSpPr>
        <p:spPr>
          <a:xfrm>
            <a:off x="6972235" y="31042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1" name="F2_precision_recall_distributions_4745">
            <a:extLst>
              <a:ext uri="{FF2B5EF4-FFF2-40B4-BE49-F238E27FC236}">
                <a16:creationId xmlns:a16="http://schemas.microsoft.com/office/drawing/2014/main" id="{3AF9A30E-40D3-4DE5-A04B-34996518E504}"/>
              </a:ext>
            </a:extLst>
          </p:cNvPr>
          <p:cNvSpPr>
            <a:spLocks noGrp="1"/>
          </p:cNvSpPr>
          <p:nvPr/>
        </p:nvSpPr>
        <p:spPr>
          <a:xfrm>
            <a:off x="719117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2" name="F2_precision_recall_distributions_4746">
            <a:extLst>
              <a:ext uri="{FF2B5EF4-FFF2-40B4-BE49-F238E27FC236}">
                <a16:creationId xmlns:a16="http://schemas.microsoft.com/office/drawing/2014/main" id="{96EF04FF-3E77-4B40-A25F-70DC56033C34}"/>
              </a:ext>
            </a:extLst>
          </p:cNvPr>
          <p:cNvSpPr>
            <a:spLocks noGrp="1"/>
          </p:cNvSpPr>
          <p:nvPr/>
        </p:nvSpPr>
        <p:spPr>
          <a:xfrm>
            <a:off x="700264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3" name="F2_precision_recall_distributions_4747">
            <a:extLst>
              <a:ext uri="{FF2B5EF4-FFF2-40B4-BE49-F238E27FC236}">
                <a16:creationId xmlns:a16="http://schemas.microsoft.com/office/drawing/2014/main" id="{CC1146F5-A869-4FCB-8152-7037C6FEE23C}"/>
              </a:ext>
            </a:extLst>
          </p:cNvPr>
          <p:cNvSpPr>
            <a:spLocks noGrp="1"/>
          </p:cNvSpPr>
          <p:nvPr/>
        </p:nvSpPr>
        <p:spPr>
          <a:xfrm>
            <a:off x="7221592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4" name="F2_precision_recall_distributions_4748">
            <a:extLst>
              <a:ext uri="{FF2B5EF4-FFF2-40B4-BE49-F238E27FC236}">
                <a16:creationId xmlns:a16="http://schemas.microsoft.com/office/drawing/2014/main" id="{3A8D478F-4E12-4F9F-930E-4438F2436592}"/>
              </a:ext>
            </a:extLst>
          </p:cNvPr>
          <p:cNvSpPr>
            <a:spLocks noGrp="1"/>
          </p:cNvSpPr>
          <p:nvPr/>
        </p:nvSpPr>
        <p:spPr>
          <a:xfrm>
            <a:off x="7027634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5" name="F2_precision_recall_distributions_4749">
            <a:extLst>
              <a:ext uri="{FF2B5EF4-FFF2-40B4-BE49-F238E27FC236}">
                <a16:creationId xmlns:a16="http://schemas.microsoft.com/office/drawing/2014/main" id="{E54A58C4-81EE-427D-8337-BA59A396659B}"/>
              </a:ext>
            </a:extLst>
          </p:cNvPr>
          <p:cNvSpPr>
            <a:spLocks noGrp="1"/>
          </p:cNvSpPr>
          <p:nvPr/>
        </p:nvSpPr>
        <p:spPr>
          <a:xfrm>
            <a:off x="7206949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6" name="F2_precision_recall_distributions_4750">
            <a:extLst>
              <a:ext uri="{FF2B5EF4-FFF2-40B4-BE49-F238E27FC236}">
                <a16:creationId xmlns:a16="http://schemas.microsoft.com/office/drawing/2014/main" id="{0FF860B5-3192-4BAD-AC67-DB2F041689E9}"/>
              </a:ext>
            </a:extLst>
          </p:cNvPr>
          <p:cNvSpPr>
            <a:spLocks noGrp="1"/>
          </p:cNvSpPr>
          <p:nvPr/>
        </p:nvSpPr>
        <p:spPr>
          <a:xfrm>
            <a:off x="7120599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7" name="F2_precision_recall_distributions_4751">
            <a:extLst>
              <a:ext uri="{FF2B5EF4-FFF2-40B4-BE49-F238E27FC236}">
                <a16:creationId xmlns:a16="http://schemas.microsoft.com/office/drawing/2014/main" id="{82702B92-CAB7-4F57-B425-914EF6B400EB}"/>
              </a:ext>
            </a:extLst>
          </p:cNvPr>
          <p:cNvSpPr>
            <a:spLocks noGrp="1"/>
          </p:cNvSpPr>
          <p:nvPr/>
        </p:nvSpPr>
        <p:spPr>
          <a:xfrm>
            <a:off x="7134423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8" name="F2_precision_recall_distributions_4752">
            <a:extLst>
              <a:ext uri="{FF2B5EF4-FFF2-40B4-BE49-F238E27FC236}">
                <a16:creationId xmlns:a16="http://schemas.microsoft.com/office/drawing/2014/main" id="{CF4C9215-4332-4542-9CFF-CDBFB51EA499}"/>
              </a:ext>
            </a:extLst>
          </p:cNvPr>
          <p:cNvSpPr>
            <a:spLocks noGrp="1"/>
          </p:cNvSpPr>
          <p:nvPr/>
        </p:nvSpPr>
        <p:spPr>
          <a:xfrm>
            <a:off x="7085473" y="345583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39" name="F2_precision_recall_distributions_4753">
            <a:extLst>
              <a:ext uri="{FF2B5EF4-FFF2-40B4-BE49-F238E27FC236}">
                <a16:creationId xmlns:a16="http://schemas.microsoft.com/office/drawing/2014/main" id="{146C496B-5B56-445F-84AA-F178DEEC01BE}"/>
              </a:ext>
            </a:extLst>
          </p:cNvPr>
          <p:cNvSpPr>
            <a:spLocks noGrp="1"/>
          </p:cNvSpPr>
          <p:nvPr/>
        </p:nvSpPr>
        <p:spPr>
          <a:xfrm>
            <a:off x="7270960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0" name="F2_precision_recall_distributions_4754">
            <a:extLst>
              <a:ext uri="{FF2B5EF4-FFF2-40B4-BE49-F238E27FC236}">
                <a16:creationId xmlns:a16="http://schemas.microsoft.com/office/drawing/2014/main" id="{21A0BA9E-F1F5-42D8-92B6-B2BF376964AE}"/>
              </a:ext>
            </a:extLst>
          </p:cNvPr>
          <p:cNvSpPr>
            <a:spLocks noGrp="1"/>
          </p:cNvSpPr>
          <p:nvPr/>
        </p:nvSpPr>
        <p:spPr>
          <a:xfrm>
            <a:off x="721916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1" name="F2_precision_recall_distributions_4755">
            <a:extLst>
              <a:ext uri="{FF2B5EF4-FFF2-40B4-BE49-F238E27FC236}">
                <a16:creationId xmlns:a16="http://schemas.microsoft.com/office/drawing/2014/main" id="{EC1A02CB-5EB2-43A7-8953-31B4E9AF24A1}"/>
              </a:ext>
            </a:extLst>
          </p:cNvPr>
          <p:cNvSpPr>
            <a:spLocks noGrp="1"/>
          </p:cNvSpPr>
          <p:nvPr/>
        </p:nvSpPr>
        <p:spPr>
          <a:xfrm>
            <a:off x="7240783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2" name="F2_precision_recall_distributions_4756">
            <a:extLst>
              <a:ext uri="{FF2B5EF4-FFF2-40B4-BE49-F238E27FC236}">
                <a16:creationId xmlns:a16="http://schemas.microsoft.com/office/drawing/2014/main" id="{0CAEB17A-2011-4DAC-ACE8-52D0066CCEAC}"/>
              </a:ext>
            </a:extLst>
          </p:cNvPr>
          <p:cNvSpPr>
            <a:spLocks noGrp="1"/>
          </p:cNvSpPr>
          <p:nvPr/>
        </p:nvSpPr>
        <p:spPr>
          <a:xfrm>
            <a:off x="733280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3" name="F2_precision_recall_distributions_4757">
            <a:extLst>
              <a:ext uri="{FF2B5EF4-FFF2-40B4-BE49-F238E27FC236}">
                <a16:creationId xmlns:a16="http://schemas.microsoft.com/office/drawing/2014/main" id="{CD6ADC6E-875A-49CE-8985-324AE2D3665C}"/>
              </a:ext>
            </a:extLst>
          </p:cNvPr>
          <p:cNvSpPr>
            <a:spLocks noGrp="1"/>
          </p:cNvSpPr>
          <p:nvPr/>
        </p:nvSpPr>
        <p:spPr>
          <a:xfrm>
            <a:off x="7127198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4" name="F2_precision_recall_distributions_4758">
            <a:extLst>
              <a:ext uri="{FF2B5EF4-FFF2-40B4-BE49-F238E27FC236}">
                <a16:creationId xmlns:a16="http://schemas.microsoft.com/office/drawing/2014/main" id="{2A0E6493-D381-4C86-B3B7-2CF7CACD85A1}"/>
              </a:ext>
            </a:extLst>
          </p:cNvPr>
          <p:cNvSpPr>
            <a:spLocks noGrp="1"/>
          </p:cNvSpPr>
          <p:nvPr/>
        </p:nvSpPr>
        <p:spPr>
          <a:xfrm>
            <a:off x="7232836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5" name="F2_precision_recall_distributions_4759">
            <a:extLst>
              <a:ext uri="{FF2B5EF4-FFF2-40B4-BE49-F238E27FC236}">
                <a16:creationId xmlns:a16="http://schemas.microsoft.com/office/drawing/2014/main" id="{3F0693EC-84A9-4518-A632-348287D807CA}"/>
              </a:ext>
            </a:extLst>
          </p:cNvPr>
          <p:cNvSpPr>
            <a:spLocks noGrp="1"/>
          </p:cNvSpPr>
          <p:nvPr/>
        </p:nvSpPr>
        <p:spPr>
          <a:xfrm>
            <a:off x="697090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6" name="F2_precision_recall_distributions_4760">
            <a:extLst>
              <a:ext uri="{FF2B5EF4-FFF2-40B4-BE49-F238E27FC236}">
                <a16:creationId xmlns:a16="http://schemas.microsoft.com/office/drawing/2014/main" id="{C0BDAC19-5B55-4003-BA79-62D723E9578A}"/>
              </a:ext>
            </a:extLst>
          </p:cNvPr>
          <p:cNvSpPr>
            <a:spLocks noGrp="1"/>
          </p:cNvSpPr>
          <p:nvPr/>
        </p:nvSpPr>
        <p:spPr>
          <a:xfrm>
            <a:off x="699181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7" name="F2_precision_recall_distributions_4761">
            <a:extLst>
              <a:ext uri="{FF2B5EF4-FFF2-40B4-BE49-F238E27FC236}">
                <a16:creationId xmlns:a16="http://schemas.microsoft.com/office/drawing/2014/main" id="{E1B78752-7C76-4CD7-B9EA-66C617A7C5FB}"/>
              </a:ext>
            </a:extLst>
          </p:cNvPr>
          <p:cNvSpPr>
            <a:spLocks noGrp="1"/>
          </p:cNvSpPr>
          <p:nvPr/>
        </p:nvSpPr>
        <p:spPr>
          <a:xfrm>
            <a:off x="712596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8" name="F2_precision_recall_distributions_4762">
            <a:extLst>
              <a:ext uri="{FF2B5EF4-FFF2-40B4-BE49-F238E27FC236}">
                <a16:creationId xmlns:a16="http://schemas.microsoft.com/office/drawing/2014/main" id="{9D58000F-30D8-4E3A-B8AC-17F11D364745}"/>
              </a:ext>
            </a:extLst>
          </p:cNvPr>
          <p:cNvSpPr>
            <a:spLocks noGrp="1"/>
          </p:cNvSpPr>
          <p:nvPr/>
        </p:nvSpPr>
        <p:spPr>
          <a:xfrm>
            <a:off x="710412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49" name="F2_precision_recall_distributions_4763">
            <a:extLst>
              <a:ext uri="{FF2B5EF4-FFF2-40B4-BE49-F238E27FC236}">
                <a16:creationId xmlns:a16="http://schemas.microsoft.com/office/drawing/2014/main" id="{B499AEB6-8D69-4890-829A-C1243D58F802}"/>
              </a:ext>
            </a:extLst>
          </p:cNvPr>
          <p:cNvSpPr>
            <a:spLocks noGrp="1"/>
          </p:cNvSpPr>
          <p:nvPr/>
        </p:nvSpPr>
        <p:spPr>
          <a:xfrm>
            <a:off x="7281767" y="36451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0" name="F2_precision_recall_distributions_4764">
            <a:extLst>
              <a:ext uri="{FF2B5EF4-FFF2-40B4-BE49-F238E27FC236}">
                <a16:creationId xmlns:a16="http://schemas.microsoft.com/office/drawing/2014/main" id="{D9182F79-5FFB-4B94-A6DC-B5378F36FF9F}"/>
              </a:ext>
            </a:extLst>
          </p:cNvPr>
          <p:cNvSpPr>
            <a:spLocks noGrp="1"/>
          </p:cNvSpPr>
          <p:nvPr/>
        </p:nvSpPr>
        <p:spPr>
          <a:xfrm>
            <a:off x="715170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1" name="F2_precision_recall_distributions_4765">
            <a:extLst>
              <a:ext uri="{FF2B5EF4-FFF2-40B4-BE49-F238E27FC236}">
                <a16:creationId xmlns:a16="http://schemas.microsoft.com/office/drawing/2014/main" id="{361CDA89-13EA-4144-BF4B-4163A50900EC}"/>
              </a:ext>
            </a:extLst>
          </p:cNvPr>
          <p:cNvSpPr>
            <a:spLocks noGrp="1"/>
          </p:cNvSpPr>
          <p:nvPr/>
        </p:nvSpPr>
        <p:spPr>
          <a:xfrm>
            <a:off x="71227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2" name="F2_precision_recall_distributions_4766">
            <a:extLst>
              <a:ext uri="{FF2B5EF4-FFF2-40B4-BE49-F238E27FC236}">
                <a16:creationId xmlns:a16="http://schemas.microsoft.com/office/drawing/2014/main" id="{FC86F8F5-4579-450B-BE91-C328C2A163A2}"/>
              </a:ext>
            </a:extLst>
          </p:cNvPr>
          <p:cNvSpPr>
            <a:spLocks noGrp="1"/>
          </p:cNvSpPr>
          <p:nvPr/>
        </p:nvSpPr>
        <p:spPr>
          <a:xfrm>
            <a:off x="7211740" y="32153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3" name="F2_precision_recall_distributions_4767">
            <a:extLst>
              <a:ext uri="{FF2B5EF4-FFF2-40B4-BE49-F238E27FC236}">
                <a16:creationId xmlns:a16="http://schemas.microsoft.com/office/drawing/2014/main" id="{FC83D2D9-AAAC-4D81-B5C5-ED0654C14E3A}"/>
              </a:ext>
            </a:extLst>
          </p:cNvPr>
          <p:cNvSpPr>
            <a:spLocks noGrp="1"/>
          </p:cNvSpPr>
          <p:nvPr/>
        </p:nvSpPr>
        <p:spPr>
          <a:xfrm>
            <a:off x="70054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4" name="F2_precision_recall_distributions_4768">
            <a:extLst>
              <a:ext uri="{FF2B5EF4-FFF2-40B4-BE49-F238E27FC236}">
                <a16:creationId xmlns:a16="http://schemas.microsoft.com/office/drawing/2014/main" id="{6FC5C98A-5739-48BE-AEFD-3FCD10E225CA}"/>
              </a:ext>
            </a:extLst>
          </p:cNvPr>
          <p:cNvSpPr>
            <a:spLocks noGrp="1"/>
          </p:cNvSpPr>
          <p:nvPr/>
        </p:nvSpPr>
        <p:spPr>
          <a:xfrm>
            <a:off x="70953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5" name="F2_precision_recall_distributions_4769">
            <a:extLst>
              <a:ext uri="{FF2B5EF4-FFF2-40B4-BE49-F238E27FC236}">
                <a16:creationId xmlns:a16="http://schemas.microsoft.com/office/drawing/2014/main" id="{9852422E-D4BE-4545-A283-49151FEA6642}"/>
              </a:ext>
            </a:extLst>
          </p:cNvPr>
          <p:cNvSpPr>
            <a:spLocks noGrp="1"/>
          </p:cNvSpPr>
          <p:nvPr/>
        </p:nvSpPr>
        <p:spPr>
          <a:xfrm>
            <a:off x="7280310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6" name="F2_precision_recall_distributions_4770">
            <a:extLst>
              <a:ext uri="{FF2B5EF4-FFF2-40B4-BE49-F238E27FC236}">
                <a16:creationId xmlns:a16="http://schemas.microsoft.com/office/drawing/2014/main" id="{0F4C6E77-1600-42BE-88C5-6C52A3DE46AA}"/>
              </a:ext>
            </a:extLst>
          </p:cNvPr>
          <p:cNvSpPr>
            <a:spLocks noGrp="1"/>
          </p:cNvSpPr>
          <p:nvPr/>
        </p:nvSpPr>
        <p:spPr>
          <a:xfrm>
            <a:off x="704885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7" name="F2_precision_recall_distributions_4771">
            <a:extLst>
              <a:ext uri="{FF2B5EF4-FFF2-40B4-BE49-F238E27FC236}">
                <a16:creationId xmlns:a16="http://schemas.microsoft.com/office/drawing/2014/main" id="{18E06565-92EB-49E8-83DC-A346F4E13FA4}"/>
              </a:ext>
            </a:extLst>
          </p:cNvPr>
          <p:cNvSpPr>
            <a:spLocks noGrp="1"/>
          </p:cNvSpPr>
          <p:nvPr/>
        </p:nvSpPr>
        <p:spPr>
          <a:xfrm>
            <a:off x="7313696" y="293242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8" name="F2_precision_recall_distributions_4772">
            <a:extLst>
              <a:ext uri="{FF2B5EF4-FFF2-40B4-BE49-F238E27FC236}">
                <a16:creationId xmlns:a16="http://schemas.microsoft.com/office/drawing/2014/main" id="{B7A44719-66F4-439E-BD2F-DFED6502B58F}"/>
              </a:ext>
            </a:extLst>
          </p:cNvPr>
          <p:cNvSpPr>
            <a:spLocks noGrp="1"/>
          </p:cNvSpPr>
          <p:nvPr/>
        </p:nvSpPr>
        <p:spPr>
          <a:xfrm>
            <a:off x="722434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59" name="F2_precision_recall_distributions_4773">
            <a:extLst>
              <a:ext uri="{FF2B5EF4-FFF2-40B4-BE49-F238E27FC236}">
                <a16:creationId xmlns:a16="http://schemas.microsoft.com/office/drawing/2014/main" id="{0C14E5E3-D959-4BC7-B366-F32B0D5BFC3D}"/>
              </a:ext>
            </a:extLst>
          </p:cNvPr>
          <p:cNvSpPr>
            <a:spLocks noGrp="1"/>
          </p:cNvSpPr>
          <p:nvPr/>
        </p:nvSpPr>
        <p:spPr>
          <a:xfrm>
            <a:off x="7316713" y="34275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0" name="F2_precision_recall_distributions_4774">
            <a:extLst>
              <a:ext uri="{FF2B5EF4-FFF2-40B4-BE49-F238E27FC236}">
                <a16:creationId xmlns:a16="http://schemas.microsoft.com/office/drawing/2014/main" id="{D46B1E83-0AA3-41A7-94A7-28A0297A84C9}"/>
              </a:ext>
            </a:extLst>
          </p:cNvPr>
          <p:cNvSpPr>
            <a:spLocks noGrp="1"/>
          </p:cNvSpPr>
          <p:nvPr/>
        </p:nvSpPr>
        <p:spPr>
          <a:xfrm>
            <a:off x="70889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1" name="F2_precision_recall_distributions_4775">
            <a:extLst>
              <a:ext uri="{FF2B5EF4-FFF2-40B4-BE49-F238E27FC236}">
                <a16:creationId xmlns:a16="http://schemas.microsoft.com/office/drawing/2014/main" id="{F6094C2A-011D-4A86-8C3B-66A6AE0D61D9}"/>
              </a:ext>
            </a:extLst>
          </p:cNvPr>
          <p:cNvSpPr>
            <a:spLocks noGrp="1"/>
          </p:cNvSpPr>
          <p:nvPr/>
        </p:nvSpPr>
        <p:spPr>
          <a:xfrm>
            <a:off x="7260316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2" name="F2_precision_recall_distributions_4776">
            <a:extLst>
              <a:ext uri="{FF2B5EF4-FFF2-40B4-BE49-F238E27FC236}">
                <a16:creationId xmlns:a16="http://schemas.microsoft.com/office/drawing/2014/main" id="{92836364-9752-4F63-802E-6B0785102BDD}"/>
              </a:ext>
            </a:extLst>
          </p:cNvPr>
          <p:cNvSpPr>
            <a:spLocks noGrp="1"/>
          </p:cNvSpPr>
          <p:nvPr/>
        </p:nvSpPr>
        <p:spPr>
          <a:xfrm>
            <a:off x="7268291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3" name="F2_precision_recall_distributions_4777">
            <a:extLst>
              <a:ext uri="{FF2B5EF4-FFF2-40B4-BE49-F238E27FC236}">
                <a16:creationId xmlns:a16="http://schemas.microsoft.com/office/drawing/2014/main" id="{45B8E50D-76B6-4AF7-89BA-7BFF2482F33A}"/>
              </a:ext>
            </a:extLst>
          </p:cNvPr>
          <p:cNvSpPr>
            <a:spLocks noGrp="1"/>
          </p:cNvSpPr>
          <p:nvPr/>
        </p:nvSpPr>
        <p:spPr>
          <a:xfrm>
            <a:off x="7008300" y="31692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4" name="F2_precision_recall_distributions_4778">
            <a:extLst>
              <a:ext uri="{FF2B5EF4-FFF2-40B4-BE49-F238E27FC236}">
                <a16:creationId xmlns:a16="http://schemas.microsoft.com/office/drawing/2014/main" id="{53D16047-FB4D-4B99-B8F4-2AF677A3CBA9}"/>
              </a:ext>
            </a:extLst>
          </p:cNvPr>
          <p:cNvSpPr>
            <a:spLocks noGrp="1"/>
          </p:cNvSpPr>
          <p:nvPr/>
        </p:nvSpPr>
        <p:spPr>
          <a:xfrm>
            <a:off x="6986599" y="30503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5" name="F2_precision_recall_distributions_4779">
            <a:extLst>
              <a:ext uri="{FF2B5EF4-FFF2-40B4-BE49-F238E27FC236}">
                <a16:creationId xmlns:a16="http://schemas.microsoft.com/office/drawing/2014/main" id="{6D2461D3-8B2C-4196-AC66-F5E44FA5F8D5}"/>
              </a:ext>
            </a:extLst>
          </p:cNvPr>
          <p:cNvSpPr>
            <a:spLocks noGrp="1"/>
          </p:cNvSpPr>
          <p:nvPr/>
        </p:nvSpPr>
        <p:spPr>
          <a:xfrm>
            <a:off x="7319768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6" name="F2_precision_recall_distributions_4780">
            <a:extLst>
              <a:ext uri="{FF2B5EF4-FFF2-40B4-BE49-F238E27FC236}">
                <a16:creationId xmlns:a16="http://schemas.microsoft.com/office/drawing/2014/main" id="{B54ECF47-3999-4D1F-BE32-40EE4723A459}"/>
              </a:ext>
            </a:extLst>
          </p:cNvPr>
          <p:cNvSpPr>
            <a:spLocks noGrp="1"/>
          </p:cNvSpPr>
          <p:nvPr/>
        </p:nvSpPr>
        <p:spPr>
          <a:xfrm>
            <a:off x="7303650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7" name="F2_precision_recall_distributions_4781">
            <a:extLst>
              <a:ext uri="{FF2B5EF4-FFF2-40B4-BE49-F238E27FC236}">
                <a16:creationId xmlns:a16="http://schemas.microsoft.com/office/drawing/2014/main" id="{AC42105D-2D05-465E-BFCA-5B54BA5DFE76}"/>
              </a:ext>
            </a:extLst>
          </p:cNvPr>
          <p:cNvSpPr>
            <a:spLocks noGrp="1"/>
          </p:cNvSpPr>
          <p:nvPr/>
        </p:nvSpPr>
        <p:spPr>
          <a:xfrm>
            <a:off x="718063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8" name="F2_precision_recall_distributions_4782">
            <a:extLst>
              <a:ext uri="{FF2B5EF4-FFF2-40B4-BE49-F238E27FC236}">
                <a16:creationId xmlns:a16="http://schemas.microsoft.com/office/drawing/2014/main" id="{23A28467-9AF3-45E4-B034-6EA3383CF35B}"/>
              </a:ext>
            </a:extLst>
          </p:cNvPr>
          <p:cNvSpPr>
            <a:spLocks noGrp="1"/>
          </p:cNvSpPr>
          <p:nvPr/>
        </p:nvSpPr>
        <p:spPr>
          <a:xfrm>
            <a:off x="715757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69" name="F2_precision_recall_distributions_4783">
            <a:extLst>
              <a:ext uri="{FF2B5EF4-FFF2-40B4-BE49-F238E27FC236}">
                <a16:creationId xmlns:a16="http://schemas.microsoft.com/office/drawing/2014/main" id="{424D6FB6-83FC-42AC-8EA8-D9016824C648}"/>
              </a:ext>
            </a:extLst>
          </p:cNvPr>
          <p:cNvSpPr>
            <a:spLocks noGrp="1"/>
          </p:cNvSpPr>
          <p:nvPr/>
        </p:nvSpPr>
        <p:spPr>
          <a:xfrm>
            <a:off x="729585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0" name="F2_precision_recall_distributions_4784">
            <a:extLst>
              <a:ext uri="{FF2B5EF4-FFF2-40B4-BE49-F238E27FC236}">
                <a16:creationId xmlns:a16="http://schemas.microsoft.com/office/drawing/2014/main" id="{C9955D39-414B-4780-84F6-01313159D13B}"/>
              </a:ext>
            </a:extLst>
          </p:cNvPr>
          <p:cNvSpPr>
            <a:spLocks noGrp="1"/>
          </p:cNvSpPr>
          <p:nvPr/>
        </p:nvSpPr>
        <p:spPr>
          <a:xfrm>
            <a:off x="7239506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1" name="F2_precision_recall_distributions_4785">
            <a:extLst>
              <a:ext uri="{FF2B5EF4-FFF2-40B4-BE49-F238E27FC236}">
                <a16:creationId xmlns:a16="http://schemas.microsoft.com/office/drawing/2014/main" id="{EFC85F66-E9D5-49B2-BE9F-D80B94FBA585}"/>
              </a:ext>
            </a:extLst>
          </p:cNvPr>
          <p:cNvSpPr>
            <a:spLocks noGrp="1"/>
          </p:cNvSpPr>
          <p:nvPr/>
        </p:nvSpPr>
        <p:spPr>
          <a:xfrm>
            <a:off x="7004393" y="32436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2" name="F2_precision_recall_distributions_4786">
            <a:extLst>
              <a:ext uri="{FF2B5EF4-FFF2-40B4-BE49-F238E27FC236}">
                <a16:creationId xmlns:a16="http://schemas.microsoft.com/office/drawing/2014/main" id="{423A2D40-B89A-4B0A-BF85-443AAD42CEB1}"/>
              </a:ext>
            </a:extLst>
          </p:cNvPr>
          <p:cNvSpPr>
            <a:spLocks noGrp="1"/>
          </p:cNvSpPr>
          <p:nvPr/>
        </p:nvSpPr>
        <p:spPr>
          <a:xfrm>
            <a:off x="7014954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3" name="F2_precision_recall_distributions_4787">
            <a:extLst>
              <a:ext uri="{FF2B5EF4-FFF2-40B4-BE49-F238E27FC236}">
                <a16:creationId xmlns:a16="http://schemas.microsoft.com/office/drawing/2014/main" id="{9101C0C4-FDDC-43CE-A859-64FD2BF25E16}"/>
              </a:ext>
            </a:extLst>
          </p:cNvPr>
          <p:cNvSpPr>
            <a:spLocks noGrp="1"/>
          </p:cNvSpPr>
          <p:nvPr/>
        </p:nvSpPr>
        <p:spPr>
          <a:xfrm>
            <a:off x="698625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4" name="F2_precision_recall_distributions_4788">
            <a:extLst>
              <a:ext uri="{FF2B5EF4-FFF2-40B4-BE49-F238E27FC236}">
                <a16:creationId xmlns:a16="http://schemas.microsoft.com/office/drawing/2014/main" id="{1C640B98-C848-4900-85A4-D6EC219A972A}"/>
              </a:ext>
            </a:extLst>
          </p:cNvPr>
          <p:cNvSpPr>
            <a:spLocks noGrp="1"/>
          </p:cNvSpPr>
          <p:nvPr/>
        </p:nvSpPr>
        <p:spPr>
          <a:xfrm>
            <a:off x="71513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5" name="F2_precision_recall_distributions_4789">
            <a:extLst>
              <a:ext uri="{FF2B5EF4-FFF2-40B4-BE49-F238E27FC236}">
                <a16:creationId xmlns:a16="http://schemas.microsoft.com/office/drawing/2014/main" id="{5A316FF5-12EF-4118-8672-C448FE0305EE}"/>
              </a:ext>
            </a:extLst>
          </p:cNvPr>
          <p:cNvSpPr>
            <a:spLocks noGrp="1"/>
          </p:cNvSpPr>
          <p:nvPr/>
        </p:nvSpPr>
        <p:spPr>
          <a:xfrm>
            <a:off x="725958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6" name="F2_precision_recall_distributions_4790">
            <a:extLst>
              <a:ext uri="{FF2B5EF4-FFF2-40B4-BE49-F238E27FC236}">
                <a16:creationId xmlns:a16="http://schemas.microsoft.com/office/drawing/2014/main" id="{AA3005EE-CA71-4DD6-8F40-9C9A53EAD022}"/>
              </a:ext>
            </a:extLst>
          </p:cNvPr>
          <p:cNvSpPr>
            <a:spLocks noGrp="1"/>
          </p:cNvSpPr>
          <p:nvPr/>
        </p:nvSpPr>
        <p:spPr>
          <a:xfrm>
            <a:off x="7311055" y="31881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7" name="F2_precision_recall_distributions_4791">
            <a:extLst>
              <a:ext uri="{FF2B5EF4-FFF2-40B4-BE49-F238E27FC236}">
                <a16:creationId xmlns:a16="http://schemas.microsoft.com/office/drawing/2014/main" id="{727389E0-7666-464D-98DF-602FA9A02750}"/>
              </a:ext>
            </a:extLst>
          </p:cNvPr>
          <p:cNvSpPr>
            <a:spLocks noGrp="1"/>
          </p:cNvSpPr>
          <p:nvPr/>
        </p:nvSpPr>
        <p:spPr>
          <a:xfrm>
            <a:off x="6970784" y="30031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8" name="F2_precision_recall_distributions_4792">
            <a:extLst>
              <a:ext uri="{FF2B5EF4-FFF2-40B4-BE49-F238E27FC236}">
                <a16:creationId xmlns:a16="http://schemas.microsoft.com/office/drawing/2014/main" id="{C8D13831-BE5D-4D73-8605-138E9946EC4E}"/>
              </a:ext>
            </a:extLst>
          </p:cNvPr>
          <p:cNvSpPr>
            <a:spLocks noGrp="1"/>
          </p:cNvSpPr>
          <p:nvPr/>
        </p:nvSpPr>
        <p:spPr>
          <a:xfrm>
            <a:off x="7213031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79" name="F2_precision_recall_distributions_4793">
            <a:extLst>
              <a:ext uri="{FF2B5EF4-FFF2-40B4-BE49-F238E27FC236}">
                <a16:creationId xmlns:a16="http://schemas.microsoft.com/office/drawing/2014/main" id="{2E736F2C-3970-4022-86EC-6F8E7423B5D5}"/>
              </a:ext>
            </a:extLst>
          </p:cNvPr>
          <p:cNvSpPr>
            <a:spLocks noGrp="1"/>
          </p:cNvSpPr>
          <p:nvPr/>
        </p:nvSpPr>
        <p:spPr>
          <a:xfrm>
            <a:off x="70773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0" name="F2_precision_recall_distributions_4794">
            <a:extLst>
              <a:ext uri="{FF2B5EF4-FFF2-40B4-BE49-F238E27FC236}">
                <a16:creationId xmlns:a16="http://schemas.microsoft.com/office/drawing/2014/main" id="{C946E6FF-A3A3-4D9F-A6B8-AA616EB3264B}"/>
              </a:ext>
            </a:extLst>
          </p:cNvPr>
          <p:cNvSpPr>
            <a:spLocks noGrp="1"/>
          </p:cNvSpPr>
          <p:nvPr/>
        </p:nvSpPr>
        <p:spPr>
          <a:xfrm>
            <a:off x="7245118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1" name="F2_precision_recall_distributions_4795">
            <a:extLst>
              <a:ext uri="{FF2B5EF4-FFF2-40B4-BE49-F238E27FC236}">
                <a16:creationId xmlns:a16="http://schemas.microsoft.com/office/drawing/2014/main" id="{B114749C-CE39-46A7-A473-15F76F11E59D}"/>
              </a:ext>
            </a:extLst>
          </p:cNvPr>
          <p:cNvSpPr>
            <a:spLocks noGrp="1"/>
          </p:cNvSpPr>
          <p:nvPr/>
        </p:nvSpPr>
        <p:spPr>
          <a:xfrm>
            <a:off x="72690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2" name="F2_precision_recall_distributions_4796">
            <a:extLst>
              <a:ext uri="{FF2B5EF4-FFF2-40B4-BE49-F238E27FC236}">
                <a16:creationId xmlns:a16="http://schemas.microsoft.com/office/drawing/2014/main" id="{635285D6-57C5-4D8E-AB97-F7D17AF6AD8E}"/>
              </a:ext>
            </a:extLst>
          </p:cNvPr>
          <p:cNvSpPr>
            <a:spLocks noGrp="1"/>
          </p:cNvSpPr>
          <p:nvPr/>
        </p:nvSpPr>
        <p:spPr>
          <a:xfrm>
            <a:off x="702005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3" name="F2_precision_recall_distributions_4797">
            <a:extLst>
              <a:ext uri="{FF2B5EF4-FFF2-40B4-BE49-F238E27FC236}">
                <a16:creationId xmlns:a16="http://schemas.microsoft.com/office/drawing/2014/main" id="{5287AACF-CC09-4E23-8E48-CAF1A8449D77}"/>
              </a:ext>
            </a:extLst>
          </p:cNvPr>
          <p:cNvSpPr>
            <a:spLocks noGrp="1"/>
          </p:cNvSpPr>
          <p:nvPr/>
        </p:nvSpPr>
        <p:spPr>
          <a:xfrm>
            <a:off x="7191351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4" name="F2_precision_recall_distributions_4798">
            <a:extLst>
              <a:ext uri="{FF2B5EF4-FFF2-40B4-BE49-F238E27FC236}">
                <a16:creationId xmlns:a16="http://schemas.microsoft.com/office/drawing/2014/main" id="{E0FB12B4-5F2D-4EAD-ADA5-DA279DCD561D}"/>
              </a:ext>
            </a:extLst>
          </p:cNvPr>
          <p:cNvSpPr>
            <a:spLocks noGrp="1"/>
          </p:cNvSpPr>
          <p:nvPr/>
        </p:nvSpPr>
        <p:spPr>
          <a:xfrm>
            <a:off x="708516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5" name="F2_precision_recall_distributions_4799">
            <a:extLst>
              <a:ext uri="{FF2B5EF4-FFF2-40B4-BE49-F238E27FC236}">
                <a16:creationId xmlns:a16="http://schemas.microsoft.com/office/drawing/2014/main" id="{2ECA1B7C-DB54-4EC0-A96E-B27320F901DF}"/>
              </a:ext>
            </a:extLst>
          </p:cNvPr>
          <p:cNvSpPr>
            <a:spLocks noGrp="1"/>
          </p:cNvSpPr>
          <p:nvPr/>
        </p:nvSpPr>
        <p:spPr>
          <a:xfrm>
            <a:off x="7148920" y="31476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6" name="F2_precision_recall_distributions_4800">
            <a:extLst>
              <a:ext uri="{FF2B5EF4-FFF2-40B4-BE49-F238E27FC236}">
                <a16:creationId xmlns:a16="http://schemas.microsoft.com/office/drawing/2014/main" id="{94A46074-21EB-4260-A1DD-C2E254A3CF79}"/>
              </a:ext>
            </a:extLst>
          </p:cNvPr>
          <p:cNvSpPr>
            <a:spLocks noGrp="1"/>
          </p:cNvSpPr>
          <p:nvPr/>
        </p:nvSpPr>
        <p:spPr>
          <a:xfrm>
            <a:off x="723588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7" name="F2_precision_recall_distributions_4801">
            <a:extLst>
              <a:ext uri="{FF2B5EF4-FFF2-40B4-BE49-F238E27FC236}">
                <a16:creationId xmlns:a16="http://schemas.microsoft.com/office/drawing/2014/main" id="{19F12CF6-42ED-4C76-98FE-93DF70B63F2A}"/>
              </a:ext>
            </a:extLst>
          </p:cNvPr>
          <p:cNvSpPr>
            <a:spLocks noGrp="1"/>
          </p:cNvSpPr>
          <p:nvPr/>
        </p:nvSpPr>
        <p:spPr>
          <a:xfrm>
            <a:off x="7276920" y="35513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8" name="F2_precision_recall_distributions_4802">
            <a:extLst>
              <a:ext uri="{FF2B5EF4-FFF2-40B4-BE49-F238E27FC236}">
                <a16:creationId xmlns:a16="http://schemas.microsoft.com/office/drawing/2014/main" id="{F046FFD7-7C97-42E6-A6C3-AAB2E92088CB}"/>
              </a:ext>
            </a:extLst>
          </p:cNvPr>
          <p:cNvSpPr>
            <a:spLocks noGrp="1"/>
          </p:cNvSpPr>
          <p:nvPr/>
        </p:nvSpPr>
        <p:spPr>
          <a:xfrm>
            <a:off x="70099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89" name="F2_precision_recall_distributions_4803">
            <a:extLst>
              <a:ext uri="{FF2B5EF4-FFF2-40B4-BE49-F238E27FC236}">
                <a16:creationId xmlns:a16="http://schemas.microsoft.com/office/drawing/2014/main" id="{05D0A074-A5B7-4606-9B45-6F27150D9B3F}"/>
              </a:ext>
            </a:extLst>
          </p:cNvPr>
          <p:cNvSpPr>
            <a:spLocks noGrp="1"/>
          </p:cNvSpPr>
          <p:nvPr/>
        </p:nvSpPr>
        <p:spPr>
          <a:xfrm>
            <a:off x="721959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0" name="F2_precision_recall_distributions_4804">
            <a:extLst>
              <a:ext uri="{FF2B5EF4-FFF2-40B4-BE49-F238E27FC236}">
                <a16:creationId xmlns:a16="http://schemas.microsoft.com/office/drawing/2014/main" id="{9E2A95F2-4DB7-47CA-8859-96CD200CC3C7}"/>
              </a:ext>
            </a:extLst>
          </p:cNvPr>
          <p:cNvSpPr>
            <a:spLocks noGrp="1"/>
          </p:cNvSpPr>
          <p:nvPr/>
        </p:nvSpPr>
        <p:spPr>
          <a:xfrm>
            <a:off x="720753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1" name="F2_precision_recall_distributions_4805">
            <a:extLst>
              <a:ext uri="{FF2B5EF4-FFF2-40B4-BE49-F238E27FC236}">
                <a16:creationId xmlns:a16="http://schemas.microsoft.com/office/drawing/2014/main" id="{8BA56630-5DA9-4061-9950-1D484E047653}"/>
              </a:ext>
            </a:extLst>
          </p:cNvPr>
          <p:cNvSpPr>
            <a:spLocks noGrp="1"/>
          </p:cNvSpPr>
          <p:nvPr/>
        </p:nvSpPr>
        <p:spPr>
          <a:xfrm>
            <a:off x="732663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2" name="F2_precision_recall_distributions_4806">
            <a:extLst>
              <a:ext uri="{FF2B5EF4-FFF2-40B4-BE49-F238E27FC236}">
                <a16:creationId xmlns:a16="http://schemas.microsoft.com/office/drawing/2014/main" id="{8660EFD7-9C62-4352-9E9E-3620D428EEFA}"/>
              </a:ext>
            </a:extLst>
          </p:cNvPr>
          <p:cNvSpPr>
            <a:spLocks noGrp="1"/>
          </p:cNvSpPr>
          <p:nvPr/>
        </p:nvSpPr>
        <p:spPr>
          <a:xfrm>
            <a:off x="712677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3" name="F2_precision_recall_distributions_4807">
            <a:extLst>
              <a:ext uri="{FF2B5EF4-FFF2-40B4-BE49-F238E27FC236}">
                <a16:creationId xmlns:a16="http://schemas.microsoft.com/office/drawing/2014/main" id="{2D881FAB-E850-467C-A0A7-D5D4CA892724}"/>
              </a:ext>
            </a:extLst>
          </p:cNvPr>
          <p:cNvSpPr>
            <a:spLocks noGrp="1"/>
          </p:cNvSpPr>
          <p:nvPr/>
        </p:nvSpPr>
        <p:spPr>
          <a:xfrm>
            <a:off x="7255877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4" name="F2_precision_recall_distributions_4808">
            <a:extLst>
              <a:ext uri="{FF2B5EF4-FFF2-40B4-BE49-F238E27FC236}">
                <a16:creationId xmlns:a16="http://schemas.microsoft.com/office/drawing/2014/main" id="{52C171E5-E1B4-4433-816F-57A009F6D96B}"/>
              </a:ext>
            </a:extLst>
          </p:cNvPr>
          <p:cNvSpPr>
            <a:spLocks noGrp="1"/>
          </p:cNvSpPr>
          <p:nvPr/>
        </p:nvSpPr>
        <p:spPr>
          <a:xfrm>
            <a:off x="710916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5" name="F2_precision_recall_distributions_4809">
            <a:extLst>
              <a:ext uri="{FF2B5EF4-FFF2-40B4-BE49-F238E27FC236}">
                <a16:creationId xmlns:a16="http://schemas.microsoft.com/office/drawing/2014/main" id="{001AFC9D-E261-4A2A-B28C-39886AC91CD9}"/>
              </a:ext>
            </a:extLst>
          </p:cNvPr>
          <p:cNvSpPr>
            <a:spLocks noGrp="1"/>
          </p:cNvSpPr>
          <p:nvPr/>
        </p:nvSpPr>
        <p:spPr>
          <a:xfrm>
            <a:off x="728481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6" name="F2_precision_recall_distributions_4810">
            <a:extLst>
              <a:ext uri="{FF2B5EF4-FFF2-40B4-BE49-F238E27FC236}">
                <a16:creationId xmlns:a16="http://schemas.microsoft.com/office/drawing/2014/main" id="{958A2067-943B-4C10-A2CB-F653EC0819F2}"/>
              </a:ext>
            </a:extLst>
          </p:cNvPr>
          <p:cNvSpPr>
            <a:spLocks noGrp="1"/>
          </p:cNvSpPr>
          <p:nvPr/>
        </p:nvSpPr>
        <p:spPr>
          <a:xfrm>
            <a:off x="7008918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7" name="F2_precision_recall_distributions_4811">
            <a:extLst>
              <a:ext uri="{FF2B5EF4-FFF2-40B4-BE49-F238E27FC236}">
                <a16:creationId xmlns:a16="http://schemas.microsoft.com/office/drawing/2014/main" id="{F7497650-6C5C-43C8-A512-518436968F5F}"/>
              </a:ext>
            </a:extLst>
          </p:cNvPr>
          <p:cNvSpPr>
            <a:spLocks noGrp="1"/>
          </p:cNvSpPr>
          <p:nvPr/>
        </p:nvSpPr>
        <p:spPr>
          <a:xfrm>
            <a:off x="7054840" y="328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8" name="F2_precision_recall_distributions_4812">
            <a:extLst>
              <a:ext uri="{FF2B5EF4-FFF2-40B4-BE49-F238E27FC236}">
                <a16:creationId xmlns:a16="http://schemas.microsoft.com/office/drawing/2014/main" id="{39AA5571-2358-492E-ADA0-040C3479E068}"/>
              </a:ext>
            </a:extLst>
          </p:cNvPr>
          <p:cNvSpPr>
            <a:spLocks noGrp="1"/>
          </p:cNvSpPr>
          <p:nvPr/>
        </p:nvSpPr>
        <p:spPr>
          <a:xfrm>
            <a:off x="699903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1999" name="F2_precision_recall_distributions_4813">
            <a:extLst>
              <a:ext uri="{FF2B5EF4-FFF2-40B4-BE49-F238E27FC236}">
                <a16:creationId xmlns:a16="http://schemas.microsoft.com/office/drawing/2014/main" id="{B2CCC145-F140-440E-830D-060EE0C495FE}"/>
              </a:ext>
            </a:extLst>
          </p:cNvPr>
          <p:cNvSpPr>
            <a:spLocks noGrp="1"/>
          </p:cNvSpPr>
          <p:nvPr/>
        </p:nvSpPr>
        <p:spPr>
          <a:xfrm>
            <a:off x="7223602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0" name="F2_precision_recall_distributions_4814">
            <a:extLst>
              <a:ext uri="{FF2B5EF4-FFF2-40B4-BE49-F238E27FC236}">
                <a16:creationId xmlns:a16="http://schemas.microsoft.com/office/drawing/2014/main" id="{AD29B369-208F-4C49-AFCC-9735293BA753}"/>
              </a:ext>
            </a:extLst>
          </p:cNvPr>
          <p:cNvSpPr>
            <a:spLocks noGrp="1"/>
          </p:cNvSpPr>
          <p:nvPr/>
        </p:nvSpPr>
        <p:spPr>
          <a:xfrm>
            <a:off x="729897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1" name="F2_precision_recall_distributions_4815">
            <a:extLst>
              <a:ext uri="{FF2B5EF4-FFF2-40B4-BE49-F238E27FC236}">
                <a16:creationId xmlns:a16="http://schemas.microsoft.com/office/drawing/2014/main" id="{76766D8B-D4BA-40AE-B615-BE8AD2365ED2}"/>
              </a:ext>
            </a:extLst>
          </p:cNvPr>
          <p:cNvSpPr>
            <a:spLocks noGrp="1"/>
          </p:cNvSpPr>
          <p:nvPr/>
        </p:nvSpPr>
        <p:spPr>
          <a:xfrm>
            <a:off x="7040440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2" name="F2_precision_recall_distributions_4816">
            <a:extLst>
              <a:ext uri="{FF2B5EF4-FFF2-40B4-BE49-F238E27FC236}">
                <a16:creationId xmlns:a16="http://schemas.microsoft.com/office/drawing/2014/main" id="{A3C28231-668A-480B-BB3F-963073402271}"/>
              </a:ext>
            </a:extLst>
          </p:cNvPr>
          <p:cNvSpPr>
            <a:spLocks noGrp="1"/>
          </p:cNvSpPr>
          <p:nvPr/>
        </p:nvSpPr>
        <p:spPr>
          <a:xfrm>
            <a:off x="72031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3" name="F2_precision_recall_distributions_4817">
            <a:extLst>
              <a:ext uri="{FF2B5EF4-FFF2-40B4-BE49-F238E27FC236}">
                <a16:creationId xmlns:a16="http://schemas.microsoft.com/office/drawing/2014/main" id="{9286DAB2-80FD-4A59-A105-CC25A8B80376}"/>
              </a:ext>
            </a:extLst>
          </p:cNvPr>
          <p:cNvSpPr>
            <a:spLocks noGrp="1"/>
          </p:cNvSpPr>
          <p:nvPr/>
        </p:nvSpPr>
        <p:spPr>
          <a:xfrm>
            <a:off x="71740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4" name="F2_precision_recall_distributions_4818">
            <a:extLst>
              <a:ext uri="{FF2B5EF4-FFF2-40B4-BE49-F238E27FC236}">
                <a16:creationId xmlns:a16="http://schemas.microsoft.com/office/drawing/2014/main" id="{8F8C3A5E-FA51-42D2-99DA-030AD0439F42}"/>
              </a:ext>
            </a:extLst>
          </p:cNvPr>
          <p:cNvSpPr>
            <a:spLocks noGrp="1"/>
          </p:cNvSpPr>
          <p:nvPr/>
        </p:nvSpPr>
        <p:spPr>
          <a:xfrm>
            <a:off x="704904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5" name="F2_precision_recall_distributions_4819">
            <a:extLst>
              <a:ext uri="{FF2B5EF4-FFF2-40B4-BE49-F238E27FC236}">
                <a16:creationId xmlns:a16="http://schemas.microsoft.com/office/drawing/2014/main" id="{5B500F1F-708B-4C3A-AA73-67F91E0003CF}"/>
              </a:ext>
            </a:extLst>
          </p:cNvPr>
          <p:cNvSpPr>
            <a:spLocks noGrp="1"/>
          </p:cNvSpPr>
          <p:nvPr/>
        </p:nvSpPr>
        <p:spPr>
          <a:xfrm>
            <a:off x="713878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6" name="F2_precision_recall_distributions_4820">
            <a:extLst>
              <a:ext uri="{FF2B5EF4-FFF2-40B4-BE49-F238E27FC236}">
                <a16:creationId xmlns:a16="http://schemas.microsoft.com/office/drawing/2014/main" id="{96018C79-E5F4-47D4-8343-52B46FED5B57}"/>
              </a:ext>
            </a:extLst>
          </p:cNvPr>
          <p:cNvSpPr>
            <a:spLocks noGrp="1"/>
          </p:cNvSpPr>
          <p:nvPr/>
        </p:nvSpPr>
        <p:spPr>
          <a:xfrm>
            <a:off x="7269508" y="33803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7" name="F2_precision_recall_distributions_4821">
            <a:extLst>
              <a:ext uri="{FF2B5EF4-FFF2-40B4-BE49-F238E27FC236}">
                <a16:creationId xmlns:a16="http://schemas.microsoft.com/office/drawing/2014/main" id="{19546E51-4A68-43D6-A626-D5B2A0F9BE7A}"/>
              </a:ext>
            </a:extLst>
          </p:cNvPr>
          <p:cNvSpPr>
            <a:spLocks noGrp="1"/>
          </p:cNvSpPr>
          <p:nvPr/>
        </p:nvSpPr>
        <p:spPr>
          <a:xfrm>
            <a:off x="729948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8" name="F2_precision_recall_distributions_4822">
            <a:extLst>
              <a:ext uri="{FF2B5EF4-FFF2-40B4-BE49-F238E27FC236}">
                <a16:creationId xmlns:a16="http://schemas.microsoft.com/office/drawing/2014/main" id="{815BB236-F81D-4B2F-A399-9A9159ABCB61}"/>
              </a:ext>
            </a:extLst>
          </p:cNvPr>
          <p:cNvSpPr>
            <a:spLocks noGrp="1"/>
          </p:cNvSpPr>
          <p:nvPr/>
        </p:nvSpPr>
        <p:spPr>
          <a:xfrm>
            <a:off x="730778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09" name="F2_precision_recall_distributions_4823">
            <a:extLst>
              <a:ext uri="{FF2B5EF4-FFF2-40B4-BE49-F238E27FC236}">
                <a16:creationId xmlns:a16="http://schemas.microsoft.com/office/drawing/2014/main" id="{36A5F31C-0C78-4ECD-AFA3-B57E17CC7ACF}"/>
              </a:ext>
            </a:extLst>
          </p:cNvPr>
          <p:cNvSpPr>
            <a:spLocks noGrp="1"/>
          </p:cNvSpPr>
          <p:nvPr/>
        </p:nvSpPr>
        <p:spPr>
          <a:xfrm>
            <a:off x="7193365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0" name="F2_precision_recall_distributions_4824">
            <a:extLst>
              <a:ext uri="{FF2B5EF4-FFF2-40B4-BE49-F238E27FC236}">
                <a16:creationId xmlns:a16="http://schemas.microsoft.com/office/drawing/2014/main" id="{5F83953D-778F-4C79-B839-3FAC38809329}"/>
              </a:ext>
            </a:extLst>
          </p:cNvPr>
          <p:cNvSpPr>
            <a:spLocks noGrp="1"/>
          </p:cNvSpPr>
          <p:nvPr/>
        </p:nvSpPr>
        <p:spPr>
          <a:xfrm>
            <a:off x="7334921" y="30974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1" name="F2_precision_recall_distributions_4825">
            <a:extLst>
              <a:ext uri="{FF2B5EF4-FFF2-40B4-BE49-F238E27FC236}">
                <a16:creationId xmlns:a16="http://schemas.microsoft.com/office/drawing/2014/main" id="{12CD9CCA-7AD0-4B91-96E9-490E3C232DA5}"/>
              </a:ext>
            </a:extLst>
          </p:cNvPr>
          <p:cNvSpPr>
            <a:spLocks noGrp="1"/>
          </p:cNvSpPr>
          <p:nvPr/>
        </p:nvSpPr>
        <p:spPr>
          <a:xfrm>
            <a:off x="6987457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2" name="F2_precision_recall_distributions_4826">
            <a:extLst>
              <a:ext uri="{FF2B5EF4-FFF2-40B4-BE49-F238E27FC236}">
                <a16:creationId xmlns:a16="http://schemas.microsoft.com/office/drawing/2014/main" id="{41D4E5E4-E226-43B3-9D62-D45C703657C7}"/>
              </a:ext>
            </a:extLst>
          </p:cNvPr>
          <p:cNvSpPr>
            <a:spLocks noGrp="1"/>
          </p:cNvSpPr>
          <p:nvPr/>
        </p:nvSpPr>
        <p:spPr>
          <a:xfrm>
            <a:off x="70612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3" name="F2_precision_recall_distributions_4827">
            <a:extLst>
              <a:ext uri="{FF2B5EF4-FFF2-40B4-BE49-F238E27FC236}">
                <a16:creationId xmlns:a16="http://schemas.microsoft.com/office/drawing/2014/main" id="{F4F7BEC9-98F8-4A08-A345-DCA979713C01}"/>
              </a:ext>
            </a:extLst>
          </p:cNvPr>
          <p:cNvSpPr>
            <a:spLocks noGrp="1"/>
          </p:cNvSpPr>
          <p:nvPr/>
        </p:nvSpPr>
        <p:spPr>
          <a:xfrm>
            <a:off x="6977229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4" name="F2_precision_recall_distributions_4828">
            <a:extLst>
              <a:ext uri="{FF2B5EF4-FFF2-40B4-BE49-F238E27FC236}">
                <a16:creationId xmlns:a16="http://schemas.microsoft.com/office/drawing/2014/main" id="{77DA888F-97AD-43DA-9821-E963E8BA8EB2}"/>
              </a:ext>
            </a:extLst>
          </p:cNvPr>
          <p:cNvSpPr>
            <a:spLocks noGrp="1"/>
          </p:cNvSpPr>
          <p:nvPr/>
        </p:nvSpPr>
        <p:spPr>
          <a:xfrm>
            <a:off x="6976903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5" name="F2_precision_recall_distributions_4829">
            <a:extLst>
              <a:ext uri="{FF2B5EF4-FFF2-40B4-BE49-F238E27FC236}">
                <a16:creationId xmlns:a16="http://schemas.microsoft.com/office/drawing/2014/main" id="{3F6BF6DA-73B7-4F3F-8B01-0E01722BDD86}"/>
              </a:ext>
            </a:extLst>
          </p:cNvPr>
          <p:cNvSpPr>
            <a:spLocks noGrp="1"/>
          </p:cNvSpPr>
          <p:nvPr/>
        </p:nvSpPr>
        <p:spPr>
          <a:xfrm>
            <a:off x="7141745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6" name="F2_precision_recall_distributions_4830">
            <a:extLst>
              <a:ext uri="{FF2B5EF4-FFF2-40B4-BE49-F238E27FC236}">
                <a16:creationId xmlns:a16="http://schemas.microsoft.com/office/drawing/2014/main" id="{EEA6BE35-2EA7-4975-9D0E-209D83E553FF}"/>
              </a:ext>
            </a:extLst>
          </p:cNvPr>
          <p:cNvSpPr>
            <a:spLocks noGrp="1"/>
          </p:cNvSpPr>
          <p:nvPr/>
        </p:nvSpPr>
        <p:spPr>
          <a:xfrm>
            <a:off x="7002869" y="34982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7" name="F2_precision_recall_distributions_4831">
            <a:extLst>
              <a:ext uri="{FF2B5EF4-FFF2-40B4-BE49-F238E27FC236}">
                <a16:creationId xmlns:a16="http://schemas.microsoft.com/office/drawing/2014/main" id="{63E639A2-DE77-42F6-B2FE-7EEE2F36EDBC}"/>
              </a:ext>
            </a:extLst>
          </p:cNvPr>
          <p:cNvSpPr>
            <a:spLocks noGrp="1"/>
          </p:cNvSpPr>
          <p:nvPr/>
        </p:nvSpPr>
        <p:spPr>
          <a:xfrm>
            <a:off x="7189863" y="29677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8" name="F2_precision_recall_distributions_4832">
            <a:extLst>
              <a:ext uri="{FF2B5EF4-FFF2-40B4-BE49-F238E27FC236}">
                <a16:creationId xmlns:a16="http://schemas.microsoft.com/office/drawing/2014/main" id="{D2C9EBA9-8C4D-4FDF-8D6A-DB87FFCDCBBD}"/>
              </a:ext>
            </a:extLst>
          </p:cNvPr>
          <p:cNvSpPr>
            <a:spLocks noGrp="1"/>
          </p:cNvSpPr>
          <p:nvPr/>
        </p:nvSpPr>
        <p:spPr>
          <a:xfrm>
            <a:off x="7019542" y="36161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19" name="F2_precision_recall_distributions_4833">
            <a:extLst>
              <a:ext uri="{FF2B5EF4-FFF2-40B4-BE49-F238E27FC236}">
                <a16:creationId xmlns:a16="http://schemas.microsoft.com/office/drawing/2014/main" id="{BDEA97AA-5EC1-4CD9-951C-E06432FDD40C}"/>
              </a:ext>
            </a:extLst>
          </p:cNvPr>
          <p:cNvSpPr>
            <a:spLocks noGrp="1"/>
          </p:cNvSpPr>
          <p:nvPr/>
        </p:nvSpPr>
        <p:spPr>
          <a:xfrm>
            <a:off x="704820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0" name="F2_precision_recall_distributions_4834">
            <a:extLst>
              <a:ext uri="{FF2B5EF4-FFF2-40B4-BE49-F238E27FC236}">
                <a16:creationId xmlns:a16="http://schemas.microsoft.com/office/drawing/2014/main" id="{8F20477B-AE5A-42CC-8361-EC4C8F1581F7}"/>
              </a:ext>
            </a:extLst>
          </p:cNvPr>
          <p:cNvSpPr>
            <a:spLocks noGrp="1"/>
          </p:cNvSpPr>
          <p:nvPr/>
        </p:nvSpPr>
        <p:spPr>
          <a:xfrm>
            <a:off x="717470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1" name="F2_precision_recall_distributions_4835">
            <a:extLst>
              <a:ext uri="{FF2B5EF4-FFF2-40B4-BE49-F238E27FC236}">
                <a16:creationId xmlns:a16="http://schemas.microsoft.com/office/drawing/2014/main" id="{917EFE3A-5662-4399-BA0D-E399CF2B4108}"/>
              </a:ext>
            </a:extLst>
          </p:cNvPr>
          <p:cNvSpPr>
            <a:spLocks noGrp="1"/>
          </p:cNvSpPr>
          <p:nvPr/>
        </p:nvSpPr>
        <p:spPr>
          <a:xfrm>
            <a:off x="7156719" y="30738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2" name="F2_precision_recall_distributions_4836">
            <a:extLst>
              <a:ext uri="{FF2B5EF4-FFF2-40B4-BE49-F238E27FC236}">
                <a16:creationId xmlns:a16="http://schemas.microsoft.com/office/drawing/2014/main" id="{338AC303-EF52-4714-9295-C5318E22C09B}"/>
              </a:ext>
            </a:extLst>
          </p:cNvPr>
          <p:cNvSpPr>
            <a:spLocks noGrp="1"/>
          </p:cNvSpPr>
          <p:nvPr/>
        </p:nvSpPr>
        <p:spPr>
          <a:xfrm>
            <a:off x="7069916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3" name="F2_precision_recall_distributions_4837">
            <a:extLst>
              <a:ext uri="{FF2B5EF4-FFF2-40B4-BE49-F238E27FC236}">
                <a16:creationId xmlns:a16="http://schemas.microsoft.com/office/drawing/2014/main" id="{7CC7E63F-C682-4D8A-83FE-7CC4FFE7FD3B}"/>
              </a:ext>
            </a:extLst>
          </p:cNvPr>
          <p:cNvSpPr>
            <a:spLocks noGrp="1"/>
          </p:cNvSpPr>
          <p:nvPr/>
        </p:nvSpPr>
        <p:spPr>
          <a:xfrm>
            <a:off x="7171940" y="32012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4" name="F2_precision_recall_distributions_4838">
            <a:extLst>
              <a:ext uri="{FF2B5EF4-FFF2-40B4-BE49-F238E27FC236}">
                <a16:creationId xmlns:a16="http://schemas.microsoft.com/office/drawing/2014/main" id="{0EEDEBAE-4F3B-45A7-B89F-3D7D02E9DE22}"/>
              </a:ext>
            </a:extLst>
          </p:cNvPr>
          <p:cNvSpPr>
            <a:spLocks noGrp="1"/>
          </p:cNvSpPr>
          <p:nvPr/>
        </p:nvSpPr>
        <p:spPr>
          <a:xfrm>
            <a:off x="72650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5" name="F2_precision_recall_distributions_4839">
            <a:extLst>
              <a:ext uri="{FF2B5EF4-FFF2-40B4-BE49-F238E27FC236}">
                <a16:creationId xmlns:a16="http://schemas.microsoft.com/office/drawing/2014/main" id="{97D26E0F-2AFB-493C-9B70-7524CBFD8A16}"/>
              </a:ext>
            </a:extLst>
          </p:cNvPr>
          <p:cNvSpPr>
            <a:spLocks noGrp="1"/>
          </p:cNvSpPr>
          <p:nvPr/>
        </p:nvSpPr>
        <p:spPr>
          <a:xfrm>
            <a:off x="707516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6" name="F2_precision_recall_distributions_4840">
            <a:extLst>
              <a:ext uri="{FF2B5EF4-FFF2-40B4-BE49-F238E27FC236}">
                <a16:creationId xmlns:a16="http://schemas.microsoft.com/office/drawing/2014/main" id="{9DDAC1FD-1297-4ED6-AEA8-4D034595027A}"/>
              </a:ext>
            </a:extLst>
          </p:cNvPr>
          <p:cNvSpPr>
            <a:spLocks noGrp="1"/>
          </p:cNvSpPr>
          <p:nvPr/>
        </p:nvSpPr>
        <p:spPr>
          <a:xfrm>
            <a:off x="7231075" y="31446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7" name="F2_precision_recall_distributions_4841">
            <a:extLst>
              <a:ext uri="{FF2B5EF4-FFF2-40B4-BE49-F238E27FC236}">
                <a16:creationId xmlns:a16="http://schemas.microsoft.com/office/drawing/2014/main" id="{8EC4B19A-CE15-4308-BA16-A4A3A391D293}"/>
              </a:ext>
            </a:extLst>
          </p:cNvPr>
          <p:cNvSpPr>
            <a:spLocks noGrp="1"/>
          </p:cNvSpPr>
          <p:nvPr/>
        </p:nvSpPr>
        <p:spPr>
          <a:xfrm>
            <a:off x="7034611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8" name="F2_precision_recall_distributions_4842">
            <a:extLst>
              <a:ext uri="{FF2B5EF4-FFF2-40B4-BE49-F238E27FC236}">
                <a16:creationId xmlns:a16="http://schemas.microsoft.com/office/drawing/2014/main" id="{9A47F722-F277-436A-8417-C56A76B6672C}"/>
              </a:ext>
            </a:extLst>
          </p:cNvPr>
          <p:cNvSpPr>
            <a:spLocks noGrp="1"/>
          </p:cNvSpPr>
          <p:nvPr/>
        </p:nvSpPr>
        <p:spPr>
          <a:xfrm>
            <a:off x="707792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29" name="F2_precision_recall_distributions_4843">
            <a:extLst>
              <a:ext uri="{FF2B5EF4-FFF2-40B4-BE49-F238E27FC236}">
                <a16:creationId xmlns:a16="http://schemas.microsoft.com/office/drawing/2014/main" id="{25BA0240-DCC1-4D80-9A86-F0AA06F92604}"/>
              </a:ext>
            </a:extLst>
          </p:cNvPr>
          <p:cNvSpPr>
            <a:spLocks noGrp="1"/>
          </p:cNvSpPr>
          <p:nvPr/>
        </p:nvSpPr>
        <p:spPr>
          <a:xfrm>
            <a:off x="7200722" y="33467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0" name="F2_precision_recall_distributions_4844">
            <a:extLst>
              <a:ext uri="{FF2B5EF4-FFF2-40B4-BE49-F238E27FC236}">
                <a16:creationId xmlns:a16="http://schemas.microsoft.com/office/drawing/2014/main" id="{579F0E7D-C713-4748-9053-766781AA530F}"/>
              </a:ext>
            </a:extLst>
          </p:cNvPr>
          <p:cNvSpPr>
            <a:spLocks noGrp="1"/>
          </p:cNvSpPr>
          <p:nvPr/>
        </p:nvSpPr>
        <p:spPr>
          <a:xfrm>
            <a:off x="7204162" y="298294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1" name="F2_precision_recall_distributions_4845">
            <a:extLst>
              <a:ext uri="{FF2B5EF4-FFF2-40B4-BE49-F238E27FC236}">
                <a16:creationId xmlns:a16="http://schemas.microsoft.com/office/drawing/2014/main" id="{B1A6A934-E47D-4581-A113-D248B1CC46B7}"/>
              </a:ext>
            </a:extLst>
          </p:cNvPr>
          <p:cNvSpPr>
            <a:spLocks noGrp="1"/>
          </p:cNvSpPr>
          <p:nvPr/>
        </p:nvSpPr>
        <p:spPr>
          <a:xfrm>
            <a:off x="7118100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2" name="F2_precision_recall_distributions_4846">
            <a:extLst>
              <a:ext uri="{FF2B5EF4-FFF2-40B4-BE49-F238E27FC236}">
                <a16:creationId xmlns:a16="http://schemas.microsoft.com/office/drawing/2014/main" id="{CF2418D6-3CFA-4E8B-8166-B21BB16C5C91}"/>
              </a:ext>
            </a:extLst>
          </p:cNvPr>
          <p:cNvSpPr>
            <a:spLocks noGrp="1"/>
          </p:cNvSpPr>
          <p:nvPr/>
        </p:nvSpPr>
        <p:spPr>
          <a:xfrm>
            <a:off x="7251115" y="32421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3" name="F2_precision_recall_distributions_4847">
            <a:extLst>
              <a:ext uri="{FF2B5EF4-FFF2-40B4-BE49-F238E27FC236}">
                <a16:creationId xmlns:a16="http://schemas.microsoft.com/office/drawing/2014/main" id="{22578762-18DA-4116-9D3D-32782B1220CB}"/>
              </a:ext>
            </a:extLst>
          </p:cNvPr>
          <p:cNvSpPr>
            <a:spLocks noGrp="1"/>
          </p:cNvSpPr>
          <p:nvPr/>
        </p:nvSpPr>
        <p:spPr>
          <a:xfrm>
            <a:off x="7230108" y="33709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4" name="F2_precision_recall_distributions_4848">
            <a:extLst>
              <a:ext uri="{FF2B5EF4-FFF2-40B4-BE49-F238E27FC236}">
                <a16:creationId xmlns:a16="http://schemas.microsoft.com/office/drawing/2014/main" id="{181A45FB-9604-4C36-B279-0F9AFF91FB4A}"/>
              </a:ext>
            </a:extLst>
          </p:cNvPr>
          <p:cNvSpPr>
            <a:spLocks noGrp="1"/>
          </p:cNvSpPr>
          <p:nvPr/>
        </p:nvSpPr>
        <p:spPr>
          <a:xfrm>
            <a:off x="724374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5" name="F2_precision_recall_distributions_4849">
            <a:extLst>
              <a:ext uri="{FF2B5EF4-FFF2-40B4-BE49-F238E27FC236}">
                <a16:creationId xmlns:a16="http://schemas.microsoft.com/office/drawing/2014/main" id="{889D7B8D-CE51-4EBD-8EFF-501675F13A8F}"/>
              </a:ext>
            </a:extLst>
          </p:cNvPr>
          <p:cNvSpPr>
            <a:spLocks noGrp="1"/>
          </p:cNvSpPr>
          <p:nvPr/>
        </p:nvSpPr>
        <p:spPr>
          <a:xfrm>
            <a:off x="7255192" y="36965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6" name="F2_precision_recall_distributions_4850">
            <a:extLst>
              <a:ext uri="{FF2B5EF4-FFF2-40B4-BE49-F238E27FC236}">
                <a16:creationId xmlns:a16="http://schemas.microsoft.com/office/drawing/2014/main" id="{A6B6D218-BB2E-41F1-8C77-DC5B307A9186}"/>
              </a:ext>
            </a:extLst>
          </p:cNvPr>
          <p:cNvSpPr>
            <a:spLocks noGrp="1"/>
          </p:cNvSpPr>
          <p:nvPr/>
        </p:nvSpPr>
        <p:spPr>
          <a:xfrm>
            <a:off x="7026232" y="35690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7" name="F2_precision_recall_distributions_4851">
            <a:extLst>
              <a:ext uri="{FF2B5EF4-FFF2-40B4-BE49-F238E27FC236}">
                <a16:creationId xmlns:a16="http://schemas.microsoft.com/office/drawing/2014/main" id="{28DDFD4B-2440-4531-9EED-FDD336D32E71}"/>
              </a:ext>
            </a:extLst>
          </p:cNvPr>
          <p:cNvSpPr>
            <a:spLocks noGrp="1"/>
          </p:cNvSpPr>
          <p:nvPr/>
        </p:nvSpPr>
        <p:spPr>
          <a:xfrm>
            <a:off x="6990533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8" name="F2_precision_recall_distributions_4852">
            <a:extLst>
              <a:ext uri="{FF2B5EF4-FFF2-40B4-BE49-F238E27FC236}">
                <a16:creationId xmlns:a16="http://schemas.microsoft.com/office/drawing/2014/main" id="{E1452C47-B5C9-4681-9837-84481ED383D1}"/>
              </a:ext>
            </a:extLst>
          </p:cNvPr>
          <p:cNvSpPr>
            <a:spLocks noGrp="1"/>
          </p:cNvSpPr>
          <p:nvPr/>
        </p:nvSpPr>
        <p:spPr>
          <a:xfrm>
            <a:off x="7184917" y="28616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39" name="F2_precision_recall_distributions_4853">
            <a:extLst>
              <a:ext uri="{FF2B5EF4-FFF2-40B4-BE49-F238E27FC236}">
                <a16:creationId xmlns:a16="http://schemas.microsoft.com/office/drawing/2014/main" id="{DD971919-C953-476B-B5F1-FA04AEF6651D}"/>
              </a:ext>
            </a:extLst>
          </p:cNvPr>
          <p:cNvSpPr>
            <a:spLocks noGrp="1"/>
          </p:cNvSpPr>
          <p:nvPr/>
        </p:nvSpPr>
        <p:spPr>
          <a:xfrm>
            <a:off x="7169019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0" name="F2_precision_recall_distributions_4854">
            <a:extLst>
              <a:ext uri="{FF2B5EF4-FFF2-40B4-BE49-F238E27FC236}">
                <a16:creationId xmlns:a16="http://schemas.microsoft.com/office/drawing/2014/main" id="{D3EA1AE4-5AD9-4535-BE53-0F7E2F051659}"/>
              </a:ext>
            </a:extLst>
          </p:cNvPr>
          <p:cNvSpPr>
            <a:spLocks noGrp="1"/>
          </p:cNvSpPr>
          <p:nvPr/>
        </p:nvSpPr>
        <p:spPr>
          <a:xfrm>
            <a:off x="6981214" y="35855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1" name="F2_precision_recall_distributions_4855">
            <a:extLst>
              <a:ext uri="{FF2B5EF4-FFF2-40B4-BE49-F238E27FC236}">
                <a16:creationId xmlns:a16="http://schemas.microsoft.com/office/drawing/2014/main" id="{D0AB7BD1-2868-472A-878D-566E989DB73F}"/>
              </a:ext>
            </a:extLst>
          </p:cNvPr>
          <p:cNvSpPr>
            <a:spLocks noGrp="1"/>
          </p:cNvSpPr>
          <p:nvPr/>
        </p:nvSpPr>
        <p:spPr>
          <a:xfrm>
            <a:off x="7314782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2" name="F2_precision_recall_distributions_4856">
            <a:extLst>
              <a:ext uri="{FF2B5EF4-FFF2-40B4-BE49-F238E27FC236}">
                <a16:creationId xmlns:a16="http://schemas.microsoft.com/office/drawing/2014/main" id="{1D90372F-6C33-4A25-A226-E543185DCC75}"/>
              </a:ext>
            </a:extLst>
          </p:cNvPr>
          <p:cNvSpPr>
            <a:spLocks noGrp="1"/>
          </p:cNvSpPr>
          <p:nvPr/>
        </p:nvSpPr>
        <p:spPr>
          <a:xfrm>
            <a:off x="6988586" y="371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3" name="F2_precision_recall_distributions_4857">
            <a:extLst>
              <a:ext uri="{FF2B5EF4-FFF2-40B4-BE49-F238E27FC236}">
                <a16:creationId xmlns:a16="http://schemas.microsoft.com/office/drawing/2014/main" id="{E87343B3-0CCC-47D4-8D9B-739E174DDEC8}"/>
              </a:ext>
            </a:extLst>
          </p:cNvPr>
          <p:cNvSpPr>
            <a:spLocks noGrp="1"/>
          </p:cNvSpPr>
          <p:nvPr/>
        </p:nvSpPr>
        <p:spPr>
          <a:xfrm>
            <a:off x="7992389" y="287532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69" y="842186"/>
                </a:lnTo>
                <a:lnTo>
                  <a:pt x="22860" y="835606"/>
                </a:lnTo>
                <a:lnTo>
                  <a:pt x="49233" y="829027"/>
                </a:lnTo>
                <a:lnTo>
                  <a:pt x="82412" y="822447"/>
                </a:lnTo>
                <a:lnTo>
                  <a:pt x="119397" y="815868"/>
                </a:lnTo>
                <a:lnTo>
                  <a:pt x="157203" y="809288"/>
                </a:lnTo>
                <a:lnTo>
                  <a:pt x="193238" y="802708"/>
                </a:lnTo>
                <a:lnTo>
                  <a:pt x="225556" y="796129"/>
                </a:lnTo>
                <a:lnTo>
                  <a:pt x="252969" y="789549"/>
                </a:lnTo>
                <a:lnTo>
                  <a:pt x="275016" y="782970"/>
                </a:lnTo>
                <a:lnTo>
                  <a:pt x="291831" y="776390"/>
                </a:lnTo>
                <a:lnTo>
                  <a:pt x="303968" y="769811"/>
                </a:lnTo>
                <a:lnTo>
                  <a:pt x="312213" y="763231"/>
                </a:lnTo>
                <a:lnTo>
                  <a:pt x="317427" y="756651"/>
                </a:lnTo>
                <a:lnTo>
                  <a:pt x="320434" y="750072"/>
                </a:lnTo>
                <a:lnTo>
                  <a:pt x="321952" y="743492"/>
                </a:lnTo>
                <a:lnTo>
                  <a:pt x="322564" y="736913"/>
                </a:lnTo>
                <a:lnTo>
                  <a:pt x="322713" y="730333"/>
                </a:lnTo>
                <a:lnTo>
                  <a:pt x="322714" y="723754"/>
                </a:lnTo>
                <a:lnTo>
                  <a:pt x="322770" y="717174"/>
                </a:lnTo>
                <a:lnTo>
                  <a:pt x="322990" y="710594"/>
                </a:lnTo>
                <a:lnTo>
                  <a:pt x="323410" y="704015"/>
                </a:lnTo>
                <a:lnTo>
                  <a:pt x="324011" y="697435"/>
                </a:lnTo>
                <a:lnTo>
                  <a:pt x="324736" y="690856"/>
                </a:lnTo>
                <a:lnTo>
                  <a:pt x="325508" y="684276"/>
                </a:lnTo>
                <a:lnTo>
                  <a:pt x="326245" y="677697"/>
                </a:lnTo>
                <a:lnTo>
                  <a:pt x="326869" y="671117"/>
                </a:lnTo>
                <a:lnTo>
                  <a:pt x="327313" y="664537"/>
                </a:lnTo>
                <a:lnTo>
                  <a:pt x="327524" y="657958"/>
                </a:lnTo>
                <a:lnTo>
                  <a:pt x="327461" y="651378"/>
                </a:lnTo>
                <a:lnTo>
                  <a:pt x="327091" y="644799"/>
                </a:lnTo>
                <a:lnTo>
                  <a:pt x="326389" y="638219"/>
                </a:lnTo>
                <a:lnTo>
                  <a:pt x="325334" y="631639"/>
                </a:lnTo>
                <a:lnTo>
                  <a:pt x="323918" y="625060"/>
                </a:lnTo>
                <a:lnTo>
                  <a:pt x="322150" y="618480"/>
                </a:lnTo>
                <a:lnTo>
                  <a:pt x="320069" y="611901"/>
                </a:lnTo>
                <a:lnTo>
                  <a:pt x="317750" y="605321"/>
                </a:lnTo>
                <a:lnTo>
                  <a:pt x="315313" y="598742"/>
                </a:lnTo>
                <a:lnTo>
                  <a:pt x="312916" y="592162"/>
                </a:lnTo>
                <a:lnTo>
                  <a:pt x="310742" y="585582"/>
                </a:lnTo>
                <a:lnTo>
                  <a:pt x="308979" y="579003"/>
                </a:lnTo>
                <a:lnTo>
                  <a:pt x="307795" y="572423"/>
                </a:lnTo>
                <a:lnTo>
                  <a:pt x="307305" y="565844"/>
                </a:lnTo>
                <a:lnTo>
                  <a:pt x="307557" y="559264"/>
                </a:lnTo>
                <a:lnTo>
                  <a:pt x="308522" y="552685"/>
                </a:lnTo>
                <a:lnTo>
                  <a:pt x="310093" y="546105"/>
                </a:lnTo>
                <a:lnTo>
                  <a:pt x="312103" y="539525"/>
                </a:lnTo>
                <a:lnTo>
                  <a:pt x="314348" y="532946"/>
                </a:lnTo>
                <a:lnTo>
                  <a:pt x="316615" y="526366"/>
                </a:lnTo>
                <a:lnTo>
                  <a:pt x="318697" y="519787"/>
                </a:lnTo>
                <a:lnTo>
                  <a:pt x="320416" y="513207"/>
                </a:lnTo>
                <a:lnTo>
                  <a:pt x="321625" y="506627"/>
                </a:lnTo>
                <a:lnTo>
                  <a:pt x="322209" y="500048"/>
                </a:lnTo>
                <a:lnTo>
                  <a:pt x="322087" y="493468"/>
                </a:lnTo>
                <a:lnTo>
                  <a:pt x="321211" y="486889"/>
                </a:lnTo>
                <a:lnTo>
                  <a:pt x="319571" y="480309"/>
                </a:lnTo>
                <a:lnTo>
                  <a:pt x="317210" y="473730"/>
                </a:lnTo>
                <a:lnTo>
                  <a:pt x="314233" y="467150"/>
                </a:lnTo>
                <a:lnTo>
                  <a:pt x="310819" y="460570"/>
                </a:lnTo>
                <a:lnTo>
                  <a:pt x="307220" y="453991"/>
                </a:lnTo>
                <a:lnTo>
                  <a:pt x="303745" y="447411"/>
                </a:lnTo>
                <a:lnTo>
                  <a:pt x="300731" y="440832"/>
                </a:lnTo>
                <a:lnTo>
                  <a:pt x="298496" y="434252"/>
                </a:lnTo>
                <a:lnTo>
                  <a:pt x="297293" y="427673"/>
                </a:lnTo>
                <a:lnTo>
                  <a:pt x="297268" y="421093"/>
                </a:lnTo>
                <a:lnTo>
                  <a:pt x="298437" y="414513"/>
                </a:lnTo>
                <a:lnTo>
                  <a:pt x="300678" y="407934"/>
                </a:lnTo>
                <a:lnTo>
                  <a:pt x="303757" y="401354"/>
                </a:lnTo>
                <a:lnTo>
                  <a:pt x="307363" y="394775"/>
                </a:lnTo>
                <a:lnTo>
                  <a:pt x="311160" y="388195"/>
                </a:lnTo>
                <a:lnTo>
                  <a:pt x="314835" y="381616"/>
                </a:lnTo>
                <a:lnTo>
                  <a:pt x="318136" y="375036"/>
                </a:lnTo>
                <a:lnTo>
                  <a:pt x="320897" y="368456"/>
                </a:lnTo>
                <a:lnTo>
                  <a:pt x="323041" y="361877"/>
                </a:lnTo>
                <a:lnTo>
                  <a:pt x="324572" y="355297"/>
                </a:lnTo>
                <a:lnTo>
                  <a:pt x="325559" y="348718"/>
                </a:lnTo>
                <a:lnTo>
                  <a:pt x="326110" y="342138"/>
                </a:lnTo>
                <a:lnTo>
                  <a:pt x="326348" y="335558"/>
                </a:lnTo>
                <a:lnTo>
                  <a:pt x="326398" y="328979"/>
                </a:lnTo>
                <a:lnTo>
                  <a:pt x="326371" y="322399"/>
                </a:lnTo>
                <a:lnTo>
                  <a:pt x="326353" y="315820"/>
                </a:lnTo>
                <a:lnTo>
                  <a:pt x="326406" y="309240"/>
                </a:lnTo>
                <a:lnTo>
                  <a:pt x="326562" y="302661"/>
                </a:lnTo>
                <a:lnTo>
                  <a:pt x="326825" y="296081"/>
                </a:lnTo>
                <a:lnTo>
                  <a:pt x="327172" y="289501"/>
                </a:lnTo>
                <a:lnTo>
                  <a:pt x="327557" y="282922"/>
                </a:lnTo>
                <a:lnTo>
                  <a:pt x="327917" y="276342"/>
                </a:lnTo>
                <a:lnTo>
                  <a:pt x="328183" y="269763"/>
                </a:lnTo>
                <a:lnTo>
                  <a:pt x="328283" y="263183"/>
                </a:lnTo>
                <a:lnTo>
                  <a:pt x="328161" y="256604"/>
                </a:lnTo>
                <a:lnTo>
                  <a:pt x="327783" y="250024"/>
                </a:lnTo>
                <a:lnTo>
                  <a:pt x="327142" y="243444"/>
                </a:lnTo>
                <a:lnTo>
                  <a:pt x="326267" y="236865"/>
                </a:lnTo>
                <a:lnTo>
                  <a:pt x="325215" y="230285"/>
                </a:lnTo>
                <a:lnTo>
                  <a:pt x="324066" y="223706"/>
                </a:lnTo>
                <a:lnTo>
                  <a:pt x="322914" y="217126"/>
                </a:lnTo>
                <a:lnTo>
                  <a:pt x="321850" y="210546"/>
                </a:lnTo>
                <a:lnTo>
                  <a:pt x="320954" y="203967"/>
                </a:lnTo>
                <a:lnTo>
                  <a:pt x="320281" y="197387"/>
                </a:lnTo>
                <a:lnTo>
                  <a:pt x="319861" y="190808"/>
                </a:lnTo>
                <a:lnTo>
                  <a:pt x="319694" y="184228"/>
                </a:lnTo>
                <a:lnTo>
                  <a:pt x="319759" y="177649"/>
                </a:lnTo>
                <a:lnTo>
                  <a:pt x="320017" y="171069"/>
                </a:lnTo>
                <a:lnTo>
                  <a:pt x="320429" y="164489"/>
                </a:lnTo>
                <a:lnTo>
                  <a:pt x="320958" y="157910"/>
                </a:lnTo>
                <a:lnTo>
                  <a:pt x="321575" y="151330"/>
                </a:lnTo>
                <a:lnTo>
                  <a:pt x="322269" y="144751"/>
                </a:lnTo>
                <a:lnTo>
                  <a:pt x="323035" y="138171"/>
                </a:lnTo>
                <a:lnTo>
                  <a:pt x="323870" y="131592"/>
                </a:lnTo>
                <a:lnTo>
                  <a:pt x="324770" y="125012"/>
                </a:lnTo>
                <a:lnTo>
                  <a:pt x="325707" y="118432"/>
                </a:lnTo>
                <a:lnTo>
                  <a:pt x="326629" y="111853"/>
                </a:lnTo>
                <a:lnTo>
                  <a:pt x="327448" y="105273"/>
                </a:lnTo>
                <a:lnTo>
                  <a:pt x="328032" y="98694"/>
                </a:lnTo>
                <a:lnTo>
                  <a:pt x="328207" y="92114"/>
                </a:lnTo>
                <a:lnTo>
                  <a:pt x="327763" y="85535"/>
                </a:lnTo>
                <a:lnTo>
                  <a:pt x="326460" y="78955"/>
                </a:lnTo>
                <a:lnTo>
                  <a:pt x="324056" y="72375"/>
                </a:lnTo>
                <a:lnTo>
                  <a:pt x="320336" y="65796"/>
                </a:lnTo>
                <a:lnTo>
                  <a:pt x="315152" y="59216"/>
                </a:lnTo>
                <a:lnTo>
                  <a:pt x="308472" y="52637"/>
                </a:lnTo>
                <a:lnTo>
                  <a:pt x="300428" y="46057"/>
                </a:lnTo>
                <a:lnTo>
                  <a:pt x="291340" y="39477"/>
                </a:lnTo>
                <a:lnTo>
                  <a:pt x="281728" y="32898"/>
                </a:lnTo>
                <a:lnTo>
                  <a:pt x="272276" y="26318"/>
                </a:lnTo>
                <a:lnTo>
                  <a:pt x="263770" y="19739"/>
                </a:lnTo>
                <a:lnTo>
                  <a:pt x="256995" y="13159"/>
                </a:lnTo>
                <a:lnTo>
                  <a:pt x="252626" y="6580"/>
                </a:lnTo>
                <a:lnTo>
                  <a:pt x="251116" y="0"/>
                </a:lnTo>
                <a:lnTo>
                  <a:pt x="423981" y="0"/>
                </a:lnTo>
                <a:lnTo>
                  <a:pt x="423981" y="0"/>
                </a:lnTo>
                <a:lnTo>
                  <a:pt x="422471" y="6580"/>
                </a:lnTo>
                <a:lnTo>
                  <a:pt x="418101" y="13159"/>
                </a:lnTo>
                <a:lnTo>
                  <a:pt x="411327" y="19739"/>
                </a:lnTo>
                <a:lnTo>
                  <a:pt x="402821" y="26318"/>
                </a:lnTo>
                <a:lnTo>
                  <a:pt x="393369" y="32898"/>
                </a:lnTo>
                <a:lnTo>
                  <a:pt x="383756" y="39477"/>
                </a:lnTo>
                <a:lnTo>
                  <a:pt x="374668" y="46057"/>
                </a:lnTo>
                <a:lnTo>
                  <a:pt x="366624" y="52637"/>
                </a:lnTo>
                <a:lnTo>
                  <a:pt x="359945" y="59216"/>
                </a:lnTo>
                <a:lnTo>
                  <a:pt x="354761" y="65796"/>
                </a:lnTo>
                <a:lnTo>
                  <a:pt x="351040" y="72375"/>
                </a:lnTo>
                <a:lnTo>
                  <a:pt x="348637" y="78955"/>
                </a:lnTo>
                <a:lnTo>
                  <a:pt x="347334" y="85535"/>
                </a:lnTo>
                <a:lnTo>
                  <a:pt x="346889" y="92114"/>
                </a:lnTo>
                <a:lnTo>
                  <a:pt x="347065" y="98694"/>
                </a:lnTo>
                <a:lnTo>
                  <a:pt x="347649" y="105273"/>
                </a:lnTo>
                <a:lnTo>
                  <a:pt x="348467" y="111853"/>
                </a:lnTo>
                <a:lnTo>
                  <a:pt x="349390" y="118432"/>
                </a:lnTo>
                <a:lnTo>
                  <a:pt x="350327" y="125012"/>
                </a:lnTo>
                <a:lnTo>
                  <a:pt x="351226" y="131592"/>
                </a:lnTo>
                <a:lnTo>
                  <a:pt x="352062" y="138171"/>
                </a:lnTo>
                <a:lnTo>
                  <a:pt x="352827" y="144751"/>
                </a:lnTo>
                <a:lnTo>
                  <a:pt x="353521" y="151330"/>
                </a:lnTo>
                <a:lnTo>
                  <a:pt x="354139" y="157910"/>
                </a:lnTo>
                <a:lnTo>
                  <a:pt x="354667" y="164489"/>
                </a:lnTo>
                <a:lnTo>
                  <a:pt x="355079" y="171069"/>
                </a:lnTo>
                <a:lnTo>
                  <a:pt x="355338" y="177649"/>
                </a:lnTo>
                <a:lnTo>
                  <a:pt x="355402" y="184228"/>
                </a:lnTo>
                <a:lnTo>
                  <a:pt x="355235" y="190808"/>
                </a:lnTo>
                <a:lnTo>
                  <a:pt x="354815" y="197387"/>
                </a:lnTo>
                <a:lnTo>
                  <a:pt x="354143" y="203967"/>
                </a:lnTo>
                <a:lnTo>
                  <a:pt x="353246" y="210546"/>
                </a:lnTo>
                <a:lnTo>
                  <a:pt x="352183" y="217126"/>
                </a:lnTo>
                <a:lnTo>
                  <a:pt x="351031" y="223706"/>
                </a:lnTo>
                <a:lnTo>
                  <a:pt x="349882" y="230285"/>
                </a:lnTo>
                <a:lnTo>
                  <a:pt x="348829" y="236865"/>
                </a:lnTo>
                <a:lnTo>
                  <a:pt x="347954" y="243444"/>
                </a:lnTo>
                <a:lnTo>
                  <a:pt x="347314" y="250024"/>
                </a:lnTo>
                <a:lnTo>
                  <a:pt x="346935" y="256604"/>
                </a:lnTo>
                <a:lnTo>
                  <a:pt x="346814" y="263183"/>
                </a:lnTo>
                <a:lnTo>
                  <a:pt x="346914" y="269763"/>
                </a:lnTo>
                <a:lnTo>
                  <a:pt x="347179" y="276342"/>
                </a:lnTo>
                <a:lnTo>
                  <a:pt x="347540" y="282922"/>
                </a:lnTo>
                <a:lnTo>
                  <a:pt x="347925" y="289501"/>
                </a:lnTo>
                <a:lnTo>
                  <a:pt x="348271" y="296081"/>
                </a:lnTo>
                <a:lnTo>
                  <a:pt x="348534" y="302661"/>
                </a:lnTo>
                <a:lnTo>
                  <a:pt x="348690" y="309240"/>
                </a:lnTo>
                <a:lnTo>
                  <a:pt x="348743" y="315820"/>
                </a:lnTo>
                <a:lnTo>
                  <a:pt x="348726" y="322399"/>
                </a:lnTo>
                <a:lnTo>
                  <a:pt x="348698" y="328979"/>
                </a:lnTo>
                <a:lnTo>
                  <a:pt x="348749" y="335558"/>
                </a:lnTo>
                <a:lnTo>
                  <a:pt x="348987" y="342138"/>
                </a:lnTo>
                <a:lnTo>
                  <a:pt x="349537" y="348718"/>
                </a:lnTo>
                <a:lnTo>
                  <a:pt x="350524" y="355297"/>
                </a:lnTo>
                <a:lnTo>
                  <a:pt x="352056" y="361877"/>
                </a:lnTo>
                <a:lnTo>
                  <a:pt x="354200" y="368456"/>
                </a:lnTo>
                <a:lnTo>
                  <a:pt x="356960" y="375036"/>
                </a:lnTo>
                <a:lnTo>
                  <a:pt x="360261" y="381616"/>
                </a:lnTo>
                <a:lnTo>
                  <a:pt x="363936" y="388195"/>
                </a:lnTo>
                <a:lnTo>
                  <a:pt x="367733" y="394775"/>
                </a:lnTo>
                <a:lnTo>
                  <a:pt x="371339" y="401354"/>
                </a:lnTo>
                <a:lnTo>
                  <a:pt x="374418" y="407934"/>
                </a:lnTo>
                <a:lnTo>
                  <a:pt x="376660" y="414513"/>
                </a:lnTo>
                <a:lnTo>
                  <a:pt x="377828" y="421093"/>
                </a:lnTo>
                <a:lnTo>
                  <a:pt x="377804" y="427673"/>
                </a:lnTo>
                <a:lnTo>
                  <a:pt x="376601" y="434252"/>
                </a:lnTo>
                <a:lnTo>
                  <a:pt x="374365" y="440832"/>
                </a:lnTo>
                <a:lnTo>
                  <a:pt x="371351" y="447411"/>
                </a:lnTo>
                <a:lnTo>
                  <a:pt x="367877" y="453991"/>
                </a:lnTo>
                <a:lnTo>
                  <a:pt x="364278" y="460570"/>
                </a:lnTo>
                <a:lnTo>
                  <a:pt x="360864" y="467150"/>
                </a:lnTo>
                <a:lnTo>
                  <a:pt x="357887" y="473730"/>
                </a:lnTo>
                <a:lnTo>
                  <a:pt x="355525" y="480309"/>
                </a:lnTo>
                <a:lnTo>
                  <a:pt x="353886" y="486889"/>
                </a:lnTo>
                <a:lnTo>
                  <a:pt x="353009" y="493468"/>
                </a:lnTo>
                <a:lnTo>
                  <a:pt x="352887" y="500048"/>
                </a:lnTo>
                <a:lnTo>
                  <a:pt x="353471" y="506627"/>
                </a:lnTo>
                <a:lnTo>
                  <a:pt x="354680" y="513207"/>
                </a:lnTo>
                <a:lnTo>
                  <a:pt x="356399" y="519787"/>
                </a:lnTo>
                <a:lnTo>
                  <a:pt x="358482" y="526366"/>
                </a:lnTo>
                <a:lnTo>
                  <a:pt x="360748" y="532946"/>
                </a:lnTo>
                <a:lnTo>
                  <a:pt x="362994" y="539525"/>
                </a:lnTo>
                <a:lnTo>
                  <a:pt x="365004" y="546105"/>
                </a:lnTo>
                <a:lnTo>
                  <a:pt x="366574" y="552685"/>
                </a:lnTo>
                <a:lnTo>
                  <a:pt x="367539" y="559264"/>
                </a:lnTo>
                <a:lnTo>
                  <a:pt x="367792" y="565844"/>
                </a:lnTo>
                <a:lnTo>
                  <a:pt x="367302" y="572423"/>
                </a:lnTo>
                <a:lnTo>
                  <a:pt x="366117" y="579003"/>
                </a:lnTo>
                <a:lnTo>
                  <a:pt x="364355" y="585582"/>
                </a:lnTo>
                <a:lnTo>
                  <a:pt x="362181" y="592162"/>
                </a:lnTo>
                <a:lnTo>
                  <a:pt x="359783" y="598742"/>
                </a:lnTo>
                <a:lnTo>
                  <a:pt x="357347" y="605321"/>
                </a:lnTo>
                <a:lnTo>
                  <a:pt x="355028" y="611901"/>
                </a:lnTo>
                <a:lnTo>
                  <a:pt x="352946" y="618480"/>
                </a:lnTo>
                <a:lnTo>
                  <a:pt x="351178" y="625060"/>
                </a:lnTo>
                <a:lnTo>
                  <a:pt x="349762" y="631639"/>
                </a:lnTo>
                <a:lnTo>
                  <a:pt x="348707" y="638219"/>
                </a:lnTo>
                <a:lnTo>
                  <a:pt x="348005" y="644799"/>
                </a:lnTo>
                <a:lnTo>
                  <a:pt x="347636" y="651378"/>
                </a:lnTo>
                <a:lnTo>
                  <a:pt x="347573" y="657958"/>
                </a:lnTo>
                <a:lnTo>
                  <a:pt x="347784" y="664537"/>
                </a:lnTo>
                <a:lnTo>
                  <a:pt x="348228" y="671117"/>
                </a:lnTo>
                <a:lnTo>
                  <a:pt x="348851" y="677697"/>
                </a:lnTo>
                <a:lnTo>
                  <a:pt x="349588" y="684276"/>
                </a:lnTo>
                <a:lnTo>
                  <a:pt x="350361" y="690856"/>
                </a:lnTo>
                <a:lnTo>
                  <a:pt x="351086" y="697435"/>
                </a:lnTo>
                <a:lnTo>
                  <a:pt x="351687" y="704015"/>
                </a:lnTo>
                <a:lnTo>
                  <a:pt x="352107" y="710594"/>
                </a:lnTo>
                <a:lnTo>
                  <a:pt x="352327" y="717174"/>
                </a:lnTo>
                <a:lnTo>
                  <a:pt x="352383" y="723754"/>
                </a:lnTo>
                <a:lnTo>
                  <a:pt x="352384" y="730333"/>
                </a:lnTo>
                <a:lnTo>
                  <a:pt x="352533" y="736913"/>
                </a:lnTo>
                <a:lnTo>
                  <a:pt x="353145" y="743492"/>
                </a:lnTo>
                <a:lnTo>
                  <a:pt x="354662" y="750072"/>
                </a:lnTo>
                <a:lnTo>
                  <a:pt x="357669" y="756651"/>
                </a:lnTo>
                <a:lnTo>
                  <a:pt x="362883" y="763231"/>
                </a:lnTo>
                <a:lnTo>
                  <a:pt x="371128" y="769811"/>
                </a:lnTo>
                <a:lnTo>
                  <a:pt x="383266" y="776390"/>
                </a:lnTo>
                <a:lnTo>
                  <a:pt x="400081" y="782970"/>
                </a:lnTo>
                <a:lnTo>
                  <a:pt x="422127" y="789549"/>
                </a:lnTo>
                <a:lnTo>
                  <a:pt x="449541" y="796129"/>
                </a:lnTo>
                <a:lnTo>
                  <a:pt x="481859" y="802708"/>
                </a:lnTo>
                <a:lnTo>
                  <a:pt x="517893" y="809288"/>
                </a:lnTo>
                <a:lnTo>
                  <a:pt x="555700" y="815868"/>
                </a:lnTo>
                <a:lnTo>
                  <a:pt x="592685" y="822447"/>
                </a:lnTo>
                <a:lnTo>
                  <a:pt x="625863" y="829027"/>
                </a:lnTo>
                <a:lnTo>
                  <a:pt x="652236" y="835606"/>
                </a:lnTo>
                <a:lnTo>
                  <a:pt x="669227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2044" name="F2_precision_recall_distributions_4858">
            <a:extLst>
              <a:ext uri="{FF2B5EF4-FFF2-40B4-BE49-F238E27FC236}">
                <a16:creationId xmlns:a16="http://schemas.microsoft.com/office/drawing/2014/main" id="{91D0D6CC-2781-4FBE-A674-AB483E953AD5}"/>
              </a:ext>
            </a:extLst>
          </p:cNvPr>
          <p:cNvSpPr>
            <a:spLocks noGrp="1"/>
          </p:cNvSpPr>
          <p:nvPr/>
        </p:nvSpPr>
        <p:spPr>
          <a:xfrm>
            <a:off x="834606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5" name="F2_precision_recall_distributions_4859">
            <a:extLst>
              <a:ext uri="{FF2B5EF4-FFF2-40B4-BE49-F238E27FC236}">
                <a16:creationId xmlns:a16="http://schemas.microsoft.com/office/drawing/2014/main" id="{CC0F3269-402F-4A5C-9882-E7F07FB6DAF1}"/>
              </a:ext>
            </a:extLst>
          </p:cNvPr>
          <p:cNvSpPr>
            <a:spLocks noGrp="1"/>
          </p:cNvSpPr>
          <p:nvPr/>
        </p:nvSpPr>
        <p:spPr>
          <a:xfrm>
            <a:off x="832831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6" name="F2_precision_recall_distributions_4860">
            <a:extLst>
              <a:ext uri="{FF2B5EF4-FFF2-40B4-BE49-F238E27FC236}">
                <a16:creationId xmlns:a16="http://schemas.microsoft.com/office/drawing/2014/main" id="{2DDD73A2-2C3B-48BA-9196-C21FCA0FE3F6}"/>
              </a:ext>
            </a:extLst>
          </p:cNvPr>
          <p:cNvSpPr>
            <a:spLocks noGrp="1"/>
          </p:cNvSpPr>
          <p:nvPr/>
        </p:nvSpPr>
        <p:spPr>
          <a:xfrm>
            <a:off x="813124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7" name="F2_precision_recall_distributions_4861">
            <a:extLst>
              <a:ext uri="{FF2B5EF4-FFF2-40B4-BE49-F238E27FC236}">
                <a16:creationId xmlns:a16="http://schemas.microsoft.com/office/drawing/2014/main" id="{2F8BE5B0-07C7-4DAD-A288-9A5EA578CB60}"/>
              </a:ext>
            </a:extLst>
          </p:cNvPr>
          <p:cNvSpPr>
            <a:spLocks noGrp="1"/>
          </p:cNvSpPr>
          <p:nvPr/>
        </p:nvSpPr>
        <p:spPr>
          <a:xfrm>
            <a:off x="82226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8" name="F2_precision_recall_distributions_4862">
            <a:extLst>
              <a:ext uri="{FF2B5EF4-FFF2-40B4-BE49-F238E27FC236}">
                <a16:creationId xmlns:a16="http://schemas.microsoft.com/office/drawing/2014/main" id="{5E3D4B4C-6490-4B2D-AB2D-D86DE68F7AB4}"/>
              </a:ext>
            </a:extLst>
          </p:cNvPr>
          <p:cNvSpPr>
            <a:spLocks noGrp="1"/>
          </p:cNvSpPr>
          <p:nvPr/>
        </p:nvSpPr>
        <p:spPr>
          <a:xfrm>
            <a:off x="8271266" y="32637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49" name="F2_precision_recall_distributions_4863">
            <a:extLst>
              <a:ext uri="{FF2B5EF4-FFF2-40B4-BE49-F238E27FC236}">
                <a16:creationId xmlns:a16="http://schemas.microsoft.com/office/drawing/2014/main" id="{1DD4FA17-486C-44EE-A0AB-FC94F4DFDD6C}"/>
              </a:ext>
            </a:extLst>
          </p:cNvPr>
          <p:cNvSpPr>
            <a:spLocks noGrp="1"/>
          </p:cNvSpPr>
          <p:nvPr/>
        </p:nvSpPr>
        <p:spPr>
          <a:xfrm>
            <a:off x="833367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0" name="F2_precision_recall_distributions_4864">
            <a:extLst>
              <a:ext uri="{FF2B5EF4-FFF2-40B4-BE49-F238E27FC236}">
                <a16:creationId xmlns:a16="http://schemas.microsoft.com/office/drawing/2014/main" id="{249B43EE-E114-4E0A-B530-F6058EFB3A71}"/>
              </a:ext>
            </a:extLst>
          </p:cNvPr>
          <p:cNvSpPr>
            <a:spLocks noGrp="1"/>
          </p:cNvSpPr>
          <p:nvPr/>
        </p:nvSpPr>
        <p:spPr>
          <a:xfrm>
            <a:off x="827335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1" name="F2_precision_recall_distributions_4865">
            <a:extLst>
              <a:ext uri="{FF2B5EF4-FFF2-40B4-BE49-F238E27FC236}">
                <a16:creationId xmlns:a16="http://schemas.microsoft.com/office/drawing/2014/main" id="{6E695C61-6E4F-4A0F-99EB-6C0DE9061E1E}"/>
              </a:ext>
            </a:extLst>
          </p:cNvPr>
          <p:cNvSpPr>
            <a:spLocks noGrp="1"/>
          </p:cNvSpPr>
          <p:nvPr/>
        </p:nvSpPr>
        <p:spPr>
          <a:xfrm>
            <a:off x="841310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2" name="F2_precision_recall_distributions_4866">
            <a:extLst>
              <a:ext uri="{FF2B5EF4-FFF2-40B4-BE49-F238E27FC236}">
                <a16:creationId xmlns:a16="http://schemas.microsoft.com/office/drawing/2014/main" id="{3826D362-B649-4F15-A1C9-1BBFB50C951C}"/>
              </a:ext>
            </a:extLst>
          </p:cNvPr>
          <p:cNvSpPr>
            <a:spLocks noGrp="1"/>
          </p:cNvSpPr>
          <p:nvPr/>
        </p:nvSpPr>
        <p:spPr>
          <a:xfrm>
            <a:off x="84783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3" name="F2_precision_recall_distributions_4867">
            <a:extLst>
              <a:ext uri="{FF2B5EF4-FFF2-40B4-BE49-F238E27FC236}">
                <a16:creationId xmlns:a16="http://schemas.microsoft.com/office/drawing/2014/main" id="{542DD7DE-0478-4D79-8CF4-89DCDB6BE5FE}"/>
              </a:ext>
            </a:extLst>
          </p:cNvPr>
          <p:cNvSpPr>
            <a:spLocks noGrp="1"/>
          </p:cNvSpPr>
          <p:nvPr/>
        </p:nvSpPr>
        <p:spPr>
          <a:xfrm>
            <a:off x="829355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4" name="F2_precision_recall_distributions_4868">
            <a:extLst>
              <a:ext uri="{FF2B5EF4-FFF2-40B4-BE49-F238E27FC236}">
                <a16:creationId xmlns:a16="http://schemas.microsoft.com/office/drawing/2014/main" id="{CC032031-3388-4014-9C6C-311245E04404}"/>
              </a:ext>
            </a:extLst>
          </p:cNvPr>
          <p:cNvSpPr>
            <a:spLocks noGrp="1"/>
          </p:cNvSpPr>
          <p:nvPr/>
        </p:nvSpPr>
        <p:spPr>
          <a:xfrm>
            <a:off x="8165179" y="29890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5" name="F2_precision_recall_distributions_4869">
            <a:extLst>
              <a:ext uri="{FF2B5EF4-FFF2-40B4-BE49-F238E27FC236}">
                <a16:creationId xmlns:a16="http://schemas.microsoft.com/office/drawing/2014/main" id="{04148B15-4CDD-4DF2-9A12-43D26E6F078C}"/>
              </a:ext>
            </a:extLst>
          </p:cNvPr>
          <p:cNvSpPr>
            <a:spLocks noGrp="1"/>
          </p:cNvSpPr>
          <p:nvPr/>
        </p:nvSpPr>
        <p:spPr>
          <a:xfrm>
            <a:off x="8391620" y="3003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6" name="F2_precision_recall_distributions_4870">
            <a:extLst>
              <a:ext uri="{FF2B5EF4-FFF2-40B4-BE49-F238E27FC236}">
                <a16:creationId xmlns:a16="http://schemas.microsoft.com/office/drawing/2014/main" id="{02BF2264-EE3F-456A-A911-DA7135A4786C}"/>
              </a:ext>
            </a:extLst>
          </p:cNvPr>
          <p:cNvSpPr>
            <a:spLocks noGrp="1"/>
          </p:cNvSpPr>
          <p:nvPr/>
        </p:nvSpPr>
        <p:spPr>
          <a:xfrm>
            <a:off x="8393653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7" name="F2_precision_recall_distributions_4871">
            <a:extLst>
              <a:ext uri="{FF2B5EF4-FFF2-40B4-BE49-F238E27FC236}">
                <a16:creationId xmlns:a16="http://schemas.microsoft.com/office/drawing/2014/main" id="{05EF3B2B-9C21-447A-A3B5-07163620E6C1}"/>
              </a:ext>
            </a:extLst>
          </p:cNvPr>
          <p:cNvSpPr>
            <a:spLocks noGrp="1"/>
          </p:cNvSpPr>
          <p:nvPr/>
        </p:nvSpPr>
        <p:spPr>
          <a:xfrm>
            <a:off x="82084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8" name="F2_precision_recall_distributions_4872">
            <a:extLst>
              <a:ext uri="{FF2B5EF4-FFF2-40B4-BE49-F238E27FC236}">
                <a16:creationId xmlns:a16="http://schemas.microsoft.com/office/drawing/2014/main" id="{18496594-6B9D-4E18-96E0-DD1512FD31CC}"/>
              </a:ext>
            </a:extLst>
          </p:cNvPr>
          <p:cNvSpPr>
            <a:spLocks noGrp="1"/>
          </p:cNvSpPr>
          <p:nvPr/>
        </p:nvSpPr>
        <p:spPr>
          <a:xfrm>
            <a:off x="8218012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59" name="F2_precision_recall_distributions_4873">
            <a:extLst>
              <a:ext uri="{FF2B5EF4-FFF2-40B4-BE49-F238E27FC236}">
                <a16:creationId xmlns:a16="http://schemas.microsoft.com/office/drawing/2014/main" id="{0446180B-B231-4156-9F4A-FAE88453D9C2}"/>
              </a:ext>
            </a:extLst>
          </p:cNvPr>
          <p:cNvSpPr>
            <a:spLocks noGrp="1"/>
          </p:cNvSpPr>
          <p:nvPr/>
        </p:nvSpPr>
        <p:spPr>
          <a:xfrm>
            <a:off x="832011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0" name="F2_precision_recall_distributions_4874">
            <a:extLst>
              <a:ext uri="{FF2B5EF4-FFF2-40B4-BE49-F238E27FC236}">
                <a16:creationId xmlns:a16="http://schemas.microsoft.com/office/drawing/2014/main" id="{B48A69A5-F75E-46EF-867C-CEA577703917}"/>
              </a:ext>
            </a:extLst>
          </p:cNvPr>
          <p:cNvSpPr>
            <a:spLocks noGrp="1"/>
          </p:cNvSpPr>
          <p:nvPr/>
        </p:nvSpPr>
        <p:spPr>
          <a:xfrm>
            <a:off x="829573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1" name="F2_precision_recall_distributions_4875">
            <a:extLst>
              <a:ext uri="{FF2B5EF4-FFF2-40B4-BE49-F238E27FC236}">
                <a16:creationId xmlns:a16="http://schemas.microsoft.com/office/drawing/2014/main" id="{E35561C4-68A6-440E-BA7A-D867FF62EE13}"/>
              </a:ext>
            </a:extLst>
          </p:cNvPr>
          <p:cNvSpPr>
            <a:spLocks noGrp="1"/>
          </p:cNvSpPr>
          <p:nvPr/>
        </p:nvSpPr>
        <p:spPr>
          <a:xfrm>
            <a:off x="8406887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2" name="F2_precision_recall_distributions_4876">
            <a:extLst>
              <a:ext uri="{FF2B5EF4-FFF2-40B4-BE49-F238E27FC236}">
                <a16:creationId xmlns:a16="http://schemas.microsoft.com/office/drawing/2014/main" id="{EACDA5D4-0950-45D9-85B3-14C6DBA683DB}"/>
              </a:ext>
            </a:extLst>
          </p:cNvPr>
          <p:cNvSpPr>
            <a:spLocks noGrp="1"/>
          </p:cNvSpPr>
          <p:nvPr/>
        </p:nvSpPr>
        <p:spPr>
          <a:xfrm>
            <a:off x="8335792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3" name="F2_precision_recall_distributions_4877">
            <a:extLst>
              <a:ext uri="{FF2B5EF4-FFF2-40B4-BE49-F238E27FC236}">
                <a16:creationId xmlns:a16="http://schemas.microsoft.com/office/drawing/2014/main" id="{E615F9F6-544B-4741-BFBA-6E16616716F2}"/>
              </a:ext>
            </a:extLst>
          </p:cNvPr>
          <p:cNvSpPr>
            <a:spLocks noGrp="1"/>
          </p:cNvSpPr>
          <p:nvPr/>
        </p:nvSpPr>
        <p:spPr>
          <a:xfrm>
            <a:off x="8161165" y="29677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4" name="F2_precision_recall_distributions_4878">
            <a:extLst>
              <a:ext uri="{FF2B5EF4-FFF2-40B4-BE49-F238E27FC236}">
                <a16:creationId xmlns:a16="http://schemas.microsoft.com/office/drawing/2014/main" id="{0985F054-0254-40BF-9F50-B1FCD7562FDC}"/>
              </a:ext>
            </a:extLst>
          </p:cNvPr>
          <p:cNvSpPr>
            <a:spLocks noGrp="1"/>
          </p:cNvSpPr>
          <p:nvPr/>
        </p:nvSpPr>
        <p:spPr>
          <a:xfrm>
            <a:off x="8472238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5" name="F2_precision_recall_distributions_4879">
            <a:extLst>
              <a:ext uri="{FF2B5EF4-FFF2-40B4-BE49-F238E27FC236}">
                <a16:creationId xmlns:a16="http://schemas.microsoft.com/office/drawing/2014/main" id="{12B06D94-5144-4928-9D9E-5805EF72A218}"/>
              </a:ext>
            </a:extLst>
          </p:cNvPr>
          <p:cNvSpPr>
            <a:spLocks noGrp="1"/>
          </p:cNvSpPr>
          <p:nvPr/>
        </p:nvSpPr>
        <p:spPr>
          <a:xfrm>
            <a:off x="83041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6" name="F2_precision_recall_distributions_4880">
            <a:extLst>
              <a:ext uri="{FF2B5EF4-FFF2-40B4-BE49-F238E27FC236}">
                <a16:creationId xmlns:a16="http://schemas.microsoft.com/office/drawing/2014/main" id="{71330FB5-D6F3-4C21-99CC-8E80D45D7EDA}"/>
              </a:ext>
            </a:extLst>
          </p:cNvPr>
          <p:cNvSpPr>
            <a:spLocks noGrp="1"/>
          </p:cNvSpPr>
          <p:nvPr/>
        </p:nvSpPr>
        <p:spPr>
          <a:xfrm>
            <a:off x="8483305" y="30314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7" name="F2_precision_recall_distributions_4881">
            <a:extLst>
              <a:ext uri="{FF2B5EF4-FFF2-40B4-BE49-F238E27FC236}">
                <a16:creationId xmlns:a16="http://schemas.microsoft.com/office/drawing/2014/main" id="{05C305B7-2E88-4BFB-8934-AE86F0540A33}"/>
              </a:ext>
            </a:extLst>
          </p:cNvPr>
          <p:cNvSpPr>
            <a:spLocks noGrp="1"/>
          </p:cNvSpPr>
          <p:nvPr/>
        </p:nvSpPr>
        <p:spPr>
          <a:xfrm>
            <a:off x="8395399" y="31799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8" name="F2_precision_recall_distributions_4882">
            <a:extLst>
              <a:ext uri="{FF2B5EF4-FFF2-40B4-BE49-F238E27FC236}">
                <a16:creationId xmlns:a16="http://schemas.microsoft.com/office/drawing/2014/main" id="{7DFFCB51-43DD-4EFA-A2D2-347408243FB7}"/>
              </a:ext>
            </a:extLst>
          </p:cNvPr>
          <p:cNvSpPr>
            <a:spLocks noGrp="1"/>
          </p:cNvSpPr>
          <p:nvPr/>
        </p:nvSpPr>
        <p:spPr>
          <a:xfrm>
            <a:off x="81776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69" name="F2_precision_recall_distributions_4883">
            <a:extLst>
              <a:ext uri="{FF2B5EF4-FFF2-40B4-BE49-F238E27FC236}">
                <a16:creationId xmlns:a16="http://schemas.microsoft.com/office/drawing/2014/main" id="{1D848FE5-FECE-49EB-B4AE-C4A8AF77C4EC}"/>
              </a:ext>
            </a:extLst>
          </p:cNvPr>
          <p:cNvSpPr>
            <a:spLocks noGrp="1"/>
          </p:cNvSpPr>
          <p:nvPr/>
        </p:nvSpPr>
        <p:spPr>
          <a:xfrm>
            <a:off x="823319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0" name="F2_precision_recall_distributions_4884">
            <a:extLst>
              <a:ext uri="{FF2B5EF4-FFF2-40B4-BE49-F238E27FC236}">
                <a16:creationId xmlns:a16="http://schemas.microsoft.com/office/drawing/2014/main" id="{CD52101E-9A52-434D-9C6E-26C6D0FBE8C4}"/>
              </a:ext>
            </a:extLst>
          </p:cNvPr>
          <p:cNvSpPr>
            <a:spLocks noGrp="1"/>
          </p:cNvSpPr>
          <p:nvPr/>
        </p:nvSpPr>
        <p:spPr>
          <a:xfrm>
            <a:off x="8321957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1" name="F2_precision_recall_distributions_4885">
            <a:extLst>
              <a:ext uri="{FF2B5EF4-FFF2-40B4-BE49-F238E27FC236}">
                <a16:creationId xmlns:a16="http://schemas.microsoft.com/office/drawing/2014/main" id="{F1D633D9-BE9D-4765-8F03-A0EE03355BB9}"/>
              </a:ext>
            </a:extLst>
          </p:cNvPr>
          <p:cNvSpPr>
            <a:spLocks noGrp="1"/>
          </p:cNvSpPr>
          <p:nvPr/>
        </p:nvSpPr>
        <p:spPr>
          <a:xfrm>
            <a:off x="816800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2" name="F2_precision_recall_distributions_4886">
            <a:extLst>
              <a:ext uri="{FF2B5EF4-FFF2-40B4-BE49-F238E27FC236}">
                <a16:creationId xmlns:a16="http://schemas.microsoft.com/office/drawing/2014/main" id="{58CF50BB-47F2-4122-A7F5-17B6773DBC63}"/>
              </a:ext>
            </a:extLst>
          </p:cNvPr>
          <p:cNvSpPr>
            <a:spLocks noGrp="1"/>
          </p:cNvSpPr>
          <p:nvPr/>
        </p:nvSpPr>
        <p:spPr>
          <a:xfrm>
            <a:off x="8357431" y="35892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3" name="F2_precision_recall_distributions_4887">
            <a:extLst>
              <a:ext uri="{FF2B5EF4-FFF2-40B4-BE49-F238E27FC236}">
                <a16:creationId xmlns:a16="http://schemas.microsoft.com/office/drawing/2014/main" id="{D0B8F05C-564E-4D97-B8CF-26E648BE3650}"/>
              </a:ext>
            </a:extLst>
          </p:cNvPr>
          <p:cNvSpPr>
            <a:spLocks noGrp="1"/>
          </p:cNvSpPr>
          <p:nvPr/>
        </p:nvSpPr>
        <p:spPr>
          <a:xfrm>
            <a:off x="834358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4" name="F2_precision_recall_distributions_4888">
            <a:extLst>
              <a:ext uri="{FF2B5EF4-FFF2-40B4-BE49-F238E27FC236}">
                <a16:creationId xmlns:a16="http://schemas.microsoft.com/office/drawing/2014/main" id="{A41E1262-4D31-4BBB-8ADE-89A793441309}"/>
              </a:ext>
            </a:extLst>
          </p:cNvPr>
          <p:cNvSpPr>
            <a:spLocks noGrp="1"/>
          </p:cNvSpPr>
          <p:nvPr/>
        </p:nvSpPr>
        <p:spPr>
          <a:xfrm>
            <a:off x="838887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5" name="F2_precision_recall_distributions_4889">
            <a:extLst>
              <a:ext uri="{FF2B5EF4-FFF2-40B4-BE49-F238E27FC236}">
                <a16:creationId xmlns:a16="http://schemas.microsoft.com/office/drawing/2014/main" id="{11885BDA-1587-4221-AAAC-28E54C1C403B}"/>
              </a:ext>
            </a:extLst>
          </p:cNvPr>
          <p:cNvSpPr>
            <a:spLocks noGrp="1"/>
          </p:cNvSpPr>
          <p:nvPr/>
        </p:nvSpPr>
        <p:spPr>
          <a:xfrm>
            <a:off x="8250480" y="35798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6" name="F2_precision_recall_distributions_4890">
            <a:extLst>
              <a:ext uri="{FF2B5EF4-FFF2-40B4-BE49-F238E27FC236}">
                <a16:creationId xmlns:a16="http://schemas.microsoft.com/office/drawing/2014/main" id="{3AADBB9E-4BDA-4D28-9A6D-139D987C3495}"/>
              </a:ext>
            </a:extLst>
          </p:cNvPr>
          <p:cNvSpPr>
            <a:spLocks noGrp="1"/>
          </p:cNvSpPr>
          <p:nvPr/>
        </p:nvSpPr>
        <p:spPr>
          <a:xfrm>
            <a:off x="84278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7" name="F2_precision_recall_distributions_4891">
            <a:extLst>
              <a:ext uri="{FF2B5EF4-FFF2-40B4-BE49-F238E27FC236}">
                <a16:creationId xmlns:a16="http://schemas.microsoft.com/office/drawing/2014/main" id="{00764961-9E84-447D-A821-76E83DA095A5}"/>
              </a:ext>
            </a:extLst>
          </p:cNvPr>
          <p:cNvSpPr>
            <a:spLocks noGrp="1"/>
          </p:cNvSpPr>
          <p:nvPr/>
        </p:nvSpPr>
        <p:spPr>
          <a:xfrm>
            <a:off x="844101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8" name="F2_precision_recall_distributions_4892">
            <a:extLst>
              <a:ext uri="{FF2B5EF4-FFF2-40B4-BE49-F238E27FC236}">
                <a16:creationId xmlns:a16="http://schemas.microsoft.com/office/drawing/2014/main" id="{282C18FE-048A-411D-A64C-99D437A14EC3}"/>
              </a:ext>
            </a:extLst>
          </p:cNvPr>
          <p:cNvSpPr>
            <a:spLocks noGrp="1"/>
          </p:cNvSpPr>
          <p:nvPr/>
        </p:nvSpPr>
        <p:spPr>
          <a:xfrm>
            <a:off x="8364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79" name="F2_precision_recall_distributions_4893">
            <a:extLst>
              <a:ext uri="{FF2B5EF4-FFF2-40B4-BE49-F238E27FC236}">
                <a16:creationId xmlns:a16="http://schemas.microsoft.com/office/drawing/2014/main" id="{FD0C86C8-CA4D-497C-89D1-8F5995938E44}"/>
              </a:ext>
            </a:extLst>
          </p:cNvPr>
          <p:cNvSpPr>
            <a:spLocks noGrp="1"/>
          </p:cNvSpPr>
          <p:nvPr/>
        </p:nvSpPr>
        <p:spPr>
          <a:xfrm>
            <a:off x="831704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0" name="F2_precision_recall_distributions_4894">
            <a:extLst>
              <a:ext uri="{FF2B5EF4-FFF2-40B4-BE49-F238E27FC236}">
                <a16:creationId xmlns:a16="http://schemas.microsoft.com/office/drawing/2014/main" id="{FB6874F2-69D6-4AF6-A3FF-7D094DD1C824}"/>
              </a:ext>
            </a:extLst>
          </p:cNvPr>
          <p:cNvSpPr>
            <a:spLocks noGrp="1"/>
          </p:cNvSpPr>
          <p:nvPr/>
        </p:nvSpPr>
        <p:spPr>
          <a:xfrm>
            <a:off x="839536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1" name="F2_precision_recall_distributions_4895">
            <a:extLst>
              <a:ext uri="{FF2B5EF4-FFF2-40B4-BE49-F238E27FC236}">
                <a16:creationId xmlns:a16="http://schemas.microsoft.com/office/drawing/2014/main" id="{A7CC5629-A046-48CF-A2D0-3366CA4856EC}"/>
              </a:ext>
            </a:extLst>
          </p:cNvPr>
          <p:cNvSpPr>
            <a:spLocks noGrp="1"/>
          </p:cNvSpPr>
          <p:nvPr/>
        </p:nvSpPr>
        <p:spPr>
          <a:xfrm>
            <a:off x="8498995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2" name="F2_precision_recall_distributions_4896">
            <a:extLst>
              <a:ext uri="{FF2B5EF4-FFF2-40B4-BE49-F238E27FC236}">
                <a16:creationId xmlns:a16="http://schemas.microsoft.com/office/drawing/2014/main" id="{E32FEAB4-8A57-470D-B410-702AC206B288}"/>
              </a:ext>
            </a:extLst>
          </p:cNvPr>
          <p:cNvSpPr>
            <a:spLocks noGrp="1"/>
          </p:cNvSpPr>
          <p:nvPr/>
        </p:nvSpPr>
        <p:spPr>
          <a:xfrm>
            <a:off x="84908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3" name="F2_precision_recall_distributions_4897">
            <a:extLst>
              <a:ext uri="{FF2B5EF4-FFF2-40B4-BE49-F238E27FC236}">
                <a16:creationId xmlns:a16="http://schemas.microsoft.com/office/drawing/2014/main" id="{ECF6E6C7-3076-40B8-A7B1-BC67143BAE34}"/>
              </a:ext>
            </a:extLst>
          </p:cNvPr>
          <p:cNvSpPr>
            <a:spLocks noGrp="1"/>
          </p:cNvSpPr>
          <p:nvPr/>
        </p:nvSpPr>
        <p:spPr>
          <a:xfrm>
            <a:off x="8293992" y="33921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4" name="F2_precision_recall_distributions_4898">
            <a:extLst>
              <a:ext uri="{FF2B5EF4-FFF2-40B4-BE49-F238E27FC236}">
                <a16:creationId xmlns:a16="http://schemas.microsoft.com/office/drawing/2014/main" id="{19B27B59-D032-4A1C-BA92-810A0C9D4CF7}"/>
              </a:ext>
            </a:extLst>
          </p:cNvPr>
          <p:cNvSpPr>
            <a:spLocks noGrp="1"/>
          </p:cNvSpPr>
          <p:nvPr/>
        </p:nvSpPr>
        <p:spPr>
          <a:xfrm>
            <a:off x="824928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5" name="F2_precision_recall_distributions_4899">
            <a:extLst>
              <a:ext uri="{FF2B5EF4-FFF2-40B4-BE49-F238E27FC236}">
                <a16:creationId xmlns:a16="http://schemas.microsoft.com/office/drawing/2014/main" id="{B50D28F9-0136-4729-A74B-CD5FB05572D3}"/>
              </a:ext>
            </a:extLst>
          </p:cNvPr>
          <p:cNvSpPr>
            <a:spLocks noGrp="1"/>
          </p:cNvSpPr>
          <p:nvPr/>
        </p:nvSpPr>
        <p:spPr>
          <a:xfrm>
            <a:off x="8179747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6" name="F2_precision_recall_distributions_4900">
            <a:extLst>
              <a:ext uri="{FF2B5EF4-FFF2-40B4-BE49-F238E27FC236}">
                <a16:creationId xmlns:a16="http://schemas.microsoft.com/office/drawing/2014/main" id="{48B4BBE4-39F5-41EB-B3E7-98DB0FA37FC9}"/>
              </a:ext>
            </a:extLst>
          </p:cNvPr>
          <p:cNvSpPr>
            <a:spLocks noGrp="1"/>
          </p:cNvSpPr>
          <p:nvPr/>
        </p:nvSpPr>
        <p:spPr>
          <a:xfrm>
            <a:off x="831906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7" name="F2_precision_recall_distributions_4901">
            <a:extLst>
              <a:ext uri="{FF2B5EF4-FFF2-40B4-BE49-F238E27FC236}">
                <a16:creationId xmlns:a16="http://schemas.microsoft.com/office/drawing/2014/main" id="{4B02DF7F-972A-4A75-BE50-6FBE57CA487F}"/>
              </a:ext>
            </a:extLst>
          </p:cNvPr>
          <p:cNvSpPr>
            <a:spLocks noGrp="1"/>
          </p:cNvSpPr>
          <p:nvPr/>
        </p:nvSpPr>
        <p:spPr>
          <a:xfrm>
            <a:off x="842432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8" name="F2_precision_recall_distributions_4902">
            <a:extLst>
              <a:ext uri="{FF2B5EF4-FFF2-40B4-BE49-F238E27FC236}">
                <a16:creationId xmlns:a16="http://schemas.microsoft.com/office/drawing/2014/main" id="{54983F7F-A4FE-486F-918E-57A6A2F91451}"/>
              </a:ext>
            </a:extLst>
          </p:cNvPr>
          <p:cNvSpPr>
            <a:spLocks noGrp="1"/>
          </p:cNvSpPr>
          <p:nvPr/>
        </p:nvSpPr>
        <p:spPr>
          <a:xfrm>
            <a:off x="84683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89" name="F2_precision_recall_distributions_4903">
            <a:extLst>
              <a:ext uri="{FF2B5EF4-FFF2-40B4-BE49-F238E27FC236}">
                <a16:creationId xmlns:a16="http://schemas.microsoft.com/office/drawing/2014/main" id="{619E7BE8-0EAC-4303-9B28-E536D2ECAB90}"/>
              </a:ext>
            </a:extLst>
          </p:cNvPr>
          <p:cNvSpPr>
            <a:spLocks noGrp="1"/>
          </p:cNvSpPr>
          <p:nvPr/>
        </p:nvSpPr>
        <p:spPr>
          <a:xfrm>
            <a:off x="842443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0" name="F2_precision_recall_distributions_4904">
            <a:extLst>
              <a:ext uri="{FF2B5EF4-FFF2-40B4-BE49-F238E27FC236}">
                <a16:creationId xmlns:a16="http://schemas.microsoft.com/office/drawing/2014/main" id="{CDCC8E8D-AAD9-4127-B510-CC5F20F25F22}"/>
              </a:ext>
            </a:extLst>
          </p:cNvPr>
          <p:cNvSpPr>
            <a:spLocks noGrp="1"/>
          </p:cNvSpPr>
          <p:nvPr/>
        </p:nvSpPr>
        <p:spPr>
          <a:xfrm>
            <a:off x="8347235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1" name="F2_precision_recall_distributions_4905">
            <a:extLst>
              <a:ext uri="{FF2B5EF4-FFF2-40B4-BE49-F238E27FC236}">
                <a16:creationId xmlns:a16="http://schemas.microsoft.com/office/drawing/2014/main" id="{708DC6EE-64DD-478A-A65F-DF5B2A2F4E67}"/>
              </a:ext>
            </a:extLst>
          </p:cNvPr>
          <p:cNvSpPr>
            <a:spLocks noGrp="1"/>
          </p:cNvSpPr>
          <p:nvPr/>
        </p:nvSpPr>
        <p:spPr>
          <a:xfrm>
            <a:off x="83734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2" name="F2_precision_recall_distributions_4906">
            <a:extLst>
              <a:ext uri="{FF2B5EF4-FFF2-40B4-BE49-F238E27FC236}">
                <a16:creationId xmlns:a16="http://schemas.microsoft.com/office/drawing/2014/main" id="{E3740F35-2BCA-4715-8A5B-328A26E2D57D}"/>
              </a:ext>
            </a:extLst>
          </p:cNvPr>
          <p:cNvSpPr>
            <a:spLocks noGrp="1"/>
          </p:cNvSpPr>
          <p:nvPr/>
        </p:nvSpPr>
        <p:spPr>
          <a:xfrm>
            <a:off x="8194352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3" name="F2_precision_recall_distributions_4907">
            <a:extLst>
              <a:ext uri="{FF2B5EF4-FFF2-40B4-BE49-F238E27FC236}">
                <a16:creationId xmlns:a16="http://schemas.microsoft.com/office/drawing/2014/main" id="{70C70C36-9156-485C-889A-7D565618C384}"/>
              </a:ext>
            </a:extLst>
          </p:cNvPr>
          <p:cNvSpPr>
            <a:spLocks noGrp="1"/>
          </p:cNvSpPr>
          <p:nvPr/>
        </p:nvSpPr>
        <p:spPr>
          <a:xfrm>
            <a:off x="8465090" y="34982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4" name="F2_precision_recall_distributions_4908">
            <a:extLst>
              <a:ext uri="{FF2B5EF4-FFF2-40B4-BE49-F238E27FC236}">
                <a16:creationId xmlns:a16="http://schemas.microsoft.com/office/drawing/2014/main" id="{370ED32F-4EC8-43E0-81F1-B7A0F7DCF63B}"/>
              </a:ext>
            </a:extLst>
          </p:cNvPr>
          <p:cNvSpPr>
            <a:spLocks noGrp="1"/>
          </p:cNvSpPr>
          <p:nvPr/>
        </p:nvSpPr>
        <p:spPr>
          <a:xfrm>
            <a:off x="83365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5" name="F2_precision_recall_distributions_4909">
            <a:extLst>
              <a:ext uri="{FF2B5EF4-FFF2-40B4-BE49-F238E27FC236}">
                <a16:creationId xmlns:a16="http://schemas.microsoft.com/office/drawing/2014/main" id="{E438FFEE-E183-42CE-A209-AD3307624467}"/>
              </a:ext>
            </a:extLst>
          </p:cNvPr>
          <p:cNvSpPr>
            <a:spLocks noGrp="1"/>
          </p:cNvSpPr>
          <p:nvPr/>
        </p:nvSpPr>
        <p:spPr>
          <a:xfrm>
            <a:off x="817781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6" name="F2_precision_recall_distributions_4910">
            <a:extLst>
              <a:ext uri="{FF2B5EF4-FFF2-40B4-BE49-F238E27FC236}">
                <a16:creationId xmlns:a16="http://schemas.microsoft.com/office/drawing/2014/main" id="{5B04E731-EBC9-4F0D-9668-ED9F4FD4BA94}"/>
              </a:ext>
            </a:extLst>
          </p:cNvPr>
          <p:cNvSpPr>
            <a:spLocks noGrp="1"/>
          </p:cNvSpPr>
          <p:nvPr/>
        </p:nvSpPr>
        <p:spPr>
          <a:xfrm>
            <a:off x="814668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7" name="F2_precision_recall_distributions_4911">
            <a:extLst>
              <a:ext uri="{FF2B5EF4-FFF2-40B4-BE49-F238E27FC236}">
                <a16:creationId xmlns:a16="http://schemas.microsoft.com/office/drawing/2014/main" id="{AEFAC2EF-9DA2-4070-B508-5A71698D62C7}"/>
              </a:ext>
            </a:extLst>
          </p:cNvPr>
          <p:cNvSpPr>
            <a:spLocks noGrp="1"/>
          </p:cNvSpPr>
          <p:nvPr/>
        </p:nvSpPr>
        <p:spPr>
          <a:xfrm>
            <a:off x="8489662" y="30442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8" name="F2_precision_recall_distributions_4912">
            <a:extLst>
              <a:ext uri="{FF2B5EF4-FFF2-40B4-BE49-F238E27FC236}">
                <a16:creationId xmlns:a16="http://schemas.microsoft.com/office/drawing/2014/main" id="{E6BECC57-0921-4FF8-AE9D-A1BE0DBFABBE}"/>
              </a:ext>
            </a:extLst>
          </p:cNvPr>
          <p:cNvSpPr>
            <a:spLocks noGrp="1"/>
          </p:cNvSpPr>
          <p:nvPr/>
        </p:nvSpPr>
        <p:spPr>
          <a:xfrm>
            <a:off x="817536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099" name="F2_precision_recall_distributions_4913">
            <a:extLst>
              <a:ext uri="{FF2B5EF4-FFF2-40B4-BE49-F238E27FC236}">
                <a16:creationId xmlns:a16="http://schemas.microsoft.com/office/drawing/2014/main" id="{F79B37AF-0E0F-4DEF-A9DD-90DBDE279CE2}"/>
              </a:ext>
            </a:extLst>
          </p:cNvPr>
          <p:cNvSpPr>
            <a:spLocks noGrp="1"/>
          </p:cNvSpPr>
          <p:nvPr/>
        </p:nvSpPr>
        <p:spPr>
          <a:xfrm>
            <a:off x="8195950" y="31446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0" name="F2_precision_recall_distributions_4914">
            <a:extLst>
              <a:ext uri="{FF2B5EF4-FFF2-40B4-BE49-F238E27FC236}">
                <a16:creationId xmlns:a16="http://schemas.microsoft.com/office/drawing/2014/main" id="{4645442C-FB34-4F0D-9FC5-B284E1E5759D}"/>
              </a:ext>
            </a:extLst>
          </p:cNvPr>
          <p:cNvSpPr>
            <a:spLocks noGrp="1"/>
          </p:cNvSpPr>
          <p:nvPr/>
        </p:nvSpPr>
        <p:spPr>
          <a:xfrm>
            <a:off x="833675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1" name="F2_precision_recall_distributions_4915">
            <a:extLst>
              <a:ext uri="{FF2B5EF4-FFF2-40B4-BE49-F238E27FC236}">
                <a16:creationId xmlns:a16="http://schemas.microsoft.com/office/drawing/2014/main" id="{F4ADBE80-FDBF-48C3-A2C3-B994E8FA082E}"/>
              </a:ext>
            </a:extLst>
          </p:cNvPr>
          <p:cNvSpPr>
            <a:spLocks noGrp="1"/>
          </p:cNvSpPr>
          <p:nvPr/>
        </p:nvSpPr>
        <p:spPr>
          <a:xfrm>
            <a:off x="815870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2" name="F2_precision_recall_distributions_4916">
            <a:extLst>
              <a:ext uri="{FF2B5EF4-FFF2-40B4-BE49-F238E27FC236}">
                <a16:creationId xmlns:a16="http://schemas.microsoft.com/office/drawing/2014/main" id="{D25F0C36-CC95-4B5E-A16E-40F68DE4C1E5}"/>
              </a:ext>
            </a:extLst>
          </p:cNvPr>
          <p:cNvSpPr>
            <a:spLocks noGrp="1"/>
          </p:cNvSpPr>
          <p:nvPr/>
        </p:nvSpPr>
        <p:spPr>
          <a:xfrm>
            <a:off x="8496916" y="36899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3" name="F2_precision_recall_distributions_4917">
            <a:extLst>
              <a:ext uri="{FF2B5EF4-FFF2-40B4-BE49-F238E27FC236}">
                <a16:creationId xmlns:a16="http://schemas.microsoft.com/office/drawing/2014/main" id="{4EFAC38F-DDF1-4925-92E2-EC7FB5402716}"/>
              </a:ext>
            </a:extLst>
          </p:cNvPr>
          <p:cNvSpPr>
            <a:spLocks noGrp="1"/>
          </p:cNvSpPr>
          <p:nvPr/>
        </p:nvSpPr>
        <p:spPr>
          <a:xfrm>
            <a:off x="8279992" y="31446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4" name="F2_precision_recall_distributions_4918">
            <a:extLst>
              <a:ext uri="{FF2B5EF4-FFF2-40B4-BE49-F238E27FC236}">
                <a16:creationId xmlns:a16="http://schemas.microsoft.com/office/drawing/2014/main" id="{A97D8BA1-4AE9-438F-84A3-F06ABEC7F3E4}"/>
              </a:ext>
            </a:extLst>
          </p:cNvPr>
          <p:cNvSpPr>
            <a:spLocks noGrp="1"/>
          </p:cNvSpPr>
          <p:nvPr/>
        </p:nvSpPr>
        <p:spPr>
          <a:xfrm>
            <a:off x="8415562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5" name="F2_precision_recall_distributions_4919">
            <a:extLst>
              <a:ext uri="{FF2B5EF4-FFF2-40B4-BE49-F238E27FC236}">
                <a16:creationId xmlns:a16="http://schemas.microsoft.com/office/drawing/2014/main" id="{3539A439-56F2-4CAC-826E-A342BA623D5E}"/>
              </a:ext>
            </a:extLst>
          </p:cNvPr>
          <p:cNvSpPr>
            <a:spLocks noGrp="1"/>
          </p:cNvSpPr>
          <p:nvPr/>
        </p:nvSpPr>
        <p:spPr>
          <a:xfrm>
            <a:off x="826544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6" name="F2_precision_recall_distributions_4920">
            <a:extLst>
              <a:ext uri="{FF2B5EF4-FFF2-40B4-BE49-F238E27FC236}">
                <a16:creationId xmlns:a16="http://schemas.microsoft.com/office/drawing/2014/main" id="{E6E8408F-F71E-41AF-9C70-1FC74D1375C7}"/>
              </a:ext>
            </a:extLst>
          </p:cNvPr>
          <p:cNvSpPr>
            <a:spLocks noGrp="1"/>
          </p:cNvSpPr>
          <p:nvPr/>
        </p:nvSpPr>
        <p:spPr>
          <a:xfrm>
            <a:off x="843990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7" name="F2_precision_recall_distributions_4921">
            <a:extLst>
              <a:ext uri="{FF2B5EF4-FFF2-40B4-BE49-F238E27FC236}">
                <a16:creationId xmlns:a16="http://schemas.microsoft.com/office/drawing/2014/main" id="{8EE8951F-0A0A-4F42-8FA9-133261024077}"/>
              </a:ext>
            </a:extLst>
          </p:cNvPr>
          <p:cNvSpPr>
            <a:spLocks noGrp="1"/>
          </p:cNvSpPr>
          <p:nvPr/>
        </p:nvSpPr>
        <p:spPr>
          <a:xfrm>
            <a:off x="840987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8" name="F2_precision_recall_distributions_4922">
            <a:extLst>
              <a:ext uri="{FF2B5EF4-FFF2-40B4-BE49-F238E27FC236}">
                <a16:creationId xmlns:a16="http://schemas.microsoft.com/office/drawing/2014/main" id="{912E4FB7-DC5C-4C7D-A3C5-EB55C31CD285}"/>
              </a:ext>
            </a:extLst>
          </p:cNvPr>
          <p:cNvSpPr>
            <a:spLocks noGrp="1"/>
          </p:cNvSpPr>
          <p:nvPr/>
        </p:nvSpPr>
        <p:spPr>
          <a:xfrm>
            <a:off x="829818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09" name="F2_precision_recall_distributions_4923">
            <a:extLst>
              <a:ext uri="{FF2B5EF4-FFF2-40B4-BE49-F238E27FC236}">
                <a16:creationId xmlns:a16="http://schemas.microsoft.com/office/drawing/2014/main" id="{87366994-D2EC-4A75-9797-0F28C2E94244}"/>
              </a:ext>
            </a:extLst>
          </p:cNvPr>
          <p:cNvSpPr>
            <a:spLocks noGrp="1"/>
          </p:cNvSpPr>
          <p:nvPr/>
        </p:nvSpPr>
        <p:spPr>
          <a:xfrm>
            <a:off x="814157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0" name="F2_precision_recall_distributions_4924">
            <a:extLst>
              <a:ext uri="{FF2B5EF4-FFF2-40B4-BE49-F238E27FC236}">
                <a16:creationId xmlns:a16="http://schemas.microsoft.com/office/drawing/2014/main" id="{CA31335A-9435-40FC-9895-AF7A54AAEE38}"/>
              </a:ext>
            </a:extLst>
          </p:cNvPr>
          <p:cNvSpPr>
            <a:spLocks noGrp="1"/>
          </p:cNvSpPr>
          <p:nvPr/>
        </p:nvSpPr>
        <p:spPr>
          <a:xfrm>
            <a:off x="826057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1" name="F2_precision_recall_distributions_4925">
            <a:extLst>
              <a:ext uri="{FF2B5EF4-FFF2-40B4-BE49-F238E27FC236}">
                <a16:creationId xmlns:a16="http://schemas.microsoft.com/office/drawing/2014/main" id="{5B857267-D3B9-469C-BB21-CB0BE95AA52C}"/>
              </a:ext>
            </a:extLst>
          </p:cNvPr>
          <p:cNvSpPr>
            <a:spLocks noGrp="1"/>
          </p:cNvSpPr>
          <p:nvPr/>
        </p:nvSpPr>
        <p:spPr>
          <a:xfrm>
            <a:off x="834381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2" name="F2_precision_recall_distributions_4926">
            <a:extLst>
              <a:ext uri="{FF2B5EF4-FFF2-40B4-BE49-F238E27FC236}">
                <a16:creationId xmlns:a16="http://schemas.microsoft.com/office/drawing/2014/main" id="{00501A8C-4E53-4D9F-A11B-DA5B12E78BFC}"/>
              </a:ext>
            </a:extLst>
          </p:cNvPr>
          <p:cNvSpPr>
            <a:spLocks noGrp="1"/>
          </p:cNvSpPr>
          <p:nvPr/>
        </p:nvSpPr>
        <p:spPr>
          <a:xfrm>
            <a:off x="8285636" y="3346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3" name="F2_precision_recall_distributions_4927">
            <a:extLst>
              <a:ext uri="{FF2B5EF4-FFF2-40B4-BE49-F238E27FC236}">
                <a16:creationId xmlns:a16="http://schemas.microsoft.com/office/drawing/2014/main" id="{CDD3BD2A-C3B1-4BA5-97DE-79777F1F897F}"/>
              </a:ext>
            </a:extLst>
          </p:cNvPr>
          <p:cNvSpPr>
            <a:spLocks noGrp="1"/>
          </p:cNvSpPr>
          <p:nvPr/>
        </p:nvSpPr>
        <p:spPr>
          <a:xfrm>
            <a:off x="825103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4" name="F2_precision_recall_distributions_4928">
            <a:extLst>
              <a:ext uri="{FF2B5EF4-FFF2-40B4-BE49-F238E27FC236}">
                <a16:creationId xmlns:a16="http://schemas.microsoft.com/office/drawing/2014/main" id="{9D8C125D-F49E-4C65-AAC2-6C0E9015E614}"/>
              </a:ext>
            </a:extLst>
          </p:cNvPr>
          <p:cNvSpPr>
            <a:spLocks noGrp="1"/>
          </p:cNvSpPr>
          <p:nvPr/>
        </p:nvSpPr>
        <p:spPr>
          <a:xfrm>
            <a:off x="8253285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5" name="F2_precision_recall_distributions_4929">
            <a:extLst>
              <a:ext uri="{FF2B5EF4-FFF2-40B4-BE49-F238E27FC236}">
                <a16:creationId xmlns:a16="http://schemas.microsoft.com/office/drawing/2014/main" id="{DBC3F8F1-5018-4881-8A23-4AA95D22E20A}"/>
              </a:ext>
            </a:extLst>
          </p:cNvPr>
          <p:cNvSpPr>
            <a:spLocks noGrp="1"/>
          </p:cNvSpPr>
          <p:nvPr/>
        </p:nvSpPr>
        <p:spPr>
          <a:xfrm>
            <a:off x="8325995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6" name="F2_precision_recall_distributions_4930">
            <a:extLst>
              <a:ext uri="{FF2B5EF4-FFF2-40B4-BE49-F238E27FC236}">
                <a16:creationId xmlns:a16="http://schemas.microsoft.com/office/drawing/2014/main" id="{8541B79C-0BB5-430F-AF97-A32EBAB9BA6D}"/>
              </a:ext>
            </a:extLst>
          </p:cNvPr>
          <p:cNvSpPr>
            <a:spLocks noGrp="1"/>
          </p:cNvSpPr>
          <p:nvPr/>
        </p:nvSpPr>
        <p:spPr>
          <a:xfrm>
            <a:off x="818626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7" name="F2_precision_recall_distributions_4931">
            <a:extLst>
              <a:ext uri="{FF2B5EF4-FFF2-40B4-BE49-F238E27FC236}">
                <a16:creationId xmlns:a16="http://schemas.microsoft.com/office/drawing/2014/main" id="{6F2C1B89-2D32-4EEE-944D-9D3D92D48D15}"/>
              </a:ext>
            </a:extLst>
          </p:cNvPr>
          <p:cNvSpPr>
            <a:spLocks noGrp="1"/>
          </p:cNvSpPr>
          <p:nvPr/>
        </p:nvSpPr>
        <p:spPr>
          <a:xfrm>
            <a:off x="833123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8" name="F2_precision_recall_distributions_4932">
            <a:extLst>
              <a:ext uri="{FF2B5EF4-FFF2-40B4-BE49-F238E27FC236}">
                <a16:creationId xmlns:a16="http://schemas.microsoft.com/office/drawing/2014/main" id="{F1736194-7423-4003-90E7-4A9C3ED99160}"/>
              </a:ext>
            </a:extLst>
          </p:cNvPr>
          <p:cNvSpPr>
            <a:spLocks noGrp="1"/>
          </p:cNvSpPr>
          <p:nvPr/>
        </p:nvSpPr>
        <p:spPr>
          <a:xfrm>
            <a:off x="8501681" y="33709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19" name="F2_precision_recall_distributions_4933">
            <a:extLst>
              <a:ext uri="{FF2B5EF4-FFF2-40B4-BE49-F238E27FC236}">
                <a16:creationId xmlns:a16="http://schemas.microsoft.com/office/drawing/2014/main" id="{478BD53C-430D-4471-974C-E079355D488A}"/>
              </a:ext>
            </a:extLst>
          </p:cNvPr>
          <p:cNvSpPr>
            <a:spLocks noGrp="1"/>
          </p:cNvSpPr>
          <p:nvPr/>
        </p:nvSpPr>
        <p:spPr>
          <a:xfrm>
            <a:off x="8139940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0" name="F2_precision_recall_distributions_4934">
            <a:extLst>
              <a:ext uri="{FF2B5EF4-FFF2-40B4-BE49-F238E27FC236}">
                <a16:creationId xmlns:a16="http://schemas.microsoft.com/office/drawing/2014/main" id="{0B2EE20B-D99E-444D-AF86-5C4017ABD71B}"/>
              </a:ext>
            </a:extLst>
          </p:cNvPr>
          <p:cNvSpPr>
            <a:spLocks noGrp="1"/>
          </p:cNvSpPr>
          <p:nvPr/>
        </p:nvSpPr>
        <p:spPr>
          <a:xfrm>
            <a:off x="825111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1" name="F2_precision_recall_distributions_4935">
            <a:extLst>
              <a:ext uri="{FF2B5EF4-FFF2-40B4-BE49-F238E27FC236}">
                <a16:creationId xmlns:a16="http://schemas.microsoft.com/office/drawing/2014/main" id="{D461BA71-8DE7-4397-BC2A-56FCA2F46913}"/>
              </a:ext>
            </a:extLst>
          </p:cNvPr>
          <p:cNvSpPr>
            <a:spLocks noGrp="1"/>
          </p:cNvSpPr>
          <p:nvPr/>
        </p:nvSpPr>
        <p:spPr>
          <a:xfrm>
            <a:off x="8357144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2" name="F2_precision_recall_distributions_4936">
            <a:extLst>
              <a:ext uri="{FF2B5EF4-FFF2-40B4-BE49-F238E27FC236}">
                <a16:creationId xmlns:a16="http://schemas.microsoft.com/office/drawing/2014/main" id="{182D2883-2BF9-4E03-BEF9-7746C83B914E}"/>
              </a:ext>
            </a:extLst>
          </p:cNvPr>
          <p:cNvSpPr>
            <a:spLocks noGrp="1"/>
          </p:cNvSpPr>
          <p:nvPr/>
        </p:nvSpPr>
        <p:spPr>
          <a:xfrm>
            <a:off x="848992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3" name="F2_precision_recall_distributions_4937">
            <a:extLst>
              <a:ext uri="{FF2B5EF4-FFF2-40B4-BE49-F238E27FC236}">
                <a16:creationId xmlns:a16="http://schemas.microsoft.com/office/drawing/2014/main" id="{2C594106-5F27-4079-876C-E829172DC1B1}"/>
              </a:ext>
            </a:extLst>
          </p:cNvPr>
          <p:cNvSpPr>
            <a:spLocks noGrp="1"/>
          </p:cNvSpPr>
          <p:nvPr/>
        </p:nvSpPr>
        <p:spPr>
          <a:xfrm>
            <a:off x="84124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4" name="F2_precision_recall_distributions_4938">
            <a:extLst>
              <a:ext uri="{FF2B5EF4-FFF2-40B4-BE49-F238E27FC236}">
                <a16:creationId xmlns:a16="http://schemas.microsoft.com/office/drawing/2014/main" id="{059EDB46-5313-4A03-B04E-F9A1D33D7909}"/>
              </a:ext>
            </a:extLst>
          </p:cNvPr>
          <p:cNvSpPr>
            <a:spLocks noGrp="1"/>
          </p:cNvSpPr>
          <p:nvPr/>
        </p:nvSpPr>
        <p:spPr>
          <a:xfrm>
            <a:off x="8240425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5" name="F2_precision_recall_distributions_4939">
            <a:extLst>
              <a:ext uri="{FF2B5EF4-FFF2-40B4-BE49-F238E27FC236}">
                <a16:creationId xmlns:a16="http://schemas.microsoft.com/office/drawing/2014/main" id="{D6F6F7A6-D167-443F-8805-291B969C1C23}"/>
              </a:ext>
            </a:extLst>
          </p:cNvPr>
          <p:cNvSpPr>
            <a:spLocks noGrp="1"/>
          </p:cNvSpPr>
          <p:nvPr/>
        </p:nvSpPr>
        <p:spPr>
          <a:xfrm>
            <a:off x="813688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6" name="F2_precision_recall_distributions_4940">
            <a:extLst>
              <a:ext uri="{FF2B5EF4-FFF2-40B4-BE49-F238E27FC236}">
                <a16:creationId xmlns:a16="http://schemas.microsoft.com/office/drawing/2014/main" id="{094E8725-2CE6-419D-B2A4-85698CA28C12}"/>
              </a:ext>
            </a:extLst>
          </p:cNvPr>
          <p:cNvSpPr>
            <a:spLocks noGrp="1"/>
          </p:cNvSpPr>
          <p:nvPr/>
        </p:nvSpPr>
        <p:spPr>
          <a:xfrm>
            <a:off x="8370364" y="29829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7" name="F2_precision_recall_distributions_4941">
            <a:extLst>
              <a:ext uri="{FF2B5EF4-FFF2-40B4-BE49-F238E27FC236}">
                <a16:creationId xmlns:a16="http://schemas.microsoft.com/office/drawing/2014/main" id="{4D758EF7-A9BB-4891-BAFF-E30323EA0281}"/>
              </a:ext>
            </a:extLst>
          </p:cNvPr>
          <p:cNvSpPr>
            <a:spLocks noGrp="1"/>
          </p:cNvSpPr>
          <p:nvPr/>
        </p:nvSpPr>
        <p:spPr>
          <a:xfrm>
            <a:off x="81623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8" name="F2_precision_recall_distributions_4942">
            <a:extLst>
              <a:ext uri="{FF2B5EF4-FFF2-40B4-BE49-F238E27FC236}">
                <a16:creationId xmlns:a16="http://schemas.microsoft.com/office/drawing/2014/main" id="{678D0B25-C982-4984-8AEC-C3B9F0BECC1D}"/>
              </a:ext>
            </a:extLst>
          </p:cNvPr>
          <p:cNvSpPr>
            <a:spLocks noGrp="1"/>
          </p:cNvSpPr>
          <p:nvPr/>
        </p:nvSpPr>
        <p:spPr>
          <a:xfrm>
            <a:off x="821943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29" name="F2_precision_recall_distributions_4943">
            <a:extLst>
              <a:ext uri="{FF2B5EF4-FFF2-40B4-BE49-F238E27FC236}">
                <a16:creationId xmlns:a16="http://schemas.microsoft.com/office/drawing/2014/main" id="{E85973D2-A83E-4A53-9BDC-30038977BFFD}"/>
              </a:ext>
            </a:extLst>
          </p:cNvPr>
          <p:cNvSpPr>
            <a:spLocks noGrp="1"/>
          </p:cNvSpPr>
          <p:nvPr/>
        </p:nvSpPr>
        <p:spPr>
          <a:xfrm>
            <a:off x="8198567" y="34166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0" name="F2_precision_recall_distributions_4944">
            <a:extLst>
              <a:ext uri="{FF2B5EF4-FFF2-40B4-BE49-F238E27FC236}">
                <a16:creationId xmlns:a16="http://schemas.microsoft.com/office/drawing/2014/main" id="{F8D5DA81-804B-4031-9D19-D392755C8E01}"/>
              </a:ext>
            </a:extLst>
          </p:cNvPr>
          <p:cNvSpPr>
            <a:spLocks noGrp="1"/>
          </p:cNvSpPr>
          <p:nvPr/>
        </p:nvSpPr>
        <p:spPr>
          <a:xfrm>
            <a:off x="8486491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1" name="F2_precision_recall_distributions_4945">
            <a:extLst>
              <a:ext uri="{FF2B5EF4-FFF2-40B4-BE49-F238E27FC236}">
                <a16:creationId xmlns:a16="http://schemas.microsoft.com/office/drawing/2014/main" id="{D2CB58FC-A74D-4D2B-BC28-502BC6D81B97}"/>
              </a:ext>
            </a:extLst>
          </p:cNvPr>
          <p:cNvSpPr>
            <a:spLocks noGrp="1"/>
          </p:cNvSpPr>
          <p:nvPr/>
        </p:nvSpPr>
        <p:spPr>
          <a:xfrm>
            <a:off x="849236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2" name="F2_precision_recall_distributions_4946">
            <a:extLst>
              <a:ext uri="{FF2B5EF4-FFF2-40B4-BE49-F238E27FC236}">
                <a16:creationId xmlns:a16="http://schemas.microsoft.com/office/drawing/2014/main" id="{0B8CB5E8-51BE-4CBE-958E-A9BF4738FCE7}"/>
              </a:ext>
            </a:extLst>
          </p:cNvPr>
          <p:cNvSpPr>
            <a:spLocks noGrp="1"/>
          </p:cNvSpPr>
          <p:nvPr/>
        </p:nvSpPr>
        <p:spPr>
          <a:xfrm>
            <a:off x="843645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3" name="F2_precision_recall_distributions_4947">
            <a:extLst>
              <a:ext uri="{FF2B5EF4-FFF2-40B4-BE49-F238E27FC236}">
                <a16:creationId xmlns:a16="http://schemas.microsoft.com/office/drawing/2014/main" id="{01341D55-4D26-49A2-AAE8-084229A73F91}"/>
              </a:ext>
            </a:extLst>
          </p:cNvPr>
          <p:cNvSpPr>
            <a:spLocks noGrp="1"/>
          </p:cNvSpPr>
          <p:nvPr/>
        </p:nvSpPr>
        <p:spPr>
          <a:xfrm>
            <a:off x="8187669" y="28725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4" name="F2_precision_recall_distributions_4948">
            <a:extLst>
              <a:ext uri="{FF2B5EF4-FFF2-40B4-BE49-F238E27FC236}">
                <a16:creationId xmlns:a16="http://schemas.microsoft.com/office/drawing/2014/main" id="{D8773740-9058-4DA1-84E9-83473EB860D0}"/>
              </a:ext>
            </a:extLst>
          </p:cNvPr>
          <p:cNvSpPr>
            <a:spLocks noGrp="1"/>
          </p:cNvSpPr>
          <p:nvPr/>
        </p:nvSpPr>
        <p:spPr>
          <a:xfrm>
            <a:off x="840903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5" name="F2_precision_recall_distributions_4949">
            <a:extLst>
              <a:ext uri="{FF2B5EF4-FFF2-40B4-BE49-F238E27FC236}">
                <a16:creationId xmlns:a16="http://schemas.microsoft.com/office/drawing/2014/main" id="{5F5B7EB8-0FE6-40DD-8306-B069D4E0D605}"/>
              </a:ext>
            </a:extLst>
          </p:cNvPr>
          <p:cNvSpPr>
            <a:spLocks noGrp="1"/>
          </p:cNvSpPr>
          <p:nvPr/>
        </p:nvSpPr>
        <p:spPr>
          <a:xfrm>
            <a:off x="8377082" y="3686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6" name="F2_precision_recall_distributions_4950">
            <a:extLst>
              <a:ext uri="{FF2B5EF4-FFF2-40B4-BE49-F238E27FC236}">
                <a16:creationId xmlns:a16="http://schemas.microsoft.com/office/drawing/2014/main" id="{5C21C800-5068-4EE3-B45D-FBE13FC8DA01}"/>
              </a:ext>
            </a:extLst>
          </p:cNvPr>
          <p:cNvSpPr>
            <a:spLocks noGrp="1"/>
          </p:cNvSpPr>
          <p:nvPr/>
        </p:nvSpPr>
        <p:spPr>
          <a:xfrm>
            <a:off x="840425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7" name="F2_precision_recall_distributions_4951">
            <a:extLst>
              <a:ext uri="{FF2B5EF4-FFF2-40B4-BE49-F238E27FC236}">
                <a16:creationId xmlns:a16="http://schemas.microsoft.com/office/drawing/2014/main" id="{D79B3990-4706-47A5-8EAA-356584E67455}"/>
              </a:ext>
            </a:extLst>
          </p:cNvPr>
          <p:cNvSpPr>
            <a:spLocks noGrp="1"/>
          </p:cNvSpPr>
          <p:nvPr/>
        </p:nvSpPr>
        <p:spPr>
          <a:xfrm>
            <a:off x="8349765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8" name="F2_precision_recall_distributions_4952">
            <a:extLst>
              <a:ext uri="{FF2B5EF4-FFF2-40B4-BE49-F238E27FC236}">
                <a16:creationId xmlns:a16="http://schemas.microsoft.com/office/drawing/2014/main" id="{1FCB85F5-9C20-462B-8B62-BCCBB068771E}"/>
              </a:ext>
            </a:extLst>
          </p:cNvPr>
          <p:cNvSpPr>
            <a:spLocks noGrp="1"/>
          </p:cNvSpPr>
          <p:nvPr/>
        </p:nvSpPr>
        <p:spPr>
          <a:xfrm>
            <a:off x="81410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39" name="F2_precision_recall_distributions_4953">
            <a:extLst>
              <a:ext uri="{FF2B5EF4-FFF2-40B4-BE49-F238E27FC236}">
                <a16:creationId xmlns:a16="http://schemas.microsoft.com/office/drawing/2014/main" id="{FE3B3B45-BAD4-4500-9DEB-C4A000BAA53C}"/>
              </a:ext>
            </a:extLst>
          </p:cNvPr>
          <p:cNvSpPr>
            <a:spLocks noGrp="1"/>
          </p:cNvSpPr>
          <p:nvPr/>
        </p:nvSpPr>
        <p:spPr>
          <a:xfrm>
            <a:off x="848768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0" name="F2_precision_recall_distributions_4954">
            <a:extLst>
              <a:ext uri="{FF2B5EF4-FFF2-40B4-BE49-F238E27FC236}">
                <a16:creationId xmlns:a16="http://schemas.microsoft.com/office/drawing/2014/main" id="{971BB488-45EF-4BDC-BFD1-45A032B6085D}"/>
              </a:ext>
            </a:extLst>
          </p:cNvPr>
          <p:cNvSpPr>
            <a:spLocks noGrp="1"/>
          </p:cNvSpPr>
          <p:nvPr/>
        </p:nvSpPr>
        <p:spPr>
          <a:xfrm>
            <a:off x="819419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1" name="F2_precision_recall_distributions_4955">
            <a:extLst>
              <a:ext uri="{FF2B5EF4-FFF2-40B4-BE49-F238E27FC236}">
                <a16:creationId xmlns:a16="http://schemas.microsoft.com/office/drawing/2014/main" id="{93B2F989-6CC8-4605-BE32-D0A53BF8684C}"/>
              </a:ext>
            </a:extLst>
          </p:cNvPr>
          <p:cNvSpPr>
            <a:spLocks noGrp="1"/>
          </p:cNvSpPr>
          <p:nvPr/>
        </p:nvSpPr>
        <p:spPr>
          <a:xfrm>
            <a:off x="8315893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2" name="F2_precision_recall_distributions_4956">
            <a:extLst>
              <a:ext uri="{FF2B5EF4-FFF2-40B4-BE49-F238E27FC236}">
                <a16:creationId xmlns:a16="http://schemas.microsoft.com/office/drawing/2014/main" id="{EA0F8AB7-6FB4-4456-A1A1-CE6A876D3B13}"/>
              </a:ext>
            </a:extLst>
          </p:cNvPr>
          <p:cNvSpPr>
            <a:spLocks noGrp="1"/>
          </p:cNvSpPr>
          <p:nvPr/>
        </p:nvSpPr>
        <p:spPr>
          <a:xfrm>
            <a:off x="828849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3" name="F2_precision_recall_distributions_4957">
            <a:extLst>
              <a:ext uri="{FF2B5EF4-FFF2-40B4-BE49-F238E27FC236}">
                <a16:creationId xmlns:a16="http://schemas.microsoft.com/office/drawing/2014/main" id="{90DA2435-4E32-4F41-9DD0-3AF2C03C222B}"/>
              </a:ext>
            </a:extLst>
          </p:cNvPr>
          <p:cNvSpPr>
            <a:spLocks noGrp="1"/>
          </p:cNvSpPr>
          <p:nvPr/>
        </p:nvSpPr>
        <p:spPr>
          <a:xfrm>
            <a:off x="8304712" y="32184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4" name="F2_precision_recall_distributions_4958">
            <a:extLst>
              <a:ext uri="{FF2B5EF4-FFF2-40B4-BE49-F238E27FC236}">
                <a16:creationId xmlns:a16="http://schemas.microsoft.com/office/drawing/2014/main" id="{5D30A6C9-E066-40D3-A757-1E87B554C661}"/>
              </a:ext>
            </a:extLst>
          </p:cNvPr>
          <p:cNvSpPr>
            <a:spLocks noGrp="1"/>
          </p:cNvSpPr>
          <p:nvPr/>
        </p:nvSpPr>
        <p:spPr>
          <a:xfrm>
            <a:off x="8359254" y="3050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5" name="F2_precision_recall_distributions_4959">
            <a:extLst>
              <a:ext uri="{FF2B5EF4-FFF2-40B4-BE49-F238E27FC236}">
                <a16:creationId xmlns:a16="http://schemas.microsoft.com/office/drawing/2014/main" id="{F5A9D1B0-AF44-4D78-B821-B077F464A8C5}"/>
              </a:ext>
            </a:extLst>
          </p:cNvPr>
          <p:cNvSpPr>
            <a:spLocks noGrp="1"/>
          </p:cNvSpPr>
          <p:nvPr/>
        </p:nvSpPr>
        <p:spPr>
          <a:xfrm>
            <a:off x="834531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6" name="F2_precision_recall_distributions_4960">
            <a:extLst>
              <a:ext uri="{FF2B5EF4-FFF2-40B4-BE49-F238E27FC236}">
                <a16:creationId xmlns:a16="http://schemas.microsoft.com/office/drawing/2014/main" id="{A21DFE9F-F409-4526-BD9D-9A5B637C6A14}"/>
              </a:ext>
            </a:extLst>
          </p:cNvPr>
          <p:cNvSpPr>
            <a:spLocks noGrp="1"/>
          </p:cNvSpPr>
          <p:nvPr/>
        </p:nvSpPr>
        <p:spPr>
          <a:xfrm>
            <a:off x="845928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7" name="F2_precision_recall_distributions_4961">
            <a:extLst>
              <a:ext uri="{FF2B5EF4-FFF2-40B4-BE49-F238E27FC236}">
                <a16:creationId xmlns:a16="http://schemas.microsoft.com/office/drawing/2014/main" id="{403ED5DB-26D3-4B25-A706-AD8032035C66}"/>
              </a:ext>
            </a:extLst>
          </p:cNvPr>
          <p:cNvSpPr>
            <a:spLocks noGrp="1"/>
          </p:cNvSpPr>
          <p:nvPr/>
        </p:nvSpPr>
        <p:spPr>
          <a:xfrm>
            <a:off x="836577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8" name="F2_precision_recall_distributions_4962">
            <a:extLst>
              <a:ext uri="{FF2B5EF4-FFF2-40B4-BE49-F238E27FC236}">
                <a16:creationId xmlns:a16="http://schemas.microsoft.com/office/drawing/2014/main" id="{084A9B03-9718-4C77-92A5-B241E53181F2}"/>
              </a:ext>
            </a:extLst>
          </p:cNvPr>
          <p:cNvSpPr>
            <a:spLocks noGrp="1"/>
          </p:cNvSpPr>
          <p:nvPr/>
        </p:nvSpPr>
        <p:spPr>
          <a:xfrm>
            <a:off x="8440608" y="29922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49" name="F2_precision_recall_distributions_4963">
            <a:extLst>
              <a:ext uri="{FF2B5EF4-FFF2-40B4-BE49-F238E27FC236}">
                <a16:creationId xmlns:a16="http://schemas.microsoft.com/office/drawing/2014/main" id="{7522CC94-45DD-417F-9C71-29340A00F8EF}"/>
              </a:ext>
            </a:extLst>
          </p:cNvPr>
          <p:cNvSpPr>
            <a:spLocks noGrp="1"/>
          </p:cNvSpPr>
          <p:nvPr/>
        </p:nvSpPr>
        <p:spPr>
          <a:xfrm>
            <a:off x="8322506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0" name="F2_precision_recall_distributions_4964">
            <a:extLst>
              <a:ext uri="{FF2B5EF4-FFF2-40B4-BE49-F238E27FC236}">
                <a16:creationId xmlns:a16="http://schemas.microsoft.com/office/drawing/2014/main" id="{9D98C596-E05F-49B8-9FF2-C73680E60625}"/>
              </a:ext>
            </a:extLst>
          </p:cNvPr>
          <p:cNvSpPr>
            <a:spLocks noGrp="1"/>
          </p:cNvSpPr>
          <p:nvPr/>
        </p:nvSpPr>
        <p:spPr>
          <a:xfrm>
            <a:off x="8353314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1" name="F2_precision_recall_distributions_4965">
            <a:extLst>
              <a:ext uri="{FF2B5EF4-FFF2-40B4-BE49-F238E27FC236}">
                <a16:creationId xmlns:a16="http://schemas.microsoft.com/office/drawing/2014/main" id="{8119EB95-B9AF-4FC0-8B20-34715206819A}"/>
              </a:ext>
            </a:extLst>
          </p:cNvPr>
          <p:cNvSpPr>
            <a:spLocks noGrp="1"/>
          </p:cNvSpPr>
          <p:nvPr/>
        </p:nvSpPr>
        <p:spPr>
          <a:xfrm>
            <a:off x="8143015" y="34133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2" name="F2_precision_recall_distributions_4966">
            <a:extLst>
              <a:ext uri="{FF2B5EF4-FFF2-40B4-BE49-F238E27FC236}">
                <a16:creationId xmlns:a16="http://schemas.microsoft.com/office/drawing/2014/main" id="{B0085F31-9EBB-4070-A83A-36CEE413B085}"/>
              </a:ext>
            </a:extLst>
          </p:cNvPr>
          <p:cNvSpPr>
            <a:spLocks noGrp="1"/>
          </p:cNvSpPr>
          <p:nvPr/>
        </p:nvSpPr>
        <p:spPr>
          <a:xfrm>
            <a:off x="818728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3" name="F2_precision_recall_distributions_4967">
            <a:extLst>
              <a:ext uri="{FF2B5EF4-FFF2-40B4-BE49-F238E27FC236}">
                <a16:creationId xmlns:a16="http://schemas.microsoft.com/office/drawing/2014/main" id="{4BFA43AE-30BB-420C-9DF0-A59DBE4E58DF}"/>
              </a:ext>
            </a:extLst>
          </p:cNvPr>
          <p:cNvSpPr>
            <a:spLocks noGrp="1"/>
          </p:cNvSpPr>
          <p:nvPr/>
        </p:nvSpPr>
        <p:spPr>
          <a:xfrm>
            <a:off x="8169231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4" name="F2_precision_recall_distributions_4968">
            <a:extLst>
              <a:ext uri="{FF2B5EF4-FFF2-40B4-BE49-F238E27FC236}">
                <a16:creationId xmlns:a16="http://schemas.microsoft.com/office/drawing/2014/main" id="{C5E43EDE-AB68-4D84-B244-89DA70D4D239}"/>
              </a:ext>
            </a:extLst>
          </p:cNvPr>
          <p:cNvSpPr>
            <a:spLocks noGrp="1"/>
          </p:cNvSpPr>
          <p:nvPr/>
        </p:nvSpPr>
        <p:spPr>
          <a:xfrm>
            <a:off x="8244191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5" name="F2_precision_recall_distributions_4969">
            <a:extLst>
              <a:ext uri="{FF2B5EF4-FFF2-40B4-BE49-F238E27FC236}">
                <a16:creationId xmlns:a16="http://schemas.microsoft.com/office/drawing/2014/main" id="{26815875-807D-4DA5-9392-7B32B3E9D02A}"/>
              </a:ext>
            </a:extLst>
          </p:cNvPr>
          <p:cNvSpPr>
            <a:spLocks noGrp="1"/>
          </p:cNvSpPr>
          <p:nvPr/>
        </p:nvSpPr>
        <p:spPr>
          <a:xfrm>
            <a:off x="83765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6" name="F2_precision_recall_distributions_4970">
            <a:extLst>
              <a:ext uri="{FF2B5EF4-FFF2-40B4-BE49-F238E27FC236}">
                <a16:creationId xmlns:a16="http://schemas.microsoft.com/office/drawing/2014/main" id="{526D45A4-9C00-4753-B3C2-82F615AF60BC}"/>
              </a:ext>
            </a:extLst>
          </p:cNvPr>
          <p:cNvSpPr>
            <a:spLocks noGrp="1"/>
          </p:cNvSpPr>
          <p:nvPr/>
        </p:nvSpPr>
        <p:spPr>
          <a:xfrm>
            <a:off x="816035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7" name="F2_precision_recall_distributions_4971">
            <a:extLst>
              <a:ext uri="{FF2B5EF4-FFF2-40B4-BE49-F238E27FC236}">
                <a16:creationId xmlns:a16="http://schemas.microsoft.com/office/drawing/2014/main" id="{3CF68C36-CBA5-48AC-9B4F-76C32FBEFD46}"/>
              </a:ext>
            </a:extLst>
          </p:cNvPr>
          <p:cNvSpPr>
            <a:spLocks noGrp="1"/>
          </p:cNvSpPr>
          <p:nvPr/>
        </p:nvSpPr>
        <p:spPr>
          <a:xfrm>
            <a:off x="841177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8" name="F2_precision_recall_distributions_4972">
            <a:extLst>
              <a:ext uri="{FF2B5EF4-FFF2-40B4-BE49-F238E27FC236}">
                <a16:creationId xmlns:a16="http://schemas.microsoft.com/office/drawing/2014/main" id="{CB01FD56-08C0-4059-B2E7-52F32BC7B287}"/>
              </a:ext>
            </a:extLst>
          </p:cNvPr>
          <p:cNvSpPr>
            <a:spLocks noGrp="1"/>
          </p:cNvSpPr>
          <p:nvPr/>
        </p:nvSpPr>
        <p:spPr>
          <a:xfrm>
            <a:off x="83454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59" name="F2_precision_recall_distributions_4973">
            <a:extLst>
              <a:ext uri="{FF2B5EF4-FFF2-40B4-BE49-F238E27FC236}">
                <a16:creationId xmlns:a16="http://schemas.microsoft.com/office/drawing/2014/main" id="{B0E04781-888E-4044-8F13-391E171443D1}"/>
              </a:ext>
            </a:extLst>
          </p:cNvPr>
          <p:cNvSpPr>
            <a:spLocks noGrp="1"/>
          </p:cNvSpPr>
          <p:nvPr/>
        </p:nvSpPr>
        <p:spPr>
          <a:xfrm>
            <a:off x="821799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0" name="F2_precision_recall_distributions_4974">
            <a:extLst>
              <a:ext uri="{FF2B5EF4-FFF2-40B4-BE49-F238E27FC236}">
                <a16:creationId xmlns:a16="http://schemas.microsoft.com/office/drawing/2014/main" id="{E878DDE0-9E36-4664-BB6D-9CE5156A0D7F}"/>
              </a:ext>
            </a:extLst>
          </p:cNvPr>
          <p:cNvSpPr>
            <a:spLocks noGrp="1"/>
          </p:cNvSpPr>
          <p:nvPr/>
        </p:nvSpPr>
        <p:spPr>
          <a:xfrm>
            <a:off x="8254898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1" name="F2_precision_recall_distributions_4975">
            <a:extLst>
              <a:ext uri="{FF2B5EF4-FFF2-40B4-BE49-F238E27FC236}">
                <a16:creationId xmlns:a16="http://schemas.microsoft.com/office/drawing/2014/main" id="{1C4274A6-458D-4D0F-BB3A-804A013D82CF}"/>
              </a:ext>
            </a:extLst>
          </p:cNvPr>
          <p:cNvSpPr>
            <a:spLocks noGrp="1"/>
          </p:cNvSpPr>
          <p:nvPr/>
        </p:nvSpPr>
        <p:spPr>
          <a:xfrm>
            <a:off x="816736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2" name="F2_precision_recall_distributions_4976">
            <a:extLst>
              <a:ext uri="{FF2B5EF4-FFF2-40B4-BE49-F238E27FC236}">
                <a16:creationId xmlns:a16="http://schemas.microsoft.com/office/drawing/2014/main" id="{76913975-495F-4315-92B7-0183EFA2C3BE}"/>
              </a:ext>
            </a:extLst>
          </p:cNvPr>
          <p:cNvSpPr>
            <a:spLocks noGrp="1"/>
          </p:cNvSpPr>
          <p:nvPr/>
        </p:nvSpPr>
        <p:spPr>
          <a:xfrm>
            <a:off x="820120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3" name="F2_precision_recall_distributions_4977">
            <a:extLst>
              <a:ext uri="{FF2B5EF4-FFF2-40B4-BE49-F238E27FC236}">
                <a16:creationId xmlns:a16="http://schemas.microsoft.com/office/drawing/2014/main" id="{744BE864-13C8-483E-ADFB-323821F359E0}"/>
              </a:ext>
            </a:extLst>
          </p:cNvPr>
          <p:cNvSpPr>
            <a:spLocks noGrp="1"/>
          </p:cNvSpPr>
          <p:nvPr/>
        </p:nvSpPr>
        <p:spPr>
          <a:xfrm>
            <a:off x="8484119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4" name="F2_precision_recall_distributions_4978">
            <a:extLst>
              <a:ext uri="{FF2B5EF4-FFF2-40B4-BE49-F238E27FC236}">
                <a16:creationId xmlns:a16="http://schemas.microsoft.com/office/drawing/2014/main" id="{3DD898B0-FD99-4A6F-A437-DB4EBD85A62D}"/>
              </a:ext>
            </a:extLst>
          </p:cNvPr>
          <p:cNvSpPr>
            <a:spLocks noGrp="1"/>
          </p:cNvSpPr>
          <p:nvPr/>
        </p:nvSpPr>
        <p:spPr>
          <a:xfrm>
            <a:off x="821873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5" name="F2_precision_recall_distributions_4979">
            <a:extLst>
              <a:ext uri="{FF2B5EF4-FFF2-40B4-BE49-F238E27FC236}">
                <a16:creationId xmlns:a16="http://schemas.microsoft.com/office/drawing/2014/main" id="{5CFC372E-E3FB-43CE-A80D-56CE6E485A1C}"/>
              </a:ext>
            </a:extLst>
          </p:cNvPr>
          <p:cNvSpPr>
            <a:spLocks noGrp="1"/>
          </p:cNvSpPr>
          <p:nvPr/>
        </p:nvSpPr>
        <p:spPr>
          <a:xfrm>
            <a:off x="820474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6" name="F2_precision_recall_distributions_4980">
            <a:extLst>
              <a:ext uri="{FF2B5EF4-FFF2-40B4-BE49-F238E27FC236}">
                <a16:creationId xmlns:a16="http://schemas.microsoft.com/office/drawing/2014/main" id="{7AE73184-10AC-4DBE-A08F-03C3A3D81AB3}"/>
              </a:ext>
            </a:extLst>
          </p:cNvPr>
          <p:cNvSpPr>
            <a:spLocks noGrp="1"/>
          </p:cNvSpPr>
          <p:nvPr/>
        </p:nvSpPr>
        <p:spPr>
          <a:xfrm>
            <a:off x="827448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7" name="F2_precision_recall_distributions_4981">
            <a:extLst>
              <a:ext uri="{FF2B5EF4-FFF2-40B4-BE49-F238E27FC236}">
                <a16:creationId xmlns:a16="http://schemas.microsoft.com/office/drawing/2014/main" id="{28018616-68A6-4A24-A9AB-9EDEDE8F24AE}"/>
              </a:ext>
            </a:extLst>
          </p:cNvPr>
          <p:cNvSpPr>
            <a:spLocks noGrp="1"/>
          </p:cNvSpPr>
          <p:nvPr/>
        </p:nvSpPr>
        <p:spPr>
          <a:xfrm>
            <a:off x="8136240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8" name="F2_precision_recall_distributions_4982">
            <a:extLst>
              <a:ext uri="{FF2B5EF4-FFF2-40B4-BE49-F238E27FC236}">
                <a16:creationId xmlns:a16="http://schemas.microsoft.com/office/drawing/2014/main" id="{A51A7C3F-E179-49D7-B57A-C7E36F27CFF2}"/>
              </a:ext>
            </a:extLst>
          </p:cNvPr>
          <p:cNvSpPr>
            <a:spLocks noGrp="1"/>
          </p:cNvSpPr>
          <p:nvPr/>
        </p:nvSpPr>
        <p:spPr>
          <a:xfrm>
            <a:off x="823671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69" name="F2_precision_recall_distributions_4983">
            <a:extLst>
              <a:ext uri="{FF2B5EF4-FFF2-40B4-BE49-F238E27FC236}">
                <a16:creationId xmlns:a16="http://schemas.microsoft.com/office/drawing/2014/main" id="{CC926E3B-D32B-4CB6-AB7D-5AF829BF3082}"/>
              </a:ext>
            </a:extLst>
          </p:cNvPr>
          <p:cNvSpPr>
            <a:spLocks noGrp="1"/>
          </p:cNvSpPr>
          <p:nvPr/>
        </p:nvSpPr>
        <p:spPr>
          <a:xfrm>
            <a:off x="821607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0" name="F2_precision_recall_distributions_4984">
            <a:extLst>
              <a:ext uri="{FF2B5EF4-FFF2-40B4-BE49-F238E27FC236}">
                <a16:creationId xmlns:a16="http://schemas.microsoft.com/office/drawing/2014/main" id="{30A4608B-AC1C-47E6-9030-F59EBF88EB19}"/>
              </a:ext>
            </a:extLst>
          </p:cNvPr>
          <p:cNvSpPr>
            <a:spLocks noGrp="1"/>
          </p:cNvSpPr>
          <p:nvPr/>
        </p:nvSpPr>
        <p:spPr>
          <a:xfrm>
            <a:off x="84263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1" name="F2_precision_recall_distributions_4985">
            <a:extLst>
              <a:ext uri="{FF2B5EF4-FFF2-40B4-BE49-F238E27FC236}">
                <a16:creationId xmlns:a16="http://schemas.microsoft.com/office/drawing/2014/main" id="{03E2D40F-F437-4F65-8F5F-F48094B86769}"/>
              </a:ext>
            </a:extLst>
          </p:cNvPr>
          <p:cNvSpPr>
            <a:spLocks noGrp="1"/>
          </p:cNvSpPr>
          <p:nvPr/>
        </p:nvSpPr>
        <p:spPr>
          <a:xfrm>
            <a:off x="816706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2" name="F2_precision_recall_distributions_4986">
            <a:extLst>
              <a:ext uri="{FF2B5EF4-FFF2-40B4-BE49-F238E27FC236}">
                <a16:creationId xmlns:a16="http://schemas.microsoft.com/office/drawing/2014/main" id="{4A860170-F351-4476-A94C-FD153B82C6AC}"/>
              </a:ext>
            </a:extLst>
          </p:cNvPr>
          <p:cNvSpPr>
            <a:spLocks noGrp="1"/>
          </p:cNvSpPr>
          <p:nvPr/>
        </p:nvSpPr>
        <p:spPr>
          <a:xfrm>
            <a:off x="814414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3" name="F2_precision_recall_distributions_4987">
            <a:extLst>
              <a:ext uri="{FF2B5EF4-FFF2-40B4-BE49-F238E27FC236}">
                <a16:creationId xmlns:a16="http://schemas.microsoft.com/office/drawing/2014/main" id="{0153D885-108C-4A5D-AA64-CEF28FA33918}"/>
              </a:ext>
            </a:extLst>
          </p:cNvPr>
          <p:cNvSpPr>
            <a:spLocks noGrp="1"/>
          </p:cNvSpPr>
          <p:nvPr/>
        </p:nvSpPr>
        <p:spPr>
          <a:xfrm>
            <a:off x="8413952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4" name="F2_precision_recall_distributions_4988">
            <a:extLst>
              <a:ext uri="{FF2B5EF4-FFF2-40B4-BE49-F238E27FC236}">
                <a16:creationId xmlns:a16="http://schemas.microsoft.com/office/drawing/2014/main" id="{BCBE5031-CE54-4433-97CA-08DF0B1C2A44}"/>
              </a:ext>
            </a:extLst>
          </p:cNvPr>
          <p:cNvSpPr>
            <a:spLocks noGrp="1"/>
          </p:cNvSpPr>
          <p:nvPr/>
        </p:nvSpPr>
        <p:spPr>
          <a:xfrm>
            <a:off x="843354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5" name="F2_precision_recall_distributions_4989">
            <a:extLst>
              <a:ext uri="{FF2B5EF4-FFF2-40B4-BE49-F238E27FC236}">
                <a16:creationId xmlns:a16="http://schemas.microsoft.com/office/drawing/2014/main" id="{47C452E3-94A6-46E4-BFB1-05B8E5972C8B}"/>
              </a:ext>
            </a:extLst>
          </p:cNvPr>
          <p:cNvSpPr>
            <a:spLocks noGrp="1"/>
          </p:cNvSpPr>
          <p:nvPr/>
        </p:nvSpPr>
        <p:spPr>
          <a:xfrm>
            <a:off x="8160984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6" name="F2_precision_recall_distributions_4990">
            <a:extLst>
              <a:ext uri="{FF2B5EF4-FFF2-40B4-BE49-F238E27FC236}">
                <a16:creationId xmlns:a16="http://schemas.microsoft.com/office/drawing/2014/main" id="{DEF0B4CB-773E-4C79-AFAB-6127ACC239DB}"/>
              </a:ext>
            </a:extLst>
          </p:cNvPr>
          <p:cNvSpPr>
            <a:spLocks noGrp="1"/>
          </p:cNvSpPr>
          <p:nvPr/>
        </p:nvSpPr>
        <p:spPr>
          <a:xfrm>
            <a:off x="841171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7" name="F2_precision_recall_distributions_4991">
            <a:extLst>
              <a:ext uri="{FF2B5EF4-FFF2-40B4-BE49-F238E27FC236}">
                <a16:creationId xmlns:a16="http://schemas.microsoft.com/office/drawing/2014/main" id="{3D995F1A-DED5-4759-A7C2-38EB0C3200A2}"/>
              </a:ext>
            </a:extLst>
          </p:cNvPr>
          <p:cNvSpPr>
            <a:spLocks noGrp="1"/>
          </p:cNvSpPr>
          <p:nvPr/>
        </p:nvSpPr>
        <p:spPr>
          <a:xfrm>
            <a:off x="8135206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8" name="F2_precision_recall_distributions_4992">
            <a:extLst>
              <a:ext uri="{FF2B5EF4-FFF2-40B4-BE49-F238E27FC236}">
                <a16:creationId xmlns:a16="http://schemas.microsoft.com/office/drawing/2014/main" id="{E484106A-5EB2-4F15-9A47-6C5B3E6B2F15}"/>
              </a:ext>
            </a:extLst>
          </p:cNvPr>
          <p:cNvSpPr>
            <a:spLocks noGrp="1"/>
          </p:cNvSpPr>
          <p:nvPr/>
        </p:nvSpPr>
        <p:spPr>
          <a:xfrm>
            <a:off x="8276313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79" name="F2_precision_recall_distributions_4993">
            <a:extLst>
              <a:ext uri="{FF2B5EF4-FFF2-40B4-BE49-F238E27FC236}">
                <a16:creationId xmlns:a16="http://schemas.microsoft.com/office/drawing/2014/main" id="{D64A0A8D-B881-4317-AD8C-B6559D4EF9D9}"/>
              </a:ext>
            </a:extLst>
          </p:cNvPr>
          <p:cNvSpPr>
            <a:spLocks noGrp="1"/>
          </p:cNvSpPr>
          <p:nvPr/>
        </p:nvSpPr>
        <p:spPr>
          <a:xfrm>
            <a:off x="832789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0" name="F2_precision_recall_distributions_4994">
            <a:extLst>
              <a:ext uri="{FF2B5EF4-FFF2-40B4-BE49-F238E27FC236}">
                <a16:creationId xmlns:a16="http://schemas.microsoft.com/office/drawing/2014/main" id="{8185BE6F-545C-4154-A370-7D9221DE9A7C}"/>
              </a:ext>
            </a:extLst>
          </p:cNvPr>
          <p:cNvSpPr>
            <a:spLocks noGrp="1"/>
          </p:cNvSpPr>
          <p:nvPr/>
        </p:nvSpPr>
        <p:spPr>
          <a:xfrm>
            <a:off x="8259783" y="32860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1" name="F2_precision_recall_distributions_4995">
            <a:extLst>
              <a:ext uri="{FF2B5EF4-FFF2-40B4-BE49-F238E27FC236}">
                <a16:creationId xmlns:a16="http://schemas.microsoft.com/office/drawing/2014/main" id="{45E4859C-8C4D-4CC8-9B62-AB225CCB978B}"/>
              </a:ext>
            </a:extLst>
          </p:cNvPr>
          <p:cNvSpPr>
            <a:spLocks noGrp="1"/>
          </p:cNvSpPr>
          <p:nvPr/>
        </p:nvSpPr>
        <p:spPr>
          <a:xfrm>
            <a:off x="817474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2" name="F2_precision_recall_distributions_4996">
            <a:extLst>
              <a:ext uri="{FF2B5EF4-FFF2-40B4-BE49-F238E27FC236}">
                <a16:creationId xmlns:a16="http://schemas.microsoft.com/office/drawing/2014/main" id="{0C05D357-57D3-41BE-920D-9E6AC8DDE017}"/>
              </a:ext>
            </a:extLst>
          </p:cNvPr>
          <p:cNvSpPr>
            <a:spLocks noGrp="1"/>
          </p:cNvSpPr>
          <p:nvPr/>
        </p:nvSpPr>
        <p:spPr>
          <a:xfrm>
            <a:off x="8342576" y="36043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3" name="F2_precision_recall_distributions_4997">
            <a:extLst>
              <a:ext uri="{FF2B5EF4-FFF2-40B4-BE49-F238E27FC236}">
                <a16:creationId xmlns:a16="http://schemas.microsoft.com/office/drawing/2014/main" id="{8E5980E5-077A-4361-83CA-D820D504ADE7}"/>
              </a:ext>
            </a:extLst>
          </p:cNvPr>
          <p:cNvSpPr>
            <a:spLocks noGrp="1"/>
          </p:cNvSpPr>
          <p:nvPr/>
        </p:nvSpPr>
        <p:spPr>
          <a:xfrm>
            <a:off x="817434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4" name="F2_precision_recall_distributions_4998">
            <a:extLst>
              <a:ext uri="{FF2B5EF4-FFF2-40B4-BE49-F238E27FC236}">
                <a16:creationId xmlns:a16="http://schemas.microsoft.com/office/drawing/2014/main" id="{26FB7DF0-47BC-4B9A-92AB-4BCDBBF6511A}"/>
              </a:ext>
            </a:extLst>
          </p:cNvPr>
          <p:cNvSpPr>
            <a:spLocks noGrp="1"/>
          </p:cNvSpPr>
          <p:nvPr/>
        </p:nvSpPr>
        <p:spPr>
          <a:xfrm>
            <a:off x="8501581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5" name="F2_precision_recall_distributions_4999">
            <a:extLst>
              <a:ext uri="{FF2B5EF4-FFF2-40B4-BE49-F238E27FC236}">
                <a16:creationId xmlns:a16="http://schemas.microsoft.com/office/drawing/2014/main" id="{BC313813-C33D-4229-BE17-211A62ED6C93}"/>
              </a:ext>
            </a:extLst>
          </p:cNvPr>
          <p:cNvSpPr>
            <a:spLocks noGrp="1"/>
          </p:cNvSpPr>
          <p:nvPr/>
        </p:nvSpPr>
        <p:spPr>
          <a:xfrm>
            <a:off x="839354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6" name="F2_precision_recall_distributions_5000">
            <a:extLst>
              <a:ext uri="{FF2B5EF4-FFF2-40B4-BE49-F238E27FC236}">
                <a16:creationId xmlns:a16="http://schemas.microsoft.com/office/drawing/2014/main" id="{B9CB3589-3389-4F65-9ABE-4DCE48680BD3}"/>
              </a:ext>
            </a:extLst>
          </p:cNvPr>
          <p:cNvSpPr>
            <a:spLocks noGrp="1"/>
          </p:cNvSpPr>
          <p:nvPr/>
        </p:nvSpPr>
        <p:spPr>
          <a:xfrm>
            <a:off x="826348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7" name="F2_precision_recall_distributions_5001">
            <a:extLst>
              <a:ext uri="{FF2B5EF4-FFF2-40B4-BE49-F238E27FC236}">
                <a16:creationId xmlns:a16="http://schemas.microsoft.com/office/drawing/2014/main" id="{CA197703-F965-44CD-8139-7353D731B223}"/>
              </a:ext>
            </a:extLst>
          </p:cNvPr>
          <p:cNvSpPr>
            <a:spLocks noGrp="1"/>
          </p:cNvSpPr>
          <p:nvPr/>
        </p:nvSpPr>
        <p:spPr>
          <a:xfrm>
            <a:off x="8299402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8" name="F2_precision_recall_distributions_5002">
            <a:extLst>
              <a:ext uri="{FF2B5EF4-FFF2-40B4-BE49-F238E27FC236}">
                <a16:creationId xmlns:a16="http://schemas.microsoft.com/office/drawing/2014/main" id="{1229C56D-0970-4E42-A48C-3C084416D42E}"/>
              </a:ext>
            </a:extLst>
          </p:cNvPr>
          <p:cNvSpPr>
            <a:spLocks noGrp="1"/>
          </p:cNvSpPr>
          <p:nvPr/>
        </p:nvSpPr>
        <p:spPr>
          <a:xfrm>
            <a:off x="8396558" y="34558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89" name="F2_precision_recall_distributions_5003">
            <a:extLst>
              <a:ext uri="{FF2B5EF4-FFF2-40B4-BE49-F238E27FC236}">
                <a16:creationId xmlns:a16="http://schemas.microsoft.com/office/drawing/2014/main" id="{E9339D82-3538-4338-A5C5-2BADAA2F86F8}"/>
              </a:ext>
            </a:extLst>
          </p:cNvPr>
          <p:cNvSpPr>
            <a:spLocks noGrp="1"/>
          </p:cNvSpPr>
          <p:nvPr/>
        </p:nvSpPr>
        <p:spPr>
          <a:xfrm>
            <a:off x="8241796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0" name="F2_precision_recall_distributions_5004">
            <a:extLst>
              <a:ext uri="{FF2B5EF4-FFF2-40B4-BE49-F238E27FC236}">
                <a16:creationId xmlns:a16="http://schemas.microsoft.com/office/drawing/2014/main" id="{74819684-B8C1-43A6-A97A-767AFF119A57}"/>
              </a:ext>
            </a:extLst>
          </p:cNvPr>
          <p:cNvSpPr>
            <a:spLocks noGrp="1"/>
          </p:cNvSpPr>
          <p:nvPr/>
        </p:nvSpPr>
        <p:spPr>
          <a:xfrm>
            <a:off x="8308055" y="30503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1" name="F2_precision_recall_distributions_5005">
            <a:extLst>
              <a:ext uri="{FF2B5EF4-FFF2-40B4-BE49-F238E27FC236}">
                <a16:creationId xmlns:a16="http://schemas.microsoft.com/office/drawing/2014/main" id="{222ADD27-3EFC-4185-8FDB-9B301BAA4293}"/>
              </a:ext>
            </a:extLst>
          </p:cNvPr>
          <p:cNvSpPr>
            <a:spLocks noGrp="1"/>
          </p:cNvSpPr>
          <p:nvPr/>
        </p:nvSpPr>
        <p:spPr>
          <a:xfrm>
            <a:off x="8408010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2" name="F2_precision_recall_distributions_5006">
            <a:extLst>
              <a:ext uri="{FF2B5EF4-FFF2-40B4-BE49-F238E27FC236}">
                <a16:creationId xmlns:a16="http://schemas.microsoft.com/office/drawing/2014/main" id="{8235B076-22A2-437A-AEDA-D1F11BBB0B4F}"/>
              </a:ext>
            </a:extLst>
          </p:cNvPr>
          <p:cNvSpPr>
            <a:spLocks noGrp="1"/>
          </p:cNvSpPr>
          <p:nvPr/>
        </p:nvSpPr>
        <p:spPr>
          <a:xfrm>
            <a:off x="8480088" y="30738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3" name="F2_precision_recall_distributions_5007">
            <a:extLst>
              <a:ext uri="{FF2B5EF4-FFF2-40B4-BE49-F238E27FC236}">
                <a16:creationId xmlns:a16="http://schemas.microsoft.com/office/drawing/2014/main" id="{399D9C97-9D09-4A2B-A372-A677B451B12D}"/>
              </a:ext>
            </a:extLst>
          </p:cNvPr>
          <p:cNvSpPr>
            <a:spLocks noGrp="1"/>
          </p:cNvSpPr>
          <p:nvPr/>
        </p:nvSpPr>
        <p:spPr>
          <a:xfrm>
            <a:off x="8378236" y="34679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4" name="F2_precision_recall_distributions_5008">
            <a:extLst>
              <a:ext uri="{FF2B5EF4-FFF2-40B4-BE49-F238E27FC236}">
                <a16:creationId xmlns:a16="http://schemas.microsoft.com/office/drawing/2014/main" id="{DB37447F-D034-4A5F-B5E8-12EC72DF0C45}"/>
              </a:ext>
            </a:extLst>
          </p:cNvPr>
          <p:cNvSpPr>
            <a:spLocks noGrp="1"/>
          </p:cNvSpPr>
          <p:nvPr/>
        </p:nvSpPr>
        <p:spPr>
          <a:xfrm>
            <a:off x="8162396" y="34275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5" name="F2_precision_recall_distributions_5009">
            <a:extLst>
              <a:ext uri="{FF2B5EF4-FFF2-40B4-BE49-F238E27FC236}">
                <a16:creationId xmlns:a16="http://schemas.microsoft.com/office/drawing/2014/main" id="{FCA50A33-AA80-4E22-BC3B-CAB21CE8828B}"/>
              </a:ext>
            </a:extLst>
          </p:cNvPr>
          <p:cNvSpPr>
            <a:spLocks noGrp="1"/>
          </p:cNvSpPr>
          <p:nvPr/>
        </p:nvSpPr>
        <p:spPr>
          <a:xfrm>
            <a:off x="825242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6" name="F2_precision_recall_distributions_5010">
            <a:extLst>
              <a:ext uri="{FF2B5EF4-FFF2-40B4-BE49-F238E27FC236}">
                <a16:creationId xmlns:a16="http://schemas.microsoft.com/office/drawing/2014/main" id="{E9ADA28F-DBDF-45CE-8A45-BED475F09041}"/>
              </a:ext>
            </a:extLst>
          </p:cNvPr>
          <p:cNvSpPr>
            <a:spLocks noGrp="1"/>
          </p:cNvSpPr>
          <p:nvPr/>
        </p:nvSpPr>
        <p:spPr>
          <a:xfrm>
            <a:off x="8426944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7" name="F2_precision_recall_distributions_5011">
            <a:extLst>
              <a:ext uri="{FF2B5EF4-FFF2-40B4-BE49-F238E27FC236}">
                <a16:creationId xmlns:a16="http://schemas.microsoft.com/office/drawing/2014/main" id="{31EBB4E9-A2CC-4ADF-9386-101121BB8B43}"/>
              </a:ext>
            </a:extLst>
          </p:cNvPr>
          <p:cNvSpPr>
            <a:spLocks noGrp="1"/>
          </p:cNvSpPr>
          <p:nvPr/>
        </p:nvSpPr>
        <p:spPr>
          <a:xfrm>
            <a:off x="8279976" y="317998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8" name="F2_precision_recall_distributions_5012">
            <a:extLst>
              <a:ext uri="{FF2B5EF4-FFF2-40B4-BE49-F238E27FC236}">
                <a16:creationId xmlns:a16="http://schemas.microsoft.com/office/drawing/2014/main" id="{4253EAD9-532E-4BEF-8C9E-D6B2616E9209}"/>
              </a:ext>
            </a:extLst>
          </p:cNvPr>
          <p:cNvSpPr>
            <a:spLocks noGrp="1"/>
          </p:cNvSpPr>
          <p:nvPr/>
        </p:nvSpPr>
        <p:spPr>
          <a:xfrm>
            <a:off x="830912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199" name="F2_precision_recall_distributions_5013">
            <a:extLst>
              <a:ext uri="{FF2B5EF4-FFF2-40B4-BE49-F238E27FC236}">
                <a16:creationId xmlns:a16="http://schemas.microsoft.com/office/drawing/2014/main" id="{344B6105-D6F4-420B-98FD-36E56F0D9718}"/>
              </a:ext>
            </a:extLst>
          </p:cNvPr>
          <p:cNvSpPr>
            <a:spLocks noGrp="1"/>
          </p:cNvSpPr>
          <p:nvPr/>
        </p:nvSpPr>
        <p:spPr>
          <a:xfrm>
            <a:off x="831687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0" name="F2_precision_recall_distributions_5014">
            <a:extLst>
              <a:ext uri="{FF2B5EF4-FFF2-40B4-BE49-F238E27FC236}">
                <a16:creationId xmlns:a16="http://schemas.microsoft.com/office/drawing/2014/main" id="{71A33D2D-2A20-4DE3-B0AB-35EA0C9D715B}"/>
              </a:ext>
            </a:extLst>
          </p:cNvPr>
          <p:cNvSpPr>
            <a:spLocks noGrp="1"/>
          </p:cNvSpPr>
          <p:nvPr/>
        </p:nvSpPr>
        <p:spPr>
          <a:xfrm>
            <a:off x="8166494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1" name="F2_precision_recall_distributions_5015">
            <a:extLst>
              <a:ext uri="{FF2B5EF4-FFF2-40B4-BE49-F238E27FC236}">
                <a16:creationId xmlns:a16="http://schemas.microsoft.com/office/drawing/2014/main" id="{99B9DD19-5D21-45D5-B2C3-14EC70BC9735}"/>
              </a:ext>
            </a:extLst>
          </p:cNvPr>
          <p:cNvSpPr>
            <a:spLocks noGrp="1"/>
          </p:cNvSpPr>
          <p:nvPr/>
        </p:nvSpPr>
        <p:spPr>
          <a:xfrm>
            <a:off x="8334221" y="34982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2" name="F2_precision_recall_distributions_5016">
            <a:extLst>
              <a:ext uri="{FF2B5EF4-FFF2-40B4-BE49-F238E27FC236}">
                <a16:creationId xmlns:a16="http://schemas.microsoft.com/office/drawing/2014/main" id="{F65D378F-FDD9-4BFD-99D0-4F65658EF7E5}"/>
              </a:ext>
            </a:extLst>
          </p:cNvPr>
          <p:cNvSpPr>
            <a:spLocks noGrp="1"/>
          </p:cNvSpPr>
          <p:nvPr/>
        </p:nvSpPr>
        <p:spPr>
          <a:xfrm>
            <a:off x="82650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3" name="F2_precision_recall_distributions_5017">
            <a:extLst>
              <a:ext uri="{FF2B5EF4-FFF2-40B4-BE49-F238E27FC236}">
                <a16:creationId xmlns:a16="http://schemas.microsoft.com/office/drawing/2014/main" id="{191BC6E6-B2BB-4D12-A463-6EFFF47D6EE1}"/>
              </a:ext>
            </a:extLst>
          </p:cNvPr>
          <p:cNvSpPr>
            <a:spLocks noGrp="1"/>
          </p:cNvSpPr>
          <p:nvPr/>
        </p:nvSpPr>
        <p:spPr>
          <a:xfrm>
            <a:off x="8502472" y="30314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4" name="F2_precision_recall_distributions_5018">
            <a:extLst>
              <a:ext uri="{FF2B5EF4-FFF2-40B4-BE49-F238E27FC236}">
                <a16:creationId xmlns:a16="http://schemas.microsoft.com/office/drawing/2014/main" id="{160E6D2B-6C9C-4274-A40D-0E36E7973B15}"/>
              </a:ext>
            </a:extLst>
          </p:cNvPr>
          <p:cNvSpPr>
            <a:spLocks noGrp="1"/>
          </p:cNvSpPr>
          <p:nvPr/>
        </p:nvSpPr>
        <p:spPr>
          <a:xfrm>
            <a:off x="842825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5" name="F2_precision_recall_distributions_5019">
            <a:extLst>
              <a:ext uri="{FF2B5EF4-FFF2-40B4-BE49-F238E27FC236}">
                <a16:creationId xmlns:a16="http://schemas.microsoft.com/office/drawing/2014/main" id="{F9B634EB-EF8E-4C38-A219-FEF0FFF8EC91}"/>
              </a:ext>
            </a:extLst>
          </p:cNvPr>
          <p:cNvSpPr>
            <a:spLocks noGrp="1"/>
          </p:cNvSpPr>
          <p:nvPr/>
        </p:nvSpPr>
        <p:spPr>
          <a:xfrm>
            <a:off x="8379421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6" name="F2_precision_recall_distributions_5020">
            <a:extLst>
              <a:ext uri="{FF2B5EF4-FFF2-40B4-BE49-F238E27FC236}">
                <a16:creationId xmlns:a16="http://schemas.microsoft.com/office/drawing/2014/main" id="{53DF5274-B0BE-4C8E-8A7D-CC8F77687637}"/>
              </a:ext>
            </a:extLst>
          </p:cNvPr>
          <p:cNvSpPr>
            <a:spLocks noGrp="1"/>
          </p:cNvSpPr>
          <p:nvPr/>
        </p:nvSpPr>
        <p:spPr>
          <a:xfrm>
            <a:off x="8236659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7" name="F2_precision_recall_distributions_5021">
            <a:extLst>
              <a:ext uri="{FF2B5EF4-FFF2-40B4-BE49-F238E27FC236}">
                <a16:creationId xmlns:a16="http://schemas.microsoft.com/office/drawing/2014/main" id="{59D07ADE-272A-4EDA-8F1B-7A4138990379}"/>
              </a:ext>
            </a:extLst>
          </p:cNvPr>
          <p:cNvSpPr>
            <a:spLocks noGrp="1"/>
          </p:cNvSpPr>
          <p:nvPr/>
        </p:nvSpPr>
        <p:spPr>
          <a:xfrm>
            <a:off x="8405153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8" name="F2_precision_recall_distributions_5022">
            <a:extLst>
              <a:ext uri="{FF2B5EF4-FFF2-40B4-BE49-F238E27FC236}">
                <a16:creationId xmlns:a16="http://schemas.microsoft.com/office/drawing/2014/main" id="{7F5E4314-4D06-45B7-99FF-095C4B868696}"/>
              </a:ext>
            </a:extLst>
          </p:cNvPr>
          <p:cNvSpPr>
            <a:spLocks noGrp="1"/>
          </p:cNvSpPr>
          <p:nvPr/>
        </p:nvSpPr>
        <p:spPr>
          <a:xfrm>
            <a:off x="8346607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09" name="F2_precision_recall_distributions_5023">
            <a:extLst>
              <a:ext uri="{FF2B5EF4-FFF2-40B4-BE49-F238E27FC236}">
                <a16:creationId xmlns:a16="http://schemas.microsoft.com/office/drawing/2014/main" id="{DACCACE2-C91E-4C0E-A8A1-34054B6D1D8F}"/>
              </a:ext>
            </a:extLst>
          </p:cNvPr>
          <p:cNvSpPr>
            <a:spLocks noGrp="1"/>
          </p:cNvSpPr>
          <p:nvPr/>
        </p:nvSpPr>
        <p:spPr>
          <a:xfrm>
            <a:off x="8425534" y="33467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0" name="F2_precision_recall_distributions_5024">
            <a:extLst>
              <a:ext uri="{FF2B5EF4-FFF2-40B4-BE49-F238E27FC236}">
                <a16:creationId xmlns:a16="http://schemas.microsoft.com/office/drawing/2014/main" id="{3CACAA8F-20D6-4252-BFCE-ABE521A3DAAD}"/>
              </a:ext>
            </a:extLst>
          </p:cNvPr>
          <p:cNvSpPr>
            <a:spLocks noGrp="1"/>
          </p:cNvSpPr>
          <p:nvPr/>
        </p:nvSpPr>
        <p:spPr>
          <a:xfrm>
            <a:off x="8426688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1" name="F2_precision_recall_distributions_5025">
            <a:extLst>
              <a:ext uri="{FF2B5EF4-FFF2-40B4-BE49-F238E27FC236}">
                <a16:creationId xmlns:a16="http://schemas.microsoft.com/office/drawing/2014/main" id="{89D458DD-EA71-4180-A075-2E586EB1EB29}"/>
              </a:ext>
            </a:extLst>
          </p:cNvPr>
          <p:cNvSpPr>
            <a:spLocks noGrp="1"/>
          </p:cNvSpPr>
          <p:nvPr/>
        </p:nvSpPr>
        <p:spPr>
          <a:xfrm>
            <a:off x="8361249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2" name="F2_precision_recall_distributions_5026">
            <a:extLst>
              <a:ext uri="{FF2B5EF4-FFF2-40B4-BE49-F238E27FC236}">
                <a16:creationId xmlns:a16="http://schemas.microsoft.com/office/drawing/2014/main" id="{7888C623-41CC-4D35-BF02-ECB5E5112166}"/>
              </a:ext>
            </a:extLst>
          </p:cNvPr>
          <p:cNvSpPr>
            <a:spLocks noGrp="1"/>
          </p:cNvSpPr>
          <p:nvPr/>
        </p:nvSpPr>
        <p:spPr>
          <a:xfrm>
            <a:off x="8285855" y="35348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3" name="F2_precision_recall_distributions_5027">
            <a:extLst>
              <a:ext uri="{FF2B5EF4-FFF2-40B4-BE49-F238E27FC236}">
                <a16:creationId xmlns:a16="http://schemas.microsoft.com/office/drawing/2014/main" id="{E8581D33-CC5A-4E40-97C6-E1D283C320D3}"/>
              </a:ext>
            </a:extLst>
          </p:cNvPr>
          <p:cNvSpPr>
            <a:spLocks noGrp="1"/>
          </p:cNvSpPr>
          <p:nvPr/>
        </p:nvSpPr>
        <p:spPr>
          <a:xfrm>
            <a:off x="8354040" y="320120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4" name="F2_precision_recall_distributions_5028">
            <a:extLst>
              <a:ext uri="{FF2B5EF4-FFF2-40B4-BE49-F238E27FC236}">
                <a16:creationId xmlns:a16="http://schemas.microsoft.com/office/drawing/2014/main" id="{B1DBCBCE-2243-440B-A1FE-5B60BAFED3F3}"/>
              </a:ext>
            </a:extLst>
          </p:cNvPr>
          <p:cNvSpPr>
            <a:spLocks noGrp="1"/>
          </p:cNvSpPr>
          <p:nvPr/>
        </p:nvSpPr>
        <p:spPr>
          <a:xfrm>
            <a:off x="8207817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5" name="F2_precision_recall_distributions_5029">
            <a:extLst>
              <a:ext uri="{FF2B5EF4-FFF2-40B4-BE49-F238E27FC236}">
                <a16:creationId xmlns:a16="http://schemas.microsoft.com/office/drawing/2014/main" id="{98F3C634-1FD8-41D6-9B00-47578158A2FC}"/>
              </a:ext>
            </a:extLst>
          </p:cNvPr>
          <p:cNvSpPr>
            <a:spLocks noGrp="1"/>
          </p:cNvSpPr>
          <p:nvPr/>
        </p:nvSpPr>
        <p:spPr>
          <a:xfrm>
            <a:off x="8195926" y="36408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6" name="F2_precision_recall_distributions_5030">
            <a:extLst>
              <a:ext uri="{FF2B5EF4-FFF2-40B4-BE49-F238E27FC236}">
                <a16:creationId xmlns:a16="http://schemas.microsoft.com/office/drawing/2014/main" id="{63E80E4F-FA3A-49EB-8D65-8625477D92CB}"/>
              </a:ext>
            </a:extLst>
          </p:cNvPr>
          <p:cNvSpPr>
            <a:spLocks noGrp="1"/>
          </p:cNvSpPr>
          <p:nvPr/>
        </p:nvSpPr>
        <p:spPr>
          <a:xfrm>
            <a:off x="8165165" y="35690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7" name="F2_precision_recall_distributions_5031">
            <a:extLst>
              <a:ext uri="{FF2B5EF4-FFF2-40B4-BE49-F238E27FC236}">
                <a16:creationId xmlns:a16="http://schemas.microsoft.com/office/drawing/2014/main" id="{1F9A4955-41C8-48EB-8B53-D113FA47909B}"/>
              </a:ext>
            </a:extLst>
          </p:cNvPr>
          <p:cNvSpPr>
            <a:spLocks noGrp="1"/>
          </p:cNvSpPr>
          <p:nvPr/>
        </p:nvSpPr>
        <p:spPr>
          <a:xfrm>
            <a:off x="8438105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8" name="F2_precision_recall_distributions_5032">
            <a:extLst>
              <a:ext uri="{FF2B5EF4-FFF2-40B4-BE49-F238E27FC236}">
                <a16:creationId xmlns:a16="http://schemas.microsoft.com/office/drawing/2014/main" id="{DD05EC0E-B25E-4FD6-82E8-1B2D9E198AA8}"/>
              </a:ext>
            </a:extLst>
          </p:cNvPr>
          <p:cNvSpPr>
            <a:spLocks noGrp="1"/>
          </p:cNvSpPr>
          <p:nvPr/>
        </p:nvSpPr>
        <p:spPr>
          <a:xfrm>
            <a:off x="8453904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19" name="F2_precision_recall_distributions_5033">
            <a:extLst>
              <a:ext uri="{FF2B5EF4-FFF2-40B4-BE49-F238E27FC236}">
                <a16:creationId xmlns:a16="http://schemas.microsoft.com/office/drawing/2014/main" id="{A6C34166-2511-48B7-9D42-09AAF3243686}"/>
              </a:ext>
            </a:extLst>
          </p:cNvPr>
          <p:cNvSpPr>
            <a:spLocks noGrp="1"/>
          </p:cNvSpPr>
          <p:nvPr/>
        </p:nvSpPr>
        <p:spPr>
          <a:xfrm>
            <a:off x="8169968" y="28616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0" name="F2_precision_recall_distributions_5034">
            <a:extLst>
              <a:ext uri="{FF2B5EF4-FFF2-40B4-BE49-F238E27FC236}">
                <a16:creationId xmlns:a16="http://schemas.microsoft.com/office/drawing/2014/main" id="{F50B3F47-C044-4800-A5FE-045DDBCF2609}"/>
              </a:ext>
            </a:extLst>
          </p:cNvPr>
          <p:cNvSpPr>
            <a:spLocks noGrp="1"/>
          </p:cNvSpPr>
          <p:nvPr/>
        </p:nvSpPr>
        <p:spPr>
          <a:xfrm>
            <a:off x="8340691" y="31593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1" name="F2_precision_recall_distributions_5035">
            <a:extLst>
              <a:ext uri="{FF2B5EF4-FFF2-40B4-BE49-F238E27FC236}">
                <a16:creationId xmlns:a16="http://schemas.microsoft.com/office/drawing/2014/main" id="{5D16167F-7246-4CDD-82CC-F36C9B0D4648}"/>
              </a:ext>
            </a:extLst>
          </p:cNvPr>
          <p:cNvSpPr>
            <a:spLocks noGrp="1"/>
          </p:cNvSpPr>
          <p:nvPr/>
        </p:nvSpPr>
        <p:spPr>
          <a:xfrm>
            <a:off x="8368180" y="37104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2" name="F2_precision_recall_distributions_5036">
            <a:extLst>
              <a:ext uri="{FF2B5EF4-FFF2-40B4-BE49-F238E27FC236}">
                <a16:creationId xmlns:a16="http://schemas.microsoft.com/office/drawing/2014/main" id="{5DEE96C3-7705-4837-8F2D-A81AAF2F843C}"/>
              </a:ext>
            </a:extLst>
          </p:cNvPr>
          <p:cNvSpPr>
            <a:spLocks noGrp="1"/>
          </p:cNvSpPr>
          <p:nvPr/>
        </p:nvSpPr>
        <p:spPr>
          <a:xfrm>
            <a:off x="8423436" y="35892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23" name="F2_precision_recall_distributions_5037">
            <a:extLst>
              <a:ext uri="{FF2B5EF4-FFF2-40B4-BE49-F238E27FC236}">
                <a16:creationId xmlns:a16="http://schemas.microsoft.com/office/drawing/2014/main" id="{44209558-E0CA-4C62-BB57-8072DFDEBDBF}"/>
              </a:ext>
            </a:extLst>
          </p:cNvPr>
          <p:cNvSpPr>
            <a:spLocks noGrp="1"/>
          </p:cNvSpPr>
          <p:nvPr/>
        </p:nvSpPr>
        <p:spPr>
          <a:xfrm>
            <a:off x="6002018" y="2875329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2224" name="F2_precision_recall_distributions_5038">
            <a:extLst>
              <a:ext uri="{FF2B5EF4-FFF2-40B4-BE49-F238E27FC236}">
                <a16:creationId xmlns:a16="http://schemas.microsoft.com/office/drawing/2014/main" id="{868A9398-8A12-4868-A15B-6F82A1676ECD}"/>
              </a:ext>
            </a:extLst>
          </p:cNvPr>
          <p:cNvSpPr>
            <a:spLocks noGrp="1"/>
          </p:cNvSpPr>
          <p:nvPr/>
        </p:nvSpPr>
        <p:spPr>
          <a:xfrm>
            <a:off x="7165978" y="287532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2225" name="F2_precision_recall_distributions_5039">
            <a:extLst>
              <a:ext uri="{FF2B5EF4-FFF2-40B4-BE49-F238E27FC236}">
                <a16:creationId xmlns:a16="http://schemas.microsoft.com/office/drawing/2014/main" id="{93072295-152A-4475-BBC3-467E61757B48}"/>
              </a:ext>
            </a:extLst>
          </p:cNvPr>
          <p:cNvSpPr>
            <a:spLocks noGrp="1"/>
          </p:cNvSpPr>
          <p:nvPr/>
        </p:nvSpPr>
        <p:spPr>
          <a:xfrm>
            <a:off x="8329937" y="3299712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2226" name="F2_precision_recall_distributions_5040">
            <a:extLst>
              <a:ext uri="{FF2B5EF4-FFF2-40B4-BE49-F238E27FC236}">
                <a16:creationId xmlns:a16="http://schemas.microsoft.com/office/drawing/2014/main" id="{FA29E62B-2DC7-4DE4-A165-0AF72276354D}"/>
              </a:ext>
            </a:extLst>
          </p:cNvPr>
          <p:cNvSpPr>
            <a:spLocks noGrp="1"/>
          </p:cNvSpPr>
          <p:nvPr/>
        </p:nvSpPr>
        <p:spPr>
          <a:xfrm>
            <a:off x="5361841" y="285411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227" name="F2_precision_recall_distributions_5041">
            <a:extLst>
              <a:ext uri="{FF2B5EF4-FFF2-40B4-BE49-F238E27FC236}">
                <a16:creationId xmlns:a16="http://schemas.microsoft.com/office/drawing/2014/main" id="{41FAB208-20F6-4F18-85C1-A7ECC359B183}"/>
              </a:ext>
            </a:extLst>
          </p:cNvPr>
          <p:cNvSpPr>
            <a:spLocks noGrp="1"/>
          </p:cNvSpPr>
          <p:nvPr/>
        </p:nvSpPr>
        <p:spPr>
          <a:xfrm>
            <a:off x="5361841" y="373682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228" name="text_5042">
            <a:extLst>
              <a:ext uri="{FF2B5EF4-FFF2-40B4-BE49-F238E27FC236}">
                <a16:creationId xmlns:a16="http://schemas.microsoft.com/office/drawing/2014/main" id="{14D9307A-DFC4-4F35-8F52-5744CECDF5EF}"/>
              </a:ext>
            </a:extLst>
          </p:cNvPr>
          <p:cNvSpPr>
            <a:spLocks noGrp="1"/>
          </p:cNvSpPr>
          <p:nvPr/>
        </p:nvSpPr>
        <p:spPr>
          <a:xfrm>
            <a:off x="5361841" y="2673382"/>
            <a:ext cx="146017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0.3 · Recall</a:t>
            </a:r>
          </a:p>
        </p:txBody>
      </p:sp>
      <p:sp>
        <p:nvSpPr>
          <p:cNvPr id="2229" name="F2_precision_recall_distributions_5043">
            <a:extLst>
              <a:ext uri="{FF2B5EF4-FFF2-40B4-BE49-F238E27FC236}">
                <a16:creationId xmlns:a16="http://schemas.microsoft.com/office/drawing/2014/main" id="{12C5C6AD-79D3-4D00-8E95-91759BE74A76}"/>
              </a:ext>
            </a:extLst>
          </p:cNvPr>
          <p:cNvSpPr>
            <a:spLocks noGrp="1"/>
          </p:cNvSpPr>
          <p:nvPr/>
        </p:nvSpPr>
        <p:spPr>
          <a:xfrm>
            <a:off x="5973977" y="2988749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2230" name="F2_precision_recall_distributions_5044">
            <a:extLst>
              <a:ext uri="{FF2B5EF4-FFF2-40B4-BE49-F238E27FC236}">
                <a16:creationId xmlns:a16="http://schemas.microsoft.com/office/drawing/2014/main" id="{60EE6B68-1829-41A0-9CD3-5FD6C0DB3629}"/>
              </a:ext>
            </a:extLst>
          </p:cNvPr>
          <p:cNvSpPr>
            <a:spLocks noGrp="1"/>
          </p:cNvSpPr>
          <p:nvPr/>
        </p:nvSpPr>
        <p:spPr>
          <a:xfrm>
            <a:off x="7137937" y="313021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2231" name="F2_precision_recall_distributions_5045">
            <a:extLst>
              <a:ext uri="{FF2B5EF4-FFF2-40B4-BE49-F238E27FC236}">
                <a16:creationId xmlns:a16="http://schemas.microsoft.com/office/drawing/2014/main" id="{8C64D1AD-5823-4FD0-A14F-0A1221299923}"/>
              </a:ext>
            </a:extLst>
          </p:cNvPr>
          <p:cNvSpPr>
            <a:spLocks noGrp="1"/>
          </p:cNvSpPr>
          <p:nvPr/>
        </p:nvSpPr>
        <p:spPr>
          <a:xfrm>
            <a:off x="8301896" y="35748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2232" name="F2_precision_recall_distributions_5046">
            <a:extLst>
              <a:ext uri="{FF2B5EF4-FFF2-40B4-BE49-F238E27FC236}">
                <a16:creationId xmlns:a16="http://schemas.microsoft.com/office/drawing/2014/main" id="{1DA8E4AB-6D68-4D75-98D2-C1585DB98BD3}"/>
              </a:ext>
            </a:extLst>
          </p:cNvPr>
          <p:cNvSpPr>
            <a:spLocks noGrp="1"/>
          </p:cNvSpPr>
          <p:nvPr/>
        </p:nvSpPr>
        <p:spPr>
          <a:xfrm>
            <a:off x="1212325" y="422232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233" name="F2_precision_recall_distributions_5047">
            <a:extLst>
              <a:ext uri="{FF2B5EF4-FFF2-40B4-BE49-F238E27FC236}">
                <a16:creationId xmlns:a16="http://schemas.microsoft.com/office/drawing/2014/main" id="{0A39D68A-F91E-49D1-BAB4-50BED1EFF507}"/>
              </a:ext>
            </a:extLst>
          </p:cNvPr>
          <p:cNvSpPr>
            <a:spLocks noGrp="1"/>
          </p:cNvSpPr>
          <p:nvPr/>
        </p:nvSpPr>
        <p:spPr>
          <a:xfrm>
            <a:off x="1212325" y="509230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34" name="F2_precision_recall_distributions_5048">
            <a:extLst>
              <a:ext uri="{FF2B5EF4-FFF2-40B4-BE49-F238E27FC236}">
                <a16:creationId xmlns:a16="http://schemas.microsoft.com/office/drawing/2014/main" id="{E5DD29C3-3810-49F1-9D5B-E40BE7EF4AFA}"/>
              </a:ext>
            </a:extLst>
          </p:cNvPr>
          <p:cNvSpPr>
            <a:spLocks noGrp="1"/>
          </p:cNvSpPr>
          <p:nvPr/>
        </p:nvSpPr>
        <p:spPr>
          <a:xfrm>
            <a:off x="1170051" y="509230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35" name="text_5049">
            <a:extLst>
              <a:ext uri="{FF2B5EF4-FFF2-40B4-BE49-F238E27FC236}">
                <a16:creationId xmlns:a16="http://schemas.microsoft.com/office/drawing/2014/main" id="{7D973726-FA8A-46C6-A0DD-DD094F38DE7D}"/>
              </a:ext>
            </a:extLst>
          </p:cNvPr>
          <p:cNvSpPr>
            <a:spLocks noGrp="1"/>
          </p:cNvSpPr>
          <p:nvPr/>
        </p:nvSpPr>
        <p:spPr>
          <a:xfrm>
            <a:off x="958091" y="504481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236" name="F2_precision_recall_distributions_5050">
            <a:extLst>
              <a:ext uri="{FF2B5EF4-FFF2-40B4-BE49-F238E27FC236}">
                <a16:creationId xmlns:a16="http://schemas.microsoft.com/office/drawing/2014/main" id="{A901D1AD-CFF8-4372-B4A8-BEB05E980FDA}"/>
              </a:ext>
            </a:extLst>
          </p:cNvPr>
          <p:cNvSpPr>
            <a:spLocks noGrp="1"/>
          </p:cNvSpPr>
          <p:nvPr/>
        </p:nvSpPr>
        <p:spPr>
          <a:xfrm>
            <a:off x="1212325" y="466792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37" name="F2_precision_recall_distributions_5051">
            <a:extLst>
              <a:ext uri="{FF2B5EF4-FFF2-40B4-BE49-F238E27FC236}">
                <a16:creationId xmlns:a16="http://schemas.microsoft.com/office/drawing/2014/main" id="{9047F6DA-01EB-4BA9-8563-A8F74B9AC1BA}"/>
              </a:ext>
            </a:extLst>
          </p:cNvPr>
          <p:cNvSpPr>
            <a:spLocks noGrp="1"/>
          </p:cNvSpPr>
          <p:nvPr/>
        </p:nvSpPr>
        <p:spPr>
          <a:xfrm>
            <a:off x="1170051" y="466792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38" name="text_5052">
            <a:extLst>
              <a:ext uri="{FF2B5EF4-FFF2-40B4-BE49-F238E27FC236}">
                <a16:creationId xmlns:a16="http://schemas.microsoft.com/office/drawing/2014/main" id="{4646516E-C649-4E89-8897-21DC79170D5F}"/>
              </a:ext>
            </a:extLst>
          </p:cNvPr>
          <p:cNvSpPr>
            <a:spLocks noGrp="1"/>
          </p:cNvSpPr>
          <p:nvPr/>
        </p:nvSpPr>
        <p:spPr>
          <a:xfrm>
            <a:off x="958091" y="462042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2239" name="F2_precision_recall_distributions_5053">
            <a:extLst>
              <a:ext uri="{FF2B5EF4-FFF2-40B4-BE49-F238E27FC236}">
                <a16:creationId xmlns:a16="http://schemas.microsoft.com/office/drawing/2014/main" id="{C8C110AF-CCFB-4960-98D8-894632E5CB9F}"/>
              </a:ext>
            </a:extLst>
          </p:cNvPr>
          <p:cNvSpPr>
            <a:spLocks noGrp="1"/>
          </p:cNvSpPr>
          <p:nvPr/>
        </p:nvSpPr>
        <p:spPr>
          <a:xfrm>
            <a:off x="1212325" y="424353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240" name="F2_precision_recall_distributions_5054">
            <a:extLst>
              <a:ext uri="{FF2B5EF4-FFF2-40B4-BE49-F238E27FC236}">
                <a16:creationId xmlns:a16="http://schemas.microsoft.com/office/drawing/2014/main" id="{D03076E6-EBD4-4604-824A-C3C497A2F5B5}"/>
              </a:ext>
            </a:extLst>
          </p:cNvPr>
          <p:cNvSpPr>
            <a:spLocks noGrp="1"/>
          </p:cNvSpPr>
          <p:nvPr/>
        </p:nvSpPr>
        <p:spPr>
          <a:xfrm>
            <a:off x="1170051" y="424353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241" name="text_5055">
            <a:extLst>
              <a:ext uri="{FF2B5EF4-FFF2-40B4-BE49-F238E27FC236}">
                <a16:creationId xmlns:a16="http://schemas.microsoft.com/office/drawing/2014/main" id="{F9E6D79B-C44B-4A45-B9ED-AAD919A6682A}"/>
              </a:ext>
            </a:extLst>
          </p:cNvPr>
          <p:cNvSpPr>
            <a:spLocks noGrp="1"/>
          </p:cNvSpPr>
          <p:nvPr/>
        </p:nvSpPr>
        <p:spPr>
          <a:xfrm>
            <a:off x="958091" y="419604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242" name="F2_precision_recall_distributions_5056">
            <a:extLst>
              <a:ext uri="{FF2B5EF4-FFF2-40B4-BE49-F238E27FC236}">
                <a16:creationId xmlns:a16="http://schemas.microsoft.com/office/drawing/2014/main" id="{0FA6A129-2D9A-4F2A-86FE-3A65FBEE0AA2}"/>
              </a:ext>
            </a:extLst>
          </p:cNvPr>
          <p:cNvSpPr>
            <a:spLocks noGrp="1"/>
          </p:cNvSpPr>
          <p:nvPr/>
        </p:nvSpPr>
        <p:spPr>
          <a:xfrm>
            <a:off x="1514954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391987" y="848766"/>
                </a:moveTo>
                <a:lnTo>
                  <a:pt x="283109" y="848766"/>
                </a:lnTo>
                <a:lnTo>
                  <a:pt x="284065" y="842186"/>
                </a:lnTo>
                <a:lnTo>
                  <a:pt x="286828" y="835606"/>
                </a:lnTo>
                <a:lnTo>
                  <a:pt x="291111" y="829027"/>
                </a:lnTo>
                <a:lnTo>
                  <a:pt x="296487" y="822447"/>
                </a:lnTo>
                <a:lnTo>
                  <a:pt x="302458" y="815868"/>
                </a:lnTo>
                <a:lnTo>
                  <a:pt x="308530" y="809288"/>
                </a:lnTo>
                <a:lnTo>
                  <a:pt x="314274" y="802708"/>
                </a:lnTo>
                <a:lnTo>
                  <a:pt x="319370" y="796129"/>
                </a:lnTo>
                <a:lnTo>
                  <a:pt x="323627" y="789549"/>
                </a:lnTo>
                <a:lnTo>
                  <a:pt x="326978" y="782970"/>
                </a:lnTo>
                <a:lnTo>
                  <a:pt x="329458" y="776390"/>
                </a:lnTo>
                <a:lnTo>
                  <a:pt x="331177" y="769811"/>
                </a:lnTo>
                <a:lnTo>
                  <a:pt x="332284" y="763231"/>
                </a:lnTo>
                <a:lnTo>
                  <a:pt x="332944" y="756651"/>
                </a:lnTo>
                <a:lnTo>
                  <a:pt x="333310" y="750072"/>
                </a:lnTo>
                <a:lnTo>
                  <a:pt x="333511" y="743492"/>
                </a:lnTo>
                <a:lnTo>
                  <a:pt x="333648" y="736913"/>
                </a:lnTo>
                <a:lnTo>
                  <a:pt x="333781" y="730333"/>
                </a:lnTo>
                <a:lnTo>
                  <a:pt x="333943" y="723754"/>
                </a:lnTo>
                <a:lnTo>
                  <a:pt x="334134" y="717174"/>
                </a:lnTo>
                <a:lnTo>
                  <a:pt x="334334" y="710594"/>
                </a:lnTo>
                <a:lnTo>
                  <a:pt x="334506" y="704015"/>
                </a:lnTo>
                <a:lnTo>
                  <a:pt x="334607" y="697435"/>
                </a:lnTo>
                <a:lnTo>
                  <a:pt x="334594" y="690856"/>
                </a:lnTo>
                <a:lnTo>
                  <a:pt x="334432" y="684276"/>
                </a:lnTo>
                <a:lnTo>
                  <a:pt x="334096" y="677697"/>
                </a:lnTo>
                <a:lnTo>
                  <a:pt x="333581" y="671117"/>
                </a:lnTo>
                <a:lnTo>
                  <a:pt x="332895" y="664537"/>
                </a:lnTo>
                <a:lnTo>
                  <a:pt x="332070" y="657958"/>
                </a:lnTo>
                <a:lnTo>
                  <a:pt x="331147" y="651378"/>
                </a:lnTo>
                <a:lnTo>
                  <a:pt x="330181" y="644799"/>
                </a:lnTo>
                <a:lnTo>
                  <a:pt x="329228" y="638219"/>
                </a:lnTo>
                <a:lnTo>
                  <a:pt x="328341" y="631639"/>
                </a:lnTo>
                <a:lnTo>
                  <a:pt x="327566" y="625060"/>
                </a:lnTo>
                <a:lnTo>
                  <a:pt x="326932" y="618480"/>
                </a:lnTo>
                <a:lnTo>
                  <a:pt x="326457" y="611901"/>
                </a:lnTo>
                <a:lnTo>
                  <a:pt x="326143" y="605321"/>
                </a:lnTo>
                <a:lnTo>
                  <a:pt x="325986" y="598742"/>
                </a:lnTo>
                <a:lnTo>
                  <a:pt x="325977" y="592162"/>
                </a:lnTo>
                <a:lnTo>
                  <a:pt x="326109" y="585582"/>
                </a:lnTo>
                <a:lnTo>
                  <a:pt x="326374" y="579003"/>
                </a:lnTo>
                <a:lnTo>
                  <a:pt x="326767" y="572423"/>
                </a:lnTo>
                <a:lnTo>
                  <a:pt x="327280" y="565844"/>
                </a:lnTo>
                <a:lnTo>
                  <a:pt x="327898" y="559264"/>
                </a:lnTo>
                <a:lnTo>
                  <a:pt x="328594" y="552685"/>
                </a:lnTo>
                <a:lnTo>
                  <a:pt x="329331" y="546105"/>
                </a:lnTo>
                <a:lnTo>
                  <a:pt x="330057" y="539525"/>
                </a:lnTo>
                <a:lnTo>
                  <a:pt x="330717" y="532946"/>
                </a:lnTo>
                <a:lnTo>
                  <a:pt x="331250" y="526366"/>
                </a:lnTo>
                <a:lnTo>
                  <a:pt x="331599" y="519787"/>
                </a:lnTo>
                <a:lnTo>
                  <a:pt x="331716" y="513207"/>
                </a:lnTo>
                <a:lnTo>
                  <a:pt x="331560" y="506627"/>
                </a:lnTo>
                <a:lnTo>
                  <a:pt x="331100" y="500048"/>
                </a:lnTo>
                <a:lnTo>
                  <a:pt x="330318" y="493468"/>
                </a:lnTo>
                <a:lnTo>
                  <a:pt x="329203" y="486889"/>
                </a:lnTo>
                <a:lnTo>
                  <a:pt x="327761" y="480309"/>
                </a:lnTo>
                <a:lnTo>
                  <a:pt x="326019" y="473730"/>
                </a:lnTo>
                <a:lnTo>
                  <a:pt x="324027" y="467150"/>
                </a:lnTo>
                <a:lnTo>
                  <a:pt x="321868" y="460570"/>
                </a:lnTo>
                <a:lnTo>
                  <a:pt x="319658" y="453991"/>
                </a:lnTo>
                <a:lnTo>
                  <a:pt x="317536" y="447411"/>
                </a:lnTo>
                <a:lnTo>
                  <a:pt x="315656" y="440832"/>
                </a:lnTo>
                <a:lnTo>
                  <a:pt x="314164" y="434252"/>
                </a:lnTo>
                <a:lnTo>
                  <a:pt x="313175" y="427673"/>
                </a:lnTo>
                <a:lnTo>
                  <a:pt x="312757" y="421093"/>
                </a:lnTo>
                <a:lnTo>
                  <a:pt x="312913" y="414513"/>
                </a:lnTo>
                <a:lnTo>
                  <a:pt x="313583" y="407934"/>
                </a:lnTo>
                <a:lnTo>
                  <a:pt x="314650" y="401354"/>
                </a:lnTo>
                <a:lnTo>
                  <a:pt x="315957" y="394775"/>
                </a:lnTo>
                <a:lnTo>
                  <a:pt x="317332" y="388195"/>
                </a:lnTo>
                <a:lnTo>
                  <a:pt x="318605" y="381616"/>
                </a:lnTo>
                <a:lnTo>
                  <a:pt x="319628" y="375036"/>
                </a:lnTo>
                <a:lnTo>
                  <a:pt x="320283" y="368456"/>
                </a:lnTo>
                <a:lnTo>
                  <a:pt x="320490" y="361877"/>
                </a:lnTo>
                <a:lnTo>
                  <a:pt x="320202" y="355297"/>
                </a:lnTo>
                <a:lnTo>
                  <a:pt x="319407" y="348718"/>
                </a:lnTo>
                <a:lnTo>
                  <a:pt x="318124" y="342138"/>
                </a:lnTo>
                <a:lnTo>
                  <a:pt x="316411" y="335558"/>
                </a:lnTo>
                <a:lnTo>
                  <a:pt x="314358" y="328979"/>
                </a:lnTo>
                <a:lnTo>
                  <a:pt x="312096" y="322399"/>
                </a:lnTo>
                <a:lnTo>
                  <a:pt x="309787" y="315820"/>
                </a:lnTo>
                <a:lnTo>
                  <a:pt x="307617" y="309240"/>
                </a:lnTo>
                <a:lnTo>
                  <a:pt x="305777" y="302661"/>
                </a:lnTo>
                <a:lnTo>
                  <a:pt x="304436" y="296081"/>
                </a:lnTo>
                <a:lnTo>
                  <a:pt x="303721" y="289501"/>
                </a:lnTo>
                <a:lnTo>
                  <a:pt x="303690" y="282922"/>
                </a:lnTo>
                <a:lnTo>
                  <a:pt x="304327" y="276342"/>
                </a:lnTo>
                <a:lnTo>
                  <a:pt x="305539" y="269763"/>
                </a:lnTo>
                <a:lnTo>
                  <a:pt x="307174" y="263183"/>
                </a:lnTo>
                <a:lnTo>
                  <a:pt x="309050" y="256604"/>
                </a:lnTo>
                <a:lnTo>
                  <a:pt x="310980" y="250024"/>
                </a:lnTo>
                <a:lnTo>
                  <a:pt x="312806" y="243444"/>
                </a:lnTo>
                <a:lnTo>
                  <a:pt x="314413" y="236865"/>
                </a:lnTo>
                <a:lnTo>
                  <a:pt x="315741" y="230285"/>
                </a:lnTo>
                <a:lnTo>
                  <a:pt x="316779" y="223706"/>
                </a:lnTo>
                <a:lnTo>
                  <a:pt x="317548" y="217126"/>
                </a:lnTo>
                <a:lnTo>
                  <a:pt x="318090" y="210546"/>
                </a:lnTo>
                <a:lnTo>
                  <a:pt x="318445" y="203967"/>
                </a:lnTo>
                <a:lnTo>
                  <a:pt x="318647" y="197387"/>
                </a:lnTo>
                <a:lnTo>
                  <a:pt x="318714" y="190808"/>
                </a:lnTo>
                <a:lnTo>
                  <a:pt x="318655" y="184228"/>
                </a:lnTo>
                <a:lnTo>
                  <a:pt x="318477" y="177649"/>
                </a:lnTo>
                <a:lnTo>
                  <a:pt x="318193" y="171069"/>
                </a:lnTo>
                <a:lnTo>
                  <a:pt x="317830" y="164489"/>
                </a:lnTo>
                <a:lnTo>
                  <a:pt x="317431" y="157910"/>
                </a:lnTo>
                <a:lnTo>
                  <a:pt x="317047" y="151330"/>
                </a:lnTo>
                <a:lnTo>
                  <a:pt x="316735" y="144751"/>
                </a:lnTo>
                <a:lnTo>
                  <a:pt x="316539" y="138171"/>
                </a:lnTo>
                <a:lnTo>
                  <a:pt x="316473" y="131592"/>
                </a:lnTo>
                <a:lnTo>
                  <a:pt x="316506" y="125012"/>
                </a:lnTo>
                <a:lnTo>
                  <a:pt x="316535" y="118432"/>
                </a:lnTo>
                <a:lnTo>
                  <a:pt x="316370" y="111853"/>
                </a:lnTo>
                <a:lnTo>
                  <a:pt x="315712" y="105273"/>
                </a:lnTo>
                <a:lnTo>
                  <a:pt x="314139" y="98694"/>
                </a:lnTo>
                <a:lnTo>
                  <a:pt x="311091" y="92114"/>
                </a:lnTo>
                <a:lnTo>
                  <a:pt x="305875" y="85535"/>
                </a:lnTo>
                <a:lnTo>
                  <a:pt x="297696" y="78955"/>
                </a:lnTo>
                <a:lnTo>
                  <a:pt x="285721" y="72375"/>
                </a:lnTo>
                <a:lnTo>
                  <a:pt x="269189" y="65796"/>
                </a:lnTo>
                <a:lnTo>
                  <a:pt x="247561" y="59216"/>
                </a:lnTo>
                <a:lnTo>
                  <a:pt x="220705" y="52637"/>
                </a:lnTo>
                <a:lnTo>
                  <a:pt x="189069" y="46057"/>
                </a:lnTo>
                <a:lnTo>
                  <a:pt x="153809" y="39477"/>
                </a:lnTo>
                <a:lnTo>
                  <a:pt x="116822" y="32898"/>
                </a:lnTo>
                <a:lnTo>
                  <a:pt x="80638" y="26318"/>
                </a:lnTo>
                <a:lnTo>
                  <a:pt x="48176" y="19739"/>
                </a:lnTo>
                <a:lnTo>
                  <a:pt x="22371" y="13159"/>
                </a:lnTo>
                <a:lnTo>
                  <a:pt x="5743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353" y="6580"/>
                </a:lnTo>
                <a:lnTo>
                  <a:pt x="652726" y="13159"/>
                </a:lnTo>
                <a:lnTo>
                  <a:pt x="626920" y="19739"/>
                </a:lnTo>
                <a:lnTo>
                  <a:pt x="594459" y="26318"/>
                </a:lnTo>
                <a:lnTo>
                  <a:pt x="558275" y="32898"/>
                </a:lnTo>
                <a:lnTo>
                  <a:pt x="521287" y="39477"/>
                </a:lnTo>
                <a:lnTo>
                  <a:pt x="486027" y="46057"/>
                </a:lnTo>
                <a:lnTo>
                  <a:pt x="454391" y="52637"/>
                </a:lnTo>
                <a:lnTo>
                  <a:pt x="427536" y="59216"/>
                </a:lnTo>
                <a:lnTo>
                  <a:pt x="405908" y="65796"/>
                </a:lnTo>
                <a:lnTo>
                  <a:pt x="389375" y="72375"/>
                </a:lnTo>
                <a:lnTo>
                  <a:pt x="377401" y="78955"/>
                </a:lnTo>
                <a:lnTo>
                  <a:pt x="369222" y="85535"/>
                </a:lnTo>
                <a:lnTo>
                  <a:pt x="364006" y="92114"/>
                </a:lnTo>
                <a:lnTo>
                  <a:pt x="360957" y="98694"/>
                </a:lnTo>
                <a:lnTo>
                  <a:pt x="359384" y="105273"/>
                </a:lnTo>
                <a:lnTo>
                  <a:pt x="358727" y="111853"/>
                </a:lnTo>
                <a:lnTo>
                  <a:pt x="358562" y="118432"/>
                </a:lnTo>
                <a:lnTo>
                  <a:pt x="358591" y="125012"/>
                </a:lnTo>
                <a:lnTo>
                  <a:pt x="358623" y="131592"/>
                </a:lnTo>
                <a:lnTo>
                  <a:pt x="358558" y="138171"/>
                </a:lnTo>
                <a:lnTo>
                  <a:pt x="358362" y="144751"/>
                </a:lnTo>
                <a:lnTo>
                  <a:pt x="358050" y="151330"/>
                </a:lnTo>
                <a:lnTo>
                  <a:pt x="357666" y="157910"/>
                </a:lnTo>
                <a:lnTo>
                  <a:pt x="357266" y="164489"/>
                </a:lnTo>
                <a:lnTo>
                  <a:pt x="356903" y="171069"/>
                </a:lnTo>
                <a:lnTo>
                  <a:pt x="356620" y="177649"/>
                </a:lnTo>
                <a:lnTo>
                  <a:pt x="356442" y="184228"/>
                </a:lnTo>
                <a:lnTo>
                  <a:pt x="356383" y="190808"/>
                </a:lnTo>
                <a:lnTo>
                  <a:pt x="356450" y="197387"/>
                </a:lnTo>
                <a:lnTo>
                  <a:pt x="356651" y="203967"/>
                </a:lnTo>
                <a:lnTo>
                  <a:pt x="357007" y="210546"/>
                </a:lnTo>
                <a:lnTo>
                  <a:pt x="357548" y="217126"/>
                </a:lnTo>
                <a:lnTo>
                  <a:pt x="358318" y="223706"/>
                </a:lnTo>
                <a:lnTo>
                  <a:pt x="359355" y="230285"/>
                </a:lnTo>
                <a:lnTo>
                  <a:pt x="360683" y="236865"/>
                </a:lnTo>
                <a:lnTo>
                  <a:pt x="362291" y="243444"/>
                </a:lnTo>
                <a:lnTo>
                  <a:pt x="364116" y="250024"/>
                </a:lnTo>
                <a:lnTo>
                  <a:pt x="366047" y="256604"/>
                </a:lnTo>
                <a:lnTo>
                  <a:pt x="367922" y="263183"/>
                </a:lnTo>
                <a:lnTo>
                  <a:pt x="369558" y="269763"/>
                </a:lnTo>
                <a:lnTo>
                  <a:pt x="370770" y="276342"/>
                </a:lnTo>
                <a:lnTo>
                  <a:pt x="371406" y="282922"/>
                </a:lnTo>
                <a:lnTo>
                  <a:pt x="371376" y="289501"/>
                </a:lnTo>
                <a:lnTo>
                  <a:pt x="370660" y="296081"/>
                </a:lnTo>
                <a:lnTo>
                  <a:pt x="369320" y="302661"/>
                </a:lnTo>
                <a:lnTo>
                  <a:pt x="367480" y="309240"/>
                </a:lnTo>
                <a:lnTo>
                  <a:pt x="365310" y="315820"/>
                </a:lnTo>
                <a:lnTo>
                  <a:pt x="363001" y="322399"/>
                </a:lnTo>
                <a:lnTo>
                  <a:pt x="360738" y="328979"/>
                </a:lnTo>
                <a:lnTo>
                  <a:pt x="358686" y="335558"/>
                </a:lnTo>
                <a:lnTo>
                  <a:pt x="356972" y="342138"/>
                </a:lnTo>
                <a:lnTo>
                  <a:pt x="355690" y="348718"/>
                </a:lnTo>
                <a:lnTo>
                  <a:pt x="354894" y="355297"/>
                </a:lnTo>
                <a:lnTo>
                  <a:pt x="354606" y="361877"/>
                </a:lnTo>
                <a:lnTo>
                  <a:pt x="354813" y="368456"/>
                </a:lnTo>
                <a:lnTo>
                  <a:pt x="355469" y="375036"/>
                </a:lnTo>
                <a:lnTo>
                  <a:pt x="356492" y="381616"/>
                </a:lnTo>
                <a:lnTo>
                  <a:pt x="357765" y="388195"/>
                </a:lnTo>
                <a:lnTo>
                  <a:pt x="359140" y="394775"/>
                </a:lnTo>
                <a:lnTo>
                  <a:pt x="360447" y="401354"/>
                </a:lnTo>
                <a:lnTo>
                  <a:pt x="361514" y="407934"/>
                </a:lnTo>
                <a:lnTo>
                  <a:pt x="362183" y="414513"/>
                </a:lnTo>
                <a:lnTo>
                  <a:pt x="362339" y="421093"/>
                </a:lnTo>
                <a:lnTo>
                  <a:pt x="361921" y="427673"/>
                </a:lnTo>
                <a:lnTo>
                  <a:pt x="360933" y="434252"/>
                </a:lnTo>
                <a:lnTo>
                  <a:pt x="359440" y="440832"/>
                </a:lnTo>
                <a:lnTo>
                  <a:pt x="357561" y="447411"/>
                </a:lnTo>
                <a:lnTo>
                  <a:pt x="355439" y="453991"/>
                </a:lnTo>
                <a:lnTo>
                  <a:pt x="353228" y="460570"/>
                </a:lnTo>
                <a:lnTo>
                  <a:pt x="351070" y="467150"/>
                </a:lnTo>
                <a:lnTo>
                  <a:pt x="349078" y="473730"/>
                </a:lnTo>
                <a:lnTo>
                  <a:pt x="347335" y="480309"/>
                </a:lnTo>
                <a:lnTo>
                  <a:pt x="345894" y="486889"/>
                </a:lnTo>
                <a:lnTo>
                  <a:pt x="344779" y="493468"/>
                </a:lnTo>
                <a:lnTo>
                  <a:pt x="343996" y="500048"/>
                </a:lnTo>
                <a:lnTo>
                  <a:pt x="343537" y="506627"/>
                </a:lnTo>
                <a:lnTo>
                  <a:pt x="343380" y="513207"/>
                </a:lnTo>
                <a:lnTo>
                  <a:pt x="343497" y="519787"/>
                </a:lnTo>
                <a:lnTo>
                  <a:pt x="343847" y="526366"/>
                </a:lnTo>
                <a:lnTo>
                  <a:pt x="344380" y="532946"/>
                </a:lnTo>
                <a:lnTo>
                  <a:pt x="345039" y="539525"/>
                </a:lnTo>
                <a:lnTo>
                  <a:pt x="345766" y="546105"/>
                </a:lnTo>
                <a:lnTo>
                  <a:pt x="346502" y="552685"/>
                </a:lnTo>
                <a:lnTo>
                  <a:pt x="347198" y="559264"/>
                </a:lnTo>
                <a:lnTo>
                  <a:pt x="347816" y="565844"/>
                </a:lnTo>
                <a:lnTo>
                  <a:pt x="348329" y="572423"/>
                </a:lnTo>
                <a:lnTo>
                  <a:pt x="348723" y="579003"/>
                </a:lnTo>
                <a:lnTo>
                  <a:pt x="348988" y="585582"/>
                </a:lnTo>
                <a:lnTo>
                  <a:pt x="349119" y="592162"/>
                </a:lnTo>
                <a:lnTo>
                  <a:pt x="349111" y="598742"/>
                </a:lnTo>
                <a:lnTo>
                  <a:pt x="348954" y="605321"/>
                </a:lnTo>
                <a:lnTo>
                  <a:pt x="348640" y="611901"/>
                </a:lnTo>
                <a:lnTo>
                  <a:pt x="348164" y="618480"/>
                </a:lnTo>
                <a:lnTo>
                  <a:pt x="347530" y="625060"/>
                </a:lnTo>
                <a:lnTo>
                  <a:pt x="346755" y="631639"/>
                </a:lnTo>
                <a:lnTo>
                  <a:pt x="345869" y="638219"/>
                </a:lnTo>
                <a:lnTo>
                  <a:pt x="344916" y="644799"/>
                </a:lnTo>
                <a:lnTo>
                  <a:pt x="343950" y="651378"/>
                </a:lnTo>
                <a:lnTo>
                  <a:pt x="343027" y="657958"/>
                </a:lnTo>
                <a:lnTo>
                  <a:pt x="342201" y="664537"/>
                </a:lnTo>
                <a:lnTo>
                  <a:pt x="341516" y="671117"/>
                </a:lnTo>
                <a:lnTo>
                  <a:pt x="341000" y="677697"/>
                </a:lnTo>
                <a:lnTo>
                  <a:pt x="340665" y="684276"/>
                </a:lnTo>
                <a:lnTo>
                  <a:pt x="340502" y="690856"/>
                </a:lnTo>
                <a:lnTo>
                  <a:pt x="340490" y="697435"/>
                </a:lnTo>
                <a:lnTo>
                  <a:pt x="340591" y="704015"/>
                </a:lnTo>
                <a:lnTo>
                  <a:pt x="340763" y="710594"/>
                </a:lnTo>
                <a:lnTo>
                  <a:pt x="340962" y="717174"/>
                </a:lnTo>
                <a:lnTo>
                  <a:pt x="341153" y="723754"/>
                </a:lnTo>
                <a:lnTo>
                  <a:pt x="341315" y="730333"/>
                </a:lnTo>
                <a:lnTo>
                  <a:pt x="341449" y="736913"/>
                </a:lnTo>
                <a:lnTo>
                  <a:pt x="341585" y="743492"/>
                </a:lnTo>
                <a:lnTo>
                  <a:pt x="341787" y="750072"/>
                </a:lnTo>
                <a:lnTo>
                  <a:pt x="342153" y="756651"/>
                </a:lnTo>
                <a:lnTo>
                  <a:pt x="342812" y="763231"/>
                </a:lnTo>
                <a:lnTo>
                  <a:pt x="343920" y="769811"/>
                </a:lnTo>
                <a:lnTo>
                  <a:pt x="345638" y="776390"/>
                </a:lnTo>
                <a:lnTo>
                  <a:pt x="348118" y="782970"/>
                </a:lnTo>
                <a:lnTo>
                  <a:pt x="351469" y="789549"/>
                </a:lnTo>
                <a:lnTo>
                  <a:pt x="355727" y="796129"/>
                </a:lnTo>
                <a:lnTo>
                  <a:pt x="360823" y="802708"/>
                </a:lnTo>
                <a:lnTo>
                  <a:pt x="366567" y="809288"/>
                </a:lnTo>
                <a:lnTo>
                  <a:pt x="372639" y="815868"/>
                </a:lnTo>
                <a:lnTo>
                  <a:pt x="378610" y="822447"/>
                </a:lnTo>
                <a:lnTo>
                  <a:pt x="383985" y="829027"/>
                </a:lnTo>
                <a:lnTo>
                  <a:pt x="388268" y="835606"/>
                </a:lnTo>
                <a:lnTo>
                  <a:pt x="391032" y="842186"/>
                </a:lnTo>
                <a:lnTo>
                  <a:pt x="391987" y="848766"/>
                </a:lnTo>
                <a:lnTo>
                  <a:pt x="391987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2243" name="F2_precision_recall_distributions_5057">
            <a:extLst>
              <a:ext uri="{FF2B5EF4-FFF2-40B4-BE49-F238E27FC236}">
                <a16:creationId xmlns:a16="http://schemas.microsoft.com/office/drawing/2014/main" id="{F3DF5397-31D6-4DAF-8EBD-5D9836CAF08A}"/>
              </a:ext>
            </a:extLst>
          </p:cNvPr>
          <p:cNvSpPr>
            <a:spLocks noGrp="1"/>
          </p:cNvSpPr>
          <p:nvPr/>
        </p:nvSpPr>
        <p:spPr>
          <a:xfrm>
            <a:off x="19423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4" name="F2_precision_recall_distributions_5058">
            <a:extLst>
              <a:ext uri="{FF2B5EF4-FFF2-40B4-BE49-F238E27FC236}">
                <a16:creationId xmlns:a16="http://schemas.microsoft.com/office/drawing/2014/main" id="{4B1BC5F6-320B-47AB-89EA-51033A788B40}"/>
              </a:ext>
            </a:extLst>
          </p:cNvPr>
          <p:cNvSpPr>
            <a:spLocks noGrp="1"/>
          </p:cNvSpPr>
          <p:nvPr/>
        </p:nvSpPr>
        <p:spPr>
          <a:xfrm>
            <a:off x="173579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5" name="F2_precision_recall_distributions_5059">
            <a:extLst>
              <a:ext uri="{FF2B5EF4-FFF2-40B4-BE49-F238E27FC236}">
                <a16:creationId xmlns:a16="http://schemas.microsoft.com/office/drawing/2014/main" id="{8624C18A-CC74-4886-AE5F-EE9613AA3531}"/>
              </a:ext>
            </a:extLst>
          </p:cNvPr>
          <p:cNvSpPr>
            <a:spLocks noGrp="1"/>
          </p:cNvSpPr>
          <p:nvPr/>
        </p:nvSpPr>
        <p:spPr>
          <a:xfrm>
            <a:off x="167990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6" name="F2_precision_recall_distributions_5060">
            <a:extLst>
              <a:ext uri="{FF2B5EF4-FFF2-40B4-BE49-F238E27FC236}">
                <a16:creationId xmlns:a16="http://schemas.microsoft.com/office/drawing/2014/main" id="{587C1BC3-8481-4D06-8A02-E149EB6FB53E}"/>
              </a:ext>
            </a:extLst>
          </p:cNvPr>
          <p:cNvSpPr>
            <a:spLocks noGrp="1"/>
          </p:cNvSpPr>
          <p:nvPr/>
        </p:nvSpPr>
        <p:spPr>
          <a:xfrm>
            <a:off x="1890761" y="4957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7" name="F2_precision_recall_distributions_5061">
            <a:extLst>
              <a:ext uri="{FF2B5EF4-FFF2-40B4-BE49-F238E27FC236}">
                <a16:creationId xmlns:a16="http://schemas.microsoft.com/office/drawing/2014/main" id="{1D52D178-C6B0-4395-845D-2D8C32485722}"/>
              </a:ext>
            </a:extLst>
          </p:cNvPr>
          <p:cNvSpPr>
            <a:spLocks noGrp="1"/>
          </p:cNvSpPr>
          <p:nvPr/>
        </p:nvSpPr>
        <p:spPr>
          <a:xfrm>
            <a:off x="1823031" y="43604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8" name="F2_precision_recall_distributions_5062">
            <a:extLst>
              <a:ext uri="{FF2B5EF4-FFF2-40B4-BE49-F238E27FC236}">
                <a16:creationId xmlns:a16="http://schemas.microsoft.com/office/drawing/2014/main" id="{7AF5C7CF-88F2-4989-B7DA-36F8E388DBEA}"/>
              </a:ext>
            </a:extLst>
          </p:cNvPr>
          <p:cNvSpPr>
            <a:spLocks noGrp="1"/>
          </p:cNvSpPr>
          <p:nvPr/>
        </p:nvSpPr>
        <p:spPr>
          <a:xfrm>
            <a:off x="174607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49" name="F2_precision_recall_distributions_5063">
            <a:extLst>
              <a:ext uri="{FF2B5EF4-FFF2-40B4-BE49-F238E27FC236}">
                <a16:creationId xmlns:a16="http://schemas.microsoft.com/office/drawing/2014/main" id="{75BC124C-F38F-4BDB-893E-4AA6F8100D70}"/>
              </a:ext>
            </a:extLst>
          </p:cNvPr>
          <p:cNvSpPr>
            <a:spLocks noGrp="1"/>
          </p:cNvSpPr>
          <p:nvPr/>
        </p:nvSpPr>
        <p:spPr>
          <a:xfrm>
            <a:off x="200803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0" name="F2_precision_recall_distributions_5064">
            <a:extLst>
              <a:ext uri="{FF2B5EF4-FFF2-40B4-BE49-F238E27FC236}">
                <a16:creationId xmlns:a16="http://schemas.microsoft.com/office/drawing/2014/main" id="{2C6850DD-0120-477F-906A-308911D50B68}"/>
              </a:ext>
            </a:extLst>
          </p:cNvPr>
          <p:cNvSpPr>
            <a:spLocks noGrp="1"/>
          </p:cNvSpPr>
          <p:nvPr/>
        </p:nvSpPr>
        <p:spPr>
          <a:xfrm>
            <a:off x="200953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1" name="F2_precision_recall_distributions_5065">
            <a:extLst>
              <a:ext uri="{FF2B5EF4-FFF2-40B4-BE49-F238E27FC236}">
                <a16:creationId xmlns:a16="http://schemas.microsoft.com/office/drawing/2014/main" id="{538B705A-43FB-40EB-B06B-66B674726F2B}"/>
              </a:ext>
            </a:extLst>
          </p:cNvPr>
          <p:cNvSpPr>
            <a:spLocks noGrp="1"/>
          </p:cNvSpPr>
          <p:nvPr/>
        </p:nvSpPr>
        <p:spPr>
          <a:xfrm>
            <a:off x="1927996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2" name="F2_precision_recall_distributions_5066">
            <a:extLst>
              <a:ext uri="{FF2B5EF4-FFF2-40B4-BE49-F238E27FC236}">
                <a16:creationId xmlns:a16="http://schemas.microsoft.com/office/drawing/2014/main" id="{70466374-C064-48EE-8276-70A26C0116E5}"/>
              </a:ext>
            </a:extLst>
          </p:cNvPr>
          <p:cNvSpPr>
            <a:spLocks noGrp="1"/>
          </p:cNvSpPr>
          <p:nvPr/>
        </p:nvSpPr>
        <p:spPr>
          <a:xfrm>
            <a:off x="174354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3" name="F2_precision_recall_distributions_5067">
            <a:extLst>
              <a:ext uri="{FF2B5EF4-FFF2-40B4-BE49-F238E27FC236}">
                <a16:creationId xmlns:a16="http://schemas.microsoft.com/office/drawing/2014/main" id="{4B3ECB2C-091C-4AE9-A991-2E83E4845E67}"/>
              </a:ext>
            </a:extLst>
          </p:cNvPr>
          <p:cNvSpPr>
            <a:spLocks noGrp="1"/>
          </p:cNvSpPr>
          <p:nvPr/>
        </p:nvSpPr>
        <p:spPr>
          <a:xfrm>
            <a:off x="2022907" y="46358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4" name="F2_precision_recall_distributions_5068">
            <a:extLst>
              <a:ext uri="{FF2B5EF4-FFF2-40B4-BE49-F238E27FC236}">
                <a16:creationId xmlns:a16="http://schemas.microsoft.com/office/drawing/2014/main" id="{2C671E05-B0BB-4F98-A1C4-2F676EAB0D71}"/>
              </a:ext>
            </a:extLst>
          </p:cNvPr>
          <p:cNvSpPr>
            <a:spLocks noGrp="1"/>
          </p:cNvSpPr>
          <p:nvPr/>
        </p:nvSpPr>
        <p:spPr>
          <a:xfrm>
            <a:off x="199890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5" name="F2_precision_recall_distributions_5069">
            <a:extLst>
              <a:ext uri="{FF2B5EF4-FFF2-40B4-BE49-F238E27FC236}">
                <a16:creationId xmlns:a16="http://schemas.microsoft.com/office/drawing/2014/main" id="{C64F8DF4-7557-4A8D-964D-BE5A70B64622}"/>
              </a:ext>
            </a:extLst>
          </p:cNvPr>
          <p:cNvSpPr>
            <a:spLocks noGrp="1"/>
          </p:cNvSpPr>
          <p:nvPr/>
        </p:nvSpPr>
        <p:spPr>
          <a:xfrm>
            <a:off x="20091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6" name="F2_precision_recall_distributions_5070">
            <a:extLst>
              <a:ext uri="{FF2B5EF4-FFF2-40B4-BE49-F238E27FC236}">
                <a16:creationId xmlns:a16="http://schemas.microsoft.com/office/drawing/2014/main" id="{8002D01C-008E-470B-A4F7-ABDC02BFD780}"/>
              </a:ext>
            </a:extLst>
          </p:cNvPr>
          <p:cNvSpPr>
            <a:spLocks noGrp="1"/>
          </p:cNvSpPr>
          <p:nvPr/>
        </p:nvSpPr>
        <p:spPr>
          <a:xfrm>
            <a:off x="1933552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7" name="F2_precision_recall_distributions_5071">
            <a:extLst>
              <a:ext uri="{FF2B5EF4-FFF2-40B4-BE49-F238E27FC236}">
                <a16:creationId xmlns:a16="http://schemas.microsoft.com/office/drawing/2014/main" id="{3BE60C73-2DFB-4CD6-A592-ECB5219F08D8}"/>
              </a:ext>
            </a:extLst>
          </p:cNvPr>
          <p:cNvSpPr>
            <a:spLocks noGrp="1"/>
          </p:cNvSpPr>
          <p:nvPr/>
        </p:nvSpPr>
        <p:spPr>
          <a:xfrm>
            <a:off x="196562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8" name="F2_precision_recall_distributions_5072">
            <a:extLst>
              <a:ext uri="{FF2B5EF4-FFF2-40B4-BE49-F238E27FC236}">
                <a16:creationId xmlns:a16="http://schemas.microsoft.com/office/drawing/2014/main" id="{3B848FD9-E305-41E0-A775-059A73103588}"/>
              </a:ext>
            </a:extLst>
          </p:cNvPr>
          <p:cNvSpPr>
            <a:spLocks noGrp="1"/>
          </p:cNvSpPr>
          <p:nvPr/>
        </p:nvSpPr>
        <p:spPr>
          <a:xfrm>
            <a:off x="179873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59" name="F2_precision_recall_distributions_5073">
            <a:extLst>
              <a:ext uri="{FF2B5EF4-FFF2-40B4-BE49-F238E27FC236}">
                <a16:creationId xmlns:a16="http://schemas.microsoft.com/office/drawing/2014/main" id="{0D1D5D25-A7C9-46F7-8DA1-0AA79C69CFE5}"/>
              </a:ext>
            </a:extLst>
          </p:cNvPr>
          <p:cNvSpPr>
            <a:spLocks noGrp="1"/>
          </p:cNvSpPr>
          <p:nvPr/>
        </p:nvSpPr>
        <p:spPr>
          <a:xfrm>
            <a:off x="167864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0" name="F2_precision_recall_distributions_5074">
            <a:extLst>
              <a:ext uri="{FF2B5EF4-FFF2-40B4-BE49-F238E27FC236}">
                <a16:creationId xmlns:a16="http://schemas.microsoft.com/office/drawing/2014/main" id="{71BEB3C6-9DE9-4F07-B34E-B60E8019515F}"/>
              </a:ext>
            </a:extLst>
          </p:cNvPr>
          <p:cNvSpPr>
            <a:spLocks noGrp="1"/>
          </p:cNvSpPr>
          <p:nvPr/>
        </p:nvSpPr>
        <p:spPr>
          <a:xfrm>
            <a:off x="176816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1" name="F2_precision_recall_distributions_5075">
            <a:extLst>
              <a:ext uri="{FF2B5EF4-FFF2-40B4-BE49-F238E27FC236}">
                <a16:creationId xmlns:a16="http://schemas.microsoft.com/office/drawing/2014/main" id="{DF307AB9-A04B-4875-B019-FE20796C602F}"/>
              </a:ext>
            </a:extLst>
          </p:cNvPr>
          <p:cNvSpPr>
            <a:spLocks noGrp="1"/>
          </p:cNvSpPr>
          <p:nvPr/>
        </p:nvSpPr>
        <p:spPr>
          <a:xfrm>
            <a:off x="1901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2" name="F2_precision_recall_distributions_5076">
            <a:extLst>
              <a:ext uri="{FF2B5EF4-FFF2-40B4-BE49-F238E27FC236}">
                <a16:creationId xmlns:a16="http://schemas.microsoft.com/office/drawing/2014/main" id="{1F0C1979-4602-415B-A024-376627C68442}"/>
              </a:ext>
            </a:extLst>
          </p:cNvPr>
          <p:cNvSpPr>
            <a:spLocks noGrp="1"/>
          </p:cNvSpPr>
          <p:nvPr/>
        </p:nvSpPr>
        <p:spPr>
          <a:xfrm>
            <a:off x="170263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3" name="F2_precision_recall_distributions_5077">
            <a:extLst>
              <a:ext uri="{FF2B5EF4-FFF2-40B4-BE49-F238E27FC236}">
                <a16:creationId xmlns:a16="http://schemas.microsoft.com/office/drawing/2014/main" id="{D169E297-F1CE-4F52-BDB7-1F2D78857A12}"/>
              </a:ext>
            </a:extLst>
          </p:cNvPr>
          <p:cNvSpPr>
            <a:spLocks noGrp="1"/>
          </p:cNvSpPr>
          <p:nvPr/>
        </p:nvSpPr>
        <p:spPr>
          <a:xfrm>
            <a:off x="2001877" y="43006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4" name="F2_precision_recall_distributions_5078">
            <a:extLst>
              <a:ext uri="{FF2B5EF4-FFF2-40B4-BE49-F238E27FC236}">
                <a16:creationId xmlns:a16="http://schemas.microsoft.com/office/drawing/2014/main" id="{BE2665CE-23CA-4303-983E-A0BA3234FFB0}"/>
              </a:ext>
            </a:extLst>
          </p:cNvPr>
          <p:cNvSpPr>
            <a:spLocks noGrp="1"/>
          </p:cNvSpPr>
          <p:nvPr/>
        </p:nvSpPr>
        <p:spPr>
          <a:xfrm>
            <a:off x="180444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5" name="F2_precision_recall_distributions_5079">
            <a:extLst>
              <a:ext uri="{FF2B5EF4-FFF2-40B4-BE49-F238E27FC236}">
                <a16:creationId xmlns:a16="http://schemas.microsoft.com/office/drawing/2014/main" id="{B90A6F1A-0A7C-4C05-A7A9-2F6D3D3011B1}"/>
              </a:ext>
            </a:extLst>
          </p:cNvPr>
          <p:cNvSpPr>
            <a:spLocks noGrp="1"/>
          </p:cNvSpPr>
          <p:nvPr/>
        </p:nvSpPr>
        <p:spPr>
          <a:xfrm>
            <a:off x="19320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6" name="F2_precision_recall_distributions_5080">
            <a:extLst>
              <a:ext uri="{FF2B5EF4-FFF2-40B4-BE49-F238E27FC236}">
                <a16:creationId xmlns:a16="http://schemas.microsoft.com/office/drawing/2014/main" id="{3040E6E4-1232-4303-A8DB-12BE55683CC2}"/>
              </a:ext>
            </a:extLst>
          </p:cNvPr>
          <p:cNvSpPr>
            <a:spLocks noGrp="1"/>
          </p:cNvSpPr>
          <p:nvPr/>
        </p:nvSpPr>
        <p:spPr>
          <a:xfrm>
            <a:off x="184124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7" name="F2_precision_recall_distributions_5081">
            <a:extLst>
              <a:ext uri="{FF2B5EF4-FFF2-40B4-BE49-F238E27FC236}">
                <a16:creationId xmlns:a16="http://schemas.microsoft.com/office/drawing/2014/main" id="{4C4AE6FB-EC77-4725-91D6-CF0F4B75EEA6}"/>
              </a:ext>
            </a:extLst>
          </p:cNvPr>
          <p:cNvSpPr>
            <a:spLocks noGrp="1"/>
          </p:cNvSpPr>
          <p:nvPr/>
        </p:nvSpPr>
        <p:spPr>
          <a:xfrm>
            <a:off x="1787326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8" name="F2_precision_recall_distributions_5082">
            <a:extLst>
              <a:ext uri="{FF2B5EF4-FFF2-40B4-BE49-F238E27FC236}">
                <a16:creationId xmlns:a16="http://schemas.microsoft.com/office/drawing/2014/main" id="{F33C46AE-2E0F-40F0-88CB-9D420F771236}"/>
              </a:ext>
            </a:extLst>
          </p:cNvPr>
          <p:cNvSpPr>
            <a:spLocks noGrp="1"/>
          </p:cNvSpPr>
          <p:nvPr/>
        </p:nvSpPr>
        <p:spPr>
          <a:xfrm>
            <a:off x="195165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69" name="F2_precision_recall_distributions_5083">
            <a:extLst>
              <a:ext uri="{FF2B5EF4-FFF2-40B4-BE49-F238E27FC236}">
                <a16:creationId xmlns:a16="http://schemas.microsoft.com/office/drawing/2014/main" id="{E59EE4A0-77C5-4557-9166-032B1EE46908}"/>
              </a:ext>
            </a:extLst>
          </p:cNvPr>
          <p:cNvSpPr>
            <a:spLocks noGrp="1"/>
          </p:cNvSpPr>
          <p:nvPr/>
        </p:nvSpPr>
        <p:spPr>
          <a:xfrm>
            <a:off x="1880325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0" name="F2_precision_recall_distributions_5084">
            <a:extLst>
              <a:ext uri="{FF2B5EF4-FFF2-40B4-BE49-F238E27FC236}">
                <a16:creationId xmlns:a16="http://schemas.microsoft.com/office/drawing/2014/main" id="{5A6799A5-5493-49EB-87CD-49823AC1B240}"/>
              </a:ext>
            </a:extLst>
          </p:cNvPr>
          <p:cNvSpPr>
            <a:spLocks noGrp="1"/>
          </p:cNvSpPr>
          <p:nvPr/>
        </p:nvSpPr>
        <p:spPr>
          <a:xfrm>
            <a:off x="1978882" y="45385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1" name="F2_precision_recall_distributions_5085">
            <a:extLst>
              <a:ext uri="{FF2B5EF4-FFF2-40B4-BE49-F238E27FC236}">
                <a16:creationId xmlns:a16="http://schemas.microsoft.com/office/drawing/2014/main" id="{1B6DCBA7-6D98-43AD-885D-972B97BD3D94}"/>
              </a:ext>
            </a:extLst>
          </p:cNvPr>
          <p:cNvSpPr>
            <a:spLocks noGrp="1"/>
          </p:cNvSpPr>
          <p:nvPr/>
        </p:nvSpPr>
        <p:spPr>
          <a:xfrm>
            <a:off x="17798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2" name="F2_precision_recall_distributions_5086">
            <a:extLst>
              <a:ext uri="{FF2B5EF4-FFF2-40B4-BE49-F238E27FC236}">
                <a16:creationId xmlns:a16="http://schemas.microsoft.com/office/drawing/2014/main" id="{8CC17137-6EE6-42B1-8324-D552FD2745A2}"/>
              </a:ext>
            </a:extLst>
          </p:cNvPr>
          <p:cNvSpPr>
            <a:spLocks noGrp="1"/>
          </p:cNvSpPr>
          <p:nvPr/>
        </p:nvSpPr>
        <p:spPr>
          <a:xfrm>
            <a:off x="199590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3" name="F2_precision_recall_distributions_5087">
            <a:extLst>
              <a:ext uri="{FF2B5EF4-FFF2-40B4-BE49-F238E27FC236}">
                <a16:creationId xmlns:a16="http://schemas.microsoft.com/office/drawing/2014/main" id="{4271D3C7-8D91-439D-9CC5-0AB61C04240F}"/>
              </a:ext>
            </a:extLst>
          </p:cNvPr>
          <p:cNvSpPr>
            <a:spLocks noGrp="1"/>
          </p:cNvSpPr>
          <p:nvPr/>
        </p:nvSpPr>
        <p:spPr>
          <a:xfrm>
            <a:off x="16786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4" name="F2_precision_recall_distributions_5088">
            <a:extLst>
              <a:ext uri="{FF2B5EF4-FFF2-40B4-BE49-F238E27FC236}">
                <a16:creationId xmlns:a16="http://schemas.microsoft.com/office/drawing/2014/main" id="{B88EC5B5-4ED9-4A45-AEB4-19FF9D9F5754}"/>
              </a:ext>
            </a:extLst>
          </p:cNvPr>
          <p:cNvSpPr>
            <a:spLocks noGrp="1"/>
          </p:cNvSpPr>
          <p:nvPr/>
        </p:nvSpPr>
        <p:spPr>
          <a:xfrm>
            <a:off x="1729862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5" name="F2_precision_recall_distributions_5089">
            <a:extLst>
              <a:ext uri="{FF2B5EF4-FFF2-40B4-BE49-F238E27FC236}">
                <a16:creationId xmlns:a16="http://schemas.microsoft.com/office/drawing/2014/main" id="{688B39D8-652A-4BED-B796-F9C1B12C2086}"/>
              </a:ext>
            </a:extLst>
          </p:cNvPr>
          <p:cNvSpPr>
            <a:spLocks noGrp="1"/>
          </p:cNvSpPr>
          <p:nvPr/>
        </p:nvSpPr>
        <p:spPr>
          <a:xfrm>
            <a:off x="1935802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6" name="F2_precision_recall_distributions_5090">
            <a:extLst>
              <a:ext uri="{FF2B5EF4-FFF2-40B4-BE49-F238E27FC236}">
                <a16:creationId xmlns:a16="http://schemas.microsoft.com/office/drawing/2014/main" id="{2D9ECC83-12FD-4EAF-BD5F-F7F1F7288068}"/>
              </a:ext>
            </a:extLst>
          </p:cNvPr>
          <p:cNvSpPr>
            <a:spLocks noGrp="1"/>
          </p:cNvSpPr>
          <p:nvPr/>
        </p:nvSpPr>
        <p:spPr>
          <a:xfrm>
            <a:off x="1918104" y="49725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7" name="F2_precision_recall_distributions_5091">
            <a:extLst>
              <a:ext uri="{FF2B5EF4-FFF2-40B4-BE49-F238E27FC236}">
                <a16:creationId xmlns:a16="http://schemas.microsoft.com/office/drawing/2014/main" id="{50B64AE9-48AC-4483-B7FC-8F56FD6BC609}"/>
              </a:ext>
            </a:extLst>
          </p:cNvPr>
          <p:cNvSpPr>
            <a:spLocks noGrp="1"/>
          </p:cNvSpPr>
          <p:nvPr/>
        </p:nvSpPr>
        <p:spPr>
          <a:xfrm>
            <a:off x="17822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8" name="F2_precision_recall_distributions_5092">
            <a:extLst>
              <a:ext uri="{FF2B5EF4-FFF2-40B4-BE49-F238E27FC236}">
                <a16:creationId xmlns:a16="http://schemas.microsoft.com/office/drawing/2014/main" id="{A236791C-4158-4CCD-8A3B-EB003A9FC218}"/>
              </a:ext>
            </a:extLst>
          </p:cNvPr>
          <p:cNvSpPr>
            <a:spLocks noGrp="1"/>
          </p:cNvSpPr>
          <p:nvPr/>
        </p:nvSpPr>
        <p:spPr>
          <a:xfrm>
            <a:off x="170253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79" name="F2_precision_recall_distributions_5093">
            <a:extLst>
              <a:ext uri="{FF2B5EF4-FFF2-40B4-BE49-F238E27FC236}">
                <a16:creationId xmlns:a16="http://schemas.microsoft.com/office/drawing/2014/main" id="{65D8306B-5B93-463B-9B57-AE42009D9BBB}"/>
              </a:ext>
            </a:extLst>
          </p:cNvPr>
          <p:cNvSpPr>
            <a:spLocks noGrp="1"/>
          </p:cNvSpPr>
          <p:nvPr/>
        </p:nvSpPr>
        <p:spPr>
          <a:xfrm>
            <a:off x="1863805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0" name="F2_precision_recall_distributions_5094">
            <a:extLst>
              <a:ext uri="{FF2B5EF4-FFF2-40B4-BE49-F238E27FC236}">
                <a16:creationId xmlns:a16="http://schemas.microsoft.com/office/drawing/2014/main" id="{1CB37444-4294-4EFB-8464-C8C65BEA098A}"/>
              </a:ext>
            </a:extLst>
          </p:cNvPr>
          <p:cNvSpPr>
            <a:spLocks noGrp="1"/>
          </p:cNvSpPr>
          <p:nvPr/>
        </p:nvSpPr>
        <p:spPr>
          <a:xfrm>
            <a:off x="202152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1" name="F2_precision_recall_distributions_5095">
            <a:extLst>
              <a:ext uri="{FF2B5EF4-FFF2-40B4-BE49-F238E27FC236}">
                <a16:creationId xmlns:a16="http://schemas.microsoft.com/office/drawing/2014/main" id="{A9315E97-5894-4F24-9ABC-B747483FA258}"/>
              </a:ext>
            </a:extLst>
          </p:cNvPr>
          <p:cNvSpPr>
            <a:spLocks noGrp="1"/>
          </p:cNvSpPr>
          <p:nvPr/>
        </p:nvSpPr>
        <p:spPr>
          <a:xfrm>
            <a:off x="17494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2" name="F2_precision_recall_distributions_5096">
            <a:extLst>
              <a:ext uri="{FF2B5EF4-FFF2-40B4-BE49-F238E27FC236}">
                <a16:creationId xmlns:a16="http://schemas.microsoft.com/office/drawing/2014/main" id="{0B8DFB59-3F42-4C5E-9478-BC8446F84363}"/>
              </a:ext>
            </a:extLst>
          </p:cNvPr>
          <p:cNvSpPr>
            <a:spLocks noGrp="1"/>
          </p:cNvSpPr>
          <p:nvPr/>
        </p:nvSpPr>
        <p:spPr>
          <a:xfrm>
            <a:off x="183072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3" name="F2_precision_recall_distributions_5097">
            <a:extLst>
              <a:ext uri="{FF2B5EF4-FFF2-40B4-BE49-F238E27FC236}">
                <a16:creationId xmlns:a16="http://schemas.microsoft.com/office/drawing/2014/main" id="{F60610F5-B7E7-4CAA-ABEE-CB07D92FBB7D}"/>
              </a:ext>
            </a:extLst>
          </p:cNvPr>
          <p:cNvSpPr>
            <a:spLocks noGrp="1"/>
          </p:cNvSpPr>
          <p:nvPr/>
        </p:nvSpPr>
        <p:spPr>
          <a:xfrm>
            <a:off x="1833979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4" name="F2_precision_recall_distributions_5098">
            <a:extLst>
              <a:ext uri="{FF2B5EF4-FFF2-40B4-BE49-F238E27FC236}">
                <a16:creationId xmlns:a16="http://schemas.microsoft.com/office/drawing/2014/main" id="{2B697850-AA73-41F4-B40F-34F3A92AE859}"/>
              </a:ext>
            </a:extLst>
          </p:cNvPr>
          <p:cNvSpPr>
            <a:spLocks noGrp="1"/>
          </p:cNvSpPr>
          <p:nvPr/>
        </p:nvSpPr>
        <p:spPr>
          <a:xfrm>
            <a:off x="19703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5" name="F2_precision_recall_distributions_5099">
            <a:extLst>
              <a:ext uri="{FF2B5EF4-FFF2-40B4-BE49-F238E27FC236}">
                <a16:creationId xmlns:a16="http://schemas.microsoft.com/office/drawing/2014/main" id="{EB68C349-A013-4C3E-9AA2-398DF45054A2}"/>
              </a:ext>
            </a:extLst>
          </p:cNvPr>
          <p:cNvSpPr>
            <a:spLocks noGrp="1"/>
          </p:cNvSpPr>
          <p:nvPr/>
        </p:nvSpPr>
        <p:spPr>
          <a:xfrm>
            <a:off x="194328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6" name="F2_precision_recall_distributions_5100">
            <a:extLst>
              <a:ext uri="{FF2B5EF4-FFF2-40B4-BE49-F238E27FC236}">
                <a16:creationId xmlns:a16="http://schemas.microsoft.com/office/drawing/2014/main" id="{2BCA6D87-7978-41CB-B3E4-837F2B4F311B}"/>
              </a:ext>
            </a:extLst>
          </p:cNvPr>
          <p:cNvSpPr>
            <a:spLocks noGrp="1"/>
          </p:cNvSpPr>
          <p:nvPr/>
        </p:nvSpPr>
        <p:spPr>
          <a:xfrm>
            <a:off x="197421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7" name="F2_precision_recall_distributions_5101">
            <a:extLst>
              <a:ext uri="{FF2B5EF4-FFF2-40B4-BE49-F238E27FC236}">
                <a16:creationId xmlns:a16="http://schemas.microsoft.com/office/drawing/2014/main" id="{8DD73005-F646-4021-B546-343F99EAFE23}"/>
              </a:ext>
            </a:extLst>
          </p:cNvPr>
          <p:cNvSpPr>
            <a:spLocks noGrp="1"/>
          </p:cNvSpPr>
          <p:nvPr/>
        </p:nvSpPr>
        <p:spPr>
          <a:xfrm>
            <a:off x="19410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8" name="F2_precision_recall_distributions_5102">
            <a:extLst>
              <a:ext uri="{FF2B5EF4-FFF2-40B4-BE49-F238E27FC236}">
                <a16:creationId xmlns:a16="http://schemas.microsoft.com/office/drawing/2014/main" id="{F4133040-5521-4650-A1AE-8D06D7B38FC0}"/>
              </a:ext>
            </a:extLst>
          </p:cNvPr>
          <p:cNvSpPr>
            <a:spLocks noGrp="1"/>
          </p:cNvSpPr>
          <p:nvPr/>
        </p:nvSpPr>
        <p:spPr>
          <a:xfrm>
            <a:off x="20006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89" name="F2_precision_recall_distributions_5103">
            <a:extLst>
              <a:ext uri="{FF2B5EF4-FFF2-40B4-BE49-F238E27FC236}">
                <a16:creationId xmlns:a16="http://schemas.microsoft.com/office/drawing/2014/main" id="{67D1C7D8-8684-4EFA-8DCC-9CEABBC4FA09}"/>
              </a:ext>
            </a:extLst>
          </p:cNvPr>
          <p:cNvSpPr>
            <a:spLocks noGrp="1"/>
          </p:cNvSpPr>
          <p:nvPr/>
        </p:nvSpPr>
        <p:spPr>
          <a:xfrm>
            <a:off x="197394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0" name="F2_precision_recall_distributions_5104">
            <a:extLst>
              <a:ext uri="{FF2B5EF4-FFF2-40B4-BE49-F238E27FC236}">
                <a16:creationId xmlns:a16="http://schemas.microsoft.com/office/drawing/2014/main" id="{91C909B1-EFDA-4A08-8448-99030C4169F7}"/>
              </a:ext>
            </a:extLst>
          </p:cNvPr>
          <p:cNvSpPr>
            <a:spLocks noGrp="1"/>
          </p:cNvSpPr>
          <p:nvPr/>
        </p:nvSpPr>
        <p:spPr>
          <a:xfrm>
            <a:off x="17787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1" name="F2_precision_recall_distributions_5105">
            <a:extLst>
              <a:ext uri="{FF2B5EF4-FFF2-40B4-BE49-F238E27FC236}">
                <a16:creationId xmlns:a16="http://schemas.microsoft.com/office/drawing/2014/main" id="{FD85AE00-CEEC-4140-A3C3-5688581BE6B6}"/>
              </a:ext>
            </a:extLst>
          </p:cNvPr>
          <p:cNvSpPr>
            <a:spLocks noGrp="1"/>
          </p:cNvSpPr>
          <p:nvPr/>
        </p:nvSpPr>
        <p:spPr>
          <a:xfrm>
            <a:off x="187509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2" name="F2_precision_recall_distributions_5106">
            <a:extLst>
              <a:ext uri="{FF2B5EF4-FFF2-40B4-BE49-F238E27FC236}">
                <a16:creationId xmlns:a16="http://schemas.microsoft.com/office/drawing/2014/main" id="{D8061754-640E-437A-A628-8E52BE91A23E}"/>
              </a:ext>
            </a:extLst>
          </p:cNvPr>
          <p:cNvSpPr>
            <a:spLocks noGrp="1"/>
          </p:cNvSpPr>
          <p:nvPr/>
        </p:nvSpPr>
        <p:spPr>
          <a:xfrm>
            <a:off x="18271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3" name="F2_precision_recall_distributions_5107">
            <a:extLst>
              <a:ext uri="{FF2B5EF4-FFF2-40B4-BE49-F238E27FC236}">
                <a16:creationId xmlns:a16="http://schemas.microsoft.com/office/drawing/2014/main" id="{F9D19143-D75D-4435-AD6A-696441B95B0A}"/>
              </a:ext>
            </a:extLst>
          </p:cNvPr>
          <p:cNvSpPr>
            <a:spLocks noGrp="1"/>
          </p:cNvSpPr>
          <p:nvPr/>
        </p:nvSpPr>
        <p:spPr>
          <a:xfrm>
            <a:off x="187558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4" name="F2_precision_recall_distributions_5108">
            <a:extLst>
              <a:ext uri="{FF2B5EF4-FFF2-40B4-BE49-F238E27FC236}">
                <a16:creationId xmlns:a16="http://schemas.microsoft.com/office/drawing/2014/main" id="{1CA39AD5-2400-4680-AD3A-DB287155523C}"/>
              </a:ext>
            </a:extLst>
          </p:cNvPr>
          <p:cNvSpPr>
            <a:spLocks noGrp="1"/>
          </p:cNvSpPr>
          <p:nvPr/>
        </p:nvSpPr>
        <p:spPr>
          <a:xfrm>
            <a:off x="16594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5" name="F2_precision_recall_distributions_5109">
            <a:extLst>
              <a:ext uri="{FF2B5EF4-FFF2-40B4-BE49-F238E27FC236}">
                <a16:creationId xmlns:a16="http://schemas.microsoft.com/office/drawing/2014/main" id="{8EA5CE68-0762-4EDC-B4E9-507110D012F1}"/>
              </a:ext>
            </a:extLst>
          </p:cNvPr>
          <p:cNvSpPr>
            <a:spLocks noGrp="1"/>
          </p:cNvSpPr>
          <p:nvPr/>
        </p:nvSpPr>
        <p:spPr>
          <a:xfrm>
            <a:off x="179423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6" name="F2_precision_recall_distributions_5110">
            <a:extLst>
              <a:ext uri="{FF2B5EF4-FFF2-40B4-BE49-F238E27FC236}">
                <a16:creationId xmlns:a16="http://schemas.microsoft.com/office/drawing/2014/main" id="{927C3D5F-C99A-4952-93C1-AF17FF6390BC}"/>
              </a:ext>
            </a:extLst>
          </p:cNvPr>
          <p:cNvSpPr>
            <a:spLocks noGrp="1"/>
          </p:cNvSpPr>
          <p:nvPr/>
        </p:nvSpPr>
        <p:spPr>
          <a:xfrm>
            <a:off x="1913654" y="4264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7" name="F2_precision_recall_distributions_5111">
            <a:extLst>
              <a:ext uri="{FF2B5EF4-FFF2-40B4-BE49-F238E27FC236}">
                <a16:creationId xmlns:a16="http://schemas.microsoft.com/office/drawing/2014/main" id="{944D39DC-619C-40DF-8227-094E3DA71175}"/>
              </a:ext>
            </a:extLst>
          </p:cNvPr>
          <p:cNvSpPr>
            <a:spLocks noGrp="1"/>
          </p:cNvSpPr>
          <p:nvPr/>
        </p:nvSpPr>
        <p:spPr>
          <a:xfrm>
            <a:off x="2008513" y="43147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8" name="F2_precision_recall_distributions_5112">
            <a:extLst>
              <a:ext uri="{FF2B5EF4-FFF2-40B4-BE49-F238E27FC236}">
                <a16:creationId xmlns:a16="http://schemas.microsoft.com/office/drawing/2014/main" id="{E653D444-72A3-424D-805D-EB961029BF85}"/>
              </a:ext>
            </a:extLst>
          </p:cNvPr>
          <p:cNvSpPr>
            <a:spLocks noGrp="1"/>
          </p:cNvSpPr>
          <p:nvPr/>
        </p:nvSpPr>
        <p:spPr>
          <a:xfrm>
            <a:off x="1766218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299" name="F2_precision_recall_distributions_5113">
            <a:extLst>
              <a:ext uri="{FF2B5EF4-FFF2-40B4-BE49-F238E27FC236}">
                <a16:creationId xmlns:a16="http://schemas.microsoft.com/office/drawing/2014/main" id="{ADFA7CD4-6466-4D55-AEBE-A41DEF274E3E}"/>
              </a:ext>
            </a:extLst>
          </p:cNvPr>
          <p:cNvSpPr>
            <a:spLocks noGrp="1"/>
          </p:cNvSpPr>
          <p:nvPr/>
        </p:nvSpPr>
        <p:spPr>
          <a:xfrm>
            <a:off x="176341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0" name="F2_precision_recall_distributions_5114">
            <a:extLst>
              <a:ext uri="{FF2B5EF4-FFF2-40B4-BE49-F238E27FC236}">
                <a16:creationId xmlns:a16="http://schemas.microsoft.com/office/drawing/2014/main" id="{4721959C-3A6C-4F26-A791-3E313D7303AF}"/>
              </a:ext>
            </a:extLst>
          </p:cNvPr>
          <p:cNvSpPr>
            <a:spLocks noGrp="1"/>
          </p:cNvSpPr>
          <p:nvPr/>
        </p:nvSpPr>
        <p:spPr>
          <a:xfrm>
            <a:off x="180112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1" name="F2_precision_recall_distributions_5115">
            <a:extLst>
              <a:ext uri="{FF2B5EF4-FFF2-40B4-BE49-F238E27FC236}">
                <a16:creationId xmlns:a16="http://schemas.microsoft.com/office/drawing/2014/main" id="{D17840BF-0B26-4522-B10D-D83076AD4DF2}"/>
              </a:ext>
            </a:extLst>
          </p:cNvPr>
          <p:cNvSpPr>
            <a:spLocks noGrp="1"/>
          </p:cNvSpPr>
          <p:nvPr/>
        </p:nvSpPr>
        <p:spPr>
          <a:xfrm>
            <a:off x="1835463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2" name="F2_precision_recall_distributions_5116">
            <a:extLst>
              <a:ext uri="{FF2B5EF4-FFF2-40B4-BE49-F238E27FC236}">
                <a16:creationId xmlns:a16="http://schemas.microsoft.com/office/drawing/2014/main" id="{5826449D-3387-4D53-8173-B5FA8AA879CB}"/>
              </a:ext>
            </a:extLst>
          </p:cNvPr>
          <p:cNvSpPr>
            <a:spLocks noGrp="1"/>
          </p:cNvSpPr>
          <p:nvPr/>
        </p:nvSpPr>
        <p:spPr>
          <a:xfrm>
            <a:off x="191552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3" name="F2_precision_recall_distributions_5117">
            <a:extLst>
              <a:ext uri="{FF2B5EF4-FFF2-40B4-BE49-F238E27FC236}">
                <a16:creationId xmlns:a16="http://schemas.microsoft.com/office/drawing/2014/main" id="{69356A17-7C45-4F47-B185-FE00777BDC5E}"/>
              </a:ext>
            </a:extLst>
          </p:cNvPr>
          <p:cNvSpPr>
            <a:spLocks noGrp="1"/>
          </p:cNvSpPr>
          <p:nvPr/>
        </p:nvSpPr>
        <p:spPr>
          <a:xfrm>
            <a:off x="1658756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4" name="F2_precision_recall_distributions_5118">
            <a:extLst>
              <a:ext uri="{FF2B5EF4-FFF2-40B4-BE49-F238E27FC236}">
                <a16:creationId xmlns:a16="http://schemas.microsoft.com/office/drawing/2014/main" id="{88A26124-8FBA-4F27-9E50-BD0AD6178F8E}"/>
              </a:ext>
            </a:extLst>
          </p:cNvPr>
          <p:cNvSpPr>
            <a:spLocks noGrp="1"/>
          </p:cNvSpPr>
          <p:nvPr/>
        </p:nvSpPr>
        <p:spPr>
          <a:xfrm>
            <a:off x="195092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5" name="F2_precision_recall_distributions_5119">
            <a:extLst>
              <a:ext uri="{FF2B5EF4-FFF2-40B4-BE49-F238E27FC236}">
                <a16:creationId xmlns:a16="http://schemas.microsoft.com/office/drawing/2014/main" id="{7CBFD6C7-9A02-4B37-8D73-A842D1E42791}"/>
              </a:ext>
            </a:extLst>
          </p:cNvPr>
          <p:cNvSpPr>
            <a:spLocks noGrp="1"/>
          </p:cNvSpPr>
          <p:nvPr/>
        </p:nvSpPr>
        <p:spPr>
          <a:xfrm>
            <a:off x="17918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6" name="F2_precision_recall_distributions_5120">
            <a:extLst>
              <a:ext uri="{FF2B5EF4-FFF2-40B4-BE49-F238E27FC236}">
                <a16:creationId xmlns:a16="http://schemas.microsoft.com/office/drawing/2014/main" id="{CB75E8D9-81AE-4FD2-A072-2DB33CF2EABB}"/>
              </a:ext>
            </a:extLst>
          </p:cNvPr>
          <p:cNvSpPr>
            <a:spLocks noGrp="1"/>
          </p:cNvSpPr>
          <p:nvPr/>
        </p:nvSpPr>
        <p:spPr>
          <a:xfrm>
            <a:off x="179624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7" name="F2_precision_recall_distributions_5121">
            <a:extLst>
              <a:ext uri="{FF2B5EF4-FFF2-40B4-BE49-F238E27FC236}">
                <a16:creationId xmlns:a16="http://schemas.microsoft.com/office/drawing/2014/main" id="{5732DBE5-59C0-468B-B67E-87AB2FB54361}"/>
              </a:ext>
            </a:extLst>
          </p:cNvPr>
          <p:cNvSpPr>
            <a:spLocks noGrp="1"/>
          </p:cNvSpPr>
          <p:nvPr/>
        </p:nvSpPr>
        <p:spPr>
          <a:xfrm>
            <a:off x="199751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8" name="F2_precision_recall_distributions_5122">
            <a:extLst>
              <a:ext uri="{FF2B5EF4-FFF2-40B4-BE49-F238E27FC236}">
                <a16:creationId xmlns:a16="http://schemas.microsoft.com/office/drawing/2014/main" id="{A7D2E0B7-7A72-499A-8E01-E5D14B900841}"/>
              </a:ext>
            </a:extLst>
          </p:cNvPr>
          <p:cNvSpPr>
            <a:spLocks noGrp="1"/>
          </p:cNvSpPr>
          <p:nvPr/>
        </p:nvSpPr>
        <p:spPr>
          <a:xfrm>
            <a:off x="1798572" y="45481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09" name="F2_precision_recall_distributions_5123">
            <a:extLst>
              <a:ext uri="{FF2B5EF4-FFF2-40B4-BE49-F238E27FC236}">
                <a16:creationId xmlns:a16="http://schemas.microsoft.com/office/drawing/2014/main" id="{A0FF1ED2-4CE2-4238-BB5D-833CC588A188}"/>
              </a:ext>
            </a:extLst>
          </p:cNvPr>
          <p:cNvSpPr>
            <a:spLocks noGrp="1"/>
          </p:cNvSpPr>
          <p:nvPr/>
        </p:nvSpPr>
        <p:spPr>
          <a:xfrm>
            <a:off x="1732829" y="48523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0" name="F2_precision_recall_distributions_5124">
            <a:extLst>
              <a:ext uri="{FF2B5EF4-FFF2-40B4-BE49-F238E27FC236}">
                <a16:creationId xmlns:a16="http://schemas.microsoft.com/office/drawing/2014/main" id="{B8E270A4-0342-4655-B11B-3DD979E1141F}"/>
              </a:ext>
            </a:extLst>
          </p:cNvPr>
          <p:cNvSpPr>
            <a:spLocks noGrp="1"/>
          </p:cNvSpPr>
          <p:nvPr/>
        </p:nvSpPr>
        <p:spPr>
          <a:xfrm>
            <a:off x="167037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1" name="F2_precision_recall_distributions_5125">
            <a:extLst>
              <a:ext uri="{FF2B5EF4-FFF2-40B4-BE49-F238E27FC236}">
                <a16:creationId xmlns:a16="http://schemas.microsoft.com/office/drawing/2014/main" id="{F9DC8938-D9EE-45A5-BBD4-973C39B0FF82}"/>
              </a:ext>
            </a:extLst>
          </p:cNvPr>
          <p:cNvSpPr>
            <a:spLocks noGrp="1"/>
          </p:cNvSpPr>
          <p:nvPr/>
        </p:nvSpPr>
        <p:spPr>
          <a:xfrm>
            <a:off x="170473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2" name="F2_precision_recall_distributions_5126">
            <a:extLst>
              <a:ext uri="{FF2B5EF4-FFF2-40B4-BE49-F238E27FC236}">
                <a16:creationId xmlns:a16="http://schemas.microsoft.com/office/drawing/2014/main" id="{E286E543-864C-49B8-AE62-F5055EA8C15E}"/>
              </a:ext>
            </a:extLst>
          </p:cNvPr>
          <p:cNvSpPr>
            <a:spLocks noGrp="1"/>
          </p:cNvSpPr>
          <p:nvPr/>
        </p:nvSpPr>
        <p:spPr>
          <a:xfrm>
            <a:off x="2019787" y="48553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3" name="F2_precision_recall_distributions_5127">
            <a:extLst>
              <a:ext uri="{FF2B5EF4-FFF2-40B4-BE49-F238E27FC236}">
                <a16:creationId xmlns:a16="http://schemas.microsoft.com/office/drawing/2014/main" id="{C68943F4-626E-4780-A06F-125C53BB6779}"/>
              </a:ext>
            </a:extLst>
          </p:cNvPr>
          <p:cNvSpPr>
            <a:spLocks noGrp="1"/>
          </p:cNvSpPr>
          <p:nvPr/>
        </p:nvSpPr>
        <p:spPr>
          <a:xfrm>
            <a:off x="199859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4" name="F2_precision_recall_distributions_5128">
            <a:extLst>
              <a:ext uri="{FF2B5EF4-FFF2-40B4-BE49-F238E27FC236}">
                <a16:creationId xmlns:a16="http://schemas.microsoft.com/office/drawing/2014/main" id="{67179BDF-E361-4E05-BC8D-7B59986FB216}"/>
              </a:ext>
            </a:extLst>
          </p:cNvPr>
          <p:cNvSpPr>
            <a:spLocks noGrp="1"/>
          </p:cNvSpPr>
          <p:nvPr/>
        </p:nvSpPr>
        <p:spPr>
          <a:xfrm>
            <a:off x="1872282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5" name="F2_precision_recall_distributions_5129">
            <a:extLst>
              <a:ext uri="{FF2B5EF4-FFF2-40B4-BE49-F238E27FC236}">
                <a16:creationId xmlns:a16="http://schemas.microsoft.com/office/drawing/2014/main" id="{1B1D177C-AB99-468E-AD47-1408486439FD}"/>
              </a:ext>
            </a:extLst>
          </p:cNvPr>
          <p:cNvSpPr>
            <a:spLocks noGrp="1"/>
          </p:cNvSpPr>
          <p:nvPr/>
        </p:nvSpPr>
        <p:spPr>
          <a:xfrm>
            <a:off x="17965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6" name="F2_precision_recall_distributions_5130">
            <a:extLst>
              <a:ext uri="{FF2B5EF4-FFF2-40B4-BE49-F238E27FC236}">
                <a16:creationId xmlns:a16="http://schemas.microsoft.com/office/drawing/2014/main" id="{13CC36ED-E005-4154-ABF6-F015B828C281}"/>
              </a:ext>
            </a:extLst>
          </p:cNvPr>
          <p:cNvSpPr>
            <a:spLocks noGrp="1"/>
          </p:cNvSpPr>
          <p:nvPr/>
        </p:nvSpPr>
        <p:spPr>
          <a:xfrm>
            <a:off x="17523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7" name="F2_precision_recall_distributions_5131">
            <a:extLst>
              <a:ext uri="{FF2B5EF4-FFF2-40B4-BE49-F238E27FC236}">
                <a16:creationId xmlns:a16="http://schemas.microsoft.com/office/drawing/2014/main" id="{D59A39AE-77AE-473F-82D4-0C848485A3B9}"/>
              </a:ext>
            </a:extLst>
          </p:cNvPr>
          <p:cNvSpPr>
            <a:spLocks noGrp="1"/>
          </p:cNvSpPr>
          <p:nvPr/>
        </p:nvSpPr>
        <p:spPr>
          <a:xfrm>
            <a:off x="172265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8" name="F2_precision_recall_distributions_5132">
            <a:extLst>
              <a:ext uri="{FF2B5EF4-FFF2-40B4-BE49-F238E27FC236}">
                <a16:creationId xmlns:a16="http://schemas.microsoft.com/office/drawing/2014/main" id="{CBFA54DB-466B-4EB0-B5A3-D0E8661735F0}"/>
              </a:ext>
            </a:extLst>
          </p:cNvPr>
          <p:cNvSpPr>
            <a:spLocks noGrp="1"/>
          </p:cNvSpPr>
          <p:nvPr/>
        </p:nvSpPr>
        <p:spPr>
          <a:xfrm>
            <a:off x="1938228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19" name="F2_precision_recall_distributions_5133">
            <a:extLst>
              <a:ext uri="{FF2B5EF4-FFF2-40B4-BE49-F238E27FC236}">
                <a16:creationId xmlns:a16="http://schemas.microsoft.com/office/drawing/2014/main" id="{18150216-0BF8-4E23-B1A3-C7E68846C637}"/>
              </a:ext>
            </a:extLst>
          </p:cNvPr>
          <p:cNvSpPr>
            <a:spLocks noGrp="1"/>
          </p:cNvSpPr>
          <p:nvPr/>
        </p:nvSpPr>
        <p:spPr>
          <a:xfrm>
            <a:off x="177521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0" name="F2_precision_recall_distributions_5134">
            <a:extLst>
              <a:ext uri="{FF2B5EF4-FFF2-40B4-BE49-F238E27FC236}">
                <a16:creationId xmlns:a16="http://schemas.microsoft.com/office/drawing/2014/main" id="{9A11A98A-72D1-481A-831A-BBE767BB08D6}"/>
              </a:ext>
            </a:extLst>
          </p:cNvPr>
          <p:cNvSpPr>
            <a:spLocks noGrp="1"/>
          </p:cNvSpPr>
          <p:nvPr/>
        </p:nvSpPr>
        <p:spPr>
          <a:xfrm>
            <a:off x="186726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1" name="F2_precision_recall_distributions_5135">
            <a:extLst>
              <a:ext uri="{FF2B5EF4-FFF2-40B4-BE49-F238E27FC236}">
                <a16:creationId xmlns:a16="http://schemas.microsoft.com/office/drawing/2014/main" id="{24934D8F-DB21-4B1A-802A-D07BF7130423}"/>
              </a:ext>
            </a:extLst>
          </p:cNvPr>
          <p:cNvSpPr>
            <a:spLocks noGrp="1"/>
          </p:cNvSpPr>
          <p:nvPr/>
        </p:nvSpPr>
        <p:spPr>
          <a:xfrm>
            <a:off x="19567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2" name="F2_precision_recall_distributions_5136">
            <a:extLst>
              <a:ext uri="{FF2B5EF4-FFF2-40B4-BE49-F238E27FC236}">
                <a16:creationId xmlns:a16="http://schemas.microsoft.com/office/drawing/2014/main" id="{333717D4-66D3-49BB-A87F-F3567663B167}"/>
              </a:ext>
            </a:extLst>
          </p:cNvPr>
          <p:cNvSpPr>
            <a:spLocks noGrp="1"/>
          </p:cNvSpPr>
          <p:nvPr/>
        </p:nvSpPr>
        <p:spPr>
          <a:xfrm>
            <a:off x="1718064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3" name="F2_precision_recall_distributions_5137">
            <a:extLst>
              <a:ext uri="{FF2B5EF4-FFF2-40B4-BE49-F238E27FC236}">
                <a16:creationId xmlns:a16="http://schemas.microsoft.com/office/drawing/2014/main" id="{3A766F20-9A15-4A5A-9F11-C93B0598C6E2}"/>
              </a:ext>
            </a:extLst>
          </p:cNvPr>
          <p:cNvSpPr>
            <a:spLocks noGrp="1"/>
          </p:cNvSpPr>
          <p:nvPr/>
        </p:nvSpPr>
        <p:spPr>
          <a:xfrm>
            <a:off x="202086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4" name="F2_precision_recall_distributions_5138">
            <a:extLst>
              <a:ext uri="{FF2B5EF4-FFF2-40B4-BE49-F238E27FC236}">
                <a16:creationId xmlns:a16="http://schemas.microsoft.com/office/drawing/2014/main" id="{4A249863-7601-4660-980F-0061D2B0A82F}"/>
              </a:ext>
            </a:extLst>
          </p:cNvPr>
          <p:cNvSpPr>
            <a:spLocks noGrp="1"/>
          </p:cNvSpPr>
          <p:nvPr/>
        </p:nvSpPr>
        <p:spPr>
          <a:xfrm>
            <a:off x="18674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5" name="F2_precision_recall_distributions_5139">
            <a:extLst>
              <a:ext uri="{FF2B5EF4-FFF2-40B4-BE49-F238E27FC236}">
                <a16:creationId xmlns:a16="http://schemas.microsoft.com/office/drawing/2014/main" id="{EF97118E-CA8E-4842-99D4-39C3794BAEFE}"/>
              </a:ext>
            </a:extLst>
          </p:cNvPr>
          <p:cNvSpPr>
            <a:spLocks noGrp="1"/>
          </p:cNvSpPr>
          <p:nvPr/>
        </p:nvSpPr>
        <p:spPr>
          <a:xfrm>
            <a:off x="176735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6" name="F2_precision_recall_distributions_5140">
            <a:extLst>
              <a:ext uri="{FF2B5EF4-FFF2-40B4-BE49-F238E27FC236}">
                <a16:creationId xmlns:a16="http://schemas.microsoft.com/office/drawing/2014/main" id="{3897E8FD-3A08-4E1C-90D9-13DB78D52FAA}"/>
              </a:ext>
            </a:extLst>
          </p:cNvPr>
          <p:cNvSpPr>
            <a:spLocks noGrp="1"/>
          </p:cNvSpPr>
          <p:nvPr/>
        </p:nvSpPr>
        <p:spPr>
          <a:xfrm>
            <a:off x="19821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7" name="F2_precision_recall_distributions_5141">
            <a:extLst>
              <a:ext uri="{FF2B5EF4-FFF2-40B4-BE49-F238E27FC236}">
                <a16:creationId xmlns:a16="http://schemas.microsoft.com/office/drawing/2014/main" id="{98F80771-71C2-4ED0-A6DC-D8E8D1127DCD}"/>
              </a:ext>
            </a:extLst>
          </p:cNvPr>
          <p:cNvSpPr>
            <a:spLocks noGrp="1"/>
          </p:cNvSpPr>
          <p:nvPr/>
        </p:nvSpPr>
        <p:spPr>
          <a:xfrm>
            <a:off x="200477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8" name="F2_precision_recall_distributions_5142">
            <a:extLst>
              <a:ext uri="{FF2B5EF4-FFF2-40B4-BE49-F238E27FC236}">
                <a16:creationId xmlns:a16="http://schemas.microsoft.com/office/drawing/2014/main" id="{0E4D60AA-6BF3-431B-9F87-2986AFC6FA5A}"/>
              </a:ext>
            </a:extLst>
          </p:cNvPr>
          <p:cNvSpPr>
            <a:spLocks noGrp="1"/>
          </p:cNvSpPr>
          <p:nvPr/>
        </p:nvSpPr>
        <p:spPr>
          <a:xfrm>
            <a:off x="1941304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29" name="F2_precision_recall_distributions_5143">
            <a:extLst>
              <a:ext uri="{FF2B5EF4-FFF2-40B4-BE49-F238E27FC236}">
                <a16:creationId xmlns:a16="http://schemas.microsoft.com/office/drawing/2014/main" id="{21DB4739-F6B4-461B-B78F-CD7C95CBF1BB}"/>
              </a:ext>
            </a:extLst>
          </p:cNvPr>
          <p:cNvSpPr>
            <a:spLocks noGrp="1"/>
          </p:cNvSpPr>
          <p:nvPr/>
        </p:nvSpPr>
        <p:spPr>
          <a:xfrm>
            <a:off x="167284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0" name="F2_precision_recall_distributions_5144">
            <a:extLst>
              <a:ext uri="{FF2B5EF4-FFF2-40B4-BE49-F238E27FC236}">
                <a16:creationId xmlns:a16="http://schemas.microsoft.com/office/drawing/2014/main" id="{13A6548E-49EF-4AF8-A60D-DEB71A255A3C}"/>
              </a:ext>
            </a:extLst>
          </p:cNvPr>
          <p:cNvSpPr>
            <a:spLocks noGrp="1"/>
          </p:cNvSpPr>
          <p:nvPr/>
        </p:nvSpPr>
        <p:spPr>
          <a:xfrm>
            <a:off x="169500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1" name="F2_precision_recall_distributions_5145">
            <a:extLst>
              <a:ext uri="{FF2B5EF4-FFF2-40B4-BE49-F238E27FC236}">
                <a16:creationId xmlns:a16="http://schemas.microsoft.com/office/drawing/2014/main" id="{87E9B6AC-2F03-436E-B9CA-1889506D928F}"/>
              </a:ext>
            </a:extLst>
          </p:cNvPr>
          <p:cNvSpPr>
            <a:spLocks noGrp="1"/>
          </p:cNvSpPr>
          <p:nvPr/>
        </p:nvSpPr>
        <p:spPr>
          <a:xfrm>
            <a:off x="175851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2" name="F2_precision_recall_distributions_5146">
            <a:extLst>
              <a:ext uri="{FF2B5EF4-FFF2-40B4-BE49-F238E27FC236}">
                <a16:creationId xmlns:a16="http://schemas.microsoft.com/office/drawing/2014/main" id="{B53C0BDA-D354-47ED-AAE7-26FA59A1BA50}"/>
              </a:ext>
            </a:extLst>
          </p:cNvPr>
          <p:cNvSpPr>
            <a:spLocks noGrp="1"/>
          </p:cNvSpPr>
          <p:nvPr/>
        </p:nvSpPr>
        <p:spPr>
          <a:xfrm>
            <a:off x="176074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3" name="F2_precision_recall_distributions_5147">
            <a:extLst>
              <a:ext uri="{FF2B5EF4-FFF2-40B4-BE49-F238E27FC236}">
                <a16:creationId xmlns:a16="http://schemas.microsoft.com/office/drawing/2014/main" id="{3B882377-000B-4C57-8429-C3EB081062A3}"/>
              </a:ext>
            </a:extLst>
          </p:cNvPr>
          <p:cNvSpPr>
            <a:spLocks noGrp="1"/>
          </p:cNvSpPr>
          <p:nvPr/>
        </p:nvSpPr>
        <p:spPr>
          <a:xfrm>
            <a:off x="1805730" y="4615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4" name="F2_precision_recall_distributions_5148">
            <a:extLst>
              <a:ext uri="{FF2B5EF4-FFF2-40B4-BE49-F238E27FC236}">
                <a16:creationId xmlns:a16="http://schemas.microsoft.com/office/drawing/2014/main" id="{297EF6EC-E820-404E-8739-904BBC524BF7}"/>
              </a:ext>
            </a:extLst>
          </p:cNvPr>
          <p:cNvSpPr>
            <a:spLocks noGrp="1"/>
          </p:cNvSpPr>
          <p:nvPr/>
        </p:nvSpPr>
        <p:spPr>
          <a:xfrm>
            <a:off x="192210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5" name="F2_precision_recall_distributions_5149">
            <a:extLst>
              <a:ext uri="{FF2B5EF4-FFF2-40B4-BE49-F238E27FC236}">
                <a16:creationId xmlns:a16="http://schemas.microsoft.com/office/drawing/2014/main" id="{6C6CD0EF-DD1C-4653-8713-06D46502693F}"/>
              </a:ext>
            </a:extLst>
          </p:cNvPr>
          <p:cNvSpPr>
            <a:spLocks noGrp="1"/>
          </p:cNvSpPr>
          <p:nvPr/>
        </p:nvSpPr>
        <p:spPr>
          <a:xfrm>
            <a:off x="174374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6" name="F2_precision_recall_distributions_5150">
            <a:extLst>
              <a:ext uri="{FF2B5EF4-FFF2-40B4-BE49-F238E27FC236}">
                <a16:creationId xmlns:a16="http://schemas.microsoft.com/office/drawing/2014/main" id="{5A0EDFF5-A813-4267-B1CE-EE44CC1D5078}"/>
              </a:ext>
            </a:extLst>
          </p:cNvPr>
          <p:cNvSpPr>
            <a:spLocks noGrp="1"/>
          </p:cNvSpPr>
          <p:nvPr/>
        </p:nvSpPr>
        <p:spPr>
          <a:xfrm>
            <a:off x="189879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7" name="F2_precision_recall_distributions_5151">
            <a:extLst>
              <a:ext uri="{FF2B5EF4-FFF2-40B4-BE49-F238E27FC236}">
                <a16:creationId xmlns:a16="http://schemas.microsoft.com/office/drawing/2014/main" id="{74EFA387-7DDA-405B-8A48-8AA1A0328252}"/>
              </a:ext>
            </a:extLst>
          </p:cNvPr>
          <p:cNvSpPr>
            <a:spLocks noGrp="1"/>
          </p:cNvSpPr>
          <p:nvPr/>
        </p:nvSpPr>
        <p:spPr>
          <a:xfrm>
            <a:off x="191932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8" name="F2_precision_recall_distributions_5152">
            <a:extLst>
              <a:ext uri="{FF2B5EF4-FFF2-40B4-BE49-F238E27FC236}">
                <a16:creationId xmlns:a16="http://schemas.microsoft.com/office/drawing/2014/main" id="{71B3BD9E-8618-4D70-AAA5-B51E83617BDE}"/>
              </a:ext>
            </a:extLst>
          </p:cNvPr>
          <p:cNvSpPr>
            <a:spLocks noGrp="1"/>
          </p:cNvSpPr>
          <p:nvPr/>
        </p:nvSpPr>
        <p:spPr>
          <a:xfrm>
            <a:off x="176049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39" name="F2_precision_recall_distributions_5153">
            <a:extLst>
              <a:ext uri="{FF2B5EF4-FFF2-40B4-BE49-F238E27FC236}">
                <a16:creationId xmlns:a16="http://schemas.microsoft.com/office/drawing/2014/main" id="{EF7200DF-8624-4133-BAE7-1C4AB329F02D}"/>
              </a:ext>
            </a:extLst>
          </p:cNvPr>
          <p:cNvSpPr>
            <a:spLocks noGrp="1"/>
          </p:cNvSpPr>
          <p:nvPr/>
        </p:nvSpPr>
        <p:spPr>
          <a:xfrm>
            <a:off x="190551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0" name="F2_precision_recall_distributions_5154">
            <a:extLst>
              <a:ext uri="{FF2B5EF4-FFF2-40B4-BE49-F238E27FC236}">
                <a16:creationId xmlns:a16="http://schemas.microsoft.com/office/drawing/2014/main" id="{38824665-4A2C-493D-9136-F22B13976479}"/>
              </a:ext>
            </a:extLst>
          </p:cNvPr>
          <p:cNvSpPr>
            <a:spLocks noGrp="1"/>
          </p:cNvSpPr>
          <p:nvPr/>
        </p:nvSpPr>
        <p:spPr>
          <a:xfrm>
            <a:off x="18321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1" name="F2_precision_recall_distributions_5155">
            <a:extLst>
              <a:ext uri="{FF2B5EF4-FFF2-40B4-BE49-F238E27FC236}">
                <a16:creationId xmlns:a16="http://schemas.microsoft.com/office/drawing/2014/main" id="{B0135998-6A9B-48B4-BA32-7C1482A6FD3D}"/>
              </a:ext>
            </a:extLst>
          </p:cNvPr>
          <p:cNvSpPr>
            <a:spLocks noGrp="1"/>
          </p:cNvSpPr>
          <p:nvPr/>
        </p:nvSpPr>
        <p:spPr>
          <a:xfrm>
            <a:off x="16603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2" name="F2_precision_recall_distributions_5156">
            <a:extLst>
              <a:ext uri="{FF2B5EF4-FFF2-40B4-BE49-F238E27FC236}">
                <a16:creationId xmlns:a16="http://schemas.microsoft.com/office/drawing/2014/main" id="{462B458A-C332-4F97-BFD2-D463125D1410}"/>
              </a:ext>
            </a:extLst>
          </p:cNvPr>
          <p:cNvSpPr>
            <a:spLocks noGrp="1"/>
          </p:cNvSpPr>
          <p:nvPr/>
        </p:nvSpPr>
        <p:spPr>
          <a:xfrm>
            <a:off x="1752508" y="4274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3" name="F2_precision_recall_distributions_5157">
            <a:extLst>
              <a:ext uri="{FF2B5EF4-FFF2-40B4-BE49-F238E27FC236}">
                <a16:creationId xmlns:a16="http://schemas.microsoft.com/office/drawing/2014/main" id="{C98BE748-F8BC-44BB-86E7-FCE5B6EFA3FE}"/>
              </a:ext>
            </a:extLst>
          </p:cNvPr>
          <p:cNvSpPr>
            <a:spLocks noGrp="1"/>
          </p:cNvSpPr>
          <p:nvPr/>
        </p:nvSpPr>
        <p:spPr>
          <a:xfrm>
            <a:off x="1790551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4" name="F2_precision_recall_distributions_5158">
            <a:extLst>
              <a:ext uri="{FF2B5EF4-FFF2-40B4-BE49-F238E27FC236}">
                <a16:creationId xmlns:a16="http://schemas.microsoft.com/office/drawing/2014/main" id="{15630EC4-741D-4445-945D-1920324A4FF5}"/>
              </a:ext>
            </a:extLst>
          </p:cNvPr>
          <p:cNvSpPr>
            <a:spLocks noGrp="1"/>
          </p:cNvSpPr>
          <p:nvPr/>
        </p:nvSpPr>
        <p:spPr>
          <a:xfrm>
            <a:off x="19200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5" name="F2_precision_recall_distributions_5159">
            <a:extLst>
              <a:ext uri="{FF2B5EF4-FFF2-40B4-BE49-F238E27FC236}">
                <a16:creationId xmlns:a16="http://schemas.microsoft.com/office/drawing/2014/main" id="{EAD47B05-42EF-4A86-912D-2E611293784C}"/>
              </a:ext>
            </a:extLst>
          </p:cNvPr>
          <p:cNvSpPr>
            <a:spLocks noGrp="1"/>
          </p:cNvSpPr>
          <p:nvPr/>
        </p:nvSpPr>
        <p:spPr>
          <a:xfrm>
            <a:off x="201949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6" name="F2_precision_recall_distributions_5160">
            <a:extLst>
              <a:ext uri="{FF2B5EF4-FFF2-40B4-BE49-F238E27FC236}">
                <a16:creationId xmlns:a16="http://schemas.microsoft.com/office/drawing/2014/main" id="{BC9300B8-FED9-47FB-8F4A-193D3E858451}"/>
              </a:ext>
            </a:extLst>
          </p:cNvPr>
          <p:cNvSpPr>
            <a:spLocks noGrp="1"/>
          </p:cNvSpPr>
          <p:nvPr/>
        </p:nvSpPr>
        <p:spPr>
          <a:xfrm>
            <a:off x="176148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7" name="F2_precision_recall_distributions_5161">
            <a:extLst>
              <a:ext uri="{FF2B5EF4-FFF2-40B4-BE49-F238E27FC236}">
                <a16:creationId xmlns:a16="http://schemas.microsoft.com/office/drawing/2014/main" id="{796BD750-0A98-4574-A117-1F41FFC2602D}"/>
              </a:ext>
            </a:extLst>
          </p:cNvPr>
          <p:cNvSpPr>
            <a:spLocks noGrp="1"/>
          </p:cNvSpPr>
          <p:nvPr/>
        </p:nvSpPr>
        <p:spPr>
          <a:xfrm>
            <a:off x="1932026" y="426134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8" name="F2_precision_recall_distributions_5162">
            <a:extLst>
              <a:ext uri="{FF2B5EF4-FFF2-40B4-BE49-F238E27FC236}">
                <a16:creationId xmlns:a16="http://schemas.microsoft.com/office/drawing/2014/main" id="{57A66786-5214-4241-8452-53C68002C62C}"/>
              </a:ext>
            </a:extLst>
          </p:cNvPr>
          <p:cNvSpPr>
            <a:spLocks noGrp="1"/>
          </p:cNvSpPr>
          <p:nvPr/>
        </p:nvSpPr>
        <p:spPr>
          <a:xfrm>
            <a:off x="191677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49" name="F2_precision_recall_distributions_5163">
            <a:extLst>
              <a:ext uri="{FF2B5EF4-FFF2-40B4-BE49-F238E27FC236}">
                <a16:creationId xmlns:a16="http://schemas.microsoft.com/office/drawing/2014/main" id="{FC25CF4B-4A13-4CEC-9EDB-16E9C9F45852}"/>
              </a:ext>
            </a:extLst>
          </p:cNvPr>
          <p:cNvSpPr>
            <a:spLocks noGrp="1"/>
          </p:cNvSpPr>
          <p:nvPr/>
        </p:nvSpPr>
        <p:spPr>
          <a:xfrm>
            <a:off x="199720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0" name="F2_precision_recall_distributions_5164">
            <a:extLst>
              <a:ext uri="{FF2B5EF4-FFF2-40B4-BE49-F238E27FC236}">
                <a16:creationId xmlns:a16="http://schemas.microsoft.com/office/drawing/2014/main" id="{80414602-34CA-4ECD-B3D6-7BB1AD8BA4FC}"/>
              </a:ext>
            </a:extLst>
          </p:cNvPr>
          <p:cNvSpPr>
            <a:spLocks noGrp="1"/>
          </p:cNvSpPr>
          <p:nvPr/>
        </p:nvSpPr>
        <p:spPr>
          <a:xfrm>
            <a:off x="1922541" y="44951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1" name="F2_precision_recall_distributions_5165">
            <a:extLst>
              <a:ext uri="{FF2B5EF4-FFF2-40B4-BE49-F238E27FC236}">
                <a16:creationId xmlns:a16="http://schemas.microsoft.com/office/drawing/2014/main" id="{0361D10D-B8D8-4951-9698-63AE4029174A}"/>
              </a:ext>
            </a:extLst>
          </p:cNvPr>
          <p:cNvSpPr>
            <a:spLocks noGrp="1"/>
          </p:cNvSpPr>
          <p:nvPr/>
        </p:nvSpPr>
        <p:spPr>
          <a:xfrm>
            <a:off x="1857653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2" name="F2_precision_recall_distributions_5166">
            <a:extLst>
              <a:ext uri="{FF2B5EF4-FFF2-40B4-BE49-F238E27FC236}">
                <a16:creationId xmlns:a16="http://schemas.microsoft.com/office/drawing/2014/main" id="{4C99DFB0-AB98-48AD-B804-30B769181DE1}"/>
              </a:ext>
            </a:extLst>
          </p:cNvPr>
          <p:cNvSpPr>
            <a:spLocks noGrp="1"/>
          </p:cNvSpPr>
          <p:nvPr/>
        </p:nvSpPr>
        <p:spPr>
          <a:xfrm>
            <a:off x="181195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3" name="F2_precision_recall_distributions_5167">
            <a:extLst>
              <a:ext uri="{FF2B5EF4-FFF2-40B4-BE49-F238E27FC236}">
                <a16:creationId xmlns:a16="http://schemas.microsoft.com/office/drawing/2014/main" id="{4C20EA06-2580-48E7-87EB-8502939CEBC0}"/>
              </a:ext>
            </a:extLst>
          </p:cNvPr>
          <p:cNvSpPr>
            <a:spLocks noGrp="1"/>
          </p:cNvSpPr>
          <p:nvPr/>
        </p:nvSpPr>
        <p:spPr>
          <a:xfrm>
            <a:off x="17504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4" name="F2_precision_recall_distributions_5168">
            <a:extLst>
              <a:ext uri="{FF2B5EF4-FFF2-40B4-BE49-F238E27FC236}">
                <a16:creationId xmlns:a16="http://schemas.microsoft.com/office/drawing/2014/main" id="{8AB21E21-D0EB-40AC-A650-8F6AED406F44}"/>
              </a:ext>
            </a:extLst>
          </p:cNvPr>
          <p:cNvSpPr>
            <a:spLocks noGrp="1"/>
          </p:cNvSpPr>
          <p:nvPr/>
        </p:nvSpPr>
        <p:spPr>
          <a:xfrm>
            <a:off x="168590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5" name="F2_precision_recall_distributions_5169">
            <a:extLst>
              <a:ext uri="{FF2B5EF4-FFF2-40B4-BE49-F238E27FC236}">
                <a16:creationId xmlns:a16="http://schemas.microsoft.com/office/drawing/2014/main" id="{2AC70767-5B0A-4C27-B001-AE779E8D4FD7}"/>
              </a:ext>
            </a:extLst>
          </p:cNvPr>
          <p:cNvSpPr>
            <a:spLocks noGrp="1"/>
          </p:cNvSpPr>
          <p:nvPr/>
        </p:nvSpPr>
        <p:spPr>
          <a:xfrm>
            <a:off x="195253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6" name="F2_precision_recall_distributions_5170">
            <a:extLst>
              <a:ext uri="{FF2B5EF4-FFF2-40B4-BE49-F238E27FC236}">
                <a16:creationId xmlns:a16="http://schemas.microsoft.com/office/drawing/2014/main" id="{3497E6C6-A1EF-404D-AAE7-C54E87AE1C7D}"/>
              </a:ext>
            </a:extLst>
          </p:cNvPr>
          <p:cNvSpPr>
            <a:spLocks noGrp="1"/>
          </p:cNvSpPr>
          <p:nvPr/>
        </p:nvSpPr>
        <p:spPr>
          <a:xfrm>
            <a:off x="198006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7" name="F2_precision_recall_distributions_5171">
            <a:extLst>
              <a:ext uri="{FF2B5EF4-FFF2-40B4-BE49-F238E27FC236}">
                <a16:creationId xmlns:a16="http://schemas.microsoft.com/office/drawing/2014/main" id="{9F9719DB-40DC-46E7-8D00-EF92818DD05F}"/>
              </a:ext>
            </a:extLst>
          </p:cNvPr>
          <p:cNvSpPr>
            <a:spLocks noGrp="1"/>
          </p:cNvSpPr>
          <p:nvPr/>
        </p:nvSpPr>
        <p:spPr>
          <a:xfrm>
            <a:off x="173570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8" name="F2_precision_recall_distributions_5172">
            <a:extLst>
              <a:ext uri="{FF2B5EF4-FFF2-40B4-BE49-F238E27FC236}">
                <a16:creationId xmlns:a16="http://schemas.microsoft.com/office/drawing/2014/main" id="{D26C5C40-6241-4DE0-8043-96DF9CF3F15C}"/>
              </a:ext>
            </a:extLst>
          </p:cNvPr>
          <p:cNvSpPr>
            <a:spLocks noGrp="1"/>
          </p:cNvSpPr>
          <p:nvPr/>
        </p:nvSpPr>
        <p:spPr>
          <a:xfrm>
            <a:off x="18173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59" name="F2_precision_recall_distributions_5173">
            <a:extLst>
              <a:ext uri="{FF2B5EF4-FFF2-40B4-BE49-F238E27FC236}">
                <a16:creationId xmlns:a16="http://schemas.microsoft.com/office/drawing/2014/main" id="{EC1FA1AC-6F28-41DD-8AC3-C6935B1EF1E4}"/>
              </a:ext>
            </a:extLst>
          </p:cNvPr>
          <p:cNvSpPr>
            <a:spLocks noGrp="1"/>
          </p:cNvSpPr>
          <p:nvPr/>
        </p:nvSpPr>
        <p:spPr>
          <a:xfrm>
            <a:off x="1940740" y="45330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0" name="F2_precision_recall_distributions_5174">
            <a:extLst>
              <a:ext uri="{FF2B5EF4-FFF2-40B4-BE49-F238E27FC236}">
                <a16:creationId xmlns:a16="http://schemas.microsoft.com/office/drawing/2014/main" id="{8D0064AD-01B8-4B2D-A712-2D90DE821678}"/>
              </a:ext>
            </a:extLst>
          </p:cNvPr>
          <p:cNvSpPr>
            <a:spLocks noGrp="1"/>
          </p:cNvSpPr>
          <p:nvPr/>
        </p:nvSpPr>
        <p:spPr>
          <a:xfrm>
            <a:off x="17928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1" name="F2_precision_recall_distributions_5175">
            <a:extLst>
              <a:ext uri="{FF2B5EF4-FFF2-40B4-BE49-F238E27FC236}">
                <a16:creationId xmlns:a16="http://schemas.microsoft.com/office/drawing/2014/main" id="{2B3319BA-EAD2-4D92-86C0-1C1099214F0F}"/>
              </a:ext>
            </a:extLst>
          </p:cNvPr>
          <p:cNvSpPr>
            <a:spLocks noGrp="1"/>
          </p:cNvSpPr>
          <p:nvPr/>
        </p:nvSpPr>
        <p:spPr>
          <a:xfrm>
            <a:off x="197679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2" name="F2_precision_recall_distributions_5176">
            <a:extLst>
              <a:ext uri="{FF2B5EF4-FFF2-40B4-BE49-F238E27FC236}">
                <a16:creationId xmlns:a16="http://schemas.microsoft.com/office/drawing/2014/main" id="{3D1F062B-8D02-41D9-A62A-55AA08A52917}"/>
              </a:ext>
            </a:extLst>
          </p:cNvPr>
          <p:cNvSpPr>
            <a:spLocks noGrp="1"/>
          </p:cNvSpPr>
          <p:nvPr/>
        </p:nvSpPr>
        <p:spPr>
          <a:xfrm>
            <a:off x="17446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3" name="F2_precision_recall_distributions_5177">
            <a:extLst>
              <a:ext uri="{FF2B5EF4-FFF2-40B4-BE49-F238E27FC236}">
                <a16:creationId xmlns:a16="http://schemas.microsoft.com/office/drawing/2014/main" id="{AB9D0D6C-8A66-48F9-B175-989DBA6B9BAE}"/>
              </a:ext>
            </a:extLst>
          </p:cNvPr>
          <p:cNvSpPr>
            <a:spLocks noGrp="1"/>
          </p:cNvSpPr>
          <p:nvPr/>
        </p:nvSpPr>
        <p:spPr>
          <a:xfrm>
            <a:off x="170939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4" name="F2_precision_recall_distributions_5178">
            <a:extLst>
              <a:ext uri="{FF2B5EF4-FFF2-40B4-BE49-F238E27FC236}">
                <a16:creationId xmlns:a16="http://schemas.microsoft.com/office/drawing/2014/main" id="{E434043A-7983-4F9D-95A4-71F1EAEA0616}"/>
              </a:ext>
            </a:extLst>
          </p:cNvPr>
          <p:cNvSpPr>
            <a:spLocks noGrp="1"/>
          </p:cNvSpPr>
          <p:nvPr/>
        </p:nvSpPr>
        <p:spPr>
          <a:xfrm>
            <a:off x="1920661" y="44275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5" name="F2_precision_recall_distributions_5179">
            <a:extLst>
              <a:ext uri="{FF2B5EF4-FFF2-40B4-BE49-F238E27FC236}">
                <a16:creationId xmlns:a16="http://schemas.microsoft.com/office/drawing/2014/main" id="{AEA34FDD-8AB1-489B-AF18-82218B230281}"/>
              </a:ext>
            </a:extLst>
          </p:cNvPr>
          <p:cNvSpPr>
            <a:spLocks noGrp="1"/>
          </p:cNvSpPr>
          <p:nvPr/>
        </p:nvSpPr>
        <p:spPr>
          <a:xfrm>
            <a:off x="185226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6" name="F2_precision_recall_distributions_5180">
            <a:extLst>
              <a:ext uri="{FF2B5EF4-FFF2-40B4-BE49-F238E27FC236}">
                <a16:creationId xmlns:a16="http://schemas.microsoft.com/office/drawing/2014/main" id="{303A7A3D-EE85-49A4-8E9C-6CCDFE801326}"/>
              </a:ext>
            </a:extLst>
          </p:cNvPr>
          <p:cNvSpPr>
            <a:spLocks noGrp="1"/>
          </p:cNvSpPr>
          <p:nvPr/>
        </p:nvSpPr>
        <p:spPr>
          <a:xfrm>
            <a:off x="1692433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7" name="F2_precision_recall_distributions_5181">
            <a:extLst>
              <a:ext uri="{FF2B5EF4-FFF2-40B4-BE49-F238E27FC236}">
                <a16:creationId xmlns:a16="http://schemas.microsoft.com/office/drawing/2014/main" id="{8EC64D5B-A248-4195-87F5-71A7DB499E94}"/>
              </a:ext>
            </a:extLst>
          </p:cNvPr>
          <p:cNvSpPr>
            <a:spLocks noGrp="1"/>
          </p:cNvSpPr>
          <p:nvPr/>
        </p:nvSpPr>
        <p:spPr>
          <a:xfrm>
            <a:off x="16824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8" name="F2_precision_recall_distributions_5182">
            <a:extLst>
              <a:ext uri="{FF2B5EF4-FFF2-40B4-BE49-F238E27FC236}">
                <a16:creationId xmlns:a16="http://schemas.microsoft.com/office/drawing/2014/main" id="{FCC62F37-0A0E-42F3-875F-53993A6CD873}"/>
              </a:ext>
            </a:extLst>
          </p:cNvPr>
          <p:cNvSpPr>
            <a:spLocks noGrp="1"/>
          </p:cNvSpPr>
          <p:nvPr/>
        </p:nvSpPr>
        <p:spPr>
          <a:xfrm>
            <a:off x="194133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69" name="F2_precision_recall_distributions_5183">
            <a:extLst>
              <a:ext uri="{FF2B5EF4-FFF2-40B4-BE49-F238E27FC236}">
                <a16:creationId xmlns:a16="http://schemas.microsoft.com/office/drawing/2014/main" id="{8680E44B-24DC-47E2-BA3A-48B00AEBCBA3}"/>
              </a:ext>
            </a:extLst>
          </p:cNvPr>
          <p:cNvSpPr>
            <a:spLocks noGrp="1"/>
          </p:cNvSpPr>
          <p:nvPr/>
        </p:nvSpPr>
        <p:spPr>
          <a:xfrm>
            <a:off x="186417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0" name="F2_precision_recall_distributions_5184">
            <a:extLst>
              <a:ext uri="{FF2B5EF4-FFF2-40B4-BE49-F238E27FC236}">
                <a16:creationId xmlns:a16="http://schemas.microsoft.com/office/drawing/2014/main" id="{1B96DA7E-65C4-4E0B-9084-90C259336C2F}"/>
              </a:ext>
            </a:extLst>
          </p:cNvPr>
          <p:cNvSpPr>
            <a:spLocks noGrp="1"/>
          </p:cNvSpPr>
          <p:nvPr/>
        </p:nvSpPr>
        <p:spPr>
          <a:xfrm>
            <a:off x="188917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1" name="F2_precision_recall_distributions_5185">
            <a:extLst>
              <a:ext uri="{FF2B5EF4-FFF2-40B4-BE49-F238E27FC236}">
                <a16:creationId xmlns:a16="http://schemas.microsoft.com/office/drawing/2014/main" id="{C3861D1F-7AC0-4BAC-AADC-9BDBB87485E7}"/>
              </a:ext>
            </a:extLst>
          </p:cNvPr>
          <p:cNvSpPr>
            <a:spLocks noGrp="1"/>
          </p:cNvSpPr>
          <p:nvPr/>
        </p:nvSpPr>
        <p:spPr>
          <a:xfrm>
            <a:off x="172007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2" name="F2_precision_recall_distributions_5186">
            <a:extLst>
              <a:ext uri="{FF2B5EF4-FFF2-40B4-BE49-F238E27FC236}">
                <a16:creationId xmlns:a16="http://schemas.microsoft.com/office/drawing/2014/main" id="{3F4E302E-52AE-4207-9CC2-7B0F6532FDC5}"/>
              </a:ext>
            </a:extLst>
          </p:cNvPr>
          <p:cNvSpPr>
            <a:spLocks noGrp="1"/>
          </p:cNvSpPr>
          <p:nvPr/>
        </p:nvSpPr>
        <p:spPr>
          <a:xfrm>
            <a:off x="200401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3" name="F2_precision_recall_distributions_5187">
            <a:extLst>
              <a:ext uri="{FF2B5EF4-FFF2-40B4-BE49-F238E27FC236}">
                <a16:creationId xmlns:a16="http://schemas.microsoft.com/office/drawing/2014/main" id="{7B13590C-624C-46D1-A2B9-E13466B75E67}"/>
              </a:ext>
            </a:extLst>
          </p:cNvPr>
          <p:cNvSpPr>
            <a:spLocks noGrp="1"/>
          </p:cNvSpPr>
          <p:nvPr/>
        </p:nvSpPr>
        <p:spPr>
          <a:xfrm>
            <a:off x="171017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4" name="F2_precision_recall_distributions_5188">
            <a:extLst>
              <a:ext uri="{FF2B5EF4-FFF2-40B4-BE49-F238E27FC236}">
                <a16:creationId xmlns:a16="http://schemas.microsoft.com/office/drawing/2014/main" id="{E404DAD2-C07E-4205-8C8A-D4908A515C2B}"/>
              </a:ext>
            </a:extLst>
          </p:cNvPr>
          <p:cNvSpPr>
            <a:spLocks noGrp="1"/>
          </p:cNvSpPr>
          <p:nvPr/>
        </p:nvSpPr>
        <p:spPr>
          <a:xfrm>
            <a:off x="167883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5" name="F2_precision_recall_distributions_5189">
            <a:extLst>
              <a:ext uri="{FF2B5EF4-FFF2-40B4-BE49-F238E27FC236}">
                <a16:creationId xmlns:a16="http://schemas.microsoft.com/office/drawing/2014/main" id="{C4685DFC-6640-491A-B61D-A6466B137E3B}"/>
              </a:ext>
            </a:extLst>
          </p:cNvPr>
          <p:cNvSpPr>
            <a:spLocks noGrp="1"/>
          </p:cNvSpPr>
          <p:nvPr/>
        </p:nvSpPr>
        <p:spPr>
          <a:xfrm>
            <a:off x="202124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6" name="F2_precision_recall_distributions_5190">
            <a:extLst>
              <a:ext uri="{FF2B5EF4-FFF2-40B4-BE49-F238E27FC236}">
                <a16:creationId xmlns:a16="http://schemas.microsoft.com/office/drawing/2014/main" id="{A24E6AE3-EA9D-41ED-A02B-E8570A7E438F}"/>
              </a:ext>
            </a:extLst>
          </p:cNvPr>
          <p:cNvSpPr>
            <a:spLocks noGrp="1"/>
          </p:cNvSpPr>
          <p:nvPr/>
        </p:nvSpPr>
        <p:spPr>
          <a:xfrm>
            <a:off x="18389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7" name="F2_precision_recall_distributions_5191">
            <a:extLst>
              <a:ext uri="{FF2B5EF4-FFF2-40B4-BE49-F238E27FC236}">
                <a16:creationId xmlns:a16="http://schemas.microsoft.com/office/drawing/2014/main" id="{BE7779F4-9110-4BD1-8CFB-E8D7CE17AA99}"/>
              </a:ext>
            </a:extLst>
          </p:cNvPr>
          <p:cNvSpPr>
            <a:spLocks noGrp="1"/>
          </p:cNvSpPr>
          <p:nvPr/>
        </p:nvSpPr>
        <p:spPr>
          <a:xfrm>
            <a:off x="1821918" y="446138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8" name="F2_precision_recall_distributions_5192">
            <a:extLst>
              <a:ext uri="{FF2B5EF4-FFF2-40B4-BE49-F238E27FC236}">
                <a16:creationId xmlns:a16="http://schemas.microsoft.com/office/drawing/2014/main" id="{6AFA67CD-FAD5-4403-B2A3-0C5EF98F0838}"/>
              </a:ext>
            </a:extLst>
          </p:cNvPr>
          <p:cNvSpPr>
            <a:spLocks noGrp="1"/>
          </p:cNvSpPr>
          <p:nvPr/>
        </p:nvSpPr>
        <p:spPr>
          <a:xfrm>
            <a:off x="181594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79" name="F2_precision_recall_distributions_5193">
            <a:extLst>
              <a:ext uri="{FF2B5EF4-FFF2-40B4-BE49-F238E27FC236}">
                <a16:creationId xmlns:a16="http://schemas.microsoft.com/office/drawing/2014/main" id="{33766695-56B0-4E65-BF20-19893D2B0B21}"/>
              </a:ext>
            </a:extLst>
          </p:cNvPr>
          <p:cNvSpPr>
            <a:spLocks noGrp="1"/>
          </p:cNvSpPr>
          <p:nvPr/>
        </p:nvSpPr>
        <p:spPr>
          <a:xfrm>
            <a:off x="18032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0" name="F2_precision_recall_distributions_5194">
            <a:extLst>
              <a:ext uri="{FF2B5EF4-FFF2-40B4-BE49-F238E27FC236}">
                <a16:creationId xmlns:a16="http://schemas.microsoft.com/office/drawing/2014/main" id="{2C2ACB0F-A627-42F4-BD87-BD80622C8CE8}"/>
              </a:ext>
            </a:extLst>
          </p:cNvPr>
          <p:cNvSpPr>
            <a:spLocks noGrp="1"/>
          </p:cNvSpPr>
          <p:nvPr/>
        </p:nvSpPr>
        <p:spPr>
          <a:xfrm>
            <a:off x="178405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1" name="F2_precision_recall_distributions_5195">
            <a:extLst>
              <a:ext uri="{FF2B5EF4-FFF2-40B4-BE49-F238E27FC236}">
                <a16:creationId xmlns:a16="http://schemas.microsoft.com/office/drawing/2014/main" id="{2A902653-CDEC-4D88-8328-5F776ED48AA9}"/>
              </a:ext>
            </a:extLst>
          </p:cNvPr>
          <p:cNvSpPr>
            <a:spLocks noGrp="1"/>
          </p:cNvSpPr>
          <p:nvPr/>
        </p:nvSpPr>
        <p:spPr>
          <a:xfrm>
            <a:off x="188690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2" name="F2_precision_recall_distributions_5196">
            <a:extLst>
              <a:ext uri="{FF2B5EF4-FFF2-40B4-BE49-F238E27FC236}">
                <a16:creationId xmlns:a16="http://schemas.microsoft.com/office/drawing/2014/main" id="{661B8A60-8A2F-4BC7-A099-D86AB6A50C19}"/>
              </a:ext>
            </a:extLst>
          </p:cNvPr>
          <p:cNvSpPr>
            <a:spLocks noGrp="1"/>
          </p:cNvSpPr>
          <p:nvPr/>
        </p:nvSpPr>
        <p:spPr>
          <a:xfrm>
            <a:off x="2021799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3" name="F2_precision_recall_distributions_5197">
            <a:extLst>
              <a:ext uri="{FF2B5EF4-FFF2-40B4-BE49-F238E27FC236}">
                <a16:creationId xmlns:a16="http://schemas.microsoft.com/office/drawing/2014/main" id="{C6D901FF-C964-408C-B0B0-E52A5A48D3BB}"/>
              </a:ext>
            </a:extLst>
          </p:cNvPr>
          <p:cNvSpPr>
            <a:spLocks noGrp="1"/>
          </p:cNvSpPr>
          <p:nvPr/>
        </p:nvSpPr>
        <p:spPr>
          <a:xfrm>
            <a:off x="181658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4" name="F2_precision_recall_distributions_5198">
            <a:extLst>
              <a:ext uri="{FF2B5EF4-FFF2-40B4-BE49-F238E27FC236}">
                <a16:creationId xmlns:a16="http://schemas.microsoft.com/office/drawing/2014/main" id="{C4D40053-D47C-4384-AB14-959CB1F104FF}"/>
              </a:ext>
            </a:extLst>
          </p:cNvPr>
          <p:cNvSpPr>
            <a:spLocks noGrp="1"/>
          </p:cNvSpPr>
          <p:nvPr/>
        </p:nvSpPr>
        <p:spPr>
          <a:xfrm>
            <a:off x="178416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5" name="F2_precision_recall_distributions_5199">
            <a:extLst>
              <a:ext uri="{FF2B5EF4-FFF2-40B4-BE49-F238E27FC236}">
                <a16:creationId xmlns:a16="http://schemas.microsoft.com/office/drawing/2014/main" id="{B732167A-5B9C-41B6-AA6A-36D6FDB3E76A}"/>
              </a:ext>
            </a:extLst>
          </p:cNvPr>
          <p:cNvSpPr>
            <a:spLocks noGrp="1"/>
          </p:cNvSpPr>
          <p:nvPr/>
        </p:nvSpPr>
        <p:spPr>
          <a:xfrm>
            <a:off x="1827087" y="47014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6" name="F2_precision_recall_distributions_5200">
            <a:extLst>
              <a:ext uri="{FF2B5EF4-FFF2-40B4-BE49-F238E27FC236}">
                <a16:creationId xmlns:a16="http://schemas.microsoft.com/office/drawing/2014/main" id="{DDADDB78-3333-4C6C-B077-3DE53A610E63}"/>
              </a:ext>
            </a:extLst>
          </p:cNvPr>
          <p:cNvSpPr>
            <a:spLocks noGrp="1"/>
          </p:cNvSpPr>
          <p:nvPr/>
        </p:nvSpPr>
        <p:spPr>
          <a:xfrm>
            <a:off x="1845717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7" name="F2_precision_recall_distributions_5201">
            <a:extLst>
              <a:ext uri="{FF2B5EF4-FFF2-40B4-BE49-F238E27FC236}">
                <a16:creationId xmlns:a16="http://schemas.microsoft.com/office/drawing/2014/main" id="{364D6CCD-7EAC-464B-8AD5-A847DD7280C5}"/>
              </a:ext>
            </a:extLst>
          </p:cNvPr>
          <p:cNvSpPr>
            <a:spLocks noGrp="1"/>
          </p:cNvSpPr>
          <p:nvPr/>
        </p:nvSpPr>
        <p:spPr>
          <a:xfrm>
            <a:off x="17323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8" name="F2_precision_recall_distributions_5202">
            <a:extLst>
              <a:ext uri="{FF2B5EF4-FFF2-40B4-BE49-F238E27FC236}">
                <a16:creationId xmlns:a16="http://schemas.microsoft.com/office/drawing/2014/main" id="{F2201B94-A908-4E79-9D33-E7EA40514218}"/>
              </a:ext>
            </a:extLst>
          </p:cNvPr>
          <p:cNvSpPr>
            <a:spLocks noGrp="1"/>
          </p:cNvSpPr>
          <p:nvPr/>
        </p:nvSpPr>
        <p:spPr>
          <a:xfrm>
            <a:off x="17860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89" name="F2_precision_recall_distributions_5203">
            <a:extLst>
              <a:ext uri="{FF2B5EF4-FFF2-40B4-BE49-F238E27FC236}">
                <a16:creationId xmlns:a16="http://schemas.microsoft.com/office/drawing/2014/main" id="{30695508-E8FA-4298-A3CB-B2A039E3F41B}"/>
              </a:ext>
            </a:extLst>
          </p:cNvPr>
          <p:cNvSpPr>
            <a:spLocks noGrp="1"/>
          </p:cNvSpPr>
          <p:nvPr/>
        </p:nvSpPr>
        <p:spPr>
          <a:xfrm>
            <a:off x="1727217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0" name="F2_precision_recall_distributions_5204">
            <a:extLst>
              <a:ext uri="{FF2B5EF4-FFF2-40B4-BE49-F238E27FC236}">
                <a16:creationId xmlns:a16="http://schemas.microsoft.com/office/drawing/2014/main" id="{ACFA4B76-F8F4-4926-9B65-58BCF7809701}"/>
              </a:ext>
            </a:extLst>
          </p:cNvPr>
          <p:cNvSpPr>
            <a:spLocks noGrp="1"/>
          </p:cNvSpPr>
          <p:nvPr/>
        </p:nvSpPr>
        <p:spPr>
          <a:xfrm>
            <a:off x="192472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1" name="F2_precision_recall_distributions_5205">
            <a:extLst>
              <a:ext uri="{FF2B5EF4-FFF2-40B4-BE49-F238E27FC236}">
                <a16:creationId xmlns:a16="http://schemas.microsoft.com/office/drawing/2014/main" id="{0537F62F-A990-4B76-AE2F-F806A4C48D16}"/>
              </a:ext>
            </a:extLst>
          </p:cNvPr>
          <p:cNvSpPr>
            <a:spLocks noGrp="1"/>
          </p:cNvSpPr>
          <p:nvPr/>
        </p:nvSpPr>
        <p:spPr>
          <a:xfrm>
            <a:off x="1697888" y="42951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2" name="F2_precision_recall_distributions_5206">
            <a:extLst>
              <a:ext uri="{FF2B5EF4-FFF2-40B4-BE49-F238E27FC236}">
                <a16:creationId xmlns:a16="http://schemas.microsoft.com/office/drawing/2014/main" id="{CD042341-5481-466F-BCE6-B0F10A0194CE}"/>
              </a:ext>
            </a:extLst>
          </p:cNvPr>
          <p:cNvSpPr>
            <a:spLocks noGrp="1"/>
          </p:cNvSpPr>
          <p:nvPr/>
        </p:nvSpPr>
        <p:spPr>
          <a:xfrm>
            <a:off x="1863026" y="44532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3" name="F2_precision_recall_distributions_5207">
            <a:extLst>
              <a:ext uri="{FF2B5EF4-FFF2-40B4-BE49-F238E27FC236}">
                <a16:creationId xmlns:a16="http://schemas.microsoft.com/office/drawing/2014/main" id="{DE980029-8F04-4CC6-A04C-3C01390CE960}"/>
              </a:ext>
            </a:extLst>
          </p:cNvPr>
          <p:cNvSpPr>
            <a:spLocks noGrp="1"/>
          </p:cNvSpPr>
          <p:nvPr/>
        </p:nvSpPr>
        <p:spPr>
          <a:xfrm>
            <a:off x="201208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4" name="F2_precision_recall_distributions_5208">
            <a:extLst>
              <a:ext uri="{FF2B5EF4-FFF2-40B4-BE49-F238E27FC236}">
                <a16:creationId xmlns:a16="http://schemas.microsoft.com/office/drawing/2014/main" id="{93EB4431-B9E5-4474-BB89-4B0EB0DF0CCD}"/>
              </a:ext>
            </a:extLst>
          </p:cNvPr>
          <p:cNvSpPr>
            <a:spLocks noGrp="1"/>
          </p:cNvSpPr>
          <p:nvPr/>
        </p:nvSpPr>
        <p:spPr>
          <a:xfrm>
            <a:off x="190332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5" name="F2_precision_recall_distributions_5209">
            <a:extLst>
              <a:ext uri="{FF2B5EF4-FFF2-40B4-BE49-F238E27FC236}">
                <a16:creationId xmlns:a16="http://schemas.microsoft.com/office/drawing/2014/main" id="{B3343A7D-62FD-4667-91B9-75DA79D510E1}"/>
              </a:ext>
            </a:extLst>
          </p:cNvPr>
          <p:cNvSpPr>
            <a:spLocks noGrp="1"/>
          </p:cNvSpPr>
          <p:nvPr/>
        </p:nvSpPr>
        <p:spPr>
          <a:xfrm>
            <a:off x="200227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6" name="F2_precision_recall_distributions_5210">
            <a:extLst>
              <a:ext uri="{FF2B5EF4-FFF2-40B4-BE49-F238E27FC236}">
                <a16:creationId xmlns:a16="http://schemas.microsoft.com/office/drawing/2014/main" id="{79A361F6-A195-4AE1-A89F-60B3B8D33317}"/>
              </a:ext>
            </a:extLst>
          </p:cNvPr>
          <p:cNvSpPr>
            <a:spLocks noGrp="1"/>
          </p:cNvSpPr>
          <p:nvPr/>
        </p:nvSpPr>
        <p:spPr>
          <a:xfrm>
            <a:off x="1958110" y="45385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7" name="F2_precision_recall_distributions_5211">
            <a:extLst>
              <a:ext uri="{FF2B5EF4-FFF2-40B4-BE49-F238E27FC236}">
                <a16:creationId xmlns:a16="http://schemas.microsoft.com/office/drawing/2014/main" id="{5EF37FD4-435B-4FFF-89AF-2EBADA39C183}"/>
              </a:ext>
            </a:extLst>
          </p:cNvPr>
          <p:cNvSpPr>
            <a:spLocks noGrp="1"/>
          </p:cNvSpPr>
          <p:nvPr/>
        </p:nvSpPr>
        <p:spPr>
          <a:xfrm>
            <a:off x="192774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8" name="F2_precision_recall_distributions_5212">
            <a:extLst>
              <a:ext uri="{FF2B5EF4-FFF2-40B4-BE49-F238E27FC236}">
                <a16:creationId xmlns:a16="http://schemas.microsoft.com/office/drawing/2014/main" id="{F87B45BC-38A6-4757-903F-E1B62AB16F9E}"/>
              </a:ext>
            </a:extLst>
          </p:cNvPr>
          <p:cNvSpPr>
            <a:spLocks noGrp="1"/>
          </p:cNvSpPr>
          <p:nvPr/>
        </p:nvSpPr>
        <p:spPr>
          <a:xfrm>
            <a:off x="1747813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399" name="F2_precision_recall_distributions_5213">
            <a:extLst>
              <a:ext uri="{FF2B5EF4-FFF2-40B4-BE49-F238E27FC236}">
                <a16:creationId xmlns:a16="http://schemas.microsoft.com/office/drawing/2014/main" id="{0AB57286-19BF-4063-95CC-91D4A7170FAE}"/>
              </a:ext>
            </a:extLst>
          </p:cNvPr>
          <p:cNvSpPr>
            <a:spLocks noGrp="1"/>
          </p:cNvSpPr>
          <p:nvPr/>
        </p:nvSpPr>
        <p:spPr>
          <a:xfrm>
            <a:off x="167182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0" name="F2_precision_recall_distributions_5214">
            <a:extLst>
              <a:ext uri="{FF2B5EF4-FFF2-40B4-BE49-F238E27FC236}">
                <a16:creationId xmlns:a16="http://schemas.microsoft.com/office/drawing/2014/main" id="{7A44212E-21A5-4E6B-A2FF-6BE9E5238869}"/>
              </a:ext>
            </a:extLst>
          </p:cNvPr>
          <p:cNvSpPr>
            <a:spLocks noGrp="1"/>
          </p:cNvSpPr>
          <p:nvPr/>
        </p:nvSpPr>
        <p:spPr>
          <a:xfrm>
            <a:off x="175987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1" name="F2_precision_recall_distributions_5215">
            <a:extLst>
              <a:ext uri="{FF2B5EF4-FFF2-40B4-BE49-F238E27FC236}">
                <a16:creationId xmlns:a16="http://schemas.microsoft.com/office/drawing/2014/main" id="{572076CB-567A-4C79-875A-7C28A2C0E67F}"/>
              </a:ext>
            </a:extLst>
          </p:cNvPr>
          <p:cNvSpPr>
            <a:spLocks noGrp="1"/>
          </p:cNvSpPr>
          <p:nvPr/>
        </p:nvSpPr>
        <p:spPr>
          <a:xfrm>
            <a:off x="1729619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2" name="F2_precision_recall_distributions_5216">
            <a:extLst>
              <a:ext uri="{FF2B5EF4-FFF2-40B4-BE49-F238E27FC236}">
                <a16:creationId xmlns:a16="http://schemas.microsoft.com/office/drawing/2014/main" id="{6F466D39-34C4-4B10-87FC-F51040FAB582}"/>
              </a:ext>
            </a:extLst>
          </p:cNvPr>
          <p:cNvSpPr>
            <a:spLocks noGrp="1"/>
          </p:cNvSpPr>
          <p:nvPr/>
        </p:nvSpPr>
        <p:spPr>
          <a:xfrm>
            <a:off x="191393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3" name="F2_precision_recall_distributions_5217">
            <a:extLst>
              <a:ext uri="{FF2B5EF4-FFF2-40B4-BE49-F238E27FC236}">
                <a16:creationId xmlns:a16="http://schemas.microsoft.com/office/drawing/2014/main" id="{CF0E6746-2017-41FA-B882-F3F46DDC7806}"/>
              </a:ext>
            </a:extLst>
          </p:cNvPr>
          <p:cNvSpPr>
            <a:spLocks noGrp="1"/>
          </p:cNvSpPr>
          <p:nvPr/>
        </p:nvSpPr>
        <p:spPr>
          <a:xfrm>
            <a:off x="1754262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4" name="F2_precision_recall_distributions_5218">
            <a:extLst>
              <a:ext uri="{FF2B5EF4-FFF2-40B4-BE49-F238E27FC236}">
                <a16:creationId xmlns:a16="http://schemas.microsoft.com/office/drawing/2014/main" id="{40D1A872-F112-4237-A57F-0F1E33A6EAD0}"/>
              </a:ext>
            </a:extLst>
          </p:cNvPr>
          <p:cNvSpPr>
            <a:spLocks noGrp="1"/>
          </p:cNvSpPr>
          <p:nvPr/>
        </p:nvSpPr>
        <p:spPr>
          <a:xfrm>
            <a:off x="1853514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5" name="F2_precision_recall_distributions_5219">
            <a:extLst>
              <a:ext uri="{FF2B5EF4-FFF2-40B4-BE49-F238E27FC236}">
                <a16:creationId xmlns:a16="http://schemas.microsoft.com/office/drawing/2014/main" id="{1FAED5FF-43CA-48F7-8E21-0D478219E128}"/>
              </a:ext>
            </a:extLst>
          </p:cNvPr>
          <p:cNvSpPr>
            <a:spLocks noGrp="1"/>
          </p:cNvSpPr>
          <p:nvPr/>
        </p:nvSpPr>
        <p:spPr>
          <a:xfrm>
            <a:off x="1789052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6" name="F2_precision_recall_distributions_5220">
            <a:extLst>
              <a:ext uri="{FF2B5EF4-FFF2-40B4-BE49-F238E27FC236}">
                <a16:creationId xmlns:a16="http://schemas.microsoft.com/office/drawing/2014/main" id="{F865ECA9-CA7B-4499-8D02-EE2F885E567C}"/>
              </a:ext>
            </a:extLst>
          </p:cNvPr>
          <p:cNvSpPr>
            <a:spLocks noGrp="1"/>
          </p:cNvSpPr>
          <p:nvPr/>
        </p:nvSpPr>
        <p:spPr>
          <a:xfrm>
            <a:off x="165483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7" name="F2_precision_recall_distributions_5221">
            <a:extLst>
              <a:ext uri="{FF2B5EF4-FFF2-40B4-BE49-F238E27FC236}">
                <a16:creationId xmlns:a16="http://schemas.microsoft.com/office/drawing/2014/main" id="{AAB241F4-C919-4395-A0AB-6C004577ED2C}"/>
              </a:ext>
            </a:extLst>
          </p:cNvPr>
          <p:cNvSpPr>
            <a:spLocks noGrp="1"/>
          </p:cNvSpPr>
          <p:nvPr/>
        </p:nvSpPr>
        <p:spPr>
          <a:xfrm>
            <a:off x="170160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8" name="F2_precision_recall_distributions_5222">
            <a:extLst>
              <a:ext uri="{FF2B5EF4-FFF2-40B4-BE49-F238E27FC236}">
                <a16:creationId xmlns:a16="http://schemas.microsoft.com/office/drawing/2014/main" id="{F8DC1AB7-3F5F-4B3D-8694-DFF85D94428C}"/>
              </a:ext>
            </a:extLst>
          </p:cNvPr>
          <p:cNvSpPr>
            <a:spLocks noGrp="1"/>
          </p:cNvSpPr>
          <p:nvPr/>
        </p:nvSpPr>
        <p:spPr>
          <a:xfrm>
            <a:off x="1729751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09" name="F2_precision_recall_distributions_5223">
            <a:extLst>
              <a:ext uri="{FF2B5EF4-FFF2-40B4-BE49-F238E27FC236}">
                <a16:creationId xmlns:a16="http://schemas.microsoft.com/office/drawing/2014/main" id="{641C3725-1B3D-4654-8AA8-63E450287C20}"/>
              </a:ext>
            </a:extLst>
          </p:cNvPr>
          <p:cNvSpPr>
            <a:spLocks noGrp="1"/>
          </p:cNvSpPr>
          <p:nvPr/>
        </p:nvSpPr>
        <p:spPr>
          <a:xfrm>
            <a:off x="1841405" y="47816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0" name="F2_precision_recall_distributions_5224">
            <a:extLst>
              <a:ext uri="{FF2B5EF4-FFF2-40B4-BE49-F238E27FC236}">
                <a16:creationId xmlns:a16="http://schemas.microsoft.com/office/drawing/2014/main" id="{94191352-DBE8-4326-A219-DBFC4B070D62}"/>
              </a:ext>
            </a:extLst>
          </p:cNvPr>
          <p:cNvSpPr>
            <a:spLocks noGrp="1"/>
          </p:cNvSpPr>
          <p:nvPr/>
        </p:nvSpPr>
        <p:spPr>
          <a:xfrm>
            <a:off x="197120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1" name="F2_precision_recall_distributions_5225">
            <a:extLst>
              <a:ext uri="{FF2B5EF4-FFF2-40B4-BE49-F238E27FC236}">
                <a16:creationId xmlns:a16="http://schemas.microsoft.com/office/drawing/2014/main" id="{2DED86F6-EB1E-4266-AB4F-8AC54D1AA4EB}"/>
              </a:ext>
            </a:extLst>
          </p:cNvPr>
          <p:cNvSpPr>
            <a:spLocks noGrp="1"/>
          </p:cNvSpPr>
          <p:nvPr/>
        </p:nvSpPr>
        <p:spPr>
          <a:xfrm>
            <a:off x="1959079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2" name="F2_precision_recall_distributions_5226">
            <a:extLst>
              <a:ext uri="{FF2B5EF4-FFF2-40B4-BE49-F238E27FC236}">
                <a16:creationId xmlns:a16="http://schemas.microsoft.com/office/drawing/2014/main" id="{D7C79C31-60F9-4DB4-8961-7246F5A95761}"/>
              </a:ext>
            </a:extLst>
          </p:cNvPr>
          <p:cNvSpPr>
            <a:spLocks noGrp="1"/>
          </p:cNvSpPr>
          <p:nvPr/>
        </p:nvSpPr>
        <p:spPr>
          <a:xfrm>
            <a:off x="17748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3" name="F2_precision_recall_distributions_5227">
            <a:extLst>
              <a:ext uri="{FF2B5EF4-FFF2-40B4-BE49-F238E27FC236}">
                <a16:creationId xmlns:a16="http://schemas.microsoft.com/office/drawing/2014/main" id="{CE6819C2-8D8A-4514-85DC-62676EE9A22E}"/>
              </a:ext>
            </a:extLst>
          </p:cNvPr>
          <p:cNvSpPr>
            <a:spLocks noGrp="1"/>
          </p:cNvSpPr>
          <p:nvPr/>
        </p:nvSpPr>
        <p:spPr>
          <a:xfrm>
            <a:off x="175997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4" name="F2_precision_recall_distributions_5228">
            <a:extLst>
              <a:ext uri="{FF2B5EF4-FFF2-40B4-BE49-F238E27FC236}">
                <a16:creationId xmlns:a16="http://schemas.microsoft.com/office/drawing/2014/main" id="{6D962A6F-EE74-4523-B216-AD8662048081}"/>
              </a:ext>
            </a:extLst>
          </p:cNvPr>
          <p:cNvSpPr>
            <a:spLocks noGrp="1"/>
          </p:cNvSpPr>
          <p:nvPr/>
        </p:nvSpPr>
        <p:spPr>
          <a:xfrm>
            <a:off x="188677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5" name="F2_precision_recall_distributions_5229">
            <a:extLst>
              <a:ext uri="{FF2B5EF4-FFF2-40B4-BE49-F238E27FC236}">
                <a16:creationId xmlns:a16="http://schemas.microsoft.com/office/drawing/2014/main" id="{3C46FBA7-ADD2-4145-8136-CC61DE3564D7}"/>
              </a:ext>
            </a:extLst>
          </p:cNvPr>
          <p:cNvSpPr>
            <a:spLocks noGrp="1"/>
          </p:cNvSpPr>
          <p:nvPr/>
        </p:nvSpPr>
        <p:spPr>
          <a:xfrm>
            <a:off x="16638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6" name="F2_precision_recall_distributions_5230">
            <a:extLst>
              <a:ext uri="{FF2B5EF4-FFF2-40B4-BE49-F238E27FC236}">
                <a16:creationId xmlns:a16="http://schemas.microsoft.com/office/drawing/2014/main" id="{E8099718-8454-4381-8111-16BC4CA8AFC5}"/>
              </a:ext>
            </a:extLst>
          </p:cNvPr>
          <p:cNvSpPr>
            <a:spLocks noGrp="1"/>
          </p:cNvSpPr>
          <p:nvPr/>
        </p:nvSpPr>
        <p:spPr>
          <a:xfrm>
            <a:off x="1985661" y="43511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7" name="F2_precision_recall_distributions_5231">
            <a:extLst>
              <a:ext uri="{FF2B5EF4-FFF2-40B4-BE49-F238E27FC236}">
                <a16:creationId xmlns:a16="http://schemas.microsoft.com/office/drawing/2014/main" id="{70BDCD9A-1DBA-4A12-B695-687E049FF0D7}"/>
              </a:ext>
            </a:extLst>
          </p:cNvPr>
          <p:cNvSpPr>
            <a:spLocks noGrp="1"/>
          </p:cNvSpPr>
          <p:nvPr/>
        </p:nvSpPr>
        <p:spPr>
          <a:xfrm>
            <a:off x="190356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8" name="F2_precision_recall_distributions_5232">
            <a:extLst>
              <a:ext uri="{FF2B5EF4-FFF2-40B4-BE49-F238E27FC236}">
                <a16:creationId xmlns:a16="http://schemas.microsoft.com/office/drawing/2014/main" id="{B32F2BF9-BEC4-4A81-AD5D-33FBFEF6EFA9}"/>
              </a:ext>
            </a:extLst>
          </p:cNvPr>
          <p:cNvSpPr>
            <a:spLocks noGrp="1"/>
          </p:cNvSpPr>
          <p:nvPr/>
        </p:nvSpPr>
        <p:spPr>
          <a:xfrm>
            <a:off x="1878578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19" name="F2_precision_recall_distributions_5233">
            <a:extLst>
              <a:ext uri="{FF2B5EF4-FFF2-40B4-BE49-F238E27FC236}">
                <a16:creationId xmlns:a16="http://schemas.microsoft.com/office/drawing/2014/main" id="{A3BB712B-55E6-4A45-A6EB-B8FF4EDA7AF9}"/>
              </a:ext>
            </a:extLst>
          </p:cNvPr>
          <p:cNvSpPr>
            <a:spLocks noGrp="1"/>
          </p:cNvSpPr>
          <p:nvPr/>
        </p:nvSpPr>
        <p:spPr>
          <a:xfrm>
            <a:off x="182551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0" name="F2_precision_recall_distributions_5234">
            <a:extLst>
              <a:ext uri="{FF2B5EF4-FFF2-40B4-BE49-F238E27FC236}">
                <a16:creationId xmlns:a16="http://schemas.microsoft.com/office/drawing/2014/main" id="{C82A5E9C-B6C5-4A6F-B446-1731DEBC6330}"/>
              </a:ext>
            </a:extLst>
          </p:cNvPr>
          <p:cNvSpPr>
            <a:spLocks noGrp="1"/>
          </p:cNvSpPr>
          <p:nvPr/>
        </p:nvSpPr>
        <p:spPr>
          <a:xfrm>
            <a:off x="1867464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1" name="F2_precision_recall_distributions_5235">
            <a:extLst>
              <a:ext uri="{FF2B5EF4-FFF2-40B4-BE49-F238E27FC236}">
                <a16:creationId xmlns:a16="http://schemas.microsoft.com/office/drawing/2014/main" id="{2E15AE69-A538-4D8F-95D4-F3E4931C66F2}"/>
              </a:ext>
            </a:extLst>
          </p:cNvPr>
          <p:cNvSpPr>
            <a:spLocks noGrp="1"/>
          </p:cNvSpPr>
          <p:nvPr/>
        </p:nvSpPr>
        <p:spPr>
          <a:xfrm>
            <a:off x="1744125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2" name="F2_precision_recall_distributions_5236">
            <a:extLst>
              <a:ext uri="{FF2B5EF4-FFF2-40B4-BE49-F238E27FC236}">
                <a16:creationId xmlns:a16="http://schemas.microsoft.com/office/drawing/2014/main" id="{8A75688B-9428-45B9-AF7B-883359B01C95}"/>
              </a:ext>
            </a:extLst>
          </p:cNvPr>
          <p:cNvSpPr>
            <a:spLocks noGrp="1"/>
          </p:cNvSpPr>
          <p:nvPr/>
        </p:nvSpPr>
        <p:spPr>
          <a:xfrm>
            <a:off x="2678914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80482" y="848766"/>
                </a:moveTo>
                <a:lnTo>
                  <a:pt x="194615" y="848766"/>
                </a:lnTo>
                <a:lnTo>
                  <a:pt x="197158" y="842186"/>
                </a:lnTo>
                <a:lnTo>
                  <a:pt x="204512" y="835606"/>
                </a:lnTo>
                <a:lnTo>
                  <a:pt x="215904" y="829027"/>
                </a:lnTo>
                <a:lnTo>
                  <a:pt x="230192" y="822447"/>
                </a:lnTo>
                <a:lnTo>
                  <a:pt x="246057" y="815868"/>
                </a:lnTo>
                <a:lnTo>
                  <a:pt x="262195" y="809288"/>
                </a:lnTo>
                <a:lnTo>
                  <a:pt x="277492" y="802708"/>
                </a:lnTo>
                <a:lnTo>
                  <a:pt x="291133" y="796129"/>
                </a:lnTo>
                <a:lnTo>
                  <a:pt x="302641" y="789549"/>
                </a:lnTo>
                <a:lnTo>
                  <a:pt x="311860" y="782970"/>
                </a:lnTo>
                <a:lnTo>
                  <a:pt x="318889" y="776390"/>
                </a:lnTo>
                <a:lnTo>
                  <a:pt x="323993" y="769811"/>
                </a:lnTo>
                <a:lnTo>
                  <a:pt x="327519" y="763231"/>
                </a:lnTo>
                <a:lnTo>
                  <a:pt x="329823" y="756651"/>
                </a:lnTo>
                <a:lnTo>
                  <a:pt x="331226" y="750072"/>
                </a:lnTo>
                <a:lnTo>
                  <a:pt x="331985" y="743492"/>
                </a:lnTo>
                <a:lnTo>
                  <a:pt x="332292" y="736913"/>
                </a:lnTo>
                <a:lnTo>
                  <a:pt x="332280" y="730333"/>
                </a:lnTo>
                <a:lnTo>
                  <a:pt x="332030" y="723754"/>
                </a:lnTo>
                <a:lnTo>
                  <a:pt x="331593" y="717174"/>
                </a:lnTo>
                <a:lnTo>
                  <a:pt x="330995" y="710594"/>
                </a:lnTo>
                <a:lnTo>
                  <a:pt x="330247" y="704015"/>
                </a:lnTo>
                <a:lnTo>
                  <a:pt x="329356" y="697435"/>
                </a:lnTo>
                <a:lnTo>
                  <a:pt x="328329" y="690856"/>
                </a:lnTo>
                <a:lnTo>
                  <a:pt x="327180" y="684276"/>
                </a:lnTo>
                <a:lnTo>
                  <a:pt x="325931" y="677697"/>
                </a:lnTo>
                <a:lnTo>
                  <a:pt x="324617" y="671117"/>
                </a:lnTo>
                <a:lnTo>
                  <a:pt x="323279" y="664537"/>
                </a:lnTo>
                <a:lnTo>
                  <a:pt x="321963" y="657958"/>
                </a:lnTo>
                <a:lnTo>
                  <a:pt x="320706" y="651378"/>
                </a:lnTo>
                <a:lnTo>
                  <a:pt x="319527" y="644799"/>
                </a:lnTo>
                <a:lnTo>
                  <a:pt x="318419" y="638219"/>
                </a:lnTo>
                <a:lnTo>
                  <a:pt x="317346" y="631639"/>
                </a:lnTo>
                <a:lnTo>
                  <a:pt x="316248" y="625060"/>
                </a:lnTo>
                <a:lnTo>
                  <a:pt x="315055" y="618480"/>
                </a:lnTo>
                <a:lnTo>
                  <a:pt x="313708" y="611901"/>
                </a:lnTo>
                <a:lnTo>
                  <a:pt x="312178" y="605321"/>
                </a:lnTo>
                <a:lnTo>
                  <a:pt x="310484" y="598742"/>
                </a:lnTo>
                <a:lnTo>
                  <a:pt x="308699" y="592162"/>
                </a:lnTo>
                <a:lnTo>
                  <a:pt x="306949" y="585582"/>
                </a:lnTo>
                <a:lnTo>
                  <a:pt x="305389" y="579003"/>
                </a:lnTo>
                <a:lnTo>
                  <a:pt x="304183" y="572423"/>
                </a:lnTo>
                <a:lnTo>
                  <a:pt x="303471" y="565844"/>
                </a:lnTo>
                <a:lnTo>
                  <a:pt x="303346" y="559264"/>
                </a:lnTo>
                <a:lnTo>
                  <a:pt x="303835" y="552685"/>
                </a:lnTo>
                <a:lnTo>
                  <a:pt x="304899" y="546105"/>
                </a:lnTo>
                <a:lnTo>
                  <a:pt x="306436" y="539525"/>
                </a:lnTo>
                <a:lnTo>
                  <a:pt x="308298" y="532946"/>
                </a:lnTo>
                <a:lnTo>
                  <a:pt x="310310" y="526366"/>
                </a:lnTo>
                <a:lnTo>
                  <a:pt x="312284" y="519787"/>
                </a:lnTo>
                <a:lnTo>
                  <a:pt x="314035" y="513207"/>
                </a:lnTo>
                <a:lnTo>
                  <a:pt x="315389" y="506627"/>
                </a:lnTo>
                <a:lnTo>
                  <a:pt x="316186" y="500048"/>
                </a:lnTo>
                <a:lnTo>
                  <a:pt x="316286" y="493468"/>
                </a:lnTo>
                <a:lnTo>
                  <a:pt x="315584" y="486889"/>
                </a:lnTo>
                <a:lnTo>
                  <a:pt x="314023" y="480309"/>
                </a:lnTo>
                <a:lnTo>
                  <a:pt x="311617" y="473730"/>
                </a:lnTo>
                <a:lnTo>
                  <a:pt x="308464" y="467150"/>
                </a:lnTo>
                <a:lnTo>
                  <a:pt x="304766" y="460570"/>
                </a:lnTo>
                <a:lnTo>
                  <a:pt x="300813" y="453991"/>
                </a:lnTo>
                <a:lnTo>
                  <a:pt x="296966" y="447411"/>
                </a:lnTo>
                <a:lnTo>
                  <a:pt x="293611" y="440832"/>
                </a:lnTo>
                <a:lnTo>
                  <a:pt x="291102" y="434252"/>
                </a:lnTo>
                <a:lnTo>
                  <a:pt x="289704" y="427673"/>
                </a:lnTo>
                <a:lnTo>
                  <a:pt x="289546" y="421093"/>
                </a:lnTo>
                <a:lnTo>
                  <a:pt x="290602" y="414513"/>
                </a:lnTo>
                <a:lnTo>
                  <a:pt x="292693" y="407934"/>
                </a:lnTo>
                <a:lnTo>
                  <a:pt x="295524" y="401354"/>
                </a:lnTo>
                <a:lnTo>
                  <a:pt x="298738" y="394775"/>
                </a:lnTo>
                <a:lnTo>
                  <a:pt x="301971" y="388195"/>
                </a:lnTo>
                <a:lnTo>
                  <a:pt x="304912" y="381616"/>
                </a:lnTo>
                <a:lnTo>
                  <a:pt x="307329" y="375036"/>
                </a:lnTo>
                <a:lnTo>
                  <a:pt x="309088" y="368456"/>
                </a:lnTo>
                <a:lnTo>
                  <a:pt x="310135" y="361877"/>
                </a:lnTo>
                <a:lnTo>
                  <a:pt x="310481" y="355297"/>
                </a:lnTo>
                <a:lnTo>
                  <a:pt x="310167" y="348718"/>
                </a:lnTo>
                <a:lnTo>
                  <a:pt x="309252" y="342138"/>
                </a:lnTo>
                <a:lnTo>
                  <a:pt x="307798" y="335558"/>
                </a:lnTo>
                <a:lnTo>
                  <a:pt x="305878" y="328979"/>
                </a:lnTo>
                <a:lnTo>
                  <a:pt x="303588" y="322399"/>
                </a:lnTo>
                <a:lnTo>
                  <a:pt x="301061" y="315820"/>
                </a:lnTo>
                <a:lnTo>
                  <a:pt x="298474" y="309240"/>
                </a:lnTo>
                <a:lnTo>
                  <a:pt x="296043" y="302661"/>
                </a:lnTo>
                <a:lnTo>
                  <a:pt x="293999" y="296081"/>
                </a:lnTo>
                <a:lnTo>
                  <a:pt x="292561" y="289501"/>
                </a:lnTo>
                <a:lnTo>
                  <a:pt x="291895" y="282922"/>
                </a:lnTo>
                <a:lnTo>
                  <a:pt x="292083" y="276342"/>
                </a:lnTo>
                <a:lnTo>
                  <a:pt x="293111" y="269763"/>
                </a:lnTo>
                <a:lnTo>
                  <a:pt x="294868" y="263183"/>
                </a:lnTo>
                <a:lnTo>
                  <a:pt x="297163" y="256604"/>
                </a:lnTo>
                <a:lnTo>
                  <a:pt x="299767" y="250024"/>
                </a:lnTo>
                <a:lnTo>
                  <a:pt x="302445" y="243444"/>
                </a:lnTo>
                <a:lnTo>
                  <a:pt x="304997" y="236865"/>
                </a:lnTo>
                <a:lnTo>
                  <a:pt x="307278" y="230285"/>
                </a:lnTo>
                <a:lnTo>
                  <a:pt x="309215" y="223706"/>
                </a:lnTo>
                <a:lnTo>
                  <a:pt x="310795" y="217126"/>
                </a:lnTo>
                <a:lnTo>
                  <a:pt x="312057" y="210546"/>
                </a:lnTo>
                <a:lnTo>
                  <a:pt x="313062" y="203967"/>
                </a:lnTo>
                <a:lnTo>
                  <a:pt x="313877" y="197387"/>
                </a:lnTo>
                <a:lnTo>
                  <a:pt x="314552" y="190808"/>
                </a:lnTo>
                <a:lnTo>
                  <a:pt x="315114" y="184228"/>
                </a:lnTo>
                <a:lnTo>
                  <a:pt x="315570" y="177649"/>
                </a:lnTo>
                <a:lnTo>
                  <a:pt x="315906" y="171069"/>
                </a:lnTo>
                <a:lnTo>
                  <a:pt x="316108" y="164489"/>
                </a:lnTo>
                <a:lnTo>
                  <a:pt x="316171" y="157910"/>
                </a:lnTo>
                <a:lnTo>
                  <a:pt x="316107" y="151330"/>
                </a:lnTo>
                <a:lnTo>
                  <a:pt x="315948" y="144751"/>
                </a:lnTo>
                <a:lnTo>
                  <a:pt x="315739" y="138171"/>
                </a:lnTo>
                <a:lnTo>
                  <a:pt x="315522" y="131592"/>
                </a:lnTo>
                <a:lnTo>
                  <a:pt x="315315" y="125012"/>
                </a:lnTo>
                <a:lnTo>
                  <a:pt x="315082" y="118432"/>
                </a:lnTo>
                <a:lnTo>
                  <a:pt x="314703" y="111853"/>
                </a:lnTo>
                <a:lnTo>
                  <a:pt x="313938" y="105273"/>
                </a:lnTo>
                <a:lnTo>
                  <a:pt x="312410" y="98694"/>
                </a:lnTo>
                <a:lnTo>
                  <a:pt x="309578" y="92114"/>
                </a:lnTo>
                <a:lnTo>
                  <a:pt x="304744" y="85535"/>
                </a:lnTo>
                <a:lnTo>
                  <a:pt x="297081" y="78955"/>
                </a:lnTo>
                <a:lnTo>
                  <a:pt x="285703" y="72375"/>
                </a:lnTo>
                <a:lnTo>
                  <a:pt x="269778" y="65796"/>
                </a:lnTo>
                <a:lnTo>
                  <a:pt x="248694" y="59216"/>
                </a:lnTo>
                <a:lnTo>
                  <a:pt x="222247" y="52637"/>
                </a:lnTo>
                <a:lnTo>
                  <a:pt x="190832" y="46057"/>
                </a:lnTo>
                <a:lnTo>
                  <a:pt x="155578" y="39477"/>
                </a:lnTo>
                <a:lnTo>
                  <a:pt x="118393" y="32898"/>
                </a:lnTo>
                <a:lnTo>
                  <a:pt x="81857" y="26318"/>
                </a:lnTo>
                <a:lnTo>
                  <a:pt x="48969" y="19739"/>
                </a:lnTo>
                <a:lnTo>
                  <a:pt x="22761" y="13159"/>
                </a:lnTo>
                <a:lnTo>
                  <a:pt x="5847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249" y="6580"/>
                </a:lnTo>
                <a:lnTo>
                  <a:pt x="652336" y="13159"/>
                </a:lnTo>
                <a:lnTo>
                  <a:pt x="626127" y="19739"/>
                </a:lnTo>
                <a:lnTo>
                  <a:pt x="593239" y="26318"/>
                </a:lnTo>
                <a:lnTo>
                  <a:pt x="556703" y="32898"/>
                </a:lnTo>
                <a:lnTo>
                  <a:pt x="519518" y="39477"/>
                </a:lnTo>
                <a:lnTo>
                  <a:pt x="484265" y="46057"/>
                </a:lnTo>
                <a:lnTo>
                  <a:pt x="452849" y="52637"/>
                </a:lnTo>
                <a:lnTo>
                  <a:pt x="426403" y="59216"/>
                </a:lnTo>
                <a:lnTo>
                  <a:pt x="405319" y="65796"/>
                </a:lnTo>
                <a:lnTo>
                  <a:pt x="389394" y="72375"/>
                </a:lnTo>
                <a:lnTo>
                  <a:pt x="378015" y="78955"/>
                </a:lnTo>
                <a:lnTo>
                  <a:pt x="370352" y="85535"/>
                </a:lnTo>
                <a:lnTo>
                  <a:pt x="365518" y="92114"/>
                </a:lnTo>
                <a:lnTo>
                  <a:pt x="362686" y="98694"/>
                </a:lnTo>
                <a:lnTo>
                  <a:pt x="361158" y="105273"/>
                </a:lnTo>
                <a:lnTo>
                  <a:pt x="360394" y="111853"/>
                </a:lnTo>
                <a:lnTo>
                  <a:pt x="360014" y="118432"/>
                </a:lnTo>
                <a:lnTo>
                  <a:pt x="359781" y="125012"/>
                </a:lnTo>
                <a:lnTo>
                  <a:pt x="359575" y="131592"/>
                </a:lnTo>
                <a:lnTo>
                  <a:pt x="359358" y="138171"/>
                </a:lnTo>
                <a:lnTo>
                  <a:pt x="359148" y="144751"/>
                </a:lnTo>
                <a:lnTo>
                  <a:pt x="358989" y="151330"/>
                </a:lnTo>
                <a:lnTo>
                  <a:pt x="358925" y="157910"/>
                </a:lnTo>
                <a:lnTo>
                  <a:pt x="358988" y="164489"/>
                </a:lnTo>
                <a:lnTo>
                  <a:pt x="359191" y="171069"/>
                </a:lnTo>
                <a:lnTo>
                  <a:pt x="359527" y="177649"/>
                </a:lnTo>
                <a:lnTo>
                  <a:pt x="359982" y="184228"/>
                </a:lnTo>
                <a:lnTo>
                  <a:pt x="360545" y="190808"/>
                </a:lnTo>
                <a:lnTo>
                  <a:pt x="361220" y="197387"/>
                </a:lnTo>
                <a:lnTo>
                  <a:pt x="362034" y="203967"/>
                </a:lnTo>
                <a:lnTo>
                  <a:pt x="363040" y="210546"/>
                </a:lnTo>
                <a:lnTo>
                  <a:pt x="364301" y="217126"/>
                </a:lnTo>
                <a:lnTo>
                  <a:pt x="365882" y="223706"/>
                </a:lnTo>
                <a:lnTo>
                  <a:pt x="367818" y="230285"/>
                </a:lnTo>
                <a:lnTo>
                  <a:pt x="370100" y="236865"/>
                </a:lnTo>
                <a:lnTo>
                  <a:pt x="372651" y="243444"/>
                </a:lnTo>
                <a:lnTo>
                  <a:pt x="375329" y="250024"/>
                </a:lnTo>
                <a:lnTo>
                  <a:pt x="377933" y="256604"/>
                </a:lnTo>
                <a:lnTo>
                  <a:pt x="380229" y="263183"/>
                </a:lnTo>
                <a:lnTo>
                  <a:pt x="381985" y="269763"/>
                </a:lnTo>
                <a:lnTo>
                  <a:pt x="383013" y="276342"/>
                </a:lnTo>
                <a:lnTo>
                  <a:pt x="383202" y="282922"/>
                </a:lnTo>
                <a:lnTo>
                  <a:pt x="382535" y="289501"/>
                </a:lnTo>
                <a:lnTo>
                  <a:pt x="381097" y="296081"/>
                </a:lnTo>
                <a:lnTo>
                  <a:pt x="379054" y="302661"/>
                </a:lnTo>
                <a:lnTo>
                  <a:pt x="376623" y="309240"/>
                </a:lnTo>
                <a:lnTo>
                  <a:pt x="374036" y="315820"/>
                </a:lnTo>
                <a:lnTo>
                  <a:pt x="371508" y="322399"/>
                </a:lnTo>
                <a:lnTo>
                  <a:pt x="369218" y="328979"/>
                </a:lnTo>
                <a:lnTo>
                  <a:pt x="367299" y="335558"/>
                </a:lnTo>
                <a:lnTo>
                  <a:pt x="365845" y="342138"/>
                </a:lnTo>
                <a:lnTo>
                  <a:pt x="364929" y="348718"/>
                </a:lnTo>
                <a:lnTo>
                  <a:pt x="364616" y="355297"/>
                </a:lnTo>
                <a:lnTo>
                  <a:pt x="364961" y="361877"/>
                </a:lnTo>
                <a:lnTo>
                  <a:pt x="366009" y="368456"/>
                </a:lnTo>
                <a:lnTo>
                  <a:pt x="367767" y="375036"/>
                </a:lnTo>
                <a:lnTo>
                  <a:pt x="370185" y="381616"/>
                </a:lnTo>
                <a:lnTo>
                  <a:pt x="373125" y="388195"/>
                </a:lnTo>
                <a:lnTo>
                  <a:pt x="376359" y="394775"/>
                </a:lnTo>
                <a:lnTo>
                  <a:pt x="379572" y="401354"/>
                </a:lnTo>
                <a:lnTo>
                  <a:pt x="382404" y="407934"/>
                </a:lnTo>
                <a:lnTo>
                  <a:pt x="384495" y="414513"/>
                </a:lnTo>
                <a:lnTo>
                  <a:pt x="385551" y="421093"/>
                </a:lnTo>
                <a:lnTo>
                  <a:pt x="385393" y="427673"/>
                </a:lnTo>
                <a:lnTo>
                  <a:pt x="383994" y="434252"/>
                </a:lnTo>
                <a:lnTo>
                  <a:pt x="381485" y="440832"/>
                </a:lnTo>
                <a:lnTo>
                  <a:pt x="378130" y="447411"/>
                </a:lnTo>
                <a:lnTo>
                  <a:pt x="374284" y="453991"/>
                </a:lnTo>
                <a:lnTo>
                  <a:pt x="370331" y="460570"/>
                </a:lnTo>
                <a:lnTo>
                  <a:pt x="366632" y="467150"/>
                </a:lnTo>
                <a:lnTo>
                  <a:pt x="363480" y="473730"/>
                </a:lnTo>
                <a:lnTo>
                  <a:pt x="361073" y="480309"/>
                </a:lnTo>
                <a:lnTo>
                  <a:pt x="359513" y="486889"/>
                </a:lnTo>
                <a:lnTo>
                  <a:pt x="358811" y="493468"/>
                </a:lnTo>
                <a:lnTo>
                  <a:pt x="358911" y="500048"/>
                </a:lnTo>
                <a:lnTo>
                  <a:pt x="359707" y="506627"/>
                </a:lnTo>
                <a:lnTo>
                  <a:pt x="361061" y="513207"/>
                </a:lnTo>
                <a:lnTo>
                  <a:pt x="362813" y="519787"/>
                </a:lnTo>
                <a:lnTo>
                  <a:pt x="364787" y="526366"/>
                </a:lnTo>
                <a:lnTo>
                  <a:pt x="366798" y="532946"/>
                </a:lnTo>
                <a:lnTo>
                  <a:pt x="368660" y="539525"/>
                </a:lnTo>
                <a:lnTo>
                  <a:pt x="370197" y="546105"/>
                </a:lnTo>
                <a:lnTo>
                  <a:pt x="371261" y="552685"/>
                </a:lnTo>
                <a:lnTo>
                  <a:pt x="371751" y="559264"/>
                </a:lnTo>
                <a:lnTo>
                  <a:pt x="371625" y="565844"/>
                </a:lnTo>
                <a:lnTo>
                  <a:pt x="370913" y="572423"/>
                </a:lnTo>
                <a:lnTo>
                  <a:pt x="369707" y="579003"/>
                </a:lnTo>
                <a:lnTo>
                  <a:pt x="368147" y="585582"/>
                </a:lnTo>
                <a:lnTo>
                  <a:pt x="366397" y="592162"/>
                </a:lnTo>
                <a:lnTo>
                  <a:pt x="364613" y="598742"/>
                </a:lnTo>
                <a:lnTo>
                  <a:pt x="362919" y="605321"/>
                </a:lnTo>
                <a:lnTo>
                  <a:pt x="361389" y="611901"/>
                </a:lnTo>
                <a:lnTo>
                  <a:pt x="360042" y="618480"/>
                </a:lnTo>
                <a:lnTo>
                  <a:pt x="358849" y="625060"/>
                </a:lnTo>
                <a:lnTo>
                  <a:pt x="357751" y="631639"/>
                </a:lnTo>
                <a:lnTo>
                  <a:pt x="356677" y="638219"/>
                </a:lnTo>
                <a:lnTo>
                  <a:pt x="355570" y="644799"/>
                </a:lnTo>
                <a:lnTo>
                  <a:pt x="354391" y="651378"/>
                </a:lnTo>
                <a:lnTo>
                  <a:pt x="353134" y="657958"/>
                </a:lnTo>
                <a:lnTo>
                  <a:pt x="351818" y="664537"/>
                </a:lnTo>
                <a:lnTo>
                  <a:pt x="350480" y="671117"/>
                </a:lnTo>
                <a:lnTo>
                  <a:pt x="349165" y="677697"/>
                </a:lnTo>
                <a:lnTo>
                  <a:pt x="347916" y="684276"/>
                </a:lnTo>
                <a:lnTo>
                  <a:pt x="346767" y="690856"/>
                </a:lnTo>
                <a:lnTo>
                  <a:pt x="345741" y="697435"/>
                </a:lnTo>
                <a:lnTo>
                  <a:pt x="344850" y="704015"/>
                </a:lnTo>
                <a:lnTo>
                  <a:pt x="344102" y="710594"/>
                </a:lnTo>
                <a:lnTo>
                  <a:pt x="343503" y="717174"/>
                </a:lnTo>
                <a:lnTo>
                  <a:pt x="343066" y="723754"/>
                </a:lnTo>
                <a:lnTo>
                  <a:pt x="342817" y="730333"/>
                </a:lnTo>
                <a:lnTo>
                  <a:pt x="342804" y="736913"/>
                </a:lnTo>
                <a:lnTo>
                  <a:pt x="343112" y="743492"/>
                </a:lnTo>
                <a:lnTo>
                  <a:pt x="343871" y="750072"/>
                </a:lnTo>
                <a:lnTo>
                  <a:pt x="345273" y="756651"/>
                </a:lnTo>
                <a:lnTo>
                  <a:pt x="347577" y="763231"/>
                </a:lnTo>
                <a:lnTo>
                  <a:pt x="351103" y="769811"/>
                </a:lnTo>
                <a:lnTo>
                  <a:pt x="356207" y="776390"/>
                </a:lnTo>
                <a:lnTo>
                  <a:pt x="363236" y="782970"/>
                </a:lnTo>
                <a:lnTo>
                  <a:pt x="372456" y="789549"/>
                </a:lnTo>
                <a:lnTo>
                  <a:pt x="383964" y="796129"/>
                </a:lnTo>
                <a:lnTo>
                  <a:pt x="397604" y="802708"/>
                </a:lnTo>
                <a:lnTo>
                  <a:pt x="412902" y="809288"/>
                </a:lnTo>
                <a:lnTo>
                  <a:pt x="429040" y="815868"/>
                </a:lnTo>
                <a:lnTo>
                  <a:pt x="444904" y="822447"/>
                </a:lnTo>
                <a:lnTo>
                  <a:pt x="459193" y="829027"/>
                </a:lnTo>
                <a:lnTo>
                  <a:pt x="470584" y="835606"/>
                </a:lnTo>
                <a:lnTo>
                  <a:pt x="477939" y="842186"/>
                </a:lnTo>
                <a:lnTo>
                  <a:pt x="480482" y="848766"/>
                </a:lnTo>
                <a:lnTo>
                  <a:pt x="480482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2423" name="F2_precision_recall_distributions_5237">
            <a:extLst>
              <a:ext uri="{FF2B5EF4-FFF2-40B4-BE49-F238E27FC236}">
                <a16:creationId xmlns:a16="http://schemas.microsoft.com/office/drawing/2014/main" id="{7EB35BEF-AE48-45F1-B9BB-5E694D3DBD5E}"/>
              </a:ext>
            </a:extLst>
          </p:cNvPr>
          <p:cNvSpPr>
            <a:spLocks noGrp="1"/>
          </p:cNvSpPr>
          <p:nvPr/>
        </p:nvSpPr>
        <p:spPr>
          <a:xfrm>
            <a:off x="29813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4" name="F2_precision_recall_distributions_5238">
            <a:extLst>
              <a:ext uri="{FF2B5EF4-FFF2-40B4-BE49-F238E27FC236}">
                <a16:creationId xmlns:a16="http://schemas.microsoft.com/office/drawing/2014/main" id="{A3AA0CD4-8691-4B43-9770-6FFA3F01114F}"/>
              </a:ext>
            </a:extLst>
          </p:cNvPr>
          <p:cNvSpPr>
            <a:spLocks noGrp="1"/>
          </p:cNvSpPr>
          <p:nvPr/>
        </p:nvSpPr>
        <p:spPr>
          <a:xfrm>
            <a:off x="2875276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5" name="F2_precision_recall_distributions_5239">
            <a:extLst>
              <a:ext uri="{FF2B5EF4-FFF2-40B4-BE49-F238E27FC236}">
                <a16:creationId xmlns:a16="http://schemas.microsoft.com/office/drawing/2014/main" id="{E2E0FE58-AD33-4E92-8B2D-D08AB1A58925}"/>
              </a:ext>
            </a:extLst>
          </p:cNvPr>
          <p:cNvSpPr>
            <a:spLocks noGrp="1"/>
          </p:cNvSpPr>
          <p:nvPr/>
        </p:nvSpPr>
        <p:spPr>
          <a:xfrm>
            <a:off x="29745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6" name="F2_precision_recall_distributions_5240">
            <a:extLst>
              <a:ext uri="{FF2B5EF4-FFF2-40B4-BE49-F238E27FC236}">
                <a16:creationId xmlns:a16="http://schemas.microsoft.com/office/drawing/2014/main" id="{25F81B8E-D656-43C5-913B-89E685CCD262}"/>
              </a:ext>
            </a:extLst>
          </p:cNvPr>
          <p:cNvSpPr>
            <a:spLocks noGrp="1"/>
          </p:cNvSpPr>
          <p:nvPr/>
        </p:nvSpPr>
        <p:spPr>
          <a:xfrm>
            <a:off x="2901589" y="49937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7" name="F2_precision_recall_distributions_5241">
            <a:extLst>
              <a:ext uri="{FF2B5EF4-FFF2-40B4-BE49-F238E27FC236}">
                <a16:creationId xmlns:a16="http://schemas.microsoft.com/office/drawing/2014/main" id="{5F31BD75-08DA-41AE-BD13-EF967BD719E3}"/>
              </a:ext>
            </a:extLst>
          </p:cNvPr>
          <p:cNvSpPr>
            <a:spLocks noGrp="1"/>
          </p:cNvSpPr>
          <p:nvPr/>
        </p:nvSpPr>
        <p:spPr>
          <a:xfrm>
            <a:off x="2898563" y="4411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8" name="F2_precision_recall_distributions_5242">
            <a:extLst>
              <a:ext uri="{FF2B5EF4-FFF2-40B4-BE49-F238E27FC236}">
                <a16:creationId xmlns:a16="http://schemas.microsoft.com/office/drawing/2014/main" id="{B7F0E526-B044-4326-A137-14D469A073F2}"/>
              </a:ext>
            </a:extLst>
          </p:cNvPr>
          <p:cNvSpPr>
            <a:spLocks noGrp="1"/>
          </p:cNvSpPr>
          <p:nvPr/>
        </p:nvSpPr>
        <p:spPr>
          <a:xfrm>
            <a:off x="317013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29" name="F2_precision_recall_distributions_5243">
            <a:extLst>
              <a:ext uri="{FF2B5EF4-FFF2-40B4-BE49-F238E27FC236}">
                <a16:creationId xmlns:a16="http://schemas.microsoft.com/office/drawing/2014/main" id="{830C6639-5E0B-49F7-AE0A-E49869D64996}"/>
              </a:ext>
            </a:extLst>
          </p:cNvPr>
          <p:cNvSpPr>
            <a:spLocks noGrp="1"/>
          </p:cNvSpPr>
          <p:nvPr/>
        </p:nvSpPr>
        <p:spPr>
          <a:xfrm>
            <a:off x="29381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0" name="F2_precision_recall_distributions_5244">
            <a:extLst>
              <a:ext uri="{FF2B5EF4-FFF2-40B4-BE49-F238E27FC236}">
                <a16:creationId xmlns:a16="http://schemas.microsoft.com/office/drawing/2014/main" id="{F233F437-ADA2-406F-9A89-B9E57F7F62FC}"/>
              </a:ext>
            </a:extLst>
          </p:cNvPr>
          <p:cNvSpPr>
            <a:spLocks noGrp="1"/>
          </p:cNvSpPr>
          <p:nvPr/>
        </p:nvSpPr>
        <p:spPr>
          <a:xfrm>
            <a:off x="30248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1" name="F2_precision_recall_distributions_5245">
            <a:extLst>
              <a:ext uri="{FF2B5EF4-FFF2-40B4-BE49-F238E27FC236}">
                <a16:creationId xmlns:a16="http://schemas.microsoft.com/office/drawing/2014/main" id="{2769A356-0D8C-4B52-809A-DEE619BE5E22}"/>
              </a:ext>
            </a:extLst>
          </p:cNvPr>
          <p:cNvSpPr>
            <a:spLocks noGrp="1"/>
          </p:cNvSpPr>
          <p:nvPr/>
        </p:nvSpPr>
        <p:spPr>
          <a:xfrm>
            <a:off x="309045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2" name="F2_precision_recall_distributions_5246">
            <a:extLst>
              <a:ext uri="{FF2B5EF4-FFF2-40B4-BE49-F238E27FC236}">
                <a16:creationId xmlns:a16="http://schemas.microsoft.com/office/drawing/2014/main" id="{8014B8BF-FA3B-41C9-8E3C-A9F06B467B55}"/>
              </a:ext>
            </a:extLst>
          </p:cNvPr>
          <p:cNvSpPr>
            <a:spLocks noGrp="1"/>
          </p:cNvSpPr>
          <p:nvPr/>
        </p:nvSpPr>
        <p:spPr>
          <a:xfrm>
            <a:off x="31195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3" name="F2_precision_recall_distributions_5247">
            <a:extLst>
              <a:ext uri="{FF2B5EF4-FFF2-40B4-BE49-F238E27FC236}">
                <a16:creationId xmlns:a16="http://schemas.microsoft.com/office/drawing/2014/main" id="{7D4C4955-2E51-4DFA-B7B6-D6082BB05E09}"/>
              </a:ext>
            </a:extLst>
          </p:cNvPr>
          <p:cNvSpPr>
            <a:spLocks noGrp="1"/>
          </p:cNvSpPr>
          <p:nvPr/>
        </p:nvSpPr>
        <p:spPr>
          <a:xfrm>
            <a:off x="3011087" y="45866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4" name="F2_precision_recall_distributions_5248">
            <a:extLst>
              <a:ext uri="{FF2B5EF4-FFF2-40B4-BE49-F238E27FC236}">
                <a16:creationId xmlns:a16="http://schemas.microsoft.com/office/drawing/2014/main" id="{16E93488-312B-4ECF-8B09-4FFF39668C76}"/>
              </a:ext>
            </a:extLst>
          </p:cNvPr>
          <p:cNvSpPr>
            <a:spLocks noGrp="1"/>
          </p:cNvSpPr>
          <p:nvPr/>
        </p:nvSpPr>
        <p:spPr>
          <a:xfrm>
            <a:off x="318458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5" name="F2_precision_recall_distributions_5249">
            <a:extLst>
              <a:ext uri="{FF2B5EF4-FFF2-40B4-BE49-F238E27FC236}">
                <a16:creationId xmlns:a16="http://schemas.microsoft.com/office/drawing/2014/main" id="{077E2FA9-49B6-41F3-8B53-F1DA62C0BD8E}"/>
              </a:ext>
            </a:extLst>
          </p:cNvPr>
          <p:cNvSpPr>
            <a:spLocks noGrp="1"/>
          </p:cNvSpPr>
          <p:nvPr/>
        </p:nvSpPr>
        <p:spPr>
          <a:xfrm>
            <a:off x="3070338" y="4725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6" name="F2_precision_recall_distributions_5250">
            <a:extLst>
              <a:ext uri="{FF2B5EF4-FFF2-40B4-BE49-F238E27FC236}">
                <a16:creationId xmlns:a16="http://schemas.microsoft.com/office/drawing/2014/main" id="{84519AB8-719E-4D61-9C78-FAB8E9E058B9}"/>
              </a:ext>
            </a:extLst>
          </p:cNvPr>
          <p:cNvSpPr>
            <a:spLocks noGrp="1"/>
          </p:cNvSpPr>
          <p:nvPr/>
        </p:nvSpPr>
        <p:spPr>
          <a:xfrm>
            <a:off x="287275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7" name="F2_precision_recall_distributions_5251">
            <a:extLst>
              <a:ext uri="{FF2B5EF4-FFF2-40B4-BE49-F238E27FC236}">
                <a16:creationId xmlns:a16="http://schemas.microsoft.com/office/drawing/2014/main" id="{7F6ABA69-5FA7-4C25-91CD-2E19A5EB2791}"/>
              </a:ext>
            </a:extLst>
          </p:cNvPr>
          <p:cNvSpPr>
            <a:spLocks noGrp="1"/>
          </p:cNvSpPr>
          <p:nvPr/>
        </p:nvSpPr>
        <p:spPr>
          <a:xfrm>
            <a:off x="29338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8" name="F2_precision_recall_distributions_5252">
            <a:extLst>
              <a:ext uri="{FF2B5EF4-FFF2-40B4-BE49-F238E27FC236}">
                <a16:creationId xmlns:a16="http://schemas.microsoft.com/office/drawing/2014/main" id="{1433059C-1D0E-4458-9CB8-F2DB628B8907}"/>
              </a:ext>
            </a:extLst>
          </p:cNvPr>
          <p:cNvSpPr>
            <a:spLocks noGrp="1"/>
          </p:cNvSpPr>
          <p:nvPr/>
        </p:nvSpPr>
        <p:spPr>
          <a:xfrm>
            <a:off x="289068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39" name="F2_precision_recall_distributions_5253">
            <a:extLst>
              <a:ext uri="{FF2B5EF4-FFF2-40B4-BE49-F238E27FC236}">
                <a16:creationId xmlns:a16="http://schemas.microsoft.com/office/drawing/2014/main" id="{B6F6E82E-9204-4755-BA97-C0507A2D2421}"/>
              </a:ext>
            </a:extLst>
          </p:cNvPr>
          <p:cNvSpPr>
            <a:spLocks noGrp="1"/>
          </p:cNvSpPr>
          <p:nvPr/>
        </p:nvSpPr>
        <p:spPr>
          <a:xfrm>
            <a:off x="2867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0" name="F2_precision_recall_distributions_5254">
            <a:extLst>
              <a:ext uri="{FF2B5EF4-FFF2-40B4-BE49-F238E27FC236}">
                <a16:creationId xmlns:a16="http://schemas.microsoft.com/office/drawing/2014/main" id="{D2EDC199-367A-4988-9154-5EAD6FCC5651}"/>
              </a:ext>
            </a:extLst>
          </p:cNvPr>
          <p:cNvSpPr>
            <a:spLocks noGrp="1"/>
          </p:cNvSpPr>
          <p:nvPr/>
        </p:nvSpPr>
        <p:spPr>
          <a:xfrm>
            <a:off x="307784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1" name="F2_precision_recall_distributions_5255">
            <a:extLst>
              <a:ext uri="{FF2B5EF4-FFF2-40B4-BE49-F238E27FC236}">
                <a16:creationId xmlns:a16="http://schemas.microsoft.com/office/drawing/2014/main" id="{0E8BF06C-CD86-4FF4-919F-A564F3395D11}"/>
              </a:ext>
            </a:extLst>
          </p:cNvPr>
          <p:cNvSpPr>
            <a:spLocks noGrp="1"/>
          </p:cNvSpPr>
          <p:nvPr/>
        </p:nvSpPr>
        <p:spPr>
          <a:xfrm>
            <a:off x="2905152" y="44951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2" name="F2_precision_recall_distributions_5256">
            <a:extLst>
              <a:ext uri="{FF2B5EF4-FFF2-40B4-BE49-F238E27FC236}">
                <a16:creationId xmlns:a16="http://schemas.microsoft.com/office/drawing/2014/main" id="{D3296A99-D0DA-417C-A4BF-B5DCB834C3DD}"/>
              </a:ext>
            </a:extLst>
          </p:cNvPr>
          <p:cNvSpPr>
            <a:spLocks noGrp="1"/>
          </p:cNvSpPr>
          <p:nvPr/>
        </p:nvSpPr>
        <p:spPr>
          <a:xfrm>
            <a:off x="289174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3" name="F2_precision_recall_distributions_5257">
            <a:extLst>
              <a:ext uri="{FF2B5EF4-FFF2-40B4-BE49-F238E27FC236}">
                <a16:creationId xmlns:a16="http://schemas.microsoft.com/office/drawing/2014/main" id="{72550701-6F70-48EF-A0AC-4E85495104EC}"/>
              </a:ext>
            </a:extLst>
          </p:cNvPr>
          <p:cNvSpPr>
            <a:spLocks noGrp="1"/>
          </p:cNvSpPr>
          <p:nvPr/>
        </p:nvSpPr>
        <p:spPr>
          <a:xfrm>
            <a:off x="30937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4" name="F2_precision_recall_distributions_5258">
            <a:extLst>
              <a:ext uri="{FF2B5EF4-FFF2-40B4-BE49-F238E27FC236}">
                <a16:creationId xmlns:a16="http://schemas.microsoft.com/office/drawing/2014/main" id="{C95AFB50-5FF7-4E68-9BF0-876779007BC5}"/>
              </a:ext>
            </a:extLst>
          </p:cNvPr>
          <p:cNvSpPr>
            <a:spLocks noGrp="1"/>
          </p:cNvSpPr>
          <p:nvPr/>
        </p:nvSpPr>
        <p:spPr>
          <a:xfrm>
            <a:off x="3132543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5" name="F2_precision_recall_distributions_5259">
            <a:extLst>
              <a:ext uri="{FF2B5EF4-FFF2-40B4-BE49-F238E27FC236}">
                <a16:creationId xmlns:a16="http://schemas.microsoft.com/office/drawing/2014/main" id="{6C5F37FD-8AC2-4B74-AFAE-DFBC5888AD52}"/>
              </a:ext>
            </a:extLst>
          </p:cNvPr>
          <p:cNvSpPr>
            <a:spLocks noGrp="1"/>
          </p:cNvSpPr>
          <p:nvPr/>
        </p:nvSpPr>
        <p:spPr>
          <a:xfrm>
            <a:off x="31661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6" name="F2_precision_recall_distributions_5260">
            <a:extLst>
              <a:ext uri="{FF2B5EF4-FFF2-40B4-BE49-F238E27FC236}">
                <a16:creationId xmlns:a16="http://schemas.microsoft.com/office/drawing/2014/main" id="{B9FBE46F-D005-44DD-B5FA-A9C8A3B8E86D}"/>
              </a:ext>
            </a:extLst>
          </p:cNvPr>
          <p:cNvSpPr>
            <a:spLocks noGrp="1"/>
          </p:cNvSpPr>
          <p:nvPr/>
        </p:nvSpPr>
        <p:spPr>
          <a:xfrm>
            <a:off x="292334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7" name="F2_precision_recall_distributions_5261">
            <a:extLst>
              <a:ext uri="{FF2B5EF4-FFF2-40B4-BE49-F238E27FC236}">
                <a16:creationId xmlns:a16="http://schemas.microsoft.com/office/drawing/2014/main" id="{6B358697-51B0-4B45-8E07-4004BC1CF1F6}"/>
              </a:ext>
            </a:extLst>
          </p:cNvPr>
          <p:cNvSpPr>
            <a:spLocks noGrp="1"/>
          </p:cNvSpPr>
          <p:nvPr/>
        </p:nvSpPr>
        <p:spPr>
          <a:xfrm>
            <a:off x="300804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8" name="F2_precision_recall_distributions_5262">
            <a:extLst>
              <a:ext uri="{FF2B5EF4-FFF2-40B4-BE49-F238E27FC236}">
                <a16:creationId xmlns:a16="http://schemas.microsoft.com/office/drawing/2014/main" id="{7B32ADD0-8B9A-4657-A548-9768BAF7F94C}"/>
              </a:ext>
            </a:extLst>
          </p:cNvPr>
          <p:cNvSpPr>
            <a:spLocks noGrp="1"/>
          </p:cNvSpPr>
          <p:nvPr/>
        </p:nvSpPr>
        <p:spPr>
          <a:xfrm>
            <a:off x="301457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49" name="F2_precision_recall_distributions_5263">
            <a:extLst>
              <a:ext uri="{FF2B5EF4-FFF2-40B4-BE49-F238E27FC236}">
                <a16:creationId xmlns:a16="http://schemas.microsoft.com/office/drawing/2014/main" id="{3F7FA9F0-13C7-4D7B-A1DC-88ADB94BCF05}"/>
              </a:ext>
            </a:extLst>
          </p:cNvPr>
          <p:cNvSpPr>
            <a:spLocks noGrp="1"/>
          </p:cNvSpPr>
          <p:nvPr/>
        </p:nvSpPr>
        <p:spPr>
          <a:xfrm>
            <a:off x="3036342" y="47603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0" name="F2_precision_recall_distributions_5264">
            <a:extLst>
              <a:ext uri="{FF2B5EF4-FFF2-40B4-BE49-F238E27FC236}">
                <a16:creationId xmlns:a16="http://schemas.microsoft.com/office/drawing/2014/main" id="{318ADA39-5FA8-4D46-B60C-0F920CBB9E04}"/>
              </a:ext>
            </a:extLst>
          </p:cNvPr>
          <p:cNvSpPr>
            <a:spLocks noGrp="1"/>
          </p:cNvSpPr>
          <p:nvPr/>
        </p:nvSpPr>
        <p:spPr>
          <a:xfrm>
            <a:off x="3073605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1" name="F2_precision_recall_distributions_5265">
            <a:extLst>
              <a:ext uri="{FF2B5EF4-FFF2-40B4-BE49-F238E27FC236}">
                <a16:creationId xmlns:a16="http://schemas.microsoft.com/office/drawing/2014/main" id="{E642EC53-188F-4F5F-B612-83EB5E46286C}"/>
              </a:ext>
            </a:extLst>
          </p:cNvPr>
          <p:cNvSpPr>
            <a:spLocks noGrp="1"/>
          </p:cNvSpPr>
          <p:nvPr/>
        </p:nvSpPr>
        <p:spPr>
          <a:xfrm>
            <a:off x="308457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2" name="F2_precision_recall_distributions_5266">
            <a:extLst>
              <a:ext uri="{FF2B5EF4-FFF2-40B4-BE49-F238E27FC236}">
                <a16:creationId xmlns:a16="http://schemas.microsoft.com/office/drawing/2014/main" id="{6B7EA29F-40B4-40E7-86BE-2C9305C51781}"/>
              </a:ext>
            </a:extLst>
          </p:cNvPr>
          <p:cNvSpPr>
            <a:spLocks noGrp="1"/>
          </p:cNvSpPr>
          <p:nvPr/>
        </p:nvSpPr>
        <p:spPr>
          <a:xfrm>
            <a:off x="29227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3" name="F2_precision_recall_distributions_5267">
            <a:extLst>
              <a:ext uri="{FF2B5EF4-FFF2-40B4-BE49-F238E27FC236}">
                <a16:creationId xmlns:a16="http://schemas.microsoft.com/office/drawing/2014/main" id="{78941DC6-1121-4475-B4BC-7AE126CCA967}"/>
              </a:ext>
            </a:extLst>
          </p:cNvPr>
          <p:cNvSpPr>
            <a:spLocks noGrp="1"/>
          </p:cNvSpPr>
          <p:nvPr/>
        </p:nvSpPr>
        <p:spPr>
          <a:xfrm>
            <a:off x="306399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4" name="F2_precision_recall_distributions_5268">
            <a:extLst>
              <a:ext uri="{FF2B5EF4-FFF2-40B4-BE49-F238E27FC236}">
                <a16:creationId xmlns:a16="http://schemas.microsoft.com/office/drawing/2014/main" id="{59D2B157-7EB9-4708-8138-CBDC5FF61A49}"/>
              </a:ext>
            </a:extLst>
          </p:cNvPr>
          <p:cNvSpPr>
            <a:spLocks noGrp="1"/>
          </p:cNvSpPr>
          <p:nvPr/>
        </p:nvSpPr>
        <p:spPr>
          <a:xfrm>
            <a:off x="2931712" y="45936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5" name="F2_precision_recall_distributions_5269">
            <a:extLst>
              <a:ext uri="{FF2B5EF4-FFF2-40B4-BE49-F238E27FC236}">
                <a16:creationId xmlns:a16="http://schemas.microsoft.com/office/drawing/2014/main" id="{6249608A-BD05-410B-B225-CA68F6BFBA91}"/>
              </a:ext>
            </a:extLst>
          </p:cNvPr>
          <p:cNvSpPr>
            <a:spLocks noGrp="1"/>
          </p:cNvSpPr>
          <p:nvPr/>
        </p:nvSpPr>
        <p:spPr>
          <a:xfrm>
            <a:off x="296627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6" name="F2_precision_recall_distributions_5270">
            <a:extLst>
              <a:ext uri="{FF2B5EF4-FFF2-40B4-BE49-F238E27FC236}">
                <a16:creationId xmlns:a16="http://schemas.microsoft.com/office/drawing/2014/main" id="{26C0709E-08C6-47C2-B8D6-709C2FB2B71C}"/>
              </a:ext>
            </a:extLst>
          </p:cNvPr>
          <p:cNvSpPr>
            <a:spLocks noGrp="1"/>
          </p:cNvSpPr>
          <p:nvPr/>
        </p:nvSpPr>
        <p:spPr>
          <a:xfrm>
            <a:off x="3049779" y="4937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7" name="F2_precision_recall_distributions_5271">
            <a:extLst>
              <a:ext uri="{FF2B5EF4-FFF2-40B4-BE49-F238E27FC236}">
                <a16:creationId xmlns:a16="http://schemas.microsoft.com/office/drawing/2014/main" id="{D562DA66-88B6-4C25-B420-1E64FE165557}"/>
              </a:ext>
            </a:extLst>
          </p:cNvPr>
          <p:cNvSpPr>
            <a:spLocks noGrp="1"/>
          </p:cNvSpPr>
          <p:nvPr/>
        </p:nvSpPr>
        <p:spPr>
          <a:xfrm>
            <a:off x="295837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8" name="F2_precision_recall_distributions_5272">
            <a:extLst>
              <a:ext uri="{FF2B5EF4-FFF2-40B4-BE49-F238E27FC236}">
                <a16:creationId xmlns:a16="http://schemas.microsoft.com/office/drawing/2014/main" id="{2C8EDF4B-F5E5-4EEA-A96B-9138C5A6A267}"/>
              </a:ext>
            </a:extLst>
          </p:cNvPr>
          <p:cNvSpPr>
            <a:spLocks noGrp="1"/>
          </p:cNvSpPr>
          <p:nvPr/>
        </p:nvSpPr>
        <p:spPr>
          <a:xfrm>
            <a:off x="305683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59" name="F2_precision_recall_distributions_5273">
            <a:extLst>
              <a:ext uri="{FF2B5EF4-FFF2-40B4-BE49-F238E27FC236}">
                <a16:creationId xmlns:a16="http://schemas.microsoft.com/office/drawing/2014/main" id="{AE4A00C8-7C24-464A-B260-26F6CEEE991D}"/>
              </a:ext>
            </a:extLst>
          </p:cNvPr>
          <p:cNvSpPr>
            <a:spLocks noGrp="1"/>
          </p:cNvSpPr>
          <p:nvPr/>
        </p:nvSpPr>
        <p:spPr>
          <a:xfrm>
            <a:off x="298722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0" name="F2_precision_recall_distributions_5274">
            <a:extLst>
              <a:ext uri="{FF2B5EF4-FFF2-40B4-BE49-F238E27FC236}">
                <a16:creationId xmlns:a16="http://schemas.microsoft.com/office/drawing/2014/main" id="{3234F2DB-B606-4D1D-9C6C-807E0429D7A3}"/>
              </a:ext>
            </a:extLst>
          </p:cNvPr>
          <p:cNvSpPr>
            <a:spLocks noGrp="1"/>
          </p:cNvSpPr>
          <p:nvPr/>
        </p:nvSpPr>
        <p:spPr>
          <a:xfrm>
            <a:off x="302307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1" name="F2_precision_recall_distributions_5275">
            <a:extLst>
              <a:ext uri="{FF2B5EF4-FFF2-40B4-BE49-F238E27FC236}">
                <a16:creationId xmlns:a16="http://schemas.microsoft.com/office/drawing/2014/main" id="{752EC928-F335-4265-A676-E7FCF8A90C39}"/>
              </a:ext>
            </a:extLst>
          </p:cNvPr>
          <p:cNvSpPr>
            <a:spLocks noGrp="1"/>
          </p:cNvSpPr>
          <p:nvPr/>
        </p:nvSpPr>
        <p:spPr>
          <a:xfrm>
            <a:off x="30395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2" name="F2_precision_recall_distributions_5276">
            <a:extLst>
              <a:ext uri="{FF2B5EF4-FFF2-40B4-BE49-F238E27FC236}">
                <a16:creationId xmlns:a16="http://schemas.microsoft.com/office/drawing/2014/main" id="{A7109688-4D25-466A-9079-30D7BFE2EA4B}"/>
              </a:ext>
            </a:extLst>
          </p:cNvPr>
          <p:cNvSpPr>
            <a:spLocks noGrp="1"/>
          </p:cNvSpPr>
          <p:nvPr/>
        </p:nvSpPr>
        <p:spPr>
          <a:xfrm>
            <a:off x="31131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3" name="F2_precision_recall_distributions_5277">
            <a:extLst>
              <a:ext uri="{FF2B5EF4-FFF2-40B4-BE49-F238E27FC236}">
                <a16:creationId xmlns:a16="http://schemas.microsoft.com/office/drawing/2014/main" id="{5EB1F5BC-AD7C-4554-9CE1-BDED26DC298C}"/>
              </a:ext>
            </a:extLst>
          </p:cNvPr>
          <p:cNvSpPr>
            <a:spLocks noGrp="1"/>
          </p:cNvSpPr>
          <p:nvPr/>
        </p:nvSpPr>
        <p:spPr>
          <a:xfrm>
            <a:off x="303022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4" name="F2_precision_recall_distributions_5278">
            <a:extLst>
              <a:ext uri="{FF2B5EF4-FFF2-40B4-BE49-F238E27FC236}">
                <a16:creationId xmlns:a16="http://schemas.microsoft.com/office/drawing/2014/main" id="{92D31560-821B-4BDC-BFA9-F1985847E501}"/>
              </a:ext>
            </a:extLst>
          </p:cNvPr>
          <p:cNvSpPr>
            <a:spLocks noGrp="1"/>
          </p:cNvSpPr>
          <p:nvPr/>
        </p:nvSpPr>
        <p:spPr>
          <a:xfrm>
            <a:off x="297007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5" name="F2_precision_recall_distributions_5279">
            <a:extLst>
              <a:ext uri="{FF2B5EF4-FFF2-40B4-BE49-F238E27FC236}">
                <a16:creationId xmlns:a16="http://schemas.microsoft.com/office/drawing/2014/main" id="{98DBDC97-109E-4B3D-8457-5597C3B9C18A}"/>
              </a:ext>
            </a:extLst>
          </p:cNvPr>
          <p:cNvSpPr>
            <a:spLocks noGrp="1"/>
          </p:cNvSpPr>
          <p:nvPr/>
        </p:nvSpPr>
        <p:spPr>
          <a:xfrm>
            <a:off x="298433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6" name="F2_precision_recall_distributions_5280">
            <a:extLst>
              <a:ext uri="{FF2B5EF4-FFF2-40B4-BE49-F238E27FC236}">
                <a16:creationId xmlns:a16="http://schemas.microsoft.com/office/drawing/2014/main" id="{D5EF7476-E5D9-43B4-B4C5-917A4C28D548}"/>
              </a:ext>
            </a:extLst>
          </p:cNvPr>
          <p:cNvSpPr>
            <a:spLocks noGrp="1"/>
          </p:cNvSpPr>
          <p:nvPr/>
        </p:nvSpPr>
        <p:spPr>
          <a:xfrm>
            <a:off x="2931604" y="447954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7" name="F2_precision_recall_distributions_5281">
            <a:extLst>
              <a:ext uri="{FF2B5EF4-FFF2-40B4-BE49-F238E27FC236}">
                <a16:creationId xmlns:a16="http://schemas.microsoft.com/office/drawing/2014/main" id="{71EF7A76-FDD6-4AC0-AF44-870E137F9A1F}"/>
              </a:ext>
            </a:extLst>
          </p:cNvPr>
          <p:cNvSpPr>
            <a:spLocks noGrp="1"/>
          </p:cNvSpPr>
          <p:nvPr/>
        </p:nvSpPr>
        <p:spPr>
          <a:xfrm>
            <a:off x="29164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8" name="F2_precision_recall_distributions_5282">
            <a:extLst>
              <a:ext uri="{FF2B5EF4-FFF2-40B4-BE49-F238E27FC236}">
                <a16:creationId xmlns:a16="http://schemas.microsoft.com/office/drawing/2014/main" id="{B93F15F0-64B1-436E-984C-9AF79AB48F9B}"/>
              </a:ext>
            </a:extLst>
          </p:cNvPr>
          <p:cNvSpPr>
            <a:spLocks noGrp="1"/>
          </p:cNvSpPr>
          <p:nvPr/>
        </p:nvSpPr>
        <p:spPr>
          <a:xfrm>
            <a:off x="2852302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69" name="F2_precision_recall_distributions_5283">
            <a:extLst>
              <a:ext uri="{FF2B5EF4-FFF2-40B4-BE49-F238E27FC236}">
                <a16:creationId xmlns:a16="http://schemas.microsoft.com/office/drawing/2014/main" id="{117735E5-0DAC-49D3-9CDB-3512EDF0F7FB}"/>
              </a:ext>
            </a:extLst>
          </p:cNvPr>
          <p:cNvSpPr>
            <a:spLocks noGrp="1"/>
          </p:cNvSpPr>
          <p:nvPr/>
        </p:nvSpPr>
        <p:spPr>
          <a:xfrm>
            <a:off x="3061807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0" name="F2_precision_recall_distributions_5284">
            <a:extLst>
              <a:ext uri="{FF2B5EF4-FFF2-40B4-BE49-F238E27FC236}">
                <a16:creationId xmlns:a16="http://schemas.microsoft.com/office/drawing/2014/main" id="{07F19A34-B29D-41C8-AE75-83D9756A6848}"/>
              </a:ext>
            </a:extLst>
          </p:cNvPr>
          <p:cNvSpPr>
            <a:spLocks noGrp="1"/>
          </p:cNvSpPr>
          <p:nvPr/>
        </p:nvSpPr>
        <p:spPr>
          <a:xfrm>
            <a:off x="3025678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1" name="F2_precision_recall_distributions_5285">
            <a:extLst>
              <a:ext uri="{FF2B5EF4-FFF2-40B4-BE49-F238E27FC236}">
                <a16:creationId xmlns:a16="http://schemas.microsoft.com/office/drawing/2014/main" id="{74416C43-1039-4A27-AABF-A577B25D42AF}"/>
              </a:ext>
            </a:extLst>
          </p:cNvPr>
          <p:cNvSpPr>
            <a:spLocks noGrp="1"/>
          </p:cNvSpPr>
          <p:nvPr/>
        </p:nvSpPr>
        <p:spPr>
          <a:xfrm>
            <a:off x="2957374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2" name="F2_precision_recall_distributions_5286">
            <a:extLst>
              <a:ext uri="{FF2B5EF4-FFF2-40B4-BE49-F238E27FC236}">
                <a16:creationId xmlns:a16="http://schemas.microsoft.com/office/drawing/2014/main" id="{A6665417-ED99-41F4-9687-292107A8E0E1}"/>
              </a:ext>
            </a:extLst>
          </p:cNvPr>
          <p:cNvSpPr>
            <a:spLocks noGrp="1"/>
          </p:cNvSpPr>
          <p:nvPr/>
        </p:nvSpPr>
        <p:spPr>
          <a:xfrm>
            <a:off x="28907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3" name="F2_precision_recall_distributions_5287">
            <a:extLst>
              <a:ext uri="{FF2B5EF4-FFF2-40B4-BE49-F238E27FC236}">
                <a16:creationId xmlns:a16="http://schemas.microsoft.com/office/drawing/2014/main" id="{DBE88946-018E-433C-84E7-9CAAF492838B}"/>
              </a:ext>
            </a:extLst>
          </p:cNvPr>
          <p:cNvSpPr>
            <a:spLocks noGrp="1"/>
          </p:cNvSpPr>
          <p:nvPr/>
        </p:nvSpPr>
        <p:spPr>
          <a:xfrm>
            <a:off x="3095507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4" name="F2_precision_recall_distributions_5288">
            <a:extLst>
              <a:ext uri="{FF2B5EF4-FFF2-40B4-BE49-F238E27FC236}">
                <a16:creationId xmlns:a16="http://schemas.microsoft.com/office/drawing/2014/main" id="{F4A783B6-8C6E-4D2B-974D-CE7EB02D3DD6}"/>
              </a:ext>
            </a:extLst>
          </p:cNvPr>
          <p:cNvSpPr>
            <a:spLocks noGrp="1"/>
          </p:cNvSpPr>
          <p:nvPr/>
        </p:nvSpPr>
        <p:spPr>
          <a:xfrm>
            <a:off x="316781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5" name="F2_precision_recall_distributions_5289">
            <a:extLst>
              <a:ext uri="{FF2B5EF4-FFF2-40B4-BE49-F238E27FC236}">
                <a16:creationId xmlns:a16="http://schemas.microsoft.com/office/drawing/2014/main" id="{097A3F99-D5CD-46ED-B302-E7C9BD1509C8}"/>
              </a:ext>
            </a:extLst>
          </p:cNvPr>
          <p:cNvSpPr>
            <a:spLocks noGrp="1"/>
          </p:cNvSpPr>
          <p:nvPr/>
        </p:nvSpPr>
        <p:spPr>
          <a:xfrm>
            <a:off x="3091160" y="4525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6" name="F2_precision_recall_distributions_5290">
            <a:extLst>
              <a:ext uri="{FF2B5EF4-FFF2-40B4-BE49-F238E27FC236}">
                <a16:creationId xmlns:a16="http://schemas.microsoft.com/office/drawing/2014/main" id="{30905005-6E40-4A26-BCBD-13177B8C1573}"/>
              </a:ext>
            </a:extLst>
          </p:cNvPr>
          <p:cNvSpPr>
            <a:spLocks noGrp="1"/>
          </p:cNvSpPr>
          <p:nvPr/>
        </p:nvSpPr>
        <p:spPr>
          <a:xfrm>
            <a:off x="2916804" y="43266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7" name="F2_precision_recall_distributions_5291">
            <a:extLst>
              <a:ext uri="{FF2B5EF4-FFF2-40B4-BE49-F238E27FC236}">
                <a16:creationId xmlns:a16="http://schemas.microsoft.com/office/drawing/2014/main" id="{CE176EBC-0D46-40D8-A697-6EE5BD3C90DF}"/>
              </a:ext>
            </a:extLst>
          </p:cNvPr>
          <p:cNvSpPr>
            <a:spLocks noGrp="1"/>
          </p:cNvSpPr>
          <p:nvPr/>
        </p:nvSpPr>
        <p:spPr>
          <a:xfrm>
            <a:off x="283295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8" name="F2_precision_recall_distributions_5292">
            <a:extLst>
              <a:ext uri="{FF2B5EF4-FFF2-40B4-BE49-F238E27FC236}">
                <a16:creationId xmlns:a16="http://schemas.microsoft.com/office/drawing/2014/main" id="{0F7DCE90-6FD2-4B1F-91C0-C93231E0DC24}"/>
              </a:ext>
            </a:extLst>
          </p:cNvPr>
          <p:cNvSpPr>
            <a:spLocks noGrp="1"/>
          </p:cNvSpPr>
          <p:nvPr/>
        </p:nvSpPr>
        <p:spPr>
          <a:xfrm>
            <a:off x="284797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79" name="F2_precision_recall_distributions_5293">
            <a:extLst>
              <a:ext uri="{FF2B5EF4-FFF2-40B4-BE49-F238E27FC236}">
                <a16:creationId xmlns:a16="http://schemas.microsoft.com/office/drawing/2014/main" id="{AE37C1B8-2D52-42B0-8BCB-44A7E1CC83F8}"/>
              </a:ext>
            </a:extLst>
          </p:cNvPr>
          <p:cNvSpPr>
            <a:spLocks noGrp="1"/>
          </p:cNvSpPr>
          <p:nvPr/>
        </p:nvSpPr>
        <p:spPr>
          <a:xfrm>
            <a:off x="31119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0" name="F2_precision_recall_distributions_5294">
            <a:extLst>
              <a:ext uri="{FF2B5EF4-FFF2-40B4-BE49-F238E27FC236}">
                <a16:creationId xmlns:a16="http://schemas.microsoft.com/office/drawing/2014/main" id="{302087EC-4A20-4310-B87D-87FF50717329}"/>
              </a:ext>
            </a:extLst>
          </p:cNvPr>
          <p:cNvSpPr>
            <a:spLocks noGrp="1"/>
          </p:cNvSpPr>
          <p:nvPr/>
        </p:nvSpPr>
        <p:spPr>
          <a:xfrm>
            <a:off x="30480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1" name="F2_precision_recall_distributions_5295">
            <a:extLst>
              <a:ext uri="{FF2B5EF4-FFF2-40B4-BE49-F238E27FC236}">
                <a16:creationId xmlns:a16="http://schemas.microsoft.com/office/drawing/2014/main" id="{8A75142C-3FF3-4BE1-AFB2-395A2E7266D2}"/>
              </a:ext>
            </a:extLst>
          </p:cNvPr>
          <p:cNvSpPr>
            <a:spLocks noGrp="1"/>
          </p:cNvSpPr>
          <p:nvPr/>
        </p:nvSpPr>
        <p:spPr>
          <a:xfrm>
            <a:off x="2848475" y="4418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2" name="F2_precision_recall_distributions_5296">
            <a:extLst>
              <a:ext uri="{FF2B5EF4-FFF2-40B4-BE49-F238E27FC236}">
                <a16:creationId xmlns:a16="http://schemas.microsoft.com/office/drawing/2014/main" id="{8B0014A1-B4D1-4308-B2FE-AFE57448CEE4}"/>
              </a:ext>
            </a:extLst>
          </p:cNvPr>
          <p:cNvSpPr>
            <a:spLocks noGrp="1"/>
          </p:cNvSpPr>
          <p:nvPr/>
        </p:nvSpPr>
        <p:spPr>
          <a:xfrm>
            <a:off x="287907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3" name="F2_precision_recall_distributions_5297">
            <a:extLst>
              <a:ext uri="{FF2B5EF4-FFF2-40B4-BE49-F238E27FC236}">
                <a16:creationId xmlns:a16="http://schemas.microsoft.com/office/drawing/2014/main" id="{B98E38F4-BA57-455F-A667-AAC69A3A2D95}"/>
              </a:ext>
            </a:extLst>
          </p:cNvPr>
          <p:cNvSpPr>
            <a:spLocks noGrp="1"/>
          </p:cNvSpPr>
          <p:nvPr/>
        </p:nvSpPr>
        <p:spPr>
          <a:xfrm>
            <a:off x="297964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4" name="F2_precision_recall_distributions_5298">
            <a:extLst>
              <a:ext uri="{FF2B5EF4-FFF2-40B4-BE49-F238E27FC236}">
                <a16:creationId xmlns:a16="http://schemas.microsoft.com/office/drawing/2014/main" id="{A97A89BD-5F84-4F6C-8894-E4F0D41BEDCF}"/>
              </a:ext>
            </a:extLst>
          </p:cNvPr>
          <p:cNvSpPr>
            <a:spLocks noGrp="1"/>
          </p:cNvSpPr>
          <p:nvPr/>
        </p:nvSpPr>
        <p:spPr>
          <a:xfrm>
            <a:off x="30086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5" name="F2_precision_recall_distributions_5299">
            <a:extLst>
              <a:ext uri="{FF2B5EF4-FFF2-40B4-BE49-F238E27FC236}">
                <a16:creationId xmlns:a16="http://schemas.microsoft.com/office/drawing/2014/main" id="{65733D6B-B696-4B35-9CA6-939251C65080}"/>
              </a:ext>
            </a:extLst>
          </p:cNvPr>
          <p:cNvSpPr>
            <a:spLocks noGrp="1"/>
          </p:cNvSpPr>
          <p:nvPr/>
        </p:nvSpPr>
        <p:spPr>
          <a:xfrm>
            <a:off x="28176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6" name="F2_precision_recall_distributions_5300">
            <a:extLst>
              <a:ext uri="{FF2B5EF4-FFF2-40B4-BE49-F238E27FC236}">
                <a16:creationId xmlns:a16="http://schemas.microsoft.com/office/drawing/2014/main" id="{1750E2B7-7AD2-4EF8-908E-ED58E3910B51}"/>
              </a:ext>
            </a:extLst>
          </p:cNvPr>
          <p:cNvSpPr>
            <a:spLocks noGrp="1"/>
          </p:cNvSpPr>
          <p:nvPr/>
        </p:nvSpPr>
        <p:spPr>
          <a:xfrm>
            <a:off x="302561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7" name="F2_precision_recall_distributions_5301">
            <a:extLst>
              <a:ext uri="{FF2B5EF4-FFF2-40B4-BE49-F238E27FC236}">
                <a16:creationId xmlns:a16="http://schemas.microsoft.com/office/drawing/2014/main" id="{0140682F-76CF-4A7D-BC46-66D2DA65BB09}"/>
              </a:ext>
            </a:extLst>
          </p:cNvPr>
          <p:cNvSpPr>
            <a:spLocks noGrp="1"/>
          </p:cNvSpPr>
          <p:nvPr/>
        </p:nvSpPr>
        <p:spPr>
          <a:xfrm>
            <a:off x="291782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8" name="F2_precision_recall_distributions_5302">
            <a:extLst>
              <a:ext uri="{FF2B5EF4-FFF2-40B4-BE49-F238E27FC236}">
                <a16:creationId xmlns:a16="http://schemas.microsoft.com/office/drawing/2014/main" id="{8813A883-A4BB-42CD-B085-1153ABDC3637}"/>
              </a:ext>
            </a:extLst>
          </p:cNvPr>
          <p:cNvSpPr>
            <a:spLocks noGrp="1"/>
          </p:cNvSpPr>
          <p:nvPr/>
        </p:nvSpPr>
        <p:spPr>
          <a:xfrm>
            <a:off x="3043578" y="47250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89" name="F2_precision_recall_distributions_5303">
            <a:extLst>
              <a:ext uri="{FF2B5EF4-FFF2-40B4-BE49-F238E27FC236}">
                <a16:creationId xmlns:a16="http://schemas.microsoft.com/office/drawing/2014/main" id="{025C7504-6E66-4A26-9EC9-CE4E7C169266}"/>
              </a:ext>
            </a:extLst>
          </p:cNvPr>
          <p:cNvSpPr>
            <a:spLocks noGrp="1"/>
          </p:cNvSpPr>
          <p:nvPr/>
        </p:nvSpPr>
        <p:spPr>
          <a:xfrm>
            <a:off x="3179977" y="48134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0" name="F2_precision_recall_distributions_5304">
            <a:extLst>
              <a:ext uri="{FF2B5EF4-FFF2-40B4-BE49-F238E27FC236}">
                <a16:creationId xmlns:a16="http://schemas.microsoft.com/office/drawing/2014/main" id="{0F3D1CC4-C8F1-4C90-9CBA-221A43D9BB16}"/>
              </a:ext>
            </a:extLst>
          </p:cNvPr>
          <p:cNvSpPr>
            <a:spLocks noGrp="1"/>
          </p:cNvSpPr>
          <p:nvPr/>
        </p:nvSpPr>
        <p:spPr>
          <a:xfrm>
            <a:off x="285673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1" name="F2_precision_recall_distributions_5305">
            <a:extLst>
              <a:ext uri="{FF2B5EF4-FFF2-40B4-BE49-F238E27FC236}">
                <a16:creationId xmlns:a16="http://schemas.microsoft.com/office/drawing/2014/main" id="{E992F1CA-0733-4821-A58F-EC568804D331}"/>
              </a:ext>
            </a:extLst>
          </p:cNvPr>
          <p:cNvSpPr>
            <a:spLocks noGrp="1"/>
          </p:cNvSpPr>
          <p:nvPr/>
        </p:nvSpPr>
        <p:spPr>
          <a:xfrm>
            <a:off x="30705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2" name="F2_precision_recall_distributions_5306">
            <a:extLst>
              <a:ext uri="{FF2B5EF4-FFF2-40B4-BE49-F238E27FC236}">
                <a16:creationId xmlns:a16="http://schemas.microsoft.com/office/drawing/2014/main" id="{AA8DF121-ACB8-4204-93D7-144F46624603}"/>
              </a:ext>
            </a:extLst>
          </p:cNvPr>
          <p:cNvSpPr>
            <a:spLocks noGrp="1"/>
          </p:cNvSpPr>
          <p:nvPr/>
        </p:nvSpPr>
        <p:spPr>
          <a:xfrm>
            <a:off x="2836532" y="48765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3" name="F2_precision_recall_distributions_5307">
            <a:extLst>
              <a:ext uri="{FF2B5EF4-FFF2-40B4-BE49-F238E27FC236}">
                <a16:creationId xmlns:a16="http://schemas.microsoft.com/office/drawing/2014/main" id="{148DDDA9-E3F3-4742-B67B-1AF8F7229898}"/>
              </a:ext>
            </a:extLst>
          </p:cNvPr>
          <p:cNvSpPr>
            <a:spLocks noGrp="1"/>
          </p:cNvSpPr>
          <p:nvPr/>
        </p:nvSpPr>
        <p:spPr>
          <a:xfrm>
            <a:off x="29972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4" name="F2_precision_recall_distributions_5308">
            <a:extLst>
              <a:ext uri="{FF2B5EF4-FFF2-40B4-BE49-F238E27FC236}">
                <a16:creationId xmlns:a16="http://schemas.microsoft.com/office/drawing/2014/main" id="{A2123A93-396A-4E9E-8D60-96BEB6DC1619}"/>
              </a:ext>
            </a:extLst>
          </p:cNvPr>
          <p:cNvSpPr>
            <a:spLocks noGrp="1"/>
          </p:cNvSpPr>
          <p:nvPr/>
        </p:nvSpPr>
        <p:spPr>
          <a:xfrm>
            <a:off x="2926312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5" name="F2_precision_recall_distributions_5309">
            <a:extLst>
              <a:ext uri="{FF2B5EF4-FFF2-40B4-BE49-F238E27FC236}">
                <a16:creationId xmlns:a16="http://schemas.microsoft.com/office/drawing/2014/main" id="{B950C350-7422-4F09-A0AA-31FABB496DFB}"/>
              </a:ext>
            </a:extLst>
          </p:cNvPr>
          <p:cNvSpPr>
            <a:spLocks noGrp="1"/>
          </p:cNvSpPr>
          <p:nvPr/>
        </p:nvSpPr>
        <p:spPr>
          <a:xfrm>
            <a:off x="283775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6" name="F2_precision_recall_distributions_5310">
            <a:extLst>
              <a:ext uri="{FF2B5EF4-FFF2-40B4-BE49-F238E27FC236}">
                <a16:creationId xmlns:a16="http://schemas.microsoft.com/office/drawing/2014/main" id="{213DD126-FACA-4151-8964-8C0720628432}"/>
              </a:ext>
            </a:extLst>
          </p:cNvPr>
          <p:cNvSpPr>
            <a:spLocks noGrp="1"/>
          </p:cNvSpPr>
          <p:nvPr/>
        </p:nvSpPr>
        <p:spPr>
          <a:xfrm>
            <a:off x="309978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7" name="F2_precision_recall_distributions_5311">
            <a:extLst>
              <a:ext uri="{FF2B5EF4-FFF2-40B4-BE49-F238E27FC236}">
                <a16:creationId xmlns:a16="http://schemas.microsoft.com/office/drawing/2014/main" id="{A00EE0A9-2C18-483F-85C7-BCCF158312C4}"/>
              </a:ext>
            </a:extLst>
          </p:cNvPr>
          <p:cNvSpPr>
            <a:spLocks noGrp="1"/>
          </p:cNvSpPr>
          <p:nvPr/>
        </p:nvSpPr>
        <p:spPr>
          <a:xfrm>
            <a:off x="3018704" y="47603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8" name="F2_precision_recall_distributions_5312">
            <a:extLst>
              <a:ext uri="{FF2B5EF4-FFF2-40B4-BE49-F238E27FC236}">
                <a16:creationId xmlns:a16="http://schemas.microsoft.com/office/drawing/2014/main" id="{DC80BFAE-F4A2-40FF-B4F4-141360FF08B6}"/>
              </a:ext>
            </a:extLst>
          </p:cNvPr>
          <p:cNvSpPr>
            <a:spLocks noGrp="1"/>
          </p:cNvSpPr>
          <p:nvPr/>
        </p:nvSpPr>
        <p:spPr>
          <a:xfrm>
            <a:off x="3176433" y="47755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499" name="F2_precision_recall_distributions_5313">
            <a:extLst>
              <a:ext uri="{FF2B5EF4-FFF2-40B4-BE49-F238E27FC236}">
                <a16:creationId xmlns:a16="http://schemas.microsoft.com/office/drawing/2014/main" id="{AEEB4D79-00E7-4DC3-960D-849C941F0557}"/>
              </a:ext>
            </a:extLst>
          </p:cNvPr>
          <p:cNvSpPr>
            <a:spLocks noGrp="1"/>
          </p:cNvSpPr>
          <p:nvPr/>
        </p:nvSpPr>
        <p:spPr>
          <a:xfrm>
            <a:off x="310992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0" name="F2_precision_recall_distributions_5314">
            <a:extLst>
              <a:ext uri="{FF2B5EF4-FFF2-40B4-BE49-F238E27FC236}">
                <a16:creationId xmlns:a16="http://schemas.microsoft.com/office/drawing/2014/main" id="{91A54767-72EC-4C51-8024-F1990626B55E}"/>
              </a:ext>
            </a:extLst>
          </p:cNvPr>
          <p:cNvSpPr>
            <a:spLocks noGrp="1"/>
          </p:cNvSpPr>
          <p:nvPr/>
        </p:nvSpPr>
        <p:spPr>
          <a:xfrm>
            <a:off x="316419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1" name="F2_precision_recall_distributions_5315">
            <a:extLst>
              <a:ext uri="{FF2B5EF4-FFF2-40B4-BE49-F238E27FC236}">
                <a16:creationId xmlns:a16="http://schemas.microsoft.com/office/drawing/2014/main" id="{03B5680A-A438-4294-9B3E-CF8A28E9224E}"/>
              </a:ext>
            </a:extLst>
          </p:cNvPr>
          <p:cNvSpPr>
            <a:spLocks noGrp="1"/>
          </p:cNvSpPr>
          <p:nvPr/>
        </p:nvSpPr>
        <p:spPr>
          <a:xfrm>
            <a:off x="294668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2" name="F2_precision_recall_distributions_5316">
            <a:extLst>
              <a:ext uri="{FF2B5EF4-FFF2-40B4-BE49-F238E27FC236}">
                <a16:creationId xmlns:a16="http://schemas.microsoft.com/office/drawing/2014/main" id="{0EA8D38B-C744-45EA-B62F-4AE9D0C050FA}"/>
              </a:ext>
            </a:extLst>
          </p:cNvPr>
          <p:cNvSpPr>
            <a:spLocks noGrp="1"/>
          </p:cNvSpPr>
          <p:nvPr/>
        </p:nvSpPr>
        <p:spPr>
          <a:xfrm>
            <a:off x="2857094" y="4286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3" name="F2_precision_recall_distributions_5317">
            <a:extLst>
              <a:ext uri="{FF2B5EF4-FFF2-40B4-BE49-F238E27FC236}">
                <a16:creationId xmlns:a16="http://schemas.microsoft.com/office/drawing/2014/main" id="{C678EDB2-B3D3-413B-9BD9-A0C18F05CA27}"/>
              </a:ext>
            </a:extLst>
          </p:cNvPr>
          <p:cNvSpPr>
            <a:spLocks noGrp="1"/>
          </p:cNvSpPr>
          <p:nvPr/>
        </p:nvSpPr>
        <p:spPr>
          <a:xfrm>
            <a:off x="31835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4" name="F2_precision_recall_distributions_5318">
            <a:extLst>
              <a:ext uri="{FF2B5EF4-FFF2-40B4-BE49-F238E27FC236}">
                <a16:creationId xmlns:a16="http://schemas.microsoft.com/office/drawing/2014/main" id="{84B4F8A1-4892-4058-A21E-ACA35819C025}"/>
              </a:ext>
            </a:extLst>
          </p:cNvPr>
          <p:cNvSpPr>
            <a:spLocks noGrp="1"/>
          </p:cNvSpPr>
          <p:nvPr/>
        </p:nvSpPr>
        <p:spPr>
          <a:xfrm>
            <a:off x="315939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5" name="F2_precision_recall_distributions_5319">
            <a:extLst>
              <a:ext uri="{FF2B5EF4-FFF2-40B4-BE49-F238E27FC236}">
                <a16:creationId xmlns:a16="http://schemas.microsoft.com/office/drawing/2014/main" id="{7D76269B-85D9-4C2E-B3E2-FF4047DAD0D7}"/>
              </a:ext>
            </a:extLst>
          </p:cNvPr>
          <p:cNvSpPr>
            <a:spLocks noGrp="1"/>
          </p:cNvSpPr>
          <p:nvPr/>
        </p:nvSpPr>
        <p:spPr>
          <a:xfrm>
            <a:off x="30378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6" name="F2_precision_recall_distributions_5320">
            <a:extLst>
              <a:ext uri="{FF2B5EF4-FFF2-40B4-BE49-F238E27FC236}">
                <a16:creationId xmlns:a16="http://schemas.microsoft.com/office/drawing/2014/main" id="{6DDAD3DE-D831-4A4A-8A7C-F708FB6C2004}"/>
              </a:ext>
            </a:extLst>
          </p:cNvPr>
          <p:cNvSpPr>
            <a:spLocks noGrp="1"/>
          </p:cNvSpPr>
          <p:nvPr/>
        </p:nvSpPr>
        <p:spPr>
          <a:xfrm>
            <a:off x="307568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7" name="F2_precision_recall_distributions_5321">
            <a:extLst>
              <a:ext uri="{FF2B5EF4-FFF2-40B4-BE49-F238E27FC236}">
                <a16:creationId xmlns:a16="http://schemas.microsoft.com/office/drawing/2014/main" id="{A40E5066-734D-4975-AB1E-9E201F4FD1A8}"/>
              </a:ext>
            </a:extLst>
          </p:cNvPr>
          <p:cNvSpPr>
            <a:spLocks noGrp="1"/>
          </p:cNvSpPr>
          <p:nvPr/>
        </p:nvSpPr>
        <p:spPr>
          <a:xfrm>
            <a:off x="296408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8" name="F2_precision_recall_distributions_5322">
            <a:extLst>
              <a:ext uri="{FF2B5EF4-FFF2-40B4-BE49-F238E27FC236}">
                <a16:creationId xmlns:a16="http://schemas.microsoft.com/office/drawing/2014/main" id="{7B681F81-B3A3-4841-82F2-DD1CFA08FF27}"/>
              </a:ext>
            </a:extLst>
          </p:cNvPr>
          <p:cNvSpPr>
            <a:spLocks noGrp="1"/>
          </p:cNvSpPr>
          <p:nvPr/>
        </p:nvSpPr>
        <p:spPr>
          <a:xfrm>
            <a:off x="31206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09" name="F2_precision_recall_distributions_5323">
            <a:extLst>
              <a:ext uri="{FF2B5EF4-FFF2-40B4-BE49-F238E27FC236}">
                <a16:creationId xmlns:a16="http://schemas.microsoft.com/office/drawing/2014/main" id="{5019CCFF-5B55-42DC-917B-C6298A3D7C4D}"/>
              </a:ext>
            </a:extLst>
          </p:cNvPr>
          <p:cNvSpPr>
            <a:spLocks noGrp="1"/>
          </p:cNvSpPr>
          <p:nvPr/>
        </p:nvSpPr>
        <p:spPr>
          <a:xfrm>
            <a:off x="295078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0" name="F2_precision_recall_distributions_5324">
            <a:extLst>
              <a:ext uri="{FF2B5EF4-FFF2-40B4-BE49-F238E27FC236}">
                <a16:creationId xmlns:a16="http://schemas.microsoft.com/office/drawing/2014/main" id="{31AEAFB7-6CBE-47F3-AC51-9C1EBB477F3D}"/>
              </a:ext>
            </a:extLst>
          </p:cNvPr>
          <p:cNvSpPr>
            <a:spLocks noGrp="1"/>
          </p:cNvSpPr>
          <p:nvPr/>
        </p:nvSpPr>
        <p:spPr>
          <a:xfrm>
            <a:off x="305068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1" name="F2_precision_recall_distributions_5325">
            <a:extLst>
              <a:ext uri="{FF2B5EF4-FFF2-40B4-BE49-F238E27FC236}">
                <a16:creationId xmlns:a16="http://schemas.microsoft.com/office/drawing/2014/main" id="{FB213234-2C45-4FB9-8C26-1CF17740FEE3}"/>
              </a:ext>
            </a:extLst>
          </p:cNvPr>
          <p:cNvSpPr>
            <a:spLocks noGrp="1"/>
          </p:cNvSpPr>
          <p:nvPr/>
        </p:nvSpPr>
        <p:spPr>
          <a:xfrm>
            <a:off x="3185783" y="490891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2" name="F2_precision_recall_distributions_5326">
            <a:extLst>
              <a:ext uri="{FF2B5EF4-FFF2-40B4-BE49-F238E27FC236}">
                <a16:creationId xmlns:a16="http://schemas.microsoft.com/office/drawing/2014/main" id="{92471F16-2BA7-40A0-B339-62FCF508A4AE}"/>
              </a:ext>
            </a:extLst>
          </p:cNvPr>
          <p:cNvSpPr>
            <a:spLocks noGrp="1"/>
          </p:cNvSpPr>
          <p:nvPr/>
        </p:nvSpPr>
        <p:spPr>
          <a:xfrm>
            <a:off x="2971138" y="42613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3" name="F2_precision_recall_distributions_5327">
            <a:extLst>
              <a:ext uri="{FF2B5EF4-FFF2-40B4-BE49-F238E27FC236}">
                <a16:creationId xmlns:a16="http://schemas.microsoft.com/office/drawing/2014/main" id="{92ACA4EC-1413-4413-9581-3462C2CDBCBD}"/>
              </a:ext>
            </a:extLst>
          </p:cNvPr>
          <p:cNvSpPr>
            <a:spLocks noGrp="1"/>
          </p:cNvSpPr>
          <p:nvPr/>
        </p:nvSpPr>
        <p:spPr>
          <a:xfrm>
            <a:off x="2994094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4" name="F2_precision_recall_distributions_5328">
            <a:extLst>
              <a:ext uri="{FF2B5EF4-FFF2-40B4-BE49-F238E27FC236}">
                <a16:creationId xmlns:a16="http://schemas.microsoft.com/office/drawing/2014/main" id="{D6A1DC0C-FA7B-4F5C-9F38-35AE22A2C46F}"/>
              </a:ext>
            </a:extLst>
          </p:cNvPr>
          <p:cNvSpPr>
            <a:spLocks noGrp="1"/>
          </p:cNvSpPr>
          <p:nvPr/>
        </p:nvSpPr>
        <p:spPr>
          <a:xfrm>
            <a:off x="295225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5" name="F2_precision_recall_distributions_5329">
            <a:extLst>
              <a:ext uri="{FF2B5EF4-FFF2-40B4-BE49-F238E27FC236}">
                <a16:creationId xmlns:a16="http://schemas.microsoft.com/office/drawing/2014/main" id="{8D55A88A-26FF-4EFF-ABDE-288BD1CEA7D5}"/>
              </a:ext>
            </a:extLst>
          </p:cNvPr>
          <p:cNvSpPr>
            <a:spLocks noGrp="1"/>
          </p:cNvSpPr>
          <p:nvPr/>
        </p:nvSpPr>
        <p:spPr>
          <a:xfrm>
            <a:off x="28203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6" name="F2_precision_recall_distributions_5330">
            <a:extLst>
              <a:ext uri="{FF2B5EF4-FFF2-40B4-BE49-F238E27FC236}">
                <a16:creationId xmlns:a16="http://schemas.microsoft.com/office/drawing/2014/main" id="{EC1F8380-8AE5-42FE-903E-C667153974BB}"/>
              </a:ext>
            </a:extLst>
          </p:cNvPr>
          <p:cNvSpPr>
            <a:spLocks noGrp="1"/>
          </p:cNvSpPr>
          <p:nvPr/>
        </p:nvSpPr>
        <p:spPr>
          <a:xfrm>
            <a:off x="30264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7" name="F2_precision_recall_distributions_5331">
            <a:extLst>
              <a:ext uri="{FF2B5EF4-FFF2-40B4-BE49-F238E27FC236}">
                <a16:creationId xmlns:a16="http://schemas.microsoft.com/office/drawing/2014/main" id="{5AF6056E-457E-4093-9D16-BAEA6013B6AB}"/>
              </a:ext>
            </a:extLst>
          </p:cNvPr>
          <p:cNvSpPr>
            <a:spLocks noGrp="1"/>
          </p:cNvSpPr>
          <p:nvPr/>
        </p:nvSpPr>
        <p:spPr>
          <a:xfrm>
            <a:off x="307287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8" name="F2_precision_recall_distributions_5332">
            <a:extLst>
              <a:ext uri="{FF2B5EF4-FFF2-40B4-BE49-F238E27FC236}">
                <a16:creationId xmlns:a16="http://schemas.microsoft.com/office/drawing/2014/main" id="{BD214A8E-E118-4194-BE00-48D0A462768C}"/>
              </a:ext>
            </a:extLst>
          </p:cNvPr>
          <p:cNvSpPr>
            <a:spLocks noGrp="1"/>
          </p:cNvSpPr>
          <p:nvPr/>
        </p:nvSpPr>
        <p:spPr>
          <a:xfrm>
            <a:off x="2963009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19" name="F2_precision_recall_distributions_5333">
            <a:extLst>
              <a:ext uri="{FF2B5EF4-FFF2-40B4-BE49-F238E27FC236}">
                <a16:creationId xmlns:a16="http://schemas.microsoft.com/office/drawing/2014/main" id="{B35487AF-A7BC-4DE4-8ADC-A31CCE308276}"/>
              </a:ext>
            </a:extLst>
          </p:cNvPr>
          <p:cNvSpPr>
            <a:spLocks noGrp="1"/>
          </p:cNvSpPr>
          <p:nvPr/>
        </p:nvSpPr>
        <p:spPr>
          <a:xfrm>
            <a:off x="3135517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0" name="F2_precision_recall_distributions_5334">
            <a:extLst>
              <a:ext uri="{FF2B5EF4-FFF2-40B4-BE49-F238E27FC236}">
                <a16:creationId xmlns:a16="http://schemas.microsoft.com/office/drawing/2014/main" id="{9A6E6BD9-CA7E-4C72-96C9-FA951FEF06C1}"/>
              </a:ext>
            </a:extLst>
          </p:cNvPr>
          <p:cNvSpPr>
            <a:spLocks noGrp="1"/>
          </p:cNvSpPr>
          <p:nvPr/>
        </p:nvSpPr>
        <p:spPr>
          <a:xfrm>
            <a:off x="29852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1" name="F2_precision_recall_distributions_5335">
            <a:extLst>
              <a:ext uri="{FF2B5EF4-FFF2-40B4-BE49-F238E27FC236}">
                <a16:creationId xmlns:a16="http://schemas.microsoft.com/office/drawing/2014/main" id="{95427848-C137-4404-89FB-1B8741F7D01D}"/>
              </a:ext>
            </a:extLst>
          </p:cNvPr>
          <p:cNvSpPr>
            <a:spLocks noGrp="1"/>
          </p:cNvSpPr>
          <p:nvPr/>
        </p:nvSpPr>
        <p:spPr>
          <a:xfrm>
            <a:off x="311165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2" name="F2_precision_recall_distributions_5336">
            <a:extLst>
              <a:ext uri="{FF2B5EF4-FFF2-40B4-BE49-F238E27FC236}">
                <a16:creationId xmlns:a16="http://schemas.microsoft.com/office/drawing/2014/main" id="{86EC9D20-2637-487A-A648-3874470F9404}"/>
              </a:ext>
            </a:extLst>
          </p:cNvPr>
          <p:cNvSpPr>
            <a:spLocks noGrp="1"/>
          </p:cNvSpPr>
          <p:nvPr/>
        </p:nvSpPr>
        <p:spPr>
          <a:xfrm>
            <a:off x="3111939" y="43464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3" name="F2_precision_recall_distributions_5337">
            <a:extLst>
              <a:ext uri="{FF2B5EF4-FFF2-40B4-BE49-F238E27FC236}">
                <a16:creationId xmlns:a16="http://schemas.microsoft.com/office/drawing/2014/main" id="{25231168-D6A1-4576-A6AD-19EF3E882C9B}"/>
              </a:ext>
            </a:extLst>
          </p:cNvPr>
          <p:cNvSpPr>
            <a:spLocks noGrp="1"/>
          </p:cNvSpPr>
          <p:nvPr/>
        </p:nvSpPr>
        <p:spPr>
          <a:xfrm>
            <a:off x="31693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4" name="F2_precision_recall_distributions_5338">
            <a:extLst>
              <a:ext uri="{FF2B5EF4-FFF2-40B4-BE49-F238E27FC236}">
                <a16:creationId xmlns:a16="http://schemas.microsoft.com/office/drawing/2014/main" id="{9D609C84-A29B-4571-B49F-93A11A33020A}"/>
              </a:ext>
            </a:extLst>
          </p:cNvPr>
          <p:cNvSpPr>
            <a:spLocks noGrp="1"/>
          </p:cNvSpPr>
          <p:nvPr/>
        </p:nvSpPr>
        <p:spPr>
          <a:xfrm>
            <a:off x="2875440" y="4739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5" name="F2_precision_recall_distributions_5339">
            <a:extLst>
              <a:ext uri="{FF2B5EF4-FFF2-40B4-BE49-F238E27FC236}">
                <a16:creationId xmlns:a16="http://schemas.microsoft.com/office/drawing/2014/main" id="{88678E71-5F27-4101-AEBB-FA815341961F}"/>
              </a:ext>
            </a:extLst>
          </p:cNvPr>
          <p:cNvSpPr>
            <a:spLocks noGrp="1"/>
          </p:cNvSpPr>
          <p:nvPr/>
        </p:nvSpPr>
        <p:spPr>
          <a:xfrm>
            <a:off x="301551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6" name="F2_precision_recall_distributions_5340">
            <a:extLst>
              <a:ext uri="{FF2B5EF4-FFF2-40B4-BE49-F238E27FC236}">
                <a16:creationId xmlns:a16="http://schemas.microsoft.com/office/drawing/2014/main" id="{91B20EC6-C495-4FEC-A87C-E8556BC5623C}"/>
              </a:ext>
            </a:extLst>
          </p:cNvPr>
          <p:cNvSpPr>
            <a:spLocks noGrp="1"/>
          </p:cNvSpPr>
          <p:nvPr/>
        </p:nvSpPr>
        <p:spPr>
          <a:xfrm>
            <a:off x="316383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7" name="F2_precision_recall_distributions_5341">
            <a:extLst>
              <a:ext uri="{FF2B5EF4-FFF2-40B4-BE49-F238E27FC236}">
                <a16:creationId xmlns:a16="http://schemas.microsoft.com/office/drawing/2014/main" id="{03A8631E-363F-4DF1-8C7D-9E6D5A2D1685}"/>
              </a:ext>
            </a:extLst>
          </p:cNvPr>
          <p:cNvSpPr>
            <a:spLocks noGrp="1"/>
          </p:cNvSpPr>
          <p:nvPr/>
        </p:nvSpPr>
        <p:spPr>
          <a:xfrm>
            <a:off x="2913728" y="43430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8" name="F2_precision_recall_distributions_5342">
            <a:extLst>
              <a:ext uri="{FF2B5EF4-FFF2-40B4-BE49-F238E27FC236}">
                <a16:creationId xmlns:a16="http://schemas.microsoft.com/office/drawing/2014/main" id="{CEFA2D39-1B2B-44B8-8CDA-5115105F5438}"/>
              </a:ext>
            </a:extLst>
          </p:cNvPr>
          <p:cNvSpPr>
            <a:spLocks noGrp="1"/>
          </p:cNvSpPr>
          <p:nvPr/>
        </p:nvSpPr>
        <p:spPr>
          <a:xfrm>
            <a:off x="287225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29" name="F2_precision_recall_distributions_5343">
            <a:extLst>
              <a:ext uri="{FF2B5EF4-FFF2-40B4-BE49-F238E27FC236}">
                <a16:creationId xmlns:a16="http://schemas.microsoft.com/office/drawing/2014/main" id="{068A9471-EEE3-4674-80AE-0D2953106A53}"/>
              </a:ext>
            </a:extLst>
          </p:cNvPr>
          <p:cNvSpPr>
            <a:spLocks noGrp="1"/>
          </p:cNvSpPr>
          <p:nvPr/>
        </p:nvSpPr>
        <p:spPr>
          <a:xfrm>
            <a:off x="317478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0" name="F2_precision_recall_distributions_5344">
            <a:extLst>
              <a:ext uri="{FF2B5EF4-FFF2-40B4-BE49-F238E27FC236}">
                <a16:creationId xmlns:a16="http://schemas.microsoft.com/office/drawing/2014/main" id="{62343E5E-0EB6-4B3E-8313-DC5B1FFBABB7}"/>
              </a:ext>
            </a:extLst>
          </p:cNvPr>
          <p:cNvSpPr>
            <a:spLocks noGrp="1"/>
          </p:cNvSpPr>
          <p:nvPr/>
        </p:nvSpPr>
        <p:spPr>
          <a:xfrm>
            <a:off x="2843535" y="45294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1" name="F2_precision_recall_distributions_5345">
            <a:extLst>
              <a:ext uri="{FF2B5EF4-FFF2-40B4-BE49-F238E27FC236}">
                <a16:creationId xmlns:a16="http://schemas.microsoft.com/office/drawing/2014/main" id="{3E1074AE-C6E2-403E-A20B-A9117BD26001}"/>
              </a:ext>
            </a:extLst>
          </p:cNvPr>
          <p:cNvSpPr>
            <a:spLocks noGrp="1"/>
          </p:cNvSpPr>
          <p:nvPr/>
        </p:nvSpPr>
        <p:spPr>
          <a:xfrm>
            <a:off x="2934407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2" name="F2_precision_recall_distributions_5346">
            <a:extLst>
              <a:ext uri="{FF2B5EF4-FFF2-40B4-BE49-F238E27FC236}">
                <a16:creationId xmlns:a16="http://schemas.microsoft.com/office/drawing/2014/main" id="{AED4A4EA-72D8-4B63-80AB-EDF9273E1E72}"/>
              </a:ext>
            </a:extLst>
          </p:cNvPr>
          <p:cNvSpPr>
            <a:spLocks noGrp="1"/>
          </p:cNvSpPr>
          <p:nvPr/>
        </p:nvSpPr>
        <p:spPr>
          <a:xfrm>
            <a:off x="29658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3" name="F2_precision_recall_distributions_5347">
            <a:extLst>
              <a:ext uri="{FF2B5EF4-FFF2-40B4-BE49-F238E27FC236}">
                <a16:creationId xmlns:a16="http://schemas.microsoft.com/office/drawing/2014/main" id="{F162ABC7-CA15-45D6-99F2-26AA5324BD6F}"/>
              </a:ext>
            </a:extLst>
          </p:cNvPr>
          <p:cNvSpPr>
            <a:spLocks noGrp="1"/>
          </p:cNvSpPr>
          <p:nvPr/>
        </p:nvSpPr>
        <p:spPr>
          <a:xfrm>
            <a:off x="305819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4" name="F2_precision_recall_distributions_5348">
            <a:extLst>
              <a:ext uri="{FF2B5EF4-FFF2-40B4-BE49-F238E27FC236}">
                <a16:creationId xmlns:a16="http://schemas.microsoft.com/office/drawing/2014/main" id="{A764C1DD-8974-4548-A0CC-7C84C909B7A1}"/>
              </a:ext>
            </a:extLst>
          </p:cNvPr>
          <p:cNvSpPr>
            <a:spLocks noGrp="1"/>
          </p:cNvSpPr>
          <p:nvPr/>
        </p:nvSpPr>
        <p:spPr>
          <a:xfrm>
            <a:off x="301541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5" name="F2_precision_recall_distributions_5349">
            <a:extLst>
              <a:ext uri="{FF2B5EF4-FFF2-40B4-BE49-F238E27FC236}">
                <a16:creationId xmlns:a16="http://schemas.microsoft.com/office/drawing/2014/main" id="{3BC217CA-A532-4274-80A9-A287105AA86D}"/>
              </a:ext>
            </a:extLst>
          </p:cNvPr>
          <p:cNvSpPr>
            <a:spLocks noGrp="1"/>
          </p:cNvSpPr>
          <p:nvPr/>
        </p:nvSpPr>
        <p:spPr>
          <a:xfrm>
            <a:off x="2970706" y="432421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6" name="F2_precision_recall_distributions_5350">
            <a:extLst>
              <a:ext uri="{FF2B5EF4-FFF2-40B4-BE49-F238E27FC236}">
                <a16:creationId xmlns:a16="http://schemas.microsoft.com/office/drawing/2014/main" id="{AE0CDC4F-E0F9-4BA7-B064-41E2397EC938}"/>
              </a:ext>
            </a:extLst>
          </p:cNvPr>
          <p:cNvSpPr>
            <a:spLocks noGrp="1"/>
          </p:cNvSpPr>
          <p:nvPr/>
        </p:nvSpPr>
        <p:spPr>
          <a:xfrm>
            <a:off x="297195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7" name="F2_precision_recall_distributions_5351">
            <a:extLst>
              <a:ext uri="{FF2B5EF4-FFF2-40B4-BE49-F238E27FC236}">
                <a16:creationId xmlns:a16="http://schemas.microsoft.com/office/drawing/2014/main" id="{30D216E3-D8F0-420C-A986-1ECA422D88B8}"/>
              </a:ext>
            </a:extLst>
          </p:cNvPr>
          <p:cNvSpPr>
            <a:spLocks noGrp="1"/>
          </p:cNvSpPr>
          <p:nvPr/>
        </p:nvSpPr>
        <p:spPr>
          <a:xfrm>
            <a:off x="28491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8" name="F2_precision_recall_distributions_5352">
            <a:extLst>
              <a:ext uri="{FF2B5EF4-FFF2-40B4-BE49-F238E27FC236}">
                <a16:creationId xmlns:a16="http://schemas.microsoft.com/office/drawing/2014/main" id="{AB8A24E4-0C69-4821-9D59-EC5235E0C7B1}"/>
              </a:ext>
            </a:extLst>
          </p:cNvPr>
          <p:cNvSpPr>
            <a:spLocks noGrp="1"/>
          </p:cNvSpPr>
          <p:nvPr/>
        </p:nvSpPr>
        <p:spPr>
          <a:xfrm>
            <a:off x="307743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39" name="F2_precision_recall_distributions_5353">
            <a:extLst>
              <a:ext uri="{FF2B5EF4-FFF2-40B4-BE49-F238E27FC236}">
                <a16:creationId xmlns:a16="http://schemas.microsoft.com/office/drawing/2014/main" id="{575CF423-34E2-4D45-8D69-0537F5F1A0D0}"/>
              </a:ext>
            </a:extLst>
          </p:cNvPr>
          <p:cNvSpPr>
            <a:spLocks noGrp="1"/>
          </p:cNvSpPr>
          <p:nvPr/>
        </p:nvSpPr>
        <p:spPr>
          <a:xfrm>
            <a:off x="2999001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0" name="F2_precision_recall_distributions_5354">
            <a:extLst>
              <a:ext uri="{FF2B5EF4-FFF2-40B4-BE49-F238E27FC236}">
                <a16:creationId xmlns:a16="http://schemas.microsoft.com/office/drawing/2014/main" id="{9B71A9B9-59DC-4AE1-BB57-C9C9E17D1077}"/>
              </a:ext>
            </a:extLst>
          </p:cNvPr>
          <p:cNvSpPr>
            <a:spLocks noGrp="1"/>
          </p:cNvSpPr>
          <p:nvPr/>
        </p:nvSpPr>
        <p:spPr>
          <a:xfrm>
            <a:off x="283508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1" name="F2_precision_recall_distributions_5355">
            <a:extLst>
              <a:ext uri="{FF2B5EF4-FFF2-40B4-BE49-F238E27FC236}">
                <a16:creationId xmlns:a16="http://schemas.microsoft.com/office/drawing/2014/main" id="{1C28A31B-DED1-479E-A38A-E5719C8D048D}"/>
              </a:ext>
            </a:extLst>
          </p:cNvPr>
          <p:cNvSpPr>
            <a:spLocks noGrp="1"/>
          </p:cNvSpPr>
          <p:nvPr/>
        </p:nvSpPr>
        <p:spPr>
          <a:xfrm>
            <a:off x="308915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2" name="F2_precision_recall_distributions_5356">
            <a:extLst>
              <a:ext uri="{FF2B5EF4-FFF2-40B4-BE49-F238E27FC236}">
                <a16:creationId xmlns:a16="http://schemas.microsoft.com/office/drawing/2014/main" id="{D69139D7-2E3F-4CA1-BD51-6EEA42344D87}"/>
              </a:ext>
            </a:extLst>
          </p:cNvPr>
          <p:cNvSpPr>
            <a:spLocks noGrp="1"/>
          </p:cNvSpPr>
          <p:nvPr/>
        </p:nvSpPr>
        <p:spPr>
          <a:xfrm>
            <a:off x="292179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3" name="F2_precision_recall_distributions_5357">
            <a:extLst>
              <a:ext uri="{FF2B5EF4-FFF2-40B4-BE49-F238E27FC236}">
                <a16:creationId xmlns:a16="http://schemas.microsoft.com/office/drawing/2014/main" id="{67EC825A-CD10-4D20-9C6F-91487924C9E1}"/>
              </a:ext>
            </a:extLst>
          </p:cNvPr>
          <p:cNvSpPr>
            <a:spLocks noGrp="1"/>
          </p:cNvSpPr>
          <p:nvPr/>
        </p:nvSpPr>
        <p:spPr>
          <a:xfrm>
            <a:off x="310222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4" name="F2_precision_recall_distributions_5358">
            <a:extLst>
              <a:ext uri="{FF2B5EF4-FFF2-40B4-BE49-F238E27FC236}">
                <a16:creationId xmlns:a16="http://schemas.microsoft.com/office/drawing/2014/main" id="{E02F4E60-73C3-4A25-AD19-FF73DB87C5B5}"/>
              </a:ext>
            </a:extLst>
          </p:cNvPr>
          <p:cNvSpPr>
            <a:spLocks noGrp="1"/>
          </p:cNvSpPr>
          <p:nvPr/>
        </p:nvSpPr>
        <p:spPr>
          <a:xfrm>
            <a:off x="2971258" y="442772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5" name="F2_precision_recall_distributions_5359">
            <a:extLst>
              <a:ext uri="{FF2B5EF4-FFF2-40B4-BE49-F238E27FC236}">
                <a16:creationId xmlns:a16="http://schemas.microsoft.com/office/drawing/2014/main" id="{7267C4A0-FABA-416C-90B5-EE15D4654FFD}"/>
              </a:ext>
            </a:extLst>
          </p:cNvPr>
          <p:cNvSpPr>
            <a:spLocks noGrp="1"/>
          </p:cNvSpPr>
          <p:nvPr/>
        </p:nvSpPr>
        <p:spPr>
          <a:xfrm>
            <a:off x="314301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6" name="F2_precision_recall_distributions_5360">
            <a:extLst>
              <a:ext uri="{FF2B5EF4-FFF2-40B4-BE49-F238E27FC236}">
                <a16:creationId xmlns:a16="http://schemas.microsoft.com/office/drawing/2014/main" id="{CE0A9772-4803-4F37-A73B-0D740B32B985}"/>
              </a:ext>
            </a:extLst>
          </p:cNvPr>
          <p:cNvSpPr>
            <a:spLocks noGrp="1"/>
          </p:cNvSpPr>
          <p:nvPr/>
        </p:nvSpPr>
        <p:spPr>
          <a:xfrm>
            <a:off x="2939710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7" name="F2_precision_recall_distributions_5361">
            <a:extLst>
              <a:ext uri="{FF2B5EF4-FFF2-40B4-BE49-F238E27FC236}">
                <a16:creationId xmlns:a16="http://schemas.microsoft.com/office/drawing/2014/main" id="{2CF3A15E-4CAB-4B9B-A61E-BB0B7954E1DF}"/>
              </a:ext>
            </a:extLst>
          </p:cNvPr>
          <p:cNvSpPr>
            <a:spLocks noGrp="1"/>
          </p:cNvSpPr>
          <p:nvPr/>
        </p:nvSpPr>
        <p:spPr>
          <a:xfrm>
            <a:off x="288230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8" name="F2_precision_recall_distributions_5362">
            <a:extLst>
              <a:ext uri="{FF2B5EF4-FFF2-40B4-BE49-F238E27FC236}">
                <a16:creationId xmlns:a16="http://schemas.microsoft.com/office/drawing/2014/main" id="{7C700C0F-981D-410C-8EF7-3AC57D2EE0D4}"/>
              </a:ext>
            </a:extLst>
          </p:cNvPr>
          <p:cNvSpPr>
            <a:spLocks noGrp="1"/>
          </p:cNvSpPr>
          <p:nvPr/>
        </p:nvSpPr>
        <p:spPr>
          <a:xfrm>
            <a:off x="306863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49" name="F2_precision_recall_distributions_5363">
            <a:extLst>
              <a:ext uri="{FF2B5EF4-FFF2-40B4-BE49-F238E27FC236}">
                <a16:creationId xmlns:a16="http://schemas.microsoft.com/office/drawing/2014/main" id="{9A718E44-6E52-4E3A-B179-667D90C69D8D}"/>
              </a:ext>
            </a:extLst>
          </p:cNvPr>
          <p:cNvSpPr>
            <a:spLocks noGrp="1"/>
          </p:cNvSpPr>
          <p:nvPr/>
        </p:nvSpPr>
        <p:spPr>
          <a:xfrm>
            <a:off x="307819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0" name="F2_precision_recall_distributions_5364">
            <a:extLst>
              <a:ext uri="{FF2B5EF4-FFF2-40B4-BE49-F238E27FC236}">
                <a16:creationId xmlns:a16="http://schemas.microsoft.com/office/drawing/2014/main" id="{516A979C-8993-4D90-AF9E-8FB115A1F697}"/>
              </a:ext>
            </a:extLst>
          </p:cNvPr>
          <p:cNvSpPr>
            <a:spLocks noGrp="1"/>
          </p:cNvSpPr>
          <p:nvPr/>
        </p:nvSpPr>
        <p:spPr>
          <a:xfrm>
            <a:off x="30213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1" name="F2_precision_recall_distributions_5365">
            <a:extLst>
              <a:ext uri="{FF2B5EF4-FFF2-40B4-BE49-F238E27FC236}">
                <a16:creationId xmlns:a16="http://schemas.microsoft.com/office/drawing/2014/main" id="{40C75508-850F-41FD-8EFE-BCABA44353D2}"/>
              </a:ext>
            </a:extLst>
          </p:cNvPr>
          <p:cNvSpPr>
            <a:spLocks noGrp="1"/>
          </p:cNvSpPr>
          <p:nvPr/>
        </p:nvSpPr>
        <p:spPr>
          <a:xfrm>
            <a:off x="310530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2" name="F2_precision_recall_distributions_5366">
            <a:extLst>
              <a:ext uri="{FF2B5EF4-FFF2-40B4-BE49-F238E27FC236}">
                <a16:creationId xmlns:a16="http://schemas.microsoft.com/office/drawing/2014/main" id="{04630956-1CF8-4365-9C16-20303909C517}"/>
              </a:ext>
            </a:extLst>
          </p:cNvPr>
          <p:cNvSpPr>
            <a:spLocks noGrp="1"/>
          </p:cNvSpPr>
          <p:nvPr/>
        </p:nvSpPr>
        <p:spPr>
          <a:xfrm>
            <a:off x="288211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3" name="F2_precision_recall_distributions_5367">
            <a:extLst>
              <a:ext uri="{FF2B5EF4-FFF2-40B4-BE49-F238E27FC236}">
                <a16:creationId xmlns:a16="http://schemas.microsoft.com/office/drawing/2014/main" id="{04838A6A-07BB-4F5F-A950-2DDF13B7523B}"/>
              </a:ext>
            </a:extLst>
          </p:cNvPr>
          <p:cNvSpPr>
            <a:spLocks noGrp="1"/>
          </p:cNvSpPr>
          <p:nvPr/>
        </p:nvSpPr>
        <p:spPr>
          <a:xfrm>
            <a:off x="308871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4" name="F2_precision_recall_distributions_5368">
            <a:extLst>
              <a:ext uri="{FF2B5EF4-FFF2-40B4-BE49-F238E27FC236}">
                <a16:creationId xmlns:a16="http://schemas.microsoft.com/office/drawing/2014/main" id="{6810FCA9-6D6A-4B0C-904D-5EB58428A892}"/>
              </a:ext>
            </a:extLst>
          </p:cNvPr>
          <p:cNvSpPr>
            <a:spLocks noGrp="1"/>
          </p:cNvSpPr>
          <p:nvPr/>
        </p:nvSpPr>
        <p:spPr>
          <a:xfrm>
            <a:off x="3052301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5" name="F2_precision_recall_distributions_5369">
            <a:extLst>
              <a:ext uri="{FF2B5EF4-FFF2-40B4-BE49-F238E27FC236}">
                <a16:creationId xmlns:a16="http://schemas.microsoft.com/office/drawing/2014/main" id="{A5A45F68-48F5-4B88-B911-45F65F724F37}"/>
              </a:ext>
            </a:extLst>
          </p:cNvPr>
          <p:cNvSpPr>
            <a:spLocks noGrp="1"/>
          </p:cNvSpPr>
          <p:nvPr/>
        </p:nvSpPr>
        <p:spPr>
          <a:xfrm>
            <a:off x="306739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6" name="F2_precision_recall_distributions_5370">
            <a:extLst>
              <a:ext uri="{FF2B5EF4-FFF2-40B4-BE49-F238E27FC236}">
                <a16:creationId xmlns:a16="http://schemas.microsoft.com/office/drawing/2014/main" id="{B7DE8804-02F8-41C6-8849-0BCBBB3C8A81}"/>
              </a:ext>
            </a:extLst>
          </p:cNvPr>
          <p:cNvSpPr>
            <a:spLocks noGrp="1"/>
          </p:cNvSpPr>
          <p:nvPr/>
        </p:nvSpPr>
        <p:spPr>
          <a:xfrm>
            <a:off x="31706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7" name="F2_precision_recall_distributions_5371">
            <a:extLst>
              <a:ext uri="{FF2B5EF4-FFF2-40B4-BE49-F238E27FC236}">
                <a16:creationId xmlns:a16="http://schemas.microsoft.com/office/drawing/2014/main" id="{B4C72905-36D7-4000-800C-DCCEBF84ED25}"/>
              </a:ext>
            </a:extLst>
          </p:cNvPr>
          <p:cNvSpPr>
            <a:spLocks noGrp="1"/>
          </p:cNvSpPr>
          <p:nvPr/>
        </p:nvSpPr>
        <p:spPr>
          <a:xfrm>
            <a:off x="3135320" y="44613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8" name="F2_precision_recall_distributions_5372">
            <a:extLst>
              <a:ext uri="{FF2B5EF4-FFF2-40B4-BE49-F238E27FC236}">
                <a16:creationId xmlns:a16="http://schemas.microsoft.com/office/drawing/2014/main" id="{1D29EB2F-9C22-4C6B-8246-470B79F76A77}"/>
              </a:ext>
            </a:extLst>
          </p:cNvPr>
          <p:cNvSpPr>
            <a:spLocks noGrp="1"/>
          </p:cNvSpPr>
          <p:nvPr/>
        </p:nvSpPr>
        <p:spPr>
          <a:xfrm>
            <a:off x="307607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59" name="F2_precision_recall_distributions_5373">
            <a:extLst>
              <a:ext uri="{FF2B5EF4-FFF2-40B4-BE49-F238E27FC236}">
                <a16:creationId xmlns:a16="http://schemas.microsoft.com/office/drawing/2014/main" id="{7054D299-6078-40F9-B81A-C87AB887F368}"/>
              </a:ext>
            </a:extLst>
          </p:cNvPr>
          <p:cNvSpPr>
            <a:spLocks noGrp="1"/>
          </p:cNvSpPr>
          <p:nvPr/>
        </p:nvSpPr>
        <p:spPr>
          <a:xfrm>
            <a:off x="2942947" y="4399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0" name="F2_precision_recall_distributions_5374">
            <a:extLst>
              <a:ext uri="{FF2B5EF4-FFF2-40B4-BE49-F238E27FC236}">
                <a16:creationId xmlns:a16="http://schemas.microsoft.com/office/drawing/2014/main" id="{C62D63BE-C4D7-4276-9185-CB6D65972056}"/>
              </a:ext>
            </a:extLst>
          </p:cNvPr>
          <p:cNvSpPr>
            <a:spLocks noGrp="1"/>
          </p:cNvSpPr>
          <p:nvPr/>
        </p:nvSpPr>
        <p:spPr>
          <a:xfrm>
            <a:off x="313738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1" name="F2_precision_recall_distributions_5375">
            <a:extLst>
              <a:ext uri="{FF2B5EF4-FFF2-40B4-BE49-F238E27FC236}">
                <a16:creationId xmlns:a16="http://schemas.microsoft.com/office/drawing/2014/main" id="{B4F39FC7-8A1F-4B8F-88F3-85F4F44EB293}"/>
              </a:ext>
            </a:extLst>
          </p:cNvPr>
          <p:cNvSpPr>
            <a:spLocks noGrp="1"/>
          </p:cNvSpPr>
          <p:nvPr/>
        </p:nvSpPr>
        <p:spPr>
          <a:xfrm>
            <a:off x="317084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2" name="F2_precision_recall_distributions_5376">
            <a:extLst>
              <a:ext uri="{FF2B5EF4-FFF2-40B4-BE49-F238E27FC236}">
                <a16:creationId xmlns:a16="http://schemas.microsoft.com/office/drawing/2014/main" id="{A5CF9E38-979D-4E82-96DA-5AAD52A7D265}"/>
              </a:ext>
            </a:extLst>
          </p:cNvPr>
          <p:cNvSpPr>
            <a:spLocks noGrp="1"/>
          </p:cNvSpPr>
          <p:nvPr/>
        </p:nvSpPr>
        <p:spPr>
          <a:xfrm>
            <a:off x="315883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3" name="F2_precision_recall_distributions_5377">
            <a:extLst>
              <a:ext uri="{FF2B5EF4-FFF2-40B4-BE49-F238E27FC236}">
                <a16:creationId xmlns:a16="http://schemas.microsoft.com/office/drawing/2014/main" id="{A65D14E4-6AB1-467A-AD05-31DB0EF76BDF}"/>
              </a:ext>
            </a:extLst>
          </p:cNvPr>
          <p:cNvSpPr>
            <a:spLocks noGrp="1"/>
          </p:cNvSpPr>
          <p:nvPr/>
        </p:nvSpPr>
        <p:spPr>
          <a:xfrm>
            <a:off x="28613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4" name="F2_precision_recall_distributions_5378">
            <a:extLst>
              <a:ext uri="{FF2B5EF4-FFF2-40B4-BE49-F238E27FC236}">
                <a16:creationId xmlns:a16="http://schemas.microsoft.com/office/drawing/2014/main" id="{DEB21D86-8513-4787-BAA1-BD12EB318166}"/>
              </a:ext>
            </a:extLst>
          </p:cNvPr>
          <p:cNvSpPr>
            <a:spLocks noGrp="1"/>
          </p:cNvSpPr>
          <p:nvPr/>
        </p:nvSpPr>
        <p:spPr>
          <a:xfrm>
            <a:off x="314594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5" name="F2_precision_recall_distributions_5379">
            <a:extLst>
              <a:ext uri="{FF2B5EF4-FFF2-40B4-BE49-F238E27FC236}">
                <a16:creationId xmlns:a16="http://schemas.microsoft.com/office/drawing/2014/main" id="{6479F30A-9F99-44AC-B394-F3F14BAE7459}"/>
              </a:ext>
            </a:extLst>
          </p:cNvPr>
          <p:cNvSpPr>
            <a:spLocks noGrp="1"/>
          </p:cNvSpPr>
          <p:nvPr/>
        </p:nvSpPr>
        <p:spPr>
          <a:xfrm>
            <a:off x="3136713" y="448453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6" name="F2_precision_recall_distributions_5380">
            <a:extLst>
              <a:ext uri="{FF2B5EF4-FFF2-40B4-BE49-F238E27FC236}">
                <a16:creationId xmlns:a16="http://schemas.microsoft.com/office/drawing/2014/main" id="{06466C27-C8F4-4AA9-8F6C-B23AF2E58476}"/>
              </a:ext>
            </a:extLst>
          </p:cNvPr>
          <p:cNvSpPr>
            <a:spLocks noGrp="1"/>
          </p:cNvSpPr>
          <p:nvPr/>
        </p:nvSpPr>
        <p:spPr>
          <a:xfrm>
            <a:off x="285798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7" name="F2_precision_recall_distributions_5381">
            <a:extLst>
              <a:ext uri="{FF2B5EF4-FFF2-40B4-BE49-F238E27FC236}">
                <a16:creationId xmlns:a16="http://schemas.microsoft.com/office/drawing/2014/main" id="{FB3DA190-E5B5-41A5-8547-91A9727EC111}"/>
              </a:ext>
            </a:extLst>
          </p:cNvPr>
          <p:cNvSpPr>
            <a:spLocks noGrp="1"/>
          </p:cNvSpPr>
          <p:nvPr/>
        </p:nvSpPr>
        <p:spPr>
          <a:xfrm>
            <a:off x="293487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8" name="F2_precision_recall_distributions_5382">
            <a:extLst>
              <a:ext uri="{FF2B5EF4-FFF2-40B4-BE49-F238E27FC236}">
                <a16:creationId xmlns:a16="http://schemas.microsoft.com/office/drawing/2014/main" id="{C08F4021-0166-4156-970E-BE7FE620BC2B}"/>
              </a:ext>
            </a:extLst>
          </p:cNvPr>
          <p:cNvSpPr>
            <a:spLocks noGrp="1"/>
          </p:cNvSpPr>
          <p:nvPr/>
        </p:nvSpPr>
        <p:spPr>
          <a:xfrm>
            <a:off x="308651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69" name="F2_precision_recall_distributions_5383">
            <a:extLst>
              <a:ext uri="{FF2B5EF4-FFF2-40B4-BE49-F238E27FC236}">
                <a16:creationId xmlns:a16="http://schemas.microsoft.com/office/drawing/2014/main" id="{5BA71ADD-FB53-4439-93D7-03592508176A}"/>
              </a:ext>
            </a:extLst>
          </p:cNvPr>
          <p:cNvSpPr>
            <a:spLocks noGrp="1"/>
          </p:cNvSpPr>
          <p:nvPr/>
        </p:nvSpPr>
        <p:spPr>
          <a:xfrm>
            <a:off x="2914591" y="45989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0" name="F2_precision_recall_distributions_5384">
            <a:extLst>
              <a:ext uri="{FF2B5EF4-FFF2-40B4-BE49-F238E27FC236}">
                <a16:creationId xmlns:a16="http://schemas.microsoft.com/office/drawing/2014/main" id="{DFEEDEA5-A07F-4DDC-A182-56BBF0962C38}"/>
              </a:ext>
            </a:extLst>
          </p:cNvPr>
          <p:cNvSpPr>
            <a:spLocks noGrp="1"/>
          </p:cNvSpPr>
          <p:nvPr/>
        </p:nvSpPr>
        <p:spPr>
          <a:xfrm>
            <a:off x="293313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1" name="F2_precision_recall_distributions_5385">
            <a:extLst>
              <a:ext uri="{FF2B5EF4-FFF2-40B4-BE49-F238E27FC236}">
                <a16:creationId xmlns:a16="http://schemas.microsoft.com/office/drawing/2014/main" id="{A469D7FE-8FCE-4F57-A5D5-94DE2491E79C}"/>
              </a:ext>
            </a:extLst>
          </p:cNvPr>
          <p:cNvSpPr>
            <a:spLocks noGrp="1"/>
          </p:cNvSpPr>
          <p:nvPr/>
        </p:nvSpPr>
        <p:spPr>
          <a:xfrm>
            <a:off x="28243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2" name="F2_precision_recall_distributions_5386">
            <a:extLst>
              <a:ext uri="{FF2B5EF4-FFF2-40B4-BE49-F238E27FC236}">
                <a16:creationId xmlns:a16="http://schemas.microsoft.com/office/drawing/2014/main" id="{E32D5412-BE4D-4BFE-80D1-12AF3FFAAF7A}"/>
              </a:ext>
            </a:extLst>
          </p:cNvPr>
          <p:cNvSpPr>
            <a:spLocks noGrp="1"/>
          </p:cNvSpPr>
          <p:nvPr/>
        </p:nvSpPr>
        <p:spPr>
          <a:xfrm>
            <a:off x="3150748" y="4286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3" name="F2_precision_recall_distributions_5387">
            <a:extLst>
              <a:ext uri="{FF2B5EF4-FFF2-40B4-BE49-F238E27FC236}">
                <a16:creationId xmlns:a16="http://schemas.microsoft.com/office/drawing/2014/main" id="{983AE6F8-9BA0-44AE-B9E3-D0D23E0781A0}"/>
              </a:ext>
            </a:extLst>
          </p:cNvPr>
          <p:cNvSpPr>
            <a:spLocks noGrp="1"/>
          </p:cNvSpPr>
          <p:nvPr/>
        </p:nvSpPr>
        <p:spPr>
          <a:xfrm>
            <a:off x="307574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4" name="F2_precision_recall_distributions_5388">
            <a:extLst>
              <a:ext uri="{FF2B5EF4-FFF2-40B4-BE49-F238E27FC236}">
                <a16:creationId xmlns:a16="http://schemas.microsoft.com/office/drawing/2014/main" id="{E71514DC-1578-4D91-B3F1-C3D867199E67}"/>
              </a:ext>
            </a:extLst>
          </p:cNvPr>
          <p:cNvSpPr>
            <a:spLocks noGrp="1"/>
          </p:cNvSpPr>
          <p:nvPr/>
        </p:nvSpPr>
        <p:spPr>
          <a:xfrm>
            <a:off x="306238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5" name="F2_precision_recall_distributions_5389">
            <a:extLst>
              <a:ext uri="{FF2B5EF4-FFF2-40B4-BE49-F238E27FC236}">
                <a16:creationId xmlns:a16="http://schemas.microsoft.com/office/drawing/2014/main" id="{78774E93-99A9-4E64-9FD9-90741FB6B237}"/>
              </a:ext>
            </a:extLst>
          </p:cNvPr>
          <p:cNvSpPr>
            <a:spLocks noGrp="1"/>
          </p:cNvSpPr>
          <p:nvPr/>
        </p:nvSpPr>
        <p:spPr>
          <a:xfrm>
            <a:off x="290111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6" name="F2_precision_recall_distributions_5390">
            <a:extLst>
              <a:ext uri="{FF2B5EF4-FFF2-40B4-BE49-F238E27FC236}">
                <a16:creationId xmlns:a16="http://schemas.microsoft.com/office/drawing/2014/main" id="{59CEDD9E-CB56-4DC5-85FD-AF32B30C1192}"/>
              </a:ext>
            </a:extLst>
          </p:cNvPr>
          <p:cNvSpPr>
            <a:spLocks noGrp="1"/>
          </p:cNvSpPr>
          <p:nvPr/>
        </p:nvSpPr>
        <p:spPr>
          <a:xfrm>
            <a:off x="3071329" y="46825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7" name="F2_precision_recall_distributions_5391">
            <a:extLst>
              <a:ext uri="{FF2B5EF4-FFF2-40B4-BE49-F238E27FC236}">
                <a16:creationId xmlns:a16="http://schemas.microsoft.com/office/drawing/2014/main" id="{49B34E18-0F4F-4A71-83EF-D69E12A9013C}"/>
              </a:ext>
            </a:extLst>
          </p:cNvPr>
          <p:cNvSpPr>
            <a:spLocks noGrp="1"/>
          </p:cNvSpPr>
          <p:nvPr/>
        </p:nvSpPr>
        <p:spPr>
          <a:xfrm>
            <a:off x="28751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8" name="F2_precision_recall_distributions_5392">
            <a:extLst>
              <a:ext uri="{FF2B5EF4-FFF2-40B4-BE49-F238E27FC236}">
                <a16:creationId xmlns:a16="http://schemas.microsoft.com/office/drawing/2014/main" id="{30FE2602-8A83-4278-B837-4EADD82384F4}"/>
              </a:ext>
            </a:extLst>
          </p:cNvPr>
          <p:cNvSpPr>
            <a:spLocks noGrp="1"/>
          </p:cNvSpPr>
          <p:nvPr/>
        </p:nvSpPr>
        <p:spPr>
          <a:xfrm>
            <a:off x="2864248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79" name="F2_precision_recall_distributions_5393">
            <a:extLst>
              <a:ext uri="{FF2B5EF4-FFF2-40B4-BE49-F238E27FC236}">
                <a16:creationId xmlns:a16="http://schemas.microsoft.com/office/drawing/2014/main" id="{F8EB3A04-4940-4972-91A8-5ACEFBC2C34F}"/>
              </a:ext>
            </a:extLst>
          </p:cNvPr>
          <p:cNvSpPr>
            <a:spLocks noGrp="1"/>
          </p:cNvSpPr>
          <p:nvPr/>
        </p:nvSpPr>
        <p:spPr>
          <a:xfrm>
            <a:off x="289270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0" name="F2_precision_recall_distributions_5394">
            <a:extLst>
              <a:ext uri="{FF2B5EF4-FFF2-40B4-BE49-F238E27FC236}">
                <a16:creationId xmlns:a16="http://schemas.microsoft.com/office/drawing/2014/main" id="{122D6F27-93D7-404E-B302-E863587B9356}"/>
              </a:ext>
            </a:extLst>
          </p:cNvPr>
          <p:cNvSpPr>
            <a:spLocks noGrp="1"/>
          </p:cNvSpPr>
          <p:nvPr/>
        </p:nvSpPr>
        <p:spPr>
          <a:xfrm>
            <a:off x="282265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1" name="F2_precision_recall_distributions_5395">
            <a:extLst>
              <a:ext uri="{FF2B5EF4-FFF2-40B4-BE49-F238E27FC236}">
                <a16:creationId xmlns:a16="http://schemas.microsoft.com/office/drawing/2014/main" id="{04B71EE3-83A0-4290-A6FD-8B8CB71E2FF2}"/>
              </a:ext>
            </a:extLst>
          </p:cNvPr>
          <p:cNvSpPr>
            <a:spLocks noGrp="1"/>
          </p:cNvSpPr>
          <p:nvPr/>
        </p:nvSpPr>
        <p:spPr>
          <a:xfrm>
            <a:off x="287022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2" name="F2_precision_recall_distributions_5396">
            <a:extLst>
              <a:ext uri="{FF2B5EF4-FFF2-40B4-BE49-F238E27FC236}">
                <a16:creationId xmlns:a16="http://schemas.microsoft.com/office/drawing/2014/main" id="{160497BC-1277-4B2A-9519-1158BDC371AC}"/>
              </a:ext>
            </a:extLst>
          </p:cNvPr>
          <p:cNvSpPr>
            <a:spLocks noGrp="1"/>
          </p:cNvSpPr>
          <p:nvPr/>
        </p:nvSpPr>
        <p:spPr>
          <a:xfrm>
            <a:off x="285366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3" name="F2_precision_recall_distributions_5397">
            <a:extLst>
              <a:ext uri="{FF2B5EF4-FFF2-40B4-BE49-F238E27FC236}">
                <a16:creationId xmlns:a16="http://schemas.microsoft.com/office/drawing/2014/main" id="{53F23114-60AC-437E-8934-82AEE46AC786}"/>
              </a:ext>
            </a:extLst>
          </p:cNvPr>
          <p:cNvSpPr>
            <a:spLocks noGrp="1"/>
          </p:cNvSpPr>
          <p:nvPr/>
        </p:nvSpPr>
        <p:spPr>
          <a:xfrm>
            <a:off x="3141404" y="4836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4" name="F2_precision_recall_distributions_5398">
            <a:extLst>
              <a:ext uri="{FF2B5EF4-FFF2-40B4-BE49-F238E27FC236}">
                <a16:creationId xmlns:a16="http://schemas.microsoft.com/office/drawing/2014/main" id="{0271BD58-610D-4737-B301-586534208FD4}"/>
              </a:ext>
            </a:extLst>
          </p:cNvPr>
          <p:cNvSpPr>
            <a:spLocks noGrp="1"/>
          </p:cNvSpPr>
          <p:nvPr/>
        </p:nvSpPr>
        <p:spPr>
          <a:xfrm>
            <a:off x="3080670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5" name="F2_precision_recall_distributions_5399">
            <a:extLst>
              <a:ext uri="{FF2B5EF4-FFF2-40B4-BE49-F238E27FC236}">
                <a16:creationId xmlns:a16="http://schemas.microsoft.com/office/drawing/2014/main" id="{112E8EFC-A300-4342-8B2E-0350D5EC837E}"/>
              </a:ext>
            </a:extLst>
          </p:cNvPr>
          <p:cNvSpPr>
            <a:spLocks noGrp="1"/>
          </p:cNvSpPr>
          <p:nvPr/>
        </p:nvSpPr>
        <p:spPr>
          <a:xfrm>
            <a:off x="2903017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6" name="F2_precision_recall_distributions_5400">
            <a:extLst>
              <a:ext uri="{FF2B5EF4-FFF2-40B4-BE49-F238E27FC236}">
                <a16:creationId xmlns:a16="http://schemas.microsoft.com/office/drawing/2014/main" id="{4E15DCA4-4428-4E39-AACD-716D4CC4D9DD}"/>
              </a:ext>
            </a:extLst>
          </p:cNvPr>
          <p:cNvSpPr>
            <a:spLocks noGrp="1"/>
          </p:cNvSpPr>
          <p:nvPr/>
        </p:nvSpPr>
        <p:spPr>
          <a:xfrm>
            <a:off x="310201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7" name="F2_precision_recall_distributions_5401">
            <a:extLst>
              <a:ext uri="{FF2B5EF4-FFF2-40B4-BE49-F238E27FC236}">
                <a16:creationId xmlns:a16="http://schemas.microsoft.com/office/drawing/2014/main" id="{97D438BF-11B9-4F86-BA4C-50AAFA77E71E}"/>
              </a:ext>
            </a:extLst>
          </p:cNvPr>
          <p:cNvSpPr>
            <a:spLocks noGrp="1"/>
          </p:cNvSpPr>
          <p:nvPr/>
        </p:nvSpPr>
        <p:spPr>
          <a:xfrm>
            <a:off x="2979238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8" name="F2_precision_recall_distributions_5402">
            <a:extLst>
              <a:ext uri="{FF2B5EF4-FFF2-40B4-BE49-F238E27FC236}">
                <a16:creationId xmlns:a16="http://schemas.microsoft.com/office/drawing/2014/main" id="{C4C177EC-3EB7-4BA5-80B9-1107ADC331EA}"/>
              </a:ext>
            </a:extLst>
          </p:cNvPr>
          <p:cNvSpPr>
            <a:spLocks noGrp="1"/>
          </p:cNvSpPr>
          <p:nvPr/>
        </p:nvSpPr>
        <p:spPr>
          <a:xfrm>
            <a:off x="2864767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89" name="F2_precision_recall_distributions_5403">
            <a:extLst>
              <a:ext uri="{FF2B5EF4-FFF2-40B4-BE49-F238E27FC236}">
                <a16:creationId xmlns:a16="http://schemas.microsoft.com/office/drawing/2014/main" id="{AEABBA02-6DDF-4599-B95E-EF9DCFF8AC93}"/>
              </a:ext>
            </a:extLst>
          </p:cNvPr>
          <p:cNvSpPr>
            <a:spLocks noGrp="1"/>
          </p:cNvSpPr>
          <p:nvPr/>
        </p:nvSpPr>
        <p:spPr>
          <a:xfrm>
            <a:off x="3079500" y="47791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0" name="F2_precision_recall_distributions_5404">
            <a:extLst>
              <a:ext uri="{FF2B5EF4-FFF2-40B4-BE49-F238E27FC236}">
                <a16:creationId xmlns:a16="http://schemas.microsoft.com/office/drawing/2014/main" id="{977D0BD4-8D7E-4AC0-9A96-A4DDA608CDFF}"/>
              </a:ext>
            </a:extLst>
          </p:cNvPr>
          <p:cNvSpPr>
            <a:spLocks noGrp="1"/>
          </p:cNvSpPr>
          <p:nvPr/>
        </p:nvSpPr>
        <p:spPr>
          <a:xfrm>
            <a:off x="290343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1" name="F2_precision_recall_distributions_5405">
            <a:extLst>
              <a:ext uri="{FF2B5EF4-FFF2-40B4-BE49-F238E27FC236}">
                <a16:creationId xmlns:a16="http://schemas.microsoft.com/office/drawing/2014/main" id="{16913008-0454-4CF6-806A-BC38585EB196}"/>
              </a:ext>
            </a:extLst>
          </p:cNvPr>
          <p:cNvSpPr>
            <a:spLocks noGrp="1"/>
          </p:cNvSpPr>
          <p:nvPr/>
        </p:nvSpPr>
        <p:spPr>
          <a:xfrm>
            <a:off x="3154142" y="44319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2" name="F2_precision_recall_distributions_5406">
            <a:extLst>
              <a:ext uri="{FF2B5EF4-FFF2-40B4-BE49-F238E27FC236}">
                <a16:creationId xmlns:a16="http://schemas.microsoft.com/office/drawing/2014/main" id="{1963C477-AA01-4A6E-9DD6-59F9EAC8EC2C}"/>
              </a:ext>
            </a:extLst>
          </p:cNvPr>
          <p:cNvSpPr>
            <a:spLocks noGrp="1"/>
          </p:cNvSpPr>
          <p:nvPr/>
        </p:nvSpPr>
        <p:spPr>
          <a:xfrm>
            <a:off x="302897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3" name="F2_precision_recall_distributions_5407">
            <a:extLst>
              <a:ext uri="{FF2B5EF4-FFF2-40B4-BE49-F238E27FC236}">
                <a16:creationId xmlns:a16="http://schemas.microsoft.com/office/drawing/2014/main" id="{2B67ADD2-5055-4F60-9A9D-47BC915CC09A}"/>
              </a:ext>
            </a:extLst>
          </p:cNvPr>
          <p:cNvSpPr>
            <a:spLocks noGrp="1"/>
          </p:cNvSpPr>
          <p:nvPr/>
        </p:nvSpPr>
        <p:spPr>
          <a:xfrm>
            <a:off x="3020674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4" name="F2_precision_recall_distributions_5408">
            <a:extLst>
              <a:ext uri="{FF2B5EF4-FFF2-40B4-BE49-F238E27FC236}">
                <a16:creationId xmlns:a16="http://schemas.microsoft.com/office/drawing/2014/main" id="{C8E3F1DD-73EB-45BE-AC92-1D1F7D22F09F}"/>
              </a:ext>
            </a:extLst>
          </p:cNvPr>
          <p:cNvSpPr>
            <a:spLocks noGrp="1"/>
          </p:cNvSpPr>
          <p:nvPr/>
        </p:nvSpPr>
        <p:spPr>
          <a:xfrm>
            <a:off x="31243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5" name="F2_precision_recall_distributions_5409">
            <a:extLst>
              <a:ext uri="{FF2B5EF4-FFF2-40B4-BE49-F238E27FC236}">
                <a16:creationId xmlns:a16="http://schemas.microsoft.com/office/drawing/2014/main" id="{9565EF7A-B8A3-4996-81E9-8BFC31F2B8D2}"/>
              </a:ext>
            </a:extLst>
          </p:cNvPr>
          <p:cNvSpPr>
            <a:spLocks noGrp="1"/>
          </p:cNvSpPr>
          <p:nvPr/>
        </p:nvSpPr>
        <p:spPr>
          <a:xfrm>
            <a:off x="3006990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6" name="F2_precision_recall_distributions_5410">
            <a:extLst>
              <a:ext uri="{FF2B5EF4-FFF2-40B4-BE49-F238E27FC236}">
                <a16:creationId xmlns:a16="http://schemas.microsoft.com/office/drawing/2014/main" id="{E3B273AE-6DD6-4BE2-8CE1-51650A9A0888}"/>
              </a:ext>
            </a:extLst>
          </p:cNvPr>
          <p:cNvSpPr>
            <a:spLocks noGrp="1"/>
          </p:cNvSpPr>
          <p:nvPr/>
        </p:nvSpPr>
        <p:spPr>
          <a:xfrm>
            <a:off x="3030161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7" name="F2_precision_recall_distributions_5411">
            <a:extLst>
              <a:ext uri="{FF2B5EF4-FFF2-40B4-BE49-F238E27FC236}">
                <a16:creationId xmlns:a16="http://schemas.microsoft.com/office/drawing/2014/main" id="{7450057C-E925-44F2-BC40-42624A0D98A5}"/>
              </a:ext>
            </a:extLst>
          </p:cNvPr>
          <p:cNvSpPr>
            <a:spLocks noGrp="1"/>
          </p:cNvSpPr>
          <p:nvPr/>
        </p:nvSpPr>
        <p:spPr>
          <a:xfrm>
            <a:off x="3104946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8" name="F2_precision_recall_distributions_5412">
            <a:extLst>
              <a:ext uri="{FF2B5EF4-FFF2-40B4-BE49-F238E27FC236}">
                <a16:creationId xmlns:a16="http://schemas.microsoft.com/office/drawing/2014/main" id="{2452B6DF-8A33-4D50-BC3B-BB7E9908B5EE}"/>
              </a:ext>
            </a:extLst>
          </p:cNvPr>
          <p:cNvSpPr>
            <a:spLocks noGrp="1"/>
          </p:cNvSpPr>
          <p:nvPr/>
        </p:nvSpPr>
        <p:spPr>
          <a:xfrm>
            <a:off x="291451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599" name="F2_precision_recall_distributions_5413">
            <a:extLst>
              <a:ext uri="{FF2B5EF4-FFF2-40B4-BE49-F238E27FC236}">
                <a16:creationId xmlns:a16="http://schemas.microsoft.com/office/drawing/2014/main" id="{7614F2AB-68D0-4089-BD6E-8A13916A2F3F}"/>
              </a:ext>
            </a:extLst>
          </p:cNvPr>
          <p:cNvSpPr>
            <a:spLocks noGrp="1"/>
          </p:cNvSpPr>
          <p:nvPr/>
        </p:nvSpPr>
        <p:spPr>
          <a:xfrm>
            <a:off x="2853704" y="449514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0" name="F2_precision_recall_distributions_5414">
            <a:extLst>
              <a:ext uri="{FF2B5EF4-FFF2-40B4-BE49-F238E27FC236}">
                <a16:creationId xmlns:a16="http://schemas.microsoft.com/office/drawing/2014/main" id="{E315EB6E-FF92-4220-B63D-C2B4A10AB79C}"/>
              </a:ext>
            </a:extLst>
          </p:cNvPr>
          <p:cNvSpPr>
            <a:spLocks noGrp="1"/>
          </p:cNvSpPr>
          <p:nvPr/>
        </p:nvSpPr>
        <p:spPr>
          <a:xfrm>
            <a:off x="288823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1" name="F2_precision_recall_distributions_5415">
            <a:extLst>
              <a:ext uri="{FF2B5EF4-FFF2-40B4-BE49-F238E27FC236}">
                <a16:creationId xmlns:a16="http://schemas.microsoft.com/office/drawing/2014/main" id="{4FB1EADE-BAE5-4BEA-B5E4-AEF90E3B4AB0}"/>
              </a:ext>
            </a:extLst>
          </p:cNvPr>
          <p:cNvSpPr>
            <a:spLocks noGrp="1"/>
          </p:cNvSpPr>
          <p:nvPr/>
        </p:nvSpPr>
        <p:spPr>
          <a:xfrm>
            <a:off x="314160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2" name="F2_precision_recall_distributions_5416">
            <a:extLst>
              <a:ext uri="{FF2B5EF4-FFF2-40B4-BE49-F238E27FC236}">
                <a16:creationId xmlns:a16="http://schemas.microsoft.com/office/drawing/2014/main" id="{BB2A72E5-265C-4416-A0D6-4E1261FFFD82}"/>
              </a:ext>
            </a:extLst>
          </p:cNvPr>
          <p:cNvSpPr>
            <a:spLocks noGrp="1"/>
          </p:cNvSpPr>
          <p:nvPr/>
        </p:nvSpPr>
        <p:spPr>
          <a:xfrm>
            <a:off x="3842873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108" y="842186"/>
                </a:lnTo>
                <a:lnTo>
                  <a:pt x="19948" y="835606"/>
                </a:lnTo>
                <a:lnTo>
                  <a:pt x="43145" y="829027"/>
                </a:lnTo>
                <a:lnTo>
                  <a:pt x="72648" y="822447"/>
                </a:lnTo>
                <a:lnTo>
                  <a:pt x="106031" y="815868"/>
                </a:lnTo>
                <a:lnTo>
                  <a:pt x="140826" y="809288"/>
                </a:lnTo>
                <a:lnTo>
                  <a:pt x="174822" y="802708"/>
                </a:lnTo>
                <a:lnTo>
                  <a:pt x="206274" y="796129"/>
                </a:lnTo>
                <a:lnTo>
                  <a:pt x="234014" y="789549"/>
                </a:lnTo>
                <a:lnTo>
                  <a:pt x="257454" y="782970"/>
                </a:lnTo>
                <a:lnTo>
                  <a:pt x="276507" y="776390"/>
                </a:lnTo>
                <a:lnTo>
                  <a:pt x="291457" y="769811"/>
                </a:lnTo>
                <a:lnTo>
                  <a:pt x="302823" y="763231"/>
                </a:lnTo>
                <a:lnTo>
                  <a:pt x="311224" y="756651"/>
                </a:lnTo>
                <a:lnTo>
                  <a:pt x="317287" y="750072"/>
                </a:lnTo>
                <a:lnTo>
                  <a:pt x="321574" y="743492"/>
                </a:lnTo>
                <a:lnTo>
                  <a:pt x="324560" y="736913"/>
                </a:lnTo>
                <a:lnTo>
                  <a:pt x="326616" y="730333"/>
                </a:lnTo>
                <a:lnTo>
                  <a:pt x="328026" y="723754"/>
                </a:lnTo>
                <a:lnTo>
                  <a:pt x="328997" y="717174"/>
                </a:lnTo>
                <a:lnTo>
                  <a:pt x="329681" y="710594"/>
                </a:lnTo>
                <a:lnTo>
                  <a:pt x="330184" y="704015"/>
                </a:lnTo>
                <a:lnTo>
                  <a:pt x="330587" y="697435"/>
                </a:lnTo>
                <a:lnTo>
                  <a:pt x="330945" y="690856"/>
                </a:lnTo>
                <a:lnTo>
                  <a:pt x="331300" y="684276"/>
                </a:lnTo>
                <a:lnTo>
                  <a:pt x="331677" y="677697"/>
                </a:lnTo>
                <a:lnTo>
                  <a:pt x="332089" y="671117"/>
                </a:lnTo>
                <a:lnTo>
                  <a:pt x="332541" y="664537"/>
                </a:lnTo>
                <a:lnTo>
                  <a:pt x="333025" y="657958"/>
                </a:lnTo>
                <a:lnTo>
                  <a:pt x="333525" y="651378"/>
                </a:lnTo>
                <a:lnTo>
                  <a:pt x="334022" y="644799"/>
                </a:lnTo>
                <a:lnTo>
                  <a:pt x="334494" y="638219"/>
                </a:lnTo>
                <a:lnTo>
                  <a:pt x="334922" y="631639"/>
                </a:lnTo>
                <a:lnTo>
                  <a:pt x="335289" y="625060"/>
                </a:lnTo>
                <a:lnTo>
                  <a:pt x="335587" y="618480"/>
                </a:lnTo>
                <a:lnTo>
                  <a:pt x="335815" y="611901"/>
                </a:lnTo>
                <a:lnTo>
                  <a:pt x="335980" y="605321"/>
                </a:lnTo>
                <a:lnTo>
                  <a:pt x="336094" y="598742"/>
                </a:lnTo>
                <a:lnTo>
                  <a:pt x="336173" y="592162"/>
                </a:lnTo>
                <a:lnTo>
                  <a:pt x="336235" y="585582"/>
                </a:lnTo>
                <a:lnTo>
                  <a:pt x="336293" y="579003"/>
                </a:lnTo>
                <a:lnTo>
                  <a:pt x="336361" y="572423"/>
                </a:lnTo>
                <a:lnTo>
                  <a:pt x="336444" y="565844"/>
                </a:lnTo>
                <a:lnTo>
                  <a:pt x="336544" y="559264"/>
                </a:lnTo>
                <a:lnTo>
                  <a:pt x="336659" y="552685"/>
                </a:lnTo>
                <a:lnTo>
                  <a:pt x="336784" y="546105"/>
                </a:lnTo>
                <a:lnTo>
                  <a:pt x="336911" y="539525"/>
                </a:lnTo>
                <a:lnTo>
                  <a:pt x="337033" y="532946"/>
                </a:lnTo>
                <a:lnTo>
                  <a:pt x="337145" y="526366"/>
                </a:lnTo>
                <a:lnTo>
                  <a:pt x="337242" y="519787"/>
                </a:lnTo>
                <a:lnTo>
                  <a:pt x="337322" y="513207"/>
                </a:lnTo>
                <a:lnTo>
                  <a:pt x="337384" y="506627"/>
                </a:lnTo>
                <a:lnTo>
                  <a:pt x="337428" y="500048"/>
                </a:lnTo>
                <a:lnTo>
                  <a:pt x="337456" y="493468"/>
                </a:lnTo>
                <a:lnTo>
                  <a:pt x="337468" y="486889"/>
                </a:lnTo>
                <a:lnTo>
                  <a:pt x="337464" y="480309"/>
                </a:lnTo>
                <a:lnTo>
                  <a:pt x="337445" y="473730"/>
                </a:lnTo>
                <a:lnTo>
                  <a:pt x="337410" y="467150"/>
                </a:lnTo>
                <a:lnTo>
                  <a:pt x="337358" y="460570"/>
                </a:lnTo>
                <a:lnTo>
                  <a:pt x="337288" y="453991"/>
                </a:lnTo>
                <a:lnTo>
                  <a:pt x="337200" y="447411"/>
                </a:lnTo>
                <a:lnTo>
                  <a:pt x="337097" y="440832"/>
                </a:lnTo>
                <a:lnTo>
                  <a:pt x="336981" y="434252"/>
                </a:lnTo>
                <a:lnTo>
                  <a:pt x="336859" y="427673"/>
                </a:lnTo>
                <a:lnTo>
                  <a:pt x="336739" y="421093"/>
                </a:lnTo>
                <a:lnTo>
                  <a:pt x="336629" y="414513"/>
                </a:lnTo>
                <a:lnTo>
                  <a:pt x="336539" y="407934"/>
                </a:lnTo>
                <a:lnTo>
                  <a:pt x="336477" y="401354"/>
                </a:lnTo>
                <a:lnTo>
                  <a:pt x="336450" y="394775"/>
                </a:lnTo>
                <a:lnTo>
                  <a:pt x="336459" y="388195"/>
                </a:lnTo>
                <a:lnTo>
                  <a:pt x="336503" y="381616"/>
                </a:lnTo>
                <a:lnTo>
                  <a:pt x="336579" y="375036"/>
                </a:lnTo>
                <a:lnTo>
                  <a:pt x="336678" y="368456"/>
                </a:lnTo>
                <a:lnTo>
                  <a:pt x="336791" y="361877"/>
                </a:lnTo>
                <a:lnTo>
                  <a:pt x="336909" y="355297"/>
                </a:lnTo>
                <a:lnTo>
                  <a:pt x="337020" y="348718"/>
                </a:lnTo>
                <a:lnTo>
                  <a:pt x="337118" y="342138"/>
                </a:lnTo>
                <a:lnTo>
                  <a:pt x="337196" y="335558"/>
                </a:lnTo>
                <a:lnTo>
                  <a:pt x="337248" y="328979"/>
                </a:lnTo>
                <a:lnTo>
                  <a:pt x="337273" y="322399"/>
                </a:lnTo>
                <a:lnTo>
                  <a:pt x="337268" y="315820"/>
                </a:lnTo>
                <a:lnTo>
                  <a:pt x="337234" y="309240"/>
                </a:lnTo>
                <a:lnTo>
                  <a:pt x="337174" y="302661"/>
                </a:lnTo>
                <a:lnTo>
                  <a:pt x="337089" y="296081"/>
                </a:lnTo>
                <a:lnTo>
                  <a:pt x="336986" y="289501"/>
                </a:lnTo>
                <a:lnTo>
                  <a:pt x="336871" y="282922"/>
                </a:lnTo>
                <a:lnTo>
                  <a:pt x="336754" y="276342"/>
                </a:lnTo>
                <a:lnTo>
                  <a:pt x="336644" y="269763"/>
                </a:lnTo>
                <a:lnTo>
                  <a:pt x="336552" y="263183"/>
                </a:lnTo>
                <a:lnTo>
                  <a:pt x="336485" y="256604"/>
                </a:lnTo>
                <a:lnTo>
                  <a:pt x="336452" y="250024"/>
                </a:lnTo>
                <a:lnTo>
                  <a:pt x="336455" y="243444"/>
                </a:lnTo>
                <a:lnTo>
                  <a:pt x="336494" y="236865"/>
                </a:lnTo>
                <a:lnTo>
                  <a:pt x="336565" y="230285"/>
                </a:lnTo>
                <a:lnTo>
                  <a:pt x="336663" y="223706"/>
                </a:lnTo>
                <a:lnTo>
                  <a:pt x="336777" y="217126"/>
                </a:lnTo>
                <a:lnTo>
                  <a:pt x="336899" y="210546"/>
                </a:lnTo>
                <a:lnTo>
                  <a:pt x="337019" y="203967"/>
                </a:lnTo>
                <a:lnTo>
                  <a:pt x="337132" y="197387"/>
                </a:lnTo>
                <a:lnTo>
                  <a:pt x="337232" y="190808"/>
                </a:lnTo>
                <a:lnTo>
                  <a:pt x="337316" y="184228"/>
                </a:lnTo>
                <a:lnTo>
                  <a:pt x="337383" y="177649"/>
                </a:lnTo>
                <a:lnTo>
                  <a:pt x="337435" y="171069"/>
                </a:lnTo>
                <a:lnTo>
                  <a:pt x="337473" y="164489"/>
                </a:lnTo>
                <a:lnTo>
                  <a:pt x="337500" y="157910"/>
                </a:lnTo>
                <a:lnTo>
                  <a:pt x="337518" y="151330"/>
                </a:lnTo>
                <a:lnTo>
                  <a:pt x="337529" y="144751"/>
                </a:lnTo>
                <a:lnTo>
                  <a:pt x="337535" y="138171"/>
                </a:lnTo>
                <a:lnTo>
                  <a:pt x="337537" y="131592"/>
                </a:lnTo>
                <a:lnTo>
                  <a:pt x="337535" y="125012"/>
                </a:lnTo>
                <a:lnTo>
                  <a:pt x="337528" y="118432"/>
                </a:lnTo>
                <a:lnTo>
                  <a:pt x="337515" y="111853"/>
                </a:lnTo>
                <a:lnTo>
                  <a:pt x="337490" y="105273"/>
                </a:lnTo>
                <a:lnTo>
                  <a:pt x="337451" y="98694"/>
                </a:lnTo>
                <a:lnTo>
                  <a:pt x="337389" y="92114"/>
                </a:lnTo>
                <a:lnTo>
                  <a:pt x="337297" y="85535"/>
                </a:lnTo>
                <a:lnTo>
                  <a:pt x="337165" y="78955"/>
                </a:lnTo>
                <a:lnTo>
                  <a:pt x="336982" y="72375"/>
                </a:lnTo>
                <a:lnTo>
                  <a:pt x="336740" y="65796"/>
                </a:lnTo>
                <a:lnTo>
                  <a:pt x="336434" y="59216"/>
                </a:lnTo>
                <a:lnTo>
                  <a:pt x="336061" y="52637"/>
                </a:lnTo>
                <a:lnTo>
                  <a:pt x="335631" y="46057"/>
                </a:lnTo>
                <a:lnTo>
                  <a:pt x="335159" y="39477"/>
                </a:lnTo>
                <a:lnTo>
                  <a:pt x="334669" y="32898"/>
                </a:lnTo>
                <a:lnTo>
                  <a:pt x="334195" y="26318"/>
                </a:lnTo>
                <a:lnTo>
                  <a:pt x="333772" y="19739"/>
                </a:lnTo>
                <a:lnTo>
                  <a:pt x="333438" y="13159"/>
                </a:lnTo>
                <a:lnTo>
                  <a:pt x="333224" y="6580"/>
                </a:lnTo>
                <a:lnTo>
                  <a:pt x="333150" y="0"/>
                </a:lnTo>
                <a:lnTo>
                  <a:pt x="341946" y="0"/>
                </a:lnTo>
                <a:lnTo>
                  <a:pt x="341946" y="0"/>
                </a:lnTo>
                <a:lnTo>
                  <a:pt x="341873" y="6580"/>
                </a:lnTo>
                <a:lnTo>
                  <a:pt x="341658" y="13159"/>
                </a:lnTo>
                <a:lnTo>
                  <a:pt x="341324" y="19739"/>
                </a:lnTo>
                <a:lnTo>
                  <a:pt x="340902" y="26318"/>
                </a:lnTo>
                <a:lnTo>
                  <a:pt x="340428" y="32898"/>
                </a:lnTo>
                <a:lnTo>
                  <a:pt x="339938" y="39477"/>
                </a:lnTo>
                <a:lnTo>
                  <a:pt x="339465" y="46057"/>
                </a:lnTo>
                <a:lnTo>
                  <a:pt x="339035" y="52637"/>
                </a:lnTo>
                <a:lnTo>
                  <a:pt x="338663" y="59216"/>
                </a:lnTo>
                <a:lnTo>
                  <a:pt x="338356" y="65796"/>
                </a:lnTo>
                <a:lnTo>
                  <a:pt x="338114" y="72375"/>
                </a:lnTo>
                <a:lnTo>
                  <a:pt x="337932" y="78955"/>
                </a:lnTo>
                <a:lnTo>
                  <a:pt x="337799" y="85535"/>
                </a:lnTo>
                <a:lnTo>
                  <a:pt x="337707" y="92114"/>
                </a:lnTo>
                <a:lnTo>
                  <a:pt x="337646" y="98694"/>
                </a:lnTo>
                <a:lnTo>
                  <a:pt x="337606" y="105273"/>
                </a:lnTo>
                <a:lnTo>
                  <a:pt x="337582" y="111853"/>
                </a:lnTo>
                <a:lnTo>
                  <a:pt x="337568" y="118432"/>
                </a:lnTo>
                <a:lnTo>
                  <a:pt x="337561" y="125012"/>
                </a:lnTo>
                <a:lnTo>
                  <a:pt x="337559" y="131592"/>
                </a:lnTo>
                <a:lnTo>
                  <a:pt x="337561" y="138171"/>
                </a:lnTo>
                <a:lnTo>
                  <a:pt x="337568" y="144751"/>
                </a:lnTo>
                <a:lnTo>
                  <a:pt x="337579" y="151330"/>
                </a:lnTo>
                <a:lnTo>
                  <a:pt x="337597" y="157910"/>
                </a:lnTo>
                <a:lnTo>
                  <a:pt x="337624" y="164489"/>
                </a:lnTo>
                <a:lnTo>
                  <a:pt x="337662" y="171069"/>
                </a:lnTo>
                <a:lnTo>
                  <a:pt x="337714" y="177649"/>
                </a:lnTo>
                <a:lnTo>
                  <a:pt x="337781" y="184228"/>
                </a:lnTo>
                <a:lnTo>
                  <a:pt x="337865" y="190808"/>
                </a:lnTo>
                <a:lnTo>
                  <a:pt x="337964" y="197387"/>
                </a:lnTo>
                <a:lnTo>
                  <a:pt x="338077" y="203967"/>
                </a:lnTo>
                <a:lnTo>
                  <a:pt x="338198" y="210546"/>
                </a:lnTo>
                <a:lnTo>
                  <a:pt x="338320" y="217126"/>
                </a:lnTo>
                <a:lnTo>
                  <a:pt x="338434" y="223706"/>
                </a:lnTo>
                <a:lnTo>
                  <a:pt x="338531" y="230285"/>
                </a:lnTo>
                <a:lnTo>
                  <a:pt x="338603" y="236865"/>
                </a:lnTo>
                <a:lnTo>
                  <a:pt x="338642" y="243444"/>
                </a:lnTo>
                <a:lnTo>
                  <a:pt x="338645" y="250024"/>
                </a:lnTo>
                <a:lnTo>
                  <a:pt x="338611" y="256604"/>
                </a:lnTo>
                <a:lnTo>
                  <a:pt x="338545" y="263183"/>
                </a:lnTo>
                <a:lnTo>
                  <a:pt x="338452" y="269763"/>
                </a:lnTo>
                <a:lnTo>
                  <a:pt x="338342" y="276342"/>
                </a:lnTo>
                <a:lnTo>
                  <a:pt x="338225" y="282922"/>
                </a:lnTo>
                <a:lnTo>
                  <a:pt x="338111" y="289501"/>
                </a:lnTo>
                <a:lnTo>
                  <a:pt x="338008" y="296081"/>
                </a:lnTo>
                <a:lnTo>
                  <a:pt x="337923" y="302661"/>
                </a:lnTo>
                <a:lnTo>
                  <a:pt x="337862" y="309240"/>
                </a:lnTo>
                <a:lnTo>
                  <a:pt x="337829" y="315820"/>
                </a:lnTo>
                <a:lnTo>
                  <a:pt x="337824" y="322399"/>
                </a:lnTo>
                <a:lnTo>
                  <a:pt x="337848" y="328979"/>
                </a:lnTo>
                <a:lnTo>
                  <a:pt x="337901" y="335558"/>
                </a:lnTo>
                <a:lnTo>
                  <a:pt x="337978" y="342138"/>
                </a:lnTo>
                <a:lnTo>
                  <a:pt x="338076" y="348718"/>
                </a:lnTo>
                <a:lnTo>
                  <a:pt x="338188" y="355297"/>
                </a:lnTo>
                <a:lnTo>
                  <a:pt x="338305" y="361877"/>
                </a:lnTo>
                <a:lnTo>
                  <a:pt x="338418" y="368456"/>
                </a:lnTo>
                <a:lnTo>
                  <a:pt x="338518" y="375036"/>
                </a:lnTo>
                <a:lnTo>
                  <a:pt x="338593" y="381616"/>
                </a:lnTo>
                <a:lnTo>
                  <a:pt x="338638" y="388195"/>
                </a:lnTo>
                <a:lnTo>
                  <a:pt x="338647" y="394775"/>
                </a:lnTo>
                <a:lnTo>
                  <a:pt x="338619" y="401354"/>
                </a:lnTo>
                <a:lnTo>
                  <a:pt x="338557" y="407934"/>
                </a:lnTo>
                <a:lnTo>
                  <a:pt x="338467" y="414513"/>
                </a:lnTo>
                <a:lnTo>
                  <a:pt x="338358" y="421093"/>
                </a:lnTo>
                <a:lnTo>
                  <a:pt x="338237" y="427673"/>
                </a:lnTo>
                <a:lnTo>
                  <a:pt x="338115" y="434252"/>
                </a:lnTo>
                <a:lnTo>
                  <a:pt x="338000" y="440832"/>
                </a:lnTo>
                <a:lnTo>
                  <a:pt x="337896" y="447411"/>
                </a:lnTo>
                <a:lnTo>
                  <a:pt x="337809" y="453991"/>
                </a:lnTo>
                <a:lnTo>
                  <a:pt x="337739" y="460570"/>
                </a:lnTo>
                <a:lnTo>
                  <a:pt x="337687" y="467150"/>
                </a:lnTo>
                <a:lnTo>
                  <a:pt x="337651" y="473730"/>
                </a:lnTo>
                <a:lnTo>
                  <a:pt x="337632" y="480309"/>
                </a:lnTo>
                <a:lnTo>
                  <a:pt x="337629" y="486889"/>
                </a:lnTo>
                <a:lnTo>
                  <a:pt x="337640" y="493468"/>
                </a:lnTo>
                <a:lnTo>
                  <a:pt x="337668" y="500048"/>
                </a:lnTo>
                <a:lnTo>
                  <a:pt x="337712" y="506627"/>
                </a:lnTo>
                <a:lnTo>
                  <a:pt x="337774" y="513207"/>
                </a:lnTo>
                <a:lnTo>
                  <a:pt x="337854" y="519787"/>
                </a:lnTo>
                <a:lnTo>
                  <a:pt x="337951" y="526366"/>
                </a:lnTo>
                <a:lnTo>
                  <a:pt x="338063" y="532946"/>
                </a:lnTo>
                <a:lnTo>
                  <a:pt x="338186" y="539525"/>
                </a:lnTo>
                <a:lnTo>
                  <a:pt x="338313" y="546105"/>
                </a:lnTo>
                <a:lnTo>
                  <a:pt x="338437" y="552685"/>
                </a:lnTo>
                <a:lnTo>
                  <a:pt x="338553" y="559264"/>
                </a:lnTo>
                <a:lnTo>
                  <a:pt x="338653" y="565844"/>
                </a:lnTo>
                <a:lnTo>
                  <a:pt x="338736" y="572423"/>
                </a:lnTo>
                <a:lnTo>
                  <a:pt x="338803" y="579003"/>
                </a:lnTo>
                <a:lnTo>
                  <a:pt x="338862" y="585582"/>
                </a:lnTo>
                <a:lnTo>
                  <a:pt x="338923" y="592162"/>
                </a:lnTo>
                <a:lnTo>
                  <a:pt x="339003" y="598742"/>
                </a:lnTo>
                <a:lnTo>
                  <a:pt x="339117" y="605321"/>
                </a:lnTo>
                <a:lnTo>
                  <a:pt x="339282" y="611901"/>
                </a:lnTo>
                <a:lnTo>
                  <a:pt x="339510" y="618480"/>
                </a:lnTo>
                <a:lnTo>
                  <a:pt x="339808" y="625060"/>
                </a:lnTo>
                <a:lnTo>
                  <a:pt x="340175" y="631639"/>
                </a:lnTo>
                <a:lnTo>
                  <a:pt x="340602" y="638219"/>
                </a:lnTo>
                <a:lnTo>
                  <a:pt x="341074" y="644799"/>
                </a:lnTo>
                <a:lnTo>
                  <a:pt x="341571" y="651378"/>
                </a:lnTo>
                <a:lnTo>
                  <a:pt x="342072" y="657958"/>
                </a:lnTo>
                <a:lnTo>
                  <a:pt x="342555" y="664537"/>
                </a:lnTo>
                <a:lnTo>
                  <a:pt x="343007" y="671117"/>
                </a:lnTo>
                <a:lnTo>
                  <a:pt x="343420" y="677697"/>
                </a:lnTo>
                <a:lnTo>
                  <a:pt x="343797" y="684276"/>
                </a:lnTo>
                <a:lnTo>
                  <a:pt x="344151" y="690856"/>
                </a:lnTo>
                <a:lnTo>
                  <a:pt x="344510" y="697435"/>
                </a:lnTo>
                <a:lnTo>
                  <a:pt x="344912" y="704015"/>
                </a:lnTo>
                <a:lnTo>
                  <a:pt x="345416" y="710594"/>
                </a:lnTo>
                <a:lnTo>
                  <a:pt x="346099" y="717174"/>
                </a:lnTo>
                <a:lnTo>
                  <a:pt x="347071" y="723754"/>
                </a:lnTo>
                <a:lnTo>
                  <a:pt x="348481" y="730333"/>
                </a:lnTo>
                <a:lnTo>
                  <a:pt x="350537" y="736913"/>
                </a:lnTo>
                <a:lnTo>
                  <a:pt x="353522" y="743492"/>
                </a:lnTo>
                <a:lnTo>
                  <a:pt x="357810" y="750072"/>
                </a:lnTo>
                <a:lnTo>
                  <a:pt x="363872" y="756651"/>
                </a:lnTo>
                <a:lnTo>
                  <a:pt x="372274" y="763231"/>
                </a:lnTo>
                <a:lnTo>
                  <a:pt x="383639" y="769811"/>
                </a:lnTo>
                <a:lnTo>
                  <a:pt x="398590" y="776390"/>
                </a:lnTo>
                <a:lnTo>
                  <a:pt x="417642" y="782970"/>
                </a:lnTo>
                <a:lnTo>
                  <a:pt x="441082" y="789549"/>
                </a:lnTo>
                <a:lnTo>
                  <a:pt x="468823" y="796129"/>
                </a:lnTo>
                <a:lnTo>
                  <a:pt x="500275" y="802708"/>
                </a:lnTo>
                <a:lnTo>
                  <a:pt x="534270" y="809288"/>
                </a:lnTo>
                <a:lnTo>
                  <a:pt x="569066" y="815868"/>
                </a:lnTo>
                <a:lnTo>
                  <a:pt x="602448" y="822447"/>
                </a:lnTo>
                <a:lnTo>
                  <a:pt x="631951" y="829027"/>
                </a:lnTo>
                <a:lnTo>
                  <a:pt x="655149" y="835606"/>
                </a:lnTo>
                <a:lnTo>
                  <a:pt x="6699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2603" name="F2_precision_recall_distributions_5417">
            <a:extLst>
              <a:ext uri="{FF2B5EF4-FFF2-40B4-BE49-F238E27FC236}">
                <a16:creationId xmlns:a16="http://schemas.microsoft.com/office/drawing/2014/main" id="{8DE8AA7D-CA56-46D3-B28C-EAE84F4A78FB}"/>
              </a:ext>
            </a:extLst>
          </p:cNvPr>
          <p:cNvSpPr>
            <a:spLocks noGrp="1"/>
          </p:cNvSpPr>
          <p:nvPr/>
        </p:nvSpPr>
        <p:spPr>
          <a:xfrm>
            <a:off x="435069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4" name="F2_precision_recall_distributions_5418">
            <a:extLst>
              <a:ext uri="{FF2B5EF4-FFF2-40B4-BE49-F238E27FC236}">
                <a16:creationId xmlns:a16="http://schemas.microsoft.com/office/drawing/2014/main" id="{E7F91225-4B9D-4641-8D6F-FE3B84DB5C1C}"/>
              </a:ext>
            </a:extLst>
          </p:cNvPr>
          <p:cNvSpPr>
            <a:spLocks noGrp="1"/>
          </p:cNvSpPr>
          <p:nvPr/>
        </p:nvSpPr>
        <p:spPr>
          <a:xfrm>
            <a:off x="41933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5" name="F2_precision_recall_distributions_5419">
            <a:extLst>
              <a:ext uri="{FF2B5EF4-FFF2-40B4-BE49-F238E27FC236}">
                <a16:creationId xmlns:a16="http://schemas.microsoft.com/office/drawing/2014/main" id="{76FB7ADD-0A56-43AD-BBCE-B1FA971D009C}"/>
              </a:ext>
            </a:extLst>
          </p:cNvPr>
          <p:cNvSpPr>
            <a:spLocks noGrp="1"/>
          </p:cNvSpPr>
          <p:nvPr/>
        </p:nvSpPr>
        <p:spPr>
          <a:xfrm>
            <a:off x="4185682" y="507379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6" name="F2_precision_recall_distributions_5420">
            <a:extLst>
              <a:ext uri="{FF2B5EF4-FFF2-40B4-BE49-F238E27FC236}">
                <a16:creationId xmlns:a16="http://schemas.microsoft.com/office/drawing/2014/main" id="{ED567BF7-3935-4B32-A96F-C07EA1161BC5}"/>
              </a:ext>
            </a:extLst>
          </p:cNvPr>
          <p:cNvSpPr>
            <a:spLocks noGrp="1"/>
          </p:cNvSpPr>
          <p:nvPr/>
        </p:nvSpPr>
        <p:spPr>
          <a:xfrm>
            <a:off x="399564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7" name="F2_precision_recall_distributions_5421">
            <a:extLst>
              <a:ext uri="{FF2B5EF4-FFF2-40B4-BE49-F238E27FC236}">
                <a16:creationId xmlns:a16="http://schemas.microsoft.com/office/drawing/2014/main" id="{1285B24F-B7AF-48F3-B08D-067621139F79}"/>
              </a:ext>
            </a:extLst>
          </p:cNvPr>
          <p:cNvSpPr>
            <a:spLocks noGrp="1"/>
          </p:cNvSpPr>
          <p:nvPr/>
        </p:nvSpPr>
        <p:spPr>
          <a:xfrm>
            <a:off x="4342996" y="505084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8" name="F2_precision_recall_distributions_5422">
            <a:extLst>
              <a:ext uri="{FF2B5EF4-FFF2-40B4-BE49-F238E27FC236}">
                <a16:creationId xmlns:a16="http://schemas.microsoft.com/office/drawing/2014/main" id="{F3BDBA40-64B7-4AA1-AFE1-6779A9592932}"/>
              </a:ext>
            </a:extLst>
          </p:cNvPr>
          <p:cNvSpPr>
            <a:spLocks noGrp="1"/>
          </p:cNvSpPr>
          <p:nvPr/>
        </p:nvSpPr>
        <p:spPr>
          <a:xfrm>
            <a:off x="41299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09" name="F2_precision_recall_distributions_5423">
            <a:extLst>
              <a:ext uri="{FF2B5EF4-FFF2-40B4-BE49-F238E27FC236}">
                <a16:creationId xmlns:a16="http://schemas.microsoft.com/office/drawing/2014/main" id="{5121A640-AD39-4CA2-B818-4687442C4C87}"/>
              </a:ext>
            </a:extLst>
          </p:cNvPr>
          <p:cNvSpPr>
            <a:spLocks noGrp="1"/>
          </p:cNvSpPr>
          <p:nvPr/>
        </p:nvSpPr>
        <p:spPr>
          <a:xfrm>
            <a:off x="41336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0" name="F2_precision_recall_distributions_5424">
            <a:extLst>
              <a:ext uri="{FF2B5EF4-FFF2-40B4-BE49-F238E27FC236}">
                <a16:creationId xmlns:a16="http://schemas.microsoft.com/office/drawing/2014/main" id="{4435852E-65B3-4AA8-82FE-70A70CAD4B4A}"/>
              </a:ext>
            </a:extLst>
          </p:cNvPr>
          <p:cNvSpPr>
            <a:spLocks noGrp="1"/>
          </p:cNvSpPr>
          <p:nvPr/>
        </p:nvSpPr>
        <p:spPr>
          <a:xfrm>
            <a:off x="4126155" y="5068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1" name="F2_precision_recall_distributions_5425">
            <a:extLst>
              <a:ext uri="{FF2B5EF4-FFF2-40B4-BE49-F238E27FC236}">
                <a16:creationId xmlns:a16="http://schemas.microsoft.com/office/drawing/2014/main" id="{26C4E4C2-90B5-4DE5-B20C-1962072FB249}"/>
              </a:ext>
            </a:extLst>
          </p:cNvPr>
          <p:cNvSpPr>
            <a:spLocks noGrp="1"/>
          </p:cNvSpPr>
          <p:nvPr/>
        </p:nvSpPr>
        <p:spPr>
          <a:xfrm>
            <a:off x="43341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2" name="F2_precision_recall_distributions_5426">
            <a:extLst>
              <a:ext uri="{FF2B5EF4-FFF2-40B4-BE49-F238E27FC236}">
                <a16:creationId xmlns:a16="http://schemas.microsoft.com/office/drawing/2014/main" id="{94BF7EC0-8688-44F3-AF71-AAEE619D96F7}"/>
              </a:ext>
            </a:extLst>
          </p:cNvPr>
          <p:cNvSpPr>
            <a:spLocks noGrp="1"/>
          </p:cNvSpPr>
          <p:nvPr/>
        </p:nvSpPr>
        <p:spPr>
          <a:xfrm>
            <a:off x="4190768" y="50738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3" name="F2_precision_recall_distributions_5427">
            <a:extLst>
              <a:ext uri="{FF2B5EF4-FFF2-40B4-BE49-F238E27FC236}">
                <a16:creationId xmlns:a16="http://schemas.microsoft.com/office/drawing/2014/main" id="{DE02ECA8-3B1D-48A2-A1D2-E53AF249CCCE}"/>
              </a:ext>
            </a:extLst>
          </p:cNvPr>
          <p:cNvSpPr>
            <a:spLocks noGrp="1"/>
          </p:cNvSpPr>
          <p:nvPr/>
        </p:nvSpPr>
        <p:spPr>
          <a:xfrm>
            <a:off x="4325350" y="46230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4" name="F2_precision_recall_distributions_5428">
            <a:extLst>
              <a:ext uri="{FF2B5EF4-FFF2-40B4-BE49-F238E27FC236}">
                <a16:creationId xmlns:a16="http://schemas.microsoft.com/office/drawing/2014/main" id="{E75D9666-0676-4D66-A3DD-88E249D795B6}"/>
              </a:ext>
            </a:extLst>
          </p:cNvPr>
          <p:cNvSpPr>
            <a:spLocks noGrp="1"/>
          </p:cNvSpPr>
          <p:nvPr/>
        </p:nvSpPr>
        <p:spPr>
          <a:xfrm>
            <a:off x="4030783" y="49669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5" name="F2_precision_recall_distributions_5429">
            <a:extLst>
              <a:ext uri="{FF2B5EF4-FFF2-40B4-BE49-F238E27FC236}">
                <a16:creationId xmlns:a16="http://schemas.microsoft.com/office/drawing/2014/main" id="{DEE6C4BF-EDC8-47A2-9CDA-DEFCDE70EE26}"/>
              </a:ext>
            </a:extLst>
          </p:cNvPr>
          <p:cNvSpPr>
            <a:spLocks noGrp="1"/>
          </p:cNvSpPr>
          <p:nvPr/>
        </p:nvSpPr>
        <p:spPr>
          <a:xfrm>
            <a:off x="4098101" y="50726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6" name="F2_precision_recall_distributions_5430">
            <a:extLst>
              <a:ext uri="{FF2B5EF4-FFF2-40B4-BE49-F238E27FC236}">
                <a16:creationId xmlns:a16="http://schemas.microsoft.com/office/drawing/2014/main" id="{A66C1FDD-D0AE-475A-AEF9-6618BCFD533E}"/>
              </a:ext>
            </a:extLst>
          </p:cNvPr>
          <p:cNvSpPr>
            <a:spLocks noGrp="1"/>
          </p:cNvSpPr>
          <p:nvPr/>
        </p:nvSpPr>
        <p:spPr>
          <a:xfrm>
            <a:off x="406379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7" name="F2_precision_recall_distributions_5431">
            <a:extLst>
              <a:ext uri="{FF2B5EF4-FFF2-40B4-BE49-F238E27FC236}">
                <a16:creationId xmlns:a16="http://schemas.microsoft.com/office/drawing/2014/main" id="{3D449BE0-8F45-4E18-9A2F-DB9FE914C4E5}"/>
              </a:ext>
            </a:extLst>
          </p:cNvPr>
          <p:cNvSpPr>
            <a:spLocks noGrp="1"/>
          </p:cNvSpPr>
          <p:nvPr/>
        </p:nvSpPr>
        <p:spPr>
          <a:xfrm>
            <a:off x="4012404" y="4924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8" name="F2_precision_recall_distributions_5432">
            <a:extLst>
              <a:ext uri="{FF2B5EF4-FFF2-40B4-BE49-F238E27FC236}">
                <a16:creationId xmlns:a16="http://schemas.microsoft.com/office/drawing/2014/main" id="{43691CD3-7D64-4496-ADB4-E87022BBCA2D}"/>
              </a:ext>
            </a:extLst>
          </p:cNvPr>
          <p:cNvSpPr>
            <a:spLocks noGrp="1"/>
          </p:cNvSpPr>
          <p:nvPr/>
        </p:nvSpPr>
        <p:spPr>
          <a:xfrm>
            <a:off x="4070768" y="50687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19" name="F2_precision_recall_distributions_5433">
            <a:extLst>
              <a:ext uri="{FF2B5EF4-FFF2-40B4-BE49-F238E27FC236}">
                <a16:creationId xmlns:a16="http://schemas.microsoft.com/office/drawing/2014/main" id="{41EDC162-BA1E-4824-BAA6-FD11004A1EDD}"/>
              </a:ext>
            </a:extLst>
          </p:cNvPr>
          <p:cNvSpPr>
            <a:spLocks noGrp="1"/>
          </p:cNvSpPr>
          <p:nvPr/>
        </p:nvSpPr>
        <p:spPr>
          <a:xfrm>
            <a:off x="418309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0" name="F2_precision_recall_distributions_5434">
            <a:extLst>
              <a:ext uri="{FF2B5EF4-FFF2-40B4-BE49-F238E27FC236}">
                <a16:creationId xmlns:a16="http://schemas.microsoft.com/office/drawing/2014/main" id="{E7CA28B7-9E3D-4BAA-B689-E23E57F80524}"/>
              </a:ext>
            </a:extLst>
          </p:cNvPr>
          <p:cNvSpPr>
            <a:spLocks noGrp="1"/>
          </p:cNvSpPr>
          <p:nvPr/>
        </p:nvSpPr>
        <p:spPr>
          <a:xfrm>
            <a:off x="4124399" y="49937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1" name="F2_precision_recall_distributions_5435">
            <a:extLst>
              <a:ext uri="{FF2B5EF4-FFF2-40B4-BE49-F238E27FC236}">
                <a16:creationId xmlns:a16="http://schemas.microsoft.com/office/drawing/2014/main" id="{F8CB969D-0B76-41EF-AB66-DF77B5BF73D2}"/>
              </a:ext>
            </a:extLst>
          </p:cNvPr>
          <p:cNvSpPr>
            <a:spLocks noGrp="1"/>
          </p:cNvSpPr>
          <p:nvPr/>
        </p:nvSpPr>
        <p:spPr>
          <a:xfrm>
            <a:off x="4013338" y="50557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2" name="F2_precision_recall_distributions_5436">
            <a:extLst>
              <a:ext uri="{FF2B5EF4-FFF2-40B4-BE49-F238E27FC236}">
                <a16:creationId xmlns:a16="http://schemas.microsoft.com/office/drawing/2014/main" id="{50C459AD-C9EC-42AC-8C7D-E1CBCBDD4603}"/>
              </a:ext>
            </a:extLst>
          </p:cNvPr>
          <p:cNvSpPr>
            <a:spLocks noGrp="1"/>
          </p:cNvSpPr>
          <p:nvPr/>
        </p:nvSpPr>
        <p:spPr>
          <a:xfrm>
            <a:off x="4064482" y="50679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3" name="F2_precision_recall_distributions_5437">
            <a:extLst>
              <a:ext uri="{FF2B5EF4-FFF2-40B4-BE49-F238E27FC236}">
                <a16:creationId xmlns:a16="http://schemas.microsoft.com/office/drawing/2014/main" id="{FE723CC9-5A14-4284-96C1-B0D98B874FFF}"/>
              </a:ext>
            </a:extLst>
          </p:cNvPr>
          <p:cNvSpPr>
            <a:spLocks noGrp="1"/>
          </p:cNvSpPr>
          <p:nvPr/>
        </p:nvSpPr>
        <p:spPr>
          <a:xfrm>
            <a:off x="3989492" y="50742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4" name="F2_precision_recall_distributions_5438">
            <a:extLst>
              <a:ext uri="{FF2B5EF4-FFF2-40B4-BE49-F238E27FC236}">
                <a16:creationId xmlns:a16="http://schemas.microsoft.com/office/drawing/2014/main" id="{DC206B7B-D388-4D80-A0DD-5B6714F9C2A3}"/>
              </a:ext>
            </a:extLst>
          </p:cNvPr>
          <p:cNvSpPr>
            <a:spLocks noGrp="1"/>
          </p:cNvSpPr>
          <p:nvPr/>
        </p:nvSpPr>
        <p:spPr>
          <a:xfrm>
            <a:off x="41090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5" name="F2_precision_recall_distributions_5439">
            <a:extLst>
              <a:ext uri="{FF2B5EF4-FFF2-40B4-BE49-F238E27FC236}">
                <a16:creationId xmlns:a16="http://schemas.microsoft.com/office/drawing/2014/main" id="{DE9F6208-790F-4E92-BD60-7313792E9A66}"/>
              </a:ext>
            </a:extLst>
          </p:cNvPr>
          <p:cNvSpPr>
            <a:spLocks noGrp="1"/>
          </p:cNvSpPr>
          <p:nvPr/>
        </p:nvSpPr>
        <p:spPr>
          <a:xfrm>
            <a:off x="4218397" y="49480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6" name="F2_precision_recall_distributions_5440">
            <a:extLst>
              <a:ext uri="{FF2B5EF4-FFF2-40B4-BE49-F238E27FC236}">
                <a16:creationId xmlns:a16="http://schemas.microsoft.com/office/drawing/2014/main" id="{C7CCA43F-F81C-4704-8B0A-F3D1A49280D2}"/>
              </a:ext>
            </a:extLst>
          </p:cNvPr>
          <p:cNvSpPr>
            <a:spLocks noGrp="1"/>
          </p:cNvSpPr>
          <p:nvPr/>
        </p:nvSpPr>
        <p:spPr>
          <a:xfrm>
            <a:off x="4270549" y="4894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7" name="F2_precision_recall_distributions_5441">
            <a:extLst>
              <a:ext uri="{FF2B5EF4-FFF2-40B4-BE49-F238E27FC236}">
                <a16:creationId xmlns:a16="http://schemas.microsoft.com/office/drawing/2014/main" id="{5C0BCB1F-253F-4AAD-898A-01C67E2F8A05}"/>
              </a:ext>
            </a:extLst>
          </p:cNvPr>
          <p:cNvSpPr>
            <a:spLocks noGrp="1"/>
          </p:cNvSpPr>
          <p:nvPr/>
        </p:nvSpPr>
        <p:spPr>
          <a:xfrm>
            <a:off x="420293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8" name="F2_precision_recall_distributions_5442">
            <a:extLst>
              <a:ext uri="{FF2B5EF4-FFF2-40B4-BE49-F238E27FC236}">
                <a16:creationId xmlns:a16="http://schemas.microsoft.com/office/drawing/2014/main" id="{8FF70EC9-488A-40F3-9AD5-223612CA0675}"/>
              </a:ext>
            </a:extLst>
          </p:cNvPr>
          <p:cNvSpPr>
            <a:spLocks noGrp="1"/>
          </p:cNvSpPr>
          <p:nvPr/>
        </p:nvSpPr>
        <p:spPr>
          <a:xfrm>
            <a:off x="42861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29" name="F2_precision_recall_distributions_5443">
            <a:extLst>
              <a:ext uri="{FF2B5EF4-FFF2-40B4-BE49-F238E27FC236}">
                <a16:creationId xmlns:a16="http://schemas.microsoft.com/office/drawing/2014/main" id="{A59CE07F-6A7D-4F6A-A93B-DFC810DC1CDC}"/>
              </a:ext>
            </a:extLst>
          </p:cNvPr>
          <p:cNvSpPr>
            <a:spLocks noGrp="1"/>
          </p:cNvSpPr>
          <p:nvPr/>
        </p:nvSpPr>
        <p:spPr>
          <a:xfrm>
            <a:off x="4122573" y="5072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0" name="F2_precision_recall_distributions_5444">
            <a:extLst>
              <a:ext uri="{FF2B5EF4-FFF2-40B4-BE49-F238E27FC236}">
                <a16:creationId xmlns:a16="http://schemas.microsoft.com/office/drawing/2014/main" id="{2E4AFB10-6F5D-425E-96D1-41C8B66CD49A}"/>
              </a:ext>
            </a:extLst>
          </p:cNvPr>
          <p:cNvSpPr>
            <a:spLocks noGrp="1"/>
          </p:cNvSpPr>
          <p:nvPr/>
        </p:nvSpPr>
        <p:spPr>
          <a:xfrm>
            <a:off x="425395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1" name="F2_precision_recall_distributions_5445">
            <a:extLst>
              <a:ext uri="{FF2B5EF4-FFF2-40B4-BE49-F238E27FC236}">
                <a16:creationId xmlns:a16="http://schemas.microsoft.com/office/drawing/2014/main" id="{C8CD5CF2-19D3-4A21-B478-A03035BDDFFD}"/>
              </a:ext>
            </a:extLst>
          </p:cNvPr>
          <p:cNvSpPr>
            <a:spLocks noGrp="1"/>
          </p:cNvSpPr>
          <p:nvPr/>
        </p:nvSpPr>
        <p:spPr>
          <a:xfrm>
            <a:off x="4026885" y="50746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2" name="F2_precision_recall_distributions_5446">
            <a:extLst>
              <a:ext uri="{FF2B5EF4-FFF2-40B4-BE49-F238E27FC236}">
                <a16:creationId xmlns:a16="http://schemas.microsoft.com/office/drawing/2014/main" id="{9B814620-CF09-4951-ACFA-0206D843F3AA}"/>
              </a:ext>
            </a:extLst>
          </p:cNvPr>
          <p:cNvSpPr>
            <a:spLocks noGrp="1"/>
          </p:cNvSpPr>
          <p:nvPr/>
        </p:nvSpPr>
        <p:spPr>
          <a:xfrm>
            <a:off x="4350968" y="502562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3" name="F2_precision_recall_distributions_5447">
            <a:extLst>
              <a:ext uri="{FF2B5EF4-FFF2-40B4-BE49-F238E27FC236}">
                <a16:creationId xmlns:a16="http://schemas.microsoft.com/office/drawing/2014/main" id="{37264241-3956-4D83-992A-6DFF952EB550}"/>
              </a:ext>
            </a:extLst>
          </p:cNvPr>
          <p:cNvSpPr>
            <a:spLocks noGrp="1"/>
          </p:cNvSpPr>
          <p:nvPr/>
        </p:nvSpPr>
        <p:spPr>
          <a:xfrm>
            <a:off x="41064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4" name="F2_precision_recall_distributions_5448">
            <a:extLst>
              <a:ext uri="{FF2B5EF4-FFF2-40B4-BE49-F238E27FC236}">
                <a16:creationId xmlns:a16="http://schemas.microsoft.com/office/drawing/2014/main" id="{007AFC2C-089B-415B-97D6-CB69729A92D7}"/>
              </a:ext>
            </a:extLst>
          </p:cNvPr>
          <p:cNvSpPr>
            <a:spLocks noGrp="1"/>
          </p:cNvSpPr>
          <p:nvPr/>
        </p:nvSpPr>
        <p:spPr>
          <a:xfrm>
            <a:off x="4021957" y="50460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5" name="F2_precision_recall_distributions_5449">
            <a:extLst>
              <a:ext uri="{FF2B5EF4-FFF2-40B4-BE49-F238E27FC236}">
                <a16:creationId xmlns:a16="http://schemas.microsoft.com/office/drawing/2014/main" id="{AEBFBD24-4D8C-49A4-B2E5-778DBD1BD7F2}"/>
              </a:ext>
            </a:extLst>
          </p:cNvPr>
          <p:cNvSpPr>
            <a:spLocks noGrp="1"/>
          </p:cNvSpPr>
          <p:nvPr/>
        </p:nvSpPr>
        <p:spPr>
          <a:xfrm>
            <a:off x="418587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6" name="F2_precision_recall_distributions_5450">
            <a:extLst>
              <a:ext uri="{FF2B5EF4-FFF2-40B4-BE49-F238E27FC236}">
                <a16:creationId xmlns:a16="http://schemas.microsoft.com/office/drawing/2014/main" id="{50A897AF-075D-4E66-9E74-C77B5132DB97}"/>
              </a:ext>
            </a:extLst>
          </p:cNvPr>
          <p:cNvSpPr>
            <a:spLocks noGrp="1"/>
          </p:cNvSpPr>
          <p:nvPr/>
        </p:nvSpPr>
        <p:spPr>
          <a:xfrm>
            <a:off x="4295824" y="5078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7" name="F2_precision_recall_distributions_5451">
            <a:extLst>
              <a:ext uri="{FF2B5EF4-FFF2-40B4-BE49-F238E27FC236}">
                <a16:creationId xmlns:a16="http://schemas.microsoft.com/office/drawing/2014/main" id="{DEBADED7-9C6F-418D-A559-18E08E877C1C}"/>
              </a:ext>
            </a:extLst>
          </p:cNvPr>
          <p:cNvSpPr>
            <a:spLocks noGrp="1"/>
          </p:cNvSpPr>
          <p:nvPr/>
        </p:nvSpPr>
        <p:spPr>
          <a:xfrm>
            <a:off x="417562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8" name="F2_precision_recall_distributions_5452">
            <a:extLst>
              <a:ext uri="{FF2B5EF4-FFF2-40B4-BE49-F238E27FC236}">
                <a16:creationId xmlns:a16="http://schemas.microsoft.com/office/drawing/2014/main" id="{2B87BCAD-746C-4C65-B762-C079A46469CC}"/>
              </a:ext>
            </a:extLst>
          </p:cNvPr>
          <p:cNvSpPr>
            <a:spLocks noGrp="1"/>
          </p:cNvSpPr>
          <p:nvPr/>
        </p:nvSpPr>
        <p:spPr>
          <a:xfrm>
            <a:off x="41110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39" name="F2_precision_recall_distributions_5453">
            <a:extLst>
              <a:ext uri="{FF2B5EF4-FFF2-40B4-BE49-F238E27FC236}">
                <a16:creationId xmlns:a16="http://schemas.microsoft.com/office/drawing/2014/main" id="{7C8C6B32-8E33-436D-8F22-90D7E637A1F0}"/>
              </a:ext>
            </a:extLst>
          </p:cNvPr>
          <p:cNvSpPr>
            <a:spLocks noGrp="1"/>
          </p:cNvSpPr>
          <p:nvPr/>
        </p:nvSpPr>
        <p:spPr>
          <a:xfrm>
            <a:off x="406663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0" name="F2_precision_recall_distributions_5454">
            <a:extLst>
              <a:ext uri="{FF2B5EF4-FFF2-40B4-BE49-F238E27FC236}">
                <a16:creationId xmlns:a16="http://schemas.microsoft.com/office/drawing/2014/main" id="{B942F7F1-7D73-4B75-A353-CCC1D0AD5288}"/>
              </a:ext>
            </a:extLst>
          </p:cNvPr>
          <p:cNvSpPr>
            <a:spLocks noGrp="1"/>
          </p:cNvSpPr>
          <p:nvPr/>
        </p:nvSpPr>
        <p:spPr>
          <a:xfrm>
            <a:off x="4224056" y="50767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1" name="F2_precision_recall_distributions_5455">
            <a:extLst>
              <a:ext uri="{FF2B5EF4-FFF2-40B4-BE49-F238E27FC236}">
                <a16:creationId xmlns:a16="http://schemas.microsoft.com/office/drawing/2014/main" id="{36F4B3C7-34BE-4042-97B0-37110B9068E4}"/>
              </a:ext>
            </a:extLst>
          </p:cNvPr>
          <p:cNvSpPr>
            <a:spLocks noGrp="1"/>
          </p:cNvSpPr>
          <p:nvPr/>
        </p:nvSpPr>
        <p:spPr>
          <a:xfrm>
            <a:off x="40345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2" name="F2_precision_recall_distributions_5456">
            <a:extLst>
              <a:ext uri="{FF2B5EF4-FFF2-40B4-BE49-F238E27FC236}">
                <a16:creationId xmlns:a16="http://schemas.microsoft.com/office/drawing/2014/main" id="{127FDA69-A2BB-4857-B330-BAB375099E28}"/>
              </a:ext>
            </a:extLst>
          </p:cNvPr>
          <p:cNvSpPr>
            <a:spLocks noGrp="1"/>
          </p:cNvSpPr>
          <p:nvPr/>
        </p:nvSpPr>
        <p:spPr>
          <a:xfrm>
            <a:off x="4241936" y="50624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3" name="F2_precision_recall_distributions_5457">
            <a:extLst>
              <a:ext uri="{FF2B5EF4-FFF2-40B4-BE49-F238E27FC236}">
                <a16:creationId xmlns:a16="http://schemas.microsoft.com/office/drawing/2014/main" id="{E4CAECE3-7486-4A7F-A8F9-C391E7459197}"/>
              </a:ext>
            </a:extLst>
          </p:cNvPr>
          <p:cNvSpPr>
            <a:spLocks noGrp="1"/>
          </p:cNvSpPr>
          <p:nvPr/>
        </p:nvSpPr>
        <p:spPr>
          <a:xfrm>
            <a:off x="431321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4" name="F2_precision_recall_distributions_5458">
            <a:extLst>
              <a:ext uri="{FF2B5EF4-FFF2-40B4-BE49-F238E27FC236}">
                <a16:creationId xmlns:a16="http://schemas.microsoft.com/office/drawing/2014/main" id="{044DF48E-8A27-4713-820E-5C4ECEFC6B4C}"/>
              </a:ext>
            </a:extLst>
          </p:cNvPr>
          <p:cNvSpPr>
            <a:spLocks noGrp="1"/>
          </p:cNvSpPr>
          <p:nvPr/>
        </p:nvSpPr>
        <p:spPr>
          <a:xfrm>
            <a:off x="4323403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5" name="F2_precision_recall_distributions_5459">
            <a:extLst>
              <a:ext uri="{FF2B5EF4-FFF2-40B4-BE49-F238E27FC236}">
                <a16:creationId xmlns:a16="http://schemas.microsoft.com/office/drawing/2014/main" id="{60375145-EDEB-4894-A580-49EB36E5AE37}"/>
              </a:ext>
            </a:extLst>
          </p:cNvPr>
          <p:cNvSpPr>
            <a:spLocks noGrp="1"/>
          </p:cNvSpPr>
          <p:nvPr/>
        </p:nvSpPr>
        <p:spPr>
          <a:xfrm>
            <a:off x="42198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6" name="F2_precision_recall_distributions_5460">
            <a:extLst>
              <a:ext uri="{FF2B5EF4-FFF2-40B4-BE49-F238E27FC236}">
                <a16:creationId xmlns:a16="http://schemas.microsoft.com/office/drawing/2014/main" id="{79045324-12CD-4593-AF57-A766DB1043E4}"/>
              </a:ext>
            </a:extLst>
          </p:cNvPr>
          <p:cNvSpPr>
            <a:spLocks noGrp="1"/>
          </p:cNvSpPr>
          <p:nvPr/>
        </p:nvSpPr>
        <p:spPr>
          <a:xfrm>
            <a:off x="398255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7" name="F2_precision_recall_distributions_5461">
            <a:extLst>
              <a:ext uri="{FF2B5EF4-FFF2-40B4-BE49-F238E27FC236}">
                <a16:creationId xmlns:a16="http://schemas.microsoft.com/office/drawing/2014/main" id="{7FA9842C-C445-44DD-86B9-61932A5E4887}"/>
              </a:ext>
            </a:extLst>
          </p:cNvPr>
          <p:cNvSpPr>
            <a:spLocks noGrp="1"/>
          </p:cNvSpPr>
          <p:nvPr/>
        </p:nvSpPr>
        <p:spPr>
          <a:xfrm>
            <a:off x="42023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8" name="F2_precision_recall_distributions_5462">
            <a:extLst>
              <a:ext uri="{FF2B5EF4-FFF2-40B4-BE49-F238E27FC236}">
                <a16:creationId xmlns:a16="http://schemas.microsoft.com/office/drawing/2014/main" id="{F76E4578-4C60-4B11-B5D1-7F3657441D36}"/>
              </a:ext>
            </a:extLst>
          </p:cNvPr>
          <p:cNvSpPr>
            <a:spLocks noGrp="1"/>
          </p:cNvSpPr>
          <p:nvPr/>
        </p:nvSpPr>
        <p:spPr>
          <a:xfrm>
            <a:off x="42160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49" name="F2_precision_recall_distributions_5463">
            <a:extLst>
              <a:ext uri="{FF2B5EF4-FFF2-40B4-BE49-F238E27FC236}">
                <a16:creationId xmlns:a16="http://schemas.microsoft.com/office/drawing/2014/main" id="{4D8A2464-C6A3-4752-8A44-E17FABD00D31}"/>
              </a:ext>
            </a:extLst>
          </p:cNvPr>
          <p:cNvSpPr>
            <a:spLocks noGrp="1"/>
          </p:cNvSpPr>
          <p:nvPr/>
        </p:nvSpPr>
        <p:spPr>
          <a:xfrm>
            <a:off x="4034569" y="50649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0" name="F2_precision_recall_distributions_5464">
            <a:extLst>
              <a:ext uri="{FF2B5EF4-FFF2-40B4-BE49-F238E27FC236}">
                <a16:creationId xmlns:a16="http://schemas.microsoft.com/office/drawing/2014/main" id="{E4C0162D-698D-40DA-8E93-286E60F685EB}"/>
              </a:ext>
            </a:extLst>
          </p:cNvPr>
          <p:cNvSpPr>
            <a:spLocks noGrp="1"/>
          </p:cNvSpPr>
          <p:nvPr/>
        </p:nvSpPr>
        <p:spPr>
          <a:xfrm>
            <a:off x="398400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1" name="F2_precision_recall_distributions_5465">
            <a:extLst>
              <a:ext uri="{FF2B5EF4-FFF2-40B4-BE49-F238E27FC236}">
                <a16:creationId xmlns:a16="http://schemas.microsoft.com/office/drawing/2014/main" id="{1A841EDD-9861-4C09-86D9-0297C574E4A6}"/>
              </a:ext>
            </a:extLst>
          </p:cNvPr>
          <p:cNvSpPr>
            <a:spLocks noGrp="1"/>
          </p:cNvSpPr>
          <p:nvPr/>
        </p:nvSpPr>
        <p:spPr>
          <a:xfrm>
            <a:off x="4152791" y="506581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2" name="F2_precision_recall_distributions_5466">
            <a:extLst>
              <a:ext uri="{FF2B5EF4-FFF2-40B4-BE49-F238E27FC236}">
                <a16:creationId xmlns:a16="http://schemas.microsoft.com/office/drawing/2014/main" id="{368BE5AE-ECB0-4E4F-904B-58FA20AEDF16}"/>
              </a:ext>
            </a:extLst>
          </p:cNvPr>
          <p:cNvSpPr>
            <a:spLocks noGrp="1"/>
          </p:cNvSpPr>
          <p:nvPr/>
        </p:nvSpPr>
        <p:spPr>
          <a:xfrm>
            <a:off x="419577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3" name="F2_precision_recall_distributions_5467">
            <a:extLst>
              <a:ext uri="{FF2B5EF4-FFF2-40B4-BE49-F238E27FC236}">
                <a16:creationId xmlns:a16="http://schemas.microsoft.com/office/drawing/2014/main" id="{2CE2BD93-80E6-49ED-BDB7-6E8963145889}"/>
              </a:ext>
            </a:extLst>
          </p:cNvPr>
          <p:cNvSpPr>
            <a:spLocks noGrp="1"/>
          </p:cNvSpPr>
          <p:nvPr/>
        </p:nvSpPr>
        <p:spPr>
          <a:xfrm>
            <a:off x="408752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4" name="F2_precision_recall_distributions_5468">
            <a:extLst>
              <a:ext uri="{FF2B5EF4-FFF2-40B4-BE49-F238E27FC236}">
                <a16:creationId xmlns:a16="http://schemas.microsoft.com/office/drawing/2014/main" id="{9F3787BC-83F5-4D41-B60B-9B800A000351}"/>
              </a:ext>
            </a:extLst>
          </p:cNvPr>
          <p:cNvSpPr>
            <a:spLocks noGrp="1"/>
          </p:cNvSpPr>
          <p:nvPr/>
        </p:nvSpPr>
        <p:spPr>
          <a:xfrm>
            <a:off x="428018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5" name="F2_precision_recall_distributions_5469">
            <a:extLst>
              <a:ext uri="{FF2B5EF4-FFF2-40B4-BE49-F238E27FC236}">
                <a16:creationId xmlns:a16="http://schemas.microsoft.com/office/drawing/2014/main" id="{5BF3D23C-8FDA-4B70-A8A2-CC990EC75210}"/>
              </a:ext>
            </a:extLst>
          </p:cNvPr>
          <p:cNvSpPr>
            <a:spLocks noGrp="1"/>
          </p:cNvSpPr>
          <p:nvPr/>
        </p:nvSpPr>
        <p:spPr>
          <a:xfrm>
            <a:off x="399453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6" name="F2_precision_recall_distributions_5470">
            <a:extLst>
              <a:ext uri="{FF2B5EF4-FFF2-40B4-BE49-F238E27FC236}">
                <a16:creationId xmlns:a16="http://schemas.microsoft.com/office/drawing/2014/main" id="{9EAFEA70-5C0D-480F-9DEF-C2229C585CC6}"/>
              </a:ext>
            </a:extLst>
          </p:cNvPr>
          <p:cNvSpPr>
            <a:spLocks noGrp="1"/>
          </p:cNvSpPr>
          <p:nvPr/>
        </p:nvSpPr>
        <p:spPr>
          <a:xfrm>
            <a:off x="4262081" y="44771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7" name="F2_precision_recall_distributions_5471">
            <a:extLst>
              <a:ext uri="{FF2B5EF4-FFF2-40B4-BE49-F238E27FC236}">
                <a16:creationId xmlns:a16="http://schemas.microsoft.com/office/drawing/2014/main" id="{59ADCB6A-0F51-4E7F-AE75-90EFEE5ADCC1}"/>
              </a:ext>
            </a:extLst>
          </p:cNvPr>
          <p:cNvSpPr>
            <a:spLocks noGrp="1"/>
          </p:cNvSpPr>
          <p:nvPr/>
        </p:nvSpPr>
        <p:spPr>
          <a:xfrm>
            <a:off x="43044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8" name="F2_precision_recall_distributions_5472">
            <a:extLst>
              <a:ext uri="{FF2B5EF4-FFF2-40B4-BE49-F238E27FC236}">
                <a16:creationId xmlns:a16="http://schemas.microsoft.com/office/drawing/2014/main" id="{448CAD53-A256-492F-A8DA-41466D83D0CD}"/>
              </a:ext>
            </a:extLst>
          </p:cNvPr>
          <p:cNvSpPr>
            <a:spLocks noGrp="1"/>
          </p:cNvSpPr>
          <p:nvPr/>
        </p:nvSpPr>
        <p:spPr>
          <a:xfrm>
            <a:off x="4145433" y="50683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59" name="F2_precision_recall_distributions_5473">
            <a:extLst>
              <a:ext uri="{FF2B5EF4-FFF2-40B4-BE49-F238E27FC236}">
                <a16:creationId xmlns:a16="http://schemas.microsoft.com/office/drawing/2014/main" id="{2D8A72D9-A251-4328-B3D1-01E68AA10548}"/>
              </a:ext>
            </a:extLst>
          </p:cNvPr>
          <p:cNvSpPr>
            <a:spLocks noGrp="1"/>
          </p:cNvSpPr>
          <p:nvPr/>
        </p:nvSpPr>
        <p:spPr>
          <a:xfrm>
            <a:off x="43246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0" name="F2_precision_recall_distributions_5474">
            <a:extLst>
              <a:ext uri="{FF2B5EF4-FFF2-40B4-BE49-F238E27FC236}">
                <a16:creationId xmlns:a16="http://schemas.microsoft.com/office/drawing/2014/main" id="{461E1EE1-1FCE-4DE2-A04A-D25F93625380}"/>
              </a:ext>
            </a:extLst>
          </p:cNvPr>
          <p:cNvSpPr>
            <a:spLocks noGrp="1"/>
          </p:cNvSpPr>
          <p:nvPr/>
        </p:nvSpPr>
        <p:spPr>
          <a:xfrm>
            <a:off x="4289668" y="50064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1" name="F2_precision_recall_distributions_5475">
            <a:extLst>
              <a:ext uri="{FF2B5EF4-FFF2-40B4-BE49-F238E27FC236}">
                <a16:creationId xmlns:a16="http://schemas.microsoft.com/office/drawing/2014/main" id="{215CF85B-9B7C-4B6F-A070-1702D86184FA}"/>
              </a:ext>
            </a:extLst>
          </p:cNvPr>
          <p:cNvSpPr>
            <a:spLocks noGrp="1"/>
          </p:cNvSpPr>
          <p:nvPr/>
        </p:nvSpPr>
        <p:spPr>
          <a:xfrm>
            <a:off x="4096111" y="50244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2" name="F2_precision_recall_distributions_5476">
            <a:extLst>
              <a:ext uri="{FF2B5EF4-FFF2-40B4-BE49-F238E27FC236}">
                <a16:creationId xmlns:a16="http://schemas.microsoft.com/office/drawing/2014/main" id="{5138E1B0-2E6C-4BEA-9B52-2A66CB9FBE9F}"/>
              </a:ext>
            </a:extLst>
          </p:cNvPr>
          <p:cNvSpPr>
            <a:spLocks noGrp="1"/>
          </p:cNvSpPr>
          <p:nvPr/>
        </p:nvSpPr>
        <p:spPr>
          <a:xfrm>
            <a:off x="4122198" y="50699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3" name="F2_precision_recall_distributions_5477">
            <a:extLst>
              <a:ext uri="{FF2B5EF4-FFF2-40B4-BE49-F238E27FC236}">
                <a16:creationId xmlns:a16="http://schemas.microsoft.com/office/drawing/2014/main" id="{E9D32C8A-8E55-4094-B1EB-072CAD8B1A58}"/>
              </a:ext>
            </a:extLst>
          </p:cNvPr>
          <p:cNvSpPr>
            <a:spLocks noGrp="1"/>
          </p:cNvSpPr>
          <p:nvPr/>
        </p:nvSpPr>
        <p:spPr>
          <a:xfrm>
            <a:off x="4257019" y="50662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4" name="F2_precision_recall_distributions_5478">
            <a:extLst>
              <a:ext uri="{FF2B5EF4-FFF2-40B4-BE49-F238E27FC236}">
                <a16:creationId xmlns:a16="http://schemas.microsoft.com/office/drawing/2014/main" id="{7C29089D-B51E-467C-8F4C-F8C40770804D}"/>
              </a:ext>
            </a:extLst>
          </p:cNvPr>
          <p:cNvSpPr>
            <a:spLocks noGrp="1"/>
          </p:cNvSpPr>
          <p:nvPr/>
        </p:nvSpPr>
        <p:spPr>
          <a:xfrm>
            <a:off x="42962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5" name="F2_precision_recall_distributions_5479">
            <a:extLst>
              <a:ext uri="{FF2B5EF4-FFF2-40B4-BE49-F238E27FC236}">
                <a16:creationId xmlns:a16="http://schemas.microsoft.com/office/drawing/2014/main" id="{CFDD894B-1578-4B5D-A720-03A3D72CF510}"/>
              </a:ext>
            </a:extLst>
          </p:cNvPr>
          <p:cNvSpPr>
            <a:spLocks noGrp="1"/>
          </p:cNvSpPr>
          <p:nvPr/>
        </p:nvSpPr>
        <p:spPr>
          <a:xfrm>
            <a:off x="410840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6" name="F2_precision_recall_distributions_5480">
            <a:extLst>
              <a:ext uri="{FF2B5EF4-FFF2-40B4-BE49-F238E27FC236}">
                <a16:creationId xmlns:a16="http://schemas.microsoft.com/office/drawing/2014/main" id="{85CCE8D7-70DB-4410-BDD7-AD1997693879}"/>
              </a:ext>
            </a:extLst>
          </p:cNvPr>
          <p:cNvSpPr>
            <a:spLocks noGrp="1"/>
          </p:cNvSpPr>
          <p:nvPr/>
        </p:nvSpPr>
        <p:spPr>
          <a:xfrm>
            <a:off x="42042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7" name="F2_precision_recall_distributions_5481">
            <a:extLst>
              <a:ext uri="{FF2B5EF4-FFF2-40B4-BE49-F238E27FC236}">
                <a16:creationId xmlns:a16="http://schemas.microsoft.com/office/drawing/2014/main" id="{3CB248D5-5AA4-4657-80DC-8A5A87B2C8AF}"/>
              </a:ext>
            </a:extLst>
          </p:cNvPr>
          <p:cNvSpPr>
            <a:spLocks noGrp="1"/>
          </p:cNvSpPr>
          <p:nvPr/>
        </p:nvSpPr>
        <p:spPr>
          <a:xfrm>
            <a:off x="4205532" y="50775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8" name="F2_precision_recall_distributions_5482">
            <a:extLst>
              <a:ext uri="{FF2B5EF4-FFF2-40B4-BE49-F238E27FC236}">
                <a16:creationId xmlns:a16="http://schemas.microsoft.com/office/drawing/2014/main" id="{730DD0EF-FD4F-4BC5-9492-66D45CD0269E}"/>
              </a:ext>
            </a:extLst>
          </p:cNvPr>
          <p:cNvSpPr>
            <a:spLocks noGrp="1"/>
          </p:cNvSpPr>
          <p:nvPr/>
        </p:nvSpPr>
        <p:spPr>
          <a:xfrm>
            <a:off x="428196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69" name="F2_precision_recall_distributions_5483">
            <a:extLst>
              <a:ext uri="{FF2B5EF4-FFF2-40B4-BE49-F238E27FC236}">
                <a16:creationId xmlns:a16="http://schemas.microsoft.com/office/drawing/2014/main" id="{6FAB4AF4-9073-456A-8BEA-156372C271D6}"/>
              </a:ext>
            </a:extLst>
          </p:cNvPr>
          <p:cNvSpPr>
            <a:spLocks noGrp="1"/>
          </p:cNvSpPr>
          <p:nvPr/>
        </p:nvSpPr>
        <p:spPr>
          <a:xfrm>
            <a:off x="399558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0" name="F2_precision_recall_distributions_5484">
            <a:extLst>
              <a:ext uri="{FF2B5EF4-FFF2-40B4-BE49-F238E27FC236}">
                <a16:creationId xmlns:a16="http://schemas.microsoft.com/office/drawing/2014/main" id="{C66D9EAB-AFDF-4030-8602-B3DCF9320F56}"/>
              </a:ext>
            </a:extLst>
          </p:cNvPr>
          <p:cNvSpPr>
            <a:spLocks noGrp="1"/>
          </p:cNvSpPr>
          <p:nvPr/>
        </p:nvSpPr>
        <p:spPr>
          <a:xfrm>
            <a:off x="430048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1" name="F2_precision_recall_distributions_5485">
            <a:extLst>
              <a:ext uri="{FF2B5EF4-FFF2-40B4-BE49-F238E27FC236}">
                <a16:creationId xmlns:a16="http://schemas.microsoft.com/office/drawing/2014/main" id="{E3390652-029E-44A2-A978-ECBD575CDB05}"/>
              </a:ext>
            </a:extLst>
          </p:cNvPr>
          <p:cNvSpPr>
            <a:spLocks noGrp="1"/>
          </p:cNvSpPr>
          <p:nvPr/>
        </p:nvSpPr>
        <p:spPr>
          <a:xfrm>
            <a:off x="4257778" y="5062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2" name="F2_precision_recall_distributions_5486">
            <a:extLst>
              <a:ext uri="{FF2B5EF4-FFF2-40B4-BE49-F238E27FC236}">
                <a16:creationId xmlns:a16="http://schemas.microsoft.com/office/drawing/2014/main" id="{CE71A9C9-4ACE-4E57-9580-4D10D8AE6E08}"/>
              </a:ext>
            </a:extLst>
          </p:cNvPr>
          <p:cNvSpPr>
            <a:spLocks noGrp="1"/>
          </p:cNvSpPr>
          <p:nvPr/>
        </p:nvSpPr>
        <p:spPr>
          <a:xfrm>
            <a:off x="403890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3" name="F2_precision_recall_distributions_5487">
            <a:extLst>
              <a:ext uri="{FF2B5EF4-FFF2-40B4-BE49-F238E27FC236}">
                <a16:creationId xmlns:a16="http://schemas.microsoft.com/office/drawing/2014/main" id="{A7EBF3F8-B05B-4999-B58C-037E98EFB293}"/>
              </a:ext>
            </a:extLst>
          </p:cNvPr>
          <p:cNvSpPr>
            <a:spLocks noGrp="1"/>
          </p:cNvSpPr>
          <p:nvPr/>
        </p:nvSpPr>
        <p:spPr>
          <a:xfrm>
            <a:off x="3986324" y="50772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4" name="F2_precision_recall_distributions_5488">
            <a:extLst>
              <a:ext uri="{FF2B5EF4-FFF2-40B4-BE49-F238E27FC236}">
                <a16:creationId xmlns:a16="http://schemas.microsoft.com/office/drawing/2014/main" id="{27FC9EC8-2216-493E-8AED-635AD07679AA}"/>
              </a:ext>
            </a:extLst>
          </p:cNvPr>
          <p:cNvSpPr>
            <a:spLocks noGrp="1"/>
          </p:cNvSpPr>
          <p:nvPr/>
        </p:nvSpPr>
        <p:spPr>
          <a:xfrm>
            <a:off x="4190380" y="5073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5" name="F2_precision_recall_distributions_5489">
            <a:extLst>
              <a:ext uri="{FF2B5EF4-FFF2-40B4-BE49-F238E27FC236}">
                <a16:creationId xmlns:a16="http://schemas.microsoft.com/office/drawing/2014/main" id="{99EF5D99-71E8-4C41-91D5-AECBECA75C4E}"/>
              </a:ext>
            </a:extLst>
          </p:cNvPr>
          <p:cNvSpPr>
            <a:spLocks noGrp="1"/>
          </p:cNvSpPr>
          <p:nvPr/>
        </p:nvSpPr>
        <p:spPr>
          <a:xfrm>
            <a:off x="400861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6" name="F2_precision_recall_distributions_5490">
            <a:extLst>
              <a:ext uri="{FF2B5EF4-FFF2-40B4-BE49-F238E27FC236}">
                <a16:creationId xmlns:a16="http://schemas.microsoft.com/office/drawing/2014/main" id="{32B9FADF-F380-40BA-8155-05E86ADF22B5}"/>
              </a:ext>
            </a:extLst>
          </p:cNvPr>
          <p:cNvSpPr>
            <a:spLocks noGrp="1"/>
          </p:cNvSpPr>
          <p:nvPr/>
        </p:nvSpPr>
        <p:spPr>
          <a:xfrm>
            <a:off x="4100714" y="50767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7" name="F2_precision_recall_distributions_5491">
            <a:extLst>
              <a:ext uri="{FF2B5EF4-FFF2-40B4-BE49-F238E27FC236}">
                <a16:creationId xmlns:a16="http://schemas.microsoft.com/office/drawing/2014/main" id="{9D6DAAD6-3382-48CA-A810-15F1937C6B38}"/>
              </a:ext>
            </a:extLst>
          </p:cNvPr>
          <p:cNvSpPr>
            <a:spLocks noGrp="1"/>
          </p:cNvSpPr>
          <p:nvPr/>
        </p:nvSpPr>
        <p:spPr>
          <a:xfrm>
            <a:off x="4351287" y="507476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8" name="F2_precision_recall_distributions_5492">
            <a:extLst>
              <a:ext uri="{FF2B5EF4-FFF2-40B4-BE49-F238E27FC236}">
                <a16:creationId xmlns:a16="http://schemas.microsoft.com/office/drawing/2014/main" id="{1C41FBC5-66C9-4F74-9636-A9CEE47E5EF7}"/>
              </a:ext>
            </a:extLst>
          </p:cNvPr>
          <p:cNvSpPr>
            <a:spLocks noGrp="1"/>
          </p:cNvSpPr>
          <p:nvPr/>
        </p:nvSpPr>
        <p:spPr>
          <a:xfrm>
            <a:off x="3982286" y="50777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79" name="F2_precision_recall_distributions_5493">
            <a:extLst>
              <a:ext uri="{FF2B5EF4-FFF2-40B4-BE49-F238E27FC236}">
                <a16:creationId xmlns:a16="http://schemas.microsoft.com/office/drawing/2014/main" id="{336A60CE-6833-40EA-9350-6A3E73E0B4BF}"/>
              </a:ext>
            </a:extLst>
          </p:cNvPr>
          <p:cNvSpPr>
            <a:spLocks noGrp="1"/>
          </p:cNvSpPr>
          <p:nvPr/>
        </p:nvSpPr>
        <p:spPr>
          <a:xfrm>
            <a:off x="42929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0" name="F2_precision_recall_distributions_5494">
            <a:extLst>
              <a:ext uri="{FF2B5EF4-FFF2-40B4-BE49-F238E27FC236}">
                <a16:creationId xmlns:a16="http://schemas.microsoft.com/office/drawing/2014/main" id="{202049C2-9220-419D-BD26-C7AE4412834B}"/>
              </a:ext>
            </a:extLst>
          </p:cNvPr>
          <p:cNvSpPr>
            <a:spLocks noGrp="1"/>
          </p:cNvSpPr>
          <p:nvPr/>
        </p:nvSpPr>
        <p:spPr>
          <a:xfrm>
            <a:off x="4133155" y="5069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1" name="F2_precision_recall_distributions_5495">
            <a:extLst>
              <a:ext uri="{FF2B5EF4-FFF2-40B4-BE49-F238E27FC236}">
                <a16:creationId xmlns:a16="http://schemas.microsoft.com/office/drawing/2014/main" id="{7FD7B15F-425B-4353-8852-697ED42A5752}"/>
              </a:ext>
            </a:extLst>
          </p:cNvPr>
          <p:cNvSpPr>
            <a:spLocks noGrp="1"/>
          </p:cNvSpPr>
          <p:nvPr/>
        </p:nvSpPr>
        <p:spPr>
          <a:xfrm>
            <a:off x="432186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2" name="F2_precision_recall_distributions_5496">
            <a:extLst>
              <a:ext uri="{FF2B5EF4-FFF2-40B4-BE49-F238E27FC236}">
                <a16:creationId xmlns:a16="http://schemas.microsoft.com/office/drawing/2014/main" id="{3981FC75-5AF4-4FA7-87B3-447FD234F664}"/>
              </a:ext>
            </a:extLst>
          </p:cNvPr>
          <p:cNvSpPr>
            <a:spLocks noGrp="1"/>
          </p:cNvSpPr>
          <p:nvPr/>
        </p:nvSpPr>
        <p:spPr>
          <a:xfrm>
            <a:off x="398151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3" name="F2_precision_recall_distributions_5497">
            <a:extLst>
              <a:ext uri="{FF2B5EF4-FFF2-40B4-BE49-F238E27FC236}">
                <a16:creationId xmlns:a16="http://schemas.microsoft.com/office/drawing/2014/main" id="{B9DF7C5D-36A5-485A-A895-E3A2DFC29D62}"/>
              </a:ext>
            </a:extLst>
          </p:cNvPr>
          <p:cNvSpPr>
            <a:spLocks noGrp="1"/>
          </p:cNvSpPr>
          <p:nvPr/>
        </p:nvSpPr>
        <p:spPr>
          <a:xfrm>
            <a:off x="4174672" y="50587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4" name="F2_precision_recall_distributions_5498">
            <a:extLst>
              <a:ext uri="{FF2B5EF4-FFF2-40B4-BE49-F238E27FC236}">
                <a16:creationId xmlns:a16="http://schemas.microsoft.com/office/drawing/2014/main" id="{7069BF05-BE9D-475D-8EEF-3801CBE0C447}"/>
              </a:ext>
            </a:extLst>
          </p:cNvPr>
          <p:cNvSpPr>
            <a:spLocks noGrp="1"/>
          </p:cNvSpPr>
          <p:nvPr/>
        </p:nvSpPr>
        <p:spPr>
          <a:xfrm>
            <a:off x="4292997" y="50732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5" name="F2_precision_recall_distributions_5499">
            <a:extLst>
              <a:ext uri="{FF2B5EF4-FFF2-40B4-BE49-F238E27FC236}">
                <a16:creationId xmlns:a16="http://schemas.microsoft.com/office/drawing/2014/main" id="{5BEFE988-A8DB-4E55-A834-1BB49A1C798B}"/>
              </a:ext>
            </a:extLst>
          </p:cNvPr>
          <p:cNvSpPr>
            <a:spLocks noGrp="1"/>
          </p:cNvSpPr>
          <p:nvPr/>
        </p:nvSpPr>
        <p:spPr>
          <a:xfrm>
            <a:off x="4030803" y="4894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6" name="F2_precision_recall_distributions_5500">
            <a:extLst>
              <a:ext uri="{FF2B5EF4-FFF2-40B4-BE49-F238E27FC236}">
                <a16:creationId xmlns:a16="http://schemas.microsoft.com/office/drawing/2014/main" id="{676D2BA1-98AA-4A4F-8191-82BFB8BD3728}"/>
              </a:ext>
            </a:extLst>
          </p:cNvPr>
          <p:cNvSpPr>
            <a:spLocks noGrp="1"/>
          </p:cNvSpPr>
          <p:nvPr/>
        </p:nvSpPr>
        <p:spPr>
          <a:xfrm>
            <a:off x="423348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7" name="F2_precision_recall_distributions_5501">
            <a:extLst>
              <a:ext uri="{FF2B5EF4-FFF2-40B4-BE49-F238E27FC236}">
                <a16:creationId xmlns:a16="http://schemas.microsoft.com/office/drawing/2014/main" id="{CCE5CA5E-5FA6-4F8D-845B-969C1931C9C0}"/>
              </a:ext>
            </a:extLst>
          </p:cNvPr>
          <p:cNvSpPr>
            <a:spLocks noGrp="1"/>
          </p:cNvSpPr>
          <p:nvPr/>
        </p:nvSpPr>
        <p:spPr>
          <a:xfrm>
            <a:off x="4087450" y="50593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8" name="F2_precision_recall_distributions_5502">
            <a:extLst>
              <a:ext uri="{FF2B5EF4-FFF2-40B4-BE49-F238E27FC236}">
                <a16:creationId xmlns:a16="http://schemas.microsoft.com/office/drawing/2014/main" id="{D29A5591-E9D3-4BCA-B49C-3439D3F9169A}"/>
              </a:ext>
            </a:extLst>
          </p:cNvPr>
          <p:cNvSpPr>
            <a:spLocks noGrp="1"/>
          </p:cNvSpPr>
          <p:nvPr/>
        </p:nvSpPr>
        <p:spPr>
          <a:xfrm>
            <a:off x="3996645" y="50719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89" name="F2_precision_recall_distributions_5503">
            <a:extLst>
              <a:ext uri="{FF2B5EF4-FFF2-40B4-BE49-F238E27FC236}">
                <a16:creationId xmlns:a16="http://schemas.microsoft.com/office/drawing/2014/main" id="{37049B26-959E-412C-A66B-CD5628218BCC}"/>
              </a:ext>
            </a:extLst>
          </p:cNvPr>
          <p:cNvSpPr>
            <a:spLocks noGrp="1"/>
          </p:cNvSpPr>
          <p:nvPr/>
        </p:nvSpPr>
        <p:spPr>
          <a:xfrm>
            <a:off x="4124076" y="50287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0" name="F2_precision_recall_distributions_5504">
            <a:extLst>
              <a:ext uri="{FF2B5EF4-FFF2-40B4-BE49-F238E27FC236}">
                <a16:creationId xmlns:a16="http://schemas.microsoft.com/office/drawing/2014/main" id="{D0492D49-4802-48B5-9E77-93EF04D6F1C1}"/>
              </a:ext>
            </a:extLst>
          </p:cNvPr>
          <p:cNvSpPr>
            <a:spLocks noGrp="1"/>
          </p:cNvSpPr>
          <p:nvPr/>
        </p:nvSpPr>
        <p:spPr>
          <a:xfrm>
            <a:off x="40461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1" name="F2_precision_recall_distributions_5505">
            <a:extLst>
              <a:ext uri="{FF2B5EF4-FFF2-40B4-BE49-F238E27FC236}">
                <a16:creationId xmlns:a16="http://schemas.microsoft.com/office/drawing/2014/main" id="{90FB6460-45C7-422B-A25B-1ADB76E7C109}"/>
              </a:ext>
            </a:extLst>
          </p:cNvPr>
          <p:cNvSpPr>
            <a:spLocks noGrp="1"/>
          </p:cNvSpPr>
          <p:nvPr/>
        </p:nvSpPr>
        <p:spPr>
          <a:xfrm>
            <a:off x="41621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2" name="F2_precision_recall_distributions_5506">
            <a:extLst>
              <a:ext uri="{FF2B5EF4-FFF2-40B4-BE49-F238E27FC236}">
                <a16:creationId xmlns:a16="http://schemas.microsoft.com/office/drawing/2014/main" id="{D21190C3-5A5E-499D-B51F-C93A1DE04E40}"/>
              </a:ext>
            </a:extLst>
          </p:cNvPr>
          <p:cNvSpPr>
            <a:spLocks noGrp="1"/>
          </p:cNvSpPr>
          <p:nvPr/>
        </p:nvSpPr>
        <p:spPr>
          <a:xfrm>
            <a:off x="4283663" y="50658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3" name="F2_precision_recall_distributions_5507">
            <a:extLst>
              <a:ext uri="{FF2B5EF4-FFF2-40B4-BE49-F238E27FC236}">
                <a16:creationId xmlns:a16="http://schemas.microsoft.com/office/drawing/2014/main" id="{9B413BA1-07E4-4F46-B166-07D3501B6DB9}"/>
              </a:ext>
            </a:extLst>
          </p:cNvPr>
          <p:cNvSpPr>
            <a:spLocks noGrp="1"/>
          </p:cNvSpPr>
          <p:nvPr/>
        </p:nvSpPr>
        <p:spPr>
          <a:xfrm>
            <a:off x="406233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4" name="F2_precision_recall_distributions_5508">
            <a:extLst>
              <a:ext uri="{FF2B5EF4-FFF2-40B4-BE49-F238E27FC236}">
                <a16:creationId xmlns:a16="http://schemas.microsoft.com/office/drawing/2014/main" id="{A130EA61-CB7F-4406-B60F-22D131097F4B}"/>
              </a:ext>
            </a:extLst>
          </p:cNvPr>
          <p:cNvSpPr>
            <a:spLocks noGrp="1"/>
          </p:cNvSpPr>
          <p:nvPr/>
        </p:nvSpPr>
        <p:spPr>
          <a:xfrm>
            <a:off x="3985297" y="50769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5" name="F2_precision_recall_distributions_5509">
            <a:extLst>
              <a:ext uri="{FF2B5EF4-FFF2-40B4-BE49-F238E27FC236}">
                <a16:creationId xmlns:a16="http://schemas.microsoft.com/office/drawing/2014/main" id="{9FAE6184-6206-4052-BA4C-6E577F1D21D0}"/>
              </a:ext>
            </a:extLst>
          </p:cNvPr>
          <p:cNvSpPr>
            <a:spLocks noGrp="1"/>
          </p:cNvSpPr>
          <p:nvPr/>
        </p:nvSpPr>
        <p:spPr>
          <a:xfrm>
            <a:off x="43276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6" name="F2_precision_recall_distributions_5510">
            <a:extLst>
              <a:ext uri="{FF2B5EF4-FFF2-40B4-BE49-F238E27FC236}">
                <a16:creationId xmlns:a16="http://schemas.microsoft.com/office/drawing/2014/main" id="{8FA98EE9-C11F-49BA-8141-8582F914B818}"/>
              </a:ext>
            </a:extLst>
          </p:cNvPr>
          <p:cNvSpPr>
            <a:spLocks noGrp="1"/>
          </p:cNvSpPr>
          <p:nvPr/>
        </p:nvSpPr>
        <p:spPr>
          <a:xfrm>
            <a:off x="4136056" y="507192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7" name="F2_precision_recall_distributions_5511">
            <a:extLst>
              <a:ext uri="{FF2B5EF4-FFF2-40B4-BE49-F238E27FC236}">
                <a16:creationId xmlns:a16="http://schemas.microsoft.com/office/drawing/2014/main" id="{40E350ED-9326-4DF3-884E-D88748B41EA8}"/>
              </a:ext>
            </a:extLst>
          </p:cNvPr>
          <p:cNvSpPr>
            <a:spLocks noGrp="1"/>
          </p:cNvSpPr>
          <p:nvPr/>
        </p:nvSpPr>
        <p:spPr>
          <a:xfrm>
            <a:off x="413183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8" name="F2_precision_recall_distributions_5512">
            <a:extLst>
              <a:ext uri="{FF2B5EF4-FFF2-40B4-BE49-F238E27FC236}">
                <a16:creationId xmlns:a16="http://schemas.microsoft.com/office/drawing/2014/main" id="{112DDF16-0A9D-47BF-87F1-0F68C1488799}"/>
              </a:ext>
            </a:extLst>
          </p:cNvPr>
          <p:cNvSpPr>
            <a:spLocks noGrp="1"/>
          </p:cNvSpPr>
          <p:nvPr/>
        </p:nvSpPr>
        <p:spPr>
          <a:xfrm>
            <a:off x="4099368" y="50609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699" name="F2_precision_recall_distributions_5513">
            <a:extLst>
              <a:ext uri="{FF2B5EF4-FFF2-40B4-BE49-F238E27FC236}">
                <a16:creationId xmlns:a16="http://schemas.microsoft.com/office/drawing/2014/main" id="{40C3F864-25B9-47A3-A3D9-14589ED2545F}"/>
              </a:ext>
            </a:extLst>
          </p:cNvPr>
          <p:cNvSpPr>
            <a:spLocks noGrp="1"/>
          </p:cNvSpPr>
          <p:nvPr/>
        </p:nvSpPr>
        <p:spPr>
          <a:xfrm>
            <a:off x="40280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0" name="F2_precision_recall_distributions_5514">
            <a:extLst>
              <a:ext uri="{FF2B5EF4-FFF2-40B4-BE49-F238E27FC236}">
                <a16:creationId xmlns:a16="http://schemas.microsoft.com/office/drawing/2014/main" id="{D5E39AA0-AF80-466A-AE6F-18A32B06D2EE}"/>
              </a:ext>
            </a:extLst>
          </p:cNvPr>
          <p:cNvSpPr>
            <a:spLocks noGrp="1"/>
          </p:cNvSpPr>
          <p:nvPr/>
        </p:nvSpPr>
        <p:spPr>
          <a:xfrm>
            <a:off x="4072971" y="50690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1" name="F2_precision_recall_distributions_5515">
            <a:extLst>
              <a:ext uri="{FF2B5EF4-FFF2-40B4-BE49-F238E27FC236}">
                <a16:creationId xmlns:a16="http://schemas.microsoft.com/office/drawing/2014/main" id="{361A6DD3-B19F-42B6-8AB5-0E80280C2F52}"/>
              </a:ext>
            </a:extLst>
          </p:cNvPr>
          <p:cNvSpPr>
            <a:spLocks noGrp="1"/>
          </p:cNvSpPr>
          <p:nvPr/>
        </p:nvSpPr>
        <p:spPr>
          <a:xfrm>
            <a:off x="42281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2" name="F2_precision_recall_distributions_5516">
            <a:extLst>
              <a:ext uri="{FF2B5EF4-FFF2-40B4-BE49-F238E27FC236}">
                <a16:creationId xmlns:a16="http://schemas.microsoft.com/office/drawing/2014/main" id="{C7A53CC9-2B87-414B-8C08-D41F9D6EFB69}"/>
              </a:ext>
            </a:extLst>
          </p:cNvPr>
          <p:cNvSpPr>
            <a:spLocks noGrp="1"/>
          </p:cNvSpPr>
          <p:nvPr/>
        </p:nvSpPr>
        <p:spPr>
          <a:xfrm>
            <a:off x="4062150" y="48070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3" name="F2_precision_recall_distributions_5517">
            <a:extLst>
              <a:ext uri="{FF2B5EF4-FFF2-40B4-BE49-F238E27FC236}">
                <a16:creationId xmlns:a16="http://schemas.microsoft.com/office/drawing/2014/main" id="{0A5A06AB-B840-49CC-B233-2F6890A1722C}"/>
              </a:ext>
            </a:extLst>
          </p:cNvPr>
          <p:cNvSpPr>
            <a:spLocks noGrp="1"/>
          </p:cNvSpPr>
          <p:nvPr/>
        </p:nvSpPr>
        <p:spPr>
          <a:xfrm>
            <a:off x="4129418" y="49089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4" name="F2_precision_recall_distributions_5518">
            <a:extLst>
              <a:ext uri="{FF2B5EF4-FFF2-40B4-BE49-F238E27FC236}">
                <a16:creationId xmlns:a16="http://schemas.microsoft.com/office/drawing/2014/main" id="{6EF58C4E-D963-45B9-9E2B-6FED86BB096D}"/>
              </a:ext>
            </a:extLst>
          </p:cNvPr>
          <p:cNvSpPr>
            <a:spLocks noGrp="1"/>
          </p:cNvSpPr>
          <p:nvPr/>
        </p:nvSpPr>
        <p:spPr>
          <a:xfrm>
            <a:off x="431658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5" name="F2_precision_recall_distributions_5519">
            <a:extLst>
              <a:ext uri="{FF2B5EF4-FFF2-40B4-BE49-F238E27FC236}">
                <a16:creationId xmlns:a16="http://schemas.microsoft.com/office/drawing/2014/main" id="{030915F8-72A4-4EDE-BE55-463DF83BC8E6}"/>
              </a:ext>
            </a:extLst>
          </p:cNvPr>
          <p:cNvSpPr>
            <a:spLocks noGrp="1"/>
          </p:cNvSpPr>
          <p:nvPr/>
        </p:nvSpPr>
        <p:spPr>
          <a:xfrm>
            <a:off x="41562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6" name="F2_precision_recall_distributions_5520">
            <a:extLst>
              <a:ext uri="{FF2B5EF4-FFF2-40B4-BE49-F238E27FC236}">
                <a16:creationId xmlns:a16="http://schemas.microsoft.com/office/drawing/2014/main" id="{C1FC0D4B-34D3-4049-88A2-C41A610F2FF8}"/>
              </a:ext>
            </a:extLst>
          </p:cNvPr>
          <p:cNvSpPr>
            <a:spLocks noGrp="1"/>
          </p:cNvSpPr>
          <p:nvPr/>
        </p:nvSpPr>
        <p:spPr>
          <a:xfrm>
            <a:off x="4036769" y="50711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7" name="F2_precision_recall_distributions_5521">
            <a:extLst>
              <a:ext uri="{FF2B5EF4-FFF2-40B4-BE49-F238E27FC236}">
                <a16:creationId xmlns:a16="http://schemas.microsoft.com/office/drawing/2014/main" id="{FBA2509D-D028-4834-B4BF-9A67E36BC4C5}"/>
              </a:ext>
            </a:extLst>
          </p:cNvPr>
          <p:cNvSpPr>
            <a:spLocks noGrp="1"/>
          </p:cNvSpPr>
          <p:nvPr/>
        </p:nvSpPr>
        <p:spPr>
          <a:xfrm>
            <a:off x="4168119" y="50149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8" name="F2_precision_recall_distributions_5522">
            <a:extLst>
              <a:ext uri="{FF2B5EF4-FFF2-40B4-BE49-F238E27FC236}">
                <a16:creationId xmlns:a16="http://schemas.microsoft.com/office/drawing/2014/main" id="{F210E570-2D23-4F76-ADA7-DC18A2C730AB}"/>
              </a:ext>
            </a:extLst>
          </p:cNvPr>
          <p:cNvSpPr>
            <a:spLocks noGrp="1"/>
          </p:cNvSpPr>
          <p:nvPr/>
        </p:nvSpPr>
        <p:spPr>
          <a:xfrm>
            <a:off x="4330483" y="5059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09" name="F2_precision_recall_distributions_5523">
            <a:extLst>
              <a:ext uri="{FF2B5EF4-FFF2-40B4-BE49-F238E27FC236}">
                <a16:creationId xmlns:a16="http://schemas.microsoft.com/office/drawing/2014/main" id="{2E5F1049-4D6F-420D-ABCD-ED7C5895CCD4}"/>
              </a:ext>
            </a:extLst>
          </p:cNvPr>
          <p:cNvSpPr>
            <a:spLocks noGrp="1"/>
          </p:cNvSpPr>
          <p:nvPr/>
        </p:nvSpPr>
        <p:spPr>
          <a:xfrm>
            <a:off x="4346612" y="50595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0" name="F2_precision_recall_distributions_5524">
            <a:extLst>
              <a:ext uri="{FF2B5EF4-FFF2-40B4-BE49-F238E27FC236}">
                <a16:creationId xmlns:a16="http://schemas.microsoft.com/office/drawing/2014/main" id="{98D35A54-6C99-4B56-8904-8FF0A93F9EF7}"/>
              </a:ext>
            </a:extLst>
          </p:cNvPr>
          <p:cNvSpPr>
            <a:spLocks noGrp="1"/>
          </p:cNvSpPr>
          <p:nvPr/>
        </p:nvSpPr>
        <p:spPr>
          <a:xfrm>
            <a:off x="4034032" y="50634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1" name="F2_precision_recall_distributions_5525">
            <a:extLst>
              <a:ext uri="{FF2B5EF4-FFF2-40B4-BE49-F238E27FC236}">
                <a16:creationId xmlns:a16="http://schemas.microsoft.com/office/drawing/2014/main" id="{B91BD330-EEFD-4494-A939-C58AD7C08C46}"/>
              </a:ext>
            </a:extLst>
          </p:cNvPr>
          <p:cNvSpPr>
            <a:spLocks noGrp="1"/>
          </p:cNvSpPr>
          <p:nvPr/>
        </p:nvSpPr>
        <p:spPr>
          <a:xfrm>
            <a:off x="404080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2" name="F2_precision_recall_distributions_5526">
            <a:extLst>
              <a:ext uri="{FF2B5EF4-FFF2-40B4-BE49-F238E27FC236}">
                <a16:creationId xmlns:a16="http://schemas.microsoft.com/office/drawing/2014/main" id="{BC556511-FFE1-4151-A40C-7CF16678FBF0}"/>
              </a:ext>
            </a:extLst>
          </p:cNvPr>
          <p:cNvSpPr>
            <a:spLocks noGrp="1"/>
          </p:cNvSpPr>
          <p:nvPr/>
        </p:nvSpPr>
        <p:spPr>
          <a:xfrm>
            <a:off x="4288710" y="50723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3" name="F2_precision_recall_distributions_5527">
            <a:extLst>
              <a:ext uri="{FF2B5EF4-FFF2-40B4-BE49-F238E27FC236}">
                <a16:creationId xmlns:a16="http://schemas.microsoft.com/office/drawing/2014/main" id="{5386C8F4-75AC-410B-AFEF-B189C0248B04}"/>
              </a:ext>
            </a:extLst>
          </p:cNvPr>
          <p:cNvSpPr>
            <a:spLocks noGrp="1"/>
          </p:cNvSpPr>
          <p:nvPr/>
        </p:nvSpPr>
        <p:spPr>
          <a:xfrm>
            <a:off x="4074044" y="50708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4" name="F2_precision_recall_distributions_5528">
            <a:extLst>
              <a:ext uri="{FF2B5EF4-FFF2-40B4-BE49-F238E27FC236}">
                <a16:creationId xmlns:a16="http://schemas.microsoft.com/office/drawing/2014/main" id="{05CC641E-E23F-4C16-881B-735783CE5671}"/>
              </a:ext>
            </a:extLst>
          </p:cNvPr>
          <p:cNvSpPr>
            <a:spLocks noGrp="1"/>
          </p:cNvSpPr>
          <p:nvPr/>
        </p:nvSpPr>
        <p:spPr>
          <a:xfrm>
            <a:off x="41420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5" name="F2_precision_recall_distributions_5529">
            <a:extLst>
              <a:ext uri="{FF2B5EF4-FFF2-40B4-BE49-F238E27FC236}">
                <a16:creationId xmlns:a16="http://schemas.microsoft.com/office/drawing/2014/main" id="{E91B7773-6F70-40DC-A674-A71280B7EA4E}"/>
              </a:ext>
            </a:extLst>
          </p:cNvPr>
          <p:cNvSpPr>
            <a:spLocks noGrp="1"/>
          </p:cNvSpPr>
          <p:nvPr/>
        </p:nvSpPr>
        <p:spPr>
          <a:xfrm>
            <a:off x="40287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6" name="F2_precision_recall_distributions_5530">
            <a:extLst>
              <a:ext uri="{FF2B5EF4-FFF2-40B4-BE49-F238E27FC236}">
                <a16:creationId xmlns:a16="http://schemas.microsoft.com/office/drawing/2014/main" id="{614419C6-94BB-4F71-8CA1-A38FE95B2C95}"/>
              </a:ext>
            </a:extLst>
          </p:cNvPr>
          <p:cNvSpPr>
            <a:spLocks noGrp="1"/>
          </p:cNvSpPr>
          <p:nvPr/>
        </p:nvSpPr>
        <p:spPr>
          <a:xfrm>
            <a:off x="4184184" y="5022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7" name="F2_precision_recall_distributions_5531">
            <a:extLst>
              <a:ext uri="{FF2B5EF4-FFF2-40B4-BE49-F238E27FC236}">
                <a16:creationId xmlns:a16="http://schemas.microsoft.com/office/drawing/2014/main" id="{8FA0A2B7-774A-40BA-97F4-DBEF5B094C1D}"/>
              </a:ext>
            </a:extLst>
          </p:cNvPr>
          <p:cNvSpPr>
            <a:spLocks noGrp="1"/>
          </p:cNvSpPr>
          <p:nvPr/>
        </p:nvSpPr>
        <p:spPr>
          <a:xfrm>
            <a:off x="432044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8" name="F2_precision_recall_distributions_5532">
            <a:extLst>
              <a:ext uri="{FF2B5EF4-FFF2-40B4-BE49-F238E27FC236}">
                <a16:creationId xmlns:a16="http://schemas.microsoft.com/office/drawing/2014/main" id="{EF23136B-9752-46A0-B382-36F2E4943F08}"/>
              </a:ext>
            </a:extLst>
          </p:cNvPr>
          <p:cNvSpPr>
            <a:spLocks noGrp="1"/>
          </p:cNvSpPr>
          <p:nvPr/>
        </p:nvSpPr>
        <p:spPr>
          <a:xfrm>
            <a:off x="40576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19" name="F2_precision_recall_distributions_5533">
            <a:extLst>
              <a:ext uri="{FF2B5EF4-FFF2-40B4-BE49-F238E27FC236}">
                <a16:creationId xmlns:a16="http://schemas.microsoft.com/office/drawing/2014/main" id="{A54E2552-CB05-422D-B915-CFA233979C01}"/>
              </a:ext>
            </a:extLst>
          </p:cNvPr>
          <p:cNvSpPr>
            <a:spLocks noGrp="1"/>
          </p:cNvSpPr>
          <p:nvPr/>
        </p:nvSpPr>
        <p:spPr>
          <a:xfrm>
            <a:off x="4242520" y="49893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0" name="F2_precision_recall_distributions_5534">
            <a:extLst>
              <a:ext uri="{FF2B5EF4-FFF2-40B4-BE49-F238E27FC236}">
                <a16:creationId xmlns:a16="http://schemas.microsoft.com/office/drawing/2014/main" id="{62573E89-B019-4378-AEAA-1E572DF5DBCD}"/>
              </a:ext>
            </a:extLst>
          </p:cNvPr>
          <p:cNvSpPr>
            <a:spLocks noGrp="1"/>
          </p:cNvSpPr>
          <p:nvPr/>
        </p:nvSpPr>
        <p:spPr>
          <a:xfrm>
            <a:off x="399725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1" name="F2_precision_recall_distributions_5535">
            <a:extLst>
              <a:ext uri="{FF2B5EF4-FFF2-40B4-BE49-F238E27FC236}">
                <a16:creationId xmlns:a16="http://schemas.microsoft.com/office/drawing/2014/main" id="{9E032C1D-7929-4879-8F1B-8AC790265036}"/>
              </a:ext>
            </a:extLst>
          </p:cNvPr>
          <p:cNvSpPr>
            <a:spLocks noGrp="1"/>
          </p:cNvSpPr>
          <p:nvPr/>
        </p:nvSpPr>
        <p:spPr>
          <a:xfrm>
            <a:off x="410465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2" name="F2_precision_recall_distributions_5536">
            <a:extLst>
              <a:ext uri="{FF2B5EF4-FFF2-40B4-BE49-F238E27FC236}">
                <a16:creationId xmlns:a16="http://schemas.microsoft.com/office/drawing/2014/main" id="{D489EA8B-6FEB-46C9-B6BA-0F98D52EC68C}"/>
              </a:ext>
            </a:extLst>
          </p:cNvPr>
          <p:cNvSpPr>
            <a:spLocks noGrp="1"/>
          </p:cNvSpPr>
          <p:nvPr/>
        </p:nvSpPr>
        <p:spPr>
          <a:xfrm>
            <a:off x="3990720" y="50729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3" name="F2_precision_recall_distributions_5537">
            <a:extLst>
              <a:ext uri="{FF2B5EF4-FFF2-40B4-BE49-F238E27FC236}">
                <a16:creationId xmlns:a16="http://schemas.microsoft.com/office/drawing/2014/main" id="{2AFC78FF-1EEB-49B4-8ADD-0ED8885FE141}"/>
              </a:ext>
            </a:extLst>
          </p:cNvPr>
          <p:cNvSpPr>
            <a:spLocks noGrp="1"/>
          </p:cNvSpPr>
          <p:nvPr/>
        </p:nvSpPr>
        <p:spPr>
          <a:xfrm>
            <a:off x="42682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4" name="F2_precision_recall_distributions_5538">
            <a:extLst>
              <a:ext uri="{FF2B5EF4-FFF2-40B4-BE49-F238E27FC236}">
                <a16:creationId xmlns:a16="http://schemas.microsoft.com/office/drawing/2014/main" id="{A1E8F2E2-03B7-4237-85C8-1EC447FEB9A1}"/>
              </a:ext>
            </a:extLst>
          </p:cNvPr>
          <p:cNvSpPr>
            <a:spLocks noGrp="1"/>
          </p:cNvSpPr>
          <p:nvPr/>
        </p:nvSpPr>
        <p:spPr>
          <a:xfrm>
            <a:off x="426515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5" name="F2_precision_recall_distributions_5539">
            <a:extLst>
              <a:ext uri="{FF2B5EF4-FFF2-40B4-BE49-F238E27FC236}">
                <a16:creationId xmlns:a16="http://schemas.microsoft.com/office/drawing/2014/main" id="{33A59747-8612-4090-9348-F0E7FA3AA27C}"/>
              </a:ext>
            </a:extLst>
          </p:cNvPr>
          <p:cNvSpPr>
            <a:spLocks noGrp="1"/>
          </p:cNvSpPr>
          <p:nvPr/>
        </p:nvSpPr>
        <p:spPr>
          <a:xfrm>
            <a:off x="43464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6" name="F2_precision_recall_distributions_5540">
            <a:extLst>
              <a:ext uri="{FF2B5EF4-FFF2-40B4-BE49-F238E27FC236}">
                <a16:creationId xmlns:a16="http://schemas.microsoft.com/office/drawing/2014/main" id="{3FA41591-3D0F-4694-8770-40E537CE8EC8}"/>
              </a:ext>
            </a:extLst>
          </p:cNvPr>
          <p:cNvSpPr>
            <a:spLocks noGrp="1"/>
          </p:cNvSpPr>
          <p:nvPr/>
        </p:nvSpPr>
        <p:spPr>
          <a:xfrm>
            <a:off x="4168300" y="50409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7" name="F2_precision_recall_distributions_5541">
            <a:extLst>
              <a:ext uri="{FF2B5EF4-FFF2-40B4-BE49-F238E27FC236}">
                <a16:creationId xmlns:a16="http://schemas.microsoft.com/office/drawing/2014/main" id="{1D94D5E1-EF29-4407-8572-FD14083414A7}"/>
              </a:ext>
            </a:extLst>
          </p:cNvPr>
          <p:cNvSpPr>
            <a:spLocks noGrp="1"/>
          </p:cNvSpPr>
          <p:nvPr/>
        </p:nvSpPr>
        <p:spPr>
          <a:xfrm>
            <a:off x="400587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8" name="F2_precision_recall_distributions_5542">
            <a:extLst>
              <a:ext uri="{FF2B5EF4-FFF2-40B4-BE49-F238E27FC236}">
                <a16:creationId xmlns:a16="http://schemas.microsoft.com/office/drawing/2014/main" id="{876370CE-81F3-470F-883D-EBD418D8778F}"/>
              </a:ext>
            </a:extLst>
          </p:cNvPr>
          <p:cNvSpPr>
            <a:spLocks noGrp="1"/>
          </p:cNvSpPr>
          <p:nvPr/>
        </p:nvSpPr>
        <p:spPr>
          <a:xfrm>
            <a:off x="431976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29" name="F2_precision_recall_distributions_5543">
            <a:extLst>
              <a:ext uri="{FF2B5EF4-FFF2-40B4-BE49-F238E27FC236}">
                <a16:creationId xmlns:a16="http://schemas.microsoft.com/office/drawing/2014/main" id="{5D0CFA72-425B-421C-B2F3-E4635C79C4FF}"/>
              </a:ext>
            </a:extLst>
          </p:cNvPr>
          <p:cNvSpPr>
            <a:spLocks noGrp="1"/>
          </p:cNvSpPr>
          <p:nvPr/>
        </p:nvSpPr>
        <p:spPr>
          <a:xfrm>
            <a:off x="434514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0" name="F2_precision_recall_distributions_5544">
            <a:extLst>
              <a:ext uri="{FF2B5EF4-FFF2-40B4-BE49-F238E27FC236}">
                <a16:creationId xmlns:a16="http://schemas.microsoft.com/office/drawing/2014/main" id="{4F93CF98-C074-44F8-AE2F-2B00D768A68C}"/>
              </a:ext>
            </a:extLst>
          </p:cNvPr>
          <p:cNvSpPr>
            <a:spLocks noGrp="1"/>
          </p:cNvSpPr>
          <p:nvPr/>
        </p:nvSpPr>
        <p:spPr>
          <a:xfrm>
            <a:off x="41764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1" name="F2_precision_recall_distributions_5545">
            <a:extLst>
              <a:ext uri="{FF2B5EF4-FFF2-40B4-BE49-F238E27FC236}">
                <a16:creationId xmlns:a16="http://schemas.microsoft.com/office/drawing/2014/main" id="{0FF626C4-CEE4-4797-B7E1-13B23CCD0697}"/>
              </a:ext>
            </a:extLst>
          </p:cNvPr>
          <p:cNvSpPr>
            <a:spLocks noGrp="1"/>
          </p:cNvSpPr>
          <p:nvPr/>
        </p:nvSpPr>
        <p:spPr>
          <a:xfrm>
            <a:off x="42501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2" name="F2_precision_recall_distributions_5546">
            <a:extLst>
              <a:ext uri="{FF2B5EF4-FFF2-40B4-BE49-F238E27FC236}">
                <a16:creationId xmlns:a16="http://schemas.microsoft.com/office/drawing/2014/main" id="{5AA1E8D6-16A6-4119-B9A1-89A07042B510}"/>
              </a:ext>
            </a:extLst>
          </p:cNvPr>
          <p:cNvSpPr>
            <a:spLocks noGrp="1"/>
          </p:cNvSpPr>
          <p:nvPr/>
        </p:nvSpPr>
        <p:spPr>
          <a:xfrm>
            <a:off x="4260316" y="50764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3" name="F2_precision_recall_distributions_5547">
            <a:extLst>
              <a:ext uri="{FF2B5EF4-FFF2-40B4-BE49-F238E27FC236}">
                <a16:creationId xmlns:a16="http://schemas.microsoft.com/office/drawing/2014/main" id="{6834D257-32D3-4FBF-AB85-C3AB046F80AA}"/>
              </a:ext>
            </a:extLst>
          </p:cNvPr>
          <p:cNvSpPr>
            <a:spLocks noGrp="1"/>
          </p:cNvSpPr>
          <p:nvPr/>
        </p:nvSpPr>
        <p:spPr>
          <a:xfrm>
            <a:off x="418442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4" name="F2_precision_recall_distributions_5548">
            <a:extLst>
              <a:ext uri="{FF2B5EF4-FFF2-40B4-BE49-F238E27FC236}">
                <a16:creationId xmlns:a16="http://schemas.microsoft.com/office/drawing/2014/main" id="{19D38480-2310-4F3A-A5CE-DAE7BD0A9F67}"/>
              </a:ext>
            </a:extLst>
          </p:cNvPr>
          <p:cNvSpPr>
            <a:spLocks noGrp="1"/>
          </p:cNvSpPr>
          <p:nvPr/>
        </p:nvSpPr>
        <p:spPr>
          <a:xfrm>
            <a:off x="4055715" y="50751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5" name="F2_precision_recall_distributions_5549">
            <a:extLst>
              <a:ext uri="{FF2B5EF4-FFF2-40B4-BE49-F238E27FC236}">
                <a16:creationId xmlns:a16="http://schemas.microsoft.com/office/drawing/2014/main" id="{5CEDE841-26ED-48D7-AF64-D8EA83C523BD}"/>
              </a:ext>
            </a:extLst>
          </p:cNvPr>
          <p:cNvSpPr>
            <a:spLocks noGrp="1"/>
          </p:cNvSpPr>
          <p:nvPr/>
        </p:nvSpPr>
        <p:spPr>
          <a:xfrm>
            <a:off x="40775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6" name="F2_precision_recall_distributions_5550">
            <a:extLst>
              <a:ext uri="{FF2B5EF4-FFF2-40B4-BE49-F238E27FC236}">
                <a16:creationId xmlns:a16="http://schemas.microsoft.com/office/drawing/2014/main" id="{AAC43DB8-2E78-48C2-B8F4-B136632EAE80}"/>
              </a:ext>
            </a:extLst>
          </p:cNvPr>
          <p:cNvSpPr>
            <a:spLocks noGrp="1"/>
          </p:cNvSpPr>
          <p:nvPr/>
        </p:nvSpPr>
        <p:spPr>
          <a:xfrm>
            <a:off x="4254749" y="50609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7" name="F2_precision_recall_distributions_5551">
            <a:extLst>
              <a:ext uri="{FF2B5EF4-FFF2-40B4-BE49-F238E27FC236}">
                <a16:creationId xmlns:a16="http://schemas.microsoft.com/office/drawing/2014/main" id="{37EB61D0-02EB-4158-85DB-AD16FCC8584C}"/>
              </a:ext>
            </a:extLst>
          </p:cNvPr>
          <p:cNvSpPr>
            <a:spLocks noGrp="1"/>
          </p:cNvSpPr>
          <p:nvPr/>
        </p:nvSpPr>
        <p:spPr>
          <a:xfrm>
            <a:off x="4103543" y="50467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8" name="F2_precision_recall_distributions_5552">
            <a:extLst>
              <a:ext uri="{FF2B5EF4-FFF2-40B4-BE49-F238E27FC236}">
                <a16:creationId xmlns:a16="http://schemas.microsoft.com/office/drawing/2014/main" id="{0795411F-97B8-4288-8DA2-0EF4CDEA98F5}"/>
              </a:ext>
            </a:extLst>
          </p:cNvPr>
          <p:cNvSpPr>
            <a:spLocks noGrp="1"/>
          </p:cNvSpPr>
          <p:nvPr/>
        </p:nvSpPr>
        <p:spPr>
          <a:xfrm>
            <a:off x="4194069" y="50015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39" name="F2_precision_recall_distributions_5553">
            <a:extLst>
              <a:ext uri="{FF2B5EF4-FFF2-40B4-BE49-F238E27FC236}">
                <a16:creationId xmlns:a16="http://schemas.microsoft.com/office/drawing/2014/main" id="{F07CC094-C376-4438-84C3-F39B48634E35}"/>
              </a:ext>
            </a:extLst>
          </p:cNvPr>
          <p:cNvSpPr>
            <a:spLocks noGrp="1"/>
          </p:cNvSpPr>
          <p:nvPr/>
        </p:nvSpPr>
        <p:spPr>
          <a:xfrm>
            <a:off x="4044497" y="50739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0" name="F2_precision_recall_distributions_5554">
            <a:extLst>
              <a:ext uri="{FF2B5EF4-FFF2-40B4-BE49-F238E27FC236}">
                <a16:creationId xmlns:a16="http://schemas.microsoft.com/office/drawing/2014/main" id="{53AF967B-6DDE-4A64-A9E6-E51AB3349F91}"/>
              </a:ext>
            </a:extLst>
          </p:cNvPr>
          <p:cNvSpPr>
            <a:spLocks noGrp="1"/>
          </p:cNvSpPr>
          <p:nvPr/>
        </p:nvSpPr>
        <p:spPr>
          <a:xfrm>
            <a:off x="4213097" y="507647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1" name="F2_precision_recall_distributions_5555">
            <a:extLst>
              <a:ext uri="{FF2B5EF4-FFF2-40B4-BE49-F238E27FC236}">
                <a16:creationId xmlns:a16="http://schemas.microsoft.com/office/drawing/2014/main" id="{1B3EE6E0-17E9-40C0-8839-EFDA4446F325}"/>
              </a:ext>
            </a:extLst>
          </p:cNvPr>
          <p:cNvSpPr>
            <a:spLocks noGrp="1"/>
          </p:cNvSpPr>
          <p:nvPr/>
        </p:nvSpPr>
        <p:spPr>
          <a:xfrm>
            <a:off x="4258996" y="50382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2" name="F2_precision_recall_distributions_5556">
            <a:extLst>
              <a:ext uri="{FF2B5EF4-FFF2-40B4-BE49-F238E27FC236}">
                <a16:creationId xmlns:a16="http://schemas.microsoft.com/office/drawing/2014/main" id="{46A91A08-DCF1-4508-95C4-F44EF43DDB3D}"/>
              </a:ext>
            </a:extLst>
          </p:cNvPr>
          <p:cNvSpPr>
            <a:spLocks noGrp="1"/>
          </p:cNvSpPr>
          <p:nvPr/>
        </p:nvSpPr>
        <p:spPr>
          <a:xfrm>
            <a:off x="41273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3" name="F2_precision_recall_distributions_5557">
            <a:extLst>
              <a:ext uri="{FF2B5EF4-FFF2-40B4-BE49-F238E27FC236}">
                <a16:creationId xmlns:a16="http://schemas.microsoft.com/office/drawing/2014/main" id="{26C94083-93ED-49AD-9296-348410196527}"/>
              </a:ext>
            </a:extLst>
          </p:cNvPr>
          <p:cNvSpPr>
            <a:spLocks noGrp="1"/>
          </p:cNvSpPr>
          <p:nvPr/>
        </p:nvSpPr>
        <p:spPr>
          <a:xfrm>
            <a:off x="4167527" y="50332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4" name="F2_precision_recall_distributions_5558">
            <a:extLst>
              <a:ext uri="{FF2B5EF4-FFF2-40B4-BE49-F238E27FC236}">
                <a16:creationId xmlns:a16="http://schemas.microsoft.com/office/drawing/2014/main" id="{E9EC6E84-D5D0-46DC-A533-5E4E4BFA9C98}"/>
              </a:ext>
            </a:extLst>
          </p:cNvPr>
          <p:cNvSpPr>
            <a:spLocks noGrp="1"/>
          </p:cNvSpPr>
          <p:nvPr/>
        </p:nvSpPr>
        <p:spPr>
          <a:xfrm>
            <a:off x="41966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5" name="F2_precision_recall_distributions_5559">
            <a:extLst>
              <a:ext uri="{FF2B5EF4-FFF2-40B4-BE49-F238E27FC236}">
                <a16:creationId xmlns:a16="http://schemas.microsoft.com/office/drawing/2014/main" id="{46CD3CED-9A72-481D-BB9D-E5C2BE5EF105}"/>
              </a:ext>
            </a:extLst>
          </p:cNvPr>
          <p:cNvSpPr>
            <a:spLocks noGrp="1"/>
          </p:cNvSpPr>
          <p:nvPr/>
        </p:nvSpPr>
        <p:spPr>
          <a:xfrm>
            <a:off x="415736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6" name="F2_precision_recall_distributions_5560">
            <a:extLst>
              <a:ext uri="{FF2B5EF4-FFF2-40B4-BE49-F238E27FC236}">
                <a16:creationId xmlns:a16="http://schemas.microsoft.com/office/drawing/2014/main" id="{DBD2E09B-D829-408E-B9EB-D63374B1DA4C}"/>
              </a:ext>
            </a:extLst>
          </p:cNvPr>
          <p:cNvSpPr>
            <a:spLocks noGrp="1"/>
          </p:cNvSpPr>
          <p:nvPr/>
        </p:nvSpPr>
        <p:spPr>
          <a:xfrm>
            <a:off x="411110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7" name="F2_precision_recall_distributions_5561">
            <a:extLst>
              <a:ext uri="{FF2B5EF4-FFF2-40B4-BE49-F238E27FC236}">
                <a16:creationId xmlns:a16="http://schemas.microsoft.com/office/drawing/2014/main" id="{7BDF8175-970B-4F28-B948-48CEDB3111E2}"/>
              </a:ext>
            </a:extLst>
          </p:cNvPr>
          <p:cNvSpPr>
            <a:spLocks noGrp="1"/>
          </p:cNvSpPr>
          <p:nvPr/>
        </p:nvSpPr>
        <p:spPr>
          <a:xfrm>
            <a:off x="4266433" y="50666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8" name="F2_precision_recall_distributions_5562">
            <a:extLst>
              <a:ext uri="{FF2B5EF4-FFF2-40B4-BE49-F238E27FC236}">
                <a16:creationId xmlns:a16="http://schemas.microsoft.com/office/drawing/2014/main" id="{1AF21211-E200-4D61-A901-F7E60D290DDC}"/>
              </a:ext>
            </a:extLst>
          </p:cNvPr>
          <p:cNvSpPr>
            <a:spLocks noGrp="1"/>
          </p:cNvSpPr>
          <p:nvPr/>
        </p:nvSpPr>
        <p:spPr>
          <a:xfrm>
            <a:off x="414373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49" name="F2_precision_recall_distributions_5563">
            <a:extLst>
              <a:ext uri="{FF2B5EF4-FFF2-40B4-BE49-F238E27FC236}">
                <a16:creationId xmlns:a16="http://schemas.microsoft.com/office/drawing/2014/main" id="{04B32C01-DFCF-4ED9-A91F-602E8F35952A}"/>
              </a:ext>
            </a:extLst>
          </p:cNvPr>
          <p:cNvSpPr>
            <a:spLocks noGrp="1"/>
          </p:cNvSpPr>
          <p:nvPr/>
        </p:nvSpPr>
        <p:spPr>
          <a:xfrm>
            <a:off x="4135258" y="50548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0" name="F2_precision_recall_distributions_5564">
            <a:extLst>
              <a:ext uri="{FF2B5EF4-FFF2-40B4-BE49-F238E27FC236}">
                <a16:creationId xmlns:a16="http://schemas.microsoft.com/office/drawing/2014/main" id="{E800EBD3-8791-400C-9576-4914FB086C95}"/>
              </a:ext>
            </a:extLst>
          </p:cNvPr>
          <p:cNvSpPr>
            <a:spLocks noGrp="1"/>
          </p:cNvSpPr>
          <p:nvPr/>
        </p:nvSpPr>
        <p:spPr>
          <a:xfrm>
            <a:off x="4210988" y="50685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1" name="F2_precision_recall_distributions_5565">
            <a:extLst>
              <a:ext uri="{FF2B5EF4-FFF2-40B4-BE49-F238E27FC236}">
                <a16:creationId xmlns:a16="http://schemas.microsoft.com/office/drawing/2014/main" id="{726144D1-6395-49B2-B8D8-F51F40C30AC3}"/>
              </a:ext>
            </a:extLst>
          </p:cNvPr>
          <p:cNvSpPr>
            <a:spLocks noGrp="1"/>
          </p:cNvSpPr>
          <p:nvPr/>
        </p:nvSpPr>
        <p:spPr>
          <a:xfrm>
            <a:off x="3992725" y="50732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2" name="F2_precision_recall_distributions_5566">
            <a:extLst>
              <a:ext uri="{FF2B5EF4-FFF2-40B4-BE49-F238E27FC236}">
                <a16:creationId xmlns:a16="http://schemas.microsoft.com/office/drawing/2014/main" id="{2BB4FC56-6EDE-419A-A29A-1F604F8EB476}"/>
              </a:ext>
            </a:extLst>
          </p:cNvPr>
          <p:cNvSpPr>
            <a:spLocks noGrp="1"/>
          </p:cNvSpPr>
          <p:nvPr/>
        </p:nvSpPr>
        <p:spPr>
          <a:xfrm>
            <a:off x="3988562" y="50708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3" name="F2_precision_recall_distributions_5567">
            <a:extLst>
              <a:ext uri="{FF2B5EF4-FFF2-40B4-BE49-F238E27FC236}">
                <a16:creationId xmlns:a16="http://schemas.microsoft.com/office/drawing/2014/main" id="{72B6ED7A-DE7E-4C9D-BBFD-5EDA0ECA5072}"/>
              </a:ext>
            </a:extLst>
          </p:cNvPr>
          <p:cNvSpPr>
            <a:spLocks noGrp="1"/>
          </p:cNvSpPr>
          <p:nvPr/>
        </p:nvSpPr>
        <p:spPr>
          <a:xfrm>
            <a:off x="3982789" y="50771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4" name="F2_precision_recall_distributions_5568">
            <a:extLst>
              <a:ext uri="{FF2B5EF4-FFF2-40B4-BE49-F238E27FC236}">
                <a16:creationId xmlns:a16="http://schemas.microsoft.com/office/drawing/2014/main" id="{5D45D951-3EB1-4C9E-82A1-BF6754ABDC3A}"/>
              </a:ext>
            </a:extLst>
          </p:cNvPr>
          <p:cNvSpPr>
            <a:spLocks noGrp="1"/>
          </p:cNvSpPr>
          <p:nvPr/>
        </p:nvSpPr>
        <p:spPr>
          <a:xfrm>
            <a:off x="423213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5" name="F2_precision_recall_distributions_5569">
            <a:extLst>
              <a:ext uri="{FF2B5EF4-FFF2-40B4-BE49-F238E27FC236}">
                <a16:creationId xmlns:a16="http://schemas.microsoft.com/office/drawing/2014/main" id="{000428CA-375E-4C7C-89F9-18D549866F35}"/>
              </a:ext>
            </a:extLst>
          </p:cNvPr>
          <p:cNvSpPr>
            <a:spLocks noGrp="1"/>
          </p:cNvSpPr>
          <p:nvPr/>
        </p:nvSpPr>
        <p:spPr>
          <a:xfrm>
            <a:off x="42231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6" name="F2_precision_recall_distributions_5570">
            <a:extLst>
              <a:ext uri="{FF2B5EF4-FFF2-40B4-BE49-F238E27FC236}">
                <a16:creationId xmlns:a16="http://schemas.microsoft.com/office/drawing/2014/main" id="{3542CC72-AC64-4EA9-9619-D03D79C0DD44}"/>
              </a:ext>
            </a:extLst>
          </p:cNvPr>
          <p:cNvSpPr>
            <a:spLocks noGrp="1"/>
          </p:cNvSpPr>
          <p:nvPr/>
        </p:nvSpPr>
        <p:spPr>
          <a:xfrm>
            <a:off x="4282636" y="506958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7" name="F2_precision_recall_distributions_5571">
            <a:extLst>
              <a:ext uri="{FF2B5EF4-FFF2-40B4-BE49-F238E27FC236}">
                <a16:creationId xmlns:a16="http://schemas.microsoft.com/office/drawing/2014/main" id="{2013AEB7-4B73-45E8-8A4E-03DE59DAE1F9}"/>
              </a:ext>
            </a:extLst>
          </p:cNvPr>
          <p:cNvSpPr>
            <a:spLocks noGrp="1"/>
          </p:cNvSpPr>
          <p:nvPr/>
        </p:nvSpPr>
        <p:spPr>
          <a:xfrm>
            <a:off x="419143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8" name="F2_precision_recall_distributions_5572">
            <a:extLst>
              <a:ext uri="{FF2B5EF4-FFF2-40B4-BE49-F238E27FC236}">
                <a16:creationId xmlns:a16="http://schemas.microsoft.com/office/drawing/2014/main" id="{F9A7AB80-5A43-440B-A082-A30C7732B04A}"/>
              </a:ext>
            </a:extLst>
          </p:cNvPr>
          <p:cNvSpPr>
            <a:spLocks noGrp="1"/>
          </p:cNvSpPr>
          <p:nvPr/>
        </p:nvSpPr>
        <p:spPr>
          <a:xfrm>
            <a:off x="40532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59" name="F2_precision_recall_distributions_5573">
            <a:extLst>
              <a:ext uri="{FF2B5EF4-FFF2-40B4-BE49-F238E27FC236}">
                <a16:creationId xmlns:a16="http://schemas.microsoft.com/office/drawing/2014/main" id="{57D4BAD0-E2AA-4074-890D-9CF28FF1B745}"/>
              </a:ext>
            </a:extLst>
          </p:cNvPr>
          <p:cNvSpPr>
            <a:spLocks noGrp="1"/>
          </p:cNvSpPr>
          <p:nvPr/>
        </p:nvSpPr>
        <p:spPr>
          <a:xfrm>
            <a:off x="4147932" y="50761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0" name="F2_precision_recall_distributions_5574">
            <a:extLst>
              <a:ext uri="{FF2B5EF4-FFF2-40B4-BE49-F238E27FC236}">
                <a16:creationId xmlns:a16="http://schemas.microsoft.com/office/drawing/2014/main" id="{BEE6A10F-518E-4FF3-9F69-98A2C19E7052}"/>
              </a:ext>
            </a:extLst>
          </p:cNvPr>
          <p:cNvSpPr>
            <a:spLocks noGrp="1"/>
          </p:cNvSpPr>
          <p:nvPr/>
        </p:nvSpPr>
        <p:spPr>
          <a:xfrm>
            <a:off x="4035214" y="50703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1" name="F2_precision_recall_distributions_5575">
            <a:extLst>
              <a:ext uri="{FF2B5EF4-FFF2-40B4-BE49-F238E27FC236}">
                <a16:creationId xmlns:a16="http://schemas.microsoft.com/office/drawing/2014/main" id="{F1E2FA35-9013-4386-8837-80ABB7F917B5}"/>
              </a:ext>
            </a:extLst>
          </p:cNvPr>
          <p:cNvSpPr>
            <a:spLocks noGrp="1"/>
          </p:cNvSpPr>
          <p:nvPr/>
        </p:nvSpPr>
        <p:spPr>
          <a:xfrm>
            <a:off x="430971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2" name="F2_precision_recall_distributions_5576">
            <a:extLst>
              <a:ext uri="{FF2B5EF4-FFF2-40B4-BE49-F238E27FC236}">
                <a16:creationId xmlns:a16="http://schemas.microsoft.com/office/drawing/2014/main" id="{93AE3E89-63B1-4F4D-A536-1408E7D47AAC}"/>
              </a:ext>
            </a:extLst>
          </p:cNvPr>
          <p:cNvSpPr>
            <a:spLocks noGrp="1"/>
          </p:cNvSpPr>
          <p:nvPr/>
        </p:nvSpPr>
        <p:spPr>
          <a:xfrm>
            <a:off x="4078078" y="50748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3" name="F2_precision_recall_distributions_5577">
            <a:extLst>
              <a:ext uri="{FF2B5EF4-FFF2-40B4-BE49-F238E27FC236}">
                <a16:creationId xmlns:a16="http://schemas.microsoft.com/office/drawing/2014/main" id="{BA3B560F-F6B3-4B6B-B17B-C7208CBCA189}"/>
              </a:ext>
            </a:extLst>
          </p:cNvPr>
          <p:cNvSpPr>
            <a:spLocks noGrp="1"/>
          </p:cNvSpPr>
          <p:nvPr/>
        </p:nvSpPr>
        <p:spPr>
          <a:xfrm>
            <a:off x="3996562" y="50621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4" name="F2_precision_recall_distributions_5578">
            <a:extLst>
              <a:ext uri="{FF2B5EF4-FFF2-40B4-BE49-F238E27FC236}">
                <a16:creationId xmlns:a16="http://schemas.microsoft.com/office/drawing/2014/main" id="{25B4ACA7-40F2-495F-8A0B-FFBD504521BA}"/>
              </a:ext>
            </a:extLst>
          </p:cNvPr>
          <p:cNvSpPr>
            <a:spLocks noGrp="1"/>
          </p:cNvSpPr>
          <p:nvPr/>
        </p:nvSpPr>
        <p:spPr>
          <a:xfrm>
            <a:off x="420242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5" name="F2_precision_recall_distributions_5579">
            <a:extLst>
              <a:ext uri="{FF2B5EF4-FFF2-40B4-BE49-F238E27FC236}">
                <a16:creationId xmlns:a16="http://schemas.microsoft.com/office/drawing/2014/main" id="{45D68FA7-D8BD-4BC5-987D-03C3BEBE20B1}"/>
              </a:ext>
            </a:extLst>
          </p:cNvPr>
          <p:cNvSpPr>
            <a:spLocks noGrp="1"/>
          </p:cNvSpPr>
          <p:nvPr/>
        </p:nvSpPr>
        <p:spPr>
          <a:xfrm>
            <a:off x="40427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6" name="F2_precision_recall_distributions_5580">
            <a:extLst>
              <a:ext uri="{FF2B5EF4-FFF2-40B4-BE49-F238E27FC236}">
                <a16:creationId xmlns:a16="http://schemas.microsoft.com/office/drawing/2014/main" id="{D6EF5AF9-E01F-413E-853A-3150ACDCD90A}"/>
              </a:ext>
            </a:extLst>
          </p:cNvPr>
          <p:cNvSpPr>
            <a:spLocks noGrp="1"/>
          </p:cNvSpPr>
          <p:nvPr/>
        </p:nvSpPr>
        <p:spPr>
          <a:xfrm>
            <a:off x="41253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7" name="F2_precision_recall_distributions_5581">
            <a:extLst>
              <a:ext uri="{FF2B5EF4-FFF2-40B4-BE49-F238E27FC236}">
                <a16:creationId xmlns:a16="http://schemas.microsoft.com/office/drawing/2014/main" id="{53088C6A-B451-4287-AD90-EBD1F7A80650}"/>
              </a:ext>
            </a:extLst>
          </p:cNvPr>
          <p:cNvSpPr>
            <a:spLocks noGrp="1"/>
          </p:cNvSpPr>
          <p:nvPr/>
        </p:nvSpPr>
        <p:spPr>
          <a:xfrm>
            <a:off x="403708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8" name="F2_precision_recall_distributions_5582">
            <a:extLst>
              <a:ext uri="{FF2B5EF4-FFF2-40B4-BE49-F238E27FC236}">
                <a16:creationId xmlns:a16="http://schemas.microsoft.com/office/drawing/2014/main" id="{DAFD5424-8D1A-49E0-9097-738C10578672}"/>
              </a:ext>
            </a:extLst>
          </p:cNvPr>
          <p:cNvSpPr>
            <a:spLocks noGrp="1"/>
          </p:cNvSpPr>
          <p:nvPr/>
        </p:nvSpPr>
        <p:spPr>
          <a:xfrm>
            <a:off x="4219863" y="50679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69" name="F2_precision_recall_distributions_5583">
            <a:extLst>
              <a:ext uri="{FF2B5EF4-FFF2-40B4-BE49-F238E27FC236}">
                <a16:creationId xmlns:a16="http://schemas.microsoft.com/office/drawing/2014/main" id="{715B65C2-DDB1-41A2-B54E-AB87EC71D542}"/>
              </a:ext>
            </a:extLst>
          </p:cNvPr>
          <p:cNvSpPr>
            <a:spLocks noGrp="1"/>
          </p:cNvSpPr>
          <p:nvPr/>
        </p:nvSpPr>
        <p:spPr>
          <a:xfrm>
            <a:off x="40157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0" name="F2_precision_recall_distributions_5584">
            <a:extLst>
              <a:ext uri="{FF2B5EF4-FFF2-40B4-BE49-F238E27FC236}">
                <a16:creationId xmlns:a16="http://schemas.microsoft.com/office/drawing/2014/main" id="{6484D066-5E9D-46F0-ADD5-CBF35E9CDDAE}"/>
              </a:ext>
            </a:extLst>
          </p:cNvPr>
          <p:cNvSpPr>
            <a:spLocks noGrp="1"/>
          </p:cNvSpPr>
          <p:nvPr/>
        </p:nvSpPr>
        <p:spPr>
          <a:xfrm>
            <a:off x="4089981" y="5052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1" name="F2_precision_recall_distributions_5585">
            <a:extLst>
              <a:ext uri="{FF2B5EF4-FFF2-40B4-BE49-F238E27FC236}">
                <a16:creationId xmlns:a16="http://schemas.microsoft.com/office/drawing/2014/main" id="{46640BDE-D6C6-45B2-95D5-99AB4579AD90}"/>
              </a:ext>
            </a:extLst>
          </p:cNvPr>
          <p:cNvSpPr>
            <a:spLocks noGrp="1"/>
          </p:cNvSpPr>
          <p:nvPr/>
        </p:nvSpPr>
        <p:spPr>
          <a:xfrm>
            <a:off x="4298477" y="507624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2" name="F2_precision_recall_distributions_5586">
            <a:extLst>
              <a:ext uri="{FF2B5EF4-FFF2-40B4-BE49-F238E27FC236}">
                <a16:creationId xmlns:a16="http://schemas.microsoft.com/office/drawing/2014/main" id="{DC48E2B0-05C0-4154-A602-706C190EAC1E}"/>
              </a:ext>
            </a:extLst>
          </p:cNvPr>
          <p:cNvSpPr>
            <a:spLocks noGrp="1"/>
          </p:cNvSpPr>
          <p:nvPr/>
        </p:nvSpPr>
        <p:spPr>
          <a:xfrm>
            <a:off x="4243841" y="50638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3" name="F2_precision_recall_distributions_5587">
            <a:extLst>
              <a:ext uri="{FF2B5EF4-FFF2-40B4-BE49-F238E27FC236}">
                <a16:creationId xmlns:a16="http://schemas.microsoft.com/office/drawing/2014/main" id="{BF5BC029-6E03-41C1-A1CE-C46D85D525A8}"/>
              </a:ext>
            </a:extLst>
          </p:cNvPr>
          <p:cNvSpPr>
            <a:spLocks noGrp="1"/>
          </p:cNvSpPr>
          <p:nvPr/>
        </p:nvSpPr>
        <p:spPr>
          <a:xfrm>
            <a:off x="3998272" y="50620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4" name="F2_precision_recall_distributions_5588">
            <a:extLst>
              <a:ext uri="{FF2B5EF4-FFF2-40B4-BE49-F238E27FC236}">
                <a16:creationId xmlns:a16="http://schemas.microsoft.com/office/drawing/2014/main" id="{5EA78F00-6B09-40F0-B83E-CE505747A66F}"/>
              </a:ext>
            </a:extLst>
          </p:cNvPr>
          <p:cNvSpPr>
            <a:spLocks noGrp="1"/>
          </p:cNvSpPr>
          <p:nvPr/>
        </p:nvSpPr>
        <p:spPr>
          <a:xfrm>
            <a:off x="4243092" y="50102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5" name="F2_precision_recall_distributions_5589">
            <a:extLst>
              <a:ext uri="{FF2B5EF4-FFF2-40B4-BE49-F238E27FC236}">
                <a16:creationId xmlns:a16="http://schemas.microsoft.com/office/drawing/2014/main" id="{BA475238-0B18-42F6-BFC4-F55409EFA125}"/>
              </a:ext>
            </a:extLst>
          </p:cNvPr>
          <p:cNvSpPr>
            <a:spLocks noGrp="1"/>
          </p:cNvSpPr>
          <p:nvPr/>
        </p:nvSpPr>
        <p:spPr>
          <a:xfrm>
            <a:off x="4038173" y="50684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6" name="F2_precision_recall_distributions_5590">
            <a:extLst>
              <a:ext uri="{FF2B5EF4-FFF2-40B4-BE49-F238E27FC236}">
                <a16:creationId xmlns:a16="http://schemas.microsoft.com/office/drawing/2014/main" id="{ED489849-C939-43BA-8668-F2C25E23A17C}"/>
              </a:ext>
            </a:extLst>
          </p:cNvPr>
          <p:cNvSpPr>
            <a:spLocks noGrp="1"/>
          </p:cNvSpPr>
          <p:nvPr/>
        </p:nvSpPr>
        <p:spPr>
          <a:xfrm>
            <a:off x="410629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7" name="F2_precision_recall_distributions_5591">
            <a:extLst>
              <a:ext uri="{FF2B5EF4-FFF2-40B4-BE49-F238E27FC236}">
                <a16:creationId xmlns:a16="http://schemas.microsoft.com/office/drawing/2014/main" id="{871086E4-897D-4F03-A09B-7C453F7D8423}"/>
              </a:ext>
            </a:extLst>
          </p:cNvPr>
          <p:cNvSpPr>
            <a:spLocks noGrp="1"/>
          </p:cNvSpPr>
          <p:nvPr/>
        </p:nvSpPr>
        <p:spPr>
          <a:xfrm>
            <a:off x="4321777" y="50736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8" name="F2_precision_recall_distributions_5592">
            <a:extLst>
              <a:ext uri="{FF2B5EF4-FFF2-40B4-BE49-F238E27FC236}">
                <a16:creationId xmlns:a16="http://schemas.microsoft.com/office/drawing/2014/main" id="{4C39802D-EED8-4BF8-B1BF-8BF5DAF21B5F}"/>
              </a:ext>
            </a:extLst>
          </p:cNvPr>
          <p:cNvSpPr>
            <a:spLocks noGrp="1"/>
          </p:cNvSpPr>
          <p:nvPr/>
        </p:nvSpPr>
        <p:spPr>
          <a:xfrm>
            <a:off x="4332238" y="50781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79" name="F2_precision_recall_distributions_5593">
            <a:extLst>
              <a:ext uri="{FF2B5EF4-FFF2-40B4-BE49-F238E27FC236}">
                <a16:creationId xmlns:a16="http://schemas.microsoft.com/office/drawing/2014/main" id="{C0829381-6990-4A7A-BAC8-C794928238BD}"/>
              </a:ext>
            </a:extLst>
          </p:cNvPr>
          <p:cNvSpPr>
            <a:spLocks noGrp="1"/>
          </p:cNvSpPr>
          <p:nvPr/>
        </p:nvSpPr>
        <p:spPr>
          <a:xfrm>
            <a:off x="4028973" y="49468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0" name="F2_precision_recall_distributions_5594">
            <a:extLst>
              <a:ext uri="{FF2B5EF4-FFF2-40B4-BE49-F238E27FC236}">
                <a16:creationId xmlns:a16="http://schemas.microsoft.com/office/drawing/2014/main" id="{A9A1EA88-BF23-4F54-8F06-A3D12BFE1E0A}"/>
              </a:ext>
            </a:extLst>
          </p:cNvPr>
          <p:cNvSpPr>
            <a:spLocks noGrp="1"/>
          </p:cNvSpPr>
          <p:nvPr/>
        </p:nvSpPr>
        <p:spPr>
          <a:xfrm>
            <a:off x="418127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1" name="F2_precision_recall_distributions_5595">
            <a:extLst>
              <a:ext uri="{FF2B5EF4-FFF2-40B4-BE49-F238E27FC236}">
                <a16:creationId xmlns:a16="http://schemas.microsoft.com/office/drawing/2014/main" id="{59113399-1BBA-45B6-98F6-521E72EA0FF4}"/>
              </a:ext>
            </a:extLst>
          </p:cNvPr>
          <p:cNvSpPr>
            <a:spLocks noGrp="1"/>
          </p:cNvSpPr>
          <p:nvPr/>
        </p:nvSpPr>
        <p:spPr>
          <a:xfrm>
            <a:off x="4078437" y="505846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782" name="F2_precision_recall_distributions_5596">
            <a:extLst>
              <a:ext uri="{FF2B5EF4-FFF2-40B4-BE49-F238E27FC236}">
                <a16:creationId xmlns:a16="http://schemas.microsoft.com/office/drawing/2014/main" id="{878B2507-F490-4B6E-B712-D23D79B09CB4}"/>
              </a:ext>
            </a:extLst>
          </p:cNvPr>
          <p:cNvSpPr>
            <a:spLocks noGrp="1"/>
          </p:cNvSpPr>
          <p:nvPr/>
        </p:nvSpPr>
        <p:spPr>
          <a:xfrm>
            <a:off x="1852503" y="4243539"/>
            <a:ext cx="191" cy="328897"/>
          </a:xfrm>
          <a:custGeom>
            <a:avLst/>
            <a:gdLst/>
            <a:ahLst/>
            <a:cxnLst/>
            <a:rect l="0" t="0" r="0" b="0"/>
            <a:pathLst>
              <a:path w="191" h="328897">
                <a:moveTo>
                  <a:pt x="0" y="328897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2783" name="F2_precision_recall_distributions_5597">
            <a:extLst>
              <a:ext uri="{FF2B5EF4-FFF2-40B4-BE49-F238E27FC236}">
                <a16:creationId xmlns:a16="http://schemas.microsoft.com/office/drawing/2014/main" id="{B9336CCA-B699-402E-BF11-0EEDE96AA9CF}"/>
              </a:ext>
            </a:extLst>
          </p:cNvPr>
          <p:cNvSpPr>
            <a:spLocks noGrp="1"/>
          </p:cNvSpPr>
          <p:nvPr/>
        </p:nvSpPr>
        <p:spPr>
          <a:xfrm>
            <a:off x="3016462" y="4243539"/>
            <a:ext cx="191" cy="565844"/>
          </a:xfrm>
          <a:custGeom>
            <a:avLst/>
            <a:gdLst/>
            <a:ahLst/>
            <a:cxnLst/>
            <a:rect l="0" t="0" r="0" b="0"/>
            <a:pathLst>
              <a:path w="191" h="565844">
                <a:moveTo>
                  <a:pt x="0" y="565844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2784" name="F2_precision_recall_distributions_5598">
            <a:extLst>
              <a:ext uri="{FF2B5EF4-FFF2-40B4-BE49-F238E27FC236}">
                <a16:creationId xmlns:a16="http://schemas.microsoft.com/office/drawing/2014/main" id="{257213D7-100C-440D-BC53-99C314F7F3A1}"/>
              </a:ext>
            </a:extLst>
          </p:cNvPr>
          <p:cNvSpPr>
            <a:spLocks noGrp="1"/>
          </p:cNvSpPr>
          <p:nvPr/>
        </p:nvSpPr>
        <p:spPr>
          <a:xfrm>
            <a:off x="4180422" y="5079002"/>
            <a:ext cx="191" cy="13303"/>
          </a:xfrm>
          <a:custGeom>
            <a:avLst/>
            <a:gdLst/>
            <a:ahLst/>
            <a:cxnLst/>
            <a:rect l="0" t="0" r="0" b="0"/>
            <a:pathLst>
              <a:path w="191" h="13303">
                <a:moveTo>
                  <a:pt x="0" y="1330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2785" name="F2_precision_recall_distributions_5599">
            <a:extLst>
              <a:ext uri="{FF2B5EF4-FFF2-40B4-BE49-F238E27FC236}">
                <a16:creationId xmlns:a16="http://schemas.microsoft.com/office/drawing/2014/main" id="{9865B3EA-3D80-4BF9-A85A-42982C249BFE}"/>
              </a:ext>
            </a:extLst>
          </p:cNvPr>
          <p:cNvSpPr>
            <a:spLocks noGrp="1"/>
          </p:cNvSpPr>
          <p:nvPr/>
        </p:nvSpPr>
        <p:spPr>
          <a:xfrm>
            <a:off x="1212325" y="422232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786" name="F2_precision_recall_distributions_5600">
            <a:extLst>
              <a:ext uri="{FF2B5EF4-FFF2-40B4-BE49-F238E27FC236}">
                <a16:creationId xmlns:a16="http://schemas.microsoft.com/office/drawing/2014/main" id="{62AC429C-128C-4B23-8F1C-316B1D6FE56E}"/>
              </a:ext>
            </a:extLst>
          </p:cNvPr>
          <p:cNvSpPr>
            <a:spLocks noGrp="1"/>
          </p:cNvSpPr>
          <p:nvPr/>
        </p:nvSpPr>
        <p:spPr>
          <a:xfrm>
            <a:off x="1212325" y="510503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2787" name="text_5601">
            <a:extLst>
              <a:ext uri="{FF2B5EF4-FFF2-40B4-BE49-F238E27FC236}">
                <a16:creationId xmlns:a16="http://schemas.microsoft.com/office/drawing/2014/main" id="{4FA0BC1C-57E2-4F20-8A34-010072A3F695}"/>
              </a:ext>
            </a:extLst>
          </p:cNvPr>
          <p:cNvSpPr>
            <a:spLocks noGrp="1"/>
          </p:cNvSpPr>
          <p:nvPr/>
        </p:nvSpPr>
        <p:spPr>
          <a:xfrm>
            <a:off x="1212325" y="4041592"/>
            <a:ext cx="174409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0.3 · Precision</a:t>
            </a:r>
          </a:p>
        </p:txBody>
      </p:sp>
      <p:sp>
        <p:nvSpPr>
          <p:cNvPr id="2788" name="F2_precision_recall_distributions_5602">
            <a:extLst>
              <a:ext uri="{FF2B5EF4-FFF2-40B4-BE49-F238E27FC236}">
                <a16:creationId xmlns:a16="http://schemas.microsoft.com/office/drawing/2014/main" id="{46201457-B903-4FBE-997B-93E5A48BEE55}"/>
              </a:ext>
            </a:extLst>
          </p:cNvPr>
          <p:cNvSpPr>
            <a:spLocks noGrp="1"/>
          </p:cNvSpPr>
          <p:nvPr/>
        </p:nvSpPr>
        <p:spPr>
          <a:xfrm>
            <a:off x="1824461" y="4215498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2789" name="F2_precision_recall_distributions_5603">
            <a:extLst>
              <a:ext uri="{FF2B5EF4-FFF2-40B4-BE49-F238E27FC236}">
                <a16:creationId xmlns:a16="http://schemas.microsoft.com/office/drawing/2014/main" id="{ED5589FF-F8D8-47AE-A767-9ACE95FBA081}"/>
              </a:ext>
            </a:extLst>
          </p:cNvPr>
          <p:cNvSpPr>
            <a:spLocks noGrp="1"/>
          </p:cNvSpPr>
          <p:nvPr/>
        </p:nvSpPr>
        <p:spPr>
          <a:xfrm>
            <a:off x="2988421" y="449842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2790" name="F2_precision_recall_distributions_5604">
            <a:extLst>
              <a:ext uri="{FF2B5EF4-FFF2-40B4-BE49-F238E27FC236}">
                <a16:creationId xmlns:a16="http://schemas.microsoft.com/office/drawing/2014/main" id="{31C68FE0-7EAD-4D4B-AD88-72EF146C4927}"/>
              </a:ext>
            </a:extLst>
          </p:cNvPr>
          <p:cNvSpPr>
            <a:spLocks noGrp="1"/>
          </p:cNvSpPr>
          <p:nvPr/>
        </p:nvSpPr>
        <p:spPr>
          <a:xfrm>
            <a:off x="4152380" y="506278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2791" name="F2_precision_recall_distributions_5605">
            <a:extLst>
              <a:ext uri="{FF2B5EF4-FFF2-40B4-BE49-F238E27FC236}">
                <a16:creationId xmlns:a16="http://schemas.microsoft.com/office/drawing/2014/main" id="{66A45225-FEA4-47B0-A9BA-2F080410DEB7}"/>
              </a:ext>
            </a:extLst>
          </p:cNvPr>
          <p:cNvSpPr>
            <a:spLocks noGrp="1"/>
          </p:cNvSpPr>
          <p:nvPr/>
        </p:nvSpPr>
        <p:spPr>
          <a:xfrm>
            <a:off x="5361841" y="422232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792" name="F2_precision_recall_distributions_5606">
            <a:extLst>
              <a:ext uri="{FF2B5EF4-FFF2-40B4-BE49-F238E27FC236}">
                <a16:creationId xmlns:a16="http://schemas.microsoft.com/office/drawing/2014/main" id="{A8FEDFB2-6330-4F85-857A-29B59455A4E6}"/>
              </a:ext>
            </a:extLst>
          </p:cNvPr>
          <p:cNvSpPr>
            <a:spLocks noGrp="1"/>
          </p:cNvSpPr>
          <p:nvPr/>
        </p:nvSpPr>
        <p:spPr>
          <a:xfrm>
            <a:off x="5361841" y="509230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3" name="F2_precision_recall_distributions_5607">
            <a:extLst>
              <a:ext uri="{FF2B5EF4-FFF2-40B4-BE49-F238E27FC236}">
                <a16:creationId xmlns:a16="http://schemas.microsoft.com/office/drawing/2014/main" id="{DA52DCAA-7D64-43A7-87B6-775C73A9BACE}"/>
              </a:ext>
            </a:extLst>
          </p:cNvPr>
          <p:cNvSpPr>
            <a:spLocks noGrp="1"/>
          </p:cNvSpPr>
          <p:nvPr/>
        </p:nvSpPr>
        <p:spPr>
          <a:xfrm>
            <a:off x="5319567" y="509230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4" name="F2_precision_recall_distributions_5608">
            <a:extLst>
              <a:ext uri="{FF2B5EF4-FFF2-40B4-BE49-F238E27FC236}">
                <a16:creationId xmlns:a16="http://schemas.microsoft.com/office/drawing/2014/main" id="{324CB7A2-90C4-4675-9F08-E164998CB32E}"/>
              </a:ext>
            </a:extLst>
          </p:cNvPr>
          <p:cNvSpPr>
            <a:spLocks noGrp="1"/>
          </p:cNvSpPr>
          <p:nvPr/>
        </p:nvSpPr>
        <p:spPr>
          <a:xfrm>
            <a:off x="5361841" y="466792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5" name="F2_precision_recall_distributions_5609">
            <a:extLst>
              <a:ext uri="{FF2B5EF4-FFF2-40B4-BE49-F238E27FC236}">
                <a16:creationId xmlns:a16="http://schemas.microsoft.com/office/drawing/2014/main" id="{E3A24E1E-74D7-4040-A1D6-30C62B0CC3B6}"/>
              </a:ext>
            </a:extLst>
          </p:cNvPr>
          <p:cNvSpPr>
            <a:spLocks noGrp="1"/>
          </p:cNvSpPr>
          <p:nvPr/>
        </p:nvSpPr>
        <p:spPr>
          <a:xfrm>
            <a:off x="5319567" y="466792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6" name="F2_precision_recall_distributions_5610">
            <a:extLst>
              <a:ext uri="{FF2B5EF4-FFF2-40B4-BE49-F238E27FC236}">
                <a16:creationId xmlns:a16="http://schemas.microsoft.com/office/drawing/2014/main" id="{82CEE1FB-CC97-4F4C-BAC8-33B1D84480A0}"/>
              </a:ext>
            </a:extLst>
          </p:cNvPr>
          <p:cNvSpPr>
            <a:spLocks noGrp="1"/>
          </p:cNvSpPr>
          <p:nvPr/>
        </p:nvSpPr>
        <p:spPr>
          <a:xfrm>
            <a:off x="5361841" y="424353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2797" name="F2_precision_recall_distributions_5611">
            <a:extLst>
              <a:ext uri="{FF2B5EF4-FFF2-40B4-BE49-F238E27FC236}">
                <a16:creationId xmlns:a16="http://schemas.microsoft.com/office/drawing/2014/main" id="{01410236-6D6D-49ED-B7E3-FF7EFDA68996}"/>
              </a:ext>
            </a:extLst>
          </p:cNvPr>
          <p:cNvSpPr>
            <a:spLocks noGrp="1"/>
          </p:cNvSpPr>
          <p:nvPr/>
        </p:nvSpPr>
        <p:spPr>
          <a:xfrm>
            <a:off x="5319567" y="424353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2798" name="F2_precision_recall_distributions_5612">
            <a:extLst>
              <a:ext uri="{FF2B5EF4-FFF2-40B4-BE49-F238E27FC236}">
                <a16:creationId xmlns:a16="http://schemas.microsoft.com/office/drawing/2014/main" id="{184A0E9B-A5F8-416D-A0A2-D466F4EB9047}"/>
              </a:ext>
            </a:extLst>
          </p:cNvPr>
          <p:cNvSpPr>
            <a:spLocks noGrp="1"/>
          </p:cNvSpPr>
          <p:nvPr/>
        </p:nvSpPr>
        <p:spPr>
          <a:xfrm>
            <a:off x="5664470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414240" y="848766"/>
                </a:moveTo>
                <a:lnTo>
                  <a:pt x="260856" y="848766"/>
                </a:lnTo>
                <a:lnTo>
                  <a:pt x="262030" y="842186"/>
                </a:lnTo>
                <a:lnTo>
                  <a:pt x="265429" y="835606"/>
                </a:lnTo>
                <a:lnTo>
                  <a:pt x="270713" y="829027"/>
                </a:lnTo>
                <a:lnTo>
                  <a:pt x="277375" y="822447"/>
                </a:lnTo>
                <a:lnTo>
                  <a:pt x="284824" y="815868"/>
                </a:lnTo>
                <a:lnTo>
                  <a:pt x="292472" y="809288"/>
                </a:lnTo>
                <a:lnTo>
                  <a:pt x="299807" y="802708"/>
                </a:lnTo>
                <a:lnTo>
                  <a:pt x="306443" y="796129"/>
                </a:lnTo>
                <a:lnTo>
                  <a:pt x="312145" y="789549"/>
                </a:lnTo>
                <a:lnTo>
                  <a:pt x="316822" y="782970"/>
                </a:lnTo>
                <a:lnTo>
                  <a:pt x="320506" y="776390"/>
                </a:lnTo>
                <a:lnTo>
                  <a:pt x="323312" y="769811"/>
                </a:lnTo>
                <a:lnTo>
                  <a:pt x="325402" y="763231"/>
                </a:lnTo>
                <a:lnTo>
                  <a:pt x="326949" y="756651"/>
                </a:lnTo>
                <a:lnTo>
                  <a:pt x="328114" y="750072"/>
                </a:lnTo>
                <a:lnTo>
                  <a:pt x="329021" y="743492"/>
                </a:lnTo>
                <a:lnTo>
                  <a:pt x="329757" y="736913"/>
                </a:lnTo>
                <a:lnTo>
                  <a:pt x="330366" y="730333"/>
                </a:lnTo>
                <a:lnTo>
                  <a:pt x="330853" y="723754"/>
                </a:lnTo>
                <a:lnTo>
                  <a:pt x="331196" y="717174"/>
                </a:lnTo>
                <a:lnTo>
                  <a:pt x="331353" y="710594"/>
                </a:lnTo>
                <a:lnTo>
                  <a:pt x="331279" y="704015"/>
                </a:lnTo>
                <a:lnTo>
                  <a:pt x="330933" y="697435"/>
                </a:lnTo>
                <a:lnTo>
                  <a:pt x="330293" y="690856"/>
                </a:lnTo>
                <a:lnTo>
                  <a:pt x="329358" y="684276"/>
                </a:lnTo>
                <a:lnTo>
                  <a:pt x="328156" y="677697"/>
                </a:lnTo>
                <a:lnTo>
                  <a:pt x="326743" y="671117"/>
                </a:lnTo>
                <a:lnTo>
                  <a:pt x="325198" y="664537"/>
                </a:lnTo>
                <a:lnTo>
                  <a:pt x="323613" y="657958"/>
                </a:lnTo>
                <a:lnTo>
                  <a:pt x="322084" y="651378"/>
                </a:lnTo>
                <a:lnTo>
                  <a:pt x="320695" y="644799"/>
                </a:lnTo>
                <a:lnTo>
                  <a:pt x="319514" y="638219"/>
                </a:lnTo>
                <a:lnTo>
                  <a:pt x="318580" y="631639"/>
                </a:lnTo>
                <a:lnTo>
                  <a:pt x="317902" y="625060"/>
                </a:lnTo>
                <a:lnTo>
                  <a:pt x="317464" y="618480"/>
                </a:lnTo>
                <a:lnTo>
                  <a:pt x="317237" y="611901"/>
                </a:lnTo>
                <a:lnTo>
                  <a:pt x="317183" y="605321"/>
                </a:lnTo>
                <a:lnTo>
                  <a:pt x="317273" y="598742"/>
                </a:lnTo>
                <a:lnTo>
                  <a:pt x="317492" y="592162"/>
                </a:lnTo>
                <a:lnTo>
                  <a:pt x="317841" y="585582"/>
                </a:lnTo>
                <a:lnTo>
                  <a:pt x="318334" y="579003"/>
                </a:lnTo>
                <a:lnTo>
                  <a:pt x="318985" y="572423"/>
                </a:lnTo>
                <a:lnTo>
                  <a:pt x="319803" y="565844"/>
                </a:lnTo>
                <a:lnTo>
                  <a:pt x="320772" y="559264"/>
                </a:lnTo>
                <a:lnTo>
                  <a:pt x="321855" y="552685"/>
                </a:lnTo>
                <a:lnTo>
                  <a:pt x="322985" y="546105"/>
                </a:lnTo>
                <a:lnTo>
                  <a:pt x="324079" y="539525"/>
                </a:lnTo>
                <a:lnTo>
                  <a:pt x="325041" y="532946"/>
                </a:lnTo>
                <a:lnTo>
                  <a:pt x="325778" y="526366"/>
                </a:lnTo>
                <a:lnTo>
                  <a:pt x="326202" y="519787"/>
                </a:lnTo>
                <a:lnTo>
                  <a:pt x="326240" y="513207"/>
                </a:lnTo>
                <a:lnTo>
                  <a:pt x="325824" y="506627"/>
                </a:lnTo>
                <a:lnTo>
                  <a:pt x="324901" y="500048"/>
                </a:lnTo>
                <a:lnTo>
                  <a:pt x="323422" y="493468"/>
                </a:lnTo>
                <a:lnTo>
                  <a:pt x="321355" y="486889"/>
                </a:lnTo>
                <a:lnTo>
                  <a:pt x="318693" y="480309"/>
                </a:lnTo>
                <a:lnTo>
                  <a:pt x="315471" y="473730"/>
                </a:lnTo>
                <a:lnTo>
                  <a:pt x="311785" y="467150"/>
                </a:lnTo>
                <a:lnTo>
                  <a:pt x="307802" y="460570"/>
                </a:lnTo>
                <a:lnTo>
                  <a:pt x="303763" y="453991"/>
                </a:lnTo>
                <a:lnTo>
                  <a:pt x="299962" y="447411"/>
                </a:lnTo>
                <a:lnTo>
                  <a:pt x="296717" y="440832"/>
                </a:lnTo>
                <a:lnTo>
                  <a:pt x="294323" y="434252"/>
                </a:lnTo>
                <a:lnTo>
                  <a:pt x="293004" y="427673"/>
                </a:lnTo>
                <a:lnTo>
                  <a:pt x="292871" y="421093"/>
                </a:lnTo>
                <a:lnTo>
                  <a:pt x="293903" y="414513"/>
                </a:lnTo>
                <a:lnTo>
                  <a:pt x="295950" y="407934"/>
                </a:lnTo>
                <a:lnTo>
                  <a:pt x="298754" y="401354"/>
                </a:lnTo>
                <a:lnTo>
                  <a:pt x="301997" y="394775"/>
                </a:lnTo>
                <a:lnTo>
                  <a:pt x="305350" y="388195"/>
                </a:lnTo>
                <a:lnTo>
                  <a:pt x="308515" y="381616"/>
                </a:lnTo>
                <a:lnTo>
                  <a:pt x="311262" y="375036"/>
                </a:lnTo>
                <a:lnTo>
                  <a:pt x="313438" y="368456"/>
                </a:lnTo>
                <a:lnTo>
                  <a:pt x="314966" y="361877"/>
                </a:lnTo>
                <a:lnTo>
                  <a:pt x="315833" y="355297"/>
                </a:lnTo>
                <a:lnTo>
                  <a:pt x="316070" y="348718"/>
                </a:lnTo>
                <a:lnTo>
                  <a:pt x="315734" y="342138"/>
                </a:lnTo>
                <a:lnTo>
                  <a:pt x="314906" y="335558"/>
                </a:lnTo>
                <a:lnTo>
                  <a:pt x="313679" y="328979"/>
                </a:lnTo>
                <a:lnTo>
                  <a:pt x="312167" y="322399"/>
                </a:lnTo>
                <a:lnTo>
                  <a:pt x="310504" y="315820"/>
                </a:lnTo>
                <a:lnTo>
                  <a:pt x="308845" y="309240"/>
                </a:lnTo>
                <a:lnTo>
                  <a:pt x="307349" y="302661"/>
                </a:lnTo>
                <a:lnTo>
                  <a:pt x="306171" y="296081"/>
                </a:lnTo>
                <a:lnTo>
                  <a:pt x="305432" y="289501"/>
                </a:lnTo>
                <a:lnTo>
                  <a:pt x="305203" y="282922"/>
                </a:lnTo>
                <a:lnTo>
                  <a:pt x="305488" y="276342"/>
                </a:lnTo>
                <a:lnTo>
                  <a:pt x="306224" y="269763"/>
                </a:lnTo>
                <a:lnTo>
                  <a:pt x="307291" y="263183"/>
                </a:lnTo>
                <a:lnTo>
                  <a:pt x="308532" y="256604"/>
                </a:lnTo>
                <a:lnTo>
                  <a:pt x="309787" y="250024"/>
                </a:lnTo>
                <a:lnTo>
                  <a:pt x="310920" y="243444"/>
                </a:lnTo>
                <a:lnTo>
                  <a:pt x="311838" y="236865"/>
                </a:lnTo>
                <a:lnTo>
                  <a:pt x="312505" y="230285"/>
                </a:lnTo>
                <a:lnTo>
                  <a:pt x="312936" y="223706"/>
                </a:lnTo>
                <a:lnTo>
                  <a:pt x="313184" y="217126"/>
                </a:lnTo>
                <a:lnTo>
                  <a:pt x="313321" y="210546"/>
                </a:lnTo>
                <a:lnTo>
                  <a:pt x="313419" y="203967"/>
                </a:lnTo>
                <a:lnTo>
                  <a:pt x="313538" y="197387"/>
                </a:lnTo>
                <a:lnTo>
                  <a:pt x="313714" y="190808"/>
                </a:lnTo>
                <a:lnTo>
                  <a:pt x="313966" y="184228"/>
                </a:lnTo>
                <a:lnTo>
                  <a:pt x="314302" y="177649"/>
                </a:lnTo>
                <a:lnTo>
                  <a:pt x="314722" y="171069"/>
                </a:lnTo>
                <a:lnTo>
                  <a:pt x="315235" y="164489"/>
                </a:lnTo>
                <a:lnTo>
                  <a:pt x="315852" y="157910"/>
                </a:lnTo>
                <a:lnTo>
                  <a:pt x="316591" y="151330"/>
                </a:lnTo>
                <a:lnTo>
                  <a:pt x="317465" y="144751"/>
                </a:lnTo>
                <a:lnTo>
                  <a:pt x="318475" y="138171"/>
                </a:lnTo>
                <a:lnTo>
                  <a:pt x="319593" y="131592"/>
                </a:lnTo>
                <a:lnTo>
                  <a:pt x="320752" y="125012"/>
                </a:lnTo>
                <a:lnTo>
                  <a:pt x="321825" y="118432"/>
                </a:lnTo>
                <a:lnTo>
                  <a:pt x="322611" y="111853"/>
                </a:lnTo>
                <a:lnTo>
                  <a:pt x="322809" y="105273"/>
                </a:lnTo>
                <a:lnTo>
                  <a:pt x="321998" y="98694"/>
                </a:lnTo>
                <a:lnTo>
                  <a:pt x="319620" y="92114"/>
                </a:lnTo>
                <a:lnTo>
                  <a:pt x="314973" y="85535"/>
                </a:lnTo>
                <a:lnTo>
                  <a:pt x="307237" y="78955"/>
                </a:lnTo>
                <a:lnTo>
                  <a:pt x="295538" y="72375"/>
                </a:lnTo>
                <a:lnTo>
                  <a:pt x="279056" y="65796"/>
                </a:lnTo>
                <a:lnTo>
                  <a:pt x="257196" y="59216"/>
                </a:lnTo>
                <a:lnTo>
                  <a:pt x="229778" y="52637"/>
                </a:lnTo>
                <a:lnTo>
                  <a:pt x="197231" y="46057"/>
                </a:lnTo>
                <a:lnTo>
                  <a:pt x="160739" y="39477"/>
                </a:lnTo>
                <a:lnTo>
                  <a:pt x="122279" y="32898"/>
                </a:lnTo>
                <a:lnTo>
                  <a:pt x="84518" y="26318"/>
                </a:lnTo>
                <a:lnTo>
                  <a:pt x="50549" y="19739"/>
                </a:lnTo>
                <a:lnTo>
                  <a:pt x="23491" y="13159"/>
                </a:lnTo>
                <a:lnTo>
                  <a:pt x="603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63" y="6580"/>
                </a:lnTo>
                <a:lnTo>
                  <a:pt x="651606" y="13159"/>
                </a:lnTo>
                <a:lnTo>
                  <a:pt x="624548" y="19739"/>
                </a:lnTo>
                <a:lnTo>
                  <a:pt x="590578" y="26318"/>
                </a:lnTo>
                <a:lnTo>
                  <a:pt x="552817" y="32898"/>
                </a:lnTo>
                <a:lnTo>
                  <a:pt x="514358" y="39477"/>
                </a:lnTo>
                <a:lnTo>
                  <a:pt x="477866" y="46057"/>
                </a:lnTo>
                <a:lnTo>
                  <a:pt x="445319" y="52637"/>
                </a:lnTo>
                <a:lnTo>
                  <a:pt x="417900" y="59216"/>
                </a:lnTo>
                <a:lnTo>
                  <a:pt x="396041" y="65796"/>
                </a:lnTo>
                <a:lnTo>
                  <a:pt x="379559" y="72375"/>
                </a:lnTo>
                <a:lnTo>
                  <a:pt x="367859" y="78955"/>
                </a:lnTo>
                <a:lnTo>
                  <a:pt x="360124" y="85535"/>
                </a:lnTo>
                <a:lnTo>
                  <a:pt x="355477" y="92114"/>
                </a:lnTo>
                <a:lnTo>
                  <a:pt x="353098" y="98694"/>
                </a:lnTo>
                <a:lnTo>
                  <a:pt x="352287" y="105273"/>
                </a:lnTo>
                <a:lnTo>
                  <a:pt x="352485" y="111853"/>
                </a:lnTo>
                <a:lnTo>
                  <a:pt x="353271" y="118432"/>
                </a:lnTo>
                <a:lnTo>
                  <a:pt x="354345" y="125012"/>
                </a:lnTo>
                <a:lnTo>
                  <a:pt x="355503" y="131592"/>
                </a:lnTo>
                <a:lnTo>
                  <a:pt x="356622" y="138171"/>
                </a:lnTo>
                <a:lnTo>
                  <a:pt x="357632" y="144751"/>
                </a:lnTo>
                <a:lnTo>
                  <a:pt x="358506" y="151330"/>
                </a:lnTo>
                <a:lnTo>
                  <a:pt x="359245" y="157910"/>
                </a:lnTo>
                <a:lnTo>
                  <a:pt x="359862" y="164489"/>
                </a:lnTo>
                <a:lnTo>
                  <a:pt x="360374" y="171069"/>
                </a:lnTo>
                <a:lnTo>
                  <a:pt x="360795" y="177649"/>
                </a:lnTo>
                <a:lnTo>
                  <a:pt x="361130" y="184228"/>
                </a:lnTo>
                <a:lnTo>
                  <a:pt x="361383" y="190808"/>
                </a:lnTo>
                <a:lnTo>
                  <a:pt x="361559" y="197387"/>
                </a:lnTo>
                <a:lnTo>
                  <a:pt x="361677" y="203967"/>
                </a:lnTo>
                <a:lnTo>
                  <a:pt x="361776" y="210546"/>
                </a:lnTo>
                <a:lnTo>
                  <a:pt x="361913" y="217126"/>
                </a:lnTo>
                <a:lnTo>
                  <a:pt x="362161" y="223706"/>
                </a:lnTo>
                <a:lnTo>
                  <a:pt x="362591" y="230285"/>
                </a:lnTo>
                <a:lnTo>
                  <a:pt x="363258" y="236865"/>
                </a:lnTo>
                <a:lnTo>
                  <a:pt x="364176" y="243444"/>
                </a:lnTo>
                <a:lnTo>
                  <a:pt x="365309" y="250024"/>
                </a:lnTo>
                <a:lnTo>
                  <a:pt x="366565" y="256604"/>
                </a:lnTo>
                <a:lnTo>
                  <a:pt x="367806" y="263183"/>
                </a:lnTo>
                <a:lnTo>
                  <a:pt x="368872" y="269763"/>
                </a:lnTo>
                <a:lnTo>
                  <a:pt x="369608" y="276342"/>
                </a:lnTo>
                <a:lnTo>
                  <a:pt x="369894" y="282922"/>
                </a:lnTo>
                <a:lnTo>
                  <a:pt x="369665" y="289501"/>
                </a:lnTo>
                <a:lnTo>
                  <a:pt x="368926" y="296081"/>
                </a:lnTo>
                <a:lnTo>
                  <a:pt x="367747" y="302661"/>
                </a:lnTo>
                <a:lnTo>
                  <a:pt x="366252" y="309240"/>
                </a:lnTo>
                <a:lnTo>
                  <a:pt x="364592" y="315820"/>
                </a:lnTo>
                <a:lnTo>
                  <a:pt x="362930" y="322399"/>
                </a:lnTo>
                <a:lnTo>
                  <a:pt x="361418" y="328979"/>
                </a:lnTo>
                <a:lnTo>
                  <a:pt x="360191" y="335558"/>
                </a:lnTo>
                <a:lnTo>
                  <a:pt x="359362" y="342138"/>
                </a:lnTo>
                <a:lnTo>
                  <a:pt x="359027" y="348718"/>
                </a:lnTo>
                <a:lnTo>
                  <a:pt x="359263" y="355297"/>
                </a:lnTo>
                <a:lnTo>
                  <a:pt x="360130" y="361877"/>
                </a:lnTo>
                <a:lnTo>
                  <a:pt x="361659" y="368456"/>
                </a:lnTo>
                <a:lnTo>
                  <a:pt x="363834" y="375036"/>
                </a:lnTo>
                <a:lnTo>
                  <a:pt x="366581" y="381616"/>
                </a:lnTo>
                <a:lnTo>
                  <a:pt x="369747" y="388195"/>
                </a:lnTo>
                <a:lnTo>
                  <a:pt x="373099" y="394775"/>
                </a:lnTo>
                <a:lnTo>
                  <a:pt x="376343" y="401354"/>
                </a:lnTo>
                <a:lnTo>
                  <a:pt x="379147" y="407934"/>
                </a:lnTo>
                <a:lnTo>
                  <a:pt x="381193" y="414513"/>
                </a:lnTo>
                <a:lnTo>
                  <a:pt x="382226" y="421093"/>
                </a:lnTo>
                <a:lnTo>
                  <a:pt x="382093" y="427673"/>
                </a:lnTo>
                <a:lnTo>
                  <a:pt x="380773" y="434252"/>
                </a:lnTo>
                <a:lnTo>
                  <a:pt x="378379" y="440832"/>
                </a:lnTo>
                <a:lnTo>
                  <a:pt x="375135" y="447411"/>
                </a:lnTo>
                <a:lnTo>
                  <a:pt x="371334" y="453991"/>
                </a:lnTo>
                <a:lnTo>
                  <a:pt x="367294" y="460570"/>
                </a:lnTo>
                <a:lnTo>
                  <a:pt x="363312" y="467150"/>
                </a:lnTo>
                <a:lnTo>
                  <a:pt x="359626" y="473730"/>
                </a:lnTo>
                <a:lnTo>
                  <a:pt x="356404" y="480309"/>
                </a:lnTo>
                <a:lnTo>
                  <a:pt x="353742" y="486889"/>
                </a:lnTo>
                <a:lnTo>
                  <a:pt x="351675" y="493468"/>
                </a:lnTo>
                <a:lnTo>
                  <a:pt x="350196" y="500048"/>
                </a:lnTo>
                <a:lnTo>
                  <a:pt x="349272" y="506627"/>
                </a:lnTo>
                <a:lnTo>
                  <a:pt x="348857" y="513207"/>
                </a:lnTo>
                <a:lnTo>
                  <a:pt x="348894" y="519787"/>
                </a:lnTo>
                <a:lnTo>
                  <a:pt x="349319" y="526366"/>
                </a:lnTo>
                <a:lnTo>
                  <a:pt x="350056" y="532946"/>
                </a:lnTo>
                <a:lnTo>
                  <a:pt x="351018" y="539525"/>
                </a:lnTo>
                <a:lnTo>
                  <a:pt x="352111" y="546105"/>
                </a:lnTo>
                <a:lnTo>
                  <a:pt x="353242" y="552685"/>
                </a:lnTo>
                <a:lnTo>
                  <a:pt x="354324" y="559264"/>
                </a:lnTo>
                <a:lnTo>
                  <a:pt x="355294" y="565844"/>
                </a:lnTo>
                <a:lnTo>
                  <a:pt x="356111" y="572423"/>
                </a:lnTo>
                <a:lnTo>
                  <a:pt x="356763" y="579003"/>
                </a:lnTo>
                <a:lnTo>
                  <a:pt x="357255" y="585582"/>
                </a:lnTo>
                <a:lnTo>
                  <a:pt x="357604" y="592162"/>
                </a:lnTo>
                <a:lnTo>
                  <a:pt x="357823" y="598742"/>
                </a:lnTo>
                <a:lnTo>
                  <a:pt x="357913" y="605321"/>
                </a:lnTo>
                <a:lnTo>
                  <a:pt x="357860" y="611901"/>
                </a:lnTo>
                <a:lnTo>
                  <a:pt x="357632" y="618480"/>
                </a:lnTo>
                <a:lnTo>
                  <a:pt x="357195" y="625060"/>
                </a:lnTo>
                <a:lnTo>
                  <a:pt x="356517" y="631639"/>
                </a:lnTo>
                <a:lnTo>
                  <a:pt x="355582" y="638219"/>
                </a:lnTo>
                <a:lnTo>
                  <a:pt x="354401" y="644799"/>
                </a:lnTo>
                <a:lnTo>
                  <a:pt x="353013" y="651378"/>
                </a:lnTo>
                <a:lnTo>
                  <a:pt x="351483" y="657958"/>
                </a:lnTo>
                <a:lnTo>
                  <a:pt x="349898" y="664537"/>
                </a:lnTo>
                <a:lnTo>
                  <a:pt x="348353" y="671117"/>
                </a:lnTo>
                <a:lnTo>
                  <a:pt x="346941" y="677697"/>
                </a:lnTo>
                <a:lnTo>
                  <a:pt x="345739" y="684276"/>
                </a:lnTo>
                <a:lnTo>
                  <a:pt x="344804" y="690856"/>
                </a:lnTo>
                <a:lnTo>
                  <a:pt x="344163" y="697435"/>
                </a:lnTo>
                <a:lnTo>
                  <a:pt x="343818" y="704015"/>
                </a:lnTo>
                <a:lnTo>
                  <a:pt x="343743" y="710594"/>
                </a:lnTo>
                <a:lnTo>
                  <a:pt x="343901" y="717174"/>
                </a:lnTo>
                <a:lnTo>
                  <a:pt x="344243" y="723754"/>
                </a:lnTo>
                <a:lnTo>
                  <a:pt x="344731" y="730333"/>
                </a:lnTo>
                <a:lnTo>
                  <a:pt x="345339" y="736913"/>
                </a:lnTo>
                <a:lnTo>
                  <a:pt x="346076" y="743492"/>
                </a:lnTo>
                <a:lnTo>
                  <a:pt x="346983" y="750072"/>
                </a:lnTo>
                <a:lnTo>
                  <a:pt x="348147" y="756651"/>
                </a:lnTo>
                <a:lnTo>
                  <a:pt x="349694" y="763231"/>
                </a:lnTo>
                <a:lnTo>
                  <a:pt x="351784" y="769811"/>
                </a:lnTo>
                <a:lnTo>
                  <a:pt x="354590" y="776390"/>
                </a:lnTo>
                <a:lnTo>
                  <a:pt x="358274" y="782970"/>
                </a:lnTo>
                <a:lnTo>
                  <a:pt x="362952" y="789549"/>
                </a:lnTo>
                <a:lnTo>
                  <a:pt x="368653" y="796129"/>
                </a:lnTo>
                <a:lnTo>
                  <a:pt x="375289" y="802708"/>
                </a:lnTo>
                <a:lnTo>
                  <a:pt x="382624" y="809288"/>
                </a:lnTo>
                <a:lnTo>
                  <a:pt x="390273" y="815868"/>
                </a:lnTo>
                <a:lnTo>
                  <a:pt x="397722" y="822447"/>
                </a:lnTo>
                <a:lnTo>
                  <a:pt x="404384" y="829027"/>
                </a:lnTo>
                <a:lnTo>
                  <a:pt x="409667" y="835606"/>
                </a:lnTo>
                <a:lnTo>
                  <a:pt x="413067" y="842186"/>
                </a:lnTo>
                <a:lnTo>
                  <a:pt x="414240" y="848766"/>
                </a:lnTo>
                <a:lnTo>
                  <a:pt x="414240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2799" name="F2_precision_recall_distributions_5613">
            <a:extLst>
              <a:ext uri="{FF2B5EF4-FFF2-40B4-BE49-F238E27FC236}">
                <a16:creationId xmlns:a16="http://schemas.microsoft.com/office/drawing/2014/main" id="{F48A140F-DFCC-4D70-A883-DCA5F38EAD5A}"/>
              </a:ext>
            </a:extLst>
          </p:cNvPr>
          <p:cNvSpPr>
            <a:spLocks noGrp="1"/>
          </p:cNvSpPr>
          <p:nvPr/>
        </p:nvSpPr>
        <p:spPr>
          <a:xfrm>
            <a:off x="61358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0" name="F2_precision_recall_distributions_5614">
            <a:extLst>
              <a:ext uri="{FF2B5EF4-FFF2-40B4-BE49-F238E27FC236}">
                <a16:creationId xmlns:a16="http://schemas.microsoft.com/office/drawing/2014/main" id="{2DB30566-533F-47B5-9339-80DC83F98552}"/>
              </a:ext>
            </a:extLst>
          </p:cNvPr>
          <p:cNvSpPr>
            <a:spLocks noGrp="1"/>
          </p:cNvSpPr>
          <p:nvPr/>
        </p:nvSpPr>
        <p:spPr>
          <a:xfrm>
            <a:off x="608588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1" name="F2_precision_recall_distributions_5615">
            <a:extLst>
              <a:ext uri="{FF2B5EF4-FFF2-40B4-BE49-F238E27FC236}">
                <a16:creationId xmlns:a16="http://schemas.microsoft.com/office/drawing/2014/main" id="{DB668BC0-27E6-441E-8FAA-2DB19415F209}"/>
              </a:ext>
            </a:extLst>
          </p:cNvPr>
          <p:cNvSpPr>
            <a:spLocks noGrp="1"/>
          </p:cNvSpPr>
          <p:nvPr/>
        </p:nvSpPr>
        <p:spPr>
          <a:xfrm>
            <a:off x="613130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2" name="F2_precision_recall_distributions_5616">
            <a:extLst>
              <a:ext uri="{FF2B5EF4-FFF2-40B4-BE49-F238E27FC236}">
                <a16:creationId xmlns:a16="http://schemas.microsoft.com/office/drawing/2014/main" id="{3E25A2A4-1513-45C6-98CD-19D2F0E2C836}"/>
              </a:ext>
            </a:extLst>
          </p:cNvPr>
          <p:cNvSpPr>
            <a:spLocks noGrp="1"/>
          </p:cNvSpPr>
          <p:nvPr/>
        </p:nvSpPr>
        <p:spPr>
          <a:xfrm>
            <a:off x="6017071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3" name="F2_precision_recall_distributions_5617">
            <a:extLst>
              <a:ext uri="{FF2B5EF4-FFF2-40B4-BE49-F238E27FC236}">
                <a16:creationId xmlns:a16="http://schemas.microsoft.com/office/drawing/2014/main" id="{062D50B9-4690-4167-A01C-AA4DCFFF9391}"/>
              </a:ext>
            </a:extLst>
          </p:cNvPr>
          <p:cNvSpPr>
            <a:spLocks noGrp="1"/>
          </p:cNvSpPr>
          <p:nvPr/>
        </p:nvSpPr>
        <p:spPr>
          <a:xfrm>
            <a:off x="5929186" y="45872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4" name="F2_precision_recall_distributions_5618">
            <a:extLst>
              <a:ext uri="{FF2B5EF4-FFF2-40B4-BE49-F238E27FC236}">
                <a16:creationId xmlns:a16="http://schemas.microsoft.com/office/drawing/2014/main" id="{B1CB2C2E-04C8-46A6-A12E-EC117C72E094}"/>
              </a:ext>
            </a:extLst>
          </p:cNvPr>
          <p:cNvSpPr>
            <a:spLocks noGrp="1"/>
          </p:cNvSpPr>
          <p:nvPr/>
        </p:nvSpPr>
        <p:spPr>
          <a:xfrm>
            <a:off x="584272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5" name="F2_precision_recall_distributions_5619">
            <a:extLst>
              <a:ext uri="{FF2B5EF4-FFF2-40B4-BE49-F238E27FC236}">
                <a16:creationId xmlns:a16="http://schemas.microsoft.com/office/drawing/2014/main" id="{0E4A5F0C-AE4F-4E27-8B19-C4F8932F45B2}"/>
              </a:ext>
            </a:extLst>
          </p:cNvPr>
          <p:cNvSpPr>
            <a:spLocks noGrp="1"/>
          </p:cNvSpPr>
          <p:nvPr/>
        </p:nvSpPr>
        <p:spPr>
          <a:xfrm>
            <a:off x="600406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6" name="F2_precision_recall_distributions_5620">
            <a:extLst>
              <a:ext uri="{FF2B5EF4-FFF2-40B4-BE49-F238E27FC236}">
                <a16:creationId xmlns:a16="http://schemas.microsoft.com/office/drawing/2014/main" id="{91A2500E-BD6D-4391-B0FF-54EDCD311E12}"/>
              </a:ext>
            </a:extLst>
          </p:cNvPr>
          <p:cNvSpPr>
            <a:spLocks noGrp="1"/>
          </p:cNvSpPr>
          <p:nvPr/>
        </p:nvSpPr>
        <p:spPr>
          <a:xfrm>
            <a:off x="613990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7" name="F2_precision_recall_distributions_5621">
            <a:extLst>
              <a:ext uri="{FF2B5EF4-FFF2-40B4-BE49-F238E27FC236}">
                <a16:creationId xmlns:a16="http://schemas.microsoft.com/office/drawing/2014/main" id="{98C65814-CAC1-4813-AA74-3C2FA9642909}"/>
              </a:ext>
            </a:extLst>
          </p:cNvPr>
          <p:cNvSpPr>
            <a:spLocks noGrp="1"/>
          </p:cNvSpPr>
          <p:nvPr/>
        </p:nvSpPr>
        <p:spPr>
          <a:xfrm>
            <a:off x="5814197" y="48523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8" name="F2_precision_recall_distributions_5622">
            <a:extLst>
              <a:ext uri="{FF2B5EF4-FFF2-40B4-BE49-F238E27FC236}">
                <a16:creationId xmlns:a16="http://schemas.microsoft.com/office/drawing/2014/main" id="{9FB5697C-0B2B-4757-90FC-12C475E1B14C}"/>
              </a:ext>
            </a:extLst>
          </p:cNvPr>
          <p:cNvSpPr>
            <a:spLocks noGrp="1"/>
          </p:cNvSpPr>
          <p:nvPr/>
        </p:nvSpPr>
        <p:spPr>
          <a:xfrm>
            <a:off x="601495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09" name="F2_precision_recall_distributions_5623">
            <a:extLst>
              <a:ext uri="{FF2B5EF4-FFF2-40B4-BE49-F238E27FC236}">
                <a16:creationId xmlns:a16="http://schemas.microsoft.com/office/drawing/2014/main" id="{9F2C94F0-DDC8-4693-8605-92BB0B8EA9EE}"/>
              </a:ext>
            </a:extLst>
          </p:cNvPr>
          <p:cNvSpPr>
            <a:spLocks noGrp="1"/>
          </p:cNvSpPr>
          <p:nvPr/>
        </p:nvSpPr>
        <p:spPr>
          <a:xfrm>
            <a:off x="5985989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0" name="F2_precision_recall_distributions_5624">
            <a:extLst>
              <a:ext uri="{FF2B5EF4-FFF2-40B4-BE49-F238E27FC236}">
                <a16:creationId xmlns:a16="http://schemas.microsoft.com/office/drawing/2014/main" id="{3E67475F-DFF1-4BC2-A32B-53ACB76EF9CE}"/>
              </a:ext>
            </a:extLst>
          </p:cNvPr>
          <p:cNvSpPr>
            <a:spLocks noGrp="1"/>
          </p:cNvSpPr>
          <p:nvPr/>
        </p:nvSpPr>
        <p:spPr>
          <a:xfrm>
            <a:off x="589706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1" name="F2_precision_recall_distributions_5625">
            <a:extLst>
              <a:ext uri="{FF2B5EF4-FFF2-40B4-BE49-F238E27FC236}">
                <a16:creationId xmlns:a16="http://schemas.microsoft.com/office/drawing/2014/main" id="{92FF63D7-B998-47CC-86E3-59D4D35ABA46}"/>
              </a:ext>
            </a:extLst>
          </p:cNvPr>
          <p:cNvSpPr>
            <a:spLocks noGrp="1"/>
          </p:cNvSpPr>
          <p:nvPr/>
        </p:nvSpPr>
        <p:spPr>
          <a:xfrm>
            <a:off x="605972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2" name="F2_precision_recall_distributions_5626">
            <a:extLst>
              <a:ext uri="{FF2B5EF4-FFF2-40B4-BE49-F238E27FC236}">
                <a16:creationId xmlns:a16="http://schemas.microsoft.com/office/drawing/2014/main" id="{5AD80EC1-C51B-4E40-B41C-0570D573D233}"/>
              </a:ext>
            </a:extLst>
          </p:cNvPr>
          <p:cNvSpPr>
            <a:spLocks noGrp="1"/>
          </p:cNvSpPr>
          <p:nvPr/>
        </p:nvSpPr>
        <p:spPr>
          <a:xfrm>
            <a:off x="6013373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3" name="F2_precision_recall_distributions_5627">
            <a:extLst>
              <a:ext uri="{FF2B5EF4-FFF2-40B4-BE49-F238E27FC236}">
                <a16:creationId xmlns:a16="http://schemas.microsoft.com/office/drawing/2014/main" id="{1B83EEE7-C415-43A8-B64F-9DD36EB1AA99}"/>
              </a:ext>
            </a:extLst>
          </p:cNvPr>
          <p:cNvSpPr>
            <a:spLocks noGrp="1"/>
          </p:cNvSpPr>
          <p:nvPr/>
        </p:nvSpPr>
        <p:spPr>
          <a:xfrm>
            <a:off x="6139463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4" name="F2_precision_recall_distributions_5628">
            <a:extLst>
              <a:ext uri="{FF2B5EF4-FFF2-40B4-BE49-F238E27FC236}">
                <a16:creationId xmlns:a16="http://schemas.microsoft.com/office/drawing/2014/main" id="{F034D09E-8B0F-472F-9144-461063DF7C2A}"/>
              </a:ext>
            </a:extLst>
          </p:cNvPr>
          <p:cNvSpPr>
            <a:spLocks noGrp="1"/>
          </p:cNvSpPr>
          <p:nvPr/>
        </p:nvSpPr>
        <p:spPr>
          <a:xfrm>
            <a:off x="609156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5" name="F2_precision_recall_distributions_5629">
            <a:extLst>
              <a:ext uri="{FF2B5EF4-FFF2-40B4-BE49-F238E27FC236}">
                <a16:creationId xmlns:a16="http://schemas.microsoft.com/office/drawing/2014/main" id="{9446E422-23CF-418A-B41B-954E94FFA7C2}"/>
              </a:ext>
            </a:extLst>
          </p:cNvPr>
          <p:cNvSpPr>
            <a:spLocks noGrp="1"/>
          </p:cNvSpPr>
          <p:nvPr/>
        </p:nvSpPr>
        <p:spPr>
          <a:xfrm>
            <a:off x="594728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6" name="F2_precision_recall_distributions_5630">
            <a:extLst>
              <a:ext uri="{FF2B5EF4-FFF2-40B4-BE49-F238E27FC236}">
                <a16:creationId xmlns:a16="http://schemas.microsoft.com/office/drawing/2014/main" id="{299DA783-B8B8-4F65-843E-1DF5F51773EF}"/>
              </a:ext>
            </a:extLst>
          </p:cNvPr>
          <p:cNvSpPr>
            <a:spLocks noGrp="1"/>
          </p:cNvSpPr>
          <p:nvPr/>
        </p:nvSpPr>
        <p:spPr>
          <a:xfrm>
            <a:off x="607060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7" name="F2_precision_recall_distributions_5631">
            <a:extLst>
              <a:ext uri="{FF2B5EF4-FFF2-40B4-BE49-F238E27FC236}">
                <a16:creationId xmlns:a16="http://schemas.microsoft.com/office/drawing/2014/main" id="{F5C3AE5F-AEFE-4AF9-8FE5-2CF97081ADDE}"/>
              </a:ext>
            </a:extLst>
          </p:cNvPr>
          <p:cNvSpPr>
            <a:spLocks noGrp="1"/>
          </p:cNvSpPr>
          <p:nvPr/>
        </p:nvSpPr>
        <p:spPr>
          <a:xfrm>
            <a:off x="58433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8" name="F2_precision_recall_distributions_5632">
            <a:extLst>
              <a:ext uri="{FF2B5EF4-FFF2-40B4-BE49-F238E27FC236}">
                <a16:creationId xmlns:a16="http://schemas.microsoft.com/office/drawing/2014/main" id="{05E30E91-A9DB-4702-B4DC-650C66346AF2}"/>
              </a:ext>
            </a:extLst>
          </p:cNvPr>
          <p:cNvSpPr>
            <a:spLocks noGrp="1"/>
          </p:cNvSpPr>
          <p:nvPr/>
        </p:nvSpPr>
        <p:spPr>
          <a:xfrm>
            <a:off x="601564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19" name="F2_precision_recall_distributions_5633">
            <a:extLst>
              <a:ext uri="{FF2B5EF4-FFF2-40B4-BE49-F238E27FC236}">
                <a16:creationId xmlns:a16="http://schemas.microsoft.com/office/drawing/2014/main" id="{946EE48E-3AB5-44D3-A992-907B6D58FBF8}"/>
              </a:ext>
            </a:extLst>
          </p:cNvPr>
          <p:cNvSpPr>
            <a:spLocks noGrp="1"/>
          </p:cNvSpPr>
          <p:nvPr/>
        </p:nvSpPr>
        <p:spPr>
          <a:xfrm>
            <a:off x="5953077" y="45599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0" name="F2_precision_recall_distributions_5634">
            <a:extLst>
              <a:ext uri="{FF2B5EF4-FFF2-40B4-BE49-F238E27FC236}">
                <a16:creationId xmlns:a16="http://schemas.microsoft.com/office/drawing/2014/main" id="{7B76510E-3ACE-4493-A7F7-EA506AB4AF01}"/>
              </a:ext>
            </a:extLst>
          </p:cNvPr>
          <p:cNvSpPr>
            <a:spLocks noGrp="1"/>
          </p:cNvSpPr>
          <p:nvPr/>
        </p:nvSpPr>
        <p:spPr>
          <a:xfrm>
            <a:off x="611802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1" name="F2_precision_recall_distributions_5635">
            <a:extLst>
              <a:ext uri="{FF2B5EF4-FFF2-40B4-BE49-F238E27FC236}">
                <a16:creationId xmlns:a16="http://schemas.microsoft.com/office/drawing/2014/main" id="{C25B505D-5FF7-4610-809E-9FD4B8CE08F3}"/>
              </a:ext>
            </a:extLst>
          </p:cNvPr>
          <p:cNvSpPr>
            <a:spLocks noGrp="1"/>
          </p:cNvSpPr>
          <p:nvPr/>
        </p:nvSpPr>
        <p:spPr>
          <a:xfrm>
            <a:off x="5994027" y="439965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2" name="F2_precision_recall_distributions_5636">
            <a:extLst>
              <a:ext uri="{FF2B5EF4-FFF2-40B4-BE49-F238E27FC236}">
                <a16:creationId xmlns:a16="http://schemas.microsoft.com/office/drawing/2014/main" id="{99B7BB33-7346-472D-9575-B07E412F6FAB}"/>
              </a:ext>
            </a:extLst>
          </p:cNvPr>
          <p:cNvSpPr>
            <a:spLocks noGrp="1"/>
          </p:cNvSpPr>
          <p:nvPr/>
        </p:nvSpPr>
        <p:spPr>
          <a:xfrm>
            <a:off x="5867793" y="45481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3" name="F2_precision_recall_distributions_5637">
            <a:extLst>
              <a:ext uri="{FF2B5EF4-FFF2-40B4-BE49-F238E27FC236}">
                <a16:creationId xmlns:a16="http://schemas.microsoft.com/office/drawing/2014/main" id="{6908077E-A5B7-4030-A51E-EF20292B21D9}"/>
              </a:ext>
            </a:extLst>
          </p:cNvPr>
          <p:cNvSpPr>
            <a:spLocks noGrp="1"/>
          </p:cNvSpPr>
          <p:nvPr/>
        </p:nvSpPr>
        <p:spPr>
          <a:xfrm>
            <a:off x="5911140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4" name="F2_precision_recall_distributions_5638">
            <a:extLst>
              <a:ext uri="{FF2B5EF4-FFF2-40B4-BE49-F238E27FC236}">
                <a16:creationId xmlns:a16="http://schemas.microsoft.com/office/drawing/2014/main" id="{12766FD2-53E9-48CE-BE7C-B11522C6D5AE}"/>
              </a:ext>
            </a:extLst>
          </p:cNvPr>
          <p:cNvSpPr>
            <a:spLocks noGrp="1"/>
          </p:cNvSpPr>
          <p:nvPr/>
        </p:nvSpPr>
        <p:spPr>
          <a:xfrm>
            <a:off x="598209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5" name="F2_precision_recall_distributions_5639">
            <a:extLst>
              <a:ext uri="{FF2B5EF4-FFF2-40B4-BE49-F238E27FC236}">
                <a16:creationId xmlns:a16="http://schemas.microsoft.com/office/drawing/2014/main" id="{1A2E9C04-5730-4DD1-B891-AD312D590B91}"/>
              </a:ext>
            </a:extLst>
          </p:cNvPr>
          <p:cNvSpPr>
            <a:spLocks noGrp="1"/>
          </p:cNvSpPr>
          <p:nvPr/>
        </p:nvSpPr>
        <p:spPr>
          <a:xfrm>
            <a:off x="6154728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6" name="F2_precision_recall_distributions_5640">
            <a:extLst>
              <a:ext uri="{FF2B5EF4-FFF2-40B4-BE49-F238E27FC236}">
                <a16:creationId xmlns:a16="http://schemas.microsoft.com/office/drawing/2014/main" id="{659E0FEA-9CAD-4478-B469-887E8AA310A7}"/>
              </a:ext>
            </a:extLst>
          </p:cNvPr>
          <p:cNvSpPr>
            <a:spLocks noGrp="1"/>
          </p:cNvSpPr>
          <p:nvPr/>
        </p:nvSpPr>
        <p:spPr>
          <a:xfrm>
            <a:off x="6060905" y="48501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7" name="F2_precision_recall_distributions_5641">
            <a:extLst>
              <a:ext uri="{FF2B5EF4-FFF2-40B4-BE49-F238E27FC236}">
                <a16:creationId xmlns:a16="http://schemas.microsoft.com/office/drawing/2014/main" id="{C4CCD7CE-5C55-494F-AEE4-6A3E37011F16}"/>
              </a:ext>
            </a:extLst>
          </p:cNvPr>
          <p:cNvSpPr>
            <a:spLocks noGrp="1"/>
          </p:cNvSpPr>
          <p:nvPr/>
        </p:nvSpPr>
        <p:spPr>
          <a:xfrm>
            <a:off x="6157315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8" name="F2_precision_recall_distributions_5642">
            <a:extLst>
              <a:ext uri="{FF2B5EF4-FFF2-40B4-BE49-F238E27FC236}">
                <a16:creationId xmlns:a16="http://schemas.microsoft.com/office/drawing/2014/main" id="{62402697-C3DE-43FF-B37E-3B3B3BA22A94}"/>
              </a:ext>
            </a:extLst>
          </p:cNvPr>
          <p:cNvSpPr>
            <a:spLocks noGrp="1"/>
          </p:cNvSpPr>
          <p:nvPr/>
        </p:nvSpPr>
        <p:spPr>
          <a:xfrm>
            <a:off x="605457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29" name="F2_precision_recall_distributions_5643">
            <a:extLst>
              <a:ext uri="{FF2B5EF4-FFF2-40B4-BE49-F238E27FC236}">
                <a16:creationId xmlns:a16="http://schemas.microsoft.com/office/drawing/2014/main" id="{B7FC2E62-17D1-4E8E-AABD-EDE330D0191B}"/>
              </a:ext>
            </a:extLst>
          </p:cNvPr>
          <p:cNvSpPr>
            <a:spLocks noGrp="1"/>
          </p:cNvSpPr>
          <p:nvPr/>
        </p:nvSpPr>
        <p:spPr>
          <a:xfrm>
            <a:off x="592403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0" name="F2_precision_recall_distributions_5644">
            <a:extLst>
              <a:ext uri="{FF2B5EF4-FFF2-40B4-BE49-F238E27FC236}">
                <a16:creationId xmlns:a16="http://schemas.microsoft.com/office/drawing/2014/main" id="{0897A25C-79AE-4074-80C9-5A53384E807C}"/>
              </a:ext>
            </a:extLst>
          </p:cNvPr>
          <p:cNvSpPr>
            <a:spLocks noGrp="1"/>
          </p:cNvSpPr>
          <p:nvPr/>
        </p:nvSpPr>
        <p:spPr>
          <a:xfrm>
            <a:off x="5880033" y="46869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1" name="F2_precision_recall_distributions_5645">
            <a:extLst>
              <a:ext uri="{FF2B5EF4-FFF2-40B4-BE49-F238E27FC236}">
                <a16:creationId xmlns:a16="http://schemas.microsoft.com/office/drawing/2014/main" id="{F3C1B15C-D195-48C0-87E1-AAEDB134DD5F}"/>
              </a:ext>
            </a:extLst>
          </p:cNvPr>
          <p:cNvSpPr>
            <a:spLocks noGrp="1"/>
          </p:cNvSpPr>
          <p:nvPr/>
        </p:nvSpPr>
        <p:spPr>
          <a:xfrm>
            <a:off x="587384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2" name="F2_precision_recall_distributions_5646">
            <a:extLst>
              <a:ext uri="{FF2B5EF4-FFF2-40B4-BE49-F238E27FC236}">
                <a16:creationId xmlns:a16="http://schemas.microsoft.com/office/drawing/2014/main" id="{D6497577-031F-4FB0-8C1C-459194043B68}"/>
              </a:ext>
            </a:extLst>
          </p:cNvPr>
          <p:cNvSpPr>
            <a:spLocks noGrp="1"/>
          </p:cNvSpPr>
          <p:nvPr/>
        </p:nvSpPr>
        <p:spPr>
          <a:xfrm>
            <a:off x="58376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3" name="F2_precision_recall_distributions_5647">
            <a:extLst>
              <a:ext uri="{FF2B5EF4-FFF2-40B4-BE49-F238E27FC236}">
                <a16:creationId xmlns:a16="http://schemas.microsoft.com/office/drawing/2014/main" id="{12BDAA62-DC7E-4B37-8D93-0CDA0A97E081}"/>
              </a:ext>
            </a:extLst>
          </p:cNvPr>
          <p:cNvSpPr>
            <a:spLocks noGrp="1"/>
          </p:cNvSpPr>
          <p:nvPr/>
        </p:nvSpPr>
        <p:spPr>
          <a:xfrm>
            <a:off x="60421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4" name="F2_precision_recall_distributions_5648">
            <a:extLst>
              <a:ext uri="{FF2B5EF4-FFF2-40B4-BE49-F238E27FC236}">
                <a16:creationId xmlns:a16="http://schemas.microsoft.com/office/drawing/2014/main" id="{BD7D20D8-E3BA-43AF-9432-E2FF8D518061}"/>
              </a:ext>
            </a:extLst>
          </p:cNvPr>
          <p:cNvSpPr>
            <a:spLocks noGrp="1"/>
          </p:cNvSpPr>
          <p:nvPr/>
        </p:nvSpPr>
        <p:spPr>
          <a:xfrm>
            <a:off x="5806190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5" name="F2_precision_recall_distributions_5649">
            <a:extLst>
              <a:ext uri="{FF2B5EF4-FFF2-40B4-BE49-F238E27FC236}">
                <a16:creationId xmlns:a16="http://schemas.microsoft.com/office/drawing/2014/main" id="{3F58152B-38BF-4948-B8C0-5C38E2ED356C}"/>
              </a:ext>
            </a:extLst>
          </p:cNvPr>
          <p:cNvSpPr>
            <a:spLocks noGrp="1"/>
          </p:cNvSpPr>
          <p:nvPr/>
        </p:nvSpPr>
        <p:spPr>
          <a:xfrm>
            <a:off x="606057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6" name="F2_precision_recall_distributions_5650">
            <a:extLst>
              <a:ext uri="{FF2B5EF4-FFF2-40B4-BE49-F238E27FC236}">
                <a16:creationId xmlns:a16="http://schemas.microsoft.com/office/drawing/2014/main" id="{51DE2F56-B37F-469A-8D69-75DDD0D53E84}"/>
              </a:ext>
            </a:extLst>
          </p:cNvPr>
          <p:cNvSpPr>
            <a:spLocks noGrp="1"/>
          </p:cNvSpPr>
          <p:nvPr/>
        </p:nvSpPr>
        <p:spPr>
          <a:xfrm>
            <a:off x="59799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7" name="F2_precision_recall_distributions_5651">
            <a:extLst>
              <a:ext uri="{FF2B5EF4-FFF2-40B4-BE49-F238E27FC236}">
                <a16:creationId xmlns:a16="http://schemas.microsoft.com/office/drawing/2014/main" id="{CD6E8D73-1C3F-4C64-BE87-E8A03102CBF7}"/>
              </a:ext>
            </a:extLst>
          </p:cNvPr>
          <p:cNvSpPr>
            <a:spLocks noGrp="1"/>
          </p:cNvSpPr>
          <p:nvPr/>
        </p:nvSpPr>
        <p:spPr>
          <a:xfrm>
            <a:off x="58180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8" name="F2_precision_recall_distributions_5652">
            <a:extLst>
              <a:ext uri="{FF2B5EF4-FFF2-40B4-BE49-F238E27FC236}">
                <a16:creationId xmlns:a16="http://schemas.microsoft.com/office/drawing/2014/main" id="{75F74793-593E-4E87-B31D-27EE402E93DB}"/>
              </a:ext>
            </a:extLst>
          </p:cNvPr>
          <p:cNvSpPr>
            <a:spLocks noGrp="1"/>
          </p:cNvSpPr>
          <p:nvPr/>
        </p:nvSpPr>
        <p:spPr>
          <a:xfrm>
            <a:off x="6131506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39" name="F2_precision_recall_distributions_5653">
            <a:extLst>
              <a:ext uri="{FF2B5EF4-FFF2-40B4-BE49-F238E27FC236}">
                <a16:creationId xmlns:a16="http://schemas.microsoft.com/office/drawing/2014/main" id="{0D294DD9-B66E-4F59-93D4-30712B0D7CA2}"/>
              </a:ext>
            </a:extLst>
          </p:cNvPr>
          <p:cNvSpPr>
            <a:spLocks noGrp="1"/>
          </p:cNvSpPr>
          <p:nvPr/>
        </p:nvSpPr>
        <p:spPr>
          <a:xfrm>
            <a:off x="5808331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0" name="F2_precision_recall_distributions_5654">
            <a:extLst>
              <a:ext uri="{FF2B5EF4-FFF2-40B4-BE49-F238E27FC236}">
                <a16:creationId xmlns:a16="http://schemas.microsoft.com/office/drawing/2014/main" id="{3CD1C87C-D46A-44F0-B2D4-34014B94224A}"/>
              </a:ext>
            </a:extLst>
          </p:cNvPr>
          <p:cNvSpPr>
            <a:spLocks noGrp="1"/>
          </p:cNvSpPr>
          <p:nvPr/>
        </p:nvSpPr>
        <p:spPr>
          <a:xfrm>
            <a:off x="603244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1" name="F2_precision_recall_distributions_5655">
            <a:extLst>
              <a:ext uri="{FF2B5EF4-FFF2-40B4-BE49-F238E27FC236}">
                <a16:creationId xmlns:a16="http://schemas.microsoft.com/office/drawing/2014/main" id="{5F90E739-B362-4EB8-A234-3529326E7C4E}"/>
              </a:ext>
            </a:extLst>
          </p:cNvPr>
          <p:cNvSpPr>
            <a:spLocks noGrp="1"/>
          </p:cNvSpPr>
          <p:nvPr/>
        </p:nvSpPr>
        <p:spPr>
          <a:xfrm>
            <a:off x="59171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2" name="F2_precision_recall_distributions_5656">
            <a:extLst>
              <a:ext uri="{FF2B5EF4-FFF2-40B4-BE49-F238E27FC236}">
                <a16:creationId xmlns:a16="http://schemas.microsoft.com/office/drawing/2014/main" id="{1C4457F8-26D6-4702-AA13-1AAF685C3B3E}"/>
              </a:ext>
            </a:extLst>
          </p:cNvPr>
          <p:cNvSpPr>
            <a:spLocks noGrp="1"/>
          </p:cNvSpPr>
          <p:nvPr/>
        </p:nvSpPr>
        <p:spPr>
          <a:xfrm>
            <a:off x="59256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3" name="F2_precision_recall_distributions_5657">
            <a:extLst>
              <a:ext uri="{FF2B5EF4-FFF2-40B4-BE49-F238E27FC236}">
                <a16:creationId xmlns:a16="http://schemas.microsoft.com/office/drawing/2014/main" id="{5D660756-555C-455D-A9E7-4D3285AC6C62}"/>
              </a:ext>
            </a:extLst>
          </p:cNvPr>
          <p:cNvSpPr>
            <a:spLocks noGrp="1"/>
          </p:cNvSpPr>
          <p:nvPr/>
        </p:nvSpPr>
        <p:spPr>
          <a:xfrm>
            <a:off x="604018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4" name="F2_precision_recall_distributions_5658">
            <a:extLst>
              <a:ext uri="{FF2B5EF4-FFF2-40B4-BE49-F238E27FC236}">
                <a16:creationId xmlns:a16="http://schemas.microsoft.com/office/drawing/2014/main" id="{BE88DBC7-486D-45F4-9A5F-9A3FF393C568}"/>
              </a:ext>
            </a:extLst>
          </p:cNvPr>
          <p:cNvSpPr>
            <a:spLocks noGrp="1"/>
          </p:cNvSpPr>
          <p:nvPr/>
        </p:nvSpPr>
        <p:spPr>
          <a:xfrm>
            <a:off x="58377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5" name="F2_precision_recall_distributions_5659">
            <a:extLst>
              <a:ext uri="{FF2B5EF4-FFF2-40B4-BE49-F238E27FC236}">
                <a16:creationId xmlns:a16="http://schemas.microsoft.com/office/drawing/2014/main" id="{0B6CE30A-3287-4827-A94E-09D7FE86A9A2}"/>
              </a:ext>
            </a:extLst>
          </p:cNvPr>
          <p:cNvSpPr>
            <a:spLocks noGrp="1"/>
          </p:cNvSpPr>
          <p:nvPr/>
        </p:nvSpPr>
        <p:spPr>
          <a:xfrm>
            <a:off x="6031147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6" name="F2_precision_recall_distributions_5660">
            <a:extLst>
              <a:ext uri="{FF2B5EF4-FFF2-40B4-BE49-F238E27FC236}">
                <a16:creationId xmlns:a16="http://schemas.microsoft.com/office/drawing/2014/main" id="{6A5C1D87-4260-44DD-B513-7D7EFBD238E4}"/>
              </a:ext>
            </a:extLst>
          </p:cNvPr>
          <p:cNvSpPr>
            <a:spLocks noGrp="1"/>
          </p:cNvSpPr>
          <p:nvPr/>
        </p:nvSpPr>
        <p:spPr>
          <a:xfrm>
            <a:off x="598928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7" name="F2_precision_recall_distributions_5661">
            <a:extLst>
              <a:ext uri="{FF2B5EF4-FFF2-40B4-BE49-F238E27FC236}">
                <a16:creationId xmlns:a16="http://schemas.microsoft.com/office/drawing/2014/main" id="{0015AFAE-977A-40FE-9E3D-CACF88F281E0}"/>
              </a:ext>
            </a:extLst>
          </p:cNvPr>
          <p:cNvSpPr>
            <a:spLocks noGrp="1"/>
          </p:cNvSpPr>
          <p:nvPr/>
        </p:nvSpPr>
        <p:spPr>
          <a:xfrm>
            <a:off x="615013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8" name="F2_precision_recall_distributions_5662">
            <a:extLst>
              <a:ext uri="{FF2B5EF4-FFF2-40B4-BE49-F238E27FC236}">
                <a16:creationId xmlns:a16="http://schemas.microsoft.com/office/drawing/2014/main" id="{480E53EA-8BEC-459F-9D7C-EEB7FF608A55}"/>
              </a:ext>
            </a:extLst>
          </p:cNvPr>
          <p:cNvSpPr>
            <a:spLocks noGrp="1"/>
          </p:cNvSpPr>
          <p:nvPr/>
        </p:nvSpPr>
        <p:spPr>
          <a:xfrm>
            <a:off x="5870017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49" name="F2_precision_recall_distributions_5663">
            <a:extLst>
              <a:ext uri="{FF2B5EF4-FFF2-40B4-BE49-F238E27FC236}">
                <a16:creationId xmlns:a16="http://schemas.microsoft.com/office/drawing/2014/main" id="{9F75CE24-6BDD-48E9-BED5-0065902CF2F1}"/>
              </a:ext>
            </a:extLst>
          </p:cNvPr>
          <p:cNvSpPr>
            <a:spLocks noGrp="1"/>
          </p:cNvSpPr>
          <p:nvPr/>
        </p:nvSpPr>
        <p:spPr>
          <a:xfrm>
            <a:off x="604446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0" name="F2_precision_recall_distributions_5664">
            <a:extLst>
              <a:ext uri="{FF2B5EF4-FFF2-40B4-BE49-F238E27FC236}">
                <a16:creationId xmlns:a16="http://schemas.microsoft.com/office/drawing/2014/main" id="{F8A5E1DF-292F-4F9D-B87F-870983F36560}"/>
              </a:ext>
            </a:extLst>
          </p:cNvPr>
          <p:cNvSpPr>
            <a:spLocks noGrp="1"/>
          </p:cNvSpPr>
          <p:nvPr/>
        </p:nvSpPr>
        <p:spPr>
          <a:xfrm>
            <a:off x="60842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1" name="F2_precision_recall_distributions_5665">
            <a:extLst>
              <a:ext uri="{FF2B5EF4-FFF2-40B4-BE49-F238E27FC236}">
                <a16:creationId xmlns:a16="http://schemas.microsoft.com/office/drawing/2014/main" id="{351B0403-DE08-4363-9E50-6B4C4A95002C}"/>
              </a:ext>
            </a:extLst>
          </p:cNvPr>
          <p:cNvSpPr>
            <a:spLocks noGrp="1"/>
          </p:cNvSpPr>
          <p:nvPr/>
        </p:nvSpPr>
        <p:spPr>
          <a:xfrm>
            <a:off x="589567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2" name="F2_precision_recall_distributions_5666">
            <a:extLst>
              <a:ext uri="{FF2B5EF4-FFF2-40B4-BE49-F238E27FC236}">
                <a16:creationId xmlns:a16="http://schemas.microsoft.com/office/drawing/2014/main" id="{5A269FA9-1D81-4E8D-8330-A0B45E4EC7CE}"/>
              </a:ext>
            </a:extLst>
          </p:cNvPr>
          <p:cNvSpPr>
            <a:spLocks noGrp="1"/>
          </p:cNvSpPr>
          <p:nvPr/>
        </p:nvSpPr>
        <p:spPr>
          <a:xfrm>
            <a:off x="6147180" y="44398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3" name="F2_precision_recall_distributions_5667">
            <a:extLst>
              <a:ext uri="{FF2B5EF4-FFF2-40B4-BE49-F238E27FC236}">
                <a16:creationId xmlns:a16="http://schemas.microsoft.com/office/drawing/2014/main" id="{41B877C1-F0A4-4D0A-95E7-50ED0B96B624}"/>
              </a:ext>
            </a:extLst>
          </p:cNvPr>
          <p:cNvSpPr>
            <a:spLocks noGrp="1"/>
          </p:cNvSpPr>
          <p:nvPr/>
        </p:nvSpPr>
        <p:spPr>
          <a:xfrm>
            <a:off x="6025607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4" name="F2_precision_recall_distributions_5668">
            <a:extLst>
              <a:ext uri="{FF2B5EF4-FFF2-40B4-BE49-F238E27FC236}">
                <a16:creationId xmlns:a16="http://schemas.microsoft.com/office/drawing/2014/main" id="{9041A1C1-7A2E-460C-A2B5-5FA769213FC6}"/>
              </a:ext>
            </a:extLst>
          </p:cNvPr>
          <p:cNvSpPr>
            <a:spLocks noGrp="1"/>
          </p:cNvSpPr>
          <p:nvPr/>
        </p:nvSpPr>
        <p:spPr>
          <a:xfrm>
            <a:off x="591738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5" name="F2_precision_recall_distributions_5669">
            <a:extLst>
              <a:ext uri="{FF2B5EF4-FFF2-40B4-BE49-F238E27FC236}">
                <a16:creationId xmlns:a16="http://schemas.microsoft.com/office/drawing/2014/main" id="{FD371D0F-2E4D-4ECE-B0FF-B802130A049B}"/>
              </a:ext>
            </a:extLst>
          </p:cNvPr>
          <p:cNvSpPr>
            <a:spLocks noGrp="1"/>
          </p:cNvSpPr>
          <p:nvPr/>
        </p:nvSpPr>
        <p:spPr>
          <a:xfrm>
            <a:off x="6051888" y="48361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6" name="F2_precision_recall_distributions_5670">
            <a:extLst>
              <a:ext uri="{FF2B5EF4-FFF2-40B4-BE49-F238E27FC236}">
                <a16:creationId xmlns:a16="http://schemas.microsoft.com/office/drawing/2014/main" id="{40A99774-3E32-485A-9854-E485EFBD4CB3}"/>
              </a:ext>
            </a:extLst>
          </p:cNvPr>
          <p:cNvSpPr>
            <a:spLocks noGrp="1"/>
          </p:cNvSpPr>
          <p:nvPr/>
        </p:nvSpPr>
        <p:spPr>
          <a:xfrm>
            <a:off x="597611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7" name="F2_precision_recall_distributions_5671">
            <a:extLst>
              <a:ext uri="{FF2B5EF4-FFF2-40B4-BE49-F238E27FC236}">
                <a16:creationId xmlns:a16="http://schemas.microsoft.com/office/drawing/2014/main" id="{736E2D33-E460-41AE-9132-88A1ADA30AFE}"/>
              </a:ext>
            </a:extLst>
          </p:cNvPr>
          <p:cNvSpPr>
            <a:spLocks noGrp="1"/>
          </p:cNvSpPr>
          <p:nvPr/>
        </p:nvSpPr>
        <p:spPr>
          <a:xfrm>
            <a:off x="5849904" y="50512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8" name="F2_precision_recall_distributions_5672">
            <a:extLst>
              <a:ext uri="{FF2B5EF4-FFF2-40B4-BE49-F238E27FC236}">
                <a16:creationId xmlns:a16="http://schemas.microsoft.com/office/drawing/2014/main" id="{A9642568-6139-4C4D-866C-E477902CB462}"/>
              </a:ext>
            </a:extLst>
          </p:cNvPr>
          <p:cNvSpPr>
            <a:spLocks noGrp="1"/>
          </p:cNvSpPr>
          <p:nvPr/>
        </p:nvSpPr>
        <p:spPr>
          <a:xfrm>
            <a:off x="588179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59" name="F2_precision_recall_distributions_5673">
            <a:extLst>
              <a:ext uri="{FF2B5EF4-FFF2-40B4-BE49-F238E27FC236}">
                <a16:creationId xmlns:a16="http://schemas.microsoft.com/office/drawing/2014/main" id="{C46304A6-B04A-40BA-BEF9-C5A6B6734AD4}"/>
              </a:ext>
            </a:extLst>
          </p:cNvPr>
          <p:cNvSpPr>
            <a:spLocks noGrp="1"/>
          </p:cNvSpPr>
          <p:nvPr/>
        </p:nvSpPr>
        <p:spPr>
          <a:xfrm>
            <a:off x="595682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0" name="F2_precision_recall_distributions_5674">
            <a:extLst>
              <a:ext uri="{FF2B5EF4-FFF2-40B4-BE49-F238E27FC236}">
                <a16:creationId xmlns:a16="http://schemas.microsoft.com/office/drawing/2014/main" id="{F14CDB49-06C7-4428-AA3E-F1871559E497}"/>
              </a:ext>
            </a:extLst>
          </p:cNvPr>
          <p:cNvSpPr>
            <a:spLocks noGrp="1"/>
          </p:cNvSpPr>
          <p:nvPr/>
        </p:nvSpPr>
        <p:spPr>
          <a:xfrm>
            <a:off x="610214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1" name="F2_precision_recall_distributions_5675">
            <a:extLst>
              <a:ext uri="{FF2B5EF4-FFF2-40B4-BE49-F238E27FC236}">
                <a16:creationId xmlns:a16="http://schemas.microsoft.com/office/drawing/2014/main" id="{251FA29E-C7D5-4CD6-83FC-EDCB9FCE9BDC}"/>
              </a:ext>
            </a:extLst>
          </p:cNvPr>
          <p:cNvSpPr>
            <a:spLocks noGrp="1"/>
          </p:cNvSpPr>
          <p:nvPr/>
        </p:nvSpPr>
        <p:spPr>
          <a:xfrm>
            <a:off x="596467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2" name="F2_precision_recall_distributions_5676">
            <a:extLst>
              <a:ext uri="{FF2B5EF4-FFF2-40B4-BE49-F238E27FC236}">
                <a16:creationId xmlns:a16="http://schemas.microsoft.com/office/drawing/2014/main" id="{AF913EBB-D84D-4A80-9E34-412347B155C2}"/>
              </a:ext>
            </a:extLst>
          </p:cNvPr>
          <p:cNvSpPr>
            <a:spLocks noGrp="1"/>
          </p:cNvSpPr>
          <p:nvPr/>
        </p:nvSpPr>
        <p:spPr>
          <a:xfrm>
            <a:off x="590825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3" name="F2_precision_recall_distributions_5677">
            <a:extLst>
              <a:ext uri="{FF2B5EF4-FFF2-40B4-BE49-F238E27FC236}">
                <a16:creationId xmlns:a16="http://schemas.microsoft.com/office/drawing/2014/main" id="{A7909FF3-F87F-498E-A7A2-CC0544E58DAD}"/>
              </a:ext>
            </a:extLst>
          </p:cNvPr>
          <p:cNvSpPr>
            <a:spLocks noGrp="1"/>
          </p:cNvSpPr>
          <p:nvPr/>
        </p:nvSpPr>
        <p:spPr>
          <a:xfrm>
            <a:off x="598337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4" name="F2_precision_recall_distributions_5678">
            <a:extLst>
              <a:ext uri="{FF2B5EF4-FFF2-40B4-BE49-F238E27FC236}">
                <a16:creationId xmlns:a16="http://schemas.microsoft.com/office/drawing/2014/main" id="{F81F55D5-6AAB-4E86-B174-E5BD0F8C36A2}"/>
              </a:ext>
            </a:extLst>
          </p:cNvPr>
          <p:cNvSpPr>
            <a:spLocks noGrp="1"/>
          </p:cNvSpPr>
          <p:nvPr/>
        </p:nvSpPr>
        <p:spPr>
          <a:xfrm>
            <a:off x="6097081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5" name="F2_precision_recall_distributions_5679">
            <a:extLst>
              <a:ext uri="{FF2B5EF4-FFF2-40B4-BE49-F238E27FC236}">
                <a16:creationId xmlns:a16="http://schemas.microsoft.com/office/drawing/2014/main" id="{C96C6968-696B-43D4-BA77-36005E67839E}"/>
              </a:ext>
            </a:extLst>
          </p:cNvPr>
          <p:cNvSpPr>
            <a:spLocks noGrp="1"/>
          </p:cNvSpPr>
          <p:nvPr/>
        </p:nvSpPr>
        <p:spPr>
          <a:xfrm>
            <a:off x="6056959" y="459366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6" name="F2_precision_recall_distributions_5680">
            <a:extLst>
              <a:ext uri="{FF2B5EF4-FFF2-40B4-BE49-F238E27FC236}">
                <a16:creationId xmlns:a16="http://schemas.microsoft.com/office/drawing/2014/main" id="{43006F16-C2CE-44E1-8799-286D2F9F1CE3}"/>
              </a:ext>
            </a:extLst>
          </p:cNvPr>
          <p:cNvSpPr>
            <a:spLocks noGrp="1"/>
          </p:cNvSpPr>
          <p:nvPr/>
        </p:nvSpPr>
        <p:spPr>
          <a:xfrm>
            <a:off x="616049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7" name="F2_precision_recall_distributions_5681">
            <a:extLst>
              <a:ext uri="{FF2B5EF4-FFF2-40B4-BE49-F238E27FC236}">
                <a16:creationId xmlns:a16="http://schemas.microsoft.com/office/drawing/2014/main" id="{DEC42B41-440D-49AD-BFF2-C059DB41E46A}"/>
              </a:ext>
            </a:extLst>
          </p:cNvPr>
          <p:cNvSpPr>
            <a:spLocks noGrp="1"/>
          </p:cNvSpPr>
          <p:nvPr/>
        </p:nvSpPr>
        <p:spPr>
          <a:xfrm>
            <a:off x="60546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8" name="F2_precision_recall_distributions_5682">
            <a:extLst>
              <a:ext uri="{FF2B5EF4-FFF2-40B4-BE49-F238E27FC236}">
                <a16:creationId xmlns:a16="http://schemas.microsoft.com/office/drawing/2014/main" id="{D1BD93BF-024B-4151-9667-C46A4FCDBD6F}"/>
              </a:ext>
            </a:extLst>
          </p:cNvPr>
          <p:cNvSpPr>
            <a:spLocks noGrp="1"/>
          </p:cNvSpPr>
          <p:nvPr/>
        </p:nvSpPr>
        <p:spPr>
          <a:xfrm>
            <a:off x="5913316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69" name="F2_precision_recall_distributions_5683">
            <a:extLst>
              <a:ext uri="{FF2B5EF4-FFF2-40B4-BE49-F238E27FC236}">
                <a16:creationId xmlns:a16="http://schemas.microsoft.com/office/drawing/2014/main" id="{C2460E90-BA86-4F00-B4DB-A4BA3893A25B}"/>
              </a:ext>
            </a:extLst>
          </p:cNvPr>
          <p:cNvSpPr>
            <a:spLocks noGrp="1"/>
          </p:cNvSpPr>
          <p:nvPr/>
        </p:nvSpPr>
        <p:spPr>
          <a:xfrm>
            <a:off x="593754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0" name="F2_precision_recall_distributions_5684">
            <a:extLst>
              <a:ext uri="{FF2B5EF4-FFF2-40B4-BE49-F238E27FC236}">
                <a16:creationId xmlns:a16="http://schemas.microsoft.com/office/drawing/2014/main" id="{58D8B4AE-C305-4E18-91D3-4331738EB39D}"/>
              </a:ext>
            </a:extLst>
          </p:cNvPr>
          <p:cNvSpPr>
            <a:spLocks noGrp="1"/>
          </p:cNvSpPr>
          <p:nvPr/>
        </p:nvSpPr>
        <p:spPr>
          <a:xfrm>
            <a:off x="606585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1" name="F2_precision_recall_distributions_5685">
            <a:extLst>
              <a:ext uri="{FF2B5EF4-FFF2-40B4-BE49-F238E27FC236}">
                <a16:creationId xmlns:a16="http://schemas.microsoft.com/office/drawing/2014/main" id="{71F17CF4-F60D-4EF0-BBB0-A55BD9A12BE9}"/>
              </a:ext>
            </a:extLst>
          </p:cNvPr>
          <p:cNvSpPr>
            <a:spLocks noGrp="1"/>
          </p:cNvSpPr>
          <p:nvPr/>
        </p:nvSpPr>
        <p:spPr>
          <a:xfrm>
            <a:off x="5910243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2" name="F2_precision_recall_distributions_5686">
            <a:extLst>
              <a:ext uri="{FF2B5EF4-FFF2-40B4-BE49-F238E27FC236}">
                <a16:creationId xmlns:a16="http://schemas.microsoft.com/office/drawing/2014/main" id="{61D8CD0F-15F0-4905-8C28-1ECC7D27FEAE}"/>
              </a:ext>
            </a:extLst>
          </p:cNvPr>
          <p:cNvSpPr>
            <a:spLocks noGrp="1"/>
          </p:cNvSpPr>
          <p:nvPr/>
        </p:nvSpPr>
        <p:spPr>
          <a:xfrm>
            <a:off x="612215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3" name="F2_precision_recall_distributions_5687">
            <a:extLst>
              <a:ext uri="{FF2B5EF4-FFF2-40B4-BE49-F238E27FC236}">
                <a16:creationId xmlns:a16="http://schemas.microsoft.com/office/drawing/2014/main" id="{843F5A16-1AF3-4998-AD71-4092A9FB95A4}"/>
              </a:ext>
            </a:extLst>
          </p:cNvPr>
          <p:cNvSpPr>
            <a:spLocks noGrp="1"/>
          </p:cNvSpPr>
          <p:nvPr/>
        </p:nvSpPr>
        <p:spPr>
          <a:xfrm>
            <a:off x="612608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4" name="F2_precision_recall_distributions_5688">
            <a:extLst>
              <a:ext uri="{FF2B5EF4-FFF2-40B4-BE49-F238E27FC236}">
                <a16:creationId xmlns:a16="http://schemas.microsoft.com/office/drawing/2014/main" id="{F66F246D-B77A-40F2-B61E-20565E8623BF}"/>
              </a:ext>
            </a:extLst>
          </p:cNvPr>
          <p:cNvSpPr>
            <a:spLocks noGrp="1"/>
          </p:cNvSpPr>
          <p:nvPr/>
        </p:nvSpPr>
        <p:spPr>
          <a:xfrm>
            <a:off x="598230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5" name="F2_precision_recall_distributions_5689">
            <a:extLst>
              <a:ext uri="{FF2B5EF4-FFF2-40B4-BE49-F238E27FC236}">
                <a16:creationId xmlns:a16="http://schemas.microsoft.com/office/drawing/2014/main" id="{D714C552-D34C-4321-887F-6A5512DE5565}"/>
              </a:ext>
            </a:extLst>
          </p:cNvPr>
          <p:cNvSpPr>
            <a:spLocks noGrp="1"/>
          </p:cNvSpPr>
          <p:nvPr/>
        </p:nvSpPr>
        <p:spPr>
          <a:xfrm>
            <a:off x="5882534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6" name="F2_precision_recall_distributions_5690">
            <a:extLst>
              <a:ext uri="{FF2B5EF4-FFF2-40B4-BE49-F238E27FC236}">
                <a16:creationId xmlns:a16="http://schemas.microsoft.com/office/drawing/2014/main" id="{54C5B987-35A8-48C9-B634-DCE92D2ADAB4}"/>
              </a:ext>
            </a:extLst>
          </p:cNvPr>
          <p:cNvSpPr>
            <a:spLocks noGrp="1"/>
          </p:cNvSpPr>
          <p:nvPr/>
        </p:nvSpPr>
        <p:spPr>
          <a:xfrm>
            <a:off x="6076699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7" name="F2_precision_recall_distributions_5691">
            <a:extLst>
              <a:ext uri="{FF2B5EF4-FFF2-40B4-BE49-F238E27FC236}">
                <a16:creationId xmlns:a16="http://schemas.microsoft.com/office/drawing/2014/main" id="{F33ED2A9-2620-42D9-AF01-A213FE0ABDB9}"/>
              </a:ext>
            </a:extLst>
          </p:cNvPr>
          <p:cNvSpPr>
            <a:spLocks noGrp="1"/>
          </p:cNvSpPr>
          <p:nvPr/>
        </p:nvSpPr>
        <p:spPr>
          <a:xfrm>
            <a:off x="611908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8" name="F2_precision_recall_distributions_5692">
            <a:extLst>
              <a:ext uri="{FF2B5EF4-FFF2-40B4-BE49-F238E27FC236}">
                <a16:creationId xmlns:a16="http://schemas.microsoft.com/office/drawing/2014/main" id="{3A737676-F922-4FAC-A835-4C1F6BB5BE5F}"/>
              </a:ext>
            </a:extLst>
          </p:cNvPr>
          <p:cNvSpPr>
            <a:spLocks noGrp="1"/>
          </p:cNvSpPr>
          <p:nvPr/>
        </p:nvSpPr>
        <p:spPr>
          <a:xfrm>
            <a:off x="6077958" y="44185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79" name="F2_precision_recall_distributions_5693">
            <a:extLst>
              <a:ext uri="{FF2B5EF4-FFF2-40B4-BE49-F238E27FC236}">
                <a16:creationId xmlns:a16="http://schemas.microsoft.com/office/drawing/2014/main" id="{2DEC4E7D-F3F1-4E19-A924-7564F812863D}"/>
              </a:ext>
            </a:extLst>
          </p:cNvPr>
          <p:cNvSpPr>
            <a:spLocks noGrp="1"/>
          </p:cNvSpPr>
          <p:nvPr/>
        </p:nvSpPr>
        <p:spPr>
          <a:xfrm>
            <a:off x="592798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0" name="F2_precision_recall_distributions_5694">
            <a:extLst>
              <a:ext uri="{FF2B5EF4-FFF2-40B4-BE49-F238E27FC236}">
                <a16:creationId xmlns:a16="http://schemas.microsoft.com/office/drawing/2014/main" id="{721CF76A-E27F-4DB1-B02A-893095C9C91E}"/>
              </a:ext>
            </a:extLst>
          </p:cNvPr>
          <p:cNvSpPr>
            <a:spLocks noGrp="1"/>
          </p:cNvSpPr>
          <p:nvPr/>
        </p:nvSpPr>
        <p:spPr>
          <a:xfrm>
            <a:off x="5841774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1" name="F2_precision_recall_distributions_5695">
            <a:extLst>
              <a:ext uri="{FF2B5EF4-FFF2-40B4-BE49-F238E27FC236}">
                <a16:creationId xmlns:a16="http://schemas.microsoft.com/office/drawing/2014/main" id="{4CB7DF4D-4636-47EA-AE14-3ABC797EADFD}"/>
              </a:ext>
            </a:extLst>
          </p:cNvPr>
          <p:cNvSpPr>
            <a:spLocks noGrp="1"/>
          </p:cNvSpPr>
          <p:nvPr/>
        </p:nvSpPr>
        <p:spPr>
          <a:xfrm>
            <a:off x="5955798" y="447241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2" name="F2_precision_recall_distributions_5696">
            <a:extLst>
              <a:ext uri="{FF2B5EF4-FFF2-40B4-BE49-F238E27FC236}">
                <a16:creationId xmlns:a16="http://schemas.microsoft.com/office/drawing/2014/main" id="{7286346A-A41C-463B-93E3-C68A702498D7}"/>
              </a:ext>
            </a:extLst>
          </p:cNvPr>
          <p:cNvSpPr>
            <a:spLocks noGrp="1"/>
          </p:cNvSpPr>
          <p:nvPr/>
        </p:nvSpPr>
        <p:spPr>
          <a:xfrm>
            <a:off x="590908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3" name="F2_precision_recall_distributions_5697">
            <a:extLst>
              <a:ext uri="{FF2B5EF4-FFF2-40B4-BE49-F238E27FC236}">
                <a16:creationId xmlns:a16="http://schemas.microsoft.com/office/drawing/2014/main" id="{8CB886BA-10B5-4EA5-9E83-5F56DB528290}"/>
              </a:ext>
            </a:extLst>
          </p:cNvPr>
          <p:cNvSpPr>
            <a:spLocks noGrp="1"/>
          </p:cNvSpPr>
          <p:nvPr/>
        </p:nvSpPr>
        <p:spPr>
          <a:xfrm>
            <a:off x="5904343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4" name="F2_precision_recall_distributions_5698">
            <a:extLst>
              <a:ext uri="{FF2B5EF4-FFF2-40B4-BE49-F238E27FC236}">
                <a16:creationId xmlns:a16="http://schemas.microsoft.com/office/drawing/2014/main" id="{340DA36E-A4A0-4C55-8548-E471136DB6A0}"/>
              </a:ext>
            </a:extLst>
          </p:cNvPr>
          <p:cNvSpPr>
            <a:spLocks noGrp="1"/>
          </p:cNvSpPr>
          <p:nvPr/>
        </p:nvSpPr>
        <p:spPr>
          <a:xfrm>
            <a:off x="6046208" y="49807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5" name="F2_precision_recall_distributions_5699">
            <a:extLst>
              <a:ext uri="{FF2B5EF4-FFF2-40B4-BE49-F238E27FC236}">
                <a16:creationId xmlns:a16="http://schemas.microsoft.com/office/drawing/2014/main" id="{D26960D9-F193-4B78-AA12-80428F5AF0FC}"/>
              </a:ext>
            </a:extLst>
          </p:cNvPr>
          <p:cNvSpPr>
            <a:spLocks noGrp="1"/>
          </p:cNvSpPr>
          <p:nvPr/>
        </p:nvSpPr>
        <p:spPr>
          <a:xfrm>
            <a:off x="6086237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6" name="F2_precision_recall_distributions_5700">
            <a:extLst>
              <a:ext uri="{FF2B5EF4-FFF2-40B4-BE49-F238E27FC236}">
                <a16:creationId xmlns:a16="http://schemas.microsoft.com/office/drawing/2014/main" id="{0CD2A2D8-F7AD-44F6-BD88-9D307C968427}"/>
              </a:ext>
            </a:extLst>
          </p:cNvPr>
          <p:cNvSpPr>
            <a:spLocks noGrp="1"/>
          </p:cNvSpPr>
          <p:nvPr/>
        </p:nvSpPr>
        <p:spPr>
          <a:xfrm>
            <a:off x="590920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7" name="F2_precision_recall_distributions_5701">
            <a:extLst>
              <a:ext uri="{FF2B5EF4-FFF2-40B4-BE49-F238E27FC236}">
                <a16:creationId xmlns:a16="http://schemas.microsoft.com/office/drawing/2014/main" id="{49BE895D-BE0C-40B5-B63B-A1C098AD5483}"/>
              </a:ext>
            </a:extLst>
          </p:cNvPr>
          <p:cNvSpPr>
            <a:spLocks noGrp="1"/>
          </p:cNvSpPr>
          <p:nvPr/>
        </p:nvSpPr>
        <p:spPr>
          <a:xfrm>
            <a:off x="5988389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8" name="F2_precision_recall_distributions_5702">
            <a:extLst>
              <a:ext uri="{FF2B5EF4-FFF2-40B4-BE49-F238E27FC236}">
                <a16:creationId xmlns:a16="http://schemas.microsoft.com/office/drawing/2014/main" id="{7CEACC37-E13E-48B4-A123-D6D95CA0DF88}"/>
              </a:ext>
            </a:extLst>
          </p:cNvPr>
          <p:cNvSpPr>
            <a:spLocks noGrp="1"/>
          </p:cNvSpPr>
          <p:nvPr/>
        </p:nvSpPr>
        <p:spPr>
          <a:xfrm>
            <a:off x="612529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89" name="F2_precision_recall_distributions_5703">
            <a:extLst>
              <a:ext uri="{FF2B5EF4-FFF2-40B4-BE49-F238E27FC236}">
                <a16:creationId xmlns:a16="http://schemas.microsoft.com/office/drawing/2014/main" id="{4E277AA4-F1A7-45AE-AF3B-9211E4FFCA1F}"/>
              </a:ext>
            </a:extLst>
          </p:cNvPr>
          <p:cNvSpPr>
            <a:spLocks noGrp="1"/>
          </p:cNvSpPr>
          <p:nvPr/>
        </p:nvSpPr>
        <p:spPr>
          <a:xfrm>
            <a:off x="5993083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0" name="F2_precision_recall_distributions_5704">
            <a:extLst>
              <a:ext uri="{FF2B5EF4-FFF2-40B4-BE49-F238E27FC236}">
                <a16:creationId xmlns:a16="http://schemas.microsoft.com/office/drawing/2014/main" id="{623C6B96-D5D2-41AA-8F79-98D966BDC03B}"/>
              </a:ext>
            </a:extLst>
          </p:cNvPr>
          <p:cNvSpPr>
            <a:spLocks noGrp="1"/>
          </p:cNvSpPr>
          <p:nvPr/>
        </p:nvSpPr>
        <p:spPr>
          <a:xfrm>
            <a:off x="5871605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1" name="F2_precision_recall_distributions_5705">
            <a:extLst>
              <a:ext uri="{FF2B5EF4-FFF2-40B4-BE49-F238E27FC236}">
                <a16:creationId xmlns:a16="http://schemas.microsoft.com/office/drawing/2014/main" id="{5C0D573C-BDC2-4168-848E-B54F47F4A26D}"/>
              </a:ext>
            </a:extLst>
          </p:cNvPr>
          <p:cNvSpPr>
            <a:spLocks noGrp="1"/>
          </p:cNvSpPr>
          <p:nvPr/>
        </p:nvSpPr>
        <p:spPr>
          <a:xfrm>
            <a:off x="592484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2" name="F2_precision_recall_distributions_5706">
            <a:extLst>
              <a:ext uri="{FF2B5EF4-FFF2-40B4-BE49-F238E27FC236}">
                <a16:creationId xmlns:a16="http://schemas.microsoft.com/office/drawing/2014/main" id="{5AFBF78C-3476-4B4E-A4DF-E978BE619488}"/>
              </a:ext>
            </a:extLst>
          </p:cNvPr>
          <p:cNvSpPr>
            <a:spLocks noGrp="1"/>
          </p:cNvSpPr>
          <p:nvPr/>
        </p:nvSpPr>
        <p:spPr>
          <a:xfrm>
            <a:off x="60955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3" name="F2_precision_recall_distributions_5707">
            <a:extLst>
              <a:ext uri="{FF2B5EF4-FFF2-40B4-BE49-F238E27FC236}">
                <a16:creationId xmlns:a16="http://schemas.microsoft.com/office/drawing/2014/main" id="{1AFDA6F4-CA70-403F-9399-5CC5AF5E30D0}"/>
              </a:ext>
            </a:extLst>
          </p:cNvPr>
          <p:cNvSpPr>
            <a:spLocks noGrp="1"/>
          </p:cNvSpPr>
          <p:nvPr/>
        </p:nvSpPr>
        <p:spPr>
          <a:xfrm>
            <a:off x="615862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4" name="F2_precision_recall_distributions_5708">
            <a:extLst>
              <a:ext uri="{FF2B5EF4-FFF2-40B4-BE49-F238E27FC236}">
                <a16:creationId xmlns:a16="http://schemas.microsoft.com/office/drawing/2014/main" id="{860574F0-7F7D-4477-B24D-FCD43FEFFDC9}"/>
              </a:ext>
            </a:extLst>
          </p:cNvPr>
          <p:cNvSpPr>
            <a:spLocks noGrp="1"/>
          </p:cNvSpPr>
          <p:nvPr/>
        </p:nvSpPr>
        <p:spPr>
          <a:xfrm>
            <a:off x="594370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5" name="F2_precision_recall_distributions_5709">
            <a:extLst>
              <a:ext uri="{FF2B5EF4-FFF2-40B4-BE49-F238E27FC236}">
                <a16:creationId xmlns:a16="http://schemas.microsoft.com/office/drawing/2014/main" id="{1979DAF1-9E9E-4693-BA48-9E0DEF58D89B}"/>
              </a:ext>
            </a:extLst>
          </p:cNvPr>
          <p:cNvSpPr>
            <a:spLocks noGrp="1"/>
          </p:cNvSpPr>
          <p:nvPr/>
        </p:nvSpPr>
        <p:spPr>
          <a:xfrm>
            <a:off x="6149519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6" name="F2_precision_recall_distributions_5710">
            <a:extLst>
              <a:ext uri="{FF2B5EF4-FFF2-40B4-BE49-F238E27FC236}">
                <a16:creationId xmlns:a16="http://schemas.microsoft.com/office/drawing/2014/main" id="{57203CD3-B041-498F-8D2C-906CE8A20034}"/>
              </a:ext>
            </a:extLst>
          </p:cNvPr>
          <p:cNvSpPr>
            <a:spLocks noGrp="1"/>
          </p:cNvSpPr>
          <p:nvPr/>
        </p:nvSpPr>
        <p:spPr>
          <a:xfrm>
            <a:off x="6073127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7" name="F2_precision_recall_distributions_5711">
            <a:extLst>
              <a:ext uri="{FF2B5EF4-FFF2-40B4-BE49-F238E27FC236}">
                <a16:creationId xmlns:a16="http://schemas.microsoft.com/office/drawing/2014/main" id="{7B0259D4-5282-44F0-9D8F-CDDCD8A556B9}"/>
              </a:ext>
            </a:extLst>
          </p:cNvPr>
          <p:cNvSpPr>
            <a:spLocks noGrp="1"/>
          </p:cNvSpPr>
          <p:nvPr/>
        </p:nvSpPr>
        <p:spPr>
          <a:xfrm>
            <a:off x="5832844" y="4957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8" name="F2_precision_recall_distributions_5712">
            <a:extLst>
              <a:ext uri="{FF2B5EF4-FFF2-40B4-BE49-F238E27FC236}">
                <a16:creationId xmlns:a16="http://schemas.microsoft.com/office/drawing/2014/main" id="{22EC1585-A279-42DA-9C3A-85AB417D68ED}"/>
              </a:ext>
            </a:extLst>
          </p:cNvPr>
          <p:cNvSpPr>
            <a:spLocks noGrp="1"/>
          </p:cNvSpPr>
          <p:nvPr/>
        </p:nvSpPr>
        <p:spPr>
          <a:xfrm>
            <a:off x="6070715" y="4414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899" name="F2_precision_recall_distributions_5713">
            <a:extLst>
              <a:ext uri="{FF2B5EF4-FFF2-40B4-BE49-F238E27FC236}">
                <a16:creationId xmlns:a16="http://schemas.microsoft.com/office/drawing/2014/main" id="{C597F243-04A3-4586-AAA4-2B325214D8B2}"/>
              </a:ext>
            </a:extLst>
          </p:cNvPr>
          <p:cNvSpPr>
            <a:spLocks noGrp="1"/>
          </p:cNvSpPr>
          <p:nvPr/>
        </p:nvSpPr>
        <p:spPr>
          <a:xfrm>
            <a:off x="605334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0" name="F2_precision_recall_distributions_5714">
            <a:extLst>
              <a:ext uri="{FF2B5EF4-FFF2-40B4-BE49-F238E27FC236}">
                <a16:creationId xmlns:a16="http://schemas.microsoft.com/office/drawing/2014/main" id="{9FDE698E-FAA2-4BAF-8851-37C967B96E76}"/>
              </a:ext>
            </a:extLst>
          </p:cNvPr>
          <p:cNvSpPr>
            <a:spLocks noGrp="1"/>
          </p:cNvSpPr>
          <p:nvPr/>
        </p:nvSpPr>
        <p:spPr>
          <a:xfrm>
            <a:off x="604996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1" name="F2_precision_recall_distributions_5715">
            <a:extLst>
              <a:ext uri="{FF2B5EF4-FFF2-40B4-BE49-F238E27FC236}">
                <a16:creationId xmlns:a16="http://schemas.microsoft.com/office/drawing/2014/main" id="{16600594-8EBD-47EB-ABBB-0B8F41EF4717}"/>
              </a:ext>
            </a:extLst>
          </p:cNvPr>
          <p:cNvSpPr>
            <a:spLocks noGrp="1"/>
          </p:cNvSpPr>
          <p:nvPr/>
        </p:nvSpPr>
        <p:spPr>
          <a:xfrm>
            <a:off x="594222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2" name="F2_precision_recall_distributions_5716">
            <a:extLst>
              <a:ext uri="{FF2B5EF4-FFF2-40B4-BE49-F238E27FC236}">
                <a16:creationId xmlns:a16="http://schemas.microsoft.com/office/drawing/2014/main" id="{2B8B6BA0-50AB-4FFF-8C98-E5987C87B0D7}"/>
              </a:ext>
            </a:extLst>
          </p:cNvPr>
          <p:cNvSpPr>
            <a:spLocks noGrp="1"/>
          </p:cNvSpPr>
          <p:nvPr/>
        </p:nvSpPr>
        <p:spPr>
          <a:xfrm>
            <a:off x="612607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3" name="F2_precision_recall_distributions_5717">
            <a:extLst>
              <a:ext uri="{FF2B5EF4-FFF2-40B4-BE49-F238E27FC236}">
                <a16:creationId xmlns:a16="http://schemas.microsoft.com/office/drawing/2014/main" id="{4F987A68-5097-48A5-B32F-1598B6CF1BE1}"/>
              </a:ext>
            </a:extLst>
          </p:cNvPr>
          <p:cNvSpPr>
            <a:spLocks noGrp="1"/>
          </p:cNvSpPr>
          <p:nvPr/>
        </p:nvSpPr>
        <p:spPr>
          <a:xfrm>
            <a:off x="597235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4" name="F2_precision_recall_distributions_5718">
            <a:extLst>
              <a:ext uri="{FF2B5EF4-FFF2-40B4-BE49-F238E27FC236}">
                <a16:creationId xmlns:a16="http://schemas.microsoft.com/office/drawing/2014/main" id="{8892BE40-C7E4-49CF-B396-517512E81F20}"/>
              </a:ext>
            </a:extLst>
          </p:cNvPr>
          <p:cNvSpPr>
            <a:spLocks noGrp="1"/>
          </p:cNvSpPr>
          <p:nvPr/>
        </p:nvSpPr>
        <p:spPr>
          <a:xfrm>
            <a:off x="616819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5" name="F2_precision_recall_distributions_5719">
            <a:extLst>
              <a:ext uri="{FF2B5EF4-FFF2-40B4-BE49-F238E27FC236}">
                <a16:creationId xmlns:a16="http://schemas.microsoft.com/office/drawing/2014/main" id="{EF88B9DC-7348-4079-BE60-3C4497CEA3CD}"/>
              </a:ext>
            </a:extLst>
          </p:cNvPr>
          <p:cNvSpPr>
            <a:spLocks noGrp="1"/>
          </p:cNvSpPr>
          <p:nvPr/>
        </p:nvSpPr>
        <p:spPr>
          <a:xfrm>
            <a:off x="5971339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6" name="F2_precision_recall_distributions_5720">
            <a:extLst>
              <a:ext uri="{FF2B5EF4-FFF2-40B4-BE49-F238E27FC236}">
                <a16:creationId xmlns:a16="http://schemas.microsoft.com/office/drawing/2014/main" id="{BE50B61E-2EB0-49FC-B8BE-92E5EFC33385}"/>
              </a:ext>
            </a:extLst>
          </p:cNvPr>
          <p:cNvSpPr>
            <a:spLocks noGrp="1"/>
          </p:cNvSpPr>
          <p:nvPr/>
        </p:nvSpPr>
        <p:spPr>
          <a:xfrm>
            <a:off x="6071822" y="46118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7" name="F2_precision_recall_distributions_5721">
            <a:extLst>
              <a:ext uri="{FF2B5EF4-FFF2-40B4-BE49-F238E27FC236}">
                <a16:creationId xmlns:a16="http://schemas.microsoft.com/office/drawing/2014/main" id="{70AD3C2E-6E84-4CFC-8781-A6BFF694F44A}"/>
              </a:ext>
            </a:extLst>
          </p:cNvPr>
          <p:cNvSpPr>
            <a:spLocks noGrp="1"/>
          </p:cNvSpPr>
          <p:nvPr/>
        </p:nvSpPr>
        <p:spPr>
          <a:xfrm>
            <a:off x="582901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8" name="F2_precision_recall_distributions_5722">
            <a:extLst>
              <a:ext uri="{FF2B5EF4-FFF2-40B4-BE49-F238E27FC236}">
                <a16:creationId xmlns:a16="http://schemas.microsoft.com/office/drawing/2014/main" id="{E2EA3F20-1F00-4AFB-9407-716A00B69F71}"/>
              </a:ext>
            </a:extLst>
          </p:cNvPr>
          <p:cNvSpPr>
            <a:spLocks noGrp="1"/>
          </p:cNvSpPr>
          <p:nvPr/>
        </p:nvSpPr>
        <p:spPr>
          <a:xfrm>
            <a:off x="61539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09" name="F2_precision_recall_distributions_5723">
            <a:extLst>
              <a:ext uri="{FF2B5EF4-FFF2-40B4-BE49-F238E27FC236}">
                <a16:creationId xmlns:a16="http://schemas.microsoft.com/office/drawing/2014/main" id="{C65D1BC0-601D-4616-9FAF-45D155295226}"/>
              </a:ext>
            </a:extLst>
          </p:cNvPr>
          <p:cNvSpPr>
            <a:spLocks noGrp="1"/>
          </p:cNvSpPr>
          <p:nvPr/>
        </p:nvSpPr>
        <p:spPr>
          <a:xfrm>
            <a:off x="60153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0" name="F2_precision_recall_distributions_5724">
            <a:extLst>
              <a:ext uri="{FF2B5EF4-FFF2-40B4-BE49-F238E27FC236}">
                <a16:creationId xmlns:a16="http://schemas.microsoft.com/office/drawing/2014/main" id="{3BF86EE9-C300-4345-8584-1B94C6B076CE}"/>
              </a:ext>
            </a:extLst>
          </p:cNvPr>
          <p:cNvSpPr>
            <a:spLocks noGrp="1"/>
          </p:cNvSpPr>
          <p:nvPr/>
        </p:nvSpPr>
        <p:spPr>
          <a:xfrm>
            <a:off x="58676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1" name="F2_precision_recall_distributions_5725">
            <a:extLst>
              <a:ext uri="{FF2B5EF4-FFF2-40B4-BE49-F238E27FC236}">
                <a16:creationId xmlns:a16="http://schemas.microsoft.com/office/drawing/2014/main" id="{2455CFE8-E874-4F5F-829E-59B77A4F8D7A}"/>
              </a:ext>
            </a:extLst>
          </p:cNvPr>
          <p:cNvSpPr>
            <a:spLocks noGrp="1"/>
          </p:cNvSpPr>
          <p:nvPr/>
        </p:nvSpPr>
        <p:spPr>
          <a:xfrm>
            <a:off x="6129813" y="45889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2" name="F2_precision_recall_distributions_5726">
            <a:extLst>
              <a:ext uri="{FF2B5EF4-FFF2-40B4-BE49-F238E27FC236}">
                <a16:creationId xmlns:a16="http://schemas.microsoft.com/office/drawing/2014/main" id="{CF1F8E46-3E6C-4526-A5A1-86B633AE0B8C}"/>
              </a:ext>
            </a:extLst>
          </p:cNvPr>
          <p:cNvSpPr>
            <a:spLocks noGrp="1"/>
          </p:cNvSpPr>
          <p:nvPr/>
        </p:nvSpPr>
        <p:spPr>
          <a:xfrm>
            <a:off x="6094752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3" name="F2_precision_recall_distributions_5727">
            <a:extLst>
              <a:ext uri="{FF2B5EF4-FFF2-40B4-BE49-F238E27FC236}">
                <a16:creationId xmlns:a16="http://schemas.microsoft.com/office/drawing/2014/main" id="{928FE4EA-C818-4FCF-AE87-91ED7B414A00}"/>
              </a:ext>
            </a:extLst>
          </p:cNvPr>
          <p:cNvSpPr>
            <a:spLocks noGrp="1"/>
          </p:cNvSpPr>
          <p:nvPr/>
        </p:nvSpPr>
        <p:spPr>
          <a:xfrm>
            <a:off x="610801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4" name="F2_precision_recall_distributions_5728">
            <a:extLst>
              <a:ext uri="{FF2B5EF4-FFF2-40B4-BE49-F238E27FC236}">
                <a16:creationId xmlns:a16="http://schemas.microsoft.com/office/drawing/2014/main" id="{26A17C8D-42FD-4D25-9D9A-BBE8A0291373}"/>
              </a:ext>
            </a:extLst>
          </p:cNvPr>
          <p:cNvSpPr>
            <a:spLocks noGrp="1"/>
          </p:cNvSpPr>
          <p:nvPr/>
        </p:nvSpPr>
        <p:spPr>
          <a:xfrm>
            <a:off x="600268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5" name="F2_precision_recall_distributions_5729">
            <a:extLst>
              <a:ext uri="{FF2B5EF4-FFF2-40B4-BE49-F238E27FC236}">
                <a16:creationId xmlns:a16="http://schemas.microsoft.com/office/drawing/2014/main" id="{239ACEA5-755C-4D53-837F-10647FC4088A}"/>
              </a:ext>
            </a:extLst>
          </p:cNvPr>
          <p:cNvSpPr>
            <a:spLocks noGrp="1"/>
          </p:cNvSpPr>
          <p:nvPr/>
        </p:nvSpPr>
        <p:spPr>
          <a:xfrm>
            <a:off x="6097525" y="44420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6" name="F2_precision_recall_distributions_5730">
            <a:extLst>
              <a:ext uri="{FF2B5EF4-FFF2-40B4-BE49-F238E27FC236}">
                <a16:creationId xmlns:a16="http://schemas.microsoft.com/office/drawing/2014/main" id="{089BF288-C69C-443B-8631-1F5DCBEAFAB3}"/>
              </a:ext>
            </a:extLst>
          </p:cNvPr>
          <p:cNvSpPr>
            <a:spLocks noGrp="1"/>
          </p:cNvSpPr>
          <p:nvPr/>
        </p:nvSpPr>
        <p:spPr>
          <a:xfrm>
            <a:off x="611726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7" name="F2_precision_recall_distributions_5731">
            <a:extLst>
              <a:ext uri="{FF2B5EF4-FFF2-40B4-BE49-F238E27FC236}">
                <a16:creationId xmlns:a16="http://schemas.microsoft.com/office/drawing/2014/main" id="{D42F7875-1C78-4DCB-9344-DF2A5C10BDA5}"/>
              </a:ext>
            </a:extLst>
          </p:cNvPr>
          <p:cNvSpPr>
            <a:spLocks noGrp="1"/>
          </p:cNvSpPr>
          <p:nvPr/>
        </p:nvSpPr>
        <p:spPr>
          <a:xfrm>
            <a:off x="5852073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8" name="F2_precision_recall_distributions_5732">
            <a:extLst>
              <a:ext uri="{FF2B5EF4-FFF2-40B4-BE49-F238E27FC236}">
                <a16:creationId xmlns:a16="http://schemas.microsoft.com/office/drawing/2014/main" id="{A355E859-A8F1-4839-AA52-85310ED68E14}"/>
              </a:ext>
            </a:extLst>
          </p:cNvPr>
          <p:cNvSpPr>
            <a:spLocks noGrp="1"/>
          </p:cNvSpPr>
          <p:nvPr/>
        </p:nvSpPr>
        <p:spPr>
          <a:xfrm>
            <a:off x="5878326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19" name="F2_precision_recall_distributions_5733">
            <a:extLst>
              <a:ext uri="{FF2B5EF4-FFF2-40B4-BE49-F238E27FC236}">
                <a16:creationId xmlns:a16="http://schemas.microsoft.com/office/drawing/2014/main" id="{4081C8B7-0B40-4C50-9E80-FB17DB4874FF}"/>
              </a:ext>
            </a:extLst>
          </p:cNvPr>
          <p:cNvSpPr>
            <a:spLocks noGrp="1"/>
          </p:cNvSpPr>
          <p:nvPr/>
        </p:nvSpPr>
        <p:spPr>
          <a:xfrm>
            <a:off x="5981262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0" name="F2_precision_recall_distributions_5734">
            <a:extLst>
              <a:ext uri="{FF2B5EF4-FFF2-40B4-BE49-F238E27FC236}">
                <a16:creationId xmlns:a16="http://schemas.microsoft.com/office/drawing/2014/main" id="{302CC327-04E3-49AC-AF5C-74FC96630F46}"/>
              </a:ext>
            </a:extLst>
          </p:cNvPr>
          <p:cNvSpPr>
            <a:spLocks noGrp="1"/>
          </p:cNvSpPr>
          <p:nvPr/>
        </p:nvSpPr>
        <p:spPr>
          <a:xfrm>
            <a:off x="6156261" y="454358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1" name="F2_precision_recall_distributions_5735">
            <a:extLst>
              <a:ext uri="{FF2B5EF4-FFF2-40B4-BE49-F238E27FC236}">
                <a16:creationId xmlns:a16="http://schemas.microsoft.com/office/drawing/2014/main" id="{5C5C115D-4580-44D7-9603-30B1E650D733}"/>
              </a:ext>
            </a:extLst>
          </p:cNvPr>
          <p:cNvSpPr>
            <a:spLocks noGrp="1"/>
          </p:cNvSpPr>
          <p:nvPr/>
        </p:nvSpPr>
        <p:spPr>
          <a:xfrm>
            <a:off x="6035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2" name="F2_precision_recall_distributions_5736">
            <a:extLst>
              <a:ext uri="{FF2B5EF4-FFF2-40B4-BE49-F238E27FC236}">
                <a16:creationId xmlns:a16="http://schemas.microsoft.com/office/drawing/2014/main" id="{64F15C3F-4A7D-4CFC-84E0-6F6047795A57}"/>
              </a:ext>
            </a:extLst>
          </p:cNvPr>
          <p:cNvSpPr>
            <a:spLocks noGrp="1"/>
          </p:cNvSpPr>
          <p:nvPr/>
        </p:nvSpPr>
        <p:spPr>
          <a:xfrm>
            <a:off x="6139481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3" name="F2_precision_recall_distributions_5737">
            <a:extLst>
              <a:ext uri="{FF2B5EF4-FFF2-40B4-BE49-F238E27FC236}">
                <a16:creationId xmlns:a16="http://schemas.microsoft.com/office/drawing/2014/main" id="{345EDE04-3574-44DC-B451-F7C29E6E6AFD}"/>
              </a:ext>
            </a:extLst>
          </p:cNvPr>
          <p:cNvSpPr>
            <a:spLocks noGrp="1"/>
          </p:cNvSpPr>
          <p:nvPr/>
        </p:nvSpPr>
        <p:spPr>
          <a:xfrm>
            <a:off x="605090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4" name="F2_precision_recall_distributions_5738">
            <a:extLst>
              <a:ext uri="{FF2B5EF4-FFF2-40B4-BE49-F238E27FC236}">
                <a16:creationId xmlns:a16="http://schemas.microsoft.com/office/drawing/2014/main" id="{3B169794-77E2-410D-9C1B-5E56DC149495}"/>
              </a:ext>
            </a:extLst>
          </p:cNvPr>
          <p:cNvSpPr>
            <a:spLocks noGrp="1"/>
          </p:cNvSpPr>
          <p:nvPr/>
        </p:nvSpPr>
        <p:spPr>
          <a:xfrm>
            <a:off x="61591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5" name="F2_precision_recall_distributions_5739">
            <a:extLst>
              <a:ext uri="{FF2B5EF4-FFF2-40B4-BE49-F238E27FC236}">
                <a16:creationId xmlns:a16="http://schemas.microsoft.com/office/drawing/2014/main" id="{516F9BE7-5573-49A8-B782-6B9E93084FEA}"/>
              </a:ext>
            </a:extLst>
          </p:cNvPr>
          <p:cNvSpPr>
            <a:spLocks noGrp="1"/>
          </p:cNvSpPr>
          <p:nvPr/>
        </p:nvSpPr>
        <p:spPr>
          <a:xfrm>
            <a:off x="603616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6" name="F2_precision_recall_distributions_5740">
            <a:extLst>
              <a:ext uri="{FF2B5EF4-FFF2-40B4-BE49-F238E27FC236}">
                <a16:creationId xmlns:a16="http://schemas.microsoft.com/office/drawing/2014/main" id="{C205989F-2820-4A34-9787-DDDF098BCF96}"/>
              </a:ext>
            </a:extLst>
          </p:cNvPr>
          <p:cNvSpPr>
            <a:spLocks noGrp="1"/>
          </p:cNvSpPr>
          <p:nvPr/>
        </p:nvSpPr>
        <p:spPr>
          <a:xfrm>
            <a:off x="586155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7" name="F2_precision_recall_distributions_5741">
            <a:extLst>
              <a:ext uri="{FF2B5EF4-FFF2-40B4-BE49-F238E27FC236}">
                <a16:creationId xmlns:a16="http://schemas.microsoft.com/office/drawing/2014/main" id="{239C8FBA-B928-4AFE-8495-9C8F8794E635}"/>
              </a:ext>
            </a:extLst>
          </p:cNvPr>
          <p:cNvSpPr>
            <a:spLocks noGrp="1"/>
          </p:cNvSpPr>
          <p:nvPr/>
        </p:nvSpPr>
        <p:spPr>
          <a:xfrm>
            <a:off x="59553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8" name="F2_precision_recall_distributions_5742">
            <a:extLst>
              <a:ext uri="{FF2B5EF4-FFF2-40B4-BE49-F238E27FC236}">
                <a16:creationId xmlns:a16="http://schemas.microsoft.com/office/drawing/2014/main" id="{FA764040-398A-4A78-8C31-7BD9B20E919A}"/>
              </a:ext>
            </a:extLst>
          </p:cNvPr>
          <p:cNvSpPr>
            <a:spLocks noGrp="1"/>
          </p:cNvSpPr>
          <p:nvPr/>
        </p:nvSpPr>
        <p:spPr>
          <a:xfrm>
            <a:off x="611290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29" name="F2_precision_recall_distributions_5743">
            <a:extLst>
              <a:ext uri="{FF2B5EF4-FFF2-40B4-BE49-F238E27FC236}">
                <a16:creationId xmlns:a16="http://schemas.microsoft.com/office/drawing/2014/main" id="{A366DFE7-C161-4C38-89A9-8131E879C878}"/>
              </a:ext>
            </a:extLst>
          </p:cNvPr>
          <p:cNvSpPr>
            <a:spLocks noGrp="1"/>
          </p:cNvSpPr>
          <p:nvPr/>
        </p:nvSpPr>
        <p:spPr>
          <a:xfrm>
            <a:off x="5932436" y="50180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0" name="F2_precision_recall_distributions_5744">
            <a:extLst>
              <a:ext uri="{FF2B5EF4-FFF2-40B4-BE49-F238E27FC236}">
                <a16:creationId xmlns:a16="http://schemas.microsoft.com/office/drawing/2014/main" id="{086B7261-B3A8-4AAD-97A2-443D70D4983A}"/>
              </a:ext>
            </a:extLst>
          </p:cNvPr>
          <p:cNvSpPr>
            <a:spLocks noGrp="1"/>
          </p:cNvSpPr>
          <p:nvPr/>
        </p:nvSpPr>
        <p:spPr>
          <a:xfrm>
            <a:off x="5897572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1" name="F2_precision_recall_distributions_5745">
            <a:extLst>
              <a:ext uri="{FF2B5EF4-FFF2-40B4-BE49-F238E27FC236}">
                <a16:creationId xmlns:a16="http://schemas.microsoft.com/office/drawing/2014/main" id="{65563CAA-5783-48B0-A165-A589B845E86C}"/>
              </a:ext>
            </a:extLst>
          </p:cNvPr>
          <p:cNvSpPr>
            <a:spLocks noGrp="1"/>
          </p:cNvSpPr>
          <p:nvPr/>
        </p:nvSpPr>
        <p:spPr>
          <a:xfrm>
            <a:off x="605028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2" name="F2_precision_recall_distributions_5746">
            <a:extLst>
              <a:ext uri="{FF2B5EF4-FFF2-40B4-BE49-F238E27FC236}">
                <a16:creationId xmlns:a16="http://schemas.microsoft.com/office/drawing/2014/main" id="{39D950BF-0831-4AC4-A573-A262781AF326}"/>
              </a:ext>
            </a:extLst>
          </p:cNvPr>
          <p:cNvSpPr>
            <a:spLocks noGrp="1"/>
          </p:cNvSpPr>
          <p:nvPr/>
        </p:nvSpPr>
        <p:spPr>
          <a:xfrm>
            <a:off x="5886691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3" name="F2_precision_recall_distributions_5747">
            <a:extLst>
              <a:ext uri="{FF2B5EF4-FFF2-40B4-BE49-F238E27FC236}">
                <a16:creationId xmlns:a16="http://schemas.microsoft.com/office/drawing/2014/main" id="{04736A9C-79FE-41CD-BEDF-9C0BA70C5D04}"/>
              </a:ext>
            </a:extLst>
          </p:cNvPr>
          <p:cNvSpPr>
            <a:spLocks noGrp="1"/>
          </p:cNvSpPr>
          <p:nvPr/>
        </p:nvSpPr>
        <p:spPr>
          <a:xfrm>
            <a:off x="6101173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4" name="F2_precision_recall_distributions_5748">
            <a:extLst>
              <a:ext uri="{FF2B5EF4-FFF2-40B4-BE49-F238E27FC236}">
                <a16:creationId xmlns:a16="http://schemas.microsoft.com/office/drawing/2014/main" id="{BF44055A-372D-49E6-A97C-F56BACA66DEF}"/>
              </a:ext>
            </a:extLst>
          </p:cNvPr>
          <p:cNvSpPr>
            <a:spLocks noGrp="1"/>
          </p:cNvSpPr>
          <p:nvPr/>
        </p:nvSpPr>
        <p:spPr>
          <a:xfrm>
            <a:off x="603459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5" name="F2_precision_recall_distributions_5749">
            <a:extLst>
              <a:ext uri="{FF2B5EF4-FFF2-40B4-BE49-F238E27FC236}">
                <a16:creationId xmlns:a16="http://schemas.microsoft.com/office/drawing/2014/main" id="{15108A34-235D-49AD-947D-34560E6A93B1}"/>
              </a:ext>
            </a:extLst>
          </p:cNvPr>
          <p:cNvSpPr>
            <a:spLocks noGrp="1"/>
          </p:cNvSpPr>
          <p:nvPr/>
        </p:nvSpPr>
        <p:spPr>
          <a:xfrm>
            <a:off x="5932119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6" name="F2_precision_recall_distributions_5750">
            <a:extLst>
              <a:ext uri="{FF2B5EF4-FFF2-40B4-BE49-F238E27FC236}">
                <a16:creationId xmlns:a16="http://schemas.microsoft.com/office/drawing/2014/main" id="{FDBB1DD0-113A-4E0F-9D15-111909B318CA}"/>
              </a:ext>
            </a:extLst>
          </p:cNvPr>
          <p:cNvSpPr>
            <a:spLocks noGrp="1"/>
          </p:cNvSpPr>
          <p:nvPr/>
        </p:nvSpPr>
        <p:spPr>
          <a:xfrm>
            <a:off x="6062535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7" name="F2_precision_recall_distributions_5751">
            <a:extLst>
              <a:ext uri="{FF2B5EF4-FFF2-40B4-BE49-F238E27FC236}">
                <a16:creationId xmlns:a16="http://schemas.microsoft.com/office/drawing/2014/main" id="{374C750C-F880-4842-BF6A-C0AF4C07160E}"/>
              </a:ext>
            </a:extLst>
          </p:cNvPr>
          <p:cNvSpPr>
            <a:spLocks noGrp="1"/>
          </p:cNvSpPr>
          <p:nvPr/>
        </p:nvSpPr>
        <p:spPr>
          <a:xfrm>
            <a:off x="582331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8" name="F2_precision_recall_distributions_5752">
            <a:extLst>
              <a:ext uri="{FF2B5EF4-FFF2-40B4-BE49-F238E27FC236}">
                <a16:creationId xmlns:a16="http://schemas.microsoft.com/office/drawing/2014/main" id="{87D4B903-B8B2-4477-A089-614B8E049D0D}"/>
              </a:ext>
            </a:extLst>
          </p:cNvPr>
          <p:cNvSpPr>
            <a:spLocks noGrp="1"/>
          </p:cNvSpPr>
          <p:nvPr/>
        </p:nvSpPr>
        <p:spPr>
          <a:xfrm>
            <a:off x="6034750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39" name="F2_precision_recall_distributions_5753">
            <a:extLst>
              <a:ext uri="{FF2B5EF4-FFF2-40B4-BE49-F238E27FC236}">
                <a16:creationId xmlns:a16="http://schemas.microsoft.com/office/drawing/2014/main" id="{A2EC696D-4EE2-474F-9689-76A97F706C72}"/>
              </a:ext>
            </a:extLst>
          </p:cNvPr>
          <p:cNvSpPr>
            <a:spLocks noGrp="1"/>
          </p:cNvSpPr>
          <p:nvPr/>
        </p:nvSpPr>
        <p:spPr>
          <a:xfrm>
            <a:off x="6024621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0" name="F2_precision_recall_distributions_5754">
            <a:extLst>
              <a:ext uri="{FF2B5EF4-FFF2-40B4-BE49-F238E27FC236}">
                <a16:creationId xmlns:a16="http://schemas.microsoft.com/office/drawing/2014/main" id="{EB2C4146-BB58-4F89-BA5C-2F627A0DB706}"/>
              </a:ext>
            </a:extLst>
          </p:cNvPr>
          <p:cNvSpPr>
            <a:spLocks noGrp="1"/>
          </p:cNvSpPr>
          <p:nvPr/>
        </p:nvSpPr>
        <p:spPr>
          <a:xfrm>
            <a:off x="592565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1" name="F2_precision_recall_distributions_5755">
            <a:extLst>
              <a:ext uri="{FF2B5EF4-FFF2-40B4-BE49-F238E27FC236}">
                <a16:creationId xmlns:a16="http://schemas.microsoft.com/office/drawing/2014/main" id="{7B025B63-4BF3-4F08-BA22-046EA6C29B97}"/>
              </a:ext>
            </a:extLst>
          </p:cNvPr>
          <p:cNvSpPr>
            <a:spLocks noGrp="1"/>
          </p:cNvSpPr>
          <p:nvPr/>
        </p:nvSpPr>
        <p:spPr>
          <a:xfrm>
            <a:off x="5865893" y="48900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2" name="F2_precision_recall_distributions_5756">
            <a:extLst>
              <a:ext uri="{FF2B5EF4-FFF2-40B4-BE49-F238E27FC236}">
                <a16:creationId xmlns:a16="http://schemas.microsoft.com/office/drawing/2014/main" id="{5D191E82-E3C9-4352-A510-8D19F2F3D4CB}"/>
              </a:ext>
            </a:extLst>
          </p:cNvPr>
          <p:cNvSpPr>
            <a:spLocks noGrp="1"/>
          </p:cNvSpPr>
          <p:nvPr/>
        </p:nvSpPr>
        <p:spPr>
          <a:xfrm>
            <a:off x="588598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3" name="F2_precision_recall_distributions_5757">
            <a:extLst>
              <a:ext uri="{FF2B5EF4-FFF2-40B4-BE49-F238E27FC236}">
                <a16:creationId xmlns:a16="http://schemas.microsoft.com/office/drawing/2014/main" id="{B7C61ED6-28D8-42A9-B548-8D9815A5483B}"/>
              </a:ext>
            </a:extLst>
          </p:cNvPr>
          <p:cNvSpPr>
            <a:spLocks noGrp="1"/>
          </p:cNvSpPr>
          <p:nvPr/>
        </p:nvSpPr>
        <p:spPr>
          <a:xfrm>
            <a:off x="5925073" y="503623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4" name="F2_precision_recall_distributions_5758">
            <a:extLst>
              <a:ext uri="{FF2B5EF4-FFF2-40B4-BE49-F238E27FC236}">
                <a16:creationId xmlns:a16="http://schemas.microsoft.com/office/drawing/2014/main" id="{C9A9C769-BD3B-4D9D-B5DC-F1BF0DC7C3AA}"/>
              </a:ext>
            </a:extLst>
          </p:cNvPr>
          <p:cNvSpPr>
            <a:spLocks noGrp="1"/>
          </p:cNvSpPr>
          <p:nvPr/>
        </p:nvSpPr>
        <p:spPr>
          <a:xfrm>
            <a:off x="5985498" y="488062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5" name="F2_precision_recall_distributions_5759">
            <a:extLst>
              <a:ext uri="{FF2B5EF4-FFF2-40B4-BE49-F238E27FC236}">
                <a16:creationId xmlns:a16="http://schemas.microsoft.com/office/drawing/2014/main" id="{778B7133-12B0-4B20-95B9-CDDB25E6AFEC}"/>
              </a:ext>
            </a:extLst>
          </p:cNvPr>
          <p:cNvSpPr>
            <a:spLocks noGrp="1"/>
          </p:cNvSpPr>
          <p:nvPr/>
        </p:nvSpPr>
        <p:spPr>
          <a:xfrm>
            <a:off x="5987442" y="437136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6" name="F2_precision_recall_distributions_5760">
            <a:extLst>
              <a:ext uri="{FF2B5EF4-FFF2-40B4-BE49-F238E27FC236}">
                <a16:creationId xmlns:a16="http://schemas.microsoft.com/office/drawing/2014/main" id="{B3F81DF4-8D45-4041-A9E2-347A0D1D9435}"/>
              </a:ext>
            </a:extLst>
          </p:cNvPr>
          <p:cNvSpPr>
            <a:spLocks noGrp="1"/>
          </p:cNvSpPr>
          <p:nvPr/>
        </p:nvSpPr>
        <p:spPr>
          <a:xfrm>
            <a:off x="6063509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7" name="F2_precision_recall_distributions_5761">
            <a:extLst>
              <a:ext uri="{FF2B5EF4-FFF2-40B4-BE49-F238E27FC236}">
                <a16:creationId xmlns:a16="http://schemas.microsoft.com/office/drawing/2014/main" id="{716B7296-E2E4-4D9C-B63D-06963D0909CA}"/>
              </a:ext>
            </a:extLst>
          </p:cNvPr>
          <p:cNvSpPr>
            <a:spLocks noGrp="1"/>
          </p:cNvSpPr>
          <p:nvPr/>
        </p:nvSpPr>
        <p:spPr>
          <a:xfrm>
            <a:off x="604457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8" name="F2_precision_recall_distributions_5762">
            <a:extLst>
              <a:ext uri="{FF2B5EF4-FFF2-40B4-BE49-F238E27FC236}">
                <a16:creationId xmlns:a16="http://schemas.microsoft.com/office/drawing/2014/main" id="{78C094D3-32F2-44A8-8F90-716E3152AC66}"/>
              </a:ext>
            </a:extLst>
          </p:cNvPr>
          <p:cNvSpPr>
            <a:spLocks noGrp="1"/>
          </p:cNvSpPr>
          <p:nvPr/>
        </p:nvSpPr>
        <p:spPr>
          <a:xfrm>
            <a:off x="6050488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49" name="F2_precision_recall_distributions_5763">
            <a:extLst>
              <a:ext uri="{FF2B5EF4-FFF2-40B4-BE49-F238E27FC236}">
                <a16:creationId xmlns:a16="http://schemas.microsoft.com/office/drawing/2014/main" id="{63675E4C-2B49-42EE-92E4-6700C21384C3}"/>
              </a:ext>
            </a:extLst>
          </p:cNvPr>
          <p:cNvSpPr>
            <a:spLocks noGrp="1"/>
          </p:cNvSpPr>
          <p:nvPr/>
        </p:nvSpPr>
        <p:spPr>
          <a:xfrm>
            <a:off x="6106184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0" name="F2_precision_recall_distributions_5764">
            <a:extLst>
              <a:ext uri="{FF2B5EF4-FFF2-40B4-BE49-F238E27FC236}">
                <a16:creationId xmlns:a16="http://schemas.microsoft.com/office/drawing/2014/main" id="{ACBBC53E-1C7F-48AB-AEEC-F9E3151700CF}"/>
              </a:ext>
            </a:extLst>
          </p:cNvPr>
          <p:cNvSpPr>
            <a:spLocks noGrp="1"/>
          </p:cNvSpPr>
          <p:nvPr/>
        </p:nvSpPr>
        <p:spPr>
          <a:xfrm>
            <a:off x="5843862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1" name="F2_precision_recall_distributions_5765">
            <a:extLst>
              <a:ext uri="{FF2B5EF4-FFF2-40B4-BE49-F238E27FC236}">
                <a16:creationId xmlns:a16="http://schemas.microsoft.com/office/drawing/2014/main" id="{A1C85A92-216C-48EC-A589-49AC9951C3D1}"/>
              </a:ext>
            </a:extLst>
          </p:cNvPr>
          <p:cNvSpPr>
            <a:spLocks noGrp="1"/>
          </p:cNvSpPr>
          <p:nvPr/>
        </p:nvSpPr>
        <p:spPr>
          <a:xfrm>
            <a:off x="6136672" y="486648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2" name="F2_precision_recall_distributions_5766">
            <a:extLst>
              <a:ext uri="{FF2B5EF4-FFF2-40B4-BE49-F238E27FC236}">
                <a16:creationId xmlns:a16="http://schemas.microsoft.com/office/drawing/2014/main" id="{D3051531-F88C-444D-B1E9-992D38A62C9B}"/>
              </a:ext>
            </a:extLst>
          </p:cNvPr>
          <p:cNvSpPr>
            <a:spLocks noGrp="1"/>
          </p:cNvSpPr>
          <p:nvPr/>
        </p:nvSpPr>
        <p:spPr>
          <a:xfrm>
            <a:off x="6077362" y="433600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3" name="F2_precision_recall_distributions_5767">
            <a:extLst>
              <a:ext uri="{FF2B5EF4-FFF2-40B4-BE49-F238E27FC236}">
                <a16:creationId xmlns:a16="http://schemas.microsoft.com/office/drawing/2014/main" id="{9C2687BA-3044-454E-B3D9-35D0D5CD9467}"/>
              </a:ext>
            </a:extLst>
          </p:cNvPr>
          <p:cNvSpPr>
            <a:spLocks noGrp="1"/>
          </p:cNvSpPr>
          <p:nvPr/>
        </p:nvSpPr>
        <p:spPr>
          <a:xfrm>
            <a:off x="5881277" y="498436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4" name="F2_precision_recall_distributions_5768">
            <a:extLst>
              <a:ext uri="{FF2B5EF4-FFF2-40B4-BE49-F238E27FC236}">
                <a16:creationId xmlns:a16="http://schemas.microsoft.com/office/drawing/2014/main" id="{A024A97B-4C0B-4E0A-AD46-90A25E3D0961}"/>
              </a:ext>
            </a:extLst>
          </p:cNvPr>
          <p:cNvSpPr>
            <a:spLocks noGrp="1"/>
          </p:cNvSpPr>
          <p:nvPr/>
        </p:nvSpPr>
        <p:spPr>
          <a:xfrm>
            <a:off x="617315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5" name="F2_precision_recall_distributions_5769">
            <a:extLst>
              <a:ext uri="{FF2B5EF4-FFF2-40B4-BE49-F238E27FC236}">
                <a16:creationId xmlns:a16="http://schemas.microsoft.com/office/drawing/2014/main" id="{B5DF2283-0275-4F62-972F-B980E7B1A34A}"/>
              </a:ext>
            </a:extLst>
          </p:cNvPr>
          <p:cNvSpPr>
            <a:spLocks noGrp="1"/>
          </p:cNvSpPr>
          <p:nvPr/>
        </p:nvSpPr>
        <p:spPr>
          <a:xfrm>
            <a:off x="615991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6" name="F2_precision_recall_distributions_5770">
            <a:extLst>
              <a:ext uri="{FF2B5EF4-FFF2-40B4-BE49-F238E27FC236}">
                <a16:creationId xmlns:a16="http://schemas.microsoft.com/office/drawing/2014/main" id="{28E39678-536F-4BD2-823B-EAE99690189A}"/>
              </a:ext>
            </a:extLst>
          </p:cNvPr>
          <p:cNvSpPr>
            <a:spLocks noGrp="1"/>
          </p:cNvSpPr>
          <p:nvPr/>
        </p:nvSpPr>
        <p:spPr>
          <a:xfrm>
            <a:off x="6054364" y="465428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7" name="F2_precision_recall_distributions_5771">
            <a:extLst>
              <a:ext uri="{FF2B5EF4-FFF2-40B4-BE49-F238E27FC236}">
                <a16:creationId xmlns:a16="http://schemas.microsoft.com/office/drawing/2014/main" id="{CCDCEB3E-3E43-4E0F-908C-43A51DB811CD}"/>
              </a:ext>
            </a:extLst>
          </p:cNvPr>
          <p:cNvSpPr>
            <a:spLocks noGrp="1"/>
          </p:cNvSpPr>
          <p:nvPr/>
        </p:nvSpPr>
        <p:spPr>
          <a:xfrm>
            <a:off x="586574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8" name="F2_precision_recall_distributions_5772">
            <a:extLst>
              <a:ext uri="{FF2B5EF4-FFF2-40B4-BE49-F238E27FC236}">
                <a16:creationId xmlns:a16="http://schemas.microsoft.com/office/drawing/2014/main" id="{FC144DA0-F81B-4EF0-A2BC-BD71F9DEB3A8}"/>
              </a:ext>
            </a:extLst>
          </p:cNvPr>
          <p:cNvSpPr>
            <a:spLocks noGrp="1"/>
          </p:cNvSpPr>
          <p:nvPr/>
        </p:nvSpPr>
        <p:spPr>
          <a:xfrm>
            <a:off x="6132084" y="47391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59" name="F2_precision_recall_distributions_5773">
            <a:extLst>
              <a:ext uri="{FF2B5EF4-FFF2-40B4-BE49-F238E27FC236}">
                <a16:creationId xmlns:a16="http://schemas.microsoft.com/office/drawing/2014/main" id="{1A49DB7F-2332-4B91-9880-421FD20F7E9F}"/>
              </a:ext>
            </a:extLst>
          </p:cNvPr>
          <p:cNvSpPr>
            <a:spLocks noGrp="1"/>
          </p:cNvSpPr>
          <p:nvPr/>
        </p:nvSpPr>
        <p:spPr>
          <a:xfrm>
            <a:off x="583034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0" name="F2_precision_recall_distributions_5774">
            <a:extLst>
              <a:ext uri="{FF2B5EF4-FFF2-40B4-BE49-F238E27FC236}">
                <a16:creationId xmlns:a16="http://schemas.microsoft.com/office/drawing/2014/main" id="{31088708-7562-422F-8057-30B54090A2CF}"/>
              </a:ext>
            </a:extLst>
          </p:cNvPr>
          <p:cNvSpPr>
            <a:spLocks noGrp="1"/>
          </p:cNvSpPr>
          <p:nvPr/>
        </p:nvSpPr>
        <p:spPr>
          <a:xfrm>
            <a:off x="584309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1" name="F2_precision_recall_distributions_5775">
            <a:extLst>
              <a:ext uri="{FF2B5EF4-FFF2-40B4-BE49-F238E27FC236}">
                <a16:creationId xmlns:a16="http://schemas.microsoft.com/office/drawing/2014/main" id="{39CEC76D-6119-40A0-93E2-824DD0D231DC}"/>
              </a:ext>
            </a:extLst>
          </p:cNvPr>
          <p:cNvSpPr>
            <a:spLocks noGrp="1"/>
          </p:cNvSpPr>
          <p:nvPr/>
        </p:nvSpPr>
        <p:spPr>
          <a:xfrm>
            <a:off x="6140176" y="451282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2" name="F2_precision_recall_distributions_5776">
            <a:extLst>
              <a:ext uri="{FF2B5EF4-FFF2-40B4-BE49-F238E27FC236}">
                <a16:creationId xmlns:a16="http://schemas.microsoft.com/office/drawing/2014/main" id="{3D2CDCF8-D676-4D23-9880-BEDA3EC003AE}"/>
              </a:ext>
            </a:extLst>
          </p:cNvPr>
          <p:cNvSpPr>
            <a:spLocks noGrp="1"/>
          </p:cNvSpPr>
          <p:nvPr/>
        </p:nvSpPr>
        <p:spPr>
          <a:xfrm>
            <a:off x="58078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3" name="F2_precision_recall_distributions_5777">
            <a:extLst>
              <a:ext uri="{FF2B5EF4-FFF2-40B4-BE49-F238E27FC236}">
                <a16:creationId xmlns:a16="http://schemas.microsoft.com/office/drawing/2014/main" id="{66993F15-22A9-465C-AE51-37B533B469BC}"/>
              </a:ext>
            </a:extLst>
          </p:cNvPr>
          <p:cNvSpPr>
            <a:spLocks noGrp="1"/>
          </p:cNvSpPr>
          <p:nvPr/>
        </p:nvSpPr>
        <p:spPr>
          <a:xfrm>
            <a:off x="6047891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4" name="F2_precision_recall_distributions_5778">
            <a:extLst>
              <a:ext uri="{FF2B5EF4-FFF2-40B4-BE49-F238E27FC236}">
                <a16:creationId xmlns:a16="http://schemas.microsoft.com/office/drawing/2014/main" id="{23968453-51F6-49E4-BB53-B691FEE7856A}"/>
              </a:ext>
            </a:extLst>
          </p:cNvPr>
          <p:cNvSpPr>
            <a:spLocks noGrp="1"/>
          </p:cNvSpPr>
          <p:nvPr/>
        </p:nvSpPr>
        <p:spPr>
          <a:xfrm>
            <a:off x="5878483" y="471491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5" name="F2_precision_recall_distributions_5779">
            <a:extLst>
              <a:ext uri="{FF2B5EF4-FFF2-40B4-BE49-F238E27FC236}">
                <a16:creationId xmlns:a16="http://schemas.microsoft.com/office/drawing/2014/main" id="{E4E99D7F-BAA4-49C0-9EDF-8A82009E16F7}"/>
              </a:ext>
            </a:extLst>
          </p:cNvPr>
          <p:cNvSpPr>
            <a:spLocks noGrp="1"/>
          </p:cNvSpPr>
          <p:nvPr/>
        </p:nvSpPr>
        <p:spPr>
          <a:xfrm>
            <a:off x="582536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6" name="F2_precision_recall_distributions_5780">
            <a:extLst>
              <a:ext uri="{FF2B5EF4-FFF2-40B4-BE49-F238E27FC236}">
                <a16:creationId xmlns:a16="http://schemas.microsoft.com/office/drawing/2014/main" id="{EACA0A31-1D7C-4E1D-9BC3-3B87AA78D654}"/>
              </a:ext>
            </a:extLst>
          </p:cNvPr>
          <p:cNvSpPr>
            <a:spLocks noGrp="1"/>
          </p:cNvSpPr>
          <p:nvPr/>
        </p:nvSpPr>
        <p:spPr>
          <a:xfrm>
            <a:off x="596593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7" name="F2_precision_recall_distributions_5781">
            <a:extLst>
              <a:ext uri="{FF2B5EF4-FFF2-40B4-BE49-F238E27FC236}">
                <a16:creationId xmlns:a16="http://schemas.microsoft.com/office/drawing/2014/main" id="{8D904C85-D6E2-4B58-B9D6-B74BA41115E4}"/>
              </a:ext>
            </a:extLst>
          </p:cNvPr>
          <p:cNvSpPr>
            <a:spLocks noGrp="1"/>
          </p:cNvSpPr>
          <p:nvPr/>
        </p:nvSpPr>
        <p:spPr>
          <a:xfrm>
            <a:off x="6116877" y="44933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8" name="F2_precision_recall_distributions_5782">
            <a:extLst>
              <a:ext uri="{FF2B5EF4-FFF2-40B4-BE49-F238E27FC236}">
                <a16:creationId xmlns:a16="http://schemas.microsoft.com/office/drawing/2014/main" id="{F3FB38EA-5B1E-4C61-94F8-7DE07CE8D742}"/>
              </a:ext>
            </a:extLst>
          </p:cNvPr>
          <p:cNvSpPr>
            <a:spLocks noGrp="1"/>
          </p:cNvSpPr>
          <p:nvPr/>
        </p:nvSpPr>
        <p:spPr>
          <a:xfrm>
            <a:off x="6171220" y="45694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69" name="F2_precision_recall_distributions_5783">
            <a:extLst>
              <a:ext uri="{FF2B5EF4-FFF2-40B4-BE49-F238E27FC236}">
                <a16:creationId xmlns:a16="http://schemas.microsoft.com/office/drawing/2014/main" id="{AEC96E00-4FCC-480B-BB09-40E72D03CDAF}"/>
              </a:ext>
            </a:extLst>
          </p:cNvPr>
          <p:cNvSpPr>
            <a:spLocks noGrp="1"/>
          </p:cNvSpPr>
          <p:nvPr/>
        </p:nvSpPr>
        <p:spPr>
          <a:xfrm>
            <a:off x="5889874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0" name="F2_precision_recall_distributions_5784">
            <a:extLst>
              <a:ext uri="{FF2B5EF4-FFF2-40B4-BE49-F238E27FC236}">
                <a16:creationId xmlns:a16="http://schemas.microsoft.com/office/drawing/2014/main" id="{7E250D06-CC78-47F0-947D-692CCED62E53}"/>
              </a:ext>
            </a:extLst>
          </p:cNvPr>
          <p:cNvSpPr>
            <a:spLocks noGrp="1"/>
          </p:cNvSpPr>
          <p:nvPr/>
        </p:nvSpPr>
        <p:spPr>
          <a:xfrm>
            <a:off x="6061643" y="505084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1" name="F2_precision_recall_distributions_5785">
            <a:extLst>
              <a:ext uri="{FF2B5EF4-FFF2-40B4-BE49-F238E27FC236}">
                <a16:creationId xmlns:a16="http://schemas.microsoft.com/office/drawing/2014/main" id="{5490C2AC-2652-4ADE-A752-AA42799B9051}"/>
              </a:ext>
            </a:extLst>
          </p:cNvPr>
          <p:cNvSpPr>
            <a:spLocks noGrp="1"/>
          </p:cNvSpPr>
          <p:nvPr/>
        </p:nvSpPr>
        <p:spPr>
          <a:xfrm>
            <a:off x="6014980" y="479575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2" name="F2_precision_recall_distributions_5786">
            <a:extLst>
              <a:ext uri="{FF2B5EF4-FFF2-40B4-BE49-F238E27FC236}">
                <a16:creationId xmlns:a16="http://schemas.microsoft.com/office/drawing/2014/main" id="{2A297B94-C7E6-4519-8EFD-E94EC78BD44A}"/>
              </a:ext>
            </a:extLst>
          </p:cNvPr>
          <p:cNvSpPr>
            <a:spLocks noGrp="1"/>
          </p:cNvSpPr>
          <p:nvPr/>
        </p:nvSpPr>
        <p:spPr>
          <a:xfrm>
            <a:off x="5949735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3" name="F2_precision_recall_distributions_5787">
            <a:extLst>
              <a:ext uri="{FF2B5EF4-FFF2-40B4-BE49-F238E27FC236}">
                <a16:creationId xmlns:a16="http://schemas.microsoft.com/office/drawing/2014/main" id="{66AC8442-E69E-4033-A9E3-97A625B4A2A0}"/>
              </a:ext>
            </a:extLst>
          </p:cNvPr>
          <p:cNvSpPr>
            <a:spLocks noGrp="1"/>
          </p:cNvSpPr>
          <p:nvPr/>
        </p:nvSpPr>
        <p:spPr>
          <a:xfrm>
            <a:off x="5915087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4" name="F2_precision_recall_distributions_5788">
            <a:extLst>
              <a:ext uri="{FF2B5EF4-FFF2-40B4-BE49-F238E27FC236}">
                <a16:creationId xmlns:a16="http://schemas.microsoft.com/office/drawing/2014/main" id="{0E449739-DF01-4E6E-BA1A-FD79B354B0D7}"/>
              </a:ext>
            </a:extLst>
          </p:cNvPr>
          <p:cNvSpPr>
            <a:spLocks noGrp="1"/>
          </p:cNvSpPr>
          <p:nvPr/>
        </p:nvSpPr>
        <p:spPr>
          <a:xfrm>
            <a:off x="6059516" y="4229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5" name="F2_precision_recall_distributions_5789">
            <a:extLst>
              <a:ext uri="{FF2B5EF4-FFF2-40B4-BE49-F238E27FC236}">
                <a16:creationId xmlns:a16="http://schemas.microsoft.com/office/drawing/2014/main" id="{17CC8E7E-69F3-4231-B27E-41FDC93DF647}"/>
              </a:ext>
            </a:extLst>
          </p:cNvPr>
          <p:cNvSpPr>
            <a:spLocks noGrp="1"/>
          </p:cNvSpPr>
          <p:nvPr/>
        </p:nvSpPr>
        <p:spPr>
          <a:xfrm>
            <a:off x="5903910" y="50749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6" name="F2_precision_recall_distributions_5790">
            <a:extLst>
              <a:ext uri="{FF2B5EF4-FFF2-40B4-BE49-F238E27FC236}">
                <a16:creationId xmlns:a16="http://schemas.microsoft.com/office/drawing/2014/main" id="{76ADF448-AE8E-4EF7-ABD5-ECE963C47D34}"/>
              </a:ext>
            </a:extLst>
          </p:cNvPr>
          <p:cNvSpPr>
            <a:spLocks noGrp="1"/>
          </p:cNvSpPr>
          <p:nvPr/>
        </p:nvSpPr>
        <p:spPr>
          <a:xfrm>
            <a:off x="5904727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7" name="F2_precision_recall_distributions_5791">
            <a:extLst>
              <a:ext uri="{FF2B5EF4-FFF2-40B4-BE49-F238E27FC236}">
                <a16:creationId xmlns:a16="http://schemas.microsoft.com/office/drawing/2014/main" id="{8515086B-817F-47E4-957C-BD462787B447}"/>
              </a:ext>
            </a:extLst>
          </p:cNvPr>
          <p:cNvSpPr>
            <a:spLocks noGrp="1"/>
          </p:cNvSpPr>
          <p:nvPr/>
        </p:nvSpPr>
        <p:spPr>
          <a:xfrm>
            <a:off x="6107731" y="507867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78" name="F2_precision_recall_distributions_5792">
            <a:extLst>
              <a:ext uri="{FF2B5EF4-FFF2-40B4-BE49-F238E27FC236}">
                <a16:creationId xmlns:a16="http://schemas.microsoft.com/office/drawing/2014/main" id="{5E5EE7A4-21A7-44A7-A36E-A1622125C60D}"/>
              </a:ext>
            </a:extLst>
          </p:cNvPr>
          <p:cNvSpPr>
            <a:spLocks noGrp="1"/>
          </p:cNvSpPr>
          <p:nvPr/>
        </p:nvSpPr>
        <p:spPr>
          <a:xfrm>
            <a:off x="6828430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10589" y="848766"/>
                </a:moveTo>
                <a:lnTo>
                  <a:pt x="164508" y="848766"/>
                </a:lnTo>
                <a:lnTo>
                  <a:pt x="167463" y="842186"/>
                </a:lnTo>
                <a:lnTo>
                  <a:pt x="176008" y="835606"/>
                </a:lnTo>
                <a:lnTo>
                  <a:pt x="189236" y="829027"/>
                </a:lnTo>
                <a:lnTo>
                  <a:pt x="205812" y="822447"/>
                </a:lnTo>
                <a:lnTo>
                  <a:pt x="224189" y="815868"/>
                </a:lnTo>
                <a:lnTo>
                  <a:pt x="242847" y="809288"/>
                </a:lnTo>
                <a:lnTo>
                  <a:pt x="260484" y="802708"/>
                </a:lnTo>
                <a:lnTo>
                  <a:pt x="276150" y="796129"/>
                </a:lnTo>
                <a:lnTo>
                  <a:pt x="289296" y="789549"/>
                </a:lnTo>
                <a:lnTo>
                  <a:pt x="299749" y="782970"/>
                </a:lnTo>
                <a:lnTo>
                  <a:pt x="307635" y="776390"/>
                </a:lnTo>
                <a:lnTo>
                  <a:pt x="313278" y="769811"/>
                </a:lnTo>
                <a:lnTo>
                  <a:pt x="317101" y="763231"/>
                </a:lnTo>
                <a:lnTo>
                  <a:pt x="319543" y="756651"/>
                </a:lnTo>
                <a:lnTo>
                  <a:pt x="321003" y="750072"/>
                </a:lnTo>
                <a:lnTo>
                  <a:pt x="321812" y="743492"/>
                </a:lnTo>
                <a:lnTo>
                  <a:pt x="322221" y="736913"/>
                </a:lnTo>
                <a:lnTo>
                  <a:pt x="322407" y="730333"/>
                </a:lnTo>
                <a:lnTo>
                  <a:pt x="322480" y="723754"/>
                </a:lnTo>
                <a:lnTo>
                  <a:pt x="322495" y="717174"/>
                </a:lnTo>
                <a:lnTo>
                  <a:pt x="322463" y="710594"/>
                </a:lnTo>
                <a:lnTo>
                  <a:pt x="322358" y="704015"/>
                </a:lnTo>
                <a:lnTo>
                  <a:pt x="322132" y="697435"/>
                </a:lnTo>
                <a:lnTo>
                  <a:pt x="321729" y="690856"/>
                </a:lnTo>
                <a:lnTo>
                  <a:pt x="321096" y="684276"/>
                </a:lnTo>
                <a:lnTo>
                  <a:pt x="320197" y="677697"/>
                </a:lnTo>
                <a:lnTo>
                  <a:pt x="319027" y="671117"/>
                </a:lnTo>
                <a:lnTo>
                  <a:pt x="317616" y="664537"/>
                </a:lnTo>
                <a:lnTo>
                  <a:pt x="316025" y="657958"/>
                </a:lnTo>
                <a:lnTo>
                  <a:pt x="314339" y="651378"/>
                </a:lnTo>
                <a:lnTo>
                  <a:pt x="312652" y="644799"/>
                </a:lnTo>
                <a:lnTo>
                  <a:pt x="311054" y="638219"/>
                </a:lnTo>
                <a:lnTo>
                  <a:pt x="309615" y="631639"/>
                </a:lnTo>
                <a:lnTo>
                  <a:pt x="308383" y="625060"/>
                </a:lnTo>
                <a:lnTo>
                  <a:pt x="307378" y="618480"/>
                </a:lnTo>
                <a:lnTo>
                  <a:pt x="306607" y="611901"/>
                </a:lnTo>
                <a:lnTo>
                  <a:pt x="306069" y="605321"/>
                </a:lnTo>
                <a:lnTo>
                  <a:pt x="305771" y="598742"/>
                </a:lnTo>
                <a:lnTo>
                  <a:pt x="305731" y="592162"/>
                </a:lnTo>
                <a:lnTo>
                  <a:pt x="305979" y="585582"/>
                </a:lnTo>
                <a:lnTo>
                  <a:pt x="306545" y="579003"/>
                </a:lnTo>
                <a:lnTo>
                  <a:pt x="307454" y="572423"/>
                </a:lnTo>
                <a:lnTo>
                  <a:pt x="308703" y="565844"/>
                </a:lnTo>
                <a:lnTo>
                  <a:pt x="310259" y="559264"/>
                </a:lnTo>
                <a:lnTo>
                  <a:pt x="312050" y="552685"/>
                </a:lnTo>
                <a:lnTo>
                  <a:pt x="313976" y="546105"/>
                </a:lnTo>
                <a:lnTo>
                  <a:pt x="315913" y="539525"/>
                </a:lnTo>
                <a:lnTo>
                  <a:pt x="317727" y="532946"/>
                </a:lnTo>
                <a:lnTo>
                  <a:pt x="319285" y="526366"/>
                </a:lnTo>
                <a:lnTo>
                  <a:pt x="320457" y="519787"/>
                </a:lnTo>
                <a:lnTo>
                  <a:pt x="321114" y="513207"/>
                </a:lnTo>
                <a:lnTo>
                  <a:pt x="321129" y="506627"/>
                </a:lnTo>
                <a:lnTo>
                  <a:pt x="320369" y="500048"/>
                </a:lnTo>
                <a:lnTo>
                  <a:pt x="318705" y="493468"/>
                </a:lnTo>
                <a:lnTo>
                  <a:pt x="316030" y="486889"/>
                </a:lnTo>
                <a:lnTo>
                  <a:pt x="312282" y="480309"/>
                </a:lnTo>
                <a:lnTo>
                  <a:pt x="307483" y="473730"/>
                </a:lnTo>
                <a:lnTo>
                  <a:pt x="301772" y="467150"/>
                </a:lnTo>
                <a:lnTo>
                  <a:pt x="295422" y="460570"/>
                </a:lnTo>
                <a:lnTo>
                  <a:pt x="288836" y="453991"/>
                </a:lnTo>
                <a:lnTo>
                  <a:pt x="282524" y="447411"/>
                </a:lnTo>
                <a:lnTo>
                  <a:pt x="277031" y="440832"/>
                </a:lnTo>
                <a:lnTo>
                  <a:pt x="272871" y="434252"/>
                </a:lnTo>
                <a:lnTo>
                  <a:pt x="270433" y="427673"/>
                </a:lnTo>
                <a:lnTo>
                  <a:pt x="269922" y="421093"/>
                </a:lnTo>
                <a:lnTo>
                  <a:pt x="271321" y="414513"/>
                </a:lnTo>
                <a:lnTo>
                  <a:pt x="274388" y="407934"/>
                </a:lnTo>
                <a:lnTo>
                  <a:pt x="278708" y="401354"/>
                </a:lnTo>
                <a:lnTo>
                  <a:pt x="283749" y="394775"/>
                </a:lnTo>
                <a:lnTo>
                  <a:pt x="288955" y="388195"/>
                </a:lnTo>
                <a:lnTo>
                  <a:pt x="293812" y="381616"/>
                </a:lnTo>
                <a:lnTo>
                  <a:pt x="297909" y="375036"/>
                </a:lnTo>
                <a:lnTo>
                  <a:pt x="300961" y="368456"/>
                </a:lnTo>
                <a:lnTo>
                  <a:pt x="302817" y="361877"/>
                </a:lnTo>
                <a:lnTo>
                  <a:pt x="303441" y="355297"/>
                </a:lnTo>
                <a:lnTo>
                  <a:pt x="302888" y="348718"/>
                </a:lnTo>
                <a:lnTo>
                  <a:pt x="301284" y="342138"/>
                </a:lnTo>
                <a:lnTo>
                  <a:pt x="298806" y="335558"/>
                </a:lnTo>
                <a:lnTo>
                  <a:pt x="295673" y="328979"/>
                </a:lnTo>
                <a:lnTo>
                  <a:pt x="292144" y="322399"/>
                </a:lnTo>
                <a:lnTo>
                  <a:pt x="288510" y="315820"/>
                </a:lnTo>
                <a:lnTo>
                  <a:pt x="285084" y="309240"/>
                </a:lnTo>
                <a:lnTo>
                  <a:pt x="282181" y="302661"/>
                </a:lnTo>
                <a:lnTo>
                  <a:pt x="280081" y="296081"/>
                </a:lnTo>
                <a:lnTo>
                  <a:pt x="278998" y="289501"/>
                </a:lnTo>
                <a:lnTo>
                  <a:pt x="279048" y="282922"/>
                </a:lnTo>
                <a:lnTo>
                  <a:pt x="280227" y="276342"/>
                </a:lnTo>
                <a:lnTo>
                  <a:pt x="282414" y="269763"/>
                </a:lnTo>
                <a:lnTo>
                  <a:pt x="285391" y="263183"/>
                </a:lnTo>
                <a:lnTo>
                  <a:pt x="288881" y="256604"/>
                </a:lnTo>
                <a:lnTo>
                  <a:pt x="292595" y="250024"/>
                </a:lnTo>
                <a:lnTo>
                  <a:pt x="296274" y="243444"/>
                </a:lnTo>
                <a:lnTo>
                  <a:pt x="299720" y="236865"/>
                </a:lnTo>
                <a:lnTo>
                  <a:pt x="302812" y="230285"/>
                </a:lnTo>
                <a:lnTo>
                  <a:pt x="305498" y="223706"/>
                </a:lnTo>
                <a:lnTo>
                  <a:pt x="307780" y="217126"/>
                </a:lnTo>
                <a:lnTo>
                  <a:pt x="309690" y="210546"/>
                </a:lnTo>
                <a:lnTo>
                  <a:pt x="311266" y="203967"/>
                </a:lnTo>
                <a:lnTo>
                  <a:pt x="312541" y="197387"/>
                </a:lnTo>
                <a:lnTo>
                  <a:pt x="313533" y="190808"/>
                </a:lnTo>
                <a:lnTo>
                  <a:pt x="314255" y="184228"/>
                </a:lnTo>
                <a:lnTo>
                  <a:pt x="314719" y="177649"/>
                </a:lnTo>
                <a:lnTo>
                  <a:pt x="314954" y="171069"/>
                </a:lnTo>
                <a:lnTo>
                  <a:pt x="315006" y="164489"/>
                </a:lnTo>
                <a:lnTo>
                  <a:pt x="314945" y="157910"/>
                </a:lnTo>
                <a:lnTo>
                  <a:pt x="314853" y="151330"/>
                </a:lnTo>
                <a:lnTo>
                  <a:pt x="314815" y="144751"/>
                </a:lnTo>
                <a:lnTo>
                  <a:pt x="314898" y="138171"/>
                </a:lnTo>
                <a:lnTo>
                  <a:pt x="315136" y="131592"/>
                </a:lnTo>
                <a:lnTo>
                  <a:pt x="315505" y="125012"/>
                </a:lnTo>
                <a:lnTo>
                  <a:pt x="315913" y="118432"/>
                </a:lnTo>
                <a:lnTo>
                  <a:pt x="316176" y="111853"/>
                </a:lnTo>
                <a:lnTo>
                  <a:pt x="316003" y="105273"/>
                </a:lnTo>
                <a:lnTo>
                  <a:pt x="314976" y="98694"/>
                </a:lnTo>
                <a:lnTo>
                  <a:pt x="312538" y="92114"/>
                </a:lnTo>
                <a:lnTo>
                  <a:pt x="307991" y="85535"/>
                </a:lnTo>
                <a:lnTo>
                  <a:pt x="300515" y="78955"/>
                </a:lnTo>
                <a:lnTo>
                  <a:pt x="289234" y="72375"/>
                </a:lnTo>
                <a:lnTo>
                  <a:pt x="273320" y="65796"/>
                </a:lnTo>
                <a:lnTo>
                  <a:pt x="252156" y="59216"/>
                </a:lnTo>
                <a:lnTo>
                  <a:pt x="225524" y="52637"/>
                </a:lnTo>
                <a:lnTo>
                  <a:pt x="193806" y="46057"/>
                </a:lnTo>
                <a:lnTo>
                  <a:pt x="158134" y="39477"/>
                </a:lnTo>
                <a:lnTo>
                  <a:pt x="120433" y="32898"/>
                </a:lnTo>
                <a:lnTo>
                  <a:pt x="83326" y="26318"/>
                </a:lnTo>
                <a:lnTo>
                  <a:pt x="49877" y="19739"/>
                </a:lnTo>
                <a:lnTo>
                  <a:pt x="23193" y="13159"/>
                </a:lnTo>
                <a:lnTo>
                  <a:pt x="5960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37" y="6580"/>
                </a:lnTo>
                <a:lnTo>
                  <a:pt x="651903" y="13159"/>
                </a:lnTo>
                <a:lnTo>
                  <a:pt x="625219" y="19739"/>
                </a:lnTo>
                <a:lnTo>
                  <a:pt x="591771" y="26318"/>
                </a:lnTo>
                <a:lnTo>
                  <a:pt x="554664" y="32898"/>
                </a:lnTo>
                <a:lnTo>
                  <a:pt x="516962" y="39477"/>
                </a:lnTo>
                <a:lnTo>
                  <a:pt x="481290" y="46057"/>
                </a:lnTo>
                <a:lnTo>
                  <a:pt x="449573" y="52637"/>
                </a:lnTo>
                <a:lnTo>
                  <a:pt x="422941" y="59216"/>
                </a:lnTo>
                <a:lnTo>
                  <a:pt x="401776" y="65796"/>
                </a:lnTo>
                <a:lnTo>
                  <a:pt x="385863" y="72375"/>
                </a:lnTo>
                <a:lnTo>
                  <a:pt x="374582" y="78955"/>
                </a:lnTo>
                <a:lnTo>
                  <a:pt x="367106" y="85535"/>
                </a:lnTo>
                <a:lnTo>
                  <a:pt x="362558" y="92114"/>
                </a:lnTo>
                <a:lnTo>
                  <a:pt x="360120" y="98694"/>
                </a:lnTo>
                <a:lnTo>
                  <a:pt x="359093" y="105273"/>
                </a:lnTo>
                <a:lnTo>
                  <a:pt x="358920" y="111853"/>
                </a:lnTo>
                <a:lnTo>
                  <a:pt x="359184" y="118432"/>
                </a:lnTo>
                <a:lnTo>
                  <a:pt x="359592" y="125012"/>
                </a:lnTo>
                <a:lnTo>
                  <a:pt x="359961" y="131592"/>
                </a:lnTo>
                <a:lnTo>
                  <a:pt x="360198" y="138171"/>
                </a:lnTo>
                <a:lnTo>
                  <a:pt x="360281" y="144751"/>
                </a:lnTo>
                <a:lnTo>
                  <a:pt x="360243" y="151330"/>
                </a:lnTo>
                <a:lnTo>
                  <a:pt x="360152" y="157910"/>
                </a:lnTo>
                <a:lnTo>
                  <a:pt x="360090" y="164489"/>
                </a:lnTo>
                <a:lnTo>
                  <a:pt x="360143" y="171069"/>
                </a:lnTo>
                <a:lnTo>
                  <a:pt x="360377" y="177649"/>
                </a:lnTo>
                <a:lnTo>
                  <a:pt x="360842" y="184228"/>
                </a:lnTo>
                <a:lnTo>
                  <a:pt x="361563" y="190808"/>
                </a:lnTo>
                <a:lnTo>
                  <a:pt x="362555" y="197387"/>
                </a:lnTo>
                <a:lnTo>
                  <a:pt x="363830" y="203967"/>
                </a:lnTo>
                <a:lnTo>
                  <a:pt x="365407" y="210546"/>
                </a:lnTo>
                <a:lnTo>
                  <a:pt x="367317" y="217126"/>
                </a:lnTo>
                <a:lnTo>
                  <a:pt x="369599" y="223706"/>
                </a:lnTo>
                <a:lnTo>
                  <a:pt x="372285" y="230285"/>
                </a:lnTo>
                <a:lnTo>
                  <a:pt x="375376" y="236865"/>
                </a:lnTo>
                <a:lnTo>
                  <a:pt x="378823" y="243444"/>
                </a:lnTo>
                <a:lnTo>
                  <a:pt x="382501" y="250024"/>
                </a:lnTo>
                <a:lnTo>
                  <a:pt x="386215" y="256604"/>
                </a:lnTo>
                <a:lnTo>
                  <a:pt x="389705" y="263183"/>
                </a:lnTo>
                <a:lnTo>
                  <a:pt x="392682" y="269763"/>
                </a:lnTo>
                <a:lnTo>
                  <a:pt x="394869" y="276342"/>
                </a:lnTo>
                <a:lnTo>
                  <a:pt x="396049" y="282922"/>
                </a:lnTo>
                <a:lnTo>
                  <a:pt x="396098" y="289501"/>
                </a:lnTo>
                <a:lnTo>
                  <a:pt x="395016" y="296081"/>
                </a:lnTo>
                <a:lnTo>
                  <a:pt x="392916" y="302661"/>
                </a:lnTo>
                <a:lnTo>
                  <a:pt x="390012" y="309240"/>
                </a:lnTo>
                <a:lnTo>
                  <a:pt x="386587" y="315820"/>
                </a:lnTo>
                <a:lnTo>
                  <a:pt x="382953" y="322399"/>
                </a:lnTo>
                <a:lnTo>
                  <a:pt x="379424" y="328979"/>
                </a:lnTo>
                <a:lnTo>
                  <a:pt x="376291" y="335558"/>
                </a:lnTo>
                <a:lnTo>
                  <a:pt x="373813" y="342138"/>
                </a:lnTo>
                <a:lnTo>
                  <a:pt x="372209" y="348718"/>
                </a:lnTo>
                <a:lnTo>
                  <a:pt x="371656" y="355297"/>
                </a:lnTo>
                <a:lnTo>
                  <a:pt x="372279" y="361877"/>
                </a:lnTo>
                <a:lnTo>
                  <a:pt x="374135" y="368456"/>
                </a:lnTo>
                <a:lnTo>
                  <a:pt x="377187" y="375036"/>
                </a:lnTo>
                <a:lnTo>
                  <a:pt x="381284" y="381616"/>
                </a:lnTo>
                <a:lnTo>
                  <a:pt x="386142" y="388195"/>
                </a:lnTo>
                <a:lnTo>
                  <a:pt x="391348" y="394775"/>
                </a:lnTo>
                <a:lnTo>
                  <a:pt x="396389" y="401354"/>
                </a:lnTo>
                <a:lnTo>
                  <a:pt x="400708" y="407934"/>
                </a:lnTo>
                <a:lnTo>
                  <a:pt x="403776" y="414513"/>
                </a:lnTo>
                <a:lnTo>
                  <a:pt x="405174" y="421093"/>
                </a:lnTo>
                <a:lnTo>
                  <a:pt x="404664" y="427673"/>
                </a:lnTo>
                <a:lnTo>
                  <a:pt x="402226" y="434252"/>
                </a:lnTo>
                <a:lnTo>
                  <a:pt x="398065" y="440832"/>
                </a:lnTo>
                <a:lnTo>
                  <a:pt x="392573" y="447411"/>
                </a:lnTo>
                <a:lnTo>
                  <a:pt x="386260" y="453991"/>
                </a:lnTo>
                <a:lnTo>
                  <a:pt x="379675" y="460570"/>
                </a:lnTo>
                <a:lnTo>
                  <a:pt x="373324" y="467150"/>
                </a:lnTo>
                <a:lnTo>
                  <a:pt x="367613" y="473730"/>
                </a:lnTo>
                <a:lnTo>
                  <a:pt x="362815" y="480309"/>
                </a:lnTo>
                <a:lnTo>
                  <a:pt x="359067" y="486889"/>
                </a:lnTo>
                <a:lnTo>
                  <a:pt x="356391" y="493468"/>
                </a:lnTo>
                <a:lnTo>
                  <a:pt x="354728" y="500048"/>
                </a:lnTo>
                <a:lnTo>
                  <a:pt x="353968" y="506627"/>
                </a:lnTo>
                <a:lnTo>
                  <a:pt x="353982" y="513207"/>
                </a:lnTo>
                <a:lnTo>
                  <a:pt x="354640" y="519787"/>
                </a:lnTo>
                <a:lnTo>
                  <a:pt x="355812" y="526366"/>
                </a:lnTo>
                <a:lnTo>
                  <a:pt x="357370" y="532946"/>
                </a:lnTo>
                <a:lnTo>
                  <a:pt x="359184" y="539525"/>
                </a:lnTo>
                <a:lnTo>
                  <a:pt x="361120" y="546105"/>
                </a:lnTo>
                <a:lnTo>
                  <a:pt x="363046" y="552685"/>
                </a:lnTo>
                <a:lnTo>
                  <a:pt x="364838" y="559264"/>
                </a:lnTo>
                <a:lnTo>
                  <a:pt x="366393" y="565844"/>
                </a:lnTo>
                <a:lnTo>
                  <a:pt x="367643" y="572423"/>
                </a:lnTo>
                <a:lnTo>
                  <a:pt x="368551" y="579003"/>
                </a:lnTo>
                <a:lnTo>
                  <a:pt x="369118" y="585582"/>
                </a:lnTo>
                <a:lnTo>
                  <a:pt x="369365" y="592162"/>
                </a:lnTo>
                <a:lnTo>
                  <a:pt x="369325" y="598742"/>
                </a:lnTo>
                <a:lnTo>
                  <a:pt x="369027" y="605321"/>
                </a:lnTo>
                <a:lnTo>
                  <a:pt x="368490" y="611901"/>
                </a:lnTo>
                <a:lnTo>
                  <a:pt x="367718" y="618480"/>
                </a:lnTo>
                <a:lnTo>
                  <a:pt x="366714" y="625060"/>
                </a:lnTo>
                <a:lnTo>
                  <a:pt x="365481" y="631639"/>
                </a:lnTo>
                <a:lnTo>
                  <a:pt x="364043" y="638219"/>
                </a:lnTo>
                <a:lnTo>
                  <a:pt x="362445" y="644799"/>
                </a:lnTo>
                <a:lnTo>
                  <a:pt x="360758" y="651378"/>
                </a:lnTo>
                <a:lnTo>
                  <a:pt x="359071" y="657958"/>
                </a:lnTo>
                <a:lnTo>
                  <a:pt x="357480" y="664537"/>
                </a:lnTo>
                <a:lnTo>
                  <a:pt x="356069" y="671117"/>
                </a:lnTo>
                <a:lnTo>
                  <a:pt x="354900" y="677697"/>
                </a:lnTo>
                <a:lnTo>
                  <a:pt x="354001" y="684276"/>
                </a:lnTo>
                <a:lnTo>
                  <a:pt x="353367" y="690856"/>
                </a:lnTo>
                <a:lnTo>
                  <a:pt x="352964" y="697435"/>
                </a:lnTo>
                <a:lnTo>
                  <a:pt x="352739" y="704015"/>
                </a:lnTo>
                <a:lnTo>
                  <a:pt x="352634" y="710594"/>
                </a:lnTo>
                <a:lnTo>
                  <a:pt x="352601" y="717174"/>
                </a:lnTo>
                <a:lnTo>
                  <a:pt x="352617" y="723754"/>
                </a:lnTo>
                <a:lnTo>
                  <a:pt x="352690" y="730333"/>
                </a:lnTo>
                <a:lnTo>
                  <a:pt x="352876" y="736913"/>
                </a:lnTo>
                <a:lnTo>
                  <a:pt x="353285" y="743492"/>
                </a:lnTo>
                <a:lnTo>
                  <a:pt x="354093" y="750072"/>
                </a:lnTo>
                <a:lnTo>
                  <a:pt x="355553" y="756651"/>
                </a:lnTo>
                <a:lnTo>
                  <a:pt x="357995" y="763231"/>
                </a:lnTo>
                <a:lnTo>
                  <a:pt x="361818" y="769811"/>
                </a:lnTo>
                <a:lnTo>
                  <a:pt x="367462" y="776390"/>
                </a:lnTo>
                <a:lnTo>
                  <a:pt x="375347" y="782970"/>
                </a:lnTo>
                <a:lnTo>
                  <a:pt x="385800" y="789549"/>
                </a:lnTo>
                <a:lnTo>
                  <a:pt x="398946" y="796129"/>
                </a:lnTo>
                <a:lnTo>
                  <a:pt x="414613" y="802708"/>
                </a:lnTo>
                <a:lnTo>
                  <a:pt x="432249" y="809288"/>
                </a:lnTo>
                <a:lnTo>
                  <a:pt x="450907" y="815868"/>
                </a:lnTo>
                <a:lnTo>
                  <a:pt x="469285" y="822447"/>
                </a:lnTo>
                <a:lnTo>
                  <a:pt x="485860" y="829027"/>
                </a:lnTo>
                <a:lnTo>
                  <a:pt x="499088" y="835606"/>
                </a:lnTo>
                <a:lnTo>
                  <a:pt x="507633" y="842186"/>
                </a:lnTo>
                <a:lnTo>
                  <a:pt x="510589" y="848766"/>
                </a:lnTo>
                <a:lnTo>
                  <a:pt x="510589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2979" name="F2_precision_recall_distributions_5793">
            <a:extLst>
              <a:ext uri="{FF2B5EF4-FFF2-40B4-BE49-F238E27FC236}">
                <a16:creationId xmlns:a16="http://schemas.microsoft.com/office/drawing/2014/main" id="{7CCACBFD-5AFD-424A-8877-9505CC7AD380}"/>
              </a:ext>
            </a:extLst>
          </p:cNvPr>
          <p:cNvSpPr>
            <a:spLocks noGrp="1"/>
          </p:cNvSpPr>
          <p:nvPr/>
        </p:nvSpPr>
        <p:spPr>
          <a:xfrm>
            <a:off x="723642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0" name="F2_precision_recall_distributions_5794">
            <a:extLst>
              <a:ext uri="{FF2B5EF4-FFF2-40B4-BE49-F238E27FC236}">
                <a16:creationId xmlns:a16="http://schemas.microsoft.com/office/drawing/2014/main" id="{303BFC50-983A-483E-8191-07691B18C9EB}"/>
              </a:ext>
            </a:extLst>
          </p:cNvPr>
          <p:cNvSpPr>
            <a:spLocks noGrp="1"/>
          </p:cNvSpPr>
          <p:nvPr/>
        </p:nvSpPr>
        <p:spPr>
          <a:xfrm>
            <a:off x="73385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1" name="F2_precision_recall_distributions_5795">
            <a:extLst>
              <a:ext uri="{FF2B5EF4-FFF2-40B4-BE49-F238E27FC236}">
                <a16:creationId xmlns:a16="http://schemas.microsoft.com/office/drawing/2014/main" id="{D8771FA5-C27D-4CB6-B3A0-F6452E3708A2}"/>
              </a:ext>
            </a:extLst>
          </p:cNvPr>
          <p:cNvSpPr>
            <a:spLocks noGrp="1"/>
          </p:cNvSpPr>
          <p:nvPr/>
        </p:nvSpPr>
        <p:spPr>
          <a:xfrm>
            <a:off x="697862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2" name="F2_precision_recall_distributions_5796">
            <a:extLst>
              <a:ext uri="{FF2B5EF4-FFF2-40B4-BE49-F238E27FC236}">
                <a16:creationId xmlns:a16="http://schemas.microsoft.com/office/drawing/2014/main" id="{A6F61EA1-E1EB-4882-B6D3-33E5D5F62071}"/>
              </a:ext>
            </a:extLst>
          </p:cNvPr>
          <p:cNvSpPr>
            <a:spLocks noGrp="1"/>
          </p:cNvSpPr>
          <p:nvPr/>
        </p:nvSpPr>
        <p:spPr>
          <a:xfrm>
            <a:off x="7037586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3" name="F2_precision_recall_distributions_5797">
            <a:extLst>
              <a:ext uri="{FF2B5EF4-FFF2-40B4-BE49-F238E27FC236}">
                <a16:creationId xmlns:a16="http://schemas.microsoft.com/office/drawing/2014/main" id="{A0DC3768-4C18-4BBC-8736-029EA571CC68}"/>
              </a:ext>
            </a:extLst>
          </p:cNvPr>
          <p:cNvSpPr>
            <a:spLocks noGrp="1"/>
          </p:cNvSpPr>
          <p:nvPr/>
        </p:nvSpPr>
        <p:spPr>
          <a:xfrm>
            <a:off x="7004178" y="458728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4" name="F2_precision_recall_distributions_5798">
            <a:extLst>
              <a:ext uri="{FF2B5EF4-FFF2-40B4-BE49-F238E27FC236}">
                <a16:creationId xmlns:a16="http://schemas.microsoft.com/office/drawing/2014/main" id="{CB4187BD-7F32-445F-9428-027C058CA038}"/>
              </a:ext>
            </a:extLst>
          </p:cNvPr>
          <p:cNvSpPr>
            <a:spLocks noGrp="1"/>
          </p:cNvSpPr>
          <p:nvPr/>
        </p:nvSpPr>
        <p:spPr>
          <a:xfrm>
            <a:off x="716637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5" name="F2_precision_recall_distributions_5799">
            <a:extLst>
              <a:ext uri="{FF2B5EF4-FFF2-40B4-BE49-F238E27FC236}">
                <a16:creationId xmlns:a16="http://schemas.microsoft.com/office/drawing/2014/main" id="{95413CE4-A061-4EF7-9A24-630A9A0DC2F9}"/>
              </a:ext>
            </a:extLst>
          </p:cNvPr>
          <p:cNvSpPr>
            <a:spLocks noGrp="1"/>
          </p:cNvSpPr>
          <p:nvPr/>
        </p:nvSpPr>
        <p:spPr>
          <a:xfrm>
            <a:off x="72913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6" name="F2_precision_recall_distributions_5800">
            <a:extLst>
              <a:ext uri="{FF2B5EF4-FFF2-40B4-BE49-F238E27FC236}">
                <a16:creationId xmlns:a16="http://schemas.microsoft.com/office/drawing/2014/main" id="{F2E6C215-1BCB-4AAC-B094-793767AB0AE9}"/>
              </a:ext>
            </a:extLst>
          </p:cNvPr>
          <p:cNvSpPr>
            <a:spLocks noGrp="1"/>
          </p:cNvSpPr>
          <p:nvPr/>
        </p:nvSpPr>
        <p:spPr>
          <a:xfrm>
            <a:off x="73224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7" name="F2_precision_recall_distributions_5801">
            <a:extLst>
              <a:ext uri="{FF2B5EF4-FFF2-40B4-BE49-F238E27FC236}">
                <a16:creationId xmlns:a16="http://schemas.microsoft.com/office/drawing/2014/main" id="{E45845E1-26B9-4CB3-980A-7FD551C2C520}"/>
              </a:ext>
            </a:extLst>
          </p:cNvPr>
          <p:cNvSpPr>
            <a:spLocks noGrp="1"/>
          </p:cNvSpPr>
          <p:nvPr/>
        </p:nvSpPr>
        <p:spPr>
          <a:xfrm>
            <a:off x="7259384" y="48523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8" name="F2_precision_recall_distributions_5802">
            <a:extLst>
              <a:ext uri="{FF2B5EF4-FFF2-40B4-BE49-F238E27FC236}">
                <a16:creationId xmlns:a16="http://schemas.microsoft.com/office/drawing/2014/main" id="{8682D0AE-B4F9-45AE-8505-80178F35839D}"/>
              </a:ext>
            </a:extLst>
          </p:cNvPr>
          <p:cNvSpPr>
            <a:spLocks noGrp="1"/>
          </p:cNvSpPr>
          <p:nvPr/>
        </p:nvSpPr>
        <p:spPr>
          <a:xfrm>
            <a:off x="733357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89" name="F2_precision_recall_distributions_5803">
            <a:extLst>
              <a:ext uri="{FF2B5EF4-FFF2-40B4-BE49-F238E27FC236}">
                <a16:creationId xmlns:a16="http://schemas.microsoft.com/office/drawing/2014/main" id="{923AFF5D-7943-47F8-9BC7-7523A99B9CAB}"/>
              </a:ext>
            </a:extLst>
          </p:cNvPr>
          <p:cNvSpPr>
            <a:spLocks noGrp="1"/>
          </p:cNvSpPr>
          <p:nvPr/>
        </p:nvSpPr>
        <p:spPr>
          <a:xfrm>
            <a:off x="730449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0" name="F2_precision_recall_distributions_5804">
            <a:extLst>
              <a:ext uri="{FF2B5EF4-FFF2-40B4-BE49-F238E27FC236}">
                <a16:creationId xmlns:a16="http://schemas.microsoft.com/office/drawing/2014/main" id="{A4F79E0E-2D4D-4FC8-B4C5-F063F741381C}"/>
              </a:ext>
            </a:extLst>
          </p:cNvPr>
          <p:cNvSpPr>
            <a:spLocks noGrp="1"/>
          </p:cNvSpPr>
          <p:nvPr/>
        </p:nvSpPr>
        <p:spPr>
          <a:xfrm>
            <a:off x="726947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1" name="F2_precision_recall_distributions_5805">
            <a:extLst>
              <a:ext uri="{FF2B5EF4-FFF2-40B4-BE49-F238E27FC236}">
                <a16:creationId xmlns:a16="http://schemas.microsoft.com/office/drawing/2014/main" id="{B4DC86E6-933A-4898-9C6E-587425DC6F28}"/>
              </a:ext>
            </a:extLst>
          </p:cNvPr>
          <p:cNvSpPr>
            <a:spLocks noGrp="1"/>
          </p:cNvSpPr>
          <p:nvPr/>
        </p:nvSpPr>
        <p:spPr>
          <a:xfrm>
            <a:off x="699338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2" name="F2_precision_recall_distributions_5806">
            <a:extLst>
              <a:ext uri="{FF2B5EF4-FFF2-40B4-BE49-F238E27FC236}">
                <a16:creationId xmlns:a16="http://schemas.microsoft.com/office/drawing/2014/main" id="{5857181D-937C-4EF2-9FE7-5F977C751151}"/>
              </a:ext>
            </a:extLst>
          </p:cNvPr>
          <p:cNvSpPr>
            <a:spLocks noGrp="1"/>
          </p:cNvSpPr>
          <p:nvPr/>
        </p:nvSpPr>
        <p:spPr>
          <a:xfrm>
            <a:off x="7257061" y="45481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3" name="F2_precision_recall_distributions_5807">
            <a:extLst>
              <a:ext uri="{FF2B5EF4-FFF2-40B4-BE49-F238E27FC236}">
                <a16:creationId xmlns:a16="http://schemas.microsoft.com/office/drawing/2014/main" id="{82D7F0C2-DF2A-4AC0-A1B3-E8B74A6E6B5A}"/>
              </a:ext>
            </a:extLst>
          </p:cNvPr>
          <p:cNvSpPr>
            <a:spLocks noGrp="1"/>
          </p:cNvSpPr>
          <p:nvPr/>
        </p:nvSpPr>
        <p:spPr>
          <a:xfrm>
            <a:off x="7208313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4" name="F2_precision_recall_distributions_5808">
            <a:extLst>
              <a:ext uri="{FF2B5EF4-FFF2-40B4-BE49-F238E27FC236}">
                <a16:creationId xmlns:a16="http://schemas.microsoft.com/office/drawing/2014/main" id="{097830F6-FC18-4A07-A599-14AE9BC65A0E}"/>
              </a:ext>
            </a:extLst>
          </p:cNvPr>
          <p:cNvSpPr>
            <a:spLocks noGrp="1"/>
          </p:cNvSpPr>
          <p:nvPr/>
        </p:nvSpPr>
        <p:spPr>
          <a:xfrm>
            <a:off x="728020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5" name="F2_precision_recall_distributions_5809">
            <a:extLst>
              <a:ext uri="{FF2B5EF4-FFF2-40B4-BE49-F238E27FC236}">
                <a16:creationId xmlns:a16="http://schemas.microsoft.com/office/drawing/2014/main" id="{0944CB8D-F3EF-4A0A-BA4E-660008B5F7DD}"/>
              </a:ext>
            </a:extLst>
          </p:cNvPr>
          <p:cNvSpPr>
            <a:spLocks noGrp="1"/>
          </p:cNvSpPr>
          <p:nvPr/>
        </p:nvSpPr>
        <p:spPr>
          <a:xfrm>
            <a:off x="700573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6" name="F2_precision_recall_distributions_5810">
            <a:extLst>
              <a:ext uri="{FF2B5EF4-FFF2-40B4-BE49-F238E27FC236}">
                <a16:creationId xmlns:a16="http://schemas.microsoft.com/office/drawing/2014/main" id="{24A87C15-BEAE-4169-8520-73C408E7307B}"/>
              </a:ext>
            </a:extLst>
          </p:cNvPr>
          <p:cNvSpPr>
            <a:spLocks noGrp="1"/>
          </p:cNvSpPr>
          <p:nvPr/>
        </p:nvSpPr>
        <p:spPr>
          <a:xfrm>
            <a:off x="720513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7" name="F2_precision_recall_distributions_5811">
            <a:extLst>
              <a:ext uri="{FF2B5EF4-FFF2-40B4-BE49-F238E27FC236}">
                <a16:creationId xmlns:a16="http://schemas.microsoft.com/office/drawing/2014/main" id="{D4EB97BB-7862-44E6-BAC6-B486D09A2EF5}"/>
              </a:ext>
            </a:extLst>
          </p:cNvPr>
          <p:cNvSpPr>
            <a:spLocks noGrp="1"/>
          </p:cNvSpPr>
          <p:nvPr/>
        </p:nvSpPr>
        <p:spPr>
          <a:xfrm>
            <a:off x="721622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8" name="F2_precision_recall_distributions_5812">
            <a:extLst>
              <a:ext uri="{FF2B5EF4-FFF2-40B4-BE49-F238E27FC236}">
                <a16:creationId xmlns:a16="http://schemas.microsoft.com/office/drawing/2014/main" id="{1B3BDB87-FF62-44A6-BDE4-B078E2C6999C}"/>
              </a:ext>
            </a:extLst>
          </p:cNvPr>
          <p:cNvSpPr>
            <a:spLocks noGrp="1"/>
          </p:cNvSpPr>
          <p:nvPr/>
        </p:nvSpPr>
        <p:spPr>
          <a:xfrm>
            <a:off x="7128859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2999" name="F2_precision_recall_distributions_5813">
            <a:extLst>
              <a:ext uri="{FF2B5EF4-FFF2-40B4-BE49-F238E27FC236}">
                <a16:creationId xmlns:a16="http://schemas.microsoft.com/office/drawing/2014/main" id="{6D33FD48-4B5B-4BE1-BA71-96885A8781C2}"/>
              </a:ext>
            </a:extLst>
          </p:cNvPr>
          <p:cNvSpPr>
            <a:spLocks noGrp="1"/>
          </p:cNvSpPr>
          <p:nvPr/>
        </p:nvSpPr>
        <p:spPr>
          <a:xfrm>
            <a:off x="7120739" y="484290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0" name="F2_precision_recall_distributions_5814">
            <a:extLst>
              <a:ext uri="{FF2B5EF4-FFF2-40B4-BE49-F238E27FC236}">
                <a16:creationId xmlns:a16="http://schemas.microsoft.com/office/drawing/2014/main" id="{2B58CACA-3390-40CE-8045-2AAC3B79D346}"/>
              </a:ext>
            </a:extLst>
          </p:cNvPr>
          <p:cNvSpPr>
            <a:spLocks noGrp="1"/>
          </p:cNvSpPr>
          <p:nvPr/>
        </p:nvSpPr>
        <p:spPr>
          <a:xfrm>
            <a:off x="728019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1" name="F2_precision_recall_distributions_5815">
            <a:extLst>
              <a:ext uri="{FF2B5EF4-FFF2-40B4-BE49-F238E27FC236}">
                <a16:creationId xmlns:a16="http://schemas.microsoft.com/office/drawing/2014/main" id="{07367ABC-A876-47A4-809C-FA8AD41A6C5C}"/>
              </a:ext>
            </a:extLst>
          </p:cNvPr>
          <p:cNvSpPr>
            <a:spLocks noGrp="1"/>
          </p:cNvSpPr>
          <p:nvPr/>
        </p:nvSpPr>
        <p:spPr>
          <a:xfrm>
            <a:off x="7030372" y="4399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2" name="F2_precision_recall_distributions_5816">
            <a:extLst>
              <a:ext uri="{FF2B5EF4-FFF2-40B4-BE49-F238E27FC236}">
                <a16:creationId xmlns:a16="http://schemas.microsoft.com/office/drawing/2014/main" id="{0A83389A-16BD-4B70-AAED-603679F1AD77}"/>
              </a:ext>
            </a:extLst>
          </p:cNvPr>
          <p:cNvSpPr>
            <a:spLocks noGrp="1"/>
          </p:cNvSpPr>
          <p:nvPr/>
        </p:nvSpPr>
        <p:spPr>
          <a:xfrm>
            <a:off x="7269889" y="45481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3" name="F2_precision_recall_distributions_5817">
            <a:extLst>
              <a:ext uri="{FF2B5EF4-FFF2-40B4-BE49-F238E27FC236}">
                <a16:creationId xmlns:a16="http://schemas.microsoft.com/office/drawing/2014/main" id="{E07BAB0A-7878-4D8F-9931-7057064CE0D9}"/>
              </a:ext>
            </a:extLst>
          </p:cNvPr>
          <p:cNvSpPr>
            <a:spLocks noGrp="1"/>
          </p:cNvSpPr>
          <p:nvPr/>
        </p:nvSpPr>
        <p:spPr>
          <a:xfrm>
            <a:off x="7005937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4" name="F2_precision_recall_distributions_5818">
            <a:extLst>
              <a:ext uri="{FF2B5EF4-FFF2-40B4-BE49-F238E27FC236}">
                <a16:creationId xmlns:a16="http://schemas.microsoft.com/office/drawing/2014/main" id="{EA5F8F7C-29E2-41AF-AE23-37C6CC797FF0}"/>
              </a:ext>
            </a:extLst>
          </p:cNvPr>
          <p:cNvSpPr>
            <a:spLocks noGrp="1"/>
          </p:cNvSpPr>
          <p:nvPr/>
        </p:nvSpPr>
        <p:spPr>
          <a:xfrm>
            <a:off x="720457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5" name="F2_precision_recall_distributions_5819">
            <a:extLst>
              <a:ext uri="{FF2B5EF4-FFF2-40B4-BE49-F238E27FC236}">
                <a16:creationId xmlns:a16="http://schemas.microsoft.com/office/drawing/2014/main" id="{0B4DB28D-13DA-447C-847A-6D2C6BEA4EF2}"/>
              </a:ext>
            </a:extLst>
          </p:cNvPr>
          <p:cNvSpPr>
            <a:spLocks noGrp="1"/>
          </p:cNvSpPr>
          <p:nvPr/>
        </p:nvSpPr>
        <p:spPr>
          <a:xfrm>
            <a:off x="717782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6" name="F2_precision_recall_distributions_5820">
            <a:extLst>
              <a:ext uri="{FF2B5EF4-FFF2-40B4-BE49-F238E27FC236}">
                <a16:creationId xmlns:a16="http://schemas.microsoft.com/office/drawing/2014/main" id="{1FFB79B0-1687-47D8-9824-29B85D90E704}"/>
              </a:ext>
            </a:extLst>
          </p:cNvPr>
          <p:cNvSpPr>
            <a:spLocks noGrp="1"/>
          </p:cNvSpPr>
          <p:nvPr/>
        </p:nvSpPr>
        <p:spPr>
          <a:xfrm>
            <a:off x="7064125" y="48828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7" name="F2_precision_recall_distributions_5821">
            <a:extLst>
              <a:ext uri="{FF2B5EF4-FFF2-40B4-BE49-F238E27FC236}">
                <a16:creationId xmlns:a16="http://schemas.microsoft.com/office/drawing/2014/main" id="{522ECD70-62DA-4473-B638-000329A6140E}"/>
              </a:ext>
            </a:extLst>
          </p:cNvPr>
          <p:cNvSpPr>
            <a:spLocks noGrp="1"/>
          </p:cNvSpPr>
          <p:nvPr/>
        </p:nvSpPr>
        <p:spPr>
          <a:xfrm>
            <a:off x="7045443" y="48361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8" name="F2_precision_recall_distributions_5822">
            <a:extLst>
              <a:ext uri="{FF2B5EF4-FFF2-40B4-BE49-F238E27FC236}">
                <a16:creationId xmlns:a16="http://schemas.microsoft.com/office/drawing/2014/main" id="{793FBC7B-A5B0-4178-9591-3EB775886C6A}"/>
              </a:ext>
            </a:extLst>
          </p:cNvPr>
          <p:cNvSpPr>
            <a:spLocks noGrp="1"/>
          </p:cNvSpPr>
          <p:nvPr/>
        </p:nvSpPr>
        <p:spPr>
          <a:xfrm>
            <a:off x="715195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09" name="F2_precision_recall_distributions_5823">
            <a:extLst>
              <a:ext uri="{FF2B5EF4-FFF2-40B4-BE49-F238E27FC236}">
                <a16:creationId xmlns:a16="http://schemas.microsoft.com/office/drawing/2014/main" id="{DEBBF049-08F6-40E0-ADCE-EF0983ADF1F1}"/>
              </a:ext>
            </a:extLst>
          </p:cNvPr>
          <p:cNvSpPr>
            <a:spLocks noGrp="1"/>
          </p:cNvSpPr>
          <p:nvPr/>
        </p:nvSpPr>
        <p:spPr>
          <a:xfrm>
            <a:off x="7213615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0" name="F2_precision_recall_distributions_5824">
            <a:extLst>
              <a:ext uri="{FF2B5EF4-FFF2-40B4-BE49-F238E27FC236}">
                <a16:creationId xmlns:a16="http://schemas.microsoft.com/office/drawing/2014/main" id="{92564410-C9E1-4198-AAFB-055881B7B981}"/>
              </a:ext>
            </a:extLst>
          </p:cNvPr>
          <p:cNvSpPr>
            <a:spLocks noGrp="1"/>
          </p:cNvSpPr>
          <p:nvPr/>
        </p:nvSpPr>
        <p:spPr>
          <a:xfrm>
            <a:off x="7213443" y="494809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1" name="F2_precision_recall_distributions_5825">
            <a:extLst>
              <a:ext uri="{FF2B5EF4-FFF2-40B4-BE49-F238E27FC236}">
                <a16:creationId xmlns:a16="http://schemas.microsoft.com/office/drawing/2014/main" id="{109052FF-0131-459B-A299-09B00B5D6682}"/>
              </a:ext>
            </a:extLst>
          </p:cNvPr>
          <p:cNvSpPr>
            <a:spLocks noGrp="1"/>
          </p:cNvSpPr>
          <p:nvPr/>
        </p:nvSpPr>
        <p:spPr>
          <a:xfrm>
            <a:off x="721223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2" name="F2_precision_recall_distributions_5826">
            <a:extLst>
              <a:ext uri="{FF2B5EF4-FFF2-40B4-BE49-F238E27FC236}">
                <a16:creationId xmlns:a16="http://schemas.microsoft.com/office/drawing/2014/main" id="{C90B552C-6EE6-4AA4-AB52-4F76EDEF4FC7}"/>
              </a:ext>
            </a:extLst>
          </p:cNvPr>
          <p:cNvSpPr>
            <a:spLocks noGrp="1"/>
          </p:cNvSpPr>
          <p:nvPr/>
        </p:nvSpPr>
        <p:spPr>
          <a:xfrm>
            <a:off x="72582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3" name="F2_precision_recall_distributions_5827">
            <a:extLst>
              <a:ext uri="{FF2B5EF4-FFF2-40B4-BE49-F238E27FC236}">
                <a16:creationId xmlns:a16="http://schemas.microsoft.com/office/drawing/2014/main" id="{C934D721-E82A-46F5-AA80-94D3F6ED8EA3}"/>
              </a:ext>
            </a:extLst>
          </p:cNvPr>
          <p:cNvSpPr>
            <a:spLocks noGrp="1"/>
          </p:cNvSpPr>
          <p:nvPr/>
        </p:nvSpPr>
        <p:spPr>
          <a:xfrm>
            <a:off x="726822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4" name="F2_precision_recall_distributions_5828">
            <a:extLst>
              <a:ext uri="{FF2B5EF4-FFF2-40B4-BE49-F238E27FC236}">
                <a16:creationId xmlns:a16="http://schemas.microsoft.com/office/drawing/2014/main" id="{F4CA7473-C216-44BF-BEBD-1E09AF8E026E}"/>
              </a:ext>
            </a:extLst>
          </p:cNvPr>
          <p:cNvSpPr>
            <a:spLocks noGrp="1"/>
          </p:cNvSpPr>
          <p:nvPr/>
        </p:nvSpPr>
        <p:spPr>
          <a:xfrm>
            <a:off x="726745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5" name="F2_precision_recall_distributions_5829">
            <a:extLst>
              <a:ext uri="{FF2B5EF4-FFF2-40B4-BE49-F238E27FC236}">
                <a16:creationId xmlns:a16="http://schemas.microsoft.com/office/drawing/2014/main" id="{D2ED2ECB-5352-495A-95E4-FC45806457C4}"/>
              </a:ext>
            </a:extLst>
          </p:cNvPr>
          <p:cNvSpPr>
            <a:spLocks noGrp="1"/>
          </p:cNvSpPr>
          <p:nvPr/>
        </p:nvSpPr>
        <p:spPr>
          <a:xfrm>
            <a:off x="706711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6" name="F2_precision_recall_distributions_5830">
            <a:extLst>
              <a:ext uri="{FF2B5EF4-FFF2-40B4-BE49-F238E27FC236}">
                <a16:creationId xmlns:a16="http://schemas.microsoft.com/office/drawing/2014/main" id="{34A815A4-7E99-43E0-B900-CB1A7A2B8D89}"/>
              </a:ext>
            </a:extLst>
          </p:cNvPr>
          <p:cNvSpPr>
            <a:spLocks noGrp="1"/>
          </p:cNvSpPr>
          <p:nvPr/>
        </p:nvSpPr>
        <p:spPr>
          <a:xfrm>
            <a:off x="699361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7" name="F2_precision_recall_distributions_5831">
            <a:extLst>
              <a:ext uri="{FF2B5EF4-FFF2-40B4-BE49-F238E27FC236}">
                <a16:creationId xmlns:a16="http://schemas.microsoft.com/office/drawing/2014/main" id="{4421C299-592B-424C-B1DF-5BCCFFC6D4A5}"/>
              </a:ext>
            </a:extLst>
          </p:cNvPr>
          <p:cNvSpPr>
            <a:spLocks noGrp="1"/>
          </p:cNvSpPr>
          <p:nvPr/>
        </p:nvSpPr>
        <p:spPr>
          <a:xfrm>
            <a:off x="729281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8" name="F2_precision_recall_distributions_5832">
            <a:extLst>
              <a:ext uri="{FF2B5EF4-FFF2-40B4-BE49-F238E27FC236}">
                <a16:creationId xmlns:a16="http://schemas.microsoft.com/office/drawing/2014/main" id="{FB7C54FD-D0E1-4B80-9434-2AD741679778}"/>
              </a:ext>
            </a:extLst>
          </p:cNvPr>
          <p:cNvSpPr>
            <a:spLocks noGrp="1"/>
          </p:cNvSpPr>
          <p:nvPr/>
        </p:nvSpPr>
        <p:spPr>
          <a:xfrm>
            <a:off x="6967555" y="43360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19" name="F2_precision_recall_distributions_5833">
            <a:extLst>
              <a:ext uri="{FF2B5EF4-FFF2-40B4-BE49-F238E27FC236}">
                <a16:creationId xmlns:a16="http://schemas.microsoft.com/office/drawing/2014/main" id="{AF398D9A-C5A9-4400-B594-59F644F33807}"/>
              </a:ext>
            </a:extLst>
          </p:cNvPr>
          <p:cNvSpPr>
            <a:spLocks noGrp="1"/>
          </p:cNvSpPr>
          <p:nvPr/>
        </p:nvSpPr>
        <p:spPr>
          <a:xfrm>
            <a:off x="706641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0" name="F2_precision_recall_distributions_5834">
            <a:extLst>
              <a:ext uri="{FF2B5EF4-FFF2-40B4-BE49-F238E27FC236}">
                <a16:creationId xmlns:a16="http://schemas.microsoft.com/office/drawing/2014/main" id="{8526D2DC-30F4-437C-A074-7F52D190FB6E}"/>
              </a:ext>
            </a:extLst>
          </p:cNvPr>
          <p:cNvSpPr>
            <a:spLocks noGrp="1"/>
          </p:cNvSpPr>
          <p:nvPr/>
        </p:nvSpPr>
        <p:spPr>
          <a:xfrm>
            <a:off x="701185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1" name="F2_precision_recall_distributions_5835">
            <a:extLst>
              <a:ext uri="{FF2B5EF4-FFF2-40B4-BE49-F238E27FC236}">
                <a16:creationId xmlns:a16="http://schemas.microsoft.com/office/drawing/2014/main" id="{819E7F3D-5812-40C3-83B4-ECA5282A3627}"/>
              </a:ext>
            </a:extLst>
          </p:cNvPr>
          <p:cNvSpPr>
            <a:spLocks noGrp="1"/>
          </p:cNvSpPr>
          <p:nvPr/>
        </p:nvSpPr>
        <p:spPr>
          <a:xfrm>
            <a:off x="7015732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2" name="F2_precision_recall_distributions_5836">
            <a:extLst>
              <a:ext uri="{FF2B5EF4-FFF2-40B4-BE49-F238E27FC236}">
                <a16:creationId xmlns:a16="http://schemas.microsoft.com/office/drawing/2014/main" id="{36A078C4-2DDC-4041-B329-9FE7A867F007}"/>
              </a:ext>
            </a:extLst>
          </p:cNvPr>
          <p:cNvSpPr>
            <a:spLocks noGrp="1"/>
          </p:cNvSpPr>
          <p:nvPr/>
        </p:nvSpPr>
        <p:spPr>
          <a:xfrm>
            <a:off x="722370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3" name="F2_precision_recall_distributions_5837">
            <a:extLst>
              <a:ext uri="{FF2B5EF4-FFF2-40B4-BE49-F238E27FC236}">
                <a16:creationId xmlns:a16="http://schemas.microsoft.com/office/drawing/2014/main" id="{B3623AC8-C160-4022-8961-2FC1C19FD536}"/>
              </a:ext>
            </a:extLst>
          </p:cNvPr>
          <p:cNvSpPr>
            <a:spLocks noGrp="1"/>
          </p:cNvSpPr>
          <p:nvPr/>
        </p:nvSpPr>
        <p:spPr>
          <a:xfrm>
            <a:off x="702549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4" name="F2_precision_recall_distributions_5838">
            <a:extLst>
              <a:ext uri="{FF2B5EF4-FFF2-40B4-BE49-F238E27FC236}">
                <a16:creationId xmlns:a16="http://schemas.microsoft.com/office/drawing/2014/main" id="{6B550DED-9D3C-413A-9B6D-BCD00EB11BF4}"/>
              </a:ext>
            </a:extLst>
          </p:cNvPr>
          <p:cNvSpPr>
            <a:spLocks noGrp="1"/>
          </p:cNvSpPr>
          <p:nvPr/>
        </p:nvSpPr>
        <p:spPr>
          <a:xfrm>
            <a:off x="716359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5" name="F2_precision_recall_distributions_5839">
            <a:extLst>
              <a:ext uri="{FF2B5EF4-FFF2-40B4-BE49-F238E27FC236}">
                <a16:creationId xmlns:a16="http://schemas.microsoft.com/office/drawing/2014/main" id="{4EF9F6DF-709B-4392-A305-88C3515A9070}"/>
              </a:ext>
            </a:extLst>
          </p:cNvPr>
          <p:cNvSpPr>
            <a:spLocks noGrp="1"/>
          </p:cNvSpPr>
          <p:nvPr/>
        </p:nvSpPr>
        <p:spPr>
          <a:xfrm>
            <a:off x="720882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6" name="F2_precision_recall_distributions_5840">
            <a:extLst>
              <a:ext uri="{FF2B5EF4-FFF2-40B4-BE49-F238E27FC236}">
                <a16:creationId xmlns:a16="http://schemas.microsoft.com/office/drawing/2014/main" id="{3B34A5E3-17F6-463A-B507-DC6A1E999612}"/>
              </a:ext>
            </a:extLst>
          </p:cNvPr>
          <p:cNvSpPr>
            <a:spLocks noGrp="1"/>
          </p:cNvSpPr>
          <p:nvPr/>
        </p:nvSpPr>
        <p:spPr>
          <a:xfrm>
            <a:off x="724685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7" name="F2_precision_recall_distributions_5841">
            <a:extLst>
              <a:ext uri="{FF2B5EF4-FFF2-40B4-BE49-F238E27FC236}">
                <a16:creationId xmlns:a16="http://schemas.microsoft.com/office/drawing/2014/main" id="{50CAF4CD-8AB9-4ACA-ACCB-A7ED1277903A}"/>
              </a:ext>
            </a:extLst>
          </p:cNvPr>
          <p:cNvSpPr>
            <a:spLocks noGrp="1"/>
          </p:cNvSpPr>
          <p:nvPr/>
        </p:nvSpPr>
        <p:spPr>
          <a:xfrm>
            <a:off x="724761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8" name="F2_precision_recall_distributions_5842">
            <a:extLst>
              <a:ext uri="{FF2B5EF4-FFF2-40B4-BE49-F238E27FC236}">
                <a16:creationId xmlns:a16="http://schemas.microsoft.com/office/drawing/2014/main" id="{8CFD5132-08B9-47D2-A4BC-64A79202EC02}"/>
              </a:ext>
            </a:extLst>
          </p:cNvPr>
          <p:cNvSpPr>
            <a:spLocks noGrp="1"/>
          </p:cNvSpPr>
          <p:nvPr/>
        </p:nvSpPr>
        <p:spPr>
          <a:xfrm>
            <a:off x="6976582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29" name="F2_precision_recall_distributions_5843">
            <a:extLst>
              <a:ext uri="{FF2B5EF4-FFF2-40B4-BE49-F238E27FC236}">
                <a16:creationId xmlns:a16="http://schemas.microsoft.com/office/drawing/2014/main" id="{18846AA1-AEC8-44E3-8183-BA9A98812218}"/>
              </a:ext>
            </a:extLst>
          </p:cNvPr>
          <p:cNvSpPr>
            <a:spLocks noGrp="1"/>
          </p:cNvSpPr>
          <p:nvPr/>
        </p:nvSpPr>
        <p:spPr>
          <a:xfrm>
            <a:off x="7023554" y="48134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0" name="F2_precision_recall_distributions_5844">
            <a:extLst>
              <a:ext uri="{FF2B5EF4-FFF2-40B4-BE49-F238E27FC236}">
                <a16:creationId xmlns:a16="http://schemas.microsoft.com/office/drawing/2014/main" id="{9BCFE486-460E-45E7-9ECB-DCBEBBA72D80}"/>
              </a:ext>
            </a:extLst>
          </p:cNvPr>
          <p:cNvSpPr>
            <a:spLocks noGrp="1"/>
          </p:cNvSpPr>
          <p:nvPr/>
        </p:nvSpPr>
        <p:spPr>
          <a:xfrm>
            <a:off x="711081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1" name="F2_precision_recall_distributions_5845">
            <a:extLst>
              <a:ext uri="{FF2B5EF4-FFF2-40B4-BE49-F238E27FC236}">
                <a16:creationId xmlns:a16="http://schemas.microsoft.com/office/drawing/2014/main" id="{7107E5E3-BEA5-478D-B9E3-AF8056B7B417}"/>
              </a:ext>
            </a:extLst>
          </p:cNvPr>
          <p:cNvSpPr>
            <a:spLocks noGrp="1"/>
          </p:cNvSpPr>
          <p:nvPr/>
        </p:nvSpPr>
        <p:spPr>
          <a:xfrm>
            <a:off x="6975556" y="42829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2" name="F2_precision_recall_distributions_5846">
            <a:extLst>
              <a:ext uri="{FF2B5EF4-FFF2-40B4-BE49-F238E27FC236}">
                <a16:creationId xmlns:a16="http://schemas.microsoft.com/office/drawing/2014/main" id="{4C591479-E138-4A26-9D26-01E03F501BB1}"/>
              </a:ext>
            </a:extLst>
          </p:cNvPr>
          <p:cNvSpPr>
            <a:spLocks noGrp="1"/>
          </p:cNvSpPr>
          <p:nvPr/>
        </p:nvSpPr>
        <p:spPr>
          <a:xfrm>
            <a:off x="7128922" y="44398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3" name="F2_precision_recall_distributions_5847">
            <a:extLst>
              <a:ext uri="{FF2B5EF4-FFF2-40B4-BE49-F238E27FC236}">
                <a16:creationId xmlns:a16="http://schemas.microsoft.com/office/drawing/2014/main" id="{82215080-5F60-498C-B397-218731495146}"/>
              </a:ext>
            </a:extLst>
          </p:cNvPr>
          <p:cNvSpPr>
            <a:spLocks noGrp="1"/>
          </p:cNvSpPr>
          <p:nvPr/>
        </p:nvSpPr>
        <p:spPr>
          <a:xfrm>
            <a:off x="6989553" y="46744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4" name="F2_precision_recall_distributions_5848">
            <a:extLst>
              <a:ext uri="{FF2B5EF4-FFF2-40B4-BE49-F238E27FC236}">
                <a16:creationId xmlns:a16="http://schemas.microsoft.com/office/drawing/2014/main" id="{EC5D6945-FCC0-4649-8E61-40993C38F783}"/>
              </a:ext>
            </a:extLst>
          </p:cNvPr>
          <p:cNvSpPr>
            <a:spLocks noGrp="1"/>
          </p:cNvSpPr>
          <p:nvPr/>
        </p:nvSpPr>
        <p:spPr>
          <a:xfrm>
            <a:off x="719697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5" name="F2_precision_recall_distributions_5849">
            <a:extLst>
              <a:ext uri="{FF2B5EF4-FFF2-40B4-BE49-F238E27FC236}">
                <a16:creationId xmlns:a16="http://schemas.microsoft.com/office/drawing/2014/main" id="{12FE3C11-C779-41B2-B003-F8016FBE7E0E}"/>
              </a:ext>
            </a:extLst>
          </p:cNvPr>
          <p:cNvSpPr>
            <a:spLocks noGrp="1"/>
          </p:cNvSpPr>
          <p:nvPr/>
        </p:nvSpPr>
        <p:spPr>
          <a:xfrm>
            <a:off x="6970017" y="49574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6" name="F2_precision_recall_distributions_5850">
            <a:extLst>
              <a:ext uri="{FF2B5EF4-FFF2-40B4-BE49-F238E27FC236}">
                <a16:creationId xmlns:a16="http://schemas.microsoft.com/office/drawing/2014/main" id="{74D6744C-2E07-469C-AEA6-F625C5D07732}"/>
              </a:ext>
            </a:extLst>
          </p:cNvPr>
          <p:cNvSpPr>
            <a:spLocks noGrp="1"/>
          </p:cNvSpPr>
          <p:nvPr/>
        </p:nvSpPr>
        <p:spPr>
          <a:xfrm>
            <a:off x="728772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7" name="F2_precision_recall_distributions_5851">
            <a:extLst>
              <a:ext uri="{FF2B5EF4-FFF2-40B4-BE49-F238E27FC236}">
                <a16:creationId xmlns:a16="http://schemas.microsoft.com/office/drawing/2014/main" id="{2436904F-B023-4CBE-9A43-3A5917534FFB}"/>
              </a:ext>
            </a:extLst>
          </p:cNvPr>
          <p:cNvSpPr>
            <a:spLocks noGrp="1"/>
          </p:cNvSpPr>
          <p:nvPr/>
        </p:nvSpPr>
        <p:spPr>
          <a:xfrm>
            <a:off x="7315319" y="50547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8" name="F2_precision_recall_distributions_5852">
            <a:extLst>
              <a:ext uri="{FF2B5EF4-FFF2-40B4-BE49-F238E27FC236}">
                <a16:creationId xmlns:a16="http://schemas.microsoft.com/office/drawing/2014/main" id="{74ABC9F8-613C-487A-B679-D2CA1374437D}"/>
              </a:ext>
            </a:extLst>
          </p:cNvPr>
          <p:cNvSpPr>
            <a:spLocks noGrp="1"/>
          </p:cNvSpPr>
          <p:nvPr/>
        </p:nvSpPr>
        <p:spPr>
          <a:xfrm>
            <a:off x="720326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39" name="F2_precision_recall_distributions_5853">
            <a:extLst>
              <a:ext uri="{FF2B5EF4-FFF2-40B4-BE49-F238E27FC236}">
                <a16:creationId xmlns:a16="http://schemas.microsoft.com/office/drawing/2014/main" id="{F52A8993-A967-4844-B9E1-4B9B286875EB}"/>
              </a:ext>
            </a:extLst>
          </p:cNvPr>
          <p:cNvSpPr>
            <a:spLocks noGrp="1"/>
          </p:cNvSpPr>
          <p:nvPr/>
        </p:nvSpPr>
        <p:spPr>
          <a:xfrm>
            <a:off x="703475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0" name="F2_precision_recall_distributions_5854">
            <a:extLst>
              <a:ext uri="{FF2B5EF4-FFF2-40B4-BE49-F238E27FC236}">
                <a16:creationId xmlns:a16="http://schemas.microsoft.com/office/drawing/2014/main" id="{6FD90F3B-67D1-41B4-8A32-CF28F00353FF}"/>
              </a:ext>
            </a:extLst>
          </p:cNvPr>
          <p:cNvSpPr>
            <a:spLocks noGrp="1"/>
          </p:cNvSpPr>
          <p:nvPr/>
        </p:nvSpPr>
        <p:spPr>
          <a:xfrm>
            <a:off x="730459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1" name="F2_precision_recall_distributions_5855">
            <a:extLst>
              <a:ext uri="{FF2B5EF4-FFF2-40B4-BE49-F238E27FC236}">
                <a16:creationId xmlns:a16="http://schemas.microsoft.com/office/drawing/2014/main" id="{155D94B0-96CA-47A1-8F65-91E2200B2A4C}"/>
              </a:ext>
            </a:extLst>
          </p:cNvPr>
          <p:cNvSpPr>
            <a:spLocks noGrp="1"/>
          </p:cNvSpPr>
          <p:nvPr/>
        </p:nvSpPr>
        <p:spPr>
          <a:xfrm>
            <a:off x="698886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2" name="F2_precision_recall_distributions_5856">
            <a:extLst>
              <a:ext uri="{FF2B5EF4-FFF2-40B4-BE49-F238E27FC236}">
                <a16:creationId xmlns:a16="http://schemas.microsoft.com/office/drawing/2014/main" id="{222E3245-7301-4255-BF69-32F2D78E92D8}"/>
              </a:ext>
            </a:extLst>
          </p:cNvPr>
          <p:cNvSpPr>
            <a:spLocks noGrp="1"/>
          </p:cNvSpPr>
          <p:nvPr/>
        </p:nvSpPr>
        <p:spPr>
          <a:xfrm>
            <a:off x="7210923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3" name="F2_precision_recall_distributions_5857">
            <a:extLst>
              <a:ext uri="{FF2B5EF4-FFF2-40B4-BE49-F238E27FC236}">
                <a16:creationId xmlns:a16="http://schemas.microsoft.com/office/drawing/2014/main" id="{32DF9AF9-0F69-4627-8735-28A7C5D32614}"/>
              </a:ext>
            </a:extLst>
          </p:cNvPr>
          <p:cNvSpPr>
            <a:spLocks noGrp="1"/>
          </p:cNvSpPr>
          <p:nvPr/>
        </p:nvSpPr>
        <p:spPr>
          <a:xfrm>
            <a:off x="7290907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4" name="F2_precision_recall_distributions_5858">
            <a:extLst>
              <a:ext uri="{FF2B5EF4-FFF2-40B4-BE49-F238E27FC236}">
                <a16:creationId xmlns:a16="http://schemas.microsoft.com/office/drawing/2014/main" id="{C9412EF8-0302-4470-AAEE-5BBB1A8FD264}"/>
              </a:ext>
            </a:extLst>
          </p:cNvPr>
          <p:cNvSpPr>
            <a:spLocks noGrp="1"/>
          </p:cNvSpPr>
          <p:nvPr/>
        </p:nvSpPr>
        <p:spPr>
          <a:xfrm>
            <a:off x="7075541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5" name="F2_precision_recall_distributions_5859">
            <a:extLst>
              <a:ext uri="{FF2B5EF4-FFF2-40B4-BE49-F238E27FC236}">
                <a16:creationId xmlns:a16="http://schemas.microsoft.com/office/drawing/2014/main" id="{4B19802A-9A40-4468-8964-B9122221FC8E}"/>
              </a:ext>
            </a:extLst>
          </p:cNvPr>
          <p:cNvSpPr>
            <a:spLocks noGrp="1"/>
          </p:cNvSpPr>
          <p:nvPr/>
        </p:nvSpPr>
        <p:spPr>
          <a:xfrm>
            <a:off x="7108593" y="44724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6" name="F2_precision_recall_distributions_5860">
            <a:extLst>
              <a:ext uri="{FF2B5EF4-FFF2-40B4-BE49-F238E27FC236}">
                <a16:creationId xmlns:a16="http://schemas.microsoft.com/office/drawing/2014/main" id="{9BE41B63-3C3A-4B57-B9F8-DED45CD421B0}"/>
              </a:ext>
            </a:extLst>
          </p:cNvPr>
          <p:cNvSpPr>
            <a:spLocks noGrp="1"/>
          </p:cNvSpPr>
          <p:nvPr/>
        </p:nvSpPr>
        <p:spPr>
          <a:xfrm>
            <a:off x="722587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7" name="F2_precision_recall_distributions_5861">
            <a:extLst>
              <a:ext uri="{FF2B5EF4-FFF2-40B4-BE49-F238E27FC236}">
                <a16:creationId xmlns:a16="http://schemas.microsoft.com/office/drawing/2014/main" id="{A048D175-7B41-400A-9918-5AFA01208334}"/>
              </a:ext>
            </a:extLst>
          </p:cNvPr>
          <p:cNvSpPr>
            <a:spLocks noGrp="1"/>
          </p:cNvSpPr>
          <p:nvPr/>
        </p:nvSpPr>
        <p:spPr>
          <a:xfrm>
            <a:off x="728507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8" name="F2_precision_recall_distributions_5862">
            <a:extLst>
              <a:ext uri="{FF2B5EF4-FFF2-40B4-BE49-F238E27FC236}">
                <a16:creationId xmlns:a16="http://schemas.microsoft.com/office/drawing/2014/main" id="{794872FE-39A1-494F-8152-647D52977494}"/>
              </a:ext>
            </a:extLst>
          </p:cNvPr>
          <p:cNvSpPr>
            <a:spLocks noGrp="1"/>
          </p:cNvSpPr>
          <p:nvPr/>
        </p:nvSpPr>
        <p:spPr>
          <a:xfrm>
            <a:off x="7076965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49" name="F2_precision_recall_distributions_5863">
            <a:extLst>
              <a:ext uri="{FF2B5EF4-FFF2-40B4-BE49-F238E27FC236}">
                <a16:creationId xmlns:a16="http://schemas.microsoft.com/office/drawing/2014/main" id="{1CE135D8-5555-4FBA-8A47-28DD62B45B13}"/>
              </a:ext>
            </a:extLst>
          </p:cNvPr>
          <p:cNvSpPr>
            <a:spLocks noGrp="1"/>
          </p:cNvSpPr>
          <p:nvPr/>
        </p:nvSpPr>
        <p:spPr>
          <a:xfrm>
            <a:off x="7128871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0" name="F2_precision_recall_distributions_5864">
            <a:extLst>
              <a:ext uri="{FF2B5EF4-FFF2-40B4-BE49-F238E27FC236}">
                <a16:creationId xmlns:a16="http://schemas.microsoft.com/office/drawing/2014/main" id="{014E3342-DE90-49F2-A321-72063D9ABCF8}"/>
              </a:ext>
            </a:extLst>
          </p:cNvPr>
          <p:cNvSpPr>
            <a:spLocks noGrp="1"/>
          </p:cNvSpPr>
          <p:nvPr/>
        </p:nvSpPr>
        <p:spPr>
          <a:xfrm>
            <a:off x="7193693" y="44420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1" name="F2_precision_recall_distributions_5865">
            <a:extLst>
              <a:ext uri="{FF2B5EF4-FFF2-40B4-BE49-F238E27FC236}">
                <a16:creationId xmlns:a16="http://schemas.microsoft.com/office/drawing/2014/main" id="{358D3FE7-DB29-4376-A2BE-17651510B5DD}"/>
              </a:ext>
            </a:extLst>
          </p:cNvPr>
          <p:cNvSpPr>
            <a:spLocks noGrp="1"/>
          </p:cNvSpPr>
          <p:nvPr/>
        </p:nvSpPr>
        <p:spPr>
          <a:xfrm>
            <a:off x="6991642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2" name="F2_precision_recall_distributions_5866">
            <a:extLst>
              <a:ext uri="{FF2B5EF4-FFF2-40B4-BE49-F238E27FC236}">
                <a16:creationId xmlns:a16="http://schemas.microsoft.com/office/drawing/2014/main" id="{674C1B48-AC7E-4CD1-B319-D31BA3EA6778}"/>
              </a:ext>
            </a:extLst>
          </p:cNvPr>
          <p:cNvSpPr>
            <a:spLocks noGrp="1"/>
          </p:cNvSpPr>
          <p:nvPr/>
        </p:nvSpPr>
        <p:spPr>
          <a:xfrm>
            <a:off x="697261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3" name="F2_precision_recall_distributions_5867">
            <a:extLst>
              <a:ext uri="{FF2B5EF4-FFF2-40B4-BE49-F238E27FC236}">
                <a16:creationId xmlns:a16="http://schemas.microsoft.com/office/drawing/2014/main" id="{153BF509-4AF0-49DF-849F-02CB4F870A5F}"/>
              </a:ext>
            </a:extLst>
          </p:cNvPr>
          <p:cNvSpPr>
            <a:spLocks noGrp="1"/>
          </p:cNvSpPr>
          <p:nvPr/>
        </p:nvSpPr>
        <p:spPr>
          <a:xfrm>
            <a:off x="7045752" y="482404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4" name="F2_precision_recall_distributions_5868">
            <a:extLst>
              <a:ext uri="{FF2B5EF4-FFF2-40B4-BE49-F238E27FC236}">
                <a16:creationId xmlns:a16="http://schemas.microsoft.com/office/drawing/2014/main" id="{A101D051-037A-4812-AC4A-A800FB677FB7}"/>
              </a:ext>
            </a:extLst>
          </p:cNvPr>
          <p:cNvSpPr>
            <a:spLocks noGrp="1"/>
          </p:cNvSpPr>
          <p:nvPr/>
        </p:nvSpPr>
        <p:spPr>
          <a:xfrm>
            <a:off x="7247157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5" name="F2_precision_recall_distributions_5869">
            <a:extLst>
              <a:ext uri="{FF2B5EF4-FFF2-40B4-BE49-F238E27FC236}">
                <a16:creationId xmlns:a16="http://schemas.microsoft.com/office/drawing/2014/main" id="{EB584045-DBF6-4386-B8E0-8E209DDACBE6}"/>
              </a:ext>
            </a:extLst>
          </p:cNvPr>
          <p:cNvSpPr>
            <a:spLocks noGrp="1"/>
          </p:cNvSpPr>
          <p:nvPr/>
        </p:nvSpPr>
        <p:spPr>
          <a:xfrm>
            <a:off x="711033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6" name="F2_precision_recall_distributions_5870">
            <a:extLst>
              <a:ext uri="{FF2B5EF4-FFF2-40B4-BE49-F238E27FC236}">
                <a16:creationId xmlns:a16="http://schemas.microsoft.com/office/drawing/2014/main" id="{FB50B370-442D-42BE-B935-5F24FB25EF3B}"/>
              </a:ext>
            </a:extLst>
          </p:cNvPr>
          <p:cNvSpPr>
            <a:spLocks noGrp="1"/>
          </p:cNvSpPr>
          <p:nvPr/>
        </p:nvSpPr>
        <p:spPr>
          <a:xfrm>
            <a:off x="711062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7" name="F2_precision_recall_distributions_5871">
            <a:extLst>
              <a:ext uri="{FF2B5EF4-FFF2-40B4-BE49-F238E27FC236}">
                <a16:creationId xmlns:a16="http://schemas.microsoft.com/office/drawing/2014/main" id="{17D90B21-3052-4F94-9429-0AC5160430BA}"/>
              </a:ext>
            </a:extLst>
          </p:cNvPr>
          <p:cNvSpPr>
            <a:spLocks noGrp="1"/>
          </p:cNvSpPr>
          <p:nvPr/>
        </p:nvSpPr>
        <p:spPr>
          <a:xfrm>
            <a:off x="6986312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8" name="F2_precision_recall_distributions_5872">
            <a:extLst>
              <a:ext uri="{FF2B5EF4-FFF2-40B4-BE49-F238E27FC236}">
                <a16:creationId xmlns:a16="http://schemas.microsoft.com/office/drawing/2014/main" id="{8908F0D7-2469-4498-960B-68B1ACDF9D37}"/>
              </a:ext>
            </a:extLst>
          </p:cNvPr>
          <p:cNvSpPr>
            <a:spLocks noGrp="1"/>
          </p:cNvSpPr>
          <p:nvPr/>
        </p:nvSpPr>
        <p:spPr>
          <a:xfrm>
            <a:off x="7284879" y="44185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59" name="F2_precision_recall_distributions_5873">
            <a:extLst>
              <a:ext uri="{FF2B5EF4-FFF2-40B4-BE49-F238E27FC236}">
                <a16:creationId xmlns:a16="http://schemas.microsoft.com/office/drawing/2014/main" id="{CEF5FA42-D550-47CB-BF0C-F727B1ADCB1E}"/>
              </a:ext>
            </a:extLst>
          </p:cNvPr>
          <p:cNvSpPr>
            <a:spLocks noGrp="1"/>
          </p:cNvSpPr>
          <p:nvPr/>
        </p:nvSpPr>
        <p:spPr>
          <a:xfrm>
            <a:off x="728358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0" name="F2_precision_recall_distributions_5874">
            <a:extLst>
              <a:ext uri="{FF2B5EF4-FFF2-40B4-BE49-F238E27FC236}">
                <a16:creationId xmlns:a16="http://schemas.microsoft.com/office/drawing/2014/main" id="{9723E37F-DBA7-47E4-9E64-7E2A862BABBA}"/>
              </a:ext>
            </a:extLst>
          </p:cNvPr>
          <p:cNvSpPr>
            <a:spLocks noGrp="1"/>
          </p:cNvSpPr>
          <p:nvPr/>
        </p:nvSpPr>
        <p:spPr>
          <a:xfrm>
            <a:off x="7051883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1" name="F2_precision_recall_distributions_5875">
            <a:extLst>
              <a:ext uri="{FF2B5EF4-FFF2-40B4-BE49-F238E27FC236}">
                <a16:creationId xmlns:a16="http://schemas.microsoft.com/office/drawing/2014/main" id="{2DFB8DAE-AB76-4717-80E3-2C3E6F2EC487}"/>
              </a:ext>
            </a:extLst>
          </p:cNvPr>
          <p:cNvSpPr>
            <a:spLocks noGrp="1"/>
          </p:cNvSpPr>
          <p:nvPr/>
        </p:nvSpPr>
        <p:spPr>
          <a:xfrm>
            <a:off x="7242541" y="44724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2" name="F2_precision_recall_distributions_5876">
            <a:extLst>
              <a:ext uri="{FF2B5EF4-FFF2-40B4-BE49-F238E27FC236}">
                <a16:creationId xmlns:a16="http://schemas.microsoft.com/office/drawing/2014/main" id="{BDB49D82-0DC1-4469-86F5-3309A2FD86E4}"/>
              </a:ext>
            </a:extLst>
          </p:cNvPr>
          <p:cNvSpPr>
            <a:spLocks noGrp="1"/>
          </p:cNvSpPr>
          <p:nvPr/>
        </p:nvSpPr>
        <p:spPr>
          <a:xfrm>
            <a:off x="704969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3" name="F2_precision_recall_distributions_5877">
            <a:extLst>
              <a:ext uri="{FF2B5EF4-FFF2-40B4-BE49-F238E27FC236}">
                <a16:creationId xmlns:a16="http://schemas.microsoft.com/office/drawing/2014/main" id="{986053F2-F243-4AC7-97AD-3D811F97176A}"/>
              </a:ext>
            </a:extLst>
          </p:cNvPr>
          <p:cNvSpPr>
            <a:spLocks noGrp="1"/>
          </p:cNvSpPr>
          <p:nvPr/>
        </p:nvSpPr>
        <p:spPr>
          <a:xfrm>
            <a:off x="700490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4" name="F2_precision_recall_distributions_5878">
            <a:extLst>
              <a:ext uri="{FF2B5EF4-FFF2-40B4-BE49-F238E27FC236}">
                <a16:creationId xmlns:a16="http://schemas.microsoft.com/office/drawing/2014/main" id="{9EF2254F-1148-4F68-914C-42E44249CDA0}"/>
              </a:ext>
            </a:extLst>
          </p:cNvPr>
          <p:cNvSpPr>
            <a:spLocks noGrp="1"/>
          </p:cNvSpPr>
          <p:nvPr/>
        </p:nvSpPr>
        <p:spPr>
          <a:xfrm>
            <a:off x="7076041" y="50133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5" name="F2_precision_recall_distributions_5879">
            <a:extLst>
              <a:ext uri="{FF2B5EF4-FFF2-40B4-BE49-F238E27FC236}">
                <a16:creationId xmlns:a16="http://schemas.microsoft.com/office/drawing/2014/main" id="{1C6CC706-0BBE-4064-9DD9-E6D077FF2F43}"/>
              </a:ext>
            </a:extLst>
          </p:cNvPr>
          <p:cNvSpPr>
            <a:spLocks noGrp="1"/>
          </p:cNvSpPr>
          <p:nvPr/>
        </p:nvSpPr>
        <p:spPr>
          <a:xfrm>
            <a:off x="705107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6" name="F2_precision_recall_distributions_5880">
            <a:extLst>
              <a:ext uri="{FF2B5EF4-FFF2-40B4-BE49-F238E27FC236}">
                <a16:creationId xmlns:a16="http://schemas.microsoft.com/office/drawing/2014/main" id="{D8631627-8275-414C-A3A2-2C48C64419EA}"/>
              </a:ext>
            </a:extLst>
          </p:cNvPr>
          <p:cNvSpPr>
            <a:spLocks noGrp="1"/>
          </p:cNvSpPr>
          <p:nvPr/>
        </p:nvSpPr>
        <p:spPr>
          <a:xfrm>
            <a:off x="703131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7" name="F2_precision_recall_distributions_5881">
            <a:extLst>
              <a:ext uri="{FF2B5EF4-FFF2-40B4-BE49-F238E27FC236}">
                <a16:creationId xmlns:a16="http://schemas.microsoft.com/office/drawing/2014/main" id="{DD98E91D-6F25-41C1-9F48-BF32754F6C12}"/>
              </a:ext>
            </a:extLst>
          </p:cNvPr>
          <p:cNvSpPr>
            <a:spLocks noGrp="1"/>
          </p:cNvSpPr>
          <p:nvPr/>
        </p:nvSpPr>
        <p:spPr>
          <a:xfrm>
            <a:off x="7217348" y="45835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8" name="F2_precision_recall_distributions_5882">
            <a:extLst>
              <a:ext uri="{FF2B5EF4-FFF2-40B4-BE49-F238E27FC236}">
                <a16:creationId xmlns:a16="http://schemas.microsoft.com/office/drawing/2014/main" id="{985544BF-36E0-4AC5-AB66-B3528438039B}"/>
              </a:ext>
            </a:extLst>
          </p:cNvPr>
          <p:cNvSpPr>
            <a:spLocks noGrp="1"/>
          </p:cNvSpPr>
          <p:nvPr/>
        </p:nvSpPr>
        <p:spPr>
          <a:xfrm>
            <a:off x="70399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69" name="F2_precision_recall_distributions_5883">
            <a:extLst>
              <a:ext uri="{FF2B5EF4-FFF2-40B4-BE49-F238E27FC236}">
                <a16:creationId xmlns:a16="http://schemas.microsoft.com/office/drawing/2014/main" id="{10C8D490-60C9-4A28-95A2-60B5799CEA5E}"/>
              </a:ext>
            </a:extLst>
          </p:cNvPr>
          <p:cNvSpPr>
            <a:spLocks noGrp="1"/>
          </p:cNvSpPr>
          <p:nvPr/>
        </p:nvSpPr>
        <p:spPr>
          <a:xfrm>
            <a:off x="7064582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0" name="F2_precision_recall_distributions_5884">
            <a:extLst>
              <a:ext uri="{FF2B5EF4-FFF2-40B4-BE49-F238E27FC236}">
                <a16:creationId xmlns:a16="http://schemas.microsoft.com/office/drawing/2014/main" id="{ACA8A024-6329-4125-9D9C-FAA07AB25014}"/>
              </a:ext>
            </a:extLst>
          </p:cNvPr>
          <p:cNvSpPr>
            <a:spLocks noGrp="1"/>
          </p:cNvSpPr>
          <p:nvPr/>
        </p:nvSpPr>
        <p:spPr>
          <a:xfrm>
            <a:off x="7001262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1" name="F2_precision_recall_distributions_5885">
            <a:extLst>
              <a:ext uri="{FF2B5EF4-FFF2-40B4-BE49-F238E27FC236}">
                <a16:creationId xmlns:a16="http://schemas.microsoft.com/office/drawing/2014/main" id="{7D38385C-FC07-4D8A-BA3A-BAC52FFA165C}"/>
              </a:ext>
            </a:extLst>
          </p:cNvPr>
          <p:cNvSpPr>
            <a:spLocks noGrp="1"/>
          </p:cNvSpPr>
          <p:nvPr/>
        </p:nvSpPr>
        <p:spPr>
          <a:xfrm>
            <a:off x="7050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2" name="F2_precision_recall_distributions_5886">
            <a:extLst>
              <a:ext uri="{FF2B5EF4-FFF2-40B4-BE49-F238E27FC236}">
                <a16:creationId xmlns:a16="http://schemas.microsoft.com/office/drawing/2014/main" id="{C52B1B63-137F-491B-884C-EFE09AB7A020}"/>
              </a:ext>
            </a:extLst>
          </p:cNvPr>
          <p:cNvSpPr>
            <a:spLocks noGrp="1"/>
          </p:cNvSpPr>
          <p:nvPr/>
        </p:nvSpPr>
        <p:spPr>
          <a:xfrm>
            <a:off x="7318132" y="43006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3" name="F2_precision_recall_distributions_5887">
            <a:extLst>
              <a:ext uri="{FF2B5EF4-FFF2-40B4-BE49-F238E27FC236}">
                <a16:creationId xmlns:a16="http://schemas.microsoft.com/office/drawing/2014/main" id="{29D4E8B1-8659-4169-A247-DC52E5A9C088}"/>
              </a:ext>
            </a:extLst>
          </p:cNvPr>
          <p:cNvSpPr>
            <a:spLocks noGrp="1"/>
          </p:cNvSpPr>
          <p:nvPr/>
        </p:nvSpPr>
        <p:spPr>
          <a:xfrm>
            <a:off x="731206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4" name="F2_precision_recall_distributions_5888">
            <a:extLst>
              <a:ext uri="{FF2B5EF4-FFF2-40B4-BE49-F238E27FC236}">
                <a16:creationId xmlns:a16="http://schemas.microsoft.com/office/drawing/2014/main" id="{8A3A6D28-CC4B-4B8C-9685-A2BFB2F95052}"/>
              </a:ext>
            </a:extLst>
          </p:cNvPr>
          <p:cNvSpPr>
            <a:spLocks noGrp="1"/>
          </p:cNvSpPr>
          <p:nvPr/>
        </p:nvSpPr>
        <p:spPr>
          <a:xfrm>
            <a:off x="7089350" y="479575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5" name="F2_precision_recall_distributions_5889">
            <a:extLst>
              <a:ext uri="{FF2B5EF4-FFF2-40B4-BE49-F238E27FC236}">
                <a16:creationId xmlns:a16="http://schemas.microsoft.com/office/drawing/2014/main" id="{E3863CFC-BD0E-45BD-AF4C-3207C6E4CE5D}"/>
              </a:ext>
            </a:extLst>
          </p:cNvPr>
          <p:cNvSpPr>
            <a:spLocks noGrp="1"/>
          </p:cNvSpPr>
          <p:nvPr/>
        </p:nvSpPr>
        <p:spPr>
          <a:xfrm>
            <a:off x="73298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6" name="F2_precision_recall_distributions_5890">
            <a:extLst>
              <a:ext uri="{FF2B5EF4-FFF2-40B4-BE49-F238E27FC236}">
                <a16:creationId xmlns:a16="http://schemas.microsoft.com/office/drawing/2014/main" id="{AC253E75-3D9F-4482-A61F-841640D7E533}"/>
              </a:ext>
            </a:extLst>
          </p:cNvPr>
          <p:cNvSpPr>
            <a:spLocks noGrp="1"/>
          </p:cNvSpPr>
          <p:nvPr/>
        </p:nvSpPr>
        <p:spPr>
          <a:xfrm>
            <a:off x="7190804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7" name="F2_precision_recall_distributions_5891">
            <a:extLst>
              <a:ext uri="{FF2B5EF4-FFF2-40B4-BE49-F238E27FC236}">
                <a16:creationId xmlns:a16="http://schemas.microsoft.com/office/drawing/2014/main" id="{E96C0FA5-8F40-436A-B8B2-0D6BD728D66E}"/>
              </a:ext>
            </a:extLst>
          </p:cNvPr>
          <p:cNvSpPr>
            <a:spLocks noGrp="1"/>
          </p:cNvSpPr>
          <p:nvPr/>
        </p:nvSpPr>
        <p:spPr>
          <a:xfrm>
            <a:off x="7239401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8" name="F2_precision_recall_distributions_5892">
            <a:extLst>
              <a:ext uri="{FF2B5EF4-FFF2-40B4-BE49-F238E27FC236}">
                <a16:creationId xmlns:a16="http://schemas.microsoft.com/office/drawing/2014/main" id="{021FDCF4-F944-4F95-ABB8-7923C2B090A5}"/>
              </a:ext>
            </a:extLst>
          </p:cNvPr>
          <p:cNvSpPr>
            <a:spLocks noGrp="1"/>
          </p:cNvSpPr>
          <p:nvPr/>
        </p:nvSpPr>
        <p:spPr>
          <a:xfrm>
            <a:off x="7332238" y="45374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79" name="F2_precision_recall_distributions_5893">
            <a:extLst>
              <a:ext uri="{FF2B5EF4-FFF2-40B4-BE49-F238E27FC236}">
                <a16:creationId xmlns:a16="http://schemas.microsoft.com/office/drawing/2014/main" id="{81BB9C16-A173-411B-A74A-5C66A7EA9156}"/>
              </a:ext>
            </a:extLst>
          </p:cNvPr>
          <p:cNvSpPr>
            <a:spLocks noGrp="1"/>
          </p:cNvSpPr>
          <p:nvPr/>
        </p:nvSpPr>
        <p:spPr>
          <a:xfrm>
            <a:off x="7318960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0" name="F2_precision_recall_distributions_5894">
            <a:extLst>
              <a:ext uri="{FF2B5EF4-FFF2-40B4-BE49-F238E27FC236}">
                <a16:creationId xmlns:a16="http://schemas.microsoft.com/office/drawing/2014/main" id="{4E04DD3E-890E-468C-9FC4-F16B097CC752}"/>
              </a:ext>
            </a:extLst>
          </p:cNvPr>
          <p:cNvSpPr>
            <a:spLocks noGrp="1"/>
          </p:cNvSpPr>
          <p:nvPr/>
        </p:nvSpPr>
        <p:spPr>
          <a:xfrm>
            <a:off x="717391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1" name="F2_precision_recall_distributions_5895">
            <a:extLst>
              <a:ext uri="{FF2B5EF4-FFF2-40B4-BE49-F238E27FC236}">
                <a16:creationId xmlns:a16="http://schemas.microsoft.com/office/drawing/2014/main" id="{56FD1B0B-48AA-4E19-9369-9BB31D3438C3}"/>
              </a:ext>
            </a:extLst>
          </p:cNvPr>
          <p:cNvSpPr>
            <a:spLocks noGrp="1"/>
          </p:cNvSpPr>
          <p:nvPr/>
        </p:nvSpPr>
        <p:spPr>
          <a:xfrm>
            <a:off x="715907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2" name="F2_precision_recall_distributions_5896">
            <a:extLst>
              <a:ext uri="{FF2B5EF4-FFF2-40B4-BE49-F238E27FC236}">
                <a16:creationId xmlns:a16="http://schemas.microsoft.com/office/drawing/2014/main" id="{4941F3E3-7F78-4A0D-BA18-47C27BC8056F}"/>
              </a:ext>
            </a:extLst>
          </p:cNvPr>
          <p:cNvSpPr>
            <a:spLocks noGrp="1"/>
          </p:cNvSpPr>
          <p:nvPr/>
        </p:nvSpPr>
        <p:spPr>
          <a:xfrm>
            <a:off x="719008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3" name="F2_precision_recall_distributions_5897">
            <a:extLst>
              <a:ext uri="{FF2B5EF4-FFF2-40B4-BE49-F238E27FC236}">
                <a16:creationId xmlns:a16="http://schemas.microsoft.com/office/drawing/2014/main" id="{298DC29C-1177-4AD4-BFF7-BA8E90C62E6C}"/>
              </a:ext>
            </a:extLst>
          </p:cNvPr>
          <p:cNvSpPr>
            <a:spLocks noGrp="1"/>
          </p:cNvSpPr>
          <p:nvPr/>
        </p:nvSpPr>
        <p:spPr>
          <a:xfrm>
            <a:off x="703510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4" name="F2_precision_recall_distributions_5898">
            <a:extLst>
              <a:ext uri="{FF2B5EF4-FFF2-40B4-BE49-F238E27FC236}">
                <a16:creationId xmlns:a16="http://schemas.microsoft.com/office/drawing/2014/main" id="{AFB0A359-5E62-4BCF-8737-2D3C6990CEFD}"/>
              </a:ext>
            </a:extLst>
          </p:cNvPr>
          <p:cNvSpPr>
            <a:spLocks noGrp="1"/>
          </p:cNvSpPr>
          <p:nvPr/>
        </p:nvSpPr>
        <p:spPr>
          <a:xfrm>
            <a:off x="717974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5" name="F2_precision_recall_distributions_5899">
            <a:extLst>
              <a:ext uri="{FF2B5EF4-FFF2-40B4-BE49-F238E27FC236}">
                <a16:creationId xmlns:a16="http://schemas.microsoft.com/office/drawing/2014/main" id="{07CC9280-89B0-454F-9F70-C9EDD18E4173}"/>
              </a:ext>
            </a:extLst>
          </p:cNvPr>
          <p:cNvSpPr>
            <a:spLocks noGrp="1"/>
          </p:cNvSpPr>
          <p:nvPr/>
        </p:nvSpPr>
        <p:spPr>
          <a:xfrm>
            <a:off x="708039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6" name="F2_precision_recall_distributions_5900">
            <a:extLst>
              <a:ext uri="{FF2B5EF4-FFF2-40B4-BE49-F238E27FC236}">
                <a16:creationId xmlns:a16="http://schemas.microsoft.com/office/drawing/2014/main" id="{32594FBF-39A3-41F5-90BA-5FD985BA9F8F}"/>
              </a:ext>
            </a:extLst>
          </p:cNvPr>
          <p:cNvSpPr>
            <a:spLocks noGrp="1"/>
          </p:cNvSpPr>
          <p:nvPr/>
        </p:nvSpPr>
        <p:spPr>
          <a:xfrm>
            <a:off x="7286308" y="46118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7" name="F2_precision_recall_distributions_5901">
            <a:extLst>
              <a:ext uri="{FF2B5EF4-FFF2-40B4-BE49-F238E27FC236}">
                <a16:creationId xmlns:a16="http://schemas.microsoft.com/office/drawing/2014/main" id="{54024B3A-EE15-4A59-AB2D-0CA08E26D339}"/>
              </a:ext>
            </a:extLst>
          </p:cNvPr>
          <p:cNvSpPr>
            <a:spLocks noGrp="1"/>
          </p:cNvSpPr>
          <p:nvPr/>
        </p:nvSpPr>
        <p:spPr>
          <a:xfrm>
            <a:off x="707684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8" name="F2_precision_recall_distributions_5902">
            <a:extLst>
              <a:ext uri="{FF2B5EF4-FFF2-40B4-BE49-F238E27FC236}">
                <a16:creationId xmlns:a16="http://schemas.microsoft.com/office/drawing/2014/main" id="{147C7BFD-3EEA-46C5-996A-961537A5ED0F}"/>
              </a:ext>
            </a:extLst>
          </p:cNvPr>
          <p:cNvSpPr>
            <a:spLocks noGrp="1"/>
          </p:cNvSpPr>
          <p:nvPr/>
        </p:nvSpPr>
        <p:spPr>
          <a:xfrm>
            <a:off x="703821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89" name="F2_precision_recall_distributions_5903">
            <a:extLst>
              <a:ext uri="{FF2B5EF4-FFF2-40B4-BE49-F238E27FC236}">
                <a16:creationId xmlns:a16="http://schemas.microsoft.com/office/drawing/2014/main" id="{68B8FA0D-4185-40BF-A6E6-7AADE9D371D3}"/>
              </a:ext>
            </a:extLst>
          </p:cNvPr>
          <p:cNvSpPr>
            <a:spLocks noGrp="1"/>
          </p:cNvSpPr>
          <p:nvPr/>
        </p:nvSpPr>
        <p:spPr>
          <a:xfrm>
            <a:off x="70916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0" name="F2_precision_recall_distributions_5904">
            <a:extLst>
              <a:ext uri="{FF2B5EF4-FFF2-40B4-BE49-F238E27FC236}">
                <a16:creationId xmlns:a16="http://schemas.microsoft.com/office/drawing/2014/main" id="{A415AE40-D9DD-49E8-A2B1-7BA641BF999D}"/>
              </a:ext>
            </a:extLst>
          </p:cNvPr>
          <p:cNvSpPr>
            <a:spLocks noGrp="1"/>
          </p:cNvSpPr>
          <p:nvPr/>
        </p:nvSpPr>
        <p:spPr>
          <a:xfrm>
            <a:off x="7090447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1" name="F2_precision_recall_distributions_5905">
            <a:extLst>
              <a:ext uri="{FF2B5EF4-FFF2-40B4-BE49-F238E27FC236}">
                <a16:creationId xmlns:a16="http://schemas.microsoft.com/office/drawing/2014/main" id="{E65DADDA-A201-4E2B-9BCE-D899EC435A40}"/>
              </a:ext>
            </a:extLst>
          </p:cNvPr>
          <p:cNvSpPr>
            <a:spLocks noGrp="1"/>
          </p:cNvSpPr>
          <p:nvPr/>
        </p:nvSpPr>
        <p:spPr>
          <a:xfrm>
            <a:off x="7149361" y="455635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2" name="F2_precision_recall_distributions_5906">
            <a:extLst>
              <a:ext uri="{FF2B5EF4-FFF2-40B4-BE49-F238E27FC236}">
                <a16:creationId xmlns:a16="http://schemas.microsoft.com/office/drawing/2014/main" id="{C41491AB-BED1-4D25-9805-D7E7ACC6946E}"/>
              </a:ext>
            </a:extLst>
          </p:cNvPr>
          <p:cNvSpPr>
            <a:spLocks noGrp="1"/>
          </p:cNvSpPr>
          <p:nvPr/>
        </p:nvSpPr>
        <p:spPr>
          <a:xfrm>
            <a:off x="7014505" y="43713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3" name="F2_precision_recall_distributions_5907">
            <a:extLst>
              <a:ext uri="{FF2B5EF4-FFF2-40B4-BE49-F238E27FC236}">
                <a16:creationId xmlns:a16="http://schemas.microsoft.com/office/drawing/2014/main" id="{E41BC798-53D1-4D0D-9FC3-C7435850B889}"/>
              </a:ext>
            </a:extLst>
          </p:cNvPr>
          <p:cNvSpPr>
            <a:spLocks noGrp="1"/>
          </p:cNvSpPr>
          <p:nvPr/>
        </p:nvSpPr>
        <p:spPr>
          <a:xfrm>
            <a:off x="729283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4" name="F2_precision_recall_distributions_5908">
            <a:extLst>
              <a:ext uri="{FF2B5EF4-FFF2-40B4-BE49-F238E27FC236}">
                <a16:creationId xmlns:a16="http://schemas.microsoft.com/office/drawing/2014/main" id="{D6CD4AA0-3D77-4E0B-BEB9-E380B6728C07}"/>
              </a:ext>
            </a:extLst>
          </p:cNvPr>
          <p:cNvSpPr>
            <a:spLocks noGrp="1"/>
          </p:cNvSpPr>
          <p:nvPr/>
        </p:nvSpPr>
        <p:spPr>
          <a:xfrm>
            <a:off x="6988337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5" name="F2_precision_recall_distributions_5909">
            <a:extLst>
              <a:ext uri="{FF2B5EF4-FFF2-40B4-BE49-F238E27FC236}">
                <a16:creationId xmlns:a16="http://schemas.microsoft.com/office/drawing/2014/main" id="{12D50D66-55E2-497B-A927-9C4624AE5EF6}"/>
              </a:ext>
            </a:extLst>
          </p:cNvPr>
          <p:cNvSpPr>
            <a:spLocks noGrp="1"/>
          </p:cNvSpPr>
          <p:nvPr/>
        </p:nvSpPr>
        <p:spPr>
          <a:xfrm>
            <a:off x="6974130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6" name="F2_precision_recall_distributions_5910">
            <a:extLst>
              <a:ext uri="{FF2B5EF4-FFF2-40B4-BE49-F238E27FC236}">
                <a16:creationId xmlns:a16="http://schemas.microsoft.com/office/drawing/2014/main" id="{391689B5-CBBF-4C64-92A8-3AFFD449027E}"/>
              </a:ext>
            </a:extLst>
          </p:cNvPr>
          <p:cNvSpPr>
            <a:spLocks noGrp="1"/>
          </p:cNvSpPr>
          <p:nvPr/>
        </p:nvSpPr>
        <p:spPr>
          <a:xfrm>
            <a:off x="715862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7" name="F2_precision_recall_distributions_5911">
            <a:extLst>
              <a:ext uri="{FF2B5EF4-FFF2-40B4-BE49-F238E27FC236}">
                <a16:creationId xmlns:a16="http://schemas.microsoft.com/office/drawing/2014/main" id="{EE4F1D45-C1A4-493B-96D9-FC7F5D5637A2}"/>
              </a:ext>
            </a:extLst>
          </p:cNvPr>
          <p:cNvSpPr>
            <a:spLocks noGrp="1"/>
          </p:cNvSpPr>
          <p:nvPr/>
        </p:nvSpPr>
        <p:spPr>
          <a:xfrm>
            <a:off x="7159807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8" name="F2_precision_recall_distributions_5912">
            <a:extLst>
              <a:ext uri="{FF2B5EF4-FFF2-40B4-BE49-F238E27FC236}">
                <a16:creationId xmlns:a16="http://schemas.microsoft.com/office/drawing/2014/main" id="{382EE9F2-59AC-4938-A6B4-AD5C12BF1EB9}"/>
              </a:ext>
            </a:extLst>
          </p:cNvPr>
          <p:cNvSpPr>
            <a:spLocks noGrp="1"/>
          </p:cNvSpPr>
          <p:nvPr/>
        </p:nvSpPr>
        <p:spPr>
          <a:xfrm>
            <a:off x="7025125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099" name="F2_precision_recall_distributions_5913">
            <a:extLst>
              <a:ext uri="{FF2B5EF4-FFF2-40B4-BE49-F238E27FC236}">
                <a16:creationId xmlns:a16="http://schemas.microsoft.com/office/drawing/2014/main" id="{535A4186-9469-4565-B42F-75D3E12C59E8}"/>
              </a:ext>
            </a:extLst>
          </p:cNvPr>
          <p:cNvSpPr>
            <a:spLocks noGrp="1"/>
          </p:cNvSpPr>
          <p:nvPr/>
        </p:nvSpPr>
        <p:spPr>
          <a:xfrm>
            <a:off x="7323882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0" name="F2_precision_recall_distributions_5914">
            <a:extLst>
              <a:ext uri="{FF2B5EF4-FFF2-40B4-BE49-F238E27FC236}">
                <a16:creationId xmlns:a16="http://schemas.microsoft.com/office/drawing/2014/main" id="{82BDD4D3-0F4D-4FF2-97BF-F40487AC9A92}"/>
              </a:ext>
            </a:extLst>
          </p:cNvPr>
          <p:cNvSpPr>
            <a:spLocks noGrp="1"/>
          </p:cNvSpPr>
          <p:nvPr/>
        </p:nvSpPr>
        <p:spPr>
          <a:xfrm>
            <a:off x="7200344" y="455649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1" name="F2_precision_recall_distributions_5915">
            <a:extLst>
              <a:ext uri="{FF2B5EF4-FFF2-40B4-BE49-F238E27FC236}">
                <a16:creationId xmlns:a16="http://schemas.microsoft.com/office/drawing/2014/main" id="{65C88138-EB9F-49DC-9893-7279FA5D30F4}"/>
              </a:ext>
            </a:extLst>
          </p:cNvPr>
          <p:cNvSpPr>
            <a:spLocks noGrp="1"/>
          </p:cNvSpPr>
          <p:nvPr/>
        </p:nvSpPr>
        <p:spPr>
          <a:xfrm>
            <a:off x="72562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2" name="F2_precision_recall_distributions_5916">
            <a:extLst>
              <a:ext uri="{FF2B5EF4-FFF2-40B4-BE49-F238E27FC236}">
                <a16:creationId xmlns:a16="http://schemas.microsoft.com/office/drawing/2014/main" id="{44084F6D-6485-4559-9EDA-189F4ABCE553}"/>
              </a:ext>
            </a:extLst>
          </p:cNvPr>
          <p:cNvSpPr>
            <a:spLocks noGrp="1"/>
          </p:cNvSpPr>
          <p:nvPr/>
        </p:nvSpPr>
        <p:spPr>
          <a:xfrm>
            <a:off x="7102361" y="49195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3" name="F2_precision_recall_distributions_5917">
            <a:extLst>
              <a:ext uri="{FF2B5EF4-FFF2-40B4-BE49-F238E27FC236}">
                <a16:creationId xmlns:a16="http://schemas.microsoft.com/office/drawing/2014/main" id="{4F5EFF59-4951-4B9F-887C-06D9A5D0707B}"/>
              </a:ext>
            </a:extLst>
          </p:cNvPr>
          <p:cNvSpPr>
            <a:spLocks noGrp="1"/>
          </p:cNvSpPr>
          <p:nvPr/>
        </p:nvSpPr>
        <p:spPr>
          <a:xfrm>
            <a:off x="697280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4" name="F2_precision_recall_distributions_5918">
            <a:extLst>
              <a:ext uri="{FF2B5EF4-FFF2-40B4-BE49-F238E27FC236}">
                <a16:creationId xmlns:a16="http://schemas.microsoft.com/office/drawing/2014/main" id="{F796182E-D6FA-46C5-9801-0F5BC2B34B0C}"/>
              </a:ext>
            </a:extLst>
          </p:cNvPr>
          <p:cNvSpPr>
            <a:spLocks noGrp="1"/>
          </p:cNvSpPr>
          <p:nvPr/>
        </p:nvSpPr>
        <p:spPr>
          <a:xfrm>
            <a:off x="70330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5" name="F2_precision_recall_distributions_5919">
            <a:extLst>
              <a:ext uri="{FF2B5EF4-FFF2-40B4-BE49-F238E27FC236}">
                <a16:creationId xmlns:a16="http://schemas.microsoft.com/office/drawing/2014/main" id="{78B206BF-AF76-4C43-A44F-36A2911D64A9}"/>
              </a:ext>
            </a:extLst>
          </p:cNvPr>
          <p:cNvSpPr>
            <a:spLocks noGrp="1"/>
          </p:cNvSpPr>
          <p:nvPr/>
        </p:nvSpPr>
        <p:spPr>
          <a:xfrm>
            <a:off x="7011184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6" name="F2_precision_recall_distributions_5920">
            <a:extLst>
              <a:ext uri="{FF2B5EF4-FFF2-40B4-BE49-F238E27FC236}">
                <a16:creationId xmlns:a16="http://schemas.microsoft.com/office/drawing/2014/main" id="{090DCF10-1BA0-4D07-8E80-FEB6F6526836}"/>
              </a:ext>
            </a:extLst>
          </p:cNvPr>
          <p:cNvSpPr>
            <a:spLocks noGrp="1"/>
          </p:cNvSpPr>
          <p:nvPr/>
        </p:nvSpPr>
        <p:spPr>
          <a:xfrm>
            <a:off x="7068295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7" name="F2_precision_recall_distributions_5921">
            <a:extLst>
              <a:ext uri="{FF2B5EF4-FFF2-40B4-BE49-F238E27FC236}">
                <a16:creationId xmlns:a16="http://schemas.microsoft.com/office/drawing/2014/main" id="{AA45DDEA-6E4A-47ED-873F-484970C135C1}"/>
              </a:ext>
            </a:extLst>
          </p:cNvPr>
          <p:cNvSpPr>
            <a:spLocks noGrp="1"/>
          </p:cNvSpPr>
          <p:nvPr/>
        </p:nvSpPr>
        <p:spPr>
          <a:xfrm>
            <a:off x="7141399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8" name="F2_precision_recall_distributions_5922">
            <a:extLst>
              <a:ext uri="{FF2B5EF4-FFF2-40B4-BE49-F238E27FC236}">
                <a16:creationId xmlns:a16="http://schemas.microsoft.com/office/drawing/2014/main" id="{AF47C774-3060-4E59-BC89-2F91B5B109C8}"/>
              </a:ext>
            </a:extLst>
          </p:cNvPr>
          <p:cNvSpPr>
            <a:spLocks noGrp="1"/>
          </p:cNvSpPr>
          <p:nvPr/>
        </p:nvSpPr>
        <p:spPr>
          <a:xfrm>
            <a:off x="7296618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09" name="F2_precision_recall_distributions_5923">
            <a:extLst>
              <a:ext uri="{FF2B5EF4-FFF2-40B4-BE49-F238E27FC236}">
                <a16:creationId xmlns:a16="http://schemas.microsoft.com/office/drawing/2014/main" id="{9D7F89A7-F1DD-44CD-BAE8-B4257041C01F}"/>
              </a:ext>
            </a:extLst>
          </p:cNvPr>
          <p:cNvSpPr>
            <a:spLocks noGrp="1"/>
          </p:cNvSpPr>
          <p:nvPr/>
        </p:nvSpPr>
        <p:spPr>
          <a:xfrm>
            <a:off x="729323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0" name="F2_precision_recall_distributions_5924">
            <a:extLst>
              <a:ext uri="{FF2B5EF4-FFF2-40B4-BE49-F238E27FC236}">
                <a16:creationId xmlns:a16="http://schemas.microsoft.com/office/drawing/2014/main" id="{6530403E-EC30-4F7D-9CF8-24748C434B6C}"/>
              </a:ext>
            </a:extLst>
          </p:cNvPr>
          <p:cNvSpPr>
            <a:spLocks noGrp="1"/>
          </p:cNvSpPr>
          <p:nvPr/>
        </p:nvSpPr>
        <p:spPr>
          <a:xfrm>
            <a:off x="718078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1" name="F2_precision_recall_distributions_5925">
            <a:extLst>
              <a:ext uri="{FF2B5EF4-FFF2-40B4-BE49-F238E27FC236}">
                <a16:creationId xmlns:a16="http://schemas.microsoft.com/office/drawing/2014/main" id="{84187C18-E128-4FD3-96C1-4D48AA406BE0}"/>
              </a:ext>
            </a:extLst>
          </p:cNvPr>
          <p:cNvSpPr>
            <a:spLocks noGrp="1"/>
          </p:cNvSpPr>
          <p:nvPr/>
        </p:nvSpPr>
        <p:spPr>
          <a:xfrm>
            <a:off x="707892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2" name="F2_precision_recall_distributions_5926">
            <a:extLst>
              <a:ext uri="{FF2B5EF4-FFF2-40B4-BE49-F238E27FC236}">
                <a16:creationId xmlns:a16="http://schemas.microsoft.com/office/drawing/2014/main" id="{4C53FC05-D074-43A8-83E9-3CDFEE510E0C}"/>
              </a:ext>
            </a:extLst>
          </p:cNvPr>
          <p:cNvSpPr>
            <a:spLocks noGrp="1"/>
          </p:cNvSpPr>
          <p:nvPr/>
        </p:nvSpPr>
        <p:spPr>
          <a:xfrm>
            <a:off x="7023629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3" name="F2_precision_recall_distributions_5927">
            <a:extLst>
              <a:ext uri="{FF2B5EF4-FFF2-40B4-BE49-F238E27FC236}">
                <a16:creationId xmlns:a16="http://schemas.microsoft.com/office/drawing/2014/main" id="{7EB8B8F4-8B7B-48F0-A463-EE8FB1893AD7}"/>
              </a:ext>
            </a:extLst>
          </p:cNvPr>
          <p:cNvSpPr>
            <a:spLocks noGrp="1"/>
          </p:cNvSpPr>
          <p:nvPr/>
        </p:nvSpPr>
        <p:spPr>
          <a:xfrm>
            <a:off x="733754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4" name="F2_precision_recall_distributions_5928">
            <a:extLst>
              <a:ext uri="{FF2B5EF4-FFF2-40B4-BE49-F238E27FC236}">
                <a16:creationId xmlns:a16="http://schemas.microsoft.com/office/drawing/2014/main" id="{D9D68774-BE1E-43D5-9BA6-A7F4F5816B43}"/>
              </a:ext>
            </a:extLst>
          </p:cNvPr>
          <p:cNvSpPr>
            <a:spLocks noGrp="1"/>
          </p:cNvSpPr>
          <p:nvPr/>
        </p:nvSpPr>
        <p:spPr>
          <a:xfrm>
            <a:off x="697372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5" name="F2_precision_recall_distributions_5929">
            <a:extLst>
              <a:ext uri="{FF2B5EF4-FFF2-40B4-BE49-F238E27FC236}">
                <a16:creationId xmlns:a16="http://schemas.microsoft.com/office/drawing/2014/main" id="{E99CBA48-F936-435F-B360-B7FDEED85660}"/>
              </a:ext>
            </a:extLst>
          </p:cNvPr>
          <p:cNvSpPr>
            <a:spLocks noGrp="1"/>
          </p:cNvSpPr>
          <p:nvPr/>
        </p:nvSpPr>
        <p:spPr>
          <a:xfrm>
            <a:off x="703923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6" name="F2_precision_recall_distributions_5930">
            <a:extLst>
              <a:ext uri="{FF2B5EF4-FFF2-40B4-BE49-F238E27FC236}">
                <a16:creationId xmlns:a16="http://schemas.microsoft.com/office/drawing/2014/main" id="{5947D48C-B718-4A83-A995-5C8A74D6198C}"/>
              </a:ext>
            </a:extLst>
          </p:cNvPr>
          <p:cNvSpPr>
            <a:spLocks noGrp="1"/>
          </p:cNvSpPr>
          <p:nvPr/>
        </p:nvSpPr>
        <p:spPr>
          <a:xfrm>
            <a:off x="707272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7" name="F2_precision_recall_distributions_5931">
            <a:extLst>
              <a:ext uri="{FF2B5EF4-FFF2-40B4-BE49-F238E27FC236}">
                <a16:creationId xmlns:a16="http://schemas.microsoft.com/office/drawing/2014/main" id="{7720449F-5B1E-499A-902E-955E7B2C1691}"/>
              </a:ext>
            </a:extLst>
          </p:cNvPr>
          <p:cNvSpPr>
            <a:spLocks noGrp="1"/>
          </p:cNvSpPr>
          <p:nvPr/>
        </p:nvSpPr>
        <p:spPr>
          <a:xfrm>
            <a:off x="700910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8" name="F2_precision_recall_distributions_5932">
            <a:extLst>
              <a:ext uri="{FF2B5EF4-FFF2-40B4-BE49-F238E27FC236}">
                <a16:creationId xmlns:a16="http://schemas.microsoft.com/office/drawing/2014/main" id="{C936AE87-A106-455C-9719-FD91B3C31438}"/>
              </a:ext>
            </a:extLst>
          </p:cNvPr>
          <p:cNvSpPr>
            <a:spLocks noGrp="1"/>
          </p:cNvSpPr>
          <p:nvPr/>
        </p:nvSpPr>
        <p:spPr>
          <a:xfrm>
            <a:off x="7218958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19" name="F2_precision_recall_distributions_5933">
            <a:extLst>
              <a:ext uri="{FF2B5EF4-FFF2-40B4-BE49-F238E27FC236}">
                <a16:creationId xmlns:a16="http://schemas.microsoft.com/office/drawing/2014/main" id="{FD214127-A6A1-41D7-8583-1BE63ECA5E87}"/>
              </a:ext>
            </a:extLst>
          </p:cNvPr>
          <p:cNvSpPr>
            <a:spLocks noGrp="1"/>
          </p:cNvSpPr>
          <p:nvPr/>
        </p:nvSpPr>
        <p:spPr>
          <a:xfrm>
            <a:off x="7160637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0" name="F2_precision_recall_distributions_5934">
            <a:extLst>
              <a:ext uri="{FF2B5EF4-FFF2-40B4-BE49-F238E27FC236}">
                <a16:creationId xmlns:a16="http://schemas.microsoft.com/office/drawing/2014/main" id="{F420B2B8-DC30-474C-B99C-FBFB16A593B5}"/>
              </a:ext>
            </a:extLst>
          </p:cNvPr>
          <p:cNvSpPr>
            <a:spLocks noGrp="1"/>
          </p:cNvSpPr>
          <p:nvPr/>
        </p:nvSpPr>
        <p:spPr>
          <a:xfrm>
            <a:off x="698169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1" name="F2_precision_recall_distributions_5935">
            <a:extLst>
              <a:ext uri="{FF2B5EF4-FFF2-40B4-BE49-F238E27FC236}">
                <a16:creationId xmlns:a16="http://schemas.microsoft.com/office/drawing/2014/main" id="{41DC594C-E631-4C2E-B1B4-1B6A1BA5F4A3}"/>
              </a:ext>
            </a:extLst>
          </p:cNvPr>
          <p:cNvSpPr>
            <a:spLocks noGrp="1"/>
          </p:cNvSpPr>
          <p:nvPr/>
        </p:nvSpPr>
        <p:spPr>
          <a:xfrm>
            <a:off x="7249075" y="474859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2" name="F2_precision_recall_distributions_5936">
            <a:extLst>
              <a:ext uri="{FF2B5EF4-FFF2-40B4-BE49-F238E27FC236}">
                <a16:creationId xmlns:a16="http://schemas.microsoft.com/office/drawing/2014/main" id="{41A08085-877A-4300-8A14-9DB3C73FAC86}"/>
              </a:ext>
            </a:extLst>
          </p:cNvPr>
          <p:cNvSpPr>
            <a:spLocks noGrp="1"/>
          </p:cNvSpPr>
          <p:nvPr/>
        </p:nvSpPr>
        <p:spPr>
          <a:xfrm>
            <a:off x="70180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3" name="F2_precision_recall_distributions_5937">
            <a:extLst>
              <a:ext uri="{FF2B5EF4-FFF2-40B4-BE49-F238E27FC236}">
                <a16:creationId xmlns:a16="http://schemas.microsoft.com/office/drawing/2014/main" id="{A2DE3599-A3B6-4D93-8E5B-5EDAE0736C46}"/>
              </a:ext>
            </a:extLst>
          </p:cNvPr>
          <p:cNvSpPr>
            <a:spLocks noGrp="1"/>
          </p:cNvSpPr>
          <p:nvPr/>
        </p:nvSpPr>
        <p:spPr>
          <a:xfrm>
            <a:off x="7332366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4" name="F2_precision_recall_distributions_5938">
            <a:extLst>
              <a:ext uri="{FF2B5EF4-FFF2-40B4-BE49-F238E27FC236}">
                <a16:creationId xmlns:a16="http://schemas.microsoft.com/office/drawing/2014/main" id="{80675601-AD94-49EA-8ED3-41B095E33D33}"/>
              </a:ext>
            </a:extLst>
          </p:cNvPr>
          <p:cNvSpPr>
            <a:spLocks noGrp="1"/>
          </p:cNvSpPr>
          <p:nvPr/>
        </p:nvSpPr>
        <p:spPr>
          <a:xfrm>
            <a:off x="730132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5" name="F2_precision_recall_distributions_5939">
            <a:extLst>
              <a:ext uri="{FF2B5EF4-FFF2-40B4-BE49-F238E27FC236}">
                <a16:creationId xmlns:a16="http://schemas.microsoft.com/office/drawing/2014/main" id="{CF7B5B8C-F030-414E-BE3B-6140DEC50050}"/>
              </a:ext>
            </a:extLst>
          </p:cNvPr>
          <p:cNvSpPr>
            <a:spLocks noGrp="1"/>
          </p:cNvSpPr>
          <p:nvPr/>
        </p:nvSpPr>
        <p:spPr>
          <a:xfrm>
            <a:off x="7202788" y="44656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6" name="F2_precision_recall_distributions_5940">
            <a:extLst>
              <a:ext uri="{FF2B5EF4-FFF2-40B4-BE49-F238E27FC236}">
                <a16:creationId xmlns:a16="http://schemas.microsoft.com/office/drawing/2014/main" id="{8C6D4DBB-DEF7-46A3-9063-07BCF1B6A844}"/>
              </a:ext>
            </a:extLst>
          </p:cNvPr>
          <p:cNvSpPr>
            <a:spLocks noGrp="1"/>
          </p:cNvSpPr>
          <p:nvPr/>
        </p:nvSpPr>
        <p:spPr>
          <a:xfrm>
            <a:off x="7223960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7" name="F2_precision_recall_distributions_5941">
            <a:extLst>
              <a:ext uri="{FF2B5EF4-FFF2-40B4-BE49-F238E27FC236}">
                <a16:creationId xmlns:a16="http://schemas.microsoft.com/office/drawing/2014/main" id="{CE5A22B3-3529-4E04-8581-B30184CA7E83}"/>
              </a:ext>
            </a:extLst>
          </p:cNvPr>
          <p:cNvSpPr>
            <a:spLocks noGrp="1"/>
          </p:cNvSpPr>
          <p:nvPr/>
        </p:nvSpPr>
        <p:spPr>
          <a:xfrm>
            <a:off x="725820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8" name="F2_precision_recall_distributions_5942">
            <a:extLst>
              <a:ext uri="{FF2B5EF4-FFF2-40B4-BE49-F238E27FC236}">
                <a16:creationId xmlns:a16="http://schemas.microsoft.com/office/drawing/2014/main" id="{7008897B-A00E-4B38-9244-478E829804AF}"/>
              </a:ext>
            </a:extLst>
          </p:cNvPr>
          <p:cNvSpPr>
            <a:spLocks noGrp="1"/>
          </p:cNvSpPr>
          <p:nvPr/>
        </p:nvSpPr>
        <p:spPr>
          <a:xfrm>
            <a:off x="708988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29" name="F2_precision_recall_distributions_5943">
            <a:extLst>
              <a:ext uri="{FF2B5EF4-FFF2-40B4-BE49-F238E27FC236}">
                <a16:creationId xmlns:a16="http://schemas.microsoft.com/office/drawing/2014/main" id="{1DBF88C0-1337-4A18-B4F4-93F5F29BE1E0}"/>
              </a:ext>
            </a:extLst>
          </p:cNvPr>
          <p:cNvSpPr>
            <a:spLocks noGrp="1"/>
          </p:cNvSpPr>
          <p:nvPr/>
        </p:nvSpPr>
        <p:spPr>
          <a:xfrm>
            <a:off x="6995988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0" name="F2_precision_recall_distributions_5944">
            <a:extLst>
              <a:ext uri="{FF2B5EF4-FFF2-40B4-BE49-F238E27FC236}">
                <a16:creationId xmlns:a16="http://schemas.microsoft.com/office/drawing/2014/main" id="{5A19ED72-4211-40BA-9729-F2584DB505E7}"/>
              </a:ext>
            </a:extLst>
          </p:cNvPr>
          <p:cNvSpPr>
            <a:spLocks noGrp="1"/>
          </p:cNvSpPr>
          <p:nvPr/>
        </p:nvSpPr>
        <p:spPr>
          <a:xfrm>
            <a:off x="715784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1" name="F2_precision_recall_distributions_5945">
            <a:extLst>
              <a:ext uri="{FF2B5EF4-FFF2-40B4-BE49-F238E27FC236}">
                <a16:creationId xmlns:a16="http://schemas.microsoft.com/office/drawing/2014/main" id="{DBE218A7-8EAC-4546-BD37-2C3AAC31671B}"/>
              </a:ext>
            </a:extLst>
          </p:cNvPr>
          <p:cNvSpPr>
            <a:spLocks noGrp="1"/>
          </p:cNvSpPr>
          <p:nvPr/>
        </p:nvSpPr>
        <p:spPr>
          <a:xfrm>
            <a:off x="7141616" y="486648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2" name="F2_precision_recall_distributions_5946">
            <a:extLst>
              <a:ext uri="{FF2B5EF4-FFF2-40B4-BE49-F238E27FC236}">
                <a16:creationId xmlns:a16="http://schemas.microsoft.com/office/drawing/2014/main" id="{08C8B861-4751-40AB-9030-165951C90A3D}"/>
              </a:ext>
            </a:extLst>
          </p:cNvPr>
          <p:cNvSpPr>
            <a:spLocks noGrp="1"/>
          </p:cNvSpPr>
          <p:nvPr/>
        </p:nvSpPr>
        <p:spPr>
          <a:xfrm>
            <a:off x="7203314" y="433600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3" name="F2_precision_recall_distributions_5947">
            <a:extLst>
              <a:ext uri="{FF2B5EF4-FFF2-40B4-BE49-F238E27FC236}">
                <a16:creationId xmlns:a16="http://schemas.microsoft.com/office/drawing/2014/main" id="{BD0F17CE-BBFB-41D0-B635-1039EEA89165}"/>
              </a:ext>
            </a:extLst>
          </p:cNvPr>
          <p:cNvSpPr>
            <a:spLocks noGrp="1"/>
          </p:cNvSpPr>
          <p:nvPr/>
        </p:nvSpPr>
        <p:spPr>
          <a:xfrm>
            <a:off x="7187639" y="498436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4" name="F2_precision_recall_distributions_5948">
            <a:extLst>
              <a:ext uri="{FF2B5EF4-FFF2-40B4-BE49-F238E27FC236}">
                <a16:creationId xmlns:a16="http://schemas.microsoft.com/office/drawing/2014/main" id="{61FD1A64-5EA9-4858-AAA3-93981C4859D2}"/>
              </a:ext>
            </a:extLst>
          </p:cNvPr>
          <p:cNvSpPr>
            <a:spLocks noGrp="1"/>
          </p:cNvSpPr>
          <p:nvPr/>
        </p:nvSpPr>
        <p:spPr>
          <a:xfrm>
            <a:off x="715152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5" name="F2_precision_recall_distributions_5949">
            <a:extLst>
              <a:ext uri="{FF2B5EF4-FFF2-40B4-BE49-F238E27FC236}">
                <a16:creationId xmlns:a16="http://schemas.microsoft.com/office/drawing/2014/main" id="{AC082E66-8B9B-4B01-B0D4-7A98F726AC25}"/>
              </a:ext>
            </a:extLst>
          </p:cNvPr>
          <p:cNvSpPr>
            <a:spLocks noGrp="1"/>
          </p:cNvSpPr>
          <p:nvPr/>
        </p:nvSpPr>
        <p:spPr>
          <a:xfrm>
            <a:off x="7182760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6" name="F2_precision_recall_distributions_5950">
            <a:extLst>
              <a:ext uri="{FF2B5EF4-FFF2-40B4-BE49-F238E27FC236}">
                <a16:creationId xmlns:a16="http://schemas.microsoft.com/office/drawing/2014/main" id="{BB673258-9CF3-481E-B9F0-482A137F44EA}"/>
              </a:ext>
            </a:extLst>
          </p:cNvPr>
          <p:cNvSpPr>
            <a:spLocks noGrp="1"/>
          </p:cNvSpPr>
          <p:nvPr/>
        </p:nvSpPr>
        <p:spPr>
          <a:xfrm>
            <a:off x="7242423" y="465428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7" name="F2_precision_recall_distributions_5951">
            <a:extLst>
              <a:ext uri="{FF2B5EF4-FFF2-40B4-BE49-F238E27FC236}">
                <a16:creationId xmlns:a16="http://schemas.microsoft.com/office/drawing/2014/main" id="{65A9C608-EBD3-42C3-9E62-7974767BF297}"/>
              </a:ext>
            </a:extLst>
          </p:cNvPr>
          <p:cNvSpPr>
            <a:spLocks noGrp="1"/>
          </p:cNvSpPr>
          <p:nvPr/>
        </p:nvSpPr>
        <p:spPr>
          <a:xfrm>
            <a:off x="6981599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8" name="F2_precision_recall_distributions_5952">
            <a:extLst>
              <a:ext uri="{FF2B5EF4-FFF2-40B4-BE49-F238E27FC236}">
                <a16:creationId xmlns:a16="http://schemas.microsoft.com/office/drawing/2014/main" id="{1582AABC-EAAB-47D1-9112-A7CB97229AA0}"/>
              </a:ext>
            </a:extLst>
          </p:cNvPr>
          <p:cNvSpPr>
            <a:spLocks noGrp="1"/>
          </p:cNvSpPr>
          <p:nvPr/>
        </p:nvSpPr>
        <p:spPr>
          <a:xfrm>
            <a:off x="7202932" y="45694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39" name="F2_precision_recall_distributions_5953">
            <a:extLst>
              <a:ext uri="{FF2B5EF4-FFF2-40B4-BE49-F238E27FC236}">
                <a16:creationId xmlns:a16="http://schemas.microsoft.com/office/drawing/2014/main" id="{3E932F6F-7673-4944-8FF9-2331D7D0F909}"/>
              </a:ext>
            </a:extLst>
          </p:cNvPr>
          <p:cNvSpPr>
            <a:spLocks noGrp="1"/>
          </p:cNvSpPr>
          <p:nvPr/>
        </p:nvSpPr>
        <p:spPr>
          <a:xfrm>
            <a:off x="7253733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0" name="F2_precision_recall_distributions_5954">
            <a:extLst>
              <a:ext uri="{FF2B5EF4-FFF2-40B4-BE49-F238E27FC236}">
                <a16:creationId xmlns:a16="http://schemas.microsoft.com/office/drawing/2014/main" id="{A4B63057-BCEA-466F-8797-DB9F7EF6DF11}"/>
              </a:ext>
            </a:extLst>
          </p:cNvPr>
          <p:cNvSpPr>
            <a:spLocks noGrp="1"/>
          </p:cNvSpPr>
          <p:nvPr/>
        </p:nvSpPr>
        <p:spPr>
          <a:xfrm>
            <a:off x="711956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1" name="F2_precision_recall_distributions_5955">
            <a:extLst>
              <a:ext uri="{FF2B5EF4-FFF2-40B4-BE49-F238E27FC236}">
                <a16:creationId xmlns:a16="http://schemas.microsoft.com/office/drawing/2014/main" id="{1B63B3F6-1D0F-41C1-973C-C80260726FDF}"/>
              </a:ext>
            </a:extLst>
          </p:cNvPr>
          <p:cNvSpPr>
            <a:spLocks noGrp="1"/>
          </p:cNvSpPr>
          <p:nvPr/>
        </p:nvSpPr>
        <p:spPr>
          <a:xfrm>
            <a:off x="7292115" y="45128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2" name="F2_precision_recall_distributions_5956">
            <a:extLst>
              <a:ext uri="{FF2B5EF4-FFF2-40B4-BE49-F238E27FC236}">
                <a16:creationId xmlns:a16="http://schemas.microsoft.com/office/drawing/2014/main" id="{55AD3A3F-E666-4B7B-8B55-439E0B74061E}"/>
              </a:ext>
            </a:extLst>
          </p:cNvPr>
          <p:cNvSpPr>
            <a:spLocks noGrp="1"/>
          </p:cNvSpPr>
          <p:nvPr/>
        </p:nvSpPr>
        <p:spPr>
          <a:xfrm>
            <a:off x="724698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3" name="F2_precision_recall_distributions_5957">
            <a:extLst>
              <a:ext uri="{FF2B5EF4-FFF2-40B4-BE49-F238E27FC236}">
                <a16:creationId xmlns:a16="http://schemas.microsoft.com/office/drawing/2014/main" id="{A1451D58-2375-4126-B48C-8CD5003673A7}"/>
              </a:ext>
            </a:extLst>
          </p:cNvPr>
          <p:cNvSpPr>
            <a:spLocks noGrp="1"/>
          </p:cNvSpPr>
          <p:nvPr/>
        </p:nvSpPr>
        <p:spPr>
          <a:xfrm>
            <a:off x="7034411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4" name="F2_precision_recall_distributions_5958">
            <a:extLst>
              <a:ext uri="{FF2B5EF4-FFF2-40B4-BE49-F238E27FC236}">
                <a16:creationId xmlns:a16="http://schemas.microsoft.com/office/drawing/2014/main" id="{82108A8D-76A3-4DA5-971C-C6A7F70FC3F0}"/>
              </a:ext>
            </a:extLst>
          </p:cNvPr>
          <p:cNvSpPr>
            <a:spLocks noGrp="1"/>
          </p:cNvSpPr>
          <p:nvPr/>
        </p:nvSpPr>
        <p:spPr>
          <a:xfrm>
            <a:off x="7104406" y="47149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5" name="F2_precision_recall_distributions_5959">
            <a:extLst>
              <a:ext uri="{FF2B5EF4-FFF2-40B4-BE49-F238E27FC236}">
                <a16:creationId xmlns:a16="http://schemas.microsoft.com/office/drawing/2014/main" id="{1A7718F7-2293-4EE6-9A0B-8F1DBE882528}"/>
              </a:ext>
            </a:extLst>
          </p:cNvPr>
          <p:cNvSpPr>
            <a:spLocks noGrp="1"/>
          </p:cNvSpPr>
          <p:nvPr/>
        </p:nvSpPr>
        <p:spPr>
          <a:xfrm>
            <a:off x="7307472" y="43511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6" name="F2_precision_recall_distributions_5960">
            <a:extLst>
              <a:ext uri="{FF2B5EF4-FFF2-40B4-BE49-F238E27FC236}">
                <a16:creationId xmlns:a16="http://schemas.microsoft.com/office/drawing/2014/main" id="{B9B2338A-0B02-4315-B464-668DAD4BD5FA}"/>
              </a:ext>
            </a:extLst>
          </p:cNvPr>
          <p:cNvSpPr>
            <a:spLocks noGrp="1"/>
          </p:cNvSpPr>
          <p:nvPr/>
        </p:nvSpPr>
        <p:spPr>
          <a:xfrm>
            <a:off x="700202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7" name="F2_precision_recall_distributions_5961">
            <a:extLst>
              <a:ext uri="{FF2B5EF4-FFF2-40B4-BE49-F238E27FC236}">
                <a16:creationId xmlns:a16="http://schemas.microsoft.com/office/drawing/2014/main" id="{7711693D-CBF0-44C8-B848-F97F63E5F310}"/>
              </a:ext>
            </a:extLst>
          </p:cNvPr>
          <p:cNvSpPr>
            <a:spLocks noGrp="1"/>
          </p:cNvSpPr>
          <p:nvPr/>
        </p:nvSpPr>
        <p:spPr>
          <a:xfrm>
            <a:off x="7067139" y="46103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8" name="F2_precision_recall_distributions_5962">
            <a:extLst>
              <a:ext uri="{FF2B5EF4-FFF2-40B4-BE49-F238E27FC236}">
                <a16:creationId xmlns:a16="http://schemas.microsoft.com/office/drawing/2014/main" id="{A007F385-B687-4CD9-A9DD-9BBE88CA6DA6}"/>
              </a:ext>
            </a:extLst>
          </p:cNvPr>
          <p:cNvSpPr>
            <a:spLocks noGrp="1"/>
          </p:cNvSpPr>
          <p:nvPr/>
        </p:nvSpPr>
        <p:spPr>
          <a:xfrm>
            <a:off x="7082914" y="47391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49" name="F2_precision_recall_distributions_5963">
            <a:extLst>
              <a:ext uri="{FF2B5EF4-FFF2-40B4-BE49-F238E27FC236}">
                <a16:creationId xmlns:a16="http://schemas.microsoft.com/office/drawing/2014/main" id="{1A65208B-159C-4D9A-AAB4-360B94712D1A}"/>
              </a:ext>
            </a:extLst>
          </p:cNvPr>
          <p:cNvSpPr>
            <a:spLocks noGrp="1"/>
          </p:cNvSpPr>
          <p:nvPr/>
        </p:nvSpPr>
        <p:spPr>
          <a:xfrm>
            <a:off x="7258636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0" name="F2_precision_recall_distributions_5964">
            <a:extLst>
              <a:ext uri="{FF2B5EF4-FFF2-40B4-BE49-F238E27FC236}">
                <a16:creationId xmlns:a16="http://schemas.microsoft.com/office/drawing/2014/main" id="{61171B81-F21B-4862-A65B-91CEF6675FD2}"/>
              </a:ext>
            </a:extLst>
          </p:cNvPr>
          <p:cNvSpPr>
            <a:spLocks noGrp="1"/>
          </p:cNvSpPr>
          <p:nvPr/>
        </p:nvSpPr>
        <p:spPr>
          <a:xfrm>
            <a:off x="7287120" y="506475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1" name="F2_precision_recall_distributions_5965">
            <a:extLst>
              <a:ext uri="{FF2B5EF4-FFF2-40B4-BE49-F238E27FC236}">
                <a16:creationId xmlns:a16="http://schemas.microsoft.com/office/drawing/2014/main" id="{8F1789DE-B661-4CD0-922D-769023580B3D}"/>
              </a:ext>
            </a:extLst>
          </p:cNvPr>
          <p:cNvSpPr>
            <a:spLocks noGrp="1"/>
          </p:cNvSpPr>
          <p:nvPr/>
        </p:nvSpPr>
        <p:spPr>
          <a:xfrm>
            <a:off x="7336365" y="49372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2" name="F2_precision_recall_distributions_5966">
            <a:extLst>
              <a:ext uri="{FF2B5EF4-FFF2-40B4-BE49-F238E27FC236}">
                <a16:creationId xmlns:a16="http://schemas.microsoft.com/office/drawing/2014/main" id="{E81975D6-78D4-4AEE-8B88-A4EA06E7EC54}"/>
              </a:ext>
            </a:extLst>
          </p:cNvPr>
          <p:cNvSpPr>
            <a:spLocks noGrp="1"/>
          </p:cNvSpPr>
          <p:nvPr/>
        </p:nvSpPr>
        <p:spPr>
          <a:xfrm>
            <a:off x="7027565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3" name="F2_precision_recall_distributions_5967">
            <a:extLst>
              <a:ext uri="{FF2B5EF4-FFF2-40B4-BE49-F238E27FC236}">
                <a16:creationId xmlns:a16="http://schemas.microsoft.com/office/drawing/2014/main" id="{16C57FE2-E16C-44E4-AE01-7896FE49C25A}"/>
              </a:ext>
            </a:extLst>
          </p:cNvPr>
          <p:cNvSpPr>
            <a:spLocks noGrp="1"/>
          </p:cNvSpPr>
          <p:nvPr/>
        </p:nvSpPr>
        <p:spPr>
          <a:xfrm>
            <a:off x="7048444" y="422990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4" name="F2_precision_recall_distributions_5968">
            <a:extLst>
              <a:ext uri="{FF2B5EF4-FFF2-40B4-BE49-F238E27FC236}">
                <a16:creationId xmlns:a16="http://schemas.microsoft.com/office/drawing/2014/main" id="{D196A2BD-3557-4579-B9BA-D14771F78545}"/>
              </a:ext>
            </a:extLst>
          </p:cNvPr>
          <p:cNvSpPr>
            <a:spLocks noGrp="1"/>
          </p:cNvSpPr>
          <p:nvPr/>
        </p:nvSpPr>
        <p:spPr>
          <a:xfrm>
            <a:off x="7045614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5" name="F2_precision_recall_distributions_5969">
            <a:extLst>
              <a:ext uri="{FF2B5EF4-FFF2-40B4-BE49-F238E27FC236}">
                <a16:creationId xmlns:a16="http://schemas.microsoft.com/office/drawing/2014/main" id="{27F4DE07-61F9-4BB6-AC24-CC83C4F7D52A}"/>
              </a:ext>
            </a:extLst>
          </p:cNvPr>
          <p:cNvSpPr>
            <a:spLocks noGrp="1"/>
          </p:cNvSpPr>
          <p:nvPr/>
        </p:nvSpPr>
        <p:spPr>
          <a:xfrm>
            <a:off x="7229101" y="49978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6" name="F2_precision_recall_distributions_5970">
            <a:extLst>
              <a:ext uri="{FF2B5EF4-FFF2-40B4-BE49-F238E27FC236}">
                <a16:creationId xmlns:a16="http://schemas.microsoft.com/office/drawing/2014/main" id="{FA3DC1CD-C88F-4881-82F7-6034DEF5F022}"/>
              </a:ext>
            </a:extLst>
          </p:cNvPr>
          <p:cNvSpPr>
            <a:spLocks noGrp="1"/>
          </p:cNvSpPr>
          <p:nvPr/>
        </p:nvSpPr>
        <p:spPr>
          <a:xfrm>
            <a:off x="7258259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7" name="F2_precision_recall_distributions_5971">
            <a:extLst>
              <a:ext uri="{FF2B5EF4-FFF2-40B4-BE49-F238E27FC236}">
                <a16:creationId xmlns:a16="http://schemas.microsoft.com/office/drawing/2014/main" id="{4B1DCAE4-F231-4F76-9F2D-C632A96186B2}"/>
              </a:ext>
            </a:extLst>
          </p:cNvPr>
          <p:cNvSpPr>
            <a:spLocks noGrp="1"/>
          </p:cNvSpPr>
          <p:nvPr/>
        </p:nvSpPr>
        <p:spPr>
          <a:xfrm>
            <a:off x="7015558" y="50786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58" name="F2_precision_recall_distributions_5972">
            <a:extLst>
              <a:ext uri="{FF2B5EF4-FFF2-40B4-BE49-F238E27FC236}">
                <a16:creationId xmlns:a16="http://schemas.microsoft.com/office/drawing/2014/main" id="{E6DBE639-2C62-4A99-893E-982B123F6725}"/>
              </a:ext>
            </a:extLst>
          </p:cNvPr>
          <p:cNvSpPr>
            <a:spLocks noGrp="1"/>
          </p:cNvSpPr>
          <p:nvPr/>
        </p:nvSpPr>
        <p:spPr>
          <a:xfrm>
            <a:off x="7992389" y="424353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873" y="842186"/>
                </a:lnTo>
                <a:lnTo>
                  <a:pt x="22877" y="835606"/>
                </a:lnTo>
                <a:lnTo>
                  <a:pt x="49267" y="829027"/>
                </a:lnTo>
                <a:lnTo>
                  <a:pt x="82465" y="822447"/>
                </a:lnTo>
                <a:lnTo>
                  <a:pt x="119468" y="815868"/>
                </a:lnTo>
                <a:lnTo>
                  <a:pt x="157287" y="809288"/>
                </a:lnTo>
                <a:lnTo>
                  <a:pt x="193329" y="802708"/>
                </a:lnTo>
                <a:lnTo>
                  <a:pt x="225648" y="796129"/>
                </a:lnTo>
                <a:lnTo>
                  <a:pt x="253056" y="789549"/>
                </a:lnTo>
                <a:lnTo>
                  <a:pt x="275092" y="782970"/>
                </a:lnTo>
                <a:lnTo>
                  <a:pt x="291895" y="776390"/>
                </a:lnTo>
                <a:lnTo>
                  <a:pt x="304019" y="769811"/>
                </a:lnTo>
                <a:lnTo>
                  <a:pt x="312251" y="763231"/>
                </a:lnTo>
                <a:lnTo>
                  <a:pt x="317452" y="756651"/>
                </a:lnTo>
                <a:lnTo>
                  <a:pt x="320446" y="750072"/>
                </a:lnTo>
                <a:lnTo>
                  <a:pt x="321949" y="743492"/>
                </a:lnTo>
                <a:lnTo>
                  <a:pt x="322543" y="736913"/>
                </a:lnTo>
                <a:lnTo>
                  <a:pt x="322668" y="730333"/>
                </a:lnTo>
                <a:lnTo>
                  <a:pt x="322634" y="723754"/>
                </a:lnTo>
                <a:lnTo>
                  <a:pt x="322640" y="717174"/>
                </a:lnTo>
                <a:lnTo>
                  <a:pt x="322791" y="710594"/>
                </a:lnTo>
                <a:lnTo>
                  <a:pt x="323118" y="704015"/>
                </a:lnTo>
                <a:lnTo>
                  <a:pt x="323598" y="697435"/>
                </a:lnTo>
                <a:lnTo>
                  <a:pt x="324174" y="690856"/>
                </a:lnTo>
                <a:lnTo>
                  <a:pt x="324772" y="684276"/>
                </a:lnTo>
                <a:lnTo>
                  <a:pt x="325316" y="677697"/>
                </a:lnTo>
                <a:lnTo>
                  <a:pt x="325739" y="671117"/>
                </a:lnTo>
                <a:lnTo>
                  <a:pt x="325991" y="664537"/>
                </a:lnTo>
                <a:lnTo>
                  <a:pt x="326037" y="657958"/>
                </a:lnTo>
                <a:lnTo>
                  <a:pt x="325855" y="651378"/>
                </a:lnTo>
                <a:lnTo>
                  <a:pt x="325428" y="644799"/>
                </a:lnTo>
                <a:lnTo>
                  <a:pt x="324743" y="638219"/>
                </a:lnTo>
                <a:lnTo>
                  <a:pt x="323786" y="631639"/>
                </a:lnTo>
                <a:lnTo>
                  <a:pt x="322547" y="625060"/>
                </a:lnTo>
                <a:lnTo>
                  <a:pt x="321026" y="618480"/>
                </a:lnTo>
                <a:lnTo>
                  <a:pt x="319249" y="611901"/>
                </a:lnTo>
                <a:lnTo>
                  <a:pt x="317275" y="605321"/>
                </a:lnTo>
                <a:lnTo>
                  <a:pt x="315204" y="598742"/>
                </a:lnTo>
                <a:lnTo>
                  <a:pt x="313176" y="592162"/>
                </a:lnTo>
                <a:lnTo>
                  <a:pt x="311355" y="585582"/>
                </a:lnTo>
                <a:lnTo>
                  <a:pt x="309914" y="579003"/>
                </a:lnTo>
                <a:lnTo>
                  <a:pt x="309003" y="572423"/>
                </a:lnTo>
                <a:lnTo>
                  <a:pt x="308727" y="565844"/>
                </a:lnTo>
                <a:lnTo>
                  <a:pt x="309125" y="559264"/>
                </a:lnTo>
                <a:lnTo>
                  <a:pt x="310160" y="552685"/>
                </a:lnTo>
                <a:lnTo>
                  <a:pt x="311728" y="546105"/>
                </a:lnTo>
                <a:lnTo>
                  <a:pt x="313669" y="539525"/>
                </a:lnTo>
                <a:lnTo>
                  <a:pt x="315790" y="532946"/>
                </a:lnTo>
                <a:lnTo>
                  <a:pt x="317893" y="526366"/>
                </a:lnTo>
                <a:lnTo>
                  <a:pt x="319788" y="519787"/>
                </a:lnTo>
                <a:lnTo>
                  <a:pt x="321315" y="513207"/>
                </a:lnTo>
                <a:lnTo>
                  <a:pt x="322339" y="506627"/>
                </a:lnTo>
                <a:lnTo>
                  <a:pt x="322757" y="500048"/>
                </a:lnTo>
                <a:lnTo>
                  <a:pt x="322494" y="493468"/>
                </a:lnTo>
                <a:lnTo>
                  <a:pt x="321503" y="486889"/>
                </a:lnTo>
                <a:lnTo>
                  <a:pt x="319775" y="480309"/>
                </a:lnTo>
                <a:lnTo>
                  <a:pt x="317349" y="473730"/>
                </a:lnTo>
                <a:lnTo>
                  <a:pt x="314325" y="467150"/>
                </a:lnTo>
                <a:lnTo>
                  <a:pt x="310879" y="460570"/>
                </a:lnTo>
                <a:lnTo>
                  <a:pt x="307258" y="453991"/>
                </a:lnTo>
                <a:lnTo>
                  <a:pt x="303769" y="447411"/>
                </a:lnTo>
                <a:lnTo>
                  <a:pt x="300746" y="440832"/>
                </a:lnTo>
                <a:lnTo>
                  <a:pt x="298504" y="434252"/>
                </a:lnTo>
                <a:lnTo>
                  <a:pt x="297297" y="427673"/>
                </a:lnTo>
                <a:lnTo>
                  <a:pt x="297271" y="421093"/>
                </a:lnTo>
                <a:lnTo>
                  <a:pt x="298439" y="414513"/>
                </a:lnTo>
                <a:lnTo>
                  <a:pt x="300680" y="407934"/>
                </a:lnTo>
                <a:lnTo>
                  <a:pt x="303758" y="401354"/>
                </a:lnTo>
                <a:lnTo>
                  <a:pt x="307361" y="394775"/>
                </a:lnTo>
                <a:lnTo>
                  <a:pt x="311151" y="388195"/>
                </a:lnTo>
                <a:lnTo>
                  <a:pt x="314811" y="381616"/>
                </a:lnTo>
                <a:lnTo>
                  <a:pt x="318088" y="375036"/>
                </a:lnTo>
                <a:lnTo>
                  <a:pt x="320810" y="368456"/>
                </a:lnTo>
                <a:lnTo>
                  <a:pt x="322896" y="361877"/>
                </a:lnTo>
                <a:lnTo>
                  <a:pt x="324345" y="355297"/>
                </a:lnTo>
                <a:lnTo>
                  <a:pt x="325219" y="348718"/>
                </a:lnTo>
                <a:lnTo>
                  <a:pt x="325621" y="342138"/>
                </a:lnTo>
                <a:lnTo>
                  <a:pt x="325671" y="335558"/>
                </a:lnTo>
                <a:lnTo>
                  <a:pt x="325493" y="328979"/>
                </a:lnTo>
                <a:lnTo>
                  <a:pt x="325199" y="322399"/>
                </a:lnTo>
                <a:lnTo>
                  <a:pt x="324885" y="315820"/>
                </a:lnTo>
                <a:lnTo>
                  <a:pt x="324621" y="309240"/>
                </a:lnTo>
                <a:lnTo>
                  <a:pt x="324456" y="302661"/>
                </a:lnTo>
                <a:lnTo>
                  <a:pt x="324410" y="296081"/>
                </a:lnTo>
                <a:lnTo>
                  <a:pt x="324480" y="289501"/>
                </a:lnTo>
                <a:lnTo>
                  <a:pt x="324640" y="282922"/>
                </a:lnTo>
                <a:lnTo>
                  <a:pt x="324844" y="276342"/>
                </a:lnTo>
                <a:lnTo>
                  <a:pt x="325038" y="269763"/>
                </a:lnTo>
                <a:lnTo>
                  <a:pt x="325163" y="263183"/>
                </a:lnTo>
                <a:lnTo>
                  <a:pt x="325170" y="256604"/>
                </a:lnTo>
                <a:lnTo>
                  <a:pt x="325026" y="250024"/>
                </a:lnTo>
                <a:lnTo>
                  <a:pt x="324721" y="243444"/>
                </a:lnTo>
                <a:lnTo>
                  <a:pt x="324272" y="236865"/>
                </a:lnTo>
                <a:lnTo>
                  <a:pt x="323719" y="230285"/>
                </a:lnTo>
                <a:lnTo>
                  <a:pt x="323117" y="223706"/>
                </a:lnTo>
                <a:lnTo>
                  <a:pt x="322531" y="217126"/>
                </a:lnTo>
                <a:lnTo>
                  <a:pt x="322022" y="210546"/>
                </a:lnTo>
                <a:lnTo>
                  <a:pt x="321643" y="203967"/>
                </a:lnTo>
                <a:lnTo>
                  <a:pt x="321425" y="197387"/>
                </a:lnTo>
                <a:lnTo>
                  <a:pt x="321383" y="190808"/>
                </a:lnTo>
                <a:lnTo>
                  <a:pt x="321513" y="184228"/>
                </a:lnTo>
                <a:lnTo>
                  <a:pt x="321798" y="177649"/>
                </a:lnTo>
                <a:lnTo>
                  <a:pt x="322211" y="171069"/>
                </a:lnTo>
                <a:lnTo>
                  <a:pt x="322726" y="164489"/>
                </a:lnTo>
                <a:lnTo>
                  <a:pt x="323321" y="157910"/>
                </a:lnTo>
                <a:lnTo>
                  <a:pt x="323979" y="151330"/>
                </a:lnTo>
                <a:lnTo>
                  <a:pt x="324692" y="144751"/>
                </a:lnTo>
                <a:lnTo>
                  <a:pt x="325454" y="138171"/>
                </a:lnTo>
                <a:lnTo>
                  <a:pt x="326260" y="131592"/>
                </a:lnTo>
                <a:lnTo>
                  <a:pt x="327094" y="125012"/>
                </a:lnTo>
                <a:lnTo>
                  <a:pt x="327927" y="118432"/>
                </a:lnTo>
                <a:lnTo>
                  <a:pt x="328703" y="111853"/>
                </a:lnTo>
                <a:lnTo>
                  <a:pt x="329336" y="105273"/>
                </a:lnTo>
                <a:lnTo>
                  <a:pt x="329704" y="98694"/>
                </a:lnTo>
                <a:lnTo>
                  <a:pt x="329646" y="92114"/>
                </a:lnTo>
                <a:lnTo>
                  <a:pt x="328962" y="85535"/>
                </a:lnTo>
                <a:lnTo>
                  <a:pt x="327430" y="78955"/>
                </a:lnTo>
                <a:lnTo>
                  <a:pt x="324817" y="72375"/>
                </a:lnTo>
                <a:lnTo>
                  <a:pt x="320915" y="65796"/>
                </a:lnTo>
                <a:lnTo>
                  <a:pt x="315580" y="59216"/>
                </a:lnTo>
                <a:lnTo>
                  <a:pt x="308781" y="52637"/>
                </a:lnTo>
                <a:lnTo>
                  <a:pt x="300644" y="46057"/>
                </a:lnTo>
                <a:lnTo>
                  <a:pt x="291488" y="39477"/>
                </a:lnTo>
                <a:lnTo>
                  <a:pt x="281825" y="32898"/>
                </a:lnTo>
                <a:lnTo>
                  <a:pt x="272338" y="26318"/>
                </a:lnTo>
                <a:lnTo>
                  <a:pt x="263807" y="19739"/>
                </a:lnTo>
                <a:lnTo>
                  <a:pt x="257017" y="13159"/>
                </a:lnTo>
                <a:lnTo>
                  <a:pt x="252638" y="6580"/>
                </a:lnTo>
                <a:lnTo>
                  <a:pt x="251125" y="0"/>
                </a:lnTo>
                <a:lnTo>
                  <a:pt x="423972" y="0"/>
                </a:lnTo>
                <a:lnTo>
                  <a:pt x="423972" y="0"/>
                </a:lnTo>
                <a:lnTo>
                  <a:pt x="422459" y="6580"/>
                </a:lnTo>
                <a:lnTo>
                  <a:pt x="418080" y="13159"/>
                </a:lnTo>
                <a:lnTo>
                  <a:pt x="411289" y="19739"/>
                </a:lnTo>
                <a:lnTo>
                  <a:pt x="402759" y="26318"/>
                </a:lnTo>
                <a:lnTo>
                  <a:pt x="393271" y="32898"/>
                </a:lnTo>
                <a:lnTo>
                  <a:pt x="383609" y="39477"/>
                </a:lnTo>
                <a:lnTo>
                  <a:pt x="374452" y="46057"/>
                </a:lnTo>
                <a:lnTo>
                  <a:pt x="366316" y="52637"/>
                </a:lnTo>
                <a:lnTo>
                  <a:pt x="359517" y="59216"/>
                </a:lnTo>
                <a:lnTo>
                  <a:pt x="354181" y="65796"/>
                </a:lnTo>
                <a:lnTo>
                  <a:pt x="350279" y="72375"/>
                </a:lnTo>
                <a:lnTo>
                  <a:pt x="347666" y="78955"/>
                </a:lnTo>
                <a:lnTo>
                  <a:pt x="346134" y="85535"/>
                </a:lnTo>
                <a:lnTo>
                  <a:pt x="345451" y="92114"/>
                </a:lnTo>
                <a:lnTo>
                  <a:pt x="345392" y="98694"/>
                </a:lnTo>
                <a:lnTo>
                  <a:pt x="345760" y="105273"/>
                </a:lnTo>
                <a:lnTo>
                  <a:pt x="346394" y="111853"/>
                </a:lnTo>
                <a:lnTo>
                  <a:pt x="347170" y="118432"/>
                </a:lnTo>
                <a:lnTo>
                  <a:pt x="348002" y="125012"/>
                </a:lnTo>
                <a:lnTo>
                  <a:pt x="348837" y="131592"/>
                </a:lnTo>
                <a:lnTo>
                  <a:pt x="349642" y="138171"/>
                </a:lnTo>
                <a:lnTo>
                  <a:pt x="350404" y="144751"/>
                </a:lnTo>
                <a:lnTo>
                  <a:pt x="351117" y="151330"/>
                </a:lnTo>
                <a:lnTo>
                  <a:pt x="351775" y="157910"/>
                </a:lnTo>
                <a:lnTo>
                  <a:pt x="352370" y="164489"/>
                </a:lnTo>
                <a:lnTo>
                  <a:pt x="352886" y="171069"/>
                </a:lnTo>
                <a:lnTo>
                  <a:pt x="353299" y="177649"/>
                </a:lnTo>
                <a:lnTo>
                  <a:pt x="353583" y="184228"/>
                </a:lnTo>
                <a:lnTo>
                  <a:pt x="353714" y="190808"/>
                </a:lnTo>
                <a:lnTo>
                  <a:pt x="353672" y="197387"/>
                </a:lnTo>
                <a:lnTo>
                  <a:pt x="353454" y="203967"/>
                </a:lnTo>
                <a:lnTo>
                  <a:pt x="353074" y="210546"/>
                </a:lnTo>
                <a:lnTo>
                  <a:pt x="352566" y="217126"/>
                </a:lnTo>
                <a:lnTo>
                  <a:pt x="351980" y="223706"/>
                </a:lnTo>
                <a:lnTo>
                  <a:pt x="351378" y="230285"/>
                </a:lnTo>
                <a:lnTo>
                  <a:pt x="350824" y="236865"/>
                </a:lnTo>
                <a:lnTo>
                  <a:pt x="350375" y="243444"/>
                </a:lnTo>
                <a:lnTo>
                  <a:pt x="350071" y="250024"/>
                </a:lnTo>
                <a:lnTo>
                  <a:pt x="349927" y="256604"/>
                </a:lnTo>
                <a:lnTo>
                  <a:pt x="349933" y="263183"/>
                </a:lnTo>
                <a:lnTo>
                  <a:pt x="350059" y="269763"/>
                </a:lnTo>
                <a:lnTo>
                  <a:pt x="350252" y="276342"/>
                </a:lnTo>
                <a:lnTo>
                  <a:pt x="350456" y="282922"/>
                </a:lnTo>
                <a:lnTo>
                  <a:pt x="350616" y="289501"/>
                </a:lnTo>
                <a:lnTo>
                  <a:pt x="350686" y="296081"/>
                </a:lnTo>
                <a:lnTo>
                  <a:pt x="350640" y="302661"/>
                </a:lnTo>
                <a:lnTo>
                  <a:pt x="350475" y="309240"/>
                </a:lnTo>
                <a:lnTo>
                  <a:pt x="350212" y="315820"/>
                </a:lnTo>
                <a:lnTo>
                  <a:pt x="349897" y="322399"/>
                </a:lnTo>
                <a:lnTo>
                  <a:pt x="349604" y="328979"/>
                </a:lnTo>
                <a:lnTo>
                  <a:pt x="349426" y="335558"/>
                </a:lnTo>
                <a:lnTo>
                  <a:pt x="349476" y="342138"/>
                </a:lnTo>
                <a:lnTo>
                  <a:pt x="349877" y="348718"/>
                </a:lnTo>
                <a:lnTo>
                  <a:pt x="350752" y="355297"/>
                </a:lnTo>
                <a:lnTo>
                  <a:pt x="352201" y="361877"/>
                </a:lnTo>
                <a:lnTo>
                  <a:pt x="354286" y="368456"/>
                </a:lnTo>
                <a:lnTo>
                  <a:pt x="357008" y="375036"/>
                </a:lnTo>
                <a:lnTo>
                  <a:pt x="360285" y="381616"/>
                </a:lnTo>
                <a:lnTo>
                  <a:pt x="363946" y="388195"/>
                </a:lnTo>
                <a:lnTo>
                  <a:pt x="367735" y="394775"/>
                </a:lnTo>
                <a:lnTo>
                  <a:pt x="371338" y="401354"/>
                </a:lnTo>
                <a:lnTo>
                  <a:pt x="374416" y="407934"/>
                </a:lnTo>
                <a:lnTo>
                  <a:pt x="376658" y="414513"/>
                </a:lnTo>
                <a:lnTo>
                  <a:pt x="377826" y="421093"/>
                </a:lnTo>
                <a:lnTo>
                  <a:pt x="377800" y="427673"/>
                </a:lnTo>
                <a:lnTo>
                  <a:pt x="376593" y="434252"/>
                </a:lnTo>
                <a:lnTo>
                  <a:pt x="374351" y="440832"/>
                </a:lnTo>
                <a:lnTo>
                  <a:pt x="371327" y="447411"/>
                </a:lnTo>
                <a:lnTo>
                  <a:pt x="367838" y="453991"/>
                </a:lnTo>
                <a:lnTo>
                  <a:pt x="364217" y="460570"/>
                </a:lnTo>
                <a:lnTo>
                  <a:pt x="360771" y="467150"/>
                </a:lnTo>
                <a:lnTo>
                  <a:pt x="357748" y="473730"/>
                </a:lnTo>
                <a:lnTo>
                  <a:pt x="355321" y="480309"/>
                </a:lnTo>
                <a:lnTo>
                  <a:pt x="353593" y="486889"/>
                </a:lnTo>
                <a:lnTo>
                  <a:pt x="352603" y="493468"/>
                </a:lnTo>
                <a:lnTo>
                  <a:pt x="352340" y="500048"/>
                </a:lnTo>
                <a:lnTo>
                  <a:pt x="352758" y="506627"/>
                </a:lnTo>
                <a:lnTo>
                  <a:pt x="353782" y="513207"/>
                </a:lnTo>
                <a:lnTo>
                  <a:pt x="355308" y="519787"/>
                </a:lnTo>
                <a:lnTo>
                  <a:pt x="357204" y="526366"/>
                </a:lnTo>
                <a:lnTo>
                  <a:pt x="359306" y="532946"/>
                </a:lnTo>
                <a:lnTo>
                  <a:pt x="361428" y="539525"/>
                </a:lnTo>
                <a:lnTo>
                  <a:pt x="363368" y="546105"/>
                </a:lnTo>
                <a:lnTo>
                  <a:pt x="364936" y="552685"/>
                </a:lnTo>
                <a:lnTo>
                  <a:pt x="365972" y="559264"/>
                </a:lnTo>
                <a:lnTo>
                  <a:pt x="366369" y="565844"/>
                </a:lnTo>
                <a:lnTo>
                  <a:pt x="366093" y="572423"/>
                </a:lnTo>
                <a:lnTo>
                  <a:pt x="365182" y="579003"/>
                </a:lnTo>
                <a:lnTo>
                  <a:pt x="363741" y="585582"/>
                </a:lnTo>
                <a:lnTo>
                  <a:pt x="361921" y="592162"/>
                </a:lnTo>
                <a:lnTo>
                  <a:pt x="359893" y="598742"/>
                </a:lnTo>
                <a:lnTo>
                  <a:pt x="357822" y="605321"/>
                </a:lnTo>
                <a:lnTo>
                  <a:pt x="355848" y="611901"/>
                </a:lnTo>
                <a:lnTo>
                  <a:pt x="354071" y="618480"/>
                </a:lnTo>
                <a:lnTo>
                  <a:pt x="352550" y="625060"/>
                </a:lnTo>
                <a:lnTo>
                  <a:pt x="351310" y="631639"/>
                </a:lnTo>
                <a:lnTo>
                  <a:pt x="350353" y="638219"/>
                </a:lnTo>
                <a:lnTo>
                  <a:pt x="349668" y="644799"/>
                </a:lnTo>
                <a:lnTo>
                  <a:pt x="349242" y="651378"/>
                </a:lnTo>
                <a:lnTo>
                  <a:pt x="349060" y="657958"/>
                </a:lnTo>
                <a:lnTo>
                  <a:pt x="349105" y="664537"/>
                </a:lnTo>
                <a:lnTo>
                  <a:pt x="349357" y="671117"/>
                </a:lnTo>
                <a:lnTo>
                  <a:pt x="349781" y="677697"/>
                </a:lnTo>
                <a:lnTo>
                  <a:pt x="350324" y="684276"/>
                </a:lnTo>
                <a:lnTo>
                  <a:pt x="350922" y="690856"/>
                </a:lnTo>
                <a:lnTo>
                  <a:pt x="351498" y="697435"/>
                </a:lnTo>
                <a:lnTo>
                  <a:pt x="351979" y="704015"/>
                </a:lnTo>
                <a:lnTo>
                  <a:pt x="352306" y="710594"/>
                </a:lnTo>
                <a:lnTo>
                  <a:pt x="352456" y="717174"/>
                </a:lnTo>
                <a:lnTo>
                  <a:pt x="352463" y="723754"/>
                </a:lnTo>
                <a:lnTo>
                  <a:pt x="352429" y="730333"/>
                </a:lnTo>
                <a:lnTo>
                  <a:pt x="352554" y="736913"/>
                </a:lnTo>
                <a:lnTo>
                  <a:pt x="353147" y="743492"/>
                </a:lnTo>
                <a:lnTo>
                  <a:pt x="354651" y="750072"/>
                </a:lnTo>
                <a:lnTo>
                  <a:pt x="357644" y="756651"/>
                </a:lnTo>
                <a:lnTo>
                  <a:pt x="362846" y="763231"/>
                </a:lnTo>
                <a:lnTo>
                  <a:pt x="371077" y="769811"/>
                </a:lnTo>
                <a:lnTo>
                  <a:pt x="383201" y="776390"/>
                </a:lnTo>
                <a:lnTo>
                  <a:pt x="400004" y="782970"/>
                </a:lnTo>
                <a:lnTo>
                  <a:pt x="422041" y="789549"/>
                </a:lnTo>
                <a:lnTo>
                  <a:pt x="449449" y="796129"/>
                </a:lnTo>
                <a:lnTo>
                  <a:pt x="481767" y="802708"/>
                </a:lnTo>
                <a:lnTo>
                  <a:pt x="517809" y="809288"/>
                </a:lnTo>
                <a:lnTo>
                  <a:pt x="555629" y="815868"/>
                </a:lnTo>
                <a:lnTo>
                  <a:pt x="592632" y="822447"/>
                </a:lnTo>
                <a:lnTo>
                  <a:pt x="625830" y="829027"/>
                </a:lnTo>
                <a:lnTo>
                  <a:pt x="652220" y="835606"/>
                </a:lnTo>
                <a:lnTo>
                  <a:pt x="6692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159" name="F2_precision_recall_distributions_5973">
            <a:extLst>
              <a:ext uri="{FF2B5EF4-FFF2-40B4-BE49-F238E27FC236}">
                <a16:creationId xmlns:a16="http://schemas.microsoft.com/office/drawing/2014/main" id="{B6F32B99-6C1A-4E0E-9F46-45065DD846E4}"/>
              </a:ext>
            </a:extLst>
          </p:cNvPr>
          <p:cNvSpPr>
            <a:spLocks noGrp="1"/>
          </p:cNvSpPr>
          <p:nvPr/>
        </p:nvSpPr>
        <p:spPr>
          <a:xfrm>
            <a:off x="81711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0" name="F2_precision_recall_distributions_5974">
            <a:extLst>
              <a:ext uri="{FF2B5EF4-FFF2-40B4-BE49-F238E27FC236}">
                <a16:creationId xmlns:a16="http://schemas.microsoft.com/office/drawing/2014/main" id="{3BC78C5A-720D-44F4-A5D4-BBE5963FBFB7}"/>
              </a:ext>
            </a:extLst>
          </p:cNvPr>
          <p:cNvSpPr>
            <a:spLocks noGrp="1"/>
          </p:cNvSpPr>
          <p:nvPr/>
        </p:nvSpPr>
        <p:spPr>
          <a:xfrm>
            <a:off x="832010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1" name="F2_precision_recall_distributions_5975">
            <a:extLst>
              <a:ext uri="{FF2B5EF4-FFF2-40B4-BE49-F238E27FC236}">
                <a16:creationId xmlns:a16="http://schemas.microsoft.com/office/drawing/2014/main" id="{CCC945EC-2E92-440C-9BA7-194EC116ABC1}"/>
              </a:ext>
            </a:extLst>
          </p:cNvPr>
          <p:cNvSpPr>
            <a:spLocks noGrp="1"/>
          </p:cNvSpPr>
          <p:nvPr/>
        </p:nvSpPr>
        <p:spPr>
          <a:xfrm>
            <a:off x="841106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2" name="F2_precision_recall_distributions_5976">
            <a:extLst>
              <a:ext uri="{FF2B5EF4-FFF2-40B4-BE49-F238E27FC236}">
                <a16:creationId xmlns:a16="http://schemas.microsoft.com/office/drawing/2014/main" id="{0B7F4C33-C38E-466A-996A-4EE9D11BE4A3}"/>
              </a:ext>
            </a:extLst>
          </p:cNvPr>
          <p:cNvSpPr>
            <a:spLocks noGrp="1"/>
          </p:cNvSpPr>
          <p:nvPr/>
        </p:nvSpPr>
        <p:spPr>
          <a:xfrm>
            <a:off x="82386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3" name="F2_precision_recall_distributions_5977">
            <a:extLst>
              <a:ext uri="{FF2B5EF4-FFF2-40B4-BE49-F238E27FC236}">
                <a16:creationId xmlns:a16="http://schemas.microsoft.com/office/drawing/2014/main" id="{3839960F-5976-478C-9354-83FC527A3F12}"/>
              </a:ext>
            </a:extLst>
          </p:cNvPr>
          <p:cNvSpPr>
            <a:spLocks noGrp="1"/>
          </p:cNvSpPr>
          <p:nvPr/>
        </p:nvSpPr>
        <p:spPr>
          <a:xfrm>
            <a:off x="8285628" y="463195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4" name="F2_precision_recall_distributions_5978">
            <a:extLst>
              <a:ext uri="{FF2B5EF4-FFF2-40B4-BE49-F238E27FC236}">
                <a16:creationId xmlns:a16="http://schemas.microsoft.com/office/drawing/2014/main" id="{6CDB6AC2-5F4F-4E4A-8187-14EED3C3FAAC}"/>
              </a:ext>
            </a:extLst>
          </p:cNvPr>
          <p:cNvSpPr>
            <a:spLocks noGrp="1"/>
          </p:cNvSpPr>
          <p:nvPr/>
        </p:nvSpPr>
        <p:spPr>
          <a:xfrm>
            <a:off x="827917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5" name="F2_precision_recall_distributions_5979">
            <a:extLst>
              <a:ext uri="{FF2B5EF4-FFF2-40B4-BE49-F238E27FC236}">
                <a16:creationId xmlns:a16="http://schemas.microsoft.com/office/drawing/2014/main" id="{799BFFE1-6AC1-4A8F-A964-4536037618F9}"/>
              </a:ext>
            </a:extLst>
          </p:cNvPr>
          <p:cNvSpPr>
            <a:spLocks noGrp="1"/>
          </p:cNvSpPr>
          <p:nvPr/>
        </p:nvSpPr>
        <p:spPr>
          <a:xfrm>
            <a:off x="83031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6" name="F2_precision_recall_distributions_5980">
            <a:extLst>
              <a:ext uri="{FF2B5EF4-FFF2-40B4-BE49-F238E27FC236}">
                <a16:creationId xmlns:a16="http://schemas.microsoft.com/office/drawing/2014/main" id="{B22706D5-60C5-46C2-97C9-A9ACA528DDAD}"/>
              </a:ext>
            </a:extLst>
          </p:cNvPr>
          <p:cNvSpPr>
            <a:spLocks noGrp="1"/>
          </p:cNvSpPr>
          <p:nvPr/>
        </p:nvSpPr>
        <p:spPr>
          <a:xfrm>
            <a:off x="824234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7" name="F2_precision_recall_distributions_5981">
            <a:extLst>
              <a:ext uri="{FF2B5EF4-FFF2-40B4-BE49-F238E27FC236}">
                <a16:creationId xmlns:a16="http://schemas.microsoft.com/office/drawing/2014/main" id="{F4080CAD-7553-43C8-87C3-6BCBDA0637B3}"/>
              </a:ext>
            </a:extLst>
          </p:cNvPr>
          <p:cNvSpPr>
            <a:spLocks noGrp="1"/>
          </p:cNvSpPr>
          <p:nvPr/>
        </p:nvSpPr>
        <p:spPr>
          <a:xfrm>
            <a:off x="829587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8" name="F2_precision_recall_distributions_5982">
            <a:extLst>
              <a:ext uri="{FF2B5EF4-FFF2-40B4-BE49-F238E27FC236}">
                <a16:creationId xmlns:a16="http://schemas.microsoft.com/office/drawing/2014/main" id="{3B3EEF9D-2C98-4843-99EF-1BA2A99A320B}"/>
              </a:ext>
            </a:extLst>
          </p:cNvPr>
          <p:cNvSpPr>
            <a:spLocks noGrp="1"/>
          </p:cNvSpPr>
          <p:nvPr/>
        </p:nvSpPr>
        <p:spPr>
          <a:xfrm>
            <a:off x="841871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69" name="F2_precision_recall_distributions_5983">
            <a:extLst>
              <a:ext uri="{FF2B5EF4-FFF2-40B4-BE49-F238E27FC236}">
                <a16:creationId xmlns:a16="http://schemas.microsoft.com/office/drawing/2014/main" id="{00B4C4D2-F1CE-4775-8E8A-BBAE129464BF}"/>
              </a:ext>
            </a:extLst>
          </p:cNvPr>
          <p:cNvSpPr>
            <a:spLocks noGrp="1"/>
          </p:cNvSpPr>
          <p:nvPr/>
        </p:nvSpPr>
        <p:spPr>
          <a:xfrm>
            <a:off x="8499777" y="43572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0" name="F2_precision_recall_distributions_5984">
            <a:extLst>
              <a:ext uri="{FF2B5EF4-FFF2-40B4-BE49-F238E27FC236}">
                <a16:creationId xmlns:a16="http://schemas.microsoft.com/office/drawing/2014/main" id="{A6464B1F-842B-42D7-9718-E846FC28F613}"/>
              </a:ext>
            </a:extLst>
          </p:cNvPr>
          <p:cNvSpPr>
            <a:spLocks noGrp="1"/>
          </p:cNvSpPr>
          <p:nvPr/>
        </p:nvSpPr>
        <p:spPr>
          <a:xfrm>
            <a:off x="8445281" y="4371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1" name="F2_precision_recall_distributions_5985">
            <a:extLst>
              <a:ext uri="{FF2B5EF4-FFF2-40B4-BE49-F238E27FC236}">
                <a16:creationId xmlns:a16="http://schemas.microsoft.com/office/drawing/2014/main" id="{B45A75E2-914E-4CE6-AB98-1E8A7497C724}"/>
              </a:ext>
            </a:extLst>
          </p:cNvPr>
          <p:cNvSpPr>
            <a:spLocks noGrp="1"/>
          </p:cNvSpPr>
          <p:nvPr/>
        </p:nvSpPr>
        <p:spPr>
          <a:xfrm>
            <a:off x="8131204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2" name="F2_precision_recall_distributions_5986">
            <a:extLst>
              <a:ext uri="{FF2B5EF4-FFF2-40B4-BE49-F238E27FC236}">
                <a16:creationId xmlns:a16="http://schemas.microsoft.com/office/drawing/2014/main" id="{7069E909-D726-4A47-BAB9-B8E11D1CCFDF}"/>
              </a:ext>
            </a:extLst>
          </p:cNvPr>
          <p:cNvSpPr>
            <a:spLocks noGrp="1"/>
          </p:cNvSpPr>
          <p:nvPr/>
        </p:nvSpPr>
        <p:spPr>
          <a:xfrm>
            <a:off x="81388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3" name="F2_precision_recall_distributions_5987">
            <a:extLst>
              <a:ext uri="{FF2B5EF4-FFF2-40B4-BE49-F238E27FC236}">
                <a16:creationId xmlns:a16="http://schemas.microsoft.com/office/drawing/2014/main" id="{88FE9969-3446-4F35-A70B-B0F165B17BB5}"/>
              </a:ext>
            </a:extLst>
          </p:cNvPr>
          <p:cNvSpPr>
            <a:spLocks noGrp="1"/>
          </p:cNvSpPr>
          <p:nvPr/>
        </p:nvSpPr>
        <p:spPr>
          <a:xfrm>
            <a:off x="8368471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4" name="F2_precision_recall_distributions_5988">
            <a:extLst>
              <a:ext uri="{FF2B5EF4-FFF2-40B4-BE49-F238E27FC236}">
                <a16:creationId xmlns:a16="http://schemas.microsoft.com/office/drawing/2014/main" id="{4DBAF32F-5CDC-47B9-A390-958DE45CD46A}"/>
              </a:ext>
            </a:extLst>
          </p:cNvPr>
          <p:cNvSpPr>
            <a:spLocks noGrp="1"/>
          </p:cNvSpPr>
          <p:nvPr/>
        </p:nvSpPr>
        <p:spPr>
          <a:xfrm>
            <a:off x="826961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5" name="F2_precision_recall_distributions_5989">
            <a:extLst>
              <a:ext uri="{FF2B5EF4-FFF2-40B4-BE49-F238E27FC236}">
                <a16:creationId xmlns:a16="http://schemas.microsoft.com/office/drawing/2014/main" id="{168EF396-F040-4556-AECD-CD8E0F5A87FC}"/>
              </a:ext>
            </a:extLst>
          </p:cNvPr>
          <p:cNvSpPr>
            <a:spLocks noGrp="1"/>
          </p:cNvSpPr>
          <p:nvPr/>
        </p:nvSpPr>
        <p:spPr>
          <a:xfrm>
            <a:off x="843416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6" name="F2_precision_recall_distributions_5990">
            <a:extLst>
              <a:ext uri="{FF2B5EF4-FFF2-40B4-BE49-F238E27FC236}">
                <a16:creationId xmlns:a16="http://schemas.microsoft.com/office/drawing/2014/main" id="{AE01AB2C-1F71-4859-B5C2-794FE5DF4335}"/>
              </a:ext>
            </a:extLst>
          </p:cNvPr>
          <p:cNvSpPr>
            <a:spLocks noGrp="1"/>
          </p:cNvSpPr>
          <p:nvPr/>
        </p:nvSpPr>
        <p:spPr>
          <a:xfrm>
            <a:off x="824551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7" name="F2_precision_recall_distributions_5991">
            <a:extLst>
              <a:ext uri="{FF2B5EF4-FFF2-40B4-BE49-F238E27FC236}">
                <a16:creationId xmlns:a16="http://schemas.microsoft.com/office/drawing/2014/main" id="{9D330478-1B03-4B16-BBC4-93D5965673F7}"/>
              </a:ext>
            </a:extLst>
          </p:cNvPr>
          <p:cNvSpPr>
            <a:spLocks noGrp="1"/>
          </p:cNvSpPr>
          <p:nvPr/>
        </p:nvSpPr>
        <p:spPr>
          <a:xfrm>
            <a:off x="8223084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8" name="F2_precision_recall_distributions_5992">
            <a:extLst>
              <a:ext uri="{FF2B5EF4-FFF2-40B4-BE49-F238E27FC236}">
                <a16:creationId xmlns:a16="http://schemas.microsoft.com/office/drawing/2014/main" id="{FBC9FFF3-52CD-4BCC-A47F-1DC776B5910A}"/>
              </a:ext>
            </a:extLst>
          </p:cNvPr>
          <p:cNvSpPr>
            <a:spLocks noGrp="1"/>
          </p:cNvSpPr>
          <p:nvPr/>
        </p:nvSpPr>
        <p:spPr>
          <a:xfrm>
            <a:off x="8422501" y="433600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79" name="F2_precision_recall_distributions_5993">
            <a:extLst>
              <a:ext uri="{FF2B5EF4-FFF2-40B4-BE49-F238E27FC236}">
                <a16:creationId xmlns:a16="http://schemas.microsoft.com/office/drawing/2014/main" id="{28353CD4-AECE-43C0-AD58-EB56624E443A}"/>
              </a:ext>
            </a:extLst>
          </p:cNvPr>
          <p:cNvSpPr>
            <a:spLocks noGrp="1"/>
          </p:cNvSpPr>
          <p:nvPr/>
        </p:nvSpPr>
        <p:spPr>
          <a:xfrm>
            <a:off x="829179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0" name="F2_precision_recall_distributions_5994">
            <a:extLst>
              <a:ext uri="{FF2B5EF4-FFF2-40B4-BE49-F238E27FC236}">
                <a16:creationId xmlns:a16="http://schemas.microsoft.com/office/drawing/2014/main" id="{DADB6CE6-FE2F-4260-B382-BC50D817033E}"/>
              </a:ext>
            </a:extLst>
          </p:cNvPr>
          <p:cNvSpPr>
            <a:spLocks noGrp="1"/>
          </p:cNvSpPr>
          <p:nvPr/>
        </p:nvSpPr>
        <p:spPr>
          <a:xfrm>
            <a:off x="829342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1" name="F2_precision_recall_distributions_5995">
            <a:extLst>
              <a:ext uri="{FF2B5EF4-FFF2-40B4-BE49-F238E27FC236}">
                <a16:creationId xmlns:a16="http://schemas.microsoft.com/office/drawing/2014/main" id="{C70B112A-13F1-4AFD-B92E-0F83B658F2D3}"/>
              </a:ext>
            </a:extLst>
          </p:cNvPr>
          <p:cNvSpPr>
            <a:spLocks noGrp="1"/>
          </p:cNvSpPr>
          <p:nvPr/>
        </p:nvSpPr>
        <p:spPr>
          <a:xfrm>
            <a:off x="8346444" y="43996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2" name="F2_precision_recall_distributions_5996">
            <a:extLst>
              <a:ext uri="{FF2B5EF4-FFF2-40B4-BE49-F238E27FC236}">
                <a16:creationId xmlns:a16="http://schemas.microsoft.com/office/drawing/2014/main" id="{71B9779E-D5B7-412D-9542-ED52B94CE37B}"/>
              </a:ext>
            </a:extLst>
          </p:cNvPr>
          <p:cNvSpPr>
            <a:spLocks noGrp="1"/>
          </p:cNvSpPr>
          <p:nvPr/>
        </p:nvSpPr>
        <p:spPr>
          <a:xfrm>
            <a:off x="8347249" y="45481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3" name="F2_precision_recall_distributions_5997">
            <a:extLst>
              <a:ext uri="{FF2B5EF4-FFF2-40B4-BE49-F238E27FC236}">
                <a16:creationId xmlns:a16="http://schemas.microsoft.com/office/drawing/2014/main" id="{4317E842-CEFC-4D7C-84EC-167E98F4F7E0}"/>
              </a:ext>
            </a:extLst>
          </p:cNvPr>
          <p:cNvSpPr>
            <a:spLocks noGrp="1"/>
          </p:cNvSpPr>
          <p:nvPr/>
        </p:nvSpPr>
        <p:spPr>
          <a:xfrm>
            <a:off x="840673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4" name="F2_precision_recall_distributions_5998">
            <a:extLst>
              <a:ext uri="{FF2B5EF4-FFF2-40B4-BE49-F238E27FC236}">
                <a16:creationId xmlns:a16="http://schemas.microsoft.com/office/drawing/2014/main" id="{B214BB51-EF44-4154-A9E9-27E0ED24F64B}"/>
              </a:ext>
            </a:extLst>
          </p:cNvPr>
          <p:cNvSpPr>
            <a:spLocks noGrp="1"/>
          </p:cNvSpPr>
          <p:nvPr/>
        </p:nvSpPr>
        <p:spPr>
          <a:xfrm>
            <a:off x="837903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5" name="F2_precision_recall_distributions_5999">
            <a:extLst>
              <a:ext uri="{FF2B5EF4-FFF2-40B4-BE49-F238E27FC236}">
                <a16:creationId xmlns:a16="http://schemas.microsoft.com/office/drawing/2014/main" id="{FC2C1575-B43C-4E03-AC32-03EFED7DDD1C}"/>
              </a:ext>
            </a:extLst>
          </p:cNvPr>
          <p:cNvSpPr>
            <a:spLocks noGrp="1"/>
          </p:cNvSpPr>
          <p:nvPr/>
        </p:nvSpPr>
        <p:spPr>
          <a:xfrm>
            <a:off x="8455819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6" name="F2_precision_recall_distributions_6000">
            <a:extLst>
              <a:ext uri="{FF2B5EF4-FFF2-40B4-BE49-F238E27FC236}">
                <a16:creationId xmlns:a16="http://schemas.microsoft.com/office/drawing/2014/main" id="{56C5B83B-7556-4580-9E95-09094F18C982}"/>
              </a:ext>
            </a:extLst>
          </p:cNvPr>
          <p:cNvSpPr>
            <a:spLocks noGrp="1"/>
          </p:cNvSpPr>
          <p:nvPr/>
        </p:nvSpPr>
        <p:spPr>
          <a:xfrm>
            <a:off x="831025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7" name="F2_precision_recall_distributions_6001">
            <a:extLst>
              <a:ext uri="{FF2B5EF4-FFF2-40B4-BE49-F238E27FC236}">
                <a16:creationId xmlns:a16="http://schemas.microsoft.com/office/drawing/2014/main" id="{1E2BB74F-70F5-4A88-BBDD-1E3B95631629}"/>
              </a:ext>
            </a:extLst>
          </p:cNvPr>
          <p:cNvSpPr>
            <a:spLocks noGrp="1"/>
          </p:cNvSpPr>
          <p:nvPr/>
        </p:nvSpPr>
        <p:spPr>
          <a:xfrm>
            <a:off x="8380450" y="4957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8" name="F2_precision_recall_distributions_6002">
            <a:extLst>
              <a:ext uri="{FF2B5EF4-FFF2-40B4-BE49-F238E27FC236}">
                <a16:creationId xmlns:a16="http://schemas.microsoft.com/office/drawing/2014/main" id="{94E8106E-FFB6-48D6-9D14-A789AC6F6A30}"/>
              </a:ext>
            </a:extLst>
          </p:cNvPr>
          <p:cNvSpPr>
            <a:spLocks noGrp="1"/>
          </p:cNvSpPr>
          <p:nvPr/>
        </p:nvSpPr>
        <p:spPr>
          <a:xfrm>
            <a:off x="820403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89" name="F2_precision_recall_distributions_6003">
            <a:extLst>
              <a:ext uri="{FF2B5EF4-FFF2-40B4-BE49-F238E27FC236}">
                <a16:creationId xmlns:a16="http://schemas.microsoft.com/office/drawing/2014/main" id="{03DE1BE1-5309-4F4D-87C8-96552086E6CA}"/>
              </a:ext>
            </a:extLst>
          </p:cNvPr>
          <p:cNvSpPr>
            <a:spLocks noGrp="1"/>
          </p:cNvSpPr>
          <p:nvPr/>
        </p:nvSpPr>
        <p:spPr>
          <a:xfrm>
            <a:off x="82901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0" name="F2_precision_recall_distributions_6004">
            <a:extLst>
              <a:ext uri="{FF2B5EF4-FFF2-40B4-BE49-F238E27FC236}">
                <a16:creationId xmlns:a16="http://schemas.microsoft.com/office/drawing/2014/main" id="{B84D8EAE-F359-4A7C-A8AD-3BC770FC4FE6}"/>
              </a:ext>
            </a:extLst>
          </p:cNvPr>
          <p:cNvSpPr>
            <a:spLocks noGrp="1"/>
          </p:cNvSpPr>
          <p:nvPr/>
        </p:nvSpPr>
        <p:spPr>
          <a:xfrm>
            <a:off x="8222429" y="49480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1" name="F2_precision_recall_distributions_6005">
            <a:extLst>
              <a:ext uri="{FF2B5EF4-FFF2-40B4-BE49-F238E27FC236}">
                <a16:creationId xmlns:a16="http://schemas.microsoft.com/office/drawing/2014/main" id="{7538B30E-5E61-47F0-AF0E-AFA141C91670}"/>
              </a:ext>
            </a:extLst>
          </p:cNvPr>
          <p:cNvSpPr>
            <a:spLocks noGrp="1"/>
          </p:cNvSpPr>
          <p:nvPr/>
        </p:nvSpPr>
        <p:spPr>
          <a:xfrm>
            <a:off x="819053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2" name="F2_precision_recall_distributions_6006">
            <a:extLst>
              <a:ext uri="{FF2B5EF4-FFF2-40B4-BE49-F238E27FC236}">
                <a16:creationId xmlns:a16="http://schemas.microsoft.com/office/drawing/2014/main" id="{D3F46BCB-E4E3-4255-9745-74F99028683A}"/>
              </a:ext>
            </a:extLst>
          </p:cNvPr>
          <p:cNvSpPr>
            <a:spLocks noGrp="1"/>
          </p:cNvSpPr>
          <p:nvPr/>
        </p:nvSpPr>
        <p:spPr>
          <a:xfrm>
            <a:off x="819519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3" name="F2_precision_recall_distributions_6007">
            <a:extLst>
              <a:ext uri="{FF2B5EF4-FFF2-40B4-BE49-F238E27FC236}">
                <a16:creationId xmlns:a16="http://schemas.microsoft.com/office/drawing/2014/main" id="{EC7DFABD-877F-46DD-9ED5-EC432E8BD57C}"/>
              </a:ext>
            </a:extLst>
          </p:cNvPr>
          <p:cNvSpPr>
            <a:spLocks noGrp="1"/>
          </p:cNvSpPr>
          <p:nvPr/>
        </p:nvSpPr>
        <p:spPr>
          <a:xfrm>
            <a:off x="83061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4" name="F2_precision_recall_distributions_6008">
            <a:extLst>
              <a:ext uri="{FF2B5EF4-FFF2-40B4-BE49-F238E27FC236}">
                <a16:creationId xmlns:a16="http://schemas.microsoft.com/office/drawing/2014/main" id="{553696B0-4E6B-41BC-8446-3DA890910E16}"/>
              </a:ext>
            </a:extLst>
          </p:cNvPr>
          <p:cNvSpPr>
            <a:spLocks noGrp="1"/>
          </p:cNvSpPr>
          <p:nvPr/>
        </p:nvSpPr>
        <p:spPr>
          <a:xfrm>
            <a:off x="843011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5" name="F2_precision_recall_distributions_6009">
            <a:extLst>
              <a:ext uri="{FF2B5EF4-FFF2-40B4-BE49-F238E27FC236}">
                <a16:creationId xmlns:a16="http://schemas.microsoft.com/office/drawing/2014/main" id="{87DEAE65-3FE6-4271-ACE8-4E5A7EC4E2D3}"/>
              </a:ext>
            </a:extLst>
          </p:cNvPr>
          <p:cNvSpPr>
            <a:spLocks noGrp="1"/>
          </p:cNvSpPr>
          <p:nvPr/>
        </p:nvSpPr>
        <p:spPr>
          <a:xfrm>
            <a:off x="82595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6" name="F2_precision_recall_distributions_6010">
            <a:extLst>
              <a:ext uri="{FF2B5EF4-FFF2-40B4-BE49-F238E27FC236}">
                <a16:creationId xmlns:a16="http://schemas.microsoft.com/office/drawing/2014/main" id="{8069820F-48B5-487B-B672-9529850C3F18}"/>
              </a:ext>
            </a:extLst>
          </p:cNvPr>
          <p:cNvSpPr>
            <a:spLocks noGrp="1"/>
          </p:cNvSpPr>
          <p:nvPr/>
        </p:nvSpPr>
        <p:spPr>
          <a:xfrm>
            <a:off x="838410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7" name="F2_precision_recall_distributions_6011">
            <a:extLst>
              <a:ext uri="{FF2B5EF4-FFF2-40B4-BE49-F238E27FC236}">
                <a16:creationId xmlns:a16="http://schemas.microsoft.com/office/drawing/2014/main" id="{CEA271B0-C6BA-41AD-8495-25BFF4D0A948}"/>
              </a:ext>
            </a:extLst>
          </p:cNvPr>
          <p:cNvSpPr>
            <a:spLocks noGrp="1"/>
          </p:cNvSpPr>
          <p:nvPr/>
        </p:nvSpPr>
        <p:spPr>
          <a:xfrm>
            <a:off x="824117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8" name="F2_precision_recall_distributions_6012">
            <a:extLst>
              <a:ext uri="{FF2B5EF4-FFF2-40B4-BE49-F238E27FC236}">
                <a16:creationId xmlns:a16="http://schemas.microsoft.com/office/drawing/2014/main" id="{7A092B7C-2B5F-4234-8894-6B191F8D7394}"/>
              </a:ext>
            </a:extLst>
          </p:cNvPr>
          <p:cNvSpPr>
            <a:spLocks noGrp="1"/>
          </p:cNvSpPr>
          <p:nvPr/>
        </p:nvSpPr>
        <p:spPr>
          <a:xfrm>
            <a:off x="8417571" y="47603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199" name="F2_precision_recall_distributions_6013">
            <a:extLst>
              <a:ext uri="{FF2B5EF4-FFF2-40B4-BE49-F238E27FC236}">
                <a16:creationId xmlns:a16="http://schemas.microsoft.com/office/drawing/2014/main" id="{658DB896-FE65-4625-BB3E-56FB8872D818}"/>
              </a:ext>
            </a:extLst>
          </p:cNvPr>
          <p:cNvSpPr>
            <a:spLocks noGrp="1"/>
          </p:cNvSpPr>
          <p:nvPr/>
        </p:nvSpPr>
        <p:spPr>
          <a:xfrm>
            <a:off x="83022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0" name="F2_precision_recall_distributions_6014">
            <a:extLst>
              <a:ext uri="{FF2B5EF4-FFF2-40B4-BE49-F238E27FC236}">
                <a16:creationId xmlns:a16="http://schemas.microsoft.com/office/drawing/2014/main" id="{39ED2DD3-3649-4381-8DE4-08A1C4C3B923}"/>
              </a:ext>
            </a:extLst>
          </p:cNvPr>
          <p:cNvSpPr>
            <a:spLocks noGrp="1"/>
          </p:cNvSpPr>
          <p:nvPr/>
        </p:nvSpPr>
        <p:spPr>
          <a:xfrm>
            <a:off x="8466744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1" name="F2_precision_recall_distributions_6015">
            <a:extLst>
              <a:ext uri="{FF2B5EF4-FFF2-40B4-BE49-F238E27FC236}">
                <a16:creationId xmlns:a16="http://schemas.microsoft.com/office/drawing/2014/main" id="{99779885-C587-4B6B-8B4D-DDFA233E6097}"/>
              </a:ext>
            </a:extLst>
          </p:cNvPr>
          <p:cNvSpPr>
            <a:spLocks noGrp="1"/>
          </p:cNvSpPr>
          <p:nvPr/>
        </p:nvSpPr>
        <p:spPr>
          <a:xfrm>
            <a:off x="827753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2" name="F2_precision_recall_distributions_6016">
            <a:extLst>
              <a:ext uri="{FF2B5EF4-FFF2-40B4-BE49-F238E27FC236}">
                <a16:creationId xmlns:a16="http://schemas.microsoft.com/office/drawing/2014/main" id="{4DCE2B3A-55C6-48BB-9474-92F4C02D5EC5}"/>
              </a:ext>
            </a:extLst>
          </p:cNvPr>
          <p:cNvSpPr>
            <a:spLocks noGrp="1"/>
          </p:cNvSpPr>
          <p:nvPr/>
        </p:nvSpPr>
        <p:spPr>
          <a:xfrm>
            <a:off x="824518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3" name="F2_precision_recall_distributions_6017">
            <a:extLst>
              <a:ext uri="{FF2B5EF4-FFF2-40B4-BE49-F238E27FC236}">
                <a16:creationId xmlns:a16="http://schemas.microsoft.com/office/drawing/2014/main" id="{0ECF6E01-3FBD-409F-AE94-012DE6BFDBB1}"/>
              </a:ext>
            </a:extLst>
          </p:cNvPr>
          <p:cNvSpPr>
            <a:spLocks noGrp="1"/>
          </p:cNvSpPr>
          <p:nvPr/>
        </p:nvSpPr>
        <p:spPr>
          <a:xfrm>
            <a:off x="821990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4" name="F2_precision_recall_distributions_6018">
            <a:extLst>
              <a:ext uri="{FF2B5EF4-FFF2-40B4-BE49-F238E27FC236}">
                <a16:creationId xmlns:a16="http://schemas.microsoft.com/office/drawing/2014/main" id="{A2F40860-4F9E-40D9-9D11-E56F131B395F}"/>
              </a:ext>
            </a:extLst>
          </p:cNvPr>
          <p:cNvSpPr>
            <a:spLocks noGrp="1"/>
          </p:cNvSpPr>
          <p:nvPr/>
        </p:nvSpPr>
        <p:spPr>
          <a:xfrm>
            <a:off x="83154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5" name="F2_precision_recall_distributions_6019">
            <a:extLst>
              <a:ext uri="{FF2B5EF4-FFF2-40B4-BE49-F238E27FC236}">
                <a16:creationId xmlns:a16="http://schemas.microsoft.com/office/drawing/2014/main" id="{BFA532DB-B1B6-4DF1-8268-40567687BFF0}"/>
              </a:ext>
            </a:extLst>
          </p:cNvPr>
          <p:cNvSpPr>
            <a:spLocks noGrp="1"/>
          </p:cNvSpPr>
          <p:nvPr/>
        </p:nvSpPr>
        <p:spPr>
          <a:xfrm>
            <a:off x="8189122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6" name="F2_precision_recall_distributions_6020">
            <a:extLst>
              <a:ext uri="{FF2B5EF4-FFF2-40B4-BE49-F238E27FC236}">
                <a16:creationId xmlns:a16="http://schemas.microsoft.com/office/drawing/2014/main" id="{A11FCDAC-9FD6-4E60-A626-B8D7F391477C}"/>
              </a:ext>
            </a:extLst>
          </p:cNvPr>
          <p:cNvSpPr>
            <a:spLocks noGrp="1"/>
          </p:cNvSpPr>
          <p:nvPr/>
        </p:nvSpPr>
        <p:spPr>
          <a:xfrm>
            <a:off x="824401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7" name="F2_precision_recall_distributions_6021">
            <a:extLst>
              <a:ext uri="{FF2B5EF4-FFF2-40B4-BE49-F238E27FC236}">
                <a16:creationId xmlns:a16="http://schemas.microsoft.com/office/drawing/2014/main" id="{DED4A094-5C2A-484F-85EA-91A17BF88F6F}"/>
              </a:ext>
            </a:extLst>
          </p:cNvPr>
          <p:cNvSpPr>
            <a:spLocks noGrp="1"/>
          </p:cNvSpPr>
          <p:nvPr/>
        </p:nvSpPr>
        <p:spPr>
          <a:xfrm>
            <a:off x="8207275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8" name="F2_precision_recall_distributions_6022">
            <a:extLst>
              <a:ext uri="{FF2B5EF4-FFF2-40B4-BE49-F238E27FC236}">
                <a16:creationId xmlns:a16="http://schemas.microsoft.com/office/drawing/2014/main" id="{DB4A25A4-8DB4-4C36-BC1D-BBE836736A51}"/>
              </a:ext>
            </a:extLst>
          </p:cNvPr>
          <p:cNvSpPr>
            <a:spLocks noGrp="1"/>
          </p:cNvSpPr>
          <p:nvPr/>
        </p:nvSpPr>
        <p:spPr>
          <a:xfrm>
            <a:off x="8374274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09" name="F2_precision_recall_distributions_6023">
            <a:extLst>
              <a:ext uri="{FF2B5EF4-FFF2-40B4-BE49-F238E27FC236}">
                <a16:creationId xmlns:a16="http://schemas.microsoft.com/office/drawing/2014/main" id="{C936095D-C87A-496E-B08D-DE6F80F2CD3E}"/>
              </a:ext>
            </a:extLst>
          </p:cNvPr>
          <p:cNvSpPr>
            <a:spLocks noGrp="1"/>
          </p:cNvSpPr>
          <p:nvPr/>
        </p:nvSpPr>
        <p:spPr>
          <a:xfrm>
            <a:off x="835221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0" name="F2_precision_recall_distributions_6024">
            <a:extLst>
              <a:ext uri="{FF2B5EF4-FFF2-40B4-BE49-F238E27FC236}">
                <a16:creationId xmlns:a16="http://schemas.microsoft.com/office/drawing/2014/main" id="{7A728E14-6038-43BB-ACC7-C02BD93E472B}"/>
              </a:ext>
            </a:extLst>
          </p:cNvPr>
          <p:cNvSpPr>
            <a:spLocks noGrp="1"/>
          </p:cNvSpPr>
          <p:nvPr/>
        </p:nvSpPr>
        <p:spPr>
          <a:xfrm>
            <a:off x="823104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1" name="F2_precision_recall_distributions_6025">
            <a:extLst>
              <a:ext uri="{FF2B5EF4-FFF2-40B4-BE49-F238E27FC236}">
                <a16:creationId xmlns:a16="http://schemas.microsoft.com/office/drawing/2014/main" id="{62910D3A-4A40-43DD-92B3-CB0E1A52C1E1}"/>
              </a:ext>
            </a:extLst>
          </p:cNvPr>
          <p:cNvSpPr>
            <a:spLocks noGrp="1"/>
          </p:cNvSpPr>
          <p:nvPr/>
        </p:nvSpPr>
        <p:spPr>
          <a:xfrm>
            <a:off x="819450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2" name="F2_precision_recall_distributions_6026">
            <a:extLst>
              <a:ext uri="{FF2B5EF4-FFF2-40B4-BE49-F238E27FC236}">
                <a16:creationId xmlns:a16="http://schemas.microsoft.com/office/drawing/2014/main" id="{9A702D48-4E4C-4720-BD27-D4B328F68C54}"/>
              </a:ext>
            </a:extLst>
          </p:cNvPr>
          <p:cNvSpPr>
            <a:spLocks noGrp="1"/>
          </p:cNvSpPr>
          <p:nvPr/>
        </p:nvSpPr>
        <p:spPr>
          <a:xfrm>
            <a:off x="8294344" y="44124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3" name="F2_precision_recall_distributions_6027">
            <a:extLst>
              <a:ext uri="{FF2B5EF4-FFF2-40B4-BE49-F238E27FC236}">
                <a16:creationId xmlns:a16="http://schemas.microsoft.com/office/drawing/2014/main" id="{CBAC4205-AEBA-4175-A052-37744742039E}"/>
              </a:ext>
            </a:extLst>
          </p:cNvPr>
          <p:cNvSpPr>
            <a:spLocks noGrp="1"/>
          </p:cNvSpPr>
          <p:nvPr/>
        </p:nvSpPr>
        <p:spPr>
          <a:xfrm>
            <a:off x="840888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4" name="F2_precision_recall_distributions_6028">
            <a:extLst>
              <a:ext uri="{FF2B5EF4-FFF2-40B4-BE49-F238E27FC236}">
                <a16:creationId xmlns:a16="http://schemas.microsoft.com/office/drawing/2014/main" id="{7C41968A-D98C-4496-B999-94EB83D7A988}"/>
              </a:ext>
            </a:extLst>
          </p:cNvPr>
          <p:cNvSpPr>
            <a:spLocks noGrp="1"/>
          </p:cNvSpPr>
          <p:nvPr/>
        </p:nvSpPr>
        <p:spPr>
          <a:xfrm>
            <a:off x="8412853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5" name="F2_precision_recall_distributions_6029">
            <a:extLst>
              <a:ext uri="{FF2B5EF4-FFF2-40B4-BE49-F238E27FC236}">
                <a16:creationId xmlns:a16="http://schemas.microsoft.com/office/drawing/2014/main" id="{A7A5025C-FA65-4A9F-AE5D-B74E2F562306}"/>
              </a:ext>
            </a:extLst>
          </p:cNvPr>
          <p:cNvSpPr>
            <a:spLocks noGrp="1"/>
          </p:cNvSpPr>
          <p:nvPr/>
        </p:nvSpPr>
        <p:spPr>
          <a:xfrm>
            <a:off x="844247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6" name="F2_precision_recall_distributions_6030">
            <a:extLst>
              <a:ext uri="{FF2B5EF4-FFF2-40B4-BE49-F238E27FC236}">
                <a16:creationId xmlns:a16="http://schemas.microsoft.com/office/drawing/2014/main" id="{98BDE03E-1B66-46F4-BC63-C0A3118FB882}"/>
              </a:ext>
            </a:extLst>
          </p:cNvPr>
          <p:cNvSpPr>
            <a:spLocks noGrp="1"/>
          </p:cNvSpPr>
          <p:nvPr/>
        </p:nvSpPr>
        <p:spPr>
          <a:xfrm>
            <a:off x="830424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7" name="F2_precision_recall_distributions_6031">
            <a:extLst>
              <a:ext uri="{FF2B5EF4-FFF2-40B4-BE49-F238E27FC236}">
                <a16:creationId xmlns:a16="http://schemas.microsoft.com/office/drawing/2014/main" id="{BF8404A0-8D2E-4E6C-B432-320B376C01E4}"/>
              </a:ext>
            </a:extLst>
          </p:cNvPr>
          <p:cNvSpPr>
            <a:spLocks noGrp="1"/>
          </p:cNvSpPr>
          <p:nvPr/>
        </p:nvSpPr>
        <p:spPr>
          <a:xfrm>
            <a:off x="8367139" y="50581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8" name="F2_precision_recall_distributions_6032">
            <a:extLst>
              <a:ext uri="{FF2B5EF4-FFF2-40B4-BE49-F238E27FC236}">
                <a16:creationId xmlns:a16="http://schemas.microsoft.com/office/drawing/2014/main" id="{F4ACFAB4-9343-454F-AC27-04D842A77D6E}"/>
              </a:ext>
            </a:extLst>
          </p:cNvPr>
          <p:cNvSpPr>
            <a:spLocks noGrp="1"/>
          </p:cNvSpPr>
          <p:nvPr/>
        </p:nvSpPr>
        <p:spPr>
          <a:xfrm>
            <a:off x="8454887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19" name="F2_precision_recall_distributions_6033">
            <a:extLst>
              <a:ext uri="{FF2B5EF4-FFF2-40B4-BE49-F238E27FC236}">
                <a16:creationId xmlns:a16="http://schemas.microsoft.com/office/drawing/2014/main" id="{46C5E826-67B4-4F13-8F83-7F7ACA6161E7}"/>
              </a:ext>
            </a:extLst>
          </p:cNvPr>
          <p:cNvSpPr>
            <a:spLocks noGrp="1"/>
          </p:cNvSpPr>
          <p:nvPr/>
        </p:nvSpPr>
        <p:spPr>
          <a:xfrm>
            <a:off x="8277821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0" name="F2_precision_recall_distributions_6034">
            <a:extLst>
              <a:ext uri="{FF2B5EF4-FFF2-40B4-BE49-F238E27FC236}">
                <a16:creationId xmlns:a16="http://schemas.microsoft.com/office/drawing/2014/main" id="{1AEAE0AE-7FBE-401E-8F3D-992F6713EFAC}"/>
              </a:ext>
            </a:extLst>
          </p:cNvPr>
          <p:cNvSpPr>
            <a:spLocks noGrp="1"/>
          </p:cNvSpPr>
          <p:nvPr/>
        </p:nvSpPr>
        <p:spPr>
          <a:xfrm>
            <a:off x="813709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1" name="F2_precision_recall_distributions_6035">
            <a:extLst>
              <a:ext uri="{FF2B5EF4-FFF2-40B4-BE49-F238E27FC236}">
                <a16:creationId xmlns:a16="http://schemas.microsoft.com/office/drawing/2014/main" id="{462506D3-60F4-41FD-994D-37286D74B228}"/>
              </a:ext>
            </a:extLst>
          </p:cNvPr>
          <p:cNvSpPr>
            <a:spLocks noGrp="1"/>
          </p:cNvSpPr>
          <p:nvPr/>
        </p:nvSpPr>
        <p:spPr>
          <a:xfrm>
            <a:off x="833646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2" name="F2_precision_recall_distributions_6036">
            <a:extLst>
              <a:ext uri="{FF2B5EF4-FFF2-40B4-BE49-F238E27FC236}">
                <a16:creationId xmlns:a16="http://schemas.microsoft.com/office/drawing/2014/main" id="{3C1FCA0B-459B-4F8C-8632-5BAD97A051CD}"/>
              </a:ext>
            </a:extLst>
          </p:cNvPr>
          <p:cNvSpPr>
            <a:spLocks noGrp="1"/>
          </p:cNvSpPr>
          <p:nvPr/>
        </p:nvSpPr>
        <p:spPr>
          <a:xfrm>
            <a:off x="817211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3" name="F2_precision_recall_distributions_6037">
            <a:extLst>
              <a:ext uri="{FF2B5EF4-FFF2-40B4-BE49-F238E27FC236}">
                <a16:creationId xmlns:a16="http://schemas.microsoft.com/office/drawing/2014/main" id="{BA9D08B8-3870-48AD-9BA2-85DB100BDD8D}"/>
              </a:ext>
            </a:extLst>
          </p:cNvPr>
          <p:cNvSpPr>
            <a:spLocks noGrp="1"/>
          </p:cNvSpPr>
          <p:nvPr/>
        </p:nvSpPr>
        <p:spPr>
          <a:xfrm>
            <a:off x="8483282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4" name="F2_precision_recall_distributions_6038">
            <a:extLst>
              <a:ext uri="{FF2B5EF4-FFF2-40B4-BE49-F238E27FC236}">
                <a16:creationId xmlns:a16="http://schemas.microsoft.com/office/drawing/2014/main" id="{7279676B-12A8-405D-B9C2-34D0CDAB527A}"/>
              </a:ext>
            </a:extLst>
          </p:cNvPr>
          <p:cNvSpPr>
            <a:spLocks noGrp="1"/>
          </p:cNvSpPr>
          <p:nvPr/>
        </p:nvSpPr>
        <p:spPr>
          <a:xfrm>
            <a:off x="843105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5" name="F2_precision_recall_distributions_6039">
            <a:extLst>
              <a:ext uri="{FF2B5EF4-FFF2-40B4-BE49-F238E27FC236}">
                <a16:creationId xmlns:a16="http://schemas.microsoft.com/office/drawing/2014/main" id="{FAEF286A-5C27-4A90-BE47-C66A74309F16}"/>
              </a:ext>
            </a:extLst>
          </p:cNvPr>
          <p:cNvSpPr>
            <a:spLocks noGrp="1"/>
          </p:cNvSpPr>
          <p:nvPr/>
        </p:nvSpPr>
        <p:spPr>
          <a:xfrm>
            <a:off x="82939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6" name="F2_precision_recall_distributions_6040">
            <a:extLst>
              <a:ext uri="{FF2B5EF4-FFF2-40B4-BE49-F238E27FC236}">
                <a16:creationId xmlns:a16="http://schemas.microsoft.com/office/drawing/2014/main" id="{8406ADFE-D5CD-4E4C-AB7D-2597BD481C5F}"/>
              </a:ext>
            </a:extLst>
          </p:cNvPr>
          <p:cNvSpPr>
            <a:spLocks noGrp="1"/>
          </p:cNvSpPr>
          <p:nvPr/>
        </p:nvSpPr>
        <p:spPr>
          <a:xfrm>
            <a:off x="834083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7" name="F2_precision_recall_distributions_6041">
            <a:extLst>
              <a:ext uri="{FF2B5EF4-FFF2-40B4-BE49-F238E27FC236}">
                <a16:creationId xmlns:a16="http://schemas.microsoft.com/office/drawing/2014/main" id="{91936BB2-AC3F-459F-9253-C4C0D235E239}"/>
              </a:ext>
            </a:extLst>
          </p:cNvPr>
          <p:cNvSpPr>
            <a:spLocks noGrp="1"/>
          </p:cNvSpPr>
          <p:nvPr/>
        </p:nvSpPr>
        <p:spPr>
          <a:xfrm>
            <a:off x="8315262" y="4714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8" name="F2_precision_recall_distributions_6042">
            <a:extLst>
              <a:ext uri="{FF2B5EF4-FFF2-40B4-BE49-F238E27FC236}">
                <a16:creationId xmlns:a16="http://schemas.microsoft.com/office/drawing/2014/main" id="{FB8B0788-7F32-49E6-BA5B-2A3AFB513185}"/>
              </a:ext>
            </a:extLst>
          </p:cNvPr>
          <p:cNvSpPr>
            <a:spLocks noGrp="1"/>
          </p:cNvSpPr>
          <p:nvPr/>
        </p:nvSpPr>
        <p:spPr>
          <a:xfrm>
            <a:off x="83689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29" name="F2_precision_recall_distributions_6043">
            <a:extLst>
              <a:ext uri="{FF2B5EF4-FFF2-40B4-BE49-F238E27FC236}">
                <a16:creationId xmlns:a16="http://schemas.microsoft.com/office/drawing/2014/main" id="{8E06F712-3290-43B6-8D53-4ACE2C5D8334}"/>
              </a:ext>
            </a:extLst>
          </p:cNvPr>
          <p:cNvSpPr>
            <a:spLocks noGrp="1"/>
          </p:cNvSpPr>
          <p:nvPr/>
        </p:nvSpPr>
        <p:spPr>
          <a:xfrm>
            <a:off x="815991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0" name="F2_precision_recall_distributions_6044">
            <a:extLst>
              <a:ext uri="{FF2B5EF4-FFF2-40B4-BE49-F238E27FC236}">
                <a16:creationId xmlns:a16="http://schemas.microsoft.com/office/drawing/2014/main" id="{7716BE70-8BDF-411C-B84A-0413A3339F28}"/>
              </a:ext>
            </a:extLst>
          </p:cNvPr>
          <p:cNvSpPr>
            <a:spLocks noGrp="1"/>
          </p:cNvSpPr>
          <p:nvPr/>
        </p:nvSpPr>
        <p:spPr>
          <a:xfrm>
            <a:off x="8276519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1" name="F2_precision_recall_distributions_6045">
            <a:extLst>
              <a:ext uri="{FF2B5EF4-FFF2-40B4-BE49-F238E27FC236}">
                <a16:creationId xmlns:a16="http://schemas.microsoft.com/office/drawing/2014/main" id="{8EB58CF9-0B50-48E2-A855-F74AFC1EECCC}"/>
              </a:ext>
            </a:extLst>
          </p:cNvPr>
          <p:cNvSpPr>
            <a:spLocks noGrp="1"/>
          </p:cNvSpPr>
          <p:nvPr/>
        </p:nvSpPr>
        <p:spPr>
          <a:xfrm>
            <a:off x="821235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2" name="F2_precision_recall_distributions_6046">
            <a:extLst>
              <a:ext uri="{FF2B5EF4-FFF2-40B4-BE49-F238E27FC236}">
                <a16:creationId xmlns:a16="http://schemas.microsoft.com/office/drawing/2014/main" id="{FF7781BB-C74B-4F61-800F-204EAE4DEF97}"/>
              </a:ext>
            </a:extLst>
          </p:cNvPr>
          <p:cNvSpPr>
            <a:spLocks noGrp="1"/>
          </p:cNvSpPr>
          <p:nvPr/>
        </p:nvSpPr>
        <p:spPr>
          <a:xfrm>
            <a:off x="8423011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3" name="F2_precision_recall_distributions_6047">
            <a:extLst>
              <a:ext uri="{FF2B5EF4-FFF2-40B4-BE49-F238E27FC236}">
                <a16:creationId xmlns:a16="http://schemas.microsoft.com/office/drawing/2014/main" id="{EF51A95C-2DAA-4DD4-B84E-DD9CA1EB0B84}"/>
              </a:ext>
            </a:extLst>
          </p:cNvPr>
          <p:cNvSpPr>
            <a:spLocks noGrp="1"/>
          </p:cNvSpPr>
          <p:nvPr/>
        </p:nvSpPr>
        <p:spPr>
          <a:xfrm>
            <a:off x="8307595" y="47391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4" name="F2_precision_recall_distributions_6048">
            <a:extLst>
              <a:ext uri="{FF2B5EF4-FFF2-40B4-BE49-F238E27FC236}">
                <a16:creationId xmlns:a16="http://schemas.microsoft.com/office/drawing/2014/main" id="{1545362B-4FD4-4A4D-9909-90546F050098}"/>
              </a:ext>
            </a:extLst>
          </p:cNvPr>
          <p:cNvSpPr>
            <a:spLocks noGrp="1"/>
          </p:cNvSpPr>
          <p:nvPr/>
        </p:nvSpPr>
        <p:spPr>
          <a:xfrm>
            <a:off x="8239067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5" name="F2_precision_recall_distributions_6049">
            <a:extLst>
              <a:ext uri="{FF2B5EF4-FFF2-40B4-BE49-F238E27FC236}">
                <a16:creationId xmlns:a16="http://schemas.microsoft.com/office/drawing/2014/main" id="{BC94E066-0F70-4079-B738-5F7C59099E77}"/>
              </a:ext>
            </a:extLst>
          </p:cNvPr>
          <p:cNvSpPr>
            <a:spLocks noGrp="1"/>
          </p:cNvSpPr>
          <p:nvPr/>
        </p:nvSpPr>
        <p:spPr>
          <a:xfrm>
            <a:off x="83946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6" name="F2_precision_recall_distributions_6050">
            <a:extLst>
              <a:ext uri="{FF2B5EF4-FFF2-40B4-BE49-F238E27FC236}">
                <a16:creationId xmlns:a16="http://schemas.microsoft.com/office/drawing/2014/main" id="{716E39FE-2A88-4070-AE6A-9F2067B647AC}"/>
              </a:ext>
            </a:extLst>
          </p:cNvPr>
          <p:cNvSpPr>
            <a:spLocks noGrp="1"/>
          </p:cNvSpPr>
          <p:nvPr/>
        </p:nvSpPr>
        <p:spPr>
          <a:xfrm>
            <a:off x="831881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7" name="F2_precision_recall_distributions_6051">
            <a:extLst>
              <a:ext uri="{FF2B5EF4-FFF2-40B4-BE49-F238E27FC236}">
                <a16:creationId xmlns:a16="http://schemas.microsoft.com/office/drawing/2014/main" id="{6E9F1737-F93B-4D42-A433-E08C212A6CDA}"/>
              </a:ext>
            </a:extLst>
          </p:cNvPr>
          <p:cNvSpPr>
            <a:spLocks noGrp="1"/>
          </p:cNvSpPr>
          <p:nvPr/>
        </p:nvSpPr>
        <p:spPr>
          <a:xfrm>
            <a:off x="824971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8" name="F2_precision_recall_distributions_6052">
            <a:extLst>
              <a:ext uri="{FF2B5EF4-FFF2-40B4-BE49-F238E27FC236}">
                <a16:creationId xmlns:a16="http://schemas.microsoft.com/office/drawing/2014/main" id="{5C638612-B943-4929-BED6-7029859B958D}"/>
              </a:ext>
            </a:extLst>
          </p:cNvPr>
          <p:cNvSpPr>
            <a:spLocks noGrp="1"/>
          </p:cNvSpPr>
          <p:nvPr/>
        </p:nvSpPr>
        <p:spPr>
          <a:xfrm>
            <a:off x="847933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39" name="F2_precision_recall_distributions_6053">
            <a:extLst>
              <a:ext uri="{FF2B5EF4-FFF2-40B4-BE49-F238E27FC236}">
                <a16:creationId xmlns:a16="http://schemas.microsoft.com/office/drawing/2014/main" id="{5DB83591-E5F2-4B3B-9833-EA9A97529B47}"/>
              </a:ext>
            </a:extLst>
          </p:cNvPr>
          <p:cNvSpPr>
            <a:spLocks noGrp="1"/>
          </p:cNvSpPr>
          <p:nvPr/>
        </p:nvSpPr>
        <p:spPr>
          <a:xfrm>
            <a:off x="842942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0" name="F2_precision_recall_distributions_6054">
            <a:extLst>
              <a:ext uri="{FF2B5EF4-FFF2-40B4-BE49-F238E27FC236}">
                <a16:creationId xmlns:a16="http://schemas.microsoft.com/office/drawing/2014/main" id="{34947B00-1138-4126-880E-EE4A512D975A}"/>
              </a:ext>
            </a:extLst>
          </p:cNvPr>
          <p:cNvSpPr>
            <a:spLocks noGrp="1"/>
          </p:cNvSpPr>
          <p:nvPr/>
        </p:nvSpPr>
        <p:spPr>
          <a:xfrm>
            <a:off x="8287102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1" name="F2_precision_recall_distributions_6055">
            <a:extLst>
              <a:ext uri="{FF2B5EF4-FFF2-40B4-BE49-F238E27FC236}">
                <a16:creationId xmlns:a16="http://schemas.microsoft.com/office/drawing/2014/main" id="{11FD5452-9D5E-40B4-AE0F-39E4BF10126A}"/>
              </a:ext>
            </a:extLst>
          </p:cNvPr>
          <p:cNvSpPr>
            <a:spLocks noGrp="1"/>
          </p:cNvSpPr>
          <p:nvPr/>
        </p:nvSpPr>
        <p:spPr>
          <a:xfrm>
            <a:off x="8153681" y="44724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2" name="F2_precision_recall_distributions_6056">
            <a:extLst>
              <a:ext uri="{FF2B5EF4-FFF2-40B4-BE49-F238E27FC236}">
                <a16:creationId xmlns:a16="http://schemas.microsoft.com/office/drawing/2014/main" id="{2EF277F1-1D93-43A7-9FEF-43DEA180C552}"/>
              </a:ext>
            </a:extLst>
          </p:cNvPr>
          <p:cNvSpPr>
            <a:spLocks noGrp="1"/>
          </p:cNvSpPr>
          <p:nvPr/>
        </p:nvSpPr>
        <p:spPr>
          <a:xfrm>
            <a:off x="819140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3" name="F2_precision_recall_distributions_6057">
            <a:extLst>
              <a:ext uri="{FF2B5EF4-FFF2-40B4-BE49-F238E27FC236}">
                <a16:creationId xmlns:a16="http://schemas.microsoft.com/office/drawing/2014/main" id="{D7B093F8-85E5-4567-B47E-8561B8AA6798}"/>
              </a:ext>
            </a:extLst>
          </p:cNvPr>
          <p:cNvSpPr>
            <a:spLocks noGrp="1"/>
          </p:cNvSpPr>
          <p:nvPr/>
        </p:nvSpPr>
        <p:spPr>
          <a:xfrm>
            <a:off x="8189075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4" name="F2_precision_recall_distributions_6058">
            <a:extLst>
              <a:ext uri="{FF2B5EF4-FFF2-40B4-BE49-F238E27FC236}">
                <a16:creationId xmlns:a16="http://schemas.microsoft.com/office/drawing/2014/main" id="{3230FE23-429D-495E-AD96-EAF22AE3458D}"/>
              </a:ext>
            </a:extLst>
          </p:cNvPr>
          <p:cNvSpPr>
            <a:spLocks noGrp="1"/>
          </p:cNvSpPr>
          <p:nvPr/>
        </p:nvSpPr>
        <p:spPr>
          <a:xfrm>
            <a:off x="8153566" y="48175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5" name="F2_precision_recall_distributions_6059">
            <a:extLst>
              <a:ext uri="{FF2B5EF4-FFF2-40B4-BE49-F238E27FC236}">
                <a16:creationId xmlns:a16="http://schemas.microsoft.com/office/drawing/2014/main" id="{A39CD86B-08FD-41FC-8A5E-1766DCFD1944}"/>
              </a:ext>
            </a:extLst>
          </p:cNvPr>
          <p:cNvSpPr>
            <a:spLocks noGrp="1"/>
          </p:cNvSpPr>
          <p:nvPr/>
        </p:nvSpPr>
        <p:spPr>
          <a:xfrm>
            <a:off x="8218951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6" name="F2_precision_recall_distributions_6060">
            <a:extLst>
              <a:ext uri="{FF2B5EF4-FFF2-40B4-BE49-F238E27FC236}">
                <a16:creationId xmlns:a16="http://schemas.microsoft.com/office/drawing/2014/main" id="{4E4F8483-4755-4093-96DD-CF669B7C8301}"/>
              </a:ext>
            </a:extLst>
          </p:cNvPr>
          <p:cNvSpPr>
            <a:spLocks noGrp="1"/>
          </p:cNvSpPr>
          <p:nvPr/>
        </p:nvSpPr>
        <p:spPr>
          <a:xfrm>
            <a:off x="8404082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7" name="F2_precision_recall_distributions_6061">
            <a:extLst>
              <a:ext uri="{FF2B5EF4-FFF2-40B4-BE49-F238E27FC236}">
                <a16:creationId xmlns:a16="http://schemas.microsoft.com/office/drawing/2014/main" id="{9AA734C4-B6F6-428A-AE52-CC387C897C3A}"/>
              </a:ext>
            </a:extLst>
          </p:cNvPr>
          <p:cNvSpPr>
            <a:spLocks noGrp="1"/>
          </p:cNvSpPr>
          <p:nvPr/>
        </p:nvSpPr>
        <p:spPr>
          <a:xfrm>
            <a:off x="816555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8" name="F2_precision_recall_distributions_6062">
            <a:extLst>
              <a:ext uri="{FF2B5EF4-FFF2-40B4-BE49-F238E27FC236}">
                <a16:creationId xmlns:a16="http://schemas.microsoft.com/office/drawing/2014/main" id="{535E593E-62DA-43FC-A5E9-AF6B6D309AA4}"/>
              </a:ext>
            </a:extLst>
          </p:cNvPr>
          <p:cNvSpPr>
            <a:spLocks noGrp="1"/>
          </p:cNvSpPr>
          <p:nvPr/>
        </p:nvSpPr>
        <p:spPr>
          <a:xfrm>
            <a:off x="8190300" y="42407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49" name="F2_precision_recall_distributions_6063">
            <a:extLst>
              <a:ext uri="{FF2B5EF4-FFF2-40B4-BE49-F238E27FC236}">
                <a16:creationId xmlns:a16="http://schemas.microsoft.com/office/drawing/2014/main" id="{E562FBD2-A0BC-45F3-BF0C-E9879C9020E0}"/>
              </a:ext>
            </a:extLst>
          </p:cNvPr>
          <p:cNvSpPr>
            <a:spLocks noGrp="1"/>
          </p:cNvSpPr>
          <p:nvPr/>
        </p:nvSpPr>
        <p:spPr>
          <a:xfrm>
            <a:off x="841232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0" name="F2_precision_recall_distributions_6064">
            <a:extLst>
              <a:ext uri="{FF2B5EF4-FFF2-40B4-BE49-F238E27FC236}">
                <a16:creationId xmlns:a16="http://schemas.microsoft.com/office/drawing/2014/main" id="{07B17DE0-7083-4590-85D9-DBEE69278BFB}"/>
              </a:ext>
            </a:extLst>
          </p:cNvPr>
          <p:cNvSpPr>
            <a:spLocks noGrp="1"/>
          </p:cNvSpPr>
          <p:nvPr/>
        </p:nvSpPr>
        <p:spPr>
          <a:xfrm>
            <a:off x="8249369" y="5055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1" name="F2_precision_recall_distributions_6065">
            <a:extLst>
              <a:ext uri="{FF2B5EF4-FFF2-40B4-BE49-F238E27FC236}">
                <a16:creationId xmlns:a16="http://schemas.microsoft.com/office/drawing/2014/main" id="{64DE5C98-D9BA-4E36-9E7C-E35452B3AFC5}"/>
              </a:ext>
            </a:extLst>
          </p:cNvPr>
          <p:cNvSpPr>
            <a:spLocks noGrp="1"/>
          </p:cNvSpPr>
          <p:nvPr/>
        </p:nvSpPr>
        <p:spPr>
          <a:xfrm>
            <a:off x="834946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2" name="F2_precision_recall_distributions_6066">
            <a:extLst>
              <a:ext uri="{FF2B5EF4-FFF2-40B4-BE49-F238E27FC236}">
                <a16:creationId xmlns:a16="http://schemas.microsoft.com/office/drawing/2014/main" id="{F78FE55D-20E2-48C8-8A42-16143B8DC36A}"/>
              </a:ext>
            </a:extLst>
          </p:cNvPr>
          <p:cNvSpPr>
            <a:spLocks noGrp="1"/>
          </p:cNvSpPr>
          <p:nvPr/>
        </p:nvSpPr>
        <p:spPr>
          <a:xfrm>
            <a:off x="8280877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3" name="F2_precision_recall_distributions_6067">
            <a:extLst>
              <a:ext uri="{FF2B5EF4-FFF2-40B4-BE49-F238E27FC236}">
                <a16:creationId xmlns:a16="http://schemas.microsoft.com/office/drawing/2014/main" id="{5FD6DA3E-00B5-4FD2-B1E7-7AB6E519FB7C}"/>
              </a:ext>
            </a:extLst>
          </p:cNvPr>
          <p:cNvSpPr>
            <a:spLocks noGrp="1"/>
          </p:cNvSpPr>
          <p:nvPr/>
        </p:nvSpPr>
        <p:spPr>
          <a:xfrm>
            <a:off x="83079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4" name="F2_precision_recall_distributions_6068">
            <a:extLst>
              <a:ext uri="{FF2B5EF4-FFF2-40B4-BE49-F238E27FC236}">
                <a16:creationId xmlns:a16="http://schemas.microsoft.com/office/drawing/2014/main" id="{6F4B5B95-3479-41C0-A5B7-A3520523405F}"/>
              </a:ext>
            </a:extLst>
          </p:cNvPr>
          <p:cNvSpPr>
            <a:spLocks noGrp="1"/>
          </p:cNvSpPr>
          <p:nvPr/>
        </p:nvSpPr>
        <p:spPr>
          <a:xfrm>
            <a:off x="8145558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5" name="F2_precision_recall_distributions_6069">
            <a:extLst>
              <a:ext uri="{FF2B5EF4-FFF2-40B4-BE49-F238E27FC236}">
                <a16:creationId xmlns:a16="http://schemas.microsoft.com/office/drawing/2014/main" id="{89DD9DAC-EB15-4094-9B61-786CDD0EB5E5}"/>
              </a:ext>
            </a:extLst>
          </p:cNvPr>
          <p:cNvSpPr>
            <a:spLocks noGrp="1"/>
          </p:cNvSpPr>
          <p:nvPr/>
        </p:nvSpPr>
        <p:spPr>
          <a:xfrm>
            <a:off x="836903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6" name="F2_precision_recall_distributions_6070">
            <a:extLst>
              <a:ext uri="{FF2B5EF4-FFF2-40B4-BE49-F238E27FC236}">
                <a16:creationId xmlns:a16="http://schemas.microsoft.com/office/drawing/2014/main" id="{4AB4BF80-47B4-4A7E-9C79-FE67DF5278D3}"/>
              </a:ext>
            </a:extLst>
          </p:cNvPr>
          <p:cNvSpPr>
            <a:spLocks noGrp="1"/>
          </p:cNvSpPr>
          <p:nvPr/>
        </p:nvSpPr>
        <p:spPr>
          <a:xfrm>
            <a:off x="8170791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7" name="F2_precision_recall_distributions_6071">
            <a:extLst>
              <a:ext uri="{FF2B5EF4-FFF2-40B4-BE49-F238E27FC236}">
                <a16:creationId xmlns:a16="http://schemas.microsoft.com/office/drawing/2014/main" id="{AC9A2F5B-0357-4221-B7C6-D1069CBE0E30}"/>
              </a:ext>
            </a:extLst>
          </p:cNvPr>
          <p:cNvSpPr>
            <a:spLocks noGrp="1"/>
          </p:cNvSpPr>
          <p:nvPr/>
        </p:nvSpPr>
        <p:spPr>
          <a:xfrm>
            <a:off x="83891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8" name="F2_precision_recall_distributions_6072">
            <a:extLst>
              <a:ext uri="{FF2B5EF4-FFF2-40B4-BE49-F238E27FC236}">
                <a16:creationId xmlns:a16="http://schemas.microsoft.com/office/drawing/2014/main" id="{2407FFA3-1521-4287-8142-5E368AA4A821}"/>
              </a:ext>
            </a:extLst>
          </p:cNvPr>
          <p:cNvSpPr>
            <a:spLocks noGrp="1"/>
          </p:cNvSpPr>
          <p:nvPr/>
        </p:nvSpPr>
        <p:spPr>
          <a:xfrm>
            <a:off x="8200329" y="45866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59" name="F2_precision_recall_distributions_6073">
            <a:extLst>
              <a:ext uri="{FF2B5EF4-FFF2-40B4-BE49-F238E27FC236}">
                <a16:creationId xmlns:a16="http://schemas.microsoft.com/office/drawing/2014/main" id="{326749AE-47CD-4DE5-8112-E0C519B07986}"/>
              </a:ext>
            </a:extLst>
          </p:cNvPr>
          <p:cNvSpPr>
            <a:spLocks noGrp="1"/>
          </p:cNvSpPr>
          <p:nvPr/>
        </p:nvSpPr>
        <p:spPr>
          <a:xfrm>
            <a:off x="8192267" y="45128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0" name="F2_precision_recall_distributions_6074">
            <a:extLst>
              <a:ext uri="{FF2B5EF4-FFF2-40B4-BE49-F238E27FC236}">
                <a16:creationId xmlns:a16="http://schemas.microsoft.com/office/drawing/2014/main" id="{AB1ABD7B-BC32-4D95-99E1-4059970CE13B}"/>
              </a:ext>
            </a:extLst>
          </p:cNvPr>
          <p:cNvSpPr>
            <a:spLocks noGrp="1"/>
          </p:cNvSpPr>
          <p:nvPr/>
        </p:nvSpPr>
        <p:spPr>
          <a:xfrm>
            <a:off x="82799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1" name="F2_precision_recall_distributions_6075">
            <a:extLst>
              <a:ext uri="{FF2B5EF4-FFF2-40B4-BE49-F238E27FC236}">
                <a16:creationId xmlns:a16="http://schemas.microsoft.com/office/drawing/2014/main" id="{D086F89D-3F98-4F39-813A-336583EE6F2B}"/>
              </a:ext>
            </a:extLst>
          </p:cNvPr>
          <p:cNvSpPr>
            <a:spLocks noGrp="1"/>
          </p:cNvSpPr>
          <p:nvPr/>
        </p:nvSpPr>
        <p:spPr>
          <a:xfrm>
            <a:off x="833261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2" name="F2_precision_recall_distributions_6076">
            <a:extLst>
              <a:ext uri="{FF2B5EF4-FFF2-40B4-BE49-F238E27FC236}">
                <a16:creationId xmlns:a16="http://schemas.microsoft.com/office/drawing/2014/main" id="{C951A780-56F6-4BBD-8FC3-3A9EB6220860}"/>
              </a:ext>
            </a:extLst>
          </p:cNvPr>
          <p:cNvSpPr>
            <a:spLocks noGrp="1"/>
          </p:cNvSpPr>
          <p:nvPr/>
        </p:nvSpPr>
        <p:spPr>
          <a:xfrm>
            <a:off x="845809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3" name="F2_precision_recall_distributions_6077">
            <a:extLst>
              <a:ext uri="{FF2B5EF4-FFF2-40B4-BE49-F238E27FC236}">
                <a16:creationId xmlns:a16="http://schemas.microsoft.com/office/drawing/2014/main" id="{2D44F3F6-7F3B-4E39-BDA3-97EC6DF74215}"/>
              </a:ext>
            </a:extLst>
          </p:cNvPr>
          <p:cNvSpPr>
            <a:spLocks noGrp="1"/>
          </p:cNvSpPr>
          <p:nvPr/>
        </p:nvSpPr>
        <p:spPr>
          <a:xfrm>
            <a:off x="8225921" y="43604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4" name="F2_precision_recall_distributions_6078">
            <a:extLst>
              <a:ext uri="{FF2B5EF4-FFF2-40B4-BE49-F238E27FC236}">
                <a16:creationId xmlns:a16="http://schemas.microsoft.com/office/drawing/2014/main" id="{12F73A74-1F4E-4ACE-B781-E7CDBF70E20D}"/>
              </a:ext>
            </a:extLst>
          </p:cNvPr>
          <p:cNvSpPr>
            <a:spLocks noGrp="1"/>
          </p:cNvSpPr>
          <p:nvPr/>
        </p:nvSpPr>
        <p:spPr>
          <a:xfrm>
            <a:off x="8306327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5" name="F2_precision_recall_distributions_6079">
            <a:extLst>
              <a:ext uri="{FF2B5EF4-FFF2-40B4-BE49-F238E27FC236}">
                <a16:creationId xmlns:a16="http://schemas.microsoft.com/office/drawing/2014/main" id="{EB1AA409-8458-4963-B874-FA0365D5F06F}"/>
              </a:ext>
            </a:extLst>
          </p:cNvPr>
          <p:cNvSpPr>
            <a:spLocks noGrp="1"/>
          </p:cNvSpPr>
          <p:nvPr/>
        </p:nvSpPr>
        <p:spPr>
          <a:xfrm>
            <a:off x="8201860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6" name="F2_precision_recall_distributions_6080">
            <a:extLst>
              <a:ext uri="{FF2B5EF4-FFF2-40B4-BE49-F238E27FC236}">
                <a16:creationId xmlns:a16="http://schemas.microsoft.com/office/drawing/2014/main" id="{200DD04A-1309-4492-A019-F7144B0F61EF}"/>
              </a:ext>
            </a:extLst>
          </p:cNvPr>
          <p:cNvSpPr>
            <a:spLocks noGrp="1"/>
          </p:cNvSpPr>
          <p:nvPr/>
        </p:nvSpPr>
        <p:spPr>
          <a:xfrm>
            <a:off x="8300485" y="478160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7" name="F2_precision_recall_distributions_6081">
            <a:extLst>
              <a:ext uri="{FF2B5EF4-FFF2-40B4-BE49-F238E27FC236}">
                <a16:creationId xmlns:a16="http://schemas.microsoft.com/office/drawing/2014/main" id="{45823CF5-97C2-4541-9909-FA050A041B49}"/>
              </a:ext>
            </a:extLst>
          </p:cNvPr>
          <p:cNvSpPr>
            <a:spLocks noGrp="1"/>
          </p:cNvSpPr>
          <p:nvPr/>
        </p:nvSpPr>
        <p:spPr>
          <a:xfrm>
            <a:off x="82143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8" name="F2_precision_recall_distributions_6082">
            <a:extLst>
              <a:ext uri="{FF2B5EF4-FFF2-40B4-BE49-F238E27FC236}">
                <a16:creationId xmlns:a16="http://schemas.microsoft.com/office/drawing/2014/main" id="{39180743-0155-41C7-BAD0-E4819FDA08A9}"/>
              </a:ext>
            </a:extLst>
          </p:cNvPr>
          <p:cNvSpPr>
            <a:spLocks noGrp="1"/>
          </p:cNvSpPr>
          <p:nvPr/>
        </p:nvSpPr>
        <p:spPr>
          <a:xfrm>
            <a:off x="844249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69" name="F2_precision_recall_distributions_6083">
            <a:extLst>
              <a:ext uri="{FF2B5EF4-FFF2-40B4-BE49-F238E27FC236}">
                <a16:creationId xmlns:a16="http://schemas.microsoft.com/office/drawing/2014/main" id="{2253A491-DDAE-436B-96C9-609543BF96FA}"/>
              </a:ext>
            </a:extLst>
          </p:cNvPr>
          <p:cNvSpPr>
            <a:spLocks noGrp="1"/>
          </p:cNvSpPr>
          <p:nvPr/>
        </p:nvSpPr>
        <p:spPr>
          <a:xfrm>
            <a:off x="8156702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0" name="F2_precision_recall_distributions_6084">
            <a:extLst>
              <a:ext uri="{FF2B5EF4-FFF2-40B4-BE49-F238E27FC236}">
                <a16:creationId xmlns:a16="http://schemas.microsoft.com/office/drawing/2014/main" id="{C81981C5-5B4C-43A2-A2D8-3ADF65696C18}"/>
              </a:ext>
            </a:extLst>
          </p:cNvPr>
          <p:cNvSpPr>
            <a:spLocks noGrp="1"/>
          </p:cNvSpPr>
          <p:nvPr/>
        </p:nvSpPr>
        <p:spPr>
          <a:xfrm>
            <a:off x="822463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1" name="F2_precision_recall_distributions_6085">
            <a:extLst>
              <a:ext uri="{FF2B5EF4-FFF2-40B4-BE49-F238E27FC236}">
                <a16:creationId xmlns:a16="http://schemas.microsoft.com/office/drawing/2014/main" id="{4290CFC5-ED04-4B97-86F8-2EEE35A587FA}"/>
              </a:ext>
            </a:extLst>
          </p:cNvPr>
          <p:cNvSpPr>
            <a:spLocks noGrp="1"/>
          </p:cNvSpPr>
          <p:nvPr/>
        </p:nvSpPr>
        <p:spPr>
          <a:xfrm>
            <a:off x="850160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2" name="F2_precision_recall_distributions_6086">
            <a:extLst>
              <a:ext uri="{FF2B5EF4-FFF2-40B4-BE49-F238E27FC236}">
                <a16:creationId xmlns:a16="http://schemas.microsoft.com/office/drawing/2014/main" id="{DA9765E4-790F-4496-ADD3-D7785D9458A8}"/>
              </a:ext>
            </a:extLst>
          </p:cNvPr>
          <p:cNvSpPr>
            <a:spLocks noGrp="1"/>
          </p:cNvSpPr>
          <p:nvPr/>
        </p:nvSpPr>
        <p:spPr>
          <a:xfrm>
            <a:off x="8427164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3" name="F2_precision_recall_distributions_6087">
            <a:extLst>
              <a:ext uri="{FF2B5EF4-FFF2-40B4-BE49-F238E27FC236}">
                <a16:creationId xmlns:a16="http://schemas.microsoft.com/office/drawing/2014/main" id="{0C3723BB-99FB-4388-90C3-61DC2D50A64E}"/>
              </a:ext>
            </a:extLst>
          </p:cNvPr>
          <p:cNvSpPr>
            <a:spLocks noGrp="1"/>
          </p:cNvSpPr>
          <p:nvPr/>
        </p:nvSpPr>
        <p:spPr>
          <a:xfrm>
            <a:off x="823076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4" name="F2_precision_recall_distributions_6088">
            <a:extLst>
              <a:ext uri="{FF2B5EF4-FFF2-40B4-BE49-F238E27FC236}">
                <a16:creationId xmlns:a16="http://schemas.microsoft.com/office/drawing/2014/main" id="{0AFC3CDD-414B-4B2D-941B-B809B32604C9}"/>
              </a:ext>
            </a:extLst>
          </p:cNvPr>
          <p:cNvSpPr>
            <a:spLocks noGrp="1"/>
          </p:cNvSpPr>
          <p:nvPr/>
        </p:nvSpPr>
        <p:spPr>
          <a:xfrm>
            <a:off x="83298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5" name="F2_precision_recall_distributions_6089">
            <a:extLst>
              <a:ext uri="{FF2B5EF4-FFF2-40B4-BE49-F238E27FC236}">
                <a16:creationId xmlns:a16="http://schemas.microsoft.com/office/drawing/2014/main" id="{C1ABCF7B-83F4-4B97-9A44-6B0E787C649E}"/>
              </a:ext>
            </a:extLst>
          </p:cNvPr>
          <p:cNvSpPr>
            <a:spLocks noGrp="1"/>
          </p:cNvSpPr>
          <p:nvPr/>
        </p:nvSpPr>
        <p:spPr>
          <a:xfrm>
            <a:off x="8456418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6" name="F2_precision_recall_distributions_6090">
            <a:extLst>
              <a:ext uri="{FF2B5EF4-FFF2-40B4-BE49-F238E27FC236}">
                <a16:creationId xmlns:a16="http://schemas.microsoft.com/office/drawing/2014/main" id="{F4C215A5-63E9-452D-B6DE-6F7523E91173}"/>
              </a:ext>
            </a:extLst>
          </p:cNvPr>
          <p:cNvSpPr>
            <a:spLocks noGrp="1"/>
          </p:cNvSpPr>
          <p:nvPr/>
        </p:nvSpPr>
        <p:spPr>
          <a:xfrm>
            <a:off x="83552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7" name="F2_precision_recall_distributions_6091">
            <a:extLst>
              <a:ext uri="{FF2B5EF4-FFF2-40B4-BE49-F238E27FC236}">
                <a16:creationId xmlns:a16="http://schemas.microsoft.com/office/drawing/2014/main" id="{FA74A542-4C1B-4EA5-9760-AFDBF4176D98}"/>
              </a:ext>
            </a:extLst>
          </p:cNvPr>
          <p:cNvSpPr>
            <a:spLocks noGrp="1"/>
          </p:cNvSpPr>
          <p:nvPr/>
        </p:nvSpPr>
        <p:spPr>
          <a:xfrm>
            <a:off x="828132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8" name="F2_precision_recall_distributions_6092">
            <a:extLst>
              <a:ext uri="{FF2B5EF4-FFF2-40B4-BE49-F238E27FC236}">
                <a16:creationId xmlns:a16="http://schemas.microsoft.com/office/drawing/2014/main" id="{7F3C5AC6-E0F1-4964-9266-EE47492431D3}"/>
              </a:ext>
            </a:extLst>
          </p:cNvPr>
          <p:cNvSpPr>
            <a:spLocks noGrp="1"/>
          </p:cNvSpPr>
          <p:nvPr/>
        </p:nvSpPr>
        <p:spPr>
          <a:xfrm>
            <a:off x="8359305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79" name="F2_precision_recall_distributions_6093">
            <a:extLst>
              <a:ext uri="{FF2B5EF4-FFF2-40B4-BE49-F238E27FC236}">
                <a16:creationId xmlns:a16="http://schemas.microsoft.com/office/drawing/2014/main" id="{66A73C38-E540-4C9C-8999-EE34606A7588}"/>
              </a:ext>
            </a:extLst>
          </p:cNvPr>
          <p:cNvSpPr>
            <a:spLocks noGrp="1"/>
          </p:cNvSpPr>
          <p:nvPr/>
        </p:nvSpPr>
        <p:spPr>
          <a:xfrm>
            <a:off x="818875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0" name="F2_precision_recall_distributions_6094">
            <a:extLst>
              <a:ext uri="{FF2B5EF4-FFF2-40B4-BE49-F238E27FC236}">
                <a16:creationId xmlns:a16="http://schemas.microsoft.com/office/drawing/2014/main" id="{C6AFADD2-447A-4F5B-8645-4CDA65F64BC4}"/>
              </a:ext>
            </a:extLst>
          </p:cNvPr>
          <p:cNvSpPr>
            <a:spLocks noGrp="1"/>
          </p:cNvSpPr>
          <p:nvPr/>
        </p:nvSpPr>
        <p:spPr>
          <a:xfrm>
            <a:off x="834390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1" name="F2_precision_recall_distributions_6095">
            <a:extLst>
              <a:ext uri="{FF2B5EF4-FFF2-40B4-BE49-F238E27FC236}">
                <a16:creationId xmlns:a16="http://schemas.microsoft.com/office/drawing/2014/main" id="{42EB2951-5961-4A15-B59A-A186786D2D1C}"/>
              </a:ext>
            </a:extLst>
          </p:cNvPr>
          <p:cNvSpPr>
            <a:spLocks noGrp="1"/>
          </p:cNvSpPr>
          <p:nvPr/>
        </p:nvSpPr>
        <p:spPr>
          <a:xfrm>
            <a:off x="840609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2" name="F2_precision_recall_distributions_6096">
            <a:extLst>
              <a:ext uri="{FF2B5EF4-FFF2-40B4-BE49-F238E27FC236}">
                <a16:creationId xmlns:a16="http://schemas.microsoft.com/office/drawing/2014/main" id="{F34DCB1E-FB3A-4E4A-AB5D-48F09FE7ADBC}"/>
              </a:ext>
            </a:extLst>
          </p:cNvPr>
          <p:cNvSpPr>
            <a:spLocks noGrp="1"/>
          </p:cNvSpPr>
          <p:nvPr/>
        </p:nvSpPr>
        <p:spPr>
          <a:xfrm>
            <a:off x="8148485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3" name="F2_precision_recall_distributions_6097">
            <a:extLst>
              <a:ext uri="{FF2B5EF4-FFF2-40B4-BE49-F238E27FC236}">
                <a16:creationId xmlns:a16="http://schemas.microsoft.com/office/drawing/2014/main" id="{EF88A447-564B-463E-B05B-31C4B9D5138B}"/>
              </a:ext>
            </a:extLst>
          </p:cNvPr>
          <p:cNvSpPr>
            <a:spLocks noGrp="1"/>
          </p:cNvSpPr>
          <p:nvPr/>
        </p:nvSpPr>
        <p:spPr>
          <a:xfrm>
            <a:off x="835131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4" name="F2_precision_recall_distributions_6098">
            <a:extLst>
              <a:ext uri="{FF2B5EF4-FFF2-40B4-BE49-F238E27FC236}">
                <a16:creationId xmlns:a16="http://schemas.microsoft.com/office/drawing/2014/main" id="{C23CE2C4-BA3A-4303-91F7-DF7A3B8AD280}"/>
              </a:ext>
            </a:extLst>
          </p:cNvPr>
          <p:cNvSpPr>
            <a:spLocks noGrp="1"/>
          </p:cNvSpPr>
          <p:nvPr/>
        </p:nvSpPr>
        <p:spPr>
          <a:xfrm>
            <a:off x="848057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5" name="F2_precision_recall_distributions_6099">
            <a:extLst>
              <a:ext uri="{FF2B5EF4-FFF2-40B4-BE49-F238E27FC236}">
                <a16:creationId xmlns:a16="http://schemas.microsoft.com/office/drawing/2014/main" id="{4D03DBCD-2B54-4F57-A39D-D41CC76EC76F}"/>
              </a:ext>
            </a:extLst>
          </p:cNvPr>
          <p:cNvSpPr>
            <a:spLocks noGrp="1"/>
          </p:cNvSpPr>
          <p:nvPr/>
        </p:nvSpPr>
        <p:spPr>
          <a:xfrm>
            <a:off x="8256191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6" name="F2_precision_recall_distributions_6100">
            <a:extLst>
              <a:ext uri="{FF2B5EF4-FFF2-40B4-BE49-F238E27FC236}">
                <a16:creationId xmlns:a16="http://schemas.microsoft.com/office/drawing/2014/main" id="{B6C5C7C3-849D-4E58-8510-266CFE0673B5}"/>
              </a:ext>
            </a:extLst>
          </p:cNvPr>
          <p:cNvSpPr>
            <a:spLocks noGrp="1"/>
          </p:cNvSpPr>
          <p:nvPr/>
        </p:nvSpPr>
        <p:spPr>
          <a:xfrm>
            <a:off x="82247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7" name="F2_precision_recall_distributions_6101">
            <a:extLst>
              <a:ext uri="{FF2B5EF4-FFF2-40B4-BE49-F238E27FC236}">
                <a16:creationId xmlns:a16="http://schemas.microsoft.com/office/drawing/2014/main" id="{CE2810F2-09F5-455B-A851-1885250224DF}"/>
              </a:ext>
            </a:extLst>
          </p:cNvPr>
          <p:cNvSpPr>
            <a:spLocks noGrp="1"/>
          </p:cNvSpPr>
          <p:nvPr/>
        </p:nvSpPr>
        <p:spPr>
          <a:xfrm>
            <a:off x="818948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8" name="F2_precision_recall_distributions_6102">
            <a:extLst>
              <a:ext uri="{FF2B5EF4-FFF2-40B4-BE49-F238E27FC236}">
                <a16:creationId xmlns:a16="http://schemas.microsoft.com/office/drawing/2014/main" id="{A159CDBA-207E-42C1-B442-DDE4E68C59D4}"/>
              </a:ext>
            </a:extLst>
          </p:cNvPr>
          <p:cNvSpPr>
            <a:spLocks noGrp="1"/>
          </p:cNvSpPr>
          <p:nvPr/>
        </p:nvSpPr>
        <p:spPr>
          <a:xfrm>
            <a:off x="8339978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89" name="F2_precision_recall_distributions_6103">
            <a:extLst>
              <a:ext uri="{FF2B5EF4-FFF2-40B4-BE49-F238E27FC236}">
                <a16:creationId xmlns:a16="http://schemas.microsoft.com/office/drawing/2014/main" id="{DC191B9E-9274-4B3E-9C54-AAAF2BEAD0CE}"/>
              </a:ext>
            </a:extLst>
          </p:cNvPr>
          <p:cNvSpPr>
            <a:spLocks noGrp="1"/>
          </p:cNvSpPr>
          <p:nvPr/>
        </p:nvSpPr>
        <p:spPr>
          <a:xfrm>
            <a:off x="8322856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0" name="F2_precision_recall_distributions_6104">
            <a:extLst>
              <a:ext uri="{FF2B5EF4-FFF2-40B4-BE49-F238E27FC236}">
                <a16:creationId xmlns:a16="http://schemas.microsoft.com/office/drawing/2014/main" id="{3819990A-FD05-482B-9D8B-2C87C833BF67}"/>
              </a:ext>
            </a:extLst>
          </p:cNvPr>
          <p:cNvSpPr>
            <a:spLocks noGrp="1"/>
          </p:cNvSpPr>
          <p:nvPr/>
        </p:nvSpPr>
        <p:spPr>
          <a:xfrm>
            <a:off x="8244187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1" name="F2_precision_recall_distributions_6105">
            <a:extLst>
              <a:ext uri="{FF2B5EF4-FFF2-40B4-BE49-F238E27FC236}">
                <a16:creationId xmlns:a16="http://schemas.microsoft.com/office/drawing/2014/main" id="{0548B379-9122-4704-B0B6-D0A181A8631D}"/>
              </a:ext>
            </a:extLst>
          </p:cNvPr>
          <p:cNvSpPr>
            <a:spLocks noGrp="1"/>
          </p:cNvSpPr>
          <p:nvPr/>
        </p:nvSpPr>
        <p:spPr>
          <a:xfrm>
            <a:off x="833337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2" name="F2_precision_recall_distributions_6106">
            <a:extLst>
              <a:ext uri="{FF2B5EF4-FFF2-40B4-BE49-F238E27FC236}">
                <a16:creationId xmlns:a16="http://schemas.microsoft.com/office/drawing/2014/main" id="{7C5E5DF5-A896-4EE2-AD2B-766C583DF2F4}"/>
              </a:ext>
            </a:extLst>
          </p:cNvPr>
          <p:cNvSpPr>
            <a:spLocks noGrp="1"/>
          </p:cNvSpPr>
          <p:nvPr/>
        </p:nvSpPr>
        <p:spPr>
          <a:xfrm>
            <a:off x="8303636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3" name="F2_precision_recall_distributions_6107">
            <a:extLst>
              <a:ext uri="{FF2B5EF4-FFF2-40B4-BE49-F238E27FC236}">
                <a16:creationId xmlns:a16="http://schemas.microsoft.com/office/drawing/2014/main" id="{29DBCCEC-BFBF-4826-958F-C03EABA5AAC7}"/>
              </a:ext>
            </a:extLst>
          </p:cNvPr>
          <p:cNvSpPr>
            <a:spLocks noGrp="1"/>
          </p:cNvSpPr>
          <p:nvPr/>
        </p:nvSpPr>
        <p:spPr>
          <a:xfrm>
            <a:off x="8191835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4" name="F2_precision_recall_distributions_6108">
            <a:extLst>
              <a:ext uri="{FF2B5EF4-FFF2-40B4-BE49-F238E27FC236}">
                <a16:creationId xmlns:a16="http://schemas.microsoft.com/office/drawing/2014/main" id="{F5BE40BF-F6B4-4553-B00A-79F41143A41F}"/>
              </a:ext>
            </a:extLst>
          </p:cNvPr>
          <p:cNvSpPr>
            <a:spLocks noGrp="1"/>
          </p:cNvSpPr>
          <p:nvPr/>
        </p:nvSpPr>
        <p:spPr>
          <a:xfrm>
            <a:off x="8472946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5" name="F2_precision_recall_distributions_6109">
            <a:extLst>
              <a:ext uri="{FF2B5EF4-FFF2-40B4-BE49-F238E27FC236}">
                <a16:creationId xmlns:a16="http://schemas.microsoft.com/office/drawing/2014/main" id="{650F9151-3150-419D-BD15-0DC9D503B59E}"/>
              </a:ext>
            </a:extLst>
          </p:cNvPr>
          <p:cNvSpPr>
            <a:spLocks noGrp="1"/>
          </p:cNvSpPr>
          <p:nvPr/>
        </p:nvSpPr>
        <p:spPr>
          <a:xfrm>
            <a:off x="8291529" y="46542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6" name="F2_precision_recall_distributions_6110">
            <a:extLst>
              <a:ext uri="{FF2B5EF4-FFF2-40B4-BE49-F238E27FC236}">
                <a16:creationId xmlns:a16="http://schemas.microsoft.com/office/drawing/2014/main" id="{D6ADDF7C-70B4-4D24-ABF4-E8F9B52EC8D7}"/>
              </a:ext>
            </a:extLst>
          </p:cNvPr>
          <p:cNvSpPr>
            <a:spLocks noGrp="1"/>
          </p:cNvSpPr>
          <p:nvPr/>
        </p:nvSpPr>
        <p:spPr>
          <a:xfrm>
            <a:off x="8407774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7" name="F2_precision_recall_distributions_6111">
            <a:extLst>
              <a:ext uri="{FF2B5EF4-FFF2-40B4-BE49-F238E27FC236}">
                <a16:creationId xmlns:a16="http://schemas.microsoft.com/office/drawing/2014/main" id="{7B16AA63-A732-4951-B2A3-DBB8AE954CE1}"/>
              </a:ext>
            </a:extLst>
          </p:cNvPr>
          <p:cNvSpPr>
            <a:spLocks noGrp="1"/>
          </p:cNvSpPr>
          <p:nvPr/>
        </p:nvSpPr>
        <p:spPr>
          <a:xfrm>
            <a:off x="8276725" y="49725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8" name="F2_precision_recall_distributions_6112">
            <a:extLst>
              <a:ext uri="{FF2B5EF4-FFF2-40B4-BE49-F238E27FC236}">
                <a16:creationId xmlns:a16="http://schemas.microsoft.com/office/drawing/2014/main" id="{EA3F4590-A9A7-4F97-B720-3E310B0605D5}"/>
              </a:ext>
            </a:extLst>
          </p:cNvPr>
          <p:cNvSpPr>
            <a:spLocks noGrp="1"/>
          </p:cNvSpPr>
          <p:nvPr/>
        </p:nvSpPr>
        <p:spPr>
          <a:xfrm>
            <a:off x="84115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299" name="F2_precision_recall_distributions_6113">
            <a:extLst>
              <a:ext uri="{FF2B5EF4-FFF2-40B4-BE49-F238E27FC236}">
                <a16:creationId xmlns:a16="http://schemas.microsoft.com/office/drawing/2014/main" id="{D9CD20A5-9034-4E58-9EF1-769F2DC07395}"/>
              </a:ext>
            </a:extLst>
          </p:cNvPr>
          <p:cNvSpPr>
            <a:spLocks noGrp="1"/>
          </p:cNvSpPr>
          <p:nvPr/>
        </p:nvSpPr>
        <p:spPr>
          <a:xfrm>
            <a:off x="8204762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0" name="F2_precision_recall_distributions_6114">
            <a:extLst>
              <a:ext uri="{FF2B5EF4-FFF2-40B4-BE49-F238E27FC236}">
                <a16:creationId xmlns:a16="http://schemas.microsoft.com/office/drawing/2014/main" id="{D1D1C6EC-751B-49A5-B6D0-46A4169CA5A1}"/>
              </a:ext>
            </a:extLst>
          </p:cNvPr>
          <p:cNvSpPr>
            <a:spLocks noGrp="1"/>
          </p:cNvSpPr>
          <p:nvPr/>
        </p:nvSpPr>
        <p:spPr>
          <a:xfrm>
            <a:off x="829512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1" name="F2_precision_recall_distributions_6115">
            <a:extLst>
              <a:ext uri="{FF2B5EF4-FFF2-40B4-BE49-F238E27FC236}">
                <a16:creationId xmlns:a16="http://schemas.microsoft.com/office/drawing/2014/main" id="{26B478A9-A948-472D-84E2-FCA74A23A8D7}"/>
              </a:ext>
            </a:extLst>
          </p:cNvPr>
          <p:cNvSpPr>
            <a:spLocks noGrp="1"/>
          </p:cNvSpPr>
          <p:nvPr/>
        </p:nvSpPr>
        <p:spPr>
          <a:xfrm>
            <a:off x="84139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2" name="F2_precision_recall_distributions_6116">
            <a:extLst>
              <a:ext uri="{FF2B5EF4-FFF2-40B4-BE49-F238E27FC236}">
                <a16:creationId xmlns:a16="http://schemas.microsoft.com/office/drawing/2014/main" id="{8B86248C-C760-41A0-A164-16F8DF0499BD}"/>
              </a:ext>
            </a:extLst>
          </p:cNvPr>
          <p:cNvSpPr>
            <a:spLocks noGrp="1"/>
          </p:cNvSpPr>
          <p:nvPr/>
        </p:nvSpPr>
        <p:spPr>
          <a:xfrm>
            <a:off x="814621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3" name="F2_precision_recall_distributions_6117">
            <a:extLst>
              <a:ext uri="{FF2B5EF4-FFF2-40B4-BE49-F238E27FC236}">
                <a16:creationId xmlns:a16="http://schemas.microsoft.com/office/drawing/2014/main" id="{57C77FCC-909A-4811-B47F-1DF610372FF1}"/>
              </a:ext>
            </a:extLst>
          </p:cNvPr>
          <p:cNvSpPr>
            <a:spLocks noGrp="1"/>
          </p:cNvSpPr>
          <p:nvPr/>
        </p:nvSpPr>
        <p:spPr>
          <a:xfrm>
            <a:off x="8440406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4" name="F2_precision_recall_distributions_6118">
            <a:extLst>
              <a:ext uri="{FF2B5EF4-FFF2-40B4-BE49-F238E27FC236}">
                <a16:creationId xmlns:a16="http://schemas.microsoft.com/office/drawing/2014/main" id="{A37E9A7B-29CA-42AA-95FA-7CA6271BD2F5}"/>
              </a:ext>
            </a:extLst>
          </p:cNvPr>
          <p:cNvSpPr>
            <a:spLocks noGrp="1"/>
          </p:cNvSpPr>
          <p:nvPr/>
        </p:nvSpPr>
        <p:spPr>
          <a:xfrm>
            <a:off x="819452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5" name="F2_precision_recall_distributions_6119">
            <a:extLst>
              <a:ext uri="{FF2B5EF4-FFF2-40B4-BE49-F238E27FC236}">
                <a16:creationId xmlns:a16="http://schemas.microsoft.com/office/drawing/2014/main" id="{CFBB78D7-86CA-4E86-9D47-192DCF96A6E9}"/>
              </a:ext>
            </a:extLst>
          </p:cNvPr>
          <p:cNvSpPr>
            <a:spLocks noGrp="1"/>
          </p:cNvSpPr>
          <p:nvPr/>
        </p:nvSpPr>
        <p:spPr>
          <a:xfrm>
            <a:off x="8328233" y="44185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6" name="F2_precision_recall_distributions_6120">
            <a:extLst>
              <a:ext uri="{FF2B5EF4-FFF2-40B4-BE49-F238E27FC236}">
                <a16:creationId xmlns:a16="http://schemas.microsoft.com/office/drawing/2014/main" id="{EBE8BE08-CE29-4E5E-915C-215AA9C0A78F}"/>
              </a:ext>
            </a:extLst>
          </p:cNvPr>
          <p:cNvSpPr>
            <a:spLocks noGrp="1"/>
          </p:cNvSpPr>
          <p:nvPr/>
        </p:nvSpPr>
        <p:spPr>
          <a:xfrm>
            <a:off x="8364230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7" name="F2_precision_recall_distributions_6121">
            <a:extLst>
              <a:ext uri="{FF2B5EF4-FFF2-40B4-BE49-F238E27FC236}">
                <a16:creationId xmlns:a16="http://schemas.microsoft.com/office/drawing/2014/main" id="{3572EA5F-D1E5-4E2B-9E5A-D16D8730C58E}"/>
              </a:ext>
            </a:extLst>
          </p:cNvPr>
          <p:cNvSpPr>
            <a:spLocks noGrp="1"/>
          </p:cNvSpPr>
          <p:nvPr/>
        </p:nvSpPr>
        <p:spPr>
          <a:xfrm>
            <a:off x="8366651" y="444209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8" name="F2_precision_recall_distributions_6122">
            <a:extLst>
              <a:ext uri="{FF2B5EF4-FFF2-40B4-BE49-F238E27FC236}">
                <a16:creationId xmlns:a16="http://schemas.microsoft.com/office/drawing/2014/main" id="{ABD8BB8C-1A3F-4651-9E0E-94B206DF5F69}"/>
              </a:ext>
            </a:extLst>
          </p:cNvPr>
          <p:cNvSpPr>
            <a:spLocks noGrp="1"/>
          </p:cNvSpPr>
          <p:nvPr/>
        </p:nvSpPr>
        <p:spPr>
          <a:xfrm>
            <a:off x="8216254" y="48361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09" name="F2_precision_recall_distributions_6123">
            <a:extLst>
              <a:ext uri="{FF2B5EF4-FFF2-40B4-BE49-F238E27FC236}">
                <a16:creationId xmlns:a16="http://schemas.microsoft.com/office/drawing/2014/main" id="{79FF0A87-7DDA-4C78-8203-C9716BB74D0F}"/>
              </a:ext>
            </a:extLst>
          </p:cNvPr>
          <p:cNvSpPr>
            <a:spLocks noGrp="1"/>
          </p:cNvSpPr>
          <p:nvPr/>
        </p:nvSpPr>
        <p:spPr>
          <a:xfrm>
            <a:off x="8370297" y="47957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0" name="F2_precision_recall_distributions_6124">
            <a:extLst>
              <a:ext uri="{FF2B5EF4-FFF2-40B4-BE49-F238E27FC236}">
                <a16:creationId xmlns:a16="http://schemas.microsoft.com/office/drawing/2014/main" id="{35CD8A0B-0939-4968-8240-DC5FBB50CE86}"/>
              </a:ext>
            </a:extLst>
          </p:cNvPr>
          <p:cNvSpPr>
            <a:spLocks noGrp="1"/>
          </p:cNvSpPr>
          <p:nvPr/>
        </p:nvSpPr>
        <p:spPr>
          <a:xfrm>
            <a:off x="816686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1" name="F2_precision_recall_distributions_6125">
            <a:extLst>
              <a:ext uri="{FF2B5EF4-FFF2-40B4-BE49-F238E27FC236}">
                <a16:creationId xmlns:a16="http://schemas.microsoft.com/office/drawing/2014/main" id="{F7E253F9-B891-4536-89EB-09C33234C344}"/>
              </a:ext>
            </a:extLst>
          </p:cNvPr>
          <p:cNvSpPr>
            <a:spLocks noGrp="1"/>
          </p:cNvSpPr>
          <p:nvPr/>
        </p:nvSpPr>
        <p:spPr>
          <a:xfrm>
            <a:off x="826074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2" name="F2_precision_recall_distributions_6126">
            <a:extLst>
              <a:ext uri="{FF2B5EF4-FFF2-40B4-BE49-F238E27FC236}">
                <a16:creationId xmlns:a16="http://schemas.microsoft.com/office/drawing/2014/main" id="{F46C4754-3583-4994-AC59-0414854910D0}"/>
              </a:ext>
            </a:extLst>
          </p:cNvPr>
          <p:cNvSpPr>
            <a:spLocks noGrp="1"/>
          </p:cNvSpPr>
          <p:nvPr/>
        </p:nvSpPr>
        <p:spPr>
          <a:xfrm>
            <a:off x="8299239" y="454819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3" name="F2_precision_recall_distributions_6127">
            <a:extLst>
              <a:ext uri="{FF2B5EF4-FFF2-40B4-BE49-F238E27FC236}">
                <a16:creationId xmlns:a16="http://schemas.microsoft.com/office/drawing/2014/main" id="{7C5C8C1C-5FB3-4C86-97DD-FAE4CAA96433}"/>
              </a:ext>
            </a:extLst>
          </p:cNvPr>
          <p:cNvSpPr>
            <a:spLocks noGrp="1"/>
          </p:cNvSpPr>
          <p:nvPr/>
        </p:nvSpPr>
        <p:spPr>
          <a:xfrm>
            <a:off x="8410435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4" name="F2_precision_recall_distributions_6128">
            <a:extLst>
              <a:ext uri="{FF2B5EF4-FFF2-40B4-BE49-F238E27FC236}">
                <a16:creationId xmlns:a16="http://schemas.microsoft.com/office/drawing/2014/main" id="{2CAF2E4E-374D-47DB-B9BC-77534A57870A}"/>
              </a:ext>
            </a:extLst>
          </p:cNvPr>
          <p:cNvSpPr>
            <a:spLocks noGrp="1"/>
          </p:cNvSpPr>
          <p:nvPr/>
        </p:nvSpPr>
        <p:spPr>
          <a:xfrm>
            <a:off x="841364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5" name="F2_precision_recall_distributions_6129">
            <a:extLst>
              <a:ext uri="{FF2B5EF4-FFF2-40B4-BE49-F238E27FC236}">
                <a16:creationId xmlns:a16="http://schemas.microsoft.com/office/drawing/2014/main" id="{6716C95A-D680-4279-B2DA-98E0C5895748}"/>
              </a:ext>
            </a:extLst>
          </p:cNvPr>
          <p:cNvSpPr>
            <a:spLocks noGrp="1"/>
          </p:cNvSpPr>
          <p:nvPr/>
        </p:nvSpPr>
        <p:spPr>
          <a:xfrm>
            <a:off x="849269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6" name="F2_precision_recall_distributions_6130">
            <a:extLst>
              <a:ext uri="{FF2B5EF4-FFF2-40B4-BE49-F238E27FC236}">
                <a16:creationId xmlns:a16="http://schemas.microsoft.com/office/drawing/2014/main" id="{CE1FDD5F-F2D7-409F-9FAD-18BE20D16FFB}"/>
              </a:ext>
            </a:extLst>
          </p:cNvPr>
          <p:cNvSpPr>
            <a:spLocks noGrp="1"/>
          </p:cNvSpPr>
          <p:nvPr/>
        </p:nvSpPr>
        <p:spPr>
          <a:xfrm>
            <a:off x="8178489" y="48664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7" name="F2_precision_recall_distributions_6131">
            <a:extLst>
              <a:ext uri="{FF2B5EF4-FFF2-40B4-BE49-F238E27FC236}">
                <a16:creationId xmlns:a16="http://schemas.microsoft.com/office/drawing/2014/main" id="{B77E48BF-D60B-4B48-A702-1BA1D8D1A97D}"/>
              </a:ext>
            </a:extLst>
          </p:cNvPr>
          <p:cNvSpPr>
            <a:spLocks noGrp="1"/>
          </p:cNvSpPr>
          <p:nvPr/>
        </p:nvSpPr>
        <p:spPr>
          <a:xfrm>
            <a:off x="8408690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8" name="F2_precision_recall_distributions_6132">
            <a:extLst>
              <a:ext uri="{FF2B5EF4-FFF2-40B4-BE49-F238E27FC236}">
                <a16:creationId xmlns:a16="http://schemas.microsoft.com/office/drawing/2014/main" id="{F31C34B3-D4A3-433D-BB69-0C459B6E6FF4}"/>
              </a:ext>
            </a:extLst>
          </p:cNvPr>
          <p:cNvSpPr>
            <a:spLocks noGrp="1"/>
          </p:cNvSpPr>
          <p:nvPr/>
        </p:nvSpPr>
        <p:spPr>
          <a:xfrm>
            <a:off x="8370566" y="439965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19" name="F2_precision_recall_distributions_6133">
            <a:extLst>
              <a:ext uri="{FF2B5EF4-FFF2-40B4-BE49-F238E27FC236}">
                <a16:creationId xmlns:a16="http://schemas.microsoft.com/office/drawing/2014/main" id="{F54DBE49-7C09-4F4A-BAC3-EAE533248CB4}"/>
              </a:ext>
            </a:extLst>
          </p:cNvPr>
          <p:cNvSpPr>
            <a:spLocks noGrp="1"/>
          </p:cNvSpPr>
          <p:nvPr/>
        </p:nvSpPr>
        <p:spPr>
          <a:xfrm>
            <a:off x="8172591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0" name="F2_precision_recall_distributions_6134">
            <a:extLst>
              <a:ext uri="{FF2B5EF4-FFF2-40B4-BE49-F238E27FC236}">
                <a16:creationId xmlns:a16="http://schemas.microsoft.com/office/drawing/2014/main" id="{4F499462-CAEF-4E6E-BFA9-29166080887A}"/>
              </a:ext>
            </a:extLst>
          </p:cNvPr>
          <p:cNvSpPr>
            <a:spLocks noGrp="1"/>
          </p:cNvSpPr>
          <p:nvPr/>
        </p:nvSpPr>
        <p:spPr>
          <a:xfrm>
            <a:off x="829434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1" name="F2_precision_recall_distributions_6135">
            <a:extLst>
              <a:ext uri="{FF2B5EF4-FFF2-40B4-BE49-F238E27FC236}">
                <a16:creationId xmlns:a16="http://schemas.microsoft.com/office/drawing/2014/main" id="{C0FCF4BA-C195-4E76-A092-87F867638CF8}"/>
              </a:ext>
            </a:extLst>
          </p:cNvPr>
          <p:cNvSpPr>
            <a:spLocks noGrp="1"/>
          </p:cNvSpPr>
          <p:nvPr/>
        </p:nvSpPr>
        <p:spPr>
          <a:xfrm>
            <a:off x="839805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2" name="F2_precision_recall_distributions_6136">
            <a:extLst>
              <a:ext uri="{FF2B5EF4-FFF2-40B4-BE49-F238E27FC236}">
                <a16:creationId xmlns:a16="http://schemas.microsoft.com/office/drawing/2014/main" id="{DE032785-3F66-4FE1-BA8C-29526D6B8ED0}"/>
              </a:ext>
            </a:extLst>
          </p:cNvPr>
          <p:cNvSpPr>
            <a:spLocks noGrp="1"/>
          </p:cNvSpPr>
          <p:nvPr/>
        </p:nvSpPr>
        <p:spPr>
          <a:xfrm>
            <a:off x="8290877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3" name="F2_precision_recall_distributions_6137">
            <a:extLst>
              <a:ext uri="{FF2B5EF4-FFF2-40B4-BE49-F238E27FC236}">
                <a16:creationId xmlns:a16="http://schemas.microsoft.com/office/drawing/2014/main" id="{B3004ADE-9A2F-4A62-B4B6-E7C381AE2BB8}"/>
              </a:ext>
            </a:extLst>
          </p:cNvPr>
          <p:cNvSpPr>
            <a:spLocks noGrp="1"/>
          </p:cNvSpPr>
          <p:nvPr/>
        </p:nvSpPr>
        <p:spPr>
          <a:xfrm>
            <a:off x="8360628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4" name="F2_precision_recall_distributions_6138">
            <a:extLst>
              <a:ext uri="{FF2B5EF4-FFF2-40B4-BE49-F238E27FC236}">
                <a16:creationId xmlns:a16="http://schemas.microsoft.com/office/drawing/2014/main" id="{13CCC137-58A0-4A42-B4C2-013C05357A44}"/>
              </a:ext>
            </a:extLst>
          </p:cNvPr>
          <p:cNvSpPr>
            <a:spLocks noGrp="1"/>
          </p:cNvSpPr>
          <p:nvPr/>
        </p:nvSpPr>
        <p:spPr>
          <a:xfrm>
            <a:off x="8184502" y="47149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5" name="F2_precision_recall_distributions_6139">
            <a:extLst>
              <a:ext uri="{FF2B5EF4-FFF2-40B4-BE49-F238E27FC236}">
                <a16:creationId xmlns:a16="http://schemas.microsoft.com/office/drawing/2014/main" id="{DC3C6F54-72A5-42C3-B13F-880FD34F94C8}"/>
              </a:ext>
            </a:extLst>
          </p:cNvPr>
          <p:cNvSpPr>
            <a:spLocks noGrp="1"/>
          </p:cNvSpPr>
          <p:nvPr/>
        </p:nvSpPr>
        <p:spPr>
          <a:xfrm>
            <a:off x="8405563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6" name="F2_precision_recall_distributions_6140">
            <a:extLst>
              <a:ext uri="{FF2B5EF4-FFF2-40B4-BE49-F238E27FC236}">
                <a16:creationId xmlns:a16="http://schemas.microsoft.com/office/drawing/2014/main" id="{72E99544-F69E-4672-9988-980DE7E8B8E6}"/>
              </a:ext>
            </a:extLst>
          </p:cNvPr>
          <p:cNvSpPr>
            <a:spLocks noGrp="1"/>
          </p:cNvSpPr>
          <p:nvPr/>
        </p:nvSpPr>
        <p:spPr>
          <a:xfrm>
            <a:off x="8181928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7" name="F2_precision_recall_distributions_6141">
            <a:extLst>
              <a:ext uri="{FF2B5EF4-FFF2-40B4-BE49-F238E27FC236}">
                <a16:creationId xmlns:a16="http://schemas.microsoft.com/office/drawing/2014/main" id="{257751D5-A644-460C-A675-FF50A651C398}"/>
              </a:ext>
            </a:extLst>
          </p:cNvPr>
          <p:cNvSpPr>
            <a:spLocks noGrp="1"/>
          </p:cNvSpPr>
          <p:nvPr/>
        </p:nvSpPr>
        <p:spPr>
          <a:xfrm>
            <a:off x="8188944" y="49030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8" name="F2_precision_recall_distributions_6142">
            <a:extLst>
              <a:ext uri="{FF2B5EF4-FFF2-40B4-BE49-F238E27FC236}">
                <a16:creationId xmlns:a16="http://schemas.microsoft.com/office/drawing/2014/main" id="{D03E45A2-9718-4B75-8111-BCD83B3F6548}"/>
              </a:ext>
            </a:extLst>
          </p:cNvPr>
          <p:cNvSpPr>
            <a:spLocks noGrp="1"/>
          </p:cNvSpPr>
          <p:nvPr/>
        </p:nvSpPr>
        <p:spPr>
          <a:xfrm>
            <a:off x="8211931" y="456941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29" name="F2_precision_recall_distributions_6143">
            <a:extLst>
              <a:ext uri="{FF2B5EF4-FFF2-40B4-BE49-F238E27FC236}">
                <a16:creationId xmlns:a16="http://schemas.microsoft.com/office/drawing/2014/main" id="{DFFFDDC0-BB07-4AA9-96B1-98E06C6324A9}"/>
              </a:ext>
            </a:extLst>
          </p:cNvPr>
          <p:cNvSpPr>
            <a:spLocks noGrp="1"/>
          </p:cNvSpPr>
          <p:nvPr/>
        </p:nvSpPr>
        <p:spPr>
          <a:xfrm>
            <a:off x="842683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0" name="F2_precision_recall_distributions_6144">
            <a:extLst>
              <a:ext uri="{FF2B5EF4-FFF2-40B4-BE49-F238E27FC236}">
                <a16:creationId xmlns:a16="http://schemas.microsoft.com/office/drawing/2014/main" id="{FF5F26B4-A766-4178-9622-12DE1CA8CE39}"/>
              </a:ext>
            </a:extLst>
          </p:cNvPr>
          <p:cNvSpPr>
            <a:spLocks noGrp="1"/>
          </p:cNvSpPr>
          <p:nvPr/>
        </p:nvSpPr>
        <p:spPr>
          <a:xfrm>
            <a:off x="8260843" y="50091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1" name="F2_precision_recall_distributions_6145">
            <a:extLst>
              <a:ext uri="{FF2B5EF4-FFF2-40B4-BE49-F238E27FC236}">
                <a16:creationId xmlns:a16="http://schemas.microsoft.com/office/drawing/2014/main" id="{814A2EDB-0038-4E46-BAAD-2607217D1610}"/>
              </a:ext>
            </a:extLst>
          </p:cNvPr>
          <p:cNvSpPr>
            <a:spLocks noGrp="1"/>
          </p:cNvSpPr>
          <p:nvPr/>
        </p:nvSpPr>
        <p:spPr>
          <a:xfrm>
            <a:off x="8298059" y="49372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2" name="F2_precision_recall_distributions_6146">
            <a:extLst>
              <a:ext uri="{FF2B5EF4-FFF2-40B4-BE49-F238E27FC236}">
                <a16:creationId xmlns:a16="http://schemas.microsoft.com/office/drawing/2014/main" id="{47861266-DE0A-4BBE-BE53-4F1D690FD2F5}"/>
              </a:ext>
            </a:extLst>
          </p:cNvPr>
          <p:cNvSpPr>
            <a:spLocks noGrp="1"/>
          </p:cNvSpPr>
          <p:nvPr/>
        </p:nvSpPr>
        <p:spPr>
          <a:xfrm>
            <a:off x="8407029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3" name="F2_precision_recall_distributions_6147">
            <a:extLst>
              <a:ext uri="{FF2B5EF4-FFF2-40B4-BE49-F238E27FC236}">
                <a16:creationId xmlns:a16="http://schemas.microsoft.com/office/drawing/2014/main" id="{F917C79D-5BC9-460A-88DE-E47231EB7DAB}"/>
              </a:ext>
            </a:extLst>
          </p:cNvPr>
          <p:cNvSpPr>
            <a:spLocks noGrp="1"/>
          </p:cNvSpPr>
          <p:nvPr/>
        </p:nvSpPr>
        <p:spPr>
          <a:xfrm>
            <a:off x="8253580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4" name="F2_precision_recall_distributions_6148">
            <a:extLst>
              <a:ext uri="{FF2B5EF4-FFF2-40B4-BE49-F238E27FC236}">
                <a16:creationId xmlns:a16="http://schemas.microsoft.com/office/drawing/2014/main" id="{C27051E3-F85B-461C-9527-0D22B1F98D72}"/>
              </a:ext>
            </a:extLst>
          </p:cNvPr>
          <p:cNvSpPr>
            <a:spLocks noGrp="1"/>
          </p:cNvSpPr>
          <p:nvPr/>
        </p:nvSpPr>
        <p:spPr>
          <a:xfrm>
            <a:off x="8155739" y="42299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5" name="F2_precision_recall_distributions_6149">
            <a:extLst>
              <a:ext uri="{FF2B5EF4-FFF2-40B4-BE49-F238E27FC236}">
                <a16:creationId xmlns:a16="http://schemas.microsoft.com/office/drawing/2014/main" id="{11245BDE-88C2-47D8-860F-C535B4F0FEE7}"/>
              </a:ext>
            </a:extLst>
          </p:cNvPr>
          <p:cNvSpPr>
            <a:spLocks noGrp="1"/>
          </p:cNvSpPr>
          <p:nvPr/>
        </p:nvSpPr>
        <p:spPr>
          <a:xfrm>
            <a:off x="8343178" y="45275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6" name="F2_precision_recall_distributions_6150">
            <a:extLst>
              <a:ext uri="{FF2B5EF4-FFF2-40B4-BE49-F238E27FC236}">
                <a16:creationId xmlns:a16="http://schemas.microsoft.com/office/drawing/2014/main" id="{799E8F4B-81DC-4EB8-BDE7-ACB70A69430D}"/>
              </a:ext>
            </a:extLst>
          </p:cNvPr>
          <p:cNvSpPr>
            <a:spLocks noGrp="1"/>
          </p:cNvSpPr>
          <p:nvPr/>
        </p:nvSpPr>
        <p:spPr>
          <a:xfrm>
            <a:off x="8449084" y="50786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7" name="F2_precision_recall_distributions_6151">
            <a:extLst>
              <a:ext uri="{FF2B5EF4-FFF2-40B4-BE49-F238E27FC236}">
                <a16:creationId xmlns:a16="http://schemas.microsoft.com/office/drawing/2014/main" id="{4A0192C8-8707-4E73-92D3-38967FAC77F8}"/>
              </a:ext>
            </a:extLst>
          </p:cNvPr>
          <p:cNvSpPr>
            <a:spLocks noGrp="1"/>
          </p:cNvSpPr>
          <p:nvPr/>
        </p:nvSpPr>
        <p:spPr>
          <a:xfrm>
            <a:off x="8472603" y="49574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38" name="F2_precision_recall_distributions_6152">
            <a:extLst>
              <a:ext uri="{FF2B5EF4-FFF2-40B4-BE49-F238E27FC236}">
                <a16:creationId xmlns:a16="http://schemas.microsoft.com/office/drawing/2014/main" id="{45BB8CC4-E70D-4C86-8E3A-2DFD891C8538}"/>
              </a:ext>
            </a:extLst>
          </p:cNvPr>
          <p:cNvSpPr>
            <a:spLocks noGrp="1"/>
          </p:cNvSpPr>
          <p:nvPr/>
        </p:nvSpPr>
        <p:spPr>
          <a:xfrm>
            <a:off x="6002018" y="4243539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3339" name="F2_precision_recall_distributions_6153">
            <a:extLst>
              <a:ext uri="{FF2B5EF4-FFF2-40B4-BE49-F238E27FC236}">
                <a16:creationId xmlns:a16="http://schemas.microsoft.com/office/drawing/2014/main" id="{24A93637-EAE2-42B2-BDC8-F18F8437FA06}"/>
              </a:ext>
            </a:extLst>
          </p:cNvPr>
          <p:cNvSpPr>
            <a:spLocks noGrp="1"/>
          </p:cNvSpPr>
          <p:nvPr/>
        </p:nvSpPr>
        <p:spPr>
          <a:xfrm>
            <a:off x="7165978" y="4243539"/>
            <a:ext cx="191" cy="600198"/>
          </a:xfrm>
          <a:custGeom>
            <a:avLst/>
            <a:gdLst/>
            <a:ahLst/>
            <a:cxnLst/>
            <a:rect l="0" t="0" r="0" b="0"/>
            <a:pathLst>
              <a:path w="191" h="600198">
                <a:moveTo>
                  <a:pt x="0" y="600198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3340" name="F2_precision_recall_distributions_6154">
            <a:extLst>
              <a:ext uri="{FF2B5EF4-FFF2-40B4-BE49-F238E27FC236}">
                <a16:creationId xmlns:a16="http://schemas.microsoft.com/office/drawing/2014/main" id="{16A87DAA-2777-4850-A594-FB55BD82AF43}"/>
              </a:ext>
            </a:extLst>
          </p:cNvPr>
          <p:cNvSpPr>
            <a:spLocks noGrp="1"/>
          </p:cNvSpPr>
          <p:nvPr/>
        </p:nvSpPr>
        <p:spPr>
          <a:xfrm>
            <a:off x="8329937" y="4667922"/>
            <a:ext cx="191" cy="424383"/>
          </a:xfrm>
          <a:custGeom>
            <a:avLst/>
            <a:gdLst/>
            <a:ahLst/>
            <a:cxnLst/>
            <a:rect l="0" t="0" r="0" b="0"/>
            <a:pathLst>
              <a:path w="191" h="424383">
                <a:moveTo>
                  <a:pt x="0" y="424383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3341" name="F2_precision_recall_distributions_6155">
            <a:extLst>
              <a:ext uri="{FF2B5EF4-FFF2-40B4-BE49-F238E27FC236}">
                <a16:creationId xmlns:a16="http://schemas.microsoft.com/office/drawing/2014/main" id="{7C5C2379-858E-4B06-B3C4-DC110F334AA5}"/>
              </a:ext>
            </a:extLst>
          </p:cNvPr>
          <p:cNvSpPr>
            <a:spLocks noGrp="1"/>
          </p:cNvSpPr>
          <p:nvPr/>
        </p:nvSpPr>
        <p:spPr>
          <a:xfrm>
            <a:off x="5361841" y="422232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342" name="F2_precision_recall_distributions_6156">
            <a:extLst>
              <a:ext uri="{FF2B5EF4-FFF2-40B4-BE49-F238E27FC236}">
                <a16:creationId xmlns:a16="http://schemas.microsoft.com/office/drawing/2014/main" id="{87077FC8-41EC-47A7-8CA6-69BF1612B9B8}"/>
              </a:ext>
            </a:extLst>
          </p:cNvPr>
          <p:cNvSpPr>
            <a:spLocks noGrp="1"/>
          </p:cNvSpPr>
          <p:nvPr/>
        </p:nvSpPr>
        <p:spPr>
          <a:xfrm>
            <a:off x="5361841" y="510503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343" name="text_6157">
            <a:extLst>
              <a:ext uri="{FF2B5EF4-FFF2-40B4-BE49-F238E27FC236}">
                <a16:creationId xmlns:a16="http://schemas.microsoft.com/office/drawing/2014/main" id="{1783C827-5882-4E0F-A758-3DD7B31BAE62}"/>
              </a:ext>
            </a:extLst>
          </p:cNvPr>
          <p:cNvSpPr>
            <a:spLocks noGrp="1"/>
          </p:cNvSpPr>
          <p:nvPr/>
        </p:nvSpPr>
        <p:spPr>
          <a:xfrm>
            <a:off x="5361841" y="4041592"/>
            <a:ext cx="155465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0.3 · Recall</a:t>
            </a:r>
          </a:p>
        </p:txBody>
      </p:sp>
      <p:sp>
        <p:nvSpPr>
          <p:cNvPr id="3344" name="F2_precision_recall_distributions_6158">
            <a:extLst>
              <a:ext uri="{FF2B5EF4-FFF2-40B4-BE49-F238E27FC236}">
                <a16:creationId xmlns:a16="http://schemas.microsoft.com/office/drawing/2014/main" id="{F3A912C1-4811-4CAE-937D-E5E340501977}"/>
              </a:ext>
            </a:extLst>
          </p:cNvPr>
          <p:cNvSpPr>
            <a:spLocks noGrp="1"/>
          </p:cNvSpPr>
          <p:nvPr/>
        </p:nvSpPr>
        <p:spPr>
          <a:xfrm>
            <a:off x="5973977" y="4400012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3345" name="F2_precision_recall_distributions_6159">
            <a:extLst>
              <a:ext uri="{FF2B5EF4-FFF2-40B4-BE49-F238E27FC236}">
                <a16:creationId xmlns:a16="http://schemas.microsoft.com/office/drawing/2014/main" id="{25C713B4-B770-4FF1-BF26-0CC7F25C9721}"/>
              </a:ext>
            </a:extLst>
          </p:cNvPr>
          <p:cNvSpPr>
            <a:spLocks noGrp="1"/>
          </p:cNvSpPr>
          <p:nvPr/>
        </p:nvSpPr>
        <p:spPr>
          <a:xfrm>
            <a:off x="7137937" y="4498420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3346" name="F2_precision_recall_distributions_6160">
            <a:extLst>
              <a:ext uri="{FF2B5EF4-FFF2-40B4-BE49-F238E27FC236}">
                <a16:creationId xmlns:a16="http://schemas.microsoft.com/office/drawing/2014/main" id="{34CE883B-5AA1-4EC4-B368-94107550B4E6}"/>
              </a:ext>
            </a:extLst>
          </p:cNvPr>
          <p:cNvSpPr>
            <a:spLocks noGrp="1"/>
          </p:cNvSpPr>
          <p:nvPr/>
        </p:nvSpPr>
        <p:spPr>
          <a:xfrm>
            <a:off x="8301896" y="494301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3347" name="F2_precision_recall_distributions_6161">
            <a:extLst>
              <a:ext uri="{FF2B5EF4-FFF2-40B4-BE49-F238E27FC236}">
                <a16:creationId xmlns:a16="http://schemas.microsoft.com/office/drawing/2014/main" id="{101FB103-6060-4439-8856-60B61A3E9E0C}"/>
              </a:ext>
            </a:extLst>
          </p:cNvPr>
          <p:cNvSpPr>
            <a:spLocks noGrp="1"/>
          </p:cNvSpPr>
          <p:nvPr/>
        </p:nvSpPr>
        <p:spPr>
          <a:xfrm>
            <a:off x="1212325" y="559053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348" name="F2_precision_recall_distributions_6162">
            <a:extLst>
              <a:ext uri="{FF2B5EF4-FFF2-40B4-BE49-F238E27FC236}">
                <a16:creationId xmlns:a16="http://schemas.microsoft.com/office/drawing/2014/main" id="{889D25DA-BE1A-42A1-8960-43B1BB414083}"/>
              </a:ext>
            </a:extLst>
          </p:cNvPr>
          <p:cNvSpPr>
            <a:spLocks noGrp="1"/>
          </p:cNvSpPr>
          <p:nvPr/>
        </p:nvSpPr>
        <p:spPr>
          <a:xfrm>
            <a:off x="1212325" y="646051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49" name="F2_precision_recall_distributions_6163">
            <a:extLst>
              <a:ext uri="{FF2B5EF4-FFF2-40B4-BE49-F238E27FC236}">
                <a16:creationId xmlns:a16="http://schemas.microsoft.com/office/drawing/2014/main" id="{A27CF3E1-6ED6-491D-9145-35010F4118BC}"/>
              </a:ext>
            </a:extLst>
          </p:cNvPr>
          <p:cNvSpPr>
            <a:spLocks noGrp="1"/>
          </p:cNvSpPr>
          <p:nvPr/>
        </p:nvSpPr>
        <p:spPr>
          <a:xfrm>
            <a:off x="1170051" y="646051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0" name="text_6164">
            <a:extLst>
              <a:ext uri="{FF2B5EF4-FFF2-40B4-BE49-F238E27FC236}">
                <a16:creationId xmlns:a16="http://schemas.microsoft.com/office/drawing/2014/main" id="{D701B6B5-30BF-44F3-A9FB-A03C3C402613}"/>
              </a:ext>
            </a:extLst>
          </p:cNvPr>
          <p:cNvSpPr>
            <a:spLocks noGrp="1"/>
          </p:cNvSpPr>
          <p:nvPr/>
        </p:nvSpPr>
        <p:spPr>
          <a:xfrm>
            <a:off x="958091" y="641302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3351" name="F2_precision_recall_distributions_6165">
            <a:extLst>
              <a:ext uri="{FF2B5EF4-FFF2-40B4-BE49-F238E27FC236}">
                <a16:creationId xmlns:a16="http://schemas.microsoft.com/office/drawing/2014/main" id="{B4CE5FA9-CBF2-491A-8428-77D0E494B848}"/>
              </a:ext>
            </a:extLst>
          </p:cNvPr>
          <p:cNvSpPr>
            <a:spLocks noGrp="1"/>
          </p:cNvSpPr>
          <p:nvPr/>
        </p:nvSpPr>
        <p:spPr>
          <a:xfrm>
            <a:off x="1212325" y="603613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52" name="F2_precision_recall_distributions_6166">
            <a:extLst>
              <a:ext uri="{FF2B5EF4-FFF2-40B4-BE49-F238E27FC236}">
                <a16:creationId xmlns:a16="http://schemas.microsoft.com/office/drawing/2014/main" id="{BA3D6933-179B-42B2-9848-1FEA22F1416E}"/>
              </a:ext>
            </a:extLst>
          </p:cNvPr>
          <p:cNvSpPr>
            <a:spLocks noGrp="1"/>
          </p:cNvSpPr>
          <p:nvPr/>
        </p:nvSpPr>
        <p:spPr>
          <a:xfrm>
            <a:off x="1170051" y="603613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3" name="text_6167">
            <a:extLst>
              <a:ext uri="{FF2B5EF4-FFF2-40B4-BE49-F238E27FC236}">
                <a16:creationId xmlns:a16="http://schemas.microsoft.com/office/drawing/2014/main" id="{08CFE94B-DBC1-46C2-8657-2D121B44918B}"/>
              </a:ext>
            </a:extLst>
          </p:cNvPr>
          <p:cNvSpPr>
            <a:spLocks noGrp="1"/>
          </p:cNvSpPr>
          <p:nvPr/>
        </p:nvSpPr>
        <p:spPr>
          <a:xfrm>
            <a:off x="958091" y="598863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3354" name="F2_precision_recall_distributions_6168">
            <a:extLst>
              <a:ext uri="{FF2B5EF4-FFF2-40B4-BE49-F238E27FC236}">
                <a16:creationId xmlns:a16="http://schemas.microsoft.com/office/drawing/2014/main" id="{E774AE4C-C4C6-4035-9F83-13061C9743B7}"/>
              </a:ext>
            </a:extLst>
          </p:cNvPr>
          <p:cNvSpPr>
            <a:spLocks noGrp="1"/>
          </p:cNvSpPr>
          <p:nvPr/>
        </p:nvSpPr>
        <p:spPr>
          <a:xfrm>
            <a:off x="1212325" y="561174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355" name="F2_precision_recall_distributions_6169">
            <a:extLst>
              <a:ext uri="{FF2B5EF4-FFF2-40B4-BE49-F238E27FC236}">
                <a16:creationId xmlns:a16="http://schemas.microsoft.com/office/drawing/2014/main" id="{C026355A-070C-4E39-B587-F6FB29C94BD4}"/>
              </a:ext>
            </a:extLst>
          </p:cNvPr>
          <p:cNvSpPr>
            <a:spLocks noGrp="1"/>
          </p:cNvSpPr>
          <p:nvPr/>
        </p:nvSpPr>
        <p:spPr>
          <a:xfrm>
            <a:off x="1170051" y="561174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356" name="text_6170">
            <a:extLst>
              <a:ext uri="{FF2B5EF4-FFF2-40B4-BE49-F238E27FC236}">
                <a16:creationId xmlns:a16="http://schemas.microsoft.com/office/drawing/2014/main" id="{181E9A35-7F94-4E97-B770-2AB6744CA00A}"/>
              </a:ext>
            </a:extLst>
          </p:cNvPr>
          <p:cNvSpPr>
            <a:spLocks noGrp="1"/>
          </p:cNvSpPr>
          <p:nvPr/>
        </p:nvSpPr>
        <p:spPr>
          <a:xfrm>
            <a:off x="958091" y="556425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357" name="F2_precision_recall_distributions_6171">
            <a:extLst>
              <a:ext uri="{FF2B5EF4-FFF2-40B4-BE49-F238E27FC236}">
                <a16:creationId xmlns:a16="http://schemas.microsoft.com/office/drawing/2014/main" id="{92A97C27-E448-4233-9CCA-982EE7860032}"/>
              </a:ext>
            </a:extLst>
          </p:cNvPr>
          <p:cNvSpPr>
            <a:spLocks noGrp="1"/>
          </p:cNvSpPr>
          <p:nvPr/>
        </p:nvSpPr>
        <p:spPr>
          <a:xfrm>
            <a:off x="1514954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36182" y="848766"/>
                </a:moveTo>
                <a:lnTo>
                  <a:pt x="138914" y="848766"/>
                </a:lnTo>
                <a:lnTo>
                  <a:pt x="142388" y="842186"/>
                </a:lnTo>
                <a:lnTo>
                  <a:pt x="152435" y="835606"/>
                </a:lnTo>
                <a:lnTo>
                  <a:pt x="167992" y="829027"/>
                </a:lnTo>
                <a:lnTo>
                  <a:pt x="187491" y="822447"/>
                </a:lnTo>
                <a:lnTo>
                  <a:pt x="209109" y="815868"/>
                </a:lnTo>
                <a:lnTo>
                  <a:pt x="231040" y="809288"/>
                </a:lnTo>
                <a:lnTo>
                  <a:pt x="251722" y="802708"/>
                </a:lnTo>
                <a:lnTo>
                  <a:pt x="270000" y="796129"/>
                </a:lnTo>
                <a:lnTo>
                  <a:pt x="285187" y="789549"/>
                </a:lnTo>
                <a:lnTo>
                  <a:pt x="297047" y="782970"/>
                </a:lnTo>
                <a:lnTo>
                  <a:pt x="305716" y="776390"/>
                </a:lnTo>
                <a:lnTo>
                  <a:pt x="311590" y="769811"/>
                </a:lnTo>
                <a:lnTo>
                  <a:pt x="315210" y="763231"/>
                </a:lnTo>
                <a:lnTo>
                  <a:pt x="317160" y="756651"/>
                </a:lnTo>
                <a:lnTo>
                  <a:pt x="317995" y="750072"/>
                </a:lnTo>
                <a:lnTo>
                  <a:pt x="318188" y="743492"/>
                </a:lnTo>
                <a:lnTo>
                  <a:pt x="318111" y="736913"/>
                </a:lnTo>
                <a:lnTo>
                  <a:pt x="318020" y="730333"/>
                </a:lnTo>
                <a:lnTo>
                  <a:pt x="318066" y="723754"/>
                </a:lnTo>
                <a:lnTo>
                  <a:pt x="318310" y="717174"/>
                </a:lnTo>
                <a:lnTo>
                  <a:pt x="318736" y="710594"/>
                </a:lnTo>
                <a:lnTo>
                  <a:pt x="319278" y="704015"/>
                </a:lnTo>
                <a:lnTo>
                  <a:pt x="319843" y="697435"/>
                </a:lnTo>
                <a:lnTo>
                  <a:pt x="320330" y="690856"/>
                </a:lnTo>
                <a:lnTo>
                  <a:pt x="320648" y="684276"/>
                </a:lnTo>
                <a:lnTo>
                  <a:pt x="320731" y="677697"/>
                </a:lnTo>
                <a:lnTo>
                  <a:pt x="320542" y="671117"/>
                </a:lnTo>
                <a:lnTo>
                  <a:pt x="320081" y="664537"/>
                </a:lnTo>
                <a:lnTo>
                  <a:pt x="319377" y="657958"/>
                </a:lnTo>
                <a:lnTo>
                  <a:pt x="318485" y="651378"/>
                </a:lnTo>
                <a:lnTo>
                  <a:pt x="317472" y="644799"/>
                </a:lnTo>
                <a:lnTo>
                  <a:pt x="316409" y="638219"/>
                </a:lnTo>
                <a:lnTo>
                  <a:pt x="315359" y="631639"/>
                </a:lnTo>
                <a:lnTo>
                  <a:pt x="314366" y="625060"/>
                </a:lnTo>
                <a:lnTo>
                  <a:pt x="313458" y="618480"/>
                </a:lnTo>
                <a:lnTo>
                  <a:pt x="312641" y="611901"/>
                </a:lnTo>
                <a:lnTo>
                  <a:pt x="311915" y="605321"/>
                </a:lnTo>
                <a:lnTo>
                  <a:pt x="311274" y="598742"/>
                </a:lnTo>
                <a:lnTo>
                  <a:pt x="310726" y="592162"/>
                </a:lnTo>
                <a:lnTo>
                  <a:pt x="310290" y="585582"/>
                </a:lnTo>
                <a:lnTo>
                  <a:pt x="310000" y="579003"/>
                </a:lnTo>
                <a:lnTo>
                  <a:pt x="309897" y="572423"/>
                </a:lnTo>
                <a:lnTo>
                  <a:pt x="310019" y="565844"/>
                </a:lnTo>
                <a:lnTo>
                  <a:pt x="310389" y="559264"/>
                </a:lnTo>
                <a:lnTo>
                  <a:pt x="311005" y="552685"/>
                </a:lnTo>
                <a:lnTo>
                  <a:pt x="311838" y="546105"/>
                </a:lnTo>
                <a:lnTo>
                  <a:pt x="312835" y="539525"/>
                </a:lnTo>
                <a:lnTo>
                  <a:pt x="313921" y="532946"/>
                </a:lnTo>
                <a:lnTo>
                  <a:pt x="315007" y="526366"/>
                </a:lnTo>
                <a:lnTo>
                  <a:pt x="315997" y="519787"/>
                </a:lnTo>
                <a:lnTo>
                  <a:pt x="316788" y="513207"/>
                </a:lnTo>
                <a:lnTo>
                  <a:pt x="317270" y="506627"/>
                </a:lnTo>
                <a:lnTo>
                  <a:pt x="317324" y="500048"/>
                </a:lnTo>
                <a:lnTo>
                  <a:pt x="316828" y="493468"/>
                </a:lnTo>
                <a:lnTo>
                  <a:pt x="315667" y="486889"/>
                </a:lnTo>
                <a:lnTo>
                  <a:pt x="313755" y="480309"/>
                </a:lnTo>
                <a:lnTo>
                  <a:pt x="311058" y="473730"/>
                </a:lnTo>
                <a:lnTo>
                  <a:pt x="307627" y="467150"/>
                </a:lnTo>
                <a:lnTo>
                  <a:pt x="303613" y="460570"/>
                </a:lnTo>
                <a:lnTo>
                  <a:pt x="299274" y="453991"/>
                </a:lnTo>
                <a:lnTo>
                  <a:pt x="294956" y="447411"/>
                </a:lnTo>
                <a:lnTo>
                  <a:pt x="291057" y="440832"/>
                </a:lnTo>
                <a:lnTo>
                  <a:pt x="287964" y="434252"/>
                </a:lnTo>
                <a:lnTo>
                  <a:pt x="285995" y="427673"/>
                </a:lnTo>
                <a:lnTo>
                  <a:pt x="285347" y="421093"/>
                </a:lnTo>
                <a:lnTo>
                  <a:pt x="286058" y="414513"/>
                </a:lnTo>
                <a:lnTo>
                  <a:pt x="288002" y="407934"/>
                </a:lnTo>
                <a:lnTo>
                  <a:pt x="290915" y="401354"/>
                </a:lnTo>
                <a:lnTo>
                  <a:pt x="294440" y="394775"/>
                </a:lnTo>
                <a:lnTo>
                  <a:pt x="298185" y="388195"/>
                </a:lnTo>
                <a:lnTo>
                  <a:pt x="301779" y="381616"/>
                </a:lnTo>
                <a:lnTo>
                  <a:pt x="304913" y="375036"/>
                </a:lnTo>
                <a:lnTo>
                  <a:pt x="307367" y="368456"/>
                </a:lnTo>
                <a:lnTo>
                  <a:pt x="309014" y="361877"/>
                </a:lnTo>
                <a:lnTo>
                  <a:pt x="309810" y="355297"/>
                </a:lnTo>
                <a:lnTo>
                  <a:pt x="309774" y="348718"/>
                </a:lnTo>
                <a:lnTo>
                  <a:pt x="308978" y="342138"/>
                </a:lnTo>
                <a:lnTo>
                  <a:pt x="307524" y="335558"/>
                </a:lnTo>
                <a:lnTo>
                  <a:pt x="305546" y="328979"/>
                </a:lnTo>
                <a:lnTo>
                  <a:pt x="303207" y="322399"/>
                </a:lnTo>
                <a:lnTo>
                  <a:pt x="300696" y="315820"/>
                </a:lnTo>
                <a:lnTo>
                  <a:pt x="298227" y="309240"/>
                </a:lnTo>
                <a:lnTo>
                  <a:pt x="296029" y="302661"/>
                </a:lnTo>
                <a:lnTo>
                  <a:pt x="294326" y="296081"/>
                </a:lnTo>
                <a:lnTo>
                  <a:pt x="293310" y="289501"/>
                </a:lnTo>
                <a:lnTo>
                  <a:pt x="293122" y="282922"/>
                </a:lnTo>
                <a:lnTo>
                  <a:pt x="293823" y="276342"/>
                </a:lnTo>
                <a:lnTo>
                  <a:pt x="295394" y="269763"/>
                </a:lnTo>
                <a:lnTo>
                  <a:pt x="297730" y="263183"/>
                </a:lnTo>
                <a:lnTo>
                  <a:pt x="300663" y="256604"/>
                </a:lnTo>
                <a:lnTo>
                  <a:pt x="303982" y="250024"/>
                </a:lnTo>
                <a:lnTo>
                  <a:pt x="307463" y="243444"/>
                </a:lnTo>
                <a:lnTo>
                  <a:pt x="310894" y="236865"/>
                </a:lnTo>
                <a:lnTo>
                  <a:pt x="314093" y="230285"/>
                </a:lnTo>
                <a:lnTo>
                  <a:pt x="316921" y="223706"/>
                </a:lnTo>
                <a:lnTo>
                  <a:pt x="319284" y="217126"/>
                </a:lnTo>
                <a:lnTo>
                  <a:pt x="321127" y="210546"/>
                </a:lnTo>
                <a:lnTo>
                  <a:pt x="322433" y="203967"/>
                </a:lnTo>
                <a:lnTo>
                  <a:pt x="323215" y="197387"/>
                </a:lnTo>
                <a:lnTo>
                  <a:pt x="323515" y="190808"/>
                </a:lnTo>
                <a:lnTo>
                  <a:pt x="323396" y="184228"/>
                </a:lnTo>
                <a:lnTo>
                  <a:pt x="322946" y="177649"/>
                </a:lnTo>
                <a:lnTo>
                  <a:pt x="322268" y="171069"/>
                </a:lnTo>
                <a:lnTo>
                  <a:pt x="321480" y="164489"/>
                </a:lnTo>
                <a:lnTo>
                  <a:pt x="320703" y="157910"/>
                </a:lnTo>
                <a:lnTo>
                  <a:pt x="320049" y="151330"/>
                </a:lnTo>
                <a:lnTo>
                  <a:pt x="319611" y="144751"/>
                </a:lnTo>
                <a:lnTo>
                  <a:pt x="319448" y="138171"/>
                </a:lnTo>
                <a:lnTo>
                  <a:pt x="319568" y="131592"/>
                </a:lnTo>
                <a:lnTo>
                  <a:pt x="319920" y="125012"/>
                </a:lnTo>
                <a:lnTo>
                  <a:pt x="320375" y="118432"/>
                </a:lnTo>
                <a:lnTo>
                  <a:pt x="320715" y="111853"/>
                </a:lnTo>
                <a:lnTo>
                  <a:pt x="320615" y="105273"/>
                </a:lnTo>
                <a:lnTo>
                  <a:pt x="319624" y="98694"/>
                </a:lnTo>
                <a:lnTo>
                  <a:pt x="317154" y="92114"/>
                </a:lnTo>
                <a:lnTo>
                  <a:pt x="312481" y="85535"/>
                </a:lnTo>
                <a:lnTo>
                  <a:pt x="304766" y="78955"/>
                </a:lnTo>
                <a:lnTo>
                  <a:pt x="293126" y="72375"/>
                </a:lnTo>
                <a:lnTo>
                  <a:pt x="276742" y="65796"/>
                </a:lnTo>
                <a:lnTo>
                  <a:pt x="255021" y="59216"/>
                </a:lnTo>
                <a:lnTo>
                  <a:pt x="227788" y="52637"/>
                </a:lnTo>
                <a:lnTo>
                  <a:pt x="195479" y="46057"/>
                </a:lnTo>
                <a:lnTo>
                  <a:pt x="159273" y="39477"/>
                </a:lnTo>
                <a:lnTo>
                  <a:pt x="121135" y="32898"/>
                </a:lnTo>
                <a:lnTo>
                  <a:pt x="83709" y="26318"/>
                </a:lnTo>
                <a:lnTo>
                  <a:pt x="50055" y="19739"/>
                </a:lnTo>
                <a:lnTo>
                  <a:pt x="23258" y="13159"/>
                </a:lnTo>
                <a:lnTo>
                  <a:pt x="597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23" y="6580"/>
                </a:lnTo>
                <a:lnTo>
                  <a:pt x="651838" y="13159"/>
                </a:lnTo>
                <a:lnTo>
                  <a:pt x="625041" y="19739"/>
                </a:lnTo>
                <a:lnTo>
                  <a:pt x="591387" y="26318"/>
                </a:lnTo>
                <a:lnTo>
                  <a:pt x="553962" y="32898"/>
                </a:lnTo>
                <a:lnTo>
                  <a:pt x="515824" y="39477"/>
                </a:lnTo>
                <a:lnTo>
                  <a:pt x="479618" y="46057"/>
                </a:lnTo>
                <a:lnTo>
                  <a:pt x="447308" y="52637"/>
                </a:lnTo>
                <a:lnTo>
                  <a:pt x="420076" y="59216"/>
                </a:lnTo>
                <a:lnTo>
                  <a:pt x="398355" y="65796"/>
                </a:lnTo>
                <a:lnTo>
                  <a:pt x="381970" y="72375"/>
                </a:lnTo>
                <a:lnTo>
                  <a:pt x="370330" y="78955"/>
                </a:lnTo>
                <a:lnTo>
                  <a:pt x="362616" y="85535"/>
                </a:lnTo>
                <a:lnTo>
                  <a:pt x="357942" y="92114"/>
                </a:lnTo>
                <a:lnTo>
                  <a:pt x="355473" y="98694"/>
                </a:lnTo>
                <a:lnTo>
                  <a:pt x="354482" y="105273"/>
                </a:lnTo>
                <a:lnTo>
                  <a:pt x="354382" y="111853"/>
                </a:lnTo>
                <a:lnTo>
                  <a:pt x="354722" y="118432"/>
                </a:lnTo>
                <a:lnTo>
                  <a:pt x="355177" y="125012"/>
                </a:lnTo>
                <a:lnTo>
                  <a:pt x="355528" y="131592"/>
                </a:lnTo>
                <a:lnTo>
                  <a:pt x="355648" y="138171"/>
                </a:lnTo>
                <a:lnTo>
                  <a:pt x="355485" y="144751"/>
                </a:lnTo>
                <a:lnTo>
                  <a:pt x="355048" y="151330"/>
                </a:lnTo>
                <a:lnTo>
                  <a:pt x="354394" y="157910"/>
                </a:lnTo>
                <a:lnTo>
                  <a:pt x="353617" y="164489"/>
                </a:lnTo>
                <a:lnTo>
                  <a:pt x="352829" y="171069"/>
                </a:lnTo>
                <a:lnTo>
                  <a:pt x="352151" y="177649"/>
                </a:lnTo>
                <a:lnTo>
                  <a:pt x="351700" y="184228"/>
                </a:lnTo>
                <a:lnTo>
                  <a:pt x="351582" y="190808"/>
                </a:lnTo>
                <a:lnTo>
                  <a:pt x="351881" y="197387"/>
                </a:lnTo>
                <a:lnTo>
                  <a:pt x="352664" y="203967"/>
                </a:lnTo>
                <a:lnTo>
                  <a:pt x="353970" y="210546"/>
                </a:lnTo>
                <a:lnTo>
                  <a:pt x="355813" y="217126"/>
                </a:lnTo>
                <a:lnTo>
                  <a:pt x="358175" y="223706"/>
                </a:lnTo>
                <a:lnTo>
                  <a:pt x="361004" y="230285"/>
                </a:lnTo>
                <a:lnTo>
                  <a:pt x="364203" y="236865"/>
                </a:lnTo>
                <a:lnTo>
                  <a:pt x="367633" y="243444"/>
                </a:lnTo>
                <a:lnTo>
                  <a:pt x="371114" y="250024"/>
                </a:lnTo>
                <a:lnTo>
                  <a:pt x="374433" y="256604"/>
                </a:lnTo>
                <a:lnTo>
                  <a:pt x="377366" y="263183"/>
                </a:lnTo>
                <a:lnTo>
                  <a:pt x="379702" y="269763"/>
                </a:lnTo>
                <a:lnTo>
                  <a:pt x="381273" y="276342"/>
                </a:lnTo>
                <a:lnTo>
                  <a:pt x="381975" y="282922"/>
                </a:lnTo>
                <a:lnTo>
                  <a:pt x="381786" y="289501"/>
                </a:lnTo>
                <a:lnTo>
                  <a:pt x="380771" y="296081"/>
                </a:lnTo>
                <a:lnTo>
                  <a:pt x="379067" y="302661"/>
                </a:lnTo>
                <a:lnTo>
                  <a:pt x="376870" y="309240"/>
                </a:lnTo>
                <a:lnTo>
                  <a:pt x="374401" y="315820"/>
                </a:lnTo>
                <a:lnTo>
                  <a:pt x="371890" y="322399"/>
                </a:lnTo>
                <a:lnTo>
                  <a:pt x="369550" y="328979"/>
                </a:lnTo>
                <a:lnTo>
                  <a:pt x="367573" y="335558"/>
                </a:lnTo>
                <a:lnTo>
                  <a:pt x="366119" y="342138"/>
                </a:lnTo>
                <a:lnTo>
                  <a:pt x="365322" y="348718"/>
                </a:lnTo>
                <a:lnTo>
                  <a:pt x="365287" y="355297"/>
                </a:lnTo>
                <a:lnTo>
                  <a:pt x="366082" y="361877"/>
                </a:lnTo>
                <a:lnTo>
                  <a:pt x="367729" y="368456"/>
                </a:lnTo>
                <a:lnTo>
                  <a:pt x="370184" y="375036"/>
                </a:lnTo>
                <a:lnTo>
                  <a:pt x="373318" y="381616"/>
                </a:lnTo>
                <a:lnTo>
                  <a:pt x="376911" y="388195"/>
                </a:lnTo>
                <a:lnTo>
                  <a:pt x="380657" y="394775"/>
                </a:lnTo>
                <a:lnTo>
                  <a:pt x="384182" y="401354"/>
                </a:lnTo>
                <a:lnTo>
                  <a:pt x="387095" y="407934"/>
                </a:lnTo>
                <a:lnTo>
                  <a:pt x="389039" y="414513"/>
                </a:lnTo>
                <a:lnTo>
                  <a:pt x="389749" y="421093"/>
                </a:lnTo>
                <a:lnTo>
                  <a:pt x="389101" y="427673"/>
                </a:lnTo>
                <a:lnTo>
                  <a:pt x="387133" y="434252"/>
                </a:lnTo>
                <a:lnTo>
                  <a:pt x="384040" y="440832"/>
                </a:lnTo>
                <a:lnTo>
                  <a:pt x="380140" y="447411"/>
                </a:lnTo>
                <a:lnTo>
                  <a:pt x="375823" y="453991"/>
                </a:lnTo>
                <a:lnTo>
                  <a:pt x="371484" y="460570"/>
                </a:lnTo>
                <a:lnTo>
                  <a:pt x="367470" y="467150"/>
                </a:lnTo>
                <a:lnTo>
                  <a:pt x="364038" y="473730"/>
                </a:lnTo>
                <a:lnTo>
                  <a:pt x="361341" y="480309"/>
                </a:lnTo>
                <a:lnTo>
                  <a:pt x="359429" y="486889"/>
                </a:lnTo>
                <a:lnTo>
                  <a:pt x="358269" y="493468"/>
                </a:lnTo>
                <a:lnTo>
                  <a:pt x="357773" y="500048"/>
                </a:lnTo>
                <a:lnTo>
                  <a:pt x="357827" y="506627"/>
                </a:lnTo>
                <a:lnTo>
                  <a:pt x="358309" y="513207"/>
                </a:lnTo>
                <a:lnTo>
                  <a:pt x="359100" y="519787"/>
                </a:lnTo>
                <a:lnTo>
                  <a:pt x="360090" y="526366"/>
                </a:lnTo>
                <a:lnTo>
                  <a:pt x="361176" y="532946"/>
                </a:lnTo>
                <a:lnTo>
                  <a:pt x="362261" y="539525"/>
                </a:lnTo>
                <a:lnTo>
                  <a:pt x="363258" y="546105"/>
                </a:lnTo>
                <a:lnTo>
                  <a:pt x="364092" y="552685"/>
                </a:lnTo>
                <a:lnTo>
                  <a:pt x="364708" y="559264"/>
                </a:lnTo>
                <a:lnTo>
                  <a:pt x="365077" y="565844"/>
                </a:lnTo>
                <a:lnTo>
                  <a:pt x="365199" y="572423"/>
                </a:lnTo>
                <a:lnTo>
                  <a:pt x="365096" y="579003"/>
                </a:lnTo>
                <a:lnTo>
                  <a:pt x="364806" y="585582"/>
                </a:lnTo>
                <a:lnTo>
                  <a:pt x="364370" y="592162"/>
                </a:lnTo>
                <a:lnTo>
                  <a:pt x="363822" y="598742"/>
                </a:lnTo>
                <a:lnTo>
                  <a:pt x="363182" y="605321"/>
                </a:lnTo>
                <a:lnTo>
                  <a:pt x="362455" y="611901"/>
                </a:lnTo>
                <a:lnTo>
                  <a:pt x="361639" y="618480"/>
                </a:lnTo>
                <a:lnTo>
                  <a:pt x="360730" y="625060"/>
                </a:lnTo>
                <a:lnTo>
                  <a:pt x="359738" y="631639"/>
                </a:lnTo>
                <a:lnTo>
                  <a:pt x="358687" y="638219"/>
                </a:lnTo>
                <a:lnTo>
                  <a:pt x="357625" y="644799"/>
                </a:lnTo>
                <a:lnTo>
                  <a:pt x="356612" y="651378"/>
                </a:lnTo>
                <a:lnTo>
                  <a:pt x="355719" y="657958"/>
                </a:lnTo>
                <a:lnTo>
                  <a:pt x="355016" y="664537"/>
                </a:lnTo>
                <a:lnTo>
                  <a:pt x="354554" y="671117"/>
                </a:lnTo>
                <a:lnTo>
                  <a:pt x="354366" y="677697"/>
                </a:lnTo>
                <a:lnTo>
                  <a:pt x="354448" y="684276"/>
                </a:lnTo>
                <a:lnTo>
                  <a:pt x="354766" y="690856"/>
                </a:lnTo>
                <a:lnTo>
                  <a:pt x="355253" y="697435"/>
                </a:lnTo>
                <a:lnTo>
                  <a:pt x="355818" y="704015"/>
                </a:lnTo>
                <a:lnTo>
                  <a:pt x="356361" y="710594"/>
                </a:lnTo>
                <a:lnTo>
                  <a:pt x="356787" y="717174"/>
                </a:lnTo>
                <a:lnTo>
                  <a:pt x="357030" y="723754"/>
                </a:lnTo>
                <a:lnTo>
                  <a:pt x="357077" y="730333"/>
                </a:lnTo>
                <a:lnTo>
                  <a:pt x="356986" y="736913"/>
                </a:lnTo>
                <a:lnTo>
                  <a:pt x="356908" y="743492"/>
                </a:lnTo>
                <a:lnTo>
                  <a:pt x="357102" y="750072"/>
                </a:lnTo>
                <a:lnTo>
                  <a:pt x="357936" y="756651"/>
                </a:lnTo>
                <a:lnTo>
                  <a:pt x="359887" y="763231"/>
                </a:lnTo>
                <a:lnTo>
                  <a:pt x="363507" y="769811"/>
                </a:lnTo>
                <a:lnTo>
                  <a:pt x="369381" y="776390"/>
                </a:lnTo>
                <a:lnTo>
                  <a:pt x="378050" y="782970"/>
                </a:lnTo>
                <a:lnTo>
                  <a:pt x="389910" y="789549"/>
                </a:lnTo>
                <a:lnTo>
                  <a:pt x="405096" y="796129"/>
                </a:lnTo>
                <a:lnTo>
                  <a:pt x="423374" y="802708"/>
                </a:lnTo>
                <a:lnTo>
                  <a:pt x="444057" y="809288"/>
                </a:lnTo>
                <a:lnTo>
                  <a:pt x="465987" y="815868"/>
                </a:lnTo>
                <a:lnTo>
                  <a:pt x="487606" y="822447"/>
                </a:lnTo>
                <a:lnTo>
                  <a:pt x="507105" y="829027"/>
                </a:lnTo>
                <a:lnTo>
                  <a:pt x="522662" y="835606"/>
                </a:lnTo>
                <a:lnTo>
                  <a:pt x="532708" y="842186"/>
                </a:lnTo>
                <a:lnTo>
                  <a:pt x="536182" y="848766"/>
                </a:lnTo>
                <a:lnTo>
                  <a:pt x="536182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3358" name="F2_precision_recall_distributions_6172">
            <a:extLst>
              <a:ext uri="{FF2B5EF4-FFF2-40B4-BE49-F238E27FC236}">
                <a16:creationId xmlns:a16="http://schemas.microsoft.com/office/drawing/2014/main" id="{FF756A98-868D-48BB-8814-BCBF8D7A4CBF}"/>
              </a:ext>
            </a:extLst>
          </p:cNvPr>
          <p:cNvSpPr>
            <a:spLocks noGrp="1"/>
          </p:cNvSpPr>
          <p:nvPr/>
        </p:nvSpPr>
        <p:spPr>
          <a:xfrm>
            <a:off x="201300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59" name="F2_precision_recall_distributions_6173">
            <a:extLst>
              <a:ext uri="{FF2B5EF4-FFF2-40B4-BE49-F238E27FC236}">
                <a16:creationId xmlns:a16="http://schemas.microsoft.com/office/drawing/2014/main" id="{88A00A57-B730-4900-9EF9-AE3C40E11382}"/>
              </a:ext>
            </a:extLst>
          </p:cNvPr>
          <p:cNvSpPr>
            <a:spLocks noGrp="1"/>
          </p:cNvSpPr>
          <p:nvPr/>
        </p:nvSpPr>
        <p:spPr>
          <a:xfrm>
            <a:off x="182846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0" name="F2_precision_recall_distributions_6174">
            <a:extLst>
              <a:ext uri="{FF2B5EF4-FFF2-40B4-BE49-F238E27FC236}">
                <a16:creationId xmlns:a16="http://schemas.microsoft.com/office/drawing/2014/main" id="{F1B93180-F530-4867-A3A0-DFFEB11C8BEE}"/>
              </a:ext>
            </a:extLst>
          </p:cNvPr>
          <p:cNvSpPr>
            <a:spLocks noGrp="1"/>
          </p:cNvSpPr>
          <p:nvPr/>
        </p:nvSpPr>
        <p:spPr>
          <a:xfrm>
            <a:off x="19569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1" name="F2_precision_recall_distributions_6175">
            <a:extLst>
              <a:ext uri="{FF2B5EF4-FFF2-40B4-BE49-F238E27FC236}">
                <a16:creationId xmlns:a16="http://schemas.microsoft.com/office/drawing/2014/main" id="{2A1B37BE-F484-4257-86E9-2B1C6DAB8B60}"/>
              </a:ext>
            </a:extLst>
          </p:cNvPr>
          <p:cNvSpPr>
            <a:spLocks noGrp="1"/>
          </p:cNvSpPr>
          <p:nvPr/>
        </p:nvSpPr>
        <p:spPr>
          <a:xfrm>
            <a:off x="1963514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2" name="F2_precision_recall_distributions_6176">
            <a:extLst>
              <a:ext uri="{FF2B5EF4-FFF2-40B4-BE49-F238E27FC236}">
                <a16:creationId xmlns:a16="http://schemas.microsoft.com/office/drawing/2014/main" id="{C278E749-98C8-4E6E-AF75-BB9685672E66}"/>
              </a:ext>
            </a:extLst>
          </p:cNvPr>
          <p:cNvSpPr>
            <a:spLocks noGrp="1"/>
          </p:cNvSpPr>
          <p:nvPr/>
        </p:nvSpPr>
        <p:spPr>
          <a:xfrm>
            <a:off x="1705253" y="57286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3" name="F2_precision_recall_distributions_6177">
            <a:extLst>
              <a:ext uri="{FF2B5EF4-FFF2-40B4-BE49-F238E27FC236}">
                <a16:creationId xmlns:a16="http://schemas.microsoft.com/office/drawing/2014/main" id="{40C8D5A9-6ACC-4D54-AE5C-860E02798C03}"/>
              </a:ext>
            </a:extLst>
          </p:cNvPr>
          <p:cNvSpPr>
            <a:spLocks noGrp="1"/>
          </p:cNvSpPr>
          <p:nvPr/>
        </p:nvSpPr>
        <p:spPr>
          <a:xfrm>
            <a:off x="16776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4" name="F2_precision_recall_distributions_6178">
            <a:extLst>
              <a:ext uri="{FF2B5EF4-FFF2-40B4-BE49-F238E27FC236}">
                <a16:creationId xmlns:a16="http://schemas.microsoft.com/office/drawing/2014/main" id="{525B6A13-3736-49C5-BC52-6A261F9A8E08}"/>
              </a:ext>
            </a:extLst>
          </p:cNvPr>
          <p:cNvSpPr>
            <a:spLocks noGrp="1"/>
          </p:cNvSpPr>
          <p:nvPr/>
        </p:nvSpPr>
        <p:spPr>
          <a:xfrm>
            <a:off x="175648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5" name="F2_precision_recall_distributions_6179">
            <a:extLst>
              <a:ext uri="{FF2B5EF4-FFF2-40B4-BE49-F238E27FC236}">
                <a16:creationId xmlns:a16="http://schemas.microsoft.com/office/drawing/2014/main" id="{462651F9-51A4-463D-82EF-0F7B50FC08CD}"/>
              </a:ext>
            </a:extLst>
          </p:cNvPr>
          <p:cNvSpPr>
            <a:spLocks noGrp="1"/>
          </p:cNvSpPr>
          <p:nvPr/>
        </p:nvSpPr>
        <p:spPr>
          <a:xfrm>
            <a:off x="183676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6" name="F2_precision_recall_distributions_6180">
            <a:extLst>
              <a:ext uri="{FF2B5EF4-FFF2-40B4-BE49-F238E27FC236}">
                <a16:creationId xmlns:a16="http://schemas.microsoft.com/office/drawing/2014/main" id="{8C1895D9-4396-4684-84A8-A3E838B2FF58}"/>
              </a:ext>
            </a:extLst>
          </p:cNvPr>
          <p:cNvSpPr>
            <a:spLocks noGrp="1"/>
          </p:cNvSpPr>
          <p:nvPr/>
        </p:nvSpPr>
        <p:spPr>
          <a:xfrm>
            <a:off x="1915086" y="6277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7" name="F2_precision_recall_distributions_6181">
            <a:extLst>
              <a:ext uri="{FF2B5EF4-FFF2-40B4-BE49-F238E27FC236}">
                <a16:creationId xmlns:a16="http://schemas.microsoft.com/office/drawing/2014/main" id="{A076A7C6-B9E7-4150-A84E-BEBC36314154}"/>
              </a:ext>
            </a:extLst>
          </p:cNvPr>
          <p:cNvSpPr>
            <a:spLocks noGrp="1"/>
          </p:cNvSpPr>
          <p:nvPr/>
        </p:nvSpPr>
        <p:spPr>
          <a:xfrm>
            <a:off x="1667856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8" name="F2_precision_recall_distributions_6182">
            <a:extLst>
              <a:ext uri="{FF2B5EF4-FFF2-40B4-BE49-F238E27FC236}">
                <a16:creationId xmlns:a16="http://schemas.microsoft.com/office/drawing/2014/main" id="{AE35352C-26F2-4641-A67D-916DB84D4E9E}"/>
              </a:ext>
            </a:extLst>
          </p:cNvPr>
          <p:cNvSpPr>
            <a:spLocks noGrp="1"/>
          </p:cNvSpPr>
          <p:nvPr/>
        </p:nvSpPr>
        <p:spPr>
          <a:xfrm>
            <a:off x="2021013" y="60040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69" name="F2_precision_recall_distributions_6183">
            <a:extLst>
              <a:ext uri="{FF2B5EF4-FFF2-40B4-BE49-F238E27FC236}">
                <a16:creationId xmlns:a16="http://schemas.microsoft.com/office/drawing/2014/main" id="{6601B9D9-7C42-4448-8744-53FF12D9C752}"/>
              </a:ext>
            </a:extLst>
          </p:cNvPr>
          <p:cNvSpPr>
            <a:spLocks noGrp="1"/>
          </p:cNvSpPr>
          <p:nvPr/>
        </p:nvSpPr>
        <p:spPr>
          <a:xfrm>
            <a:off x="166647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0" name="F2_precision_recall_distributions_6184">
            <a:extLst>
              <a:ext uri="{FF2B5EF4-FFF2-40B4-BE49-F238E27FC236}">
                <a16:creationId xmlns:a16="http://schemas.microsoft.com/office/drawing/2014/main" id="{AC323A1E-43F8-43D4-9B86-63F96E5B6C26}"/>
              </a:ext>
            </a:extLst>
          </p:cNvPr>
          <p:cNvSpPr>
            <a:spLocks noGrp="1"/>
          </p:cNvSpPr>
          <p:nvPr/>
        </p:nvSpPr>
        <p:spPr>
          <a:xfrm>
            <a:off x="1668924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1" name="F2_precision_recall_distributions_6185">
            <a:extLst>
              <a:ext uri="{FF2B5EF4-FFF2-40B4-BE49-F238E27FC236}">
                <a16:creationId xmlns:a16="http://schemas.microsoft.com/office/drawing/2014/main" id="{E7910C38-405D-4D7C-9C6E-A47877EEDB69}"/>
              </a:ext>
            </a:extLst>
          </p:cNvPr>
          <p:cNvSpPr>
            <a:spLocks noGrp="1"/>
          </p:cNvSpPr>
          <p:nvPr/>
        </p:nvSpPr>
        <p:spPr>
          <a:xfrm>
            <a:off x="1916297" y="57193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2" name="F2_precision_recall_distributions_6186">
            <a:extLst>
              <a:ext uri="{FF2B5EF4-FFF2-40B4-BE49-F238E27FC236}">
                <a16:creationId xmlns:a16="http://schemas.microsoft.com/office/drawing/2014/main" id="{52479C30-F991-4EF4-B541-D72CDE8F4D06}"/>
              </a:ext>
            </a:extLst>
          </p:cNvPr>
          <p:cNvSpPr>
            <a:spLocks noGrp="1"/>
          </p:cNvSpPr>
          <p:nvPr/>
        </p:nvSpPr>
        <p:spPr>
          <a:xfrm>
            <a:off x="178548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3" name="F2_precision_recall_distributions_6187">
            <a:extLst>
              <a:ext uri="{FF2B5EF4-FFF2-40B4-BE49-F238E27FC236}">
                <a16:creationId xmlns:a16="http://schemas.microsoft.com/office/drawing/2014/main" id="{23E8B861-0550-4EBD-A593-496370220F7D}"/>
              </a:ext>
            </a:extLst>
          </p:cNvPr>
          <p:cNvSpPr>
            <a:spLocks noGrp="1"/>
          </p:cNvSpPr>
          <p:nvPr/>
        </p:nvSpPr>
        <p:spPr>
          <a:xfrm>
            <a:off x="17717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4" name="F2_precision_recall_distributions_6188">
            <a:extLst>
              <a:ext uri="{FF2B5EF4-FFF2-40B4-BE49-F238E27FC236}">
                <a16:creationId xmlns:a16="http://schemas.microsoft.com/office/drawing/2014/main" id="{B6FFD9A8-56EC-4F41-BCAB-854C4D959EA0}"/>
              </a:ext>
            </a:extLst>
          </p:cNvPr>
          <p:cNvSpPr>
            <a:spLocks noGrp="1"/>
          </p:cNvSpPr>
          <p:nvPr/>
        </p:nvSpPr>
        <p:spPr>
          <a:xfrm>
            <a:off x="1851328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5" name="F2_precision_recall_distributions_6189">
            <a:extLst>
              <a:ext uri="{FF2B5EF4-FFF2-40B4-BE49-F238E27FC236}">
                <a16:creationId xmlns:a16="http://schemas.microsoft.com/office/drawing/2014/main" id="{A6611E45-3072-4665-B38F-618E91D32E14}"/>
              </a:ext>
            </a:extLst>
          </p:cNvPr>
          <p:cNvSpPr>
            <a:spLocks noGrp="1"/>
          </p:cNvSpPr>
          <p:nvPr/>
        </p:nvSpPr>
        <p:spPr>
          <a:xfrm>
            <a:off x="168785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6" name="F2_precision_recall_distributions_6190">
            <a:extLst>
              <a:ext uri="{FF2B5EF4-FFF2-40B4-BE49-F238E27FC236}">
                <a16:creationId xmlns:a16="http://schemas.microsoft.com/office/drawing/2014/main" id="{48CAC086-A1D6-4627-8848-813F6C58A927}"/>
              </a:ext>
            </a:extLst>
          </p:cNvPr>
          <p:cNvSpPr>
            <a:spLocks noGrp="1"/>
          </p:cNvSpPr>
          <p:nvPr/>
        </p:nvSpPr>
        <p:spPr>
          <a:xfrm>
            <a:off x="1929912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7" name="F2_precision_recall_distributions_6191">
            <a:extLst>
              <a:ext uri="{FF2B5EF4-FFF2-40B4-BE49-F238E27FC236}">
                <a16:creationId xmlns:a16="http://schemas.microsoft.com/office/drawing/2014/main" id="{02FF9E7C-C89B-47AE-8529-143BA78CD590}"/>
              </a:ext>
            </a:extLst>
          </p:cNvPr>
          <p:cNvSpPr>
            <a:spLocks noGrp="1"/>
          </p:cNvSpPr>
          <p:nvPr/>
        </p:nvSpPr>
        <p:spPr>
          <a:xfrm>
            <a:off x="1682389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8" name="F2_precision_recall_distributions_6192">
            <a:extLst>
              <a:ext uri="{FF2B5EF4-FFF2-40B4-BE49-F238E27FC236}">
                <a16:creationId xmlns:a16="http://schemas.microsoft.com/office/drawing/2014/main" id="{E1D27A35-7FB3-4DFF-8EE0-FDEE0C7F640C}"/>
              </a:ext>
            </a:extLst>
          </p:cNvPr>
          <p:cNvSpPr>
            <a:spLocks noGrp="1"/>
          </p:cNvSpPr>
          <p:nvPr/>
        </p:nvSpPr>
        <p:spPr>
          <a:xfrm>
            <a:off x="1982996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79" name="F2_precision_recall_distributions_6193">
            <a:extLst>
              <a:ext uri="{FF2B5EF4-FFF2-40B4-BE49-F238E27FC236}">
                <a16:creationId xmlns:a16="http://schemas.microsoft.com/office/drawing/2014/main" id="{D21C840E-B81D-4485-8018-14AB88CB1EE8}"/>
              </a:ext>
            </a:extLst>
          </p:cNvPr>
          <p:cNvSpPr>
            <a:spLocks noGrp="1"/>
          </p:cNvSpPr>
          <p:nvPr/>
        </p:nvSpPr>
        <p:spPr>
          <a:xfrm>
            <a:off x="1900501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0" name="F2_precision_recall_distributions_6194">
            <a:extLst>
              <a:ext uri="{FF2B5EF4-FFF2-40B4-BE49-F238E27FC236}">
                <a16:creationId xmlns:a16="http://schemas.microsoft.com/office/drawing/2014/main" id="{5ABBBD76-ACA2-43A7-B5CD-1777A0FDB8ED}"/>
              </a:ext>
            </a:extLst>
          </p:cNvPr>
          <p:cNvSpPr>
            <a:spLocks noGrp="1"/>
          </p:cNvSpPr>
          <p:nvPr/>
        </p:nvSpPr>
        <p:spPr>
          <a:xfrm>
            <a:off x="193100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1" name="F2_precision_recall_distributions_6195">
            <a:extLst>
              <a:ext uri="{FF2B5EF4-FFF2-40B4-BE49-F238E27FC236}">
                <a16:creationId xmlns:a16="http://schemas.microsoft.com/office/drawing/2014/main" id="{1D5A24B0-A076-4F06-98F3-EE921699F07D}"/>
              </a:ext>
            </a:extLst>
          </p:cNvPr>
          <p:cNvSpPr>
            <a:spLocks noGrp="1"/>
          </p:cNvSpPr>
          <p:nvPr/>
        </p:nvSpPr>
        <p:spPr>
          <a:xfrm>
            <a:off x="173163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2" name="F2_precision_recall_distributions_6196">
            <a:extLst>
              <a:ext uri="{FF2B5EF4-FFF2-40B4-BE49-F238E27FC236}">
                <a16:creationId xmlns:a16="http://schemas.microsoft.com/office/drawing/2014/main" id="{300C62AE-489F-4D80-AEA4-8237212243F5}"/>
              </a:ext>
            </a:extLst>
          </p:cNvPr>
          <p:cNvSpPr>
            <a:spLocks noGrp="1"/>
          </p:cNvSpPr>
          <p:nvPr/>
        </p:nvSpPr>
        <p:spPr>
          <a:xfrm>
            <a:off x="1819597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3" name="F2_precision_recall_distributions_6197">
            <a:extLst>
              <a:ext uri="{FF2B5EF4-FFF2-40B4-BE49-F238E27FC236}">
                <a16:creationId xmlns:a16="http://schemas.microsoft.com/office/drawing/2014/main" id="{05DC47A0-A310-42C5-9E1E-D08D79700998}"/>
              </a:ext>
            </a:extLst>
          </p:cNvPr>
          <p:cNvSpPr>
            <a:spLocks noGrp="1"/>
          </p:cNvSpPr>
          <p:nvPr/>
        </p:nvSpPr>
        <p:spPr>
          <a:xfrm>
            <a:off x="184373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4" name="F2_precision_recall_distributions_6198">
            <a:extLst>
              <a:ext uri="{FF2B5EF4-FFF2-40B4-BE49-F238E27FC236}">
                <a16:creationId xmlns:a16="http://schemas.microsoft.com/office/drawing/2014/main" id="{B9B2697F-3F49-41E2-A10A-763D44F7F102}"/>
              </a:ext>
            </a:extLst>
          </p:cNvPr>
          <p:cNvSpPr>
            <a:spLocks noGrp="1"/>
          </p:cNvSpPr>
          <p:nvPr/>
        </p:nvSpPr>
        <p:spPr>
          <a:xfrm>
            <a:off x="193189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5" name="F2_precision_recall_distributions_6199">
            <a:extLst>
              <a:ext uri="{FF2B5EF4-FFF2-40B4-BE49-F238E27FC236}">
                <a16:creationId xmlns:a16="http://schemas.microsoft.com/office/drawing/2014/main" id="{25D664D4-00B8-4FA0-95A6-5EBA29772FC2}"/>
              </a:ext>
            </a:extLst>
          </p:cNvPr>
          <p:cNvSpPr>
            <a:spLocks noGrp="1"/>
          </p:cNvSpPr>
          <p:nvPr/>
        </p:nvSpPr>
        <p:spPr>
          <a:xfrm>
            <a:off x="1664783" y="59067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6" name="F2_precision_recall_distributions_6200">
            <a:extLst>
              <a:ext uri="{FF2B5EF4-FFF2-40B4-BE49-F238E27FC236}">
                <a16:creationId xmlns:a16="http://schemas.microsoft.com/office/drawing/2014/main" id="{30C8D69C-F1A4-4FC6-BE8E-1A4F2BEC6D80}"/>
              </a:ext>
            </a:extLst>
          </p:cNvPr>
          <p:cNvSpPr>
            <a:spLocks noGrp="1"/>
          </p:cNvSpPr>
          <p:nvPr/>
        </p:nvSpPr>
        <p:spPr>
          <a:xfrm>
            <a:off x="179856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7" name="F2_precision_recall_distributions_6201">
            <a:extLst>
              <a:ext uri="{FF2B5EF4-FFF2-40B4-BE49-F238E27FC236}">
                <a16:creationId xmlns:a16="http://schemas.microsoft.com/office/drawing/2014/main" id="{BE5FC188-AC20-47C6-8118-9C66027B5F5F}"/>
              </a:ext>
            </a:extLst>
          </p:cNvPr>
          <p:cNvSpPr>
            <a:spLocks noGrp="1"/>
          </p:cNvSpPr>
          <p:nvPr/>
        </p:nvSpPr>
        <p:spPr>
          <a:xfrm>
            <a:off x="201977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8" name="F2_precision_recall_distributions_6202">
            <a:extLst>
              <a:ext uri="{FF2B5EF4-FFF2-40B4-BE49-F238E27FC236}">
                <a16:creationId xmlns:a16="http://schemas.microsoft.com/office/drawing/2014/main" id="{B9AEEB89-B91D-4C51-82C7-3847E8CD7EEE}"/>
              </a:ext>
            </a:extLst>
          </p:cNvPr>
          <p:cNvSpPr>
            <a:spLocks noGrp="1"/>
          </p:cNvSpPr>
          <p:nvPr/>
        </p:nvSpPr>
        <p:spPr>
          <a:xfrm>
            <a:off x="170762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89" name="F2_precision_recall_distributions_6203">
            <a:extLst>
              <a:ext uri="{FF2B5EF4-FFF2-40B4-BE49-F238E27FC236}">
                <a16:creationId xmlns:a16="http://schemas.microsoft.com/office/drawing/2014/main" id="{0D982A11-7F28-4FB7-9A76-61918284F864}"/>
              </a:ext>
            </a:extLst>
          </p:cNvPr>
          <p:cNvSpPr>
            <a:spLocks noGrp="1"/>
          </p:cNvSpPr>
          <p:nvPr/>
        </p:nvSpPr>
        <p:spPr>
          <a:xfrm>
            <a:off x="1733345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0" name="F2_precision_recall_distributions_6204">
            <a:extLst>
              <a:ext uri="{FF2B5EF4-FFF2-40B4-BE49-F238E27FC236}">
                <a16:creationId xmlns:a16="http://schemas.microsoft.com/office/drawing/2014/main" id="{C1656B9E-BCA9-42F4-B0CC-F03245B9E27F}"/>
              </a:ext>
            </a:extLst>
          </p:cNvPr>
          <p:cNvSpPr>
            <a:spLocks noGrp="1"/>
          </p:cNvSpPr>
          <p:nvPr/>
        </p:nvSpPr>
        <p:spPr>
          <a:xfrm>
            <a:off x="175303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1" name="F2_precision_recall_distributions_6205">
            <a:extLst>
              <a:ext uri="{FF2B5EF4-FFF2-40B4-BE49-F238E27FC236}">
                <a16:creationId xmlns:a16="http://schemas.microsoft.com/office/drawing/2014/main" id="{599EB690-A095-452D-A3DE-FBB8666697B9}"/>
              </a:ext>
            </a:extLst>
          </p:cNvPr>
          <p:cNvSpPr>
            <a:spLocks noGrp="1"/>
          </p:cNvSpPr>
          <p:nvPr/>
        </p:nvSpPr>
        <p:spPr>
          <a:xfrm>
            <a:off x="1694427" y="63407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2" name="F2_precision_recall_distributions_6206">
            <a:extLst>
              <a:ext uri="{FF2B5EF4-FFF2-40B4-BE49-F238E27FC236}">
                <a16:creationId xmlns:a16="http://schemas.microsoft.com/office/drawing/2014/main" id="{4B577C08-FD0B-41A9-A9FB-98CB31AC5AC6}"/>
              </a:ext>
            </a:extLst>
          </p:cNvPr>
          <p:cNvSpPr>
            <a:spLocks noGrp="1"/>
          </p:cNvSpPr>
          <p:nvPr/>
        </p:nvSpPr>
        <p:spPr>
          <a:xfrm>
            <a:off x="169755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3" name="F2_precision_recall_distributions_6207">
            <a:extLst>
              <a:ext uri="{FF2B5EF4-FFF2-40B4-BE49-F238E27FC236}">
                <a16:creationId xmlns:a16="http://schemas.microsoft.com/office/drawing/2014/main" id="{C37AEAE2-D353-4DC1-ACD9-72DE24131244}"/>
              </a:ext>
            </a:extLst>
          </p:cNvPr>
          <p:cNvSpPr>
            <a:spLocks noGrp="1"/>
          </p:cNvSpPr>
          <p:nvPr/>
        </p:nvSpPr>
        <p:spPr>
          <a:xfrm>
            <a:off x="173102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4" name="F2_precision_recall_distributions_6208">
            <a:extLst>
              <a:ext uri="{FF2B5EF4-FFF2-40B4-BE49-F238E27FC236}">
                <a16:creationId xmlns:a16="http://schemas.microsoft.com/office/drawing/2014/main" id="{14AE9AE1-BB52-4CDB-A132-1E9EE6A67FCD}"/>
              </a:ext>
            </a:extLst>
          </p:cNvPr>
          <p:cNvSpPr>
            <a:spLocks noGrp="1"/>
          </p:cNvSpPr>
          <p:nvPr/>
        </p:nvSpPr>
        <p:spPr>
          <a:xfrm>
            <a:off x="184129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5" name="F2_precision_recall_distributions_6209">
            <a:extLst>
              <a:ext uri="{FF2B5EF4-FFF2-40B4-BE49-F238E27FC236}">
                <a16:creationId xmlns:a16="http://schemas.microsoft.com/office/drawing/2014/main" id="{CFF8EBF2-3B24-47AD-A6F7-95EA8040F49D}"/>
              </a:ext>
            </a:extLst>
          </p:cNvPr>
          <p:cNvSpPr>
            <a:spLocks noGrp="1"/>
          </p:cNvSpPr>
          <p:nvPr/>
        </p:nvSpPr>
        <p:spPr>
          <a:xfrm>
            <a:off x="176405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6" name="F2_precision_recall_distributions_6210">
            <a:extLst>
              <a:ext uri="{FF2B5EF4-FFF2-40B4-BE49-F238E27FC236}">
                <a16:creationId xmlns:a16="http://schemas.microsoft.com/office/drawing/2014/main" id="{7A78053A-B00C-4DCF-BD35-22548CEC2776}"/>
              </a:ext>
            </a:extLst>
          </p:cNvPr>
          <p:cNvSpPr>
            <a:spLocks noGrp="1"/>
          </p:cNvSpPr>
          <p:nvPr/>
        </p:nvSpPr>
        <p:spPr>
          <a:xfrm>
            <a:off x="17395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7" name="F2_precision_recall_distributions_6211">
            <a:extLst>
              <a:ext uri="{FF2B5EF4-FFF2-40B4-BE49-F238E27FC236}">
                <a16:creationId xmlns:a16="http://schemas.microsoft.com/office/drawing/2014/main" id="{BA89A583-326D-480A-9BA2-A8987F801BC5}"/>
              </a:ext>
            </a:extLst>
          </p:cNvPr>
          <p:cNvSpPr>
            <a:spLocks noGrp="1"/>
          </p:cNvSpPr>
          <p:nvPr/>
        </p:nvSpPr>
        <p:spPr>
          <a:xfrm>
            <a:off x="1652928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8" name="F2_precision_recall_distributions_6212">
            <a:extLst>
              <a:ext uri="{FF2B5EF4-FFF2-40B4-BE49-F238E27FC236}">
                <a16:creationId xmlns:a16="http://schemas.microsoft.com/office/drawing/2014/main" id="{4312E6E8-B57A-4091-955E-23F3FD8A134D}"/>
              </a:ext>
            </a:extLst>
          </p:cNvPr>
          <p:cNvSpPr>
            <a:spLocks noGrp="1"/>
          </p:cNvSpPr>
          <p:nvPr/>
        </p:nvSpPr>
        <p:spPr>
          <a:xfrm>
            <a:off x="1676687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399" name="F2_precision_recall_distributions_6213">
            <a:extLst>
              <a:ext uri="{FF2B5EF4-FFF2-40B4-BE49-F238E27FC236}">
                <a16:creationId xmlns:a16="http://schemas.microsoft.com/office/drawing/2014/main" id="{F31EAED6-2198-4706-AC58-8512E6E5C578}"/>
              </a:ext>
            </a:extLst>
          </p:cNvPr>
          <p:cNvSpPr>
            <a:spLocks noGrp="1"/>
          </p:cNvSpPr>
          <p:nvPr/>
        </p:nvSpPr>
        <p:spPr>
          <a:xfrm>
            <a:off x="185292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0" name="F2_precision_recall_distributions_6214">
            <a:extLst>
              <a:ext uri="{FF2B5EF4-FFF2-40B4-BE49-F238E27FC236}">
                <a16:creationId xmlns:a16="http://schemas.microsoft.com/office/drawing/2014/main" id="{E0923488-79C6-4540-A937-3266B1B7C193}"/>
              </a:ext>
            </a:extLst>
          </p:cNvPr>
          <p:cNvSpPr>
            <a:spLocks noGrp="1"/>
          </p:cNvSpPr>
          <p:nvPr/>
        </p:nvSpPr>
        <p:spPr>
          <a:xfrm>
            <a:off x="167990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1" name="F2_precision_recall_distributions_6215">
            <a:extLst>
              <a:ext uri="{FF2B5EF4-FFF2-40B4-BE49-F238E27FC236}">
                <a16:creationId xmlns:a16="http://schemas.microsoft.com/office/drawing/2014/main" id="{482BC403-1DC7-4097-AE3A-0D1B38561751}"/>
              </a:ext>
            </a:extLst>
          </p:cNvPr>
          <p:cNvSpPr>
            <a:spLocks noGrp="1"/>
          </p:cNvSpPr>
          <p:nvPr/>
        </p:nvSpPr>
        <p:spPr>
          <a:xfrm>
            <a:off x="19232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2" name="F2_precision_recall_distributions_6216">
            <a:extLst>
              <a:ext uri="{FF2B5EF4-FFF2-40B4-BE49-F238E27FC236}">
                <a16:creationId xmlns:a16="http://schemas.microsoft.com/office/drawing/2014/main" id="{E8542D2D-2737-4A88-B810-DD323BECEA2D}"/>
              </a:ext>
            </a:extLst>
          </p:cNvPr>
          <p:cNvSpPr>
            <a:spLocks noGrp="1"/>
          </p:cNvSpPr>
          <p:nvPr/>
        </p:nvSpPr>
        <p:spPr>
          <a:xfrm>
            <a:off x="192524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3" name="F2_precision_recall_distributions_6217">
            <a:extLst>
              <a:ext uri="{FF2B5EF4-FFF2-40B4-BE49-F238E27FC236}">
                <a16:creationId xmlns:a16="http://schemas.microsoft.com/office/drawing/2014/main" id="{525FE61D-1E32-44C3-91E2-2F8A6C41F169}"/>
              </a:ext>
            </a:extLst>
          </p:cNvPr>
          <p:cNvSpPr>
            <a:spLocks noGrp="1"/>
          </p:cNvSpPr>
          <p:nvPr/>
        </p:nvSpPr>
        <p:spPr>
          <a:xfrm>
            <a:off x="184811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4" name="F2_precision_recall_distributions_6218">
            <a:extLst>
              <a:ext uri="{FF2B5EF4-FFF2-40B4-BE49-F238E27FC236}">
                <a16:creationId xmlns:a16="http://schemas.microsoft.com/office/drawing/2014/main" id="{024EB121-4589-4A27-90CB-B18F80590C84}"/>
              </a:ext>
            </a:extLst>
          </p:cNvPr>
          <p:cNvSpPr>
            <a:spLocks noGrp="1"/>
          </p:cNvSpPr>
          <p:nvPr/>
        </p:nvSpPr>
        <p:spPr>
          <a:xfrm>
            <a:off x="1666362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5" name="F2_precision_recall_distributions_6219">
            <a:extLst>
              <a:ext uri="{FF2B5EF4-FFF2-40B4-BE49-F238E27FC236}">
                <a16:creationId xmlns:a16="http://schemas.microsoft.com/office/drawing/2014/main" id="{244EFF6F-9B33-40DE-BB80-6C9DE48C1E72}"/>
              </a:ext>
            </a:extLst>
          </p:cNvPr>
          <p:cNvSpPr>
            <a:spLocks noGrp="1"/>
          </p:cNvSpPr>
          <p:nvPr/>
        </p:nvSpPr>
        <p:spPr>
          <a:xfrm>
            <a:off x="174254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6" name="F2_precision_recall_distributions_6220">
            <a:extLst>
              <a:ext uri="{FF2B5EF4-FFF2-40B4-BE49-F238E27FC236}">
                <a16:creationId xmlns:a16="http://schemas.microsoft.com/office/drawing/2014/main" id="{85D8B396-32DE-44A1-B6DD-C403BFA5FE55}"/>
              </a:ext>
            </a:extLst>
          </p:cNvPr>
          <p:cNvSpPr>
            <a:spLocks noGrp="1"/>
          </p:cNvSpPr>
          <p:nvPr/>
        </p:nvSpPr>
        <p:spPr>
          <a:xfrm>
            <a:off x="1866265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7" name="F2_precision_recall_distributions_6221">
            <a:extLst>
              <a:ext uri="{FF2B5EF4-FFF2-40B4-BE49-F238E27FC236}">
                <a16:creationId xmlns:a16="http://schemas.microsoft.com/office/drawing/2014/main" id="{9EED4556-EC0F-485B-939B-B13159D4E8E2}"/>
              </a:ext>
            </a:extLst>
          </p:cNvPr>
          <p:cNvSpPr>
            <a:spLocks noGrp="1"/>
          </p:cNvSpPr>
          <p:nvPr/>
        </p:nvSpPr>
        <p:spPr>
          <a:xfrm>
            <a:off x="186548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8" name="F2_precision_recall_distributions_6222">
            <a:extLst>
              <a:ext uri="{FF2B5EF4-FFF2-40B4-BE49-F238E27FC236}">
                <a16:creationId xmlns:a16="http://schemas.microsoft.com/office/drawing/2014/main" id="{F19CB56C-EFBE-48A8-8AED-D2E3C27C0214}"/>
              </a:ext>
            </a:extLst>
          </p:cNvPr>
          <p:cNvSpPr>
            <a:spLocks noGrp="1"/>
          </p:cNvSpPr>
          <p:nvPr/>
        </p:nvSpPr>
        <p:spPr>
          <a:xfrm>
            <a:off x="188367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09" name="F2_precision_recall_distributions_6223">
            <a:extLst>
              <a:ext uri="{FF2B5EF4-FFF2-40B4-BE49-F238E27FC236}">
                <a16:creationId xmlns:a16="http://schemas.microsoft.com/office/drawing/2014/main" id="{EEA08FE7-EC40-436F-A857-942E890EF3F3}"/>
              </a:ext>
            </a:extLst>
          </p:cNvPr>
          <p:cNvSpPr>
            <a:spLocks noGrp="1"/>
          </p:cNvSpPr>
          <p:nvPr/>
        </p:nvSpPr>
        <p:spPr>
          <a:xfrm>
            <a:off x="190104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0" name="F2_precision_recall_distributions_6224">
            <a:extLst>
              <a:ext uri="{FF2B5EF4-FFF2-40B4-BE49-F238E27FC236}">
                <a16:creationId xmlns:a16="http://schemas.microsoft.com/office/drawing/2014/main" id="{3DB04A2B-C845-45AC-BAE0-4AA8B89E111D}"/>
              </a:ext>
            </a:extLst>
          </p:cNvPr>
          <p:cNvSpPr>
            <a:spLocks noGrp="1"/>
          </p:cNvSpPr>
          <p:nvPr/>
        </p:nvSpPr>
        <p:spPr>
          <a:xfrm>
            <a:off x="178563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1" name="F2_precision_recall_distributions_6225">
            <a:extLst>
              <a:ext uri="{FF2B5EF4-FFF2-40B4-BE49-F238E27FC236}">
                <a16:creationId xmlns:a16="http://schemas.microsoft.com/office/drawing/2014/main" id="{531FEC2A-5A21-4933-8718-4D8C33424FD7}"/>
              </a:ext>
            </a:extLst>
          </p:cNvPr>
          <p:cNvSpPr>
            <a:spLocks noGrp="1"/>
          </p:cNvSpPr>
          <p:nvPr/>
        </p:nvSpPr>
        <p:spPr>
          <a:xfrm>
            <a:off x="1774957" y="61562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2" name="F2_precision_recall_distributions_6226">
            <a:extLst>
              <a:ext uri="{FF2B5EF4-FFF2-40B4-BE49-F238E27FC236}">
                <a16:creationId xmlns:a16="http://schemas.microsoft.com/office/drawing/2014/main" id="{4C8A3169-D5A8-4200-9C58-9C05D075F9A7}"/>
              </a:ext>
            </a:extLst>
          </p:cNvPr>
          <p:cNvSpPr>
            <a:spLocks noGrp="1"/>
          </p:cNvSpPr>
          <p:nvPr/>
        </p:nvSpPr>
        <p:spPr>
          <a:xfrm>
            <a:off x="1857207" y="568299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3" name="F2_precision_recall_distributions_6227">
            <a:extLst>
              <a:ext uri="{FF2B5EF4-FFF2-40B4-BE49-F238E27FC236}">
                <a16:creationId xmlns:a16="http://schemas.microsoft.com/office/drawing/2014/main" id="{4306286C-7729-40C5-897D-3859DBCC6E65}"/>
              </a:ext>
            </a:extLst>
          </p:cNvPr>
          <p:cNvSpPr>
            <a:spLocks noGrp="1"/>
          </p:cNvSpPr>
          <p:nvPr/>
        </p:nvSpPr>
        <p:spPr>
          <a:xfrm>
            <a:off x="187568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4" name="F2_precision_recall_distributions_6228">
            <a:extLst>
              <a:ext uri="{FF2B5EF4-FFF2-40B4-BE49-F238E27FC236}">
                <a16:creationId xmlns:a16="http://schemas.microsoft.com/office/drawing/2014/main" id="{BA3BEB08-215B-4E75-AA85-541D897E5B44}"/>
              </a:ext>
            </a:extLst>
          </p:cNvPr>
          <p:cNvSpPr>
            <a:spLocks noGrp="1"/>
          </p:cNvSpPr>
          <p:nvPr/>
        </p:nvSpPr>
        <p:spPr>
          <a:xfrm>
            <a:off x="182054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5" name="F2_precision_recall_distributions_6229">
            <a:extLst>
              <a:ext uri="{FF2B5EF4-FFF2-40B4-BE49-F238E27FC236}">
                <a16:creationId xmlns:a16="http://schemas.microsoft.com/office/drawing/2014/main" id="{1E9DC4C5-38CA-4D62-8A14-A16CE3F5D75B}"/>
              </a:ext>
            </a:extLst>
          </p:cNvPr>
          <p:cNvSpPr>
            <a:spLocks noGrp="1"/>
          </p:cNvSpPr>
          <p:nvPr/>
        </p:nvSpPr>
        <p:spPr>
          <a:xfrm>
            <a:off x="188460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6" name="F2_precision_recall_distributions_6230">
            <a:extLst>
              <a:ext uri="{FF2B5EF4-FFF2-40B4-BE49-F238E27FC236}">
                <a16:creationId xmlns:a16="http://schemas.microsoft.com/office/drawing/2014/main" id="{55CE9104-4065-4724-B68C-8D162D777EE8}"/>
              </a:ext>
            </a:extLst>
          </p:cNvPr>
          <p:cNvSpPr>
            <a:spLocks noGrp="1"/>
          </p:cNvSpPr>
          <p:nvPr/>
        </p:nvSpPr>
        <p:spPr>
          <a:xfrm>
            <a:off x="1908009" y="585274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7" name="F2_precision_recall_distributions_6231">
            <a:extLst>
              <a:ext uri="{FF2B5EF4-FFF2-40B4-BE49-F238E27FC236}">
                <a16:creationId xmlns:a16="http://schemas.microsoft.com/office/drawing/2014/main" id="{F080E44D-6625-43D2-BFDE-B2A4257274E7}"/>
              </a:ext>
            </a:extLst>
          </p:cNvPr>
          <p:cNvSpPr>
            <a:spLocks noGrp="1"/>
          </p:cNvSpPr>
          <p:nvPr/>
        </p:nvSpPr>
        <p:spPr>
          <a:xfrm>
            <a:off x="184589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8" name="F2_precision_recall_distributions_6232">
            <a:extLst>
              <a:ext uri="{FF2B5EF4-FFF2-40B4-BE49-F238E27FC236}">
                <a16:creationId xmlns:a16="http://schemas.microsoft.com/office/drawing/2014/main" id="{025772A9-A361-4E0C-B2BA-3E589E408344}"/>
              </a:ext>
            </a:extLst>
          </p:cNvPr>
          <p:cNvSpPr>
            <a:spLocks noGrp="1"/>
          </p:cNvSpPr>
          <p:nvPr/>
        </p:nvSpPr>
        <p:spPr>
          <a:xfrm>
            <a:off x="1847167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19" name="F2_precision_recall_distributions_6233">
            <a:extLst>
              <a:ext uri="{FF2B5EF4-FFF2-40B4-BE49-F238E27FC236}">
                <a16:creationId xmlns:a16="http://schemas.microsoft.com/office/drawing/2014/main" id="{C2CCC258-D565-4BF9-A5D2-0D8905CC34DC}"/>
              </a:ext>
            </a:extLst>
          </p:cNvPr>
          <p:cNvSpPr>
            <a:spLocks noGrp="1"/>
          </p:cNvSpPr>
          <p:nvPr/>
        </p:nvSpPr>
        <p:spPr>
          <a:xfrm>
            <a:off x="169715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0" name="F2_precision_recall_distributions_6234">
            <a:extLst>
              <a:ext uri="{FF2B5EF4-FFF2-40B4-BE49-F238E27FC236}">
                <a16:creationId xmlns:a16="http://schemas.microsoft.com/office/drawing/2014/main" id="{06FE1C3A-39B3-4174-B1EC-E4D1297486DE}"/>
              </a:ext>
            </a:extLst>
          </p:cNvPr>
          <p:cNvSpPr>
            <a:spLocks noGrp="1"/>
          </p:cNvSpPr>
          <p:nvPr/>
        </p:nvSpPr>
        <p:spPr>
          <a:xfrm>
            <a:off x="170727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1" name="F2_precision_recall_distributions_6235">
            <a:extLst>
              <a:ext uri="{FF2B5EF4-FFF2-40B4-BE49-F238E27FC236}">
                <a16:creationId xmlns:a16="http://schemas.microsoft.com/office/drawing/2014/main" id="{A6177D4A-51C6-4156-8192-B7AE27B47417}"/>
              </a:ext>
            </a:extLst>
          </p:cNvPr>
          <p:cNvSpPr>
            <a:spLocks noGrp="1"/>
          </p:cNvSpPr>
          <p:nvPr/>
        </p:nvSpPr>
        <p:spPr>
          <a:xfrm>
            <a:off x="180929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2" name="F2_precision_recall_distributions_6236">
            <a:extLst>
              <a:ext uri="{FF2B5EF4-FFF2-40B4-BE49-F238E27FC236}">
                <a16:creationId xmlns:a16="http://schemas.microsoft.com/office/drawing/2014/main" id="{655C61E7-815C-49D0-A35E-2A080F101423}"/>
              </a:ext>
            </a:extLst>
          </p:cNvPr>
          <p:cNvSpPr>
            <a:spLocks noGrp="1"/>
          </p:cNvSpPr>
          <p:nvPr/>
        </p:nvSpPr>
        <p:spPr>
          <a:xfrm>
            <a:off x="179735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3" name="F2_precision_recall_distributions_6237">
            <a:extLst>
              <a:ext uri="{FF2B5EF4-FFF2-40B4-BE49-F238E27FC236}">
                <a16:creationId xmlns:a16="http://schemas.microsoft.com/office/drawing/2014/main" id="{B4588E07-8111-4448-A5B3-41DE88A0225B}"/>
              </a:ext>
            </a:extLst>
          </p:cNvPr>
          <p:cNvSpPr>
            <a:spLocks noGrp="1"/>
          </p:cNvSpPr>
          <p:nvPr/>
        </p:nvSpPr>
        <p:spPr>
          <a:xfrm>
            <a:off x="1659924" y="61285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4" name="F2_precision_recall_distributions_6238">
            <a:extLst>
              <a:ext uri="{FF2B5EF4-FFF2-40B4-BE49-F238E27FC236}">
                <a16:creationId xmlns:a16="http://schemas.microsoft.com/office/drawing/2014/main" id="{135573BA-673D-4E06-A968-228930789583}"/>
              </a:ext>
            </a:extLst>
          </p:cNvPr>
          <p:cNvSpPr>
            <a:spLocks noGrp="1"/>
          </p:cNvSpPr>
          <p:nvPr/>
        </p:nvSpPr>
        <p:spPr>
          <a:xfrm>
            <a:off x="1905412" y="63337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5" name="F2_precision_recall_distributions_6239">
            <a:extLst>
              <a:ext uri="{FF2B5EF4-FFF2-40B4-BE49-F238E27FC236}">
                <a16:creationId xmlns:a16="http://schemas.microsoft.com/office/drawing/2014/main" id="{74BB194E-9417-4314-838E-DDDD2700068B}"/>
              </a:ext>
            </a:extLst>
          </p:cNvPr>
          <p:cNvSpPr>
            <a:spLocks noGrp="1"/>
          </p:cNvSpPr>
          <p:nvPr/>
        </p:nvSpPr>
        <p:spPr>
          <a:xfrm>
            <a:off x="200608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6" name="F2_precision_recall_distributions_6240">
            <a:extLst>
              <a:ext uri="{FF2B5EF4-FFF2-40B4-BE49-F238E27FC236}">
                <a16:creationId xmlns:a16="http://schemas.microsoft.com/office/drawing/2014/main" id="{FFEE8867-1BB0-4AD8-AC7A-CC8025EA25A7}"/>
              </a:ext>
            </a:extLst>
          </p:cNvPr>
          <p:cNvSpPr>
            <a:spLocks noGrp="1"/>
          </p:cNvSpPr>
          <p:nvPr/>
        </p:nvSpPr>
        <p:spPr>
          <a:xfrm>
            <a:off x="1714693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7" name="F2_precision_recall_distributions_6241">
            <a:extLst>
              <a:ext uri="{FF2B5EF4-FFF2-40B4-BE49-F238E27FC236}">
                <a16:creationId xmlns:a16="http://schemas.microsoft.com/office/drawing/2014/main" id="{86231764-6C7F-4EAC-AB51-1B2BC52BC023}"/>
              </a:ext>
            </a:extLst>
          </p:cNvPr>
          <p:cNvSpPr>
            <a:spLocks noGrp="1"/>
          </p:cNvSpPr>
          <p:nvPr/>
        </p:nvSpPr>
        <p:spPr>
          <a:xfrm>
            <a:off x="1659483" y="63128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8" name="F2_precision_recall_distributions_6242">
            <a:extLst>
              <a:ext uri="{FF2B5EF4-FFF2-40B4-BE49-F238E27FC236}">
                <a16:creationId xmlns:a16="http://schemas.microsoft.com/office/drawing/2014/main" id="{A09A2C60-7393-4BC9-B2B7-F4F84C9D6193}"/>
              </a:ext>
            </a:extLst>
          </p:cNvPr>
          <p:cNvSpPr>
            <a:spLocks noGrp="1"/>
          </p:cNvSpPr>
          <p:nvPr/>
        </p:nvSpPr>
        <p:spPr>
          <a:xfrm>
            <a:off x="176688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29" name="F2_precision_recall_distributions_6243">
            <a:extLst>
              <a:ext uri="{FF2B5EF4-FFF2-40B4-BE49-F238E27FC236}">
                <a16:creationId xmlns:a16="http://schemas.microsoft.com/office/drawing/2014/main" id="{D2383879-DFC0-43C6-A584-DD6D9FEBA02A}"/>
              </a:ext>
            </a:extLst>
          </p:cNvPr>
          <p:cNvSpPr>
            <a:spLocks noGrp="1"/>
          </p:cNvSpPr>
          <p:nvPr/>
        </p:nvSpPr>
        <p:spPr>
          <a:xfrm>
            <a:off x="1975564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0" name="F2_precision_recall_distributions_6244">
            <a:extLst>
              <a:ext uri="{FF2B5EF4-FFF2-40B4-BE49-F238E27FC236}">
                <a16:creationId xmlns:a16="http://schemas.microsoft.com/office/drawing/2014/main" id="{2A70BD50-1E42-4481-9755-8AF0E419E929}"/>
              </a:ext>
            </a:extLst>
          </p:cNvPr>
          <p:cNvSpPr>
            <a:spLocks noGrp="1"/>
          </p:cNvSpPr>
          <p:nvPr/>
        </p:nvSpPr>
        <p:spPr>
          <a:xfrm>
            <a:off x="177717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1" name="F2_precision_recall_distributions_6245">
            <a:extLst>
              <a:ext uri="{FF2B5EF4-FFF2-40B4-BE49-F238E27FC236}">
                <a16:creationId xmlns:a16="http://schemas.microsoft.com/office/drawing/2014/main" id="{40E1B80D-67D2-4FD0-A5E4-5C6FCFA06427}"/>
              </a:ext>
            </a:extLst>
          </p:cNvPr>
          <p:cNvSpPr>
            <a:spLocks noGrp="1"/>
          </p:cNvSpPr>
          <p:nvPr/>
        </p:nvSpPr>
        <p:spPr>
          <a:xfrm>
            <a:off x="178220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2" name="F2_precision_recall_distributions_6246">
            <a:extLst>
              <a:ext uri="{FF2B5EF4-FFF2-40B4-BE49-F238E27FC236}">
                <a16:creationId xmlns:a16="http://schemas.microsoft.com/office/drawing/2014/main" id="{8EABA305-1C8B-41EB-8333-EFB95ED04417}"/>
              </a:ext>
            </a:extLst>
          </p:cNvPr>
          <p:cNvSpPr>
            <a:spLocks noGrp="1"/>
          </p:cNvSpPr>
          <p:nvPr/>
        </p:nvSpPr>
        <p:spPr>
          <a:xfrm>
            <a:off x="17242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3" name="F2_precision_recall_distributions_6247">
            <a:extLst>
              <a:ext uri="{FF2B5EF4-FFF2-40B4-BE49-F238E27FC236}">
                <a16:creationId xmlns:a16="http://schemas.microsoft.com/office/drawing/2014/main" id="{84630963-48D7-4189-9059-EBB99D8B84CF}"/>
              </a:ext>
            </a:extLst>
          </p:cNvPr>
          <p:cNvSpPr>
            <a:spLocks noGrp="1"/>
          </p:cNvSpPr>
          <p:nvPr/>
        </p:nvSpPr>
        <p:spPr>
          <a:xfrm>
            <a:off x="1665352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4" name="F2_precision_recall_distributions_6248">
            <a:extLst>
              <a:ext uri="{FF2B5EF4-FFF2-40B4-BE49-F238E27FC236}">
                <a16:creationId xmlns:a16="http://schemas.microsoft.com/office/drawing/2014/main" id="{83ACFF69-E5F4-4793-9EC1-1CB8CDD8A4A8}"/>
              </a:ext>
            </a:extLst>
          </p:cNvPr>
          <p:cNvSpPr>
            <a:spLocks noGrp="1"/>
          </p:cNvSpPr>
          <p:nvPr/>
        </p:nvSpPr>
        <p:spPr>
          <a:xfrm>
            <a:off x="193140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5" name="F2_precision_recall_distributions_6249">
            <a:extLst>
              <a:ext uri="{FF2B5EF4-FFF2-40B4-BE49-F238E27FC236}">
                <a16:creationId xmlns:a16="http://schemas.microsoft.com/office/drawing/2014/main" id="{4759375B-834A-4306-B8DB-9E6DADC0A34C}"/>
              </a:ext>
            </a:extLst>
          </p:cNvPr>
          <p:cNvSpPr>
            <a:spLocks noGrp="1"/>
          </p:cNvSpPr>
          <p:nvPr/>
        </p:nvSpPr>
        <p:spPr>
          <a:xfrm>
            <a:off x="177523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6" name="F2_precision_recall_distributions_6250">
            <a:extLst>
              <a:ext uri="{FF2B5EF4-FFF2-40B4-BE49-F238E27FC236}">
                <a16:creationId xmlns:a16="http://schemas.microsoft.com/office/drawing/2014/main" id="{4D3E7E6F-593F-4A4E-BB23-1FC85F043FA2}"/>
              </a:ext>
            </a:extLst>
          </p:cNvPr>
          <p:cNvSpPr>
            <a:spLocks noGrp="1"/>
          </p:cNvSpPr>
          <p:nvPr/>
        </p:nvSpPr>
        <p:spPr>
          <a:xfrm>
            <a:off x="182544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7" name="F2_precision_recall_distributions_6251">
            <a:extLst>
              <a:ext uri="{FF2B5EF4-FFF2-40B4-BE49-F238E27FC236}">
                <a16:creationId xmlns:a16="http://schemas.microsoft.com/office/drawing/2014/main" id="{3FA58630-CBA7-482A-8C1F-61E7DBB5158F}"/>
              </a:ext>
            </a:extLst>
          </p:cNvPr>
          <p:cNvSpPr>
            <a:spLocks noGrp="1"/>
          </p:cNvSpPr>
          <p:nvPr/>
        </p:nvSpPr>
        <p:spPr>
          <a:xfrm>
            <a:off x="1746515" y="57572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8" name="F2_precision_recall_distributions_6252">
            <a:extLst>
              <a:ext uri="{FF2B5EF4-FFF2-40B4-BE49-F238E27FC236}">
                <a16:creationId xmlns:a16="http://schemas.microsoft.com/office/drawing/2014/main" id="{F89601F9-BB55-4990-AAB4-BC6BF184AB15}"/>
              </a:ext>
            </a:extLst>
          </p:cNvPr>
          <p:cNvSpPr>
            <a:spLocks noGrp="1"/>
          </p:cNvSpPr>
          <p:nvPr/>
        </p:nvSpPr>
        <p:spPr>
          <a:xfrm>
            <a:off x="17990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39" name="F2_precision_recall_distributions_6253">
            <a:extLst>
              <a:ext uri="{FF2B5EF4-FFF2-40B4-BE49-F238E27FC236}">
                <a16:creationId xmlns:a16="http://schemas.microsoft.com/office/drawing/2014/main" id="{88CBCF39-8F73-4B6E-9E00-D36960116378}"/>
              </a:ext>
            </a:extLst>
          </p:cNvPr>
          <p:cNvSpPr>
            <a:spLocks noGrp="1"/>
          </p:cNvSpPr>
          <p:nvPr/>
        </p:nvSpPr>
        <p:spPr>
          <a:xfrm>
            <a:off x="193189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0" name="F2_precision_recall_distributions_6254">
            <a:extLst>
              <a:ext uri="{FF2B5EF4-FFF2-40B4-BE49-F238E27FC236}">
                <a16:creationId xmlns:a16="http://schemas.microsoft.com/office/drawing/2014/main" id="{31D9A4FB-6B31-484B-87B7-4DECA75E68D9}"/>
              </a:ext>
            </a:extLst>
          </p:cNvPr>
          <p:cNvSpPr>
            <a:spLocks noGrp="1"/>
          </p:cNvSpPr>
          <p:nvPr/>
        </p:nvSpPr>
        <p:spPr>
          <a:xfrm>
            <a:off x="188103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1" name="F2_precision_recall_distributions_6255">
            <a:extLst>
              <a:ext uri="{FF2B5EF4-FFF2-40B4-BE49-F238E27FC236}">
                <a16:creationId xmlns:a16="http://schemas.microsoft.com/office/drawing/2014/main" id="{433FAD0E-EAB7-4347-AA98-021C691DFFDA}"/>
              </a:ext>
            </a:extLst>
          </p:cNvPr>
          <p:cNvSpPr>
            <a:spLocks noGrp="1"/>
          </p:cNvSpPr>
          <p:nvPr/>
        </p:nvSpPr>
        <p:spPr>
          <a:xfrm>
            <a:off x="19457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2" name="F2_precision_recall_distributions_6256">
            <a:extLst>
              <a:ext uri="{FF2B5EF4-FFF2-40B4-BE49-F238E27FC236}">
                <a16:creationId xmlns:a16="http://schemas.microsoft.com/office/drawing/2014/main" id="{87C18B47-A519-4037-A918-71DC0256D18D}"/>
              </a:ext>
            </a:extLst>
          </p:cNvPr>
          <p:cNvSpPr>
            <a:spLocks noGrp="1"/>
          </p:cNvSpPr>
          <p:nvPr/>
        </p:nvSpPr>
        <p:spPr>
          <a:xfrm>
            <a:off x="168647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3" name="F2_precision_recall_distributions_6257">
            <a:extLst>
              <a:ext uri="{FF2B5EF4-FFF2-40B4-BE49-F238E27FC236}">
                <a16:creationId xmlns:a16="http://schemas.microsoft.com/office/drawing/2014/main" id="{F5C716B5-8812-40F9-ABCB-DCB701FCBF11}"/>
              </a:ext>
            </a:extLst>
          </p:cNvPr>
          <p:cNvSpPr>
            <a:spLocks noGrp="1"/>
          </p:cNvSpPr>
          <p:nvPr/>
        </p:nvSpPr>
        <p:spPr>
          <a:xfrm>
            <a:off x="189331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4" name="F2_precision_recall_distributions_6258">
            <a:extLst>
              <a:ext uri="{FF2B5EF4-FFF2-40B4-BE49-F238E27FC236}">
                <a16:creationId xmlns:a16="http://schemas.microsoft.com/office/drawing/2014/main" id="{E7368E4C-04D1-4FF7-9963-F739D67422D3}"/>
              </a:ext>
            </a:extLst>
          </p:cNvPr>
          <p:cNvSpPr>
            <a:spLocks noGrp="1"/>
          </p:cNvSpPr>
          <p:nvPr/>
        </p:nvSpPr>
        <p:spPr>
          <a:xfrm>
            <a:off x="198717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5" name="F2_precision_recall_distributions_6259">
            <a:extLst>
              <a:ext uri="{FF2B5EF4-FFF2-40B4-BE49-F238E27FC236}">
                <a16:creationId xmlns:a16="http://schemas.microsoft.com/office/drawing/2014/main" id="{8CA47457-D5D3-4BCC-A636-D035BE295430}"/>
              </a:ext>
            </a:extLst>
          </p:cNvPr>
          <p:cNvSpPr>
            <a:spLocks noGrp="1"/>
          </p:cNvSpPr>
          <p:nvPr/>
        </p:nvSpPr>
        <p:spPr>
          <a:xfrm>
            <a:off x="173030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6" name="F2_precision_recall_distributions_6260">
            <a:extLst>
              <a:ext uri="{FF2B5EF4-FFF2-40B4-BE49-F238E27FC236}">
                <a16:creationId xmlns:a16="http://schemas.microsoft.com/office/drawing/2014/main" id="{3D6C12B6-01F3-4FED-AEE8-1827502EAC8C}"/>
              </a:ext>
            </a:extLst>
          </p:cNvPr>
          <p:cNvSpPr>
            <a:spLocks noGrp="1"/>
          </p:cNvSpPr>
          <p:nvPr/>
        </p:nvSpPr>
        <p:spPr>
          <a:xfrm>
            <a:off x="169367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7" name="F2_precision_recall_distributions_6261">
            <a:extLst>
              <a:ext uri="{FF2B5EF4-FFF2-40B4-BE49-F238E27FC236}">
                <a16:creationId xmlns:a16="http://schemas.microsoft.com/office/drawing/2014/main" id="{32C0B511-04D2-4A3A-9D11-146F881062D2}"/>
              </a:ext>
            </a:extLst>
          </p:cNvPr>
          <p:cNvSpPr>
            <a:spLocks noGrp="1"/>
          </p:cNvSpPr>
          <p:nvPr/>
        </p:nvSpPr>
        <p:spPr>
          <a:xfrm>
            <a:off x="18193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8" name="F2_precision_recall_distributions_6262">
            <a:extLst>
              <a:ext uri="{FF2B5EF4-FFF2-40B4-BE49-F238E27FC236}">
                <a16:creationId xmlns:a16="http://schemas.microsoft.com/office/drawing/2014/main" id="{77E2F4BF-54E5-4DBA-9C35-A02015F6767A}"/>
              </a:ext>
            </a:extLst>
          </p:cNvPr>
          <p:cNvSpPr>
            <a:spLocks noGrp="1"/>
          </p:cNvSpPr>
          <p:nvPr/>
        </p:nvSpPr>
        <p:spPr>
          <a:xfrm>
            <a:off x="1918705" y="59839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49" name="F2_precision_recall_distributions_6263">
            <a:extLst>
              <a:ext uri="{FF2B5EF4-FFF2-40B4-BE49-F238E27FC236}">
                <a16:creationId xmlns:a16="http://schemas.microsoft.com/office/drawing/2014/main" id="{75F7E018-FDE9-4BE0-8AEB-D180A03CA73B}"/>
              </a:ext>
            </a:extLst>
          </p:cNvPr>
          <p:cNvSpPr>
            <a:spLocks noGrp="1"/>
          </p:cNvSpPr>
          <p:nvPr/>
        </p:nvSpPr>
        <p:spPr>
          <a:xfrm>
            <a:off x="17950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0" name="F2_precision_recall_distributions_6264">
            <a:extLst>
              <a:ext uri="{FF2B5EF4-FFF2-40B4-BE49-F238E27FC236}">
                <a16:creationId xmlns:a16="http://schemas.microsoft.com/office/drawing/2014/main" id="{46F05F70-92AB-4AE1-B3EE-E5966DE3D8D7}"/>
              </a:ext>
            </a:extLst>
          </p:cNvPr>
          <p:cNvSpPr>
            <a:spLocks noGrp="1"/>
          </p:cNvSpPr>
          <p:nvPr/>
        </p:nvSpPr>
        <p:spPr>
          <a:xfrm>
            <a:off x="17439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1" name="F2_precision_recall_distributions_6265">
            <a:extLst>
              <a:ext uri="{FF2B5EF4-FFF2-40B4-BE49-F238E27FC236}">
                <a16:creationId xmlns:a16="http://schemas.microsoft.com/office/drawing/2014/main" id="{C30586A3-5C4B-492D-A7D1-D341A46CA34F}"/>
              </a:ext>
            </a:extLst>
          </p:cNvPr>
          <p:cNvSpPr>
            <a:spLocks noGrp="1"/>
          </p:cNvSpPr>
          <p:nvPr/>
        </p:nvSpPr>
        <p:spPr>
          <a:xfrm>
            <a:off x="18620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2" name="F2_precision_recall_distributions_6266">
            <a:extLst>
              <a:ext uri="{FF2B5EF4-FFF2-40B4-BE49-F238E27FC236}">
                <a16:creationId xmlns:a16="http://schemas.microsoft.com/office/drawing/2014/main" id="{52374F34-7E9C-4055-AF15-E98C6E6D5CCC}"/>
              </a:ext>
            </a:extLst>
          </p:cNvPr>
          <p:cNvSpPr>
            <a:spLocks noGrp="1"/>
          </p:cNvSpPr>
          <p:nvPr/>
        </p:nvSpPr>
        <p:spPr>
          <a:xfrm>
            <a:off x="170517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3" name="F2_precision_recall_distributions_6267">
            <a:extLst>
              <a:ext uri="{FF2B5EF4-FFF2-40B4-BE49-F238E27FC236}">
                <a16:creationId xmlns:a16="http://schemas.microsoft.com/office/drawing/2014/main" id="{75870093-7CE7-4AF7-ACE5-ABE538A7B377}"/>
              </a:ext>
            </a:extLst>
          </p:cNvPr>
          <p:cNvSpPr>
            <a:spLocks noGrp="1"/>
          </p:cNvSpPr>
          <p:nvPr/>
        </p:nvSpPr>
        <p:spPr>
          <a:xfrm>
            <a:off x="19331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4" name="F2_precision_recall_distributions_6268">
            <a:extLst>
              <a:ext uri="{FF2B5EF4-FFF2-40B4-BE49-F238E27FC236}">
                <a16:creationId xmlns:a16="http://schemas.microsoft.com/office/drawing/2014/main" id="{B7D263C2-5B8F-406D-BA24-62E35C1A0153}"/>
              </a:ext>
            </a:extLst>
          </p:cNvPr>
          <p:cNvSpPr>
            <a:spLocks noGrp="1"/>
          </p:cNvSpPr>
          <p:nvPr/>
        </p:nvSpPr>
        <p:spPr>
          <a:xfrm>
            <a:off x="1723562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5" name="F2_precision_recall_distributions_6269">
            <a:extLst>
              <a:ext uri="{FF2B5EF4-FFF2-40B4-BE49-F238E27FC236}">
                <a16:creationId xmlns:a16="http://schemas.microsoft.com/office/drawing/2014/main" id="{A9BF9C2A-50E8-4DFC-BDC0-C38F57FCFB21}"/>
              </a:ext>
            </a:extLst>
          </p:cNvPr>
          <p:cNvSpPr>
            <a:spLocks noGrp="1"/>
          </p:cNvSpPr>
          <p:nvPr/>
        </p:nvSpPr>
        <p:spPr>
          <a:xfrm>
            <a:off x="19859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6" name="F2_precision_recall_distributions_6270">
            <a:extLst>
              <a:ext uri="{FF2B5EF4-FFF2-40B4-BE49-F238E27FC236}">
                <a16:creationId xmlns:a16="http://schemas.microsoft.com/office/drawing/2014/main" id="{74383D89-153C-451A-B0F5-313680067137}"/>
              </a:ext>
            </a:extLst>
          </p:cNvPr>
          <p:cNvSpPr>
            <a:spLocks noGrp="1"/>
          </p:cNvSpPr>
          <p:nvPr/>
        </p:nvSpPr>
        <p:spPr>
          <a:xfrm>
            <a:off x="197309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7" name="F2_precision_recall_distributions_6271">
            <a:extLst>
              <a:ext uri="{FF2B5EF4-FFF2-40B4-BE49-F238E27FC236}">
                <a16:creationId xmlns:a16="http://schemas.microsoft.com/office/drawing/2014/main" id="{4BDFDABA-5DC3-4FA0-8F55-B0903ED66CF4}"/>
              </a:ext>
            </a:extLst>
          </p:cNvPr>
          <p:cNvSpPr>
            <a:spLocks noGrp="1"/>
          </p:cNvSpPr>
          <p:nvPr/>
        </p:nvSpPr>
        <p:spPr>
          <a:xfrm>
            <a:off x="1781417" y="5895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8" name="F2_precision_recall_distributions_6272">
            <a:extLst>
              <a:ext uri="{FF2B5EF4-FFF2-40B4-BE49-F238E27FC236}">
                <a16:creationId xmlns:a16="http://schemas.microsoft.com/office/drawing/2014/main" id="{2E8CCFE0-34BD-40EF-BCE0-AB96E393281F}"/>
              </a:ext>
            </a:extLst>
          </p:cNvPr>
          <p:cNvSpPr>
            <a:spLocks noGrp="1"/>
          </p:cNvSpPr>
          <p:nvPr/>
        </p:nvSpPr>
        <p:spPr>
          <a:xfrm>
            <a:off x="1857356" y="58406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59" name="F2_precision_recall_distributions_6273">
            <a:extLst>
              <a:ext uri="{FF2B5EF4-FFF2-40B4-BE49-F238E27FC236}">
                <a16:creationId xmlns:a16="http://schemas.microsoft.com/office/drawing/2014/main" id="{8AB88951-3357-49D6-8111-CDE3F2F4D78F}"/>
              </a:ext>
            </a:extLst>
          </p:cNvPr>
          <p:cNvSpPr>
            <a:spLocks noGrp="1"/>
          </p:cNvSpPr>
          <p:nvPr/>
        </p:nvSpPr>
        <p:spPr>
          <a:xfrm>
            <a:off x="17111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0" name="F2_precision_recall_distributions_6274">
            <a:extLst>
              <a:ext uri="{FF2B5EF4-FFF2-40B4-BE49-F238E27FC236}">
                <a16:creationId xmlns:a16="http://schemas.microsoft.com/office/drawing/2014/main" id="{EC430205-AEB0-4317-8759-DCA73A31FC9E}"/>
              </a:ext>
            </a:extLst>
          </p:cNvPr>
          <p:cNvSpPr>
            <a:spLocks noGrp="1"/>
          </p:cNvSpPr>
          <p:nvPr/>
        </p:nvSpPr>
        <p:spPr>
          <a:xfrm>
            <a:off x="18717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1" name="F2_precision_recall_distributions_6275">
            <a:extLst>
              <a:ext uri="{FF2B5EF4-FFF2-40B4-BE49-F238E27FC236}">
                <a16:creationId xmlns:a16="http://schemas.microsoft.com/office/drawing/2014/main" id="{D8D5C7E0-C6B1-4193-A123-986F400DB503}"/>
              </a:ext>
            </a:extLst>
          </p:cNvPr>
          <p:cNvSpPr>
            <a:spLocks noGrp="1"/>
          </p:cNvSpPr>
          <p:nvPr/>
        </p:nvSpPr>
        <p:spPr>
          <a:xfrm>
            <a:off x="1758922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2" name="F2_precision_recall_distributions_6276">
            <a:extLst>
              <a:ext uri="{FF2B5EF4-FFF2-40B4-BE49-F238E27FC236}">
                <a16:creationId xmlns:a16="http://schemas.microsoft.com/office/drawing/2014/main" id="{4E607041-D036-4B4B-8CDA-BAE2731A0855}"/>
              </a:ext>
            </a:extLst>
          </p:cNvPr>
          <p:cNvSpPr>
            <a:spLocks noGrp="1"/>
          </p:cNvSpPr>
          <p:nvPr/>
        </p:nvSpPr>
        <p:spPr>
          <a:xfrm>
            <a:off x="1888119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3" name="F2_precision_recall_distributions_6277">
            <a:extLst>
              <a:ext uri="{FF2B5EF4-FFF2-40B4-BE49-F238E27FC236}">
                <a16:creationId xmlns:a16="http://schemas.microsoft.com/office/drawing/2014/main" id="{69F6D592-8B51-4569-951F-180A8CA76DAC}"/>
              </a:ext>
            </a:extLst>
          </p:cNvPr>
          <p:cNvSpPr>
            <a:spLocks noGrp="1"/>
          </p:cNvSpPr>
          <p:nvPr/>
        </p:nvSpPr>
        <p:spPr>
          <a:xfrm>
            <a:off x="171032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4" name="F2_precision_recall_distributions_6278">
            <a:extLst>
              <a:ext uri="{FF2B5EF4-FFF2-40B4-BE49-F238E27FC236}">
                <a16:creationId xmlns:a16="http://schemas.microsoft.com/office/drawing/2014/main" id="{83A87EAB-8EEA-4998-8A5D-2BEF371000AB}"/>
              </a:ext>
            </a:extLst>
          </p:cNvPr>
          <p:cNvSpPr>
            <a:spLocks noGrp="1"/>
          </p:cNvSpPr>
          <p:nvPr/>
        </p:nvSpPr>
        <p:spPr>
          <a:xfrm>
            <a:off x="197606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5" name="F2_precision_recall_distributions_6279">
            <a:extLst>
              <a:ext uri="{FF2B5EF4-FFF2-40B4-BE49-F238E27FC236}">
                <a16:creationId xmlns:a16="http://schemas.microsoft.com/office/drawing/2014/main" id="{0D95FF95-F5DD-4B9C-ADAE-9CACAD54673B}"/>
              </a:ext>
            </a:extLst>
          </p:cNvPr>
          <p:cNvSpPr>
            <a:spLocks noGrp="1"/>
          </p:cNvSpPr>
          <p:nvPr/>
        </p:nvSpPr>
        <p:spPr>
          <a:xfrm>
            <a:off x="2022705" y="58633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6" name="F2_precision_recall_distributions_6280">
            <a:extLst>
              <a:ext uri="{FF2B5EF4-FFF2-40B4-BE49-F238E27FC236}">
                <a16:creationId xmlns:a16="http://schemas.microsoft.com/office/drawing/2014/main" id="{8CA3D50A-5EE2-40B0-B929-0B2303196A32}"/>
              </a:ext>
            </a:extLst>
          </p:cNvPr>
          <p:cNvSpPr>
            <a:spLocks noGrp="1"/>
          </p:cNvSpPr>
          <p:nvPr/>
        </p:nvSpPr>
        <p:spPr>
          <a:xfrm>
            <a:off x="1763748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7" name="F2_precision_recall_distributions_6281">
            <a:extLst>
              <a:ext uri="{FF2B5EF4-FFF2-40B4-BE49-F238E27FC236}">
                <a16:creationId xmlns:a16="http://schemas.microsoft.com/office/drawing/2014/main" id="{BEA27E65-D807-41B9-83FC-8D261C849262}"/>
              </a:ext>
            </a:extLst>
          </p:cNvPr>
          <p:cNvSpPr>
            <a:spLocks noGrp="1"/>
          </p:cNvSpPr>
          <p:nvPr/>
        </p:nvSpPr>
        <p:spPr>
          <a:xfrm>
            <a:off x="194206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8" name="F2_precision_recall_distributions_6282">
            <a:extLst>
              <a:ext uri="{FF2B5EF4-FFF2-40B4-BE49-F238E27FC236}">
                <a16:creationId xmlns:a16="http://schemas.microsoft.com/office/drawing/2014/main" id="{3C2F23C3-75AD-4F07-A5F3-A64AAE0301B7}"/>
              </a:ext>
            </a:extLst>
          </p:cNvPr>
          <p:cNvSpPr>
            <a:spLocks noGrp="1"/>
          </p:cNvSpPr>
          <p:nvPr/>
        </p:nvSpPr>
        <p:spPr>
          <a:xfrm>
            <a:off x="194358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69" name="F2_precision_recall_distributions_6283">
            <a:extLst>
              <a:ext uri="{FF2B5EF4-FFF2-40B4-BE49-F238E27FC236}">
                <a16:creationId xmlns:a16="http://schemas.microsoft.com/office/drawing/2014/main" id="{973E4C06-9E43-44F2-82D4-87FD44E4E1DD}"/>
              </a:ext>
            </a:extLst>
          </p:cNvPr>
          <p:cNvSpPr>
            <a:spLocks noGrp="1"/>
          </p:cNvSpPr>
          <p:nvPr/>
        </p:nvSpPr>
        <p:spPr>
          <a:xfrm>
            <a:off x="166475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0" name="F2_precision_recall_distributions_6284">
            <a:extLst>
              <a:ext uri="{FF2B5EF4-FFF2-40B4-BE49-F238E27FC236}">
                <a16:creationId xmlns:a16="http://schemas.microsoft.com/office/drawing/2014/main" id="{EC7C205F-773D-4402-BB77-E039EE131EE2}"/>
              </a:ext>
            </a:extLst>
          </p:cNvPr>
          <p:cNvSpPr>
            <a:spLocks noGrp="1"/>
          </p:cNvSpPr>
          <p:nvPr/>
        </p:nvSpPr>
        <p:spPr>
          <a:xfrm>
            <a:off x="197495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1" name="F2_precision_recall_distributions_6285">
            <a:extLst>
              <a:ext uri="{FF2B5EF4-FFF2-40B4-BE49-F238E27FC236}">
                <a16:creationId xmlns:a16="http://schemas.microsoft.com/office/drawing/2014/main" id="{7C232665-4759-44BF-B86E-8063070474F0}"/>
              </a:ext>
            </a:extLst>
          </p:cNvPr>
          <p:cNvSpPr>
            <a:spLocks noGrp="1"/>
          </p:cNvSpPr>
          <p:nvPr/>
        </p:nvSpPr>
        <p:spPr>
          <a:xfrm>
            <a:off x="170313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2" name="F2_precision_recall_distributions_6286">
            <a:extLst>
              <a:ext uri="{FF2B5EF4-FFF2-40B4-BE49-F238E27FC236}">
                <a16:creationId xmlns:a16="http://schemas.microsoft.com/office/drawing/2014/main" id="{4ACA535D-D6F5-458D-9F3F-A8A17A2FB620}"/>
              </a:ext>
            </a:extLst>
          </p:cNvPr>
          <p:cNvSpPr>
            <a:spLocks noGrp="1"/>
          </p:cNvSpPr>
          <p:nvPr/>
        </p:nvSpPr>
        <p:spPr>
          <a:xfrm>
            <a:off x="1939153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3" name="F2_precision_recall_distributions_6287">
            <a:extLst>
              <a:ext uri="{FF2B5EF4-FFF2-40B4-BE49-F238E27FC236}">
                <a16:creationId xmlns:a16="http://schemas.microsoft.com/office/drawing/2014/main" id="{AA38DE81-3CE3-4242-B620-2007C190E1DD}"/>
              </a:ext>
            </a:extLst>
          </p:cNvPr>
          <p:cNvSpPr>
            <a:spLocks noGrp="1"/>
          </p:cNvSpPr>
          <p:nvPr/>
        </p:nvSpPr>
        <p:spPr>
          <a:xfrm>
            <a:off x="187105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4" name="F2_precision_recall_distributions_6288">
            <a:extLst>
              <a:ext uri="{FF2B5EF4-FFF2-40B4-BE49-F238E27FC236}">
                <a16:creationId xmlns:a16="http://schemas.microsoft.com/office/drawing/2014/main" id="{B1877B86-FA35-4B36-8D7A-71784BE5C13D}"/>
              </a:ext>
            </a:extLst>
          </p:cNvPr>
          <p:cNvSpPr>
            <a:spLocks noGrp="1"/>
          </p:cNvSpPr>
          <p:nvPr/>
        </p:nvSpPr>
        <p:spPr>
          <a:xfrm>
            <a:off x="181259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5" name="F2_precision_recall_distributions_6289">
            <a:extLst>
              <a:ext uri="{FF2B5EF4-FFF2-40B4-BE49-F238E27FC236}">
                <a16:creationId xmlns:a16="http://schemas.microsoft.com/office/drawing/2014/main" id="{B81B5A05-1454-4741-988D-8EE785E85988}"/>
              </a:ext>
            </a:extLst>
          </p:cNvPr>
          <p:cNvSpPr>
            <a:spLocks noGrp="1"/>
          </p:cNvSpPr>
          <p:nvPr/>
        </p:nvSpPr>
        <p:spPr>
          <a:xfrm>
            <a:off x="176857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6" name="F2_precision_recall_distributions_6290">
            <a:extLst>
              <a:ext uri="{FF2B5EF4-FFF2-40B4-BE49-F238E27FC236}">
                <a16:creationId xmlns:a16="http://schemas.microsoft.com/office/drawing/2014/main" id="{76BCECA0-A5A9-4694-84E5-813515B1ED25}"/>
              </a:ext>
            </a:extLst>
          </p:cNvPr>
          <p:cNvSpPr>
            <a:spLocks noGrp="1"/>
          </p:cNvSpPr>
          <p:nvPr/>
        </p:nvSpPr>
        <p:spPr>
          <a:xfrm>
            <a:off x="173331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7" name="F2_precision_recall_distributions_6291">
            <a:extLst>
              <a:ext uri="{FF2B5EF4-FFF2-40B4-BE49-F238E27FC236}">
                <a16:creationId xmlns:a16="http://schemas.microsoft.com/office/drawing/2014/main" id="{43E3C95D-9FD2-4EA9-A28C-D1024EB6D452}"/>
              </a:ext>
            </a:extLst>
          </p:cNvPr>
          <p:cNvSpPr>
            <a:spLocks noGrp="1"/>
          </p:cNvSpPr>
          <p:nvPr/>
        </p:nvSpPr>
        <p:spPr>
          <a:xfrm>
            <a:off x="16805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8" name="F2_precision_recall_distributions_6292">
            <a:extLst>
              <a:ext uri="{FF2B5EF4-FFF2-40B4-BE49-F238E27FC236}">
                <a16:creationId xmlns:a16="http://schemas.microsoft.com/office/drawing/2014/main" id="{84545FC8-0FB2-4E6C-905F-694C0A1B40D8}"/>
              </a:ext>
            </a:extLst>
          </p:cNvPr>
          <p:cNvSpPr>
            <a:spLocks noGrp="1"/>
          </p:cNvSpPr>
          <p:nvPr/>
        </p:nvSpPr>
        <p:spPr>
          <a:xfrm>
            <a:off x="167422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79" name="F2_precision_recall_distributions_6293">
            <a:extLst>
              <a:ext uri="{FF2B5EF4-FFF2-40B4-BE49-F238E27FC236}">
                <a16:creationId xmlns:a16="http://schemas.microsoft.com/office/drawing/2014/main" id="{ECF6663D-15A6-4773-B2B0-D56BE2EEB43E}"/>
              </a:ext>
            </a:extLst>
          </p:cNvPr>
          <p:cNvSpPr>
            <a:spLocks noGrp="1"/>
          </p:cNvSpPr>
          <p:nvPr/>
        </p:nvSpPr>
        <p:spPr>
          <a:xfrm>
            <a:off x="1812176" y="593043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0" name="F2_precision_recall_distributions_6294">
            <a:extLst>
              <a:ext uri="{FF2B5EF4-FFF2-40B4-BE49-F238E27FC236}">
                <a16:creationId xmlns:a16="http://schemas.microsoft.com/office/drawing/2014/main" id="{670531B2-4832-4488-8B52-31A124F88CE5}"/>
              </a:ext>
            </a:extLst>
          </p:cNvPr>
          <p:cNvSpPr>
            <a:spLocks noGrp="1"/>
          </p:cNvSpPr>
          <p:nvPr/>
        </p:nvSpPr>
        <p:spPr>
          <a:xfrm>
            <a:off x="170111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1" name="F2_precision_recall_distributions_6295">
            <a:extLst>
              <a:ext uri="{FF2B5EF4-FFF2-40B4-BE49-F238E27FC236}">
                <a16:creationId xmlns:a16="http://schemas.microsoft.com/office/drawing/2014/main" id="{AC1D120C-C769-4366-878B-70FCD50C5D7A}"/>
              </a:ext>
            </a:extLst>
          </p:cNvPr>
          <p:cNvSpPr>
            <a:spLocks noGrp="1"/>
          </p:cNvSpPr>
          <p:nvPr/>
        </p:nvSpPr>
        <p:spPr>
          <a:xfrm>
            <a:off x="1891707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2" name="F2_precision_recall_distributions_6296">
            <a:extLst>
              <a:ext uri="{FF2B5EF4-FFF2-40B4-BE49-F238E27FC236}">
                <a16:creationId xmlns:a16="http://schemas.microsoft.com/office/drawing/2014/main" id="{7C3045CE-731D-4D3F-9BD5-9270664A39BD}"/>
              </a:ext>
            </a:extLst>
          </p:cNvPr>
          <p:cNvSpPr>
            <a:spLocks noGrp="1"/>
          </p:cNvSpPr>
          <p:nvPr/>
        </p:nvSpPr>
        <p:spPr>
          <a:xfrm>
            <a:off x="172284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3" name="F2_precision_recall_distributions_6297">
            <a:extLst>
              <a:ext uri="{FF2B5EF4-FFF2-40B4-BE49-F238E27FC236}">
                <a16:creationId xmlns:a16="http://schemas.microsoft.com/office/drawing/2014/main" id="{11156416-92C9-41E1-B771-9A6BDD91D19E}"/>
              </a:ext>
            </a:extLst>
          </p:cNvPr>
          <p:cNvSpPr>
            <a:spLocks noGrp="1"/>
          </p:cNvSpPr>
          <p:nvPr/>
        </p:nvSpPr>
        <p:spPr>
          <a:xfrm>
            <a:off x="17190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4" name="F2_precision_recall_distributions_6298">
            <a:extLst>
              <a:ext uri="{FF2B5EF4-FFF2-40B4-BE49-F238E27FC236}">
                <a16:creationId xmlns:a16="http://schemas.microsoft.com/office/drawing/2014/main" id="{FCC86738-BC44-40FF-9DC9-9B469BBDE5B3}"/>
              </a:ext>
            </a:extLst>
          </p:cNvPr>
          <p:cNvSpPr>
            <a:spLocks noGrp="1"/>
          </p:cNvSpPr>
          <p:nvPr/>
        </p:nvSpPr>
        <p:spPr>
          <a:xfrm>
            <a:off x="172900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5" name="F2_precision_recall_distributions_6299">
            <a:extLst>
              <a:ext uri="{FF2B5EF4-FFF2-40B4-BE49-F238E27FC236}">
                <a16:creationId xmlns:a16="http://schemas.microsoft.com/office/drawing/2014/main" id="{22FFDC4F-7F6E-4176-9D1B-1790201F4509}"/>
              </a:ext>
            </a:extLst>
          </p:cNvPr>
          <p:cNvSpPr>
            <a:spLocks noGrp="1"/>
          </p:cNvSpPr>
          <p:nvPr/>
        </p:nvSpPr>
        <p:spPr>
          <a:xfrm>
            <a:off x="190855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6" name="F2_precision_recall_distributions_6300">
            <a:extLst>
              <a:ext uri="{FF2B5EF4-FFF2-40B4-BE49-F238E27FC236}">
                <a16:creationId xmlns:a16="http://schemas.microsoft.com/office/drawing/2014/main" id="{3D44C58D-2B1A-4CEF-A20F-2923CF84D2D6}"/>
              </a:ext>
            </a:extLst>
          </p:cNvPr>
          <p:cNvSpPr>
            <a:spLocks noGrp="1"/>
          </p:cNvSpPr>
          <p:nvPr/>
        </p:nvSpPr>
        <p:spPr>
          <a:xfrm>
            <a:off x="177989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7" name="F2_precision_recall_distributions_6301">
            <a:extLst>
              <a:ext uri="{FF2B5EF4-FFF2-40B4-BE49-F238E27FC236}">
                <a16:creationId xmlns:a16="http://schemas.microsoft.com/office/drawing/2014/main" id="{EF28D746-11B9-410F-9C90-FF1E5DCC348F}"/>
              </a:ext>
            </a:extLst>
          </p:cNvPr>
          <p:cNvSpPr>
            <a:spLocks noGrp="1"/>
          </p:cNvSpPr>
          <p:nvPr/>
        </p:nvSpPr>
        <p:spPr>
          <a:xfrm>
            <a:off x="176100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8" name="F2_precision_recall_distributions_6302">
            <a:extLst>
              <a:ext uri="{FF2B5EF4-FFF2-40B4-BE49-F238E27FC236}">
                <a16:creationId xmlns:a16="http://schemas.microsoft.com/office/drawing/2014/main" id="{78D4AD7A-5A1F-4D98-800C-2135C989CC9D}"/>
              </a:ext>
            </a:extLst>
          </p:cNvPr>
          <p:cNvSpPr>
            <a:spLocks noGrp="1"/>
          </p:cNvSpPr>
          <p:nvPr/>
        </p:nvSpPr>
        <p:spPr>
          <a:xfrm>
            <a:off x="182314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89" name="F2_precision_recall_distributions_6303">
            <a:extLst>
              <a:ext uri="{FF2B5EF4-FFF2-40B4-BE49-F238E27FC236}">
                <a16:creationId xmlns:a16="http://schemas.microsoft.com/office/drawing/2014/main" id="{0FB00248-1F40-47D0-B666-65975C1FF7AC}"/>
              </a:ext>
            </a:extLst>
          </p:cNvPr>
          <p:cNvSpPr>
            <a:spLocks noGrp="1"/>
          </p:cNvSpPr>
          <p:nvPr/>
        </p:nvSpPr>
        <p:spPr>
          <a:xfrm>
            <a:off x="1706745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0" name="F2_precision_recall_distributions_6304">
            <a:extLst>
              <a:ext uri="{FF2B5EF4-FFF2-40B4-BE49-F238E27FC236}">
                <a16:creationId xmlns:a16="http://schemas.microsoft.com/office/drawing/2014/main" id="{47AF89A5-7C58-459F-BA6A-B8C3DF45DB3C}"/>
              </a:ext>
            </a:extLst>
          </p:cNvPr>
          <p:cNvSpPr>
            <a:spLocks noGrp="1"/>
          </p:cNvSpPr>
          <p:nvPr/>
        </p:nvSpPr>
        <p:spPr>
          <a:xfrm>
            <a:off x="177346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1" name="F2_precision_recall_distributions_6305">
            <a:extLst>
              <a:ext uri="{FF2B5EF4-FFF2-40B4-BE49-F238E27FC236}">
                <a16:creationId xmlns:a16="http://schemas.microsoft.com/office/drawing/2014/main" id="{B8A38349-B322-4D5A-91EC-6A267D0092BC}"/>
              </a:ext>
            </a:extLst>
          </p:cNvPr>
          <p:cNvSpPr>
            <a:spLocks noGrp="1"/>
          </p:cNvSpPr>
          <p:nvPr/>
        </p:nvSpPr>
        <p:spPr>
          <a:xfrm>
            <a:off x="193492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2" name="F2_precision_recall_distributions_6306">
            <a:extLst>
              <a:ext uri="{FF2B5EF4-FFF2-40B4-BE49-F238E27FC236}">
                <a16:creationId xmlns:a16="http://schemas.microsoft.com/office/drawing/2014/main" id="{3ADDF060-08E6-4504-8B70-4AACC5FD0007}"/>
              </a:ext>
            </a:extLst>
          </p:cNvPr>
          <p:cNvSpPr>
            <a:spLocks noGrp="1"/>
          </p:cNvSpPr>
          <p:nvPr/>
        </p:nvSpPr>
        <p:spPr>
          <a:xfrm>
            <a:off x="1894211" y="63697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3" name="F2_precision_recall_distributions_6307">
            <a:extLst>
              <a:ext uri="{FF2B5EF4-FFF2-40B4-BE49-F238E27FC236}">
                <a16:creationId xmlns:a16="http://schemas.microsoft.com/office/drawing/2014/main" id="{A230F767-0F8F-4EB6-8311-12C9CC5948E7}"/>
              </a:ext>
            </a:extLst>
          </p:cNvPr>
          <p:cNvSpPr>
            <a:spLocks noGrp="1"/>
          </p:cNvSpPr>
          <p:nvPr/>
        </p:nvSpPr>
        <p:spPr>
          <a:xfrm>
            <a:off x="180100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4" name="F2_precision_recall_distributions_6308">
            <a:extLst>
              <a:ext uri="{FF2B5EF4-FFF2-40B4-BE49-F238E27FC236}">
                <a16:creationId xmlns:a16="http://schemas.microsoft.com/office/drawing/2014/main" id="{207369F1-94CF-40AD-A7A7-109FA9A2DF5B}"/>
              </a:ext>
            </a:extLst>
          </p:cNvPr>
          <p:cNvSpPr>
            <a:spLocks noGrp="1"/>
          </p:cNvSpPr>
          <p:nvPr/>
        </p:nvSpPr>
        <p:spPr>
          <a:xfrm>
            <a:off x="1899286" y="576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5" name="F2_precision_recall_distributions_6309">
            <a:extLst>
              <a:ext uri="{FF2B5EF4-FFF2-40B4-BE49-F238E27FC236}">
                <a16:creationId xmlns:a16="http://schemas.microsoft.com/office/drawing/2014/main" id="{8B4AA60C-9FD2-4F3D-A22E-B58B7CB3F07E}"/>
              </a:ext>
            </a:extLst>
          </p:cNvPr>
          <p:cNvSpPr>
            <a:spLocks noGrp="1"/>
          </p:cNvSpPr>
          <p:nvPr/>
        </p:nvSpPr>
        <p:spPr>
          <a:xfrm>
            <a:off x="187202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6" name="F2_precision_recall_distributions_6310">
            <a:extLst>
              <a:ext uri="{FF2B5EF4-FFF2-40B4-BE49-F238E27FC236}">
                <a16:creationId xmlns:a16="http://schemas.microsoft.com/office/drawing/2014/main" id="{79B34524-620E-48F2-84D7-535ECF2742E1}"/>
              </a:ext>
            </a:extLst>
          </p:cNvPr>
          <p:cNvSpPr>
            <a:spLocks noGrp="1"/>
          </p:cNvSpPr>
          <p:nvPr/>
        </p:nvSpPr>
        <p:spPr>
          <a:xfrm>
            <a:off x="18340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7" name="F2_precision_recall_distributions_6311">
            <a:extLst>
              <a:ext uri="{FF2B5EF4-FFF2-40B4-BE49-F238E27FC236}">
                <a16:creationId xmlns:a16="http://schemas.microsoft.com/office/drawing/2014/main" id="{B4CC50E5-0943-4A16-923B-597B4F12CC74}"/>
              </a:ext>
            </a:extLst>
          </p:cNvPr>
          <p:cNvSpPr>
            <a:spLocks noGrp="1"/>
          </p:cNvSpPr>
          <p:nvPr/>
        </p:nvSpPr>
        <p:spPr>
          <a:xfrm>
            <a:off x="173842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8" name="F2_precision_recall_distributions_6312">
            <a:extLst>
              <a:ext uri="{FF2B5EF4-FFF2-40B4-BE49-F238E27FC236}">
                <a16:creationId xmlns:a16="http://schemas.microsoft.com/office/drawing/2014/main" id="{E5E2D5AA-5BFA-40BB-AA2A-DCA5799DC12A}"/>
              </a:ext>
            </a:extLst>
          </p:cNvPr>
          <p:cNvSpPr>
            <a:spLocks noGrp="1"/>
          </p:cNvSpPr>
          <p:nvPr/>
        </p:nvSpPr>
        <p:spPr>
          <a:xfrm>
            <a:off x="185657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499" name="F2_precision_recall_distributions_6313">
            <a:extLst>
              <a:ext uri="{FF2B5EF4-FFF2-40B4-BE49-F238E27FC236}">
                <a16:creationId xmlns:a16="http://schemas.microsoft.com/office/drawing/2014/main" id="{CC0BA280-FD46-4F4F-86E3-A67B1B5AB9B7}"/>
              </a:ext>
            </a:extLst>
          </p:cNvPr>
          <p:cNvSpPr>
            <a:spLocks noGrp="1"/>
          </p:cNvSpPr>
          <p:nvPr/>
        </p:nvSpPr>
        <p:spPr>
          <a:xfrm>
            <a:off x="172553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0" name="F2_precision_recall_distributions_6314">
            <a:extLst>
              <a:ext uri="{FF2B5EF4-FFF2-40B4-BE49-F238E27FC236}">
                <a16:creationId xmlns:a16="http://schemas.microsoft.com/office/drawing/2014/main" id="{998992DF-E623-41F1-9602-9860CFDC45F2}"/>
              </a:ext>
            </a:extLst>
          </p:cNvPr>
          <p:cNvSpPr>
            <a:spLocks noGrp="1"/>
          </p:cNvSpPr>
          <p:nvPr/>
        </p:nvSpPr>
        <p:spPr>
          <a:xfrm>
            <a:off x="17497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1" name="F2_precision_recall_distributions_6315">
            <a:extLst>
              <a:ext uri="{FF2B5EF4-FFF2-40B4-BE49-F238E27FC236}">
                <a16:creationId xmlns:a16="http://schemas.microsoft.com/office/drawing/2014/main" id="{25DBEB00-E3C4-492B-90EE-E04FA23D4A58}"/>
              </a:ext>
            </a:extLst>
          </p:cNvPr>
          <p:cNvSpPr>
            <a:spLocks noGrp="1"/>
          </p:cNvSpPr>
          <p:nvPr/>
        </p:nvSpPr>
        <p:spPr>
          <a:xfrm>
            <a:off x="198063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2" name="F2_precision_recall_distributions_6316">
            <a:extLst>
              <a:ext uri="{FF2B5EF4-FFF2-40B4-BE49-F238E27FC236}">
                <a16:creationId xmlns:a16="http://schemas.microsoft.com/office/drawing/2014/main" id="{970DA88C-2D78-4A7B-8079-E90B2317E414}"/>
              </a:ext>
            </a:extLst>
          </p:cNvPr>
          <p:cNvSpPr>
            <a:spLocks noGrp="1"/>
          </p:cNvSpPr>
          <p:nvPr/>
        </p:nvSpPr>
        <p:spPr>
          <a:xfrm>
            <a:off x="17659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3" name="F2_precision_recall_distributions_6317">
            <a:extLst>
              <a:ext uri="{FF2B5EF4-FFF2-40B4-BE49-F238E27FC236}">
                <a16:creationId xmlns:a16="http://schemas.microsoft.com/office/drawing/2014/main" id="{DD746958-628D-4AB6-B31C-6C820B689AFF}"/>
              </a:ext>
            </a:extLst>
          </p:cNvPr>
          <p:cNvSpPr>
            <a:spLocks noGrp="1"/>
          </p:cNvSpPr>
          <p:nvPr/>
        </p:nvSpPr>
        <p:spPr>
          <a:xfrm>
            <a:off x="1809651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4" name="F2_precision_recall_distributions_6318">
            <a:extLst>
              <a:ext uri="{FF2B5EF4-FFF2-40B4-BE49-F238E27FC236}">
                <a16:creationId xmlns:a16="http://schemas.microsoft.com/office/drawing/2014/main" id="{C323D4D3-B12E-48B8-8784-834F398A1630}"/>
              </a:ext>
            </a:extLst>
          </p:cNvPr>
          <p:cNvSpPr>
            <a:spLocks noGrp="1"/>
          </p:cNvSpPr>
          <p:nvPr/>
        </p:nvSpPr>
        <p:spPr>
          <a:xfrm>
            <a:off x="187644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5" name="F2_precision_recall_distributions_6319">
            <a:extLst>
              <a:ext uri="{FF2B5EF4-FFF2-40B4-BE49-F238E27FC236}">
                <a16:creationId xmlns:a16="http://schemas.microsoft.com/office/drawing/2014/main" id="{43DFA22F-B4EB-4BC3-A78B-DE478DD65BA0}"/>
              </a:ext>
            </a:extLst>
          </p:cNvPr>
          <p:cNvSpPr>
            <a:spLocks noGrp="1"/>
          </p:cNvSpPr>
          <p:nvPr/>
        </p:nvSpPr>
        <p:spPr>
          <a:xfrm>
            <a:off x="200257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6" name="F2_precision_recall_distributions_6320">
            <a:extLst>
              <a:ext uri="{FF2B5EF4-FFF2-40B4-BE49-F238E27FC236}">
                <a16:creationId xmlns:a16="http://schemas.microsoft.com/office/drawing/2014/main" id="{4C7DC45B-A8BA-4E27-A27C-CD9EB348FFB1}"/>
              </a:ext>
            </a:extLst>
          </p:cNvPr>
          <p:cNvSpPr>
            <a:spLocks noGrp="1"/>
          </p:cNvSpPr>
          <p:nvPr/>
        </p:nvSpPr>
        <p:spPr>
          <a:xfrm>
            <a:off x="1729369" y="585927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7" name="F2_precision_recall_distributions_6321">
            <a:extLst>
              <a:ext uri="{FF2B5EF4-FFF2-40B4-BE49-F238E27FC236}">
                <a16:creationId xmlns:a16="http://schemas.microsoft.com/office/drawing/2014/main" id="{FBF1D30F-06CC-4C27-85DC-428E678F9ACC}"/>
              </a:ext>
            </a:extLst>
          </p:cNvPr>
          <p:cNvSpPr>
            <a:spLocks noGrp="1"/>
          </p:cNvSpPr>
          <p:nvPr/>
        </p:nvSpPr>
        <p:spPr>
          <a:xfrm>
            <a:off x="1978605" y="58214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8" name="F2_precision_recall_distributions_6322">
            <a:extLst>
              <a:ext uri="{FF2B5EF4-FFF2-40B4-BE49-F238E27FC236}">
                <a16:creationId xmlns:a16="http://schemas.microsoft.com/office/drawing/2014/main" id="{0555ECEC-1E73-4F64-A6EC-4D0BB44BB88E}"/>
              </a:ext>
            </a:extLst>
          </p:cNvPr>
          <p:cNvSpPr>
            <a:spLocks noGrp="1"/>
          </p:cNvSpPr>
          <p:nvPr/>
        </p:nvSpPr>
        <p:spPr>
          <a:xfrm>
            <a:off x="171330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09" name="F2_precision_recall_distributions_6323">
            <a:extLst>
              <a:ext uri="{FF2B5EF4-FFF2-40B4-BE49-F238E27FC236}">
                <a16:creationId xmlns:a16="http://schemas.microsoft.com/office/drawing/2014/main" id="{6152264E-7C88-45E1-8E65-EC4C693C2DE9}"/>
              </a:ext>
            </a:extLst>
          </p:cNvPr>
          <p:cNvSpPr>
            <a:spLocks noGrp="1"/>
          </p:cNvSpPr>
          <p:nvPr/>
        </p:nvSpPr>
        <p:spPr>
          <a:xfrm>
            <a:off x="19578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0" name="F2_precision_recall_distributions_6324">
            <a:extLst>
              <a:ext uri="{FF2B5EF4-FFF2-40B4-BE49-F238E27FC236}">
                <a16:creationId xmlns:a16="http://schemas.microsoft.com/office/drawing/2014/main" id="{48A4E3F3-F7B5-4627-B604-B25F0738BBCF}"/>
              </a:ext>
            </a:extLst>
          </p:cNvPr>
          <p:cNvSpPr>
            <a:spLocks noGrp="1"/>
          </p:cNvSpPr>
          <p:nvPr/>
        </p:nvSpPr>
        <p:spPr>
          <a:xfrm>
            <a:off x="172899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1" name="F2_precision_recall_distributions_6325">
            <a:extLst>
              <a:ext uri="{FF2B5EF4-FFF2-40B4-BE49-F238E27FC236}">
                <a16:creationId xmlns:a16="http://schemas.microsoft.com/office/drawing/2014/main" id="{BE9F10D2-0F35-4F82-8775-C13533B4454C}"/>
              </a:ext>
            </a:extLst>
          </p:cNvPr>
          <p:cNvSpPr>
            <a:spLocks noGrp="1"/>
          </p:cNvSpPr>
          <p:nvPr/>
        </p:nvSpPr>
        <p:spPr>
          <a:xfrm>
            <a:off x="1839875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2" name="F2_precision_recall_distributions_6326">
            <a:extLst>
              <a:ext uri="{FF2B5EF4-FFF2-40B4-BE49-F238E27FC236}">
                <a16:creationId xmlns:a16="http://schemas.microsoft.com/office/drawing/2014/main" id="{73DF39EC-2316-4352-AEBE-3365D85D0A4C}"/>
              </a:ext>
            </a:extLst>
          </p:cNvPr>
          <p:cNvSpPr>
            <a:spLocks noGrp="1"/>
          </p:cNvSpPr>
          <p:nvPr/>
        </p:nvSpPr>
        <p:spPr>
          <a:xfrm>
            <a:off x="197399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3" name="F2_precision_recall_distributions_6327">
            <a:extLst>
              <a:ext uri="{FF2B5EF4-FFF2-40B4-BE49-F238E27FC236}">
                <a16:creationId xmlns:a16="http://schemas.microsoft.com/office/drawing/2014/main" id="{40A15E47-00EF-4038-8F65-C2965A820783}"/>
              </a:ext>
            </a:extLst>
          </p:cNvPr>
          <p:cNvSpPr>
            <a:spLocks noGrp="1"/>
          </p:cNvSpPr>
          <p:nvPr/>
        </p:nvSpPr>
        <p:spPr>
          <a:xfrm>
            <a:off x="1717500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4" name="F2_precision_recall_distributions_6328">
            <a:extLst>
              <a:ext uri="{FF2B5EF4-FFF2-40B4-BE49-F238E27FC236}">
                <a16:creationId xmlns:a16="http://schemas.microsoft.com/office/drawing/2014/main" id="{A97FBD17-908F-4875-B556-E752FFEEEB17}"/>
              </a:ext>
            </a:extLst>
          </p:cNvPr>
          <p:cNvSpPr>
            <a:spLocks noGrp="1"/>
          </p:cNvSpPr>
          <p:nvPr/>
        </p:nvSpPr>
        <p:spPr>
          <a:xfrm>
            <a:off x="198218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5" name="F2_precision_recall_distributions_6329">
            <a:extLst>
              <a:ext uri="{FF2B5EF4-FFF2-40B4-BE49-F238E27FC236}">
                <a16:creationId xmlns:a16="http://schemas.microsoft.com/office/drawing/2014/main" id="{F21B41B6-B238-476B-AB15-BD539E81EC55}"/>
              </a:ext>
            </a:extLst>
          </p:cNvPr>
          <p:cNvSpPr>
            <a:spLocks noGrp="1"/>
          </p:cNvSpPr>
          <p:nvPr/>
        </p:nvSpPr>
        <p:spPr>
          <a:xfrm>
            <a:off x="166785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6" name="F2_precision_recall_distributions_6330">
            <a:extLst>
              <a:ext uri="{FF2B5EF4-FFF2-40B4-BE49-F238E27FC236}">
                <a16:creationId xmlns:a16="http://schemas.microsoft.com/office/drawing/2014/main" id="{36095FFD-9A06-4D44-9FFA-E6C3748FC86F}"/>
              </a:ext>
            </a:extLst>
          </p:cNvPr>
          <p:cNvSpPr>
            <a:spLocks noGrp="1"/>
          </p:cNvSpPr>
          <p:nvPr/>
        </p:nvSpPr>
        <p:spPr>
          <a:xfrm>
            <a:off x="1965920" y="6277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7" name="F2_precision_recall_distributions_6331">
            <a:extLst>
              <a:ext uri="{FF2B5EF4-FFF2-40B4-BE49-F238E27FC236}">
                <a16:creationId xmlns:a16="http://schemas.microsoft.com/office/drawing/2014/main" id="{94736530-6EF9-4F92-80B9-5A596B0185C0}"/>
              </a:ext>
            </a:extLst>
          </p:cNvPr>
          <p:cNvSpPr>
            <a:spLocks noGrp="1"/>
          </p:cNvSpPr>
          <p:nvPr/>
        </p:nvSpPr>
        <p:spPr>
          <a:xfrm>
            <a:off x="1998890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8" name="F2_precision_recall_distributions_6332">
            <a:extLst>
              <a:ext uri="{FF2B5EF4-FFF2-40B4-BE49-F238E27FC236}">
                <a16:creationId xmlns:a16="http://schemas.microsoft.com/office/drawing/2014/main" id="{5C888E62-021C-4FEF-B985-72A1EE1CE0FF}"/>
              </a:ext>
            </a:extLst>
          </p:cNvPr>
          <p:cNvSpPr>
            <a:spLocks noGrp="1"/>
          </p:cNvSpPr>
          <p:nvPr/>
        </p:nvSpPr>
        <p:spPr>
          <a:xfrm>
            <a:off x="1929941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19" name="F2_precision_recall_distributions_6333">
            <a:extLst>
              <a:ext uri="{FF2B5EF4-FFF2-40B4-BE49-F238E27FC236}">
                <a16:creationId xmlns:a16="http://schemas.microsoft.com/office/drawing/2014/main" id="{176E552B-3BCB-4D09-8109-4925AE9CDA16}"/>
              </a:ext>
            </a:extLst>
          </p:cNvPr>
          <p:cNvSpPr>
            <a:spLocks noGrp="1"/>
          </p:cNvSpPr>
          <p:nvPr/>
        </p:nvSpPr>
        <p:spPr>
          <a:xfrm>
            <a:off x="180596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0" name="F2_precision_recall_distributions_6334">
            <a:extLst>
              <a:ext uri="{FF2B5EF4-FFF2-40B4-BE49-F238E27FC236}">
                <a16:creationId xmlns:a16="http://schemas.microsoft.com/office/drawing/2014/main" id="{CC93EAC6-F1B6-4D5B-B7A4-E1DDE530306B}"/>
              </a:ext>
            </a:extLst>
          </p:cNvPr>
          <p:cNvSpPr>
            <a:spLocks noGrp="1"/>
          </p:cNvSpPr>
          <p:nvPr/>
        </p:nvSpPr>
        <p:spPr>
          <a:xfrm>
            <a:off x="1842334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1" name="F2_precision_recall_distributions_6335">
            <a:extLst>
              <a:ext uri="{FF2B5EF4-FFF2-40B4-BE49-F238E27FC236}">
                <a16:creationId xmlns:a16="http://schemas.microsoft.com/office/drawing/2014/main" id="{F93E21FD-A7A0-4F96-9308-E9FCABD06415}"/>
              </a:ext>
            </a:extLst>
          </p:cNvPr>
          <p:cNvSpPr>
            <a:spLocks noGrp="1"/>
          </p:cNvSpPr>
          <p:nvPr/>
        </p:nvSpPr>
        <p:spPr>
          <a:xfrm>
            <a:off x="200559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2" name="F2_precision_recall_distributions_6336">
            <a:extLst>
              <a:ext uri="{FF2B5EF4-FFF2-40B4-BE49-F238E27FC236}">
                <a16:creationId xmlns:a16="http://schemas.microsoft.com/office/drawing/2014/main" id="{86349572-C925-45D0-A04B-4F901CF1AF48}"/>
              </a:ext>
            </a:extLst>
          </p:cNvPr>
          <p:cNvSpPr>
            <a:spLocks noGrp="1"/>
          </p:cNvSpPr>
          <p:nvPr/>
        </p:nvSpPr>
        <p:spPr>
          <a:xfrm>
            <a:off x="186830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3" name="F2_precision_recall_distributions_6337">
            <a:extLst>
              <a:ext uri="{FF2B5EF4-FFF2-40B4-BE49-F238E27FC236}">
                <a16:creationId xmlns:a16="http://schemas.microsoft.com/office/drawing/2014/main" id="{D332460E-A83C-4FF3-A508-F13987F8D045}"/>
              </a:ext>
            </a:extLst>
          </p:cNvPr>
          <p:cNvSpPr>
            <a:spLocks noGrp="1"/>
          </p:cNvSpPr>
          <p:nvPr/>
        </p:nvSpPr>
        <p:spPr>
          <a:xfrm>
            <a:off x="1839069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4" name="F2_precision_recall_distributions_6338">
            <a:extLst>
              <a:ext uri="{FF2B5EF4-FFF2-40B4-BE49-F238E27FC236}">
                <a16:creationId xmlns:a16="http://schemas.microsoft.com/office/drawing/2014/main" id="{6B5C0E9D-18DA-4266-9CFC-88C0487C8AE6}"/>
              </a:ext>
            </a:extLst>
          </p:cNvPr>
          <p:cNvSpPr>
            <a:spLocks noGrp="1"/>
          </p:cNvSpPr>
          <p:nvPr/>
        </p:nvSpPr>
        <p:spPr>
          <a:xfrm>
            <a:off x="1803620" y="61498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5" name="F2_precision_recall_distributions_6339">
            <a:extLst>
              <a:ext uri="{FF2B5EF4-FFF2-40B4-BE49-F238E27FC236}">
                <a16:creationId xmlns:a16="http://schemas.microsoft.com/office/drawing/2014/main" id="{CED575C7-7E7C-4FC4-BA4F-3EAF7AAD72F6}"/>
              </a:ext>
            </a:extLst>
          </p:cNvPr>
          <p:cNvSpPr>
            <a:spLocks noGrp="1"/>
          </p:cNvSpPr>
          <p:nvPr/>
        </p:nvSpPr>
        <p:spPr>
          <a:xfrm>
            <a:off x="180831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6" name="F2_precision_recall_distributions_6340">
            <a:extLst>
              <a:ext uri="{FF2B5EF4-FFF2-40B4-BE49-F238E27FC236}">
                <a16:creationId xmlns:a16="http://schemas.microsoft.com/office/drawing/2014/main" id="{DA6A2554-3D09-4CDB-B815-A35AF53727E9}"/>
              </a:ext>
            </a:extLst>
          </p:cNvPr>
          <p:cNvSpPr>
            <a:spLocks noGrp="1"/>
          </p:cNvSpPr>
          <p:nvPr/>
        </p:nvSpPr>
        <p:spPr>
          <a:xfrm>
            <a:off x="1801068" y="60932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7" name="F2_precision_recall_distributions_6341">
            <a:extLst>
              <a:ext uri="{FF2B5EF4-FFF2-40B4-BE49-F238E27FC236}">
                <a16:creationId xmlns:a16="http://schemas.microsoft.com/office/drawing/2014/main" id="{2731AB40-3B86-4AEC-AB21-E0D83DA1BF31}"/>
              </a:ext>
            </a:extLst>
          </p:cNvPr>
          <p:cNvSpPr>
            <a:spLocks noGrp="1"/>
          </p:cNvSpPr>
          <p:nvPr/>
        </p:nvSpPr>
        <p:spPr>
          <a:xfrm>
            <a:off x="18127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8" name="F2_precision_recall_distributions_6342">
            <a:extLst>
              <a:ext uri="{FF2B5EF4-FFF2-40B4-BE49-F238E27FC236}">
                <a16:creationId xmlns:a16="http://schemas.microsoft.com/office/drawing/2014/main" id="{100939DE-F6E9-4941-95E9-7E1F86A0E216}"/>
              </a:ext>
            </a:extLst>
          </p:cNvPr>
          <p:cNvSpPr>
            <a:spLocks noGrp="1"/>
          </p:cNvSpPr>
          <p:nvPr/>
        </p:nvSpPr>
        <p:spPr>
          <a:xfrm>
            <a:off x="19485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29" name="F2_precision_recall_distributions_6343">
            <a:extLst>
              <a:ext uri="{FF2B5EF4-FFF2-40B4-BE49-F238E27FC236}">
                <a16:creationId xmlns:a16="http://schemas.microsoft.com/office/drawing/2014/main" id="{4B197819-8958-4095-B04F-9FD8821FC06D}"/>
              </a:ext>
            </a:extLst>
          </p:cNvPr>
          <p:cNvSpPr>
            <a:spLocks noGrp="1"/>
          </p:cNvSpPr>
          <p:nvPr/>
        </p:nvSpPr>
        <p:spPr>
          <a:xfrm>
            <a:off x="18892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0" name="F2_precision_recall_distributions_6344">
            <a:extLst>
              <a:ext uri="{FF2B5EF4-FFF2-40B4-BE49-F238E27FC236}">
                <a16:creationId xmlns:a16="http://schemas.microsoft.com/office/drawing/2014/main" id="{E476C0B2-483F-4B40-A947-BCE60D7410A0}"/>
              </a:ext>
            </a:extLst>
          </p:cNvPr>
          <p:cNvSpPr>
            <a:spLocks noGrp="1"/>
          </p:cNvSpPr>
          <p:nvPr/>
        </p:nvSpPr>
        <p:spPr>
          <a:xfrm>
            <a:off x="171047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1" name="F2_precision_recall_distributions_6345">
            <a:extLst>
              <a:ext uri="{FF2B5EF4-FFF2-40B4-BE49-F238E27FC236}">
                <a16:creationId xmlns:a16="http://schemas.microsoft.com/office/drawing/2014/main" id="{1778E7ED-8D92-4863-AA3B-D9662D18856C}"/>
              </a:ext>
            </a:extLst>
          </p:cNvPr>
          <p:cNvSpPr>
            <a:spLocks noGrp="1"/>
          </p:cNvSpPr>
          <p:nvPr/>
        </p:nvSpPr>
        <p:spPr>
          <a:xfrm>
            <a:off x="1816751" y="57193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2" name="F2_precision_recall_distributions_6346">
            <a:extLst>
              <a:ext uri="{FF2B5EF4-FFF2-40B4-BE49-F238E27FC236}">
                <a16:creationId xmlns:a16="http://schemas.microsoft.com/office/drawing/2014/main" id="{66922AC5-D797-4D33-A6CB-F54AAA297FFA}"/>
              </a:ext>
            </a:extLst>
          </p:cNvPr>
          <p:cNvSpPr>
            <a:spLocks noGrp="1"/>
          </p:cNvSpPr>
          <p:nvPr/>
        </p:nvSpPr>
        <p:spPr>
          <a:xfrm>
            <a:off x="20088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3" name="F2_precision_recall_distributions_6347">
            <a:extLst>
              <a:ext uri="{FF2B5EF4-FFF2-40B4-BE49-F238E27FC236}">
                <a16:creationId xmlns:a16="http://schemas.microsoft.com/office/drawing/2014/main" id="{CA97E84D-0F7F-41D2-9CD2-FF42290D9B41}"/>
              </a:ext>
            </a:extLst>
          </p:cNvPr>
          <p:cNvSpPr>
            <a:spLocks noGrp="1"/>
          </p:cNvSpPr>
          <p:nvPr/>
        </p:nvSpPr>
        <p:spPr>
          <a:xfrm>
            <a:off x="1853956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4" name="F2_precision_recall_distributions_6348">
            <a:extLst>
              <a:ext uri="{FF2B5EF4-FFF2-40B4-BE49-F238E27FC236}">
                <a16:creationId xmlns:a16="http://schemas.microsoft.com/office/drawing/2014/main" id="{C3A4D02F-809B-4C27-B000-9E228360793D}"/>
              </a:ext>
            </a:extLst>
          </p:cNvPr>
          <p:cNvSpPr>
            <a:spLocks noGrp="1"/>
          </p:cNvSpPr>
          <p:nvPr/>
        </p:nvSpPr>
        <p:spPr>
          <a:xfrm>
            <a:off x="184114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5" name="F2_precision_recall_distributions_6349">
            <a:extLst>
              <a:ext uri="{FF2B5EF4-FFF2-40B4-BE49-F238E27FC236}">
                <a16:creationId xmlns:a16="http://schemas.microsoft.com/office/drawing/2014/main" id="{2CB14256-6D92-4DFE-BBEE-E0A297158758}"/>
              </a:ext>
            </a:extLst>
          </p:cNvPr>
          <p:cNvSpPr>
            <a:spLocks noGrp="1"/>
          </p:cNvSpPr>
          <p:nvPr/>
        </p:nvSpPr>
        <p:spPr>
          <a:xfrm>
            <a:off x="166073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6" name="F2_precision_recall_distributions_6350">
            <a:extLst>
              <a:ext uri="{FF2B5EF4-FFF2-40B4-BE49-F238E27FC236}">
                <a16:creationId xmlns:a16="http://schemas.microsoft.com/office/drawing/2014/main" id="{ABD677A4-A169-473A-8EEF-BEF27F5675BE}"/>
              </a:ext>
            </a:extLst>
          </p:cNvPr>
          <p:cNvSpPr>
            <a:spLocks noGrp="1"/>
          </p:cNvSpPr>
          <p:nvPr/>
        </p:nvSpPr>
        <p:spPr>
          <a:xfrm>
            <a:off x="193199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7" name="F2_precision_recall_distributions_6351">
            <a:extLst>
              <a:ext uri="{FF2B5EF4-FFF2-40B4-BE49-F238E27FC236}">
                <a16:creationId xmlns:a16="http://schemas.microsoft.com/office/drawing/2014/main" id="{8A873C7B-8195-4025-876B-13857EA0343E}"/>
              </a:ext>
            </a:extLst>
          </p:cNvPr>
          <p:cNvSpPr>
            <a:spLocks noGrp="1"/>
          </p:cNvSpPr>
          <p:nvPr/>
        </p:nvSpPr>
        <p:spPr>
          <a:xfrm>
            <a:off x="2678914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943" y="842186"/>
                </a:lnTo>
                <a:lnTo>
                  <a:pt x="23127" y="835606"/>
                </a:lnTo>
                <a:lnTo>
                  <a:pt x="49739" y="829027"/>
                </a:lnTo>
                <a:lnTo>
                  <a:pt x="83100" y="822447"/>
                </a:lnTo>
                <a:lnTo>
                  <a:pt x="120109" y="815868"/>
                </a:lnTo>
                <a:lnTo>
                  <a:pt x="157706" y="809288"/>
                </a:lnTo>
                <a:lnTo>
                  <a:pt x="193264" y="802708"/>
                </a:lnTo>
                <a:lnTo>
                  <a:pt x="224857" y="796129"/>
                </a:lnTo>
                <a:lnTo>
                  <a:pt x="251358" y="789549"/>
                </a:lnTo>
                <a:lnTo>
                  <a:pt x="272395" y="782970"/>
                </a:lnTo>
                <a:lnTo>
                  <a:pt x="288197" y="776390"/>
                </a:lnTo>
                <a:lnTo>
                  <a:pt x="299402" y="769811"/>
                </a:lnTo>
                <a:lnTo>
                  <a:pt x="306846" y="763231"/>
                </a:lnTo>
                <a:lnTo>
                  <a:pt x="311408" y="756651"/>
                </a:lnTo>
                <a:lnTo>
                  <a:pt x="313892" y="750072"/>
                </a:lnTo>
                <a:lnTo>
                  <a:pt x="314970" y="743492"/>
                </a:lnTo>
                <a:lnTo>
                  <a:pt x="315163" y="736913"/>
                </a:lnTo>
                <a:lnTo>
                  <a:pt x="314851" y="730333"/>
                </a:lnTo>
                <a:lnTo>
                  <a:pt x="314291" y="723754"/>
                </a:lnTo>
                <a:lnTo>
                  <a:pt x="313641" y="717174"/>
                </a:lnTo>
                <a:lnTo>
                  <a:pt x="312980" y="710594"/>
                </a:lnTo>
                <a:lnTo>
                  <a:pt x="312331" y="704015"/>
                </a:lnTo>
                <a:lnTo>
                  <a:pt x="311671" y="697435"/>
                </a:lnTo>
                <a:lnTo>
                  <a:pt x="310956" y="690856"/>
                </a:lnTo>
                <a:lnTo>
                  <a:pt x="310136" y="684276"/>
                </a:lnTo>
                <a:lnTo>
                  <a:pt x="309177" y="677697"/>
                </a:lnTo>
                <a:lnTo>
                  <a:pt x="308071" y="671117"/>
                </a:lnTo>
                <a:lnTo>
                  <a:pt x="306846" y="664537"/>
                </a:lnTo>
                <a:lnTo>
                  <a:pt x="305561" y="657958"/>
                </a:lnTo>
                <a:lnTo>
                  <a:pt x="304290" y="651378"/>
                </a:lnTo>
                <a:lnTo>
                  <a:pt x="303107" y="644799"/>
                </a:lnTo>
                <a:lnTo>
                  <a:pt x="302059" y="638219"/>
                </a:lnTo>
                <a:lnTo>
                  <a:pt x="301155" y="631639"/>
                </a:lnTo>
                <a:lnTo>
                  <a:pt x="300360" y="625060"/>
                </a:lnTo>
                <a:lnTo>
                  <a:pt x="299609" y="618480"/>
                </a:lnTo>
                <a:lnTo>
                  <a:pt x="298825" y="611901"/>
                </a:lnTo>
                <a:lnTo>
                  <a:pt x="297949" y="605321"/>
                </a:lnTo>
                <a:lnTo>
                  <a:pt x="296967" y="598742"/>
                </a:lnTo>
                <a:lnTo>
                  <a:pt x="295923" y="592162"/>
                </a:lnTo>
                <a:lnTo>
                  <a:pt x="294920" y="585582"/>
                </a:lnTo>
                <a:lnTo>
                  <a:pt x="294100" y="579003"/>
                </a:lnTo>
                <a:lnTo>
                  <a:pt x="293612" y="572423"/>
                </a:lnTo>
                <a:lnTo>
                  <a:pt x="293582" y="565844"/>
                </a:lnTo>
                <a:lnTo>
                  <a:pt x="294080" y="559264"/>
                </a:lnTo>
                <a:lnTo>
                  <a:pt x="295105" y="552685"/>
                </a:lnTo>
                <a:lnTo>
                  <a:pt x="296586" y="546105"/>
                </a:lnTo>
                <a:lnTo>
                  <a:pt x="298396" y="539525"/>
                </a:lnTo>
                <a:lnTo>
                  <a:pt x="300378" y="532946"/>
                </a:lnTo>
                <a:lnTo>
                  <a:pt x="302362" y="526366"/>
                </a:lnTo>
                <a:lnTo>
                  <a:pt x="304189" y="519787"/>
                </a:lnTo>
                <a:lnTo>
                  <a:pt x="305707" y="513207"/>
                </a:lnTo>
                <a:lnTo>
                  <a:pt x="306775" y="506627"/>
                </a:lnTo>
                <a:lnTo>
                  <a:pt x="307252" y="500048"/>
                </a:lnTo>
                <a:lnTo>
                  <a:pt x="306998" y="493468"/>
                </a:lnTo>
                <a:lnTo>
                  <a:pt x="305879" y="486889"/>
                </a:lnTo>
                <a:lnTo>
                  <a:pt x="303799" y="480309"/>
                </a:lnTo>
                <a:lnTo>
                  <a:pt x="300727" y="473730"/>
                </a:lnTo>
                <a:lnTo>
                  <a:pt x="296735" y="467150"/>
                </a:lnTo>
                <a:lnTo>
                  <a:pt x="292025" y="460570"/>
                </a:lnTo>
                <a:lnTo>
                  <a:pt x="286932" y="453991"/>
                </a:lnTo>
                <a:lnTo>
                  <a:pt x="281896" y="447411"/>
                </a:lnTo>
                <a:lnTo>
                  <a:pt x="277411" y="440832"/>
                </a:lnTo>
                <a:lnTo>
                  <a:pt x="273946" y="434252"/>
                </a:lnTo>
                <a:lnTo>
                  <a:pt x="271871" y="427673"/>
                </a:lnTo>
                <a:lnTo>
                  <a:pt x="271388" y="421093"/>
                </a:lnTo>
                <a:lnTo>
                  <a:pt x="272498" y="414513"/>
                </a:lnTo>
                <a:lnTo>
                  <a:pt x="275005" y="407934"/>
                </a:lnTo>
                <a:lnTo>
                  <a:pt x="278560" y="401354"/>
                </a:lnTo>
                <a:lnTo>
                  <a:pt x="282729" y="394775"/>
                </a:lnTo>
                <a:lnTo>
                  <a:pt x="287072" y="388195"/>
                </a:lnTo>
                <a:lnTo>
                  <a:pt x="291212" y="381616"/>
                </a:lnTo>
                <a:lnTo>
                  <a:pt x="294885" y="375036"/>
                </a:lnTo>
                <a:lnTo>
                  <a:pt x="297949" y="368456"/>
                </a:lnTo>
                <a:lnTo>
                  <a:pt x="300380" y="361877"/>
                </a:lnTo>
                <a:lnTo>
                  <a:pt x="302233" y="355297"/>
                </a:lnTo>
                <a:lnTo>
                  <a:pt x="303602" y="348718"/>
                </a:lnTo>
                <a:lnTo>
                  <a:pt x="304592" y="342138"/>
                </a:lnTo>
                <a:lnTo>
                  <a:pt x="305288" y="335558"/>
                </a:lnTo>
                <a:lnTo>
                  <a:pt x="305757" y="328979"/>
                </a:lnTo>
                <a:lnTo>
                  <a:pt x="306053" y="322399"/>
                </a:lnTo>
                <a:lnTo>
                  <a:pt x="306231" y="315820"/>
                </a:lnTo>
                <a:lnTo>
                  <a:pt x="306360" y="309240"/>
                </a:lnTo>
                <a:lnTo>
                  <a:pt x="306530" y="302661"/>
                </a:lnTo>
                <a:lnTo>
                  <a:pt x="306849" y="296081"/>
                </a:lnTo>
                <a:lnTo>
                  <a:pt x="307421" y="289501"/>
                </a:lnTo>
                <a:lnTo>
                  <a:pt x="308331" y="282922"/>
                </a:lnTo>
                <a:lnTo>
                  <a:pt x="309623" y="276342"/>
                </a:lnTo>
                <a:lnTo>
                  <a:pt x="311286" y="269763"/>
                </a:lnTo>
                <a:lnTo>
                  <a:pt x="313254" y="263183"/>
                </a:lnTo>
                <a:lnTo>
                  <a:pt x="315412" y="256604"/>
                </a:lnTo>
                <a:lnTo>
                  <a:pt x="317621" y="250024"/>
                </a:lnTo>
                <a:lnTo>
                  <a:pt x="319730" y="243444"/>
                </a:lnTo>
                <a:lnTo>
                  <a:pt x="321605" y="236865"/>
                </a:lnTo>
                <a:lnTo>
                  <a:pt x="323144" y="230285"/>
                </a:lnTo>
                <a:lnTo>
                  <a:pt x="324280" y="223706"/>
                </a:lnTo>
                <a:lnTo>
                  <a:pt x="324986" y="217126"/>
                </a:lnTo>
                <a:lnTo>
                  <a:pt x="325271" y="210546"/>
                </a:lnTo>
                <a:lnTo>
                  <a:pt x="325170" y="203967"/>
                </a:lnTo>
                <a:lnTo>
                  <a:pt x="324736" y="197387"/>
                </a:lnTo>
                <a:lnTo>
                  <a:pt x="324037" y="190808"/>
                </a:lnTo>
                <a:lnTo>
                  <a:pt x="323151" y="184228"/>
                </a:lnTo>
                <a:lnTo>
                  <a:pt x="322161" y="177649"/>
                </a:lnTo>
                <a:lnTo>
                  <a:pt x="321154" y="171069"/>
                </a:lnTo>
                <a:lnTo>
                  <a:pt x="320223" y="164489"/>
                </a:lnTo>
                <a:lnTo>
                  <a:pt x="319453" y="157910"/>
                </a:lnTo>
                <a:lnTo>
                  <a:pt x="318923" y="151330"/>
                </a:lnTo>
                <a:lnTo>
                  <a:pt x="318687" y="144751"/>
                </a:lnTo>
                <a:lnTo>
                  <a:pt x="318765" y="138171"/>
                </a:lnTo>
                <a:lnTo>
                  <a:pt x="319136" y="131592"/>
                </a:lnTo>
                <a:lnTo>
                  <a:pt x="319718" y="125012"/>
                </a:lnTo>
                <a:lnTo>
                  <a:pt x="320372" y="118432"/>
                </a:lnTo>
                <a:lnTo>
                  <a:pt x="320888" y="111853"/>
                </a:lnTo>
                <a:lnTo>
                  <a:pt x="320982" y="105273"/>
                </a:lnTo>
                <a:lnTo>
                  <a:pt x="320296" y="98694"/>
                </a:lnTo>
                <a:lnTo>
                  <a:pt x="318394" y="92114"/>
                </a:lnTo>
                <a:lnTo>
                  <a:pt x="314770" y="85535"/>
                </a:lnTo>
                <a:lnTo>
                  <a:pt x="308863" y="78955"/>
                </a:lnTo>
                <a:lnTo>
                  <a:pt x="300102" y="72375"/>
                </a:lnTo>
                <a:lnTo>
                  <a:pt x="287971" y="65796"/>
                </a:lnTo>
                <a:lnTo>
                  <a:pt x="272117" y="59216"/>
                </a:lnTo>
                <a:lnTo>
                  <a:pt x="252469" y="52637"/>
                </a:lnTo>
                <a:lnTo>
                  <a:pt x="229367" y="46057"/>
                </a:lnTo>
                <a:lnTo>
                  <a:pt x="203654" y="39477"/>
                </a:lnTo>
                <a:lnTo>
                  <a:pt x="176701" y="32898"/>
                </a:lnTo>
                <a:lnTo>
                  <a:pt x="150343" y="26318"/>
                </a:lnTo>
                <a:lnTo>
                  <a:pt x="126696" y="19739"/>
                </a:lnTo>
                <a:lnTo>
                  <a:pt x="107897" y="13159"/>
                </a:lnTo>
                <a:lnTo>
                  <a:pt x="95782" y="6580"/>
                </a:lnTo>
                <a:lnTo>
                  <a:pt x="91597" y="0"/>
                </a:lnTo>
                <a:lnTo>
                  <a:pt x="583500" y="0"/>
                </a:lnTo>
                <a:lnTo>
                  <a:pt x="583500" y="0"/>
                </a:lnTo>
                <a:lnTo>
                  <a:pt x="579315" y="6580"/>
                </a:lnTo>
                <a:lnTo>
                  <a:pt x="567200" y="13159"/>
                </a:lnTo>
                <a:lnTo>
                  <a:pt x="548400" y="19739"/>
                </a:lnTo>
                <a:lnTo>
                  <a:pt x="524754" y="26318"/>
                </a:lnTo>
                <a:lnTo>
                  <a:pt x="498395" y="32898"/>
                </a:lnTo>
                <a:lnTo>
                  <a:pt x="471443" y="39477"/>
                </a:lnTo>
                <a:lnTo>
                  <a:pt x="445729" y="46057"/>
                </a:lnTo>
                <a:lnTo>
                  <a:pt x="422627" y="52637"/>
                </a:lnTo>
                <a:lnTo>
                  <a:pt x="402980" y="59216"/>
                </a:lnTo>
                <a:lnTo>
                  <a:pt x="387126" y="65796"/>
                </a:lnTo>
                <a:lnTo>
                  <a:pt x="374995" y="72375"/>
                </a:lnTo>
                <a:lnTo>
                  <a:pt x="366233" y="78955"/>
                </a:lnTo>
                <a:lnTo>
                  <a:pt x="360326" y="85535"/>
                </a:lnTo>
                <a:lnTo>
                  <a:pt x="356702" y="92114"/>
                </a:lnTo>
                <a:lnTo>
                  <a:pt x="354801" y="98694"/>
                </a:lnTo>
                <a:lnTo>
                  <a:pt x="354115" y="105273"/>
                </a:lnTo>
                <a:lnTo>
                  <a:pt x="354209" y="111853"/>
                </a:lnTo>
                <a:lnTo>
                  <a:pt x="354724" y="118432"/>
                </a:lnTo>
                <a:lnTo>
                  <a:pt x="355378" y="125012"/>
                </a:lnTo>
                <a:lnTo>
                  <a:pt x="355961" y="131592"/>
                </a:lnTo>
                <a:lnTo>
                  <a:pt x="356331" y="138171"/>
                </a:lnTo>
                <a:lnTo>
                  <a:pt x="356410" y="144751"/>
                </a:lnTo>
                <a:lnTo>
                  <a:pt x="356173" y="151330"/>
                </a:lnTo>
                <a:lnTo>
                  <a:pt x="355643" y="157910"/>
                </a:lnTo>
                <a:lnTo>
                  <a:pt x="354874" y="164489"/>
                </a:lnTo>
                <a:lnTo>
                  <a:pt x="353942" y="171069"/>
                </a:lnTo>
                <a:lnTo>
                  <a:pt x="352936" y="177649"/>
                </a:lnTo>
                <a:lnTo>
                  <a:pt x="351945" y="184228"/>
                </a:lnTo>
                <a:lnTo>
                  <a:pt x="351059" y="190808"/>
                </a:lnTo>
                <a:lnTo>
                  <a:pt x="350361" y="197387"/>
                </a:lnTo>
                <a:lnTo>
                  <a:pt x="349927" y="203967"/>
                </a:lnTo>
                <a:lnTo>
                  <a:pt x="349825" y="210546"/>
                </a:lnTo>
                <a:lnTo>
                  <a:pt x="350110" y="217126"/>
                </a:lnTo>
                <a:lnTo>
                  <a:pt x="350817" y="223706"/>
                </a:lnTo>
                <a:lnTo>
                  <a:pt x="351953" y="230285"/>
                </a:lnTo>
                <a:lnTo>
                  <a:pt x="353491" y="236865"/>
                </a:lnTo>
                <a:lnTo>
                  <a:pt x="355367" y="243444"/>
                </a:lnTo>
                <a:lnTo>
                  <a:pt x="357476" y="250024"/>
                </a:lnTo>
                <a:lnTo>
                  <a:pt x="359684" y="256604"/>
                </a:lnTo>
                <a:lnTo>
                  <a:pt x="361843" y="263183"/>
                </a:lnTo>
                <a:lnTo>
                  <a:pt x="363811" y="269763"/>
                </a:lnTo>
                <a:lnTo>
                  <a:pt x="365474" y="276342"/>
                </a:lnTo>
                <a:lnTo>
                  <a:pt x="366765" y="282922"/>
                </a:lnTo>
                <a:lnTo>
                  <a:pt x="367675" y="289501"/>
                </a:lnTo>
                <a:lnTo>
                  <a:pt x="368248" y="296081"/>
                </a:lnTo>
                <a:lnTo>
                  <a:pt x="368566" y="302661"/>
                </a:lnTo>
                <a:lnTo>
                  <a:pt x="368737" y="309240"/>
                </a:lnTo>
                <a:lnTo>
                  <a:pt x="368866" y="315820"/>
                </a:lnTo>
                <a:lnTo>
                  <a:pt x="369043" y="322399"/>
                </a:lnTo>
                <a:lnTo>
                  <a:pt x="369339" y="328979"/>
                </a:lnTo>
                <a:lnTo>
                  <a:pt x="369809" y="335558"/>
                </a:lnTo>
                <a:lnTo>
                  <a:pt x="370505" y="342138"/>
                </a:lnTo>
                <a:lnTo>
                  <a:pt x="371494" y="348718"/>
                </a:lnTo>
                <a:lnTo>
                  <a:pt x="372864" y="355297"/>
                </a:lnTo>
                <a:lnTo>
                  <a:pt x="374716" y="361877"/>
                </a:lnTo>
                <a:lnTo>
                  <a:pt x="377147" y="368456"/>
                </a:lnTo>
                <a:lnTo>
                  <a:pt x="380212" y="375036"/>
                </a:lnTo>
                <a:lnTo>
                  <a:pt x="383884" y="381616"/>
                </a:lnTo>
                <a:lnTo>
                  <a:pt x="388024" y="388195"/>
                </a:lnTo>
                <a:lnTo>
                  <a:pt x="392367" y="394775"/>
                </a:lnTo>
                <a:lnTo>
                  <a:pt x="396536" y="401354"/>
                </a:lnTo>
                <a:lnTo>
                  <a:pt x="400092" y="407934"/>
                </a:lnTo>
                <a:lnTo>
                  <a:pt x="402599" y="414513"/>
                </a:lnTo>
                <a:lnTo>
                  <a:pt x="403709" y="421093"/>
                </a:lnTo>
                <a:lnTo>
                  <a:pt x="403225" y="427673"/>
                </a:lnTo>
                <a:lnTo>
                  <a:pt x="401150" y="434252"/>
                </a:lnTo>
                <a:lnTo>
                  <a:pt x="397686" y="440832"/>
                </a:lnTo>
                <a:lnTo>
                  <a:pt x="393200" y="447411"/>
                </a:lnTo>
                <a:lnTo>
                  <a:pt x="388164" y="453991"/>
                </a:lnTo>
                <a:lnTo>
                  <a:pt x="383071" y="460570"/>
                </a:lnTo>
                <a:lnTo>
                  <a:pt x="378361" y="467150"/>
                </a:lnTo>
                <a:lnTo>
                  <a:pt x="374369" y="473730"/>
                </a:lnTo>
                <a:lnTo>
                  <a:pt x="371297" y="480309"/>
                </a:lnTo>
                <a:lnTo>
                  <a:pt x="369217" y="486889"/>
                </a:lnTo>
                <a:lnTo>
                  <a:pt x="368099" y="493468"/>
                </a:lnTo>
                <a:lnTo>
                  <a:pt x="367844" y="500048"/>
                </a:lnTo>
                <a:lnTo>
                  <a:pt x="368321" y="506627"/>
                </a:lnTo>
                <a:lnTo>
                  <a:pt x="369390" y="513207"/>
                </a:lnTo>
                <a:lnTo>
                  <a:pt x="370908" y="519787"/>
                </a:lnTo>
                <a:lnTo>
                  <a:pt x="372734" y="526366"/>
                </a:lnTo>
                <a:lnTo>
                  <a:pt x="374719" y="532946"/>
                </a:lnTo>
                <a:lnTo>
                  <a:pt x="376700" y="539525"/>
                </a:lnTo>
                <a:lnTo>
                  <a:pt x="378511" y="546105"/>
                </a:lnTo>
                <a:lnTo>
                  <a:pt x="379991" y="552685"/>
                </a:lnTo>
                <a:lnTo>
                  <a:pt x="381016" y="559264"/>
                </a:lnTo>
                <a:lnTo>
                  <a:pt x="381514" y="565844"/>
                </a:lnTo>
                <a:lnTo>
                  <a:pt x="381484" y="572423"/>
                </a:lnTo>
                <a:lnTo>
                  <a:pt x="380997" y="579003"/>
                </a:lnTo>
                <a:lnTo>
                  <a:pt x="380176" y="585582"/>
                </a:lnTo>
                <a:lnTo>
                  <a:pt x="379173" y="592162"/>
                </a:lnTo>
                <a:lnTo>
                  <a:pt x="378130" y="598742"/>
                </a:lnTo>
                <a:lnTo>
                  <a:pt x="377148" y="605321"/>
                </a:lnTo>
                <a:lnTo>
                  <a:pt x="376272" y="611901"/>
                </a:lnTo>
                <a:lnTo>
                  <a:pt x="375487" y="618480"/>
                </a:lnTo>
                <a:lnTo>
                  <a:pt x="374736" y="625060"/>
                </a:lnTo>
                <a:lnTo>
                  <a:pt x="373942" y="631639"/>
                </a:lnTo>
                <a:lnTo>
                  <a:pt x="373037" y="638219"/>
                </a:lnTo>
                <a:lnTo>
                  <a:pt x="371989" y="644799"/>
                </a:lnTo>
                <a:lnTo>
                  <a:pt x="370806" y="651378"/>
                </a:lnTo>
                <a:lnTo>
                  <a:pt x="369536" y="657958"/>
                </a:lnTo>
                <a:lnTo>
                  <a:pt x="368250" y="664537"/>
                </a:lnTo>
                <a:lnTo>
                  <a:pt x="367025" y="671117"/>
                </a:lnTo>
                <a:lnTo>
                  <a:pt x="365919" y="677697"/>
                </a:lnTo>
                <a:lnTo>
                  <a:pt x="364960" y="684276"/>
                </a:lnTo>
                <a:lnTo>
                  <a:pt x="364141" y="690856"/>
                </a:lnTo>
                <a:lnTo>
                  <a:pt x="363426" y="697435"/>
                </a:lnTo>
                <a:lnTo>
                  <a:pt x="362766" y="704015"/>
                </a:lnTo>
                <a:lnTo>
                  <a:pt x="362116" y="710594"/>
                </a:lnTo>
                <a:lnTo>
                  <a:pt x="361456" y="717174"/>
                </a:lnTo>
                <a:lnTo>
                  <a:pt x="360805" y="723754"/>
                </a:lnTo>
                <a:lnTo>
                  <a:pt x="360245" y="730333"/>
                </a:lnTo>
                <a:lnTo>
                  <a:pt x="359933" y="736913"/>
                </a:lnTo>
                <a:lnTo>
                  <a:pt x="360127" y="743492"/>
                </a:lnTo>
                <a:lnTo>
                  <a:pt x="361205" y="750072"/>
                </a:lnTo>
                <a:lnTo>
                  <a:pt x="363689" y="756651"/>
                </a:lnTo>
                <a:lnTo>
                  <a:pt x="368251" y="763231"/>
                </a:lnTo>
                <a:lnTo>
                  <a:pt x="375695" y="769811"/>
                </a:lnTo>
                <a:lnTo>
                  <a:pt x="386899" y="776390"/>
                </a:lnTo>
                <a:lnTo>
                  <a:pt x="402702" y="782970"/>
                </a:lnTo>
                <a:lnTo>
                  <a:pt x="423738" y="789549"/>
                </a:lnTo>
                <a:lnTo>
                  <a:pt x="450239" y="796129"/>
                </a:lnTo>
                <a:lnTo>
                  <a:pt x="481833" y="802708"/>
                </a:lnTo>
                <a:lnTo>
                  <a:pt x="517391" y="809288"/>
                </a:lnTo>
                <a:lnTo>
                  <a:pt x="554987" y="815868"/>
                </a:lnTo>
                <a:lnTo>
                  <a:pt x="591997" y="822447"/>
                </a:lnTo>
                <a:lnTo>
                  <a:pt x="625358" y="829027"/>
                </a:lnTo>
                <a:lnTo>
                  <a:pt x="651969" y="835606"/>
                </a:lnTo>
                <a:lnTo>
                  <a:pt x="669154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3538" name="F2_precision_recall_distributions_6352">
            <a:extLst>
              <a:ext uri="{FF2B5EF4-FFF2-40B4-BE49-F238E27FC236}">
                <a16:creationId xmlns:a16="http://schemas.microsoft.com/office/drawing/2014/main" id="{80C20801-B703-40C3-946E-4758C71962C2}"/>
              </a:ext>
            </a:extLst>
          </p:cNvPr>
          <p:cNvSpPr>
            <a:spLocks noGrp="1"/>
          </p:cNvSpPr>
          <p:nvPr/>
        </p:nvSpPr>
        <p:spPr>
          <a:xfrm>
            <a:off x="306932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39" name="F2_precision_recall_distributions_6353">
            <a:extLst>
              <a:ext uri="{FF2B5EF4-FFF2-40B4-BE49-F238E27FC236}">
                <a16:creationId xmlns:a16="http://schemas.microsoft.com/office/drawing/2014/main" id="{215A33EB-4A6A-4760-B4CE-D6E0E333E318}"/>
              </a:ext>
            </a:extLst>
          </p:cNvPr>
          <p:cNvSpPr>
            <a:spLocks noGrp="1"/>
          </p:cNvSpPr>
          <p:nvPr/>
        </p:nvSpPr>
        <p:spPr>
          <a:xfrm>
            <a:off x="3103007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0" name="F2_precision_recall_distributions_6354">
            <a:extLst>
              <a:ext uri="{FF2B5EF4-FFF2-40B4-BE49-F238E27FC236}">
                <a16:creationId xmlns:a16="http://schemas.microsoft.com/office/drawing/2014/main" id="{A60D072E-94E2-4ACE-8040-5D7E874A89C0}"/>
              </a:ext>
            </a:extLst>
          </p:cNvPr>
          <p:cNvSpPr>
            <a:spLocks noGrp="1"/>
          </p:cNvSpPr>
          <p:nvPr/>
        </p:nvSpPr>
        <p:spPr>
          <a:xfrm>
            <a:off x="309833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1" name="F2_precision_recall_distributions_6355">
            <a:extLst>
              <a:ext uri="{FF2B5EF4-FFF2-40B4-BE49-F238E27FC236}">
                <a16:creationId xmlns:a16="http://schemas.microsoft.com/office/drawing/2014/main" id="{25C98FDC-0F70-4D27-BB67-70A005F70EEF}"/>
              </a:ext>
            </a:extLst>
          </p:cNvPr>
          <p:cNvSpPr>
            <a:spLocks noGrp="1"/>
          </p:cNvSpPr>
          <p:nvPr/>
        </p:nvSpPr>
        <p:spPr>
          <a:xfrm>
            <a:off x="2857178" y="63620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2" name="F2_precision_recall_distributions_6356">
            <a:extLst>
              <a:ext uri="{FF2B5EF4-FFF2-40B4-BE49-F238E27FC236}">
                <a16:creationId xmlns:a16="http://schemas.microsoft.com/office/drawing/2014/main" id="{A0E952C0-EFF5-4D00-A940-A1B80455192A}"/>
              </a:ext>
            </a:extLst>
          </p:cNvPr>
          <p:cNvSpPr>
            <a:spLocks noGrp="1"/>
          </p:cNvSpPr>
          <p:nvPr/>
        </p:nvSpPr>
        <p:spPr>
          <a:xfrm>
            <a:off x="3038625" y="57799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3" name="F2_precision_recall_distributions_6357">
            <a:extLst>
              <a:ext uri="{FF2B5EF4-FFF2-40B4-BE49-F238E27FC236}">
                <a16:creationId xmlns:a16="http://schemas.microsoft.com/office/drawing/2014/main" id="{72608DF1-052A-48E5-B24F-5EC7D03D277F}"/>
              </a:ext>
            </a:extLst>
          </p:cNvPr>
          <p:cNvSpPr>
            <a:spLocks noGrp="1"/>
          </p:cNvSpPr>
          <p:nvPr/>
        </p:nvSpPr>
        <p:spPr>
          <a:xfrm>
            <a:off x="303271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4" name="F2_precision_recall_distributions_6358">
            <a:extLst>
              <a:ext uri="{FF2B5EF4-FFF2-40B4-BE49-F238E27FC236}">
                <a16:creationId xmlns:a16="http://schemas.microsoft.com/office/drawing/2014/main" id="{80BCC5F5-3C55-46DB-872F-C71CF0D96600}"/>
              </a:ext>
            </a:extLst>
          </p:cNvPr>
          <p:cNvSpPr>
            <a:spLocks noGrp="1"/>
          </p:cNvSpPr>
          <p:nvPr/>
        </p:nvSpPr>
        <p:spPr>
          <a:xfrm>
            <a:off x="312046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5" name="F2_precision_recall_distributions_6359">
            <a:extLst>
              <a:ext uri="{FF2B5EF4-FFF2-40B4-BE49-F238E27FC236}">
                <a16:creationId xmlns:a16="http://schemas.microsoft.com/office/drawing/2014/main" id="{FBC7A06B-73CD-41DE-8800-5A9EA63885F6}"/>
              </a:ext>
            </a:extLst>
          </p:cNvPr>
          <p:cNvSpPr>
            <a:spLocks noGrp="1"/>
          </p:cNvSpPr>
          <p:nvPr/>
        </p:nvSpPr>
        <p:spPr>
          <a:xfrm>
            <a:off x="289578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6" name="F2_precision_recall_distributions_6360">
            <a:extLst>
              <a:ext uri="{FF2B5EF4-FFF2-40B4-BE49-F238E27FC236}">
                <a16:creationId xmlns:a16="http://schemas.microsoft.com/office/drawing/2014/main" id="{8697CC4F-3F4E-4EFE-AC5A-391C79730B24}"/>
              </a:ext>
            </a:extLst>
          </p:cNvPr>
          <p:cNvSpPr>
            <a:spLocks noGrp="1"/>
          </p:cNvSpPr>
          <p:nvPr/>
        </p:nvSpPr>
        <p:spPr>
          <a:xfrm>
            <a:off x="2867879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7" name="F2_precision_recall_distributions_6361">
            <a:extLst>
              <a:ext uri="{FF2B5EF4-FFF2-40B4-BE49-F238E27FC236}">
                <a16:creationId xmlns:a16="http://schemas.microsoft.com/office/drawing/2014/main" id="{EC087528-3339-4E69-96E0-E876279DC902}"/>
              </a:ext>
            </a:extLst>
          </p:cNvPr>
          <p:cNvSpPr>
            <a:spLocks noGrp="1"/>
          </p:cNvSpPr>
          <p:nvPr/>
        </p:nvSpPr>
        <p:spPr>
          <a:xfrm>
            <a:off x="291742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8" name="F2_precision_recall_distributions_6362">
            <a:extLst>
              <a:ext uri="{FF2B5EF4-FFF2-40B4-BE49-F238E27FC236}">
                <a16:creationId xmlns:a16="http://schemas.microsoft.com/office/drawing/2014/main" id="{A98E8DA4-2118-48DB-82EF-F5BFD4CCFA25}"/>
              </a:ext>
            </a:extLst>
          </p:cNvPr>
          <p:cNvSpPr>
            <a:spLocks noGrp="1"/>
          </p:cNvSpPr>
          <p:nvPr/>
        </p:nvSpPr>
        <p:spPr>
          <a:xfrm>
            <a:off x="2837051" y="59548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49" name="F2_precision_recall_distributions_6363">
            <a:extLst>
              <a:ext uri="{FF2B5EF4-FFF2-40B4-BE49-F238E27FC236}">
                <a16:creationId xmlns:a16="http://schemas.microsoft.com/office/drawing/2014/main" id="{DD8ECF1F-233C-4884-811F-590F21D5981A}"/>
              </a:ext>
            </a:extLst>
          </p:cNvPr>
          <p:cNvSpPr>
            <a:spLocks noGrp="1"/>
          </p:cNvSpPr>
          <p:nvPr/>
        </p:nvSpPr>
        <p:spPr>
          <a:xfrm>
            <a:off x="294163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0" name="F2_precision_recall_distributions_6364">
            <a:extLst>
              <a:ext uri="{FF2B5EF4-FFF2-40B4-BE49-F238E27FC236}">
                <a16:creationId xmlns:a16="http://schemas.microsoft.com/office/drawing/2014/main" id="{E99AC49A-ADA9-4982-83E7-55DB7CC98B7A}"/>
              </a:ext>
            </a:extLst>
          </p:cNvPr>
          <p:cNvSpPr>
            <a:spLocks noGrp="1"/>
          </p:cNvSpPr>
          <p:nvPr/>
        </p:nvSpPr>
        <p:spPr>
          <a:xfrm>
            <a:off x="2940792" y="60932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1" name="F2_precision_recall_distributions_6365">
            <a:extLst>
              <a:ext uri="{FF2B5EF4-FFF2-40B4-BE49-F238E27FC236}">
                <a16:creationId xmlns:a16="http://schemas.microsoft.com/office/drawing/2014/main" id="{6227D26A-983C-442E-A867-5F10BDCC1CB1}"/>
              </a:ext>
            </a:extLst>
          </p:cNvPr>
          <p:cNvSpPr>
            <a:spLocks noGrp="1"/>
          </p:cNvSpPr>
          <p:nvPr/>
        </p:nvSpPr>
        <p:spPr>
          <a:xfrm>
            <a:off x="281958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2" name="F2_precision_recall_distributions_6366">
            <a:extLst>
              <a:ext uri="{FF2B5EF4-FFF2-40B4-BE49-F238E27FC236}">
                <a16:creationId xmlns:a16="http://schemas.microsoft.com/office/drawing/2014/main" id="{95C7B6AE-1EAB-457A-9FC1-423507F28C66}"/>
              </a:ext>
            </a:extLst>
          </p:cNvPr>
          <p:cNvSpPr>
            <a:spLocks noGrp="1"/>
          </p:cNvSpPr>
          <p:nvPr/>
        </p:nvSpPr>
        <p:spPr>
          <a:xfrm>
            <a:off x="291505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3" name="F2_precision_recall_distributions_6367">
            <a:extLst>
              <a:ext uri="{FF2B5EF4-FFF2-40B4-BE49-F238E27FC236}">
                <a16:creationId xmlns:a16="http://schemas.microsoft.com/office/drawing/2014/main" id="{959E489F-6312-4C13-A190-120EFFCD352D}"/>
              </a:ext>
            </a:extLst>
          </p:cNvPr>
          <p:cNvSpPr>
            <a:spLocks noGrp="1"/>
          </p:cNvSpPr>
          <p:nvPr/>
        </p:nvSpPr>
        <p:spPr>
          <a:xfrm>
            <a:off x="315825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4" name="F2_precision_recall_distributions_6368">
            <a:extLst>
              <a:ext uri="{FF2B5EF4-FFF2-40B4-BE49-F238E27FC236}">
                <a16:creationId xmlns:a16="http://schemas.microsoft.com/office/drawing/2014/main" id="{6DCAACC1-F261-4F76-81F3-A62E1B9AE184}"/>
              </a:ext>
            </a:extLst>
          </p:cNvPr>
          <p:cNvSpPr>
            <a:spLocks noGrp="1"/>
          </p:cNvSpPr>
          <p:nvPr/>
        </p:nvSpPr>
        <p:spPr>
          <a:xfrm>
            <a:off x="30958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5" name="F2_precision_recall_distributions_6369">
            <a:extLst>
              <a:ext uri="{FF2B5EF4-FFF2-40B4-BE49-F238E27FC236}">
                <a16:creationId xmlns:a16="http://schemas.microsoft.com/office/drawing/2014/main" id="{752FCE28-EF6F-40C1-AF88-9BCB1E07B1CD}"/>
              </a:ext>
            </a:extLst>
          </p:cNvPr>
          <p:cNvSpPr>
            <a:spLocks noGrp="1"/>
          </p:cNvSpPr>
          <p:nvPr/>
        </p:nvSpPr>
        <p:spPr>
          <a:xfrm>
            <a:off x="298033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6" name="F2_precision_recall_distributions_6370">
            <a:extLst>
              <a:ext uri="{FF2B5EF4-FFF2-40B4-BE49-F238E27FC236}">
                <a16:creationId xmlns:a16="http://schemas.microsoft.com/office/drawing/2014/main" id="{018F012E-293E-4547-9A03-083D02D9893F}"/>
              </a:ext>
            </a:extLst>
          </p:cNvPr>
          <p:cNvSpPr>
            <a:spLocks noGrp="1"/>
          </p:cNvSpPr>
          <p:nvPr/>
        </p:nvSpPr>
        <p:spPr>
          <a:xfrm>
            <a:off x="30315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7" name="F2_precision_recall_distributions_6371">
            <a:extLst>
              <a:ext uri="{FF2B5EF4-FFF2-40B4-BE49-F238E27FC236}">
                <a16:creationId xmlns:a16="http://schemas.microsoft.com/office/drawing/2014/main" id="{D574FA1A-0E8D-47D2-A434-AC3E5E87898F}"/>
              </a:ext>
            </a:extLst>
          </p:cNvPr>
          <p:cNvSpPr>
            <a:spLocks noGrp="1"/>
          </p:cNvSpPr>
          <p:nvPr/>
        </p:nvSpPr>
        <p:spPr>
          <a:xfrm>
            <a:off x="3085498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8" name="F2_precision_recall_distributions_6372">
            <a:extLst>
              <a:ext uri="{FF2B5EF4-FFF2-40B4-BE49-F238E27FC236}">
                <a16:creationId xmlns:a16="http://schemas.microsoft.com/office/drawing/2014/main" id="{410195DE-0B14-4068-985C-706DBCB03882}"/>
              </a:ext>
            </a:extLst>
          </p:cNvPr>
          <p:cNvSpPr>
            <a:spLocks noGrp="1"/>
          </p:cNvSpPr>
          <p:nvPr/>
        </p:nvSpPr>
        <p:spPr>
          <a:xfrm>
            <a:off x="3086660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59" name="F2_precision_recall_distributions_6373">
            <a:extLst>
              <a:ext uri="{FF2B5EF4-FFF2-40B4-BE49-F238E27FC236}">
                <a16:creationId xmlns:a16="http://schemas.microsoft.com/office/drawing/2014/main" id="{2DE6B8BD-6C9B-4A58-B6B6-01B5BF25A917}"/>
              </a:ext>
            </a:extLst>
          </p:cNvPr>
          <p:cNvSpPr>
            <a:spLocks noGrp="1"/>
          </p:cNvSpPr>
          <p:nvPr/>
        </p:nvSpPr>
        <p:spPr>
          <a:xfrm>
            <a:off x="28205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0" name="F2_precision_recall_distributions_6374">
            <a:extLst>
              <a:ext uri="{FF2B5EF4-FFF2-40B4-BE49-F238E27FC236}">
                <a16:creationId xmlns:a16="http://schemas.microsoft.com/office/drawing/2014/main" id="{1D53D79E-F987-4DF3-8D5F-9DADBBAE0D06}"/>
              </a:ext>
            </a:extLst>
          </p:cNvPr>
          <p:cNvSpPr>
            <a:spLocks noGrp="1"/>
          </p:cNvSpPr>
          <p:nvPr/>
        </p:nvSpPr>
        <p:spPr>
          <a:xfrm>
            <a:off x="2929129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1" name="F2_precision_recall_distributions_6375">
            <a:extLst>
              <a:ext uri="{FF2B5EF4-FFF2-40B4-BE49-F238E27FC236}">
                <a16:creationId xmlns:a16="http://schemas.microsoft.com/office/drawing/2014/main" id="{28752DAE-99E0-43FC-964B-B38955439EB7}"/>
              </a:ext>
            </a:extLst>
          </p:cNvPr>
          <p:cNvSpPr>
            <a:spLocks noGrp="1"/>
          </p:cNvSpPr>
          <p:nvPr/>
        </p:nvSpPr>
        <p:spPr>
          <a:xfrm>
            <a:off x="308807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2" name="F2_precision_recall_distributions_6376">
            <a:extLst>
              <a:ext uri="{FF2B5EF4-FFF2-40B4-BE49-F238E27FC236}">
                <a16:creationId xmlns:a16="http://schemas.microsoft.com/office/drawing/2014/main" id="{B74CB92F-37C2-4087-9DEB-D4CE837F27B6}"/>
              </a:ext>
            </a:extLst>
          </p:cNvPr>
          <p:cNvSpPr>
            <a:spLocks noGrp="1"/>
          </p:cNvSpPr>
          <p:nvPr/>
        </p:nvSpPr>
        <p:spPr>
          <a:xfrm>
            <a:off x="315250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3" name="F2_precision_recall_distributions_6377">
            <a:extLst>
              <a:ext uri="{FF2B5EF4-FFF2-40B4-BE49-F238E27FC236}">
                <a16:creationId xmlns:a16="http://schemas.microsoft.com/office/drawing/2014/main" id="{68ECEA63-2CD4-45C3-81C4-159BCCDD1F02}"/>
              </a:ext>
            </a:extLst>
          </p:cNvPr>
          <p:cNvSpPr>
            <a:spLocks noGrp="1"/>
          </p:cNvSpPr>
          <p:nvPr/>
        </p:nvSpPr>
        <p:spPr>
          <a:xfrm>
            <a:off x="299629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4" name="F2_precision_recall_distributions_6378">
            <a:extLst>
              <a:ext uri="{FF2B5EF4-FFF2-40B4-BE49-F238E27FC236}">
                <a16:creationId xmlns:a16="http://schemas.microsoft.com/office/drawing/2014/main" id="{2A112956-1B51-4BF1-BBFE-8916FBA989D8}"/>
              </a:ext>
            </a:extLst>
          </p:cNvPr>
          <p:cNvSpPr>
            <a:spLocks noGrp="1"/>
          </p:cNvSpPr>
          <p:nvPr/>
        </p:nvSpPr>
        <p:spPr>
          <a:xfrm>
            <a:off x="287097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5" name="F2_precision_recall_distributions_6379">
            <a:extLst>
              <a:ext uri="{FF2B5EF4-FFF2-40B4-BE49-F238E27FC236}">
                <a16:creationId xmlns:a16="http://schemas.microsoft.com/office/drawing/2014/main" id="{6FA2BFB6-7D1B-4B80-BC16-2CE9076D5604}"/>
              </a:ext>
            </a:extLst>
          </p:cNvPr>
          <p:cNvSpPr>
            <a:spLocks noGrp="1"/>
          </p:cNvSpPr>
          <p:nvPr/>
        </p:nvSpPr>
        <p:spPr>
          <a:xfrm>
            <a:off x="2965731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6" name="F2_precision_recall_distributions_6380">
            <a:extLst>
              <a:ext uri="{FF2B5EF4-FFF2-40B4-BE49-F238E27FC236}">
                <a16:creationId xmlns:a16="http://schemas.microsoft.com/office/drawing/2014/main" id="{A8990AF1-5B5F-45CD-8280-B861CED53B62}"/>
              </a:ext>
            </a:extLst>
          </p:cNvPr>
          <p:cNvSpPr>
            <a:spLocks noGrp="1"/>
          </p:cNvSpPr>
          <p:nvPr/>
        </p:nvSpPr>
        <p:spPr>
          <a:xfrm>
            <a:off x="287770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7" name="F2_precision_recall_distributions_6381">
            <a:extLst>
              <a:ext uri="{FF2B5EF4-FFF2-40B4-BE49-F238E27FC236}">
                <a16:creationId xmlns:a16="http://schemas.microsoft.com/office/drawing/2014/main" id="{35769C6E-E23C-4B09-ADCD-E75ABEF5F7EF}"/>
              </a:ext>
            </a:extLst>
          </p:cNvPr>
          <p:cNvSpPr>
            <a:spLocks noGrp="1"/>
          </p:cNvSpPr>
          <p:nvPr/>
        </p:nvSpPr>
        <p:spPr>
          <a:xfrm>
            <a:off x="299911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8" name="F2_precision_recall_distributions_6382">
            <a:extLst>
              <a:ext uri="{FF2B5EF4-FFF2-40B4-BE49-F238E27FC236}">
                <a16:creationId xmlns:a16="http://schemas.microsoft.com/office/drawing/2014/main" id="{FA82691E-D721-4EDB-8CBE-4D90ED6BFC8C}"/>
              </a:ext>
            </a:extLst>
          </p:cNvPr>
          <p:cNvSpPr>
            <a:spLocks noGrp="1"/>
          </p:cNvSpPr>
          <p:nvPr/>
        </p:nvSpPr>
        <p:spPr>
          <a:xfrm>
            <a:off x="308101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69" name="F2_precision_recall_distributions_6383">
            <a:extLst>
              <a:ext uri="{FF2B5EF4-FFF2-40B4-BE49-F238E27FC236}">
                <a16:creationId xmlns:a16="http://schemas.microsoft.com/office/drawing/2014/main" id="{60708E5D-1780-4413-9BCF-5E320653FFE1}"/>
              </a:ext>
            </a:extLst>
          </p:cNvPr>
          <p:cNvSpPr>
            <a:spLocks noGrp="1"/>
          </p:cNvSpPr>
          <p:nvPr/>
        </p:nvSpPr>
        <p:spPr>
          <a:xfrm>
            <a:off x="3182580" y="63256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0" name="F2_precision_recall_distributions_6384">
            <a:extLst>
              <a:ext uri="{FF2B5EF4-FFF2-40B4-BE49-F238E27FC236}">
                <a16:creationId xmlns:a16="http://schemas.microsoft.com/office/drawing/2014/main" id="{B0E536BC-45D3-4E90-A6D0-7819185FFE33}"/>
              </a:ext>
            </a:extLst>
          </p:cNvPr>
          <p:cNvSpPr>
            <a:spLocks noGrp="1"/>
          </p:cNvSpPr>
          <p:nvPr/>
        </p:nvSpPr>
        <p:spPr>
          <a:xfrm>
            <a:off x="314678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1" name="F2_precision_recall_distributions_6385">
            <a:extLst>
              <a:ext uri="{FF2B5EF4-FFF2-40B4-BE49-F238E27FC236}">
                <a16:creationId xmlns:a16="http://schemas.microsoft.com/office/drawing/2014/main" id="{313700BE-FA1D-4D5D-9741-09C85BD6E8A2}"/>
              </a:ext>
            </a:extLst>
          </p:cNvPr>
          <p:cNvSpPr>
            <a:spLocks noGrp="1"/>
          </p:cNvSpPr>
          <p:nvPr/>
        </p:nvSpPr>
        <p:spPr>
          <a:xfrm>
            <a:off x="3090831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2" name="F2_precision_recall_distributions_6386">
            <a:extLst>
              <a:ext uri="{FF2B5EF4-FFF2-40B4-BE49-F238E27FC236}">
                <a16:creationId xmlns:a16="http://schemas.microsoft.com/office/drawing/2014/main" id="{1BA6FCB4-9B05-4AF5-BC26-FBBFD214509E}"/>
              </a:ext>
            </a:extLst>
          </p:cNvPr>
          <p:cNvSpPr>
            <a:spLocks noGrp="1"/>
          </p:cNvSpPr>
          <p:nvPr/>
        </p:nvSpPr>
        <p:spPr>
          <a:xfrm>
            <a:off x="313917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3" name="F2_precision_recall_distributions_6387">
            <a:extLst>
              <a:ext uri="{FF2B5EF4-FFF2-40B4-BE49-F238E27FC236}">
                <a16:creationId xmlns:a16="http://schemas.microsoft.com/office/drawing/2014/main" id="{A42B1637-35E9-4F3F-950F-1ECDCDDD1DFC}"/>
              </a:ext>
            </a:extLst>
          </p:cNvPr>
          <p:cNvSpPr>
            <a:spLocks noGrp="1"/>
          </p:cNvSpPr>
          <p:nvPr/>
        </p:nvSpPr>
        <p:spPr>
          <a:xfrm>
            <a:off x="307570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4" name="F2_precision_recall_distributions_6388">
            <a:extLst>
              <a:ext uri="{FF2B5EF4-FFF2-40B4-BE49-F238E27FC236}">
                <a16:creationId xmlns:a16="http://schemas.microsoft.com/office/drawing/2014/main" id="{B5E9BEB2-CADB-41FF-B577-6372A45A5BBC}"/>
              </a:ext>
            </a:extLst>
          </p:cNvPr>
          <p:cNvSpPr>
            <a:spLocks noGrp="1"/>
          </p:cNvSpPr>
          <p:nvPr/>
        </p:nvSpPr>
        <p:spPr>
          <a:xfrm>
            <a:off x="30760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5" name="F2_precision_recall_distributions_6389">
            <a:extLst>
              <a:ext uri="{FF2B5EF4-FFF2-40B4-BE49-F238E27FC236}">
                <a16:creationId xmlns:a16="http://schemas.microsoft.com/office/drawing/2014/main" id="{99F16098-C652-4FA7-BF78-A3737DB47A62}"/>
              </a:ext>
            </a:extLst>
          </p:cNvPr>
          <p:cNvSpPr>
            <a:spLocks noGrp="1"/>
          </p:cNvSpPr>
          <p:nvPr/>
        </p:nvSpPr>
        <p:spPr>
          <a:xfrm>
            <a:off x="288324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6" name="F2_precision_recall_distributions_6390">
            <a:extLst>
              <a:ext uri="{FF2B5EF4-FFF2-40B4-BE49-F238E27FC236}">
                <a16:creationId xmlns:a16="http://schemas.microsoft.com/office/drawing/2014/main" id="{53EC2C49-4027-4439-B30D-BD3C1A0A7173}"/>
              </a:ext>
            </a:extLst>
          </p:cNvPr>
          <p:cNvSpPr>
            <a:spLocks noGrp="1"/>
          </p:cNvSpPr>
          <p:nvPr/>
        </p:nvSpPr>
        <p:spPr>
          <a:xfrm>
            <a:off x="305985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7" name="F2_precision_recall_distributions_6391">
            <a:extLst>
              <a:ext uri="{FF2B5EF4-FFF2-40B4-BE49-F238E27FC236}">
                <a16:creationId xmlns:a16="http://schemas.microsoft.com/office/drawing/2014/main" id="{66BDEAB8-A2E1-4379-AC91-94AB3E877BBD}"/>
              </a:ext>
            </a:extLst>
          </p:cNvPr>
          <p:cNvSpPr>
            <a:spLocks noGrp="1"/>
          </p:cNvSpPr>
          <p:nvPr/>
        </p:nvSpPr>
        <p:spPr>
          <a:xfrm>
            <a:off x="3169918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8" name="F2_precision_recall_distributions_6392">
            <a:extLst>
              <a:ext uri="{FF2B5EF4-FFF2-40B4-BE49-F238E27FC236}">
                <a16:creationId xmlns:a16="http://schemas.microsoft.com/office/drawing/2014/main" id="{FC404795-79A2-48C3-8689-F5BFCB1465DA}"/>
              </a:ext>
            </a:extLst>
          </p:cNvPr>
          <p:cNvSpPr>
            <a:spLocks noGrp="1"/>
          </p:cNvSpPr>
          <p:nvPr/>
        </p:nvSpPr>
        <p:spPr>
          <a:xfrm>
            <a:off x="288789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79" name="F2_precision_recall_distributions_6393">
            <a:extLst>
              <a:ext uri="{FF2B5EF4-FFF2-40B4-BE49-F238E27FC236}">
                <a16:creationId xmlns:a16="http://schemas.microsoft.com/office/drawing/2014/main" id="{E6D0B357-2C41-46BF-A69A-A5346D3B5A1F}"/>
              </a:ext>
            </a:extLst>
          </p:cNvPr>
          <p:cNvSpPr>
            <a:spLocks noGrp="1"/>
          </p:cNvSpPr>
          <p:nvPr/>
        </p:nvSpPr>
        <p:spPr>
          <a:xfrm>
            <a:off x="285017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0" name="F2_precision_recall_distributions_6394">
            <a:extLst>
              <a:ext uri="{FF2B5EF4-FFF2-40B4-BE49-F238E27FC236}">
                <a16:creationId xmlns:a16="http://schemas.microsoft.com/office/drawing/2014/main" id="{0366E00E-1FF1-4E79-B80D-6A56DC6A76BF}"/>
              </a:ext>
            </a:extLst>
          </p:cNvPr>
          <p:cNvSpPr>
            <a:spLocks noGrp="1"/>
          </p:cNvSpPr>
          <p:nvPr/>
        </p:nvSpPr>
        <p:spPr>
          <a:xfrm>
            <a:off x="297984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1" name="F2_precision_recall_distributions_6395">
            <a:extLst>
              <a:ext uri="{FF2B5EF4-FFF2-40B4-BE49-F238E27FC236}">
                <a16:creationId xmlns:a16="http://schemas.microsoft.com/office/drawing/2014/main" id="{5DC91541-6AAE-4A08-AE75-115F8169B2B2}"/>
              </a:ext>
            </a:extLst>
          </p:cNvPr>
          <p:cNvSpPr>
            <a:spLocks noGrp="1"/>
          </p:cNvSpPr>
          <p:nvPr/>
        </p:nvSpPr>
        <p:spPr>
          <a:xfrm>
            <a:off x="2990299" y="58477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2" name="F2_precision_recall_distributions_6396">
            <a:extLst>
              <a:ext uri="{FF2B5EF4-FFF2-40B4-BE49-F238E27FC236}">
                <a16:creationId xmlns:a16="http://schemas.microsoft.com/office/drawing/2014/main" id="{53D41B55-53E7-48E8-BF78-6D81139B624E}"/>
              </a:ext>
            </a:extLst>
          </p:cNvPr>
          <p:cNvSpPr>
            <a:spLocks noGrp="1"/>
          </p:cNvSpPr>
          <p:nvPr/>
        </p:nvSpPr>
        <p:spPr>
          <a:xfrm>
            <a:off x="282109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3" name="F2_precision_recall_distributions_6397">
            <a:extLst>
              <a:ext uri="{FF2B5EF4-FFF2-40B4-BE49-F238E27FC236}">
                <a16:creationId xmlns:a16="http://schemas.microsoft.com/office/drawing/2014/main" id="{F852C60A-2220-4F0E-B267-71B95747889C}"/>
              </a:ext>
            </a:extLst>
          </p:cNvPr>
          <p:cNvSpPr>
            <a:spLocks noGrp="1"/>
          </p:cNvSpPr>
          <p:nvPr/>
        </p:nvSpPr>
        <p:spPr>
          <a:xfrm>
            <a:off x="2908835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4" name="F2_precision_recall_distributions_6398">
            <a:extLst>
              <a:ext uri="{FF2B5EF4-FFF2-40B4-BE49-F238E27FC236}">
                <a16:creationId xmlns:a16="http://schemas.microsoft.com/office/drawing/2014/main" id="{1E4CB36E-AAF7-4D64-9C12-4C57BB510046}"/>
              </a:ext>
            </a:extLst>
          </p:cNvPr>
          <p:cNvSpPr>
            <a:spLocks noGrp="1"/>
          </p:cNvSpPr>
          <p:nvPr/>
        </p:nvSpPr>
        <p:spPr>
          <a:xfrm>
            <a:off x="2957874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5" name="F2_precision_recall_distributions_6399">
            <a:extLst>
              <a:ext uri="{FF2B5EF4-FFF2-40B4-BE49-F238E27FC236}">
                <a16:creationId xmlns:a16="http://schemas.microsoft.com/office/drawing/2014/main" id="{16088796-A547-49A9-B645-4970389E0C3B}"/>
              </a:ext>
            </a:extLst>
          </p:cNvPr>
          <p:cNvSpPr>
            <a:spLocks noGrp="1"/>
          </p:cNvSpPr>
          <p:nvPr/>
        </p:nvSpPr>
        <p:spPr>
          <a:xfrm>
            <a:off x="312689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6" name="F2_precision_recall_distributions_6400">
            <a:extLst>
              <a:ext uri="{FF2B5EF4-FFF2-40B4-BE49-F238E27FC236}">
                <a16:creationId xmlns:a16="http://schemas.microsoft.com/office/drawing/2014/main" id="{6DDA6D4F-E9DD-49C3-ADC0-D8663417DA86}"/>
              </a:ext>
            </a:extLst>
          </p:cNvPr>
          <p:cNvSpPr>
            <a:spLocks noGrp="1"/>
          </p:cNvSpPr>
          <p:nvPr/>
        </p:nvSpPr>
        <p:spPr>
          <a:xfrm>
            <a:off x="3179300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7" name="F2_precision_recall_distributions_6401">
            <a:extLst>
              <a:ext uri="{FF2B5EF4-FFF2-40B4-BE49-F238E27FC236}">
                <a16:creationId xmlns:a16="http://schemas.microsoft.com/office/drawing/2014/main" id="{470950EA-4A96-44EC-A3A1-49640BDB0CC6}"/>
              </a:ext>
            </a:extLst>
          </p:cNvPr>
          <p:cNvSpPr>
            <a:spLocks noGrp="1"/>
          </p:cNvSpPr>
          <p:nvPr/>
        </p:nvSpPr>
        <p:spPr>
          <a:xfrm>
            <a:off x="314928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8" name="F2_precision_recall_distributions_6402">
            <a:extLst>
              <a:ext uri="{FF2B5EF4-FFF2-40B4-BE49-F238E27FC236}">
                <a16:creationId xmlns:a16="http://schemas.microsoft.com/office/drawing/2014/main" id="{34BFEE36-2F79-48AB-B643-5D82CE7DAAD3}"/>
              </a:ext>
            </a:extLst>
          </p:cNvPr>
          <p:cNvSpPr>
            <a:spLocks noGrp="1"/>
          </p:cNvSpPr>
          <p:nvPr/>
        </p:nvSpPr>
        <p:spPr>
          <a:xfrm>
            <a:off x="289819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89" name="F2_precision_recall_distributions_6403">
            <a:extLst>
              <a:ext uri="{FF2B5EF4-FFF2-40B4-BE49-F238E27FC236}">
                <a16:creationId xmlns:a16="http://schemas.microsoft.com/office/drawing/2014/main" id="{B20B4992-1271-402B-B9FC-A8E741C1493A}"/>
              </a:ext>
            </a:extLst>
          </p:cNvPr>
          <p:cNvSpPr>
            <a:spLocks noGrp="1"/>
          </p:cNvSpPr>
          <p:nvPr/>
        </p:nvSpPr>
        <p:spPr>
          <a:xfrm>
            <a:off x="287781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0" name="F2_precision_recall_distributions_6404">
            <a:extLst>
              <a:ext uri="{FF2B5EF4-FFF2-40B4-BE49-F238E27FC236}">
                <a16:creationId xmlns:a16="http://schemas.microsoft.com/office/drawing/2014/main" id="{FC9AD524-6808-4E95-9D11-874757F93061}"/>
              </a:ext>
            </a:extLst>
          </p:cNvPr>
          <p:cNvSpPr>
            <a:spLocks noGrp="1"/>
          </p:cNvSpPr>
          <p:nvPr/>
        </p:nvSpPr>
        <p:spPr>
          <a:xfrm>
            <a:off x="2857356" y="60409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1" name="F2_precision_recall_distributions_6405">
            <a:extLst>
              <a:ext uri="{FF2B5EF4-FFF2-40B4-BE49-F238E27FC236}">
                <a16:creationId xmlns:a16="http://schemas.microsoft.com/office/drawing/2014/main" id="{B0D4BD96-C6DD-4FF5-AB8B-9E0F63499DDA}"/>
              </a:ext>
            </a:extLst>
          </p:cNvPr>
          <p:cNvSpPr>
            <a:spLocks noGrp="1"/>
          </p:cNvSpPr>
          <p:nvPr/>
        </p:nvSpPr>
        <p:spPr>
          <a:xfrm>
            <a:off x="2870607" y="62212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2" name="F2_precision_recall_distributions_6406">
            <a:extLst>
              <a:ext uri="{FF2B5EF4-FFF2-40B4-BE49-F238E27FC236}">
                <a16:creationId xmlns:a16="http://schemas.microsoft.com/office/drawing/2014/main" id="{48FC4B78-9F41-4B4F-A794-5C3CBC1154D7}"/>
              </a:ext>
            </a:extLst>
          </p:cNvPr>
          <p:cNvSpPr>
            <a:spLocks noGrp="1"/>
          </p:cNvSpPr>
          <p:nvPr/>
        </p:nvSpPr>
        <p:spPr>
          <a:xfrm>
            <a:off x="283540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3" name="F2_precision_recall_distributions_6407">
            <a:extLst>
              <a:ext uri="{FF2B5EF4-FFF2-40B4-BE49-F238E27FC236}">
                <a16:creationId xmlns:a16="http://schemas.microsoft.com/office/drawing/2014/main" id="{85311660-8774-4307-8AD5-39CF1CBF5C06}"/>
              </a:ext>
            </a:extLst>
          </p:cNvPr>
          <p:cNvSpPr>
            <a:spLocks noGrp="1"/>
          </p:cNvSpPr>
          <p:nvPr/>
        </p:nvSpPr>
        <p:spPr>
          <a:xfrm>
            <a:off x="2951834" y="6352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4" name="F2_precision_recall_distributions_6408">
            <a:extLst>
              <a:ext uri="{FF2B5EF4-FFF2-40B4-BE49-F238E27FC236}">
                <a16:creationId xmlns:a16="http://schemas.microsoft.com/office/drawing/2014/main" id="{F02DB672-5E35-41F6-803E-4B1A2F010A70}"/>
              </a:ext>
            </a:extLst>
          </p:cNvPr>
          <p:cNvSpPr>
            <a:spLocks noGrp="1"/>
          </p:cNvSpPr>
          <p:nvPr/>
        </p:nvSpPr>
        <p:spPr>
          <a:xfrm>
            <a:off x="30854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5" name="F2_precision_recall_distributions_6409">
            <a:extLst>
              <a:ext uri="{FF2B5EF4-FFF2-40B4-BE49-F238E27FC236}">
                <a16:creationId xmlns:a16="http://schemas.microsoft.com/office/drawing/2014/main" id="{433A39D9-2491-4050-94A1-84CCB82BEDEF}"/>
              </a:ext>
            </a:extLst>
          </p:cNvPr>
          <p:cNvSpPr>
            <a:spLocks noGrp="1"/>
          </p:cNvSpPr>
          <p:nvPr/>
        </p:nvSpPr>
        <p:spPr>
          <a:xfrm>
            <a:off x="318410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6" name="F2_precision_recall_distributions_6410">
            <a:extLst>
              <a:ext uri="{FF2B5EF4-FFF2-40B4-BE49-F238E27FC236}">
                <a16:creationId xmlns:a16="http://schemas.microsoft.com/office/drawing/2014/main" id="{A663FF70-F5D4-4D6D-9A19-A246C9C2F44C}"/>
              </a:ext>
            </a:extLst>
          </p:cNvPr>
          <p:cNvSpPr>
            <a:spLocks noGrp="1"/>
          </p:cNvSpPr>
          <p:nvPr/>
        </p:nvSpPr>
        <p:spPr>
          <a:xfrm>
            <a:off x="2827520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7" name="F2_precision_recall_distributions_6411">
            <a:extLst>
              <a:ext uri="{FF2B5EF4-FFF2-40B4-BE49-F238E27FC236}">
                <a16:creationId xmlns:a16="http://schemas.microsoft.com/office/drawing/2014/main" id="{730D32C6-A161-4049-A04B-0D2711715E69}"/>
              </a:ext>
            </a:extLst>
          </p:cNvPr>
          <p:cNvSpPr>
            <a:spLocks noGrp="1"/>
          </p:cNvSpPr>
          <p:nvPr/>
        </p:nvSpPr>
        <p:spPr>
          <a:xfrm>
            <a:off x="302184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8" name="F2_precision_recall_distributions_6412">
            <a:extLst>
              <a:ext uri="{FF2B5EF4-FFF2-40B4-BE49-F238E27FC236}">
                <a16:creationId xmlns:a16="http://schemas.microsoft.com/office/drawing/2014/main" id="{A87F8F6D-396A-4A4D-BC6F-207AA490C391}"/>
              </a:ext>
            </a:extLst>
          </p:cNvPr>
          <p:cNvSpPr>
            <a:spLocks noGrp="1"/>
          </p:cNvSpPr>
          <p:nvPr/>
        </p:nvSpPr>
        <p:spPr>
          <a:xfrm>
            <a:off x="3094228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599" name="F2_precision_recall_distributions_6413">
            <a:extLst>
              <a:ext uri="{FF2B5EF4-FFF2-40B4-BE49-F238E27FC236}">
                <a16:creationId xmlns:a16="http://schemas.microsoft.com/office/drawing/2014/main" id="{2AFBCC41-2A7A-4FBA-B3B4-59AF465EDAE3}"/>
              </a:ext>
            </a:extLst>
          </p:cNvPr>
          <p:cNvSpPr>
            <a:spLocks noGrp="1"/>
          </p:cNvSpPr>
          <p:nvPr/>
        </p:nvSpPr>
        <p:spPr>
          <a:xfrm>
            <a:off x="285221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0" name="F2_precision_recall_distributions_6414">
            <a:extLst>
              <a:ext uri="{FF2B5EF4-FFF2-40B4-BE49-F238E27FC236}">
                <a16:creationId xmlns:a16="http://schemas.microsoft.com/office/drawing/2014/main" id="{176D6F2F-E15E-486E-B1CC-BA1EB65082F1}"/>
              </a:ext>
            </a:extLst>
          </p:cNvPr>
          <p:cNvSpPr>
            <a:spLocks noGrp="1"/>
          </p:cNvSpPr>
          <p:nvPr/>
        </p:nvSpPr>
        <p:spPr>
          <a:xfrm>
            <a:off x="31418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1" name="F2_precision_recall_distributions_6415">
            <a:extLst>
              <a:ext uri="{FF2B5EF4-FFF2-40B4-BE49-F238E27FC236}">
                <a16:creationId xmlns:a16="http://schemas.microsoft.com/office/drawing/2014/main" id="{B5106AA6-0493-4505-8255-1C661F306A8C}"/>
              </a:ext>
            </a:extLst>
          </p:cNvPr>
          <p:cNvSpPr>
            <a:spLocks noGrp="1"/>
          </p:cNvSpPr>
          <p:nvPr/>
        </p:nvSpPr>
        <p:spPr>
          <a:xfrm>
            <a:off x="29196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2" name="F2_precision_recall_distributions_6416">
            <a:extLst>
              <a:ext uri="{FF2B5EF4-FFF2-40B4-BE49-F238E27FC236}">
                <a16:creationId xmlns:a16="http://schemas.microsoft.com/office/drawing/2014/main" id="{31945251-95F6-4233-9CDC-F40C50841298}"/>
              </a:ext>
            </a:extLst>
          </p:cNvPr>
          <p:cNvSpPr>
            <a:spLocks noGrp="1"/>
          </p:cNvSpPr>
          <p:nvPr/>
        </p:nvSpPr>
        <p:spPr>
          <a:xfrm>
            <a:off x="312076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3" name="F2_precision_recall_distributions_6417">
            <a:extLst>
              <a:ext uri="{FF2B5EF4-FFF2-40B4-BE49-F238E27FC236}">
                <a16:creationId xmlns:a16="http://schemas.microsoft.com/office/drawing/2014/main" id="{00AF6D2D-8E05-4980-B513-369F154F5573}"/>
              </a:ext>
            </a:extLst>
          </p:cNvPr>
          <p:cNvSpPr>
            <a:spLocks noGrp="1"/>
          </p:cNvSpPr>
          <p:nvPr/>
        </p:nvSpPr>
        <p:spPr>
          <a:xfrm>
            <a:off x="2876640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4" name="F2_precision_recall_distributions_6418">
            <a:extLst>
              <a:ext uri="{FF2B5EF4-FFF2-40B4-BE49-F238E27FC236}">
                <a16:creationId xmlns:a16="http://schemas.microsoft.com/office/drawing/2014/main" id="{465067EC-C8F1-4E4C-B99F-F888B0D1873F}"/>
              </a:ext>
            </a:extLst>
          </p:cNvPr>
          <p:cNvSpPr>
            <a:spLocks noGrp="1"/>
          </p:cNvSpPr>
          <p:nvPr/>
        </p:nvSpPr>
        <p:spPr>
          <a:xfrm>
            <a:off x="297977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5" name="F2_precision_recall_distributions_6419">
            <a:extLst>
              <a:ext uri="{FF2B5EF4-FFF2-40B4-BE49-F238E27FC236}">
                <a16:creationId xmlns:a16="http://schemas.microsoft.com/office/drawing/2014/main" id="{C557B420-4663-48E2-B603-04AF05F1ED1B}"/>
              </a:ext>
            </a:extLst>
          </p:cNvPr>
          <p:cNvSpPr>
            <a:spLocks noGrp="1"/>
          </p:cNvSpPr>
          <p:nvPr/>
        </p:nvSpPr>
        <p:spPr>
          <a:xfrm>
            <a:off x="308200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6" name="F2_precision_recall_distributions_6420">
            <a:extLst>
              <a:ext uri="{FF2B5EF4-FFF2-40B4-BE49-F238E27FC236}">
                <a16:creationId xmlns:a16="http://schemas.microsoft.com/office/drawing/2014/main" id="{A204D415-CE5B-47CB-B41C-33CDA654B800}"/>
              </a:ext>
            </a:extLst>
          </p:cNvPr>
          <p:cNvSpPr>
            <a:spLocks noGrp="1"/>
          </p:cNvSpPr>
          <p:nvPr/>
        </p:nvSpPr>
        <p:spPr>
          <a:xfrm>
            <a:off x="3029287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7" name="F2_precision_recall_distributions_6421">
            <a:extLst>
              <a:ext uri="{FF2B5EF4-FFF2-40B4-BE49-F238E27FC236}">
                <a16:creationId xmlns:a16="http://schemas.microsoft.com/office/drawing/2014/main" id="{80F3E725-1468-4F97-B952-82D41A017C9D}"/>
              </a:ext>
            </a:extLst>
          </p:cNvPr>
          <p:cNvSpPr>
            <a:spLocks noGrp="1"/>
          </p:cNvSpPr>
          <p:nvPr/>
        </p:nvSpPr>
        <p:spPr>
          <a:xfrm>
            <a:off x="3138592" y="62447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8" name="F2_precision_recall_distributions_6422">
            <a:extLst>
              <a:ext uri="{FF2B5EF4-FFF2-40B4-BE49-F238E27FC236}">
                <a16:creationId xmlns:a16="http://schemas.microsoft.com/office/drawing/2014/main" id="{1A9FD4CE-4BD4-46BE-BF9F-22CE89B9B92F}"/>
              </a:ext>
            </a:extLst>
          </p:cNvPr>
          <p:cNvSpPr>
            <a:spLocks noGrp="1"/>
          </p:cNvSpPr>
          <p:nvPr/>
        </p:nvSpPr>
        <p:spPr>
          <a:xfrm>
            <a:off x="288658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09" name="F2_precision_recall_distributions_6423">
            <a:extLst>
              <a:ext uri="{FF2B5EF4-FFF2-40B4-BE49-F238E27FC236}">
                <a16:creationId xmlns:a16="http://schemas.microsoft.com/office/drawing/2014/main" id="{2CB84540-3D03-4E1E-9396-5EA504AD9DA0}"/>
              </a:ext>
            </a:extLst>
          </p:cNvPr>
          <p:cNvSpPr>
            <a:spLocks noGrp="1"/>
          </p:cNvSpPr>
          <p:nvPr/>
        </p:nvSpPr>
        <p:spPr>
          <a:xfrm>
            <a:off x="2999764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0" name="F2_precision_recall_distributions_6424">
            <a:extLst>
              <a:ext uri="{FF2B5EF4-FFF2-40B4-BE49-F238E27FC236}">
                <a16:creationId xmlns:a16="http://schemas.microsoft.com/office/drawing/2014/main" id="{F59EC648-FFF0-4DCD-89C7-1F78D20CC9E2}"/>
              </a:ext>
            </a:extLst>
          </p:cNvPr>
          <p:cNvSpPr>
            <a:spLocks noGrp="1"/>
          </p:cNvSpPr>
          <p:nvPr/>
        </p:nvSpPr>
        <p:spPr>
          <a:xfrm>
            <a:off x="316912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1" name="F2_precision_recall_distributions_6425">
            <a:extLst>
              <a:ext uri="{FF2B5EF4-FFF2-40B4-BE49-F238E27FC236}">
                <a16:creationId xmlns:a16="http://schemas.microsoft.com/office/drawing/2014/main" id="{5A1FB695-9428-498C-BF78-8BB31A13F69F}"/>
              </a:ext>
            </a:extLst>
          </p:cNvPr>
          <p:cNvSpPr>
            <a:spLocks noGrp="1"/>
          </p:cNvSpPr>
          <p:nvPr/>
        </p:nvSpPr>
        <p:spPr>
          <a:xfrm>
            <a:off x="292060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2" name="F2_precision_recall_distributions_6426">
            <a:extLst>
              <a:ext uri="{FF2B5EF4-FFF2-40B4-BE49-F238E27FC236}">
                <a16:creationId xmlns:a16="http://schemas.microsoft.com/office/drawing/2014/main" id="{106A4ACF-449E-4A51-BF70-9A044B7B7C9E}"/>
              </a:ext>
            </a:extLst>
          </p:cNvPr>
          <p:cNvSpPr>
            <a:spLocks noGrp="1"/>
          </p:cNvSpPr>
          <p:nvPr/>
        </p:nvSpPr>
        <p:spPr>
          <a:xfrm>
            <a:off x="315650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3" name="F2_precision_recall_distributions_6427">
            <a:extLst>
              <a:ext uri="{FF2B5EF4-FFF2-40B4-BE49-F238E27FC236}">
                <a16:creationId xmlns:a16="http://schemas.microsoft.com/office/drawing/2014/main" id="{A5D47B00-87C4-4259-8A7C-1780C8B197DC}"/>
              </a:ext>
            </a:extLst>
          </p:cNvPr>
          <p:cNvSpPr>
            <a:spLocks noGrp="1"/>
          </p:cNvSpPr>
          <p:nvPr/>
        </p:nvSpPr>
        <p:spPr>
          <a:xfrm>
            <a:off x="293877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4" name="F2_precision_recall_distributions_6428">
            <a:extLst>
              <a:ext uri="{FF2B5EF4-FFF2-40B4-BE49-F238E27FC236}">
                <a16:creationId xmlns:a16="http://schemas.microsoft.com/office/drawing/2014/main" id="{F2911546-EF6F-4F13-B261-3CFDCF33B757}"/>
              </a:ext>
            </a:extLst>
          </p:cNvPr>
          <p:cNvSpPr>
            <a:spLocks noGrp="1"/>
          </p:cNvSpPr>
          <p:nvPr/>
        </p:nvSpPr>
        <p:spPr>
          <a:xfrm>
            <a:off x="30504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5" name="F2_precision_recall_distributions_6429">
            <a:extLst>
              <a:ext uri="{FF2B5EF4-FFF2-40B4-BE49-F238E27FC236}">
                <a16:creationId xmlns:a16="http://schemas.microsoft.com/office/drawing/2014/main" id="{B4D09CB8-F89D-45DD-8DC7-3A6CBC12B860}"/>
              </a:ext>
            </a:extLst>
          </p:cNvPr>
          <p:cNvSpPr>
            <a:spLocks noGrp="1"/>
          </p:cNvSpPr>
          <p:nvPr/>
        </p:nvSpPr>
        <p:spPr>
          <a:xfrm>
            <a:off x="312774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6" name="F2_precision_recall_distributions_6430">
            <a:extLst>
              <a:ext uri="{FF2B5EF4-FFF2-40B4-BE49-F238E27FC236}">
                <a16:creationId xmlns:a16="http://schemas.microsoft.com/office/drawing/2014/main" id="{8A523A1C-1189-4E75-8D92-3824405FE482}"/>
              </a:ext>
            </a:extLst>
          </p:cNvPr>
          <p:cNvSpPr>
            <a:spLocks noGrp="1"/>
          </p:cNvSpPr>
          <p:nvPr/>
        </p:nvSpPr>
        <p:spPr>
          <a:xfrm>
            <a:off x="292442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7" name="F2_precision_recall_distributions_6431">
            <a:extLst>
              <a:ext uri="{FF2B5EF4-FFF2-40B4-BE49-F238E27FC236}">
                <a16:creationId xmlns:a16="http://schemas.microsoft.com/office/drawing/2014/main" id="{453EBBC5-6B30-4109-A0A6-12FACF5AD330}"/>
              </a:ext>
            </a:extLst>
          </p:cNvPr>
          <p:cNvSpPr>
            <a:spLocks noGrp="1"/>
          </p:cNvSpPr>
          <p:nvPr/>
        </p:nvSpPr>
        <p:spPr>
          <a:xfrm>
            <a:off x="3076719" y="5654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8" name="F2_precision_recall_distributions_6432">
            <a:extLst>
              <a:ext uri="{FF2B5EF4-FFF2-40B4-BE49-F238E27FC236}">
                <a16:creationId xmlns:a16="http://schemas.microsoft.com/office/drawing/2014/main" id="{61AC9ADB-B3E1-4B76-9FC4-4610E27ED2DB}"/>
              </a:ext>
            </a:extLst>
          </p:cNvPr>
          <p:cNvSpPr>
            <a:spLocks noGrp="1"/>
          </p:cNvSpPr>
          <p:nvPr/>
        </p:nvSpPr>
        <p:spPr>
          <a:xfrm>
            <a:off x="298802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19" name="F2_precision_recall_distributions_6433">
            <a:extLst>
              <a:ext uri="{FF2B5EF4-FFF2-40B4-BE49-F238E27FC236}">
                <a16:creationId xmlns:a16="http://schemas.microsoft.com/office/drawing/2014/main" id="{0E208FEE-4E50-4464-8FEA-F63FF0E80C52}"/>
              </a:ext>
            </a:extLst>
          </p:cNvPr>
          <p:cNvSpPr>
            <a:spLocks noGrp="1"/>
          </p:cNvSpPr>
          <p:nvPr/>
        </p:nvSpPr>
        <p:spPr>
          <a:xfrm>
            <a:off x="290716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0" name="F2_precision_recall_distributions_6434">
            <a:extLst>
              <a:ext uri="{FF2B5EF4-FFF2-40B4-BE49-F238E27FC236}">
                <a16:creationId xmlns:a16="http://schemas.microsoft.com/office/drawing/2014/main" id="{659B3DC1-8863-4C99-8A3D-B0D66ABCBE7D}"/>
              </a:ext>
            </a:extLst>
          </p:cNvPr>
          <p:cNvSpPr>
            <a:spLocks noGrp="1"/>
          </p:cNvSpPr>
          <p:nvPr/>
        </p:nvSpPr>
        <p:spPr>
          <a:xfrm>
            <a:off x="2834125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1" name="F2_precision_recall_distributions_6435">
            <a:extLst>
              <a:ext uri="{FF2B5EF4-FFF2-40B4-BE49-F238E27FC236}">
                <a16:creationId xmlns:a16="http://schemas.microsoft.com/office/drawing/2014/main" id="{378DA012-8A89-4402-9757-F01E6B521366}"/>
              </a:ext>
            </a:extLst>
          </p:cNvPr>
          <p:cNvSpPr>
            <a:spLocks noGrp="1"/>
          </p:cNvSpPr>
          <p:nvPr/>
        </p:nvSpPr>
        <p:spPr>
          <a:xfrm>
            <a:off x="318045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2" name="F2_precision_recall_distributions_6436">
            <a:extLst>
              <a:ext uri="{FF2B5EF4-FFF2-40B4-BE49-F238E27FC236}">
                <a16:creationId xmlns:a16="http://schemas.microsoft.com/office/drawing/2014/main" id="{A5FEB59C-5E7E-40C1-89FD-12DD37C81E27}"/>
              </a:ext>
            </a:extLst>
          </p:cNvPr>
          <p:cNvSpPr>
            <a:spLocks noGrp="1"/>
          </p:cNvSpPr>
          <p:nvPr/>
        </p:nvSpPr>
        <p:spPr>
          <a:xfrm>
            <a:off x="303129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3" name="F2_precision_recall_distributions_6437">
            <a:extLst>
              <a:ext uri="{FF2B5EF4-FFF2-40B4-BE49-F238E27FC236}">
                <a16:creationId xmlns:a16="http://schemas.microsoft.com/office/drawing/2014/main" id="{810DB7DC-A5EF-43A0-89F8-07952F078037}"/>
              </a:ext>
            </a:extLst>
          </p:cNvPr>
          <p:cNvSpPr>
            <a:spLocks noGrp="1"/>
          </p:cNvSpPr>
          <p:nvPr/>
        </p:nvSpPr>
        <p:spPr>
          <a:xfrm>
            <a:off x="312039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4" name="F2_precision_recall_distributions_6438">
            <a:extLst>
              <a:ext uri="{FF2B5EF4-FFF2-40B4-BE49-F238E27FC236}">
                <a16:creationId xmlns:a16="http://schemas.microsoft.com/office/drawing/2014/main" id="{CC4E6B26-B27F-4F4A-B015-E4F8AD0771AA}"/>
              </a:ext>
            </a:extLst>
          </p:cNvPr>
          <p:cNvSpPr>
            <a:spLocks noGrp="1"/>
          </p:cNvSpPr>
          <p:nvPr/>
        </p:nvSpPr>
        <p:spPr>
          <a:xfrm>
            <a:off x="308107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5" name="F2_precision_recall_distributions_6439">
            <a:extLst>
              <a:ext uri="{FF2B5EF4-FFF2-40B4-BE49-F238E27FC236}">
                <a16:creationId xmlns:a16="http://schemas.microsoft.com/office/drawing/2014/main" id="{02BDEC41-37E4-4504-81E0-468AD216FFC5}"/>
              </a:ext>
            </a:extLst>
          </p:cNvPr>
          <p:cNvSpPr>
            <a:spLocks noGrp="1"/>
          </p:cNvSpPr>
          <p:nvPr/>
        </p:nvSpPr>
        <p:spPr>
          <a:xfrm>
            <a:off x="31120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6" name="F2_precision_recall_distributions_6440">
            <a:extLst>
              <a:ext uri="{FF2B5EF4-FFF2-40B4-BE49-F238E27FC236}">
                <a16:creationId xmlns:a16="http://schemas.microsoft.com/office/drawing/2014/main" id="{E7783157-A773-459C-9B74-3F6613EDB405}"/>
              </a:ext>
            </a:extLst>
          </p:cNvPr>
          <p:cNvSpPr>
            <a:spLocks noGrp="1"/>
          </p:cNvSpPr>
          <p:nvPr/>
        </p:nvSpPr>
        <p:spPr>
          <a:xfrm>
            <a:off x="289321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7" name="F2_precision_recall_distributions_6441">
            <a:extLst>
              <a:ext uri="{FF2B5EF4-FFF2-40B4-BE49-F238E27FC236}">
                <a16:creationId xmlns:a16="http://schemas.microsoft.com/office/drawing/2014/main" id="{02CEC380-510C-4C66-9D98-46EE0ACD8F0D}"/>
              </a:ext>
            </a:extLst>
          </p:cNvPr>
          <p:cNvSpPr>
            <a:spLocks noGrp="1"/>
          </p:cNvSpPr>
          <p:nvPr/>
        </p:nvSpPr>
        <p:spPr>
          <a:xfrm>
            <a:off x="3011017" y="56295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8" name="F2_precision_recall_distributions_6442">
            <a:extLst>
              <a:ext uri="{FF2B5EF4-FFF2-40B4-BE49-F238E27FC236}">
                <a16:creationId xmlns:a16="http://schemas.microsoft.com/office/drawing/2014/main" id="{527FD84D-992B-48C4-9D16-260FDB5F13A7}"/>
              </a:ext>
            </a:extLst>
          </p:cNvPr>
          <p:cNvSpPr>
            <a:spLocks noGrp="1"/>
          </p:cNvSpPr>
          <p:nvPr/>
        </p:nvSpPr>
        <p:spPr>
          <a:xfrm>
            <a:off x="3131390" y="59376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29" name="F2_precision_recall_distributions_6443">
            <a:extLst>
              <a:ext uri="{FF2B5EF4-FFF2-40B4-BE49-F238E27FC236}">
                <a16:creationId xmlns:a16="http://schemas.microsoft.com/office/drawing/2014/main" id="{67DE7C19-1EFF-43C2-8C76-61FDA87F5F20}"/>
              </a:ext>
            </a:extLst>
          </p:cNvPr>
          <p:cNvSpPr>
            <a:spLocks noGrp="1"/>
          </p:cNvSpPr>
          <p:nvPr/>
        </p:nvSpPr>
        <p:spPr>
          <a:xfrm>
            <a:off x="31771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0" name="F2_precision_recall_distributions_6444">
            <a:extLst>
              <a:ext uri="{FF2B5EF4-FFF2-40B4-BE49-F238E27FC236}">
                <a16:creationId xmlns:a16="http://schemas.microsoft.com/office/drawing/2014/main" id="{8E9568D9-D8EC-4BE6-8501-8CA01213990C}"/>
              </a:ext>
            </a:extLst>
          </p:cNvPr>
          <p:cNvSpPr>
            <a:spLocks noGrp="1"/>
          </p:cNvSpPr>
          <p:nvPr/>
        </p:nvSpPr>
        <p:spPr>
          <a:xfrm>
            <a:off x="300919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1" name="F2_precision_recall_distributions_6445">
            <a:extLst>
              <a:ext uri="{FF2B5EF4-FFF2-40B4-BE49-F238E27FC236}">
                <a16:creationId xmlns:a16="http://schemas.microsoft.com/office/drawing/2014/main" id="{97FDA5AB-CE53-47D1-9643-4D788D87A294}"/>
              </a:ext>
            </a:extLst>
          </p:cNvPr>
          <p:cNvSpPr>
            <a:spLocks noGrp="1"/>
          </p:cNvSpPr>
          <p:nvPr/>
        </p:nvSpPr>
        <p:spPr>
          <a:xfrm>
            <a:off x="284392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2" name="F2_precision_recall_distributions_6446">
            <a:extLst>
              <a:ext uri="{FF2B5EF4-FFF2-40B4-BE49-F238E27FC236}">
                <a16:creationId xmlns:a16="http://schemas.microsoft.com/office/drawing/2014/main" id="{B4FC61E2-D6A9-4D57-960E-273622BD21E6}"/>
              </a:ext>
            </a:extLst>
          </p:cNvPr>
          <p:cNvSpPr>
            <a:spLocks noGrp="1"/>
          </p:cNvSpPr>
          <p:nvPr/>
        </p:nvSpPr>
        <p:spPr>
          <a:xfrm>
            <a:off x="30532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3" name="F2_precision_recall_distributions_6447">
            <a:extLst>
              <a:ext uri="{FF2B5EF4-FFF2-40B4-BE49-F238E27FC236}">
                <a16:creationId xmlns:a16="http://schemas.microsoft.com/office/drawing/2014/main" id="{48B4E985-4B69-46EB-8A24-EE9ECAD9219A}"/>
              </a:ext>
            </a:extLst>
          </p:cNvPr>
          <p:cNvSpPr>
            <a:spLocks noGrp="1"/>
          </p:cNvSpPr>
          <p:nvPr/>
        </p:nvSpPr>
        <p:spPr>
          <a:xfrm>
            <a:off x="282492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4" name="F2_precision_recall_distributions_6448">
            <a:extLst>
              <a:ext uri="{FF2B5EF4-FFF2-40B4-BE49-F238E27FC236}">
                <a16:creationId xmlns:a16="http://schemas.microsoft.com/office/drawing/2014/main" id="{DF9723C7-9BC2-4F2C-80FA-DF100E6A553F}"/>
              </a:ext>
            </a:extLst>
          </p:cNvPr>
          <p:cNvSpPr>
            <a:spLocks noGrp="1"/>
          </p:cNvSpPr>
          <p:nvPr/>
        </p:nvSpPr>
        <p:spPr>
          <a:xfrm>
            <a:off x="3076356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5" name="F2_precision_recall_distributions_6449">
            <a:extLst>
              <a:ext uri="{FF2B5EF4-FFF2-40B4-BE49-F238E27FC236}">
                <a16:creationId xmlns:a16="http://schemas.microsoft.com/office/drawing/2014/main" id="{BA105D7A-87EC-4B05-8D91-2B9B56892D07}"/>
              </a:ext>
            </a:extLst>
          </p:cNvPr>
          <p:cNvSpPr>
            <a:spLocks noGrp="1"/>
          </p:cNvSpPr>
          <p:nvPr/>
        </p:nvSpPr>
        <p:spPr>
          <a:xfrm>
            <a:off x="306836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6" name="F2_precision_recall_distributions_6450">
            <a:extLst>
              <a:ext uri="{FF2B5EF4-FFF2-40B4-BE49-F238E27FC236}">
                <a16:creationId xmlns:a16="http://schemas.microsoft.com/office/drawing/2014/main" id="{9E0817E2-A23A-4551-91A3-6D68FEAFBB2E}"/>
              </a:ext>
            </a:extLst>
          </p:cNvPr>
          <p:cNvSpPr>
            <a:spLocks noGrp="1"/>
          </p:cNvSpPr>
          <p:nvPr/>
        </p:nvSpPr>
        <p:spPr>
          <a:xfrm>
            <a:off x="303738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7" name="F2_precision_recall_distributions_6451">
            <a:extLst>
              <a:ext uri="{FF2B5EF4-FFF2-40B4-BE49-F238E27FC236}">
                <a16:creationId xmlns:a16="http://schemas.microsoft.com/office/drawing/2014/main" id="{969F299B-6B4B-43A7-98B7-56A705D37F64}"/>
              </a:ext>
            </a:extLst>
          </p:cNvPr>
          <p:cNvSpPr>
            <a:spLocks noGrp="1"/>
          </p:cNvSpPr>
          <p:nvPr/>
        </p:nvSpPr>
        <p:spPr>
          <a:xfrm>
            <a:off x="3116201" y="601417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8" name="F2_precision_recall_distributions_6452">
            <a:extLst>
              <a:ext uri="{FF2B5EF4-FFF2-40B4-BE49-F238E27FC236}">
                <a16:creationId xmlns:a16="http://schemas.microsoft.com/office/drawing/2014/main" id="{C5EA3DF1-4A88-4B7C-BB1B-14A4C6DD83F3}"/>
              </a:ext>
            </a:extLst>
          </p:cNvPr>
          <p:cNvSpPr>
            <a:spLocks noGrp="1"/>
          </p:cNvSpPr>
          <p:nvPr/>
        </p:nvSpPr>
        <p:spPr>
          <a:xfrm>
            <a:off x="2877018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39" name="F2_precision_recall_distributions_6453">
            <a:extLst>
              <a:ext uri="{FF2B5EF4-FFF2-40B4-BE49-F238E27FC236}">
                <a16:creationId xmlns:a16="http://schemas.microsoft.com/office/drawing/2014/main" id="{838AC2FE-F36C-4367-ACB8-70432D3F71E9}"/>
              </a:ext>
            </a:extLst>
          </p:cNvPr>
          <p:cNvSpPr>
            <a:spLocks noGrp="1"/>
          </p:cNvSpPr>
          <p:nvPr/>
        </p:nvSpPr>
        <p:spPr>
          <a:xfrm>
            <a:off x="2960965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0" name="F2_precision_recall_distributions_6454">
            <a:extLst>
              <a:ext uri="{FF2B5EF4-FFF2-40B4-BE49-F238E27FC236}">
                <a16:creationId xmlns:a16="http://schemas.microsoft.com/office/drawing/2014/main" id="{48C9CA9B-8229-4410-A715-6CCF379B89E7}"/>
              </a:ext>
            </a:extLst>
          </p:cNvPr>
          <p:cNvSpPr>
            <a:spLocks noGrp="1"/>
          </p:cNvSpPr>
          <p:nvPr/>
        </p:nvSpPr>
        <p:spPr>
          <a:xfrm>
            <a:off x="298120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1" name="F2_precision_recall_distributions_6455">
            <a:extLst>
              <a:ext uri="{FF2B5EF4-FFF2-40B4-BE49-F238E27FC236}">
                <a16:creationId xmlns:a16="http://schemas.microsoft.com/office/drawing/2014/main" id="{B79EE4AB-84EF-45B7-980D-5C85DBDA970C}"/>
              </a:ext>
            </a:extLst>
          </p:cNvPr>
          <p:cNvSpPr>
            <a:spLocks noGrp="1"/>
          </p:cNvSpPr>
          <p:nvPr/>
        </p:nvSpPr>
        <p:spPr>
          <a:xfrm>
            <a:off x="28184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2" name="F2_precision_recall_distributions_6456">
            <a:extLst>
              <a:ext uri="{FF2B5EF4-FFF2-40B4-BE49-F238E27FC236}">
                <a16:creationId xmlns:a16="http://schemas.microsoft.com/office/drawing/2014/main" id="{C47711A2-D253-4BB6-AB95-1F5CEC56D270}"/>
              </a:ext>
            </a:extLst>
          </p:cNvPr>
          <p:cNvSpPr>
            <a:spLocks noGrp="1"/>
          </p:cNvSpPr>
          <p:nvPr/>
        </p:nvSpPr>
        <p:spPr>
          <a:xfrm>
            <a:off x="288076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3" name="F2_precision_recall_distributions_6457">
            <a:extLst>
              <a:ext uri="{FF2B5EF4-FFF2-40B4-BE49-F238E27FC236}">
                <a16:creationId xmlns:a16="http://schemas.microsoft.com/office/drawing/2014/main" id="{72986890-6FBE-46CE-B466-5E8ABF8D9766}"/>
              </a:ext>
            </a:extLst>
          </p:cNvPr>
          <p:cNvSpPr>
            <a:spLocks noGrp="1"/>
          </p:cNvSpPr>
          <p:nvPr/>
        </p:nvSpPr>
        <p:spPr>
          <a:xfrm>
            <a:off x="287882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4" name="F2_precision_recall_distributions_6458">
            <a:extLst>
              <a:ext uri="{FF2B5EF4-FFF2-40B4-BE49-F238E27FC236}">
                <a16:creationId xmlns:a16="http://schemas.microsoft.com/office/drawing/2014/main" id="{CBD2CF2C-DBDF-4121-A2F8-B913DA86DB69}"/>
              </a:ext>
            </a:extLst>
          </p:cNvPr>
          <p:cNvSpPr>
            <a:spLocks noGrp="1"/>
          </p:cNvSpPr>
          <p:nvPr/>
        </p:nvSpPr>
        <p:spPr>
          <a:xfrm>
            <a:off x="288992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5" name="F2_precision_recall_distributions_6459">
            <a:extLst>
              <a:ext uri="{FF2B5EF4-FFF2-40B4-BE49-F238E27FC236}">
                <a16:creationId xmlns:a16="http://schemas.microsoft.com/office/drawing/2014/main" id="{4FE10EAC-EC30-48CA-9849-4C553E5723C7}"/>
              </a:ext>
            </a:extLst>
          </p:cNvPr>
          <p:cNvSpPr>
            <a:spLocks noGrp="1"/>
          </p:cNvSpPr>
          <p:nvPr/>
        </p:nvSpPr>
        <p:spPr>
          <a:xfrm>
            <a:off x="3168896" y="59476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6" name="F2_precision_recall_distributions_6460">
            <a:extLst>
              <a:ext uri="{FF2B5EF4-FFF2-40B4-BE49-F238E27FC236}">
                <a16:creationId xmlns:a16="http://schemas.microsoft.com/office/drawing/2014/main" id="{31883905-55CB-4E71-BC58-39255750CF28}"/>
              </a:ext>
            </a:extLst>
          </p:cNvPr>
          <p:cNvSpPr>
            <a:spLocks noGrp="1"/>
          </p:cNvSpPr>
          <p:nvPr/>
        </p:nvSpPr>
        <p:spPr>
          <a:xfrm>
            <a:off x="296807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7" name="F2_precision_recall_distributions_6461">
            <a:extLst>
              <a:ext uri="{FF2B5EF4-FFF2-40B4-BE49-F238E27FC236}">
                <a16:creationId xmlns:a16="http://schemas.microsoft.com/office/drawing/2014/main" id="{478181A8-8D2E-4680-B130-CC1934DCDA7F}"/>
              </a:ext>
            </a:extLst>
          </p:cNvPr>
          <p:cNvSpPr>
            <a:spLocks noGrp="1"/>
          </p:cNvSpPr>
          <p:nvPr/>
        </p:nvSpPr>
        <p:spPr>
          <a:xfrm>
            <a:off x="285359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8" name="F2_precision_recall_distributions_6462">
            <a:extLst>
              <a:ext uri="{FF2B5EF4-FFF2-40B4-BE49-F238E27FC236}">
                <a16:creationId xmlns:a16="http://schemas.microsoft.com/office/drawing/2014/main" id="{6A7B6842-9CAE-4F04-9C74-E1B9B3463DCB}"/>
              </a:ext>
            </a:extLst>
          </p:cNvPr>
          <p:cNvSpPr>
            <a:spLocks noGrp="1"/>
          </p:cNvSpPr>
          <p:nvPr/>
        </p:nvSpPr>
        <p:spPr>
          <a:xfrm>
            <a:off x="287033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49" name="F2_precision_recall_distributions_6463">
            <a:extLst>
              <a:ext uri="{FF2B5EF4-FFF2-40B4-BE49-F238E27FC236}">
                <a16:creationId xmlns:a16="http://schemas.microsoft.com/office/drawing/2014/main" id="{2004622A-224B-4F87-93B4-A869ADA7F7E0}"/>
              </a:ext>
            </a:extLst>
          </p:cNvPr>
          <p:cNvSpPr>
            <a:spLocks noGrp="1"/>
          </p:cNvSpPr>
          <p:nvPr/>
        </p:nvSpPr>
        <p:spPr>
          <a:xfrm>
            <a:off x="303517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0" name="F2_precision_recall_distributions_6464">
            <a:extLst>
              <a:ext uri="{FF2B5EF4-FFF2-40B4-BE49-F238E27FC236}">
                <a16:creationId xmlns:a16="http://schemas.microsoft.com/office/drawing/2014/main" id="{CC75B615-6BE4-4942-9725-C04DC37A2738}"/>
              </a:ext>
            </a:extLst>
          </p:cNvPr>
          <p:cNvSpPr>
            <a:spLocks noGrp="1"/>
          </p:cNvSpPr>
          <p:nvPr/>
        </p:nvSpPr>
        <p:spPr>
          <a:xfrm>
            <a:off x="3165969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1" name="F2_precision_recall_distributions_6465">
            <a:extLst>
              <a:ext uri="{FF2B5EF4-FFF2-40B4-BE49-F238E27FC236}">
                <a16:creationId xmlns:a16="http://schemas.microsoft.com/office/drawing/2014/main" id="{4FD5336C-628A-4616-965F-1406BF86E2FA}"/>
              </a:ext>
            </a:extLst>
          </p:cNvPr>
          <p:cNvSpPr>
            <a:spLocks noGrp="1"/>
          </p:cNvSpPr>
          <p:nvPr/>
        </p:nvSpPr>
        <p:spPr>
          <a:xfrm>
            <a:off x="288159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2" name="F2_precision_recall_distributions_6466">
            <a:extLst>
              <a:ext uri="{FF2B5EF4-FFF2-40B4-BE49-F238E27FC236}">
                <a16:creationId xmlns:a16="http://schemas.microsoft.com/office/drawing/2014/main" id="{44BD8512-7295-4E4A-B288-65FE8C37D0B8}"/>
              </a:ext>
            </a:extLst>
          </p:cNvPr>
          <p:cNvSpPr>
            <a:spLocks noGrp="1"/>
          </p:cNvSpPr>
          <p:nvPr/>
        </p:nvSpPr>
        <p:spPr>
          <a:xfrm>
            <a:off x="2831004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3" name="F2_precision_recall_distributions_6467">
            <a:extLst>
              <a:ext uri="{FF2B5EF4-FFF2-40B4-BE49-F238E27FC236}">
                <a16:creationId xmlns:a16="http://schemas.microsoft.com/office/drawing/2014/main" id="{9C217E43-F891-482A-90D9-39524C9D9674}"/>
              </a:ext>
            </a:extLst>
          </p:cNvPr>
          <p:cNvSpPr>
            <a:spLocks noGrp="1"/>
          </p:cNvSpPr>
          <p:nvPr/>
        </p:nvSpPr>
        <p:spPr>
          <a:xfrm>
            <a:off x="282262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4" name="F2_precision_recall_distributions_6468">
            <a:extLst>
              <a:ext uri="{FF2B5EF4-FFF2-40B4-BE49-F238E27FC236}">
                <a16:creationId xmlns:a16="http://schemas.microsoft.com/office/drawing/2014/main" id="{C1E2B844-4C23-44C7-AE47-3B5F18192D4E}"/>
              </a:ext>
            </a:extLst>
          </p:cNvPr>
          <p:cNvSpPr>
            <a:spLocks noGrp="1"/>
          </p:cNvSpPr>
          <p:nvPr/>
        </p:nvSpPr>
        <p:spPr>
          <a:xfrm>
            <a:off x="3091435" y="59753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5" name="F2_precision_recall_distributions_6469">
            <a:extLst>
              <a:ext uri="{FF2B5EF4-FFF2-40B4-BE49-F238E27FC236}">
                <a16:creationId xmlns:a16="http://schemas.microsoft.com/office/drawing/2014/main" id="{FC46EFDD-88B1-48F4-9270-1C4A986690F7}"/>
              </a:ext>
            </a:extLst>
          </p:cNvPr>
          <p:cNvSpPr>
            <a:spLocks noGrp="1"/>
          </p:cNvSpPr>
          <p:nvPr/>
        </p:nvSpPr>
        <p:spPr>
          <a:xfrm>
            <a:off x="288819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6" name="F2_precision_recall_distributions_6470">
            <a:extLst>
              <a:ext uri="{FF2B5EF4-FFF2-40B4-BE49-F238E27FC236}">
                <a16:creationId xmlns:a16="http://schemas.microsoft.com/office/drawing/2014/main" id="{EB68A327-D518-499D-97E5-B0676D0ACACB}"/>
              </a:ext>
            </a:extLst>
          </p:cNvPr>
          <p:cNvSpPr>
            <a:spLocks noGrp="1"/>
          </p:cNvSpPr>
          <p:nvPr/>
        </p:nvSpPr>
        <p:spPr>
          <a:xfrm>
            <a:off x="316807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7" name="F2_precision_recall_distributions_6471">
            <a:extLst>
              <a:ext uri="{FF2B5EF4-FFF2-40B4-BE49-F238E27FC236}">
                <a16:creationId xmlns:a16="http://schemas.microsoft.com/office/drawing/2014/main" id="{51E789A8-1255-4C45-852F-B1D09AF45BEA}"/>
              </a:ext>
            </a:extLst>
          </p:cNvPr>
          <p:cNvSpPr>
            <a:spLocks noGrp="1"/>
          </p:cNvSpPr>
          <p:nvPr/>
        </p:nvSpPr>
        <p:spPr>
          <a:xfrm>
            <a:off x="31871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8" name="F2_precision_recall_distributions_6472">
            <a:extLst>
              <a:ext uri="{FF2B5EF4-FFF2-40B4-BE49-F238E27FC236}">
                <a16:creationId xmlns:a16="http://schemas.microsoft.com/office/drawing/2014/main" id="{AD4F2B7D-4822-4EFE-8F43-A0EB3F968D9C}"/>
              </a:ext>
            </a:extLst>
          </p:cNvPr>
          <p:cNvSpPr>
            <a:spLocks noGrp="1"/>
          </p:cNvSpPr>
          <p:nvPr/>
        </p:nvSpPr>
        <p:spPr>
          <a:xfrm>
            <a:off x="289846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59" name="F2_precision_recall_distributions_6473">
            <a:extLst>
              <a:ext uri="{FF2B5EF4-FFF2-40B4-BE49-F238E27FC236}">
                <a16:creationId xmlns:a16="http://schemas.microsoft.com/office/drawing/2014/main" id="{7F5380E0-91A1-40FF-841E-5EF00FF09225}"/>
              </a:ext>
            </a:extLst>
          </p:cNvPr>
          <p:cNvSpPr>
            <a:spLocks noGrp="1"/>
          </p:cNvSpPr>
          <p:nvPr/>
        </p:nvSpPr>
        <p:spPr>
          <a:xfrm>
            <a:off x="3138308" y="59178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0" name="F2_precision_recall_distributions_6474">
            <a:extLst>
              <a:ext uri="{FF2B5EF4-FFF2-40B4-BE49-F238E27FC236}">
                <a16:creationId xmlns:a16="http://schemas.microsoft.com/office/drawing/2014/main" id="{61F85A81-FE85-40C0-8A96-F04E72FD4FA8}"/>
              </a:ext>
            </a:extLst>
          </p:cNvPr>
          <p:cNvSpPr>
            <a:spLocks noGrp="1"/>
          </p:cNvSpPr>
          <p:nvPr/>
        </p:nvSpPr>
        <p:spPr>
          <a:xfrm>
            <a:off x="313758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1" name="F2_precision_recall_distributions_6475">
            <a:extLst>
              <a:ext uri="{FF2B5EF4-FFF2-40B4-BE49-F238E27FC236}">
                <a16:creationId xmlns:a16="http://schemas.microsoft.com/office/drawing/2014/main" id="{13C23EC2-7523-4A7F-BE2E-2E368062D8C9}"/>
              </a:ext>
            </a:extLst>
          </p:cNvPr>
          <p:cNvSpPr>
            <a:spLocks noGrp="1"/>
          </p:cNvSpPr>
          <p:nvPr/>
        </p:nvSpPr>
        <p:spPr>
          <a:xfrm>
            <a:off x="3102376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2" name="F2_precision_recall_distributions_6476">
            <a:extLst>
              <a:ext uri="{FF2B5EF4-FFF2-40B4-BE49-F238E27FC236}">
                <a16:creationId xmlns:a16="http://schemas.microsoft.com/office/drawing/2014/main" id="{7D8803B9-AA97-4CAA-A2E2-D04A1338DB75}"/>
              </a:ext>
            </a:extLst>
          </p:cNvPr>
          <p:cNvSpPr>
            <a:spLocks noGrp="1"/>
          </p:cNvSpPr>
          <p:nvPr/>
        </p:nvSpPr>
        <p:spPr>
          <a:xfrm>
            <a:off x="296948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3" name="F2_precision_recall_distributions_6477">
            <a:extLst>
              <a:ext uri="{FF2B5EF4-FFF2-40B4-BE49-F238E27FC236}">
                <a16:creationId xmlns:a16="http://schemas.microsoft.com/office/drawing/2014/main" id="{5C1AE179-67E2-4659-83BA-B304498DF9FD}"/>
              </a:ext>
            </a:extLst>
          </p:cNvPr>
          <p:cNvSpPr>
            <a:spLocks noGrp="1"/>
          </p:cNvSpPr>
          <p:nvPr/>
        </p:nvSpPr>
        <p:spPr>
          <a:xfrm>
            <a:off x="29765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4" name="F2_precision_recall_distributions_6478">
            <a:extLst>
              <a:ext uri="{FF2B5EF4-FFF2-40B4-BE49-F238E27FC236}">
                <a16:creationId xmlns:a16="http://schemas.microsoft.com/office/drawing/2014/main" id="{025527F4-0F2F-4058-ACA6-9A2B524079A0}"/>
              </a:ext>
            </a:extLst>
          </p:cNvPr>
          <p:cNvSpPr>
            <a:spLocks noGrp="1"/>
          </p:cNvSpPr>
          <p:nvPr/>
        </p:nvSpPr>
        <p:spPr>
          <a:xfrm>
            <a:off x="2881909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5" name="F2_precision_recall_distributions_6479">
            <a:extLst>
              <a:ext uri="{FF2B5EF4-FFF2-40B4-BE49-F238E27FC236}">
                <a16:creationId xmlns:a16="http://schemas.microsoft.com/office/drawing/2014/main" id="{823A2CBB-5948-44B2-8973-0196BE5B4E72}"/>
              </a:ext>
            </a:extLst>
          </p:cNvPr>
          <p:cNvSpPr>
            <a:spLocks noGrp="1"/>
          </p:cNvSpPr>
          <p:nvPr/>
        </p:nvSpPr>
        <p:spPr>
          <a:xfrm>
            <a:off x="286833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6" name="F2_precision_recall_distributions_6480">
            <a:extLst>
              <a:ext uri="{FF2B5EF4-FFF2-40B4-BE49-F238E27FC236}">
                <a16:creationId xmlns:a16="http://schemas.microsoft.com/office/drawing/2014/main" id="{827DF17D-1566-4E08-860E-316BC728C8FB}"/>
              </a:ext>
            </a:extLst>
          </p:cNvPr>
          <p:cNvSpPr>
            <a:spLocks noGrp="1"/>
          </p:cNvSpPr>
          <p:nvPr/>
        </p:nvSpPr>
        <p:spPr>
          <a:xfrm>
            <a:off x="283525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7" name="F2_precision_recall_distributions_6481">
            <a:extLst>
              <a:ext uri="{FF2B5EF4-FFF2-40B4-BE49-F238E27FC236}">
                <a16:creationId xmlns:a16="http://schemas.microsoft.com/office/drawing/2014/main" id="{0CE5BA31-6454-4103-8412-760D232969B2}"/>
              </a:ext>
            </a:extLst>
          </p:cNvPr>
          <p:cNvSpPr>
            <a:spLocks noGrp="1"/>
          </p:cNvSpPr>
          <p:nvPr/>
        </p:nvSpPr>
        <p:spPr>
          <a:xfrm>
            <a:off x="287330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8" name="F2_precision_recall_distributions_6482">
            <a:extLst>
              <a:ext uri="{FF2B5EF4-FFF2-40B4-BE49-F238E27FC236}">
                <a16:creationId xmlns:a16="http://schemas.microsoft.com/office/drawing/2014/main" id="{2CC6451E-AC05-4F65-9E9B-C126A80BD7AD}"/>
              </a:ext>
            </a:extLst>
          </p:cNvPr>
          <p:cNvSpPr>
            <a:spLocks noGrp="1"/>
          </p:cNvSpPr>
          <p:nvPr/>
        </p:nvSpPr>
        <p:spPr>
          <a:xfrm>
            <a:off x="301282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69" name="F2_precision_recall_distributions_6483">
            <a:extLst>
              <a:ext uri="{FF2B5EF4-FFF2-40B4-BE49-F238E27FC236}">
                <a16:creationId xmlns:a16="http://schemas.microsoft.com/office/drawing/2014/main" id="{EC86F179-2E6F-4DB4-AFBF-06AA022E5090}"/>
              </a:ext>
            </a:extLst>
          </p:cNvPr>
          <p:cNvSpPr>
            <a:spLocks noGrp="1"/>
          </p:cNvSpPr>
          <p:nvPr/>
        </p:nvSpPr>
        <p:spPr>
          <a:xfrm>
            <a:off x="2828742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0" name="F2_precision_recall_distributions_6484">
            <a:extLst>
              <a:ext uri="{FF2B5EF4-FFF2-40B4-BE49-F238E27FC236}">
                <a16:creationId xmlns:a16="http://schemas.microsoft.com/office/drawing/2014/main" id="{51F16B7C-E35A-4AB6-A3B5-FA5A578E7638}"/>
              </a:ext>
            </a:extLst>
          </p:cNvPr>
          <p:cNvSpPr>
            <a:spLocks noGrp="1"/>
          </p:cNvSpPr>
          <p:nvPr/>
        </p:nvSpPr>
        <p:spPr>
          <a:xfrm>
            <a:off x="317139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1" name="F2_precision_recall_distributions_6485">
            <a:extLst>
              <a:ext uri="{FF2B5EF4-FFF2-40B4-BE49-F238E27FC236}">
                <a16:creationId xmlns:a16="http://schemas.microsoft.com/office/drawing/2014/main" id="{03E7E510-623B-4E39-9CB8-15271A9A5B76}"/>
              </a:ext>
            </a:extLst>
          </p:cNvPr>
          <p:cNvSpPr>
            <a:spLocks noGrp="1"/>
          </p:cNvSpPr>
          <p:nvPr/>
        </p:nvSpPr>
        <p:spPr>
          <a:xfrm>
            <a:off x="311919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2" name="F2_precision_recall_distributions_6486">
            <a:extLst>
              <a:ext uri="{FF2B5EF4-FFF2-40B4-BE49-F238E27FC236}">
                <a16:creationId xmlns:a16="http://schemas.microsoft.com/office/drawing/2014/main" id="{98FE9F64-B45A-408A-8C3F-5E165629843E}"/>
              </a:ext>
            </a:extLst>
          </p:cNvPr>
          <p:cNvSpPr>
            <a:spLocks noGrp="1"/>
          </p:cNvSpPr>
          <p:nvPr/>
        </p:nvSpPr>
        <p:spPr>
          <a:xfrm>
            <a:off x="2826410" y="63697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3" name="F2_precision_recall_distributions_6487">
            <a:extLst>
              <a:ext uri="{FF2B5EF4-FFF2-40B4-BE49-F238E27FC236}">
                <a16:creationId xmlns:a16="http://schemas.microsoft.com/office/drawing/2014/main" id="{56896F98-069C-4895-AC37-7099089C8175}"/>
              </a:ext>
            </a:extLst>
          </p:cNvPr>
          <p:cNvSpPr>
            <a:spLocks noGrp="1"/>
          </p:cNvSpPr>
          <p:nvPr/>
        </p:nvSpPr>
        <p:spPr>
          <a:xfrm>
            <a:off x="3121488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4" name="F2_precision_recall_distributions_6488">
            <a:extLst>
              <a:ext uri="{FF2B5EF4-FFF2-40B4-BE49-F238E27FC236}">
                <a16:creationId xmlns:a16="http://schemas.microsoft.com/office/drawing/2014/main" id="{13120ED8-BF07-45DD-B726-E5629D037626}"/>
              </a:ext>
            </a:extLst>
          </p:cNvPr>
          <p:cNvSpPr>
            <a:spLocks noGrp="1"/>
          </p:cNvSpPr>
          <p:nvPr/>
        </p:nvSpPr>
        <p:spPr>
          <a:xfrm>
            <a:off x="3060481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5" name="F2_precision_recall_distributions_6489">
            <a:extLst>
              <a:ext uri="{FF2B5EF4-FFF2-40B4-BE49-F238E27FC236}">
                <a16:creationId xmlns:a16="http://schemas.microsoft.com/office/drawing/2014/main" id="{102D45F5-5E7B-4225-BA96-F8651022EEFD}"/>
              </a:ext>
            </a:extLst>
          </p:cNvPr>
          <p:cNvSpPr>
            <a:spLocks noGrp="1"/>
          </p:cNvSpPr>
          <p:nvPr/>
        </p:nvSpPr>
        <p:spPr>
          <a:xfrm>
            <a:off x="300651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6" name="F2_precision_recall_distributions_6490">
            <a:extLst>
              <a:ext uri="{FF2B5EF4-FFF2-40B4-BE49-F238E27FC236}">
                <a16:creationId xmlns:a16="http://schemas.microsoft.com/office/drawing/2014/main" id="{970AEF5F-B445-4358-8911-64CAACF432AA}"/>
              </a:ext>
            </a:extLst>
          </p:cNvPr>
          <p:cNvSpPr>
            <a:spLocks noGrp="1"/>
          </p:cNvSpPr>
          <p:nvPr/>
        </p:nvSpPr>
        <p:spPr>
          <a:xfrm>
            <a:off x="316611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7" name="F2_precision_recall_distributions_6491">
            <a:extLst>
              <a:ext uri="{FF2B5EF4-FFF2-40B4-BE49-F238E27FC236}">
                <a16:creationId xmlns:a16="http://schemas.microsoft.com/office/drawing/2014/main" id="{32E01B97-E598-4EA1-8A8B-AD42523CAB63}"/>
              </a:ext>
            </a:extLst>
          </p:cNvPr>
          <p:cNvSpPr>
            <a:spLocks noGrp="1"/>
          </p:cNvSpPr>
          <p:nvPr/>
        </p:nvSpPr>
        <p:spPr>
          <a:xfrm>
            <a:off x="28560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8" name="F2_precision_recall_distributions_6492">
            <a:extLst>
              <a:ext uri="{FF2B5EF4-FFF2-40B4-BE49-F238E27FC236}">
                <a16:creationId xmlns:a16="http://schemas.microsoft.com/office/drawing/2014/main" id="{076CB557-6A33-4BBF-998C-046216B396CD}"/>
              </a:ext>
            </a:extLst>
          </p:cNvPr>
          <p:cNvSpPr>
            <a:spLocks noGrp="1"/>
          </p:cNvSpPr>
          <p:nvPr/>
        </p:nvSpPr>
        <p:spPr>
          <a:xfrm>
            <a:off x="2945487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79" name="F2_precision_recall_distributions_6493">
            <a:extLst>
              <a:ext uri="{FF2B5EF4-FFF2-40B4-BE49-F238E27FC236}">
                <a16:creationId xmlns:a16="http://schemas.microsoft.com/office/drawing/2014/main" id="{963DDD59-C6FC-4C50-A186-5988F85F4389}"/>
              </a:ext>
            </a:extLst>
          </p:cNvPr>
          <p:cNvSpPr>
            <a:spLocks noGrp="1"/>
          </p:cNvSpPr>
          <p:nvPr/>
        </p:nvSpPr>
        <p:spPr>
          <a:xfrm>
            <a:off x="281926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0" name="F2_precision_recall_distributions_6494">
            <a:extLst>
              <a:ext uri="{FF2B5EF4-FFF2-40B4-BE49-F238E27FC236}">
                <a16:creationId xmlns:a16="http://schemas.microsoft.com/office/drawing/2014/main" id="{3B2F03FB-C1B4-4569-8B14-BCB3DAB74D3B}"/>
              </a:ext>
            </a:extLst>
          </p:cNvPr>
          <p:cNvSpPr>
            <a:spLocks noGrp="1"/>
          </p:cNvSpPr>
          <p:nvPr/>
        </p:nvSpPr>
        <p:spPr>
          <a:xfrm>
            <a:off x="3138590" y="619225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1" name="F2_precision_recall_distributions_6495">
            <a:extLst>
              <a:ext uri="{FF2B5EF4-FFF2-40B4-BE49-F238E27FC236}">
                <a16:creationId xmlns:a16="http://schemas.microsoft.com/office/drawing/2014/main" id="{FC2A0DED-D08F-45B6-9024-17679CF3F228}"/>
              </a:ext>
            </a:extLst>
          </p:cNvPr>
          <p:cNvSpPr>
            <a:spLocks noGrp="1"/>
          </p:cNvSpPr>
          <p:nvPr/>
        </p:nvSpPr>
        <p:spPr>
          <a:xfrm>
            <a:off x="300037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2" name="F2_precision_recall_distributions_6496">
            <a:extLst>
              <a:ext uri="{FF2B5EF4-FFF2-40B4-BE49-F238E27FC236}">
                <a16:creationId xmlns:a16="http://schemas.microsoft.com/office/drawing/2014/main" id="{FCCE451F-F978-44EF-9773-ECC2E0DF9A15}"/>
              </a:ext>
            </a:extLst>
          </p:cNvPr>
          <p:cNvSpPr>
            <a:spLocks noGrp="1"/>
          </p:cNvSpPr>
          <p:nvPr/>
        </p:nvSpPr>
        <p:spPr>
          <a:xfrm>
            <a:off x="311743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3" name="F2_precision_recall_distributions_6497">
            <a:extLst>
              <a:ext uri="{FF2B5EF4-FFF2-40B4-BE49-F238E27FC236}">
                <a16:creationId xmlns:a16="http://schemas.microsoft.com/office/drawing/2014/main" id="{7E69D305-A362-4A95-BDEC-82FACF238453}"/>
              </a:ext>
            </a:extLst>
          </p:cNvPr>
          <p:cNvSpPr>
            <a:spLocks noGrp="1"/>
          </p:cNvSpPr>
          <p:nvPr/>
        </p:nvSpPr>
        <p:spPr>
          <a:xfrm>
            <a:off x="310852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4" name="F2_precision_recall_distributions_6498">
            <a:extLst>
              <a:ext uri="{FF2B5EF4-FFF2-40B4-BE49-F238E27FC236}">
                <a16:creationId xmlns:a16="http://schemas.microsoft.com/office/drawing/2014/main" id="{141730F7-423B-420C-AA26-AE45BA60FBC3}"/>
              </a:ext>
            </a:extLst>
          </p:cNvPr>
          <p:cNvSpPr>
            <a:spLocks noGrp="1"/>
          </p:cNvSpPr>
          <p:nvPr/>
        </p:nvSpPr>
        <p:spPr>
          <a:xfrm>
            <a:off x="2843050" y="615165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5" name="F2_precision_recall_distributions_6499">
            <a:extLst>
              <a:ext uri="{FF2B5EF4-FFF2-40B4-BE49-F238E27FC236}">
                <a16:creationId xmlns:a16="http://schemas.microsoft.com/office/drawing/2014/main" id="{87E57D90-80C9-46BC-9029-B8D6CFA6E082}"/>
              </a:ext>
            </a:extLst>
          </p:cNvPr>
          <p:cNvSpPr>
            <a:spLocks noGrp="1"/>
          </p:cNvSpPr>
          <p:nvPr/>
        </p:nvSpPr>
        <p:spPr>
          <a:xfrm>
            <a:off x="317123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6" name="F2_precision_recall_distributions_6500">
            <a:extLst>
              <a:ext uri="{FF2B5EF4-FFF2-40B4-BE49-F238E27FC236}">
                <a16:creationId xmlns:a16="http://schemas.microsoft.com/office/drawing/2014/main" id="{2CE2306B-455E-499B-A6B8-D9B6215FBD82}"/>
              </a:ext>
            </a:extLst>
          </p:cNvPr>
          <p:cNvSpPr>
            <a:spLocks noGrp="1"/>
          </p:cNvSpPr>
          <p:nvPr/>
        </p:nvSpPr>
        <p:spPr>
          <a:xfrm>
            <a:off x="306740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7" name="F2_precision_recall_distributions_6501">
            <a:extLst>
              <a:ext uri="{FF2B5EF4-FFF2-40B4-BE49-F238E27FC236}">
                <a16:creationId xmlns:a16="http://schemas.microsoft.com/office/drawing/2014/main" id="{952A217C-69D4-4811-8A02-62B06A9759FA}"/>
              </a:ext>
            </a:extLst>
          </p:cNvPr>
          <p:cNvSpPr>
            <a:spLocks noGrp="1"/>
          </p:cNvSpPr>
          <p:nvPr/>
        </p:nvSpPr>
        <p:spPr>
          <a:xfrm>
            <a:off x="2994839" y="5654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8" name="F2_precision_recall_distributions_6502">
            <a:extLst>
              <a:ext uri="{FF2B5EF4-FFF2-40B4-BE49-F238E27FC236}">
                <a16:creationId xmlns:a16="http://schemas.microsoft.com/office/drawing/2014/main" id="{DF955136-1D54-47B5-A48F-FCAF297571CE}"/>
              </a:ext>
            </a:extLst>
          </p:cNvPr>
          <p:cNvSpPr>
            <a:spLocks noGrp="1"/>
          </p:cNvSpPr>
          <p:nvPr/>
        </p:nvSpPr>
        <p:spPr>
          <a:xfrm>
            <a:off x="3019719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89" name="F2_precision_recall_distributions_6503">
            <a:extLst>
              <a:ext uri="{FF2B5EF4-FFF2-40B4-BE49-F238E27FC236}">
                <a16:creationId xmlns:a16="http://schemas.microsoft.com/office/drawing/2014/main" id="{A7FE35E6-1F20-4E29-900A-ED0E92C55974}"/>
              </a:ext>
            </a:extLst>
          </p:cNvPr>
          <p:cNvSpPr>
            <a:spLocks noGrp="1"/>
          </p:cNvSpPr>
          <p:nvPr/>
        </p:nvSpPr>
        <p:spPr>
          <a:xfrm>
            <a:off x="3124572" y="5767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0" name="F2_precision_recall_distributions_6504">
            <a:extLst>
              <a:ext uri="{FF2B5EF4-FFF2-40B4-BE49-F238E27FC236}">
                <a16:creationId xmlns:a16="http://schemas.microsoft.com/office/drawing/2014/main" id="{271C3228-0F40-46FA-9A54-F0D246EDAA1C}"/>
              </a:ext>
            </a:extLst>
          </p:cNvPr>
          <p:cNvSpPr>
            <a:spLocks noGrp="1"/>
          </p:cNvSpPr>
          <p:nvPr/>
        </p:nvSpPr>
        <p:spPr>
          <a:xfrm>
            <a:off x="288895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1" name="F2_precision_recall_distributions_6505">
            <a:extLst>
              <a:ext uri="{FF2B5EF4-FFF2-40B4-BE49-F238E27FC236}">
                <a16:creationId xmlns:a16="http://schemas.microsoft.com/office/drawing/2014/main" id="{0AED919C-BDA1-4C19-9B57-C1527015C6B2}"/>
              </a:ext>
            </a:extLst>
          </p:cNvPr>
          <p:cNvSpPr>
            <a:spLocks noGrp="1"/>
          </p:cNvSpPr>
          <p:nvPr/>
        </p:nvSpPr>
        <p:spPr>
          <a:xfrm>
            <a:off x="2979210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2" name="F2_precision_recall_distributions_6506">
            <a:extLst>
              <a:ext uri="{FF2B5EF4-FFF2-40B4-BE49-F238E27FC236}">
                <a16:creationId xmlns:a16="http://schemas.microsoft.com/office/drawing/2014/main" id="{D564F952-B40C-4C4E-B9CC-223BA2137011}"/>
              </a:ext>
            </a:extLst>
          </p:cNvPr>
          <p:cNvSpPr>
            <a:spLocks noGrp="1"/>
          </p:cNvSpPr>
          <p:nvPr/>
        </p:nvSpPr>
        <p:spPr>
          <a:xfrm>
            <a:off x="316402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3" name="F2_precision_recall_distributions_6507">
            <a:extLst>
              <a:ext uri="{FF2B5EF4-FFF2-40B4-BE49-F238E27FC236}">
                <a16:creationId xmlns:a16="http://schemas.microsoft.com/office/drawing/2014/main" id="{38D7858F-18B1-4984-BA38-60FF86B3F510}"/>
              </a:ext>
            </a:extLst>
          </p:cNvPr>
          <p:cNvSpPr>
            <a:spLocks noGrp="1"/>
          </p:cNvSpPr>
          <p:nvPr/>
        </p:nvSpPr>
        <p:spPr>
          <a:xfrm>
            <a:off x="2859763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4" name="F2_precision_recall_distributions_6508">
            <a:extLst>
              <a:ext uri="{FF2B5EF4-FFF2-40B4-BE49-F238E27FC236}">
                <a16:creationId xmlns:a16="http://schemas.microsoft.com/office/drawing/2014/main" id="{029ECA96-7374-43C3-A8FB-08FFC6435A36}"/>
              </a:ext>
            </a:extLst>
          </p:cNvPr>
          <p:cNvSpPr>
            <a:spLocks noGrp="1"/>
          </p:cNvSpPr>
          <p:nvPr/>
        </p:nvSpPr>
        <p:spPr>
          <a:xfrm>
            <a:off x="298297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5" name="F2_precision_recall_distributions_6509">
            <a:extLst>
              <a:ext uri="{FF2B5EF4-FFF2-40B4-BE49-F238E27FC236}">
                <a16:creationId xmlns:a16="http://schemas.microsoft.com/office/drawing/2014/main" id="{D3FBCBD9-6E1D-4402-A7BB-9E29A7DB92A3}"/>
              </a:ext>
            </a:extLst>
          </p:cNvPr>
          <p:cNvSpPr>
            <a:spLocks noGrp="1"/>
          </p:cNvSpPr>
          <p:nvPr/>
        </p:nvSpPr>
        <p:spPr>
          <a:xfrm>
            <a:off x="318572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6" name="F2_precision_recall_distributions_6510">
            <a:extLst>
              <a:ext uri="{FF2B5EF4-FFF2-40B4-BE49-F238E27FC236}">
                <a16:creationId xmlns:a16="http://schemas.microsoft.com/office/drawing/2014/main" id="{56119C74-51E6-4FA4-B65A-EE21D171956F}"/>
              </a:ext>
            </a:extLst>
          </p:cNvPr>
          <p:cNvSpPr>
            <a:spLocks noGrp="1"/>
          </p:cNvSpPr>
          <p:nvPr/>
        </p:nvSpPr>
        <p:spPr>
          <a:xfrm>
            <a:off x="3123192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7" name="F2_precision_recall_distributions_6511">
            <a:extLst>
              <a:ext uri="{FF2B5EF4-FFF2-40B4-BE49-F238E27FC236}">
                <a16:creationId xmlns:a16="http://schemas.microsoft.com/office/drawing/2014/main" id="{C2BF23A2-5DA2-4776-A8DD-61B3601E8FDD}"/>
              </a:ext>
            </a:extLst>
          </p:cNvPr>
          <p:cNvSpPr>
            <a:spLocks noGrp="1"/>
          </p:cNvSpPr>
          <p:nvPr/>
        </p:nvSpPr>
        <p:spPr>
          <a:xfrm>
            <a:off x="295362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8" name="F2_precision_recall_distributions_6512">
            <a:extLst>
              <a:ext uri="{FF2B5EF4-FFF2-40B4-BE49-F238E27FC236}">
                <a16:creationId xmlns:a16="http://schemas.microsoft.com/office/drawing/2014/main" id="{FE4C2FE2-6639-4DDD-80CD-98DCCA60A080}"/>
              </a:ext>
            </a:extLst>
          </p:cNvPr>
          <p:cNvSpPr>
            <a:spLocks noGrp="1"/>
          </p:cNvSpPr>
          <p:nvPr/>
        </p:nvSpPr>
        <p:spPr>
          <a:xfrm>
            <a:off x="3013494" y="62043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699" name="F2_precision_recall_distributions_6513">
            <a:extLst>
              <a:ext uri="{FF2B5EF4-FFF2-40B4-BE49-F238E27FC236}">
                <a16:creationId xmlns:a16="http://schemas.microsoft.com/office/drawing/2014/main" id="{A1E0FA9E-C5C3-4CDB-8DFC-C977E94D6588}"/>
              </a:ext>
            </a:extLst>
          </p:cNvPr>
          <p:cNvSpPr>
            <a:spLocks noGrp="1"/>
          </p:cNvSpPr>
          <p:nvPr/>
        </p:nvSpPr>
        <p:spPr>
          <a:xfrm>
            <a:off x="2845563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0" name="F2_precision_recall_distributions_6514">
            <a:extLst>
              <a:ext uri="{FF2B5EF4-FFF2-40B4-BE49-F238E27FC236}">
                <a16:creationId xmlns:a16="http://schemas.microsoft.com/office/drawing/2014/main" id="{22A5944B-52EA-4E2E-96FA-E9BE45CE03CC}"/>
              </a:ext>
            </a:extLst>
          </p:cNvPr>
          <p:cNvSpPr>
            <a:spLocks noGrp="1"/>
          </p:cNvSpPr>
          <p:nvPr/>
        </p:nvSpPr>
        <p:spPr>
          <a:xfrm>
            <a:off x="2845934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1" name="F2_precision_recall_distributions_6515">
            <a:extLst>
              <a:ext uri="{FF2B5EF4-FFF2-40B4-BE49-F238E27FC236}">
                <a16:creationId xmlns:a16="http://schemas.microsoft.com/office/drawing/2014/main" id="{4696AEA3-48F6-491C-B034-8DDE9ED10B84}"/>
              </a:ext>
            </a:extLst>
          </p:cNvPr>
          <p:cNvSpPr>
            <a:spLocks noGrp="1"/>
          </p:cNvSpPr>
          <p:nvPr/>
        </p:nvSpPr>
        <p:spPr>
          <a:xfrm>
            <a:off x="292468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2" name="F2_precision_recall_distributions_6516">
            <a:extLst>
              <a:ext uri="{FF2B5EF4-FFF2-40B4-BE49-F238E27FC236}">
                <a16:creationId xmlns:a16="http://schemas.microsoft.com/office/drawing/2014/main" id="{C6FD23CB-B3AA-4304-9CC9-E614C0BA4BB0}"/>
              </a:ext>
            </a:extLst>
          </p:cNvPr>
          <p:cNvSpPr>
            <a:spLocks noGrp="1"/>
          </p:cNvSpPr>
          <p:nvPr/>
        </p:nvSpPr>
        <p:spPr>
          <a:xfrm>
            <a:off x="3049718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3" name="F2_precision_recall_distributions_6517">
            <a:extLst>
              <a:ext uri="{FF2B5EF4-FFF2-40B4-BE49-F238E27FC236}">
                <a16:creationId xmlns:a16="http://schemas.microsoft.com/office/drawing/2014/main" id="{A6114C6D-E2C8-48C7-9BC8-5667D8422E33}"/>
              </a:ext>
            </a:extLst>
          </p:cNvPr>
          <p:cNvSpPr>
            <a:spLocks noGrp="1"/>
          </p:cNvSpPr>
          <p:nvPr/>
        </p:nvSpPr>
        <p:spPr>
          <a:xfrm>
            <a:off x="2972755" y="58103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4" name="F2_precision_recall_distributions_6518">
            <a:extLst>
              <a:ext uri="{FF2B5EF4-FFF2-40B4-BE49-F238E27FC236}">
                <a16:creationId xmlns:a16="http://schemas.microsoft.com/office/drawing/2014/main" id="{8D608F31-FAAE-4E72-B067-A0E1402AF94F}"/>
              </a:ext>
            </a:extLst>
          </p:cNvPr>
          <p:cNvSpPr>
            <a:spLocks noGrp="1"/>
          </p:cNvSpPr>
          <p:nvPr/>
        </p:nvSpPr>
        <p:spPr>
          <a:xfrm>
            <a:off x="2857507" y="61473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5" name="F2_precision_recall_distributions_6519">
            <a:extLst>
              <a:ext uri="{FF2B5EF4-FFF2-40B4-BE49-F238E27FC236}">
                <a16:creationId xmlns:a16="http://schemas.microsoft.com/office/drawing/2014/main" id="{3AE5E545-DDDC-4600-BC68-A5FFD66214B4}"/>
              </a:ext>
            </a:extLst>
          </p:cNvPr>
          <p:cNvSpPr>
            <a:spLocks noGrp="1"/>
          </p:cNvSpPr>
          <p:nvPr/>
        </p:nvSpPr>
        <p:spPr>
          <a:xfrm>
            <a:off x="301375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6" name="F2_precision_recall_distributions_6520">
            <a:extLst>
              <a:ext uri="{FF2B5EF4-FFF2-40B4-BE49-F238E27FC236}">
                <a16:creationId xmlns:a16="http://schemas.microsoft.com/office/drawing/2014/main" id="{2842A3B4-F639-4FA5-9289-A21FAD698412}"/>
              </a:ext>
            </a:extLst>
          </p:cNvPr>
          <p:cNvSpPr>
            <a:spLocks noGrp="1"/>
          </p:cNvSpPr>
          <p:nvPr/>
        </p:nvSpPr>
        <p:spPr>
          <a:xfrm>
            <a:off x="2825008" y="60831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7" name="F2_precision_recall_distributions_6521">
            <a:extLst>
              <a:ext uri="{FF2B5EF4-FFF2-40B4-BE49-F238E27FC236}">
                <a16:creationId xmlns:a16="http://schemas.microsoft.com/office/drawing/2014/main" id="{0FB287F3-D46F-4EB3-8D08-FEEA10ECEB63}"/>
              </a:ext>
            </a:extLst>
          </p:cNvPr>
          <p:cNvSpPr>
            <a:spLocks noGrp="1"/>
          </p:cNvSpPr>
          <p:nvPr/>
        </p:nvSpPr>
        <p:spPr>
          <a:xfrm>
            <a:off x="304647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8" name="F2_precision_recall_distributions_6522">
            <a:extLst>
              <a:ext uri="{FF2B5EF4-FFF2-40B4-BE49-F238E27FC236}">
                <a16:creationId xmlns:a16="http://schemas.microsoft.com/office/drawing/2014/main" id="{CA776B0A-838E-4D4D-9CFE-F7D2AFA2AA4D}"/>
              </a:ext>
            </a:extLst>
          </p:cNvPr>
          <p:cNvSpPr>
            <a:spLocks noGrp="1"/>
          </p:cNvSpPr>
          <p:nvPr/>
        </p:nvSpPr>
        <p:spPr>
          <a:xfrm>
            <a:off x="285221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09" name="F2_precision_recall_distributions_6523">
            <a:extLst>
              <a:ext uri="{FF2B5EF4-FFF2-40B4-BE49-F238E27FC236}">
                <a16:creationId xmlns:a16="http://schemas.microsoft.com/office/drawing/2014/main" id="{3A0ABED4-9FA6-46DB-8EF6-ADBAD7C58680}"/>
              </a:ext>
            </a:extLst>
          </p:cNvPr>
          <p:cNvSpPr>
            <a:spLocks noGrp="1"/>
          </p:cNvSpPr>
          <p:nvPr/>
        </p:nvSpPr>
        <p:spPr>
          <a:xfrm>
            <a:off x="298649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0" name="F2_precision_recall_distributions_6524">
            <a:extLst>
              <a:ext uri="{FF2B5EF4-FFF2-40B4-BE49-F238E27FC236}">
                <a16:creationId xmlns:a16="http://schemas.microsoft.com/office/drawing/2014/main" id="{2AE27B2A-E50E-45AF-9A52-62BBD09A6F69}"/>
              </a:ext>
            </a:extLst>
          </p:cNvPr>
          <p:cNvSpPr>
            <a:spLocks noGrp="1"/>
          </p:cNvSpPr>
          <p:nvPr/>
        </p:nvSpPr>
        <p:spPr>
          <a:xfrm>
            <a:off x="299271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1" name="F2_precision_recall_distributions_6525">
            <a:extLst>
              <a:ext uri="{FF2B5EF4-FFF2-40B4-BE49-F238E27FC236}">
                <a16:creationId xmlns:a16="http://schemas.microsoft.com/office/drawing/2014/main" id="{129D19E7-D2BC-4281-8CFE-45F4EF631649}"/>
              </a:ext>
            </a:extLst>
          </p:cNvPr>
          <p:cNvSpPr>
            <a:spLocks noGrp="1"/>
          </p:cNvSpPr>
          <p:nvPr/>
        </p:nvSpPr>
        <p:spPr>
          <a:xfrm>
            <a:off x="2961254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2" name="F2_precision_recall_distributions_6526">
            <a:extLst>
              <a:ext uri="{FF2B5EF4-FFF2-40B4-BE49-F238E27FC236}">
                <a16:creationId xmlns:a16="http://schemas.microsoft.com/office/drawing/2014/main" id="{97B591E2-43EC-4003-91D2-A2C640DB327C}"/>
              </a:ext>
            </a:extLst>
          </p:cNvPr>
          <p:cNvSpPr>
            <a:spLocks noGrp="1"/>
          </p:cNvSpPr>
          <p:nvPr/>
        </p:nvSpPr>
        <p:spPr>
          <a:xfrm>
            <a:off x="29108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3" name="F2_precision_recall_distributions_6527">
            <a:extLst>
              <a:ext uri="{FF2B5EF4-FFF2-40B4-BE49-F238E27FC236}">
                <a16:creationId xmlns:a16="http://schemas.microsoft.com/office/drawing/2014/main" id="{97EC02DE-D8DB-451E-904D-8296B4FFE3D5}"/>
              </a:ext>
            </a:extLst>
          </p:cNvPr>
          <p:cNvSpPr>
            <a:spLocks noGrp="1"/>
          </p:cNvSpPr>
          <p:nvPr/>
        </p:nvSpPr>
        <p:spPr>
          <a:xfrm>
            <a:off x="310345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4" name="F2_precision_recall_distributions_6528">
            <a:extLst>
              <a:ext uri="{FF2B5EF4-FFF2-40B4-BE49-F238E27FC236}">
                <a16:creationId xmlns:a16="http://schemas.microsoft.com/office/drawing/2014/main" id="{31260E00-2B3A-481D-AE7D-10DF0DF13896}"/>
              </a:ext>
            </a:extLst>
          </p:cNvPr>
          <p:cNvSpPr>
            <a:spLocks noGrp="1"/>
          </p:cNvSpPr>
          <p:nvPr/>
        </p:nvSpPr>
        <p:spPr>
          <a:xfrm>
            <a:off x="2959814" y="63142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5" name="F2_precision_recall_distributions_6529">
            <a:extLst>
              <a:ext uri="{FF2B5EF4-FFF2-40B4-BE49-F238E27FC236}">
                <a16:creationId xmlns:a16="http://schemas.microsoft.com/office/drawing/2014/main" id="{81C1276B-CA33-482F-870B-A45C9ADACD68}"/>
              </a:ext>
            </a:extLst>
          </p:cNvPr>
          <p:cNvSpPr>
            <a:spLocks noGrp="1"/>
          </p:cNvSpPr>
          <p:nvPr/>
        </p:nvSpPr>
        <p:spPr>
          <a:xfrm>
            <a:off x="31082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6" name="F2_precision_recall_distributions_6530">
            <a:extLst>
              <a:ext uri="{FF2B5EF4-FFF2-40B4-BE49-F238E27FC236}">
                <a16:creationId xmlns:a16="http://schemas.microsoft.com/office/drawing/2014/main" id="{E20A5299-AABF-415F-B1FD-754BEA66D11F}"/>
              </a:ext>
            </a:extLst>
          </p:cNvPr>
          <p:cNvSpPr>
            <a:spLocks noGrp="1"/>
          </p:cNvSpPr>
          <p:nvPr/>
        </p:nvSpPr>
        <p:spPr>
          <a:xfrm>
            <a:off x="302875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7" name="F2_precision_recall_distributions_6531">
            <a:extLst>
              <a:ext uri="{FF2B5EF4-FFF2-40B4-BE49-F238E27FC236}">
                <a16:creationId xmlns:a16="http://schemas.microsoft.com/office/drawing/2014/main" id="{34490871-5C7C-4778-B610-D052344713E7}"/>
              </a:ext>
            </a:extLst>
          </p:cNvPr>
          <p:cNvSpPr>
            <a:spLocks noGrp="1"/>
          </p:cNvSpPr>
          <p:nvPr/>
        </p:nvSpPr>
        <p:spPr>
          <a:xfrm>
            <a:off x="3842873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438" y="842186"/>
                </a:lnTo>
                <a:lnTo>
                  <a:pt x="21225" y="835606"/>
                </a:lnTo>
                <a:lnTo>
                  <a:pt x="45866" y="829027"/>
                </a:lnTo>
                <a:lnTo>
                  <a:pt x="77133" y="822447"/>
                </a:lnTo>
                <a:lnTo>
                  <a:pt x="112394" y="815868"/>
                </a:lnTo>
                <a:lnTo>
                  <a:pt x="148980" y="809288"/>
                </a:lnTo>
                <a:lnTo>
                  <a:pt x="184507" y="802708"/>
                </a:lnTo>
                <a:lnTo>
                  <a:pt x="217110" y="796129"/>
                </a:lnTo>
                <a:lnTo>
                  <a:pt x="245557" y="789549"/>
                </a:lnTo>
                <a:lnTo>
                  <a:pt x="269255" y="782970"/>
                </a:lnTo>
                <a:lnTo>
                  <a:pt x="288157" y="776390"/>
                </a:lnTo>
                <a:lnTo>
                  <a:pt x="302627" y="769811"/>
                </a:lnTo>
                <a:lnTo>
                  <a:pt x="313278" y="763231"/>
                </a:lnTo>
                <a:lnTo>
                  <a:pt x="320830" y="756651"/>
                </a:lnTo>
                <a:lnTo>
                  <a:pt x="326001" y="750072"/>
                </a:lnTo>
                <a:lnTo>
                  <a:pt x="329432" y="743492"/>
                </a:lnTo>
                <a:lnTo>
                  <a:pt x="331654" y="736913"/>
                </a:lnTo>
                <a:lnTo>
                  <a:pt x="333074" y="730333"/>
                </a:lnTo>
                <a:lnTo>
                  <a:pt x="333988" y="723754"/>
                </a:lnTo>
                <a:lnTo>
                  <a:pt x="334602" y="717174"/>
                </a:lnTo>
                <a:lnTo>
                  <a:pt x="335044" y="710594"/>
                </a:lnTo>
                <a:lnTo>
                  <a:pt x="335396" y="704015"/>
                </a:lnTo>
                <a:lnTo>
                  <a:pt x="335700" y="697435"/>
                </a:lnTo>
                <a:lnTo>
                  <a:pt x="335978" y="690856"/>
                </a:lnTo>
                <a:lnTo>
                  <a:pt x="336236" y="684276"/>
                </a:lnTo>
                <a:lnTo>
                  <a:pt x="336474" y="677697"/>
                </a:lnTo>
                <a:lnTo>
                  <a:pt x="336689" y="671117"/>
                </a:lnTo>
                <a:lnTo>
                  <a:pt x="336879" y="664537"/>
                </a:lnTo>
                <a:lnTo>
                  <a:pt x="337040" y="657958"/>
                </a:lnTo>
                <a:lnTo>
                  <a:pt x="337174" y="651378"/>
                </a:lnTo>
                <a:lnTo>
                  <a:pt x="337280" y="644799"/>
                </a:lnTo>
                <a:lnTo>
                  <a:pt x="337361" y="638219"/>
                </a:lnTo>
                <a:lnTo>
                  <a:pt x="337422" y="631639"/>
                </a:lnTo>
                <a:lnTo>
                  <a:pt x="337466" y="625060"/>
                </a:lnTo>
                <a:lnTo>
                  <a:pt x="337496" y="618480"/>
                </a:lnTo>
                <a:lnTo>
                  <a:pt x="337516" y="611901"/>
                </a:lnTo>
                <a:lnTo>
                  <a:pt x="337529" y="605321"/>
                </a:lnTo>
                <a:lnTo>
                  <a:pt x="337537" y="598742"/>
                </a:lnTo>
                <a:lnTo>
                  <a:pt x="337542" y="592162"/>
                </a:lnTo>
                <a:lnTo>
                  <a:pt x="337545" y="585582"/>
                </a:lnTo>
                <a:lnTo>
                  <a:pt x="337546" y="579003"/>
                </a:lnTo>
                <a:lnTo>
                  <a:pt x="337547" y="572423"/>
                </a:lnTo>
                <a:lnTo>
                  <a:pt x="337548" y="565844"/>
                </a:lnTo>
                <a:lnTo>
                  <a:pt x="337548" y="559264"/>
                </a:lnTo>
                <a:lnTo>
                  <a:pt x="337548" y="552685"/>
                </a:lnTo>
                <a:lnTo>
                  <a:pt x="337548" y="546105"/>
                </a:lnTo>
                <a:lnTo>
                  <a:pt x="337548" y="539525"/>
                </a:lnTo>
                <a:lnTo>
                  <a:pt x="337548" y="532946"/>
                </a:lnTo>
                <a:lnTo>
                  <a:pt x="337548" y="526366"/>
                </a:lnTo>
                <a:lnTo>
                  <a:pt x="337548" y="519787"/>
                </a:lnTo>
                <a:lnTo>
                  <a:pt x="337548" y="513207"/>
                </a:lnTo>
                <a:lnTo>
                  <a:pt x="337548" y="506627"/>
                </a:lnTo>
                <a:lnTo>
                  <a:pt x="337548" y="500048"/>
                </a:lnTo>
                <a:lnTo>
                  <a:pt x="337548" y="493468"/>
                </a:lnTo>
                <a:lnTo>
                  <a:pt x="337548" y="486889"/>
                </a:lnTo>
                <a:lnTo>
                  <a:pt x="337548" y="480309"/>
                </a:lnTo>
                <a:lnTo>
                  <a:pt x="337548" y="473730"/>
                </a:lnTo>
                <a:lnTo>
                  <a:pt x="337548" y="467150"/>
                </a:lnTo>
                <a:lnTo>
                  <a:pt x="337548" y="460570"/>
                </a:lnTo>
                <a:lnTo>
                  <a:pt x="337548" y="453991"/>
                </a:lnTo>
                <a:lnTo>
                  <a:pt x="337548" y="447411"/>
                </a:lnTo>
                <a:lnTo>
                  <a:pt x="337548" y="440832"/>
                </a:lnTo>
                <a:lnTo>
                  <a:pt x="337548" y="434252"/>
                </a:lnTo>
                <a:lnTo>
                  <a:pt x="337548" y="427673"/>
                </a:lnTo>
                <a:lnTo>
                  <a:pt x="337548" y="421093"/>
                </a:lnTo>
                <a:lnTo>
                  <a:pt x="337548" y="414513"/>
                </a:lnTo>
                <a:lnTo>
                  <a:pt x="337548" y="407934"/>
                </a:lnTo>
                <a:lnTo>
                  <a:pt x="337548" y="401354"/>
                </a:lnTo>
                <a:lnTo>
                  <a:pt x="337548" y="394775"/>
                </a:lnTo>
                <a:lnTo>
                  <a:pt x="337548" y="388195"/>
                </a:lnTo>
                <a:lnTo>
                  <a:pt x="337548" y="381616"/>
                </a:lnTo>
                <a:lnTo>
                  <a:pt x="337548" y="375036"/>
                </a:lnTo>
                <a:lnTo>
                  <a:pt x="337548" y="368456"/>
                </a:lnTo>
                <a:lnTo>
                  <a:pt x="337548" y="361877"/>
                </a:lnTo>
                <a:lnTo>
                  <a:pt x="337548" y="355297"/>
                </a:lnTo>
                <a:lnTo>
                  <a:pt x="337548" y="348718"/>
                </a:lnTo>
                <a:lnTo>
                  <a:pt x="337548" y="342138"/>
                </a:lnTo>
                <a:lnTo>
                  <a:pt x="337548" y="335558"/>
                </a:lnTo>
                <a:lnTo>
                  <a:pt x="337548" y="328979"/>
                </a:lnTo>
                <a:lnTo>
                  <a:pt x="337548" y="322399"/>
                </a:lnTo>
                <a:lnTo>
                  <a:pt x="337548" y="315820"/>
                </a:lnTo>
                <a:lnTo>
                  <a:pt x="337548" y="309240"/>
                </a:lnTo>
                <a:lnTo>
                  <a:pt x="337548" y="302661"/>
                </a:lnTo>
                <a:lnTo>
                  <a:pt x="337548" y="296081"/>
                </a:lnTo>
                <a:lnTo>
                  <a:pt x="337548" y="289501"/>
                </a:lnTo>
                <a:lnTo>
                  <a:pt x="337548" y="282922"/>
                </a:lnTo>
                <a:lnTo>
                  <a:pt x="337548" y="276342"/>
                </a:lnTo>
                <a:lnTo>
                  <a:pt x="337548" y="269763"/>
                </a:lnTo>
                <a:lnTo>
                  <a:pt x="337548" y="263183"/>
                </a:lnTo>
                <a:lnTo>
                  <a:pt x="337548" y="256604"/>
                </a:lnTo>
                <a:lnTo>
                  <a:pt x="337548" y="250024"/>
                </a:lnTo>
                <a:lnTo>
                  <a:pt x="337548" y="243444"/>
                </a:lnTo>
                <a:lnTo>
                  <a:pt x="337548" y="236865"/>
                </a:lnTo>
                <a:lnTo>
                  <a:pt x="337548" y="230285"/>
                </a:lnTo>
                <a:lnTo>
                  <a:pt x="337548" y="223706"/>
                </a:lnTo>
                <a:lnTo>
                  <a:pt x="337548" y="217126"/>
                </a:lnTo>
                <a:lnTo>
                  <a:pt x="337548" y="210546"/>
                </a:lnTo>
                <a:lnTo>
                  <a:pt x="337548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8" y="190808"/>
                </a:lnTo>
                <a:lnTo>
                  <a:pt x="337548" y="197387"/>
                </a:lnTo>
                <a:lnTo>
                  <a:pt x="337548" y="203967"/>
                </a:lnTo>
                <a:lnTo>
                  <a:pt x="337548" y="210546"/>
                </a:lnTo>
                <a:lnTo>
                  <a:pt x="337548" y="217126"/>
                </a:lnTo>
                <a:lnTo>
                  <a:pt x="337548" y="223706"/>
                </a:lnTo>
                <a:lnTo>
                  <a:pt x="337548" y="230285"/>
                </a:lnTo>
                <a:lnTo>
                  <a:pt x="337548" y="236865"/>
                </a:lnTo>
                <a:lnTo>
                  <a:pt x="337548" y="243444"/>
                </a:lnTo>
                <a:lnTo>
                  <a:pt x="337548" y="250024"/>
                </a:lnTo>
                <a:lnTo>
                  <a:pt x="337548" y="256604"/>
                </a:lnTo>
                <a:lnTo>
                  <a:pt x="337548" y="263183"/>
                </a:lnTo>
                <a:lnTo>
                  <a:pt x="337548" y="269763"/>
                </a:lnTo>
                <a:lnTo>
                  <a:pt x="337548" y="276342"/>
                </a:lnTo>
                <a:lnTo>
                  <a:pt x="337548" y="282922"/>
                </a:lnTo>
                <a:lnTo>
                  <a:pt x="337548" y="289501"/>
                </a:lnTo>
                <a:lnTo>
                  <a:pt x="337548" y="296081"/>
                </a:lnTo>
                <a:lnTo>
                  <a:pt x="337548" y="302661"/>
                </a:lnTo>
                <a:lnTo>
                  <a:pt x="337548" y="309240"/>
                </a:lnTo>
                <a:lnTo>
                  <a:pt x="337548" y="315820"/>
                </a:lnTo>
                <a:lnTo>
                  <a:pt x="337548" y="322399"/>
                </a:lnTo>
                <a:lnTo>
                  <a:pt x="337548" y="328979"/>
                </a:lnTo>
                <a:lnTo>
                  <a:pt x="337548" y="335558"/>
                </a:lnTo>
                <a:lnTo>
                  <a:pt x="337548" y="342138"/>
                </a:lnTo>
                <a:lnTo>
                  <a:pt x="337548" y="348718"/>
                </a:lnTo>
                <a:lnTo>
                  <a:pt x="337548" y="355297"/>
                </a:lnTo>
                <a:lnTo>
                  <a:pt x="337548" y="361877"/>
                </a:lnTo>
                <a:lnTo>
                  <a:pt x="337548" y="368456"/>
                </a:lnTo>
                <a:lnTo>
                  <a:pt x="337548" y="375036"/>
                </a:lnTo>
                <a:lnTo>
                  <a:pt x="337548" y="381616"/>
                </a:lnTo>
                <a:lnTo>
                  <a:pt x="337548" y="388195"/>
                </a:lnTo>
                <a:lnTo>
                  <a:pt x="337548" y="394775"/>
                </a:lnTo>
                <a:lnTo>
                  <a:pt x="337548" y="401354"/>
                </a:lnTo>
                <a:lnTo>
                  <a:pt x="337548" y="407934"/>
                </a:lnTo>
                <a:lnTo>
                  <a:pt x="337548" y="414513"/>
                </a:lnTo>
                <a:lnTo>
                  <a:pt x="337548" y="421093"/>
                </a:lnTo>
                <a:lnTo>
                  <a:pt x="337548" y="427673"/>
                </a:lnTo>
                <a:lnTo>
                  <a:pt x="337548" y="434252"/>
                </a:lnTo>
                <a:lnTo>
                  <a:pt x="337548" y="440832"/>
                </a:lnTo>
                <a:lnTo>
                  <a:pt x="337548" y="447411"/>
                </a:lnTo>
                <a:lnTo>
                  <a:pt x="337548" y="453991"/>
                </a:lnTo>
                <a:lnTo>
                  <a:pt x="337548" y="460570"/>
                </a:lnTo>
                <a:lnTo>
                  <a:pt x="337548" y="467150"/>
                </a:lnTo>
                <a:lnTo>
                  <a:pt x="337548" y="473730"/>
                </a:lnTo>
                <a:lnTo>
                  <a:pt x="337548" y="480309"/>
                </a:lnTo>
                <a:lnTo>
                  <a:pt x="337548" y="486889"/>
                </a:lnTo>
                <a:lnTo>
                  <a:pt x="337548" y="493468"/>
                </a:lnTo>
                <a:lnTo>
                  <a:pt x="337548" y="500048"/>
                </a:lnTo>
                <a:lnTo>
                  <a:pt x="337548" y="506627"/>
                </a:lnTo>
                <a:lnTo>
                  <a:pt x="337548" y="513207"/>
                </a:lnTo>
                <a:lnTo>
                  <a:pt x="337548" y="519787"/>
                </a:lnTo>
                <a:lnTo>
                  <a:pt x="337548" y="526366"/>
                </a:lnTo>
                <a:lnTo>
                  <a:pt x="337548" y="532946"/>
                </a:lnTo>
                <a:lnTo>
                  <a:pt x="337548" y="539525"/>
                </a:lnTo>
                <a:lnTo>
                  <a:pt x="337548" y="546105"/>
                </a:lnTo>
                <a:lnTo>
                  <a:pt x="337548" y="552685"/>
                </a:lnTo>
                <a:lnTo>
                  <a:pt x="337548" y="559264"/>
                </a:lnTo>
                <a:lnTo>
                  <a:pt x="337549" y="565844"/>
                </a:lnTo>
                <a:lnTo>
                  <a:pt x="337549" y="572423"/>
                </a:lnTo>
                <a:lnTo>
                  <a:pt x="337550" y="579003"/>
                </a:lnTo>
                <a:lnTo>
                  <a:pt x="337552" y="585582"/>
                </a:lnTo>
                <a:lnTo>
                  <a:pt x="337555" y="592162"/>
                </a:lnTo>
                <a:lnTo>
                  <a:pt x="337559" y="598742"/>
                </a:lnTo>
                <a:lnTo>
                  <a:pt x="337568" y="605321"/>
                </a:lnTo>
                <a:lnTo>
                  <a:pt x="337581" y="611901"/>
                </a:lnTo>
                <a:lnTo>
                  <a:pt x="337601" y="618480"/>
                </a:lnTo>
                <a:lnTo>
                  <a:pt x="337631" y="625060"/>
                </a:lnTo>
                <a:lnTo>
                  <a:pt x="337674" y="631639"/>
                </a:lnTo>
                <a:lnTo>
                  <a:pt x="337735" y="638219"/>
                </a:lnTo>
                <a:lnTo>
                  <a:pt x="337817" y="644799"/>
                </a:lnTo>
                <a:lnTo>
                  <a:pt x="337923" y="651378"/>
                </a:lnTo>
                <a:lnTo>
                  <a:pt x="338056" y="657958"/>
                </a:lnTo>
                <a:lnTo>
                  <a:pt x="338218" y="664537"/>
                </a:lnTo>
                <a:lnTo>
                  <a:pt x="338407" y="671117"/>
                </a:lnTo>
                <a:lnTo>
                  <a:pt x="338623" y="677697"/>
                </a:lnTo>
                <a:lnTo>
                  <a:pt x="338861" y="684276"/>
                </a:lnTo>
                <a:lnTo>
                  <a:pt x="339119" y="690856"/>
                </a:lnTo>
                <a:lnTo>
                  <a:pt x="339396" y="697435"/>
                </a:lnTo>
                <a:lnTo>
                  <a:pt x="339700" y="704015"/>
                </a:lnTo>
                <a:lnTo>
                  <a:pt x="340052" y="710594"/>
                </a:lnTo>
                <a:lnTo>
                  <a:pt x="340495" y="717174"/>
                </a:lnTo>
                <a:lnTo>
                  <a:pt x="341108" y="723754"/>
                </a:lnTo>
                <a:lnTo>
                  <a:pt x="342023" y="730333"/>
                </a:lnTo>
                <a:lnTo>
                  <a:pt x="343443" y="736913"/>
                </a:lnTo>
                <a:lnTo>
                  <a:pt x="345664" y="743492"/>
                </a:lnTo>
                <a:lnTo>
                  <a:pt x="349096" y="750072"/>
                </a:lnTo>
                <a:lnTo>
                  <a:pt x="354267" y="756651"/>
                </a:lnTo>
                <a:lnTo>
                  <a:pt x="361819" y="763231"/>
                </a:lnTo>
                <a:lnTo>
                  <a:pt x="372469" y="769811"/>
                </a:lnTo>
                <a:lnTo>
                  <a:pt x="386939" y="776390"/>
                </a:lnTo>
                <a:lnTo>
                  <a:pt x="405842" y="782970"/>
                </a:lnTo>
                <a:lnTo>
                  <a:pt x="429539" y="789549"/>
                </a:lnTo>
                <a:lnTo>
                  <a:pt x="457987" y="796129"/>
                </a:lnTo>
                <a:lnTo>
                  <a:pt x="490589" y="802708"/>
                </a:lnTo>
                <a:lnTo>
                  <a:pt x="526116" y="809288"/>
                </a:lnTo>
                <a:lnTo>
                  <a:pt x="562703" y="815868"/>
                </a:lnTo>
                <a:lnTo>
                  <a:pt x="597964" y="822447"/>
                </a:lnTo>
                <a:lnTo>
                  <a:pt x="629230" y="829027"/>
                </a:lnTo>
                <a:lnTo>
                  <a:pt x="653872" y="835606"/>
                </a:lnTo>
                <a:lnTo>
                  <a:pt x="66965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3718" name="F2_precision_recall_distributions_6532">
            <a:extLst>
              <a:ext uri="{FF2B5EF4-FFF2-40B4-BE49-F238E27FC236}">
                <a16:creationId xmlns:a16="http://schemas.microsoft.com/office/drawing/2014/main" id="{906B8FCC-152D-4E35-93B3-0276CC058817}"/>
              </a:ext>
            </a:extLst>
          </p:cNvPr>
          <p:cNvSpPr>
            <a:spLocks noGrp="1"/>
          </p:cNvSpPr>
          <p:nvPr/>
        </p:nvSpPr>
        <p:spPr>
          <a:xfrm>
            <a:off x="429637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19" name="F2_precision_recall_distributions_6533">
            <a:extLst>
              <a:ext uri="{FF2B5EF4-FFF2-40B4-BE49-F238E27FC236}">
                <a16:creationId xmlns:a16="http://schemas.microsoft.com/office/drawing/2014/main" id="{96C7F49B-370C-4BB8-8BAB-EADCCE2CB571}"/>
              </a:ext>
            </a:extLst>
          </p:cNvPr>
          <p:cNvSpPr>
            <a:spLocks noGrp="1"/>
          </p:cNvSpPr>
          <p:nvPr/>
        </p:nvSpPr>
        <p:spPr>
          <a:xfrm>
            <a:off x="407499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0" name="F2_precision_recall_distributions_6534">
            <a:extLst>
              <a:ext uri="{FF2B5EF4-FFF2-40B4-BE49-F238E27FC236}">
                <a16:creationId xmlns:a16="http://schemas.microsoft.com/office/drawing/2014/main" id="{CB728766-E074-4B9A-845D-90E650DBE828}"/>
              </a:ext>
            </a:extLst>
          </p:cNvPr>
          <p:cNvSpPr>
            <a:spLocks noGrp="1"/>
          </p:cNvSpPr>
          <p:nvPr/>
        </p:nvSpPr>
        <p:spPr>
          <a:xfrm>
            <a:off x="42238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1" name="F2_precision_recall_distributions_6535">
            <a:extLst>
              <a:ext uri="{FF2B5EF4-FFF2-40B4-BE49-F238E27FC236}">
                <a16:creationId xmlns:a16="http://schemas.microsoft.com/office/drawing/2014/main" id="{EBEADB54-979D-43E7-833D-E7D65A7DAD22}"/>
              </a:ext>
            </a:extLst>
          </p:cNvPr>
          <p:cNvSpPr>
            <a:spLocks noGrp="1"/>
          </p:cNvSpPr>
          <p:nvPr/>
        </p:nvSpPr>
        <p:spPr>
          <a:xfrm>
            <a:off x="40486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2" name="F2_precision_recall_distributions_6536">
            <a:extLst>
              <a:ext uri="{FF2B5EF4-FFF2-40B4-BE49-F238E27FC236}">
                <a16:creationId xmlns:a16="http://schemas.microsoft.com/office/drawing/2014/main" id="{7004D591-21A0-41E4-9715-6B6B9056716F}"/>
              </a:ext>
            </a:extLst>
          </p:cNvPr>
          <p:cNvSpPr>
            <a:spLocks noGrp="1"/>
          </p:cNvSpPr>
          <p:nvPr/>
        </p:nvSpPr>
        <p:spPr>
          <a:xfrm>
            <a:off x="4195327" y="643296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3" name="F2_precision_recall_distributions_6537">
            <a:extLst>
              <a:ext uri="{FF2B5EF4-FFF2-40B4-BE49-F238E27FC236}">
                <a16:creationId xmlns:a16="http://schemas.microsoft.com/office/drawing/2014/main" id="{43BD2084-B2AE-4B34-8FA4-D375F2FD51A8}"/>
              </a:ext>
            </a:extLst>
          </p:cNvPr>
          <p:cNvSpPr>
            <a:spLocks noGrp="1"/>
          </p:cNvSpPr>
          <p:nvPr/>
        </p:nvSpPr>
        <p:spPr>
          <a:xfrm>
            <a:off x="42100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4" name="F2_precision_recall_distributions_6538">
            <a:extLst>
              <a:ext uri="{FF2B5EF4-FFF2-40B4-BE49-F238E27FC236}">
                <a16:creationId xmlns:a16="http://schemas.microsoft.com/office/drawing/2014/main" id="{1A0C0C36-AB78-46DA-B9A8-E54730C983EE}"/>
              </a:ext>
            </a:extLst>
          </p:cNvPr>
          <p:cNvSpPr>
            <a:spLocks noGrp="1"/>
          </p:cNvSpPr>
          <p:nvPr/>
        </p:nvSpPr>
        <p:spPr>
          <a:xfrm>
            <a:off x="40152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5" name="F2_precision_recall_distributions_6539">
            <a:extLst>
              <a:ext uri="{FF2B5EF4-FFF2-40B4-BE49-F238E27FC236}">
                <a16:creationId xmlns:a16="http://schemas.microsoft.com/office/drawing/2014/main" id="{F962A74A-94C3-46C5-8655-73ABE942FA30}"/>
              </a:ext>
            </a:extLst>
          </p:cNvPr>
          <p:cNvSpPr>
            <a:spLocks noGrp="1"/>
          </p:cNvSpPr>
          <p:nvPr/>
        </p:nvSpPr>
        <p:spPr>
          <a:xfrm>
            <a:off x="4252791" y="64389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6" name="F2_precision_recall_distributions_6540">
            <a:extLst>
              <a:ext uri="{FF2B5EF4-FFF2-40B4-BE49-F238E27FC236}">
                <a16:creationId xmlns:a16="http://schemas.microsoft.com/office/drawing/2014/main" id="{47772972-5AF5-4D6E-A310-2CB4088F5EC5}"/>
              </a:ext>
            </a:extLst>
          </p:cNvPr>
          <p:cNvSpPr>
            <a:spLocks noGrp="1"/>
          </p:cNvSpPr>
          <p:nvPr/>
        </p:nvSpPr>
        <p:spPr>
          <a:xfrm>
            <a:off x="42072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7" name="F2_precision_recall_distributions_6541">
            <a:extLst>
              <a:ext uri="{FF2B5EF4-FFF2-40B4-BE49-F238E27FC236}">
                <a16:creationId xmlns:a16="http://schemas.microsoft.com/office/drawing/2014/main" id="{F14F86C1-6658-43D7-8E47-A14C62C18AA9}"/>
              </a:ext>
            </a:extLst>
          </p:cNvPr>
          <p:cNvSpPr>
            <a:spLocks noGrp="1"/>
          </p:cNvSpPr>
          <p:nvPr/>
        </p:nvSpPr>
        <p:spPr>
          <a:xfrm>
            <a:off x="4021877" y="644210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8" name="F2_precision_recall_distributions_6542">
            <a:extLst>
              <a:ext uri="{FF2B5EF4-FFF2-40B4-BE49-F238E27FC236}">
                <a16:creationId xmlns:a16="http://schemas.microsoft.com/office/drawing/2014/main" id="{FDA8F6FE-ECD3-4622-A9A3-67D765B3E0C7}"/>
              </a:ext>
            </a:extLst>
          </p:cNvPr>
          <p:cNvSpPr>
            <a:spLocks noGrp="1"/>
          </p:cNvSpPr>
          <p:nvPr/>
        </p:nvSpPr>
        <p:spPr>
          <a:xfrm>
            <a:off x="4021095" y="64379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29" name="F2_precision_recall_distributions_6543">
            <a:extLst>
              <a:ext uri="{FF2B5EF4-FFF2-40B4-BE49-F238E27FC236}">
                <a16:creationId xmlns:a16="http://schemas.microsoft.com/office/drawing/2014/main" id="{C8353D33-8C20-40BE-830A-E6B80B613977}"/>
              </a:ext>
            </a:extLst>
          </p:cNvPr>
          <p:cNvSpPr>
            <a:spLocks noGrp="1"/>
          </p:cNvSpPr>
          <p:nvPr/>
        </p:nvSpPr>
        <p:spPr>
          <a:xfrm>
            <a:off x="4085584" y="63575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0" name="F2_precision_recall_distributions_6544">
            <a:extLst>
              <a:ext uri="{FF2B5EF4-FFF2-40B4-BE49-F238E27FC236}">
                <a16:creationId xmlns:a16="http://schemas.microsoft.com/office/drawing/2014/main" id="{BE8DBE07-AF28-48FD-909C-EB62F9DAFD29}"/>
              </a:ext>
            </a:extLst>
          </p:cNvPr>
          <p:cNvSpPr>
            <a:spLocks noGrp="1"/>
          </p:cNvSpPr>
          <p:nvPr/>
        </p:nvSpPr>
        <p:spPr>
          <a:xfrm>
            <a:off x="4328794" y="64408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1" name="F2_precision_recall_distributions_6545">
            <a:extLst>
              <a:ext uri="{FF2B5EF4-FFF2-40B4-BE49-F238E27FC236}">
                <a16:creationId xmlns:a16="http://schemas.microsoft.com/office/drawing/2014/main" id="{46D18E76-1BD1-439D-B378-DC5BDC7D3FD9}"/>
              </a:ext>
            </a:extLst>
          </p:cNvPr>
          <p:cNvSpPr>
            <a:spLocks noGrp="1"/>
          </p:cNvSpPr>
          <p:nvPr/>
        </p:nvSpPr>
        <p:spPr>
          <a:xfrm>
            <a:off x="41817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2" name="F2_precision_recall_distributions_6546">
            <a:extLst>
              <a:ext uri="{FF2B5EF4-FFF2-40B4-BE49-F238E27FC236}">
                <a16:creationId xmlns:a16="http://schemas.microsoft.com/office/drawing/2014/main" id="{12B944C7-0BFA-46AE-8479-F021EC78BD0C}"/>
              </a:ext>
            </a:extLst>
          </p:cNvPr>
          <p:cNvSpPr>
            <a:spLocks noGrp="1"/>
          </p:cNvSpPr>
          <p:nvPr/>
        </p:nvSpPr>
        <p:spPr>
          <a:xfrm>
            <a:off x="430229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3" name="F2_precision_recall_distributions_6547">
            <a:extLst>
              <a:ext uri="{FF2B5EF4-FFF2-40B4-BE49-F238E27FC236}">
                <a16:creationId xmlns:a16="http://schemas.microsoft.com/office/drawing/2014/main" id="{215A4DA9-DC34-45A3-91B6-128D2E9B201D}"/>
              </a:ext>
            </a:extLst>
          </p:cNvPr>
          <p:cNvSpPr>
            <a:spLocks noGrp="1"/>
          </p:cNvSpPr>
          <p:nvPr/>
        </p:nvSpPr>
        <p:spPr>
          <a:xfrm>
            <a:off x="4011934" y="64419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4" name="F2_precision_recall_distributions_6548">
            <a:extLst>
              <a:ext uri="{FF2B5EF4-FFF2-40B4-BE49-F238E27FC236}">
                <a16:creationId xmlns:a16="http://schemas.microsoft.com/office/drawing/2014/main" id="{1A0A9304-FE90-4E46-B357-F3E1BDD919D9}"/>
              </a:ext>
            </a:extLst>
          </p:cNvPr>
          <p:cNvSpPr>
            <a:spLocks noGrp="1"/>
          </p:cNvSpPr>
          <p:nvPr/>
        </p:nvSpPr>
        <p:spPr>
          <a:xfrm>
            <a:off x="42954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5" name="F2_precision_recall_distributions_6549">
            <a:extLst>
              <a:ext uri="{FF2B5EF4-FFF2-40B4-BE49-F238E27FC236}">
                <a16:creationId xmlns:a16="http://schemas.microsoft.com/office/drawing/2014/main" id="{61EDDDBC-EC80-42DE-B065-5F38E7825884}"/>
              </a:ext>
            </a:extLst>
          </p:cNvPr>
          <p:cNvSpPr>
            <a:spLocks noGrp="1"/>
          </p:cNvSpPr>
          <p:nvPr/>
        </p:nvSpPr>
        <p:spPr>
          <a:xfrm>
            <a:off x="40770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6" name="F2_precision_recall_distributions_6550">
            <a:extLst>
              <a:ext uri="{FF2B5EF4-FFF2-40B4-BE49-F238E27FC236}">
                <a16:creationId xmlns:a16="http://schemas.microsoft.com/office/drawing/2014/main" id="{0C693FDB-C8E0-40B0-A3B2-82A0A998672A}"/>
              </a:ext>
            </a:extLst>
          </p:cNvPr>
          <p:cNvSpPr>
            <a:spLocks noGrp="1"/>
          </p:cNvSpPr>
          <p:nvPr/>
        </p:nvSpPr>
        <p:spPr>
          <a:xfrm>
            <a:off x="43495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7" name="F2_precision_recall_distributions_6551">
            <a:extLst>
              <a:ext uri="{FF2B5EF4-FFF2-40B4-BE49-F238E27FC236}">
                <a16:creationId xmlns:a16="http://schemas.microsoft.com/office/drawing/2014/main" id="{6B520370-72F5-4A7F-A608-F865C770D44E}"/>
              </a:ext>
            </a:extLst>
          </p:cNvPr>
          <p:cNvSpPr>
            <a:spLocks noGrp="1"/>
          </p:cNvSpPr>
          <p:nvPr/>
        </p:nvSpPr>
        <p:spPr>
          <a:xfrm>
            <a:off x="4223692" y="644535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8" name="F2_precision_recall_distributions_6552">
            <a:extLst>
              <a:ext uri="{FF2B5EF4-FFF2-40B4-BE49-F238E27FC236}">
                <a16:creationId xmlns:a16="http://schemas.microsoft.com/office/drawing/2014/main" id="{84585800-D467-4C72-B47A-174D11021E68}"/>
              </a:ext>
            </a:extLst>
          </p:cNvPr>
          <p:cNvSpPr>
            <a:spLocks noGrp="1"/>
          </p:cNvSpPr>
          <p:nvPr/>
        </p:nvSpPr>
        <p:spPr>
          <a:xfrm>
            <a:off x="40314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39" name="F2_precision_recall_distributions_6553">
            <a:extLst>
              <a:ext uri="{FF2B5EF4-FFF2-40B4-BE49-F238E27FC236}">
                <a16:creationId xmlns:a16="http://schemas.microsoft.com/office/drawing/2014/main" id="{46520B75-ECA1-4D5B-853F-DA44E1162BFE}"/>
              </a:ext>
            </a:extLst>
          </p:cNvPr>
          <p:cNvSpPr>
            <a:spLocks noGrp="1"/>
          </p:cNvSpPr>
          <p:nvPr/>
        </p:nvSpPr>
        <p:spPr>
          <a:xfrm>
            <a:off x="43020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0" name="F2_precision_recall_distributions_6554">
            <a:extLst>
              <a:ext uri="{FF2B5EF4-FFF2-40B4-BE49-F238E27FC236}">
                <a16:creationId xmlns:a16="http://schemas.microsoft.com/office/drawing/2014/main" id="{101D170D-227C-4C27-9429-8FC6593060C3}"/>
              </a:ext>
            </a:extLst>
          </p:cNvPr>
          <p:cNvSpPr>
            <a:spLocks noGrp="1"/>
          </p:cNvSpPr>
          <p:nvPr/>
        </p:nvSpPr>
        <p:spPr>
          <a:xfrm>
            <a:off x="4126176" y="6414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1" name="F2_precision_recall_distributions_6555">
            <a:extLst>
              <a:ext uri="{FF2B5EF4-FFF2-40B4-BE49-F238E27FC236}">
                <a16:creationId xmlns:a16="http://schemas.microsoft.com/office/drawing/2014/main" id="{D1239E50-6EB9-4772-9D82-9E2FF33618E6}"/>
              </a:ext>
            </a:extLst>
          </p:cNvPr>
          <p:cNvSpPr>
            <a:spLocks noGrp="1"/>
          </p:cNvSpPr>
          <p:nvPr/>
        </p:nvSpPr>
        <p:spPr>
          <a:xfrm>
            <a:off x="4176899" y="640997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2" name="F2_precision_recall_distributions_6556">
            <a:extLst>
              <a:ext uri="{FF2B5EF4-FFF2-40B4-BE49-F238E27FC236}">
                <a16:creationId xmlns:a16="http://schemas.microsoft.com/office/drawing/2014/main" id="{B8B7DAAC-062B-4F5B-8320-CC82CF392261}"/>
              </a:ext>
            </a:extLst>
          </p:cNvPr>
          <p:cNvSpPr>
            <a:spLocks noGrp="1"/>
          </p:cNvSpPr>
          <p:nvPr/>
        </p:nvSpPr>
        <p:spPr>
          <a:xfrm>
            <a:off x="43525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3" name="F2_precision_recall_distributions_6557">
            <a:extLst>
              <a:ext uri="{FF2B5EF4-FFF2-40B4-BE49-F238E27FC236}">
                <a16:creationId xmlns:a16="http://schemas.microsoft.com/office/drawing/2014/main" id="{6FCC5D02-6E2C-4ED2-BF47-A24449A01321}"/>
              </a:ext>
            </a:extLst>
          </p:cNvPr>
          <p:cNvSpPr>
            <a:spLocks noGrp="1"/>
          </p:cNvSpPr>
          <p:nvPr/>
        </p:nvSpPr>
        <p:spPr>
          <a:xfrm>
            <a:off x="41326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4" name="F2_precision_recall_distributions_6558">
            <a:extLst>
              <a:ext uri="{FF2B5EF4-FFF2-40B4-BE49-F238E27FC236}">
                <a16:creationId xmlns:a16="http://schemas.microsoft.com/office/drawing/2014/main" id="{D54B8AA9-F1C5-4182-9353-E1A15D9C8D19}"/>
              </a:ext>
            </a:extLst>
          </p:cNvPr>
          <p:cNvSpPr>
            <a:spLocks noGrp="1"/>
          </p:cNvSpPr>
          <p:nvPr/>
        </p:nvSpPr>
        <p:spPr>
          <a:xfrm>
            <a:off x="41696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5" name="F2_precision_recall_distributions_6559">
            <a:extLst>
              <a:ext uri="{FF2B5EF4-FFF2-40B4-BE49-F238E27FC236}">
                <a16:creationId xmlns:a16="http://schemas.microsoft.com/office/drawing/2014/main" id="{5BBEFCFB-44D8-4294-A11E-B9DF1FFB8C90}"/>
              </a:ext>
            </a:extLst>
          </p:cNvPr>
          <p:cNvSpPr>
            <a:spLocks noGrp="1"/>
          </p:cNvSpPr>
          <p:nvPr/>
        </p:nvSpPr>
        <p:spPr>
          <a:xfrm>
            <a:off x="43373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6" name="F2_precision_recall_distributions_6560">
            <a:extLst>
              <a:ext uri="{FF2B5EF4-FFF2-40B4-BE49-F238E27FC236}">
                <a16:creationId xmlns:a16="http://schemas.microsoft.com/office/drawing/2014/main" id="{6CEFDD4E-E972-43D9-965E-DB7A98EE296D}"/>
              </a:ext>
            </a:extLst>
          </p:cNvPr>
          <p:cNvSpPr>
            <a:spLocks noGrp="1"/>
          </p:cNvSpPr>
          <p:nvPr/>
        </p:nvSpPr>
        <p:spPr>
          <a:xfrm>
            <a:off x="4255354" y="64428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7" name="F2_precision_recall_distributions_6561">
            <a:extLst>
              <a:ext uri="{FF2B5EF4-FFF2-40B4-BE49-F238E27FC236}">
                <a16:creationId xmlns:a16="http://schemas.microsoft.com/office/drawing/2014/main" id="{256E0647-F9BD-4A51-A2E7-3A07E52C0445}"/>
              </a:ext>
            </a:extLst>
          </p:cNvPr>
          <p:cNvSpPr>
            <a:spLocks noGrp="1"/>
          </p:cNvSpPr>
          <p:nvPr/>
        </p:nvSpPr>
        <p:spPr>
          <a:xfrm>
            <a:off x="426447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8" name="F2_precision_recall_distributions_6562">
            <a:extLst>
              <a:ext uri="{FF2B5EF4-FFF2-40B4-BE49-F238E27FC236}">
                <a16:creationId xmlns:a16="http://schemas.microsoft.com/office/drawing/2014/main" id="{C9B1F734-4203-4E28-84A1-1AB9CB333D2D}"/>
              </a:ext>
            </a:extLst>
          </p:cNvPr>
          <p:cNvSpPr>
            <a:spLocks noGrp="1"/>
          </p:cNvSpPr>
          <p:nvPr/>
        </p:nvSpPr>
        <p:spPr>
          <a:xfrm>
            <a:off x="42848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49" name="F2_precision_recall_distributions_6563">
            <a:extLst>
              <a:ext uri="{FF2B5EF4-FFF2-40B4-BE49-F238E27FC236}">
                <a16:creationId xmlns:a16="http://schemas.microsoft.com/office/drawing/2014/main" id="{FBC40548-F84E-4696-91FE-F3268E891964}"/>
              </a:ext>
            </a:extLst>
          </p:cNvPr>
          <p:cNvSpPr>
            <a:spLocks noGrp="1"/>
          </p:cNvSpPr>
          <p:nvPr/>
        </p:nvSpPr>
        <p:spPr>
          <a:xfrm>
            <a:off x="4315035" y="64387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0" name="F2_precision_recall_distributions_6564">
            <a:extLst>
              <a:ext uri="{FF2B5EF4-FFF2-40B4-BE49-F238E27FC236}">
                <a16:creationId xmlns:a16="http://schemas.microsoft.com/office/drawing/2014/main" id="{AC259625-DE35-4C70-9A01-7E1F6530C655}"/>
              </a:ext>
            </a:extLst>
          </p:cNvPr>
          <p:cNvSpPr>
            <a:spLocks noGrp="1"/>
          </p:cNvSpPr>
          <p:nvPr/>
        </p:nvSpPr>
        <p:spPr>
          <a:xfrm>
            <a:off x="41243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1" name="F2_precision_recall_distributions_6565">
            <a:extLst>
              <a:ext uri="{FF2B5EF4-FFF2-40B4-BE49-F238E27FC236}">
                <a16:creationId xmlns:a16="http://schemas.microsoft.com/office/drawing/2014/main" id="{042E2963-5261-4E99-90FE-986710C6D1E2}"/>
              </a:ext>
            </a:extLst>
          </p:cNvPr>
          <p:cNvSpPr>
            <a:spLocks noGrp="1"/>
          </p:cNvSpPr>
          <p:nvPr/>
        </p:nvSpPr>
        <p:spPr>
          <a:xfrm>
            <a:off x="40212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2" name="F2_precision_recall_distributions_6566">
            <a:extLst>
              <a:ext uri="{FF2B5EF4-FFF2-40B4-BE49-F238E27FC236}">
                <a16:creationId xmlns:a16="http://schemas.microsoft.com/office/drawing/2014/main" id="{0BEEBE0A-1623-43B1-8541-385083253F70}"/>
              </a:ext>
            </a:extLst>
          </p:cNvPr>
          <p:cNvSpPr>
            <a:spLocks noGrp="1"/>
          </p:cNvSpPr>
          <p:nvPr/>
        </p:nvSpPr>
        <p:spPr>
          <a:xfrm>
            <a:off x="426710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3" name="F2_precision_recall_distributions_6567">
            <a:extLst>
              <a:ext uri="{FF2B5EF4-FFF2-40B4-BE49-F238E27FC236}">
                <a16:creationId xmlns:a16="http://schemas.microsoft.com/office/drawing/2014/main" id="{046F7A76-1BC7-4B1A-8E72-A7CE1CF51D99}"/>
              </a:ext>
            </a:extLst>
          </p:cNvPr>
          <p:cNvSpPr>
            <a:spLocks noGrp="1"/>
          </p:cNvSpPr>
          <p:nvPr/>
        </p:nvSpPr>
        <p:spPr>
          <a:xfrm>
            <a:off x="43347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4" name="F2_precision_recall_distributions_6568">
            <a:extLst>
              <a:ext uri="{FF2B5EF4-FFF2-40B4-BE49-F238E27FC236}">
                <a16:creationId xmlns:a16="http://schemas.microsoft.com/office/drawing/2014/main" id="{2CAD92DC-8776-4351-811B-E95C9EBBB265}"/>
              </a:ext>
            </a:extLst>
          </p:cNvPr>
          <p:cNvSpPr>
            <a:spLocks noGrp="1"/>
          </p:cNvSpPr>
          <p:nvPr/>
        </p:nvSpPr>
        <p:spPr>
          <a:xfrm>
            <a:off x="409638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5" name="F2_precision_recall_distributions_6569">
            <a:extLst>
              <a:ext uri="{FF2B5EF4-FFF2-40B4-BE49-F238E27FC236}">
                <a16:creationId xmlns:a16="http://schemas.microsoft.com/office/drawing/2014/main" id="{A413D943-1E13-453F-930F-B80F8CE7563A}"/>
              </a:ext>
            </a:extLst>
          </p:cNvPr>
          <p:cNvSpPr>
            <a:spLocks noGrp="1"/>
          </p:cNvSpPr>
          <p:nvPr/>
        </p:nvSpPr>
        <p:spPr>
          <a:xfrm>
            <a:off x="42455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6" name="F2_precision_recall_distributions_6570">
            <a:extLst>
              <a:ext uri="{FF2B5EF4-FFF2-40B4-BE49-F238E27FC236}">
                <a16:creationId xmlns:a16="http://schemas.microsoft.com/office/drawing/2014/main" id="{0CAFFB27-EEA1-448E-B663-75DBD4674159}"/>
              </a:ext>
            </a:extLst>
          </p:cNvPr>
          <p:cNvSpPr>
            <a:spLocks noGrp="1"/>
          </p:cNvSpPr>
          <p:nvPr/>
        </p:nvSpPr>
        <p:spPr>
          <a:xfrm>
            <a:off x="42897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7" name="F2_precision_recall_distributions_6571">
            <a:extLst>
              <a:ext uri="{FF2B5EF4-FFF2-40B4-BE49-F238E27FC236}">
                <a16:creationId xmlns:a16="http://schemas.microsoft.com/office/drawing/2014/main" id="{354EA27D-87ED-47F1-82C8-EA28798F4589}"/>
              </a:ext>
            </a:extLst>
          </p:cNvPr>
          <p:cNvSpPr>
            <a:spLocks noGrp="1"/>
          </p:cNvSpPr>
          <p:nvPr/>
        </p:nvSpPr>
        <p:spPr>
          <a:xfrm>
            <a:off x="40354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8" name="F2_precision_recall_distributions_6572">
            <a:extLst>
              <a:ext uri="{FF2B5EF4-FFF2-40B4-BE49-F238E27FC236}">
                <a16:creationId xmlns:a16="http://schemas.microsoft.com/office/drawing/2014/main" id="{EAF9741A-BF69-44DA-97B5-E6D5D3C954F7}"/>
              </a:ext>
            </a:extLst>
          </p:cNvPr>
          <p:cNvSpPr>
            <a:spLocks noGrp="1"/>
          </p:cNvSpPr>
          <p:nvPr/>
        </p:nvSpPr>
        <p:spPr>
          <a:xfrm>
            <a:off x="430852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59" name="F2_precision_recall_distributions_6573">
            <a:extLst>
              <a:ext uri="{FF2B5EF4-FFF2-40B4-BE49-F238E27FC236}">
                <a16:creationId xmlns:a16="http://schemas.microsoft.com/office/drawing/2014/main" id="{007F93BC-492C-4BA9-859C-88C83AAA5870}"/>
              </a:ext>
            </a:extLst>
          </p:cNvPr>
          <p:cNvSpPr>
            <a:spLocks noGrp="1"/>
          </p:cNvSpPr>
          <p:nvPr/>
        </p:nvSpPr>
        <p:spPr>
          <a:xfrm>
            <a:off x="41465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0" name="F2_precision_recall_distributions_6574">
            <a:extLst>
              <a:ext uri="{FF2B5EF4-FFF2-40B4-BE49-F238E27FC236}">
                <a16:creationId xmlns:a16="http://schemas.microsoft.com/office/drawing/2014/main" id="{01F1CE99-DF23-4451-9AE2-F7EE00943EC1}"/>
              </a:ext>
            </a:extLst>
          </p:cNvPr>
          <p:cNvSpPr>
            <a:spLocks noGrp="1"/>
          </p:cNvSpPr>
          <p:nvPr/>
        </p:nvSpPr>
        <p:spPr>
          <a:xfrm>
            <a:off x="42938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1" name="F2_precision_recall_distributions_6575">
            <a:extLst>
              <a:ext uri="{FF2B5EF4-FFF2-40B4-BE49-F238E27FC236}">
                <a16:creationId xmlns:a16="http://schemas.microsoft.com/office/drawing/2014/main" id="{298ECA6E-91C3-46AF-8EAD-EAD039240F73}"/>
              </a:ext>
            </a:extLst>
          </p:cNvPr>
          <p:cNvSpPr>
            <a:spLocks noGrp="1"/>
          </p:cNvSpPr>
          <p:nvPr/>
        </p:nvSpPr>
        <p:spPr>
          <a:xfrm>
            <a:off x="40307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2" name="F2_precision_recall_distributions_6576">
            <a:extLst>
              <a:ext uri="{FF2B5EF4-FFF2-40B4-BE49-F238E27FC236}">
                <a16:creationId xmlns:a16="http://schemas.microsoft.com/office/drawing/2014/main" id="{678D9A76-326F-4F24-8A26-5D0BD1958B1D}"/>
              </a:ext>
            </a:extLst>
          </p:cNvPr>
          <p:cNvSpPr>
            <a:spLocks noGrp="1"/>
          </p:cNvSpPr>
          <p:nvPr/>
        </p:nvSpPr>
        <p:spPr>
          <a:xfrm>
            <a:off x="41643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3" name="F2_precision_recall_distributions_6577">
            <a:extLst>
              <a:ext uri="{FF2B5EF4-FFF2-40B4-BE49-F238E27FC236}">
                <a16:creationId xmlns:a16="http://schemas.microsoft.com/office/drawing/2014/main" id="{282FEE5C-297F-45BC-9C6C-B68633113BC8}"/>
              </a:ext>
            </a:extLst>
          </p:cNvPr>
          <p:cNvSpPr>
            <a:spLocks noGrp="1"/>
          </p:cNvSpPr>
          <p:nvPr/>
        </p:nvSpPr>
        <p:spPr>
          <a:xfrm>
            <a:off x="425314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4" name="F2_precision_recall_distributions_6578">
            <a:extLst>
              <a:ext uri="{FF2B5EF4-FFF2-40B4-BE49-F238E27FC236}">
                <a16:creationId xmlns:a16="http://schemas.microsoft.com/office/drawing/2014/main" id="{61D7164B-BEE6-4A81-A46E-DD2F291222DF}"/>
              </a:ext>
            </a:extLst>
          </p:cNvPr>
          <p:cNvSpPr>
            <a:spLocks noGrp="1"/>
          </p:cNvSpPr>
          <p:nvPr/>
        </p:nvSpPr>
        <p:spPr>
          <a:xfrm>
            <a:off x="4159387" y="64400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5" name="F2_precision_recall_distributions_6579">
            <a:extLst>
              <a:ext uri="{FF2B5EF4-FFF2-40B4-BE49-F238E27FC236}">
                <a16:creationId xmlns:a16="http://schemas.microsoft.com/office/drawing/2014/main" id="{888723AC-9D2E-41BE-BE37-3D66C2DA2FBD}"/>
              </a:ext>
            </a:extLst>
          </p:cNvPr>
          <p:cNvSpPr>
            <a:spLocks noGrp="1"/>
          </p:cNvSpPr>
          <p:nvPr/>
        </p:nvSpPr>
        <p:spPr>
          <a:xfrm>
            <a:off x="41562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6" name="F2_precision_recall_distributions_6580">
            <a:extLst>
              <a:ext uri="{FF2B5EF4-FFF2-40B4-BE49-F238E27FC236}">
                <a16:creationId xmlns:a16="http://schemas.microsoft.com/office/drawing/2014/main" id="{598AB2A4-7874-460A-8CA3-5F50052BF725}"/>
              </a:ext>
            </a:extLst>
          </p:cNvPr>
          <p:cNvSpPr>
            <a:spLocks noGrp="1"/>
          </p:cNvSpPr>
          <p:nvPr/>
        </p:nvSpPr>
        <p:spPr>
          <a:xfrm>
            <a:off x="43379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7" name="F2_precision_recall_distributions_6581">
            <a:extLst>
              <a:ext uri="{FF2B5EF4-FFF2-40B4-BE49-F238E27FC236}">
                <a16:creationId xmlns:a16="http://schemas.microsoft.com/office/drawing/2014/main" id="{3DF05D08-7B0E-470B-B0BE-980C39421479}"/>
              </a:ext>
            </a:extLst>
          </p:cNvPr>
          <p:cNvSpPr>
            <a:spLocks noGrp="1"/>
          </p:cNvSpPr>
          <p:nvPr/>
        </p:nvSpPr>
        <p:spPr>
          <a:xfrm>
            <a:off x="41505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8" name="F2_precision_recall_distributions_6582">
            <a:extLst>
              <a:ext uri="{FF2B5EF4-FFF2-40B4-BE49-F238E27FC236}">
                <a16:creationId xmlns:a16="http://schemas.microsoft.com/office/drawing/2014/main" id="{40F1C569-7657-4FEA-BCC7-0D2B43DB5C10}"/>
              </a:ext>
            </a:extLst>
          </p:cNvPr>
          <p:cNvSpPr>
            <a:spLocks noGrp="1"/>
          </p:cNvSpPr>
          <p:nvPr/>
        </p:nvSpPr>
        <p:spPr>
          <a:xfrm>
            <a:off x="41062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69" name="F2_precision_recall_distributions_6583">
            <a:extLst>
              <a:ext uri="{FF2B5EF4-FFF2-40B4-BE49-F238E27FC236}">
                <a16:creationId xmlns:a16="http://schemas.microsoft.com/office/drawing/2014/main" id="{F016E2DA-E450-4DD4-BC72-EFEA8A71E2A6}"/>
              </a:ext>
            </a:extLst>
          </p:cNvPr>
          <p:cNvSpPr>
            <a:spLocks noGrp="1"/>
          </p:cNvSpPr>
          <p:nvPr/>
        </p:nvSpPr>
        <p:spPr>
          <a:xfrm>
            <a:off x="40972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0" name="F2_precision_recall_distributions_6584">
            <a:extLst>
              <a:ext uri="{FF2B5EF4-FFF2-40B4-BE49-F238E27FC236}">
                <a16:creationId xmlns:a16="http://schemas.microsoft.com/office/drawing/2014/main" id="{AE58DA82-0246-4DE5-AECC-81A066A21334}"/>
              </a:ext>
            </a:extLst>
          </p:cNvPr>
          <p:cNvSpPr>
            <a:spLocks noGrp="1"/>
          </p:cNvSpPr>
          <p:nvPr/>
        </p:nvSpPr>
        <p:spPr>
          <a:xfrm>
            <a:off x="43392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1" name="F2_precision_recall_distributions_6585">
            <a:extLst>
              <a:ext uri="{FF2B5EF4-FFF2-40B4-BE49-F238E27FC236}">
                <a16:creationId xmlns:a16="http://schemas.microsoft.com/office/drawing/2014/main" id="{87191772-6114-4A34-BE8B-E9201E3B9627}"/>
              </a:ext>
            </a:extLst>
          </p:cNvPr>
          <p:cNvSpPr>
            <a:spLocks noGrp="1"/>
          </p:cNvSpPr>
          <p:nvPr/>
        </p:nvSpPr>
        <p:spPr>
          <a:xfrm>
            <a:off x="4127081" y="63315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2" name="F2_precision_recall_distributions_6586">
            <a:extLst>
              <a:ext uri="{FF2B5EF4-FFF2-40B4-BE49-F238E27FC236}">
                <a16:creationId xmlns:a16="http://schemas.microsoft.com/office/drawing/2014/main" id="{06A5D852-3014-46CA-A0A4-3A0E56F22034}"/>
              </a:ext>
            </a:extLst>
          </p:cNvPr>
          <p:cNvSpPr>
            <a:spLocks noGrp="1"/>
          </p:cNvSpPr>
          <p:nvPr/>
        </p:nvSpPr>
        <p:spPr>
          <a:xfrm>
            <a:off x="41334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3" name="F2_precision_recall_distributions_6587">
            <a:extLst>
              <a:ext uri="{FF2B5EF4-FFF2-40B4-BE49-F238E27FC236}">
                <a16:creationId xmlns:a16="http://schemas.microsoft.com/office/drawing/2014/main" id="{AC01F194-2E87-4490-B85D-CE5728F79B8D}"/>
              </a:ext>
            </a:extLst>
          </p:cNvPr>
          <p:cNvSpPr>
            <a:spLocks noGrp="1"/>
          </p:cNvSpPr>
          <p:nvPr/>
        </p:nvSpPr>
        <p:spPr>
          <a:xfrm>
            <a:off x="41019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4" name="F2_precision_recall_distributions_6588">
            <a:extLst>
              <a:ext uri="{FF2B5EF4-FFF2-40B4-BE49-F238E27FC236}">
                <a16:creationId xmlns:a16="http://schemas.microsoft.com/office/drawing/2014/main" id="{2288D245-D1AA-4F04-B2C3-F2A7C72C16F7}"/>
              </a:ext>
            </a:extLst>
          </p:cNvPr>
          <p:cNvSpPr>
            <a:spLocks noGrp="1"/>
          </p:cNvSpPr>
          <p:nvPr/>
        </p:nvSpPr>
        <p:spPr>
          <a:xfrm>
            <a:off x="41859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5" name="F2_precision_recall_distributions_6589">
            <a:extLst>
              <a:ext uri="{FF2B5EF4-FFF2-40B4-BE49-F238E27FC236}">
                <a16:creationId xmlns:a16="http://schemas.microsoft.com/office/drawing/2014/main" id="{4681233E-962D-4A0F-ABA9-0419A4E73BC4}"/>
              </a:ext>
            </a:extLst>
          </p:cNvPr>
          <p:cNvSpPr>
            <a:spLocks noGrp="1"/>
          </p:cNvSpPr>
          <p:nvPr/>
        </p:nvSpPr>
        <p:spPr>
          <a:xfrm>
            <a:off x="42129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6" name="F2_precision_recall_distributions_6590">
            <a:extLst>
              <a:ext uri="{FF2B5EF4-FFF2-40B4-BE49-F238E27FC236}">
                <a16:creationId xmlns:a16="http://schemas.microsoft.com/office/drawing/2014/main" id="{7B936496-0415-45FC-8139-B90799E16CDA}"/>
              </a:ext>
            </a:extLst>
          </p:cNvPr>
          <p:cNvSpPr>
            <a:spLocks noGrp="1"/>
          </p:cNvSpPr>
          <p:nvPr/>
        </p:nvSpPr>
        <p:spPr>
          <a:xfrm>
            <a:off x="4067915" y="64017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7" name="F2_precision_recall_distributions_6591">
            <a:extLst>
              <a:ext uri="{FF2B5EF4-FFF2-40B4-BE49-F238E27FC236}">
                <a16:creationId xmlns:a16="http://schemas.microsoft.com/office/drawing/2014/main" id="{F469341D-633E-486C-90B2-26A1CCE1A038}"/>
              </a:ext>
            </a:extLst>
          </p:cNvPr>
          <p:cNvSpPr>
            <a:spLocks noGrp="1"/>
          </p:cNvSpPr>
          <p:nvPr/>
        </p:nvSpPr>
        <p:spPr>
          <a:xfrm>
            <a:off x="42710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8" name="F2_precision_recall_distributions_6592">
            <a:extLst>
              <a:ext uri="{FF2B5EF4-FFF2-40B4-BE49-F238E27FC236}">
                <a16:creationId xmlns:a16="http://schemas.microsoft.com/office/drawing/2014/main" id="{99724439-8C1A-44B3-8D51-76BA7E78F909}"/>
              </a:ext>
            </a:extLst>
          </p:cNvPr>
          <p:cNvSpPr>
            <a:spLocks noGrp="1"/>
          </p:cNvSpPr>
          <p:nvPr/>
        </p:nvSpPr>
        <p:spPr>
          <a:xfrm>
            <a:off x="41260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79" name="F2_precision_recall_distributions_6593">
            <a:extLst>
              <a:ext uri="{FF2B5EF4-FFF2-40B4-BE49-F238E27FC236}">
                <a16:creationId xmlns:a16="http://schemas.microsoft.com/office/drawing/2014/main" id="{542D5FA3-84AC-40E6-AE18-F30F4C9765ED}"/>
              </a:ext>
            </a:extLst>
          </p:cNvPr>
          <p:cNvSpPr>
            <a:spLocks noGrp="1"/>
          </p:cNvSpPr>
          <p:nvPr/>
        </p:nvSpPr>
        <p:spPr>
          <a:xfrm>
            <a:off x="423389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0" name="F2_precision_recall_distributions_6594">
            <a:extLst>
              <a:ext uri="{FF2B5EF4-FFF2-40B4-BE49-F238E27FC236}">
                <a16:creationId xmlns:a16="http://schemas.microsoft.com/office/drawing/2014/main" id="{22F4E6F8-CAD6-401D-AA7A-B5952019D681}"/>
              </a:ext>
            </a:extLst>
          </p:cNvPr>
          <p:cNvSpPr>
            <a:spLocks noGrp="1"/>
          </p:cNvSpPr>
          <p:nvPr/>
        </p:nvSpPr>
        <p:spPr>
          <a:xfrm>
            <a:off x="413579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1" name="F2_precision_recall_distributions_6595">
            <a:extLst>
              <a:ext uri="{FF2B5EF4-FFF2-40B4-BE49-F238E27FC236}">
                <a16:creationId xmlns:a16="http://schemas.microsoft.com/office/drawing/2014/main" id="{FF282930-F000-438E-BC60-58BBA1196109}"/>
              </a:ext>
            </a:extLst>
          </p:cNvPr>
          <p:cNvSpPr>
            <a:spLocks noGrp="1"/>
          </p:cNvSpPr>
          <p:nvPr/>
        </p:nvSpPr>
        <p:spPr>
          <a:xfrm>
            <a:off x="42233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2" name="F2_precision_recall_distributions_6596">
            <a:extLst>
              <a:ext uri="{FF2B5EF4-FFF2-40B4-BE49-F238E27FC236}">
                <a16:creationId xmlns:a16="http://schemas.microsoft.com/office/drawing/2014/main" id="{7F1F7B5C-5007-446B-8851-921004D62885}"/>
              </a:ext>
            </a:extLst>
          </p:cNvPr>
          <p:cNvSpPr>
            <a:spLocks noGrp="1"/>
          </p:cNvSpPr>
          <p:nvPr/>
        </p:nvSpPr>
        <p:spPr>
          <a:xfrm>
            <a:off x="4064947" y="64457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3" name="F2_precision_recall_distributions_6597">
            <a:extLst>
              <a:ext uri="{FF2B5EF4-FFF2-40B4-BE49-F238E27FC236}">
                <a16:creationId xmlns:a16="http://schemas.microsoft.com/office/drawing/2014/main" id="{08BEDE50-A597-430A-829D-6C4981D15B9B}"/>
              </a:ext>
            </a:extLst>
          </p:cNvPr>
          <p:cNvSpPr>
            <a:spLocks noGrp="1"/>
          </p:cNvSpPr>
          <p:nvPr/>
        </p:nvSpPr>
        <p:spPr>
          <a:xfrm>
            <a:off x="40429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4" name="F2_precision_recall_distributions_6598">
            <a:extLst>
              <a:ext uri="{FF2B5EF4-FFF2-40B4-BE49-F238E27FC236}">
                <a16:creationId xmlns:a16="http://schemas.microsoft.com/office/drawing/2014/main" id="{1758B6EF-EFE9-470A-82DC-E13DC3061EC0}"/>
              </a:ext>
            </a:extLst>
          </p:cNvPr>
          <p:cNvSpPr>
            <a:spLocks noGrp="1"/>
          </p:cNvSpPr>
          <p:nvPr/>
        </p:nvSpPr>
        <p:spPr>
          <a:xfrm>
            <a:off x="403026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5" name="F2_precision_recall_distributions_6599">
            <a:extLst>
              <a:ext uri="{FF2B5EF4-FFF2-40B4-BE49-F238E27FC236}">
                <a16:creationId xmlns:a16="http://schemas.microsoft.com/office/drawing/2014/main" id="{DC92939A-4BE3-49B5-B868-BA56DC836895}"/>
              </a:ext>
            </a:extLst>
          </p:cNvPr>
          <p:cNvSpPr>
            <a:spLocks noGrp="1"/>
          </p:cNvSpPr>
          <p:nvPr/>
        </p:nvSpPr>
        <p:spPr>
          <a:xfrm>
            <a:off x="40294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6" name="F2_precision_recall_distributions_6600">
            <a:extLst>
              <a:ext uri="{FF2B5EF4-FFF2-40B4-BE49-F238E27FC236}">
                <a16:creationId xmlns:a16="http://schemas.microsoft.com/office/drawing/2014/main" id="{D5EBBF5C-0F08-4893-9EFC-C481750BC55B}"/>
              </a:ext>
            </a:extLst>
          </p:cNvPr>
          <p:cNvSpPr>
            <a:spLocks noGrp="1"/>
          </p:cNvSpPr>
          <p:nvPr/>
        </p:nvSpPr>
        <p:spPr>
          <a:xfrm>
            <a:off x="4067074" y="64415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7" name="F2_precision_recall_distributions_6601">
            <a:extLst>
              <a:ext uri="{FF2B5EF4-FFF2-40B4-BE49-F238E27FC236}">
                <a16:creationId xmlns:a16="http://schemas.microsoft.com/office/drawing/2014/main" id="{8C246BF3-63BE-4EE7-9C69-82996DB1BC84}"/>
              </a:ext>
            </a:extLst>
          </p:cNvPr>
          <p:cNvSpPr>
            <a:spLocks noGrp="1"/>
          </p:cNvSpPr>
          <p:nvPr/>
        </p:nvSpPr>
        <p:spPr>
          <a:xfrm>
            <a:off x="416691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8" name="F2_precision_recall_distributions_6602">
            <a:extLst>
              <a:ext uri="{FF2B5EF4-FFF2-40B4-BE49-F238E27FC236}">
                <a16:creationId xmlns:a16="http://schemas.microsoft.com/office/drawing/2014/main" id="{550D9772-100F-441A-823B-69D4A88D8F72}"/>
              </a:ext>
            </a:extLst>
          </p:cNvPr>
          <p:cNvSpPr>
            <a:spLocks noGrp="1"/>
          </p:cNvSpPr>
          <p:nvPr/>
        </p:nvSpPr>
        <p:spPr>
          <a:xfrm>
            <a:off x="4322435" y="644543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89" name="F2_precision_recall_distributions_6603">
            <a:extLst>
              <a:ext uri="{FF2B5EF4-FFF2-40B4-BE49-F238E27FC236}">
                <a16:creationId xmlns:a16="http://schemas.microsoft.com/office/drawing/2014/main" id="{4AF50AE1-ED99-4AF5-A054-45DAAB633EC8}"/>
              </a:ext>
            </a:extLst>
          </p:cNvPr>
          <p:cNvSpPr>
            <a:spLocks noGrp="1"/>
          </p:cNvSpPr>
          <p:nvPr/>
        </p:nvSpPr>
        <p:spPr>
          <a:xfrm>
            <a:off x="40107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0" name="F2_precision_recall_distributions_6604">
            <a:extLst>
              <a:ext uri="{FF2B5EF4-FFF2-40B4-BE49-F238E27FC236}">
                <a16:creationId xmlns:a16="http://schemas.microsoft.com/office/drawing/2014/main" id="{EFB7FC7F-C116-4D92-AA9B-E5CB89282D79}"/>
              </a:ext>
            </a:extLst>
          </p:cNvPr>
          <p:cNvSpPr>
            <a:spLocks noGrp="1"/>
          </p:cNvSpPr>
          <p:nvPr/>
        </p:nvSpPr>
        <p:spPr>
          <a:xfrm>
            <a:off x="39967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1" name="F2_precision_recall_distributions_6605">
            <a:extLst>
              <a:ext uri="{FF2B5EF4-FFF2-40B4-BE49-F238E27FC236}">
                <a16:creationId xmlns:a16="http://schemas.microsoft.com/office/drawing/2014/main" id="{C6D0A83D-3D78-4940-9770-F24B122E2347}"/>
              </a:ext>
            </a:extLst>
          </p:cNvPr>
          <p:cNvSpPr>
            <a:spLocks noGrp="1"/>
          </p:cNvSpPr>
          <p:nvPr/>
        </p:nvSpPr>
        <p:spPr>
          <a:xfrm>
            <a:off x="4083413" y="64459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2" name="F2_precision_recall_distributions_6606">
            <a:extLst>
              <a:ext uri="{FF2B5EF4-FFF2-40B4-BE49-F238E27FC236}">
                <a16:creationId xmlns:a16="http://schemas.microsoft.com/office/drawing/2014/main" id="{A22DC19B-939D-43CB-A366-2752CC7B7D00}"/>
              </a:ext>
            </a:extLst>
          </p:cNvPr>
          <p:cNvSpPr>
            <a:spLocks noGrp="1"/>
          </p:cNvSpPr>
          <p:nvPr/>
        </p:nvSpPr>
        <p:spPr>
          <a:xfrm>
            <a:off x="42161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3" name="F2_precision_recall_distributions_6607">
            <a:extLst>
              <a:ext uri="{FF2B5EF4-FFF2-40B4-BE49-F238E27FC236}">
                <a16:creationId xmlns:a16="http://schemas.microsoft.com/office/drawing/2014/main" id="{22D385F9-CC04-4292-BB8D-94C6728FBAD6}"/>
              </a:ext>
            </a:extLst>
          </p:cNvPr>
          <p:cNvSpPr>
            <a:spLocks noGrp="1"/>
          </p:cNvSpPr>
          <p:nvPr/>
        </p:nvSpPr>
        <p:spPr>
          <a:xfrm>
            <a:off x="41251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4" name="F2_precision_recall_distributions_6608">
            <a:extLst>
              <a:ext uri="{FF2B5EF4-FFF2-40B4-BE49-F238E27FC236}">
                <a16:creationId xmlns:a16="http://schemas.microsoft.com/office/drawing/2014/main" id="{B51A707A-4DCB-4D12-AA9C-C849AA0D4949}"/>
              </a:ext>
            </a:extLst>
          </p:cNvPr>
          <p:cNvSpPr>
            <a:spLocks noGrp="1"/>
          </p:cNvSpPr>
          <p:nvPr/>
        </p:nvSpPr>
        <p:spPr>
          <a:xfrm>
            <a:off x="43302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5" name="F2_precision_recall_distributions_6609">
            <a:extLst>
              <a:ext uri="{FF2B5EF4-FFF2-40B4-BE49-F238E27FC236}">
                <a16:creationId xmlns:a16="http://schemas.microsoft.com/office/drawing/2014/main" id="{F6718A07-1EE8-457A-9FFB-675702881C1A}"/>
              </a:ext>
            </a:extLst>
          </p:cNvPr>
          <p:cNvSpPr>
            <a:spLocks noGrp="1"/>
          </p:cNvSpPr>
          <p:nvPr/>
        </p:nvSpPr>
        <p:spPr>
          <a:xfrm>
            <a:off x="4147863" y="643785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6" name="F2_precision_recall_distributions_6610">
            <a:extLst>
              <a:ext uri="{FF2B5EF4-FFF2-40B4-BE49-F238E27FC236}">
                <a16:creationId xmlns:a16="http://schemas.microsoft.com/office/drawing/2014/main" id="{DE06A1AF-2875-4182-832A-8D300E15764C}"/>
              </a:ext>
            </a:extLst>
          </p:cNvPr>
          <p:cNvSpPr>
            <a:spLocks noGrp="1"/>
          </p:cNvSpPr>
          <p:nvPr/>
        </p:nvSpPr>
        <p:spPr>
          <a:xfrm>
            <a:off x="41040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7" name="F2_precision_recall_distributions_6611">
            <a:extLst>
              <a:ext uri="{FF2B5EF4-FFF2-40B4-BE49-F238E27FC236}">
                <a16:creationId xmlns:a16="http://schemas.microsoft.com/office/drawing/2014/main" id="{64CE9DB1-A0EB-4EAB-AC30-137F59A30B25}"/>
              </a:ext>
            </a:extLst>
          </p:cNvPr>
          <p:cNvSpPr>
            <a:spLocks noGrp="1"/>
          </p:cNvSpPr>
          <p:nvPr/>
        </p:nvSpPr>
        <p:spPr>
          <a:xfrm>
            <a:off x="408425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8" name="F2_precision_recall_distributions_6612">
            <a:extLst>
              <a:ext uri="{FF2B5EF4-FFF2-40B4-BE49-F238E27FC236}">
                <a16:creationId xmlns:a16="http://schemas.microsoft.com/office/drawing/2014/main" id="{31C6FB18-77FF-462E-AAE7-4E5196601CFF}"/>
              </a:ext>
            </a:extLst>
          </p:cNvPr>
          <p:cNvSpPr>
            <a:spLocks noGrp="1"/>
          </p:cNvSpPr>
          <p:nvPr/>
        </p:nvSpPr>
        <p:spPr>
          <a:xfrm>
            <a:off x="4042974" y="64269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799" name="F2_precision_recall_distributions_6613">
            <a:extLst>
              <a:ext uri="{FF2B5EF4-FFF2-40B4-BE49-F238E27FC236}">
                <a16:creationId xmlns:a16="http://schemas.microsoft.com/office/drawing/2014/main" id="{2E43A004-821E-4FC6-B432-B04C6813D568}"/>
              </a:ext>
            </a:extLst>
          </p:cNvPr>
          <p:cNvSpPr>
            <a:spLocks noGrp="1"/>
          </p:cNvSpPr>
          <p:nvPr/>
        </p:nvSpPr>
        <p:spPr>
          <a:xfrm>
            <a:off x="40534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0" name="F2_precision_recall_distributions_6614">
            <a:extLst>
              <a:ext uri="{FF2B5EF4-FFF2-40B4-BE49-F238E27FC236}">
                <a16:creationId xmlns:a16="http://schemas.microsoft.com/office/drawing/2014/main" id="{62434BE3-D4FF-4BDC-85FB-060AE557F7AD}"/>
              </a:ext>
            </a:extLst>
          </p:cNvPr>
          <p:cNvSpPr>
            <a:spLocks noGrp="1"/>
          </p:cNvSpPr>
          <p:nvPr/>
        </p:nvSpPr>
        <p:spPr>
          <a:xfrm>
            <a:off x="429961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1" name="F2_precision_recall_distributions_6615">
            <a:extLst>
              <a:ext uri="{FF2B5EF4-FFF2-40B4-BE49-F238E27FC236}">
                <a16:creationId xmlns:a16="http://schemas.microsoft.com/office/drawing/2014/main" id="{FA714CC0-21C0-4E07-AC3F-7F9996DBE09E}"/>
              </a:ext>
            </a:extLst>
          </p:cNvPr>
          <p:cNvSpPr>
            <a:spLocks noGrp="1"/>
          </p:cNvSpPr>
          <p:nvPr/>
        </p:nvSpPr>
        <p:spPr>
          <a:xfrm>
            <a:off x="39937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2" name="F2_precision_recall_distributions_6616">
            <a:extLst>
              <a:ext uri="{FF2B5EF4-FFF2-40B4-BE49-F238E27FC236}">
                <a16:creationId xmlns:a16="http://schemas.microsoft.com/office/drawing/2014/main" id="{01405387-5C7B-4FC6-9F1E-57992D9882FE}"/>
              </a:ext>
            </a:extLst>
          </p:cNvPr>
          <p:cNvSpPr>
            <a:spLocks noGrp="1"/>
          </p:cNvSpPr>
          <p:nvPr/>
        </p:nvSpPr>
        <p:spPr>
          <a:xfrm>
            <a:off x="415208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3" name="F2_precision_recall_distributions_6617">
            <a:extLst>
              <a:ext uri="{FF2B5EF4-FFF2-40B4-BE49-F238E27FC236}">
                <a16:creationId xmlns:a16="http://schemas.microsoft.com/office/drawing/2014/main" id="{5F4B97AF-337E-4F4A-929D-CABCDAB6DFDD}"/>
              </a:ext>
            </a:extLst>
          </p:cNvPr>
          <p:cNvSpPr>
            <a:spLocks noGrp="1"/>
          </p:cNvSpPr>
          <p:nvPr/>
        </p:nvSpPr>
        <p:spPr>
          <a:xfrm>
            <a:off x="4299309" y="64443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4" name="F2_precision_recall_distributions_6618">
            <a:extLst>
              <a:ext uri="{FF2B5EF4-FFF2-40B4-BE49-F238E27FC236}">
                <a16:creationId xmlns:a16="http://schemas.microsoft.com/office/drawing/2014/main" id="{0A3762D6-32F9-4611-B226-AE60792D6619}"/>
              </a:ext>
            </a:extLst>
          </p:cNvPr>
          <p:cNvSpPr>
            <a:spLocks noGrp="1"/>
          </p:cNvSpPr>
          <p:nvPr/>
        </p:nvSpPr>
        <p:spPr>
          <a:xfrm>
            <a:off x="4189583" y="639695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5" name="F2_precision_recall_distributions_6619">
            <a:extLst>
              <a:ext uri="{FF2B5EF4-FFF2-40B4-BE49-F238E27FC236}">
                <a16:creationId xmlns:a16="http://schemas.microsoft.com/office/drawing/2014/main" id="{B1097D15-51EC-4E05-B8A4-9793C1530DF8}"/>
              </a:ext>
            </a:extLst>
          </p:cNvPr>
          <p:cNvSpPr>
            <a:spLocks noGrp="1"/>
          </p:cNvSpPr>
          <p:nvPr/>
        </p:nvSpPr>
        <p:spPr>
          <a:xfrm>
            <a:off x="39955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6" name="F2_precision_recall_distributions_6620">
            <a:extLst>
              <a:ext uri="{FF2B5EF4-FFF2-40B4-BE49-F238E27FC236}">
                <a16:creationId xmlns:a16="http://schemas.microsoft.com/office/drawing/2014/main" id="{8368F96E-E43D-4D2A-978F-2A482671A48E}"/>
              </a:ext>
            </a:extLst>
          </p:cNvPr>
          <p:cNvSpPr>
            <a:spLocks noGrp="1"/>
          </p:cNvSpPr>
          <p:nvPr/>
        </p:nvSpPr>
        <p:spPr>
          <a:xfrm>
            <a:off x="399822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7" name="F2_precision_recall_distributions_6621">
            <a:extLst>
              <a:ext uri="{FF2B5EF4-FFF2-40B4-BE49-F238E27FC236}">
                <a16:creationId xmlns:a16="http://schemas.microsoft.com/office/drawing/2014/main" id="{2B650823-DA39-48FD-B14C-EA86820C694F}"/>
              </a:ext>
            </a:extLst>
          </p:cNvPr>
          <p:cNvSpPr>
            <a:spLocks noGrp="1"/>
          </p:cNvSpPr>
          <p:nvPr/>
        </p:nvSpPr>
        <p:spPr>
          <a:xfrm>
            <a:off x="4154371" y="643423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8" name="F2_precision_recall_distributions_6622">
            <a:extLst>
              <a:ext uri="{FF2B5EF4-FFF2-40B4-BE49-F238E27FC236}">
                <a16:creationId xmlns:a16="http://schemas.microsoft.com/office/drawing/2014/main" id="{3F74CCFB-05D5-4392-AA9D-F676A693CDDE}"/>
              </a:ext>
            </a:extLst>
          </p:cNvPr>
          <p:cNvSpPr>
            <a:spLocks noGrp="1"/>
          </p:cNvSpPr>
          <p:nvPr/>
        </p:nvSpPr>
        <p:spPr>
          <a:xfrm>
            <a:off x="430139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09" name="F2_precision_recall_distributions_6623">
            <a:extLst>
              <a:ext uri="{FF2B5EF4-FFF2-40B4-BE49-F238E27FC236}">
                <a16:creationId xmlns:a16="http://schemas.microsoft.com/office/drawing/2014/main" id="{14E12BDC-611C-4227-BA13-B5042028C4BB}"/>
              </a:ext>
            </a:extLst>
          </p:cNvPr>
          <p:cNvSpPr>
            <a:spLocks noGrp="1"/>
          </p:cNvSpPr>
          <p:nvPr/>
        </p:nvSpPr>
        <p:spPr>
          <a:xfrm>
            <a:off x="433705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0" name="F2_precision_recall_distributions_6624">
            <a:extLst>
              <a:ext uri="{FF2B5EF4-FFF2-40B4-BE49-F238E27FC236}">
                <a16:creationId xmlns:a16="http://schemas.microsoft.com/office/drawing/2014/main" id="{A341A36A-E6A1-4AE8-8FD0-79C82894D02F}"/>
              </a:ext>
            </a:extLst>
          </p:cNvPr>
          <p:cNvSpPr>
            <a:spLocks noGrp="1"/>
          </p:cNvSpPr>
          <p:nvPr/>
        </p:nvSpPr>
        <p:spPr>
          <a:xfrm>
            <a:off x="415480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1" name="F2_precision_recall_distributions_6625">
            <a:extLst>
              <a:ext uri="{FF2B5EF4-FFF2-40B4-BE49-F238E27FC236}">
                <a16:creationId xmlns:a16="http://schemas.microsoft.com/office/drawing/2014/main" id="{1074AA3F-4FD7-4D8C-91F4-9992882D7356}"/>
              </a:ext>
            </a:extLst>
          </p:cNvPr>
          <p:cNvSpPr>
            <a:spLocks noGrp="1"/>
          </p:cNvSpPr>
          <p:nvPr/>
        </p:nvSpPr>
        <p:spPr>
          <a:xfrm>
            <a:off x="4220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2" name="F2_precision_recall_distributions_6626">
            <a:extLst>
              <a:ext uri="{FF2B5EF4-FFF2-40B4-BE49-F238E27FC236}">
                <a16:creationId xmlns:a16="http://schemas.microsoft.com/office/drawing/2014/main" id="{FB1BAA11-EF69-4D1A-A343-A421A1223CEF}"/>
              </a:ext>
            </a:extLst>
          </p:cNvPr>
          <p:cNvSpPr>
            <a:spLocks noGrp="1"/>
          </p:cNvSpPr>
          <p:nvPr/>
        </p:nvSpPr>
        <p:spPr>
          <a:xfrm>
            <a:off x="41616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3" name="F2_precision_recall_distributions_6627">
            <a:extLst>
              <a:ext uri="{FF2B5EF4-FFF2-40B4-BE49-F238E27FC236}">
                <a16:creationId xmlns:a16="http://schemas.microsoft.com/office/drawing/2014/main" id="{82C113F1-15BA-4152-A44C-3199B0B211C4}"/>
              </a:ext>
            </a:extLst>
          </p:cNvPr>
          <p:cNvSpPr>
            <a:spLocks noGrp="1"/>
          </p:cNvSpPr>
          <p:nvPr/>
        </p:nvSpPr>
        <p:spPr>
          <a:xfrm>
            <a:off x="4096598" y="64291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4" name="F2_precision_recall_distributions_6628">
            <a:extLst>
              <a:ext uri="{FF2B5EF4-FFF2-40B4-BE49-F238E27FC236}">
                <a16:creationId xmlns:a16="http://schemas.microsoft.com/office/drawing/2014/main" id="{8C5ED23B-1E8D-4E1C-80D4-3556208A73D2}"/>
              </a:ext>
            </a:extLst>
          </p:cNvPr>
          <p:cNvSpPr>
            <a:spLocks noGrp="1"/>
          </p:cNvSpPr>
          <p:nvPr/>
        </p:nvSpPr>
        <p:spPr>
          <a:xfrm>
            <a:off x="4342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5" name="F2_precision_recall_distributions_6629">
            <a:extLst>
              <a:ext uri="{FF2B5EF4-FFF2-40B4-BE49-F238E27FC236}">
                <a16:creationId xmlns:a16="http://schemas.microsoft.com/office/drawing/2014/main" id="{9BCE6057-8FB9-4973-B0F2-8FB08D7483A2}"/>
              </a:ext>
            </a:extLst>
          </p:cNvPr>
          <p:cNvSpPr>
            <a:spLocks noGrp="1"/>
          </p:cNvSpPr>
          <p:nvPr/>
        </p:nvSpPr>
        <p:spPr>
          <a:xfrm>
            <a:off x="41231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6" name="F2_precision_recall_distributions_6630">
            <a:extLst>
              <a:ext uri="{FF2B5EF4-FFF2-40B4-BE49-F238E27FC236}">
                <a16:creationId xmlns:a16="http://schemas.microsoft.com/office/drawing/2014/main" id="{AE5BBB6B-3D3B-4387-A9C8-3C9815C59981}"/>
              </a:ext>
            </a:extLst>
          </p:cNvPr>
          <p:cNvSpPr>
            <a:spLocks noGrp="1"/>
          </p:cNvSpPr>
          <p:nvPr/>
        </p:nvSpPr>
        <p:spPr>
          <a:xfrm>
            <a:off x="433333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7" name="F2_precision_recall_distributions_6631">
            <a:extLst>
              <a:ext uri="{FF2B5EF4-FFF2-40B4-BE49-F238E27FC236}">
                <a16:creationId xmlns:a16="http://schemas.microsoft.com/office/drawing/2014/main" id="{E4E95A13-45A4-40CE-A03E-E684829369C5}"/>
              </a:ext>
            </a:extLst>
          </p:cNvPr>
          <p:cNvSpPr>
            <a:spLocks noGrp="1"/>
          </p:cNvSpPr>
          <p:nvPr/>
        </p:nvSpPr>
        <p:spPr>
          <a:xfrm>
            <a:off x="40178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8" name="F2_precision_recall_distributions_6632">
            <a:extLst>
              <a:ext uri="{FF2B5EF4-FFF2-40B4-BE49-F238E27FC236}">
                <a16:creationId xmlns:a16="http://schemas.microsoft.com/office/drawing/2014/main" id="{00FB5D49-1F20-434C-8CC3-7F0CE9E8B6FC}"/>
              </a:ext>
            </a:extLst>
          </p:cNvPr>
          <p:cNvSpPr>
            <a:spLocks noGrp="1"/>
          </p:cNvSpPr>
          <p:nvPr/>
        </p:nvSpPr>
        <p:spPr>
          <a:xfrm>
            <a:off x="4141587" y="63054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19" name="F2_precision_recall_distributions_6633">
            <a:extLst>
              <a:ext uri="{FF2B5EF4-FFF2-40B4-BE49-F238E27FC236}">
                <a16:creationId xmlns:a16="http://schemas.microsoft.com/office/drawing/2014/main" id="{9C82F7A6-AADC-404F-A4BF-C7F2EDA4427C}"/>
              </a:ext>
            </a:extLst>
          </p:cNvPr>
          <p:cNvSpPr>
            <a:spLocks noGrp="1"/>
          </p:cNvSpPr>
          <p:nvPr/>
        </p:nvSpPr>
        <p:spPr>
          <a:xfrm>
            <a:off x="40365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0" name="F2_precision_recall_distributions_6634">
            <a:extLst>
              <a:ext uri="{FF2B5EF4-FFF2-40B4-BE49-F238E27FC236}">
                <a16:creationId xmlns:a16="http://schemas.microsoft.com/office/drawing/2014/main" id="{D034B737-3CB8-441E-92FD-6BD5BE737827}"/>
              </a:ext>
            </a:extLst>
          </p:cNvPr>
          <p:cNvSpPr>
            <a:spLocks noGrp="1"/>
          </p:cNvSpPr>
          <p:nvPr/>
        </p:nvSpPr>
        <p:spPr>
          <a:xfrm>
            <a:off x="43130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1" name="F2_precision_recall_distributions_6635">
            <a:extLst>
              <a:ext uri="{FF2B5EF4-FFF2-40B4-BE49-F238E27FC236}">
                <a16:creationId xmlns:a16="http://schemas.microsoft.com/office/drawing/2014/main" id="{DAE22551-156E-4D2D-9411-4DBB98471302}"/>
              </a:ext>
            </a:extLst>
          </p:cNvPr>
          <p:cNvSpPr>
            <a:spLocks noGrp="1"/>
          </p:cNvSpPr>
          <p:nvPr/>
        </p:nvSpPr>
        <p:spPr>
          <a:xfrm>
            <a:off x="4135807" y="643937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2" name="F2_precision_recall_distributions_6636">
            <a:extLst>
              <a:ext uri="{FF2B5EF4-FFF2-40B4-BE49-F238E27FC236}">
                <a16:creationId xmlns:a16="http://schemas.microsoft.com/office/drawing/2014/main" id="{E57225B5-836F-453A-AF01-7F7F57261B48}"/>
              </a:ext>
            </a:extLst>
          </p:cNvPr>
          <p:cNvSpPr>
            <a:spLocks noGrp="1"/>
          </p:cNvSpPr>
          <p:nvPr/>
        </p:nvSpPr>
        <p:spPr>
          <a:xfrm>
            <a:off x="41974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3" name="F2_precision_recall_distributions_6637">
            <a:extLst>
              <a:ext uri="{FF2B5EF4-FFF2-40B4-BE49-F238E27FC236}">
                <a16:creationId xmlns:a16="http://schemas.microsoft.com/office/drawing/2014/main" id="{098C885E-5197-44F9-B174-5A4193BC293E}"/>
              </a:ext>
            </a:extLst>
          </p:cNvPr>
          <p:cNvSpPr>
            <a:spLocks noGrp="1"/>
          </p:cNvSpPr>
          <p:nvPr/>
        </p:nvSpPr>
        <p:spPr>
          <a:xfrm>
            <a:off x="4046226" y="642812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4" name="F2_precision_recall_distributions_6638">
            <a:extLst>
              <a:ext uri="{FF2B5EF4-FFF2-40B4-BE49-F238E27FC236}">
                <a16:creationId xmlns:a16="http://schemas.microsoft.com/office/drawing/2014/main" id="{0E993C31-1016-4F93-A7BB-73562B3B69D7}"/>
              </a:ext>
            </a:extLst>
          </p:cNvPr>
          <p:cNvSpPr>
            <a:spLocks noGrp="1"/>
          </p:cNvSpPr>
          <p:nvPr/>
        </p:nvSpPr>
        <p:spPr>
          <a:xfrm>
            <a:off x="4101028" y="64449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5" name="F2_precision_recall_distributions_6639">
            <a:extLst>
              <a:ext uri="{FF2B5EF4-FFF2-40B4-BE49-F238E27FC236}">
                <a16:creationId xmlns:a16="http://schemas.microsoft.com/office/drawing/2014/main" id="{BC8E562F-CCC1-4742-9799-E2CAD50F0DB5}"/>
              </a:ext>
            </a:extLst>
          </p:cNvPr>
          <p:cNvSpPr>
            <a:spLocks noGrp="1"/>
          </p:cNvSpPr>
          <p:nvPr/>
        </p:nvSpPr>
        <p:spPr>
          <a:xfrm>
            <a:off x="4088610" y="64381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6" name="F2_precision_recall_distributions_6640">
            <a:extLst>
              <a:ext uri="{FF2B5EF4-FFF2-40B4-BE49-F238E27FC236}">
                <a16:creationId xmlns:a16="http://schemas.microsoft.com/office/drawing/2014/main" id="{B4901C1E-64C8-4F3D-B4D3-44187BEF2AE3}"/>
              </a:ext>
            </a:extLst>
          </p:cNvPr>
          <p:cNvSpPr>
            <a:spLocks noGrp="1"/>
          </p:cNvSpPr>
          <p:nvPr/>
        </p:nvSpPr>
        <p:spPr>
          <a:xfrm>
            <a:off x="4209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7" name="F2_precision_recall_distributions_6641">
            <a:extLst>
              <a:ext uri="{FF2B5EF4-FFF2-40B4-BE49-F238E27FC236}">
                <a16:creationId xmlns:a16="http://schemas.microsoft.com/office/drawing/2014/main" id="{F9402A61-29B5-4522-9407-BDA4E55101ED}"/>
              </a:ext>
            </a:extLst>
          </p:cNvPr>
          <p:cNvSpPr>
            <a:spLocks noGrp="1"/>
          </p:cNvSpPr>
          <p:nvPr/>
        </p:nvSpPr>
        <p:spPr>
          <a:xfrm>
            <a:off x="417296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8" name="F2_precision_recall_distributions_6642">
            <a:extLst>
              <a:ext uri="{FF2B5EF4-FFF2-40B4-BE49-F238E27FC236}">
                <a16:creationId xmlns:a16="http://schemas.microsoft.com/office/drawing/2014/main" id="{98D3D1EC-AA99-4370-A4C0-7F0857BA223D}"/>
              </a:ext>
            </a:extLst>
          </p:cNvPr>
          <p:cNvSpPr>
            <a:spLocks noGrp="1"/>
          </p:cNvSpPr>
          <p:nvPr/>
        </p:nvSpPr>
        <p:spPr>
          <a:xfrm>
            <a:off x="434260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29" name="F2_precision_recall_distributions_6643">
            <a:extLst>
              <a:ext uri="{FF2B5EF4-FFF2-40B4-BE49-F238E27FC236}">
                <a16:creationId xmlns:a16="http://schemas.microsoft.com/office/drawing/2014/main" id="{43455F9E-59E1-44A9-9530-608287BDCEAE}"/>
              </a:ext>
            </a:extLst>
          </p:cNvPr>
          <p:cNvSpPr>
            <a:spLocks noGrp="1"/>
          </p:cNvSpPr>
          <p:nvPr/>
        </p:nvSpPr>
        <p:spPr>
          <a:xfrm>
            <a:off x="402158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0" name="F2_precision_recall_distributions_6644">
            <a:extLst>
              <a:ext uri="{FF2B5EF4-FFF2-40B4-BE49-F238E27FC236}">
                <a16:creationId xmlns:a16="http://schemas.microsoft.com/office/drawing/2014/main" id="{8CA3C388-1B49-4525-B534-C804246D1A1A}"/>
              </a:ext>
            </a:extLst>
          </p:cNvPr>
          <p:cNvSpPr>
            <a:spLocks noGrp="1"/>
          </p:cNvSpPr>
          <p:nvPr/>
        </p:nvSpPr>
        <p:spPr>
          <a:xfrm>
            <a:off x="42385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1" name="F2_precision_recall_distributions_6645">
            <a:extLst>
              <a:ext uri="{FF2B5EF4-FFF2-40B4-BE49-F238E27FC236}">
                <a16:creationId xmlns:a16="http://schemas.microsoft.com/office/drawing/2014/main" id="{4F386A6E-3B7F-4EDC-9ADD-93518C8A145E}"/>
              </a:ext>
            </a:extLst>
          </p:cNvPr>
          <p:cNvSpPr>
            <a:spLocks noGrp="1"/>
          </p:cNvSpPr>
          <p:nvPr/>
        </p:nvSpPr>
        <p:spPr>
          <a:xfrm>
            <a:off x="400123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2" name="F2_precision_recall_distributions_6646">
            <a:extLst>
              <a:ext uri="{FF2B5EF4-FFF2-40B4-BE49-F238E27FC236}">
                <a16:creationId xmlns:a16="http://schemas.microsoft.com/office/drawing/2014/main" id="{FE445EDD-CFA7-4315-81D0-93A236E2A1AF}"/>
              </a:ext>
            </a:extLst>
          </p:cNvPr>
          <p:cNvSpPr>
            <a:spLocks noGrp="1"/>
          </p:cNvSpPr>
          <p:nvPr/>
        </p:nvSpPr>
        <p:spPr>
          <a:xfrm>
            <a:off x="421837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3" name="F2_precision_recall_distributions_6647">
            <a:extLst>
              <a:ext uri="{FF2B5EF4-FFF2-40B4-BE49-F238E27FC236}">
                <a16:creationId xmlns:a16="http://schemas.microsoft.com/office/drawing/2014/main" id="{A96F4BF6-726E-4F28-A5F6-1CE6AA4E3F30}"/>
              </a:ext>
            </a:extLst>
          </p:cNvPr>
          <p:cNvSpPr>
            <a:spLocks noGrp="1"/>
          </p:cNvSpPr>
          <p:nvPr/>
        </p:nvSpPr>
        <p:spPr>
          <a:xfrm>
            <a:off x="422723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4" name="F2_precision_recall_distributions_6648">
            <a:extLst>
              <a:ext uri="{FF2B5EF4-FFF2-40B4-BE49-F238E27FC236}">
                <a16:creationId xmlns:a16="http://schemas.microsoft.com/office/drawing/2014/main" id="{A6A62773-B84B-44AD-849A-DB30A024E201}"/>
              </a:ext>
            </a:extLst>
          </p:cNvPr>
          <p:cNvSpPr>
            <a:spLocks noGrp="1"/>
          </p:cNvSpPr>
          <p:nvPr/>
        </p:nvSpPr>
        <p:spPr>
          <a:xfrm>
            <a:off x="4248846" y="64245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5" name="F2_precision_recall_distributions_6649">
            <a:extLst>
              <a:ext uri="{FF2B5EF4-FFF2-40B4-BE49-F238E27FC236}">
                <a16:creationId xmlns:a16="http://schemas.microsoft.com/office/drawing/2014/main" id="{9BBD97C4-8D3B-498B-A96E-FDBA836EA63A}"/>
              </a:ext>
            </a:extLst>
          </p:cNvPr>
          <p:cNvSpPr>
            <a:spLocks noGrp="1"/>
          </p:cNvSpPr>
          <p:nvPr/>
        </p:nvSpPr>
        <p:spPr>
          <a:xfrm>
            <a:off x="39951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6" name="F2_precision_recall_distributions_6650">
            <a:extLst>
              <a:ext uri="{FF2B5EF4-FFF2-40B4-BE49-F238E27FC236}">
                <a16:creationId xmlns:a16="http://schemas.microsoft.com/office/drawing/2014/main" id="{599FDCD6-0929-42ED-BAAB-0FE9F2CC2689}"/>
              </a:ext>
            </a:extLst>
          </p:cNvPr>
          <p:cNvSpPr>
            <a:spLocks noGrp="1"/>
          </p:cNvSpPr>
          <p:nvPr/>
        </p:nvSpPr>
        <p:spPr>
          <a:xfrm>
            <a:off x="43451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7" name="F2_precision_recall_distributions_6651">
            <a:extLst>
              <a:ext uri="{FF2B5EF4-FFF2-40B4-BE49-F238E27FC236}">
                <a16:creationId xmlns:a16="http://schemas.microsoft.com/office/drawing/2014/main" id="{F0E9A6F3-31E4-4A19-A3D7-DEC937380FCC}"/>
              </a:ext>
            </a:extLst>
          </p:cNvPr>
          <p:cNvSpPr>
            <a:spLocks noGrp="1"/>
          </p:cNvSpPr>
          <p:nvPr/>
        </p:nvSpPr>
        <p:spPr>
          <a:xfrm>
            <a:off x="4292568" y="6441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8" name="F2_precision_recall_distributions_6652">
            <a:extLst>
              <a:ext uri="{FF2B5EF4-FFF2-40B4-BE49-F238E27FC236}">
                <a16:creationId xmlns:a16="http://schemas.microsoft.com/office/drawing/2014/main" id="{2AC15EDA-E13F-4F27-A42F-57E6334F0839}"/>
              </a:ext>
            </a:extLst>
          </p:cNvPr>
          <p:cNvSpPr>
            <a:spLocks noGrp="1"/>
          </p:cNvSpPr>
          <p:nvPr/>
        </p:nvSpPr>
        <p:spPr>
          <a:xfrm>
            <a:off x="40875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39" name="F2_precision_recall_distributions_6653">
            <a:extLst>
              <a:ext uri="{FF2B5EF4-FFF2-40B4-BE49-F238E27FC236}">
                <a16:creationId xmlns:a16="http://schemas.microsoft.com/office/drawing/2014/main" id="{048B7D1E-FB43-4A46-A688-79D82E83BE86}"/>
              </a:ext>
            </a:extLst>
          </p:cNvPr>
          <p:cNvSpPr>
            <a:spLocks noGrp="1"/>
          </p:cNvSpPr>
          <p:nvPr/>
        </p:nvSpPr>
        <p:spPr>
          <a:xfrm>
            <a:off x="416543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0" name="F2_precision_recall_distributions_6654">
            <a:extLst>
              <a:ext uri="{FF2B5EF4-FFF2-40B4-BE49-F238E27FC236}">
                <a16:creationId xmlns:a16="http://schemas.microsoft.com/office/drawing/2014/main" id="{8652A534-375B-467F-835A-963CFEC153F7}"/>
              </a:ext>
            </a:extLst>
          </p:cNvPr>
          <p:cNvSpPr>
            <a:spLocks noGrp="1"/>
          </p:cNvSpPr>
          <p:nvPr/>
        </p:nvSpPr>
        <p:spPr>
          <a:xfrm>
            <a:off x="431248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1" name="F2_precision_recall_distributions_6655">
            <a:extLst>
              <a:ext uri="{FF2B5EF4-FFF2-40B4-BE49-F238E27FC236}">
                <a16:creationId xmlns:a16="http://schemas.microsoft.com/office/drawing/2014/main" id="{18AF576E-DADE-469F-A3FB-52FAC592D709}"/>
              </a:ext>
            </a:extLst>
          </p:cNvPr>
          <p:cNvSpPr>
            <a:spLocks noGrp="1"/>
          </p:cNvSpPr>
          <p:nvPr/>
        </p:nvSpPr>
        <p:spPr>
          <a:xfrm>
            <a:off x="4156421" y="643745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2" name="F2_precision_recall_distributions_6656">
            <a:extLst>
              <a:ext uri="{FF2B5EF4-FFF2-40B4-BE49-F238E27FC236}">
                <a16:creationId xmlns:a16="http://schemas.microsoft.com/office/drawing/2014/main" id="{1DC627D3-C788-4106-8475-334D943A17A9}"/>
              </a:ext>
            </a:extLst>
          </p:cNvPr>
          <p:cNvSpPr>
            <a:spLocks noGrp="1"/>
          </p:cNvSpPr>
          <p:nvPr/>
        </p:nvSpPr>
        <p:spPr>
          <a:xfrm>
            <a:off x="41445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3" name="F2_precision_recall_distributions_6657">
            <a:extLst>
              <a:ext uri="{FF2B5EF4-FFF2-40B4-BE49-F238E27FC236}">
                <a16:creationId xmlns:a16="http://schemas.microsoft.com/office/drawing/2014/main" id="{71382921-0FE0-4617-8147-C150BB42936B}"/>
              </a:ext>
            </a:extLst>
          </p:cNvPr>
          <p:cNvSpPr>
            <a:spLocks noGrp="1"/>
          </p:cNvSpPr>
          <p:nvPr/>
        </p:nvSpPr>
        <p:spPr>
          <a:xfrm>
            <a:off x="42298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4" name="F2_precision_recall_distributions_6658">
            <a:extLst>
              <a:ext uri="{FF2B5EF4-FFF2-40B4-BE49-F238E27FC236}">
                <a16:creationId xmlns:a16="http://schemas.microsoft.com/office/drawing/2014/main" id="{ED2BE7A4-3DF0-47F7-9863-15CCB066E693}"/>
              </a:ext>
            </a:extLst>
          </p:cNvPr>
          <p:cNvSpPr>
            <a:spLocks noGrp="1"/>
          </p:cNvSpPr>
          <p:nvPr/>
        </p:nvSpPr>
        <p:spPr>
          <a:xfrm>
            <a:off x="40248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5" name="F2_precision_recall_distributions_6659">
            <a:extLst>
              <a:ext uri="{FF2B5EF4-FFF2-40B4-BE49-F238E27FC236}">
                <a16:creationId xmlns:a16="http://schemas.microsoft.com/office/drawing/2014/main" id="{5FB79B78-57F0-49A4-B6EE-A6EF3784EA82}"/>
              </a:ext>
            </a:extLst>
          </p:cNvPr>
          <p:cNvSpPr>
            <a:spLocks noGrp="1"/>
          </p:cNvSpPr>
          <p:nvPr/>
        </p:nvSpPr>
        <p:spPr>
          <a:xfrm>
            <a:off x="40814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6" name="F2_precision_recall_distributions_6660">
            <a:extLst>
              <a:ext uri="{FF2B5EF4-FFF2-40B4-BE49-F238E27FC236}">
                <a16:creationId xmlns:a16="http://schemas.microsoft.com/office/drawing/2014/main" id="{0B722105-AA4C-4531-B37B-A29C7CCAD12E}"/>
              </a:ext>
            </a:extLst>
          </p:cNvPr>
          <p:cNvSpPr>
            <a:spLocks noGrp="1"/>
          </p:cNvSpPr>
          <p:nvPr/>
        </p:nvSpPr>
        <p:spPr>
          <a:xfrm>
            <a:off x="411914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7" name="F2_precision_recall_distributions_6661">
            <a:extLst>
              <a:ext uri="{FF2B5EF4-FFF2-40B4-BE49-F238E27FC236}">
                <a16:creationId xmlns:a16="http://schemas.microsoft.com/office/drawing/2014/main" id="{A0807154-DF55-4E17-AA9F-51E794176FCB}"/>
              </a:ext>
            </a:extLst>
          </p:cNvPr>
          <p:cNvSpPr>
            <a:spLocks noGrp="1"/>
          </p:cNvSpPr>
          <p:nvPr/>
        </p:nvSpPr>
        <p:spPr>
          <a:xfrm>
            <a:off x="4161694" y="64446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8" name="F2_precision_recall_distributions_6662">
            <a:extLst>
              <a:ext uri="{FF2B5EF4-FFF2-40B4-BE49-F238E27FC236}">
                <a16:creationId xmlns:a16="http://schemas.microsoft.com/office/drawing/2014/main" id="{E8D2D539-4ACF-461D-9D02-684F6244D346}"/>
              </a:ext>
            </a:extLst>
          </p:cNvPr>
          <p:cNvSpPr>
            <a:spLocks noGrp="1"/>
          </p:cNvSpPr>
          <p:nvPr/>
        </p:nvSpPr>
        <p:spPr>
          <a:xfrm>
            <a:off x="42639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49" name="F2_precision_recall_distributions_6663">
            <a:extLst>
              <a:ext uri="{FF2B5EF4-FFF2-40B4-BE49-F238E27FC236}">
                <a16:creationId xmlns:a16="http://schemas.microsoft.com/office/drawing/2014/main" id="{9AAD2A54-7785-4A94-913E-D41CA8479FBF}"/>
              </a:ext>
            </a:extLst>
          </p:cNvPr>
          <p:cNvSpPr>
            <a:spLocks noGrp="1"/>
          </p:cNvSpPr>
          <p:nvPr/>
        </p:nvSpPr>
        <p:spPr>
          <a:xfrm>
            <a:off x="4196592" y="644337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0" name="F2_precision_recall_distributions_6664">
            <a:extLst>
              <a:ext uri="{FF2B5EF4-FFF2-40B4-BE49-F238E27FC236}">
                <a16:creationId xmlns:a16="http://schemas.microsoft.com/office/drawing/2014/main" id="{33F20222-A759-48D3-8C10-F313C1283151}"/>
              </a:ext>
            </a:extLst>
          </p:cNvPr>
          <p:cNvSpPr>
            <a:spLocks noGrp="1"/>
          </p:cNvSpPr>
          <p:nvPr/>
        </p:nvSpPr>
        <p:spPr>
          <a:xfrm>
            <a:off x="405852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1" name="F2_precision_recall_distributions_6665">
            <a:extLst>
              <a:ext uri="{FF2B5EF4-FFF2-40B4-BE49-F238E27FC236}">
                <a16:creationId xmlns:a16="http://schemas.microsoft.com/office/drawing/2014/main" id="{37A6D7BF-9A4F-458E-9F73-E2878D9421FD}"/>
              </a:ext>
            </a:extLst>
          </p:cNvPr>
          <p:cNvSpPr>
            <a:spLocks noGrp="1"/>
          </p:cNvSpPr>
          <p:nvPr/>
        </p:nvSpPr>
        <p:spPr>
          <a:xfrm>
            <a:off x="413621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2" name="F2_precision_recall_distributions_6666">
            <a:extLst>
              <a:ext uri="{FF2B5EF4-FFF2-40B4-BE49-F238E27FC236}">
                <a16:creationId xmlns:a16="http://schemas.microsoft.com/office/drawing/2014/main" id="{562E4692-8FB5-4EBC-BAFE-31AC65A0A8D2}"/>
              </a:ext>
            </a:extLst>
          </p:cNvPr>
          <p:cNvSpPr>
            <a:spLocks noGrp="1"/>
          </p:cNvSpPr>
          <p:nvPr/>
        </p:nvSpPr>
        <p:spPr>
          <a:xfrm>
            <a:off x="407307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3" name="F2_precision_recall_distributions_6667">
            <a:extLst>
              <a:ext uri="{FF2B5EF4-FFF2-40B4-BE49-F238E27FC236}">
                <a16:creationId xmlns:a16="http://schemas.microsoft.com/office/drawing/2014/main" id="{80D868CA-2BE1-4064-AFE5-BC316DDC7EF0}"/>
              </a:ext>
            </a:extLst>
          </p:cNvPr>
          <p:cNvSpPr>
            <a:spLocks noGrp="1"/>
          </p:cNvSpPr>
          <p:nvPr/>
        </p:nvSpPr>
        <p:spPr>
          <a:xfrm>
            <a:off x="42283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4" name="F2_precision_recall_distributions_6668">
            <a:extLst>
              <a:ext uri="{FF2B5EF4-FFF2-40B4-BE49-F238E27FC236}">
                <a16:creationId xmlns:a16="http://schemas.microsoft.com/office/drawing/2014/main" id="{3B2FA533-06BC-47A1-98D3-5ACAD6603370}"/>
              </a:ext>
            </a:extLst>
          </p:cNvPr>
          <p:cNvSpPr>
            <a:spLocks noGrp="1"/>
          </p:cNvSpPr>
          <p:nvPr/>
        </p:nvSpPr>
        <p:spPr>
          <a:xfrm>
            <a:off x="42919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5" name="F2_precision_recall_distributions_6669">
            <a:extLst>
              <a:ext uri="{FF2B5EF4-FFF2-40B4-BE49-F238E27FC236}">
                <a16:creationId xmlns:a16="http://schemas.microsoft.com/office/drawing/2014/main" id="{32F174AC-BD8A-4C00-8494-C14685010576}"/>
              </a:ext>
            </a:extLst>
          </p:cNvPr>
          <p:cNvSpPr>
            <a:spLocks noGrp="1"/>
          </p:cNvSpPr>
          <p:nvPr/>
        </p:nvSpPr>
        <p:spPr>
          <a:xfrm>
            <a:off x="3984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6" name="F2_precision_recall_distributions_6670">
            <a:extLst>
              <a:ext uri="{FF2B5EF4-FFF2-40B4-BE49-F238E27FC236}">
                <a16:creationId xmlns:a16="http://schemas.microsoft.com/office/drawing/2014/main" id="{B119FAE8-03B0-4FD3-AFE9-168B4B871745}"/>
              </a:ext>
            </a:extLst>
          </p:cNvPr>
          <p:cNvSpPr>
            <a:spLocks noGrp="1"/>
          </p:cNvSpPr>
          <p:nvPr/>
        </p:nvSpPr>
        <p:spPr>
          <a:xfrm>
            <a:off x="40907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7" name="F2_precision_recall_distributions_6671">
            <a:extLst>
              <a:ext uri="{FF2B5EF4-FFF2-40B4-BE49-F238E27FC236}">
                <a16:creationId xmlns:a16="http://schemas.microsoft.com/office/drawing/2014/main" id="{FAC4C8C5-0E30-4014-824D-FCC5E1C5904A}"/>
              </a:ext>
            </a:extLst>
          </p:cNvPr>
          <p:cNvSpPr>
            <a:spLocks noGrp="1"/>
          </p:cNvSpPr>
          <p:nvPr/>
        </p:nvSpPr>
        <p:spPr>
          <a:xfrm>
            <a:off x="40406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8" name="F2_precision_recall_distributions_6672">
            <a:extLst>
              <a:ext uri="{FF2B5EF4-FFF2-40B4-BE49-F238E27FC236}">
                <a16:creationId xmlns:a16="http://schemas.microsoft.com/office/drawing/2014/main" id="{45D39AC8-32FA-43E2-ACC9-4E2527285018}"/>
              </a:ext>
            </a:extLst>
          </p:cNvPr>
          <p:cNvSpPr>
            <a:spLocks noGrp="1"/>
          </p:cNvSpPr>
          <p:nvPr/>
        </p:nvSpPr>
        <p:spPr>
          <a:xfrm>
            <a:off x="431794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59" name="F2_precision_recall_distributions_6673">
            <a:extLst>
              <a:ext uri="{FF2B5EF4-FFF2-40B4-BE49-F238E27FC236}">
                <a16:creationId xmlns:a16="http://schemas.microsoft.com/office/drawing/2014/main" id="{5D811EA8-B63A-4426-8C07-B255E76F8F8A}"/>
              </a:ext>
            </a:extLst>
          </p:cNvPr>
          <p:cNvSpPr>
            <a:spLocks noGrp="1"/>
          </p:cNvSpPr>
          <p:nvPr/>
        </p:nvSpPr>
        <p:spPr>
          <a:xfrm>
            <a:off x="416770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0" name="F2_precision_recall_distributions_6674">
            <a:extLst>
              <a:ext uri="{FF2B5EF4-FFF2-40B4-BE49-F238E27FC236}">
                <a16:creationId xmlns:a16="http://schemas.microsoft.com/office/drawing/2014/main" id="{3E8B05C5-C766-41C5-A862-4BD47DE586C7}"/>
              </a:ext>
            </a:extLst>
          </p:cNvPr>
          <p:cNvSpPr>
            <a:spLocks noGrp="1"/>
          </p:cNvSpPr>
          <p:nvPr/>
        </p:nvSpPr>
        <p:spPr>
          <a:xfrm>
            <a:off x="4107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1" name="F2_precision_recall_distributions_6675">
            <a:extLst>
              <a:ext uri="{FF2B5EF4-FFF2-40B4-BE49-F238E27FC236}">
                <a16:creationId xmlns:a16="http://schemas.microsoft.com/office/drawing/2014/main" id="{20F65076-E529-4D6B-9794-1F0E5CBA3FBA}"/>
              </a:ext>
            </a:extLst>
          </p:cNvPr>
          <p:cNvSpPr>
            <a:spLocks noGrp="1"/>
          </p:cNvSpPr>
          <p:nvPr/>
        </p:nvSpPr>
        <p:spPr>
          <a:xfrm>
            <a:off x="416189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2" name="F2_precision_recall_distributions_6676">
            <a:extLst>
              <a:ext uri="{FF2B5EF4-FFF2-40B4-BE49-F238E27FC236}">
                <a16:creationId xmlns:a16="http://schemas.microsoft.com/office/drawing/2014/main" id="{6E4597C9-FFF1-4ED2-9D14-B958C48CCF0C}"/>
              </a:ext>
            </a:extLst>
          </p:cNvPr>
          <p:cNvSpPr>
            <a:spLocks noGrp="1"/>
          </p:cNvSpPr>
          <p:nvPr/>
        </p:nvSpPr>
        <p:spPr>
          <a:xfrm>
            <a:off x="4123326" y="64420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3" name="F2_precision_recall_distributions_6677">
            <a:extLst>
              <a:ext uri="{FF2B5EF4-FFF2-40B4-BE49-F238E27FC236}">
                <a16:creationId xmlns:a16="http://schemas.microsoft.com/office/drawing/2014/main" id="{B030CA43-DDF4-4562-880F-D32C58EC47FA}"/>
              </a:ext>
            </a:extLst>
          </p:cNvPr>
          <p:cNvSpPr>
            <a:spLocks noGrp="1"/>
          </p:cNvSpPr>
          <p:nvPr/>
        </p:nvSpPr>
        <p:spPr>
          <a:xfrm>
            <a:off x="408353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4" name="F2_precision_recall_distributions_6678">
            <a:extLst>
              <a:ext uri="{FF2B5EF4-FFF2-40B4-BE49-F238E27FC236}">
                <a16:creationId xmlns:a16="http://schemas.microsoft.com/office/drawing/2014/main" id="{CA84FCF6-98E1-4A9F-9625-9C06E4890AE1}"/>
              </a:ext>
            </a:extLst>
          </p:cNvPr>
          <p:cNvSpPr>
            <a:spLocks noGrp="1"/>
          </p:cNvSpPr>
          <p:nvPr/>
        </p:nvSpPr>
        <p:spPr>
          <a:xfrm>
            <a:off x="4108035" y="64451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5" name="F2_precision_recall_distributions_6679">
            <a:extLst>
              <a:ext uri="{FF2B5EF4-FFF2-40B4-BE49-F238E27FC236}">
                <a16:creationId xmlns:a16="http://schemas.microsoft.com/office/drawing/2014/main" id="{8A9E725D-EFD2-4183-9FF8-F048F2090BF6}"/>
              </a:ext>
            </a:extLst>
          </p:cNvPr>
          <p:cNvSpPr>
            <a:spLocks noGrp="1"/>
          </p:cNvSpPr>
          <p:nvPr/>
        </p:nvSpPr>
        <p:spPr>
          <a:xfrm>
            <a:off x="42863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6" name="F2_precision_recall_distributions_6680">
            <a:extLst>
              <a:ext uri="{FF2B5EF4-FFF2-40B4-BE49-F238E27FC236}">
                <a16:creationId xmlns:a16="http://schemas.microsoft.com/office/drawing/2014/main" id="{5D6377B5-A8D0-4202-81F5-14077E7C9712}"/>
              </a:ext>
            </a:extLst>
          </p:cNvPr>
          <p:cNvSpPr>
            <a:spLocks noGrp="1"/>
          </p:cNvSpPr>
          <p:nvPr/>
        </p:nvSpPr>
        <p:spPr>
          <a:xfrm>
            <a:off x="433391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7" name="F2_precision_recall_distributions_6681">
            <a:extLst>
              <a:ext uri="{FF2B5EF4-FFF2-40B4-BE49-F238E27FC236}">
                <a16:creationId xmlns:a16="http://schemas.microsoft.com/office/drawing/2014/main" id="{2A50C725-EDC9-481F-8A28-A13BE804FD8C}"/>
              </a:ext>
            </a:extLst>
          </p:cNvPr>
          <p:cNvSpPr>
            <a:spLocks noGrp="1"/>
          </p:cNvSpPr>
          <p:nvPr/>
        </p:nvSpPr>
        <p:spPr>
          <a:xfrm>
            <a:off x="41397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8" name="F2_precision_recall_distributions_6682">
            <a:extLst>
              <a:ext uri="{FF2B5EF4-FFF2-40B4-BE49-F238E27FC236}">
                <a16:creationId xmlns:a16="http://schemas.microsoft.com/office/drawing/2014/main" id="{300CFA23-C651-4A13-8489-21234D23E2FB}"/>
              </a:ext>
            </a:extLst>
          </p:cNvPr>
          <p:cNvSpPr>
            <a:spLocks noGrp="1"/>
          </p:cNvSpPr>
          <p:nvPr/>
        </p:nvSpPr>
        <p:spPr>
          <a:xfrm>
            <a:off x="4022985" y="644540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69" name="F2_precision_recall_distributions_6683">
            <a:extLst>
              <a:ext uri="{FF2B5EF4-FFF2-40B4-BE49-F238E27FC236}">
                <a16:creationId xmlns:a16="http://schemas.microsoft.com/office/drawing/2014/main" id="{24868DC6-89A8-4252-B973-97B10673914C}"/>
              </a:ext>
            </a:extLst>
          </p:cNvPr>
          <p:cNvSpPr>
            <a:spLocks noGrp="1"/>
          </p:cNvSpPr>
          <p:nvPr/>
        </p:nvSpPr>
        <p:spPr>
          <a:xfrm>
            <a:off x="41132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0" name="F2_precision_recall_distributions_6684">
            <a:extLst>
              <a:ext uri="{FF2B5EF4-FFF2-40B4-BE49-F238E27FC236}">
                <a16:creationId xmlns:a16="http://schemas.microsoft.com/office/drawing/2014/main" id="{E854F401-3874-4319-8424-8B16B50965AD}"/>
              </a:ext>
            </a:extLst>
          </p:cNvPr>
          <p:cNvSpPr>
            <a:spLocks noGrp="1"/>
          </p:cNvSpPr>
          <p:nvPr/>
        </p:nvSpPr>
        <p:spPr>
          <a:xfrm>
            <a:off x="399435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1" name="F2_precision_recall_distributions_6685">
            <a:extLst>
              <a:ext uri="{FF2B5EF4-FFF2-40B4-BE49-F238E27FC236}">
                <a16:creationId xmlns:a16="http://schemas.microsoft.com/office/drawing/2014/main" id="{974FCDB6-9B92-4716-B7A8-7BC8F2033454}"/>
              </a:ext>
            </a:extLst>
          </p:cNvPr>
          <p:cNvSpPr>
            <a:spLocks noGrp="1"/>
          </p:cNvSpPr>
          <p:nvPr/>
        </p:nvSpPr>
        <p:spPr>
          <a:xfrm>
            <a:off x="41639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2" name="F2_precision_recall_distributions_6686">
            <a:extLst>
              <a:ext uri="{FF2B5EF4-FFF2-40B4-BE49-F238E27FC236}">
                <a16:creationId xmlns:a16="http://schemas.microsoft.com/office/drawing/2014/main" id="{B071EDBF-B41A-4D35-AF71-3E17D19A943A}"/>
              </a:ext>
            </a:extLst>
          </p:cNvPr>
          <p:cNvSpPr>
            <a:spLocks noGrp="1"/>
          </p:cNvSpPr>
          <p:nvPr/>
        </p:nvSpPr>
        <p:spPr>
          <a:xfrm>
            <a:off x="41211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3" name="F2_precision_recall_distributions_6687">
            <a:extLst>
              <a:ext uri="{FF2B5EF4-FFF2-40B4-BE49-F238E27FC236}">
                <a16:creationId xmlns:a16="http://schemas.microsoft.com/office/drawing/2014/main" id="{71428775-5429-464D-924A-A6E81014F8D3}"/>
              </a:ext>
            </a:extLst>
          </p:cNvPr>
          <p:cNvSpPr>
            <a:spLocks noGrp="1"/>
          </p:cNvSpPr>
          <p:nvPr/>
        </p:nvSpPr>
        <p:spPr>
          <a:xfrm>
            <a:off x="41162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4" name="F2_precision_recall_distributions_6688">
            <a:extLst>
              <a:ext uri="{FF2B5EF4-FFF2-40B4-BE49-F238E27FC236}">
                <a16:creationId xmlns:a16="http://schemas.microsoft.com/office/drawing/2014/main" id="{345EB5AC-7D1D-4E85-BB7D-83FE98C3E5CB}"/>
              </a:ext>
            </a:extLst>
          </p:cNvPr>
          <p:cNvSpPr>
            <a:spLocks noGrp="1"/>
          </p:cNvSpPr>
          <p:nvPr/>
        </p:nvSpPr>
        <p:spPr>
          <a:xfrm>
            <a:off x="41939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5" name="F2_precision_recall_distributions_6689">
            <a:extLst>
              <a:ext uri="{FF2B5EF4-FFF2-40B4-BE49-F238E27FC236}">
                <a16:creationId xmlns:a16="http://schemas.microsoft.com/office/drawing/2014/main" id="{7A2C2639-65A4-4A13-9A10-F15ECD05A463}"/>
              </a:ext>
            </a:extLst>
          </p:cNvPr>
          <p:cNvSpPr>
            <a:spLocks noGrp="1"/>
          </p:cNvSpPr>
          <p:nvPr/>
        </p:nvSpPr>
        <p:spPr>
          <a:xfrm>
            <a:off x="43488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6" name="F2_precision_recall_distributions_6690">
            <a:extLst>
              <a:ext uri="{FF2B5EF4-FFF2-40B4-BE49-F238E27FC236}">
                <a16:creationId xmlns:a16="http://schemas.microsoft.com/office/drawing/2014/main" id="{529F8F4D-9352-4150-B9FD-A4B16FAA195F}"/>
              </a:ext>
            </a:extLst>
          </p:cNvPr>
          <p:cNvSpPr>
            <a:spLocks noGrp="1"/>
          </p:cNvSpPr>
          <p:nvPr/>
        </p:nvSpPr>
        <p:spPr>
          <a:xfrm>
            <a:off x="401145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7" name="F2_precision_recall_distributions_6691">
            <a:extLst>
              <a:ext uri="{FF2B5EF4-FFF2-40B4-BE49-F238E27FC236}">
                <a16:creationId xmlns:a16="http://schemas.microsoft.com/office/drawing/2014/main" id="{2378E03D-650D-421C-8572-D2469A167612}"/>
              </a:ext>
            </a:extLst>
          </p:cNvPr>
          <p:cNvSpPr>
            <a:spLocks noGrp="1"/>
          </p:cNvSpPr>
          <p:nvPr/>
        </p:nvSpPr>
        <p:spPr>
          <a:xfrm>
            <a:off x="4253654" y="64449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8" name="F2_precision_recall_distributions_6692">
            <a:extLst>
              <a:ext uri="{FF2B5EF4-FFF2-40B4-BE49-F238E27FC236}">
                <a16:creationId xmlns:a16="http://schemas.microsoft.com/office/drawing/2014/main" id="{51561E3D-7E2C-4BAF-A5D6-1B9E26FC33B7}"/>
              </a:ext>
            </a:extLst>
          </p:cNvPr>
          <p:cNvSpPr>
            <a:spLocks noGrp="1"/>
          </p:cNvSpPr>
          <p:nvPr/>
        </p:nvSpPr>
        <p:spPr>
          <a:xfrm>
            <a:off x="4131887" y="64304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79" name="F2_precision_recall_distributions_6693">
            <a:extLst>
              <a:ext uri="{FF2B5EF4-FFF2-40B4-BE49-F238E27FC236}">
                <a16:creationId xmlns:a16="http://schemas.microsoft.com/office/drawing/2014/main" id="{ED795C16-98DC-4CF8-B752-AC9B978C6CEB}"/>
              </a:ext>
            </a:extLst>
          </p:cNvPr>
          <p:cNvSpPr>
            <a:spLocks noGrp="1"/>
          </p:cNvSpPr>
          <p:nvPr/>
        </p:nvSpPr>
        <p:spPr>
          <a:xfrm>
            <a:off x="43330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0" name="F2_precision_recall_distributions_6694">
            <a:extLst>
              <a:ext uri="{FF2B5EF4-FFF2-40B4-BE49-F238E27FC236}">
                <a16:creationId xmlns:a16="http://schemas.microsoft.com/office/drawing/2014/main" id="{6F1468DB-C446-4CC3-85A3-8B8520ED0AC0}"/>
              </a:ext>
            </a:extLst>
          </p:cNvPr>
          <p:cNvSpPr>
            <a:spLocks noGrp="1"/>
          </p:cNvSpPr>
          <p:nvPr/>
        </p:nvSpPr>
        <p:spPr>
          <a:xfrm>
            <a:off x="427520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1" name="F2_precision_recall_distributions_6695">
            <a:extLst>
              <a:ext uri="{FF2B5EF4-FFF2-40B4-BE49-F238E27FC236}">
                <a16:creationId xmlns:a16="http://schemas.microsoft.com/office/drawing/2014/main" id="{0AE1CA33-75B8-4ACE-A081-33D7DCD64C58}"/>
              </a:ext>
            </a:extLst>
          </p:cNvPr>
          <p:cNvSpPr>
            <a:spLocks noGrp="1"/>
          </p:cNvSpPr>
          <p:nvPr/>
        </p:nvSpPr>
        <p:spPr>
          <a:xfrm>
            <a:off x="40075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2" name="F2_precision_recall_distributions_6696">
            <a:extLst>
              <a:ext uri="{FF2B5EF4-FFF2-40B4-BE49-F238E27FC236}">
                <a16:creationId xmlns:a16="http://schemas.microsoft.com/office/drawing/2014/main" id="{6819DFC6-4D6D-48C2-9897-707BAE90C2C3}"/>
              </a:ext>
            </a:extLst>
          </p:cNvPr>
          <p:cNvSpPr>
            <a:spLocks noGrp="1"/>
          </p:cNvSpPr>
          <p:nvPr/>
        </p:nvSpPr>
        <p:spPr>
          <a:xfrm>
            <a:off x="415844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3" name="F2_precision_recall_distributions_6697">
            <a:extLst>
              <a:ext uri="{FF2B5EF4-FFF2-40B4-BE49-F238E27FC236}">
                <a16:creationId xmlns:a16="http://schemas.microsoft.com/office/drawing/2014/main" id="{47C9F47A-422D-4CBD-BEE3-1198910AF7CB}"/>
              </a:ext>
            </a:extLst>
          </p:cNvPr>
          <p:cNvSpPr>
            <a:spLocks noGrp="1"/>
          </p:cNvSpPr>
          <p:nvPr/>
        </p:nvSpPr>
        <p:spPr>
          <a:xfrm>
            <a:off x="4030264" y="64450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4" name="F2_precision_recall_distributions_6698">
            <a:extLst>
              <a:ext uri="{FF2B5EF4-FFF2-40B4-BE49-F238E27FC236}">
                <a16:creationId xmlns:a16="http://schemas.microsoft.com/office/drawing/2014/main" id="{573C6B3C-AE5C-48B2-A093-041BCDB7B38F}"/>
              </a:ext>
            </a:extLst>
          </p:cNvPr>
          <p:cNvSpPr>
            <a:spLocks noGrp="1"/>
          </p:cNvSpPr>
          <p:nvPr/>
        </p:nvSpPr>
        <p:spPr>
          <a:xfrm>
            <a:off x="41161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5" name="F2_precision_recall_distributions_6699">
            <a:extLst>
              <a:ext uri="{FF2B5EF4-FFF2-40B4-BE49-F238E27FC236}">
                <a16:creationId xmlns:a16="http://schemas.microsoft.com/office/drawing/2014/main" id="{0653375C-47D8-467F-AE04-8ABB7DCF41F0}"/>
              </a:ext>
            </a:extLst>
          </p:cNvPr>
          <p:cNvSpPr>
            <a:spLocks noGrp="1"/>
          </p:cNvSpPr>
          <p:nvPr/>
        </p:nvSpPr>
        <p:spPr>
          <a:xfrm>
            <a:off x="42934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6" name="F2_precision_recall_distributions_6700">
            <a:extLst>
              <a:ext uri="{FF2B5EF4-FFF2-40B4-BE49-F238E27FC236}">
                <a16:creationId xmlns:a16="http://schemas.microsoft.com/office/drawing/2014/main" id="{A522DC88-C5E3-4AB5-9F09-AE68FBE9DBEE}"/>
              </a:ext>
            </a:extLst>
          </p:cNvPr>
          <p:cNvSpPr>
            <a:spLocks noGrp="1"/>
          </p:cNvSpPr>
          <p:nvPr/>
        </p:nvSpPr>
        <p:spPr>
          <a:xfrm>
            <a:off x="41866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7" name="F2_precision_recall_distributions_6701">
            <a:extLst>
              <a:ext uri="{FF2B5EF4-FFF2-40B4-BE49-F238E27FC236}">
                <a16:creationId xmlns:a16="http://schemas.microsoft.com/office/drawing/2014/main" id="{B97B8809-75A6-4413-BE7F-D1C78A55003E}"/>
              </a:ext>
            </a:extLst>
          </p:cNvPr>
          <p:cNvSpPr>
            <a:spLocks noGrp="1"/>
          </p:cNvSpPr>
          <p:nvPr/>
        </p:nvSpPr>
        <p:spPr>
          <a:xfrm>
            <a:off x="40761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8" name="F2_precision_recall_distributions_6702">
            <a:extLst>
              <a:ext uri="{FF2B5EF4-FFF2-40B4-BE49-F238E27FC236}">
                <a16:creationId xmlns:a16="http://schemas.microsoft.com/office/drawing/2014/main" id="{01122D08-0A5C-4001-932D-53420914C0F2}"/>
              </a:ext>
            </a:extLst>
          </p:cNvPr>
          <p:cNvSpPr>
            <a:spLocks noGrp="1"/>
          </p:cNvSpPr>
          <p:nvPr/>
        </p:nvSpPr>
        <p:spPr>
          <a:xfrm>
            <a:off x="43373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89" name="F2_precision_recall_distributions_6703">
            <a:extLst>
              <a:ext uri="{FF2B5EF4-FFF2-40B4-BE49-F238E27FC236}">
                <a16:creationId xmlns:a16="http://schemas.microsoft.com/office/drawing/2014/main" id="{1CCF1037-51E5-4F08-A919-04A5D5C81389}"/>
              </a:ext>
            </a:extLst>
          </p:cNvPr>
          <p:cNvSpPr>
            <a:spLocks noGrp="1"/>
          </p:cNvSpPr>
          <p:nvPr/>
        </p:nvSpPr>
        <p:spPr>
          <a:xfrm>
            <a:off x="41218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0" name="F2_precision_recall_distributions_6704">
            <a:extLst>
              <a:ext uri="{FF2B5EF4-FFF2-40B4-BE49-F238E27FC236}">
                <a16:creationId xmlns:a16="http://schemas.microsoft.com/office/drawing/2014/main" id="{A7C185E3-7DFD-47A7-B7C5-C84254848424}"/>
              </a:ext>
            </a:extLst>
          </p:cNvPr>
          <p:cNvSpPr>
            <a:spLocks noGrp="1"/>
          </p:cNvSpPr>
          <p:nvPr/>
        </p:nvSpPr>
        <p:spPr>
          <a:xfrm>
            <a:off x="4290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1" name="F2_precision_recall_distributions_6705">
            <a:extLst>
              <a:ext uri="{FF2B5EF4-FFF2-40B4-BE49-F238E27FC236}">
                <a16:creationId xmlns:a16="http://schemas.microsoft.com/office/drawing/2014/main" id="{1F54B6CA-F4C5-4DA1-B56C-80166FA5207E}"/>
              </a:ext>
            </a:extLst>
          </p:cNvPr>
          <p:cNvSpPr>
            <a:spLocks noGrp="1"/>
          </p:cNvSpPr>
          <p:nvPr/>
        </p:nvSpPr>
        <p:spPr>
          <a:xfrm>
            <a:off x="426199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2" name="F2_precision_recall_distributions_6706">
            <a:extLst>
              <a:ext uri="{FF2B5EF4-FFF2-40B4-BE49-F238E27FC236}">
                <a16:creationId xmlns:a16="http://schemas.microsoft.com/office/drawing/2014/main" id="{67B3107C-8BB3-43CC-8823-09B3B6C3C1AC}"/>
              </a:ext>
            </a:extLst>
          </p:cNvPr>
          <p:cNvSpPr>
            <a:spLocks noGrp="1"/>
          </p:cNvSpPr>
          <p:nvPr/>
        </p:nvSpPr>
        <p:spPr>
          <a:xfrm>
            <a:off x="41298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3" name="F2_precision_recall_distributions_6707">
            <a:extLst>
              <a:ext uri="{FF2B5EF4-FFF2-40B4-BE49-F238E27FC236}">
                <a16:creationId xmlns:a16="http://schemas.microsoft.com/office/drawing/2014/main" id="{611B6E5C-A3BC-4687-8D4E-97745D829F72}"/>
              </a:ext>
            </a:extLst>
          </p:cNvPr>
          <p:cNvSpPr>
            <a:spLocks noGrp="1"/>
          </p:cNvSpPr>
          <p:nvPr/>
        </p:nvSpPr>
        <p:spPr>
          <a:xfrm>
            <a:off x="413130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4" name="F2_precision_recall_distributions_6708">
            <a:extLst>
              <a:ext uri="{FF2B5EF4-FFF2-40B4-BE49-F238E27FC236}">
                <a16:creationId xmlns:a16="http://schemas.microsoft.com/office/drawing/2014/main" id="{DE969AFB-3121-4460-807F-B8E1611A13D7}"/>
              </a:ext>
            </a:extLst>
          </p:cNvPr>
          <p:cNvSpPr>
            <a:spLocks noGrp="1"/>
          </p:cNvSpPr>
          <p:nvPr/>
        </p:nvSpPr>
        <p:spPr>
          <a:xfrm>
            <a:off x="4290986" y="644336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5" name="F2_precision_recall_distributions_6709">
            <a:extLst>
              <a:ext uri="{FF2B5EF4-FFF2-40B4-BE49-F238E27FC236}">
                <a16:creationId xmlns:a16="http://schemas.microsoft.com/office/drawing/2014/main" id="{A0D3FA89-FA6B-4FD0-B364-08F321315DB4}"/>
              </a:ext>
            </a:extLst>
          </p:cNvPr>
          <p:cNvSpPr>
            <a:spLocks noGrp="1"/>
          </p:cNvSpPr>
          <p:nvPr/>
        </p:nvSpPr>
        <p:spPr>
          <a:xfrm>
            <a:off x="42175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6" name="F2_precision_recall_distributions_6710">
            <a:extLst>
              <a:ext uri="{FF2B5EF4-FFF2-40B4-BE49-F238E27FC236}">
                <a16:creationId xmlns:a16="http://schemas.microsoft.com/office/drawing/2014/main" id="{96549FAE-DEF6-4021-A295-FD60922BA8F8}"/>
              </a:ext>
            </a:extLst>
          </p:cNvPr>
          <p:cNvSpPr>
            <a:spLocks noGrp="1"/>
          </p:cNvSpPr>
          <p:nvPr/>
        </p:nvSpPr>
        <p:spPr>
          <a:xfrm>
            <a:off x="4261560" y="64367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897" name="F2_precision_recall_distributions_6711">
            <a:extLst>
              <a:ext uri="{FF2B5EF4-FFF2-40B4-BE49-F238E27FC236}">
                <a16:creationId xmlns:a16="http://schemas.microsoft.com/office/drawing/2014/main" id="{EA3B1590-F2C3-4FAD-A665-21F0B32BA30F}"/>
              </a:ext>
            </a:extLst>
          </p:cNvPr>
          <p:cNvSpPr>
            <a:spLocks noGrp="1"/>
          </p:cNvSpPr>
          <p:nvPr/>
        </p:nvSpPr>
        <p:spPr>
          <a:xfrm>
            <a:off x="1852503" y="5611749"/>
            <a:ext cx="191" cy="679012"/>
          </a:xfrm>
          <a:custGeom>
            <a:avLst/>
            <a:gdLst/>
            <a:ahLst/>
            <a:cxnLst/>
            <a:rect l="0" t="0" r="0" b="0"/>
            <a:pathLst>
              <a:path w="191" h="679012">
                <a:moveTo>
                  <a:pt x="0" y="679012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3898" name="F2_precision_recall_distributions_6712">
            <a:extLst>
              <a:ext uri="{FF2B5EF4-FFF2-40B4-BE49-F238E27FC236}">
                <a16:creationId xmlns:a16="http://schemas.microsoft.com/office/drawing/2014/main" id="{CC745E09-2D84-4200-A72B-2AB6CF10D20A}"/>
              </a:ext>
            </a:extLst>
          </p:cNvPr>
          <p:cNvSpPr>
            <a:spLocks noGrp="1"/>
          </p:cNvSpPr>
          <p:nvPr/>
        </p:nvSpPr>
        <p:spPr>
          <a:xfrm>
            <a:off x="3016462" y="575321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3899" name="F2_precision_recall_distributions_6713">
            <a:extLst>
              <a:ext uri="{FF2B5EF4-FFF2-40B4-BE49-F238E27FC236}">
                <a16:creationId xmlns:a16="http://schemas.microsoft.com/office/drawing/2014/main" id="{6C254147-063C-4903-AACB-A88D77E83128}"/>
              </a:ext>
            </a:extLst>
          </p:cNvPr>
          <p:cNvSpPr>
            <a:spLocks noGrp="1"/>
          </p:cNvSpPr>
          <p:nvPr/>
        </p:nvSpPr>
        <p:spPr>
          <a:xfrm>
            <a:off x="4180422" y="646051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3900" name="F2_precision_recall_distributions_6714">
            <a:extLst>
              <a:ext uri="{FF2B5EF4-FFF2-40B4-BE49-F238E27FC236}">
                <a16:creationId xmlns:a16="http://schemas.microsoft.com/office/drawing/2014/main" id="{DA0AD65B-DE81-4350-A26F-3E0902C3CAC9}"/>
              </a:ext>
            </a:extLst>
          </p:cNvPr>
          <p:cNvSpPr>
            <a:spLocks noGrp="1"/>
          </p:cNvSpPr>
          <p:nvPr/>
        </p:nvSpPr>
        <p:spPr>
          <a:xfrm>
            <a:off x="1212325" y="559053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901" name="F2_precision_recall_distributions_6715">
            <a:extLst>
              <a:ext uri="{FF2B5EF4-FFF2-40B4-BE49-F238E27FC236}">
                <a16:creationId xmlns:a16="http://schemas.microsoft.com/office/drawing/2014/main" id="{79337532-9CD7-4596-A047-923FB29B6064}"/>
              </a:ext>
            </a:extLst>
          </p:cNvPr>
          <p:cNvSpPr>
            <a:spLocks noGrp="1"/>
          </p:cNvSpPr>
          <p:nvPr/>
        </p:nvSpPr>
        <p:spPr>
          <a:xfrm>
            <a:off x="1212325" y="647324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3902" name="text_6716">
            <a:extLst>
              <a:ext uri="{FF2B5EF4-FFF2-40B4-BE49-F238E27FC236}">
                <a16:creationId xmlns:a16="http://schemas.microsoft.com/office/drawing/2014/main" id="{44BD019C-43E6-49BA-96B2-EEA06AA766DA}"/>
              </a:ext>
            </a:extLst>
          </p:cNvPr>
          <p:cNvSpPr>
            <a:spLocks noGrp="1"/>
          </p:cNvSpPr>
          <p:nvPr/>
        </p:nvSpPr>
        <p:spPr>
          <a:xfrm>
            <a:off x="1212325" y="5409802"/>
            <a:ext cx="164961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0.6 · Precision</a:t>
            </a:r>
          </a:p>
        </p:txBody>
      </p:sp>
      <p:sp>
        <p:nvSpPr>
          <p:cNvPr id="3903" name="F2_precision_recall_distributions_6717">
            <a:extLst>
              <a:ext uri="{FF2B5EF4-FFF2-40B4-BE49-F238E27FC236}">
                <a16:creationId xmlns:a16="http://schemas.microsoft.com/office/drawing/2014/main" id="{CC72C3BE-54AB-4C13-A819-1FFA65295B18}"/>
              </a:ext>
            </a:extLst>
          </p:cNvPr>
          <p:cNvSpPr>
            <a:spLocks noGrp="1"/>
          </p:cNvSpPr>
          <p:nvPr/>
        </p:nvSpPr>
        <p:spPr>
          <a:xfrm>
            <a:off x="1824461" y="5901995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3904" name="F2_precision_recall_distributions_6718">
            <a:extLst>
              <a:ext uri="{FF2B5EF4-FFF2-40B4-BE49-F238E27FC236}">
                <a16:creationId xmlns:a16="http://schemas.microsoft.com/office/drawing/2014/main" id="{F5F023CD-EC1A-464B-9937-8B852D6302D7}"/>
              </a:ext>
            </a:extLst>
          </p:cNvPr>
          <p:cNvSpPr>
            <a:spLocks noGrp="1"/>
          </p:cNvSpPr>
          <p:nvPr/>
        </p:nvSpPr>
        <p:spPr>
          <a:xfrm>
            <a:off x="2988421" y="609296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3905" name="F2_precision_recall_distributions_6719">
            <a:extLst>
              <a:ext uri="{FF2B5EF4-FFF2-40B4-BE49-F238E27FC236}">
                <a16:creationId xmlns:a16="http://schemas.microsoft.com/office/drawing/2014/main" id="{BE16E3C9-9C15-4620-BA26-9A742C7324DB}"/>
              </a:ext>
            </a:extLst>
          </p:cNvPr>
          <p:cNvSpPr>
            <a:spLocks noGrp="1"/>
          </p:cNvSpPr>
          <p:nvPr/>
        </p:nvSpPr>
        <p:spPr>
          <a:xfrm>
            <a:off x="4152380" y="643247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3906" name="F2_precision_recall_distributions_6720">
            <a:extLst>
              <a:ext uri="{FF2B5EF4-FFF2-40B4-BE49-F238E27FC236}">
                <a16:creationId xmlns:a16="http://schemas.microsoft.com/office/drawing/2014/main" id="{A16F3BAA-5136-4FA0-818F-EC98FF7AEB85}"/>
              </a:ext>
            </a:extLst>
          </p:cNvPr>
          <p:cNvSpPr>
            <a:spLocks noGrp="1"/>
          </p:cNvSpPr>
          <p:nvPr/>
        </p:nvSpPr>
        <p:spPr>
          <a:xfrm>
            <a:off x="5361841" y="559053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907" name="F2_precision_recall_distributions_6721">
            <a:extLst>
              <a:ext uri="{FF2B5EF4-FFF2-40B4-BE49-F238E27FC236}">
                <a16:creationId xmlns:a16="http://schemas.microsoft.com/office/drawing/2014/main" id="{2D873C6D-E5FB-45D9-9CD5-40D05798963F}"/>
              </a:ext>
            </a:extLst>
          </p:cNvPr>
          <p:cNvSpPr>
            <a:spLocks noGrp="1"/>
          </p:cNvSpPr>
          <p:nvPr/>
        </p:nvSpPr>
        <p:spPr>
          <a:xfrm>
            <a:off x="5361841" y="646051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08" name="F2_precision_recall_distributions_6722">
            <a:extLst>
              <a:ext uri="{FF2B5EF4-FFF2-40B4-BE49-F238E27FC236}">
                <a16:creationId xmlns:a16="http://schemas.microsoft.com/office/drawing/2014/main" id="{9026D22A-55C4-4DA6-97A0-ABAAE06D607C}"/>
              </a:ext>
            </a:extLst>
          </p:cNvPr>
          <p:cNvSpPr>
            <a:spLocks noGrp="1"/>
          </p:cNvSpPr>
          <p:nvPr/>
        </p:nvSpPr>
        <p:spPr>
          <a:xfrm>
            <a:off x="5319567" y="646051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09" name="F2_precision_recall_distributions_6723">
            <a:extLst>
              <a:ext uri="{FF2B5EF4-FFF2-40B4-BE49-F238E27FC236}">
                <a16:creationId xmlns:a16="http://schemas.microsoft.com/office/drawing/2014/main" id="{971C17F4-7C65-4354-AF49-50373E987C52}"/>
              </a:ext>
            </a:extLst>
          </p:cNvPr>
          <p:cNvSpPr>
            <a:spLocks noGrp="1"/>
          </p:cNvSpPr>
          <p:nvPr/>
        </p:nvSpPr>
        <p:spPr>
          <a:xfrm>
            <a:off x="5361841" y="603613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10" name="F2_precision_recall_distributions_6724">
            <a:extLst>
              <a:ext uri="{FF2B5EF4-FFF2-40B4-BE49-F238E27FC236}">
                <a16:creationId xmlns:a16="http://schemas.microsoft.com/office/drawing/2014/main" id="{A6464718-0FDB-45B0-A071-53526B661488}"/>
              </a:ext>
            </a:extLst>
          </p:cNvPr>
          <p:cNvSpPr>
            <a:spLocks noGrp="1"/>
          </p:cNvSpPr>
          <p:nvPr/>
        </p:nvSpPr>
        <p:spPr>
          <a:xfrm>
            <a:off x="5319567" y="603613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11" name="F2_precision_recall_distributions_6725">
            <a:extLst>
              <a:ext uri="{FF2B5EF4-FFF2-40B4-BE49-F238E27FC236}">
                <a16:creationId xmlns:a16="http://schemas.microsoft.com/office/drawing/2014/main" id="{E58D314C-E71B-4FCF-A397-289ABC0F23D5}"/>
              </a:ext>
            </a:extLst>
          </p:cNvPr>
          <p:cNvSpPr>
            <a:spLocks noGrp="1"/>
          </p:cNvSpPr>
          <p:nvPr/>
        </p:nvSpPr>
        <p:spPr>
          <a:xfrm>
            <a:off x="5361841" y="561174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3912" name="F2_precision_recall_distributions_6726">
            <a:extLst>
              <a:ext uri="{FF2B5EF4-FFF2-40B4-BE49-F238E27FC236}">
                <a16:creationId xmlns:a16="http://schemas.microsoft.com/office/drawing/2014/main" id="{F8A73796-6239-4290-8E9F-72EB3E89872C}"/>
              </a:ext>
            </a:extLst>
          </p:cNvPr>
          <p:cNvSpPr>
            <a:spLocks noGrp="1"/>
          </p:cNvSpPr>
          <p:nvPr/>
        </p:nvSpPr>
        <p:spPr>
          <a:xfrm>
            <a:off x="5319567" y="561174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3913" name="F2_precision_recall_distributions_6727">
            <a:extLst>
              <a:ext uri="{FF2B5EF4-FFF2-40B4-BE49-F238E27FC236}">
                <a16:creationId xmlns:a16="http://schemas.microsoft.com/office/drawing/2014/main" id="{79E5EA8E-4985-47C2-A4AF-DC4B2FDA61DE}"/>
              </a:ext>
            </a:extLst>
          </p:cNvPr>
          <p:cNvSpPr>
            <a:spLocks noGrp="1"/>
          </p:cNvSpPr>
          <p:nvPr/>
        </p:nvSpPr>
        <p:spPr>
          <a:xfrm>
            <a:off x="5664470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68453" y="848766"/>
                </a:moveTo>
                <a:lnTo>
                  <a:pt x="106643" y="848766"/>
                </a:lnTo>
                <a:lnTo>
                  <a:pt x="110487" y="842186"/>
                </a:lnTo>
                <a:lnTo>
                  <a:pt x="121618" y="835606"/>
                </a:lnTo>
                <a:lnTo>
                  <a:pt x="138906" y="829027"/>
                </a:lnTo>
                <a:lnTo>
                  <a:pt x="160680" y="822447"/>
                </a:lnTo>
                <a:lnTo>
                  <a:pt x="184997" y="815868"/>
                </a:lnTo>
                <a:lnTo>
                  <a:pt x="209928" y="809288"/>
                </a:lnTo>
                <a:lnTo>
                  <a:pt x="233799" y="802708"/>
                </a:lnTo>
                <a:lnTo>
                  <a:pt x="255355" y="796129"/>
                </a:lnTo>
                <a:lnTo>
                  <a:pt x="273824" y="789549"/>
                </a:lnTo>
                <a:lnTo>
                  <a:pt x="288895" y="782970"/>
                </a:lnTo>
                <a:lnTo>
                  <a:pt x="300632" y="776390"/>
                </a:lnTo>
                <a:lnTo>
                  <a:pt x="309359" y="769811"/>
                </a:lnTo>
                <a:lnTo>
                  <a:pt x="315543" y="763231"/>
                </a:lnTo>
                <a:lnTo>
                  <a:pt x="319702" y="756651"/>
                </a:lnTo>
                <a:lnTo>
                  <a:pt x="322332" y="750072"/>
                </a:lnTo>
                <a:lnTo>
                  <a:pt x="323870" y="743492"/>
                </a:lnTo>
                <a:lnTo>
                  <a:pt x="324674" y="736913"/>
                </a:lnTo>
                <a:lnTo>
                  <a:pt x="325019" y="730333"/>
                </a:lnTo>
                <a:lnTo>
                  <a:pt x="325099" y="723754"/>
                </a:lnTo>
                <a:lnTo>
                  <a:pt x="325035" y="717174"/>
                </a:lnTo>
                <a:lnTo>
                  <a:pt x="324880" y="710594"/>
                </a:lnTo>
                <a:lnTo>
                  <a:pt x="324632" y="704015"/>
                </a:lnTo>
                <a:lnTo>
                  <a:pt x="324246" y="697435"/>
                </a:lnTo>
                <a:lnTo>
                  <a:pt x="323652" y="690856"/>
                </a:lnTo>
                <a:lnTo>
                  <a:pt x="322774" y="684276"/>
                </a:lnTo>
                <a:lnTo>
                  <a:pt x="321552" y="677697"/>
                </a:lnTo>
                <a:lnTo>
                  <a:pt x="319960" y="671117"/>
                </a:lnTo>
                <a:lnTo>
                  <a:pt x="318020" y="664537"/>
                </a:lnTo>
                <a:lnTo>
                  <a:pt x="315804" y="657958"/>
                </a:lnTo>
                <a:lnTo>
                  <a:pt x="313432" y="651378"/>
                </a:lnTo>
                <a:lnTo>
                  <a:pt x="311051" y="644799"/>
                </a:lnTo>
                <a:lnTo>
                  <a:pt x="308816" y="638219"/>
                </a:lnTo>
                <a:lnTo>
                  <a:pt x="306865" y="631639"/>
                </a:lnTo>
                <a:lnTo>
                  <a:pt x="305295" y="625060"/>
                </a:lnTo>
                <a:lnTo>
                  <a:pt x="304155" y="618480"/>
                </a:lnTo>
                <a:lnTo>
                  <a:pt x="303442" y="611901"/>
                </a:lnTo>
                <a:lnTo>
                  <a:pt x="303115" y="605321"/>
                </a:lnTo>
                <a:lnTo>
                  <a:pt x="303110" y="598742"/>
                </a:lnTo>
                <a:lnTo>
                  <a:pt x="303365" y="592162"/>
                </a:lnTo>
                <a:lnTo>
                  <a:pt x="303831" y="585582"/>
                </a:lnTo>
                <a:lnTo>
                  <a:pt x="304480" y="579003"/>
                </a:lnTo>
                <a:lnTo>
                  <a:pt x="305303" y="572423"/>
                </a:lnTo>
                <a:lnTo>
                  <a:pt x="306302" y="565844"/>
                </a:lnTo>
                <a:lnTo>
                  <a:pt x="307470" y="559264"/>
                </a:lnTo>
                <a:lnTo>
                  <a:pt x="308787" y="552685"/>
                </a:lnTo>
                <a:lnTo>
                  <a:pt x="310205" y="546105"/>
                </a:lnTo>
                <a:lnTo>
                  <a:pt x="311655" y="539525"/>
                </a:lnTo>
                <a:lnTo>
                  <a:pt x="313047" y="532946"/>
                </a:lnTo>
                <a:lnTo>
                  <a:pt x="314275" y="526366"/>
                </a:lnTo>
                <a:lnTo>
                  <a:pt x="315226" y="519787"/>
                </a:lnTo>
                <a:lnTo>
                  <a:pt x="315776" y="513207"/>
                </a:lnTo>
                <a:lnTo>
                  <a:pt x="315791" y="506627"/>
                </a:lnTo>
                <a:lnTo>
                  <a:pt x="315128" y="500048"/>
                </a:lnTo>
                <a:lnTo>
                  <a:pt x="313637" y="493468"/>
                </a:lnTo>
                <a:lnTo>
                  <a:pt x="311183" y="486889"/>
                </a:lnTo>
                <a:lnTo>
                  <a:pt x="307669" y="480309"/>
                </a:lnTo>
                <a:lnTo>
                  <a:pt x="303074" y="473730"/>
                </a:lnTo>
                <a:lnTo>
                  <a:pt x="297489" y="467150"/>
                </a:lnTo>
                <a:lnTo>
                  <a:pt x="291139" y="460570"/>
                </a:lnTo>
                <a:lnTo>
                  <a:pt x="284393" y="453991"/>
                </a:lnTo>
                <a:lnTo>
                  <a:pt x="277733" y="447411"/>
                </a:lnTo>
                <a:lnTo>
                  <a:pt x="271702" y="440832"/>
                </a:lnTo>
                <a:lnTo>
                  <a:pt x="266826" y="434252"/>
                </a:lnTo>
                <a:lnTo>
                  <a:pt x="263537" y="427673"/>
                </a:lnTo>
                <a:lnTo>
                  <a:pt x="262097" y="421093"/>
                </a:lnTo>
                <a:lnTo>
                  <a:pt x="262564" y="414513"/>
                </a:lnTo>
                <a:lnTo>
                  <a:pt x="264788" y="407934"/>
                </a:lnTo>
                <a:lnTo>
                  <a:pt x="268445" y="401354"/>
                </a:lnTo>
                <a:lnTo>
                  <a:pt x="273102" y="394775"/>
                </a:lnTo>
                <a:lnTo>
                  <a:pt x="278294" y="388195"/>
                </a:lnTo>
                <a:lnTo>
                  <a:pt x="283586" y="381616"/>
                </a:lnTo>
                <a:lnTo>
                  <a:pt x="288625" y="375036"/>
                </a:lnTo>
                <a:lnTo>
                  <a:pt x="293158" y="368456"/>
                </a:lnTo>
                <a:lnTo>
                  <a:pt x="297031" y="361877"/>
                </a:lnTo>
                <a:lnTo>
                  <a:pt x="300174" y="355297"/>
                </a:lnTo>
                <a:lnTo>
                  <a:pt x="302571" y="348718"/>
                </a:lnTo>
                <a:lnTo>
                  <a:pt x="304245" y="342138"/>
                </a:lnTo>
                <a:lnTo>
                  <a:pt x="305245" y="335558"/>
                </a:lnTo>
                <a:lnTo>
                  <a:pt x="305647" y="328979"/>
                </a:lnTo>
                <a:lnTo>
                  <a:pt x="305556" y="322399"/>
                </a:lnTo>
                <a:lnTo>
                  <a:pt x="305108" y="315820"/>
                </a:lnTo>
                <a:lnTo>
                  <a:pt x="304470" y="309240"/>
                </a:lnTo>
                <a:lnTo>
                  <a:pt x="303825" y="302661"/>
                </a:lnTo>
                <a:lnTo>
                  <a:pt x="303351" y="296081"/>
                </a:lnTo>
                <a:lnTo>
                  <a:pt x="303193" y="289501"/>
                </a:lnTo>
                <a:lnTo>
                  <a:pt x="303443" y="282922"/>
                </a:lnTo>
                <a:lnTo>
                  <a:pt x="304120" y="276342"/>
                </a:lnTo>
                <a:lnTo>
                  <a:pt x="305174" y="269763"/>
                </a:lnTo>
                <a:lnTo>
                  <a:pt x="306500" y="263183"/>
                </a:lnTo>
                <a:lnTo>
                  <a:pt x="307963" y="256604"/>
                </a:lnTo>
                <a:lnTo>
                  <a:pt x="309433" y="250024"/>
                </a:lnTo>
                <a:lnTo>
                  <a:pt x="310812" y="243444"/>
                </a:lnTo>
                <a:lnTo>
                  <a:pt x="312054" y="236865"/>
                </a:lnTo>
                <a:lnTo>
                  <a:pt x="313164" y="230285"/>
                </a:lnTo>
                <a:lnTo>
                  <a:pt x="314195" y="223706"/>
                </a:lnTo>
                <a:lnTo>
                  <a:pt x="315219" y="217126"/>
                </a:lnTo>
                <a:lnTo>
                  <a:pt x="316310" y="210546"/>
                </a:lnTo>
                <a:lnTo>
                  <a:pt x="317519" y="203967"/>
                </a:lnTo>
                <a:lnTo>
                  <a:pt x="318866" y="197387"/>
                </a:lnTo>
                <a:lnTo>
                  <a:pt x="320336" y="190808"/>
                </a:lnTo>
                <a:lnTo>
                  <a:pt x="321886" y="184228"/>
                </a:lnTo>
                <a:lnTo>
                  <a:pt x="323461" y="177649"/>
                </a:lnTo>
                <a:lnTo>
                  <a:pt x="325006" y="171069"/>
                </a:lnTo>
                <a:lnTo>
                  <a:pt x="326475" y="164489"/>
                </a:lnTo>
                <a:lnTo>
                  <a:pt x="327839" y="157910"/>
                </a:lnTo>
                <a:lnTo>
                  <a:pt x="329084" y="151330"/>
                </a:lnTo>
                <a:lnTo>
                  <a:pt x="330202" y="144751"/>
                </a:lnTo>
                <a:lnTo>
                  <a:pt x="331187" y="138171"/>
                </a:lnTo>
                <a:lnTo>
                  <a:pt x="332017" y="131592"/>
                </a:lnTo>
                <a:lnTo>
                  <a:pt x="332640" y="125012"/>
                </a:lnTo>
                <a:lnTo>
                  <a:pt x="332962" y="118432"/>
                </a:lnTo>
                <a:lnTo>
                  <a:pt x="332820" y="111853"/>
                </a:lnTo>
                <a:lnTo>
                  <a:pt x="331960" y="105273"/>
                </a:lnTo>
                <a:lnTo>
                  <a:pt x="330014" y="98694"/>
                </a:lnTo>
                <a:lnTo>
                  <a:pt x="326474" y="92114"/>
                </a:lnTo>
                <a:lnTo>
                  <a:pt x="320687" y="85535"/>
                </a:lnTo>
                <a:lnTo>
                  <a:pt x="311876" y="78955"/>
                </a:lnTo>
                <a:lnTo>
                  <a:pt x="299197" y="72375"/>
                </a:lnTo>
                <a:lnTo>
                  <a:pt x="281856" y="65796"/>
                </a:lnTo>
                <a:lnTo>
                  <a:pt x="259269" y="59216"/>
                </a:lnTo>
                <a:lnTo>
                  <a:pt x="231256" y="52637"/>
                </a:lnTo>
                <a:lnTo>
                  <a:pt x="198242" y="46057"/>
                </a:lnTo>
                <a:lnTo>
                  <a:pt x="161397" y="39477"/>
                </a:lnTo>
                <a:lnTo>
                  <a:pt x="122683" y="32898"/>
                </a:lnTo>
                <a:lnTo>
                  <a:pt x="84748" y="26318"/>
                </a:lnTo>
                <a:lnTo>
                  <a:pt x="50664" y="19739"/>
                </a:lnTo>
                <a:lnTo>
                  <a:pt x="23538" y="13159"/>
                </a:lnTo>
                <a:lnTo>
                  <a:pt x="6045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52" y="6580"/>
                </a:lnTo>
                <a:lnTo>
                  <a:pt x="651559" y="13159"/>
                </a:lnTo>
                <a:lnTo>
                  <a:pt x="624433" y="19739"/>
                </a:lnTo>
                <a:lnTo>
                  <a:pt x="590349" y="26318"/>
                </a:lnTo>
                <a:lnTo>
                  <a:pt x="552413" y="32898"/>
                </a:lnTo>
                <a:lnTo>
                  <a:pt x="513699" y="39477"/>
                </a:lnTo>
                <a:lnTo>
                  <a:pt x="476855" y="46057"/>
                </a:lnTo>
                <a:lnTo>
                  <a:pt x="443841" y="52637"/>
                </a:lnTo>
                <a:lnTo>
                  <a:pt x="415828" y="59216"/>
                </a:lnTo>
                <a:lnTo>
                  <a:pt x="393240" y="65796"/>
                </a:lnTo>
                <a:lnTo>
                  <a:pt x="375899" y="72375"/>
                </a:lnTo>
                <a:lnTo>
                  <a:pt x="363220" y="78955"/>
                </a:lnTo>
                <a:lnTo>
                  <a:pt x="354409" y="85535"/>
                </a:lnTo>
                <a:lnTo>
                  <a:pt x="348623" y="92114"/>
                </a:lnTo>
                <a:lnTo>
                  <a:pt x="345083" y="98694"/>
                </a:lnTo>
                <a:lnTo>
                  <a:pt x="343136" y="105273"/>
                </a:lnTo>
                <a:lnTo>
                  <a:pt x="342277" y="111853"/>
                </a:lnTo>
                <a:lnTo>
                  <a:pt x="342134" y="118432"/>
                </a:lnTo>
                <a:lnTo>
                  <a:pt x="342456" y="125012"/>
                </a:lnTo>
                <a:lnTo>
                  <a:pt x="343080" y="131592"/>
                </a:lnTo>
                <a:lnTo>
                  <a:pt x="343909" y="138171"/>
                </a:lnTo>
                <a:lnTo>
                  <a:pt x="344894" y="144751"/>
                </a:lnTo>
                <a:lnTo>
                  <a:pt x="346013" y="151330"/>
                </a:lnTo>
                <a:lnTo>
                  <a:pt x="347258" y="157910"/>
                </a:lnTo>
                <a:lnTo>
                  <a:pt x="348622" y="164489"/>
                </a:lnTo>
                <a:lnTo>
                  <a:pt x="350091" y="171069"/>
                </a:lnTo>
                <a:lnTo>
                  <a:pt x="351635" y="177649"/>
                </a:lnTo>
                <a:lnTo>
                  <a:pt x="353210" y="184228"/>
                </a:lnTo>
                <a:lnTo>
                  <a:pt x="354761" y="190808"/>
                </a:lnTo>
                <a:lnTo>
                  <a:pt x="356230" y="197387"/>
                </a:lnTo>
                <a:lnTo>
                  <a:pt x="357577" y="203967"/>
                </a:lnTo>
                <a:lnTo>
                  <a:pt x="358787" y="210546"/>
                </a:lnTo>
                <a:lnTo>
                  <a:pt x="359877" y="217126"/>
                </a:lnTo>
                <a:lnTo>
                  <a:pt x="360902" y="223706"/>
                </a:lnTo>
                <a:lnTo>
                  <a:pt x="361932" y="230285"/>
                </a:lnTo>
                <a:lnTo>
                  <a:pt x="363043" y="236865"/>
                </a:lnTo>
                <a:lnTo>
                  <a:pt x="364284" y="243444"/>
                </a:lnTo>
                <a:lnTo>
                  <a:pt x="365664" y="250024"/>
                </a:lnTo>
                <a:lnTo>
                  <a:pt x="367134" y="256604"/>
                </a:lnTo>
                <a:lnTo>
                  <a:pt x="368597" y="263183"/>
                </a:lnTo>
                <a:lnTo>
                  <a:pt x="369923" y="269763"/>
                </a:lnTo>
                <a:lnTo>
                  <a:pt x="370977" y="276342"/>
                </a:lnTo>
                <a:lnTo>
                  <a:pt x="371654" y="282922"/>
                </a:lnTo>
                <a:lnTo>
                  <a:pt x="371904" y="289501"/>
                </a:lnTo>
                <a:lnTo>
                  <a:pt x="371746" y="296081"/>
                </a:lnTo>
                <a:lnTo>
                  <a:pt x="371272" y="302661"/>
                </a:lnTo>
                <a:lnTo>
                  <a:pt x="370627" y="309240"/>
                </a:lnTo>
                <a:lnTo>
                  <a:pt x="369989" y="315820"/>
                </a:lnTo>
                <a:lnTo>
                  <a:pt x="369541" y="322399"/>
                </a:lnTo>
                <a:lnTo>
                  <a:pt x="369449" y="328979"/>
                </a:lnTo>
                <a:lnTo>
                  <a:pt x="369851" y="335558"/>
                </a:lnTo>
                <a:lnTo>
                  <a:pt x="370852" y="342138"/>
                </a:lnTo>
                <a:lnTo>
                  <a:pt x="372525" y="348718"/>
                </a:lnTo>
                <a:lnTo>
                  <a:pt x="374922" y="355297"/>
                </a:lnTo>
                <a:lnTo>
                  <a:pt x="378065" y="361877"/>
                </a:lnTo>
                <a:lnTo>
                  <a:pt x="381939" y="368456"/>
                </a:lnTo>
                <a:lnTo>
                  <a:pt x="386472" y="375036"/>
                </a:lnTo>
                <a:lnTo>
                  <a:pt x="391510" y="381616"/>
                </a:lnTo>
                <a:lnTo>
                  <a:pt x="396802" y="388195"/>
                </a:lnTo>
                <a:lnTo>
                  <a:pt x="401994" y="394775"/>
                </a:lnTo>
                <a:lnTo>
                  <a:pt x="406652" y="401354"/>
                </a:lnTo>
                <a:lnTo>
                  <a:pt x="410308" y="407934"/>
                </a:lnTo>
                <a:lnTo>
                  <a:pt x="412532" y="414513"/>
                </a:lnTo>
                <a:lnTo>
                  <a:pt x="413000" y="421093"/>
                </a:lnTo>
                <a:lnTo>
                  <a:pt x="411560" y="427673"/>
                </a:lnTo>
                <a:lnTo>
                  <a:pt x="408270" y="434252"/>
                </a:lnTo>
                <a:lnTo>
                  <a:pt x="403395" y="440832"/>
                </a:lnTo>
                <a:lnTo>
                  <a:pt x="397363" y="447411"/>
                </a:lnTo>
                <a:lnTo>
                  <a:pt x="390703" y="453991"/>
                </a:lnTo>
                <a:lnTo>
                  <a:pt x="383957" y="460570"/>
                </a:lnTo>
                <a:lnTo>
                  <a:pt x="377608" y="467150"/>
                </a:lnTo>
                <a:lnTo>
                  <a:pt x="372022" y="473730"/>
                </a:lnTo>
                <a:lnTo>
                  <a:pt x="367428" y="480309"/>
                </a:lnTo>
                <a:lnTo>
                  <a:pt x="363914" y="486889"/>
                </a:lnTo>
                <a:lnTo>
                  <a:pt x="361460" y="493468"/>
                </a:lnTo>
                <a:lnTo>
                  <a:pt x="359969" y="500048"/>
                </a:lnTo>
                <a:lnTo>
                  <a:pt x="359305" y="506627"/>
                </a:lnTo>
                <a:lnTo>
                  <a:pt x="359320" y="513207"/>
                </a:lnTo>
                <a:lnTo>
                  <a:pt x="359870" y="519787"/>
                </a:lnTo>
                <a:lnTo>
                  <a:pt x="360821" y="526366"/>
                </a:lnTo>
                <a:lnTo>
                  <a:pt x="362050" y="532946"/>
                </a:lnTo>
                <a:lnTo>
                  <a:pt x="363441" y="539525"/>
                </a:lnTo>
                <a:lnTo>
                  <a:pt x="364891" y="546105"/>
                </a:lnTo>
                <a:lnTo>
                  <a:pt x="366310" y="552685"/>
                </a:lnTo>
                <a:lnTo>
                  <a:pt x="367626" y="559264"/>
                </a:lnTo>
                <a:lnTo>
                  <a:pt x="368795" y="565844"/>
                </a:lnTo>
                <a:lnTo>
                  <a:pt x="369793" y="572423"/>
                </a:lnTo>
                <a:lnTo>
                  <a:pt x="370617" y="579003"/>
                </a:lnTo>
                <a:lnTo>
                  <a:pt x="371266" y="585582"/>
                </a:lnTo>
                <a:lnTo>
                  <a:pt x="371731" y="592162"/>
                </a:lnTo>
                <a:lnTo>
                  <a:pt x="371986" y="598742"/>
                </a:lnTo>
                <a:lnTo>
                  <a:pt x="371982" y="605321"/>
                </a:lnTo>
                <a:lnTo>
                  <a:pt x="371655" y="611901"/>
                </a:lnTo>
                <a:lnTo>
                  <a:pt x="370942" y="618480"/>
                </a:lnTo>
                <a:lnTo>
                  <a:pt x="369801" y="625060"/>
                </a:lnTo>
                <a:lnTo>
                  <a:pt x="368232" y="631639"/>
                </a:lnTo>
                <a:lnTo>
                  <a:pt x="366280" y="638219"/>
                </a:lnTo>
                <a:lnTo>
                  <a:pt x="364046" y="644799"/>
                </a:lnTo>
                <a:lnTo>
                  <a:pt x="361665" y="651378"/>
                </a:lnTo>
                <a:lnTo>
                  <a:pt x="359293" y="657958"/>
                </a:lnTo>
                <a:lnTo>
                  <a:pt x="357077" y="664537"/>
                </a:lnTo>
                <a:lnTo>
                  <a:pt x="355137" y="671117"/>
                </a:lnTo>
                <a:lnTo>
                  <a:pt x="353545" y="677697"/>
                </a:lnTo>
                <a:lnTo>
                  <a:pt x="352323" y="684276"/>
                </a:lnTo>
                <a:lnTo>
                  <a:pt x="351444" y="690856"/>
                </a:lnTo>
                <a:lnTo>
                  <a:pt x="350850" y="697435"/>
                </a:lnTo>
                <a:lnTo>
                  <a:pt x="350464" y="704015"/>
                </a:lnTo>
                <a:lnTo>
                  <a:pt x="350216" y="710594"/>
                </a:lnTo>
                <a:lnTo>
                  <a:pt x="350061" y="717174"/>
                </a:lnTo>
                <a:lnTo>
                  <a:pt x="349997" y="723754"/>
                </a:lnTo>
                <a:lnTo>
                  <a:pt x="350077" y="730333"/>
                </a:lnTo>
                <a:lnTo>
                  <a:pt x="350422" y="736913"/>
                </a:lnTo>
                <a:lnTo>
                  <a:pt x="351226" y="743492"/>
                </a:lnTo>
                <a:lnTo>
                  <a:pt x="352764" y="750072"/>
                </a:lnTo>
                <a:lnTo>
                  <a:pt x="355395" y="756651"/>
                </a:lnTo>
                <a:lnTo>
                  <a:pt x="359553" y="763231"/>
                </a:lnTo>
                <a:lnTo>
                  <a:pt x="365738" y="769811"/>
                </a:lnTo>
                <a:lnTo>
                  <a:pt x="374464" y="776390"/>
                </a:lnTo>
                <a:lnTo>
                  <a:pt x="386201" y="782970"/>
                </a:lnTo>
                <a:lnTo>
                  <a:pt x="401273" y="789549"/>
                </a:lnTo>
                <a:lnTo>
                  <a:pt x="419742" y="796129"/>
                </a:lnTo>
                <a:lnTo>
                  <a:pt x="441298" y="802708"/>
                </a:lnTo>
                <a:lnTo>
                  <a:pt x="465169" y="809288"/>
                </a:lnTo>
                <a:lnTo>
                  <a:pt x="490100" y="815868"/>
                </a:lnTo>
                <a:lnTo>
                  <a:pt x="514417" y="822447"/>
                </a:lnTo>
                <a:lnTo>
                  <a:pt x="536190" y="829027"/>
                </a:lnTo>
                <a:lnTo>
                  <a:pt x="553478" y="835606"/>
                </a:lnTo>
                <a:lnTo>
                  <a:pt x="564609" y="842186"/>
                </a:lnTo>
                <a:lnTo>
                  <a:pt x="568453" y="848766"/>
                </a:lnTo>
                <a:lnTo>
                  <a:pt x="568453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3914" name="F2_precision_recall_distributions_6728">
            <a:extLst>
              <a:ext uri="{FF2B5EF4-FFF2-40B4-BE49-F238E27FC236}">
                <a16:creationId xmlns:a16="http://schemas.microsoft.com/office/drawing/2014/main" id="{0B21EFE1-ACD6-4124-9D56-5E9EB89BB9F3}"/>
              </a:ext>
            </a:extLst>
          </p:cNvPr>
          <p:cNvSpPr>
            <a:spLocks noGrp="1"/>
          </p:cNvSpPr>
          <p:nvPr/>
        </p:nvSpPr>
        <p:spPr>
          <a:xfrm>
            <a:off x="607202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5" name="F2_precision_recall_distributions_6729">
            <a:extLst>
              <a:ext uri="{FF2B5EF4-FFF2-40B4-BE49-F238E27FC236}">
                <a16:creationId xmlns:a16="http://schemas.microsoft.com/office/drawing/2014/main" id="{96A2387F-3267-4CF4-ACB3-0E3744ECCB91}"/>
              </a:ext>
            </a:extLst>
          </p:cNvPr>
          <p:cNvSpPr>
            <a:spLocks noGrp="1"/>
          </p:cNvSpPr>
          <p:nvPr/>
        </p:nvSpPr>
        <p:spPr>
          <a:xfrm>
            <a:off x="589993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6" name="F2_precision_recall_distributions_6730">
            <a:extLst>
              <a:ext uri="{FF2B5EF4-FFF2-40B4-BE49-F238E27FC236}">
                <a16:creationId xmlns:a16="http://schemas.microsoft.com/office/drawing/2014/main" id="{7286C4AC-F83C-49C4-8EE1-4EAC70001E70}"/>
              </a:ext>
            </a:extLst>
          </p:cNvPr>
          <p:cNvSpPr>
            <a:spLocks noGrp="1"/>
          </p:cNvSpPr>
          <p:nvPr/>
        </p:nvSpPr>
        <p:spPr>
          <a:xfrm>
            <a:off x="615176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7" name="F2_precision_recall_distributions_6731">
            <a:extLst>
              <a:ext uri="{FF2B5EF4-FFF2-40B4-BE49-F238E27FC236}">
                <a16:creationId xmlns:a16="http://schemas.microsoft.com/office/drawing/2014/main" id="{FEE5BCA0-E8AD-4EE1-9C55-1EEAA86C15AF}"/>
              </a:ext>
            </a:extLst>
          </p:cNvPr>
          <p:cNvSpPr>
            <a:spLocks noGrp="1"/>
          </p:cNvSpPr>
          <p:nvPr/>
        </p:nvSpPr>
        <p:spPr>
          <a:xfrm>
            <a:off x="5851422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8" name="F2_precision_recall_distributions_6732">
            <a:extLst>
              <a:ext uri="{FF2B5EF4-FFF2-40B4-BE49-F238E27FC236}">
                <a16:creationId xmlns:a16="http://schemas.microsoft.com/office/drawing/2014/main" id="{259B5641-990F-4265-983B-20E4398BE3F7}"/>
              </a:ext>
            </a:extLst>
          </p:cNvPr>
          <p:cNvSpPr>
            <a:spLocks noGrp="1"/>
          </p:cNvSpPr>
          <p:nvPr/>
        </p:nvSpPr>
        <p:spPr>
          <a:xfrm>
            <a:off x="6115218" y="59554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19" name="F2_precision_recall_distributions_6733">
            <a:extLst>
              <a:ext uri="{FF2B5EF4-FFF2-40B4-BE49-F238E27FC236}">
                <a16:creationId xmlns:a16="http://schemas.microsoft.com/office/drawing/2014/main" id="{75CC7146-1A41-4E02-900E-7AD835B8E1A8}"/>
              </a:ext>
            </a:extLst>
          </p:cNvPr>
          <p:cNvSpPr>
            <a:spLocks noGrp="1"/>
          </p:cNvSpPr>
          <p:nvPr/>
        </p:nvSpPr>
        <p:spPr>
          <a:xfrm>
            <a:off x="59044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0" name="F2_precision_recall_distributions_6734">
            <a:extLst>
              <a:ext uri="{FF2B5EF4-FFF2-40B4-BE49-F238E27FC236}">
                <a16:creationId xmlns:a16="http://schemas.microsoft.com/office/drawing/2014/main" id="{49B4ED79-1305-40EA-A21E-41173941B5F7}"/>
              </a:ext>
            </a:extLst>
          </p:cNvPr>
          <p:cNvSpPr>
            <a:spLocks noGrp="1"/>
          </p:cNvSpPr>
          <p:nvPr/>
        </p:nvSpPr>
        <p:spPr>
          <a:xfrm>
            <a:off x="604056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1" name="F2_precision_recall_distributions_6735">
            <a:extLst>
              <a:ext uri="{FF2B5EF4-FFF2-40B4-BE49-F238E27FC236}">
                <a16:creationId xmlns:a16="http://schemas.microsoft.com/office/drawing/2014/main" id="{AE7F08C3-4165-46E3-85A8-FBFDC0F82B79}"/>
              </a:ext>
            </a:extLst>
          </p:cNvPr>
          <p:cNvSpPr>
            <a:spLocks noGrp="1"/>
          </p:cNvSpPr>
          <p:nvPr/>
        </p:nvSpPr>
        <p:spPr>
          <a:xfrm>
            <a:off x="605051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2" name="F2_precision_recall_distributions_6736">
            <a:extLst>
              <a:ext uri="{FF2B5EF4-FFF2-40B4-BE49-F238E27FC236}">
                <a16:creationId xmlns:a16="http://schemas.microsoft.com/office/drawing/2014/main" id="{0D9F1D6E-99B7-4CFF-9B8C-8709E00A8DCD}"/>
              </a:ext>
            </a:extLst>
          </p:cNvPr>
          <p:cNvSpPr>
            <a:spLocks noGrp="1"/>
          </p:cNvSpPr>
          <p:nvPr/>
        </p:nvSpPr>
        <p:spPr>
          <a:xfrm>
            <a:off x="5964018" y="639029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3" name="F2_precision_recall_distributions_6737">
            <a:extLst>
              <a:ext uri="{FF2B5EF4-FFF2-40B4-BE49-F238E27FC236}">
                <a16:creationId xmlns:a16="http://schemas.microsoft.com/office/drawing/2014/main" id="{C3E429D2-7EC1-4B58-9B58-1199F0B74D93}"/>
              </a:ext>
            </a:extLst>
          </p:cNvPr>
          <p:cNvSpPr>
            <a:spLocks noGrp="1"/>
          </p:cNvSpPr>
          <p:nvPr/>
        </p:nvSpPr>
        <p:spPr>
          <a:xfrm>
            <a:off x="61603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4" name="F2_precision_recall_distributions_6738">
            <a:extLst>
              <a:ext uri="{FF2B5EF4-FFF2-40B4-BE49-F238E27FC236}">
                <a16:creationId xmlns:a16="http://schemas.microsoft.com/office/drawing/2014/main" id="{DE6A6BEF-F7AB-465F-8BD1-431702E55A23}"/>
              </a:ext>
            </a:extLst>
          </p:cNvPr>
          <p:cNvSpPr>
            <a:spLocks noGrp="1"/>
          </p:cNvSpPr>
          <p:nvPr/>
        </p:nvSpPr>
        <p:spPr>
          <a:xfrm>
            <a:off x="5861841" y="57678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5" name="F2_precision_recall_distributions_6739">
            <a:extLst>
              <a:ext uri="{FF2B5EF4-FFF2-40B4-BE49-F238E27FC236}">
                <a16:creationId xmlns:a16="http://schemas.microsoft.com/office/drawing/2014/main" id="{1D4D1F01-FF0F-4E2C-B7F4-6E6321B42639}"/>
              </a:ext>
            </a:extLst>
          </p:cNvPr>
          <p:cNvSpPr>
            <a:spLocks noGrp="1"/>
          </p:cNvSpPr>
          <p:nvPr/>
        </p:nvSpPr>
        <p:spPr>
          <a:xfrm>
            <a:off x="5993063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6" name="F2_precision_recall_distributions_6740">
            <a:extLst>
              <a:ext uri="{FF2B5EF4-FFF2-40B4-BE49-F238E27FC236}">
                <a16:creationId xmlns:a16="http://schemas.microsoft.com/office/drawing/2014/main" id="{06B5D263-4D46-4CBB-8A97-17B1EE43CA9D}"/>
              </a:ext>
            </a:extLst>
          </p:cNvPr>
          <p:cNvSpPr>
            <a:spLocks noGrp="1"/>
          </p:cNvSpPr>
          <p:nvPr/>
        </p:nvSpPr>
        <p:spPr>
          <a:xfrm>
            <a:off x="5966756" y="59376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7" name="F2_precision_recall_distributions_6741">
            <a:extLst>
              <a:ext uri="{FF2B5EF4-FFF2-40B4-BE49-F238E27FC236}">
                <a16:creationId xmlns:a16="http://schemas.microsoft.com/office/drawing/2014/main" id="{55227131-CB6B-45C9-BEE5-755477E06307}"/>
              </a:ext>
            </a:extLst>
          </p:cNvPr>
          <p:cNvSpPr>
            <a:spLocks noGrp="1"/>
          </p:cNvSpPr>
          <p:nvPr/>
        </p:nvSpPr>
        <p:spPr>
          <a:xfrm>
            <a:off x="5939433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8" name="F2_precision_recall_distributions_6742">
            <a:extLst>
              <a:ext uri="{FF2B5EF4-FFF2-40B4-BE49-F238E27FC236}">
                <a16:creationId xmlns:a16="http://schemas.microsoft.com/office/drawing/2014/main" id="{4B5C25DE-6346-4C8D-8574-D496202BB33A}"/>
              </a:ext>
            </a:extLst>
          </p:cNvPr>
          <p:cNvSpPr>
            <a:spLocks noGrp="1"/>
          </p:cNvSpPr>
          <p:nvPr/>
        </p:nvSpPr>
        <p:spPr>
          <a:xfrm>
            <a:off x="591406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29" name="F2_precision_recall_distributions_6743">
            <a:extLst>
              <a:ext uri="{FF2B5EF4-FFF2-40B4-BE49-F238E27FC236}">
                <a16:creationId xmlns:a16="http://schemas.microsoft.com/office/drawing/2014/main" id="{21C371C6-7695-4BAB-BFD0-5F203AF15147}"/>
              </a:ext>
            </a:extLst>
          </p:cNvPr>
          <p:cNvSpPr>
            <a:spLocks noGrp="1"/>
          </p:cNvSpPr>
          <p:nvPr/>
        </p:nvSpPr>
        <p:spPr>
          <a:xfrm>
            <a:off x="594758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0" name="F2_precision_recall_distributions_6744">
            <a:extLst>
              <a:ext uri="{FF2B5EF4-FFF2-40B4-BE49-F238E27FC236}">
                <a16:creationId xmlns:a16="http://schemas.microsoft.com/office/drawing/2014/main" id="{E10940E0-2EEA-4B02-A827-0D55B9F619A0}"/>
              </a:ext>
            </a:extLst>
          </p:cNvPr>
          <p:cNvSpPr>
            <a:spLocks noGrp="1"/>
          </p:cNvSpPr>
          <p:nvPr/>
        </p:nvSpPr>
        <p:spPr>
          <a:xfrm>
            <a:off x="586980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1" name="F2_precision_recall_distributions_6745">
            <a:extLst>
              <a:ext uri="{FF2B5EF4-FFF2-40B4-BE49-F238E27FC236}">
                <a16:creationId xmlns:a16="http://schemas.microsoft.com/office/drawing/2014/main" id="{1F5A34D1-02EE-43ED-9167-9631FE85BEF1}"/>
              </a:ext>
            </a:extLst>
          </p:cNvPr>
          <p:cNvSpPr>
            <a:spLocks noGrp="1"/>
          </p:cNvSpPr>
          <p:nvPr/>
        </p:nvSpPr>
        <p:spPr>
          <a:xfrm>
            <a:off x="5935190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2" name="F2_precision_recall_distributions_6746">
            <a:extLst>
              <a:ext uri="{FF2B5EF4-FFF2-40B4-BE49-F238E27FC236}">
                <a16:creationId xmlns:a16="http://schemas.microsoft.com/office/drawing/2014/main" id="{181A7FA8-18A8-4876-B94F-4191C42BDED9}"/>
              </a:ext>
            </a:extLst>
          </p:cNvPr>
          <p:cNvSpPr>
            <a:spLocks noGrp="1"/>
          </p:cNvSpPr>
          <p:nvPr/>
        </p:nvSpPr>
        <p:spPr>
          <a:xfrm>
            <a:off x="6067534" y="62154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3" name="F2_precision_recall_distributions_6747">
            <a:extLst>
              <a:ext uri="{FF2B5EF4-FFF2-40B4-BE49-F238E27FC236}">
                <a16:creationId xmlns:a16="http://schemas.microsoft.com/office/drawing/2014/main" id="{224703F4-C21C-4DE9-A3D9-B2EAF6E857C8}"/>
              </a:ext>
            </a:extLst>
          </p:cNvPr>
          <p:cNvSpPr>
            <a:spLocks noGrp="1"/>
          </p:cNvSpPr>
          <p:nvPr/>
        </p:nvSpPr>
        <p:spPr>
          <a:xfrm>
            <a:off x="5990168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4" name="F2_precision_recall_distributions_6748">
            <a:extLst>
              <a:ext uri="{FF2B5EF4-FFF2-40B4-BE49-F238E27FC236}">
                <a16:creationId xmlns:a16="http://schemas.microsoft.com/office/drawing/2014/main" id="{5781F0EB-3B27-46A8-B539-4DD1C0985963}"/>
              </a:ext>
            </a:extLst>
          </p:cNvPr>
          <p:cNvSpPr>
            <a:spLocks noGrp="1"/>
          </p:cNvSpPr>
          <p:nvPr/>
        </p:nvSpPr>
        <p:spPr>
          <a:xfrm>
            <a:off x="5829565" y="630542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5" name="F2_precision_recall_distributions_6749">
            <a:extLst>
              <a:ext uri="{FF2B5EF4-FFF2-40B4-BE49-F238E27FC236}">
                <a16:creationId xmlns:a16="http://schemas.microsoft.com/office/drawing/2014/main" id="{3E981FDC-E587-48D2-9DA3-EABA9D779D57}"/>
              </a:ext>
            </a:extLst>
          </p:cNvPr>
          <p:cNvSpPr>
            <a:spLocks noGrp="1"/>
          </p:cNvSpPr>
          <p:nvPr/>
        </p:nvSpPr>
        <p:spPr>
          <a:xfrm>
            <a:off x="58030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6" name="F2_precision_recall_distributions_6750">
            <a:extLst>
              <a:ext uri="{FF2B5EF4-FFF2-40B4-BE49-F238E27FC236}">
                <a16:creationId xmlns:a16="http://schemas.microsoft.com/office/drawing/2014/main" id="{C013DF24-D8D7-4E0F-912D-DCB2AFBC99A4}"/>
              </a:ext>
            </a:extLst>
          </p:cNvPr>
          <p:cNvSpPr>
            <a:spLocks noGrp="1"/>
          </p:cNvSpPr>
          <p:nvPr/>
        </p:nvSpPr>
        <p:spPr>
          <a:xfrm>
            <a:off x="611595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7" name="F2_precision_recall_distributions_6751">
            <a:extLst>
              <a:ext uri="{FF2B5EF4-FFF2-40B4-BE49-F238E27FC236}">
                <a16:creationId xmlns:a16="http://schemas.microsoft.com/office/drawing/2014/main" id="{B624ED59-22B5-4093-9257-8D14A514E9EE}"/>
              </a:ext>
            </a:extLst>
          </p:cNvPr>
          <p:cNvSpPr>
            <a:spLocks noGrp="1"/>
          </p:cNvSpPr>
          <p:nvPr/>
        </p:nvSpPr>
        <p:spPr>
          <a:xfrm>
            <a:off x="5872923" y="59164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8" name="F2_precision_recall_distributions_6752">
            <a:extLst>
              <a:ext uri="{FF2B5EF4-FFF2-40B4-BE49-F238E27FC236}">
                <a16:creationId xmlns:a16="http://schemas.microsoft.com/office/drawing/2014/main" id="{5B8CDA8C-1C32-4ABE-9DC2-E16E363806C7}"/>
              </a:ext>
            </a:extLst>
          </p:cNvPr>
          <p:cNvSpPr>
            <a:spLocks noGrp="1"/>
          </p:cNvSpPr>
          <p:nvPr/>
        </p:nvSpPr>
        <p:spPr>
          <a:xfrm>
            <a:off x="6050106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39" name="F2_precision_recall_distributions_6753">
            <a:extLst>
              <a:ext uri="{FF2B5EF4-FFF2-40B4-BE49-F238E27FC236}">
                <a16:creationId xmlns:a16="http://schemas.microsoft.com/office/drawing/2014/main" id="{C2C736B3-150E-4AFA-B9C0-95A69B145A3E}"/>
              </a:ext>
            </a:extLst>
          </p:cNvPr>
          <p:cNvSpPr>
            <a:spLocks noGrp="1"/>
          </p:cNvSpPr>
          <p:nvPr/>
        </p:nvSpPr>
        <p:spPr>
          <a:xfrm>
            <a:off x="590414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0" name="F2_precision_recall_distributions_6754">
            <a:extLst>
              <a:ext uri="{FF2B5EF4-FFF2-40B4-BE49-F238E27FC236}">
                <a16:creationId xmlns:a16="http://schemas.microsoft.com/office/drawing/2014/main" id="{395858C6-5531-4943-841C-18DC9D2E1DAC}"/>
              </a:ext>
            </a:extLst>
          </p:cNvPr>
          <p:cNvSpPr>
            <a:spLocks noGrp="1"/>
          </p:cNvSpPr>
          <p:nvPr/>
        </p:nvSpPr>
        <p:spPr>
          <a:xfrm>
            <a:off x="582528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1" name="F2_precision_recall_distributions_6755">
            <a:extLst>
              <a:ext uri="{FF2B5EF4-FFF2-40B4-BE49-F238E27FC236}">
                <a16:creationId xmlns:a16="http://schemas.microsoft.com/office/drawing/2014/main" id="{3BABFF11-A20E-4FC6-A9FA-43BA445BB1E9}"/>
              </a:ext>
            </a:extLst>
          </p:cNvPr>
          <p:cNvSpPr>
            <a:spLocks noGrp="1"/>
          </p:cNvSpPr>
          <p:nvPr/>
        </p:nvSpPr>
        <p:spPr>
          <a:xfrm>
            <a:off x="5824647" y="6218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2" name="F2_precision_recall_distributions_6756">
            <a:extLst>
              <a:ext uri="{FF2B5EF4-FFF2-40B4-BE49-F238E27FC236}">
                <a16:creationId xmlns:a16="http://schemas.microsoft.com/office/drawing/2014/main" id="{CB4AFB09-2123-4E37-BE52-403F204FF271}"/>
              </a:ext>
            </a:extLst>
          </p:cNvPr>
          <p:cNvSpPr>
            <a:spLocks noGrp="1"/>
          </p:cNvSpPr>
          <p:nvPr/>
        </p:nvSpPr>
        <p:spPr>
          <a:xfrm>
            <a:off x="6126272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3" name="F2_precision_recall_distributions_6757">
            <a:extLst>
              <a:ext uri="{FF2B5EF4-FFF2-40B4-BE49-F238E27FC236}">
                <a16:creationId xmlns:a16="http://schemas.microsoft.com/office/drawing/2014/main" id="{C1C01B6A-E247-4369-A0E5-0288BC4CFF3C}"/>
              </a:ext>
            </a:extLst>
          </p:cNvPr>
          <p:cNvSpPr>
            <a:spLocks noGrp="1"/>
          </p:cNvSpPr>
          <p:nvPr/>
        </p:nvSpPr>
        <p:spPr>
          <a:xfrm>
            <a:off x="580491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4" name="F2_precision_recall_distributions_6758">
            <a:extLst>
              <a:ext uri="{FF2B5EF4-FFF2-40B4-BE49-F238E27FC236}">
                <a16:creationId xmlns:a16="http://schemas.microsoft.com/office/drawing/2014/main" id="{E87ADEFA-C5F2-421D-B8AA-6513427254D8}"/>
              </a:ext>
            </a:extLst>
          </p:cNvPr>
          <p:cNvSpPr>
            <a:spLocks noGrp="1"/>
          </p:cNvSpPr>
          <p:nvPr/>
        </p:nvSpPr>
        <p:spPr>
          <a:xfrm>
            <a:off x="583746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5" name="F2_precision_recall_distributions_6759">
            <a:extLst>
              <a:ext uri="{FF2B5EF4-FFF2-40B4-BE49-F238E27FC236}">
                <a16:creationId xmlns:a16="http://schemas.microsoft.com/office/drawing/2014/main" id="{68C68D61-A191-4798-8872-54D9FE3125D9}"/>
              </a:ext>
            </a:extLst>
          </p:cNvPr>
          <p:cNvSpPr>
            <a:spLocks noGrp="1"/>
          </p:cNvSpPr>
          <p:nvPr/>
        </p:nvSpPr>
        <p:spPr>
          <a:xfrm>
            <a:off x="6045947" y="62183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6" name="F2_precision_recall_distributions_6760">
            <a:extLst>
              <a:ext uri="{FF2B5EF4-FFF2-40B4-BE49-F238E27FC236}">
                <a16:creationId xmlns:a16="http://schemas.microsoft.com/office/drawing/2014/main" id="{EF3E347D-BCBA-4535-9666-1CA94E4FA0C3}"/>
              </a:ext>
            </a:extLst>
          </p:cNvPr>
          <p:cNvSpPr>
            <a:spLocks noGrp="1"/>
          </p:cNvSpPr>
          <p:nvPr/>
        </p:nvSpPr>
        <p:spPr>
          <a:xfrm>
            <a:off x="581435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7" name="F2_precision_recall_distributions_6761">
            <a:extLst>
              <a:ext uri="{FF2B5EF4-FFF2-40B4-BE49-F238E27FC236}">
                <a16:creationId xmlns:a16="http://schemas.microsoft.com/office/drawing/2014/main" id="{C607DB0B-BA1D-4921-B5A8-A13579EA52F4}"/>
              </a:ext>
            </a:extLst>
          </p:cNvPr>
          <p:cNvSpPr>
            <a:spLocks noGrp="1"/>
          </p:cNvSpPr>
          <p:nvPr/>
        </p:nvSpPr>
        <p:spPr>
          <a:xfrm>
            <a:off x="605071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8" name="F2_precision_recall_distributions_6762">
            <a:extLst>
              <a:ext uri="{FF2B5EF4-FFF2-40B4-BE49-F238E27FC236}">
                <a16:creationId xmlns:a16="http://schemas.microsoft.com/office/drawing/2014/main" id="{75B820C7-7887-4619-A922-338633A2AA20}"/>
              </a:ext>
            </a:extLst>
          </p:cNvPr>
          <p:cNvSpPr>
            <a:spLocks noGrp="1"/>
          </p:cNvSpPr>
          <p:nvPr/>
        </p:nvSpPr>
        <p:spPr>
          <a:xfrm>
            <a:off x="614486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49" name="F2_precision_recall_distributions_6763">
            <a:extLst>
              <a:ext uri="{FF2B5EF4-FFF2-40B4-BE49-F238E27FC236}">
                <a16:creationId xmlns:a16="http://schemas.microsoft.com/office/drawing/2014/main" id="{6EB3712C-CD07-4B76-847E-DAE5EFF1F3A7}"/>
              </a:ext>
            </a:extLst>
          </p:cNvPr>
          <p:cNvSpPr>
            <a:spLocks noGrp="1"/>
          </p:cNvSpPr>
          <p:nvPr/>
        </p:nvSpPr>
        <p:spPr>
          <a:xfrm>
            <a:off x="606540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0" name="F2_precision_recall_distributions_6764">
            <a:extLst>
              <a:ext uri="{FF2B5EF4-FFF2-40B4-BE49-F238E27FC236}">
                <a16:creationId xmlns:a16="http://schemas.microsoft.com/office/drawing/2014/main" id="{6CA64894-8A20-4E65-8296-F1751E9DF256}"/>
              </a:ext>
            </a:extLst>
          </p:cNvPr>
          <p:cNvSpPr>
            <a:spLocks noGrp="1"/>
          </p:cNvSpPr>
          <p:nvPr/>
        </p:nvSpPr>
        <p:spPr>
          <a:xfrm>
            <a:off x="60267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1" name="F2_precision_recall_distributions_6765">
            <a:extLst>
              <a:ext uri="{FF2B5EF4-FFF2-40B4-BE49-F238E27FC236}">
                <a16:creationId xmlns:a16="http://schemas.microsoft.com/office/drawing/2014/main" id="{C9AB00BA-53F5-411D-8DBE-BAEA310D7961}"/>
              </a:ext>
            </a:extLst>
          </p:cNvPr>
          <p:cNvSpPr>
            <a:spLocks noGrp="1"/>
          </p:cNvSpPr>
          <p:nvPr/>
        </p:nvSpPr>
        <p:spPr>
          <a:xfrm>
            <a:off x="59256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2" name="F2_precision_recall_distributions_6766">
            <a:extLst>
              <a:ext uri="{FF2B5EF4-FFF2-40B4-BE49-F238E27FC236}">
                <a16:creationId xmlns:a16="http://schemas.microsoft.com/office/drawing/2014/main" id="{F8A28018-229D-4A89-80F0-0DBCD7BCA4DC}"/>
              </a:ext>
            </a:extLst>
          </p:cNvPr>
          <p:cNvSpPr>
            <a:spLocks noGrp="1"/>
          </p:cNvSpPr>
          <p:nvPr/>
        </p:nvSpPr>
        <p:spPr>
          <a:xfrm>
            <a:off x="58868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3" name="F2_precision_recall_distributions_6767">
            <a:extLst>
              <a:ext uri="{FF2B5EF4-FFF2-40B4-BE49-F238E27FC236}">
                <a16:creationId xmlns:a16="http://schemas.microsoft.com/office/drawing/2014/main" id="{12BC9213-63A6-4D55-A12A-9E0C4AE528AE}"/>
              </a:ext>
            </a:extLst>
          </p:cNvPr>
          <p:cNvSpPr>
            <a:spLocks noGrp="1"/>
          </p:cNvSpPr>
          <p:nvPr/>
        </p:nvSpPr>
        <p:spPr>
          <a:xfrm>
            <a:off x="595822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4" name="F2_precision_recall_distributions_6768">
            <a:extLst>
              <a:ext uri="{FF2B5EF4-FFF2-40B4-BE49-F238E27FC236}">
                <a16:creationId xmlns:a16="http://schemas.microsoft.com/office/drawing/2014/main" id="{BC22F3C1-5877-440C-9683-60F4889F2831}"/>
              </a:ext>
            </a:extLst>
          </p:cNvPr>
          <p:cNvSpPr>
            <a:spLocks noGrp="1"/>
          </p:cNvSpPr>
          <p:nvPr/>
        </p:nvSpPr>
        <p:spPr>
          <a:xfrm>
            <a:off x="611189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5" name="F2_precision_recall_distributions_6769">
            <a:extLst>
              <a:ext uri="{FF2B5EF4-FFF2-40B4-BE49-F238E27FC236}">
                <a16:creationId xmlns:a16="http://schemas.microsoft.com/office/drawing/2014/main" id="{B397DDAC-9CC1-436A-A3C9-3717D04756C1}"/>
              </a:ext>
            </a:extLst>
          </p:cNvPr>
          <p:cNvSpPr>
            <a:spLocks noGrp="1"/>
          </p:cNvSpPr>
          <p:nvPr/>
        </p:nvSpPr>
        <p:spPr>
          <a:xfrm>
            <a:off x="602658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6" name="F2_precision_recall_distributions_6770">
            <a:extLst>
              <a:ext uri="{FF2B5EF4-FFF2-40B4-BE49-F238E27FC236}">
                <a16:creationId xmlns:a16="http://schemas.microsoft.com/office/drawing/2014/main" id="{20E7218E-780C-4917-A3BD-94CE3D18C748}"/>
              </a:ext>
            </a:extLst>
          </p:cNvPr>
          <p:cNvSpPr>
            <a:spLocks noGrp="1"/>
          </p:cNvSpPr>
          <p:nvPr/>
        </p:nvSpPr>
        <p:spPr>
          <a:xfrm>
            <a:off x="616741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7" name="F2_precision_recall_distributions_6771">
            <a:extLst>
              <a:ext uri="{FF2B5EF4-FFF2-40B4-BE49-F238E27FC236}">
                <a16:creationId xmlns:a16="http://schemas.microsoft.com/office/drawing/2014/main" id="{D37AFE55-8AD7-41C1-94AB-422B3639075E}"/>
              </a:ext>
            </a:extLst>
          </p:cNvPr>
          <p:cNvSpPr>
            <a:spLocks noGrp="1"/>
          </p:cNvSpPr>
          <p:nvPr/>
        </p:nvSpPr>
        <p:spPr>
          <a:xfrm>
            <a:off x="608426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8" name="F2_precision_recall_distributions_6772">
            <a:extLst>
              <a:ext uri="{FF2B5EF4-FFF2-40B4-BE49-F238E27FC236}">
                <a16:creationId xmlns:a16="http://schemas.microsoft.com/office/drawing/2014/main" id="{20B7271E-948D-4B3B-A1CA-D7FDBA4A3432}"/>
              </a:ext>
            </a:extLst>
          </p:cNvPr>
          <p:cNvSpPr>
            <a:spLocks noGrp="1"/>
          </p:cNvSpPr>
          <p:nvPr/>
        </p:nvSpPr>
        <p:spPr>
          <a:xfrm>
            <a:off x="603978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59" name="F2_precision_recall_distributions_6773">
            <a:extLst>
              <a:ext uri="{FF2B5EF4-FFF2-40B4-BE49-F238E27FC236}">
                <a16:creationId xmlns:a16="http://schemas.microsoft.com/office/drawing/2014/main" id="{82BAD335-5784-4D30-BCC3-A162457E0669}"/>
              </a:ext>
            </a:extLst>
          </p:cNvPr>
          <p:cNvSpPr>
            <a:spLocks noGrp="1"/>
          </p:cNvSpPr>
          <p:nvPr/>
        </p:nvSpPr>
        <p:spPr>
          <a:xfrm>
            <a:off x="58859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0" name="F2_precision_recall_distributions_6774">
            <a:extLst>
              <a:ext uri="{FF2B5EF4-FFF2-40B4-BE49-F238E27FC236}">
                <a16:creationId xmlns:a16="http://schemas.microsoft.com/office/drawing/2014/main" id="{4643D5FE-F2D9-482F-82AD-37D8C9CB13CA}"/>
              </a:ext>
            </a:extLst>
          </p:cNvPr>
          <p:cNvSpPr>
            <a:spLocks noGrp="1"/>
          </p:cNvSpPr>
          <p:nvPr/>
        </p:nvSpPr>
        <p:spPr>
          <a:xfrm>
            <a:off x="596828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1" name="F2_precision_recall_distributions_6775">
            <a:extLst>
              <a:ext uri="{FF2B5EF4-FFF2-40B4-BE49-F238E27FC236}">
                <a16:creationId xmlns:a16="http://schemas.microsoft.com/office/drawing/2014/main" id="{2DAB09D3-55FC-4D4C-9B82-007F02F3D04E}"/>
              </a:ext>
            </a:extLst>
          </p:cNvPr>
          <p:cNvSpPr>
            <a:spLocks noGrp="1"/>
          </p:cNvSpPr>
          <p:nvPr/>
        </p:nvSpPr>
        <p:spPr>
          <a:xfrm>
            <a:off x="607136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2" name="F2_precision_recall_distributions_6776">
            <a:extLst>
              <a:ext uri="{FF2B5EF4-FFF2-40B4-BE49-F238E27FC236}">
                <a16:creationId xmlns:a16="http://schemas.microsoft.com/office/drawing/2014/main" id="{79820AFE-2680-46DA-8B17-07C6C6089ABE}"/>
              </a:ext>
            </a:extLst>
          </p:cNvPr>
          <p:cNvSpPr>
            <a:spLocks noGrp="1"/>
          </p:cNvSpPr>
          <p:nvPr/>
        </p:nvSpPr>
        <p:spPr>
          <a:xfrm>
            <a:off x="5912422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3" name="F2_precision_recall_distributions_6777">
            <a:extLst>
              <a:ext uri="{FF2B5EF4-FFF2-40B4-BE49-F238E27FC236}">
                <a16:creationId xmlns:a16="http://schemas.microsoft.com/office/drawing/2014/main" id="{6AAB84E6-D5F0-4711-BDA9-DD838AA36061}"/>
              </a:ext>
            </a:extLst>
          </p:cNvPr>
          <p:cNvSpPr>
            <a:spLocks noGrp="1"/>
          </p:cNvSpPr>
          <p:nvPr/>
        </p:nvSpPr>
        <p:spPr>
          <a:xfrm>
            <a:off x="6050764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4" name="F2_precision_recall_distributions_6778">
            <a:extLst>
              <a:ext uri="{FF2B5EF4-FFF2-40B4-BE49-F238E27FC236}">
                <a16:creationId xmlns:a16="http://schemas.microsoft.com/office/drawing/2014/main" id="{7B79C558-DB35-472D-A534-CA96DC29178B}"/>
              </a:ext>
            </a:extLst>
          </p:cNvPr>
          <p:cNvSpPr>
            <a:spLocks noGrp="1"/>
          </p:cNvSpPr>
          <p:nvPr/>
        </p:nvSpPr>
        <p:spPr>
          <a:xfrm>
            <a:off x="601817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5" name="F2_precision_recall_distributions_6779">
            <a:extLst>
              <a:ext uri="{FF2B5EF4-FFF2-40B4-BE49-F238E27FC236}">
                <a16:creationId xmlns:a16="http://schemas.microsoft.com/office/drawing/2014/main" id="{E6ED97C6-CF1B-4781-AB64-6A82F5BB1C29}"/>
              </a:ext>
            </a:extLst>
          </p:cNvPr>
          <p:cNvSpPr>
            <a:spLocks noGrp="1"/>
          </p:cNvSpPr>
          <p:nvPr/>
        </p:nvSpPr>
        <p:spPr>
          <a:xfrm>
            <a:off x="607095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6" name="F2_precision_recall_distributions_6780">
            <a:extLst>
              <a:ext uri="{FF2B5EF4-FFF2-40B4-BE49-F238E27FC236}">
                <a16:creationId xmlns:a16="http://schemas.microsoft.com/office/drawing/2014/main" id="{3DC24DA9-73B4-4CE8-BF63-9621FF46D7F6}"/>
              </a:ext>
            </a:extLst>
          </p:cNvPr>
          <p:cNvSpPr>
            <a:spLocks noGrp="1"/>
          </p:cNvSpPr>
          <p:nvPr/>
        </p:nvSpPr>
        <p:spPr>
          <a:xfrm>
            <a:off x="5988942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7" name="F2_precision_recall_distributions_6781">
            <a:extLst>
              <a:ext uri="{FF2B5EF4-FFF2-40B4-BE49-F238E27FC236}">
                <a16:creationId xmlns:a16="http://schemas.microsoft.com/office/drawing/2014/main" id="{1D37AE98-13E6-4F5B-87FB-91ADC520A8BA}"/>
              </a:ext>
            </a:extLst>
          </p:cNvPr>
          <p:cNvSpPr>
            <a:spLocks noGrp="1"/>
          </p:cNvSpPr>
          <p:nvPr/>
        </p:nvSpPr>
        <p:spPr>
          <a:xfrm>
            <a:off x="5942390" y="62187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8" name="F2_precision_recall_distributions_6782">
            <a:extLst>
              <a:ext uri="{FF2B5EF4-FFF2-40B4-BE49-F238E27FC236}">
                <a16:creationId xmlns:a16="http://schemas.microsoft.com/office/drawing/2014/main" id="{79D3B7CD-BA87-420E-9A6F-960C6A4F4B4A}"/>
              </a:ext>
            </a:extLst>
          </p:cNvPr>
          <p:cNvSpPr>
            <a:spLocks noGrp="1"/>
          </p:cNvSpPr>
          <p:nvPr/>
        </p:nvSpPr>
        <p:spPr>
          <a:xfrm>
            <a:off x="6042859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69" name="F2_precision_recall_distributions_6783">
            <a:extLst>
              <a:ext uri="{FF2B5EF4-FFF2-40B4-BE49-F238E27FC236}">
                <a16:creationId xmlns:a16="http://schemas.microsoft.com/office/drawing/2014/main" id="{834943DC-A256-425F-8B54-DDF5B64CA2EB}"/>
              </a:ext>
            </a:extLst>
          </p:cNvPr>
          <p:cNvSpPr>
            <a:spLocks noGrp="1"/>
          </p:cNvSpPr>
          <p:nvPr/>
        </p:nvSpPr>
        <p:spPr>
          <a:xfrm>
            <a:off x="616270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0" name="F2_precision_recall_distributions_6784">
            <a:extLst>
              <a:ext uri="{FF2B5EF4-FFF2-40B4-BE49-F238E27FC236}">
                <a16:creationId xmlns:a16="http://schemas.microsoft.com/office/drawing/2014/main" id="{62F64479-90B4-44C0-833B-170F61536844}"/>
              </a:ext>
            </a:extLst>
          </p:cNvPr>
          <p:cNvSpPr>
            <a:spLocks noGrp="1"/>
          </p:cNvSpPr>
          <p:nvPr/>
        </p:nvSpPr>
        <p:spPr>
          <a:xfrm>
            <a:off x="5983693" y="632563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1" name="F2_precision_recall_distributions_6785">
            <a:extLst>
              <a:ext uri="{FF2B5EF4-FFF2-40B4-BE49-F238E27FC236}">
                <a16:creationId xmlns:a16="http://schemas.microsoft.com/office/drawing/2014/main" id="{2E7F8EBE-79C3-4B3E-875A-4005AAED716F}"/>
              </a:ext>
            </a:extLst>
          </p:cNvPr>
          <p:cNvSpPr>
            <a:spLocks noGrp="1"/>
          </p:cNvSpPr>
          <p:nvPr/>
        </p:nvSpPr>
        <p:spPr>
          <a:xfrm>
            <a:off x="601734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2" name="F2_precision_recall_distributions_6786">
            <a:extLst>
              <a:ext uri="{FF2B5EF4-FFF2-40B4-BE49-F238E27FC236}">
                <a16:creationId xmlns:a16="http://schemas.microsoft.com/office/drawing/2014/main" id="{688D65C3-AB14-4F43-A3B3-04E3E0B8A1C2}"/>
              </a:ext>
            </a:extLst>
          </p:cNvPr>
          <p:cNvSpPr>
            <a:spLocks noGrp="1"/>
          </p:cNvSpPr>
          <p:nvPr/>
        </p:nvSpPr>
        <p:spPr>
          <a:xfrm>
            <a:off x="6090968" y="64229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3" name="F2_precision_recall_distributions_6787">
            <a:extLst>
              <a:ext uri="{FF2B5EF4-FFF2-40B4-BE49-F238E27FC236}">
                <a16:creationId xmlns:a16="http://schemas.microsoft.com/office/drawing/2014/main" id="{F841BB90-CD7B-46FA-AAAA-F5C7EEE2A870}"/>
              </a:ext>
            </a:extLst>
          </p:cNvPr>
          <p:cNvSpPr>
            <a:spLocks noGrp="1"/>
          </p:cNvSpPr>
          <p:nvPr/>
        </p:nvSpPr>
        <p:spPr>
          <a:xfrm>
            <a:off x="601270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4" name="F2_precision_recall_distributions_6788">
            <a:extLst>
              <a:ext uri="{FF2B5EF4-FFF2-40B4-BE49-F238E27FC236}">
                <a16:creationId xmlns:a16="http://schemas.microsoft.com/office/drawing/2014/main" id="{83846B03-DEF2-40D5-8B22-FACBEB6E5BDE}"/>
              </a:ext>
            </a:extLst>
          </p:cNvPr>
          <p:cNvSpPr>
            <a:spLocks noGrp="1"/>
          </p:cNvSpPr>
          <p:nvPr/>
        </p:nvSpPr>
        <p:spPr>
          <a:xfrm>
            <a:off x="6075197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5" name="F2_precision_recall_distributions_6789">
            <a:extLst>
              <a:ext uri="{FF2B5EF4-FFF2-40B4-BE49-F238E27FC236}">
                <a16:creationId xmlns:a16="http://schemas.microsoft.com/office/drawing/2014/main" id="{C17CFA4F-E17E-4AD6-AB45-E8F3DAB0A712}"/>
              </a:ext>
            </a:extLst>
          </p:cNvPr>
          <p:cNvSpPr>
            <a:spLocks noGrp="1"/>
          </p:cNvSpPr>
          <p:nvPr/>
        </p:nvSpPr>
        <p:spPr>
          <a:xfrm>
            <a:off x="59661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6" name="F2_precision_recall_distributions_6790">
            <a:extLst>
              <a:ext uri="{FF2B5EF4-FFF2-40B4-BE49-F238E27FC236}">
                <a16:creationId xmlns:a16="http://schemas.microsoft.com/office/drawing/2014/main" id="{80BC3041-6A47-43D1-B004-F624F836B008}"/>
              </a:ext>
            </a:extLst>
          </p:cNvPr>
          <p:cNvSpPr>
            <a:spLocks noGrp="1"/>
          </p:cNvSpPr>
          <p:nvPr/>
        </p:nvSpPr>
        <p:spPr>
          <a:xfrm>
            <a:off x="598914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7" name="F2_precision_recall_distributions_6791">
            <a:extLst>
              <a:ext uri="{FF2B5EF4-FFF2-40B4-BE49-F238E27FC236}">
                <a16:creationId xmlns:a16="http://schemas.microsoft.com/office/drawing/2014/main" id="{FDE4536F-AE93-4EF4-9D6B-1FA6B85084E8}"/>
              </a:ext>
            </a:extLst>
          </p:cNvPr>
          <p:cNvSpPr>
            <a:spLocks noGrp="1"/>
          </p:cNvSpPr>
          <p:nvPr/>
        </p:nvSpPr>
        <p:spPr>
          <a:xfrm>
            <a:off x="612108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8" name="F2_precision_recall_distributions_6792">
            <a:extLst>
              <a:ext uri="{FF2B5EF4-FFF2-40B4-BE49-F238E27FC236}">
                <a16:creationId xmlns:a16="http://schemas.microsoft.com/office/drawing/2014/main" id="{49C061AA-66DE-442D-8AA6-6EBEA73CA3E7}"/>
              </a:ext>
            </a:extLst>
          </p:cNvPr>
          <p:cNvSpPr>
            <a:spLocks noGrp="1"/>
          </p:cNvSpPr>
          <p:nvPr/>
        </p:nvSpPr>
        <p:spPr>
          <a:xfrm>
            <a:off x="61499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79" name="F2_precision_recall_distributions_6793">
            <a:extLst>
              <a:ext uri="{FF2B5EF4-FFF2-40B4-BE49-F238E27FC236}">
                <a16:creationId xmlns:a16="http://schemas.microsoft.com/office/drawing/2014/main" id="{77327B3F-7E0A-46D1-8B4F-268673A0D8E2}"/>
              </a:ext>
            </a:extLst>
          </p:cNvPr>
          <p:cNvSpPr>
            <a:spLocks noGrp="1"/>
          </p:cNvSpPr>
          <p:nvPr/>
        </p:nvSpPr>
        <p:spPr>
          <a:xfrm>
            <a:off x="611862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0" name="F2_precision_recall_distributions_6794">
            <a:extLst>
              <a:ext uri="{FF2B5EF4-FFF2-40B4-BE49-F238E27FC236}">
                <a16:creationId xmlns:a16="http://schemas.microsoft.com/office/drawing/2014/main" id="{402C1051-80EA-4522-B653-542B1C113089}"/>
              </a:ext>
            </a:extLst>
          </p:cNvPr>
          <p:cNvSpPr>
            <a:spLocks noGrp="1"/>
          </p:cNvSpPr>
          <p:nvPr/>
        </p:nvSpPr>
        <p:spPr>
          <a:xfrm>
            <a:off x="6046971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1" name="F2_precision_recall_distributions_6795">
            <a:extLst>
              <a:ext uri="{FF2B5EF4-FFF2-40B4-BE49-F238E27FC236}">
                <a16:creationId xmlns:a16="http://schemas.microsoft.com/office/drawing/2014/main" id="{9F566519-A11C-4EBF-99D0-B05C08BC3507}"/>
              </a:ext>
            </a:extLst>
          </p:cNvPr>
          <p:cNvSpPr>
            <a:spLocks noGrp="1"/>
          </p:cNvSpPr>
          <p:nvPr/>
        </p:nvSpPr>
        <p:spPr>
          <a:xfrm>
            <a:off x="599113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2" name="F2_precision_recall_distributions_6796">
            <a:extLst>
              <a:ext uri="{FF2B5EF4-FFF2-40B4-BE49-F238E27FC236}">
                <a16:creationId xmlns:a16="http://schemas.microsoft.com/office/drawing/2014/main" id="{15528698-4CAB-434C-A76B-AC9490101C23}"/>
              </a:ext>
            </a:extLst>
          </p:cNvPr>
          <p:cNvSpPr>
            <a:spLocks noGrp="1"/>
          </p:cNvSpPr>
          <p:nvPr/>
        </p:nvSpPr>
        <p:spPr>
          <a:xfrm>
            <a:off x="6011632" y="596187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3" name="F2_precision_recall_distributions_6797">
            <a:extLst>
              <a:ext uri="{FF2B5EF4-FFF2-40B4-BE49-F238E27FC236}">
                <a16:creationId xmlns:a16="http://schemas.microsoft.com/office/drawing/2014/main" id="{65C8777A-6FE4-4FC0-BD63-6D48FEDA62D1}"/>
              </a:ext>
            </a:extLst>
          </p:cNvPr>
          <p:cNvSpPr>
            <a:spLocks noGrp="1"/>
          </p:cNvSpPr>
          <p:nvPr/>
        </p:nvSpPr>
        <p:spPr>
          <a:xfrm>
            <a:off x="610636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4" name="F2_precision_recall_distributions_6798">
            <a:extLst>
              <a:ext uri="{FF2B5EF4-FFF2-40B4-BE49-F238E27FC236}">
                <a16:creationId xmlns:a16="http://schemas.microsoft.com/office/drawing/2014/main" id="{80476654-E30B-450F-801E-29C7C7E3285B}"/>
              </a:ext>
            </a:extLst>
          </p:cNvPr>
          <p:cNvSpPr>
            <a:spLocks noGrp="1"/>
          </p:cNvSpPr>
          <p:nvPr/>
        </p:nvSpPr>
        <p:spPr>
          <a:xfrm>
            <a:off x="6024179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5" name="F2_precision_recall_distributions_6799">
            <a:extLst>
              <a:ext uri="{FF2B5EF4-FFF2-40B4-BE49-F238E27FC236}">
                <a16:creationId xmlns:a16="http://schemas.microsoft.com/office/drawing/2014/main" id="{787419F6-EAD8-4A2B-AB2B-9A2F58E16AB2}"/>
              </a:ext>
            </a:extLst>
          </p:cNvPr>
          <p:cNvSpPr>
            <a:spLocks noGrp="1"/>
          </p:cNvSpPr>
          <p:nvPr/>
        </p:nvSpPr>
        <p:spPr>
          <a:xfrm>
            <a:off x="5802560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6" name="F2_precision_recall_distributions_6800">
            <a:extLst>
              <a:ext uri="{FF2B5EF4-FFF2-40B4-BE49-F238E27FC236}">
                <a16:creationId xmlns:a16="http://schemas.microsoft.com/office/drawing/2014/main" id="{47EB9881-74A5-4662-9603-02967B8DCEF3}"/>
              </a:ext>
            </a:extLst>
          </p:cNvPr>
          <p:cNvSpPr>
            <a:spLocks noGrp="1"/>
          </p:cNvSpPr>
          <p:nvPr/>
        </p:nvSpPr>
        <p:spPr>
          <a:xfrm>
            <a:off x="61356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7" name="F2_precision_recall_distributions_6801">
            <a:extLst>
              <a:ext uri="{FF2B5EF4-FFF2-40B4-BE49-F238E27FC236}">
                <a16:creationId xmlns:a16="http://schemas.microsoft.com/office/drawing/2014/main" id="{D25CA696-6092-42C2-88E6-4B7D3A77FEBA}"/>
              </a:ext>
            </a:extLst>
          </p:cNvPr>
          <p:cNvSpPr>
            <a:spLocks noGrp="1"/>
          </p:cNvSpPr>
          <p:nvPr/>
        </p:nvSpPr>
        <p:spPr>
          <a:xfrm>
            <a:off x="603407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8" name="F2_precision_recall_distributions_6802">
            <a:extLst>
              <a:ext uri="{FF2B5EF4-FFF2-40B4-BE49-F238E27FC236}">
                <a16:creationId xmlns:a16="http://schemas.microsoft.com/office/drawing/2014/main" id="{6D0F9A1B-83BC-4AF8-977F-AF2FC19AEB10}"/>
              </a:ext>
            </a:extLst>
          </p:cNvPr>
          <p:cNvSpPr>
            <a:spLocks noGrp="1"/>
          </p:cNvSpPr>
          <p:nvPr/>
        </p:nvSpPr>
        <p:spPr>
          <a:xfrm>
            <a:off x="615352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89" name="F2_precision_recall_distributions_6803">
            <a:extLst>
              <a:ext uri="{FF2B5EF4-FFF2-40B4-BE49-F238E27FC236}">
                <a16:creationId xmlns:a16="http://schemas.microsoft.com/office/drawing/2014/main" id="{20BB8A59-58FE-459F-88B1-5AF587970380}"/>
              </a:ext>
            </a:extLst>
          </p:cNvPr>
          <p:cNvSpPr>
            <a:spLocks noGrp="1"/>
          </p:cNvSpPr>
          <p:nvPr/>
        </p:nvSpPr>
        <p:spPr>
          <a:xfrm>
            <a:off x="581007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0" name="F2_precision_recall_distributions_6804">
            <a:extLst>
              <a:ext uri="{FF2B5EF4-FFF2-40B4-BE49-F238E27FC236}">
                <a16:creationId xmlns:a16="http://schemas.microsoft.com/office/drawing/2014/main" id="{1B590C14-4F70-4552-9BDB-6A5D94EB290E}"/>
              </a:ext>
            </a:extLst>
          </p:cNvPr>
          <p:cNvSpPr>
            <a:spLocks noGrp="1"/>
          </p:cNvSpPr>
          <p:nvPr/>
        </p:nvSpPr>
        <p:spPr>
          <a:xfrm>
            <a:off x="612951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1" name="F2_precision_recall_distributions_6805">
            <a:extLst>
              <a:ext uri="{FF2B5EF4-FFF2-40B4-BE49-F238E27FC236}">
                <a16:creationId xmlns:a16="http://schemas.microsoft.com/office/drawing/2014/main" id="{083A6339-D97F-48A5-862B-737AF52694E6}"/>
              </a:ext>
            </a:extLst>
          </p:cNvPr>
          <p:cNvSpPr>
            <a:spLocks noGrp="1"/>
          </p:cNvSpPr>
          <p:nvPr/>
        </p:nvSpPr>
        <p:spPr>
          <a:xfrm>
            <a:off x="582995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2" name="F2_precision_recall_distributions_6806">
            <a:extLst>
              <a:ext uri="{FF2B5EF4-FFF2-40B4-BE49-F238E27FC236}">
                <a16:creationId xmlns:a16="http://schemas.microsoft.com/office/drawing/2014/main" id="{DDE23BFA-5F6F-45BA-B18F-E3B8563B7A7D}"/>
              </a:ext>
            </a:extLst>
          </p:cNvPr>
          <p:cNvSpPr>
            <a:spLocks noGrp="1"/>
          </p:cNvSpPr>
          <p:nvPr/>
        </p:nvSpPr>
        <p:spPr>
          <a:xfrm>
            <a:off x="5876427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3" name="F2_precision_recall_distributions_6807">
            <a:extLst>
              <a:ext uri="{FF2B5EF4-FFF2-40B4-BE49-F238E27FC236}">
                <a16:creationId xmlns:a16="http://schemas.microsoft.com/office/drawing/2014/main" id="{2FC1BFCD-D388-4304-8E3E-CD5C108BF18C}"/>
              </a:ext>
            </a:extLst>
          </p:cNvPr>
          <p:cNvSpPr>
            <a:spLocks noGrp="1"/>
          </p:cNvSpPr>
          <p:nvPr/>
        </p:nvSpPr>
        <p:spPr>
          <a:xfrm>
            <a:off x="6046564" y="58338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4" name="F2_precision_recall_distributions_6808">
            <a:extLst>
              <a:ext uri="{FF2B5EF4-FFF2-40B4-BE49-F238E27FC236}">
                <a16:creationId xmlns:a16="http://schemas.microsoft.com/office/drawing/2014/main" id="{850037F6-B18F-4962-BBD9-29437EC7DA3E}"/>
              </a:ext>
            </a:extLst>
          </p:cNvPr>
          <p:cNvSpPr>
            <a:spLocks noGrp="1"/>
          </p:cNvSpPr>
          <p:nvPr/>
        </p:nvSpPr>
        <p:spPr>
          <a:xfrm>
            <a:off x="604039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5" name="F2_precision_recall_distributions_6809">
            <a:extLst>
              <a:ext uri="{FF2B5EF4-FFF2-40B4-BE49-F238E27FC236}">
                <a16:creationId xmlns:a16="http://schemas.microsoft.com/office/drawing/2014/main" id="{1E9895E4-0250-4224-997B-FB40193D64E5}"/>
              </a:ext>
            </a:extLst>
          </p:cNvPr>
          <p:cNvSpPr>
            <a:spLocks noGrp="1"/>
          </p:cNvSpPr>
          <p:nvPr/>
        </p:nvSpPr>
        <p:spPr>
          <a:xfrm>
            <a:off x="5916827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6" name="F2_precision_recall_distributions_6810">
            <a:extLst>
              <a:ext uri="{FF2B5EF4-FFF2-40B4-BE49-F238E27FC236}">
                <a16:creationId xmlns:a16="http://schemas.microsoft.com/office/drawing/2014/main" id="{5BE182E1-A700-4DAA-89B8-F0E379D5A847}"/>
              </a:ext>
            </a:extLst>
          </p:cNvPr>
          <p:cNvSpPr>
            <a:spLocks noGrp="1"/>
          </p:cNvSpPr>
          <p:nvPr/>
        </p:nvSpPr>
        <p:spPr>
          <a:xfrm>
            <a:off x="5831327" y="62043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7" name="F2_precision_recall_distributions_6811">
            <a:extLst>
              <a:ext uri="{FF2B5EF4-FFF2-40B4-BE49-F238E27FC236}">
                <a16:creationId xmlns:a16="http://schemas.microsoft.com/office/drawing/2014/main" id="{E3BAB045-24B8-4743-BE9B-176F10E65166}"/>
              </a:ext>
            </a:extLst>
          </p:cNvPr>
          <p:cNvSpPr>
            <a:spLocks noGrp="1"/>
          </p:cNvSpPr>
          <p:nvPr/>
        </p:nvSpPr>
        <p:spPr>
          <a:xfrm>
            <a:off x="610030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8" name="F2_precision_recall_distributions_6812">
            <a:extLst>
              <a:ext uri="{FF2B5EF4-FFF2-40B4-BE49-F238E27FC236}">
                <a16:creationId xmlns:a16="http://schemas.microsoft.com/office/drawing/2014/main" id="{EAAB1BB4-7125-45A5-AEDE-6FA41EBB9F04}"/>
              </a:ext>
            </a:extLst>
          </p:cNvPr>
          <p:cNvSpPr>
            <a:spLocks noGrp="1"/>
          </p:cNvSpPr>
          <p:nvPr/>
        </p:nvSpPr>
        <p:spPr>
          <a:xfrm>
            <a:off x="587323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3999" name="F2_precision_recall_distributions_6813">
            <a:extLst>
              <a:ext uri="{FF2B5EF4-FFF2-40B4-BE49-F238E27FC236}">
                <a16:creationId xmlns:a16="http://schemas.microsoft.com/office/drawing/2014/main" id="{4B5A895B-E36E-437A-BE14-421186F42BE9}"/>
              </a:ext>
            </a:extLst>
          </p:cNvPr>
          <p:cNvSpPr>
            <a:spLocks noGrp="1"/>
          </p:cNvSpPr>
          <p:nvPr/>
        </p:nvSpPr>
        <p:spPr>
          <a:xfrm>
            <a:off x="5902267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0" name="F2_precision_recall_distributions_6814">
            <a:extLst>
              <a:ext uri="{FF2B5EF4-FFF2-40B4-BE49-F238E27FC236}">
                <a16:creationId xmlns:a16="http://schemas.microsoft.com/office/drawing/2014/main" id="{B916F6C2-99A9-4B1A-9360-2F6E72D05956}"/>
              </a:ext>
            </a:extLst>
          </p:cNvPr>
          <p:cNvSpPr>
            <a:spLocks noGrp="1"/>
          </p:cNvSpPr>
          <p:nvPr/>
        </p:nvSpPr>
        <p:spPr>
          <a:xfrm>
            <a:off x="6095334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1" name="F2_precision_recall_distributions_6815">
            <a:extLst>
              <a:ext uri="{FF2B5EF4-FFF2-40B4-BE49-F238E27FC236}">
                <a16:creationId xmlns:a16="http://schemas.microsoft.com/office/drawing/2014/main" id="{B8565DFF-5A14-49E6-977D-74B6DCD4E59D}"/>
              </a:ext>
            </a:extLst>
          </p:cNvPr>
          <p:cNvSpPr>
            <a:spLocks noGrp="1"/>
          </p:cNvSpPr>
          <p:nvPr/>
        </p:nvSpPr>
        <p:spPr>
          <a:xfrm>
            <a:off x="589023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2" name="F2_precision_recall_distributions_6816">
            <a:extLst>
              <a:ext uri="{FF2B5EF4-FFF2-40B4-BE49-F238E27FC236}">
                <a16:creationId xmlns:a16="http://schemas.microsoft.com/office/drawing/2014/main" id="{806B7177-378F-4F90-B700-BC37BD2FE25D}"/>
              </a:ext>
            </a:extLst>
          </p:cNvPr>
          <p:cNvSpPr>
            <a:spLocks noGrp="1"/>
          </p:cNvSpPr>
          <p:nvPr/>
        </p:nvSpPr>
        <p:spPr>
          <a:xfrm>
            <a:off x="602775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3" name="F2_precision_recall_distributions_6817">
            <a:extLst>
              <a:ext uri="{FF2B5EF4-FFF2-40B4-BE49-F238E27FC236}">
                <a16:creationId xmlns:a16="http://schemas.microsoft.com/office/drawing/2014/main" id="{ED54C932-1F11-4B45-A6D1-36D748653492}"/>
              </a:ext>
            </a:extLst>
          </p:cNvPr>
          <p:cNvSpPr>
            <a:spLocks noGrp="1"/>
          </p:cNvSpPr>
          <p:nvPr/>
        </p:nvSpPr>
        <p:spPr>
          <a:xfrm>
            <a:off x="595890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4" name="F2_precision_recall_distributions_6818">
            <a:extLst>
              <a:ext uri="{FF2B5EF4-FFF2-40B4-BE49-F238E27FC236}">
                <a16:creationId xmlns:a16="http://schemas.microsoft.com/office/drawing/2014/main" id="{24E1683E-D0DF-4053-8A1D-6FE1E537E6E1}"/>
              </a:ext>
            </a:extLst>
          </p:cNvPr>
          <p:cNvSpPr>
            <a:spLocks noGrp="1"/>
          </p:cNvSpPr>
          <p:nvPr/>
        </p:nvSpPr>
        <p:spPr>
          <a:xfrm>
            <a:off x="598595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5" name="F2_precision_recall_distributions_6819">
            <a:extLst>
              <a:ext uri="{FF2B5EF4-FFF2-40B4-BE49-F238E27FC236}">
                <a16:creationId xmlns:a16="http://schemas.microsoft.com/office/drawing/2014/main" id="{045C7080-8C90-499D-8F1B-4FF53D4CE35D}"/>
              </a:ext>
            </a:extLst>
          </p:cNvPr>
          <p:cNvSpPr>
            <a:spLocks noGrp="1"/>
          </p:cNvSpPr>
          <p:nvPr/>
        </p:nvSpPr>
        <p:spPr>
          <a:xfrm>
            <a:off x="5830599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6" name="F2_precision_recall_distributions_6820">
            <a:extLst>
              <a:ext uri="{FF2B5EF4-FFF2-40B4-BE49-F238E27FC236}">
                <a16:creationId xmlns:a16="http://schemas.microsoft.com/office/drawing/2014/main" id="{0967B325-32C7-492C-B3DA-CDF129639B24}"/>
              </a:ext>
            </a:extLst>
          </p:cNvPr>
          <p:cNvSpPr>
            <a:spLocks noGrp="1"/>
          </p:cNvSpPr>
          <p:nvPr/>
        </p:nvSpPr>
        <p:spPr>
          <a:xfrm>
            <a:off x="58849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7" name="F2_precision_recall_distributions_6821">
            <a:extLst>
              <a:ext uri="{FF2B5EF4-FFF2-40B4-BE49-F238E27FC236}">
                <a16:creationId xmlns:a16="http://schemas.microsoft.com/office/drawing/2014/main" id="{DC8108D3-C926-4D8C-96C1-279DB178D701}"/>
              </a:ext>
            </a:extLst>
          </p:cNvPr>
          <p:cNvSpPr>
            <a:spLocks noGrp="1"/>
          </p:cNvSpPr>
          <p:nvPr/>
        </p:nvSpPr>
        <p:spPr>
          <a:xfrm>
            <a:off x="58136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8" name="F2_precision_recall_distributions_6822">
            <a:extLst>
              <a:ext uri="{FF2B5EF4-FFF2-40B4-BE49-F238E27FC236}">
                <a16:creationId xmlns:a16="http://schemas.microsoft.com/office/drawing/2014/main" id="{27610343-13A9-4E49-980A-CE01720215B0}"/>
              </a:ext>
            </a:extLst>
          </p:cNvPr>
          <p:cNvSpPr>
            <a:spLocks noGrp="1"/>
          </p:cNvSpPr>
          <p:nvPr/>
        </p:nvSpPr>
        <p:spPr>
          <a:xfrm>
            <a:off x="58291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09" name="F2_precision_recall_distributions_6823">
            <a:extLst>
              <a:ext uri="{FF2B5EF4-FFF2-40B4-BE49-F238E27FC236}">
                <a16:creationId xmlns:a16="http://schemas.microsoft.com/office/drawing/2014/main" id="{55BFAB98-4351-4101-8887-C050C0FCBDC7}"/>
              </a:ext>
            </a:extLst>
          </p:cNvPr>
          <p:cNvSpPr>
            <a:spLocks noGrp="1"/>
          </p:cNvSpPr>
          <p:nvPr/>
        </p:nvSpPr>
        <p:spPr>
          <a:xfrm>
            <a:off x="5853183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0" name="F2_precision_recall_distributions_6824">
            <a:extLst>
              <a:ext uri="{FF2B5EF4-FFF2-40B4-BE49-F238E27FC236}">
                <a16:creationId xmlns:a16="http://schemas.microsoft.com/office/drawing/2014/main" id="{FF50811E-4E78-47F7-AD4C-9710697DE798}"/>
              </a:ext>
            </a:extLst>
          </p:cNvPr>
          <p:cNvSpPr>
            <a:spLocks noGrp="1"/>
          </p:cNvSpPr>
          <p:nvPr/>
        </p:nvSpPr>
        <p:spPr>
          <a:xfrm>
            <a:off x="604170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1" name="F2_precision_recall_distributions_6825">
            <a:extLst>
              <a:ext uri="{FF2B5EF4-FFF2-40B4-BE49-F238E27FC236}">
                <a16:creationId xmlns:a16="http://schemas.microsoft.com/office/drawing/2014/main" id="{C45CDF87-DC87-4195-84ED-9C74A0B9F31C}"/>
              </a:ext>
            </a:extLst>
          </p:cNvPr>
          <p:cNvSpPr>
            <a:spLocks noGrp="1"/>
          </p:cNvSpPr>
          <p:nvPr/>
        </p:nvSpPr>
        <p:spPr>
          <a:xfrm>
            <a:off x="6124247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2" name="F2_precision_recall_distributions_6826">
            <a:extLst>
              <a:ext uri="{FF2B5EF4-FFF2-40B4-BE49-F238E27FC236}">
                <a16:creationId xmlns:a16="http://schemas.microsoft.com/office/drawing/2014/main" id="{F5E48B85-5BF9-4987-90DE-ED9F6C0CC66C}"/>
              </a:ext>
            </a:extLst>
          </p:cNvPr>
          <p:cNvSpPr>
            <a:spLocks noGrp="1"/>
          </p:cNvSpPr>
          <p:nvPr/>
        </p:nvSpPr>
        <p:spPr>
          <a:xfrm>
            <a:off x="616633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3" name="F2_precision_recall_distributions_6827">
            <a:extLst>
              <a:ext uri="{FF2B5EF4-FFF2-40B4-BE49-F238E27FC236}">
                <a16:creationId xmlns:a16="http://schemas.microsoft.com/office/drawing/2014/main" id="{6C04376F-4885-4AD5-8642-7C849EA3D607}"/>
              </a:ext>
            </a:extLst>
          </p:cNvPr>
          <p:cNvSpPr>
            <a:spLocks noGrp="1"/>
          </p:cNvSpPr>
          <p:nvPr/>
        </p:nvSpPr>
        <p:spPr>
          <a:xfrm>
            <a:off x="6098895" y="59917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4" name="F2_precision_recall_distributions_6828">
            <a:extLst>
              <a:ext uri="{FF2B5EF4-FFF2-40B4-BE49-F238E27FC236}">
                <a16:creationId xmlns:a16="http://schemas.microsoft.com/office/drawing/2014/main" id="{A28325F7-C53B-4F8D-AA76-945FEA1EF8E6}"/>
              </a:ext>
            </a:extLst>
          </p:cNvPr>
          <p:cNvSpPr>
            <a:spLocks noGrp="1"/>
          </p:cNvSpPr>
          <p:nvPr/>
        </p:nvSpPr>
        <p:spPr>
          <a:xfrm>
            <a:off x="5940246" y="59753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5" name="F2_precision_recall_distributions_6829">
            <a:extLst>
              <a:ext uri="{FF2B5EF4-FFF2-40B4-BE49-F238E27FC236}">
                <a16:creationId xmlns:a16="http://schemas.microsoft.com/office/drawing/2014/main" id="{68750391-573A-47FD-82FF-66F865CD47F2}"/>
              </a:ext>
            </a:extLst>
          </p:cNvPr>
          <p:cNvSpPr>
            <a:spLocks noGrp="1"/>
          </p:cNvSpPr>
          <p:nvPr/>
        </p:nvSpPr>
        <p:spPr>
          <a:xfrm>
            <a:off x="584994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6" name="F2_precision_recall_distributions_6830">
            <a:extLst>
              <a:ext uri="{FF2B5EF4-FFF2-40B4-BE49-F238E27FC236}">
                <a16:creationId xmlns:a16="http://schemas.microsoft.com/office/drawing/2014/main" id="{A194DA07-D52E-4353-B773-636AAB0AAA0D}"/>
              </a:ext>
            </a:extLst>
          </p:cNvPr>
          <p:cNvSpPr>
            <a:spLocks noGrp="1"/>
          </p:cNvSpPr>
          <p:nvPr/>
        </p:nvSpPr>
        <p:spPr>
          <a:xfrm>
            <a:off x="591063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7" name="F2_precision_recall_distributions_6831">
            <a:extLst>
              <a:ext uri="{FF2B5EF4-FFF2-40B4-BE49-F238E27FC236}">
                <a16:creationId xmlns:a16="http://schemas.microsoft.com/office/drawing/2014/main" id="{B66AC6A3-4DC7-44BA-A0C9-4CDBCDA8B04C}"/>
              </a:ext>
            </a:extLst>
          </p:cNvPr>
          <p:cNvSpPr>
            <a:spLocks noGrp="1"/>
          </p:cNvSpPr>
          <p:nvPr/>
        </p:nvSpPr>
        <p:spPr>
          <a:xfrm>
            <a:off x="601434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8" name="F2_precision_recall_distributions_6832">
            <a:extLst>
              <a:ext uri="{FF2B5EF4-FFF2-40B4-BE49-F238E27FC236}">
                <a16:creationId xmlns:a16="http://schemas.microsoft.com/office/drawing/2014/main" id="{D6FC4487-FE39-44C1-BC9A-D8869BA7E494}"/>
              </a:ext>
            </a:extLst>
          </p:cNvPr>
          <p:cNvSpPr>
            <a:spLocks noGrp="1"/>
          </p:cNvSpPr>
          <p:nvPr/>
        </p:nvSpPr>
        <p:spPr>
          <a:xfrm>
            <a:off x="600575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19" name="F2_precision_recall_distributions_6833">
            <a:extLst>
              <a:ext uri="{FF2B5EF4-FFF2-40B4-BE49-F238E27FC236}">
                <a16:creationId xmlns:a16="http://schemas.microsoft.com/office/drawing/2014/main" id="{BEE06DAE-4957-4733-B249-E0F3AB67C1C9}"/>
              </a:ext>
            </a:extLst>
          </p:cNvPr>
          <p:cNvSpPr>
            <a:spLocks noGrp="1"/>
          </p:cNvSpPr>
          <p:nvPr/>
        </p:nvSpPr>
        <p:spPr>
          <a:xfrm>
            <a:off x="595329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0" name="F2_precision_recall_distributions_6834">
            <a:extLst>
              <a:ext uri="{FF2B5EF4-FFF2-40B4-BE49-F238E27FC236}">
                <a16:creationId xmlns:a16="http://schemas.microsoft.com/office/drawing/2014/main" id="{562990B3-639F-4739-B275-279B83E0711D}"/>
              </a:ext>
            </a:extLst>
          </p:cNvPr>
          <p:cNvSpPr>
            <a:spLocks noGrp="1"/>
          </p:cNvSpPr>
          <p:nvPr/>
        </p:nvSpPr>
        <p:spPr>
          <a:xfrm>
            <a:off x="603361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1" name="F2_precision_recall_distributions_6835">
            <a:extLst>
              <a:ext uri="{FF2B5EF4-FFF2-40B4-BE49-F238E27FC236}">
                <a16:creationId xmlns:a16="http://schemas.microsoft.com/office/drawing/2014/main" id="{60ED44C8-64E2-42FC-AEBF-B34D2A26BE9A}"/>
              </a:ext>
            </a:extLst>
          </p:cNvPr>
          <p:cNvSpPr>
            <a:spLocks noGrp="1"/>
          </p:cNvSpPr>
          <p:nvPr/>
        </p:nvSpPr>
        <p:spPr>
          <a:xfrm>
            <a:off x="5834217" y="59800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2" name="F2_precision_recall_distributions_6836">
            <a:extLst>
              <a:ext uri="{FF2B5EF4-FFF2-40B4-BE49-F238E27FC236}">
                <a16:creationId xmlns:a16="http://schemas.microsoft.com/office/drawing/2014/main" id="{4F5EFE70-316F-4CB7-B781-5BAE6C94FFA9}"/>
              </a:ext>
            </a:extLst>
          </p:cNvPr>
          <p:cNvSpPr>
            <a:spLocks noGrp="1"/>
          </p:cNvSpPr>
          <p:nvPr/>
        </p:nvSpPr>
        <p:spPr>
          <a:xfrm>
            <a:off x="591814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3" name="F2_precision_recall_distributions_6837">
            <a:extLst>
              <a:ext uri="{FF2B5EF4-FFF2-40B4-BE49-F238E27FC236}">
                <a16:creationId xmlns:a16="http://schemas.microsoft.com/office/drawing/2014/main" id="{9ECB1727-8993-4EE3-914F-77A20704D12D}"/>
              </a:ext>
            </a:extLst>
          </p:cNvPr>
          <p:cNvSpPr>
            <a:spLocks noGrp="1"/>
          </p:cNvSpPr>
          <p:nvPr/>
        </p:nvSpPr>
        <p:spPr>
          <a:xfrm>
            <a:off x="58131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4" name="F2_precision_recall_distributions_6838">
            <a:extLst>
              <a:ext uri="{FF2B5EF4-FFF2-40B4-BE49-F238E27FC236}">
                <a16:creationId xmlns:a16="http://schemas.microsoft.com/office/drawing/2014/main" id="{6641E38D-A54F-427C-B1F0-0DF0C0D61764}"/>
              </a:ext>
            </a:extLst>
          </p:cNvPr>
          <p:cNvSpPr>
            <a:spLocks noGrp="1"/>
          </p:cNvSpPr>
          <p:nvPr/>
        </p:nvSpPr>
        <p:spPr>
          <a:xfrm>
            <a:off x="592658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5" name="F2_precision_recall_distributions_6839">
            <a:extLst>
              <a:ext uri="{FF2B5EF4-FFF2-40B4-BE49-F238E27FC236}">
                <a16:creationId xmlns:a16="http://schemas.microsoft.com/office/drawing/2014/main" id="{8AAA3D39-F92A-4809-A571-5D22F0323B87}"/>
              </a:ext>
            </a:extLst>
          </p:cNvPr>
          <p:cNvSpPr>
            <a:spLocks noGrp="1"/>
          </p:cNvSpPr>
          <p:nvPr/>
        </p:nvSpPr>
        <p:spPr>
          <a:xfrm>
            <a:off x="596903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6" name="F2_precision_recall_distributions_6840">
            <a:extLst>
              <a:ext uri="{FF2B5EF4-FFF2-40B4-BE49-F238E27FC236}">
                <a16:creationId xmlns:a16="http://schemas.microsoft.com/office/drawing/2014/main" id="{161EEF29-E6E8-4FED-8A2A-BF95461751D7}"/>
              </a:ext>
            </a:extLst>
          </p:cNvPr>
          <p:cNvSpPr>
            <a:spLocks noGrp="1"/>
          </p:cNvSpPr>
          <p:nvPr/>
        </p:nvSpPr>
        <p:spPr>
          <a:xfrm>
            <a:off x="5908491" y="59572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7" name="F2_precision_recall_distributions_6841">
            <a:extLst>
              <a:ext uri="{FF2B5EF4-FFF2-40B4-BE49-F238E27FC236}">
                <a16:creationId xmlns:a16="http://schemas.microsoft.com/office/drawing/2014/main" id="{D7C23758-472B-419A-A076-A2D026AB5F20}"/>
              </a:ext>
            </a:extLst>
          </p:cNvPr>
          <p:cNvSpPr>
            <a:spLocks noGrp="1"/>
          </p:cNvSpPr>
          <p:nvPr/>
        </p:nvSpPr>
        <p:spPr>
          <a:xfrm>
            <a:off x="5891291" y="573957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8" name="F2_precision_recall_distributions_6842">
            <a:extLst>
              <a:ext uri="{FF2B5EF4-FFF2-40B4-BE49-F238E27FC236}">
                <a16:creationId xmlns:a16="http://schemas.microsoft.com/office/drawing/2014/main" id="{5A29D60C-5119-4265-8EFE-BF3702B6282A}"/>
              </a:ext>
            </a:extLst>
          </p:cNvPr>
          <p:cNvSpPr>
            <a:spLocks noGrp="1"/>
          </p:cNvSpPr>
          <p:nvPr/>
        </p:nvSpPr>
        <p:spPr>
          <a:xfrm>
            <a:off x="594642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29" name="F2_precision_recall_distributions_6843">
            <a:extLst>
              <a:ext uri="{FF2B5EF4-FFF2-40B4-BE49-F238E27FC236}">
                <a16:creationId xmlns:a16="http://schemas.microsoft.com/office/drawing/2014/main" id="{1DCB78C6-398C-44A0-B98E-618C2C9C6E61}"/>
              </a:ext>
            </a:extLst>
          </p:cNvPr>
          <p:cNvSpPr>
            <a:spLocks noGrp="1"/>
          </p:cNvSpPr>
          <p:nvPr/>
        </p:nvSpPr>
        <p:spPr>
          <a:xfrm>
            <a:off x="612141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0" name="F2_precision_recall_distributions_6844">
            <a:extLst>
              <a:ext uri="{FF2B5EF4-FFF2-40B4-BE49-F238E27FC236}">
                <a16:creationId xmlns:a16="http://schemas.microsoft.com/office/drawing/2014/main" id="{779247BD-3A39-4A4F-B583-DB686EC325C1}"/>
              </a:ext>
            </a:extLst>
          </p:cNvPr>
          <p:cNvSpPr>
            <a:spLocks noGrp="1"/>
          </p:cNvSpPr>
          <p:nvPr/>
        </p:nvSpPr>
        <p:spPr>
          <a:xfrm>
            <a:off x="6096743" y="595176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1" name="F2_precision_recall_distributions_6845">
            <a:extLst>
              <a:ext uri="{FF2B5EF4-FFF2-40B4-BE49-F238E27FC236}">
                <a16:creationId xmlns:a16="http://schemas.microsoft.com/office/drawing/2014/main" id="{231D1F16-0DC7-43A8-9628-B15B24ACF901}"/>
              </a:ext>
            </a:extLst>
          </p:cNvPr>
          <p:cNvSpPr>
            <a:spLocks noGrp="1"/>
          </p:cNvSpPr>
          <p:nvPr/>
        </p:nvSpPr>
        <p:spPr>
          <a:xfrm>
            <a:off x="600672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2" name="F2_precision_recall_distributions_6846">
            <a:extLst>
              <a:ext uri="{FF2B5EF4-FFF2-40B4-BE49-F238E27FC236}">
                <a16:creationId xmlns:a16="http://schemas.microsoft.com/office/drawing/2014/main" id="{086A834C-40E3-43AF-9C72-2CE33E111512}"/>
              </a:ext>
            </a:extLst>
          </p:cNvPr>
          <p:cNvSpPr>
            <a:spLocks noGrp="1"/>
          </p:cNvSpPr>
          <p:nvPr/>
        </p:nvSpPr>
        <p:spPr>
          <a:xfrm>
            <a:off x="60691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3" name="F2_precision_recall_distributions_6847">
            <a:extLst>
              <a:ext uri="{FF2B5EF4-FFF2-40B4-BE49-F238E27FC236}">
                <a16:creationId xmlns:a16="http://schemas.microsoft.com/office/drawing/2014/main" id="{DD90F2CD-4AC3-462F-B09C-1B3B97738E08}"/>
              </a:ext>
            </a:extLst>
          </p:cNvPr>
          <p:cNvSpPr>
            <a:spLocks noGrp="1"/>
          </p:cNvSpPr>
          <p:nvPr/>
        </p:nvSpPr>
        <p:spPr>
          <a:xfrm>
            <a:off x="589592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4" name="F2_precision_recall_distributions_6848">
            <a:extLst>
              <a:ext uri="{FF2B5EF4-FFF2-40B4-BE49-F238E27FC236}">
                <a16:creationId xmlns:a16="http://schemas.microsoft.com/office/drawing/2014/main" id="{10CB7277-3926-417A-9902-B028F216EF9F}"/>
              </a:ext>
            </a:extLst>
          </p:cNvPr>
          <p:cNvSpPr>
            <a:spLocks noGrp="1"/>
          </p:cNvSpPr>
          <p:nvPr/>
        </p:nvSpPr>
        <p:spPr>
          <a:xfrm>
            <a:off x="603643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5" name="F2_precision_recall_distributions_6849">
            <a:extLst>
              <a:ext uri="{FF2B5EF4-FFF2-40B4-BE49-F238E27FC236}">
                <a16:creationId xmlns:a16="http://schemas.microsoft.com/office/drawing/2014/main" id="{E1059F54-EDEF-49C8-97B1-42424C9C3A44}"/>
              </a:ext>
            </a:extLst>
          </p:cNvPr>
          <p:cNvSpPr>
            <a:spLocks noGrp="1"/>
          </p:cNvSpPr>
          <p:nvPr/>
        </p:nvSpPr>
        <p:spPr>
          <a:xfrm>
            <a:off x="5989038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6" name="F2_precision_recall_distributions_6850">
            <a:extLst>
              <a:ext uri="{FF2B5EF4-FFF2-40B4-BE49-F238E27FC236}">
                <a16:creationId xmlns:a16="http://schemas.microsoft.com/office/drawing/2014/main" id="{8EFBA340-DE6C-4AF4-9E31-EC6F0020684A}"/>
              </a:ext>
            </a:extLst>
          </p:cNvPr>
          <p:cNvSpPr>
            <a:spLocks noGrp="1"/>
          </p:cNvSpPr>
          <p:nvPr/>
        </p:nvSpPr>
        <p:spPr>
          <a:xfrm>
            <a:off x="586996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7" name="F2_precision_recall_distributions_6851">
            <a:extLst>
              <a:ext uri="{FF2B5EF4-FFF2-40B4-BE49-F238E27FC236}">
                <a16:creationId xmlns:a16="http://schemas.microsoft.com/office/drawing/2014/main" id="{5F98D25B-88B5-4100-8CE5-5EF03AEF1D3B}"/>
              </a:ext>
            </a:extLst>
          </p:cNvPr>
          <p:cNvSpPr>
            <a:spLocks noGrp="1"/>
          </p:cNvSpPr>
          <p:nvPr/>
        </p:nvSpPr>
        <p:spPr>
          <a:xfrm>
            <a:off x="5998921" y="62877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8" name="F2_precision_recall_distributions_6852">
            <a:extLst>
              <a:ext uri="{FF2B5EF4-FFF2-40B4-BE49-F238E27FC236}">
                <a16:creationId xmlns:a16="http://schemas.microsoft.com/office/drawing/2014/main" id="{D56612FE-C9B1-43D6-A98B-2B338A77C7C1}"/>
              </a:ext>
            </a:extLst>
          </p:cNvPr>
          <p:cNvSpPr>
            <a:spLocks noGrp="1"/>
          </p:cNvSpPr>
          <p:nvPr/>
        </p:nvSpPr>
        <p:spPr>
          <a:xfrm>
            <a:off x="606778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39" name="F2_precision_recall_distributions_6853">
            <a:extLst>
              <a:ext uri="{FF2B5EF4-FFF2-40B4-BE49-F238E27FC236}">
                <a16:creationId xmlns:a16="http://schemas.microsoft.com/office/drawing/2014/main" id="{8186991C-7A58-447E-B643-8BBF4F62D244}"/>
              </a:ext>
            </a:extLst>
          </p:cNvPr>
          <p:cNvSpPr>
            <a:spLocks noGrp="1"/>
          </p:cNvSpPr>
          <p:nvPr/>
        </p:nvSpPr>
        <p:spPr>
          <a:xfrm>
            <a:off x="601269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0" name="F2_precision_recall_distributions_6854">
            <a:extLst>
              <a:ext uri="{FF2B5EF4-FFF2-40B4-BE49-F238E27FC236}">
                <a16:creationId xmlns:a16="http://schemas.microsoft.com/office/drawing/2014/main" id="{78FC187F-8E01-4649-8F21-F9EDFE525215}"/>
              </a:ext>
            </a:extLst>
          </p:cNvPr>
          <p:cNvSpPr>
            <a:spLocks noGrp="1"/>
          </p:cNvSpPr>
          <p:nvPr/>
        </p:nvSpPr>
        <p:spPr>
          <a:xfrm>
            <a:off x="597887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1" name="F2_precision_recall_distributions_6855">
            <a:extLst>
              <a:ext uri="{FF2B5EF4-FFF2-40B4-BE49-F238E27FC236}">
                <a16:creationId xmlns:a16="http://schemas.microsoft.com/office/drawing/2014/main" id="{747FE2B9-4E6F-4305-8D5C-C16FB4D2577C}"/>
              </a:ext>
            </a:extLst>
          </p:cNvPr>
          <p:cNvSpPr>
            <a:spLocks noGrp="1"/>
          </p:cNvSpPr>
          <p:nvPr/>
        </p:nvSpPr>
        <p:spPr>
          <a:xfrm>
            <a:off x="593847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2" name="F2_precision_recall_distributions_6856">
            <a:extLst>
              <a:ext uri="{FF2B5EF4-FFF2-40B4-BE49-F238E27FC236}">
                <a16:creationId xmlns:a16="http://schemas.microsoft.com/office/drawing/2014/main" id="{315C836C-2000-48A5-8ECB-415A6AB50968}"/>
              </a:ext>
            </a:extLst>
          </p:cNvPr>
          <p:cNvSpPr>
            <a:spLocks noGrp="1"/>
          </p:cNvSpPr>
          <p:nvPr/>
        </p:nvSpPr>
        <p:spPr>
          <a:xfrm>
            <a:off x="5962722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3" name="F2_precision_recall_distributions_6857">
            <a:extLst>
              <a:ext uri="{FF2B5EF4-FFF2-40B4-BE49-F238E27FC236}">
                <a16:creationId xmlns:a16="http://schemas.microsoft.com/office/drawing/2014/main" id="{9339F7E6-E1C7-42CD-BD6F-674D393B81D2}"/>
              </a:ext>
            </a:extLst>
          </p:cNvPr>
          <p:cNvSpPr>
            <a:spLocks noGrp="1"/>
          </p:cNvSpPr>
          <p:nvPr/>
        </p:nvSpPr>
        <p:spPr>
          <a:xfrm>
            <a:off x="6063774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4" name="F2_precision_recall_distributions_6858">
            <a:extLst>
              <a:ext uri="{FF2B5EF4-FFF2-40B4-BE49-F238E27FC236}">
                <a16:creationId xmlns:a16="http://schemas.microsoft.com/office/drawing/2014/main" id="{705EB026-8D0F-44AB-903E-4ACC75BC8FFD}"/>
              </a:ext>
            </a:extLst>
          </p:cNvPr>
          <p:cNvSpPr>
            <a:spLocks noGrp="1"/>
          </p:cNvSpPr>
          <p:nvPr/>
        </p:nvSpPr>
        <p:spPr>
          <a:xfrm>
            <a:off x="600386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5" name="F2_precision_recall_distributions_6859">
            <a:extLst>
              <a:ext uri="{FF2B5EF4-FFF2-40B4-BE49-F238E27FC236}">
                <a16:creationId xmlns:a16="http://schemas.microsoft.com/office/drawing/2014/main" id="{35597512-AD03-483E-A955-516640598808}"/>
              </a:ext>
            </a:extLst>
          </p:cNvPr>
          <p:cNvSpPr>
            <a:spLocks noGrp="1"/>
          </p:cNvSpPr>
          <p:nvPr/>
        </p:nvSpPr>
        <p:spPr>
          <a:xfrm>
            <a:off x="5934243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6" name="F2_precision_recall_distributions_6860">
            <a:extLst>
              <a:ext uri="{FF2B5EF4-FFF2-40B4-BE49-F238E27FC236}">
                <a16:creationId xmlns:a16="http://schemas.microsoft.com/office/drawing/2014/main" id="{AF7C2561-96C9-461F-8D3D-4D621F3ADF01}"/>
              </a:ext>
            </a:extLst>
          </p:cNvPr>
          <p:cNvSpPr>
            <a:spLocks noGrp="1"/>
          </p:cNvSpPr>
          <p:nvPr/>
        </p:nvSpPr>
        <p:spPr>
          <a:xfrm>
            <a:off x="598176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7" name="F2_precision_recall_distributions_6861">
            <a:extLst>
              <a:ext uri="{FF2B5EF4-FFF2-40B4-BE49-F238E27FC236}">
                <a16:creationId xmlns:a16="http://schemas.microsoft.com/office/drawing/2014/main" id="{2D087672-88A8-467B-803E-E90E31B6DADC}"/>
              </a:ext>
            </a:extLst>
          </p:cNvPr>
          <p:cNvSpPr>
            <a:spLocks noGrp="1"/>
          </p:cNvSpPr>
          <p:nvPr/>
        </p:nvSpPr>
        <p:spPr>
          <a:xfrm>
            <a:off x="5811666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8" name="F2_precision_recall_distributions_6862">
            <a:extLst>
              <a:ext uri="{FF2B5EF4-FFF2-40B4-BE49-F238E27FC236}">
                <a16:creationId xmlns:a16="http://schemas.microsoft.com/office/drawing/2014/main" id="{4E7797C6-242B-46F4-A339-574D78BA3C0A}"/>
              </a:ext>
            </a:extLst>
          </p:cNvPr>
          <p:cNvSpPr>
            <a:spLocks noGrp="1"/>
          </p:cNvSpPr>
          <p:nvPr/>
        </p:nvSpPr>
        <p:spPr>
          <a:xfrm>
            <a:off x="6086614" y="637615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49" name="F2_precision_recall_distributions_6863">
            <a:extLst>
              <a:ext uri="{FF2B5EF4-FFF2-40B4-BE49-F238E27FC236}">
                <a16:creationId xmlns:a16="http://schemas.microsoft.com/office/drawing/2014/main" id="{5258F5E5-1C14-4F8E-A534-56417ED330B7}"/>
              </a:ext>
            </a:extLst>
          </p:cNvPr>
          <p:cNvSpPr>
            <a:spLocks noGrp="1"/>
          </p:cNvSpPr>
          <p:nvPr/>
        </p:nvSpPr>
        <p:spPr>
          <a:xfrm>
            <a:off x="583509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0" name="F2_precision_recall_distributions_6864">
            <a:extLst>
              <a:ext uri="{FF2B5EF4-FFF2-40B4-BE49-F238E27FC236}">
                <a16:creationId xmlns:a16="http://schemas.microsoft.com/office/drawing/2014/main" id="{BE3A2083-D8CF-4FB5-A207-64CA876360F4}"/>
              </a:ext>
            </a:extLst>
          </p:cNvPr>
          <p:cNvSpPr>
            <a:spLocks noGrp="1"/>
          </p:cNvSpPr>
          <p:nvPr/>
        </p:nvSpPr>
        <p:spPr>
          <a:xfrm>
            <a:off x="6166349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1" name="F2_precision_recall_distributions_6865">
            <a:extLst>
              <a:ext uri="{FF2B5EF4-FFF2-40B4-BE49-F238E27FC236}">
                <a16:creationId xmlns:a16="http://schemas.microsoft.com/office/drawing/2014/main" id="{5E920589-1543-48B0-AB55-7F90A3A4BA34}"/>
              </a:ext>
            </a:extLst>
          </p:cNvPr>
          <p:cNvSpPr>
            <a:spLocks noGrp="1"/>
          </p:cNvSpPr>
          <p:nvPr/>
        </p:nvSpPr>
        <p:spPr>
          <a:xfrm>
            <a:off x="5987225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2" name="F2_precision_recall_distributions_6866">
            <a:extLst>
              <a:ext uri="{FF2B5EF4-FFF2-40B4-BE49-F238E27FC236}">
                <a16:creationId xmlns:a16="http://schemas.microsoft.com/office/drawing/2014/main" id="{02E8A792-D045-4ADA-8181-332C92495F89}"/>
              </a:ext>
            </a:extLst>
          </p:cNvPr>
          <p:cNvSpPr>
            <a:spLocks noGrp="1"/>
          </p:cNvSpPr>
          <p:nvPr/>
        </p:nvSpPr>
        <p:spPr>
          <a:xfrm>
            <a:off x="5921478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3" name="F2_precision_recall_distributions_6867">
            <a:extLst>
              <a:ext uri="{FF2B5EF4-FFF2-40B4-BE49-F238E27FC236}">
                <a16:creationId xmlns:a16="http://schemas.microsoft.com/office/drawing/2014/main" id="{7867416A-AD1F-4DCC-BBE7-DD86666834DC}"/>
              </a:ext>
            </a:extLst>
          </p:cNvPr>
          <p:cNvSpPr>
            <a:spLocks noGrp="1"/>
          </p:cNvSpPr>
          <p:nvPr/>
        </p:nvSpPr>
        <p:spPr>
          <a:xfrm>
            <a:off x="5941231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4" name="F2_precision_recall_distributions_6868">
            <a:extLst>
              <a:ext uri="{FF2B5EF4-FFF2-40B4-BE49-F238E27FC236}">
                <a16:creationId xmlns:a16="http://schemas.microsoft.com/office/drawing/2014/main" id="{B24F0360-D73B-40ED-AA36-89CCB052E05B}"/>
              </a:ext>
            </a:extLst>
          </p:cNvPr>
          <p:cNvSpPr>
            <a:spLocks noGrp="1"/>
          </p:cNvSpPr>
          <p:nvPr/>
        </p:nvSpPr>
        <p:spPr>
          <a:xfrm>
            <a:off x="5921636" y="597534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5" name="F2_precision_recall_distributions_6869">
            <a:extLst>
              <a:ext uri="{FF2B5EF4-FFF2-40B4-BE49-F238E27FC236}">
                <a16:creationId xmlns:a16="http://schemas.microsoft.com/office/drawing/2014/main" id="{8625EC0A-CD36-4279-84D5-13253798627D}"/>
              </a:ext>
            </a:extLst>
          </p:cNvPr>
          <p:cNvSpPr>
            <a:spLocks noGrp="1"/>
          </p:cNvSpPr>
          <p:nvPr/>
        </p:nvSpPr>
        <p:spPr>
          <a:xfrm>
            <a:off x="59132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6" name="F2_precision_recall_distributions_6870">
            <a:extLst>
              <a:ext uri="{FF2B5EF4-FFF2-40B4-BE49-F238E27FC236}">
                <a16:creationId xmlns:a16="http://schemas.microsoft.com/office/drawing/2014/main" id="{F289EFD2-E3AC-4EA2-9AC2-3D6DD0462370}"/>
              </a:ext>
            </a:extLst>
          </p:cNvPr>
          <p:cNvSpPr>
            <a:spLocks noGrp="1"/>
          </p:cNvSpPr>
          <p:nvPr/>
        </p:nvSpPr>
        <p:spPr>
          <a:xfrm>
            <a:off x="606302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7" name="F2_precision_recall_distributions_6871">
            <a:extLst>
              <a:ext uri="{FF2B5EF4-FFF2-40B4-BE49-F238E27FC236}">
                <a16:creationId xmlns:a16="http://schemas.microsoft.com/office/drawing/2014/main" id="{340F34B5-AB67-4455-B3B6-BFB640AFB6E3}"/>
              </a:ext>
            </a:extLst>
          </p:cNvPr>
          <p:cNvSpPr>
            <a:spLocks noGrp="1"/>
          </p:cNvSpPr>
          <p:nvPr/>
        </p:nvSpPr>
        <p:spPr>
          <a:xfrm>
            <a:off x="6009340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8" name="F2_precision_recall_distributions_6872">
            <a:extLst>
              <a:ext uri="{FF2B5EF4-FFF2-40B4-BE49-F238E27FC236}">
                <a16:creationId xmlns:a16="http://schemas.microsoft.com/office/drawing/2014/main" id="{27DFF3C5-17B4-461D-A017-AF8647E4008D}"/>
              </a:ext>
            </a:extLst>
          </p:cNvPr>
          <p:cNvSpPr>
            <a:spLocks noGrp="1"/>
          </p:cNvSpPr>
          <p:nvPr/>
        </p:nvSpPr>
        <p:spPr>
          <a:xfrm>
            <a:off x="6038338" y="640444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59" name="F2_precision_recall_distributions_6873">
            <a:extLst>
              <a:ext uri="{FF2B5EF4-FFF2-40B4-BE49-F238E27FC236}">
                <a16:creationId xmlns:a16="http://schemas.microsoft.com/office/drawing/2014/main" id="{219F79BF-7FF9-4BFC-8136-3FBAD6A85337}"/>
              </a:ext>
            </a:extLst>
          </p:cNvPr>
          <p:cNvSpPr>
            <a:spLocks noGrp="1"/>
          </p:cNvSpPr>
          <p:nvPr/>
        </p:nvSpPr>
        <p:spPr>
          <a:xfrm>
            <a:off x="5845207" y="641859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0" name="F2_precision_recall_distributions_6874">
            <a:extLst>
              <a:ext uri="{FF2B5EF4-FFF2-40B4-BE49-F238E27FC236}">
                <a16:creationId xmlns:a16="http://schemas.microsoft.com/office/drawing/2014/main" id="{DD7B2F19-96ED-4D3F-949E-D16047E65DDC}"/>
              </a:ext>
            </a:extLst>
          </p:cNvPr>
          <p:cNvSpPr>
            <a:spLocks noGrp="1"/>
          </p:cNvSpPr>
          <p:nvPr/>
        </p:nvSpPr>
        <p:spPr>
          <a:xfrm>
            <a:off x="5803251" y="602249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1" name="F2_precision_recall_distributions_6875">
            <a:extLst>
              <a:ext uri="{FF2B5EF4-FFF2-40B4-BE49-F238E27FC236}">
                <a16:creationId xmlns:a16="http://schemas.microsoft.com/office/drawing/2014/main" id="{F7C98C32-FE5A-405C-A117-B59D73B35C58}"/>
              </a:ext>
            </a:extLst>
          </p:cNvPr>
          <p:cNvSpPr>
            <a:spLocks noGrp="1"/>
          </p:cNvSpPr>
          <p:nvPr/>
        </p:nvSpPr>
        <p:spPr>
          <a:xfrm>
            <a:off x="6059715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2" name="F2_precision_recall_distributions_6876">
            <a:extLst>
              <a:ext uri="{FF2B5EF4-FFF2-40B4-BE49-F238E27FC236}">
                <a16:creationId xmlns:a16="http://schemas.microsoft.com/office/drawing/2014/main" id="{F34A2F7B-F38D-4EE3-91A8-8744A7875A11}"/>
              </a:ext>
            </a:extLst>
          </p:cNvPr>
          <p:cNvSpPr>
            <a:spLocks noGrp="1"/>
          </p:cNvSpPr>
          <p:nvPr/>
        </p:nvSpPr>
        <p:spPr>
          <a:xfrm>
            <a:off x="6056945" y="58103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3" name="F2_precision_recall_distributions_6877">
            <a:extLst>
              <a:ext uri="{FF2B5EF4-FFF2-40B4-BE49-F238E27FC236}">
                <a16:creationId xmlns:a16="http://schemas.microsoft.com/office/drawing/2014/main" id="{7B6F894E-BEF8-4E64-BB21-C3E738023ECC}"/>
              </a:ext>
            </a:extLst>
          </p:cNvPr>
          <p:cNvSpPr>
            <a:spLocks noGrp="1"/>
          </p:cNvSpPr>
          <p:nvPr/>
        </p:nvSpPr>
        <p:spPr>
          <a:xfrm>
            <a:off x="60724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4" name="F2_precision_recall_distributions_6878">
            <a:extLst>
              <a:ext uri="{FF2B5EF4-FFF2-40B4-BE49-F238E27FC236}">
                <a16:creationId xmlns:a16="http://schemas.microsoft.com/office/drawing/2014/main" id="{8D1CB984-4056-497A-9B8B-35A4DD200F30}"/>
              </a:ext>
            </a:extLst>
          </p:cNvPr>
          <p:cNvSpPr>
            <a:spLocks noGrp="1"/>
          </p:cNvSpPr>
          <p:nvPr/>
        </p:nvSpPr>
        <p:spPr>
          <a:xfrm>
            <a:off x="6081656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5" name="F2_precision_recall_distributions_6879">
            <a:extLst>
              <a:ext uri="{FF2B5EF4-FFF2-40B4-BE49-F238E27FC236}">
                <a16:creationId xmlns:a16="http://schemas.microsoft.com/office/drawing/2014/main" id="{2A0502A9-338C-4B6B-9697-20764BED6B2D}"/>
              </a:ext>
            </a:extLst>
          </p:cNvPr>
          <p:cNvSpPr>
            <a:spLocks noGrp="1"/>
          </p:cNvSpPr>
          <p:nvPr/>
        </p:nvSpPr>
        <p:spPr>
          <a:xfrm>
            <a:off x="5996889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6" name="F2_precision_recall_distributions_6880">
            <a:extLst>
              <a:ext uri="{FF2B5EF4-FFF2-40B4-BE49-F238E27FC236}">
                <a16:creationId xmlns:a16="http://schemas.microsoft.com/office/drawing/2014/main" id="{01900829-F419-4C97-906E-5671233D95B2}"/>
              </a:ext>
            </a:extLst>
          </p:cNvPr>
          <p:cNvSpPr>
            <a:spLocks noGrp="1"/>
          </p:cNvSpPr>
          <p:nvPr/>
        </p:nvSpPr>
        <p:spPr>
          <a:xfrm>
            <a:off x="5911328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7" name="F2_precision_recall_distributions_6881">
            <a:extLst>
              <a:ext uri="{FF2B5EF4-FFF2-40B4-BE49-F238E27FC236}">
                <a16:creationId xmlns:a16="http://schemas.microsoft.com/office/drawing/2014/main" id="{A229D422-20DF-49AB-8B1A-86CBAF6D79D9}"/>
              </a:ext>
            </a:extLst>
          </p:cNvPr>
          <p:cNvSpPr>
            <a:spLocks noGrp="1"/>
          </p:cNvSpPr>
          <p:nvPr/>
        </p:nvSpPr>
        <p:spPr>
          <a:xfrm>
            <a:off x="5916545" y="61285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8" name="F2_precision_recall_distributions_6882">
            <a:extLst>
              <a:ext uri="{FF2B5EF4-FFF2-40B4-BE49-F238E27FC236}">
                <a16:creationId xmlns:a16="http://schemas.microsoft.com/office/drawing/2014/main" id="{97A219F4-B0CC-44E9-8992-CE75A5EF6562}"/>
              </a:ext>
            </a:extLst>
          </p:cNvPr>
          <p:cNvSpPr>
            <a:spLocks noGrp="1"/>
          </p:cNvSpPr>
          <p:nvPr/>
        </p:nvSpPr>
        <p:spPr>
          <a:xfrm>
            <a:off x="613521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69" name="F2_precision_recall_distributions_6883">
            <a:extLst>
              <a:ext uri="{FF2B5EF4-FFF2-40B4-BE49-F238E27FC236}">
                <a16:creationId xmlns:a16="http://schemas.microsoft.com/office/drawing/2014/main" id="{5266A00B-1BE9-419A-80A6-65586AFD7859}"/>
              </a:ext>
            </a:extLst>
          </p:cNvPr>
          <p:cNvSpPr>
            <a:spLocks noGrp="1"/>
          </p:cNvSpPr>
          <p:nvPr/>
        </p:nvSpPr>
        <p:spPr>
          <a:xfrm>
            <a:off x="614985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0" name="F2_precision_recall_distributions_6884">
            <a:extLst>
              <a:ext uri="{FF2B5EF4-FFF2-40B4-BE49-F238E27FC236}">
                <a16:creationId xmlns:a16="http://schemas.microsoft.com/office/drawing/2014/main" id="{EE948D7E-6FA3-4E51-A50C-4785BBB0C1B4}"/>
              </a:ext>
            </a:extLst>
          </p:cNvPr>
          <p:cNvSpPr>
            <a:spLocks noGrp="1"/>
          </p:cNvSpPr>
          <p:nvPr/>
        </p:nvSpPr>
        <p:spPr>
          <a:xfrm>
            <a:off x="596163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1" name="F2_precision_recall_distributions_6885">
            <a:extLst>
              <a:ext uri="{FF2B5EF4-FFF2-40B4-BE49-F238E27FC236}">
                <a16:creationId xmlns:a16="http://schemas.microsoft.com/office/drawing/2014/main" id="{9882B55D-B7E8-4E8F-A205-279545B92120}"/>
              </a:ext>
            </a:extLst>
          </p:cNvPr>
          <p:cNvSpPr>
            <a:spLocks noGrp="1"/>
          </p:cNvSpPr>
          <p:nvPr/>
        </p:nvSpPr>
        <p:spPr>
          <a:xfrm>
            <a:off x="6065329" y="623469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2" name="F2_precision_recall_distributions_6886">
            <a:extLst>
              <a:ext uri="{FF2B5EF4-FFF2-40B4-BE49-F238E27FC236}">
                <a16:creationId xmlns:a16="http://schemas.microsoft.com/office/drawing/2014/main" id="{427C58F0-57C3-4D86-9865-71CB1B417317}"/>
              </a:ext>
            </a:extLst>
          </p:cNvPr>
          <p:cNvSpPr>
            <a:spLocks noGrp="1"/>
          </p:cNvSpPr>
          <p:nvPr/>
        </p:nvSpPr>
        <p:spPr>
          <a:xfrm>
            <a:off x="6048753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3" name="F2_precision_recall_distributions_6887">
            <a:extLst>
              <a:ext uri="{FF2B5EF4-FFF2-40B4-BE49-F238E27FC236}">
                <a16:creationId xmlns:a16="http://schemas.microsoft.com/office/drawing/2014/main" id="{1F6A1A6B-4DBC-48D1-BB18-A579444E0DDD}"/>
              </a:ext>
            </a:extLst>
          </p:cNvPr>
          <p:cNvSpPr>
            <a:spLocks noGrp="1"/>
          </p:cNvSpPr>
          <p:nvPr/>
        </p:nvSpPr>
        <p:spPr>
          <a:xfrm>
            <a:off x="5917699" y="61073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4" name="F2_precision_recall_distributions_6888">
            <a:extLst>
              <a:ext uri="{FF2B5EF4-FFF2-40B4-BE49-F238E27FC236}">
                <a16:creationId xmlns:a16="http://schemas.microsoft.com/office/drawing/2014/main" id="{62037AFE-B7A4-4190-A024-B93F455F80AD}"/>
              </a:ext>
            </a:extLst>
          </p:cNvPr>
          <p:cNvSpPr>
            <a:spLocks noGrp="1"/>
          </p:cNvSpPr>
          <p:nvPr/>
        </p:nvSpPr>
        <p:spPr>
          <a:xfrm>
            <a:off x="603996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5" name="F2_precision_recall_distributions_6889">
            <a:extLst>
              <a:ext uri="{FF2B5EF4-FFF2-40B4-BE49-F238E27FC236}">
                <a16:creationId xmlns:a16="http://schemas.microsoft.com/office/drawing/2014/main" id="{174BAA20-BD62-44C3-8405-812B3AD9550E}"/>
              </a:ext>
            </a:extLst>
          </p:cNvPr>
          <p:cNvSpPr>
            <a:spLocks noGrp="1"/>
          </p:cNvSpPr>
          <p:nvPr/>
        </p:nvSpPr>
        <p:spPr>
          <a:xfrm>
            <a:off x="5934857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6" name="F2_precision_recall_distributions_6890">
            <a:extLst>
              <a:ext uri="{FF2B5EF4-FFF2-40B4-BE49-F238E27FC236}">
                <a16:creationId xmlns:a16="http://schemas.microsoft.com/office/drawing/2014/main" id="{3CFAB3C1-E8B7-4FC1-851D-599A4F2B3EB8}"/>
              </a:ext>
            </a:extLst>
          </p:cNvPr>
          <p:cNvSpPr>
            <a:spLocks noGrp="1"/>
          </p:cNvSpPr>
          <p:nvPr/>
        </p:nvSpPr>
        <p:spPr>
          <a:xfrm>
            <a:off x="5957483" y="588103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7" name="F2_precision_recall_distributions_6891">
            <a:extLst>
              <a:ext uri="{FF2B5EF4-FFF2-40B4-BE49-F238E27FC236}">
                <a16:creationId xmlns:a16="http://schemas.microsoft.com/office/drawing/2014/main" id="{688EBC26-5714-4A40-81EA-AB9997B0DE49}"/>
              </a:ext>
            </a:extLst>
          </p:cNvPr>
          <p:cNvSpPr>
            <a:spLocks noGrp="1"/>
          </p:cNvSpPr>
          <p:nvPr/>
        </p:nvSpPr>
        <p:spPr>
          <a:xfrm>
            <a:off x="607641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8" name="F2_precision_recall_distributions_6892">
            <a:extLst>
              <a:ext uri="{FF2B5EF4-FFF2-40B4-BE49-F238E27FC236}">
                <a16:creationId xmlns:a16="http://schemas.microsoft.com/office/drawing/2014/main" id="{398F4A29-C7B5-4B7D-A967-EB2D0A0A701C}"/>
              </a:ext>
            </a:extLst>
          </p:cNvPr>
          <p:cNvSpPr>
            <a:spLocks noGrp="1"/>
          </p:cNvSpPr>
          <p:nvPr/>
        </p:nvSpPr>
        <p:spPr>
          <a:xfrm>
            <a:off x="6170468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79" name="F2_precision_recall_distributions_6893">
            <a:extLst>
              <a:ext uri="{FF2B5EF4-FFF2-40B4-BE49-F238E27FC236}">
                <a16:creationId xmlns:a16="http://schemas.microsoft.com/office/drawing/2014/main" id="{E0448E65-6604-40CA-A47A-24F179EC1501}"/>
              </a:ext>
            </a:extLst>
          </p:cNvPr>
          <p:cNvSpPr>
            <a:spLocks noGrp="1"/>
          </p:cNvSpPr>
          <p:nvPr/>
        </p:nvSpPr>
        <p:spPr>
          <a:xfrm>
            <a:off x="5823737" y="608312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0" name="F2_precision_recall_distributions_6894">
            <a:extLst>
              <a:ext uri="{FF2B5EF4-FFF2-40B4-BE49-F238E27FC236}">
                <a16:creationId xmlns:a16="http://schemas.microsoft.com/office/drawing/2014/main" id="{AD0076BC-C2B4-435C-B55E-46A0D3EB27B1}"/>
              </a:ext>
            </a:extLst>
          </p:cNvPr>
          <p:cNvSpPr>
            <a:spLocks noGrp="1"/>
          </p:cNvSpPr>
          <p:nvPr/>
        </p:nvSpPr>
        <p:spPr>
          <a:xfrm>
            <a:off x="5848784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1" name="F2_precision_recall_distributions_6895">
            <a:extLst>
              <a:ext uri="{FF2B5EF4-FFF2-40B4-BE49-F238E27FC236}">
                <a16:creationId xmlns:a16="http://schemas.microsoft.com/office/drawing/2014/main" id="{4B170D8E-9B58-480B-91F2-A54C16A23645}"/>
              </a:ext>
            </a:extLst>
          </p:cNvPr>
          <p:cNvSpPr>
            <a:spLocks noGrp="1"/>
          </p:cNvSpPr>
          <p:nvPr/>
        </p:nvSpPr>
        <p:spPr>
          <a:xfrm>
            <a:off x="592326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2" name="F2_precision_recall_distributions_6896">
            <a:extLst>
              <a:ext uri="{FF2B5EF4-FFF2-40B4-BE49-F238E27FC236}">
                <a16:creationId xmlns:a16="http://schemas.microsoft.com/office/drawing/2014/main" id="{81F37CD3-AE40-4691-BBD2-D53D8117B37F}"/>
              </a:ext>
            </a:extLst>
          </p:cNvPr>
          <p:cNvSpPr>
            <a:spLocks noGrp="1"/>
          </p:cNvSpPr>
          <p:nvPr/>
        </p:nvSpPr>
        <p:spPr>
          <a:xfrm>
            <a:off x="6143837" y="615420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3" name="F2_precision_recall_distributions_6897">
            <a:extLst>
              <a:ext uri="{FF2B5EF4-FFF2-40B4-BE49-F238E27FC236}">
                <a16:creationId xmlns:a16="http://schemas.microsoft.com/office/drawing/2014/main" id="{58A1AAF6-0497-4E0C-822C-8CF0DE8C7339}"/>
              </a:ext>
            </a:extLst>
          </p:cNvPr>
          <p:cNvSpPr>
            <a:spLocks noGrp="1"/>
          </p:cNvSpPr>
          <p:nvPr/>
        </p:nvSpPr>
        <p:spPr>
          <a:xfrm>
            <a:off x="5902586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4" name="F2_precision_recall_distributions_6898">
            <a:extLst>
              <a:ext uri="{FF2B5EF4-FFF2-40B4-BE49-F238E27FC236}">
                <a16:creationId xmlns:a16="http://schemas.microsoft.com/office/drawing/2014/main" id="{C5712329-14D4-4466-B0FB-9697A9142076}"/>
              </a:ext>
            </a:extLst>
          </p:cNvPr>
          <p:cNvSpPr>
            <a:spLocks noGrp="1"/>
          </p:cNvSpPr>
          <p:nvPr/>
        </p:nvSpPr>
        <p:spPr>
          <a:xfrm>
            <a:off x="6146126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5" name="F2_precision_recall_distributions_6899">
            <a:extLst>
              <a:ext uri="{FF2B5EF4-FFF2-40B4-BE49-F238E27FC236}">
                <a16:creationId xmlns:a16="http://schemas.microsoft.com/office/drawing/2014/main" id="{3E7CB606-C9AE-4AEE-A52F-F0798F7A7E6D}"/>
              </a:ext>
            </a:extLst>
          </p:cNvPr>
          <p:cNvSpPr>
            <a:spLocks noGrp="1"/>
          </p:cNvSpPr>
          <p:nvPr/>
        </p:nvSpPr>
        <p:spPr>
          <a:xfrm>
            <a:off x="6121181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6" name="F2_precision_recall_distributions_6900">
            <a:extLst>
              <a:ext uri="{FF2B5EF4-FFF2-40B4-BE49-F238E27FC236}">
                <a16:creationId xmlns:a16="http://schemas.microsoft.com/office/drawing/2014/main" id="{A5E42C4F-56C6-46EF-866C-1507F37EF806}"/>
              </a:ext>
            </a:extLst>
          </p:cNvPr>
          <p:cNvSpPr>
            <a:spLocks noGrp="1"/>
          </p:cNvSpPr>
          <p:nvPr/>
        </p:nvSpPr>
        <p:spPr>
          <a:xfrm>
            <a:off x="6040638" y="616396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7" name="F2_precision_recall_distributions_6901">
            <a:extLst>
              <a:ext uri="{FF2B5EF4-FFF2-40B4-BE49-F238E27FC236}">
                <a16:creationId xmlns:a16="http://schemas.microsoft.com/office/drawing/2014/main" id="{77EA2A9A-288A-48B6-9F8D-B95B558E8B7A}"/>
              </a:ext>
            </a:extLst>
          </p:cNvPr>
          <p:cNvSpPr>
            <a:spLocks noGrp="1"/>
          </p:cNvSpPr>
          <p:nvPr/>
        </p:nvSpPr>
        <p:spPr>
          <a:xfrm>
            <a:off x="6038975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8" name="F2_precision_recall_distributions_6902">
            <a:extLst>
              <a:ext uri="{FF2B5EF4-FFF2-40B4-BE49-F238E27FC236}">
                <a16:creationId xmlns:a16="http://schemas.microsoft.com/office/drawing/2014/main" id="{06CD8C00-CBF4-4966-BFD8-D6B7D1A492D9}"/>
              </a:ext>
            </a:extLst>
          </p:cNvPr>
          <p:cNvSpPr>
            <a:spLocks noGrp="1"/>
          </p:cNvSpPr>
          <p:nvPr/>
        </p:nvSpPr>
        <p:spPr>
          <a:xfrm>
            <a:off x="593764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89" name="F2_precision_recall_distributions_6903">
            <a:extLst>
              <a:ext uri="{FF2B5EF4-FFF2-40B4-BE49-F238E27FC236}">
                <a16:creationId xmlns:a16="http://schemas.microsoft.com/office/drawing/2014/main" id="{603D9D21-A17C-4237-B7B1-3C7B959AC7C0}"/>
              </a:ext>
            </a:extLst>
          </p:cNvPr>
          <p:cNvSpPr>
            <a:spLocks noGrp="1"/>
          </p:cNvSpPr>
          <p:nvPr/>
        </p:nvSpPr>
        <p:spPr>
          <a:xfrm>
            <a:off x="6043780" y="559811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0" name="F2_precision_recall_distributions_6904">
            <a:extLst>
              <a:ext uri="{FF2B5EF4-FFF2-40B4-BE49-F238E27FC236}">
                <a16:creationId xmlns:a16="http://schemas.microsoft.com/office/drawing/2014/main" id="{F62070F5-4201-46CD-A29D-FBF9B1A909F2}"/>
              </a:ext>
            </a:extLst>
          </p:cNvPr>
          <p:cNvSpPr>
            <a:spLocks noGrp="1"/>
          </p:cNvSpPr>
          <p:nvPr/>
        </p:nvSpPr>
        <p:spPr>
          <a:xfrm>
            <a:off x="5897452" y="64432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1" name="F2_precision_recall_distributions_6905">
            <a:extLst>
              <a:ext uri="{FF2B5EF4-FFF2-40B4-BE49-F238E27FC236}">
                <a16:creationId xmlns:a16="http://schemas.microsoft.com/office/drawing/2014/main" id="{35B9BD1E-1BCD-48C8-B72F-DBCC1B0B36BB}"/>
              </a:ext>
            </a:extLst>
          </p:cNvPr>
          <p:cNvSpPr>
            <a:spLocks noGrp="1"/>
          </p:cNvSpPr>
          <p:nvPr/>
        </p:nvSpPr>
        <p:spPr>
          <a:xfrm>
            <a:off x="5982504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2" name="F2_precision_recall_distributions_6906">
            <a:extLst>
              <a:ext uri="{FF2B5EF4-FFF2-40B4-BE49-F238E27FC236}">
                <a16:creationId xmlns:a16="http://schemas.microsoft.com/office/drawing/2014/main" id="{A0FE7EB6-69F3-44D8-89A1-71C9F695FCB2}"/>
              </a:ext>
            </a:extLst>
          </p:cNvPr>
          <p:cNvSpPr>
            <a:spLocks noGrp="1"/>
          </p:cNvSpPr>
          <p:nvPr/>
        </p:nvSpPr>
        <p:spPr>
          <a:xfrm>
            <a:off x="5922332" y="644688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3" name="F2_precision_recall_distributions_6907">
            <a:extLst>
              <a:ext uri="{FF2B5EF4-FFF2-40B4-BE49-F238E27FC236}">
                <a16:creationId xmlns:a16="http://schemas.microsoft.com/office/drawing/2014/main" id="{B9BB4A2E-F2DC-4896-A209-8AD096E06014}"/>
              </a:ext>
            </a:extLst>
          </p:cNvPr>
          <p:cNvSpPr>
            <a:spLocks noGrp="1"/>
          </p:cNvSpPr>
          <p:nvPr/>
        </p:nvSpPr>
        <p:spPr>
          <a:xfrm>
            <a:off x="6828430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74" y="842186"/>
                </a:lnTo>
                <a:lnTo>
                  <a:pt x="22102" y="835606"/>
                </a:lnTo>
                <a:lnTo>
                  <a:pt x="47607" y="829027"/>
                </a:lnTo>
                <a:lnTo>
                  <a:pt x="79711" y="822447"/>
                </a:lnTo>
                <a:lnTo>
                  <a:pt x="115538" y="815868"/>
                </a:lnTo>
                <a:lnTo>
                  <a:pt x="152230" y="809288"/>
                </a:lnTo>
                <a:lnTo>
                  <a:pt x="187317" y="802708"/>
                </a:lnTo>
                <a:lnTo>
                  <a:pt x="218955" y="796129"/>
                </a:lnTo>
                <a:lnTo>
                  <a:pt x="246024" y="789549"/>
                </a:lnTo>
                <a:lnTo>
                  <a:pt x="268091" y="782970"/>
                </a:lnTo>
                <a:lnTo>
                  <a:pt x="285278" y="776390"/>
                </a:lnTo>
                <a:lnTo>
                  <a:pt x="298086" y="769811"/>
                </a:lnTo>
                <a:lnTo>
                  <a:pt x="307214" y="763231"/>
                </a:lnTo>
                <a:lnTo>
                  <a:pt x="313415" y="756651"/>
                </a:lnTo>
                <a:lnTo>
                  <a:pt x="317386" y="750072"/>
                </a:lnTo>
                <a:lnTo>
                  <a:pt x="319718" y="743492"/>
                </a:lnTo>
                <a:lnTo>
                  <a:pt x="320875" y="736913"/>
                </a:lnTo>
                <a:lnTo>
                  <a:pt x="321193" y="730333"/>
                </a:lnTo>
                <a:lnTo>
                  <a:pt x="320907" y="723754"/>
                </a:lnTo>
                <a:lnTo>
                  <a:pt x="320167" y="717174"/>
                </a:lnTo>
                <a:lnTo>
                  <a:pt x="319061" y="710594"/>
                </a:lnTo>
                <a:lnTo>
                  <a:pt x="317642" y="704015"/>
                </a:lnTo>
                <a:lnTo>
                  <a:pt x="315944" y="697435"/>
                </a:lnTo>
                <a:lnTo>
                  <a:pt x="314000" y="690856"/>
                </a:lnTo>
                <a:lnTo>
                  <a:pt x="311861" y="684276"/>
                </a:lnTo>
                <a:lnTo>
                  <a:pt x="309604" y="677697"/>
                </a:lnTo>
                <a:lnTo>
                  <a:pt x="307337" y="671117"/>
                </a:lnTo>
                <a:lnTo>
                  <a:pt x="305194" y="664537"/>
                </a:lnTo>
                <a:lnTo>
                  <a:pt x="303321" y="657958"/>
                </a:lnTo>
                <a:lnTo>
                  <a:pt x="301852" y="651378"/>
                </a:lnTo>
                <a:lnTo>
                  <a:pt x="300886" y="644799"/>
                </a:lnTo>
                <a:lnTo>
                  <a:pt x="300467" y="638219"/>
                </a:lnTo>
                <a:lnTo>
                  <a:pt x="300572" y="631639"/>
                </a:lnTo>
                <a:lnTo>
                  <a:pt x="301111" y="625060"/>
                </a:lnTo>
                <a:lnTo>
                  <a:pt x="301944" y="618480"/>
                </a:lnTo>
                <a:lnTo>
                  <a:pt x="302909" y="611901"/>
                </a:lnTo>
                <a:lnTo>
                  <a:pt x="303852" y="605321"/>
                </a:lnTo>
                <a:lnTo>
                  <a:pt x="304658" y="598742"/>
                </a:lnTo>
                <a:lnTo>
                  <a:pt x="305266" y="592162"/>
                </a:lnTo>
                <a:lnTo>
                  <a:pt x="305678" y="585582"/>
                </a:lnTo>
                <a:lnTo>
                  <a:pt x="305946" y="579003"/>
                </a:lnTo>
                <a:lnTo>
                  <a:pt x="306156" y="572423"/>
                </a:lnTo>
                <a:lnTo>
                  <a:pt x="306398" y="565844"/>
                </a:lnTo>
                <a:lnTo>
                  <a:pt x="306749" y="559264"/>
                </a:lnTo>
                <a:lnTo>
                  <a:pt x="307250" y="552685"/>
                </a:lnTo>
                <a:lnTo>
                  <a:pt x="307902" y="546105"/>
                </a:lnTo>
                <a:lnTo>
                  <a:pt x="308667" y="539525"/>
                </a:lnTo>
                <a:lnTo>
                  <a:pt x="309470" y="532946"/>
                </a:lnTo>
                <a:lnTo>
                  <a:pt x="310217" y="526366"/>
                </a:lnTo>
                <a:lnTo>
                  <a:pt x="310794" y="519787"/>
                </a:lnTo>
                <a:lnTo>
                  <a:pt x="311084" y="513207"/>
                </a:lnTo>
                <a:lnTo>
                  <a:pt x="310965" y="506627"/>
                </a:lnTo>
                <a:lnTo>
                  <a:pt x="310317" y="500048"/>
                </a:lnTo>
                <a:lnTo>
                  <a:pt x="309034" y="493468"/>
                </a:lnTo>
                <a:lnTo>
                  <a:pt x="307033" y="486889"/>
                </a:lnTo>
                <a:lnTo>
                  <a:pt x="304276" y="480309"/>
                </a:lnTo>
                <a:lnTo>
                  <a:pt x="300790" y="473730"/>
                </a:lnTo>
                <a:lnTo>
                  <a:pt x="296691" y="467150"/>
                </a:lnTo>
                <a:lnTo>
                  <a:pt x="292192" y="460570"/>
                </a:lnTo>
                <a:lnTo>
                  <a:pt x="287601" y="453991"/>
                </a:lnTo>
                <a:lnTo>
                  <a:pt x="283296" y="447411"/>
                </a:lnTo>
                <a:lnTo>
                  <a:pt x="279678" y="440832"/>
                </a:lnTo>
                <a:lnTo>
                  <a:pt x="277117" y="434252"/>
                </a:lnTo>
                <a:lnTo>
                  <a:pt x="275889" y="427673"/>
                </a:lnTo>
                <a:lnTo>
                  <a:pt x="276129" y="421093"/>
                </a:lnTo>
                <a:lnTo>
                  <a:pt x="277807" y="414513"/>
                </a:lnTo>
                <a:lnTo>
                  <a:pt x="280736" y="407934"/>
                </a:lnTo>
                <a:lnTo>
                  <a:pt x="284603" y="401354"/>
                </a:lnTo>
                <a:lnTo>
                  <a:pt x="289028" y="394775"/>
                </a:lnTo>
                <a:lnTo>
                  <a:pt x="293620" y="388195"/>
                </a:lnTo>
                <a:lnTo>
                  <a:pt x="298031" y="381616"/>
                </a:lnTo>
                <a:lnTo>
                  <a:pt x="301991" y="375036"/>
                </a:lnTo>
                <a:lnTo>
                  <a:pt x="305315" y="368456"/>
                </a:lnTo>
                <a:lnTo>
                  <a:pt x="307899" y="361877"/>
                </a:lnTo>
                <a:lnTo>
                  <a:pt x="309701" y="355297"/>
                </a:lnTo>
                <a:lnTo>
                  <a:pt x="310719" y="348718"/>
                </a:lnTo>
                <a:lnTo>
                  <a:pt x="310984" y="342138"/>
                </a:lnTo>
                <a:lnTo>
                  <a:pt x="310550" y="335558"/>
                </a:lnTo>
                <a:lnTo>
                  <a:pt x="309507" y="328979"/>
                </a:lnTo>
                <a:lnTo>
                  <a:pt x="307987" y="322399"/>
                </a:lnTo>
                <a:lnTo>
                  <a:pt x="306172" y="315820"/>
                </a:lnTo>
                <a:lnTo>
                  <a:pt x="304288" y="309240"/>
                </a:lnTo>
                <a:lnTo>
                  <a:pt x="302592" y="302661"/>
                </a:lnTo>
                <a:lnTo>
                  <a:pt x="301343" y="296081"/>
                </a:lnTo>
                <a:lnTo>
                  <a:pt x="300763" y="289501"/>
                </a:lnTo>
                <a:lnTo>
                  <a:pt x="301004" y="282922"/>
                </a:lnTo>
                <a:lnTo>
                  <a:pt x="302120" y="276342"/>
                </a:lnTo>
                <a:lnTo>
                  <a:pt x="304061" y="269763"/>
                </a:lnTo>
                <a:lnTo>
                  <a:pt x="306676" y="263183"/>
                </a:lnTo>
                <a:lnTo>
                  <a:pt x="309740" y="256604"/>
                </a:lnTo>
                <a:lnTo>
                  <a:pt x="312994" y="250024"/>
                </a:lnTo>
                <a:lnTo>
                  <a:pt x="316179" y="243444"/>
                </a:lnTo>
                <a:lnTo>
                  <a:pt x="319077" y="236865"/>
                </a:lnTo>
                <a:lnTo>
                  <a:pt x="321531" y="230285"/>
                </a:lnTo>
                <a:lnTo>
                  <a:pt x="323456" y="223706"/>
                </a:lnTo>
                <a:lnTo>
                  <a:pt x="324836" y="217126"/>
                </a:lnTo>
                <a:lnTo>
                  <a:pt x="325712" y="210546"/>
                </a:lnTo>
                <a:lnTo>
                  <a:pt x="326159" y="203967"/>
                </a:lnTo>
                <a:lnTo>
                  <a:pt x="326275" y="197387"/>
                </a:lnTo>
                <a:lnTo>
                  <a:pt x="326159" y="190808"/>
                </a:lnTo>
                <a:lnTo>
                  <a:pt x="325904" y="184228"/>
                </a:lnTo>
                <a:lnTo>
                  <a:pt x="325592" y="177649"/>
                </a:lnTo>
                <a:lnTo>
                  <a:pt x="325290" y="171069"/>
                </a:lnTo>
                <a:lnTo>
                  <a:pt x="325055" y="164489"/>
                </a:lnTo>
                <a:lnTo>
                  <a:pt x="324929" y="157910"/>
                </a:lnTo>
                <a:lnTo>
                  <a:pt x="324941" y="151330"/>
                </a:lnTo>
                <a:lnTo>
                  <a:pt x="325106" y="144751"/>
                </a:lnTo>
                <a:lnTo>
                  <a:pt x="325416" y="138171"/>
                </a:lnTo>
                <a:lnTo>
                  <a:pt x="325838" y="131592"/>
                </a:lnTo>
                <a:lnTo>
                  <a:pt x="326305" y="125012"/>
                </a:lnTo>
                <a:lnTo>
                  <a:pt x="326711" y="118432"/>
                </a:lnTo>
                <a:lnTo>
                  <a:pt x="326895" y="111853"/>
                </a:lnTo>
                <a:lnTo>
                  <a:pt x="326633" y="105273"/>
                </a:lnTo>
                <a:lnTo>
                  <a:pt x="325624" y="98694"/>
                </a:lnTo>
                <a:lnTo>
                  <a:pt x="323475" y="92114"/>
                </a:lnTo>
                <a:lnTo>
                  <a:pt x="319699" y="85535"/>
                </a:lnTo>
                <a:lnTo>
                  <a:pt x="313728" y="78955"/>
                </a:lnTo>
                <a:lnTo>
                  <a:pt x="304958" y="72375"/>
                </a:lnTo>
                <a:lnTo>
                  <a:pt x="292822" y="65796"/>
                </a:lnTo>
                <a:lnTo>
                  <a:pt x="276908" y="59216"/>
                </a:lnTo>
                <a:lnTo>
                  <a:pt x="257093" y="52637"/>
                </a:lnTo>
                <a:lnTo>
                  <a:pt x="233685" y="46057"/>
                </a:lnTo>
                <a:lnTo>
                  <a:pt x="207521" y="39477"/>
                </a:lnTo>
                <a:lnTo>
                  <a:pt x="180003" y="32898"/>
                </a:lnTo>
                <a:lnTo>
                  <a:pt x="153021" y="26318"/>
                </a:lnTo>
                <a:lnTo>
                  <a:pt x="128769" y="19739"/>
                </a:lnTo>
                <a:lnTo>
                  <a:pt x="109463" y="13159"/>
                </a:lnTo>
                <a:lnTo>
                  <a:pt x="97011" y="6580"/>
                </a:lnTo>
                <a:lnTo>
                  <a:pt x="92708" y="0"/>
                </a:lnTo>
                <a:lnTo>
                  <a:pt x="582389" y="0"/>
                </a:lnTo>
                <a:lnTo>
                  <a:pt x="582389" y="0"/>
                </a:lnTo>
                <a:lnTo>
                  <a:pt x="578085" y="6580"/>
                </a:lnTo>
                <a:lnTo>
                  <a:pt x="565634" y="13159"/>
                </a:lnTo>
                <a:lnTo>
                  <a:pt x="546327" y="19739"/>
                </a:lnTo>
                <a:lnTo>
                  <a:pt x="522075" y="26318"/>
                </a:lnTo>
                <a:lnTo>
                  <a:pt x="495094" y="32898"/>
                </a:lnTo>
                <a:lnTo>
                  <a:pt x="467576" y="39477"/>
                </a:lnTo>
                <a:lnTo>
                  <a:pt x="441412" y="46057"/>
                </a:lnTo>
                <a:lnTo>
                  <a:pt x="418003" y="52637"/>
                </a:lnTo>
                <a:lnTo>
                  <a:pt x="398188" y="59216"/>
                </a:lnTo>
                <a:lnTo>
                  <a:pt x="382274" y="65796"/>
                </a:lnTo>
                <a:lnTo>
                  <a:pt x="370139" y="72375"/>
                </a:lnTo>
                <a:lnTo>
                  <a:pt x="361368" y="78955"/>
                </a:lnTo>
                <a:lnTo>
                  <a:pt x="355398" y="85535"/>
                </a:lnTo>
                <a:lnTo>
                  <a:pt x="351621" y="92114"/>
                </a:lnTo>
                <a:lnTo>
                  <a:pt x="349472" y="98694"/>
                </a:lnTo>
                <a:lnTo>
                  <a:pt x="348463" y="105273"/>
                </a:lnTo>
                <a:lnTo>
                  <a:pt x="348202" y="111853"/>
                </a:lnTo>
                <a:lnTo>
                  <a:pt x="348386" y="118432"/>
                </a:lnTo>
                <a:lnTo>
                  <a:pt x="348791" y="125012"/>
                </a:lnTo>
                <a:lnTo>
                  <a:pt x="349259" y="131592"/>
                </a:lnTo>
                <a:lnTo>
                  <a:pt x="349681" y="138171"/>
                </a:lnTo>
                <a:lnTo>
                  <a:pt x="349990" y="144751"/>
                </a:lnTo>
                <a:lnTo>
                  <a:pt x="350155" y="151330"/>
                </a:lnTo>
                <a:lnTo>
                  <a:pt x="350168" y="157910"/>
                </a:lnTo>
                <a:lnTo>
                  <a:pt x="350042" y="164489"/>
                </a:lnTo>
                <a:lnTo>
                  <a:pt x="349806" y="171069"/>
                </a:lnTo>
                <a:lnTo>
                  <a:pt x="349505" y="177649"/>
                </a:lnTo>
                <a:lnTo>
                  <a:pt x="349192" y="184228"/>
                </a:lnTo>
                <a:lnTo>
                  <a:pt x="348937" y="190808"/>
                </a:lnTo>
                <a:lnTo>
                  <a:pt x="348821" y="197387"/>
                </a:lnTo>
                <a:lnTo>
                  <a:pt x="348937" y="203967"/>
                </a:lnTo>
                <a:lnTo>
                  <a:pt x="349385" y="210546"/>
                </a:lnTo>
                <a:lnTo>
                  <a:pt x="350260" y="217126"/>
                </a:lnTo>
                <a:lnTo>
                  <a:pt x="351641" y="223706"/>
                </a:lnTo>
                <a:lnTo>
                  <a:pt x="353566" y="230285"/>
                </a:lnTo>
                <a:lnTo>
                  <a:pt x="356020" y="236865"/>
                </a:lnTo>
                <a:lnTo>
                  <a:pt x="358918" y="243444"/>
                </a:lnTo>
                <a:lnTo>
                  <a:pt x="362103" y="250024"/>
                </a:lnTo>
                <a:lnTo>
                  <a:pt x="365356" y="256604"/>
                </a:lnTo>
                <a:lnTo>
                  <a:pt x="368421" y="263183"/>
                </a:lnTo>
                <a:lnTo>
                  <a:pt x="371035" y="269763"/>
                </a:lnTo>
                <a:lnTo>
                  <a:pt x="372976" y="276342"/>
                </a:lnTo>
                <a:lnTo>
                  <a:pt x="374093" y="282922"/>
                </a:lnTo>
                <a:lnTo>
                  <a:pt x="374333" y="289501"/>
                </a:lnTo>
                <a:lnTo>
                  <a:pt x="373753" y="296081"/>
                </a:lnTo>
                <a:lnTo>
                  <a:pt x="372504" y="302661"/>
                </a:lnTo>
                <a:lnTo>
                  <a:pt x="370809" y="309240"/>
                </a:lnTo>
                <a:lnTo>
                  <a:pt x="368925" y="315820"/>
                </a:lnTo>
                <a:lnTo>
                  <a:pt x="367109" y="322399"/>
                </a:lnTo>
                <a:lnTo>
                  <a:pt x="365589" y="328979"/>
                </a:lnTo>
                <a:lnTo>
                  <a:pt x="364546" y="335558"/>
                </a:lnTo>
                <a:lnTo>
                  <a:pt x="364113" y="342138"/>
                </a:lnTo>
                <a:lnTo>
                  <a:pt x="364377" y="348718"/>
                </a:lnTo>
                <a:lnTo>
                  <a:pt x="365396" y="355297"/>
                </a:lnTo>
                <a:lnTo>
                  <a:pt x="367197" y="361877"/>
                </a:lnTo>
                <a:lnTo>
                  <a:pt x="369781" y="368456"/>
                </a:lnTo>
                <a:lnTo>
                  <a:pt x="373106" y="375036"/>
                </a:lnTo>
                <a:lnTo>
                  <a:pt x="377065" y="381616"/>
                </a:lnTo>
                <a:lnTo>
                  <a:pt x="381477" y="388195"/>
                </a:lnTo>
                <a:lnTo>
                  <a:pt x="386069" y="394775"/>
                </a:lnTo>
                <a:lnTo>
                  <a:pt x="390493" y="401354"/>
                </a:lnTo>
                <a:lnTo>
                  <a:pt x="394360" y="407934"/>
                </a:lnTo>
                <a:lnTo>
                  <a:pt x="397289" y="414513"/>
                </a:lnTo>
                <a:lnTo>
                  <a:pt x="398968" y="421093"/>
                </a:lnTo>
                <a:lnTo>
                  <a:pt x="399208" y="427673"/>
                </a:lnTo>
                <a:lnTo>
                  <a:pt x="397980" y="434252"/>
                </a:lnTo>
                <a:lnTo>
                  <a:pt x="395419" y="440832"/>
                </a:lnTo>
                <a:lnTo>
                  <a:pt x="391801" y="447411"/>
                </a:lnTo>
                <a:lnTo>
                  <a:pt x="387495" y="453991"/>
                </a:lnTo>
                <a:lnTo>
                  <a:pt x="382904" y="460570"/>
                </a:lnTo>
                <a:lnTo>
                  <a:pt x="378405" y="467150"/>
                </a:lnTo>
                <a:lnTo>
                  <a:pt x="374306" y="473730"/>
                </a:lnTo>
                <a:lnTo>
                  <a:pt x="370821" y="480309"/>
                </a:lnTo>
                <a:lnTo>
                  <a:pt x="368063" y="486889"/>
                </a:lnTo>
                <a:lnTo>
                  <a:pt x="366063" y="493468"/>
                </a:lnTo>
                <a:lnTo>
                  <a:pt x="364779" y="500048"/>
                </a:lnTo>
                <a:lnTo>
                  <a:pt x="364132" y="506627"/>
                </a:lnTo>
                <a:lnTo>
                  <a:pt x="364012" y="513207"/>
                </a:lnTo>
                <a:lnTo>
                  <a:pt x="364302" y="519787"/>
                </a:lnTo>
                <a:lnTo>
                  <a:pt x="364880" y="526366"/>
                </a:lnTo>
                <a:lnTo>
                  <a:pt x="365626" y="532946"/>
                </a:lnTo>
                <a:lnTo>
                  <a:pt x="366430" y="539525"/>
                </a:lnTo>
                <a:lnTo>
                  <a:pt x="367194" y="546105"/>
                </a:lnTo>
                <a:lnTo>
                  <a:pt x="367847" y="552685"/>
                </a:lnTo>
                <a:lnTo>
                  <a:pt x="368348" y="559264"/>
                </a:lnTo>
                <a:lnTo>
                  <a:pt x="368698" y="565844"/>
                </a:lnTo>
                <a:lnTo>
                  <a:pt x="368941" y="572423"/>
                </a:lnTo>
                <a:lnTo>
                  <a:pt x="369150" y="579003"/>
                </a:lnTo>
                <a:lnTo>
                  <a:pt x="369418" y="585582"/>
                </a:lnTo>
                <a:lnTo>
                  <a:pt x="369830" y="592162"/>
                </a:lnTo>
                <a:lnTo>
                  <a:pt x="370438" y="598742"/>
                </a:lnTo>
                <a:lnTo>
                  <a:pt x="371244" y="605321"/>
                </a:lnTo>
                <a:lnTo>
                  <a:pt x="372188" y="611901"/>
                </a:lnTo>
                <a:lnTo>
                  <a:pt x="373153" y="618480"/>
                </a:lnTo>
                <a:lnTo>
                  <a:pt x="373986" y="625060"/>
                </a:lnTo>
                <a:lnTo>
                  <a:pt x="374524" y="631639"/>
                </a:lnTo>
                <a:lnTo>
                  <a:pt x="374629" y="638219"/>
                </a:lnTo>
                <a:lnTo>
                  <a:pt x="374211" y="644799"/>
                </a:lnTo>
                <a:lnTo>
                  <a:pt x="373245" y="651378"/>
                </a:lnTo>
                <a:lnTo>
                  <a:pt x="371775" y="657958"/>
                </a:lnTo>
                <a:lnTo>
                  <a:pt x="369902" y="664537"/>
                </a:lnTo>
                <a:lnTo>
                  <a:pt x="367760" y="671117"/>
                </a:lnTo>
                <a:lnTo>
                  <a:pt x="365493" y="677697"/>
                </a:lnTo>
                <a:lnTo>
                  <a:pt x="363236" y="684276"/>
                </a:lnTo>
                <a:lnTo>
                  <a:pt x="361096" y="690856"/>
                </a:lnTo>
                <a:lnTo>
                  <a:pt x="359153" y="697435"/>
                </a:lnTo>
                <a:lnTo>
                  <a:pt x="357454" y="704015"/>
                </a:lnTo>
                <a:lnTo>
                  <a:pt x="356036" y="710594"/>
                </a:lnTo>
                <a:lnTo>
                  <a:pt x="354930" y="717174"/>
                </a:lnTo>
                <a:lnTo>
                  <a:pt x="354189" y="723754"/>
                </a:lnTo>
                <a:lnTo>
                  <a:pt x="353903" y="730333"/>
                </a:lnTo>
                <a:lnTo>
                  <a:pt x="354222" y="736913"/>
                </a:lnTo>
                <a:lnTo>
                  <a:pt x="355378" y="743492"/>
                </a:lnTo>
                <a:lnTo>
                  <a:pt x="357711" y="750072"/>
                </a:lnTo>
                <a:lnTo>
                  <a:pt x="361682" y="756651"/>
                </a:lnTo>
                <a:lnTo>
                  <a:pt x="367882" y="763231"/>
                </a:lnTo>
                <a:lnTo>
                  <a:pt x="377011" y="769811"/>
                </a:lnTo>
                <a:lnTo>
                  <a:pt x="389818" y="776390"/>
                </a:lnTo>
                <a:lnTo>
                  <a:pt x="407005" y="782970"/>
                </a:lnTo>
                <a:lnTo>
                  <a:pt x="429072" y="789549"/>
                </a:lnTo>
                <a:lnTo>
                  <a:pt x="456141" y="796129"/>
                </a:lnTo>
                <a:lnTo>
                  <a:pt x="487779" y="802708"/>
                </a:lnTo>
                <a:lnTo>
                  <a:pt x="522866" y="809288"/>
                </a:lnTo>
                <a:lnTo>
                  <a:pt x="559559" y="815868"/>
                </a:lnTo>
                <a:lnTo>
                  <a:pt x="595385" y="822447"/>
                </a:lnTo>
                <a:lnTo>
                  <a:pt x="627490" y="829027"/>
                </a:lnTo>
                <a:lnTo>
                  <a:pt x="652995" y="835606"/>
                </a:lnTo>
                <a:lnTo>
                  <a:pt x="6694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4094" name="F2_precision_recall_distributions_6908">
            <a:extLst>
              <a:ext uri="{FF2B5EF4-FFF2-40B4-BE49-F238E27FC236}">
                <a16:creationId xmlns:a16="http://schemas.microsoft.com/office/drawing/2014/main" id="{D94DB3FD-F041-400E-B64A-FF47E3203E77}"/>
              </a:ext>
            </a:extLst>
          </p:cNvPr>
          <p:cNvSpPr>
            <a:spLocks noGrp="1"/>
          </p:cNvSpPr>
          <p:nvPr/>
        </p:nvSpPr>
        <p:spPr>
          <a:xfrm>
            <a:off x="72682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5" name="F2_precision_recall_distributions_6909">
            <a:extLst>
              <a:ext uri="{FF2B5EF4-FFF2-40B4-BE49-F238E27FC236}">
                <a16:creationId xmlns:a16="http://schemas.microsoft.com/office/drawing/2014/main" id="{FE886DD4-B0A9-4859-A22C-30AFF3F96A4E}"/>
              </a:ext>
            </a:extLst>
          </p:cNvPr>
          <p:cNvSpPr>
            <a:spLocks noGrp="1"/>
          </p:cNvSpPr>
          <p:nvPr/>
        </p:nvSpPr>
        <p:spPr>
          <a:xfrm>
            <a:off x="725218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6" name="F2_precision_recall_distributions_6910">
            <a:extLst>
              <a:ext uri="{FF2B5EF4-FFF2-40B4-BE49-F238E27FC236}">
                <a16:creationId xmlns:a16="http://schemas.microsoft.com/office/drawing/2014/main" id="{F9EDEDF7-BFA8-47EE-84F5-F89D57A8E935}"/>
              </a:ext>
            </a:extLst>
          </p:cNvPr>
          <p:cNvSpPr>
            <a:spLocks noGrp="1"/>
          </p:cNvSpPr>
          <p:nvPr/>
        </p:nvSpPr>
        <p:spPr>
          <a:xfrm>
            <a:off x="7185725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7" name="F2_precision_recall_distributions_6911">
            <a:extLst>
              <a:ext uri="{FF2B5EF4-FFF2-40B4-BE49-F238E27FC236}">
                <a16:creationId xmlns:a16="http://schemas.microsoft.com/office/drawing/2014/main" id="{431261FA-909B-41EF-AF64-B2C2313845F1}"/>
              </a:ext>
            </a:extLst>
          </p:cNvPr>
          <p:cNvSpPr>
            <a:spLocks noGrp="1"/>
          </p:cNvSpPr>
          <p:nvPr/>
        </p:nvSpPr>
        <p:spPr>
          <a:xfrm>
            <a:off x="7214363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8" name="F2_precision_recall_distributions_6912">
            <a:extLst>
              <a:ext uri="{FF2B5EF4-FFF2-40B4-BE49-F238E27FC236}">
                <a16:creationId xmlns:a16="http://schemas.microsoft.com/office/drawing/2014/main" id="{F68909C0-CF93-4E61-8276-06CF653904A7}"/>
              </a:ext>
            </a:extLst>
          </p:cNvPr>
          <p:cNvSpPr>
            <a:spLocks noGrp="1"/>
          </p:cNvSpPr>
          <p:nvPr/>
        </p:nvSpPr>
        <p:spPr>
          <a:xfrm>
            <a:off x="7143058" y="59554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099" name="F2_precision_recall_distributions_6913">
            <a:extLst>
              <a:ext uri="{FF2B5EF4-FFF2-40B4-BE49-F238E27FC236}">
                <a16:creationId xmlns:a16="http://schemas.microsoft.com/office/drawing/2014/main" id="{9A086BA2-6CD3-48E3-A1C2-6015A30BF70D}"/>
              </a:ext>
            </a:extLst>
          </p:cNvPr>
          <p:cNvSpPr>
            <a:spLocks noGrp="1"/>
          </p:cNvSpPr>
          <p:nvPr/>
        </p:nvSpPr>
        <p:spPr>
          <a:xfrm>
            <a:off x="731526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0" name="F2_precision_recall_distributions_6914">
            <a:extLst>
              <a:ext uri="{FF2B5EF4-FFF2-40B4-BE49-F238E27FC236}">
                <a16:creationId xmlns:a16="http://schemas.microsoft.com/office/drawing/2014/main" id="{64D80048-FBBC-4569-A141-D42955D65EF6}"/>
              </a:ext>
            </a:extLst>
          </p:cNvPr>
          <p:cNvSpPr>
            <a:spLocks noGrp="1"/>
          </p:cNvSpPr>
          <p:nvPr/>
        </p:nvSpPr>
        <p:spPr>
          <a:xfrm>
            <a:off x="704270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1" name="F2_precision_recall_distributions_6915">
            <a:extLst>
              <a:ext uri="{FF2B5EF4-FFF2-40B4-BE49-F238E27FC236}">
                <a16:creationId xmlns:a16="http://schemas.microsoft.com/office/drawing/2014/main" id="{58CFD5B6-1E55-420F-9ECC-E2876A0D95B2}"/>
              </a:ext>
            </a:extLst>
          </p:cNvPr>
          <p:cNvSpPr>
            <a:spLocks noGrp="1"/>
          </p:cNvSpPr>
          <p:nvPr/>
        </p:nvSpPr>
        <p:spPr>
          <a:xfrm>
            <a:off x="700144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2" name="F2_precision_recall_distributions_6916">
            <a:extLst>
              <a:ext uri="{FF2B5EF4-FFF2-40B4-BE49-F238E27FC236}">
                <a16:creationId xmlns:a16="http://schemas.microsoft.com/office/drawing/2014/main" id="{79B65E3B-F0B9-4FD1-BCB3-87959DB5366B}"/>
              </a:ext>
            </a:extLst>
          </p:cNvPr>
          <p:cNvSpPr>
            <a:spLocks noGrp="1"/>
          </p:cNvSpPr>
          <p:nvPr/>
        </p:nvSpPr>
        <p:spPr>
          <a:xfrm>
            <a:off x="7166025" y="639029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3" name="F2_precision_recall_distributions_6917">
            <a:extLst>
              <a:ext uri="{FF2B5EF4-FFF2-40B4-BE49-F238E27FC236}">
                <a16:creationId xmlns:a16="http://schemas.microsoft.com/office/drawing/2014/main" id="{BE3FF6C4-2807-43B7-8CC4-DC6A607463D7}"/>
              </a:ext>
            </a:extLst>
          </p:cNvPr>
          <p:cNvSpPr>
            <a:spLocks noGrp="1"/>
          </p:cNvSpPr>
          <p:nvPr/>
        </p:nvSpPr>
        <p:spPr>
          <a:xfrm>
            <a:off x="722180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4" name="F2_precision_recall_distributions_6918">
            <a:extLst>
              <a:ext uri="{FF2B5EF4-FFF2-40B4-BE49-F238E27FC236}">
                <a16:creationId xmlns:a16="http://schemas.microsoft.com/office/drawing/2014/main" id="{651DC46D-FB6B-41C9-AA03-4318AF5804DB}"/>
              </a:ext>
            </a:extLst>
          </p:cNvPr>
          <p:cNvSpPr>
            <a:spLocks noGrp="1"/>
          </p:cNvSpPr>
          <p:nvPr/>
        </p:nvSpPr>
        <p:spPr>
          <a:xfrm>
            <a:off x="699063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5" name="F2_precision_recall_distributions_6919">
            <a:extLst>
              <a:ext uri="{FF2B5EF4-FFF2-40B4-BE49-F238E27FC236}">
                <a16:creationId xmlns:a16="http://schemas.microsoft.com/office/drawing/2014/main" id="{7C53560E-9E29-455E-B170-6B6A3E692C4D}"/>
              </a:ext>
            </a:extLst>
          </p:cNvPr>
          <p:cNvSpPr>
            <a:spLocks noGrp="1"/>
          </p:cNvSpPr>
          <p:nvPr/>
        </p:nvSpPr>
        <p:spPr>
          <a:xfrm>
            <a:off x="708960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6" name="F2_precision_recall_distributions_6920">
            <a:extLst>
              <a:ext uri="{FF2B5EF4-FFF2-40B4-BE49-F238E27FC236}">
                <a16:creationId xmlns:a16="http://schemas.microsoft.com/office/drawing/2014/main" id="{3302161F-D492-4DC0-8E83-757EA8EE4D79}"/>
              </a:ext>
            </a:extLst>
          </p:cNvPr>
          <p:cNvSpPr>
            <a:spLocks noGrp="1"/>
          </p:cNvSpPr>
          <p:nvPr/>
        </p:nvSpPr>
        <p:spPr>
          <a:xfrm>
            <a:off x="725723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7" name="F2_precision_recall_distributions_6921">
            <a:extLst>
              <a:ext uri="{FF2B5EF4-FFF2-40B4-BE49-F238E27FC236}">
                <a16:creationId xmlns:a16="http://schemas.microsoft.com/office/drawing/2014/main" id="{1BD75DAE-D44D-45EB-B8CB-EFFBEBA5960F}"/>
              </a:ext>
            </a:extLst>
          </p:cNvPr>
          <p:cNvSpPr>
            <a:spLocks noGrp="1"/>
          </p:cNvSpPr>
          <p:nvPr/>
        </p:nvSpPr>
        <p:spPr>
          <a:xfrm>
            <a:off x="7327509" y="59164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8" name="F2_precision_recall_distributions_6922">
            <a:extLst>
              <a:ext uri="{FF2B5EF4-FFF2-40B4-BE49-F238E27FC236}">
                <a16:creationId xmlns:a16="http://schemas.microsoft.com/office/drawing/2014/main" id="{CE862E54-ECB8-4D69-BFEF-8DAF5D510B3B}"/>
              </a:ext>
            </a:extLst>
          </p:cNvPr>
          <p:cNvSpPr>
            <a:spLocks noGrp="1"/>
          </p:cNvSpPr>
          <p:nvPr/>
        </p:nvSpPr>
        <p:spPr>
          <a:xfrm>
            <a:off x="715128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09" name="F2_precision_recall_distributions_6923">
            <a:extLst>
              <a:ext uri="{FF2B5EF4-FFF2-40B4-BE49-F238E27FC236}">
                <a16:creationId xmlns:a16="http://schemas.microsoft.com/office/drawing/2014/main" id="{509BC6F8-D9B9-468A-82F1-3D88462FDBCF}"/>
              </a:ext>
            </a:extLst>
          </p:cNvPr>
          <p:cNvSpPr>
            <a:spLocks noGrp="1"/>
          </p:cNvSpPr>
          <p:nvPr/>
        </p:nvSpPr>
        <p:spPr>
          <a:xfrm>
            <a:off x="701905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0" name="F2_precision_recall_distributions_6924">
            <a:extLst>
              <a:ext uri="{FF2B5EF4-FFF2-40B4-BE49-F238E27FC236}">
                <a16:creationId xmlns:a16="http://schemas.microsoft.com/office/drawing/2014/main" id="{8F654D45-4A79-4910-8B7A-B0238EAF0940}"/>
              </a:ext>
            </a:extLst>
          </p:cNvPr>
          <p:cNvSpPr>
            <a:spLocks noGrp="1"/>
          </p:cNvSpPr>
          <p:nvPr/>
        </p:nvSpPr>
        <p:spPr>
          <a:xfrm>
            <a:off x="701208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1" name="F2_precision_recall_distributions_6925">
            <a:extLst>
              <a:ext uri="{FF2B5EF4-FFF2-40B4-BE49-F238E27FC236}">
                <a16:creationId xmlns:a16="http://schemas.microsoft.com/office/drawing/2014/main" id="{84981B37-D5B5-4F54-BD7A-B50D32D95F4B}"/>
              </a:ext>
            </a:extLst>
          </p:cNvPr>
          <p:cNvSpPr>
            <a:spLocks noGrp="1"/>
          </p:cNvSpPr>
          <p:nvPr/>
        </p:nvSpPr>
        <p:spPr>
          <a:xfrm>
            <a:off x="713025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2" name="F2_precision_recall_distributions_6926">
            <a:extLst>
              <a:ext uri="{FF2B5EF4-FFF2-40B4-BE49-F238E27FC236}">
                <a16:creationId xmlns:a16="http://schemas.microsoft.com/office/drawing/2014/main" id="{545579EC-4BA2-41B4-8CCE-8E6231245FC1}"/>
              </a:ext>
            </a:extLst>
          </p:cNvPr>
          <p:cNvSpPr>
            <a:spLocks noGrp="1"/>
          </p:cNvSpPr>
          <p:nvPr/>
        </p:nvSpPr>
        <p:spPr>
          <a:xfrm>
            <a:off x="704890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3" name="F2_precision_recall_distributions_6927">
            <a:extLst>
              <a:ext uri="{FF2B5EF4-FFF2-40B4-BE49-F238E27FC236}">
                <a16:creationId xmlns:a16="http://schemas.microsoft.com/office/drawing/2014/main" id="{86584F00-0B91-4B9F-90CE-A12C3A805BEE}"/>
              </a:ext>
            </a:extLst>
          </p:cNvPr>
          <p:cNvSpPr>
            <a:spLocks noGrp="1"/>
          </p:cNvSpPr>
          <p:nvPr/>
        </p:nvSpPr>
        <p:spPr>
          <a:xfrm>
            <a:off x="7318980" y="61285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4" name="F2_precision_recall_distributions_6928">
            <a:extLst>
              <a:ext uri="{FF2B5EF4-FFF2-40B4-BE49-F238E27FC236}">
                <a16:creationId xmlns:a16="http://schemas.microsoft.com/office/drawing/2014/main" id="{2FF59096-227E-43CE-A6B9-DD055B21260F}"/>
              </a:ext>
            </a:extLst>
          </p:cNvPr>
          <p:cNvSpPr>
            <a:spLocks noGrp="1"/>
          </p:cNvSpPr>
          <p:nvPr/>
        </p:nvSpPr>
        <p:spPr>
          <a:xfrm>
            <a:off x="7297236" y="635257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5" name="F2_precision_recall_distributions_6929">
            <a:extLst>
              <a:ext uri="{FF2B5EF4-FFF2-40B4-BE49-F238E27FC236}">
                <a16:creationId xmlns:a16="http://schemas.microsoft.com/office/drawing/2014/main" id="{429481D0-23E3-4EDE-8CF1-9EF81FB97078}"/>
              </a:ext>
            </a:extLst>
          </p:cNvPr>
          <p:cNvSpPr>
            <a:spLocks noGrp="1"/>
          </p:cNvSpPr>
          <p:nvPr/>
        </p:nvSpPr>
        <p:spPr>
          <a:xfrm>
            <a:off x="718351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6" name="F2_precision_recall_distributions_6930">
            <a:extLst>
              <a:ext uri="{FF2B5EF4-FFF2-40B4-BE49-F238E27FC236}">
                <a16:creationId xmlns:a16="http://schemas.microsoft.com/office/drawing/2014/main" id="{D33D5EF5-D372-468F-8BD6-CF8ED2395870}"/>
              </a:ext>
            </a:extLst>
          </p:cNvPr>
          <p:cNvSpPr>
            <a:spLocks noGrp="1"/>
          </p:cNvSpPr>
          <p:nvPr/>
        </p:nvSpPr>
        <p:spPr>
          <a:xfrm>
            <a:off x="7098809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7" name="F2_precision_recall_distributions_6931">
            <a:extLst>
              <a:ext uri="{FF2B5EF4-FFF2-40B4-BE49-F238E27FC236}">
                <a16:creationId xmlns:a16="http://schemas.microsoft.com/office/drawing/2014/main" id="{66E5458F-62C2-4890-A54A-93E0DA4B0B2A}"/>
              </a:ext>
            </a:extLst>
          </p:cNvPr>
          <p:cNvSpPr>
            <a:spLocks noGrp="1"/>
          </p:cNvSpPr>
          <p:nvPr/>
        </p:nvSpPr>
        <p:spPr>
          <a:xfrm>
            <a:off x="7270761" y="591640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8" name="F2_precision_recall_distributions_6932">
            <a:extLst>
              <a:ext uri="{FF2B5EF4-FFF2-40B4-BE49-F238E27FC236}">
                <a16:creationId xmlns:a16="http://schemas.microsoft.com/office/drawing/2014/main" id="{E7EFC606-6251-4321-8CFF-19FD5AC56D90}"/>
              </a:ext>
            </a:extLst>
          </p:cNvPr>
          <p:cNvSpPr>
            <a:spLocks noGrp="1"/>
          </p:cNvSpPr>
          <p:nvPr/>
        </p:nvSpPr>
        <p:spPr>
          <a:xfrm>
            <a:off x="7077111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19" name="F2_precision_recall_distributions_6933">
            <a:extLst>
              <a:ext uri="{FF2B5EF4-FFF2-40B4-BE49-F238E27FC236}">
                <a16:creationId xmlns:a16="http://schemas.microsoft.com/office/drawing/2014/main" id="{14AE8A09-D714-491B-9075-46AE770485D8}"/>
              </a:ext>
            </a:extLst>
          </p:cNvPr>
          <p:cNvSpPr>
            <a:spLocks noGrp="1"/>
          </p:cNvSpPr>
          <p:nvPr/>
        </p:nvSpPr>
        <p:spPr>
          <a:xfrm>
            <a:off x="708306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0" name="F2_precision_recall_distributions_6934">
            <a:extLst>
              <a:ext uri="{FF2B5EF4-FFF2-40B4-BE49-F238E27FC236}">
                <a16:creationId xmlns:a16="http://schemas.microsoft.com/office/drawing/2014/main" id="{747C1472-1ECD-4C7D-BD27-A63447DBF78D}"/>
              </a:ext>
            </a:extLst>
          </p:cNvPr>
          <p:cNvSpPr>
            <a:spLocks noGrp="1"/>
          </p:cNvSpPr>
          <p:nvPr/>
        </p:nvSpPr>
        <p:spPr>
          <a:xfrm>
            <a:off x="72133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1" name="F2_precision_recall_distributions_6935">
            <a:extLst>
              <a:ext uri="{FF2B5EF4-FFF2-40B4-BE49-F238E27FC236}">
                <a16:creationId xmlns:a16="http://schemas.microsoft.com/office/drawing/2014/main" id="{944E80E9-04C3-469A-A4E7-268384B37F98}"/>
              </a:ext>
            </a:extLst>
          </p:cNvPr>
          <p:cNvSpPr>
            <a:spLocks noGrp="1"/>
          </p:cNvSpPr>
          <p:nvPr/>
        </p:nvSpPr>
        <p:spPr>
          <a:xfrm>
            <a:off x="7158060" y="62510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2" name="F2_precision_recall_distributions_6936">
            <a:extLst>
              <a:ext uri="{FF2B5EF4-FFF2-40B4-BE49-F238E27FC236}">
                <a16:creationId xmlns:a16="http://schemas.microsoft.com/office/drawing/2014/main" id="{E3261191-8A70-45E0-AF53-D32E589D1BBE}"/>
              </a:ext>
            </a:extLst>
          </p:cNvPr>
          <p:cNvSpPr>
            <a:spLocks noGrp="1"/>
          </p:cNvSpPr>
          <p:nvPr/>
        </p:nvSpPr>
        <p:spPr>
          <a:xfrm>
            <a:off x="7308355" y="63256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3" name="F2_precision_recall_distributions_6937">
            <a:extLst>
              <a:ext uri="{FF2B5EF4-FFF2-40B4-BE49-F238E27FC236}">
                <a16:creationId xmlns:a16="http://schemas.microsoft.com/office/drawing/2014/main" id="{B5F02F1C-E33A-493F-A04B-2755A8F17A35}"/>
              </a:ext>
            </a:extLst>
          </p:cNvPr>
          <p:cNvSpPr>
            <a:spLocks noGrp="1"/>
          </p:cNvSpPr>
          <p:nvPr/>
        </p:nvSpPr>
        <p:spPr>
          <a:xfrm>
            <a:off x="725688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4" name="F2_precision_recall_distributions_6938">
            <a:extLst>
              <a:ext uri="{FF2B5EF4-FFF2-40B4-BE49-F238E27FC236}">
                <a16:creationId xmlns:a16="http://schemas.microsoft.com/office/drawing/2014/main" id="{E7D23261-76A3-4DC4-8EB6-411C576E44BB}"/>
              </a:ext>
            </a:extLst>
          </p:cNvPr>
          <p:cNvSpPr>
            <a:spLocks noGrp="1"/>
          </p:cNvSpPr>
          <p:nvPr/>
        </p:nvSpPr>
        <p:spPr>
          <a:xfrm>
            <a:off x="711040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5" name="F2_precision_recall_distributions_6939">
            <a:extLst>
              <a:ext uri="{FF2B5EF4-FFF2-40B4-BE49-F238E27FC236}">
                <a16:creationId xmlns:a16="http://schemas.microsoft.com/office/drawing/2014/main" id="{F888719A-66F8-4C43-AC64-32710D591916}"/>
              </a:ext>
            </a:extLst>
          </p:cNvPr>
          <p:cNvSpPr>
            <a:spLocks noGrp="1"/>
          </p:cNvSpPr>
          <p:nvPr/>
        </p:nvSpPr>
        <p:spPr>
          <a:xfrm>
            <a:off x="7223291" y="641423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6" name="F2_precision_recall_distributions_6940">
            <a:extLst>
              <a:ext uri="{FF2B5EF4-FFF2-40B4-BE49-F238E27FC236}">
                <a16:creationId xmlns:a16="http://schemas.microsoft.com/office/drawing/2014/main" id="{11C9FA08-6554-4E39-88B0-542BAF7E1643}"/>
              </a:ext>
            </a:extLst>
          </p:cNvPr>
          <p:cNvSpPr>
            <a:spLocks noGrp="1"/>
          </p:cNvSpPr>
          <p:nvPr/>
        </p:nvSpPr>
        <p:spPr>
          <a:xfrm>
            <a:off x="733595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7" name="F2_precision_recall_distributions_6941">
            <a:extLst>
              <a:ext uri="{FF2B5EF4-FFF2-40B4-BE49-F238E27FC236}">
                <a16:creationId xmlns:a16="http://schemas.microsoft.com/office/drawing/2014/main" id="{1483928D-8EF8-4526-BBE7-F2DFE78AEAE8}"/>
              </a:ext>
            </a:extLst>
          </p:cNvPr>
          <p:cNvSpPr>
            <a:spLocks noGrp="1"/>
          </p:cNvSpPr>
          <p:nvPr/>
        </p:nvSpPr>
        <p:spPr>
          <a:xfrm>
            <a:off x="707564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8" name="F2_precision_recall_distributions_6942">
            <a:extLst>
              <a:ext uri="{FF2B5EF4-FFF2-40B4-BE49-F238E27FC236}">
                <a16:creationId xmlns:a16="http://schemas.microsoft.com/office/drawing/2014/main" id="{2E1F4BE3-00D9-4036-8ECA-439478CC52FE}"/>
              </a:ext>
            </a:extLst>
          </p:cNvPr>
          <p:cNvSpPr>
            <a:spLocks noGrp="1"/>
          </p:cNvSpPr>
          <p:nvPr/>
        </p:nvSpPr>
        <p:spPr>
          <a:xfrm>
            <a:off x="70826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29" name="F2_precision_recall_distributions_6943">
            <a:extLst>
              <a:ext uri="{FF2B5EF4-FFF2-40B4-BE49-F238E27FC236}">
                <a16:creationId xmlns:a16="http://schemas.microsoft.com/office/drawing/2014/main" id="{4DDE4DE1-8636-4D27-894F-E9B210305298}"/>
              </a:ext>
            </a:extLst>
          </p:cNvPr>
          <p:cNvSpPr>
            <a:spLocks noGrp="1"/>
          </p:cNvSpPr>
          <p:nvPr/>
        </p:nvSpPr>
        <p:spPr>
          <a:xfrm>
            <a:off x="725357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0" name="F2_precision_recall_distributions_6944">
            <a:extLst>
              <a:ext uri="{FF2B5EF4-FFF2-40B4-BE49-F238E27FC236}">
                <a16:creationId xmlns:a16="http://schemas.microsoft.com/office/drawing/2014/main" id="{6208896E-2834-498C-AA7D-03155FE839D8}"/>
              </a:ext>
            </a:extLst>
          </p:cNvPr>
          <p:cNvSpPr>
            <a:spLocks noGrp="1"/>
          </p:cNvSpPr>
          <p:nvPr/>
        </p:nvSpPr>
        <p:spPr>
          <a:xfrm>
            <a:off x="70323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1" name="F2_precision_recall_distributions_6945">
            <a:extLst>
              <a:ext uri="{FF2B5EF4-FFF2-40B4-BE49-F238E27FC236}">
                <a16:creationId xmlns:a16="http://schemas.microsoft.com/office/drawing/2014/main" id="{8EB5551A-BAF0-4F4E-AC0C-78A5ABE86E23}"/>
              </a:ext>
            </a:extLst>
          </p:cNvPr>
          <p:cNvSpPr>
            <a:spLocks noGrp="1"/>
          </p:cNvSpPr>
          <p:nvPr/>
        </p:nvSpPr>
        <p:spPr>
          <a:xfrm>
            <a:off x="721199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2" name="F2_precision_recall_distributions_6946">
            <a:extLst>
              <a:ext uri="{FF2B5EF4-FFF2-40B4-BE49-F238E27FC236}">
                <a16:creationId xmlns:a16="http://schemas.microsoft.com/office/drawing/2014/main" id="{5CC64A91-7DC2-4BB8-8D09-00D86F6F7716}"/>
              </a:ext>
            </a:extLst>
          </p:cNvPr>
          <p:cNvSpPr>
            <a:spLocks noGrp="1"/>
          </p:cNvSpPr>
          <p:nvPr/>
        </p:nvSpPr>
        <p:spPr>
          <a:xfrm>
            <a:off x="704503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3" name="F2_precision_recall_distributions_6947">
            <a:extLst>
              <a:ext uri="{FF2B5EF4-FFF2-40B4-BE49-F238E27FC236}">
                <a16:creationId xmlns:a16="http://schemas.microsoft.com/office/drawing/2014/main" id="{7D22F8F3-258B-4159-90A3-0FB508F7FB24}"/>
              </a:ext>
            </a:extLst>
          </p:cNvPr>
          <p:cNvSpPr>
            <a:spLocks noGrp="1"/>
          </p:cNvSpPr>
          <p:nvPr/>
        </p:nvSpPr>
        <p:spPr>
          <a:xfrm>
            <a:off x="729994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4" name="F2_precision_recall_distributions_6948">
            <a:extLst>
              <a:ext uri="{FF2B5EF4-FFF2-40B4-BE49-F238E27FC236}">
                <a16:creationId xmlns:a16="http://schemas.microsoft.com/office/drawing/2014/main" id="{A6C5D1D9-3553-48E2-8674-1D17ABFA4233}"/>
              </a:ext>
            </a:extLst>
          </p:cNvPr>
          <p:cNvSpPr>
            <a:spLocks noGrp="1"/>
          </p:cNvSpPr>
          <p:nvPr/>
        </p:nvSpPr>
        <p:spPr>
          <a:xfrm>
            <a:off x="726666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5" name="F2_precision_recall_distributions_6949">
            <a:extLst>
              <a:ext uri="{FF2B5EF4-FFF2-40B4-BE49-F238E27FC236}">
                <a16:creationId xmlns:a16="http://schemas.microsoft.com/office/drawing/2014/main" id="{4338F6D8-22C7-42EF-9EDF-5BC27DF15ECA}"/>
              </a:ext>
            </a:extLst>
          </p:cNvPr>
          <p:cNvSpPr>
            <a:spLocks noGrp="1"/>
          </p:cNvSpPr>
          <p:nvPr/>
        </p:nvSpPr>
        <p:spPr>
          <a:xfrm>
            <a:off x="705269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6" name="F2_precision_recall_distributions_6950">
            <a:extLst>
              <a:ext uri="{FF2B5EF4-FFF2-40B4-BE49-F238E27FC236}">
                <a16:creationId xmlns:a16="http://schemas.microsoft.com/office/drawing/2014/main" id="{6E0168DD-C4F1-41B2-A20D-17F26893A3F6}"/>
              </a:ext>
            </a:extLst>
          </p:cNvPr>
          <p:cNvSpPr>
            <a:spLocks noGrp="1"/>
          </p:cNvSpPr>
          <p:nvPr/>
        </p:nvSpPr>
        <p:spPr>
          <a:xfrm>
            <a:off x="726341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7" name="F2_precision_recall_distributions_6951">
            <a:extLst>
              <a:ext uri="{FF2B5EF4-FFF2-40B4-BE49-F238E27FC236}">
                <a16:creationId xmlns:a16="http://schemas.microsoft.com/office/drawing/2014/main" id="{9FE77ED1-DE2A-4284-8ECD-9DA1C659DE95}"/>
              </a:ext>
            </a:extLst>
          </p:cNvPr>
          <p:cNvSpPr>
            <a:spLocks noGrp="1"/>
          </p:cNvSpPr>
          <p:nvPr/>
        </p:nvSpPr>
        <p:spPr>
          <a:xfrm>
            <a:off x="706756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8" name="F2_precision_recall_distributions_6952">
            <a:extLst>
              <a:ext uri="{FF2B5EF4-FFF2-40B4-BE49-F238E27FC236}">
                <a16:creationId xmlns:a16="http://schemas.microsoft.com/office/drawing/2014/main" id="{1A02D4E9-2CC7-4D97-8EC8-F090AE2815E1}"/>
              </a:ext>
            </a:extLst>
          </p:cNvPr>
          <p:cNvSpPr>
            <a:spLocks noGrp="1"/>
          </p:cNvSpPr>
          <p:nvPr/>
        </p:nvSpPr>
        <p:spPr>
          <a:xfrm>
            <a:off x="712037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39" name="F2_precision_recall_distributions_6953">
            <a:extLst>
              <a:ext uri="{FF2B5EF4-FFF2-40B4-BE49-F238E27FC236}">
                <a16:creationId xmlns:a16="http://schemas.microsoft.com/office/drawing/2014/main" id="{40587991-EA61-4930-82D7-C24ACDE784EA}"/>
              </a:ext>
            </a:extLst>
          </p:cNvPr>
          <p:cNvSpPr>
            <a:spLocks noGrp="1"/>
          </p:cNvSpPr>
          <p:nvPr/>
        </p:nvSpPr>
        <p:spPr>
          <a:xfrm>
            <a:off x="700937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0" name="F2_precision_recall_distributions_6954">
            <a:extLst>
              <a:ext uri="{FF2B5EF4-FFF2-40B4-BE49-F238E27FC236}">
                <a16:creationId xmlns:a16="http://schemas.microsoft.com/office/drawing/2014/main" id="{CEAB2506-79D1-4A88-B91D-FFF4EA76944F}"/>
              </a:ext>
            </a:extLst>
          </p:cNvPr>
          <p:cNvSpPr>
            <a:spLocks noGrp="1"/>
          </p:cNvSpPr>
          <p:nvPr/>
        </p:nvSpPr>
        <p:spPr>
          <a:xfrm>
            <a:off x="7003139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1" name="F2_precision_recall_distributions_6955">
            <a:extLst>
              <a:ext uri="{FF2B5EF4-FFF2-40B4-BE49-F238E27FC236}">
                <a16:creationId xmlns:a16="http://schemas.microsoft.com/office/drawing/2014/main" id="{739CF0A4-1264-4F7B-B7AF-47CC06C58A5B}"/>
              </a:ext>
            </a:extLst>
          </p:cNvPr>
          <p:cNvSpPr>
            <a:spLocks noGrp="1"/>
          </p:cNvSpPr>
          <p:nvPr/>
        </p:nvSpPr>
        <p:spPr>
          <a:xfrm>
            <a:off x="733022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2" name="F2_precision_recall_distributions_6956">
            <a:extLst>
              <a:ext uri="{FF2B5EF4-FFF2-40B4-BE49-F238E27FC236}">
                <a16:creationId xmlns:a16="http://schemas.microsoft.com/office/drawing/2014/main" id="{B5E59673-518F-4EB6-83F0-927A89614D68}"/>
              </a:ext>
            </a:extLst>
          </p:cNvPr>
          <p:cNvSpPr>
            <a:spLocks noGrp="1"/>
          </p:cNvSpPr>
          <p:nvPr/>
        </p:nvSpPr>
        <p:spPr>
          <a:xfrm>
            <a:off x="7273030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3" name="F2_precision_recall_distributions_6957">
            <a:extLst>
              <a:ext uri="{FF2B5EF4-FFF2-40B4-BE49-F238E27FC236}">
                <a16:creationId xmlns:a16="http://schemas.microsoft.com/office/drawing/2014/main" id="{2082B6F5-732A-4339-B709-06919C880BCC}"/>
              </a:ext>
            </a:extLst>
          </p:cNvPr>
          <p:cNvSpPr>
            <a:spLocks noGrp="1"/>
          </p:cNvSpPr>
          <p:nvPr/>
        </p:nvSpPr>
        <p:spPr>
          <a:xfrm>
            <a:off x="7125395" y="58103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4" name="F2_precision_recall_distributions_6958">
            <a:extLst>
              <a:ext uri="{FF2B5EF4-FFF2-40B4-BE49-F238E27FC236}">
                <a16:creationId xmlns:a16="http://schemas.microsoft.com/office/drawing/2014/main" id="{99A01092-3F48-464F-9A33-21DECA95E2EA}"/>
              </a:ext>
            </a:extLst>
          </p:cNvPr>
          <p:cNvSpPr>
            <a:spLocks noGrp="1"/>
          </p:cNvSpPr>
          <p:nvPr/>
        </p:nvSpPr>
        <p:spPr>
          <a:xfrm>
            <a:off x="72259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5" name="F2_precision_recall_distributions_6959">
            <a:extLst>
              <a:ext uri="{FF2B5EF4-FFF2-40B4-BE49-F238E27FC236}">
                <a16:creationId xmlns:a16="http://schemas.microsoft.com/office/drawing/2014/main" id="{E054973A-FAE5-4C1A-A097-37367B8B05A7}"/>
              </a:ext>
            </a:extLst>
          </p:cNvPr>
          <p:cNvSpPr>
            <a:spLocks noGrp="1"/>
          </p:cNvSpPr>
          <p:nvPr/>
        </p:nvSpPr>
        <p:spPr>
          <a:xfrm>
            <a:off x="703842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6" name="F2_precision_recall_distributions_6960">
            <a:extLst>
              <a:ext uri="{FF2B5EF4-FFF2-40B4-BE49-F238E27FC236}">
                <a16:creationId xmlns:a16="http://schemas.microsoft.com/office/drawing/2014/main" id="{F39F3F46-5FAD-4EF2-82C2-10B208BD4A6E}"/>
              </a:ext>
            </a:extLst>
          </p:cNvPr>
          <p:cNvSpPr>
            <a:spLocks noGrp="1"/>
          </p:cNvSpPr>
          <p:nvPr/>
        </p:nvSpPr>
        <p:spPr>
          <a:xfrm>
            <a:off x="7121010" y="58633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7" name="F2_precision_recall_distributions_6961">
            <a:extLst>
              <a:ext uri="{FF2B5EF4-FFF2-40B4-BE49-F238E27FC236}">
                <a16:creationId xmlns:a16="http://schemas.microsoft.com/office/drawing/2014/main" id="{EF382BC1-7E6F-453E-94E1-26776ECBCAC7}"/>
              </a:ext>
            </a:extLst>
          </p:cNvPr>
          <p:cNvSpPr>
            <a:spLocks noGrp="1"/>
          </p:cNvSpPr>
          <p:nvPr/>
        </p:nvSpPr>
        <p:spPr>
          <a:xfrm>
            <a:off x="7074176" y="62552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8" name="F2_precision_recall_distributions_6962">
            <a:extLst>
              <a:ext uri="{FF2B5EF4-FFF2-40B4-BE49-F238E27FC236}">
                <a16:creationId xmlns:a16="http://schemas.microsoft.com/office/drawing/2014/main" id="{7B1EAA59-43FC-4C9F-9394-1B5856A7A75E}"/>
              </a:ext>
            </a:extLst>
          </p:cNvPr>
          <p:cNvSpPr>
            <a:spLocks noGrp="1"/>
          </p:cNvSpPr>
          <p:nvPr/>
        </p:nvSpPr>
        <p:spPr>
          <a:xfrm>
            <a:off x="7155889" y="60427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49" name="F2_precision_recall_distributions_6963">
            <a:extLst>
              <a:ext uri="{FF2B5EF4-FFF2-40B4-BE49-F238E27FC236}">
                <a16:creationId xmlns:a16="http://schemas.microsoft.com/office/drawing/2014/main" id="{E0E6140B-0367-4E67-B393-3BB9DA5AD70D}"/>
              </a:ext>
            </a:extLst>
          </p:cNvPr>
          <p:cNvSpPr>
            <a:spLocks noGrp="1"/>
          </p:cNvSpPr>
          <p:nvPr/>
        </p:nvSpPr>
        <p:spPr>
          <a:xfrm>
            <a:off x="6969601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0" name="F2_precision_recall_distributions_6964">
            <a:extLst>
              <a:ext uri="{FF2B5EF4-FFF2-40B4-BE49-F238E27FC236}">
                <a16:creationId xmlns:a16="http://schemas.microsoft.com/office/drawing/2014/main" id="{6851D00B-9773-4B6A-9906-1B80B67E211C}"/>
              </a:ext>
            </a:extLst>
          </p:cNvPr>
          <p:cNvSpPr>
            <a:spLocks noGrp="1"/>
          </p:cNvSpPr>
          <p:nvPr/>
        </p:nvSpPr>
        <p:spPr>
          <a:xfrm>
            <a:off x="708162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1" name="F2_precision_recall_distributions_6965">
            <a:extLst>
              <a:ext uri="{FF2B5EF4-FFF2-40B4-BE49-F238E27FC236}">
                <a16:creationId xmlns:a16="http://schemas.microsoft.com/office/drawing/2014/main" id="{441957EE-1069-4BFA-B9A7-34FF760BE2F2}"/>
              </a:ext>
            </a:extLst>
          </p:cNvPr>
          <p:cNvSpPr>
            <a:spLocks noGrp="1"/>
          </p:cNvSpPr>
          <p:nvPr/>
        </p:nvSpPr>
        <p:spPr>
          <a:xfrm>
            <a:off x="720693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2" name="F2_precision_recall_distributions_6966">
            <a:extLst>
              <a:ext uri="{FF2B5EF4-FFF2-40B4-BE49-F238E27FC236}">
                <a16:creationId xmlns:a16="http://schemas.microsoft.com/office/drawing/2014/main" id="{5BD8168F-C3AE-42B2-8AFF-3D5F955D3CFA}"/>
              </a:ext>
            </a:extLst>
          </p:cNvPr>
          <p:cNvSpPr>
            <a:spLocks noGrp="1"/>
          </p:cNvSpPr>
          <p:nvPr/>
        </p:nvSpPr>
        <p:spPr>
          <a:xfrm>
            <a:off x="6976587" y="64263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3" name="F2_precision_recall_distributions_6967">
            <a:extLst>
              <a:ext uri="{FF2B5EF4-FFF2-40B4-BE49-F238E27FC236}">
                <a16:creationId xmlns:a16="http://schemas.microsoft.com/office/drawing/2014/main" id="{EE1E6CA6-13C4-4555-90ED-45C62F4E19AE}"/>
              </a:ext>
            </a:extLst>
          </p:cNvPr>
          <p:cNvSpPr>
            <a:spLocks noGrp="1"/>
          </p:cNvSpPr>
          <p:nvPr/>
        </p:nvSpPr>
        <p:spPr>
          <a:xfrm>
            <a:off x="731450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4" name="F2_precision_recall_distributions_6968">
            <a:extLst>
              <a:ext uri="{FF2B5EF4-FFF2-40B4-BE49-F238E27FC236}">
                <a16:creationId xmlns:a16="http://schemas.microsoft.com/office/drawing/2014/main" id="{E8D7C88D-6823-4018-8453-375C1AC82D87}"/>
              </a:ext>
            </a:extLst>
          </p:cNvPr>
          <p:cNvSpPr>
            <a:spLocks noGrp="1"/>
          </p:cNvSpPr>
          <p:nvPr/>
        </p:nvSpPr>
        <p:spPr>
          <a:xfrm>
            <a:off x="733069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5" name="F2_precision_recall_distributions_6969">
            <a:extLst>
              <a:ext uri="{FF2B5EF4-FFF2-40B4-BE49-F238E27FC236}">
                <a16:creationId xmlns:a16="http://schemas.microsoft.com/office/drawing/2014/main" id="{76F008BF-F9BA-489F-9F44-E3B9F1FA9467}"/>
              </a:ext>
            </a:extLst>
          </p:cNvPr>
          <p:cNvSpPr>
            <a:spLocks noGrp="1"/>
          </p:cNvSpPr>
          <p:nvPr/>
        </p:nvSpPr>
        <p:spPr>
          <a:xfrm>
            <a:off x="719674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6" name="F2_precision_recall_distributions_6970">
            <a:extLst>
              <a:ext uri="{FF2B5EF4-FFF2-40B4-BE49-F238E27FC236}">
                <a16:creationId xmlns:a16="http://schemas.microsoft.com/office/drawing/2014/main" id="{824BD3E8-3892-4338-B7E8-7645A8620E79}"/>
              </a:ext>
            </a:extLst>
          </p:cNvPr>
          <p:cNvSpPr>
            <a:spLocks noGrp="1"/>
          </p:cNvSpPr>
          <p:nvPr/>
        </p:nvSpPr>
        <p:spPr>
          <a:xfrm>
            <a:off x="729249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7" name="F2_precision_recall_distributions_6971">
            <a:extLst>
              <a:ext uri="{FF2B5EF4-FFF2-40B4-BE49-F238E27FC236}">
                <a16:creationId xmlns:a16="http://schemas.microsoft.com/office/drawing/2014/main" id="{5A5B33DD-B7D4-4C3B-AA24-76DD7CD9DD08}"/>
              </a:ext>
            </a:extLst>
          </p:cNvPr>
          <p:cNvSpPr>
            <a:spLocks noGrp="1"/>
          </p:cNvSpPr>
          <p:nvPr/>
        </p:nvSpPr>
        <p:spPr>
          <a:xfrm>
            <a:off x="706493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8" name="F2_precision_recall_distributions_6972">
            <a:extLst>
              <a:ext uri="{FF2B5EF4-FFF2-40B4-BE49-F238E27FC236}">
                <a16:creationId xmlns:a16="http://schemas.microsoft.com/office/drawing/2014/main" id="{8D595DD4-4427-40AF-9DE1-0F016F79718E}"/>
              </a:ext>
            </a:extLst>
          </p:cNvPr>
          <p:cNvSpPr>
            <a:spLocks noGrp="1"/>
          </p:cNvSpPr>
          <p:nvPr/>
        </p:nvSpPr>
        <p:spPr>
          <a:xfrm>
            <a:off x="72851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59" name="F2_precision_recall_distributions_6973">
            <a:extLst>
              <a:ext uri="{FF2B5EF4-FFF2-40B4-BE49-F238E27FC236}">
                <a16:creationId xmlns:a16="http://schemas.microsoft.com/office/drawing/2014/main" id="{92B67658-11EA-414E-A3B0-CC400EE0DE4A}"/>
              </a:ext>
            </a:extLst>
          </p:cNvPr>
          <p:cNvSpPr>
            <a:spLocks noGrp="1"/>
          </p:cNvSpPr>
          <p:nvPr/>
        </p:nvSpPr>
        <p:spPr>
          <a:xfrm>
            <a:off x="7000716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0" name="F2_precision_recall_distributions_6974">
            <a:extLst>
              <a:ext uri="{FF2B5EF4-FFF2-40B4-BE49-F238E27FC236}">
                <a16:creationId xmlns:a16="http://schemas.microsoft.com/office/drawing/2014/main" id="{F22C5D98-7FA7-477D-8225-1AD2FBFA4841}"/>
              </a:ext>
            </a:extLst>
          </p:cNvPr>
          <p:cNvSpPr>
            <a:spLocks noGrp="1"/>
          </p:cNvSpPr>
          <p:nvPr/>
        </p:nvSpPr>
        <p:spPr>
          <a:xfrm>
            <a:off x="7067687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1" name="F2_precision_recall_distributions_6975">
            <a:extLst>
              <a:ext uri="{FF2B5EF4-FFF2-40B4-BE49-F238E27FC236}">
                <a16:creationId xmlns:a16="http://schemas.microsoft.com/office/drawing/2014/main" id="{A745FA0D-62E1-4EBE-B9D8-52CC33887C8F}"/>
              </a:ext>
            </a:extLst>
          </p:cNvPr>
          <p:cNvSpPr>
            <a:spLocks noGrp="1"/>
          </p:cNvSpPr>
          <p:nvPr/>
        </p:nvSpPr>
        <p:spPr>
          <a:xfrm>
            <a:off x="711768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2" name="F2_precision_recall_distributions_6976">
            <a:extLst>
              <a:ext uri="{FF2B5EF4-FFF2-40B4-BE49-F238E27FC236}">
                <a16:creationId xmlns:a16="http://schemas.microsoft.com/office/drawing/2014/main" id="{C1F81DCB-CA59-40A4-BC75-0FC326D38143}"/>
              </a:ext>
            </a:extLst>
          </p:cNvPr>
          <p:cNvSpPr>
            <a:spLocks noGrp="1"/>
          </p:cNvSpPr>
          <p:nvPr/>
        </p:nvSpPr>
        <p:spPr>
          <a:xfrm>
            <a:off x="7103896" y="596187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3" name="F2_precision_recall_distributions_6977">
            <a:extLst>
              <a:ext uri="{FF2B5EF4-FFF2-40B4-BE49-F238E27FC236}">
                <a16:creationId xmlns:a16="http://schemas.microsoft.com/office/drawing/2014/main" id="{35B2D43D-9E7F-49BC-840B-6A2227E9DE25}"/>
              </a:ext>
            </a:extLst>
          </p:cNvPr>
          <p:cNvSpPr>
            <a:spLocks noGrp="1"/>
          </p:cNvSpPr>
          <p:nvPr/>
        </p:nvSpPr>
        <p:spPr>
          <a:xfrm>
            <a:off x="7005253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4" name="F2_precision_recall_distributions_6978">
            <a:extLst>
              <a:ext uri="{FF2B5EF4-FFF2-40B4-BE49-F238E27FC236}">
                <a16:creationId xmlns:a16="http://schemas.microsoft.com/office/drawing/2014/main" id="{D982232E-4D47-4E71-80EC-A5EBD27E3979}"/>
              </a:ext>
            </a:extLst>
          </p:cNvPr>
          <p:cNvSpPr>
            <a:spLocks noGrp="1"/>
          </p:cNvSpPr>
          <p:nvPr/>
        </p:nvSpPr>
        <p:spPr>
          <a:xfrm>
            <a:off x="7162737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5" name="F2_precision_recall_distributions_6979">
            <a:extLst>
              <a:ext uri="{FF2B5EF4-FFF2-40B4-BE49-F238E27FC236}">
                <a16:creationId xmlns:a16="http://schemas.microsoft.com/office/drawing/2014/main" id="{BBF8D2BB-A20E-407B-B57B-6AD264108999}"/>
              </a:ext>
            </a:extLst>
          </p:cNvPr>
          <p:cNvSpPr>
            <a:spLocks noGrp="1"/>
          </p:cNvSpPr>
          <p:nvPr/>
        </p:nvSpPr>
        <p:spPr>
          <a:xfrm>
            <a:off x="7289258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6" name="F2_precision_recall_distributions_6980">
            <a:extLst>
              <a:ext uri="{FF2B5EF4-FFF2-40B4-BE49-F238E27FC236}">
                <a16:creationId xmlns:a16="http://schemas.microsoft.com/office/drawing/2014/main" id="{DE397516-FC35-45A1-A132-9429FE51FBB0}"/>
              </a:ext>
            </a:extLst>
          </p:cNvPr>
          <p:cNvSpPr>
            <a:spLocks noGrp="1"/>
          </p:cNvSpPr>
          <p:nvPr/>
        </p:nvSpPr>
        <p:spPr>
          <a:xfrm>
            <a:off x="729944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7" name="F2_precision_recall_distributions_6981">
            <a:extLst>
              <a:ext uri="{FF2B5EF4-FFF2-40B4-BE49-F238E27FC236}">
                <a16:creationId xmlns:a16="http://schemas.microsoft.com/office/drawing/2014/main" id="{9FFAF2F5-65A3-4898-A2C8-33F9EECA6208}"/>
              </a:ext>
            </a:extLst>
          </p:cNvPr>
          <p:cNvSpPr>
            <a:spLocks noGrp="1"/>
          </p:cNvSpPr>
          <p:nvPr/>
        </p:nvSpPr>
        <p:spPr>
          <a:xfrm>
            <a:off x="7238285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8" name="F2_precision_recall_distributions_6982">
            <a:extLst>
              <a:ext uri="{FF2B5EF4-FFF2-40B4-BE49-F238E27FC236}">
                <a16:creationId xmlns:a16="http://schemas.microsoft.com/office/drawing/2014/main" id="{D38BA8D2-D107-424C-B481-5DEE4DB5139A}"/>
              </a:ext>
            </a:extLst>
          </p:cNvPr>
          <p:cNvSpPr>
            <a:spLocks noGrp="1"/>
          </p:cNvSpPr>
          <p:nvPr/>
        </p:nvSpPr>
        <p:spPr>
          <a:xfrm>
            <a:off x="709663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69" name="F2_precision_recall_distributions_6983">
            <a:extLst>
              <a:ext uri="{FF2B5EF4-FFF2-40B4-BE49-F238E27FC236}">
                <a16:creationId xmlns:a16="http://schemas.microsoft.com/office/drawing/2014/main" id="{565DB85D-4905-4506-A554-A7EEEBDE2BEA}"/>
              </a:ext>
            </a:extLst>
          </p:cNvPr>
          <p:cNvSpPr>
            <a:spLocks noGrp="1"/>
          </p:cNvSpPr>
          <p:nvPr/>
        </p:nvSpPr>
        <p:spPr>
          <a:xfrm>
            <a:off x="703657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0" name="F2_precision_recall_distributions_6984">
            <a:extLst>
              <a:ext uri="{FF2B5EF4-FFF2-40B4-BE49-F238E27FC236}">
                <a16:creationId xmlns:a16="http://schemas.microsoft.com/office/drawing/2014/main" id="{BC2D2813-B1DD-42A1-97A9-2C10F27F0EC5}"/>
              </a:ext>
            </a:extLst>
          </p:cNvPr>
          <p:cNvSpPr>
            <a:spLocks noGrp="1"/>
          </p:cNvSpPr>
          <p:nvPr/>
        </p:nvSpPr>
        <p:spPr>
          <a:xfrm>
            <a:off x="710602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1" name="F2_precision_recall_distributions_6985">
            <a:extLst>
              <a:ext uri="{FF2B5EF4-FFF2-40B4-BE49-F238E27FC236}">
                <a16:creationId xmlns:a16="http://schemas.microsoft.com/office/drawing/2014/main" id="{DC1968FA-FAF1-4CDF-AEBC-69DF0E94056E}"/>
              </a:ext>
            </a:extLst>
          </p:cNvPr>
          <p:cNvSpPr>
            <a:spLocks noGrp="1"/>
          </p:cNvSpPr>
          <p:nvPr/>
        </p:nvSpPr>
        <p:spPr>
          <a:xfrm>
            <a:off x="7239666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2" name="F2_precision_recall_distributions_6986">
            <a:extLst>
              <a:ext uri="{FF2B5EF4-FFF2-40B4-BE49-F238E27FC236}">
                <a16:creationId xmlns:a16="http://schemas.microsoft.com/office/drawing/2014/main" id="{EF8A1305-3F7B-4FD2-BA17-759EE998A393}"/>
              </a:ext>
            </a:extLst>
          </p:cNvPr>
          <p:cNvSpPr>
            <a:spLocks noGrp="1"/>
          </p:cNvSpPr>
          <p:nvPr/>
        </p:nvSpPr>
        <p:spPr>
          <a:xfrm>
            <a:off x="718008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3" name="F2_precision_recall_distributions_6987">
            <a:extLst>
              <a:ext uri="{FF2B5EF4-FFF2-40B4-BE49-F238E27FC236}">
                <a16:creationId xmlns:a16="http://schemas.microsoft.com/office/drawing/2014/main" id="{91A7EBA4-4258-40FD-945F-E4233D3746F9}"/>
              </a:ext>
            </a:extLst>
          </p:cNvPr>
          <p:cNvSpPr>
            <a:spLocks noGrp="1"/>
          </p:cNvSpPr>
          <p:nvPr/>
        </p:nvSpPr>
        <p:spPr>
          <a:xfrm>
            <a:off x="7028822" y="57867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4" name="F2_precision_recall_distributions_6988">
            <a:extLst>
              <a:ext uri="{FF2B5EF4-FFF2-40B4-BE49-F238E27FC236}">
                <a16:creationId xmlns:a16="http://schemas.microsoft.com/office/drawing/2014/main" id="{E7B19032-32EB-4DC5-A2FD-07B3771882E0}"/>
              </a:ext>
            </a:extLst>
          </p:cNvPr>
          <p:cNvSpPr>
            <a:spLocks noGrp="1"/>
          </p:cNvSpPr>
          <p:nvPr/>
        </p:nvSpPr>
        <p:spPr>
          <a:xfrm>
            <a:off x="730223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5" name="F2_precision_recall_distributions_6989">
            <a:extLst>
              <a:ext uri="{FF2B5EF4-FFF2-40B4-BE49-F238E27FC236}">
                <a16:creationId xmlns:a16="http://schemas.microsoft.com/office/drawing/2014/main" id="{6AD796AC-1BEB-4405-A133-52A1EDEFFA31}"/>
              </a:ext>
            </a:extLst>
          </p:cNvPr>
          <p:cNvSpPr>
            <a:spLocks noGrp="1"/>
          </p:cNvSpPr>
          <p:nvPr/>
        </p:nvSpPr>
        <p:spPr>
          <a:xfrm>
            <a:off x="728574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6" name="F2_precision_recall_distributions_6990">
            <a:extLst>
              <a:ext uri="{FF2B5EF4-FFF2-40B4-BE49-F238E27FC236}">
                <a16:creationId xmlns:a16="http://schemas.microsoft.com/office/drawing/2014/main" id="{906BC8F7-EA32-4602-A617-45FA6D1D6247}"/>
              </a:ext>
            </a:extLst>
          </p:cNvPr>
          <p:cNvSpPr>
            <a:spLocks noGrp="1"/>
          </p:cNvSpPr>
          <p:nvPr/>
        </p:nvSpPr>
        <p:spPr>
          <a:xfrm>
            <a:off x="7337133" y="62043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7" name="F2_precision_recall_distributions_6991">
            <a:extLst>
              <a:ext uri="{FF2B5EF4-FFF2-40B4-BE49-F238E27FC236}">
                <a16:creationId xmlns:a16="http://schemas.microsoft.com/office/drawing/2014/main" id="{F851BBE6-4B03-4C7C-9BFF-F1284CCE2EE3}"/>
              </a:ext>
            </a:extLst>
          </p:cNvPr>
          <p:cNvSpPr>
            <a:spLocks noGrp="1"/>
          </p:cNvSpPr>
          <p:nvPr/>
        </p:nvSpPr>
        <p:spPr>
          <a:xfrm>
            <a:off x="723737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8" name="F2_precision_recall_distributions_6992">
            <a:extLst>
              <a:ext uri="{FF2B5EF4-FFF2-40B4-BE49-F238E27FC236}">
                <a16:creationId xmlns:a16="http://schemas.microsoft.com/office/drawing/2014/main" id="{0965B275-771B-4D13-8B4E-D9706E51810D}"/>
              </a:ext>
            </a:extLst>
          </p:cNvPr>
          <p:cNvSpPr>
            <a:spLocks noGrp="1"/>
          </p:cNvSpPr>
          <p:nvPr/>
        </p:nvSpPr>
        <p:spPr>
          <a:xfrm>
            <a:off x="71482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79" name="F2_precision_recall_distributions_6993">
            <a:extLst>
              <a:ext uri="{FF2B5EF4-FFF2-40B4-BE49-F238E27FC236}">
                <a16:creationId xmlns:a16="http://schemas.microsoft.com/office/drawing/2014/main" id="{6B00EBB5-9A16-40E4-ABF2-3076D349324C}"/>
              </a:ext>
            </a:extLst>
          </p:cNvPr>
          <p:cNvSpPr>
            <a:spLocks noGrp="1"/>
          </p:cNvSpPr>
          <p:nvPr/>
        </p:nvSpPr>
        <p:spPr>
          <a:xfrm>
            <a:off x="709274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0" name="F2_precision_recall_distributions_6994">
            <a:extLst>
              <a:ext uri="{FF2B5EF4-FFF2-40B4-BE49-F238E27FC236}">
                <a16:creationId xmlns:a16="http://schemas.microsoft.com/office/drawing/2014/main" id="{F444DA78-C7DE-4F23-83DC-1424E17A0CC5}"/>
              </a:ext>
            </a:extLst>
          </p:cNvPr>
          <p:cNvSpPr>
            <a:spLocks noGrp="1"/>
          </p:cNvSpPr>
          <p:nvPr/>
        </p:nvSpPr>
        <p:spPr>
          <a:xfrm>
            <a:off x="7257775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1" name="F2_precision_recall_distributions_6995">
            <a:extLst>
              <a:ext uri="{FF2B5EF4-FFF2-40B4-BE49-F238E27FC236}">
                <a16:creationId xmlns:a16="http://schemas.microsoft.com/office/drawing/2014/main" id="{22F801FF-FAA9-48C1-AB96-01AC6314E33C}"/>
              </a:ext>
            </a:extLst>
          </p:cNvPr>
          <p:cNvSpPr>
            <a:spLocks noGrp="1"/>
          </p:cNvSpPr>
          <p:nvPr/>
        </p:nvSpPr>
        <p:spPr>
          <a:xfrm>
            <a:off x="7195618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2" name="F2_precision_recall_distributions_6996">
            <a:extLst>
              <a:ext uri="{FF2B5EF4-FFF2-40B4-BE49-F238E27FC236}">
                <a16:creationId xmlns:a16="http://schemas.microsoft.com/office/drawing/2014/main" id="{DD918402-E8D4-4963-B4F8-3B3A92AB7BA7}"/>
              </a:ext>
            </a:extLst>
          </p:cNvPr>
          <p:cNvSpPr>
            <a:spLocks noGrp="1"/>
          </p:cNvSpPr>
          <p:nvPr/>
        </p:nvSpPr>
        <p:spPr>
          <a:xfrm>
            <a:off x="7321408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3" name="F2_precision_recall_distributions_6997">
            <a:extLst>
              <a:ext uri="{FF2B5EF4-FFF2-40B4-BE49-F238E27FC236}">
                <a16:creationId xmlns:a16="http://schemas.microsoft.com/office/drawing/2014/main" id="{5F1939CD-9B3A-4622-B7F3-3AD8B0D9F43B}"/>
              </a:ext>
            </a:extLst>
          </p:cNvPr>
          <p:cNvSpPr>
            <a:spLocks noGrp="1"/>
          </p:cNvSpPr>
          <p:nvPr/>
        </p:nvSpPr>
        <p:spPr>
          <a:xfrm>
            <a:off x="6987882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4" name="F2_precision_recall_distributions_6998">
            <a:extLst>
              <a:ext uri="{FF2B5EF4-FFF2-40B4-BE49-F238E27FC236}">
                <a16:creationId xmlns:a16="http://schemas.microsoft.com/office/drawing/2014/main" id="{D102CA2D-AE9E-4EE6-BE14-B533E3FF878A}"/>
              </a:ext>
            </a:extLst>
          </p:cNvPr>
          <p:cNvSpPr>
            <a:spLocks noGrp="1"/>
          </p:cNvSpPr>
          <p:nvPr/>
        </p:nvSpPr>
        <p:spPr>
          <a:xfrm>
            <a:off x="720676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5" name="F2_precision_recall_distributions_6999">
            <a:extLst>
              <a:ext uri="{FF2B5EF4-FFF2-40B4-BE49-F238E27FC236}">
                <a16:creationId xmlns:a16="http://schemas.microsoft.com/office/drawing/2014/main" id="{7A75A3B7-1071-42B0-BA7F-3292BF011D86}"/>
              </a:ext>
            </a:extLst>
          </p:cNvPr>
          <p:cNvSpPr>
            <a:spLocks noGrp="1"/>
          </p:cNvSpPr>
          <p:nvPr/>
        </p:nvSpPr>
        <p:spPr>
          <a:xfrm>
            <a:off x="722353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6" name="F2_precision_recall_distributions_7000">
            <a:extLst>
              <a:ext uri="{FF2B5EF4-FFF2-40B4-BE49-F238E27FC236}">
                <a16:creationId xmlns:a16="http://schemas.microsoft.com/office/drawing/2014/main" id="{F9A547E9-A4B8-4EDB-9EE6-5967460D58E5}"/>
              </a:ext>
            </a:extLst>
          </p:cNvPr>
          <p:cNvSpPr>
            <a:spLocks noGrp="1"/>
          </p:cNvSpPr>
          <p:nvPr/>
        </p:nvSpPr>
        <p:spPr>
          <a:xfrm>
            <a:off x="720457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7" name="F2_precision_recall_distributions_7001">
            <a:extLst>
              <a:ext uri="{FF2B5EF4-FFF2-40B4-BE49-F238E27FC236}">
                <a16:creationId xmlns:a16="http://schemas.microsoft.com/office/drawing/2014/main" id="{C8CCEC12-BD7F-43EC-9084-EF7808B32B17}"/>
              </a:ext>
            </a:extLst>
          </p:cNvPr>
          <p:cNvSpPr>
            <a:spLocks noGrp="1"/>
          </p:cNvSpPr>
          <p:nvPr/>
        </p:nvSpPr>
        <p:spPr>
          <a:xfrm>
            <a:off x="7295469" y="56688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8" name="F2_precision_recall_distributions_7002">
            <a:extLst>
              <a:ext uri="{FF2B5EF4-FFF2-40B4-BE49-F238E27FC236}">
                <a16:creationId xmlns:a16="http://schemas.microsoft.com/office/drawing/2014/main" id="{9B7F2101-DB0C-4E01-9E04-E94D5272D248}"/>
              </a:ext>
            </a:extLst>
          </p:cNvPr>
          <p:cNvSpPr>
            <a:spLocks noGrp="1"/>
          </p:cNvSpPr>
          <p:nvPr/>
        </p:nvSpPr>
        <p:spPr>
          <a:xfrm>
            <a:off x="710129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89" name="F2_precision_recall_distributions_7003">
            <a:extLst>
              <a:ext uri="{FF2B5EF4-FFF2-40B4-BE49-F238E27FC236}">
                <a16:creationId xmlns:a16="http://schemas.microsoft.com/office/drawing/2014/main" id="{27F29550-1FFD-4C59-9312-305751B4603D}"/>
              </a:ext>
            </a:extLst>
          </p:cNvPr>
          <p:cNvSpPr>
            <a:spLocks noGrp="1"/>
          </p:cNvSpPr>
          <p:nvPr/>
        </p:nvSpPr>
        <p:spPr>
          <a:xfrm>
            <a:off x="731656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0" name="F2_precision_recall_distributions_7004">
            <a:extLst>
              <a:ext uri="{FF2B5EF4-FFF2-40B4-BE49-F238E27FC236}">
                <a16:creationId xmlns:a16="http://schemas.microsoft.com/office/drawing/2014/main" id="{AC33A410-FFBA-4BD6-AD35-E518668D3766}"/>
              </a:ext>
            </a:extLst>
          </p:cNvPr>
          <p:cNvSpPr>
            <a:spLocks noGrp="1"/>
          </p:cNvSpPr>
          <p:nvPr/>
        </p:nvSpPr>
        <p:spPr>
          <a:xfrm>
            <a:off x="703193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1" name="F2_precision_recall_distributions_7005">
            <a:extLst>
              <a:ext uri="{FF2B5EF4-FFF2-40B4-BE49-F238E27FC236}">
                <a16:creationId xmlns:a16="http://schemas.microsoft.com/office/drawing/2014/main" id="{94128319-AC6D-442A-B4EC-D47438386054}"/>
              </a:ext>
            </a:extLst>
          </p:cNvPr>
          <p:cNvSpPr>
            <a:spLocks noGrp="1"/>
          </p:cNvSpPr>
          <p:nvPr/>
        </p:nvSpPr>
        <p:spPr>
          <a:xfrm>
            <a:off x="698394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2" name="F2_precision_recall_distributions_7006">
            <a:extLst>
              <a:ext uri="{FF2B5EF4-FFF2-40B4-BE49-F238E27FC236}">
                <a16:creationId xmlns:a16="http://schemas.microsoft.com/office/drawing/2014/main" id="{F6D4079B-D3A4-48B0-93E4-B2585DD07D09}"/>
              </a:ext>
            </a:extLst>
          </p:cNvPr>
          <p:cNvSpPr>
            <a:spLocks noGrp="1"/>
          </p:cNvSpPr>
          <p:nvPr/>
        </p:nvSpPr>
        <p:spPr>
          <a:xfrm>
            <a:off x="719621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3" name="F2_precision_recall_distributions_7007">
            <a:extLst>
              <a:ext uri="{FF2B5EF4-FFF2-40B4-BE49-F238E27FC236}">
                <a16:creationId xmlns:a16="http://schemas.microsoft.com/office/drawing/2014/main" id="{6BD461FF-8265-4642-B7FE-90464DA7258C}"/>
              </a:ext>
            </a:extLst>
          </p:cNvPr>
          <p:cNvSpPr>
            <a:spLocks noGrp="1"/>
          </p:cNvSpPr>
          <p:nvPr/>
        </p:nvSpPr>
        <p:spPr>
          <a:xfrm>
            <a:off x="7097847" y="6127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4" name="F2_precision_recall_distributions_7008">
            <a:extLst>
              <a:ext uri="{FF2B5EF4-FFF2-40B4-BE49-F238E27FC236}">
                <a16:creationId xmlns:a16="http://schemas.microsoft.com/office/drawing/2014/main" id="{FE63E2D7-8B61-418D-AA9C-83175F4D3C36}"/>
              </a:ext>
            </a:extLst>
          </p:cNvPr>
          <p:cNvSpPr>
            <a:spLocks noGrp="1"/>
          </p:cNvSpPr>
          <p:nvPr/>
        </p:nvSpPr>
        <p:spPr>
          <a:xfrm>
            <a:off x="7331455" y="597534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5" name="F2_precision_recall_distributions_7009">
            <a:extLst>
              <a:ext uri="{FF2B5EF4-FFF2-40B4-BE49-F238E27FC236}">
                <a16:creationId xmlns:a16="http://schemas.microsoft.com/office/drawing/2014/main" id="{0E241000-B139-4C0E-BF0E-8BD0020006CF}"/>
              </a:ext>
            </a:extLst>
          </p:cNvPr>
          <p:cNvSpPr>
            <a:spLocks noGrp="1"/>
          </p:cNvSpPr>
          <p:nvPr/>
        </p:nvSpPr>
        <p:spPr>
          <a:xfrm>
            <a:off x="7004910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6" name="F2_precision_recall_distributions_7010">
            <a:extLst>
              <a:ext uri="{FF2B5EF4-FFF2-40B4-BE49-F238E27FC236}">
                <a16:creationId xmlns:a16="http://schemas.microsoft.com/office/drawing/2014/main" id="{19E5476C-88E5-43C9-A120-3452C09AAB62}"/>
              </a:ext>
            </a:extLst>
          </p:cNvPr>
          <p:cNvSpPr>
            <a:spLocks noGrp="1"/>
          </p:cNvSpPr>
          <p:nvPr/>
        </p:nvSpPr>
        <p:spPr>
          <a:xfrm>
            <a:off x="71952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7" name="F2_precision_recall_distributions_7011">
            <a:extLst>
              <a:ext uri="{FF2B5EF4-FFF2-40B4-BE49-F238E27FC236}">
                <a16:creationId xmlns:a16="http://schemas.microsoft.com/office/drawing/2014/main" id="{50C0CC10-5306-4E74-8F07-50BE08D06035}"/>
              </a:ext>
            </a:extLst>
          </p:cNvPr>
          <p:cNvSpPr>
            <a:spLocks noGrp="1"/>
          </p:cNvSpPr>
          <p:nvPr/>
        </p:nvSpPr>
        <p:spPr>
          <a:xfrm>
            <a:off x="706249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8" name="F2_precision_recall_distributions_7012">
            <a:extLst>
              <a:ext uri="{FF2B5EF4-FFF2-40B4-BE49-F238E27FC236}">
                <a16:creationId xmlns:a16="http://schemas.microsoft.com/office/drawing/2014/main" id="{FF48B63B-54E1-465B-9C50-B64B95CCA49D}"/>
              </a:ext>
            </a:extLst>
          </p:cNvPr>
          <p:cNvSpPr>
            <a:spLocks noGrp="1"/>
          </p:cNvSpPr>
          <p:nvPr/>
        </p:nvSpPr>
        <p:spPr>
          <a:xfrm>
            <a:off x="722593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199" name="F2_precision_recall_distributions_7013">
            <a:extLst>
              <a:ext uri="{FF2B5EF4-FFF2-40B4-BE49-F238E27FC236}">
                <a16:creationId xmlns:a16="http://schemas.microsoft.com/office/drawing/2014/main" id="{0C682551-B26B-49ED-80FE-7D261FCD7C4A}"/>
              </a:ext>
            </a:extLst>
          </p:cNvPr>
          <p:cNvSpPr>
            <a:spLocks noGrp="1"/>
          </p:cNvSpPr>
          <p:nvPr/>
        </p:nvSpPr>
        <p:spPr>
          <a:xfrm>
            <a:off x="732414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0" name="F2_precision_recall_distributions_7014">
            <a:extLst>
              <a:ext uri="{FF2B5EF4-FFF2-40B4-BE49-F238E27FC236}">
                <a16:creationId xmlns:a16="http://schemas.microsoft.com/office/drawing/2014/main" id="{93693EC9-D0EC-4984-A4B4-0AEA0DCC48F9}"/>
              </a:ext>
            </a:extLst>
          </p:cNvPr>
          <p:cNvSpPr>
            <a:spLocks noGrp="1"/>
          </p:cNvSpPr>
          <p:nvPr/>
        </p:nvSpPr>
        <p:spPr>
          <a:xfrm>
            <a:off x="7270885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1" name="F2_precision_recall_distributions_7015">
            <a:extLst>
              <a:ext uri="{FF2B5EF4-FFF2-40B4-BE49-F238E27FC236}">
                <a16:creationId xmlns:a16="http://schemas.microsoft.com/office/drawing/2014/main" id="{3DA6EA28-5940-4162-B252-7DD0051CC693}"/>
              </a:ext>
            </a:extLst>
          </p:cNvPr>
          <p:cNvSpPr>
            <a:spLocks noGrp="1"/>
          </p:cNvSpPr>
          <p:nvPr/>
        </p:nvSpPr>
        <p:spPr>
          <a:xfrm>
            <a:off x="704347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2" name="F2_precision_recall_distributions_7016">
            <a:extLst>
              <a:ext uri="{FF2B5EF4-FFF2-40B4-BE49-F238E27FC236}">
                <a16:creationId xmlns:a16="http://schemas.microsoft.com/office/drawing/2014/main" id="{1225C90B-8AA4-4EB2-AAB4-F19FBCCFA5AF}"/>
              </a:ext>
            </a:extLst>
          </p:cNvPr>
          <p:cNvSpPr>
            <a:spLocks noGrp="1"/>
          </p:cNvSpPr>
          <p:nvPr/>
        </p:nvSpPr>
        <p:spPr>
          <a:xfrm>
            <a:off x="717066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3" name="F2_precision_recall_distributions_7017">
            <a:extLst>
              <a:ext uri="{FF2B5EF4-FFF2-40B4-BE49-F238E27FC236}">
                <a16:creationId xmlns:a16="http://schemas.microsoft.com/office/drawing/2014/main" id="{A8B7A418-321B-46BB-AA09-548BFA1C7E4E}"/>
              </a:ext>
            </a:extLst>
          </p:cNvPr>
          <p:cNvSpPr>
            <a:spLocks noGrp="1"/>
          </p:cNvSpPr>
          <p:nvPr/>
        </p:nvSpPr>
        <p:spPr>
          <a:xfrm>
            <a:off x="703957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4" name="F2_precision_recall_distributions_7018">
            <a:extLst>
              <a:ext uri="{FF2B5EF4-FFF2-40B4-BE49-F238E27FC236}">
                <a16:creationId xmlns:a16="http://schemas.microsoft.com/office/drawing/2014/main" id="{01AEB66D-FD31-463F-A505-9723D900796B}"/>
              </a:ext>
            </a:extLst>
          </p:cNvPr>
          <p:cNvSpPr>
            <a:spLocks noGrp="1"/>
          </p:cNvSpPr>
          <p:nvPr/>
        </p:nvSpPr>
        <p:spPr>
          <a:xfrm>
            <a:off x="718392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5" name="F2_precision_recall_distributions_7019">
            <a:extLst>
              <a:ext uri="{FF2B5EF4-FFF2-40B4-BE49-F238E27FC236}">
                <a16:creationId xmlns:a16="http://schemas.microsoft.com/office/drawing/2014/main" id="{8B25D868-495D-4EA2-AB51-4A4A29B5392C}"/>
              </a:ext>
            </a:extLst>
          </p:cNvPr>
          <p:cNvSpPr>
            <a:spLocks noGrp="1"/>
          </p:cNvSpPr>
          <p:nvPr/>
        </p:nvSpPr>
        <p:spPr>
          <a:xfrm>
            <a:off x="7221549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6" name="F2_precision_recall_distributions_7020">
            <a:extLst>
              <a:ext uri="{FF2B5EF4-FFF2-40B4-BE49-F238E27FC236}">
                <a16:creationId xmlns:a16="http://schemas.microsoft.com/office/drawing/2014/main" id="{0E0FC160-C2AB-429F-91DF-9CC5D7A82175}"/>
              </a:ext>
            </a:extLst>
          </p:cNvPr>
          <p:cNvSpPr>
            <a:spLocks noGrp="1"/>
          </p:cNvSpPr>
          <p:nvPr/>
        </p:nvSpPr>
        <p:spPr>
          <a:xfrm>
            <a:off x="7026339" y="59572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7" name="F2_precision_recall_distributions_7021">
            <a:extLst>
              <a:ext uri="{FF2B5EF4-FFF2-40B4-BE49-F238E27FC236}">
                <a16:creationId xmlns:a16="http://schemas.microsoft.com/office/drawing/2014/main" id="{7D729ABB-F826-4453-9B84-0ECE263635F8}"/>
              </a:ext>
            </a:extLst>
          </p:cNvPr>
          <p:cNvSpPr>
            <a:spLocks noGrp="1"/>
          </p:cNvSpPr>
          <p:nvPr/>
        </p:nvSpPr>
        <p:spPr>
          <a:xfrm>
            <a:off x="7028318" y="573957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8" name="F2_precision_recall_distributions_7022">
            <a:extLst>
              <a:ext uri="{FF2B5EF4-FFF2-40B4-BE49-F238E27FC236}">
                <a16:creationId xmlns:a16="http://schemas.microsoft.com/office/drawing/2014/main" id="{626EC708-4610-41F3-B74A-5304626D4A78}"/>
              </a:ext>
            </a:extLst>
          </p:cNvPr>
          <p:cNvSpPr>
            <a:spLocks noGrp="1"/>
          </p:cNvSpPr>
          <p:nvPr/>
        </p:nvSpPr>
        <p:spPr>
          <a:xfrm>
            <a:off x="7286903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09" name="F2_precision_recall_distributions_7023">
            <a:extLst>
              <a:ext uri="{FF2B5EF4-FFF2-40B4-BE49-F238E27FC236}">
                <a16:creationId xmlns:a16="http://schemas.microsoft.com/office/drawing/2014/main" id="{8BCD65B1-1F5B-4F6A-9E75-3C91368818AF}"/>
              </a:ext>
            </a:extLst>
          </p:cNvPr>
          <p:cNvSpPr>
            <a:spLocks noGrp="1"/>
          </p:cNvSpPr>
          <p:nvPr/>
        </p:nvSpPr>
        <p:spPr>
          <a:xfrm>
            <a:off x="7136583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0" name="F2_precision_recall_distributions_7024">
            <a:extLst>
              <a:ext uri="{FF2B5EF4-FFF2-40B4-BE49-F238E27FC236}">
                <a16:creationId xmlns:a16="http://schemas.microsoft.com/office/drawing/2014/main" id="{E565BBA9-D653-4818-9334-670DE971D89F}"/>
              </a:ext>
            </a:extLst>
          </p:cNvPr>
          <p:cNvSpPr>
            <a:spLocks noGrp="1"/>
          </p:cNvSpPr>
          <p:nvPr/>
        </p:nvSpPr>
        <p:spPr>
          <a:xfrm>
            <a:off x="7065323" y="609323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1" name="F2_precision_recall_distributions_7025">
            <a:extLst>
              <a:ext uri="{FF2B5EF4-FFF2-40B4-BE49-F238E27FC236}">
                <a16:creationId xmlns:a16="http://schemas.microsoft.com/office/drawing/2014/main" id="{B7E901A2-179E-4AB1-B625-8951E6F91935}"/>
              </a:ext>
            </a:extLst>
          </p:cNvPr>
          <p:cNvSpPr>
            <a:spLocks noGrp="1"/>
          </p:cNvSpPr>
          <p:nvPr/>
        </p:nvSpPr>
        <p:spPr>
          <a:xfrm>
            <a:off x="706731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2" name="F2_precision_recall_distributions_7026">
            <a:extLst>
              <a:ext uri="{FF2B5EF4-FFF2-40B4-BE49-F238E27FC236}">
                <a16:creationId xmlns:a16="http://schemas.microsoft.com/office/drawing/2014/main" id="{37F3E888-8F8B-4802-AE08-F74AEB7E105E}"/>
              </a:ext>
            </a:extLst>
          </p:cNvPr>
          <p:cNvSpPr>
            <a:spLocks noGrp="1"/>
          </p:cNvSpPr>
          <p:nvPr/>
        </p:nvSpPr>
        <p:spPr>
          <a:xfrm>
            <a:off x="7072791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3" name="F2_precision_recall_distributions_7027">
            <a:extLst>
              <a:ext uri="{FF2B5EF4-FFF2-40B4-BE49-F238E27FC236}">
                <a16:creationId xmlns:a16="http://schemas.microsoft.com/office/drawing/2014/main" id="{BCDFBCEF-3B1F-4B9F-9017-1061C6855E55}"/>
              </a:ext>
            </a:extLst>
          </p:cNvPr>
          <p:cNvSpPr>
            <a:spLocks noGrp="1"/>
          </p:cNvSpPr>
          <p:nvPr/>
        </p:nvSpPr>
        <p:spPr>
          <a:xfrm>
            <a:off x="7262792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4" name="F2_precision_recall_distributions_7028">
            <a:extLst>
              <a:ext uri="{FF2B5EF4-FFF2-40B4-BE49-F238E27FC236}">
                <a16:creationId xmlns:a16="http://schemas.microsoft.com/office/drawing/2014/main" id="{74BB3FF2-4185-4118-9E29-00BACE756682}"/>
              </a:ext>
            </a:extLst>
          </p:cNvPr>
          <p:cNvSpPr>
            <a:spLocks noGrp="1"/>
          </p:cNvSpPr>
          <p:nvPr/>
        </p:nvSpPr>
        <p:spPr>
          <a:xfrm>
            <a:off x="722721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5" name="F2_precision_recall_distributions_7029">
            <a:extLst>
              <a:ext uri="{FF2B5EF4-FFF2-40B4-BE49-F238E27FC236}">
                <a16:creationId xmlns:a16="http://schemas.microsoft.com/office/drawing/2014/main" id="{4537621D-F883-4AD7-8C15-1867BF326133}"/>
              </a:ext>
            </a:extLst>
          </p:cNvPr>
          <p:cNvSpPr>
            <a:spLocks noGrp="1"/>
          </p:cNvSpPr>
          <p:nvPr/>
        </p:nvSpPr>
        <p:spPr>
          <a:xfrm>
            <a:off x="720369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6" name="F2_precision_recall_distributions_7030">
            <a:extLst>
              <a:ext uri="{FF2B5EF4-FFF2-40B4-BE49-F238E27FC236}">
                <a16:creationId xmlns:a16="http://schemas.microsoft.com/office/drawing/2014/main" id="{D3172560-272B-4485-90BC-D8767A778E17}"/>
              </a:ext>
            </a:extLst>
          </p:cNvPr>
          <p:cNvSpPr>
            <a:spLocks noGrp="1"/>
          </p:cNvSpPr>
          <p:nvPr/>
        </p:nvSpPr>
        <p:spPr>
          <a:xfrm>
            <a:off x="6987139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7" name="F2_precision_recall_distributions_7031">
            <a:extLst>
              <a:ext uri="{FF2B5EF4-FFF2-40B4-BE49-F238E27FC236}">
                <a16:creationId xmlns:a16="http://schemas.microsoft.com/office/drawing/2014/main" id="{DC4228D9-5A4E-4FCC-B6A7-F88E0E600E5C}"/>
              </a:ext>
            </a:extLst>
          </p:cNvPr>
          <p:cNvSpPr>
            <a:spLocks noGrp="1"/>
          </p:cNvSpPr>
          <p:nvPr/>
        </p:nvSpPr>
        <p:spPr>
          <a:xfrm>
            <a:off x="7019791" y="639383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8" name="F2_precision_recall_distributions_7032">
            <a:extLst>
              <a:ext uri="{FF2B5EF4-FFF2-40B4-BE49-F238E27FC236}">
                <a16:creationId xmlns:a16="http://schemas.microsoft.com/office/drawing/2014/main" id="{BDD2ECCD-5484-4855-86C0-BA2655F364A6}"/>
              </a:ext>
            </a:extLst>
          </p:cNvPr>
          <p:cNvSpPr>
            <a:spLocks noGrp="1"/>
          </p:cNvSpPr>
          <p:nvPr/>
        </p:nvSpPr>
        <p:spPr>
          <a:xfrm>
            <a:off x="719254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19" name="F2_precision_recall_distributions_7033">
            <a:extLst>
              <a:ext uri="{FF2B5EF4-FFF2-40B4-BE49-F238E27FC236}">
                <a16:creationId xmlns:a16="http://schemas.microsoft.com/office/drawing/2014/main" id="{D1102A62-A341-4F0F-81DB-8C6CA7D77734}"/>
              </a:ext>
            </a:extLst>
          </p:cNvPr>
          <p:cNvSpPr>
            <a:spLocks noGrp="1"/>
          </p:cNvSpPr>
          <p:nvPr/>
        </p:nvSpPr>
        <p:spPr>
          <a:xfrm>
            <a:off x="706153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0" name="F2_precision_recall_distributions_7034">
            <a:extLst>
              <a:ext uri="{FF2B5EF4-FFF2-40B4-BE49-F238E27FC236}">
                <a16:creationId xmlns:a16="http://schemas.microsoft.com/office/drawing/2014/main" id="{E070A010-75F7-449A-817D-8D41943310A4}"/>
              </a:ext>
            </a:extLst>
          </p:cNvPr>
          <p:cNvSpPr>
            <a:spLocks noGrp="1"/>
          </p:cNvSpPr>
          <p:nvPr/>
        </p:nvSpPr>
        <p:spPr>
          <a:xfrm>
            <a:off x="7112614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1" name="F2_precision_recall_distributions_7035">
            <a:extLst>
              <a:ext uri="{FF2B5EF4-FFF2-40B4-BE49-F238E27FC236}">
                <a16:creationId xmlns:a16="http://schemas.microsoft.com/office/drawing/2014/main" id="{26597557-0248-4D98-A289-13E501CD1ABD}"/>
              </a:ext>
            </a:extLst>
          </p:cNvPr>
          <p:cNvSpPr>
            <a:spLocks noGrp="1"/>
          </p:cNvSpPr>
          <p:nvPr/>
        </p:nvSpPr>
        <p:spPr>
          <a:xfrm>
            <a:off x="732271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2" name="F2_precision_recall_distributions_7036">
            <a:extLst>
              <a:ext uri="{FF2B5EF4-FFF2-40B4-BE49-F238E27FC236}">
                <a16:creationId xmlns:a16="http://schemas.microsoft.com/office/drawing/2014/main" id="{4435C579-EB8F-4E2B-A1E8-E5F69A2B28C2}"/>
              </a:ext>
            </a:extLst>
          </p:cNvPr>
          <p:cNvSpPr>
            <a:spLocks noGrp="1"/>
          </p:cNvSpPr>
          <p:nvPr/>
        </p:nvSpPr>
        <p:spPr>
          <a:xfrm>
            <a:off x="69777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3" name="F2_precision_recall_distributions_7037">
            <a:extLst>
              <a:ext uri="{FF2B5EF4-FFF2-40B4-BE49-F238E27FC236}">
                <a16:creationId xmlns:a16="http://schemas.microsoft.com/office/drawing/2014/main" id="{3AA55735-DEB3-44BE-8347-E10307E8FBED}"/>
              </a:ext>
            </a:extLst>
          </p:cNvPr>
          <p:cNvSpPr>
            <a:spLocks noGrp="1"/>
          </p:cNvSpPr>
          <p:nvPr/>
        </p:nvSpPr>
        <p:spPr>
          <a:xfrm>
            <a:off x="7297211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4" name="F2_precision_recall_distributions_7038">
            <a:extLst>
              <a:ext uri="{FF2B5EF4-FFF2-40B4-BE49-F238E27FC236}">
                <a16:creationId xmlns:a16="http://schemas.microsoft.com/office/drawing/2014/main" id="{1D8848FE-AEBE-49F0-ABC0-43F6D1CEFE19}"/>
              </a:ext>
            </a:extLst>
          </p:cNvPr>
          <p:cNvSpPr>
            <a:spLocks noGrp="1"/>
          </p:cNvSpPr>
          <p:nvPr/>
        </p:nvSpPr>
        <p:spPr>
          <a:xfrm>
            <a:off x="715257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5" name="F2_precision_recall_distributions_7039">
            <a:extLst>
              <a:ext uri="{FF2B5EF4-FFF2-40B4-BE49-F238E27FC236}">
                <a16:creationId xmlns:a16="http://schemas.microsoft.com/office/drawing/2014/main" id="{3DFBB9C9-86FA-4308-BAFC-18AB292BA060}"/>
              </a:ext>
            </a:extLst>
          </p:cNvPr>
          <p:cNvSpPr>
            <a:spLocks noGrp="1"/>
          </p:cNvSpPr>
          <p:nvPr/>
        </p:nvSpPr>
        <p:spPr>
          <a:xfrm>
            <a:off x="7137676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6" name="F2_precision_recall_distributions_7040">
            <a:extLst>
              <a:ext uri="{FF2B5EF4-FFF2-40B4-BE49-F238E27FC236}">
                <a16:creationId xmlns:a16="http://schemas.microsoft.com/office/drawing/2014/main" id="{C22EADDB-0C89-45C3-98B7-9AA01F39BB7E}"/>
              </a:ext>
            </a:extLst>
          </p:cNvPr>
          <p:cNvSpPr>
            <a:spLocks noGrp="1"/>
          </p:cNvSpPr>
          <p:nvPr/>
        </p:nvSpPr>
        <p:spPr>
          <a:xfrm>
            <a:off x="722279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7" name="F2_precision_recall_distributions_7041">
            <a:extLst>
              <a:ext uri="{FF2B5EF4-FFF2-40B4-BE49-F238E27FC236}">
                <a16:creationId xmlns:a16="http://schemas.microsoft.com/office/drawing/2014/main" id="{6CEF6553-9E86-4BE8-B7AB-EBAE291B7C94}"/>
              </a:ext>
            </a:extLst>
          </p:cNvPr>
          <p:cNvSpPr>
            <a:spLocks noGrp="1"/>
          </p:cNvSpPr>
          <p:nvPr/>
        </p:nvSpPr>
        <p:spPr>
          <a:xfrm>
            <a:off x="7170114" y="602249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8" name="F2_precision_recall_distributions_7042">
            <a:extLst>
              <a:ext uri="{FF2B5EF4-FFF2-40B4-BE49-F238E27FC236}">
                <a16:creationId xmlns:a16="http://schemas.microsoft.com/office/drawing/2014/main" id="{00DF9904-6501-4927-951F-68B18326092C}"/>
              </a:ext>
            </a:extLst>
          </p:cNvPr>
          <p:cNvSpPr>
            <a:spLocks noGrp="1"/>
          </p:cNvSpPr>
          <p:nvPr/>
        </p:nvSpPr>
        <p:spPr>
          <a:xfrm>
            <a:off x="7248276" y="63761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29" name="F2_precision_recall_distributions_7043">
            <a:extLst>
              <a:ext uri="{FF2B5EF4-FFF2-40B4-BE49-F238E27FC236}">
                <a16:creationId xmlns:a16="http://schemas.microsoft.com/office/drawing/2014/main" id="{FDBE0F2A-EB27-4D8A-BA76-706A22203DE4}"/>
              </a:ext>
            </a:extLst>
          </p:cNvPr>
          <p:cNvSpPr>
            <a:spLocks noGrp="1"/>
          </p:cNvSpPr>
          <p:nvPr/>
        </p:nvSpPr>
        <p:spPr>
          <a:xfrm>
            <a:off x="7178913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0" name="F2_precision_recall_distributions_7044">
            <a:extLst>
              <a:ext uri="{FF2B5EF4-FFF2-40B4-BE49-F238E27FC236}">
                <a16:creationId xmlns:a16="http://schemas.microsoft.com/office/drawing/2014/main" id="{D2391672-D174-43F8-9FFB-5BD92A407BD2}"/>
              </a:ext>
            </a:extLst>
          </p:cNvPr>
          <p:cNvSpPr>
            <a:spLocks noGrp="1"/>
          </p:cNvSpPr>
          <p:nvPr/>
        </p:nvSpPr>
        <p:spPr>
          <a:xfrm>
            <a:off x="7000885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1" name="F2_precision_recall_distributions_7045">
            <a:extLst>
              <a:ext uri="{FF2B5EF4-FFF2-40B4-BE49-F238E27FC236}">
                <a16:creationId xmlns:a16="http://schemas.microsoft.com/office/drawing/2014/main" id="{715C8C18-79E0-4A46-945A-2B935A72EE43}"/>
              </a:ext>
            </a:extLst>
          </p:cNvPr>
          <p:cNvSpPr>
            <a:spLocks noGrp="1"/>
          </p:cNvSpPr>
          <p:nvPr/>
        </p:nvSpPr>
        <p:spPr>
          <a:xfrm>
            <a:off x="7270489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2" name="F2_precision_recall_distributions_7046">
            <a:extLst>
              <a:ext uri="{FF2B5EF4-FFF2-40B4-BE49-F238E27FC236}">
                <a16:creationId xmlns:a16="http://schemas.microsoft.com/office/drawing/2014/main" id="{566A4E7B-1C79-4EE9-B097-9C415BFAF5C5}"/>
              </a:ext>
            </a:extLst>
          </p:cNvPr>
          <p:cNvSpPr>
            <a:spLocks noGrp="1"/>
          </p:cNvSpPr>
          <p:nvPr/>
        </p:nvSpPr>
        <p:spPr>
          <a:xfrm>
            <a:off x="717071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3" name="F2_precision_recall_distributions_7047">
            <a:extLst>
              <a:ext uri="{FF2B5EF4-FFF2-40B4-BE49-F238E27FC236}">
                <a16:creationId xmlns:a16="http://schemas.microsoft.com/office/drawing/2014/main" id="{91FA0DA3-EFB5-4110-8045-66874F680050}"/>
              </a:ext>
            </a:extLst>
          </p:cNvPr>
          <p:cNvSpPr>
            <a:spLocks noGrp="1"/>
          </p:cNvSpPr>
          <p:nvPr/>
        </p:nvSpPr>
        <p:spPr>
          <a:xfrm>
            <a:off x="7108417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4" name="F2_precision_recall_distributions_7048">
            <a:extLst>
              <a:ext uri="{FF2B5EF4-FFF2-40B4-BE49-F238E27FC236}">
                <a16:creationId xmlns:a16="http://schemas.microsoft.com/office/drawing/2014/main" id="{DF3FAADC-8AA9-40C4-BA3F-C757029574C0}"/>
              </a:ext>
            </a:extLst>
          </p:cNvPr>
          <p:cNvSpPr>
            <a:spLocks noGrp="1"/>
          </p:cNvSpPr>
          <p:nvPr/>
        </p:nvSpPr>
        <p:spPr>
          <a:xfrm>
            <a:off x="7048971" y="60696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5" name="F2_precision_recall_distributions_7049">
            <a:extLst>
              <a:ext uri="{FF2B5EF4-FFF2-40B4-BE49-F238E27FC236}">
                <a16:creationId xmlns:a16="http://schemas.microsoft.com/office/drawing/2014/main" id="{74BD11D8-4AFF-49C0-B3CE-1B272846C0ED}"/>
              </a:ext>
            </a:extLst>
          </p:cNvPr>
          <p:cNvSpPr>
            <a:spLocks noGrp="1"/>
          </p:cNvSpPr>
          <p:nvPr/>
        </p:nvSpPr>
        <p:spPr>
          <a:xfrm>
            <a:off x="711790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6" name="F2_precision_recall_distributions_7050">
            <a:extLst>
              <a:ext uri="{FF2B5EF4-FFF2-40B4-BE49-F238E27FC236}">
                <a16:creationId xmlns:a16="http://schemas.microsoft.com/office/drawing/2014/main" id="{4E4717A0-C80D-465C-95F2-AC3FC82F8D95}"/>
              </a:ext>
            </a:extLst>
          </p:cNvPr>
          <p:cNvSpPr>
            <a:spLocks noGrp="1"/>
          </p:cNvSpPr>
          <p:nvPr/>
        </p:nvSpPr>
        <p:spPr>
          <a:xfrm>
            <a:off x="7193953" y="630542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7" name="F2_precision_recall_distributions_7051">
            <a:extLst>
              <a:ext uri="{FF2B5EF4-FFF2-40B4-BE49-F238E27FC236}">
                <a16:creationId xmlns:a16="http://schemas.microsoft.com/office/drawing/2014/main" id="{B2B4D927-3F45-4731-BD42-3C25DBE9B280}"/>
              </a:ext>
            </a:extLst>
          </p:cNvPr>
          <p:cNvSpPr>
            <a:spLocks noGrp="1"/>
          </p:cNvSpPr>
          <p:nvPr/>
        </p:nvSpPr>
        <p:spPr>
          <a:xfrm>
            <a:off x="728447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8" name="F2_precision_recall_distributions_7052">
            <a:extLst>
              <a:ext uri="{FF2B5EF4-FFF2-40B4-BE49-F238E27FC236}">
                <a16:creationId xmlns:a16="http://schemas.microsoft.com/office/drawing/2014/main" id="{C1637DBE-E6F2-4959-A7BB-967D309BE827}"/>
              </a:ext>
            </a:extLst>
          </p:cNvPr>
          <p:cNvSpPr>
            <a:spLocks noGrp="1"/>
          </p:cNvSpPr>
          <p:nvPr/>
        </p:nvSpPr>
        <p:spPr>
          <a:xfrm>
            <a:off x="706825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39" name="F2_precision_recall_distributions_7053">
            <a:extLst>
              <a:ext uri="{FF2B5EF4-FFF2-40B4-BE49-F238E27FC236}">
                <a16:creationId xmlns:a16="http://schemas.microsoft.com/office/drawing/2014/main" id="{8183E1EC-469F-4561-8AED-E5C033B2B137}"/>
              </a:ext>
            </a:extLst>
          </p:cNvPr>
          <p:cNvSpPr>
            <a:spLocks noGrp="1"/>
          </p:cNvSpPr>
          <p:nvPr/>
        </p:nvSpPr>
        <p:spPr>
          <a:xfrm>
            <a:off x="709787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0" name="F2_precision_recall_distributions_7054">
            <a:extLst>
              <a:ext uri="{FF2B5EF4-FFF2-40B4-BE49-F238E27FC236}">
                <a16:creationId xmlns:a16="http://schemas.microsoft.com/office/drawing/2014/main" id="{8E57A889-6F02-47EC-A765-8D8EA1DABEC7}"/>
              </a:ext>
            </a:extLst>
          </p:cNvPr>
          <p:cNvSpPr>
            <a:spLocks noGrp="1"/>
          </p:cNvSpPr>
          <p:nvPr/>
        </p:nvSpPr>
        <p:spPr>
          <a:xfrm>
            <a:off x="7197870" y="606965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1" name="F2_precision_recall_distributions_7055">
            <a:extLst>
              <a:ext uri="{FF2B5EF4-FFF2-40B4-BE49-F238E27FC236}">
                <a16:creationId xmlns:a16="http://schemas.microsoft.com/office/drawing/2014/main" id="{34076FD7-60CA-48F0-913D-D02902DBA721}"/>
              </a:ext>
            </a:extLst>
          </p:cNvPr>
          <p:cNvSpPr>
            <a:spLocks noGrp="1"/>
          </p:cNvSpPr>
          <p:nvPr/>
        </p:nvSpPr>
        <p:spPr>
          <a:xfrm>
            <a:off x="7150555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2" name="F2_precision_recall_distributions_7056">
            <a:extLst>
              <a:ext uri="{FF2B5EF4-FFF2-40B4-BE49-F238E27FC236}">
                <a16:creationId xmlns:a16="http://schemas.microsoft.com/office/drawing/2014/main" id="{2D7C1FED-DD50-40C9-B015-822E16542434}"/>
              </a:ext>
            </a:extLst>
          </p:cNvPr>
          <p:cNvSpPr>
            <a:spLocks noGrp="1"/>
          </p:cNvSpPr>
          <p:nvPr/>
        </p:nvSpPr>
        <p:spPr>
          <a:xfrm>
            <a:off x="7121626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3" name="F2_precision_recall_distributions_7057">
            <a:extLst>
              <a:ext uri="{FF2B5EF4-FFF2-40B4-BE49-F238E27FC236}">
                <a16:creationId xmlns:a16="http://schemas.microsoft.com/office/drawing/2014/main" id="{05F59C0C-2676-4B8C-873A-F5ABA22969BC}"/>
              </a:ext>
            </a:extLst>
          </p:cNvPr>
          <p:cNvSpPr>
            <a:spLocks noGrp="1"/>
          </p:cNvSpPr>
          <p:nvPr/>
        </p:nvSpPr>
        <p:spPr>
          <a:xfrm>
            <a:off x="727484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4" name="F2_precision_recall_distributions_7058">
            <a:extLst>
              <a:ext uri="{FF2B5EF4-FFF2-40B4-BE49-F238E27FC236}">
                <a16:creationId xmlns:a16="http://schemas.microsoft.com/office/drawing/2014/main" id="{9F851C00-F8D4-462A-B3AA-1ABD2D725689}"/>
              </a:ext>
            </a:extLst>
          </p:cNvPr>
          <p:cNvSpPr>
            <a:spLocks noGrp="1"/>
          </p:cNvSpPr>
          <p:nvPr/>
        </p:nvSpPr>
        <p:spPr>
          <a:xfrm>
            <a:off x="6982818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5" name="F2_precision_recall_distributions_7059">
            <a:extLst>
              <a:ext uri="{FF2B5EF4-FFF2-40B4-BE49-F238E27FC236}">
                <a16:creationId xmlns:a16="http://schemas.microsoft.com/office/drawing/2014/main" id="{F85EC5EA-78FE-4E37-A48A-762DA938C897}"/>
              </a:ext>
            </a:extLst>
          </p:cNvPr>
          <p:cNvSpPr>
            <a:spLocks noGrp="1"/>
          </p:cNvSpPr>
          <p:nvPr/>
        </p:nvSpPr>
        <p:spPr>
          <a:xfrm>
            <a:off x="6991621" y="5767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6" name="F2_precision_recall_distributions_7060">
            <a:extLst>
              <a:ext uri="{FF2B5EF4-FFF2-40B4-BE49-F238E27FC236}">
                <a16:creationId xmlns:a16="http://schemas.microsoft.com/office/drawing/2014/main" id="{CB2536FF-E53B-491E-8E34-E76A4607293A}"/>
              </a:ext>
            </a:extLst>
          </p:cNvPr>
          <p:cNvSpPr>
            <a:spLocks noGrp="1"/>
          </p:cNvSpPr>
          <p:nvPr/>
        </p:nvSpPr>
        <p:spPr>
          <a:xfrm>
            <a:off x="7075572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7" name="F2_precision_recall_distributions_7061">
            <a:extLst>
              <a:ext uri="{FF2B5EF4-FFF2-40B4-BE49-F238E27FC236}">
                <a16:creationId xmlns:a16="http://schemas.microsoft.com/office/drawing/2014/main" id="{4FE26E58-5D19-412C-A31E-BEADD0C72A92}"/>
              </a:ext>
            </a:extLst>
          </p:cNvPr>
          <p:cNvSpPr>
            <a:spLocks noGrp="1"/>
          </p:cNvSpPr>
          <p:nvPr/>
        </p:nvSpPr>
        <p:spPr>
          <a:xfrm>
            <a:off x="7202383" y="612859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8" name="F2_precision_recall_distributions_7062">
            <a:extLst>
              <a:ext uri="{FF2B5EF4-FFF2-40B4-BE49-F238E27FC236}">
                <a16:creationId xmlns:a16="http://schemas.microsoft.com/office/drawing/2014/main" id="{E307EEDB-D6D0-49BF-9E43-2DDD01A08B94}"/>
              </a:ext>
            </a:extLst>
          </p:cNvPr>
          <p:cNvSpPr>
            <a:spLocks noGrp="1"/>
          </p:cNvSpPr>
          <p:nvPr/>
        </p:nvSpPr>
        <p:spPr>
          <a:xfrm>
            <a:off x="7306073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49" name="F2_precision_recall_distributions_7063">
            <a:extLst>
              <a:ext uri="{FF2B5EF4-FFF2-40B4-BE49-F238E27FC236}">
                <a16:creationId xmlns:a16="http://schemas.microsoft.com/office/drawing/2014/main" id="{0DD2D01E-04BE-4D30-84E9-201100F1AF1F}"/>
              </a:ext>
            </a:extLst>
          </p:cNvPr>
          <p:cNvSpPr>
            <a:spLocks noGrp="1"/>
          </p:cNvSpPr>
          <p:nvPr/>
        </p:nvSpPr>
        <p:spPr>
          <a:xfrm>
            <a:off x="728975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0" name="F2_precision_recall_distributions_7064">
            <a:extLst>
              <a:ext uri="{FF2B5EF4-FFF2-40B4-BE49-F238E27FC236}">
                <a16:creationId xmlns:a16="http://schemas.microsoft.com/office/drawing/2014/main" id="{01CE19D5-3890-465E-BA95-ECA91E70946D}"/>
              </a:ext>
            </a:extLst>
          </p:cNvPr>
          <p:cNvSpPr>
            <a:spLocks noGrp="1"/>
          </p:cNvSpPr>
          <p:nvPr/>
        </p:nvSpPr>
        <p:spPr>
          <a:xfrm>
            <a:off x="6969571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1" name="F2_precision_recall_distributions_7065">
            <a:extLst>
              <a:ext uri="{FF2B5EF4-FFF2-40B4-BE49-F238E27FC236}">
                <a16:creationId xmlns:a16="http://schemas.microsoft.com/office/drawing/2014/main" id="{EAA50F78-ADD5-4657-BF93-3E50DB0635A8}"/>
              </a:ext>
            </a:extLst>
          </p:cNvPr>
          <p:cNvSpPr>
            <a:spLocks noGrp="1"/>
          </p:cNvSpPr>
          <p:nvPr/>
        </p:nvSpPr>
        <p:spPr>
          <a:xfrm>
            <a:off x="7318807" y="623469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2" name="F2_precision_recall_distributions_7066">
            <a:extLst>
              <a:ext uri="{FF2B5EF4-FFF2-40B4-BE49-F238E27FC236}">
                <a16:creationId xmlns:a16="http://schemas.microsoft.com/office/drawing/2014/main" id="{52A43014-C5A1-4DD2-AD6F-F9BFD51E429A}"/>
              </a:ext>
            </a:extLst>
          </p:cNvPr>
          <p:cNvSpPr>
            <a:spLocks noGrp="1"/>
          </p:cNvSpPr>
          <p:nvPr/>
        </p:nvSpPr>
        <p:spPr>
          <a:xfrm>
            <a:off x="7254749" y="616396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3" name="F2_precision_recall_distributions_7067">
            <a:extLst>
              <a:ext uri="{FF2B5EF4-FFF2-40B4-BE49-F238E27FC236}">
                <a16:creationId xmlns:a16="http://schemas.microsoft.com/office/drawing/2014/main" id="{74868DE8-76DB-4B34-BDDD-3D25F3771F6C}"/>
              </a:ext>
            </a:extLst>
          </p:cNvPr>
          <p:cNvSpPr>
            <a:spLocks noGrp="1"/>
          </p:cNvSpPr>
          <p:nvPr/>
        </p:nvSpPr>
        <p:spPr>
          <a:xfrm>
            <a:off x="7119988" y="610737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4" name="F2_precision_recall_distributions_7068">
            <a:extLst>
              <a:ext uri="{FF2B5EF4-FFF2-40B4-BE49-F238E27FC236}">
                <a16:creationId xmlns:a16="http://schemas.microsoft.com/office/drawing/2014/main" id="{FC3439D7-BFAC-471D-A4D6-D0DAFBAE92EF}"/>
              </a:ext>
            </a:extLst>
          </p:cNvPr>
          <p:cNvSpPr>
            <a:spLocks noGrp="1"/>
          </p:cNvSpPr>
          <p:nvPr/>
        </p:nvSpPr>
        <p:spPr>
          <a:xfrm>
            <a:off x="732362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5" name="F2_precision_recall_distributions_7069">
            <a:extLst>
              <a:ext uri="{FF2B5EF4-FFF2-40B4-BE49-F238E27FC236}">
                <a16:creationId xmlns:a16="http://schemas.microsoft.com/office/drawing/2014/main" id="{639662C6-7BF2-44F0-9BEB-CC1AF6C4339D}"/>
              </a:ext>
            </a:extLst>
          </p:cNvPr>
          <p:cNvSpPr>
            <a:spLocks noGrp="1"/>
          </p:cNvSpPr>
          <p:nvPr/>
        </p:nvSpPr>
        <p:spPr>
          <a:xfrm>
            <a:off x="726937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6" name="F2_precision_recall_distributions_7070">
            <a:extLst>
              <a:ext uri="{FF2B5EF4-FFF2-40B4-BE49-F238E27FC236}">
                <a16:creationId xmlns:a16="http://schemas.microsoft.com/office/drawing/2014/main" id="{6C9AB884-9EAA-4FAE-82E3-0E92243355C3}"/>
              </a:ext>
            </a:extLst>
          </p:cNvPr>
          <p:cNvSpPr>
            <a:spLocks noGrp="1"/>
          </p:cNvSpPr>
          <p:nvPr/>
        </p:nvSpPr>
        <p:spPr>
          <a:xfrm>
            <a:off x="7257821" y="588103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7" name="F2_precision_recall_distributions_7071">
            <a:extLst>
              <a:ext uri="{FF2B5EF4-FFF2-40B4-BE49-F238E27FC236}">
                <a16:creationId xmlns:a16="http://schemas.microsoft.com/office/drawing/2014/main" id="{22A3F533-80C6-403E-A17C-A1BDD8CDC8DB}"/>
              </a:ext>
            </a:extLst>
          </p:cNvPr>
          <p:cNvSpPr>
            <a:spLocks noGrp="1"/>
          </p:cNvSpPr>
          <p:nvPr/>
        </p:nvSpPr>
        <p:spPr>
          <a:xfrm>
            <a:off x="7319310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8" name="F2_precision_recall_distributions_7072">
            <a:extLst>
              <a:ext uri="{FF2B5EF4-FFF2-40B4-BE49-F238E27FC236}">
                <a16:creationId xmlns:a16="http://schemas.microsoft.com/office/drawing/2014/main" id="{6A73E706-B065-412D-A71E-ECDF952FF239}"/>
              </a:ext>
            </a:extLst>
          </p:cNvPr>
          <p:cNvSpPr>
            <a:spLocks noGrp="1"/>
          </p:cNvSpPr>
          <p:nvPr/>
        </p:nvSpPr>
        <p:spPr>
          <a:xfrm>
            <a:off x="7154254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59" name="F2_precision_recall_distributions_7073">
            <a:extLst>
              <a:ext uri="{FF2B5EF4-FFF2-40B4-BE49-F238E27FC236}">
                <a16:creationId xmlns:a16="http://schemas.microsoft.com/office/drawing/2014/main" id="{54B5116C-16E2-4A70-867F-50FD203D10A9}"/>
              </a:ext>
            </a:extLst>
          </p:cNvPr>
          <p:cNvSpPr>
            <a:spLocks noGrp="1"/>
          </p:cNvSpPr>
          <p:nvPr/>
        </p:nvSpPr>
        <p:spPr>
          <a:xfrm>
            <a:off x="7136684" y="608312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0" name="F2_precision_recall_distributions_7074">
            <a:extLst>
              <a:ext uri="{FF2B5EF4-FFF2-40B4-BE49-F238E27FC236}">
                <a16:creationId xmlns:a16="http://schemas.microsoft.com/office/drawing/2014/main" id="{D9E4D569-6020-486B-98E9-EACF80F52F91}"/>
              </a:ext>
            </a:extLst>
          </p:cNvPr>
          <p:cNvSpPr>
            <a:spLocks noGrp="1"/>
          </p:cNvSpPr>
          <p:nvPr/>
        </p:nvSpPr>
        <p:spPr>
          <a:xfrm>
            <a:off x="7099768" y="57193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1" name="F2_precision_recall_distributions_7075">
            <a:extLst>
              <a:ext uri="{FF2B5EF4-FFF2-40B4-BE49-F238E27FC236}">
                <a16:creationId xmlns:a16="http://schemas.microsoft.com/office/drawing/2014/main" id="{DA67FF75-017F-4334-A645-421C4132A6C5}"/>
              </a:ext>
            </a:extLst>
          </p:cNvPr>
          <p:cNvSpPr>
            <a:spLocks noGrp="1"/>
          </p:cNvSpPr>
          <p:nvPr/>
        </p:nvSpPr>
        <p:spPr>
          <a:xfrm>
            <a:off x="721987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2" name="F2_precision_recall_distributions_7076">
            <a:extLst>
              <a:ext uri="{FF2B5EF4-FFF2-40B4-BE49-F238E27FC236}">
                <a16:creationId xmlns:a16="http://schemas.microsoft.com/office/drawing/2014/main" id="{80A4FDAC-63E6-473A-A1DE-FBBB1C21C4EC}"/>
              </a:ext>
            </a:extLst>
          </p:cNvPr>
          <p:cNvSpPr>
            <a:spLocks noGrp="1"/>
          </p:cNvSpPr>
          <p:nvPr/>
        </p:nvSpPr>
        <p:spPr>
          <a:xfrm>
            <a:off x="7183380" y="61834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3" name="F2_precision_recall_distributions_7077">
            <a:extLst>
              <a:ext uri="{FF2B5EF4-FFF2-40B4-BE49-F238E27FC236}">
                <a16:creationId xmlns:a16="http://schemas.microsoft.com/office/drawing/2014/main" id="{2C89E99A-2D38-4451-B57A-9A5E08D44482}"/>
              </a:ext>
            </a:extLst>
          </p:cNvPr>
          <p:cNvSpPr>
            <a:spLocks noGrp="1"/>
          </p:cNvSpPr>
          <p:nvPr/>
        </p:nvSpPr>
        <p:spPr>
          <a:xfrm>
            <a:off x="6989386" y="627712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4" name="F2_precision_recall_distributions_7078">
            <a:extLst>
              <a:ext uri="{FF2B5EF4-FFF2-40B4-BE49-F238E27FC236}">
                <a16:creationId xmlns:a16="http://schemas.microsoft.com/office/drawing/2014/main" id="{78F9781C-4449-4307-BC96-8F58CC70FC78}"/>
              </a:ext>
            </a:extLst>
          </p:cNvPr>
          <p:cNvSpPr>
            <a:spLocks noGrp="1"/>
          </p:cNvSpPr>
          <p:nvPr/>
        </p:nvSpPr>
        <p:spPr>
          <a:xfrm>
            <a:off x="716561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5" name="F2_precision_recall_distributions_7079">
            <a:extLst>
              <a:ext uri="{FF2B5EF4-FFF2-40B4-BE49-F238E27FC236}">
                <a16:creationId xmlns:a16="http://schemas.microsoft.com/office/drawing/2014/main" id="{7CB6706D-7CAB-48A8-8B67-887B258FDADA}"/>
              </a:ext>
            </a:extLst>
          </p:cNvPr>
          <p:cNvSpPr>
            <a:spLocks noGrp="1"/>
          </p:cNvSpPr>
          <p:nvPr/>
        </p:nvSpPr>
        <p:spPr>
          <a:xfrm>
            <a:off x="7197146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6" name="F2_precision_recall_distributions_7080">
            <a:extLst>
              <a:ext uri="{FF2B5EF4-FFF2-40B4-BE49-F238E27FC236}">
                <a16:creationId xmlns:a16="http://schemas.microsoft.com/office/drawing/2014/main" id="{F41DAFEA-8EA1-42F5-8223-C806AC6AD5A7}"/>
              </a:ext>
            </a:extLst>
          </p:cNvPr>
          <p:cNvSpPr>
            <a:spLocks noGrp="1"/>
          </p:cNvSpPr>
          <p:nvPr/>
        </p:nvSpPr>
        <p:spPr>
          <a:xfrm>
            <a:off x="7146644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7" name="F2_precision_recall_distributions_7081">
            <a:extLst>
              <a:ext uri="{FF2B5EF4-FFF2-40B4-BE49-F238E27FC236}">
                <a16:creationId xmlns:a16="http://schemas.microsoft.com/office/drawing/2014/main" id="{6C57124C-3F59-4DC2-85DC-8245197C406E}"/>
              </a:ext>
            </a:extLst>
          </p:cNvPr>
          <p:cNvSpPr>
            <a:spLocks noGrp="1"/>
          </p:cNvSpPr>
          <p:nvPr/>
        </p:nvSpPr>
        <p:spPr>
          <a:xfrm>
            <a:off x="7337446" y="559811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8" name="F2_precision_recall_distributions_7082">
            <a:extLst>
              <a:ext uri="{FF2B5EF4-FFF2-40B4-BE49-F238E27FC236}">
                <a16:creationId xmlns:a16="http://schemas.microsoft.com/office/drawing/2014/main" id="{BEEB0802-5F9B-4B62-B146-8683A98DF839}"/>
              </a:ext>
            </a:extLst>
          </p:cNvPr>
          <p:cNvSpPr>
            <a:spLocks noGrp="1"/>
          </p:cNvSpPr>
          <p:nvPr/>
        </p:nvSpPr>
        <p:spPr>
          <a:xfrm>
            <a:off x="7074690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69" name="F2_precision_recall_distributions_7083">
            <a:extLst>
              <a:ext uri="{FF2B5EF4-FFF2-40B4-BE49-F238E27FC236}">
                <a16:creationId xmlns:a16="http://schemas.microsoft.com/office/drawing/2014/main" id="{6E3DF168-C24F-4046-A168-C89359EC1D48}"/>
              </a:ext>
            </a:extLst>
          </p:cNvPr>
          <p:cNvSpPr>
            <a:spLocks noGrp="1"/>
          </p:cNvSpPr>
          <p:nvPr/>
        </p:nvSpPr>
        <p:spPr>
          <a:xfrm>
            <a:off x="733230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0" name="F2_precision_recall_distributions_7084">
            <a:extLst>
              <a:ext uri="{FF2B5EF4-FFF2-40B4-BE49-F238E27FC236}">
                <a16:creationId xmlns:a16="http://schemas.microsoft.com/office/drawing/2014/main" id="{B59CDB44-EEC9-4D14-B2EB-2E4C4092D110}"/>
              </a:ext>
            </a:extLst>
          </p:cNvPr>
          <p:cNvSpPr>
            <a:spLocks noGrp="1"/>
          </p:cNvSpPr>
          <p:nvPr/>
        </p:nvSpPr>
        <p:spPr>
          <a:xfrm>
            <a:off x="6984860" y="642851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1" name="F2_precision_recall_distributions_7085">
            <a:extLst>
              <a:ext uri="{FF2B5EF4-FFF2-40B4-BE49-F238E27FC236}">
                <a16:creationId xmlns:a16="http://schemas.microsoft.com/office/drawing/2014/main" id="{F4CBECA4-1E87-4ED9-8788-A1508D6AEDB0}"/>
              </a:ext>
            </a:extLst>
          </p:cNvPr>
          <p:cNvSpPr>
            <a:spLocks noGrp="1"/>
          </p:cNvSpPr>
          <p:nvPr/>
        </p:nvSpPr>
        <p:spPr>
          <a:xfrm>
            <a:off x="7294267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2" name="F2_precision_recall_distributions_7086">
            <a:extLst>
              <a:ext uri="{FF2B5EF4-FFF2-40B4-BE49-F238E27FC236}">
                <a16:creationId xmlns:a16="http://schemas.microsoft.com/office/drawing/2014/main" id="{9A053E88-440C-4789-9914-2842A28E6955}"/>
              </a:ext>
            </a:extLst>
          </p:cNvPr>
          <p:cNvSpPr>
            <a:spLocks noGrp="1"/>
          </p:cNvSpPr>
          <p:nvPr/>
        </p:nvSpPr>
        <p:spPr>
          <a:xfrm>
            <a:off x="7069202" y="64468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3" name="F2_precision_recall_distributions_7087">
            <a:extLst>
              <a:ext uri="{FF2B5EF4-FFF2-40B4-BE49-F238E27FC236}">
                <a16:creationId xmlns:a16="http://schemas.microsoft.com/office/drawing/2014/main" id="{C525FBA9-5C11-4870-97F0-C9184C46DE88}"/>
              </a:ext>
            </a:extLst>
          </p:cNvPr>
          <p:cNvSpPr>
            <a:spLocks noGrp="1"/>
          </p:cNvSpPr>
          <p:nvPr/>
        </p:nvSpPr>
        <p:spPr>
          <a:xfrm>
            <a:off x="7992389" y="561174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507" y="842186"/>
                </a:lnTo>
                <a:lnTo>
                  <a:pt x="21478" y="835606"/>
                </a:lnTo>
                <a:lnTo>
                  <a:pt x="46347" y="829027"/>
                </a:lnTo>
                <a:lnTo>
                  <a:pt x="77789" y="822447"/>
                </a:lnTo>
                <a:lnTo>
                  <a:pt x="113076" y="815868"/>
                </a:lnTo>
                <a:lnTo>
                  <a:pt x="149463" y="809288"/>
                </a:lnTo>
                <a:lnTo>
                  <a:pt x="184528" y="802708"/>
                </a:lnTo>
                <a:lnTo>
                  <a:pt x="216412" y="796129"/>
                </a:lnTo>
                <a:lnTo>
                  <a:pt x="243931" y="789549"/>
                </a:lnTo>
                <a:lnTo>
                  <a:pt x="266566" y="782970"/>
                </a:lnTo>
                <a:lnTo>
                  <a:pt x="284360" y="776390"/>
                </a:lnTo>
                <a:lnTo>
                  <a:pt x="297766" y="769811"/>
                </a:lnTo>
                <a:lnTo>
                  <a:pt x="307471" y="763231"/>
                </a:lnTo>
                <a:lnTo>
                  <a:pt x="314254" y="756651"/>
                </a:lnTo>
                <a:lnTo>
                  <a:pt x="318867" y="750072"/>
                </a:lnTo>
                <a:lnTo>
                  <a:pt x="321964" y="743492"/>
                </a:lnTo>
                <a:lnTo>
                  <a:pt x="324064" y="736913"/>
                </a:lnTo>
                <a:lnTo>
                  <a:pt x="325549" y="730333"/>
                </a:lnTo>
                <a:lnTo>
                  <a:pt x="326677" y="723754"/>
                </a:lnTo>
                <a:lnTo>
                  <a:pt x="327603" y="717174"/>
                </a:lnTo>
                <a:lnTo>
                  <a:pt x="328409" y="710594"/>
                </a:lnTo>
                <a:lnTo>
                  <a:pt x="329128" y="704015"/>
                </a:lnTo>
                <a:lnTo>
                  <a:pt x="329764" y="697435"/>
                </a:lnTo>
                <a:lnTo>
                  <a:pt x="330313" y="690856"/>
                </a:lnTo>
                <a:lnTo>
                  <a:pt x="330768" y="684276"/>
                </a:lnTo>
                <a:lnTo>
                  <a:pt x="331127" y="677697"/>
                </a:lnTo>
                <a:lnTo>
                  <a:pt x="331399" y="671117"/>
                </a:lnTo>
                <a:lnTo>
                  <a:pt x="331595" y="664537"/>
                </a:lnTo>
                <a:lnTo>
                  <a:pt x="331734" y="657958"/>
                </a:lnTo>
                <a:lnTo>
                  <a:pt x="331833" y="651378"/>
                </a:lnTo>
                <a:lnTo>
                  <a:pt x="331907" y="644799"/>
                </a:lnTo>
                <a:lnTo>
                  <a:pt x="331967" y="638219"/>
                </a:lnTo>
                <a:lnTo>
                  <a:pt x="332015" y="631639"/>
                </a:lnTo>
                <a:lnTo>
                  <a:pt x="332049" y="625060"/>
                </a:lnTo>
                <a:lnTo>
                  <a:pt x="332063" y="618480"/>
                </a:lnTo>
                <a:lnTo>
                  <a:pt x="332050" y="611901"/>
                </a:lnTo>
                <a:lnTo>
                  <a:pt x="332006" y="605321"/>
                </a:lnTo>
                <a:lnTo>
                  <a:pt x="331936" y="598742"/>
                </a:lnTo>
                <a:lnTo>
                  <a:pt x="331850" y="592162"/>
                </a:lnTo>
                <a:lnTo>
                  <a:pt x="331769" y="585582"/>
                </a:lnTo>
                <a:lnTo>
                  <a:pt x="331717" y="579003"/>
                </a:lnTo>
                <a:lnTo>
                  <a:pt x="331720" y="572423"/>
                </a:lnTo>
                <a:lnTo>
                  <a:pt x="331798" y="565844"/>
                </a:lnTo>
                <a:lnTo>
                  <a:pt x="331962" y="559264"/>
                </a:lnTo>
                <a:lnTo>
                  <a:pt x="332214" y="552685"/>
                </a:lnTo>
                <a:lnTo>
                  <a:pt x="332541" y="546105"/>
                </a:lnTo>
                <a:lnTo>
                  <a:pt x="332921" y="539525"/>
                </a:lnTo>
                <a:lnTo>
                  <a:pt x="333327" y="532946"/>
                </a:lnTo>
                <a:lnTo>
                  <a:pt x="333726" y="526366"/>
                </a:lnTo>
                <a:lnTo>
                  <a:pt x="334088" y="519787"/>
                </a:lnTo>
                <a:lnTo>
                  <a:pt x="334381" y="513207"/>
                </a:lnTo>
                <a:lnTo>
                  <a:pt x="334579" y="506627"/>
                </a:lnTo>
                <a:lnTo>
                  <a:pt x="334656" y="500048"/>
                </a:lnTo>
                <a:lnTo>
                  <a:pt x="334590" y="493468"/>
                </a:lnTo>
                <a:lnTo>
                  <a:pt x="334368" y="486889"/>
                </a:lnTo>
                <a:lnTo>
                  <a:pt x="333982" y="480309"/>
                </a:lnTo>
                <a:lnTo>
                  <a:pt x="333436" y="473730"/>
                </a:lnTo>
                <a:lnTo>
                  <a:pt x="332752" y="467150"/>
                </a:lnTo>
                <a:lnTo>
                  <a:pt x="331967" y="460570"/>
                </a:lnTo>
                <a:lnTo>
                  <a:pt x="331136" y="453991"/>
                </a:lnTo>
                <a:lnTo>
                  <a:pt x="330325" y="447411"/>
                </a:lnTo>
                <a:lnTo>
                  <a:pt x="329606" y="440832"/>
                </a:lnTo>
                <a:lnTo>
                  <a:pt x="329050" y="434252"/>
                </a:lnTo>
                <a:lnTo>
                  <a:pt x="328709" y="427673"/>
                </a:lnTo>
                <a:lnTo>
                  <a:pt x="328620" y="421093"/>
                </a:lnTo>
                <a:lnTo>
                  <a:pt x="328789" y="414513"/>
                </a:lnTo>
                <a:lnTo>
                  <a:pt x="329200" y="407934"/>
                </a:lnTo>
                <a:lnTo>
                  <a:pt x="329813" y="401354"/>
                </a:lnTo>
                <a:lnTo>
                  <a:pt x="330571" y="394775"/>
                </a:lnTo>
                <a:lnTo>
                  <a:pt x="331415" y="388195"/>
                </a:lnTo>
                <a:lnTo>
                  <a:pt x="332284" y="381616"/>
                </a:lnTo>
                <a:lnTo>
                  <a:pt x="333125" y="375036"/>
                </a:lnTo>
                <a:lnTo>
                  <a:pt x="333898" y="368456"/>
                </a:lnTo>
                <a:lnTo>
                  <a:pt x="334576" y="361877"/>
                </a:lnTo>
                <a:lnTo>
                  <a:pt x="335144" y="355297"/>
                </a:lnTo>
                <a:lnTo>
                  <a:pt x="335597" y="348718"/>
                </a:lnTo>
                <a:lnTo>
                  <a:pt x="335938" y="342138"/>
                </a:lnTo>
                <a:lnTo>
                  <a:pt x="336176" y="335558"/>
                </a:lnTo>
                <a:lnTo>
                  <a:pt x="336322" y="328979"/>
                </a:lnTo>
                <a:lnTo>
                  <a:pt x="336393" y="322399"/>
                </a:lnTo>
                <a:lnTo>
                  <a:pt x="336405" y="315820"/>
                </a:lnTo>
                <a:lnTo>
                  <a:pt x="336376" y="309240"/>
                </a:lnTo>
                <a:lnTo>
                  <a:pt x="336322" y="302661"/>
                </a:lnTo>
                <a:lnTo>
                  <a:pt x="336259" y="296081"/>
                </a:lnTo>
                <a:lnTo>
                  <a:pt x="336200" y="289501"/>
                </a:lnTo>
                <a:lnTo>
                  <a:pt x="336152" y="282922"/>
                </a:lnTo>
                <a:lnTo>
                  <a:pt x="336118" y="276342"/>
                </a:lnTo>
                <a:lnTo>
                  <a:pt x="336099" y="269763"/>
                </a:lnTo>
                <a:lnTo>
                  <a:pt x="336091" y="263183"/>
                </a:lnTo>
                <a:lnTo>
                  <a:pt x="336090" y="256604"/>
                </a:lnTo>
                <a:lnTo>
                  <a:pt x="336091" y="250024"/>
                </a:lnTo>
                <a:lnTo>
                  <a:pt x="336092" y="243444"/>
                </a:lnTo>
                <a:lnTo>
                  <a:pt x="336094" y="236865"/>
                </a:lnTo>
                <a:lnTo>
                  <a:pt x="336101" y="230285"/>
                </a:lnTo>
                <a:lnTo>
                  <a:pt x="336118" y="223706"/>
                </a:lnTo>
                <a:lnTo>
                  <a:pt x="336151" y="217126"/>
                </a:lnTo>
                <a:lnTo>
                  <a:pt x="336206" y="210546"/>
                </a:lnTo>
                <a:lnTo>
                  <a:pt x="336285" y="203967"/>
                </a:lnTo>
                <a:lnTo>
                  <a:pt x="336388" y="197387"/>
                </a:lnTo>
                <a:lnTo>
                  <a:pt x="336511" y="190808"/>
                </a:lnTo>
                <a:lnTo>
                  <a:pt x="336647" y="184228"/>
                </a:lnTo>
                <a:lnTo>
                  <a:pt x="336789" y="177649"/>
                </a:lnTo>
                <a:lnTo>
                  <a:pt x="336928" y="171069"/>
                </a:lnTo>
                <a:lnTo>
                  <a:pt x="337057" y="164489"/>
                </a:lnTo>
                <a:lnTo>
                  <a:pt x="337172" y="157910"/>
                </a:lnTo>
                <a:lnTo>
                  <a:pt x="337268" y="151330"/>
                </a:lnTo>
                <a:lnTo>
                  <a:pt x="337344" y="144751"/>
                </a:lnTo>
                <a:lnTo>
                  <a:pt x="337399" y="138171"/>
                </a:lnTo>
                <a:lnTo>
                  <a:pt x="337433" y="131592"/>
                </a:lnTo>
                <a:lnTo>
                  <a:pt x="337446" y="125012"/>
                </a:lnTo>
                <a:lnTo>
                  <a:pt x="337434" y="118432"/>
                </a:lnTo>
                <a:lnTo>
                  <a:pt x="337391" y="111853"/>
                </a:lnTo>
                <a:lnTo>
                  <a:pt x="337308" y="105273"/>
                </a:lnTo>
                <a:lnTo>
                  <a:pt x="337168" y="98694"/>
                </a:lnTo>
                <a:lnTo>
                  <a:pt x="336951" y="92114"/>
                </a:lnTo>
                <a:lnTo>
                  <a:pt x="336632" y="85535"/>
                </a:lnTo>
                <a:lnTo>
                  <a:pt x="336182" y="78955"/>
                </a:lnTo>
                <a:lnTo>
                  <a:pt x="335572" y="72375"/>
                </a:lnTo>
                <a:lnTo>
                  <a:pt x="334779" y="65796"/>
                </a:lnTo>
                <a:lnTo>
                  <a:pt x="333789" y="59216"/>
                </a:lnTo>
                <a:lnTo>
                  <a:pt x="332604" y="52637"/>
                </a:lnTo>
                <a:lnTo>
                  <a:pt x="331250" y="46057"/>
                </a:lnTo>
                <a:lnTo>
                  <a:pt x="329779" y="39477"/>
                </a:lnTo>
                <a:lnTo>
                  <a:pt x="328268" y="32898"/>
                </a:lnTo>
                <a:lnTo>
                  <a:pt x="326814" y="26318"/>
                </a:lnTo>
                <a:lnTo>
                  <a:pt x="325527" y="19739"/>
                </a:lnTo>
                <a:lnTo>
                  <a:pt x="324514" y="13159"/>
                </a:lnTo>
                <a:lnTo>
                  <a:pt x="323865" y="6580"/>
                </a:lnTo>
                <a:lnTo>
                  <a:pt x="323642" y="0"/>
                </a:lnTo>
                <a:lnTo>
                  <a:pt x="351454" y="0"/>
                </a:lnTo>
                <a:lnTo>
                  <a:pt x="351454" y="0"/>
                </a:lnTo>
                <a:lnTo>
                  <a:pt x="351231" y="6580"/>
                </a:lnTo>
                <a:lnTo>
                  <a:pt x="350582" y="13159"/>
                </a:lnTo>
                <a:lnTo>
                  <a:pt x="349569" y="19739"/>
                </a:lnTo>
                <a:lnTo>
                  <a:pt x="348282" y="26318"/>
                </a:lnTo>
                <a:lnTo>
                  <a:pt x="346828" y="32898"/>
                </a:lnTo>
                <a:lnTo>
                  <a:pt x="345317" y="39477"/>
                </a:lnTo>
                <a:lnTo>
                  <a:pt x="343846" y="46057"/>
                </a:lnTo>
                <a:lnTo>
                  <a:pt x="342493" y="52637"/>
                </a:lnTo>
                <a:lnTo>
                  <a:pt x="341308" y="59216"/>
                </a:lnTo>
                <a:lnTo>
                  <a:pt x="340317" y="65796"/>
                </a:lnTo>
                <a:lnTo>
                  <a:pt x="339524" y="72375"/>
                </a:lnTo>
                <a:lnTo>
                  <a:pt x="338915" y="78955"/>
                </a:lnTo>
                <a:lnTo>
                  <a:pt x="338465" y="85535"/>
                </a:lnTo>
                <a:lnTo>
                  <a:pt x="338146" y="92114"/>
                </a:lnTo>
                <a:lnTo>
                  <a:pt x="337929" y="98694"/>
                </a:lnTo>
                <a:lnTo>
                  <a:pt x="337789" y="105273"/>
                </a:lnTo>
                <a:lnTo>
                  <a:pt x="337705" y="111853"/>
                </a:lnTo>
                <a:lnTo>
                  <a:pt x="337662" y="118432"/>
                </a:lnTo>
                <a:lnTo>
                  <a:pt x="337650" y="125012"/>
                </a:lnTo>
                <a:lnTo>
                  <a:pt x="337663" y="131592"/>
                </a:lnTo>
                <a:lnTo>
                  <a:pt x="337697" y="138171"/>
                </a:lnTo>
                <a:lnTo>
                  <a:pt x="337753" y="144751"/>
                </a:lnTo>
                <a:lnTo>
                  <a:pt x="337829" y="151330"/>
                </a:lnTo>
                <a:lnTo>
                  <a:pt x="337925" y="157910"/>
                </a:lnTo>
                <a:lnTo>
                  <a:pt x="338039" y="164489"/>
                </a:lnTo>
                <a:lnTo>
                  <a:pt x="338169" y="171069"/>
                </a:lnTo>
                <a:lnTo>
                  <a:pt x="338308" y="177649"/>
                </a:lnTo>
                <a:lnTo>
                  <a:pt x="338450" y="184228"/>
                </a:lnTo>
                <a:lnTo>
                  <a:pt x="338586" y="190808"/>
                </a:lnTo>
                <a:lnTo>
                  <a:pt x="338708" y="197387"/>
                </a:lnTo>
                <a:lnTo>
                  <a:pt x="338811" y="203967"/>
                </a:lnTo>
                <a:lnTo>
                  <a:pt x="338890" y="210546"/>
                </a:lnTo>
                <a:lnTo>
                  <a:pt x="338945" y="217126"/>
                </a:lnTo>
                <a:lnTo>
                  <a:pt x="338979" y="223706"/>
                </a:lnTo>
                <a:lnTo>
                  <a:pt x="338996" y="230285"/>
                </a:lnTo>
                <a:lnTo>
                  <a:pt x="339002" y="236865"/>
                </a:lnTo>
                <a:lnTo>
                  <a:pt x="339005" y="243444"/>
                </a:lnTo>
                <a:lnTo>
                  <a:pt x="339006" y="250024"/>
                </a:lnTo>
                <a:lnTo>
                  <a:pt x="339007" y="256604"/>
                </a:lnTo>
                <a:lnTo>
                  <a:pt x="339005" y="263183"/>
                </a:lnTo>
                <a:lnTo>
                  <a:pt x="338997" y="269763"/>
                </a:lnTo>
                <a:lnTo>
                  <a:pt x="338978" y="276342"/>
                </a:lnTo>
                <a:lnTo>
                  <a:pt x="338945" y="282922"/>
                </a:lnTo>
                <a:lnTo>
                  <a:pt x="338897" y="289501"/>
                </a:lnTo>
                <a:lnTo>
                  <a:pt x="338837" y="296081"/>
                </a:lnTo>
                <a:lnTo>
                  <a:pt x="338774" y="302661"/>
                </a:lnTo>
                <a:lnTo>
                  <a:pt x="338721" y="309240"/>
                </a:lnTo>
                <a:lnTo>
                  <a:pt x="338691" y="315820"/>
                </a:lnTo>
                <a:lnTo>
                  <a:pt x="338703" y="322399"/>
                </a:lnTo>
                <a:lnTo>
                  <a:pt x="338774" y="328979"/>
                </a:lnTo>
                <a:lnTo>
                  <a:pt x="338921" y="335558"/>
                </a:lnTo>
                <a:lnTo>
                  <a:pt x="339158" y="342138"/>
                </a:lnTo>
                <a:lnTo>
                  <a:pt x="339500" y="348718"/>
                </a:lnTo>
                <a:lnTo>
                  <a:pt x="339953" y="355297"/>
                </a:lnTo>
                <a:lnTo>
                  <a:pt x="340521" y="361877"/>
                </a:lnTo>
                <a:lnTo>
                  <a:pt x="341199" y="368456"/>
                </a:lnTo>
                <a:lnTo>
                  <a:pt x="341972" y="375036"/>
                </a:lnTo>
                <a:lnTo>
                  <a:pt x="342813" y="381616"/>
                </a:lnTo>
                <a:lnTo>
                  <a:pt x="343681" y="388195"/>
                </a:lnTo>
                <a:lnTo>
                  <a:pt x="344525" y="394775"/>
                </a:lnTo>
                <a:lnTo>
                  <a:pt x="345284" y="401354"/>
                </a:lnTo>
                <a:lnTo>
                  <a:pt x="345896" y="407934"/>
                </a:lnTo>
                <a:lnTo>
                  <a:pt x="346307" y="414513"/>
                </a:lnTo>
                <a:lnTo>
                  <a:pt x="346477" y="421093"/>
                </a:lnTo>
                <a:lnTo>
                  <a:pt x="346387" y="427673"/>
                </a:lnTo>
                <a:lnTo>
                  <a:pt x="346047" y="434252"/>
                </a:lnTo>
                <a:lnTo>
                  <a:pt x="345490" y="440832"/>
                </a:lnTo>
                <a:lnTo>
                  <a:pt x="344772" y="447411"/>
                </a:lnTo>
                <a:lnTo>
                  <a:pt x="343961" y="453991"/>
                </a:lnTo>
                <a:lnTo>
                  <a:pt x="343129" y="460570"/>
                </a:lnTo>
                <a:lnTo>
                  <a:pt x="342344" y="467150"/>
                </a:lnTo>
                <a:lnTo>
                  <a:pt x="341660" y="473730"/>
                </a:lnTo>
                <a:lnTo>
                  <a:pt x="341115" y="480309"/>
                </a:lnTo>
                <a:lnTo>
                  <a:pt x="340728" y="486889"/>
                </a:lnTo>
                <a:lnTo>
                  <a:pt x="340506" y="493468"/>
                </a:lnTo>
                <a:lnTo>
                  <a:pt x="340441" y="500048"/>
                </a:lnTo>
                <a:lnTo>
                  <a:pt x="340518" y="506627"/>
                </a:lnTo>
                <a:lnTo>
                  <a:pt x="340715" y="513207"/>
                </a:lnTo>
                <a:lnTo>
                  <a:pt x="341009" y="519787"/>
                </a:lnTo>
                <a:lnTo>
                  <a:pt x="341370" y="526366"/>
                </a:lnTo>
                <a:lnTo>
                  <a:pt x="341770" y="532946"/>
                </a:lnTo>
                <a:lnTo>
                  <a:pt x="342176" y="539525"/>
                </a:lnTo>
                <a:lnTo>
                  <a:pt x="342556" y="546105"/>
                </a:lnTo>
                <a:lnTo>
                  <a:pt x="342883" y="552685"/>
                </a:lnTo>
                <a:lnTo>
                  <a:pt x="343134" y="559264"/>
                </a:lnTo>
                <a:lnTo>
                  <a:pt x="343299" y="565844"/>
                </a:lnTo>
                <a:lnTo>
                  <a:pt x="343377" y="572423"/>
                </a:lnTo>
                <a:lnTo>
                  <a:pt x="343379" y="579003"/>
                </a:lnTo>
                <a:lnTo>
                  <a:pt x="343328" y="585582"/>
                </a:lnTo>
                <a:lnTo>
                  <a:pt x="343246" y="592162"/>
                </a:lnTo>
                <a:lnTo>
                  <a:pt x="343161" y="598742"/>
                </a:lnTo>
                <a:lnTo>
                  <a:pt x="343090" y="605321"/>
                </a:lnTo>
                <a:lnTo>
                  <a:pt x="343046" y="611901"/>
                </a:lnTo>
                <a:lnTo>
                  <a:pt x="343033" y="618480"/>
                </a:lnTo>
                <a:lnTo>
                  <a:pt x="343047" y="625060"/>
                </a:lnTo>
                <a:lnTo>
                  <a:pt x="343082" y="631639"/>
                </a:lnTo>
                <a:lnTo>
                  <a:pt x="343130" y="638219"/>
                </a:lnTo>
                <a:lnTo>
                  <a:pt x="343189" y="644799"/>
                </a:lnTo>
                <a:lnTo>
                  <a:pt x="343264" y="651378"/>
                </a:lnTo>
                <a:lnTo>
                  <a:pt x="343362" y="657958"/>
                </a:lnTo>
                <a:lnTo>
                  <a:pt x="343501" y="664537"/>
                </a:lnTo>
                <a:lnTo>
                  <a:pt x="343698" y="671117"/>
                </a:lnTo>
                <a:lnTo>
                  <a:pt x="343969" y="677697"/>
                </a:lnTo>
                <a:lnTo>
                  <a:pt x="344329" y="684276"/>
                </a:lnTo>
                <a:lnTo>
                  <a:pt x="344784" y="690856"/>
                </a:lnTo>
                <a:lnTo>
                  <a:pt x="345332" y="697435"/>
                </a:lnTo>
                <a:lnTo>
                  <a:pt x="345969" y="704015"/>
                </a:lnTo>
                <a:lnTo>
                  <a:pt x="346687" y="710594"/>
                </a:lnTo>
                <a:lnTo>
                  <a:pt x="347493" y="717174"/>
                </a:lnTo>
                <a:lnTo>
                  <a:pt x="348419" y="723754"/>
                </a:lnTo>
                <a:lnTo>
                  <a:pt x="349547" y="730333"/>
                </a:lnTo>
                <a:lnTo>
                  <a:pt x="351033" y="736913"/>
                </a:lnTo>
                <a:lnTo>
                  <a:pt x="353133" y="743492"/>
                </a:lnTo>
                <a:lnTo>
                  <a:pt x="356229" y="750072"/>
                </a:lnTo>
                <a:lnTo>
                  <a:pt x="360842" y="756651"/>
                </a:lnTo>
                <a:lnTo>
                  <a:pt x="367625" y="763231"/>
                </a:lnTo>
                <a:lnTo>
                  <a:pt x="377331" y="769811"/>
                </a:lnTo>
                <a:lnTo>
                  <a:pt x="390736" y="776390"/>
                </a:lnTo>
                <a:lnTo>
                  <a:pt x="408531" y="782970"/>
                </a:lnTo>
                <a:lnTo>
                  <a:pt x="431166" y="789549"/>
                </a:lnTo>
                <a:lnTo>
                  <a:pt x="458685" y="796129"/>
                </a:lnTo>
                <a:lnTo>
                  <a:pt x="490569" y="802708"/>
                </a:lnTo>
                <a:lnTo>
                  <a:pt x="525634" y="809288"/>
                </a:lnTo>
                <a:lnTo>
                  <a:pt x="562020" y="815868"/>
                </a:lnTo>
                <a:lnTo>
                  <a:pt x="597308" y="822447"/>
                </a:lnTo>
                <a:lnTo>
                  <a:pt x="628750" y="829027"/>
                </a:lnTo>
                <a:lnTo>
                  <a:pt x="653619" y="835606"/>
                </a:lnTo>
                <a:lnTo>
                  <a:pt x="6695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4274" name="F2_precision_recall_distributions_7088">
            <a:extLst>
              <a:ext uri="{FF2B5EF4-FFF2-40B4-BE49-F238E27FC236}">
                <a16:creationId xmlns:a16="http://schemas.microsoft.com/office/drawing/2014/main" id="{2A473083-1A3B-49DA-A371-460D4EF0D028}"/>
              </a:ext>
            </a:extLst>
          </p:cNvPr>
          <p:cNvSpPr>
            <a:spLocks noGrp="1"/>
          </p:cNvSpPr>
          <p:nvPr/>
        </p:nvSpPr>
        <p:spPr>
          <a:xfrm>
            <a:off x="82125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5" name="F2_precision_recall_distributions_7089">
            <a:extLst>
              <a:ext uri="{FF2B5EF4-FFF2-40B4-BE49-F238E27FC236}">
                <a16:creationId xmlns:a16="http://schemas.microsoft.com/office/drawing/2014/main" id="{4FF18409-A6C2-4939-A124-492CB73E7251}"/>
              </a:ext>
            </a:extLst>
          </p:cNvPr>
          <p:cNvSpPr>
            <a:spLocks noGrp="1"/>
          </p:cNvSpPr>
          <p:nvPr/>
        </p:nvSpPr>
        <p:spPr>
          <a:xfrm>
            <a:off x="819493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6" name="F2_precision_recall_distributions_7090">
            <a:extLst>
              <a:ext uri="{FF2B5EF4-FFF2-40B4-BE49-F238E27FC236}">
                <a16:creationId xmlns:a16="http://schemas.microsoft.com/office/drawing/2014/main" id="{9BDB44E5-B8AA-4646-8CEB-6B77C7A9103E}"/>
              </a:ext>
            </a:extLst>
          </p:cNvPr>
          <p:cNvSpPr>
            <a:spLocks noGrp="1"/>
          </p:cNvSpPr>
          <p:nvPr/>
        </p:nvSpPr>
        <p:spPr>
          <a:xfrm>
            <a:off x="81478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7" name="F2_precision_recall_distributions_7091">
            <a:extLst>
              <a:ext uri="{FF2B5EF4-FFF2-40B4-BE49-F238E27FC236}">
                <a16:creationId xmlns:a16="http://schemas.microsoft.com/office/drawing/2014/main" id="{0C4EE823-86F4-4138-8BEA-7ECD0576383C}"/>
              </a:ext>
            </a:extLst>
          </p:cNvPr>
          <p:cNvSpPr>
            <a:spLocks noGrp="1"/>
          </p:cNvSpPr>
          <p:nvPr/>
        </p:nvSpPr>
        <p:spPr>
          <a:xfrm>
            <a:off x="84311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8" name="F2_precision_recall_distributions_7092">
            <a:extLst>
              <a:ext uri="{FF2B5EF4-FFF2-40B4-BE49-F238E27FC236}">
                <a16:creationId xmlns:a16="http://schemas.microsoft.com/office/drawing/2014/main" id="{FEFC771E-CD86-445B-AA7B-2D78AF03CBE2}"/>
              </a:ext>
            </a:extLst>
          </p:cNvPr>
          <p:cNvSpPr>
            <a:spLocks noGrp="1"/>
          </p:cNvSpPr>
          <p:nvPr/>
        </p:nvSpPr>
        <p:spPr>
          <a:xfrm>
            <a:off x="8210142" y="622352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79" name="F2_precision_recall_distributions_7093">
            <a:extLst>
              <a:ext uri="{FF2B5EF4-FFF2-40B4-BE49-F238E27FC236}">
                <a16:creationId xmlns:a16="http://schemas.microsoft.com/office/drawing/2014/main" id="{7CCF46BC-B85D-45A9-9627-1F6DD73FE85E}"/>
              </a:ext>
            </a:extLst>
          </p:cNvPr>
          <p:cNvSpPr>
            <a:spLocks noGrp="1"/>
          </p:cNvSpPr>
          <p:nvPr/>
        </p:nvSpPr>
        <p:spPr>
          <a:xfrm>
            <a:off x="826109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0" name="F2_precision_recall_distributions_7094">
            <a:extLst>
              <a:ext uri="{FF2B5EF4-FFF2-40B4-BE49-F238E27FC236}">
                <a16:creationId xmlns:a16="http://schemas.microsoft.com/office/drawing/2014/main" id="{4AE1A0D3-3108-4846-8C77-A9ADDB2DD6B7}"/>
              </a:ext>
            </a:extLst>
          </p:cNvPr>
          <p:cNvSpPr>
            <a:spLocks noGrp="1"/>
          </p:cNvSpPr>
          <p:nvPr/>
        </p:nvSpPr>
        <p:spPr>
          <a:xfrm>
            <a:off x="848901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1" name="F2_precision_recall_distributions_7095">
            <a:extLst>
              <a:ext uri="{FF2B5EF4-FFF2-40B4-BE49-F238E27FC236}">
                <a16:creationId xmlns:a16="http://schemas.microsoft.com/office/drawing/2014/main" id="{2D2F74A6-5579-4FC7-A94E-9726F1DC1A68}"/>
              </a:ext>
            </a:extLst>
          </p:cNvPr>
          <p:cNvSpPr>
            <a:spLocks noGrp="1"/>
          </p:cNvSpPr>
          <p:nvPr/>
        </p:nvSpPr>
        <p:spPr>
          <a:xfrm>
            <a:off x="8394478" y="581030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2" name="F2_precision_recall_distributions_7096">
            <a:extLst>
              <a:ext uri="{FF2B5EF4-FFF2-40B4-BE49-F238E27FC236}">
                <a16:creationId xmlns:a16="http://schemas.microsoft.com/office/drawing/2014/main" id="{FD04AA0F-A517-4D82-9B1D-C02D91C6A81D}"/>
              </a:ext>
            </a:extLst>
          </p:cNvPr>
          <p:cNvSpPr>
            <a:spLocks noGrp="1"/>
          </p:cNvSpPr>
          <p:nvPr/>
        </p:nvSpPr>
        <p:spPr>
          <a:xfrm>
            <a:off x="82120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3" name="F2_precision_recall_distributions_7097">
            <a:extLst>
              <a:ext uri="{FF2B5EF4-FFF2-40B4-BE49-F238E27FC236}">
                <a16:creationId xmlns:a16="http://schemas.microsoft.com/office/drawing/2014/main" id="{C6E97096-8A93-4C97-A718-A3A551B3957C}"/>
              </a:ext>
            </a:extLst>
          </p:cNvPr>
          <p:cNvSpPr>
            <a:spLocks noGrp="1"/>
          </p:cNvSpPr>
          <p:nvPr/>
        </p:nvSpPr>
        <p:spPr>
          <a:xfrm>
            <a:off x="8137104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4" name="F2_precision_recall_distributions_7098">
            <a:extLst>
              <a:ext uri="{FF2B5EF4-FFF2-40B4-BE49-F238E27FC236}">
                <a16:creationId xmlns:a16="http://schemas.microsoft.com/office/drawing/2014/main" id="{D3BB2947-5AE4-42B2-B79A-B57988D4B6EA}"/>
              </a:ext>
            </a:extLst>
          </p:cNvPr>
          <p:cNvSpPr>
            <a:spLocks noGrp="1"/>
          </p:cNvSpPr>
          <p:nvPr/>
        </p:nvSpPr>
        <p:spPr>
          <a:xfrm>
            <a:off x="8203586" y="643273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5" name="F2_precision_recall_distributions_7099">
            <a:extLst>
              <a:ext uri="{FF2B5EF4-FFF2-40B4-BE49-F238E27FC236}">
                <a16:creationId xmlns:a16="http://schemas.microsoft.com/office/drawing/2014/main" id="{3323BAC4-DE34-4EFB-A125-4BC10B8AF85A}"/>
              </a:ext>
            </a:extLst>
          </p:cNvPr>
          <p:cNvSpPr>
            <a:spLocks noGrp="1"/>
          </p:cNvSpPr>
          <p:nvPr/>
        </p:nvSpPr>
        <p:spPr>
          <a:xfrm>
            <a:off x="8434170" y="58810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6" name="F2_precision_recall_distributions_7100">
            <a:extLst>
              <a:ext uri="{FF2B5EF4-FFF2-40B4-BE49-F238E27FC236}">
                <a16:creationId xmlns:a16="http://schemas.microsoft.com/office/drawing/2014/main" id="{1B5C6A60-259B-48D1-9E67-7BFDBA92BA84}"/>
              </a:ext>
            </a:extLst>
          </p:cNvPr>
          <p:cNvSpPr>
            <a:spLocks noGrp="1"/>
          </p:cNvSpPr>
          <p:nvPr/>
        </p:nvSpPr>
        <p:spPr>
          <a:xfrm>
            <a:off x="8448935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7" name="F2_precision_recall_distributions_7101">
            <a:extLst>
              <a:ext uri="{FF2B5EF4-FFF2-40B4-BE49-F238E27FC236}">
                <a16:creationId xmlns:a16="http://schemas.microsoft.com/office/drawing/2014/main" id="{48D7E6B1-A569-4C3A-B173-635DDCA49045}"/>
              </a:ext>
            </a:extLst>
          </p:cNvPr>
          <p:cNvSpPr>
            <a:spLocks noGrp="1"/>
          </p:cNvSpPr>
          <p:nvPr/>
        </p:nvSpPr>
        <p:spPr>
          <a:xfrm>
            <a:off x="82324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8" name="F2_precision_recall_distributions_7102">
            <a:extLst>
              <a:ext uri="{FF2B5EF4-FFF2-40B4-BE49-F238E27FC236}">
                <a16:creationId xmlns:a16="http://schemas.microsoft.com/office/drawing/2014/main" id="{1D81AECF-689F-4021-B75E-64A092021AB8}"/>
              </a:ext>
            </a:extLst>
          </p:cNvPr>
          <p:cNvSpPr>
            <a:spLocks noGrp="1"/>
          </p:cNvSpPr>
          <p:nvPr/>
        </p:nvSpPr>
        <p:spPr>
          <a:xfrm>
            <a:off x="84454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89" name="F2_precision_recall_distributions_7103">
            <a:extLst>
              <a:ext uri="{FF2B5EF4-FFF2-40B4-BE49-F238E27FC236}">
                <a16:creationId xmlns:a16="http://schemas.microsoft.com/office/drawing/2014/main" id="{BAE2CDF1-B9D5-4DA7-93F9-857C246C76B5}"/>
              </a:ext>
            </a:extLst>
          </p:cNvPr>
          <p:cNvSpPr>
            <a:spLocks noGrp="1"/>
          </p:cNvSpPr>
          <p:nvPr/>
        </p:nvSpPr>
        <p:spPr>
          <a:xfrm>
            <a:off x="8271309" y="62346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0" name="F2_precision_recall_distributions_7104">
            <a:extLst>
              <a:ext uri="{FF2B5EF4-FFF2-40B4-BE49-F238E27FC236}">
                <a16:creationId xmlns:a16="http://schemas.microsoft.com/office/drawing/2014/main" id="{A0831AB1-76D5-433F-AB2E-E718B8131EE3}"/>
              </a:ext>
            </a:extLst>
          </p:cNvPr>
          <p:cNvSpPr>
            <a:spLocks noGrp="1"/>
          </p:cNvSpPr>
          <p:nvPr/>
        </p:nvSpPr>
        <p:spPr>
          <a:xfrm>
            <a:off x="82583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1" name="F2_precision_recall_distributions_7105">
            <a:extLst>
              <a:ext uri="{FF2B5EF4-FFF2-40B4-BE49-F238E27FC236}">
                <a16:creationId xmlns:a16="http://schemas.microsoft.com/office/drawing/2014/main" id="{27C02169-063F-498A-914F-1604139FDE4C}"/>
              </a:ext>
            </a:extLst>
          </p:cNvPr>
          <p:cNvSpPr>
            <a:spLocks noGrp="1"/>
          </p:cNvSpPr>
          <p:nvPr/>
        </p:nvSpPr>
        <p:spPr>
          <a:xfrm>
            <a:off x="835041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2" name="F2_precision_recall_distributions_7106">
            <a:extLst>
              <a:ext uri="{FF2B5EF4-FFF2-40B4-BE49-F238E27FC236}">
                <a16:creationId xmlns:a16="http://schemas.microsoft.com/office/drawing/2014/main" id="{F21D3068-5F75-42C8-97F0-27177BBA7CE4}"/>
              </a:ext>
            </a:extLst>
          </p:cNvPr>
          <p:cNvSpPr>
            <a:spLocks noGrp="1"/>
          </p:cNvSpPr>
          <p:nvPr/>
        </p:nvSpPr>
        <p:spPr>
          <a:xfrm>
            <a:off x="823876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3" name="F2_precision_recall_distributions_7107">
            <a:extLst>
              <a:ext uri="{FF2B5EF4-FFF2-40B4-BE49-F238E27FC236}">
                <a16:creationId xmlns:a16="http://schemas.microsoft.com/office/drawing/2014/main" id="{14C2EC23-A7B8-4ED8-BE90-F0772F076250}"/>
              </a:ext>
            </a:extLst>
          </p:cNvPr>
          <p:cNvSpPr>
            <a:spLocks noGrp="1"/>
          </p:cNvSpPr>
          <p:nvPr/>
        </p:nvSpPr>
        <p:spPr>
          <a:xfrm>
            <a:off x="8204871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4" name="F2_precision_recall_distributions_7108">
            <a:extLst>
              <a:ext uri="{FF2B5EF4-FFF2-40B4-BE49-F238E27FC236}">
                <a16:creationId xmlns:a16="http://schemas.microsoft.com/office/drawing/2014/main" id="{A0721698-7449-4529-B065-99284F01527D}"/>
              </a:ext>
            </a:extLst>
          </p:cNvPr>
          <p:cNvSpPr>
            <a:spLocks noGrp="1"/>
          </p:cNvSpPr>
          <p:nvPr/>
        </p:nvSpPr>
        <p:spPr>
          <a:xfrm>
            <a:off x="834235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5" name="F2_precision_recall_distributions_7109">
            <a:extLst>
              <a:ext uri="{FF2B5EF4-FFF2-40B4-BE49-F238E27FC236}">
                <a16:creationId xmlns:a16="http://schemas.microsoft.com/office/drawing/2014/main" id="{69C36AA2-64A3-457D-8762-E19C4309AEB8}"/>
              </a:ext>
            </a:extLst>
          </p:cNvPr>
          <p:cNvSpPr>
            <a:spLocks noGrp="1"/>
          </p:cNvSpPr>
          <p:nvPr/>
        </p:nvSpPr>
        <p:spPr>
          <a:xfrm>
            <a:off x="82224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6" name="F2_precision_recall_distributions_7110">
            <a:extLst>
              <a:ext uri="{FF2B5EF4-FFF2-40B4-BE49-F238E27FC236}">
                <a16:creationId xmlns:a16="http://schemas.microsoft.com/office/drawing/2014/main" id="{00B9527D-1C44-4C09-A280-B814F810D0B4}"/>
              </a:ext>
            </a:extLst>
          </p:cNvPr>
          <p:cNvSpPr>
            <a:spLocks noGrp="1"/>
          </p:cNvSpPr>
          <p:nvPr/>
        </p:nvSpPr>
        <p:spPr>
          <a:xfrm>
            <a:off x="8322074" y="62771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7" name="F2_precision_recall_distributions_7111">
            <a:extLst>
              <a:ext uri="{FF2B5EF4-FFF2-40B4-BE49-F238E27FC236}">
                <a16:creationId xmlns:a16="http://schemas.microsoft.com/office/drawing/2014/main" id="{4D753936-5A65-49E4-AF49-8FE1012C9814}"/>
              </a:ext>
            </a:extLst>
          </p:cNvPr>
          <p:cNvSpPr>
            <a:spLocks noGrp="1"/>
          </p:cNvSpPr>
          <p:nvPr/>
        </p:nvSpPr>
        <p:spPr>
          <a:xfrm>
            <a:off x="8369765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8" name="F2_precision_recall_distributions_7112">
            <a:extLst>
              <a:ext uri="{FF2B5EF4-FFF2-40B4-BE49-F238E27FC236}">
                <a16:creationId xmlns:a16="http://schemas.microsoft.com/office/drawing/2014/main" id="{DC663ACD-F74F-4B2E-856D-E4CD5E4A0FA8}"/>
              </a:ext>
            </a:extLst>
          </p:cNvPr>
          <p:cNvSpPr>
            <a:spLocks noGrp="1"/>
          </p:cNvSpPr>
          <p:nvPr/>
        </p:nvSpPr>
        <p:spPr>
          <a:xfrm>
            <a:off x="8303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299" name="F2_precision_recall_distributions_7113">
            <a:extLst>
              <a:ext uri="{FF2B5EF4-FFF2-40B4-BE49-F238E27FC236}">
                <a16:creationId xmlns:a16="http://schemas.microsoft.com/office/drawing/2014/main" id="{45B499AA-D4B4-4284-80A6-21F58F41A90B}"/>
              </a:ext>
            </a:extLst>
          </p:cNvPr>
          <p:cNvSpPr>
            <a:spLocks noGrp="1"/>
          </p:cNvSpPr>
          <p:nvPr/>
        </p:nvSpPr>
        <p:spPr>
          <a:xfrm>
            <a:off x="84853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0" name="F2_precision_recall_distributions_7114">
            <a:extLst>
              <a:ext uri="{FF2B5EF4-FFF2-40B4-BE49-F238E27FC236}">
                <a16:creationId xmlns:a16="http://schemas.microsoft.com/office/drawing/2014/main" id="{430EA3F6-D890-420D-BDC0-A4DC5AFCA0D9}"/>
              </a:ext>
            </a:extLst>
          </p:cNvPr>
          <p:cNvSpPr>
            <a:spLocks noGrp="1"/>
          </p:cNvSpPr>
          <p:nvPr/>
        </p:nvSpPr>
        <p:spPr>
          <a:xfrm>
            <a:off x="835592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1" name="F2_precision_recall_distributions_7115">
            <a:extLst>
              <a:ext uri="{FF2B5EF4-FFF2-40B4-BE49-F238E27FC236}">
                <a16:creationId xmlns:a16="http://schemas.microsoft.com/office/drawing/2014/main" id="{E7E66D4D-FB98-4D63-B3A7-6B9B7E8F3DDE}"/>
              </a:ext>
            </a:extLst>
          </p:cNvPr>
          <p:cNvSpPr>
            <a:spLocks noGrp="1"/>
          </p:cNvSpPr>
          <p:nvPr/>
        </p:nvSpPr>
        <p:spPr>
          <a:xfrm>
            <a:off x="82498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2" name="F2_precision_recall_distributions_7116">
            <a:extLst>
              <a:ext uri="{FF2B5EF4-FFF2-40B4-BE49-F238E27FC236}">
                <a16:creationId xmlns:a16="http://schemas.microsoft.com/office/drawing/2014/main" id="{8895E7F3-9980-4A71-BFA0-3C0E69CD7758}"/>
              </a:ext>
            </a:extLst>
          </p:cNvPr>
          <p:cNvSpPr>
            <a:spLocks noGrp="1"/>
          </p:cNvSpPr>
          <p:nvPr/>
        </p:nvSpPr>
        <p:spPr>
          <a:xfrm>
            <a:off x="8134544" y="63256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3" name="F2_precision_recall_distributions_7117">
            <a:extLst>
              <a:ext uri="{FF2B5EF4-FFF2-40B4-BE49-F238E27FC236}">
                <a16:creationId xmlns:a16="http://schemas.microsoft.com/office/drawing/2014/main" id="{C43D451D-B029-415C-9215-4C01D65E1094}"/>
              </a:ext>
            </a:extLst>
          </p:cNvPr>
          <p:cNvSpPr>
            <a:spLocks noGrp="1"/>
          </p:cNvSpPr>
          <p:nvPr/>
        </p:nvSpPr>
        <p:spPr>
          <a:xfrm>
            <a:off x="818190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4" name="F2_precision_recall_distributions_7118">
            <a:extLst>
              <a:ext uri="{FF2B5EF4-FFF2-40B4-BE49-F238E27FC236}">
                <a16:creationId xmlns:a16="http://schemas.microsoft.com/office/drawing/2014/main" id="{53D4F106-2999-46A2-8824-B48101D09014}"/>
              </a:ext>
            </a:extLst>
          </p:cNvPr>
          <p:cNvSpPr>
            <a:spLocks noGrp="1"/>
          </p:cNvSpPr>
          <p:nvPr/>
        </p:nvSpPr>
        <p:spPr>
          <a:xfrm>
            <a:off x="829334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5" name="F2_precision_recall_distributions_7119">
            <a:extLst>
              <a:ext uri="{FF2B5EF4-FFF2-40B4-BE49-F238E27FC236}">
                <a16:creationId xmlns:a16="http://schemas.microsoft.com/office/drawing/2014/main" id="{9F39BBB0-1253-4386-86C6-3F73A7554C59}"/>
              </a:ext>
            </a:extLst>
          </p:cNvPr>
          <p:cNvSpPr>
            <a:spLocks noGrp="1"/>
          </p:cNvSpPr>
          <p:nvPr/>
        </p:nvSpPr>
        <p:spPr>
          <a:xfrm>
            <a:off x="8477943" y="641423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6" name="F2_precision_recall_distributions_7120">
            <a:extLst>
              <a:ext uri="{FF2B5EF4-FFF2-40B4-BE49-F238E27FC236}">
                <a16:creationId xmlns:a16="http://schemas.microsoft.com/office/drawing/2014/main" id="{E2971A2D-042B-4B5E-8EFD-C5B5AAF1A941}"/>
              </a:ext>
            </a:extLst>
          </p:cNvPr>
          <p:cNvSpPr>
            <a:spLocks noGrp="1"/>
          </p:cNvSpPr>
          <p:nvPr/>
        </p:nvSpPr>
        <p:spPr>
          <a:xfrm>
            <a:off x="836213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7" name="F2_precision_recall_distributions_7121">
            <a:extLst>
              <a:ext uri="{FF2B5EF4-FFF2-40B4-BE49-F238E27FC236}">
                <a16:creationId xmlns:a16="http://schemas.microsoft.com/office/drawing/2014/main" id="{ADBCFADD-E7CE-49F9-B4A7-6B17E75F8862}"/>
              </a:ext>
            </a:extLst>
          </p:cNvPr>
          <p:cNvSpPr>
            <a:spLocks noGrp="1"/>
          </p:cNvSpPr>
          <p:nvPr/>
        </p:nvSpPr>
        <p:spPr>
          <a:xfrm>
            <a:off x="817636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8" name="F2_precision_recall_distributions_7122">
            <a:extLst>
              <a:ext uri="{FF2B5EF4-FFF2-40B4-BE49-F238E27FC236}">
                <a16:creationId xmlns:a16="http://schemas.microsoft.com/office/drawing/2014/main" id="{3D58A37B-294B-4BC4-89BA-8F16C8B9C5A8}"/>
              </a:ext>
            </a:extLst>
          </p:cNvPr>
          <p:cNvSpPr>
            <a:spLocks noGrp="1"/>
          </p:cNvSpPr>
          <p:nvPr/>
        </p:nvSpPr>
        <p:spPr>
          <a:xfrm>
            <a:off x="82843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09" name="F2_precision_recall_distributions_7123">
            <a:extLst>
              <a:ext uri="{FF2B5EF4-FFF2-40B4-BE49-F238E27FC236}">
                <a16:creationId xmlns:a16="http://schemas.microsoft.com/office/drawing/2014/main" id="{1990E590-7347-4CB5-A32F-12CF0C5BE8E3}"/>
              </a:ext>
            </a:extLst>
          </p:cNvPr>
          <p:cNvSpPr>
            <a:spLocks noGrp="1"/>
          </p:cNvSpPr>
          <p:nvPr/>
        </p:nvSpPr>
        <p:spPr>
          <a:xfrm>
            <a:off x="82694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0" name="F2_precision_recall_distributions_7124">
            <a:extLst>
              <a:ext uri="{FF2B5EF4-FFF2-40B4-BE49-F238E27FC236}">
                <a16:creationId xmlns:a16="http://schemas.microsoft.com/office/drawing/2014/main" id="{C10B06FD-C267-49E0-989A-DBD88A6673B2}"/>
              </a:ext>
            </a:extLst>
          </p:cNvPr>
          <p:cNvSpPr>
            <a:spLocks noGrp="1"/>
          </p:cNvSpPr>
          <p:nvPr/>
        </p:nvSpPr>
        <p:spPr>
          <a:xfrm>
            <a:off x="82153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1" name="F2_precision_recall_distributions_7125">
            <a:extLst>
              <a:ext uri="{FF2B5EF4-FFF2-40B4-BE49-F238E27FC236}">
                <a16:creationId xmlns:a16="http://schemas.microsoft.com/office/drawing/2014/main" id="{E6D3A2DC-DBCA-451F-8549-7AAD63F598ED}"/>
              </a:ext>
            </a:extLst>
          </p:cNvPr>
          <p:cNvSpPr>
            <a:spLocks noGrp="1"/>
          </p:cNvSpPr>
          <p:nvPr/>
        </p:nvSpPr>
        <p:spPr>
          <a:xfrm>
            <a:off x="839820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2" name="F2_precision_recall_distributions_7126">
            <a:extLst>
              <a:ext uri="{FF2B5EF4-FFF2-40B4-BE49-F238E27FC236}">
                <a16:creationId xmlns:a16="http://schemas.microsoft.com/office/drawing/2014/main" id="{6F29AA93-1F92-4B09-BBB8-2AE1A101C777}"/>
              </a:ext>
            </a:extLst>
          </p:cNvPr>
          <p:cNvSpPr>
            <a:spLocks noGrp="1"/>
          </p:cNvSpPr>
          <p:nvPr/>
        </p:nvSpPr>
        <p:spPr>
          <a:xfrm>
            <a:off x="84791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3" name="F2_precision_recall_distributions_7127">
            <a:extLst>
              <a:ext uri="{FF2B5EF4-FFF2-40B4-BE49-F238E27FC236}">
                <a16:creationId xmlns:a16="http://schemas.microsoft.com/office/drawing/2014/main" id="{8BBB5DD9-ADE9-457E-9D2B-7DB7DE8DF898}"/>
              </a:ext>
            </a:extLst>
          </p:cNvPr>
          <p:cNvSpPr>
            <a:spLocks noGrp="1"/>
          </p:cNvSpPr>
          <p:nvPr/>
        </p:nvSpPr>
        <p:spPr>
          <a:xfrm>
            <a:off x="84026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4" name="F2_precision_recall_distributions_7128">
            <a:extLst>
              <a:ext uri="{FF2B5EF4-FFF2-40B4-BE49-F238E27FC236}">
                <a16:creationId xmlns:a16="http://schemas.microsoft.com/office/drawing/2014/main" id="{9248FEEA-454B-44E6-ACCD-C3409C40A0DA}"/>
              </a:ext>
            </a:extLst>
          </p:cNvPr>
          <p:cNvSpPr>
            <a:spLocks noGrp="1"/>
          </p:cNvSpPr>
          <p:nvPr/>
        </p:nvSpPr>
        <p:spPr>
          <a:xfrm>
            <a:off x="82272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5" name="F2_precision_recall_distributions_7129">
            <a:extLst>
              <a:ext uri="{FF2B5EF4-FFF2-40B4-BE49-F238E27FC236}">
                <a16:creationId xmlns:a16="http://schemas.microsoft.com/office/drawing/2014/main" id="{FE01F765-201F-498D-AA31-3CEFC1A4638F}"/>
              </a:ext>
            </a:extLst>
          </p:cNvPr>
          <p:cNvSpPr>
            <a:spLocks noGrp="1"/>
          </p:cNvSpPr>
          <p:nvPr/>
        </p:nvSpPr>
        <p:spPr>
          <a:xfrm>
            <a:off x="81740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6" name="F2_precision_recall_distributions_7130">
            <a:extLst>
              <a:ext uri="{FF2B5EF4-FFF2-40B4-BE49-F238E27FC236}">
                <a16:creationId xmlns:a16="http://schemas.microsoft.com/office/drawing/2014/main" id="{482068E8-2154-4F4D-B960-02780CB93280}"/>
              </a:ext>
            </a:extLst>
          </p:cNvPr>
          <p:cNvSpPr>
            <a:spLocks noGrp="1"/>
          </p:cNvSpPr>
          <p:nvPr/>
        </p:nvSpPr>
        <p:spPr>
          <a:xfrm>
            <a:off x="83634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7" name="F2_precision_recall_distributions_7131">
            <a:extLst>
              <a:ext uri="{FF2B5EF4-FFF2-40B4-BE49-F238E27FC236}">
                <a16:creationId xmlns:a16="http://schemas.microsoft.com/office/drawing/2014/main" id="{A5796F8F-D1A0-459C-9885-269D93195D82}"/>
              </a:ext>
            </a:extLst>
          </p:cNvPr>
          <p:cNvSpPr>
            <a:spLocks noGrp="1"/>
          </p:cNvSpPr>
          <p:nvPr/>
        </p:nvSpPr>
        <p:spPr>
          <a:xfrm>
            <a:off x="83854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8" name="F2_precision_recall_distributions_7132">
            <a:extLst>
              <a:ext uri="{FF2B5EF4-FFF2-40B4-BE49-F238E27FC236}">
                <a16:creationId xmlns:a16="http://schemas.microsoft.com/office/drawing/2014/main" id="{98AF7CE0-74E6-40D5-9EC1-DBAA5F9035E2}"/>
              </a:ext>
            </a:extLst>
          </p:cNvPr>
          <p:cNvSpPr>
            <a:spLocks noGrp="1"/>
          </p:cNvSpPr>
          <p:nvPr/>
        </p:nvSpPr>
        <p:spPr>
          <a:xfrm>
            <a:off x="83690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19" name="F2_precision_recall_distributions_7133">
            <a:extLst>
              <a:ext uri="{FF2B5EF4-FFF2-40B4-BE49-F238E27FC236}">
                <a16:creationId xmlns:a16="http://schemas.microsoft.com/office/drawing/2014/main" id="{02AFA088-77CC-4E2C-BF20-CCFF06D79F60}"/>
              </a:ext>
            </a:extLst>
          </p:cNvPr>
          <p:cNvSpPr>
            <a:spLocks noGrp="1"/>
          </p:cNvSpPr>
          <p:nvPr/>
        </p:nvSpPr>
        <p:spPr>
          <a:xfrm>
            <a:off x="81948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0" name="F2_precision_recall_distributions_7134">
            <a:extLst>
              <a:ext uri="{FF2B5EF4-FFF2-40B4-BE49-F238E27FC236}">
                <a16:creationId xmlns:a16="http://schemas.microsoft.com/office/drawing/2014/main" id="{19D60B38-029D-4565-8733-B2C45AAFEB74}"/>
              </a:ext>
            </a:extLst>
          </p:cNvPr>
          <p:cNvSpPr>
            <a:spLocks noGrp="1"/>
          </p:cNvSpPr>
          <p:nvPr/>
        </p:nvSpPr>
        <p:spPr>
          <a:xfrm>
            <a:off x="8405347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1" name="F2_precision_recall_distributions_7135">
            <a:extLst>
              <a:ext uri="{FF2B5EF4-FFF2-40B4-BE49-F238E27FC236}">
                <a16:creationId xmlns:a16="http://schemas.microsoft.com/office/drawing/2014/main" id="{5B468146-3D45-43FB-AF5C-8BDB849C47D7}"/>
              </a:ext>
            </a:extLst>
          </p:cNvPr>
          <p:cNvSpPr>
            <a:spLocks noGrp="1"/>
          </p:cNvSpPr>
          <p:nvPr/>
        </p:nvSpPr>
        <p:spPr>
          <a:xfrm>
            <a:off x="824748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2" name="F2_precision_recall_distributions_7136">
            <a:extLst>
              <a:ext uri="{FF2B5EF4-FFF2-40B4-BE49-F238E27FC236}">
                <a16:creationId xmlns:a16="http://schemas.microsoft.com/office/drawing/2014/main" id="{5E63A7A9-93BD-4F09-A69F-B7D938020B0F}"/>
              </a:ext>
            </a:extLst>
          </p:cNvPr>
          <p:cNvSpPr>
            <a:spLocks noGrp="1"/>
          </p:cNvSpPr>
          <p:nvPr/>
        </p:nvSpPr>
        <p:spPr>
          <a:xfrm>
            <a:off x="83916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3" name="F2_precision_recall_distributions_7137">
            <a:extLst>
              <a:ext uri="{FF2B5EF4-FFF2-40B4-BE49-F238E27FC236}">
                <a16:creationId xmlns:a16="http://schemas.microsoft.com/office/drawing/2014/main" id="{46453BC9-3519-4B69-89FD-1951BAB1E612}"/>
              </a:ext>
            </a:extLst>
          </p:cNvPr>
          <p:cNvSpPr>
            <a:spLocks noGrp="1"/>
          </p:cNvSpPr>
          <p:nvPr/>
        </p:nvSpPr>
        <p:spPr>
          <a:xfrm>
            <a:off x="849335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4" name="F2_precision_recall_distributions_7138">
            <a:extLst>
              <a:ext uri="{FF2B5EF4-FFF2-40B4-BE49-F238E27FC236}">
                <a16:creationId xmlns:a16="http://schemas.microsoft.com/office/drawing/2014/main" id="{323E2F11-BD54-46FE-9E71-CDA3A3A0E0ED}"/>
              </a:ext>
            </a:extLst>
          </p:cNvPr>
          <p:cNvSpPr>
            <a:spLocks noGrp="1"/>
          </p:cNvSpPr>
          <p:nvPr/>
        </p:nvSpPr>
        <p:spPr>
          <a:xfrm>
            <a:off x="823366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5" name="F2_precision_recall_distributions_7139">
            <a:extLst>
              <a:ext uri="{FF2B5EF4-FFF2-40B4-BE49-F238E27FC236}">
                <a16:creationId xmlns:a16="http://schemas.microsoft.com/office/drawing/2014/main" id="{B877A09D-25AB-43A1-B1F1-E733F820D302}"/>
              </a:ext>
            </a:extLst>
          </p:cNvPr>
          <p:cNvSpPr>
            <a:spLocks noGrp="1"/>
          </p:cNvSpPr>
          <p:nvPr/>
        </p:nvSpPr>
        <p:spPr>
          <a:xfrm>
            <a:off x="827399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6" name="F2_precision_recall_distributions_7140">
            <a:extLst>
              <a:ext uri="{FF2B5EF4-FFF2-40B4-BE49-F238E27FC236}">
                <a16:creationId xmlns:a16="http://schemas.microsoft.com/office/drawing/2014/main" id="{39229E3C-8F40-4AA7-B745-3504DEFE9CFD}"/>
              </a:ext>
            </a:extLst>
          </p:cNvPr>
          <p:cNvSpPr>
            <a:spLocks noGrp="1"/>
          </p:cNvSpPr>
          <p:nvPr/>
        </p:nvSpPr>
        <p:spPr>
          <a:xfrm>
            <a:off x="826620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7" name="F2_precision_recall_distributions_7141">
            <a:extLst>
              <a:ext uri="{FF2B5EF4-FFF2-40B4-BE49-F238E27FC236}">
                <a16:creationId xmlns:a16="http://schemas.microsoft.com/office/drawing/2014/main" id="{54739A6D-D32D-4D9F-8858-BCB9E88B7E80}"/>
              </a:ext>
            </a:extLst>
          </p:cNvPr>
          <p:cNvSpPr>
            <a:spLocks noGrp="1"/>
          </p:cNvSpPr>
          <p:nvPr/>
        </p:nvSpPr>
        <p:spPr>
          <a:xfrm>
            <a:off x="8197528" y="63191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8" name="F2_precision_recall_distributions_7142">
            <a:extLst>
              <a:ext uri="{FF2B5EF4-FFF2-40B4-BE49-F238E27FC236}">
                <a16:creationId xmlns:a16="http://schemas.microsoft.com/office/drawing/2014/main" id="{D4E1DAA0-37CE-4C34-A412-1DC09E498D62}"/>
              </a:ext>
            </a:extLst>
          </p:cNvPr>
          <p:cNvSpPr>
            <a:spLocks noGrp="1"/>
          </p:cNvSpPr>
          <p:nvPr/>
        </p:nvSpPr>
        <p:spPr>
          <a:xfrm>
            <a:off x="81485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29" name="F2_precision_recall_distributions_7143">
            <a:extLst>
              <a:ext uri="{FF2B5EF4-FFF2-40B4-BE49-F238E27FC236}">
                <a16:creationId xmlns:a16="http://schemas.microsoft.com/office/drawing/2014/main" id="{D0C5CAB8-0F75-4694-AF4D-F46E9B759BB3}"/>
              </a:ext>
            </a:extLst>
          </p:cNvPr>
          <p:cNvSpPr>
            <a:spLocks noGrp="1"/>
          </p:cNvSpPr>
          <p:nvPr/>
        </p:nvSpPr>
        <p:spPr>
          <a:xfrm>
            <a:off x="823659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0" name="F2_precision_recall_distributions_7144">
            <a:extLst>
              <a:ext uri="{FF2B5EF4-FFF2-40B4-BE49-F238E27FC236}">
                <a16:creationId xmlns:a16="http://schemas.microsoft.com/office/drawing/2014/main" id="{4F58902B-218D-4D7C-A595-622C711DB874}"/>
              </a:ext>
            </a:extLst>
          </p:cNvPr>
          <p:cNvSpPr>
            <a:spLocks noGrp="1"/>
          </p:cNvSpPr>
          <p:nvPr/>
        </p:nvSpPr>
        <p:spPr>
          <a:xfrm>
            <a:off x="82000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1" name="F2_precision_recall_distributions_7145">
            <a:extLst>
              <a:ext uri="{FF2B5EF4-FFF2-40B4-BE49-F238E27FC236}">
                <a16:creationId xmlns:a16="http://schemas.microsoft.com/office/drawing/2014/main" id="{5C808110-8029-43F5-900C-521EEABC1520}"/>
              </a:ext>
            </a:extLst>
          </p:cNvPr>
          <p:cNvSpPr>
            <a:spLocks noGrp="1"/>
          </p:cNvSpPr>
          <p:nvPr/>
        </p:nvSpPr>
        <p:spPr>
          <a:xfrm>
            <a:off x="82494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2" name="F2_precision_recall_distributions_7146">
            <a:extLst>
              <a:ext uri="{FF2B5EF4-FFF2-40B4-BE49-F238E27FC236}">
                <a16:creationId xmlns:a16="http://schemas.microsoft.com/office/drawing/2014/main" id="{8B6A9705-05CB-4A4A-A9C2-69B91B618A2A}"/>
              </a:ext>
            </a:extLst>
          </p:cNvPr>
          <p:cNvSpPr>
            <a:spLocks noGrp="1"/>
          </p:cNvSpPr>
          <p:nvPr/>
        </p:nvSpPr>
        <p:spPr>
          <a:xfrm>
            <a:off x="8151709" y="64297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3" name="F2_precision_recall_distributions_7147">
            <a:extLst>
              <a:ext uri="{FF2B5EF4-FFF2-40B4-BE49-F238E27FC236}">
                <a16:creationId xmlns:a16="http://schemas.microsoft.com/office/drawing/2014/main" id="{03005AFB-46D6-4ADB-9EC1-EAEA2218958B}"/>
              </a:ext>
            </a:extLst>
          </p:cNvPr>
          <p:cNvSpPr>
            <a:spLocks noGrp="1"/>
          </p:cNvSpPr>
          <p:nvPr/>
        </p:nvSpPr>
        <p:spPr>
          <a:xfrm>
            <a:off x="82006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4" name="F2_precision_recall_distributions_7148">
            <a:extLst>
              <a:ext uri="{FF2B5EF4-FFF2-40B4-BE49-F238E27FC236}">
                <a16:creationId xmlns:a16="http://schemas.microsoft.com/office/drawing/2014/main" id="{55F41E1F-0498-41A7-A78A-4D34BC54C653}"/>
              </a:ext>
            </a:extLst>
          </p:cNvPr>
          <p:cNvSpPr>
            <a:spLocks noGrp="1"/>
          </p:cNvSpPr>
          <p:nvPr/>
        </p:nvSpPr>
        <p:spPr>
          <a:xfrm>
            <a:off x="813852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5" name="F2_precision_recall_distributions_7149">
            <a:extLst>
              <a:ext uri="{FF2B5EF4-FFF2-40B4-BE49-F238E27FC236}">
                <a16:creationId xmlns:a16="http://schemas.microsoft.com/office/drawing/2014/main" id="{532D469F-7A6C-41A0-9101-D9F83F67DF6E}"/>
              </a:ext>
            </a:extLst>
          </p:cNvPr>
          <p:cNvSpPr>
            <a:spLocks noGrp="1"/>
          </p:cNvSpPr>
          <p:nvPr/>
        </p:nvSpPr>
        <p:spPr>
          <a:xfrm>
            <a:off x="82760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6" name="F2_precision_recall_distributions_7150">
            <a:extLst>
              <a:ext uri="{FF2B5EF4-FFF2-40B4-BE49-F238E27FC236}">
                <a16:creationId xmlns:a16="http://schemas.microsoft.com/office/drawing/2014/main" id="{1E05BC8B-43EF-48A3-BB6D-9712FCECF9D9}"/>
              </a:ext>
            </a:extLst>
          </p:cNvPr>
          <p:cNvSpPr>
            <a:spLocks noGrp="1"/>
          </p:cNvSpPr>
          <p:nvPr/>
        </p:nvSpPr>
        <p:spPr>
          <a:xfrm>
            <a:off x="82890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7" name="F2_precision_recall_distributions_7151">
            <a:extLst>
              <a:ext uri="{FF2B5EF4-FFF2-40B4-BE49-F238E27FC236}">
                <a16:creationId xmlns:a16="http://schemas.microsoft.com/office/drawing/2014/main" id="{B9BFE408-98F7-4851-866C-802A0888FB78}"/>
              </a:ext>
            </a:extLst>
          </p:cNvPr>
          <p:cNvSpPr>
            <a:spLocks noGrp="1"/>
          </p:cNvSpPr>
          <p:nvPr/>
        </p:nvSpPr>
        <p:spPr>
          <a:xfrm>
            <a:off x="813507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8" name="F2_precision_recall_distributions_7152">
            <a:extLst>
              <a:ext uri="{FF2B5EF4-FFF2-40B4-BE49-F238E27FC236}">
                <a16:creationId xmlns:a16="http://schemas.microsoft.com/office/drawing/2014/main" id="{DEAC13CA-1ACB-421B-B740-5D889EB965E5}"/>
              </a:ext>
            </a:extLst>
          </p:cNvPr>
          <p:cNvSpPr>
            <a:spLocks noGrp="1"/>
          </p:cNvSpPr>
          <p:nvPr/>
        </p:nvSpPr>
        <p:spPr>
          <a:xfrm>
            <a:off x="8362684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39" name="F2_precision_recall_distributions_7153">
            <a:extLst>
              <a:ext uri="{FF2B5EF4-FFF2-40B4-BE49-F238E27FC236}">
                <a16:creationId xmlns:a16="http://schemas.microsoft.com/office/drawing/2014/main" id="{523606DC-9649-4004-B057-DA037C40AA13}"/>
              </a:ext>
            </a:extLst>
          </p:cNvPr>
          <p:cNvSpPr>
            <a:spLocks noGrp="1"/>
          </p:cNvSpPr>
          <p:nvPr/>
        </p:nvSpPr>
        <p:spPr>
          <a:xfrm>
            <a:off x="82471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0" name="F2_precision_recall_distributions_7154">
            <a:extLst>
              <a:ext uri="{FF2B5EF4-FFF2-40B4-BE49-F238E27FC236}">
                <a16:creationId xmlns:a16="http://schemas.microsoft.com/office/drawing/2014/main" id="{84119635-C520-4B4F-A2B5-29317C9A8C4A}"/>
              </a:ext>
            </a:extLst>
          </p:cNvPr>
          <p:cNvSpPr>
            <a:spLocks noGrp="1"/>
          </p:cNvSpPr>
          <p:nvPr/>
        </p:nvSpPr>
        <p:spPr>
          <a:xfrm>
            <a:off x="845136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1" name="F2_precision_recall_distributions_7155">
            <a:extLst>
              <a:ext uri="{FF2B5EF4-FFF2-40B4-BE49-F238E27FC236}">
                <a16:creationId xmlns:a16="http://schemas.microsoft.com/office/drawing/2014/main" id="{BC27BC84-2CEF-46C4-BD66-4FB6572DE3ED}"/>
              </a:ext>
            </a:extLst>
          </p:cNvPr>
          <p:cNvSpPr>
            <a:spLocks noGrp="1"/>
          </p:cNvSpPr>
          <p:nvPr/>
        </p:nvSpPr>
        <p:spPr>
          <a:xfrm>
            <a:off x="847805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2" name="F2_precision_recall_distributions_7156">
            <a:extLst>
              <a:ext uri="{FF2B5EF4-FFF2-40B4-BE49-F238E27FC236}">
                <a16:creationId xmlns:a16="http://schemas.microsoft.com/office/drawing/2014/main" id="{4A0B88C8-7FF2-4162-AB05-0F4959CA89F8}"/>
              </a:ext>
            </a:extLst>
          </p:cNvPr>
          <p:cNvSpPr>
            <a:spLocks noGrp="1"/>
          </p:cNvSpPr>
          <p:nvPr/>
        </p:nvSpPr>
        <p:spPr>
          <a:xfrm>
            <a:off x="8272140" y="632563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3" name="F2_precision_recall_distributions_7157">
            <a:extLst>
              <a:ext uri="{FF2B5EF4-FFF2-40B4-BE49-F238E27FC236}">
                <a16:creationId xmlns:a16="http://schemas.microsoft.com/office/drawing/2014/main" id="{CE51B600-8BB1-4589-B6AF-CC8D93E1546E}"/>
              </a:ext>
            </a:extLst>
          </p:cNvPr>
          <p:cNvSpPr>
            <a:spLocks noGrp="1"/>
          </p:cNvSpPr>
          <p:nvPr/>
        </p:nvSpPr>
        <p:spPr>
          <a:xfrm>
            <a:off x="81457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4" name="F2_precision_recall_distributions_7158">
            <a:extLst>
              <a:ext uri="{FF2B5EF4-FFF2-40B4-BE49-F238E27FC236}">
                <a16:creationId xmlns:a16="http://schemas.microsoft.com/office/drawing/2014/main" id="{911F3490-430C-4867-AD7E-8CFA73C6C15C}"/>
              </a:ext>
            </a:extLst>
          </p:cNvPr>
          <p:cNvSpPr>
            <a:spLocks noGrp="1"/>
          </p:cNvSpPr>
          <p:nvPr/>
        </p:nvSpPr>
        <p:spPr>
          <a:xfrm>
            <a:off x="8288638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5" name="F2_precision_recall_distributions_7159">
            <a:extLst>
              <a:ext uri="{FF2B5EF4-FFF2-40B4-BE49-F238E27FC236}">
                <a16:creationId xmlns:a16="http://schemas.microsoft.com/office/drawing/2014/main" id="{28677243-BC65-49B3-BC35-D8C8EB9E302F}"/>
              </a:ext>
            </a:extLst>
          </p:cNvPr>
          <p:cNvSpPr>
            <a:spLocks noGrp="1"/>
          </p:cNvSpPr>
          <p:nvPr/>
        </p:nvSpPr>
        <p:spPr>
          <a:xfrm>
            <a:off x="83480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6" name="F2_precision_recall_distributions_7160">
            <a:extLst>
              <a:ext uri="{FF2B5EF4-FFF2-40B4-BE49-F238E27FC236}">
                <a16:creationId xmlns:a16="http://schemas.microsoft.com/office/drawing/2014/main" id="{176E8BF3-1223-4F11-A030-6D3C20D49127}"/>
              </a:ext>
            </a:extLst>
          </p:cNvPr>
          <p:cNvSpPr>
            <a:spLocks noGrp="1"/>
          </p:cNvSpPr>
          <p:nvPr/>
        </p:nvSpPr>
        <p:spPr>
          <a:xfrm>
            <a:off x="846614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7" name="F2_precision_recall_distributions_7161">
            <a:extLst>
              <a:ext uri="{FF2B5EF4-FFF2-40B4-BE49-F238E27FC236}">
                <a16:creationId xmlns:a16="http://schemas.microsoft.com/office/drawing/2014/main" id="{95A54956-0DD5-4EBD-8BFA-9E6B0E85A9D0}"/>
              </a:ext>
            </a:extLst>
          </p:cNvPr>
          <p:cNvSpPr>
            <a:spLocks noGrp="1"/>
          </p:cNvSpPr>
          <p:nvPr/>
        </p:nvSpPr>
        <p:spPr>
          <a:xfrm>
            <a:off x="8171578" y="62346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8" name="F2_precision_recall_distributions_7162">
            <a:extLst>
              <a:ext uri="{FF2B5EF4-FFF2-40B4-BE49-F238E27FC236}">
                <a16:creationId xmlns:a16="http://schemas.microsoft.com/office/drawing/2014/main" id="{1FC5DBBB-A4FD-4E66-A138-30988FAD9923}"/>
              </a:ext>
            </a:extLst>
          </p:cNvPr>
          <p:cNvSpPr>
            <a:spLocks noGrp="1"/>
          </p:cNvSpPr>
          <p:nvPr/>
        </p:nvSpPr>
        <p:spPr>
          <a:xfrm>
            <a:off x="847114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49" name="F2_precision_recall_distributions_7163">
            <a:extLst>
              <a:ext uri="{FF2B5EF4-FFF2-40B4-BE49-F238E27FC236}">
                <a16:creationId xmlns:a16="http://schemas.microsoft.com/office/drawing/2014/main" id="{5A52CDC1-9801-46AB-ADE0-A6F2C7EA8694}"/>
              </a:ext>
            </a:extLst>
          </p:cNvPr>
          <p:cNvSpPr>
            <a:spLocks noGrp="1"/>
          </p:cNvSpPr>
          <p:nvPr/>
        </p:nvSpPr>
        <p:spPr>
          <a:xfrm>
            <a:off x="82817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0" name="F2_precision_recall_distributions_7164">
            <a:extLst>
              <a:ext uri="{FF2B5EF4-FFF2-40B4-BE49-F238E27FC236}">
                <a16:creationId xmlns:a16="http://schemas.microsoft.com/office/drawing/2014/main" id="{DAC8E522-88A4-4EB8-830F-1309A75F461E}"/>
              </a:ext>
            </a:extLst>
          </p:cNvPr>
          <p:cNvSpPr>
            <a:spLocks noGrp="1"/>
          </p:cNvSpPr>
          <p:nvPr/>
        </p:nvSpPr>
        <p:spPr>
          <a:xfrm>
            <a:off x="824115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1" name="F2_precision_recall_distributions_7165">
            <a:extLst>
              <a:ext uri="{FF2B5EF4-FFF2-40B4-BE49-F238E27FC236}">
                <a16:creationId xmlns:a16="http://schemas.microsoft.com/office/drawing/2014/main" id="{BD16718E-9DA1-4ACC-982B-8FDA9E79545D}"/>
              </a:ext>
            </a:extLst>
          </p:cNvPr>
          <p:cNvSpPr>
            <a:spLocks noGrp="1"/>
          </p:cNvSpPr>
          <p:nvPr/>
        </p:nvSpPr>
        <p:spPr>
          <a:xfrm>
            <a:off x="815940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2" name="F2_precision_recall_distributions_7166">
            <a:extLst>
              <a:ext uri="{FF2B5EF4-FFF2-40B4-BE49-F238E27FC236}">
                <a16:creationId xmlns:a16="http://schemas.microsoft.com/office/drawing/2014/main" id="{7383E41A-732F-45FD-BBD7-7B14B7078CBD}"/>
              </a:ext>
            </a:extLst>
          </p:cNvPr>
          <p:cNvSpPr>
            <a:spLocks noGrp="1"/>
          </p:cNvSpPr>
          <p:nvPr/>
        </p:nvSpPr>
        <p:spPr>
          <a:xfrm>
            <a:off x="819074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3" name="F2_precision_recall_distributions_7167">
            <a:extLst>
              <a:ext uri="{FF2B5EF4-FFF2-40B4-BE49-F238E27FC236}">
                <a16:creationId xmlns:a16="http://schemas.microsoft.com/office/drawing/2014/main" id="{E07B4FC8-16D1-4A7C-9D40-8CC4FBE6AD0E}"/>
              </a:ext>
            </a:extLst>
          </p:cNvPr>
          <p:cNvSpPr>
            <a:spLocks noGrp="1"/>
          </p:cNvSpPr>
          <p:nvPr/>
        </p:nvSpPr>
        <p:spPr>
          <a:xfrm>
            <a:off x="81756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4" name="F2_precision_recall_distributions_7168">
            <a:extLst>
              <a:ext uri="{FF2B5EF4-FFF2-40B4-BE49-F238E27FC236}">
                <a16:creationId xmlns:a16="http://schemas.microsoft.com/office/drawing/2014/main" id="{F44078B3-99DD-4444-8CA8-4334298CC03E}"/>
              </a:ext>
            </a:extLst>
          </p:cNvPr>
          <p:cNvSpPr>
            <a:spLocks noGrp="1"/>
          </p:cNvSpPr>
          <p:nvPr/>
        </p:nvSpPr>
        <p:spPr>
          <a:xfrm>
            <a:off x="8150794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5" name="F2_precision_recall_distributions_7169">
            <a:extLst>
              <a:ext uri="{FF2B5EF4-FFF2-40B4-BE49-F238E27FC236}">
                <a16:creationId xmlns:a16="http://schemas.microsoft.com/office/drawing/2014/main" id="{C070D655-A4B2-4C50-AD59-8FC61C236096}"/>
              </a:ext>
            </a:extLst>
          </p:cNvPr>
          <p:cNvSpPr>
            <a:spLocks noGrp="1"/>
          </p:cNvSpPr>
          <p:nvPr/>
        </p:nvSpPr>
        <p:spPr>
          <a:xfrm>
            <a:off x="84746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6" name="F2_precision_recall_distributions_7170">
            <a:extLst>
              <a:ext uri="{FF2B5EF4-FFF2-40B4-BE49-F238E27FC236}">
                <a16:creationId xmlns:a16="http://schemas.microsoft.com/office/drawing/2014/main" id="{4CC54949-2E5B-4BF6-A06B-E9A9EAFA40FB}"/>
              </a:ext>
            </a:extLst>
          </p:cNvPr>
          <p:cNvSpPr>
            <a:spLocks noGrp="1"/>
          </p:cNvSpPr>
          <p:nvPr/>
        </p:nvSpPr>
        <p:spPr>
          <a:xfrm>
            <a:off x="843553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7" name="F2_precision_recall_distributions_7171">
            <a:extLst>
              <a:ext uri="{FF2B5EF4-FFF2-40B4-BE49-F238E27FC236}">
                <a16:creationId xmlns:a16="http://schemas.microsoft.com/office/drawing/2014/main" id="{377B0DAB-BB82-4837-89AE-6CC607E1AF87}"/>
              </a:ext>
            </a:extLst>
          </p:cNvPr>
          <p:cNvSpPr>
            <a:spLocks noGrp="1"/>
          </p:cNvSpPr>
          <p:nvPr/>
        </p:nvSpPr>
        <p:spPr>
          <a:xfrm>
            <a:off x="825891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8" name="F2_precision_recall_distributions_7172">
            <a:extLst>
              <a:ext uri="{FF2B5EF4-FFF2-40B4-BE49-F238E27FC236}">
                <a16:creationId xmlns:a16="http://schemas.microsoft.com/office/drawing/2014/main" id="{5BB0EFBA-77E3-4352-8434-BFA52267CD77}"/>
              </a:ext>
            </a:extLst>
          </p:cNvPr>
          <p:cNvSpPr>
            <a:spLocks noGrp="1"/>
          </p:cNvSpPr>
          <p:nvPr/>
        </p:nvSpPr>
        <p:spPr>
          <a:xfrm>
            <a:off x="826278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59" name="F2_precision_recall_distributions_7173">
            <a:extLst>
              <a:ext uri="{FF2B5EF4-FFF2-40B4-BE49-F238E27FC236}">
                <a16:creationId xmlns:a16="http://schemas.microsoft.com/office/drawing/2014/main" id="{170E6F45-A947-4DDA-ABD5-01D36A83DDEC}"/>
              </a:ext>
            </a:extLst>
          </p:cNvPr>
          <p:cNvSpPr>
            <a:spLocks noGrp="1"/>
          </p:cNvSpPr>
          <p:nvPr/>
        </p:nvSpPr>
        <p:spPr>
          <a:xfrm>
            <a:off x="8453060" y="63489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0" name="F2_precision_recall_distributions_7174">
            <a:extLst>
              <a:ext uri="{FF2B5EF4-FFF2-40B4-BE49-F238E27FC236}">
                <a16:creationId xmlns:a16="http://schemas.microsoft.com/office/drawing/2014/main" id="{E29E6BD8-E1BD-472B-B95A-B9A0723056C5}"/>
              </a:ext>
            </a:extLst>
          </p:cNvPr>
          <p:cNvSpPr>
            <a:spLocks noGrp="1"/>
          </p:cNvSpPr>
          <p:nvPr/>
        </p:nvSpPr>
        <p:spPr>
          <a:xfrm>
            <a:off x="8177482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1" name="F2_precision_recall_distributions_7175">
            <a:extLst>
              <a:ext uri="{FF2B5EF4-FFF2-40B4-BE49-F238E27FC236}">
                <a16:creationId xmlns:a16="http://schemas.microsoft.com/office/drawing/2014/main" id="{A3F84251-31FA-4F74-8B5C-1DCD2384315D}"/>
              </a:ext>
            </a:extLst>
          </p:cNvPr>
          <p:cNvSpPr>
            <a:spLocks noGrp="1"/>
          </p:cNvSpPr>
          <p:nvPr/>
        </p:nvSpPr>
        <p:spPr>
          <a:xfrm>
            <a:off x="824292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2" name="F2_precision_recall_distributions_7176">
            <a:extLst>
              <a:ext uri="{FF2B5EF4-FFF2-40B4-BE49-F238E27FC236}">
                <a16:creationId xmlns:a16="http://schemas.microsoft.com/office/drawing/2014/main" id="{3072190D-6B6B-425A-BE0E-94F6BD36C28E}"/>
              </a:ext>
            </a:extLst>
          </p:cNvPr>
          <p:cNvSpPr>
            <a:spLocks noGrp="1"/>
          </p:cNvSpPr>
          <p:nvPr/>
        </p:nvSpPr>
        <p:spPr>
          <a:xfrm>
            <a:off x="83136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3" name="F2_precision_recall_distributions_7177">
            <a:extLst>
              <a:ext uri="{FF2B5EF4-FFF2-40B4-BE49-F238E27FC236}">
                <a16:creationId xmlns:a16="http://schemas.microsoft.com/office/drawing/2014/main" id="{4560C54B-0172-4B63-AC66-6B7DFB83F717}"/>
              </a:ext>
            </a:extLst>
          </p:cNvPr>
          <p:cNvSpPr>
            <a:spLocks noGrp="1"/>
          </p:cNvSpPr>
          <p:nvPr/>
        </p:nvSpPr>
        <p:spPr>
          <a:xfrm>
            <a:off x="8146198" y="56198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4" name="F2_precision_recall_distributions_7178">
            <a:extLst>
              <a:ext uri="{FF2B5EF4-FFF2-40B4-BE49-F238E27FC236}">
                <a16:creationId xmlns:a16="http://schemas.microsoft.com/office/drawing/2014/main" id="{16EDF5A4-284B-46C7-B064-18C1C3EE7066}"/>
              </a:ext>
            </a:extLst>
          </p:cNvPr>
          <p:cNvSpPr>
            <a:spLocks noGrp="1"/>
          </p:cNvSpPr>
          <p:nvPr/>
        </p:nvSpPr>
        <p:spPr>
          <a:xfrm>
            <a:off x="82297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5" name="F2_precision_recall_distributions_7179">
            <a:extLst>
              <a:ext uri="{FF2B5EF4-FFF2-40B4-BE49-F238E27FC236}">
                <a16:creationId xmlns:a16="http://schemas.microsoft.com/office/drawing/2014/main" id="{2F14CED3-647E-429C-9EEE-2F9268E79326}"/>
              </a:ext>
            </a:extLst>
          </p:cNvPr>
          <p:cNvSpPr>
            <a:spLocks noGrp="1"/>
          </p:cNvSpPr>
          <p:nvPr/>
        </p:nvSpPr>
        <p:spPr>
          <a:xfrm>
            <a:off x="81703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6" name="F2_precision_recall_distributions_7180">
            <a:extLst>
              <a:ext uri="{FF2B5EF4-FFF2-40B4-BE49-F238E27FC236}">
                <a16:creationId xmlns:a16="http://schemas.microsoft.com/office/drawing/2014/main" id="{8E8FC1A6-E83A-48F1-8479-6351CFF2F758}"/>
              </a:ext>
            </a:extLst>
          </p:cNvPr>
          <p:cNvSpPr>
            <a:spLocks noGrp="1"/>
          </p:cNvSpPr>
          <p:nvPr/>
        </p:nvSpPr>
        <p:spPr>
          <a:xfrm>
            <a:off x="833897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7" name="F2_precision_recall_distributions_7181">
            <a:extLst>
              <a:ext uri="{FF2B5EF4-FFF2-40B4-BE49-F238E27FC236}">
                <a16:creationId xmlns:a16="http://schemas.microsoft.com/office/drawing/2014/main" id="{7C70EB7A-7469-4263-B35D-766B811E64E0}"/>
              </a:ext>
            </a:extLst>
          </p:cNvPr>
          <p:cNvSpPr>
            <a:spLocks noGrp="1"/>
          </p:cNvSpPr>
          <p:nvPr/>
        </p:nvSpPr>
        <p:spPr>
          <a:xfrm>
            <a:off x="82866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8" name="F2_precision_recall_distributions_7182">
            <a:extLst>
              <a:ext uri="{FF2B5EF4-FFF2-40B4-BE49-F238E27FC236}">
                <a16:creationId xmlns:a16="http://schemas.microsoft.com/office/drawing/2014/main" id="{9DD8B00D-8229-435C-B894-D9B73C9A2A63}"/>
              </a:ext>
            </a:extLst>
          </p:cNvPr>
          <p:cNvSpPr>
            <a:spLocks noGrp="1"/>
          </p:cNvSpPr>
          <p:nvPr/>
        </p:nvSpPr>
        <p:spPr>
          <a:xfrm>
            <a:off x="825028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69" name="F2_precision_recall_distributions_7183">
            <a:extLst>
              <a:ext uri="{FF2B5EF4-FFF2-40B4-BE49-F238E27FC236}">
                <a16:creationId xmlns:a16="http://schemas.microsoft.com/office/drawing/2014/main" id="{426EA6CB-00EB-471B-89DF-5E6F080BD7F2}"/>
              </a:ext>
            </a:extLst>
          </p:cNvPr>
          <p:cNvSpPr>
            <a:spLocks noGrp="1"/>
          </p:cNvSpPr>
          <p:nvPr/>
        </p:nvSpPr>
        <p:spPr>
          <a:xfrm>
            <a:off x="815295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0" name="F2_precision_recall_distributions_7184">
            <a:extLst>
              <a:ext uri="{FF2B5EF4-FFF2-40B4-BE49-F238E27FC236}">
                <a16:creationId xmlns:a16="http://schemas.microsoft.com/office/drawing/2014/main" id="{0533AF77-01AD-4EE0-A550-45BBAF9C4B75}"/>
              </a:ext>
            </a:extLst>
          </p:cNvPr>
          <p:cNvSpPr>
            <a:spLocks noGrp="1"/>
          </p:cNvSpPr>
          <p:nvPr/>
        </p:nvSpPr>
        <p:spPr>
          <a:xfrm>
            <a:off x="820065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1" name="F2_precision_recall_distributions_7185">
            <a:extLst>
              <a:ext uri="{FF2B5EF4-FFF2-40B4-BE49-F238E27FC236}">
                <a16:creationId xmlns:a16="http://schemas.microsoft.com/office/drawing/2014/main" id="{D61B0FA6-DA92-4759-894A-D52B38BE1889}"/>
              </a:ext>
            </a:extLst>
          </p:cNvPr>
          <p:cNvSpPr>
            <a:spLocks noGrp="1"/>
          </p:cNvSpPr>
          <p:nvPr/>
        </p:nvSpPr>
        <p:spPr>
          <a:xfrm>
            <a:off x="83548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2" name="F2_precision_recall_distributions_7186">
            <a:extLst>
              <a:ext uri="{FF2B5EF4-FFF2-40B4-BE49-F238E27FC236}">
                <a16:creationId xmlns:a16="http://schemas.microsoft.com/office/drawing/2014/main" id="{434005D5-6967-4E0A-84B0-37DF2D936297}"/>
              </a:ext>
            </a:extLst>
          </p:cNvPr>
          <p:cNvSpPr>
            <a:spLocks noGrp="1"/>
          </p:cNvSpPr>
          <p:nvPr/>
        </p:nvSpPr>
        <p:spPr>
          <a:xfrm>
            <a:off x="843764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3" name="F2_precision_recall_distributions_7187">
            <a:extLst>
              <a:ext uri="{FF2B5EF4-FFF2-40B4-BE49-F238E27FC236}">
                <a16:creationId xmlns:a16="http://schemas.microsoft.com/office/drawing/2014/main" id="{2ED37BDC-4776-452A-B61A-F91B2973221D}"/>
              </a:ext>
            </a:extLst>
          </p:cNvPr>
          <p:cNvSpPr>
            <a:spLocks noGrp="1"/>
          </p:cNvSpPr>
          <p:nvPr/>
        </p:nvSpPr>
        <p:spPr>
          <a:xfrm>
            <a:off x="844678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4" name="F2_precision_recall_distributions_7188">
            <a:extLst>
              <a:ext uri="{FF2B5EF4-FFF2-40B4-BE49-F238E27FC236}">
                <a16:creationId xmlns:a16="http://schemas.microsoft.com/office/drawing/2014/main" id="{1B0555AC-9236-456A-9BBC-2189EEABC0BA}"/>
              </a:ext>
            </a:extLst>
          </p:cNvPr>
          <p:cNvSpPr>
            <a:spLocks noGrp="1"/>
          </p:cNvSpPr>
          <p:nvPr/>
        </p:nvSpPr>
        <p:spPr>
          <a:xfrm>
            <a:off x="8490661" y="59753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5" name="F2_precision_recall_distributions_7189">
            <a:extLst>
              <a:ext uri="{FF2B5EF4-FFF2-40B4-BE49-F238E27FC236}">
                <a16:creationId xmlns:a16="http://schemas.microsoft.com/office/drawing/2014/main" id="{FA272C76-D08D-43BE-976E-F63B900BC8E7}"/>
              </a:ext>
            </a:extLst>
          </p:cNvPr>
          <p:cNvSpPr>
            <a:spLocks noGrp="1"/>
          </p:cNvSpPr>
          <p:nvPr/>
        </p:nvSpPr>
        <p:spPr>
          <a:xfrm>
            <a:off x="84975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6" name="F2_precision_recall_distributions_7190">
            <a:extLst>
              <a:ext uri="{FF2B5EF4-FFF2-40B4-BE49-F238E27FC236}">
                <a16:creationId xmlns:a16="http://schemas.microsoft.com/office/drawing/2014/main" id="{4BABEF95-1459-4507-A3E4-A10F7491D15B}"/>
              </a:ext>
            </a:extLst>
          </p:cNvPr>
          <p:cNvSpPr>
            <a:spLocks noGrp="1"/>
          </p:cNvSpPr>
          <p:nvPr/>
        </p:nvSpPr>
        <p:spPr>
          <a:xfrm>
            <a:off x="8309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7" name="F2_precision_recall_distributions_7191">
            <a:extLst>
              <a:ext uri="{FF2B5EF4-FFF2-40B4-BE49-F238E27FC236}">
                <a16:creationId xmlns:a16="http://schemas.microsoft.com/office/drawing/2014/main" id="{78C72522-DA58-4C3B-B6F6-18EDC528CC9F}"/>
              </a:ext>
            </a:extLst>
          </p:cNvPr>
          <p:cNvSpPr>
            <a:spLocks noGrp="1"/>
          </p:cNvSpPr>
          <p:nvPr/>
        </p:nvSpPr>
        <p:spPr>
          <a:xfrm>
            <a:off x="8407634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8" name="F2_precision_recall_distributions_7192">
            <a:extLst>
              <a:ext uri="{FF2B5EF4-FFF2-40B4-BE49-F238E27FC236}">
                <a16:creationId xmlns:a16="http://schemas.microsoft.com/office/drawing/2014/main" id="{E7038352-9E69-4F7B-8217-CB10D30CC8E4}"/>
              </a:ext>
            </a:extLst>
          </p:cNvPr>
          <p:cNvSpPr>
            <a:spLocks noGrp="1"/>
          </p:cNvSpPr>
          <p:nvPr/>
        </p:nvSpPr>
        <p:spPr>
          <a:xfrm>
            <a:off x="84894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79" name="F2_precision_recall_distributions_7193">
            <a:extLst>
              <a:ext uri="{FF2B5EF4-FFF2-40B4-BE49-F238E27FC236}">
                <a16:creationId xmlns:a16="http://schemas.microsoft.com/office/drawing/2014/main" id="{2AF0A571-FD47-40AF-8BBA-0495F019BD18}"/>
              </a:ext>
            </a:extLst>
          </p:cNvPr>
          <p:cNvSpPr>
            <a:spLocks noGrp="1"/>
          </p:cNvSpPr>
          <p:nvPr/>
        </p:nvSpPr>
        <p:spPr>
          <a:xfrm>
            <a:off x="8489613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0" name="F2_precision_recall_distributions_7194">
            <a:extLst>
              <a:ext uri="{FF2B5EF4-FFF2-40B4-BE49-F238E27FC236}">
                <a16:creationId xmlns:a16="http://schemas.microsoft.com/office/drawing/2014/main" id="{1A319506-4D79-4771-8B33-2366BAB4C5A9}"/>
              </a:ext>
            </a:extLst>
          </p:cNvPr>
          <p:cNvSpPr>
            <a:spLocks noGrp="1"/>
          </p:cNvSpPr>
          <p:nvPr/>
        </p:nvSpPr>
        <p:spPr>
          <a:xfrm>
            <a:off x="8328721" y="6404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1" name="F2_precision_recall_distributions_7195">
            <a:extLst>
              <a:ext uri="{FF2B5EF4-FFF2-40B4-BE49-F238E27FC236}">
                <a16:creationId xmlns:a16="http://schemas.microsoft.com/office/drawing/2014/main" id="{0AE62F90-2F8E-4266-8BE2-800F8125F942}"/>
              </a:ext>
            </a:extLst>
          </p:cNvPr>
          <p:cNvSpPr>
            <a:spLocks noGrp="1"/>
          </p:cNvSpPr>
          <p:nvPr/>
        </p:nvSpPr>
        <p:spPr>
          <a:xfrm>
            <a:off x="8249420" y="627712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2" name="F2_precision_recall_distributions_7196">
            <a:extLst>
              <a:ext uri="{FF2B5EF4-FFF2-40B4-BE49-F238E27FC236}">
                <a16:creationId xmlns:a16="http://schemas.microsoft.com/office/drawing/2014/main" id="{2E91F0DE-79A0-460B-B4F0-C0F55039DB26}"/>
              </a:ext>
            </a:extLst>
          </p:cNvPr>
          <p:cNvSpPr>
            <a:spLocks noGrp="1"/>
          </p:cNvSpPr>
          <p:nvPr/>
        </p:nvSpPr>
        <p:spPr>
          <a:xfrm>
            <a:off x="832941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3" name="F2_precision_recall_distributions_7197">
            <a:extLst>
              <a:ext uri="{FF2B5EF4-FFF2-40B4-BE49-F238E27FC236}">
                <a16:creationId xmlns:a16="http://schemas.microsoft.com/office/drawing/2014/main" id="{3F2D2736-7E15-4602-AC10-FFCFA75CCAE8}"/>
              </a:ext>
            </a:extLst>
          </p:cNvPr>
          <p:cNvSpPr>
            <a:spLocks noGrp="1"/>
          </p:cNvSpPr>
          <p:nvPr/>
        </p:nvSpPr>
        <p:spPr>
          <a:xfrm>
            <a:off x="839337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4" name="F2_precision_recall_distributions_7198">
            <a:extLst>
              <a:ext uri="{FF2B5EF4-FFF2-40B4-BE49-F238E27FC236}">
                <a16:creationId xmlns:a16="http://schemas.microsoft.com/office/drawing/2014/main" id="{05958EC2-8836-46AE-88D4-59FFBAE9389A}"/>
              </a:ext>
            </a:extLst>
          </p:cNvPr>
          <p:cNvSpPr>
            <a:spLocks noGrp="1"/>
          </p:cNvSpPr>
          <p:nvPr/>
        </p:nvSpPr>
        <p:spPr>
          <a:xfrm>
            <a:off x="83610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5" name="F2_precision_recall_distributions_7199">
            <a:extLst>
              <a:ext uri="{FF2B5EF4-FFF2-40B4-BE49-F238E27FC236}">
                <a16:creationId xmlns:a16="http://schemas.microsoft.com/office/drawing/2014/main" id="{1D482DA1-82AD-4ED2-BDC8-CAAB05223167}"/>
              </a:ext>
            </a:extLst>
          </p:cNvPr>
          <p:cNvSpPr>
            <a:spLocks noGrp="1"/>
          </p:cNvSpPr>
          <p:nvPr/>
        </p:nvSpPr>
        <p:spPr>
          <a:xfrm>
            <a:off x="813699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6" name="F2_precision_recall_distributions_7200">
            <a:extLst>
              <a:ext uri="{FF2B5EF4-FFF2-40B4-BE49-F238E27FC236}">
                <a16:creationId xmlns:a16="http://schemas.microsoft.com/office/drawing/2014/main" id="{45C6F8FB-D3A6-4B66-BED9-794825227F48}"/>
              </a:ext>
            </a:extLst>
          </p:cNvPr>
          <p:cNvSpPr>
            <a:spLocks noGrp="1"/>
          </p:cNvSpPr>
          <p:nvPr/>
        </p:nvSpPr>
        <p:spPr>
          <a:xfrm>
            <a:off x="821543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7" name="F2_precision_recall_distributions_7201">
            <a:extLst>
              <a:ext uri="{FF2B5EF4-FFF2-40B4-BE49-F238E27FC236}">
                <a16:creationId xmlns:a16="http://schemas.microsoft.com/office/drawing/2014/main" id="{5148918D-EB12-4BE5-B609-967578E36598}"/>
              </a:ext>
            </a:extLst>
          </p:cNvPr>
          <p:cNvSpPr>
            <a:spLocks noGrp="1"/>
          </p:cNvSpPr>
          <p:nvPr/>
        </p:nvSpPr>
        <p:spPr>
          <a:xfrm>
            <a:off x="841875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8" name="F2_precision_recall_distributions_7202">
            <a:extLst>
              <a:ext uri="{FF2B5EF4-FFF2-40B4-BE49-F238E27FC236}">
                <a16:creationId xmlns:a16="http://schemas.microsoft.com/office/drawing/2014/main" id="{14A29371-5D2D-4D24-A4F4-D369AEDC563C}"/>
              </a:ext>
            </a:extLst>
          </p:cNvPr>
          <p:cNvSpPr>
            <a:spLocks noGrp="1"/>
          </p:cNvSpPr>
          <p:nvPr/>
        </p:nvSpPr>
        <p:spPr>
          <a:xfrm>
            <a:off x="845579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89" name="F2_precision_recall_distributions_7203">
            <a:extLst>
              <a:ext uri="{FF2B5EF4-FFF2-40B4-BE49-F238E27FC236}">
                <a16:creationId xmlns:a16="http://schemas.microsoft.com/office/drawing/2014/main" id="{A3A43B41-914C-4A19-B82C-8EA188455832}"/>
              </a:ext>
            </a:extLst>
          </p:cNvPr>
          <p:cNvSpPr>
            <a:spLocks noGrp="1"/>
          </p:cNvSpPr>
          <p:nvPr/>
        </p:nvSpPr>
        <p:spPr>
          <a:xfrm>
            <a:off x="832262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0" name="F2_precision_recall_distributions_7204">
            <a:extLst>
              <a:ext uri="{FF2B5EF4-FFF2-40B4-BE49-F238E27FC236}">
                <a16:creationId xmlns:a16="http://schemas.microsoft.com/office/drawing/2014/main" id="{0F3623AF-5CDC-4ECE-A5C0-8FA6649945B7}"/>
              </a:ext>
            </a:extLst>
          </p:cNvPr>
          <p:cNvSpPr>
            <a:spLocks noGrp="1"/>
          </p:cNvSpPr>
          <p:nvPr/>
        </p:nvSpPr>
        <p:spPr>
          <a:xfrm>
            <a:off x="8356860" y="641151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1" name="F2_precision_recall_distributions_7205">
            <a:extLst>
              <a:ext uri="{FF2B5EF4-FFF2-40B4-BE49-F238E27FC236}">
                <a16:creationId xmlns:a16="http://schemas.microsoft.com/office/drawing/2014/main" id="{24CE6AE2-9B1F-4217-AEB9-C90261E4ED94}"/>
              </a:ext>
            </a:extLst>
          </p:cNvPr>
          <p:cNvSpPr>
            <a:spLocks noGrp="1"/>
          </p:cNvSpPr>
          <p:nvPr/>
        </p:nvSpPr>
        <p:spPr>
          <a:xfrm>
            <a:off x="81852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2" name="F2_precision_recall_distributions_7206">
            <a:extLst>
              <a:ext uri="{FF2B5EF4-FFF2-40B4-BE49-F238E27FC236}">
                <a16:creationId xmlns:a16="http://schemas.microsoft.com/office/drawing/2014/main" id="{C10F9B0E-B9E4-4D3B-BE14-86D6F47F8E2D}"/>
              </a:ext>
            </a:extLst>
          </p:cNvPr>
          <p:cNvSpPr>
            <a:spLocks noGrp="1"/>
          </p:cNvSpPr>
          <p:nvPr/>
        </p:nvSpPr>
        <p:spPr>
          <a:xfrm>
            <a:off x="81863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3" name="F2_precision_recall_distributions_7207">
            <a:extLst>
              <a:ext uri="{FF2B5EF4-FFF2-40B4-BE49-F238E27FC236}">
                <a16:creationId xmlns:a16="http://schemas.microsoft.com/office/drawing/2014/main" id="{78EFDB51-1F7A-435C-9CED-4BFF7833834F}"/>
              </a:ext>
            </a:extLst>
          </p:cNvPr>
          <p:cNvSpPr>
            <a:spLocks noGrp="1"/>
          </p:cNvSpPr>
          <p:nvPr/>
        </p:nvSpPr>
        <p:spPr>
          <a:xfrm>
            <a:off x="8308722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4" name="F2_precision_recall_distributions_7208">
            <a:extLst>
              <a:ext uri="{FF2B5EF4-FFF2-40B4-BE49-F238E27FC236}">
                <a16:creationId xmlns:a16="http://schemas.microsoft.com/office/drawing/2014/main" id="{B0EE8EDB-5CEB-4A20-B142-6B679AAC6FC3}"/>
              </a:ext>
            </a:extLst>
          </p:cNvPr>
          <p:cNvSpPr>
            <a:spLocks noGrp="1"/>
          </p:cNvSpPr>
          <p:nvPr/>
        </p:nvSpPr>
        <p:spPr>
          <a:xfrm>
            <a:off x="825650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5" name="F2_precision_recall_distributions_7209">
            <a:extLst>
              <a:ext uri="{FF2B5EF4-FFF2-40B4-BE49-F238E27FC236}">
                <a16:creationId xmlns:a16="http://schemas.microsoft.com/office/drawing/2014/main" id="{0AE739B0-A8E8-420B-8640-887DBBAB1595}"/>
              </a:ext>
            </a:extLst>
          </p:cNvPr>
          <p:cNvSpPr>
            <a:spLocks noGrp="1"/>
          </p:cNvSpPr>
          <p:nvPr/>
        </p:nvSpPr>
        <p:spPr>
          <a:xfrm>
            <a:off x="816833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6" name="F2_precision_recall_distributions_7210">
            <a:extLst>
              <a:ext uri="{FF2B5EF4-FFF2-40B4-BE49-F238E27FC236}">
                <a16:creationId xmlns:a16="http://schemas.microsoft.com/office/drawing/2014/main" id="{A4C9A275-EF31-448C-8F57-8B12F75682D8}"/>
              </a:ext>
            </a:extLst>
          </p:cNvPr>
          <p:cNvSpPr>
            <a:spLocks noGrp="1"/>
          </p:cNvSpPr>
          <p:nvPr/>
        </p:nvSpPr>
        <p:spPr>
          <a:xfrm>
            <a:off x="837082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7" name="F2_precision_recall_distributions_7211">
            <a:extLst>
              <a:ext uri="{FF2B5EF4-FFF2-40B4-BE49-F238E27FC236}">
                <a16:creationId xmlns:a16="http://schemas.microsoft.com/office/drawing/2014/main" id="{E54FE8DA-A5D9-4F6A-90DA-001BF40C8BCD}"/>
              </a:ext>
            </a:extLst>
          </p:cNvPr>
          <p:cNvSpPr>
            <a:spLocks noGrp="1"/>
          </p:cNvSpPr>
          <p:nvPr/>
        </p:nvSpPr>
        <p:spPr>
          <a:xfrm>
            <a:off x="8440613" y="63407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8" name="F2_precision_recall_distributions_7212">
            <a:extLst>
              <a:ext uri="{FF2B5EF4-FFF2-40B4-BE49-F238E27FC236}">
                <a16:creationId xmlns:a16="http://schemas.microsoft.com/office/drawing/2014/main" id="{BD38EAF1-E049-4E54-A7CA-47FA778E24EA}"/>
              </a:ext>
            </a:extLst>
          </p:cNvPr>
          <p:cNvSpPr>
            <a:spLocks noGrp="1"/>
          </p:cNvSpPr>
          <p:nvPr/>
        </p:nvSpPr>
        <p:spPr>
          <a:xfrm>
            <a:off x="840398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399" name="F2_precision_recall_distributions_7213">
            <a:extLst>
              <a:ext uri="{FF2B5EF4-FFF2-40B4-BE49-F238E27FC236}">
                <a16:creationId xmlns:a16="http://schemas.microsoft.com/office/drawing/2014/main" id="{32D4D132-5159-47D1-AB18-C17C7EB9CD4A}"/>
              </a:ext>
            </a:extLst>
          </p:cNvPr>
          <p:cNvSpPr>
            <a:spLocks noGrp="1"/>
          </p:cNvSpPr>
          <p:nvPr/>
        </p:nvSpPr>
        <p:spPr>
          <a:xfrm>
            <a:off x="831655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0" name="F2_precision_recall_distributions_7214">
            <a:extLst>
              <a:ext uri="{FF2B5EF4-FFF2-40B4-BE49-F238E27FC236}">
                <a16:creationId xmlns:a16="http://schemas.microsoft.com/office/drawing/2014/main" id="{3A6B5B1B-C2EA-43C1-8308-BE0EE7F82CCB}"/>
              </a:ext>
            </a:extLst>
          </p:cNvPr>
          <p:cNvSpPr>
            <a:spLocks noGrp="1"/>
          </p:cNvSpPr>
          <p:nvPr/>
        </p:nvSpPr>
        <p:spPr>
          <a:xfrm>
            <a:off x="8177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1" name="F2_precision_recall_distributions_7215">
            <a:extLst>
              <a:ext uri="{FF2B5EF4-FFF2-40B4-BE49-F238E27FC236}">
                <a16:creationId xmlns:a16="http://schemas.microsoft.com/office/drawing/2014/main" id="{D58C4A7D-45F7-40C4-A931-8E03ADDA4FDB}"/>
              </a:ext>
            </a:extLst>
          </p:cNvPr>
          <p:cNvSpPr>
            <a:spLocks noGrp="1"/>
          </p:cNvSpPr>
          <p:nvPr/>
        </p:nvSpPr>
        <p:spPr>
          <a:xfrm>
            <a:off x="843453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2" name="F2_precision_recall_distributions_7216">
            <a:extLst>
              <a:ext uri="{FF2B5EF4-FFF2-40B4-BE49-F238E27FC236}">
                <a16:creationId xmlns:a16="http://schemas.microsoft.com/office/drawing/2014/main" id="{4D9771F0-7EEB-4414-BE4D-AEFA914CC3EA}"/>
              </a:ext>
            </a:extLst>
          </p:cNvPr>
          <p:cNvSpPr>
            <a:spLocks noGrp="1"/>
          </p:cNvSpPr>
          <p:nvPr/>
        </p:nvSpPr>
        <p:spPr>
          <a:xfrm>
            <a:off x="843006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3" name="F2_precision_recall_distributions_7217">
            <a:extLst>
              <a:ext uri="{FF2B5EF4-FFF2-40B4-BE49-F238E27FC236}">
                <a16:creationId xmlns:a16="http://schemas.microsoft.com/office/drawing/2014/main" id="{43E6AE9C-80C9-4A59-93E0-E9E2AC913A5F}"/>
              </a:ext>
            </a:extLst>
          </p:cNvPr>
          <p:cNvSpPr>
            <a:spLocks noGrp="1"/>
          </p:cNvSpPr>
          <p:nvPr/>
        </p:nvSpPr>
        <p:spPr>
          <a:xfrm>
            <a:off x="8163036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4" name="F2_precision_recall_distributions_7218">
            <a:extLst>
              <a:ext uri="{FF2B5EF4-FFF2-40B4-BE49-F238E27FC236}">
                <a16:creationId xmlns:a16="http://schemas.microsoft.com/office/drawing/2014/main" id="{1F591CC1-F008-4ABE-91A8-F2823A7CE09C}"/>
              </a:ext>
            </a:extLst>
          </p:cNvPr>
          <p:cNvSpPr>
            <a:spLocks noGrp="1"/>
          </p:cNvSpPr>
          <p:nvPr/>
        </p:nvSpPr>
        <p:spPr>
          <a:xfrm>
            <a:off x="83931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5" name="F2_precision_recall_distributions_7219">
            <a:extLst>
              <a:ext uri="{FF2B5EF4-FFF2-40B4-BE49-F238E27FC236}">
                <a16:creationId xmlns:a16="http://schemas.microsoft.com/office/drawing/2014/main" id="{CB3D8EEC-1839-4ED4-B3CF-3CEA01CEA05D}"/>
              </a:ext>
            </a:extLst>
          </p:cNvPr>
          <p:cNvSpPr>
            <a:spLocks noGrp="1"/>
          </p:cNvSpPr>
          <p:nvPr/>
        </p:nvSpPr>
        <p:spPr>
          <a:xfrm>
            <a:off x="8274535" y="60224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6" name="F2_precision_recall_distributions_7220">
            <a:extLst>
              <a:ext uri="{FF2B5EF4-FFF2-40B4-BE49-F238E27FC236}">
                <a16:creationId xmlns:a16="http://schemas.microsoft.com/office/drawing/2014/main" id="{F6901482-2491-467D-9766-82ECDA3A8B2C}"/>
              </a:ext>
            </a:extLst>
          </p:cNvPr>
          <p:cNvSpPr>
            <a:spLocks noGrp="1"/>
          </p:cNvSpPr>
          <p:nvPr/>
        </p:nvSpPr>
        <p:spPr>
          <a:xfrm>
            <a:off x="81629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7" name="F2_precision_recall_distributions_7221">
            <a:extLst>
              <a:ext uri="{FF2B5EF4-FFF2-40B4-BE49-F238E27FC236}">
                <a16:creationId xmlns:a16="http://schemas.microsoft.com/office/drawing/2014/main" id="{C8C464BB-C4BE-44AD-B643-485E8E99D20E}"/>
              </a:ext>
            </a:extLst>
          </p:cNvPr>
          <p:cNvSpPr>
            <a:spLocks noGrp="1"/>
          </p:cNvSpPr>
          <p:nvPr/>
        </p:nvSpPr>
        <p:spPr>
          <a:xfrm>
            <a:off x="82158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8" name="F2_precision_recall_distributions_7222">
            <a:extLst>
              <a:ext uri="{FF2B5EF4-FFF2-40B4-BE49-F238E27FC236}">
                <a16:creationId xmlns:a16="http://schemas.microsoft.com/office/drawing/2014/main" id="{104B0AA7-9EA9-443E-9F32-E62542C21D06}"/>
              </a:ext>
            </a:extLst>
          </p:cNvPr>
          <p:cNvSpPr>
            <a:spLocks noGrp="1"/>
          </p:cNvSpPr>
          <p:nvPr/>
        </p:nvSpPr>
        <p:spPr>
          <a:xfrm>
            <a:off x="841226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09" name="F2_precision_recall_distributions_7223">
            <a:extLst>
              <a:ext uri="{FF2B5EF4-FFF2-40B4-BE49-F238E27FC236}">
                <a16:creationId xmlns:a16="http://schemas.microsoft.com/office/drawing/2014/main" id="{60AA7D66-4205-4946-BDA5-68A148295D19}"/>
              </a:ext>
            </a:extLst>
          </p:cNvPr>
          <p:cNvSpPr>
            <a:spLocks noGrp="1"/>
          </p:cNvSpPr>
          <p:nvPr/>
        </p:nvSpPr>
        <p:spPr>
          <a:xfrm>
            <a:off x="84156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0" name="F2_precision_recall_distributions_7224">
            <a:extLst>
              <a:ext uri="{FF2B5EF4-FFF2-40B4-BE49-F238E27FC236}">
                <a16:creationId xmlns:a16="http://schemas.microsoft.com/office/drawing/2014/main" id="{93C5AD54-897B-4215-909F-AC13F745D004}"/>
              </a:ext>
            </a:extLst>
          </p:cNvPr>
          <p:cNvSpPr>
            <a:spLocks noGrp="1"/>
          </p:cNvSpPr>
          <p:nvPr/>
        </p:nvSpPr>
        <p:spPr>
          <a:xfrm>
            <a:off x="813867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1" name="F2_precision_recall_distributions_7225">
            <a:extLst>
              <a:ext uri="{FF2B5EF4-FFF2-40B4-BE49-F238E27FC236}">
                <a16:creationId xmlns:a16="http://schemas.microsoft.com/office/drawing/2014/main" id="{73FCAED0-78E7-4183-A56E-1F327F3FE964}"/>
              </a:ext>
            </a:extLst>
          </p:cNvPr>
          <p:cNvSpPr>
            <a:spLocks noGrp="1"/>
          </p:cNvSpPr>
          <p:nvPr/>
        </p:nvSpPr>
        <p:spPr>
          <a:xfrm>
            <a:off x="824568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2" name="F2_precision_recall_distributions_7226">
            <a:extLst>
              <a:ext uri="{FF2B5EF4-FFF2-40B4-BE49-F238E27FC236}">
                <a16:creationId xmlns:a16="http://schemas.microsoft.com/office/drawing/2014/main" id="{2B583472-CA04-4DD4-9183-9B5E82F616CA}"/>
              </a:ext>
            </a:extLst>
          </p:cNvPr>
          <p:cNvSpPr>
            <a:spLocks noGrp="1"/>
          </p:cNvSpPr>
          <p:nvPr/>
        </p:nvSpPr>
        <p:spPr>
          <a:xfrm>
            <a:off x="818183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3" name="F2_precision_recall_distributions_7227">
            <a:extLst>
              <a:ext uri="{FF2B5EF4-FFF2-40B4-BE49-F238E27FC236}">
                <a16:creationId xmlns:a16="http://schemas.microsoft.com/office/drawing/2014/main" id="{9C52B348-0F1D-45BC-AF9C-358BEA5B3201}"/>
              </a:ext>
            </a:extLst>
          </p:cNvPr>
          <p:cNvSpPr>
            <a:spLocks noGrp="1"/>
          </p:cNvSpPr>
          <p:nvPr/>
        </p:nvSpPr>
        <p:spPr>
          <a:xfrm>
            <a:off x="831124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4" name="F2_precision_recall_distributions_7228">
            <a:extLst>
              <a:ext uri="{FF2B5EF4-FFF2-40B4-BE49-F238E27FC236}">
                <a16:creationId xmlns:a16="http://schemas.microsoft.com/office/drawing/2014/main" id="{605FB35D-4EBF-474F-BE99-D31D05449BD5}"/>
              </a:ext>
            </a:extLst>
          </p:cNvPr>
          <p:cNvSpPr>
            <a:spLocks noGrp="1"/>
          </p:cNvSpPr>
          <p:nvPr/>
        </p:nvSpPr>
        <p:spPr>
          <a:xfrm>
            <a:off x="813318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5" name="F2_precision_recall_distributions_7229">
            <a:extLst>
              <a:ext uri="{FF2B5EF4-FFF2-40B4-BE49-F238E27FC236}">
                <a16:creationId xmlns:a16="http://schemas.microsoft.com/office/drawing/2014/main" id="{FC22AC3B-DFCD-4A56-91D5-88A91A90192A}"/>
              </a:ext>
            </a:extLst>
          </p:cNvPr>
          <p:cNvSpPr>
            <a:spLocks noGrp="1"/>
          </p:cNvSpPr>
          <p:nvPr/>
        </p:nvSpPr>
        <p:spPr>
          <a:xfrm>
            <a:off x="820082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6" name="F2_precision_recall_distributions_7230">
            <a:extLst>
              <a:ext uri="{FF2B5EF4-FFF2-40B4-BE49-F238E27FC236}">
                <a16:creationId xmlns:a16="http://schemas.microsoft.com/office/drawing/2014/main" id="{3D80E2DD-CC49-49BB-AC21-82CF4707C7B5}"/>
              </a:ext>
            </a:extLst>
          </p:cNvPr>
          <p:cNvSpPr>
            <a:spLocks noGrp="1"/>
          </p:cNvSpPr>
          <p:nvPr/>
        </p:nvSpPr>
        <p:spPr>
          <a:xfrm>
            <a:off x="818684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7" name="F2_precision_recall_distributions_7231">
            <a:extLst>
              <a:ext uri="{FF2B5EF4-FFF2-40B4-BE49-F238E27FC236}">
                <a16:creationId xmlns:a16="http://schemas.microsoft.com/office/drawing/2014/main" id="{590F1016-C387-42DF-B077-6C8131D860F9}"/>
              </a:ext>
            </a:extLst>
          </p:cNvPr>
          <p:cNvSpPr>
            <a:spLocks noGrp="1"/>
          </p:cNvSpPr>
          <p:nvPr/>
        </p:nvSpPr>
        <p:spPr>
          <a:xfrm>
            <a:off x="814887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8" name="F2_precision_recall_distributions_7232">
            <a:extLst>
              <a:ext uri="{FF2B5EF4-FFF2-40B4-BE49-F238E27FC236}">
                <a16:creationId xmlns:a16="http://schemas.microsoft.com/office/drawing/2014/main" id="{481E30F9-8D3C-466C-9C08-1A25B929F346}"/>
              </a:ext>
            </a:extLst>
          </p:cNvPr>
          <p:cNvSpPr>
            <a:spLocks noGrp="1"/>
          </p:cNvSpPr>
          <p:nvPr/>
        </p:nvSpPr>
        <p:spPr>
          <a:xfrm>
            <a:off x="8393139" y="63620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19" name="F2_precision_recall_distributions_7233">
            <a:extLst>
              <a:ext uri="{FF2B5EF4-FFF2-40B4-BE49-F238E27FC236}">
                <a16:creationId xmlns:a16="http://schemas.microsoft.com/office/drawing/2014/main" id="{9F9A83E8-4B8E-4E41-96F1-615AFC509ECF}"/>
              </a:ext>
            </a:extLst>
          </p:cNvPr>
          <p:cNvSpPr>
            <a:spLocks noGrp="1"/>
          </p:cNvSpPr>
          <p:nvPr/>
        </p:nvSpPr>
        <p:spPr>
          <a:xfrm>
            <a:off x="822731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0" name="F2_precision_recall_distributions_7234">
            <a:extLst>
              <a:ext uri="{FF2B5EF4-FFF2-40B4-BE49-F238E27FC236}">
                <a16:creationId xmlns:a16="http://schemas.microsoft.com/office/drawing/2014/main" id="{0D3D4E28-78DD-47A4-8D8E-8945E24D028A}"/>
              </a:ext>
            </a:extLst>
          </p:cNvPr>
          <p:cNvSpPr>
            <a:spLocks noGrp="1"/>
          </p:cNvSpPr>
          <p:nvPr/>
        </p:nvSpPr>
        <p:spPr>
          <a:xfrm>
            <a:off x="8470065" y="63997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1" name="F2_precision_recall_distributions_7235">
            <a:extLst>
              <a:ext uri="{FF2B5EF4-FFF2-40B4-BE49-F238E27FC236}">
                <a16:creationId xmlns:a16="http://schemas.microsoft.com/office/drawing/2014/main" id="{6AF5D7C0-3E86-4FF3-AA32-994F224161DA}"/>
              </a:ext>
            </a:extLst>
          </p:cNvPr>
          <p:cNvSpPr>
            <a:spLocks noGrp="1"/>
          </p:cNvSpPr>
          <p:nvPr/>
        </p:nvSpPr>
        <p:spPr>
          <a:xfrm>
            <a:off x="841033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2" name="F2_precision_recall_distributions_7236">
            <a:extLst>
              <a:ext uri="{FF2B5EF4-FFF2-40B4-BE49-F238E27FC236}">
                <a16:creationId xmlns:a16="http://schemas.microsoft.com/office/drawing/2014/main" id="{D12E7F75-0A60-4B90-84CF-D4E1CEB0220E}"/>
              </a:ext>
            </a:extLst>
          </p:cNvPr>
          <p:cNvSpPr>
            <a:spLocks noGrp="1"/>
          </p:cNvSpPr>
          <p:nvPr/>
        </p:nvSpPr>
        <p:spPr>
          <a:xfrm>
            <a:off x="84037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3" name="F2_precision_recall_distributions_7237">
            <a:extLst>
              <a:ext uri="{FF2B5EF4-FFF2-40B4-BE49-F238E27FC236}">
                <a16:creationId xmlns:a16="http://schemas.microsoft.com/office/drawing/2014/main" id="{1CD02B68-CA78-4CBC-A086-A89BA88A8C8A}"/>
              </a:ext>
            </a:extLst>
          </p:cNvPr>
          <p:cNvSpPr>
            <a:spLocks noGrp="1"/>
          </p:cNvSpPr>
          <p:nvPr/>
        </p:nvSpPr>
        <p:spPr>
          <a:xfrm>
            <a:off x="82571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4" name="F2_precision_recall_distributions_7238">
            <a:extLst>
              <a:ext uri="{FF2B5EF4-FFF2-40B4-BE49-F238E27FC236}">
                <a16:creationId xmlns:a16="http://schemas.microsoft.com/office/drawing/2014/main" id="{F3715E1E-A55B-47BF-A244-6F760BAD436C}"/>
              </a:ext>
            </a:extLst>
          </p:cNvPr>
          <p:cNvSpPr>
            <a:spLocks noGrp="1"/>
          </p:cNvSpPr>
          <p:nvPr/>
        </p:nvSpPr>
        <p:spPr>
          <a:xfrm>
            <a:off x="8458895" y="61639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5" name="F2_precision_recall_distributions_7239">
            <a:extLst>
              <a:ext uri="{FF2B5EF4-FFF2-40B4-BE49-F238E27FC236}">
                <a16:creationId xmlns:a16="http://schemas.microsoft.com/office/drawing/2014/main" id="{46AC4BB3-ED55-40B9-A296-9AE4EC4ACA17}"/>
              </a:ext>
            </a:extLst>
          </p:cNvPr>
          <p:cNvSpPr>
            <a:spLocks noGrp="1"/>
          </p:cNvSpPr>
          <p:nvPr/>
        </p:nvSpPr>
        <p:spPr>
          <a:xfrm>
            <a:off x="824176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6" name="F2_precision_recall_distributions_7240">
            <a:extLst>
              <a:ext uri="{FF2B5EF4-FFF2-40B4-BE49-F238E27FC236}">
                <a16:creationId xmlns:a16="http://schemas.microsoft.com/office/drawing/2014/main" id="{6D063E12-F5FC-459E-8137-7B5CF33CF9D6}"/>
              </a:ext>
            </a:extLst>
          </p:cNvPr>
          <p:cNvSpPr>
            <a:spLocks noGrp="1"/>
          </p:cNvSpPr>
          <p:nvPr/>
        </p:nvSpPr>
        <p:spPr>
          <a:xfrm>
            <a:off x="836055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7" name="F2_precision_recall_distributions_7241">
            <a:extLst>
              <a:ext uri="{FF2B5EF4-FFF2-40B4-BE49-F238E27FC236}">
                <a16:creationId xmlns:a16="http://schemas.microsoft.com/office/drawing/2014/main" id="{2B5079CF-2305-40EC-B43D-FBAED7CBE4C5}"/>
              </a:ext>
            </a:extLst>
          </p:cNvPr>
          <p:cNvSpPr>
            <a:spLocks noGrp="1"/>
          </p:cNvSpPr>
          <p:nvPr/>
        </p:nvSpPr>
        <p:spPr>
          <a:xfrm>
            <a:off x="834045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8" name="F2_precision_recall_distributions_7242">
            <a:extLst>
              <a:ext uri="{FF2B5EF4-FFF2-40B4-BE49-F238E27FC236}">
                <a16:creationId xmlns:a16="http://schemas.microsoft.com/office/drawing/2014/main" id="{846E33BB-3571-4058-9570-00B03C1A31AE}"/>
              </a:ext>
            </a:extLst>
          </p:cNvPr>
          <p:cNvSpPr>
            <a:spLocks noGrp="1"/>
          </p:cNvSpPr>
          <p:nvPr/>
        </p:nvSpPr>
        <p:spPr>
          <a:xfrm>
            <a:off x="838311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29" name="F2_precision_recall_distributions_7243">
            <a:extLst>
              <a:ext uri="{FF2B5EF4-FFF2-40B4-BE49-F238E27FC236}">
                <a16:creationId xmlns:a16="http://schemas.microsoft.com/office/drawing/2014/main" id="{AB707CD1-4BED-47B2-B32A-0BB4284031E8}"/>
              </a:ext>
            </a:extLst>
          </p:cNvPr>
          <p:cNvSpPr>
            <a:spLocks noGrp="1"/>
          </p:cNvSpPr>
          <p:nvPr/>
        </p:nvSpPr>
        <p:spPr>
          <a:xfrm>
            <a:off x="817627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0" name="F2_precision_recall_distributions_7244">
            <a:extLst>
              <a:ext uri="{FF2B5EF4-FFF2-40B4-BE49-F238E27FC236}">
                <a16:creationId xmlns:a16="http://schemas.microsoft.com/office/drawing/2014/main" id="{982B29A6-34B9-41B5-9BD5-0F23D02D3D6F}"/>
              </a:ext>
            </a:extLst>
          </p:cNvPr>
          <p:cNvSpPr>
            <a:spLocks noGrp="1"/>
          </p:cNvSpPr>
          <p:nvPr/>
        </p:nvSpPr>
        <p:spPr>
          <a:xfrm>
            <a:off x="8252205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1" name="F2_precision_recall_distributions_7245">
            <a:extLst>
              <a:ext uri="{FF2B5EF4-FFF2-40B4-BE49-F238E27FC236}">
                <a16:creationId xmlns:a16="http://schemas.microsoft.com/office/drawing/2014/main" id="{FEFE8530-92E5-4F03-B9D6-0B62805BD553}"/>
              </a:ext>
            </a:extLst>
          </p:cNvPr>
          <p:cNvSpPr>
            <a:spLocks noGrp="1"/>
          </p:cNvSpPr>
          <p:nvPr/>
        </p:nvSpPr>
        <p:spPr>
          <a:xfrm>
            <a:off x="849606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2" name="F2_precision_recall_distributions_7246">
            <a:extLst>
              <a:ext uri="{FF2B5EF4-FFF2-40B4-BE49-F238E27FC236}">
                <a16:creationId xmlns:a16="http://schemas.microsoft.com/office/drawing/2014/main" id="{A63C8D04-10F2-4233-94D3-A605D0EA02CE}"/>
              </a:ext>
            </a:extLst>
          </p:cNvPr>
          <p:cNvSpPr>
            <a:spLocks noGrp="1"/>
          </p:cNvSpPr>
          <p:nvPr/>
        </p:nvSpPr>
        <p:spPr>
          <a:xfrm>
            <a:off x="8419191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3" name="F2_precision_recall_distributions_7247">
            <a:extLst>
              <a:ext uri="{FF2B5EF4-FFF2-40B4-BE49-F238E27FC236}">
                <a16:creationId xmlns:a16="http://schemas.microsoft.com/office/drawing/2014/main" id="{04568042-2A43-48D5-85A2-4722292A65B1}"/>
              </a:ext>
            </a:extLst>
          </p:cNvPr>
          <p:cNvSpPr>
            <a:spLocks noGrp="1"/>
          </p:cNvSpPr>
          <p:nvPr/>
        </p:nvSpPr>
        <p:spPr>
          <a:xfrm>
            <a:off x="8415746" y="61073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4" name="F2_precision_recall_distributions_7248">
            <a:extLst>
              <a:ext uri="{FF2B5EF4-FFF2-40B4-BE49-F238E27FC236}">
                <a16:creationId xmlns:a16="http://schemas.microsoft.com/office/drawing/2014/main" id="{43FB755A-23D6-451F-9869-8B415422FE91}"/>
              </a:ext>
            </a:extLst>
          </p:cNvPr>
          <p:cNvSpPr>
            <a:spLocks noGrp="1"/>
          </p:cNvSpPr>
          <p:nvPr/>
        </p:nvSpPr>
        <p:spPr>
          <a:xfrm>
            <a:off x="8151750" y="55981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5" name="F2_precision_recall_distributions_7249">
            <a:extLst>
              <a:ext uri="{FF2B5EF4-FFF2-40B4-BE49-F238E27FC236}">
                <a16:creationId xmlns:a16="http://schemas.microsoft.com/office/drawing/2014/main" id="{7B8BAEB9-F0FF-4DFC-9365-5B6F47DFAC57}"/>
              </a:ext>
            </a:extLst>
          </p:cNvPr>
          <p:cNvSpPr>
            <a:spLocks noGrp="1"/>
          </p:cNvSpPr>
          <p:nvPr/>
        </p:nvSpPr>
        <p:spPr>
          <a:xfrm>
            <a:off x="816646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6" name="F2_precision_recall_distributions_7250">
            <a:extLst>
              <a:ext uri="{FF2B5EF4-FFF2-40B4-BE49-F238E27FC236}">
                <a16:creationId xmlns:a16="http://schemas.microsoft.com/office/drawing/2014/main" id="{9BB38D01-97DF-464D-9060-9C80BCD3175D}"/>
              </a:ext>
            </a:extLst>
          </p:cNvPr>
          <p:cNvSpPr>
            <a:spLocks noGrp="1"/>
          </p:cNvSpPr>
          <p:nvPr/>
        </p:nvSpPr>
        <p:spPr>
          <a:xfrm>
            <a:off x="848072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7" name="F2_precision_recall_distributions_7251">
            <a:extLst>
              <a:ext uri="{FF2B5EF4-FFF2-40B4-BE49-F238E27FC236}">
                <a16:creationId xmlns:a16="http://schemas.microsoft.com/office/drawing/2014/main" id="{9903DB35-DC15-494C-B744-03665B0715B8}"/>
              </a:ext>
            </a:extLst>
          </p:cNvPr>
          <p:cNvSpPr>
            <a:spLocks noGrp="1"/>
          </p:cNvSpPr>
          <p:nvPr/>
        </p:nvSpPr>
        <p:spPr>
          <a:xfrm>
            <a:off x="841913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8" name="F2_precision_recall_distributions_7252">
            <a:extLst>
              <a:ext uri="{FF2B5EF4-FFF2-40B4-BE49-F238E27FC236}">
                <a16:creationId xmlns:a16="http://schemas.microsoft.com/office/drawing/2014/main" id="{9B4E10D2-9BE4-4C8B-A5CB-821EE6DDCF6B}"/>
              </a:ext>
            </a:extLst>
          </p:cNvPr>
          <p:cNvSpPr>
            <a:spLocks noGrp="1"/>
          </p:cNvSpPr>
          <p:nvPr/>
        </p:nvSpPr>
        <p:spPr>
          <a:xfrm>
            <a:off x="845751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39" name="F2_precision_recall_distributions_7253">
            <a:extLst>
              <a:ext uri="{FF2B5EF4-FFF2-40B4-BE49-F238E27FC236}">
                <a16:creationId xmlns:a16="http://schemas.microsoft.com/office/drawing/2014/main" id="{9BBAF306-72C6-4984-B96D-180838D8B5CE}"/>
              </a:ext>
            </a:extLst>
          </p:cNvPr>
          <p:cNvSpPr>
            <a:spLocks noGrp="1"/>
          </p:cNvSpPr>
          <p:nvPr/>
        </p:nvSpPr>
        <p:spPr>
          <a:xfrm>
            <a:off x="8399499" y="6386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0" name="F2_precision_recall_distributions_7254">
            <a:extLst>
              <a:ext uri="{FF2B5EF4-FFF2-40B4-BE49-F238E27FC236}">
                <a16:creationId xmlns:a16="http://schemas.microsoft.com/office/drawing/2014/main" id="{8A9D4568-ED95-45AB-96D1-836A8064B203}"/>
              </a:ext>
            </a:extLst>
          </p:cNvPr>
          <p:cNvSpPr>
            <a:spLocks noGrp="1"/>
          </p:cNvSpPr>
          <p:nvPr/>
        </p:nvSpPr>
        <p:spPr>
          <a:xfrm>
            <a:off x="8153700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1" name="F2_precision_recall_distributions_7255">
            <a:extLst>
              <a:ext uri="{FF2B5EF4-FFF2-40B4-BE49-F238E27FC236}">
                <a16:creationId xmlns:a16="http://schemas.microsoft.com/office/drawing/2014/main" id="{39D52E93-E894-4FEB-851C-24C1FD59F814}"/>
              </a:ext>
            </a:extLst>
          </p:cNvPr>
          <p:cNvSpPr>
            <a:spLocks noGrp="1"/>
          </p:cNvSpPr>
          <p:nvPr/>
        </p:nvSpPr>
        <p:spPr>
          <a:xfrm>
            <a:off x="843019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2" name="F2_precision_recall_distributions_7256">
            <a:extLst>
              <a:ext uri="{FF2B5EF4-FFF2-40B4-BE49-F238E27FC236}">
                <a16:creationId xmlns:a16="http://schemas.microsoft.com/office/drawing/2014/main" id="{2F2AC15C-FA01-4380-AE3D-1531BC3E7B6D}"/>
              </a:ext>
            </a:extLst>
          </p:cNvPr>
          <p:cNvSpPr>
            <a:spLocks noGrp="1"/>
          </p:cNvSpPr>
          <p:nvPr/>
        </p:nvSpPr>
        <p:spPr>
          <a:xfrm>
            <a:off x="8436508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3" name="F2_precision_recall_distributions_7257">
            <a:extLst>
              <a:ext uri="{FF2B5EF4-FFF2-40B4-BE49-F238E27FC236}">
                <a16:creationId xmlns:a16="http://schemas.microsoft.com/office/drawing/2014/main" id="{F66DD895-1556-4509-9564-B30F13FF740B}"/>
              </a:ext>
            </a:extLst>
          </p:cNvPr>
          <p:cNvSpPr>
            <a:spLocks noGrp="1"/>
          </p:cNvSpPr>
          <p:nvPr/>
        </p:nvSpPr>
        <p:spPr>
          <a:xfrm>
            <a:off x="836041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4" name="F2_precision_recall_distributions_7258">
            <a:extLst>
              <a:ext uri="{FF2B5EF4-FFF2-40B4-BE49-F238E27FC236}">
                <a16:creationId xmlns:a16="http://schemas.microsoft.com/office/drawing/2014/main" id="{B2EBB983-05D6-4BF8-83DA-923E590A014E}"/>
              </a:ext>
            </a:extLst>
          </p:cNvPr>
          <p:cNvSpPr>
            <a:spLocks noGrp="1"/>
          </p:cNvSpPr>
          <p:nvPr/>
        </p:nvSpPr>
        <p:spPr>
          <a:xfrm>
            <a:off x="847234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5" name="F2_precision_recall_distributions_7259">
            <a:extLst>
              <a:ext uri="{FF2B5EF4-FFF2-40B4-BE49-F238E27FC236}">
                <a16:creationId xmlns:a16="http://schemas.microsoft.com/office/drawing/2014/main" id="{808A8CD0-0C7D-4D7A-AFE9-1D53A2F77736}"/>
              </a:ext>
            </a:extLst>
          </p:cNvPr>
          <p:cNvSpPr>
            <a:spLocks noGrp="1"/>
          </p:cNvSpPr>
          <p:nvPr/>
        </p:nvSpPr>
        <p:spPr>
          <a:xfrm>
            <a:off x="8410063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6" name="F2_precision_recall_distributions_7260">
            <a:extLst>
              <a:ext uri="{FF2B5EF4-FFF2-40B4-BE49-F238E27FC236}">
                <a16:creationId xmlns:a16="http://schemas.microsoft.com/office/drawing/2014/main" id="{0FAAE145-01D7-483A-90E3-48AE2909D5DB}"/>
              </a:ext>
            </a:extLst>
          </p:cNvPr>
          <p:cNvSpPr>
            <a:spLocks noGrp="1"/>
          </p:cNvSpPr>
          <p:nvPr/>
        </p:nvSpPr>
        <p:spPr>
          <a:xfrm>
            <a:off x="8410109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7" name="F2_precision_recall_distributions_7261">
            <a:extLst>
              <a:ext uri="{FF2B5EF4-FFF2-40B4-BE49-F238E27FC236}">
                <a16:creationId xmlns:a16="http://schemas.microsoft.com/office/drawing/2014/main" id="{6497B4D9-0FAD-4233-890D-331B8E0E5B2C}"/>
              </a:ext>
            </a:extLst>
          </p:cNvPr>
          <p:cNvSpPr>
            <a:spLocks noGrp="1"/>
          </p:cNvSpPr>
          <p:nvPr/>
        </p:nvSpPr>
        <p:spPr>
          <a:xfrm>
            <a:off x="8308422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8" name="F2_precision_recall_distributions_7262">
            <a:extLst>
              <a:ext uri="{FF2B5EF4-FFF2-40B4-BE49-F238E27FC236}">
                <a16:creationId xmlns:a16="http://schemas.microsoft.com/office/drawing/2014/main" id="{B5081A11-B51B-4863-841E-5CD014D67F93}"/>
              </a:ext>
            </a:extLst>
          </p:cNvPr>
          <p:cNvSpPr>
            <a:spLocks noGrp="1"/>
          </p:cNvSpPr>
          <p:nvPr/>
        </p:nvSpPr>
        <p:spPr>
          <a:xfrm>
            <a:off x="8292256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49" name="F2_precision_recall_distributions_7263">
            <a:extLst>
              <a:ext uri="{FF2B5EF4-FFF2-40B4-BE49-F238E27FC236}">
                <a16:creationId xmlns:a16="http://schemas.microsoft.com/office/drawing/2014/main" id="{C0413592-7576-4607-BD87-8EF45B99B42D}"/>
              </a:ext>
            </a:extLst>
          </p:cNvPr>
          <p:cNvSpPr>
            <a:spLocks noGrp="1"/>
          </p:cNvSpPr>
          <p:nvPr/>
        </p:nvSpPr>
        <p:spPr>
          <a:xfrm>
            <a:off x="8447527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0" name="F2_precision_recall_distributions_7264">
            <a:extLst>
              <a:ext uri="{FF2B5EF4-FFF2-40B4-BE49-F238E27FC236}">
                <a16:creationId xmlns:a16="http://schemas.microsoft.com/office/drawing/2014/main" id="{6AA58A50-2A1B-4192-9287-A85590D66DC0}"/>
              </a:ext>
            </a:extLst>
          </p:cNvPr>
          <p:cNvSpPr>
            <a:spLocks noGrp="1"/>
          </p:cNvSpPr>
          <p:nvPr/>
        </p:nvSpPr>
        <p:spPr>
          <a:xfrm>
            <a:off x="8237090" y="6432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1" name="F2_precision_recall_distributions_7265">
            <a:extLst>
              <a:ext uri="{FF2B5EF4-FFF2-40B4-BE49-F238E27FC236}">
                <a16:creationId xmlns:a16="http://schemas.microsoft.com/office/drawing/2014/main" id="{7232A10B-1A07-4B80-A63F-9DE775960445}"/>
              </a:ext>
            </a:extLst>
          </p:cNvPr>
          <p:cNvSpPr>
            <a:spLocks noGrp="1"/>
          </p:cNvSpPr>
          <p:nvPr/>
        </p:nvSpPr>
        <p:spPr>
          <a:xfrm>
            <a:off x="8341664" y="644688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2" name="F2_precision_recall_distributions_7266">
            <a:extLst>
              <a:ext uri="{FF2B5EF4-FFF2-40B4-BE49-F238E27FC236}">
                <a16:creationId xmlns:a16="http://schemas.microsoft.com/office/drawing/2014/main" id="{07DB17BB-EDBF-4B84-9600-E8954568C17D}"/>
              </a:ext>
            </a:extLst>
          </p:cNvPr>
          <p:cNvSpPr>
            <a:spLocks noGrp="1"/>
          </p:cNvSpPr>
          <p:nvPr/>
        </p:nvSpPr>
        <p:spPr>
          <a:xfrm>
            <a:off x="8172242" y="63862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53" name="F2_precision_recall_distributions_7267">
            <a:extLst>
              <a:ext uri="{FF2B5EF4-FFF2-40B4-BE49-F238E27FC236}">
                <a16:creationId xmlns:a16="http://schemas.microsoft.com/office/drawing/2014/main" id="{65962A2D-1E5E-49B2-A295-7FA64ED7133F}"/>
              </a:ext>
            </a:extLst>
          </p:cNvPr>
          <p:cNvSpPr>
            <a:spLocks noGrp="1"/>
          </p:cNvSpPr>
          <p:nvPr/>
        </p:nvSpPr>
        <p:spPr>
          <a:xfrm>
            <a:off x="6002018" y="5611749"/>
            <a:ext cx="191" cy="717409"/>
          </a:xfrm>
          <a:custGeom>
            <a:avLst/>
            <a:gdLst/>
            <a:ahLst/>
            <a:cxnLst/>
            <a:rect l="0" t="0" r="0" b="0"/>
            <a:pathLst>
              <a:path w="191" h="717409">
                <a:moveTo>
                  <a:pt x="0" y="717409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4454" name="F2_precision_recall_distributions_7268">
            <a:extLst>
              <a:ext uri="{FF2B5EF4-FFF2-40B4-BE49-F238E27FC236}">
                <a16:creationId xmlns:a16="http://schemas.microsoft.com/office/drawing/2014/main" id="{5687B7B4-C3D7-4EEF-ACC5-9C93C4A3E6C6}"/>
              </a:ext>
            </a:extLst>
          </p:cNvPr>
          <p:cNvSpPr>
            <a:spLocks noGrp="1"/>
          </p:cNvSpPr>
          <p:nvPr/>
        </p:nvSpPr>
        <p:spPr>
          <a:xfrm>
            <a:off x="7165978" y="575321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4455" name="F2_precision_recall_distributions_7269">
            <a:extLst>
              <a:ext uri="{FF2B5EF4-FFF2-40B4-BE49-F238E27FC236}">
                <a16:creationId xmlns:a16="http://schemas.microsoft.com/office/drawing/2014/main" id="{B20ABA5F-F0BD-4BDD-9231-92A2D15A9BA2}"/>
              </a:ext>
            </a:extLst>
          </p:cNvPr>
          <p:cNvSpPr>
            <a:spLocks noGrp="1"/>
          </p:cNvSpPr>
          <p:nvPr/>
        </p:nvSpPr>
        <p:spPr>
          <a:xfrm>
            <a:off x="8329937" y="646051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4456" name="F2_precision_recall_distributions_7270">
            <a:extLst>
              <a:ext uri="{FF2B5EF4-FFF2-40B4-BE49-F238E27FC236}">
                <a16:creationId xmlns:a16="http://schemas.microsoft.com/office/drawing/2014/main" id="{781693FB-6EDD-4378-AD14-4221A43FA21D}"/>
              </a:ext>
            </a:extLst>
          </p:cNvPr>
          <p:cNvSpPr>
            <a:spLocks noGrp="1"/>
          </p:cNvSpPr>
          <p:nvPr/>
        </p:nvSpPr>
        <p:spPr>
          <a:xfrm>
            <a:off x="5361841" y="559053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4457" name="F2_precision_recall_distributions_7271">
            <a:extLst>
              <a:ext uri="{FF2B5EF4-FFF2-40B4-BE49-F238E27FC236}">
                <a16:creationId xmlns:a16="http://schemas.microsoft.com/office/drawing/2014/main" id="{F74066CA-96F6-4E65-BBB7-494B4697AA2F}"/>
              </a:ext>
            </a:extLst>
          </p:cNvPr>
          <p:cNvSpPr>
            <a:spLocks noGrp="1"/>
          </p:cNvSpPr>
          <p:nvPr/>
        </p:nvSpPr>
        <p:spPr>
          <a:xfrm>
            <a:off x="5361841" y="647324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4458" name="text_7272">
            <a:extLst>
              <a:ext uri="{FF2B5EF4-FFF2-40B4-BE49-F238E27FC236}">
                <a16:creationId xmlns:a16="http://schemas.microsoft.com/office/drawing/2014/main" id="{66E3DA05-A901-4D9D-A850-CB1D217AB307}"/>
              </a:ext>
            </a:extLst>
          </p:cNvPr>
          <p:cNvSpPr>
            <a:spLocks noGrp="1"/>
          </p:cNvSpPr>
          <p:nvPr/>
        </p:nvSpPr>
        <p:spPr>
          <a:xfrm>
            <a:off x="5361841" y="5409802"/>
            <a:ext cx="1460179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Coverage, τ = 0.6 · Recall</a:t>
            </a:r>
          </a:p>
        </p:txBody>
      </p:sp>
      <p:sp>
        <p:nvSpPr>
          <p:cNvPr id="4459" name="F2_precision_recall_distributions_7273">
            <a:extLst>
              <a:ext uri="{FF2B5EF4-FFF2-40B4-BE49-F238E27FC236}">
                <a16:creationId xmlns:a16="http://schemas.microsoft.com/office/drawing/2014/main" id="{29F35079-601C-4395-9D27-4DB320A25284}"/>
              </a:ext>
            </a:extLst>
          </p:cNvPr>
          <p:cNvSpPr>
            <a:spLocks noGrp="1"/>
          </p:cNvSpPr>
          <p:nvPr/>
        </p:nvSpPr>
        <p:spPr>
          <a:xfrm>
            <a:off x="5973977" y="600809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4460" name="F2_precision_recall_distributions_7274">
            <a:extLst>
              <a:ext uri="{FF2B5EF4-FFF2-40B4-BE49-F238E27FC236}">
                <a16:creationId xmlns:a16="http://schemas.microsoft.com/office/drawing/2014/main" id="{B790A816-3CC6-4C04-BC7D-E60490372584}"/>
              </a:ext>
            </a:extLst>
          </p:cNvPr>
          <p:cNvSpPr>
            <a:spLocks noGrp="1"/>
          </p:cNvSpPr>
          <p:nvPr/>
        </p:nvSpPr>
        <p:spPr>
          <a:xfrm>
            <a:off x="7137937" y="607882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4461" name="F2_precision_recall_distributions_7275">
            <a:extLst>
              <a:ext uri="{FF2B5EF4-FFF2-40B4-BE49-F238E27FC236}">
                <a16:creationId xmlns:a16="http://schemas.microsoft.com/office/drawing/2014/main" id="{D5149C9D-1463-4454-82B7-271009DBBCEF}"/>
              </a:ext>
            </a:extLst>
          </p:cNvPr>
          <p:cNvSpPr>
            <a:spLocks noGrp="1"/>
          </p:cNvSpPr>
          <p:nvPr/>
        </p:nvSpPr>
        <p:spPr>
          <a:xfrm>
            <a:off x="8301896" y="643247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4462" name="F2_precision_recall_distributions_7276">
            <a:extLst>
              <a:ext uri="{FF2B5EF4-FFF2-40B4-BE49-F238E27FC236}">
                <a16:creationId xmlns:a16="http://schemas.microsoft.com/office/drawing/2014/main" id="{0A89FA76-CFD4-48CF-9E4C-128FF255FBDA}"/>
              </a:ext>
            </a:extLst>
          </p:cNvPr>
          <p:cNvSpPr>
            <a:spLocks noGrp="1"/>
          </p:cNvSpPr>
          <p:nvPr/>
        </p:nvSpPr>
        <p:spPr>
          <a:xfrm>
            <a:off x="1212325" y="695874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4463" name="F2_precision_recall_distributions_7277">
            <a:extLst>
              <a:ext uri="{FF2B5EF4-FFF2-40B4-BE49-F238E27FC236}">
                <a16:creationId xmlns:a16="http://schemas.microsoft.com/office/drawing/2014/main" id="{2F0A7D9E-E5ED-4E68-BCCB-75AAC05843A8}"/>
              </a:ext>
            </a:extLst>
          </p:cNvPr>
          <p:cNvSpPr>
            <a:spLocks noGrp="1"/>
          </p:cNvSpPr>
          <p:nvPr/>
        </p:nvSpPr>
        <p:spPr>
          <a:xfrm>
            <a:off x="1212325" y="782872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64" name="F2_precision_recall_distributions_7278">
            <a:extLst>
              <a:ext uri="{FF2B5EF4-FFF2-40B4-BE49-F238E27FC236}">
                <a16:creationId xmlns:a16="http://schemas.microsoft.com/office/drawing/2014/main" id="{568FD3E5-B44A-4338-9EBA-D3A1641B161D}"/>
              </a:ext>
            </a:extLst>
          </p:cNvPr>
          <p:cNvSpPr>
            <a:spLocks noGrp="1"/>
          </p:cNvSpPr>
          <p:nvPr/>
        </p:nvSpPr>
        <p:spPr>
          <a:xfrm>
            <a:off x="1170051" y="782872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65" name="text_7279">
            <a:extLst>
              <a:ext uri="{FF2B5EF4-FFF2-40B4-BE49-F238E27FC236}">
                <a16:creationId xmlns:a16="http://schemas.microsoft.com/office/drawing/2014/main" id="{FE3AF130-8D34-42A6-AAE5-D9367391B393}"/>
              </a:ext>
            </a:extLst>
          </p:cNvPr>
          <p:cNvSpPr>
            <a:spLocks noGrp="1"/>
          </p:cNvSpPr>
          <p:nvPr/>
        </p:nvSpPr>
        <p:spPr>
          <a:xfrm>
            <a:off x="958091" y="7781231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4466" name="F2_precision_recall_distributions_7280">
            <a:extLst>
              <a:ext uri="{FF2B5EF4-FFF2-40B4-BE49-F238E27FC236}">
                <a16:creationId xmlns:a16="http://schemas.microsoft.com/office/drawing/2014/main" id="{BE438B7B-1900-42D8-892B-DA2BD2857B37}"/>
              </a:ext>
            </a:extLst>
          </p:cNvPr>
          <p:cNvSpPr>
            <a:spLocks noGrp="1"/>
          </p:cNvSpPr>
          <p:nvPr/>
        </p:nvSpPr>
        <p:spPr>
          <a:xfrm>
            <a:off x="1212325" y="740434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67" name="F2_precision_recall_distributions_7281">
            <a:extLst>
              <a:ext uri="{FF2B5EF4-FFF2-40B4-BE49-F238E27FC236}">
                <a16:creationId xmlns:a16="http://schemas.microsoft.com/office/drawing/2014/main" id="{DFBA6CFF-010C-471F-BB11-08F24519BBA2}"/>
              </a:ext>
            </a:extLst>
          </p:cNvPr>
          <p:cNvSpPr>
            <a:spLocks noGrp="1"/>
          </p:cNvSpPr>
          <p:nvPr/>
        </p:nvSpPr>
        <p:spPr>
          <a:xfrm>
            <a:off x="1170051" y="740434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68" name="text_7282">
            <a:extLst>
              <a:ext uri="{FF2B5EF4-FFF2-40B4-BE49-F238E27FC236}">
                <a16:creationId xmlns:a16="http://schemas.microsoft.com/office/drawing/2014/main" id="{52AE944C-631F-4540-9E20-FCD87112C172}"/>
              </a:ext>
            </a:extLst>
          </p:cNvPr>
          <p:cNvSpPr>
            <a:spLocks noGrp="1"/>
          </p:cNvSpPr>
          <p:nvPr/>
        </p:nvSpPr>
        <p:spPr>
          <a:xfrm>
            <a:off x="958091" y="7356848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0.5</a:t>
            </a:r>
          </a:p>
        </p:txBody>
      </p:sp>
      <p:sp>
        <p:nvSpPr>
          <p:cNvPr id="4469" name="F2_precision_recall_distributions_7283">
            <a:extLst>
              <a:ext uri="{FF2B5EF4-FFF2-40B4-BE49-F238E27FC236}">
                <a16:creationId xmlns:a16="http://schemas.microsoft.com/office/drawing/2014/main" id="{0BFB372A-EADA-4445-9D40-49F0A9D42BF2}"/>
              </a:ext>
            </a:extLst>
          </p:cNvPr>
          <p:cNvSpPr>
            <a:spLocks noGrp="1"/>
          </p:cNvSpPr>
          <p:nvPr/>
        </p:nvSpPr>
        <p:spPr>
          <a:xfrm>
            <a:off x="1212325" y="697995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4470" name="F2_precision_recall_distributions_7284">
            <a:extLst>
              <a:ext uri="{FF2B5EF4-FFF2-40B4-BE49-F238E27FC236}">
                <a16:creationId xmlns:a16="http://schemas.microsoft.com/office/drawing/2014/main" id="{FE0A15FD-FD2E-43EB-9FDF-6B6F6263857A}"/>
              </a:ext>
            </a:extLst>
          </p:cNvPr>
          <p:cNvSpPr>
            <a:spLocks noGrp="1"/>
          </p:cNvSpPr>
          <p:nvPr/>
        </p:nvSpPr>
        <p:spPr>
          <a:xfrm>
            <a:off x="1170051" y="697995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4471" name="text_7285">
            <a:extLst>
              <a:ext uri="{FF2B5EF4-FFF2-40B4-BE49-F238E27FC236}">
                <a16:creationId xmlns:a16="http://schemas.microsoft.com/office/drawing/2014/main" id="{003F586D-0079-4F44-B779-02B1752C7EB4}"/>
              </a:ext>
            </a:extLst>
          </p:cNvPr>
          <p:cNvSpPr>
            <a:spLocks noGrp="1"/>
          </p:cNvSpPr>
          <p:nvPr/>
        </p:nvSpPr>
        <p:spPr>
          <a:xfrm>
            <a:off x="958091" y="6932465"/>
            <a:ext cx="161232" cy="137389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8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472" name="F2_precision_recall_distributions_7286">
            <a:extLst>
              <a:ext uri="{FF2B5EF4-FFF2-40B4-BE49-F238E27FC236}">
                <a16:creationId xmlns:a16="http://schemas.microsoft.com/office/drawing/2014/main" id="{AA891450-055C-4A52-9B78-BD2504DA1CE2}"/>
              </a:ext>
            </a:extLst>
          </p:cNvPr>
          <p:cNvSpPr>
            <a:spLocks noGrp="1"/>
          </p:cNvSpPr>
          <p:nvPr/>
        </p:nvSpPr>
        <p:spPr>
          <a:xfrm>
            <a:off x="1514954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36182" y="848766"/>
                </a:moveTo>
                <a:lnTo>
                  <a:pt x="138914" y="848766"/>
                </a:lnTo>
                <a:lnTo>
                  <a:pt x="142388" y="842186"/>
                </a:lnTo>
                <a:lnTo>
                  <a:pt x="152435" y="835606"/>
                </a:lnTo>
                <a:lnTo>
                  <a:pt x="167992" y="829027"/>
                </a:lnTo>
                <a:lnTo>
                  <a:pt x="187491" y="822447"/>
                </a:lnTo>
                <a:lnTo>
                  <a:pt x="209109" y="815868"/>
                </a:lnTo>
                <a:lnTo>
                  <a:pt x="231040" y="809288"/>
                </a:lnTo>
                <a:lnTo>
                  <a:pt x="251722" y="802708"/>
                </a:lnTo>
                <a:lnTo>
                  <a:pt x="270000" y="796129"/>
                </a:lnTo>
                <a:lnTo>
                  <a:pt x="285187" y="789549"/>
                </a:lnTo>
                <a:lnTo>
                  <a:pt x="297047" y="782970"/>
                </a:lnTo>
                <a:lnTo>
                  <a:pt x="305716" y="776390"/>
                </a:lnTo>
                <a:lnTo>
                  <a:pt x="311590" y="769811"/>
                </a:lnTo>
                <a:lnTo>
                  <a:pt x="315210" y="763231"/>
                </a:lnTo>
                <a:lnTo>
                  <a:pt x="317160" y="756651"/>
                </a:lnTo>
                <a:lnTo>
                  <a:pt x="317995" y="750072"/>
                </a:lnTo>
                <a:lnTo>
                  <a:pt x="318188" y="743492"/>
                </a:lnTo>
                <a:lnTo>
                  <a:pt x="318111" y="736913"/>
                </a:lnTo>
                <a:lnTo>
                  <a:pt x="318020" y="730333"/>
                </a:lnTo>
                <a:lnTo>
                  <a:pt x="318066" y="723754"/>
                </a:lnTo>
                <a:lnTo>
                  <a:pt x="318310" y="717174"/>
                </a:lnTo>
                <a:lnTo>
                  <a:pt x="318736" y="710594"/>
                </a:lnTo>
                <a:lnTo>
                  <a:pt x="319278" y="704015"/>
                </a:lnTo>
                <a:lnTo>
                  <a:pt x="319843" y="697435"/>
                </a:lnTo>
                <a:lnTo>
                  <a:pt x="320330" y="690856"/>
                </a:lnTo>
                <a:lnTo>
                  <a:pt x="320648" y="684276"/>
                </a:lnTo>
                <a:lnTo>
                  <a:pt x="320731" y="677697"/>
                </a:lnTo>
                <a:lnTo>
                  <a:pt x="320542" y="671117"/>
                </a:lnTo>
                <a:lnTo>
                  <a:pt x="320081" y="664537"/>
                </a:lnTo>
                <a:lnTo>
                  <a:pt x="319377" y="657958"/>
                </a:lnTo>
                <a:lnTo>
                  <a:pt x="318485" y="651378"/>
                </a:lnTo>
                <a:lnTo>
                  <a:pt x="317472" y="644799"/>
                </a:lnTo>
                <a:lnTo>
                  <a:pt x="316409" y="638219"/>
                </a:lnTo>
                <a:lnTo>
                  <a:pt x="315359" y="631639"/>
                </a:lnTo>
                <a:lnTo>
                  <a:pt x="314366" y="625060"/>
                </a:lnTo>
                <a:lnTo>
                  <a:pt x="313458" y="618480"/>
                </a:lnTo>
                <a:lnTo>
                  <a:pt x="312641" y="611901"/>
                </a:lnTo>
                <a:lnTo>
                  <a:pt x="311915" y="605321"/>
                </a:lnTo>
                <a:lnTo>
                  <a:pt x="311274" y="598742"/>
                </a:lnTo>
                <a:lnTo>
                  <a:pt x="310726" y="592162"/>
                </a:lnTo>
                <a:lnTo>
                  <a:pt x="310290" y="585582"/>
                </a:lnTo>
                <a:lnTo>
                  <a:pt x="310000" y="579003"/>
                </a:lnTo>
                <a:lnTo>
                  <a:pt x="309897" y="572423"/>
                </a:lnTo>
                <a:lnTo>
                  <a:pt x="310019" y="565844"/>
                </a:lnTo>
                <a:lnTo>
                  <a:pt x="310389" y="559264"/>
                </a:lnTo>
                <a:lnTo>
                  <a:pt x="311005" y="552685"/>
                </a:lnTo>
                <a:lnTo>
                  <a:pt x="311838" y="546105"/>
                </a:lnTo>
                <a:lnTo>
                  <a:pt x="312835" y="539525"/>
                </a:lnTo>
                <a:lnTo>
                  <a:pt x="313921" y="532946"/>
                </a:lnTo>
                <a:lnTo>
                  <a:pt x="315007" y="526366"/>
                </a:lnTo>
                <a:lnTo>
                  <a:pt x="315997" y="519787"/>
                </a:lnTo>
                <a:lnTo>
                  <a:pt x="316788" y="513207"/>
                </a:lnTo>
                <a:lnTo>
                  <a:pt x="317270" y="506627"/>
                </a:lnTo>
                <a:lnTo>
                  <a:pt x="317324" y="500048"/>
                </a:lnTo>
                <a:lnTo>
                  <a:pt x="316828" y="493468"/>
                </a:lnTo>
                <a:lnTo>
                  <a:pt x="315667" y="486889"/>
                </a:lnTo>
                <a:lnTo>
                  <a:pt x="313755" y="480309"/>
                </a:lnTo>
                <a:lnTo>
                  <a:pt x="311058" y="473730"/>
                </a:lnTo>
                <a:lnTo>
                  <a:pt x="307627" y="467150"/>
                </a:lnTo>
                <a:lnTo>
                  <a:pt x="303613" y="460570"/>
                </a:lnTo>
                <a:lnTo>
                  <a:pt x="299274" y="453991"/>
                </a:lnTo>
                <a:lnTo>
                  <a:pt x="294956" y="447411"/>
                </a:lnTo>
                <a:lnTo>
                  <a:pt x="291057" y="440832"/>
                </a:lnTo>
                <a:lnTo>
                  <a:pt x="287964" y="434252"/>
                </a:lnTo>
                <a:lnTo>
                  <a:pt x="285995" y="427673"/>
                </a:lnTo>
                <a:lnTo>
                  <a:pt x="285347" y="421093"/>
                </a:lnTo>
                <a:lnTo>
                  <a:pt x="286058" y="414513"/>
                </a:lnTo>
                <a:lnTo>
                  <a:pt x="288002" y="407934"/>
                </a:lnTo>
                <a:lnTo>
                  <a:pt x="290915" y="401354"/>
                </a:lnTo>
                <a:lnTo>
                  <a:pt x="294440" y="394775"/>
                </a:lnTo>
                <a:lnTo>
                  <a:pt x="298185" y="388195"/>
                </a:lnTo>
                <a:lnTo>
                  <a:pt x="301779" y="381616"/>
                </a:lnTo>
                <a:lnTo>
                  <a:pt x="304913" y="375036"/>
                </a:lnTo>
                <a:lnTo>
                  <a:pt x="307367" y="368456"/>
                </a:lnTo>
                <a:lnTo>
                  <a:pt x="309014" y="361877"/>
                </a:lnTo>
                <a:lnTo>
                  <a:pt x="309810" y="355297"/>
                </a:lnTo>
                <a:lnTo>
                  <a:pt x="309774" y="348718"/>
                </a:lnTo>
                <a:lnTo>
                  <a:pt x="308978" y="342138"/>
                </a:lnTo>
                <a:lnTo>
                  <a:pt x="307524" y="335558"/>
                </a:lnTo>
                <a:lnTo>
                  <a:pt x="305546" y="328979"/>
                </a:lnTo>
                <a:lnTo>
                  <a:pt x="303207" y="322399"/>
                </a:lnTo>
                <a:lnTo>
                  <a:pt x="300696" y="315820"/>
                </a:lnTo>
                <a:lnTo>
                  <a:pt x="298227" y="309240"/>
                </a:lnTo>
                <a:lnTo>
                  <a:pt x="296029" y="302661"/>
                </a:lnTo>
                <a:lnTo>
                  <a:pt x="294326" y="296081"/>
                </a:lnTo>
                <a:lnTo>
                  <a:pt x="293310" y="289501"/>
                </a:lnTo>
                <a:lnTo>
                  <a:pt x="293122" y="282922"/>
                </a:lnTo>
                <a:lnTo>
                  <a:pt x="293823" y="276342"/>
                </a:lnTo>
                <a:lnTo>
                  <a:pt x="295394" y="269763"/>
                </a:lnTo>
                <a:lnTo>
                  <a:pt x="297730" y="263183"/>
                </a:lnTo>
                <a:lnTo>
                  <a:pt x="300663" y="256604"/>
                </a:lnTo>
                <a:lnTo>
                  <a:pt x="303982" y="250024"/>
                </a:lnTo>
                <a:lnTo>
                  <a:pt x="307463" y="243444"/>
                </a:lnTo>
                <a:lnTo>
                  <a:pt x="310894" y="236865"/>
                </a:lnTo>
                <a:lnTo>
                  <a:pt x="314093" y="230285"/>
                </a:lnTo>
                <a:lnTo>
                  <a:pt x="316921" y="223706"/>
                </a:lnTo>
                <a:lnTo>
                  <a:pt x="319284" y="217126"/>
                </a:lnTo>
                <a:lnTo>
                  <a:pt x="321127" y="210546"/>
                </a:lnTo>
                <a:lnTo>
                  <a:pt x="322433" y="203967"/>
                </a:lnTo>
                <a:lnTo>
                  <a:pt x="323215" y="197387"/>
                </a:lnTo>
                <a:lnTo>
                  <a:pt x="323515" y="190808"/>
                </a:lnTo>
                <a:lnTo>
                  <a:pt x="323396" y="184228"/>
                </a:lnTo>
                <a:lnTo>
                  <a:pt x="322946" y="177649"/>
                </a:lnTo>
                <a:lnTo>
                  <a:pt x="322268" y="171069"/>
                </a:lnTo>
                <a:lnTo>
                  <a:pt x="321480" y="164489"/>
                </a:lnTo>
                <a:lnTo>
                  <a:pt x="320703" y="157910"/>
                </a:lnTo>
                <a:lnTo>
                  <a:pt x="320049" y="151330"/>
                </a:lnTo>
                <a:lnTo>
                  <a:pt x="319611" y="144751"/>
                </a:lnTo>
                <a:lnTo>
                  <a:pt x="319448" y="138171"/>
                </a:lnTo>
                <a:lnTo>
                  <a:pt x="319568" y="131592"/>
                </a:lnTo>
                <a:lnTo>
                  <a:pt x="319920" y="125012"/>
                </a:lnTo>
                <a:lnTo>
                  <a:pt x="320375" y="118432"/>
                </a:lnTo>
                <a:lnTo>
                  <a:pt x="320715" y="111853"/>
                </a:lnTo>
                <a:lnTo>
                  <a:pt x="320615" y="105273"/>
                </a:lnTo>
                <a:lnTo>
                  <a:pt x="319624" y="98694"/>
                </a:lnTo>
                <a:lnTo>
                  <a:pt x="317154" y="92114"/>
                </a:lnTo>
                <a:lnTo>
                  <a:pt x="312481" y="85535"/>
                </a:lnTo>
                <a:lnTo>
                  <a:pt x="304766" y="78955"/>
                </a:lnTo>
                <a:lnTo>
                  <a:pt x="293126" y="72375"/>
                </a:lnTo>
                <a:lnTo>
                  <a:pt x="276742" y="65796"/>
                </a:lnTo>
                <a:lnTo>
                  <a:pt x="255021" y="59216"/>
                </a:lnTo>
                <a:lnTo>
                  <a:pt x="227788" y="52637"/>
                </a:lnTo>
                <a:lnTo>
                  <a:pt x="195479" y="46057"/>
                </a:lnTo>
                <a:lnTo>
                  <a:pt x="159273" y="39477"/>
                </a:lnTo>
                <a:lnTo>
                  <a:pt x="121135" y="32898"/>
                </a:lnTo>
                <a:lnTo>
                  <a:pt x="83709" y="26318"/>
                </a:lnTo>
                <a:lnTo>
                  <a:pt x="50055" y="19739"/>
                </a:lnTo>
                <a:lnTo>
                  <a:pt x="23258" y="13159"/>
                </a:lnTo>
                <a:lnTo>
                  <a:pt x="5974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123" y="6580"/>
                </a:lnTo>
                <a:lnTo>
                  <a:pt x="651838" y="13159"/>
                </a:lnTo>
                <a:lnTo>
                  <a:pt x="625041" y="19739"/>
                </a:lnTo>
                <a:lnTo>
                  <a:pt x="591387" y="26318"/>
                </a:lnTo>
                <a:lnTo>
                  <a:pt x="553962" y="32898"/>
                </a:lnTo>
                <a:lnTo>
                  <a:pt x="515824" y="39477"/>
                </a:lnTo>
                <a:lnTo>
                  <a:pt x="479618" y="46057"/>
                </a:lnTo>
                <a:lnTo>
                  <a:pt x="447308" y="52637"/>
                </a:lnTo>
                <a:lnTo>
                  <a:pt x="420076" y="59216"/>
                </a:lnTo>
                <a:lnTo>
                  <a:pt x="398355" y="65796"/>
                </a:lnTo>
                <a:lnTo>
                  <a:pt x="381970" y="72375"/>
                </a:lnTo>
                <a:lnTo>
                  <a:pt x="370330" y="78955"/>
                </a:lnTo>
                <a:lnTo>
                  <a:pt x="362616" y="85535"/>
                </a:lnTo>
                <a:lnTo>
                  <a:pt x="357942" y="92114"/>
                </a:lnTo>
                <a:lnTo>
                  <a:pt x="355473" y="98694"/>
                </a:lnTo>
                <a:lnTo>
                  <a:pt x="354482" y="105273"/>
                </a:lnTo>
                <a:lnTo>
                  <a:pt x="354382" y="111853"/>
                </a:lnTo>
                <a:lnTo>
                  <a:pt x="354722" y="118432"/>
                </a:lnTo>
                <a:lnTo>
                  <a:pt x="355177" y="125012"/>
                </a:lnTo>
                <a:lnTo>
                  <a:pt x="355528" y="131592"/>
                </a:lnTo>
                <a:lnTo>
                  <a:pt x="355648" y="138171"/>
                </a:lnTo>
                <a:lnTo>
                  <a:pt x="355485" y="144751"/>
                </a:lnTo>
                <a:lnTo>
                  <a:pt x="355048" y="151330"/>
                </a:lnTo>
                <a:lnTo>
                  <a:pt x="354394" y="157910"/>
                </a:lnTo>
                <a:lnTo>
                  <a:pt x="353617" y="164489"/>
                </a:lnTo>
                <a:lnTo>
                  <a:pt x="352829" y="171069"/>
                </a:lnTo>
                <a:lnTo>
                  <a:pt x="352151" y="177649"/>
                </a:lnTo>
                <a:lnTo>
                  <a:pt x="351700" y="184228"/>
                </a:lnTo>
                <a:lnTo>
                  <a:pt x="351582" y="190808"/>
                </a:lnTo>
                <a:lnTo>
                  <a:pt x="351881" y="197387"/>
                </a:lnTo>
                <a:lnTo>
                  <a:pt x="352664" y="203967"/>
                </a:lnTo>
                <a:lnTo>
                  <a:pt x="353970" y="210546"/>
                </a:lnTo>
                <a:lnTo>
                  <a:pt x="355813" y="217126"/>
                </a:lnTo>
                <a:lnTo>
                  <a:pt x="358175" y="223706"/>
                </a:lnTo>
                <a:lnTo>
                  <a:pt x="361004" y="230285"/>
                </a:lnTo>
                <a:lnTo>
                  <a:pt x="364203" y="236865"/>
                </a:lnTo>
                <a:lnTo>
                  <a:pt x="367633" y="243444"/>
                </a:lnTo>
                <a:lnTo>
                  <a:pt x="371114" y="250024"/>
                </a:lnTo>
                <a:lnTo>
                  <a:pt x="374433" y="256604"/>
                </a:lnTo>
                <a:lnTo>
                  <a:pt x="377366" y="263183"/>
                </a:lnTo>
                <a:lnTo>
                  <a:pt x="379702" y="269763"/>
                </a:lnTo>
                <a:lnTo>
                  <a:pt x="381273" y="276342"/>
                </a:lnTo>
                <a:lnTo>
                  <a:pt x="381975" y="282922"/>
                </a:lnTo>
                <a:lnTo>
                  <a:pt x="381786" y="289501"/>
                </a:lnTo>
                <a:lnTo>
                  <a:pt x="380771" y="296081"/>
                </a:lnTo>
                <a:lnTo>
                  <a:pt x="379067" y="302661"/>
                </a:lnTo>
                <a:lnTo>
                  <a:pt x="376870" y="309240"/>
                </a:lnTo>
                <a:lnTo>
                  <a:pt x="374401" y="315820"/>
                </a:lnTo>
                <a:lnTo>
                  <a:pt x="371890" y="322399"/>
                </a:lnTo>
                <a:lnTo>
                  <a:pt x="369550" y="328979"/>
                </a:lnTo>
                <a:lnTo>
                  <a:pt x="367573" y="335558"/>
                </a:lnTo>
                <a:lnTo>
                  <a:pt x="366119" y="342138"/>
                </a:lnTo>
                <a:lnTo>
                  <a:pt x="365322" y="348718"/>
                </a:lnTo>
                <a:lnTo>
                  <a:pt x="365287" y="355297"/>
                </a:lnTo>
                <a:lnTo>
                  <a:pt x="366082" y="361877"/>
                </a:lnTo>
                <a:lnTo>
                  <a:pt x="367729" y="368456"/>
                </a:lnTo>
                <a:lnTo>
                  <a:pt x="370184" y="375036"/>
                </a:lnTo>
                <a:lnTo>
                  <a:pt x="373318" y="381616"/>
                </a:lnTo>
                <a:lnTo>
                  <a:pt x="376911" y="388195"/>
                </a:lnTo>
                <a:lnTo>
                  <a:pt x="380657" y="394775"/>
                </a:lnTo>
                <a:lnTo>
                  <a:pt x="384182" y="401354"/>
                </a:lnTo>
                <a:lnTo>
                  <a:pt x="387095" y="407934"/>
                </a:lnTo>
                <a:lnTo>
                  <a:pt x="389039" y="414513"/>
                </a:lnTo>
                <a:lnTo>
                  <a:pt x="389749" y="421093"/>
                </a:lnTo>
                <a:lnTo>
                  <a:pt x="389101" y="427673"/>
                </a:lnTo>
                <a:lnTo>
                  <a:pt x="387133" y="434252"/>
                </a:lnTo>
                <a:lnTo>
                  <a:pt x="384040" y="440832"/>
                </a:lnTo>
                <a:lnTo>
                  <a:pt x="380140" y="447411"/>
                </a:lnTo>
                <a:lnTo>
                  <a:pt x="375823" y="453991"/>
                </a:lnTo>
                <a:lnTo>
                  <a:pt x="371484" y="460570"/>
                </a:lnTo>
                <a:lnTo>
                  <a:pt x="367470" y="467150"/>
                </a:lnTo>
                <a:lnTo>
                  <a:pt x="364038" y="473730"/>
                </a:lnTo>
                <a:lnTo>
                  <a:pt x="361341" y="480309"/>
                </a:lnTo>
                <a:lnTo>
                  <a:pt x="359429" y="486889"/>
                </a:lnTo>
                <a:lnTo>
                  <a:pt x="358269" y="493468"/>
                </a:lnTo>
                <a:lnTo>
                  <a:pt x="357773" y="500048"/>
                </a:lnTo>
                <a:lnTo>
                  <a:pt x="357827" y="506627"/>
                </a:lnTo>
                <a:lnTo>
                  <a:pt x="358309" y="513207"/>
                </a:lnTo>
                <a:lnTo>
                  <a:pt x="359100" y="519787"/>
                </a:lnTo>
                <a:lnTo>
                  <a:pt x="360090" y="526366"/>
                </a:lnTo>
                <a:lnTo>
                  <a:pt x="361176" y="532946"/>
                </a:lnTo>
                <a:lnTo>
                  <a:pt x="362261" y="539525"/>
                </a:lnTo>
                <a:lnTo>
                  <a:pt x="363258" y="546105"/>
                </a:lnTo>
                <a:lnTo>
                  <a:pt x="364092" y="552685"/>
                </a:lnTo>
                <a:lnTo>
                  <a:pt x="364708" y="559264"/>
                </a:lnTo>
                <a:lnTo>
                  <a:pt x="365077" y="565844"/>
                </a:lnTo>
                <a:lnTo>
                  <a:pt x="365199" y="572423"/>
                </a:lnTo>
                <a:lnTo>
                  <a:pt x="365096" y="579003"/>
                </a:lnTo>
                <a:lnTo>
                  <a:pt x="364806" y="585582"/>
                </a:lnTo>
                <a:lnTo>
                  <a:pt x="364370" y="592162"/>
                </a:lnTo>
                <a:lnTo>
                  <a:pt x="363822" y="598742"/>
                </a:lnTo>
                <a:lnTo>
                  <a:pt x="363182" y="605321"/>
                </a:lnTo>
                <a:lnTo>
                  <a:pt x="362455" y="611901"/>
                </a:lnTo>
                <a:lnTo>
                  <a:pt x="361639" y="618480"/>
                </a:lnTo>
                <a:lnTo>
                  <a:pt x="360730" y="625060"/>
                </a:lnTo>
                <a:lnTo>
                  <a:pt x="359738" y="631639"/>
                </a:lnTo>
                <a:lnTo>
                  <a:pt x="358687" y="638219"/>
                </a:lnTo>
                <a:lnTo>
                  <a:pt x="357625" y="644799"/>
                </a:lnTo>
                <a:lnTo>
                  <a:pt x="356612" y="651378"/>
                </a:lnTo>
                <a:lnTo>
                  <a:pt x="355719" y="657958"/>
                </a:lnTo>
                <a:lnTo>
                  <a:pt x="355016" y="664537"/>
                </a:lnTo>
                <a:lnTo>
                  <a:pt x="354554" y="671117"/>
                </a:lnTo>
                <a:lnTo>
                  <a:pt x="354366" y="677697"/>
                </a:lnTo>
                <a:lnTo>
                  <a:pt x="354448" y="684276"/>
                </a:lnTo>
                <a:lnTo>
                  <a:pt x="354766" y="690856"/>
                </a:lnTo>
                <a:lnTo>
                  <a:pt x="355253" y="697435"/>
                </a:lnTo>
                <a:lnTo>
                  <a:pt x="355818" y="704015"/>
                </a:lnTo>
                <a:lnTo>
                  <a:pt x="356361" y="710594"/>
                </a:lnTo>
                <a:lnTo>
                  <a:pt x="356787" y="717174"/>
                </a:lnTo>
                <a:lnTo>
                  <a:pt x="357030" y="723754"/>
                </a:lnTo>
                <a:lnTo>
                  <a:pt x="357077" y="730333"/>
                </a:lnTo>
                <a:lnTo>
                  <a:pt x="356986" y="736913"/>
                </a:lnTo>
                <a:lnTo>
                  <a:pt x="356908" y="743492"/>
                </a:lnTo>
                <a:lnTo>
                  <a:pt x="357102" y="750072"/>
                </a:lnTo>
                <a:lnTo>
                  <a:pt x="357936" y="756651"/>
                </a:lnTo>
                <a:lnTo>
                  <a:pt x="359887" y="763231"/>
                </a:lnTo>
                <a:lnTo>
                  <a:pt x="363507" y="769811"/>
                </a:lnTo>
                <a:lnTo>
                  <a:pt x="369381" y="776390"/>
                </a:lnTo>
                <a:lnTo>
                  <a:pt x="378050" y="782970"/>
                </a:lnTo>
                <a:lnTo>
                  <a:pt x="389910" y="789549"/>
                </a:lnTo>
                <a:lnTo>
                  <a:pt x="405096" y="796129"/>
                </a:lnTo>
                <a:lnTo>
                  <a:pt x="423374" y="802708"/>
                </a:lnTo>
                <a:lnTo>
                  <a:pt x="444057" y="809288"/>
                </a:lnTo>
                <a:lnTo>
                  <a:pt x="465987" y="815868"/>
                </a:lnTo>
                <a:lnTo>
                  <a:pt x="487606" y="822447"/>
                </a:lnTo>
                <a:lnTo>
                  <a:pt x="507105" y="829027"/>
                </a:lnTo>
                <a:lnTo>
                  <a:pt x="522662" y="835606"/>
                </a:lnTo>
                <a:lnTo>
                  <a:pt x="532708" y="842186"/>
                </a:lnTo>
                <a:lnTo>
                  <a:pt x="536182" y="848766"/>
                </a:lnTo>
                <a:lnTo>
                  <a:pt x="536182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4473" name="F2_precision_recall_distributions_7287">
            <a:extLst>
              <a:ext uri="{FF2B5EF4-FFF2-40B4-BE49-F238E27FC236}">
                <a16:creationId xmlns:a16="http://schemas.microsoft.com/office/drawing/2014/main" id="{DBFD7E84-6DFE-4543-8A8C-EC99D0914C0E}"/>
              </a:ext>
            </a:extLst>
          </p:cNvPr>
          <p:cNvSpPr>
            <a:spLocks noGrp="1"/>
          </p:cNvSpPr>
          <p:nvPr/>
        </p:nvSpPr>
        <p:spPr>
          <a:xfrm>
            <a:off x="177167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4" name="F2_precision_recall_distributions_7288">
            <a:extLst>
              <a:ext uri="{FF2B5EF4-FFF2-40B4-BE49-F238E27FC236}">
                <a16:creationId xmlns:a16="http://schemas.microsoft.com/office/drawing/2014/main" id="{829C73B9-5C6F-4D06-900F-3DE85EB702CA}"/>
              </a:ext>
            </a:extLst>
          </p:cNvPr>
          <p:cNvSpPr>
            <a:spLocks noGrp="1"/>
          </p:cNvSpPr>
          <p:nvPr/>
        </p:nvSpPr>
        <p:spPr>
          <a:xfrm>
            <a:off x="17554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5" name="F2_precision_recall_distributions_7289">
            <a:extLst>
              <a:ext uri="{FF2B5EF4-FFF2-40B4-BE49-F238E27FC236}">
                <a16:creationId xmlns:a16="http://schemas.microsoft.com/office/drawing/2014/main" id="{84F2717A-1133-45F5-AAD2-1622C8A40ACF}"/>
              </a:ext>
            </a:extLst>
          </p:cNvPr>
          <p:cNvSpPr>
            <a:spLocks noGrp="1"/>
          </p:cNvSpPr>
          <p:nvPr/>
        </p:nvSpPr>
        <p:spPr>
          <a:xfrm>
            <a:off x="178989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6" name="F2_precision_recall_distributions_7290">
            <a:extLst>
              <a:ext uri="{FF2B5EF4-FFF2-40B4-BE49-F238E27FC236}">
                <a16:creationId xmlns:a16="http://schemas.microsoft.com/office/drawing/2014/main" id="{C405CC0D-138E-456A-BC96-96CD2A642CFE}"/>
              </a:ext>
            </a:extLst>
          </p:cNvPr>
          <p:cNvSpPr>
            <a:spLocks noGrp="1"/>
          </p:cNvSpPr>
          <p:nvPr/>
        </p:nvSpPr>
        <p:spPr>
          <a:xfrm>
            <a:off x="1967890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7" name="F2_precision_recall_distributions_7291">
            <a:extLst>
              <a:ext uri="{FF2B5EF4-FFF2-40B4-BE49-F238E27FC236}">
                <a16:creationId xmlns:a16="http://schemas.microsoft.com/office/drawing/2014/main" id="{B7A10F2C-BEC8-4583-AAE1-0FB7F4A9EC12}"/>
              </a:ext>
            </a:extLst>
          </p:cNvPr>
          <p:cNvSpPr>
            <a:spLocks noGrp="1"/>
          </p:cNvSpPr>
          <p:nvPr/>
        </p:nvSpPr>
        <p:spPr>
          <a:xfrm>
            <a:off x="1947074" y="709690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8" name="F2_precision_recall_distributions_7292">
            <a:extLst>
              <a:ext uri="{FF2B5EF4-FFF2-40B4-BE49-F238E27FC236}">
                <a16:creationId xmlns:a16="http://schemas.microsoft.com/office/drawing/2014/main" id="{7E84E2BD-18CC-47E2-BFB6-336ABC707B84}"/>
              </a:ext>
            </a:extLst>
          </p:cNvPr>
          <p:cNvSpPr>
            <a:spLocks noGrp="1"/>
          </p:cNvSpPr>
          <p:nvPr/>
        </p:nvSpPr>
        <p:spPr>
          <a:xfrm>
            <a:off x="16612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79" name="F2_precision_recall_distributions_7293">
            <a:extLst>
              <a:ext uri="{FF2B5EF4-FFF2-40B4-BE49-F238E27FC236}">
                <a16:creationId xmlns:a16="http://schemas.microsoft.com/office/drawing/2014/main" id="{12C5E3CD-37E3-4C1C-B17A-21B323C965A9}"/>
              </a:ext>
            </a:extLst>
          </p:cNvPr>
          <p:cNvSpPr>
            <a:spLocks noGrp="1"/>
          </p:cNvSpPr>
          <p:nvPr/>
        </p:nvSpPr>
        <p:spPr>
          <a:xfrm>
            <a:off x="193928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0" name="F2_precision_recall_distributions_7294">
            <a:extLst>
              <a:ext uri="{FF2B5EF4-FFF2-40B4-BE49-F238E27FC236}">
                <a16:creationId xmlns:a16="http://schemas.microsoft.com/office/drawing/2014/main" id="{970F9E37-DA65-41BD-9515-7171CDA16F3A}"/>
              </a:ext>
            </a:extLst>
          </p:cNvPr>
          <p:cNvSpPr>
            <a:spLocks noGrp="1"/>
          </p:cNvSpPr>
          <p:nvPr/>
        </p:nvSpPr>
        <p:spPr>
          <a:xfrm>
            <a:off x="19137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1" name="F2_precision_recall_distributions_7295">
            <a:extLst>
              <a:ext uri="{FF2B5EF4-FFF2-40B4-BE49-F238E27FC236}">
                <a16:creationId xmlns:a16="http://schemas.microsoft.com/office/drawing/2014/main" id="{55DCC1AB-9E36-40C8-BD91-42419963C63E}"/>
              </a:ext>
            </a:extLst>
          </p:cNvPr>
          <p:cNvSpPr>
            <a:spLocks noGrp="1"/>
          </p:cNvSpPr>
          <p:nvPr/>
        </p:nvSpPr>
        <p:spPr>
          <a:xfrm>
            <a:off x="1937386" y="76453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2" name="F2_precision_recall_distributions_7296">
            <a:extLst>
              <a:ext uri="{FF2B5EF4-FFF2-40B4-BE49-F238E27FC236}">
                <a16:creationId xmlns:a16="http://schemas.microsoft.com/office/drawing/2014/main" id="{693890C3-2B44-4F61-A291-ECDEA0E91412}"/>
              </a:ext>
            </a:extLst>
          </p:cNvPr>
          <p:cNvSpPr>
            <a:spLocks noGrp="1"/>
          </p:cNvSpPr>
          <p:nvPr/>
        </p:nvSpPr>
        <p:spPr>
          <a:xfrm>
            <a:off x="1884968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3" name="F2_precision_recall_distributions_7297">
            <a:extLst>
              <a:ext uri="{FF2B5EF4-FFF2-40B4-BE49-F238E27FC236}">
                <a16:creationId xmlns:a16="http://schemas.microsoft.com/office/drawing/2014/main" id="{F1693905-753F-4E0F-9FE6-27B7F7604134}"/>
              </a:ext>
            </a:extLst>
          </p:cNvPr>
          <p:cNvSpPr>
            <a:spLocks noGrp="1"/>
          </p:cNvSpPr>
          <p:nvPr/>
        </p:nvSpPr>
        <p:spPr>
          <a:xfrm>
            <a:off x="1771188" y="737225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4" name="F2_precision_recall_distributions_7298">
            <a:extLst>
              <a:ext uri="{FF2B5EF4-FFF2-40B4-BE49-F238E27FC236}">
                <a16:creationId xmlns:a16="http://schemas.microsoft.com/office/drawing/2014/main" id="{81693050-02A3-4774-904A-439BAE333196}"/>
              </a:ext>
            </a:extLst>
          </p:cNvPr>
          <p:cNvSpPr>
            <a:spLocks noGrp="1"/>
          </p:cNvSpPr>
          <p:nvPr/>
        </p:nvSpPr>
        <p:spPr>
          <a:xfrm>
            <a:off x="183150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5" name="F2_precision_recall_distributions_7299">
            <a:extLst>
              <a:ext uri="{FF2B5EF4-FFF2-40B4-BE49-F238E27FC236}">
                <a16:creationId xmlns:a16="http://schemas.microsoft.com/office/drawing/2014/main" id="{8FF00344-9176-4810-A16D-E64767D2EE5A}"/>
              </a:ext>
            </a:extLst>
          </p:cNvPr>
          <p:cNvSpPr>
            <a:spLocks noGrp="1"/>
          </p:cNvSpPr>
          <p:nvPr/>
        </p:nvSpPr>
        <p:spPr>
          <a:xfrm>
            <a:off x="1969721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6" name="F2_precision_recall_distributions_7300">
            <a:extLst>
              <a:ext uri="{FF2B5EF4-FFF2-40B4-BE49-F238E27FC236}">
                <a16:creationId xmlns:a16="http://schemas.microsoft.com/office/drawing/2014/main" id="{3643AE5F-CC22-45BE-B8F4-173688C094F4}"/>
              </a:ext>
            </a:extLst>
          </p:cNvPr>
          <p:cNvSpPr>
            <a:spLocks noGrp="1"/>
          </p:cNvSpPr>
          <p:nvPr/>
        </p:nvSpPr>
        <p:spPr>
          <a:xfrm>
            <a:off x="1765606" y="70875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7" name="F2_precision_recall_distributions_7301">
            <a:extLst>
              <a:ext uri="{FF2B5EF4-FFF2-40B4-BE49-F238E27FC236}">
                <a16:creationId xmlns:a16="http://schemas.microsoft.com/office/drawing/2014/main" id="{A96AA77C-8895-41A9-A685-9F9372CABA03}"/>
              </a:ext>
            </a:extLst>
          </p:cNvPr>
          <p:cNvSpPr>
            <a:spLocks noGrp="1"/>
          </p:cNvSpPr>
          <p:nvPr/>
        </p:nvSpPr>
        <p:spPr>
          <a:xfrm>
            <a:off x="190828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8" name="F2_precision_recall_distributions_7302">
            <a:extLst>
              <a:ext uri="{FF2B5EF4-FFF2-40B4-BE49-F238E27FC236}">
                <a16:creationId xmlns:a16="http://schemas.microsoft.com/office/drawing/2014/main" id="{9EFA34FA-FB28-4C4D-AA02-BF699536E7E5}"/>
              </a:ext>
            </a:extLst>
          </p:cNvPr>
          <p:cNvSpPr>
            <a:spLocks noGrp="1"/>
          </p:cNvSpPr>
          <p:nvPr/>
        </p:nvSpPr>
        <p:spPr>
          <a:xfrm>
            <a:off x="186518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89" name="F2_precision_recall_distributions_7303">
            <a:extLst>
              <a:ext uri="{FF2B5EF4-FFF2-40B4-BE49-F238E27FC236}">
                <a16:creationId xmlns:a16="http://schemas.microsoft.com/office/drawing/2014/main" id="{98F9A67A-33FC-4913-9FCD-91E9E1CAF107}"/>
              </a:ext>
            </a:extLst>
          </p:cNvPr>
          <p:cNvSpPr>
            <a:spLocks noGrp="1"/>
          </p:cNvSpPr>
          <p:nvPr/>
        </p:nvSpPr>
        <p:spPr>
          <a:xfrm>
            <a:off x="1837694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0" name="F2_precision_recall_distributions_7304">
            <a:extLst>
              <a:ext uri="{FF2B5EF4-FFF2-40B4-BE49-F238E27FC236}">
                <a16:creationId xmlns:a16="http://schemas.microsoft.com/office/drawing/2014/main" id="{0EE09487-986D-4909-8E0D-0240FDB4E27E}"/>
              </a:ext>
            </a:extLst>
          </p:cNvPr>
          <p:cNvSpPr>
            <a:spLocks noGrp="1"/>
          </p:cNvSpPr>
          <p:nvPr/>
        </p:nvSpPr>
        <p:spPr>
          <a:xfrm>
            <a:off x="16979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1" name="F2_precision_recall_distributions_7305">
            <a:extLst>
              <a:ext uri="{FF2B5EF4-FFF2-40B4-BE49-F238E27FC236}">
                <a16:creationId xmlns:a16="http://schemas.microsoft.com/office/drawing/2014/main" id="{A4DB7B35-E857-474A-84C9-CD08B61455E1}"/>
              </a:ext>
            </a:extLst>
          </p:cNvPr>
          <p:cNvSpPr>
            <a:spLocks noGrp="1"/>
          </p:cNvSpPr>
          <p:nvPr/>
        </p:nvSpPr>
        <p:spPr>
          <a:xfrm>
            <a:off x="1896557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2" name="F2_precision_recall_distributions_7306">
            <a:extLst>
              <a:ext uri="{FF2B5EF4-FFF2-40B4-BE49-F238E27FC236}">
                <a16:creationId xmlns:a16="http://schemas.microsoft.com/office/drawing/2014/main" id="{5C0E86F3-B771-4DD7-B5AE-D8A347536BF1}"/>
              </a:ext>
            </a:extLst>
          </p:cNvPr>
          <p:cNvSpPr>
            <a:spLocks noGrp="1"/>
          </p:cNvSpPr>
          <p:nvPr/>
        </p:nvSpPr>
        <p:spPr>
          <a:xfrm>
            <a:off x="1746075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3" name="F2_precision_recall_distributions_7307">
            <a:extLst>
              <a:ext uri="{FF2B5EF4-FFF2-40B4-BE49-F238E27FC236}">
                <a16:creationId xmlns:a16="http://schemas.microsoft.com/office/drawing/2014/main" id="{16AE6C97-574C-433F-95AD-7DEE6AF96164}"/>
              </a:ext>
            </a:extLst>
          </p:cNvPr>
          <p:cNvSpPr>
            <a:spLocks noGrp="1"/>
          </p:cNvSpPr>
          <p:nvPr/>
        </p:nvSpPr>
        <p:spPr>
          <a:xfrm>
            <a:off x="1902542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4" name="F2_precision_recall_distributions_7308">
            <a:extLst>
              <a:ext uri="{FF2B5EF4-FFF2-40B4-BE49-F238E27FC236}">
                <a16:creationId xmlns:a16="http://schemas.microsoft.com/office/drawing/2014/main" id="{1B5712F4-2A7C-442E-A21C-26F03649A8DA}"/>
              </a:ext>
            </a:extLst>
          </p:cNvPr>
          <p:cNvSpPr>
            <a:spLocks noGrp="1"/>
          </p:cNvSpPr>
          <p:nvPr/>
        </p:nvSpPr>
        <p:spPr>
          <a:xfrm>
            <a:off x="1810390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5" name="F2_precision_recall_distributions_7309">
            <a:extLst>
              <a:ext uri="{FF2B5EF4-FFF2-40B4-BE49-F238E27FC236}">
                <a16:creationId xmlns:a16="http://schemas.microsoft.com/office/drawing/2014/main" id="{AED0712B-974E-40A8-8E34-C74AD6E8A4F0}"/>
              </a:ext>
            </a:extLst>
          </p:cNvPr>
          <p:cNvSpPr>
            <a:spLocks noGrp="1"/>
          </p:cNvSpPr>
          <p:nvPr/>
        </p:nvSpPr>
        <p:spPr>
          <a:xfrm>
            <a:off x="165293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6" name="F2_precision_recall_distributions_7310">
            <a:extLst>
              <a:ext uri="{FF2B5EF4-FFF2-40B4-BE49-F238E27FC236}">
                <a16:creationId xmlns:a16="http://schemas.microsoft.com/office/drawing/2014/main" id="{26BF27DD-E810-435D-9D26-0EAFE8D6BB26}"/>
              </a:ext>
            </a:extLst>
          </p:cNvPr>
          <p:cNvSpPr>
            <a:spLocks noGrp="1"/>
          </p:cNvSpPr>
          <p:nvPr/>
        </p:nvSpPr>
        <p:spPr>
          <a:xfrm>
            <a:off x="170579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7" name="F2_precision_recall_distributions_7311">
            <a:extLst>
              <a:ext uri="{FF2B5EF4-FFF2-40B4-BE49-F238E27FC236}">
                <a16:creationId xmlns:a16="http://schemas.microsoft.com/office/drawing/2014/main" id="{97FBB13A-3B5C-4154-A046-67BEB60D3AE0}"/>
              </a:ext>
            </a:extLst>
          </p:cNvPr>
          <p:cNvSpPr>
            <a:spLocks noGrp="1"/>
          </p:cNvSpPr>
          <p:nvPr/>
        </p:nvSpPr>
        <p:spPr>
          <a:xfrm>
            <a:off x="1944414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8" name="F2_precision_recall_distributions_7312">
            <a:extLst>
              <a:ext uri="{FF2B5EF4-FFF2-40B4-BE49-F238E27FC236}">
                <a16:creationId xmlns:a16="http://schemas.microsoft.com/office/drawing/2014/main" id="{B091E02A-6BA7-4E2D-9768-83CA87987D73}"/>
              </a:ext>
            </a:extLst>
          </p:cNvPr>
          <p:cNvSpPr>
            <a:spLocks noGrp="1"/>
          </p:cNvSpPr>
          <p:nvPr/>
        </p:nvSpPr>
        <p:spPr>
          <a:xfrm>
            <a:off x="182664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499" name="F2_precision_recall_distributions_7313">
            <a:extLst>
              <a:ext uri="{FF2B5EF4-FFF2-40B4-BE49-F238E27FC236}">
                <a16:creationId xmlns:a16="http://schemas.microsoft.com/office/drawing/2014/main" id="{0281F33B-643B-41F1-BDE0-FE45BAC56FB6}"/>
              </a:ext>
            </a:extLst>
          </p:cNvPr>
          <p:cNvSpPr>
            <a:spLocks noGrp="1"/>
          </p:cNvSpPr>
          <p:nvPr/>
        </p:nvSpPr>
        <p:spPr>
          <a:xfrm>
            <a:off x="187894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0" name="F2_precision_recall_distributions_7314">
            <a:extLst>
              <a:ext uri="{FF2B5EF4-FFF2-40B4-BE49-F238E27FC236}">
                <a16:creationId xmlns:a16="http://schemas.microsoft.com/office/drawing/2014/main" id="{C355A389-70F6-47C5-A43E-948E7227E5AA}"/>
              </a:ext>
            </a:extLst>
          </p:cNvPr>
          <p:cNvSpPr>
            <a:spLocks noGrp="1"/>
          </p:cNvSpPr>
          <p:nvPr/>
        </p:nvSpPr>
        <p:spPr>
          <a:xfrm>
            <a:off x="1655024" y="727496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1" name="F2_precision_recall_distributions_7315">
            <a:extLst>
              <a:ext uri="{FF2B5EF4-FFF2-40B4-BE49-F238E27FC236}">
                <a16:creationId xmlns:a16="http://schemas.microsoft.com/office/drawing/2014/main" id="{FB1231AD-2C10-40D9-A6AB-67E67268130A}"/>
              </a:ext>
            </a:extLst>
          </p:cNvPr>
          <p:cNvSpPr>
            <a:spLocks noGrp="1"/>
          </p:cNvSpPr>
          <p:nvPr/>
        </p:nvSpPr>
        <p:spPr>
          <a:xfrm>
            <a:off x="175550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2" name="F2_precision_recall_distributions_7316">
            <a:extLst>
              <a:ext uri="{FF2B5EF4-FFF2-40B4-BE49-F238E27FC236}">
                <a16:creationId xmlns:a16="http://schemas.microsoft.com/office/drawing/2014/main" id="{A9013DCD-99E3-46EE-A228-6B7C8755D966}"/>
              </a:ext>
            </a:extLst>
          </p:cNvPr>
          <p:cNvSpPr>
            <a:spLocks noGrp="1"/>
          </p:cNvSpPr>
          <p:nvPr/>
        </p:nvSpPr>
        <p:spPr>
          <a:xfrm>
            <a:off x="16658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3" name="F2_precision_recall_distributions_7317">
            <a:extLst>
              <a:ext uri="{FF2B5EF4-FFF2-40B4-BE49-F238E27FC236}">
                <a16:creationId xmlns:a16="http://schemas.microsoft.com/office/drawing/2014/main" id="{A92438EE-7A12-47CD-BB67-14A7D210276F}"/>
              </a:ext>
            </a:extLst>
          </p:cNvPr>
          <p:cNvSpPr>
            <a:spLocks noGrp="1"/>
          </p:cNvSpPr>
          <p:nvPr/>
        </p:nvSpPr>
        <p:spPr>
          <a:xfrm>
            <a:off x="187673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4" name="F2_precision_recall_distributions_7318">
            <a:extLst>
              <a:ext uri="{FF2B5EF4-FFF2-40B4-BE49-F238E27FC236}">
                <a16:creationId xmlns:a16="http://schemas.microsoft.com/office/drawing/2014/main" id="{0E9DE567-F9FE-4414-8B09-DBB745346845}"/>
              </a:ext>
            </a:extLst>
          </p:cNvPr>
          <p:cNvSpPr>
            <a:spLocks noGrp="1"/>
          </p:cNvSpPr>
          <p:nvPr/>
        </p:nvSpPr>
        <p:spPr>
          <a:xfrm>
            <a:off x="1963835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5" name="F2_precision_recall_distributions_7319">
            <a:extLst>
              <a:ext uri="{FF2B5EF4-FFF2-40B4-BE49-F238E27FC236}">
                <a16:creationId xmlns:a16="http://schemas.microsoft.com/office/drawing/2014/main" id="{E337636B-0107-4B1E-ABEA-0A7C4BB18046}"/>
              </a:ext>
            </a:extLst>
          </p:cNvPr>
          <p:cNvSpPr>
            <a:spLocks noGrp="1"/>
          </p:cNvSpPr>
          <p:nvPr/>
        </p:nvSpPr>
        <p:spPr>
          <a:xfrm>
            <a:off x="191757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6" name="F2_precision_recall_distributions_7320">
            <a:extLst>
              <a:ext uri="{FF2B5EF4-FFF2-40B4-BE49-F238E27FC236}">
                <a16:creationId xmlns:a16="http://schemas.microsoft.com/office/drawing/2014/main" id="{BF7C2BB8-B29D-4B10-99A7-6746AD3EEE76}"/>
              </a:ext>
            </a:extLst>
          </p:cNvPr>
          <p:cNvSpPr>
            <a:spLocks noGrp="1"/>
          </p:cNvSpPr>
          <p:nvPr/>
        </p:nvSpPr>
        <p:spPr>
          <a:xfrm>
            <a:off x="1853156" y="770899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7" name="F2_precision_recall_distributions_7321">
            <a:extLst>
              <a:ext uri="{FF2B5EF4-FFF2-40B4-BE49-F238E27FC236}">
                <a16:creationId xmlns:a16="http://schemas.microsoft.com/office/drawing/2014/main" id="{173C55C2-B567-4B8A-A461-0CCAC96F4D17}"/>
              </a:ext>
            </a:extLst>
          </p:cNvPr>
          <p:cNvSpPr>
            <a:spLocks noGrp="1"/>
          </p:cNvSpPr>
          <p:nvPr/>
        </p:nvSpPr>
        <p:spPr>
          <a:xfrm>
            <a:off x="191694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8" name="F2_precision_recall_distributions_7322">
            <a:extLst>
              <a:ext uri="{FF2B5EF4-FFF2-40B4-BE49-F238E27FC236}">
                <a16:creationId xmlns:a16="http://schemas.microsoft.com/office/drawing/2014/main" id="{42AEE407-A6F0-4B91-8D7C-068B6545F05C}"/>
              </a:ext>
            </a:extLst>
          </p:cNvPr>
          <p:cNvSpPr>
            <a:spLocks noGrp="1"/>
          </p:cNvSpPr>
          <p:nvPr/>
        </p:nvSpPr>
        <p:spPr>
          <a:xfrm>
            <a:off x="196571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09" name="F2_precision_recall_distributions_7323">
            <a:extLst>
              <a:ext uri="{FF2B5EF4-FFF2-40B4-BE49-F238E27FC236}">
                <a16:creationId xmlns:a16="http://schemas.microsoft.com/office/drawing/2014/main" id="{55882644-1948-438F-853B-4AB2FFD4F259}"/>
              </a:ext>
            </a:extLst>
          </p:cNvPr>
          <p:cNvSpPr>
            <a:spLocks noGrp="1"/>
          </p:cNvSpPr>
          <p:nvPr/>
        </p:nvSpPr>
        <p:spPr>
          <a:xfrm>
            <a:off x="195479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0" name="F2_precision_recall_distributions_7324">
            <a:extLst>
              <a:ext uri="{FF2B5EF4-FFF2-40B4-BE49-F238E27FC236}">
                <a16:creationId xmlns:a16="http://schemas.microsoft.com/office/drawing/2014/main" id="{3679A24F-BD74-427B-A4EF-152AEFF2E325}"/>
              </a:ext>
            </a:extLst>
          </p:cNvPr>
          <p:cNvSpPr>
            <a:spLocks noGrp="1"/>
          </p:cNvSpPr>
          <p:nvPr/>
        </p:nvSpPr>
        <p:spPr>
          <a:xfrm>
            <a:off x="181756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1" name="F2_precision_recall_distributions_7325">
            <a:extLst>
              <a:ext uri="{FF2B5EF4-FFF2-40B4-BE49-F238E27FC236}">
                <a16:creationId xmlns:a16="http://schemas.microsoft.com/office/drawing/2014/main" id="{76C5741F-E881-4E49-B996-AB46E59A8E37}"/>
              </a:ext>
            </a:extLst>
          </p:cNvPr>
          <p:cNvSpPr>
            <a:spLocks noGrp="1"/>
          </p:cNvSpPr>
          <p:nvPr/>
        </p:nvSpPr>
        <p:spPr>
          <a:xfrm>
            <a:off x="170517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2" name="F2_precision_recall_distributions_7326">
            <a:extLst>
              <a:ext uri="{FF2B5EF4-FFF2-40B4-BE49-F238E27FC236}">
                <a16:creationId xmlns:a16="http://schemas.microsoft.com/office/drawing/2014/main" id="{E0249C76-EFBA-4F9D-AD8B-D96104FCB5BC}"/>
              </a:ext>
            </a:extLst>
          </p:cNvPr>
          <p:cNvSpPr>
            <a:spLocks noGrp="1"/>
          </p:cNvSpPr>
          <p:nvPr/>
        </p:nvSpPr>
        <p:spPr>
          <a:xfrm>
            <a:off x="1824344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3" name="F2_precision_recall_distributions_7327">
            <a:extLst>
              <a:ext uri="{FF2B5EF4-FFF2-40B4-BE49-F238E27FC236}">
                <a16:creationId xmlns:a16="http://schemas.microsoft.com/office/drawing/2014/main" id="{D4AB0860-83CC-4DD2-B145-3E3EB3666952}"/>
              </a:ext>
            </a:extLst>
          </p:cNvPr>
          <p:cNvSpPr>
            <a:spLocks noGrp="1"/>
          </p:cNvSpPr>
          <p:nvPr/>
        </p:nvSpPr>
        <p:spPr>
          <a:xfrm>
            <a:off x="178058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4" name="F2_precision_recall_distributions_7328">
            <a:extLst>
              <a:ext uri="{FF2B5EF4-FFF2-40B4-BE49-F238E27FC236}">
                <a16:creationId xmlns:a16="http://schemas.microsoft.com/office/drawing/2014/main" id="{46196467-8D97-4FD2-A125-CDB71E4B50F8}"/>
              </a:ext>
            </a:extLst>
          </p:cNvPr>
          <p:cNvSpPr>
            <a:spLocks noGrp="1"/>
          </p:cNvSpPr>
          <p:nvPr/>
        </p:nvSpPr>
        <p:spPr>
          <a:xfrm>
            <a:off x="185558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5" name="F2_precision_recall_distributions_7329">
            <a:extLst>
              <a:ext uri="{FF2B5EF4-FFF2-40B4-BE49-F238E27FC236}">
                <a16:creationId xmlns:a16="http://schemas.microsoft.com/office/drawing/2014/main" id="{BC04C549-9551-4570-9BB1-8AB8DD55842B}"/>
              </a:ext>
            </a:extLst>
          </p:cNvPr>
          <p:cNvSpPr>
            <a:spLocks noGrp="1"/>
          </p:cNvSpPr>
          <p:nvPr/>
        </p:nvSpPr>
        <p:spPr>
          <a:xfrm>
            <a:off x="170358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6" name="F2_precision_recall_distributions_7330">
            <a:extLst>
              <a:ext uri="{FF2B5EF4-FFF2-40B4-BE49-F238E27FC236}">
                <a16:creationId xmlns:a16="http://schemas.microsoft.com/office/drawing/2014/main" id="{009A8438-6EBF-4392-AE07-8C96017F374D}"/>
              </a:ext>
            </a:extLst>
          </p:cNvPr>
          <p:cNvSpPr>
            <a:spLocks noGrp="1"/>
          </p:cNvSpPr>
          <p:nvPr/>
        </p:nvSpPr>
        <p:spPr>
          <a:xfrm>
            <a:off x="175419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7" name="F2_precision_recall_distributions_7331">
            <a:extLst>
              <a:ext uri="{FF2B5EF4-FFF2-40B4-BE49-F238E27FC236}">
                <a16:creationId xmlns:a16="http://schemas.microsoft.com/office/drawing/2014/main" id="{AFF1858C-17FA-4B2D-8A1A-2B806DC32F7B}"/>
              </a:ext>
            </a:extLst>
          </p:cNvPr>
          <p:cNvSpPr>
            <a:spLocks noGrp="1"/>
          </p:cNvSpPr>
          <p:nvPr/>
        </p:nvSpPr>
        <p:spPr>
          <a:xfrm>
            <a:off x="19244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8" name="F2_precision_recall_distributions_7332">
            <a:extLst>
              <a:ext uri="{FF2B5EF4-FFF2-40B4-BE49-F238E27FC236}">
                <a16:creationId xmlns:a16="http://schemas.microsoft.com/office/drawing/2014/main" id="{5D794520-BB02-4496-ABDE-F8500C613295}"/>
              </a:ext>
            </a:extLst>
          </p:cNvPr>
          <p:cNvSpPr>
            <a:spLocks noGrp="1"/>
          </p:cNvSpPr>
          <p:nvPr/>
        </p:nvSpPr>
        <p:spPr>
          <a:xfrm>
            <a:off x="18811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19" name="F2_precision_recall_distributions_7333">
            <a:extLst>
              <a:ext uri="{FF2B5EF4-FFF2-40B4-BE49-F238E27FC236}">
                <a16:creationId xmlns:a16="http://schemas.microsoft.com/office/drawing/2014/main" id="{630A0E86-6CDA-4679-AD09-DD582221C7DA}"/>
              </a:ext>
            </a:extLst>
          </p:cNvPr>
          <p:cNvSpPr>
            <a:spLocks noGrp="1"/>
          </p:cNvSpPr>
          <p:nvPr/>
        </p:nvSpPr>
        <p:spPr>
          <a:xfrm>
            <a:off x="199548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0" name="F2_precision_recall_distributions_7334">
            <a:extLst>
              <a:ext uri="{FF2B5EF4-FFF2-40B4-BE49-F238E27FC236}">
                <a16:creationId xmlns:a16="http://schemas.microsoft.com/office/drawing/2014/main" id="{D67CDF0A-C82B-4308-B948-4148A69731E3}"/>
              </a:ext>
            </a:extLst>
          </p:cNvPr>
          <p:cNvSpPr>
            <a:spLocks noGrp="1"/>
          </p:cNvSpPr>
          <p:nvPr/>
        </p:nvSpPr>
        <p:spPr>
          <a:xfrm>
            <a:off x="196006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1" name="F2_precision_recall_distributions_7335">
            <a:extLst>
              <a:ext uri="{FF2B5EF4-FFF2-40B4-BE49-F238E27FC236}">
                <a16:creationId xmlns:a16="http://schemas.microsoft.com/office/drawing/2014/main" id="{CFE3339B-AA85-4A20-85AF-37415F1CB075}"/>
              </a:ext>
            </a:extLst>
          </p:cNvPr>
          <p:cNvSpPr>
            <a:spLocks noGrp="1"/>
          </p:cNvSpPr>
          <p:nvPr/>
        </p:nvSpPr>
        <p:spPr>
          <a:xfrm>
            <a:off x="1739312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2" name="F2_precision_recall_distributions_7336">
            <a:extLst>
              <a:ext uri="{FF2B5EF4-FFF2-40B4-BE49-F238E27FC236}">
                <a16:creationId xmlns:a16="http://schemas.microsoft.com/office/drawing/2014/main" id="{6DE8A90A-5AFC-4C80-8881-03B04512D5E9}"/>
              </a:ext>
            </a:extLst>
          </p:cNvPr>
          <p:cNvSpPr>
            <a:spLocks noGrp="1"/>
          </p:cNvSpPr>
          <p:nvPr/>
        </p:nvSpPr>
        <p:spPr>
          <a:xfrm>
            <a:off x="19133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3" name="F2_precision_recall_distributions_7337">
            <a:extLst>
              <a:ext uri="{FF2B5EF4-FFF2-40B4-BE49-F238E27FC236}">
                <a16:creationId xmlns:a16="http://schemas.microsoft.com/office/drawing/2014/main" id="{13422473-7001-4E1F-A6AD-DB755EA762F8}"/>
              </a:ext>
            </a:extLst>
          </p:cNvPr>
          <p:cNvSpPr>
            <a:spLocks noGrp="1"/>
          </p:cNvSpPr>
          <p:nvPr/>
        </p:nvSpPr>
        <p:spPr>
          <a:xfrm>
            <a:off x="169369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4" name="F2_precision_recall_distributions_7338">
            <a:extLst>
              <a:ext uri="{FF2B5EF4-FFF2-40B4-BE49-F238E27FC236}">
                <a16:creationId xmlns:a16="http://schemas.microsoft.com/office/drawing/2014/main" id="{8EC22A55-E042-4DAD-9320-7CDD9A9AAEB4}"/>
              </a:ext>
            </a:extLst>
          </p:cNvPr>
          <p:cNvSpPr>
            <a:spLocks noGrp="1"/>
          </p:cNvSpPr>
          <p:nvPr/>
        </p:nvSpPr>
        <p:spPr>
          <a:xfrm>
            <a:off x="185225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5" name="F2_precision_recall_distributions_7339">
            <a:extLst>
              <a:ext uri="{FF2B5EF4-FFF2-40B4-BE49-F238E27FC236}">
                <a16:creationId xmlns:a16="http://schemas.microsoft.com/office/drawing/2014/main" id="{60AE2059-C1F3-4084-A155-C39F4A653368}"/>
              </a:ext>
            </a:extLst>
          </p:cNvPr>
          <p:cNvSpPr>
            <a:spLocks noGrp="1"/>
          </p:cNvSpPr>
          <p:nvPr/>
        </p:nvSpPr>
        <p:spPr>
          <a:xfrm>
            <a:off x="2019204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6" name="F2_precision_recall_distributions_7340">
            <a:extLst>
              <a:ext uri="{FF2B5EF4-FFF2-40B4-BE49-F238E27FC236}">
                <a16:creationId xmlns:a16="http://schemas.microsoft.com/office/drawing/2014/main" id="{806C0A49-F358-474B-8CB3-69F8BBD278FE}"/>
              </a:ext>
            </a:extLst>
          </p:cNvPr>
          <p:cNvSpPr>
            <a:spLocks noGrp="1"/>
          </p:cNvSpPr>
          <p:nvPr/>
        </p:nvSpPr>
        <p:spPr>
          <a:xfrm>
            <a:off x="1907242" y="752441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7" name="F2_precision_recall_distributions_7341">
            <a:extLst>
              <a:ext uri="{FF2B5EF4-FFF2-40B4-BE49-F238E27FC236}">
                <a16:creationId xmlns:a16="http://schemas.microsoft.com/office/drawing/2014/main" id="{D4CDFF96-7F5C-42FB-BC98-2EC5294FA344}"/>
              </a:ext>
            </a:extLst>
          </p:cNvPr>
          <p:cNvSpPr>
            <a:spLocks noGrp="1"/>
          </p:cNvSpPr>
          <p:nvPr/>
        </p:nvSpPr>
        <p:spPr>
          <a:xfrm>
            <a:off x="1778912" y="705120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8" name="F2_precision_recall_distributions_7342">
            <a:extLst>
              <a:ext uri="{FF2B5EF4-FFF2-40B4-BE49-F238E27FC236}">
                <a16:creationId xmlns:a16="http://schemas.microsoft.com/office/drawing/2014/main" id="{9A41AB80-5F99-4908-8E3B-BBAC3AF95EC2}"/>
              </a:ext>
            </a:extLst>
          </p:cNvPr>
          <p:cNvSpPr>
            <a:spLocks noGrp="1"/>
          </p:cNvSpPr>
          <p:nvPr/>
        </p:nvSpPr>
        <p:spPr>
          <a:xfrm>
            <a:off x="175818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29" name="F2_precision_recall_distributions_7343">
            <a:extLst>
              <a:ext uri="{FF2B5EF4-FFF2-40B4-BE49-F238E27FC236}">
                <a16:creationId xmlns:a16="http://schemas.microsoft.com/office/drawing/2014/main" id="{AA3ED70E-22DD-4485-8AB5-FD35DEEBAA92}"/>
              </a:ext>
            </a:extLst>
          </p:cNvPr>
          <p:cNvSpPr>
            <a:spLocks noGrp="1"/>
          </p:cNvSpPr>
          <p:nvPr/>
        </p:nvSpPr>
        <p:spPr>
          <a:xfrm>
            <a:off x="16584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0" name="F2_precision_recall_distributions_7344">
            <a:extLst>
              <a:ext uri="{FF2B5EF4-FFF2-40B4-BE49-F238E27FC236}">
                <a16:creationId xmlns:a16="http://schemas.microsoft.com/office/drawing/2014/main" id="{5F93B97F-2C3A-4CA1-B897-E370F68D829E}"/>
              </a:ext>
            </a:extLst>
          </p:cNvPr>
          <p:cNvSpPr>
            <a:spLocks noGrp="1"/>
          </p:cNvSpPr>
          <p:nvPr/>
        </p:nvSpPr>
        <p:spPr>
          <a:xfrm>
            <a:off x="194242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1" name="F2_precision_recall_distributions_7345">
            <a:extLst>
              <a:ext uri="{FF2B5EF4-FFF2-40B4-BE49-F238E27FC236}">
                <a16:creationId xmlns:a16="http://schemas.microsoft.com/office/drawing/2014/main" id="{6F9ED80A-6D5C-4BE0-A97E-09970E0C1DF2}"/>
              </a:ext>
            </a:extLst>
          </p:cNvPr>
          <p:cNvSpPr>
            <a:spLocks noGrp="1"/>
          </p:cNvSpPr>
          <p:nvPr/>
        </p:nvSpPr>
        <p:spPr>
          <a:xfrm>
            <a:off x="1986523" y="72209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2" name="F2_precision_recall_distributions_7346">
            <a:extLst>
              <a:ext uri="{FF2B5EF4-FFF2-40B4-BE49-F238E27FC236}">
                <a16:creationId xmlns:a16="http://schemas.microsoft.com/office/drawing/2014/main" id="{E43D45C2-3EFF-4878-8FC6-B10C2CD05059}"/>
              </a:ext>
            </a:extLst>
          </p:cNvPr>
          <p:cNvSpPr>
            <a:spLocks noGrp="1"/>
          </p:cNvSpPr>
          <p:nvPr/>
        </p:nvSpPr>
        <p:spPr>
          <a:xfrm>
            <a:off x="166816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3" name="F2_precision_recall_distributions_7347">
            <a:extLst>
              <a:ext uri="{FF2B5EF4-FFF2-40B4-BE49-F238E27FC236}">
                <a16:creationId xmlns:a16="http://schemas.microsoft.com/office/drawing/2014/main" id="{CD78B553-0474-4064-BC61-3676784A494B}"/>
              </a:ext>
            </a:extLst>
          </p:cNvPr>
          <p:cNvSpPr>
            <a:spLocks noGrp="1"/>
          </p:cNvSpPr>
          <p:nvPr/>
        </p:nvSpPr>
        <p:spPr>
          <a:xfrm>
            <a:off x="1757872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4" name="F2_precision_recall_distributions_7348">
            <a:extLst>
              <a:ext uri="{FF2B5EF4-FFF2-40B4-BE49-F238E27FC236}">
                <a16:creationId xmlns:a16="http://schemas.microsoft.com/office/drawing/2014/main" id="{4C03C093-0C72-458B-882C-569135339F6F}"/>
              </a:ext>
            </a:extLst>
          </p:cNvPr>
          <p:cNvSpPr>
            <a:spLocks noGrp="1"/>
          </p:cNvSpPr>
          <p:nvPr/>
        </p:nvSpPr>
        <p:spPr>
          <a:xfrm>
            <a:off x="17452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5" name="F2_precision_recall_distributions_7349">
            <a:extLst>
              <a:ext uri="{FF2B5EF4-FFF2-40B4-BE49-F238E27FC236}">
                <a16:creationId xmlns:a16="http://schemas.microsoft.com/office/drawing/2014/main" id="{E6292E7A-AC1F-4623-8FFE-1E2F18D0CF02}"/>
              </a:ext>
            </a:extLst>
          </p:cNvPr>
          <p:cNvSpPr>
            <a:spLocks noGrp="1"/>
          </p:cNvSpPr>
          <p:nvPr/>
        </p:nvSpPr>
        <p:spPr>
          <a:xfrm>
            <a:off x="191674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6" name="F2_precision_recall_distributions_7350">
            <a:extLst>
              <a:ext uri="{FF2B5EF4-FFF2-40B4-BE49-F238E27FC236}">
                <a16:creationId xmlns:a16="http://schemas.microsoft.com/office/drawing/2014/main" id="{32697E85-CDD1-4D89-BBAF-6F5C128805CF}"/>
              </a:ext>
            </a:extLst>
          </p:cNvPr>
          <p:cNvSpPr>
            <a:spLocks noGrp="1"/>
          </p:cNvSpPr>
          <p:nvPr/>
        </p:nvSpPr>
        <p:spPr>
          <a:xfrm>
            <a:off x="188700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7" name="F2_precision_recall_distributions_7351">
            <a:extLst>
              <a:ext uri="{FF2B5EF4-FFF2-40B4-BE49-F238E27FC236}">
                <a16:creationId xmlns:a16="http://schemas.microsoft.com/office/drawing/2014/main" id="{476FA2D9-44CF-405A-88EA-19C3E2AA4439}"/>
              </a:ext>
            </a:extLst>
          </p:cNvPr>
          <p:cNvSpPr>
            <a:spLocks noGrp="1"/>
          </p:cNvSpPr>
          <p:nvPr/>
        </p:nvSpPr>
        <p:spPr>
          <a:xfrm>
            <a:off x="197043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8" name="F2_precision_recall_distributions_7352">
            <a:extLst>
              <a:ext uri="{FF2B5EF4-FFF2-40B4-BE49-F238E27FC236}">
                <a16:creationId xmlns:a16="http://schemas.microsoft.com/office/drawing/2014/main" id="{F0C730FE-C751-4A6C-BCFF-53447AD6E825}"/>
              </a:ext>
            </a:extLst>
          </p:cNvPr>
          <p:cNvSpPr>
            <a:spLocks noGrp="1"/>
          </p:cNvSpPr>
          <p:nvPr/>
        </p:nvSpPr>
        <p:spPr>
          <a:xfrm>
            <a:off x="1679738" y="7496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39" name="F2_precision_recall_distributions_7353">
            <a:extLst>
              <a:ext uri="{FF2B5EF4-FFF2-40B4-BE49-F238E27FC236}">
                <a16:creationId xmlns:a16="http://schemas.microsoft.com/office/drawing/2014/main" id="{AEDA3577-2EB8-4697-8113-6910A4888805}"/>
              </a:ext>
            </a:extLst>
          </p:cNvPr>
          <p:cNvSpPr>
            <a:spLocks noGrp="1"/>
          </p:cNvSpPr>
          <p:nvPr/>
        </p:nvSpPr>
        <p:spPr>
          <a:xfrm>
            <a:off x="1992716" y="770192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0" name="F2_precision_recall_distributions_7354">
            <a:extLst>
              <a:ext uri="{FF2B5EF4-FFF2-40B4-BE49-F238E27FC236}">
                <a16:creationId xmlns:a16="http://schemas.microsoft.com/office/drawing/2014/main" id="{A797458B-F827-49BE-A331-BE14BFDC01F8}"/>
              </a:ext>
            </a:extLst>
          </p:cNvPr>
          <p:cNvSpPr>
            <a:spLocks noGrp="1"/>
          </p:cNvSpPr>
          <p:nvPr/>
        </p:nvSpPr>
        <p:spPr>
          <a:xfrm>
            <a:off x="17874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1" name="F2_precision_recall_distributions_7355">
            <a:extLst>
              <a:ext uri="{FF2B5EF4-FFF2-40B4-BE49-F238E27FC236}">
                <a16:creationId xmlns:a16="http://schemas.microsoft.com/office/drawing/2014/main" id="{E6964FA4-9AC9-4F1B-9C30-F1A78AA0516F}"/>
              </a:ext>
            </a:extLst>
          </p:cNvPr>
          <p:cNvSpPr>
            <a:spLocks noGrp="1"/>
          </p:cNvSpPr>
          <p:nvPr/>
        </p:nvSpPr>
        <p:spPr>
          <a:xfrm>
            <a:off x="1969349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2" name="F2_precision_recall_distributions_7356">
            <a:extLst>
              <a:ext uri="{FF2B5EF4-FFF2-40B4-BE49-F238E27FC236}">
                <a16:creationId xmlns:a16="http://schemas.microsoft.com/office/drawing/2014/main" id="{97DA5CA8-0956-40C2-993F-E340DBF394E3}"/>
              </a:ext>
            </a:extLst>
          </p:cNvPr>
          <p:cNvSpPr>
            <a:spLocks noGrp="1"/>
          </p:cNvSpPr>
          <p:nvPr/>
        </p:nvSpPr>
        <p:spPr>
          <a:xfrm>
            <a:off x="1794650" y="768107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3" name="F2_precision_recall_distributions_7357">
            <a:extLst>
              <a:ext uri="{FF2B5EF4-FFF2-40B4-BE49-F238E27FC236}">
                <a16:creationId xmlns:a16="http://schemas.microsoft.com/office/drawing/2014/main" id="{EDCA8165-C305-42D7-B5A7-BEDC7913415B}"/>
              </a:ext>
            </a:extLst>
          </p:cNvPr>
          <p:cNvSpPr>
            <a:spLocks noGrp="1"/>
          </p:cNvSpPr>
          <p:nvPr/>
        </p:nvSpPr>
        <p:spPr>
          <a:xfrm>
            <a:off x="167726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4" name="F2_precision_recall_distributions_7358">
            <a:extLst>
              <a:ext uri="{FF2B5EF4-FFF2-40B4-BE49-F238E27FC236}">
                <a16:creationId xmlns:a16="http://schemas.microsoft.com/office/drawing/2014/main" id="{1DFEC898-95C5-45C0-8E21-0EEDFA4BFFBF}"/>
              </a:ext>
            </a:extLst>
          </p:cNvPr>
          <p:cNvSpPr>
            <a:spLocks noGrp="1"/>
          </p:cNvSpPr>
          <p:nvPr/>
        </p:nvSpPr>
        <p:spPr>
          <a:xfrm>
            <a:off x="1712056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5" name="F2_precision_recall_distributions_7359">
            <a:extLst>
              <a:ext uri="{FF2B5EF4-FFF2-40B4-BE49-F238E27FC236}">
                <a16:creationId xmlns:a16="http://schemas.microsoft.com/office/drawing/2014/main" id="{55146ADB-6E64-433F-A298-FBE2A1C0E8CF}"/>
              </a:ext>
            </a:extLst>
          </p:cNvPr>
          <p:cNvSpPr>
            <a:spLocks noGrp="1"/>
          </p:cNvSpPr>
          <p:nvPr/>
        </p:nvSpPr>
        <p:spPr>
          <a:xfrm>
            <a:off x="201168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6" name="F2_precision_recall_distributions_7360">
            <a:extLst>
              <a:ext uri="{FF2B5EF4-FFF2-40B4-BE49-F238E27FC236}">
                <a16:creationId xmlns:a16="http://schemas.microsoft.com/office/drawing/2014/main" id="{591092B1-B116-4016-A2E7-5DF7A428B9D3}"/>
              </a:ext>
            </a:extLst>
          </p:cNvPr>
          <p:cNvSpPr>
            <a:spLocks noGrp="1"/>
          </p:cNvSpPr>
          <p:nvPr/>
        </p:nvSpPr>
        <p:spPr>
          <a:xfrm>
            <a:off x="180430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7" name="F2_precision_recall_distributions_7361">
            <a:extLst>
              <a:ext uri="{FF2B5EF4-FFF2-40B4-BE49-F238E27FC236}">
                <a16:creationId xmlns:a16="http://schemas.microsoft.com/office/drawing/2014/main" id="{E6C2F71C-7DC2-4A3E-AE5A-1F93C8847057}"/>
              </a:ext>
            </a:extLst>
          </p:cNvPr>
          <p:cNvSpPr>
            <a:spLocks noGrp="1"/>
          </p:cNvSpPr>
          <p:nvPr/>
        </p:nvSpPr>
        <p:spPr>
          <a:xfrm>
            <a:off x="178301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8" name="F2_precision_recall_distributions_7362">
            <a:extLst>
              <a:ext uri="{FF2B5EF4-FFF2-40B4-BE49-F238E27FC236}">
                <a16:creationId xmlns:a16="http://schemas.microsoft.com/office/drawing/2014/main" id="{A644DBFB-9FF6-4B3C-864D-52B9E09CECA7}"/>
              </a:ext>
            </a:extLst>
          </p:cNvPr>
          <p:cNvSpPr>
            <a:spLocks noGrp="1"/>
          </p:cNvSpPr>
          <p:nvPr/>
        </p:nvSpPr>
        <p:spPr>
          <a:xfrm>
            <a:off x="2018375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49" name="F2_precision_recall_distributions_7363">
            <a:extLst>
              <a:ext uri="{FF2B5EF4-FFF2-40B4-BE49-F238E27FC236}">
                <a16:creationId xmlns:a16="http://schemas.microsoft.com/office/drawing/2014/main" id="{5F5A7CDE-659A-4DC4-94DB-D2FFB96586BD}"/>
              </a:ext>
            </a:extLst>
          </p:cNvPr>
          <p:cNvSpPr>
            <a:spLocks noGrp="1"/>
          </p:cNvSpPr>
          <p:nvPr/>
        </p:nvSpPr>
        <p:spPr>
          <a:xfrm>
            <a:off x="196366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0" name="F2_precision_recall_distributions_7364">
            <a:extLst>
              <a:ext uri="{FF2B5EF4-FFF2-40B4-BE49-F238E27FC236}">
                <a16:creationId xmlns:a16="http://schemas.microsoft.com/office/drawing/2014/main" id="{9EA46B1D-C176-46F9-903A-497778265B72}"/>
              </a:ext>
            </a:extLst>
          </p:cNvPr>
          <p:cNvSpPr>
            <a:spLocks noGrp="1"/>
          </p:cNvSpPr>
          <p:nvPr/>
        </p:nvSpPr>
        <p:spPr>
          <a:xfrm>
            <a:off x="20073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1" name="F2_precision_recall_distributions_7365">
            <a:extLst>
              <a:ext uri="{FF2B5EF4-FFF2-40B4-BE49-F238E27FC236}">
                <a16:creationId xmlns:a16="http://schemas.microsoft.com/office/drawing/2014/main" id="{C2AC92AA-46F6-418D-82EB-C66B467CA2E9}"/>
              </a:ext>
            </a:extLst>
          </p:cNvPr>
          <p:cNvSpPr>
            <a:spLocks noGrp="1"/>
          </p:cNvSpPr>
          <p:nvPr/>
        </p:nvSpPr>
        <p:spPr>
          <a:xfrm>
            <a:off x="196790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2" name="F2_precision_recall_distributions_7366">
            <a:extLst>
              <a:ext uri="{FF2B5EF4-FFF2-40B4-BE49-F238E27FC236}">
                <a16:creationId xmlns:a16="http://schemas.microsoft.com/office/drawing/2014/main" id="{FCBEA0B7-50C5-4C3D-A53F-5C97D80B3DA3}"/>
              </a:ext>
            </a:extLst>
          </p:cNvPr>
          <p:cNvSpPr>
            <a:spLocks noGrp="1"/>
          </p:cNvSpPr>
          <p:nvPr/>
        </p:nvSpPr>
        <p:spPr>
          <a:xfrm>
            <a:off x="1782023" y="71254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3" name="F2_precision_recall_distributions_7367">
            <a:extLst>
              <a:ext uri="{FF2B5EF4-FFF2-40B4-BE49-F238E27FC236}">
                <a16:creationId xmlns:a16="http://schemas.microsoft.com/office/drawing/2014/main" id="{70AA4F02-C503-4EA9-99E2-6BA1B4FCA4B1}"/>
              </a:ext>
            </a:extLst>
          </p:cNvPr>
          <p:cNvSpPr>
            <a:spLocks noGrp="1"/>
          </p:cNvSpPr>
          <p:nvPr/>
        </p:nvSpPr>
        <p:spPr>
          <a:xfrm>
            <a:off x="18460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4" name="F2_precision_recall_distributions_7368">
            <a:extLst>
              <a:ext uri="{FF2B5EF4-FFF2-40B4-BE49-F238E27FC236}">
                <a16:creationId xmlns:a16="http://schemas.microsoft.com/office/drawing/2014/main" id="{D843520F-82FD-42A5-92B9-117812E5D344}"/>
              </a:ext>
            </a:extLst>
          </p:cNvPr>
          <p:cNvSpPr>
            <a:spLocks noGrp="1"/>
          </p:cNvSpPr>
          <p:nvPr/>
        </p:nvSpPr>
        <p:spPr>
          <a:xfrm>
            <a:off x="173520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5" name="F2_precision_recall_distributions_7369">
            <a:extLst>
              <a:ext uri="{FF2B5EF4-FFF2-40B4-BE49-F238E27FC236}">
                <a16:creationId xmlns:a16="http://schemas.microsoft.com/office/drawing/2014/main" id="{EE787BA4-C5E0-413A-802B-517B8479DC05}"/>
              </a:ext>
            </a:extLst>
          </p:cNvPr>
          <p:cNvSpPr>
            <a:spLocks noGrp="1"/>
          </p:cNvSpPr>
          <p:nvPr/>
        </p:nvSpPr>
        <p:spPr>
          <a:xfrm>
            <a:off x="1884282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6" name="F2_precision_recall_distributions_7370">
            <a:extLst>
              <a:ext uri="{FF2B5EF4-FFF2-40B4-BE49-F238E27FC236}">
                <a16:creationId xmlns:a16="http://schemas.microsoft.com/office/drawing/2014/main" id="{74CBD1CA-9846-4209-A419-CBF93F5625D5}"/>
              </a:ext>
            </a:extLst>
          </p:cNvPr>
          <p:cNvSpPr>
            <a:spLocks noGrp="1"/>
          </p:cNvSpPr>
          <p:nvPr/>
        </p:nvSpPr>
        <p:spPr>
          <a:xfrm>
            <a:off x="16790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7" name="F2_precision_recall_distributions_7371">
            <a:extLst>
              <a:ext uri="{FF2B5EF4-FFF2-40B4-BE49-F238E27FC236}">
                <a16:creationId xmlns:a16="http://schemas.microsoft.com/office/drawing/2014/main" id="{F8915B17-A5F3-4002-B882-F2E048C95DE0}"/>
              </a:ext>
            </a:extLst>
          </p:cNvPr>
          <p:cNvSpPr>
            <a:spLocks noGrp="1"/>
          </p:cNvSpPr>
          <p:nvPr/>
        </p:nvSpPr>
        <p:spPr>
          <a:xfrm>
            <a:off x="17838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8" name="F2_precision_recall_distributions_7372">
            <a:extLst>
              <a:ext uri="{FF2B5EF4-FFF2-40B4-BE49-F238E27FC236}">
                <a16:creationId xmlns:a16="http://schemas.microsoft.com/office/drawing/2014/main" id="{9E674B4F-AB83-454F-90E7-3AFA40EE17A8}"/>
              </a:ext>
            </a:extLst>
          </p:cNvPr>
          <p:cNvSpPr>
            <a:spLocks noGrp="1"/>
          </p:cNvSpPr>
          <p:nvPr/>
        </p:nvSpPr>
        <p:spPr>
          <a:xfrm>
            <a:off x="182144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59" name="F2_precision_recall_distributions_7373">
            <a:extLst>
              <a:ext uri="{FF2B5EF4-FFF2-40B4-BE49-F238E27FC236}">
                <a16:creationId xmlns:a16="http://schemas.microsoft.com/office/drawing/2014/main" id="{11A80605-A466-4446-A647-750658F01FEC}"/>
              </a:ext>
            </a:extLst>
          </p:cNvPr>
          <p:cNvSpPr>
            <a:spLocks noGrp="1"/>
          </p:cNvSpPr>
          <p:nvPr/>
        </p:nvSpPr>
        <p:spPr>
          <a:xfrm>
            <a:off x="171877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0" name="F2_precision_recall_distributions_7374">
            <a:extLst>
              <a:ext uri="{FF2B5EF4-FFF2-40B4-BE49-F238E27FC236}">
                <a16:creationId xmlns:a16="http://schemas.microsoft.com/office/drawing/2014/main" id="{CFCCBFC8-E289-4F1E-BC29-A2A8965E45BA}"/>
              </a:ext>
            </a:extLst>
          </p:cNvPr>
          <p:cNvSpPr>
            <a:spLocks noGrp="1"/>
          </p:cNvSpPr>
          <p:nvPr/>
        </p:nvSpPr>
        <p:spPr>
          <a:xfrm>
            <a:off x="191923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1" name="F2_precision_recall_distributions_7375">
            <a:extLst>
              <a:ext uri="{FF2B5EF4-FFF2-40B4-BE49-F238E27FC236}">
                <a16:creationId xmlns:a16="http://schemas.microsoft.com/office/drawing/2014/main" id="{B22BEF8C-91E2-4F8A-9EA0-FF4608BC0294}"/>
              </a:ext>
            </a:extLst>
          </p:cNvPr>
          <p:cNvSpPr>
            <a:spLocks noGrp="1"/>
          </p:cNvSpPr>
          <p:nvPr/>
        </p:nvSpPr>
        <p:spPr>
          <a:xfrm>
            <a:off x="171282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2" name="F2_precision_recall_distributions_7376">
            <a:extLst>
              <a:ext uri="{FF2B5EF4-FFF2-40B4-BE49-F238E27FC236}">
                <a16:creationId xmlns:a16="http://schemas.microsoft.com/office/drawing/2014/main" id="{6F827ADE-3689-4B0F-9C45-6429718409BA}"/>
              </a:ext>
            </a:extLst>
          </p:cNvPr>
          <p:cNvSpPr>
            <a:spLocks noGrp="1"/>
          </p:cNvSpPr>
          <p:nvPr/>
        </p:nvSpPr>
        <p:spPr>
          <a:xfrm>
            <a:off x="196664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3" name="F2_precision_recall_distributions_7377">
            <a:extLst>
              <a:ext uri="{FF2B5EF4-FFF2-40B4-BE49-F238E27FC236}">
                <a16:creationId xmlns:a16="http://schemas.microsoft.com/office/drawing/2014/main" id="{9BA0C4AD-502E-476F-B410-11D0EEE617B0}"/>
              </a:ext>
            </a:extLst>
          </p:cNvPr>
          <p:cNvSpPr>
            <a:spLocks noGrp="1"/>
          </p:cNvSpPr>
          <p:nvPr/>
        </p:nvSpPr>
        <p:spPr>
          <a:xfrm>
            <a:off x="1723442" y="73521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4" name="F2_precision_recall_distributions_7378">
            <a:extLst>
              <a:ext uri="{FF2B5EF4-FFF2-40B4-BE49-F238E27FC236}">
                <a16:creationId xmlns:a16="http://schemas.microsoft.com/office/drawing/2014/main" id="{A0DFB16F-2E81-4770-9763-E997937DAE04}"/>
              </a:ext>
            </a:extLst>
          </p:cNvPr>
          <p:cNvSpPr>
            <a:spLocks noGrp="1"/>
          </p:cNvSpPr>
          <p:nvPr/>
        </p:nvSpPr>
        <p:spPr>
          <a:xfrm>
            <a:off x="17679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5" name="F2_precision_recall_distributions_7379">
            <a:extLst>
              <a:ext uri="{FF2B5EF4-FFF2-40B4-BE49-F238E27FC236}">
                <a16:creationId xmlns:a16="http://schemas.microsoft.com/office/drawing/2014/main" id="{AC10DB49-4710-4AB8-8FE7-2CD65DB87364}"/>
              </a:ext>
            </a:extLst>
          </p:cNvPr>
          <p:cNvSpPr>
            <a:spLocks noGrp="1"/>
          </p:cNvSpPr>
          <p:nvPr/>
        </p:nvSpPr>
        <p:spPr>
          <a:xfrm>
            <a:off x="191860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6" name="F2_precision_recall_distributions_7380">
            <a:extLst>
              <a:ext uri="{FF2B5EF4-FFF2-40B4-BE49-F238E27FC236}">
                <a16:creationId xmlns:a16="http://schemas.microsoft.com/office/drawing/2014/main" id="{03BC66CA-0CC4-4C28-80C7-33B7501ED071}"/>
              </a:ext>
            </a:extLst>
          </p:cNvPr>
          <p:cNvSpPr>
            <a:spLocks noGrp="1"/>
          </p:cNvSpPr>
          <p:nvPr/>
        </p:nvSpPr>
        <p:spPr>
          <a:xfrm>
            <a:off x="186950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7" name="F2_precision_recall_distributions_7381">
            <a:extLst>
              <a:ext uri="{FF2B5EF4-FFF2-40B4-BE49-F238E27FC236}">
                <a16:creationId xmlns:a16="http://schemas.microsoft.com/office/drawing/2014/main" id="{527D10E8-88F6-45E9-99B7-81DC0E6BB6B6}"/>
              </a:ext>
            </a:extLst>
          </p:cNvPr>
          <p:cNvSpPr>
            <a:spLocks noGrp="1"/>
          </p:cNvSpPr>
          <p:nvPr/>
        </p:nvSpPr>
        <p:spPr>
          <a:xfrm>
            <a:off x="194824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8" name="F2_precision_recall_distributions_7382">
            <a:extLst>
              <a:ext uri="{FF2B5EF4-FFF2-40B4-BE49-F238E27FC236}">
                <a16:creationId xmlns:a16="http://schemas.microsoft.com/office/drawing/2014/main" id="{864201A6-1824-40AA-8987-64E756D19436}"/>
              </a:ext>
            </a:extLst>
          </p:cNvPr>
          <p:cNvSpPr>
            <a:spLocks noGrp="1"/>
          </p:cNvSpPr>
          <p:nvPr/>
        </p:nvSpPr>
        <p:spPr>
          <a:xfrm>
            <a:off x="202328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69" name="F2_precision_recall_distributions_7383">
            <a:extLst>
              <a:ext uri="{FF2B5EF4-FFF2-40B4-BE49-F238E27FC236}">
                <a16:creationId xmlns:a16="http://schemas.microsoft.com/office/drawing/2014/main" id="{4BC4DB11-A3A4-4FF5-AA76-0F6C53DE329F}"/>
              </a:ext>
            </a:extLst>
          </p:cNvPr>
          <p:cNvSpPr>
            <a:spLocks noGrp="1"/>
          </p:cNvSpPr>
          <p:nvPr/>
        </p:nvSpPr>
        <p:spPr>
          <a:xfrm>
            <a:off x="1894403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0" name="F2_precision_recall_distributions_7384">
            <a:extLst>
              <a:ext uri="{FF2B5EF4-FFF2-40B4-BE49-F238E27FC236}">
                <a16:creationId xmlns:a16="http://schemas.microsoft.com/office/drawing/2014/main" id="{282C4D1A-76BD-424A-A315-D9FE87F6A9BB}"/>
              </a:ext>
            </a:extLst>
          </p:cNvPr>
          <p:cNvSpPr>
            <a:spLocks noGrp="1"/>
          </p:cNvSpPr>
          <p:nvPr/>
        </p:nvSpPr>
        <p:spPr>
          <a:xfrm>
            <a:off x="201873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1" name="F2_precision_recall_distributions_7385">
            <a:extLst>
              <a:ext uri="{FF2B5EF4-FFF2-40B4-BE49-F238E27FC236}">
                <a16:creationId xmlns:a16="http://schemas.microsoft.com/office/drawing/2014/main" id="{4B182046-2C4F-450B-9DB7-9099077A5719}"/>
              </a:ext>
            </a:extLst>
          </p:cNvPr>
          <p:cNvSpPr>
            <a:spLocks noGrp="1"/>
          </p:cNvSpPr>
          <p:nvPr/>
        </p:nvSpPr>
        <p:spPr>
          <a:xfrm>
            <a:off x="171368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2" name="F2_precision_recall_distributions_7386">
            <a:extLst>
              <a:ext uri="{FF2B5EF4-FFF2-40B4-BE49-F238E27FC236}">
                <a16:creationId xmlns:a16="http://schemas.microsoft.com/office/drawing/2014/main" id="{8E3AFF74-266F-4DE7-BDA5-10EDF81559FA}"/>
              </a:ext>
            </a:extLst>
          </p:cNvPr>
          <p:cNvSpPr>
            <a:spLocks noGrp="1"/>
          </p:cNvSpPr>
          <p:nvPr/>
        </p:nvSpPr>
        <p:spPr>
          <a:xfrm>
            <a:off x="1825712" y="72641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3" name="F2_precision_recall_distributions_7387">
            <a:extLst>
              <a:ext uri="{FF2B5EF4-FFF2-40B4-BE49-F238E27FC236}">
                <a16:creationId xmlns:a16="http://schemas.microsoft.com/office/drawing/2014/main" id="{2B64961B-E18A-4E26-872E-8D1EC88E10A9}"/>
              </a:ext>
            </a:extLst>
          </p:cNvPr>
          <p:cNvSpPr>
            <a:spLocks noGrp="1"/>
          </p:cNvSpPr>
          <p:nvPr/>
        </p:nvSpPr>
        <p:spPr>
          <a:xfrm>
            <a:off x="1857314" y="72088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4" name="F2_precision_recall_distributions_7388">
            <a:extLst>
              <a:ext uri="{FF2B5EF4-FFF2-40B4-BE49-F238E27FC236}">
                <a16:creationId xmlns:a16="http://schemas.microsoft.com/office/drawing/2014/main" id="{8324618F-3B1C-4ED8-91AF-5B4F57A289C2}"/>
              </a:ext>
            </a:extLst>
          </p:cNvPr>
          <p:cNvSpPr>
            <a:spLocks noGrp="1"/>
          </p:cNvSpPr>
          <p:nvPr/>
        </p:nvSpPr>
        <p:spPr>
          <a:xfrm>
            <a:off x="179282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5" name="F2_precision_recall_distributions_7389">
            <a:extLst>
              <a:ext uri="{FF2B5EF4-FFF2-40B4-BE49-F238E27FC236}">
                <a16:creationId xmlns:a16="http://schemas.microsoft.com/office/drawing/2014/main" id="{D7A8EF54-41CB-42E0-A508-9E3F8ED1DD37}"/>
              </a:ext>
            </a:extLst>
          </p:cNvPr>
          <p:cNvSpPr>
            <a:spLocks noGrp="1"/>
          </p:cNvSpPr>
          <p:nvPr/>
        </p:nvSpPr>
        <p:spPr>
          <a:xfrm>
            <a:off x="167558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6" name="F2_precision_recall_distributions_7390">
            <a:extLst>
              <a:ext uri="{FF2B5EF4-FFF2-40B4-BE49-F238E27FC236}">
                <a16:creationId xmlns:a16="http://schemas.microsoft.com/office/drawing/2014/main" id="{AD6335F7-AAB0-4F9C-9AF1-2E1061604A45}"/>
              </a:ext>
            </a:extLst>
          </p:cNvPr>
          <p:cNvSpPr>
            <a:spLocks noGrp="1"/>
          </p:cNvSpPr>
          <p:nvPr/>
        </p:nvSpPr>
        <p:spPr>
          <a:xfrm>
            <a:off x="1841599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7" name="F2_precision_recall_distributions_7391">
            <a:extLst>
              <a:ext uri="{FF2B5EF4-FFF2-40B4-BE49-F238E27FC236}">
                <a16:creationId xmlns:a16="http://schemas.microsoft.com/office/drawing/2014/main" id="{53FD6C0D-7F29-4030-9D57-70C8876D197B}"/>
              </a:ext>
            </a:extLst>
          </p:cNvPr>
          <p:cNvSpPr>
            <a:spLocks noGrp="1"/>
          </p:cNvSpPr>
          <p:nvPr/>
        </p:nvSpPr>
        <p:spPr>
          <a:xfrm>
            <a:off x="191128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8" name="F2_precision_recall_distributions_7392">
            <a:extLst>
              <a:ext uri="{FF2B5EF4-FFF2-40B4-BE49-F238E27FC236}">
                <a16:creationId xmlns:a16="http://schemas.microsoft.com/office/drawing/2014/main" id="{EBF5B191-F297-4867-BAD6-C1687FB0127B}"/>
              </a:ext>
            </a:extLst>
          </p:cNvPr>
          <p:cNvSpPr>
            <a:spLocks noGrp="1"/>
          </p:cNvSpPr>
          <p:nvPr/>
        </p:nvSpPr>
        <p:spPr>
          <a:xfrm>
            <a:off x="197877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79" name="F2_precision_recall_distributions_7393">
            <a:extLst>
              <a:ext uri="{FF2B5EF4-FFF2-40B4-BE49-F238E27FC236}">
                <a16:creationId xmlns:a16="http://schemas.microsoft.com/office/drawing/2014/main" id="{84F105C7-64B4-462A-B51A-772B91B5BE0D}"/>
              </a:ext>
            </a:extLst>
          </p:cNvPr>
          <p:cNvSpPr>
            <a:spLocks noGrp="1"/>
          </p:cNvSpPr>
          <p:nvPr/>
        </p:nvSpPr>
        <p:spPr>
          <a:xfrm>
            <a:off x="175858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0" name="F2_precision_recall_distributions_7394">
            <a:extLst>
              <a:ext uri="{FF2B5EF4-FFF2-40B4-BE49-F238E27FC236}">
                <a16:creationId xmlns:a16="http://schemas.microsoft.com/office/drawing/2014/main" id="{9F881E86-084E-4A75-8932-FEC70528E7C5}"/>
              </a:ext>
            </a:extLst>
          </p:cNvPr>
          <p:cNvSpPr>
            <a:spLocks noGrp="1"/>
          </p:cNvSpPr>
          <p:nvPr/>
        </p:nvSpPr>
        <p:spPr>
          <a:xfrm>
            <a:off x="1890189" y="723156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1" name="F2_precision_recall_distributions_7395">
            <a:extLst>
              <a:ext uri="{FF2B5EF4-FFF2-40B4-BE49-F238E27FC236}">
                <a16:creationId xmlns:a16="http://schemas.microsoft.com/office/drawing/2014/main" id="{0FC38AD6-F8A7-418A-8DD9-43C420ADCB51}"/>
              </a:ext>
            </a:extLst>
          </p:cNvPr>
          <p:cNvSpPr>
            <a:spLocks noGrp="1"/>
          </p:cNvSpPr>
          <p:nvPr/>
        </p:nvSpPr>
        <p:spPr>
          <a:xfrm>
            <a:off x="1846207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2" name="F2_precision_recall_distributions_7396">
            <a:extLst>
              <a:ext uri="{FF2B5EF4-FFF2-40B4-BE49-F238E27FC236}">
                <a16:creationId xmlns:a16="http://schemas.microsoft.com/office/drawing/2014/main" id="{D41C86C0-A7EB-4CDB-A5B4-E95373C9BA78}"/>
              </a:ext>
            </a:extLst>
          </p:cNvPr>
          <p:cNvSpPr>
            <a:spLocks noGrp="1"/>
          </p:cNvSpPr>
          <p:nvPr/>
        </p:nvSpPr>
        <p:spPr>
          <a:xfrm>
            <a:off x="20067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3" name="F2_precision_recall_distributions_7397">
            <a:extLst>
              <a:ext uri="{FF2B5EF4-FFF2-40B4-BE49-F238E27FC236}">
                <a16:creationId xmlns:a16="http://schemas.microsoft.com/office/drawing/2014/main" id="{4432BE9E-5F4F-411B-965A-56F6037D2D0B}"/>
              </a:ext>
            </a:extLst>
          </p:cNvPr>
          <p:cNvSpPr>
            <a:spLocks noGrp="1"/>
          </p:cNvSpPr>
          <p:nvPr/>
        </p:nvSpPr>
        <p:spPr>
          <a:xfrm>
            <a:off x="165612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4" name="F2_precision_recall_distributions_7398">
            <a:extLst>
              <a:ext uri="{FF2B5EF4-FFF2-40B4-BE49-F238E27FC236}">
                <a16:creationId xmlns:a16="http://schemas.microsoft.com/office/drawing/2014/main" id="{5B5DB25A-DBB6-4C7B-A201-15315F7CF1A8}"/>
              </a:ext>
            </a:extLst>
          </p:cNvPr>
          <p:cNvSpPr>
            <a:spLocks noGrp="1"/>
          </p:cNvSpPr>
          <p:nvPr/>
        </p:nvSpPr>
        <p:spPr>
          <a:xfrm>
            <a:off x="197613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5" name="F2_precision_recall_distributions_7399">
            <a:extLst>
              <a:ext uri="{FF2B5EF4-FFF2-40B4-BE49-F238E27FC236}">
                <a16:creationId xmlns:a16="http://schemas.microsoft.com/office/drawing/2014/main" id="{3EF63A15-E3EB-4596-A053-4E89D55DD7EC}"/>
              </a:ext>
            </a:extLst>
          </p:cNvPr>
          <p:cNvSpPr>
            <a:spLocks noGrp="1"/>
          </p:cNvSpPr>
          <p:nvPr/>
        </p:nvSpPr>
        <p:spPr>
          <a:xfrm>
            <a:off x="197553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6" name="F2_precision_recall_distributions_7400">
            <a:extLst>
              <a:ext uri="{FF2B5EF4-FFF2-40B4-BE49-F238E27FC236}">
                <a16:creationId xmlns:a16="http://schemas.microsoft.com/office/drawing/2014/main" id="{B97401AC-9746-4707-84A4-12F16E72CFE4}"/>
              </a:ext>
            </a:extLst>
          </p:cNvPr>
          <p:cNvSpPr>
            <a:spLocks noGrp="1"/>
          </p:cNvSpPr>
          <p:nvPr/>
        </p:nvSpPr>
        <p:spPr>
          <a:xfrm>
            <a:off x="193390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7" name="F2_precision_recall_distributions_7401">
            <a:extLst>
              <a:ext uri="{FF2B5EF4-FFF2-40B4-BE49-F238E27FC236}">
                <a16:creationId xmlns:a16="http://schemas.microsoft.com/office/drawing/2014/main" id="{98C4E915-A626-4DEF-AD49-3E84FB509F77}"/>
              </a:ext>
            </a:extLst>
          </p:cNvPr>
          <p:cNvSpPr>
            <a:spLocks noGrp="1"/>
          </p:cNvSpPr>
          <p:nvPr/>
        </p:nvSpPr>
        <p:spPr>
          <a:xfrm>
            <a:off x="1855551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8" name="F2_precision_recall_distributions_7402">
            <a:extLst>
              <a:ext uri="{FF2B5EF4-FFF2-40B4-BE49-F238E27FC236}">
                <a16:creationId xmlns:a16="http://schemas.microsoft.com/office/drawing/2014/main" id="{2054C62C-A854-41C2-85E3-21CDAB84D95B}"/>
              </a:ext>
            </a:extLst>
          </p:cNvPr>
          <p:cNvSpPr>
            <a:spLocks noGrp="1"/>
          </p:cNvSpPr>
          <p:nvPr/>
        </p:nvSpPr>
        <p:spPr>
          <a:xfrm>
            <a:off x="17732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89" name="F2_precision_recall_distributions_7403">
            <a:extLst>
              <a:ext uri="{FF2B5EF4-FFF2-40B4-BE49-F238E27FC236}">
                <a16:creationId xmlns:a16="http://schemas.microsoft.com/office/drawing/2014/main" id="{B80B05FB-4F72-4E47-A188-E3B957D78915}"/>
              </a:ext>
            </a:extLst>
          </p:cNvPr>
          <p:cNvSpPr>
            <a:spLocks noGrp="1"/>
          </p:cNvSpPr>
          <p:nvPr/>
        </p:nvSpPr>
        <p:spPr>
          <a:xfrm>
            <a:off x="201608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0" name="F2_precision_recall_distributions_7404">
            <a:extLst>
              <a:ext uri="{FF2B5EF4-FFF2-40B4-BE49-F238E27FC236}">
                <a16:creationId xmlns:a16="http://schemas.microsoft.com/office/drawing/2014/main" id="{199FA02D-1972-490D-AE38-5F9B7204D533}"/>
              </a:ext>
            </a:extLst>
          </p:cNvPr>
          <p:cNvSpPr>
            <a:spLocks noGrp="1"/>
          </p:cNvSpPr>
          <p:nvPr/>
        </p:nvSpPr>
        <p:spPr>
          <a:xfrm>
            <a:off x="189054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1" name="F2_precision_recall_distributions_7405">
            <a:extLst>
              <a:ext uri="{FF2B5EF4-FFF2-40B4-BE49-F238E27FC236}">
                <a16:creationId xmlns:a16="http://schemas.microsoft.com/office/drawing/2014/main" id="{4263F01A-FB9A-4CEC-831C-C87C7AEC9D46}"/>
              </a:ext>
            </a:extLst>
          </p:cNvPr>
          <p:cNvSpPr>
            <a:spLocks noGrp="1"/>
          </p:cNvSpPr>
          <p:nvPr/>
        </p:nvSpPr>
        <p:spPr>
          <a:xfrm>
            <a:off x="173114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2" name="F2_precision_recall_distributions_7406">
            <a:extLst>
              <a:ext uri="{FF2B5EF4-FFF2-40B4-BE49-F238E27FC236}">
                <a16:creationId xmlns:a16="http://schemas.microsoft.com/office/drawing/2014/main" id="{B8561390-AF46-4C98-B3FF-FDB507D44935}"/>
              </a:ext>
            </a:extLst>
          </p:cNvPr>
          <p:cNvSpPr>
            <a:spLocks noGrp="1"/>
          </p:cNvSpPr>
          <p:nvPr/>
        </p:nvSpPr>
        <p:spPr>
          <a:xfrm>
            <a:off x="197555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3" name="F2_precision_recall_distributions_7407">
            <a:extLst>
              <a:ext uri="{FF2B5EF4-FFF2-40B4-BE49-F238E27FC236}">
                <a16:creationId xmlns:a16="http://schemas.microsoft.com/office/drawing/2014/main" id="{8CED2C8B-6E63-4FDD-A6F4-A0B74D88CBDB}"/>
              </a:ext>
            </a:extLst>
          </p:cNvPr>
          <p:cNvSpPr>
            <a:spLocks noGrp="1"/>
          </p:cNvSpPr>
          <p:nvPr/>
        </p:nvSpPr>
        <p:spPr>
          <a:xfrm>
            <a:off x="168616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4" name="F2_precision_recall_distributions_7408">
            <a:extLst>
              <a:ext uri="{FF2B5EF4-FFF2-40B4-BE49-F238E27FC236}">
                <a16:creationId xmlns:a16="http://schemas.microsoft.com/office/drawing/2014/main" id="{886789A2-39F2-4E0E-8E92-D4E47180116B}"/>
              </a:ext>
            </a:extLst>
          </p:cNvPr>
          <p:cNvSpPr>
            <a:spLocks noGrp="1"/>
          </p:cNvSpPr>
          <p:nvPr/>
        </p:nvSpPr>
        <p:spPr>
          <a:xfrm>
            <a:off x="1931661" y="729864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5" name="F2_precision_recall_distributions_7409">
            <a:extLst>
              <a:ext uri="{FF2B5EF4-FFF2-40B4-BE49-F238E27FC236}">
                <a16:creationId xmlns:a16="http://schemas.microsoft.com/office/drawing/2014/main" id="{7122C1C2-1B4F-4549-90EA-A723160DE54B}"/>
              </a:ext>
            </a:extLst>
          </p:cNvPr>
          <p:cNvSpPr>
            <a:spLocks noGrp="1"/>
          </p:cNvSpPr>
          <p:nvPr/>
        </p:nvSpPr>
        <p:spPr>
          <a:xfrm>
            <a:off x="200358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6" name="F2_precision_recall_distributions_7410">
            <a:extLst>
              <a:ext uri="{FF2B5EF4-FFF2-40B4-BE49-F238E27FC236}">
                <a16:creationId xmlns:a16="http://schemas.microsoft.com/office/drawing/2014/main" id="{2A1E918B-7202-455B-B8F5-920EA5DE4564}"/>
              </a:ext>
            </a:extLst>
          </p:cNvPr>
          <p:cNvSpPr>
            <a:spLocks noGrp="1"/>
          </p:cNvSpPr>
          <p:nvPr/>
        </p:nvSpPr>
        <p:spPr>
          <a:xfrm>
            <a:off x="1958796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7" name="F2_precision_recall_distributions_7411">
            <a:extLst>
              <a:ext uri="{FF2B5EF4-FFF2-40B4-BE49-F238E27FC236}">
                <a16:creationId xmlns:a16="http://schemas.microsoft.com/office/drawing/2014/main" id="{AA897B2D-ACDA-4A0C-886C-8489B01B4BE2}"/>
              </a:ext>
            </a:extLst>
          </p:cNvPr>
          <p:cNvSpPr>
            <a:spLocks noGrp="1"/>
          </p:cNvSpPr>
          <p:nvPr/>
        </p:nvSpPr>
        <p:spPr>
          <a:xfrm>
            <a:off x="183661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8" name="F2_precision_recall_distributions_7412">
            <a:extLst>
              <a:ext uri="{FF2B5EF4-FFF2-40B4-BE49-F238E27FC236}">
                <a16:creationId xmlns:a16="http://schemas.microsoft.com/office/drawing/2014/main" id="{CE21E232-0972-4494-BED9-EF6D05BC4F04}"/>
              </a:ext>
            </a:extLst>
          </p:cNvPr>
          <p:cNvSpPr>
            <a:spLocks noGrp="1"/>
          </p:cNvSpPr>
          <p:nvPr/>
        </p:nvSpPr>
        <p:spPr>
          <a:xfrm>
            <a:off x="201260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599" name="F2_precision_recall_distributions_7413">
            <a:extLst>
              <a:ext uri="{FF2B5EF4-FFF2-40B4-BE49-F238E27FC236}">
                <a16:creationId xmlns:a16="http://schemas.microsoft.com/office/drawing/2014/main" id="{BDEF6B06-F988-4999-A27D-4FEED69EC29F}"/>
              </a:ext>
            </a:extLst>
          </p:cNvPr>
          <p:cNvSpPr>
            <a:spLocks noGrp="1"/>
          </p:cNvSpPr>
          <p:nvPr/>
        </p:nvSpPr>
        <p:spPr>
          <a:xfrm>
            <a:off x="189593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0" name="F2_precision_recall_distributions_7414">
            <a:extLst>
              <a:ext uri="{FF2B5EF4-FFF2-40B4-BE49-F238E27FC236}">
                <a16:creationId xmlns:a16="http://schemas.microsoft.com/office/drawing/2014/main" id="{A8232DCD-F82A-4B20-BCA4-F1FC2D8BD674}"/>
              </a:ext>
            </a:extLst>
          </p:cNvPr>
          <p:cNvSpPr>
            <a:spLocks noGrp="1"/>
          </p:cNvSpPr>
          <p:nvPr/>
        </p:nvSpPr>
        <p:spPr>
          <a:xfrm>
            <a:off x="171672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1" name="F2_precision_recall_distributions_7415">
            <a:extLst>
              <a:ext uri="{FF2B5EF4-FFF2-40B4-BE49-F238E27FC236}">
                <a16:creationId xmlns:a16="http://schemas.microsoft.com/office/drawing/2014/main" id="{B9E0AF98-D03A-4F1B-B3E9-C59858D26632}"/>
              </a:ext>
            </a:extLst>
          </p:cNvPr>
          <p:cNvSpPr>
            <a:spLocks noGrp="1"/>
          </p:cNvSpPr>
          <p:nvPr/>
        </p:nvSpPr>
        <p:spPr>
          <a:xfrm>
            <a:off x="192388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2" name="F2_precision_recall_distributions_7416">
            <a:extLst>
              <a:ext uri="{FF2B5EF4-FFF2-40B4-BE49-F238E27FC236}">
                <a16:creationId xmlns:a16="http://schemas.microsoft.com/office/drawing/2014/main" id="{04375E40-AC28-4B3D-B5AE-33E92D443669}"/>
              </a:ext>
            </a:extLst>
          </p:cNvPr>
          <p:cNvSpPr>
            <a:spLocks noGrp="1"/>
          </p:cNvSpPr>
          <p:nvPr/>
        </p:nvSpPr>
        <p:spPr>
          <a:xfrm>
            <a:off x="188435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3" name="F2_precision_recall_distributions_7417">
            <a:extLst>
              <a:ext uri="{FF2B5EF4-FFF2-40B4-BE49-F238E27FC236}">
                <a16:creationId xmlns:a16="http://schemas.microsoft.com/office/drawing/2014/main" id="{293FB2B9-EB55-401C-B3B6-DA4E33A4923B}"/>
              </a:ext>
            </a:extLst>
          </p:cNvPr>
          <p:cNvSpPr>
            <a:spLocks noGrp="1"/>
          </p:cNvSpPr>
          <p:nvPr/>
        </p:nvSpPr>
        <p:spPr>
          <a:xfrm>
            <a:off x="170290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4" name="F2_precision_recall_distributions_7418">
            <a:extLst>
              <a:ext uri="{FF2B5EF4-FFF2-40B4-BE49-F238E27FC236}">
                <a16:creationId xmlns:a16="http://schemas.microsoft.com/office/drawing/2014/main" id="{D53686C3-1EE5-4017-9B21-375AE56DD3A9}"/>
              </a:ext>
            </a:extLst>
          </p:cNvPr>
          <p:cNvSpPr>
            <a:spLocks noGrp="1"/>
          </p:cNvSpPr>
          <p:nvPr/>
        </p:nvSpPr>
        <p:spPr>
          <a:xfrm>
            <a:off x="187170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5" name="F2_precision_recall_distributions_7419">
            <a:extLst>
              <a:ext uri="{FF2B5EF4-FFF2-40B4-BE49-F238E27FC236}">
                <a16:creationId xmlns:a16="http://schemas.microsoft.com/office/drawing/2014/main" id="{12C1AB89-AD35-4187-99B2-F0F1B29D7F63}"/>
              </a:ext>
            </a:extLst>
          </p:cNvPr>
          <p:cNvSpPr>
            <a:spLocks noGrp="1"/>
          </p:cNvSpPr>
          <p:nvPr/>
        </p:nvSpPr>
        <p:spPr>
          <a:xfrm>
            <a:off x="18213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6" name="F2_precision_recall_distributions_7420">
            <a:extLst>
              <a:ext uri="{FF2B5EF4-FFF2-40B4-BE49-F238E27FC236}">
                <a16:creationId xmlns:a16="http://schemas.microsoft.com/office/drawing/2014/main" id="{0B41ECF0-19B2-45CE-9C5D-D352F5D20C7F}"/>
              </a:ext>
            </a:extLst>
          </p:cNvPr>
          <p:cNvSpPr>
            <a:spLocks noGrp="1"/>
          </p:cNvSpPr>
          <p:nvPr/>
        </p:nvSpPr>
        <p:spPr>
          <a:xfrm>
            <a:off x="191265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7" name="F2_precision_recall_distributions_7421">
            <a:extLst>
              <a:ext uri="{FF2B5EF4-FFF2-40B4-BE49-F238E27FC236}">
                <a16:creationId xmlns:a16="http://schemas.microsoft.com/office/drawing/2014/main" id="{CDE37718-7623-47A8-B1D9-CF988BC1C7CD}"/>
              </a:ext>
            </a:extLst>
          </p:cNvPr>
          <p:cNvSpPr>
            <a:spLocks noGrp="1"/>
          </p:cNvSpPr>
          <p:nvPr/>
        </p:nvSpPr>
        <p:spPr>
          <a:xfrm>
            <a:off x="1823162" y="77379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8" name="F2_precision_recall_distributions_7422">
            <a:extLst>
              <a:ext uri="{FF2B5EF4-FFF2-40B4-BE49-F238E27FC236}">
                <a16:creationId xmlns:a16="http://schemas.microsoft.com/office/drawing/2014/main" id="{2E579719-B603-4373-8920-6F6B95A80333}"/>
              </a:ext>
            </a:extLst>
          </p:cNvPr>
          <p:cNvSpPr>
            <a:spLocks noGrp="1"/>
          </p:cNvSpPr>
          <p:nvPr/>
        </p:nvSpPr>
        <p:spPr>
          <a:xfrm>
            <a:off x="17037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09" name="F2_precision_recall_distributions_7423">
            <a:extLst>
              <a:ext uri="{FF2B5EF4-FFF2-40B4-BE49-F238E27FC236}">
                <a16:creationId xmlns:a16="http://schemas.microsoft.com/office/drawing/2014/main" id="{D45406E4-5E66-4436-91B5-0DC7FC2D064D}"/>
              </a:ext>
            </a:extLst>
          </p:cNvPr>
          <p:cNvSpPr>
            <a:spLocks noGrp="1"/>
          </p:cNvSpPr>
          <p:nvPr/>
        </p:nvSpPr>
        <p:spPr>
          <a:xfrm>
            <a:off x="1755356" y="713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0" name="F2_precision_recall_distributions_7424">
            <a:extLst>
              <a:ext uri="{FF2B5EF4-FFF2-40B4-BE49-F238E27FC236}">
                <a16:creationId xmlns:a16="http://schemas.microsoft.com/office/drawing/2014/main" id="{74031864-5FB3-488F-9445-85F53A0630A8}"/>
              </a:ext>
            </a:extLst>
          </p:cNvPr>
          <p:cNvSpPr>
            <a:spLocks noGrp="1"/>
          </p:cNvSpPr>
          <p:nvPr/>
        </p:nvSpPr>
        <p:spPr>
          <a:xfrm>
            <a:off x="19875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1" name="F2_precision_recall_distributions_7425">
            <a:extLst>
              <a:ext uri="{FF2B5EF4-FFF2-40B4-BE49-F238E27FC236}">
                <a16:creationId xmlns:a16="http://schemas.microsoft.com/office/drawing/2014/main" id="{81A6984E-0CEC-4997-AC30-F08308E90E5C}"/>
              </a:ext>
            </a:extLst>
          </p:cNvPr>
          <p:cNvSpPr>
            <a:spLocks noGrp="1"/>
          </p:cNvSpPr>
          <p:nvPr/>
        </p:nvSpPr>
        <p:spPr>
          <a:xfrm>
            <a:off x="166503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2" name="F2_precision_recall_distributions_7426">
            <a:extLst>
              <a:ext uri="{FF2B5EF4-FFF2-40B4-BE49-F238E27FC236}">
                <a16:creationId xmlns:a16="http://schemas.microsoft.com/office/drawing/2014/main" id="{083E835C-8CC6-413A-B51B-8B4090E65582}"/>
              </a:ext>
            </a:extLst>
          </p:cNvPr>
          <p:cNvSpPr>
            <a:spLocks noGrp="1"/>
          </p:cNvSpPr>
          <p:nvPr/>
        </p:nvSpPr>
        <p:spPr>
          <a:xfrm>
            <a:off x="1671971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3" name="F2_precision_recall_distributions_7427">
            <a:extLst>
              <a:ext uri="{FF2B5EF4-FFF2-40B4-BE49-F238E27FC236}">
                <a16:creationId xmlns:a16="http://schemas.microsoft.com/office/drawing/2014/main" id="{8BC5360F-798E-4D69-A706-114870A3B947}"/>
              </a:ext>
            </a:extLst>
          </p:cNvPr>
          <p:cNvSpPr>
            <a:spLocks noGrp="1"/>
          </p:cNvSpPr>
          <p:nvPr/>
        </p:nvSpPr>
        <p:spPr>
          <a:xfrm>
            <a:off x="1658760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4" name="F2_precision_recall_distributions_7428">
            <a:extLst>
              <a:ext uri="{FF2B5EF4-FFF2-40B4-BE49-F238E27FC236}">
                <a16:creationId xmlns:a16="http://schemas.microsoft.com/office/drawing/2014/main" id="{F42BB9FF-EC3B-4193-A20A-218A72CB2A45}"/>
              </a:ext>
            </a:extLst>
          </p:cNvPr>
          <p:cNvSpPr>
            <a:spLocks noGrp="1"/>
          </p:cNvSpPr>
          <p:nvPr/>
        </p:nvSpPr>
        <p:spPr>
          <a:xfrm>
            <a:off x="181034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5" name="F2_precision_recall_distributions_7429">
            <a:extLst>
              <a:ext uri="{FF2B5EF4-FFF2-40B4-BE49-F238E27FC236}">
                <a16:creationId xmlns:a16="http://schemas.microsoft.com/office/drawing/2014/main" id="{FB221613-7672-4454-B3CC-F0C5DAECF975}"/>
              </a:ext>
            </a:extLst>
          </p:cNvPr>
          <p:cNvSpPr>
            <a:spLocks noGrp="1"/>
          </p:cNvSpPr>
          <p:nvPr/>
        </p:nvSpPr>
        <p:spPr>
          <a:xfrm>
            <a:off x="194770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6" name="F2_precision_recall_distributions_7430">
            <a:extLst>
              <a:ext uri="{FF2B5EF4-FFF2-40B4-BE49-F238E27FC236}">
                <a16:creationId xmlns:a16="http://schemas.microsoft.com/office/drawing/2014/main" id="{F8908F46-5688-4719-A08A-3E4E6E49E95D}"/>
              </a:ext>
            </a:extLst>
          </p:cNvPr>
          <p:cNvSpPr>
            <a:spLocks noGrp="1"/>
          </p:cNvSpPr>
          <p:nvPr/>
        </p:nvSpPr>
        <p:spPr>
          <a:xfrm>
            <a:off x="177217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7" name="F2_precision_recall_distributions_7431">
            <a:extLst>
              <a:ext uri="{FF2B5EF4-FFF2-40B4-BE49-F238E27FC236}">
                <a16:creationId xmlns:a16="http://schemas.microsoft.com/office/drawing/2014/main" id="{523DAD2E-0910-4BBD-927E-07EA0CDE5478}"/>
              </a:ext>
            </a:extLst>
          </p:cNvPr>
          <p:cNvSpPr>
            <a:spLocks noGrp="1"/>
          </p:cNvSpPr>
          <p:nvPr/>
        </p:nvSpPr>
        <p:spPr>
          <a:xfrm>
            <a:off x="168361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8" name="F2_precision_recall_distributions_7432">
            <a:extLst>
              <a:ext uri="{FF2B5EF4-FFF2-40B4-BE49-F238E27FC236}">
                <a16:creationId xmlns:a16="http://schemas.microsoft.com/office/drawing/2014/main" id="{4E415DDA-668C-4974-AE63-41A9836A2236}"/>
              </a:ext>
            </a:extLst>
          </p:cNvPr>
          <p:cNvSpPr>
            <a:spLocks noGrp="1"/>
          </p:cNvSpPr>
          <p:nvPr/>
        </p:nvSpPr>
        <p:spPr>
          <a:xfrm>
            <a:off x="1933216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19" name="F2_precision_recall_distributions_7433">
            <a:extLst>
              <a:ext uri="{FF2B5EF4-FFF2-40B4-BE49-F238E27FC236}">
                <a16:creationId xmlns:a16="http://schemas.microsoft.com/office/drawing/2014/main" id="{6A73EED2-6701-4296-BB7A-5C8A7B9AA9E8}"/>
              </a:ext>
            </a:extLst>
          </p:cNvPr>
          <p:cNvSpPr>
            <a:spLocks noGrp="1"/>
          </p:cNvSpPr>
          <p:nvPr/>
        </p:nvSpPr>
        <p:spPr>
          <a:xfrm>
            <a:off x="188387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0" name="F2_precision_recall_distributions_7434">
            <a:extLst>
              <a:ext uri="{FF2B5EF4-FFF2-40B4-BE49-F238E27FC236}">
                <a16:creationId xmlns:a16="http://schemas.microsoft.com/office/drawing/2014/main" id="{EB4EAC09-36AD-4564-BB0F-2833F1FCE810}"/>
              </a:ext>
            </a:extLst>
          </p:cNvPr>
          <p:cNvSpPr>
            <a:spLocks noGrp="1"/>
          </p:cNvSpPr>
          <p:nvPr/>
        </p:nvSpPr>
        <p:spPr>
          <a:xfrm>
            <a:off x="181064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1" name="F2_precision_recall_distributions_7435">
            <a:extLst>
              <a:ext uri="{FF2B5EF4-FFF2-40B4-BE49-F238E27FC236}">
                <a16:creationId xmlns:a16="http://schemas.microsoft.com/office/drawing/2014/main" id="{E8C6F601-CAFA-47D1-B5E4-98FAEAF37574}"/>
              </a:ext>
            </a:extLst>
          </p:cNvPr>
          <p:cNvSpPr>
            <a:spLocks noGrp="1"/>
          </p:cNvSpPr>
          <p:nvPr/>
        </p:nvSpPr>
        <p:spPr>
          <a:xfrm>
            <a:off x="1930758" y="722748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2" name="F2_precision_recall_distributions_7436">
            <a:extLst>
              <a:ext uri="{FF2B5EF4-FFF2-40B4-BE49-F238E27FC236}">
                <a16:creationId xmlns:a16="http://schemas.microsoft.com/office/drawing/2014/main" id="{6B87A0F0-DB14-4965-9F67-4B446E34745F}"/>
              </a:ext>
            </a:extLst>
          </p:cNvPr>
          <p:cNvSpPr>
            <a:spLocks noGrp="1"/>
          </p:cNvSpPr>
          <p:nvPr/>
        </p:nvSpPr>
        <p:spPr>
          <a:xfrm>
            <a:off x="2012836" y="71896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3" name="F2_precision_recall_distributions_7437">
            <a:extLst>
              <a:ext uri="{FF2B5EF4-FFF2-40B4-BE49-F238E27FC236}">
                <a16:creationId xmlns:a16="http://schemas.microsoft.com/office/drawing/2014/main" id="{B1965159-B3D4-4DDA-977B-9FB6B9B935C9}"/>
              </a:ext>
            </a:extLst>
          </p:cNvPr>
          <p:cNvSpPr>
            <a:spLocks noGrp="1"/>
          </p:cNvSpPr>
          <p:nvPr/>
        </p:nvSpPr>
        <p:spPr>
          <a:xfrm>
            <a:off x="182914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4" name="F2_precision_recall_distributions_7438">
            <a:extLst>
              <a:ext uri="{FF2B5EF4-FFF2-40B4-BE49-F238E27FC236}">
                <a16:creationId xmlns:a16="http://schemas.microsoft.com/office/drawing/2014/main" id="{54A58763-CB99-4BD0-A55F-863A93147F02}"/>
              </a:ext>
            </a:extLst>
          </p:cNvPr>
          <p:cNvSpPr>
            <a:spLocks noGrp="1"/>
          </p:cNvSpPr>
          <p:nvPr/>
        </p:nvSpPr>
        <p:spPr>
          <a:xfrm>
            <a:off x="17765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5" name="F2_precision_recall_distributions_7439">
            <a:extLst>
              <a:ext uri="{FF2B5EF4-FFF2-40B4-BE49-F238E27FC236}">
                <a16:creationId xmlns:a16="http://schemas.microsoft.com/office/drawing/2014/main" id="{339D2355-51F2-4F14-AA3B-94E33D96477E}"/>
              </a:ext>
            </a:extLst>
          </p:cNvPr>
          <p:cNvSpPr>
            <a:spLocks noGrp="1"/>
          </p:cNvSpPr>
          <p:nvPr/>
        </p:nvSpPr>
        <p:spPr>
          <a:xfrm>
            <a:off x="176909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6" name="F2_precision_recall_distributions_7440">
            <a:extLst>
              <a:ext uri="{FF2B5EF4-FFF2-40B4-BE49-F238E27FC236}">
                <a16:creationId xmlns:a16="http://schemas.microsoft.com/office/drawing/2014/main" id="{FE63D394-7E91-425B-846E-EB8E11218DD8}"/>
              </a:ext>
            </a:extLst>
          </p:cNvPr>
          <p:cNvSpPr>
            <a:spLocks noGrp="1"/>
          </p:cNvSpPr>
          <p:nvPr/>
        </p:nvSpPr>
        <p:spPr>
          <a:xfrm>
            <a:off x="1733722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7" name="F2_precision_recall_distributions_7441">
            <a:extLst>
              <a:ext uri="{FF2B5EF4-FFF2-40B4-BE49-F238E27FC236}">
                <a16:creationId xmlns:a16="http://schemas.microsoft.com/office/drawing/2014/main" id="{04BEDA92-7B5B-44F1-AA7F-4B0807E1FD0C}"/>
              </a:ext>
            </a:extLst>
          </p:cNvPr>
          <p:cNvSpPr>
            <a:spLocks noGrp="1"/>
          </p:cNvSpPr>
          <p:nvPr/>
        </p:nvSpPr>
        <p:spPr>
          <a:xfrm>
            <a:off x="190156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8" name="F2_precision_recall_distributions_7442">
            <a:extLst>
              <a:ext uri="{FF2B5EF4-FFF2-40B4-BE49-F238E27FC236}">
                <a16:creationId xmlns:a16="http://schemas.microsoft.com/office/drawing/2014/main" id="{43F9A201-B54F-4273-90C0-101B4F03C433}"/>
              </a:ext>
            </a:extLst>
          </p:cNvPr>
          <p:cNvSpPr>
            <a:spLocks noGrp="1"/>
          </p:cNvSpPr>
          <p:nvPr/>
        </p:nvSpPr>
        <p:spPr>
          <a:xfrm>
            <a:off x="1807682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29" name="F2_precision_recall_distributions_7443">
            <a:extLst>
              <a:ext uri="{FF2B5EF4-FFF2-40B4-BE49-F238E27FC236}">
                <a16:creationId xmlns:a16="http://schemas.microsoft.com/office/drawing/2014/main" id="{8028CF33-542B-46CA-9D70-107F38DFE408}"/>
              </a:ext>
            </a:extLst>
          </p:cNvPr>
          <p:cNvSpPr>
            <a:spLocks noGrp="1"/>
          </p:cNvSpPr>
          <p:nvPr/>
        </p:nvSpPr>
        <p:spPr>
          <a:xfrm>
            <a:off x="186578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0" name="F2_precision_recall_distributions_7444">
            <a:extLst>
              <a:ext uri="{FF2B5EF4-FFF2-40B4-BE49-F238E27FC236}">
                <a16:creationId xmlns:a16="http://schemas.microsoft.com/office/drawing/2014/main" id="{FF0B33B1-CA09-4FCD-ABD7-8AFFA175606F}"/>
              </a:ext>
            </a:extLst>
          </p:cNvPr>
          <p:cNvSpPr>
            <a:spLocks noGrp="1"/>
          </p:cNvSpPr>
          <p:nvPr/>
        </p:nvSpPr>
        <p:spPr>
          <a:xfrm>
            <a:off x="19864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1" name="F2_precision_recall_distributions_7445">
            <a:extLst>
              <a:ext uri="{FF2B5EF4-FFF2-40B4-BE49-F238E27FC236}">
                <a16:creationId xmlns:a16="http://schemas.microsoft.com/office/drawing/2014/main" id="{69B2AE0C-A7DA-4CC0-8697-1984D5B290ED}"/>
              </a:ext>
            </a:extLst>
          </p:cNvPr>
          <p:cNvSpPr>
            <a:spLocks noGrp="1"/>
          </p:cNvSpPr>
          <p:nvPr/>
        </p:nvSpPr>
        <p:spPr>
          <a:xfrm>
            <a:off x="1965310" y="764533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2" name="F2_precision_recall_distributions_7446">
            <a:extLst>
              <a:ext uri="{FF2B5EF4-FFF2-40B4-BE49-F238E27FC236}">
                <a16:creationId xmlns:a16="http://schemas.microsoft.com/office/drawing/2014/main" id="{5FB20C68-5421-49C8-8B38-D2925C0C383A}"/>
              </a:ext>
            </a:extLst>
          </p:cNvPr>
          <p:cNvSpPr>
            <a:spLocks noGrp="1"/>
          </p:cNvSpPr>
          <p:nvPr/>
        </p:nvSpPr>
        <p:spPr>
          <a:xfrm>
            <a:off x="1967670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3" name="F2_precision_recall_distributions_7447">
            <a:extLst>
              <a:ext uri="{FF2B5EF4-FFF2-40B4-BE49-F238E27FC236}">
                <a16:creationId xmlns:a16="http://schemas.microsoft.com/office/drawing/2014/main" id="{12DE2F02-E8E0-46D3-84E6-BA5D4424675F}"/>
              </a:ext>
            </a:extLst>
          </p:cNvPr>
          <p:cNvSpPr>
            <a:spLocks noGrp="1"/>
          </p:cNvSpPr>
          <p:nvPr/>
        </p:nvSpPr>
        <p:spPr>
          <a:xfrm>
            <a:off x="1991088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4" name="F2_precision_recall_distributions_7448">
            <a:extLst>
              <a:ext uri="{FF2B5EF4-FFF2-40B4-BE49-F238E27FC236}">
                <a16:creationId xmlns:a16="http://schemas.microsoft.com/office/drawing/2014/main" id="{4D193B92-7B9D-4E9B-9A7A-620E9E0925BE}"/>
              </a:ext>
            </a:extLst>
          </p:cNvPr>
          <p:cNvSpPr>
            <a:spLocks noGrp="1"/>
          </p:cNvSpPr>
          <p:nvPr/>
        </p:nvSpPr>
        <p:spPr>
          <a:xfrm>
            <a:off x="1790854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5" name="F2_precision_recall_distributions_7449">
            <a:extLst>
              <a:ext uri="{FF2B5EF4-FFF2-40B4-BE49-F238E27FC236}">
                <a16:creationId xmlns:a16="http://schemas.microsoft.com/office/drawing/2014/main" id="{D7891A62-BB9C-4CCA-AB59-346CE1C3459E}"/>
              </a:ext>
            </a:extLst>
          </p:cNvPr>
          <p:cNvSpPr>
            <a:spLocks noGrp="1"/>
          </p:cNvSpPr>
          <p:nvPr/>
        </p:nvSpPr>
        <p:spPr>
          <a:xfrm>
            <a:off x="190991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6" name="F2_precision_recall_distributions_7450">
            <a:extLst>
              <a:ext uri="{FF2B5EF4-FFF2-40B4-BE49-F238E27FC236}">
                <a16:creationId xmlns:a16="http://schemas.microsoft.com/office/drawing/2014/main" id="{62FF6521-86B8-4674-AB6E-B3FA9C7DDABA}"/>
              </a:ext>
            </a:extLst>
          </p:cNvPr>
          <p:cNvSpPr>
            <a:spLocks noGrp="1"/>
          </p:cNvSpPr>
          <p:nvPr/>
        </p:nvSpPr>
        <p:spPr>
          <a:xfrm>
            <a:off x="193463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7" name="F2_precision_recall_distributions_7451">
            <a:extLst>
              <a:ext uri="{FF2B5EF4-FFF2-40B4-BE49-F238E27FC236}">
                <a16:creationId xmlns:a16="http://schemas.microsoft.com/office/drawing/2014/main" id="{7FCEF6F9-FA5B-432A-936B-A3D067F093BA}"/>
              </a:ext>
            </a:extLst>
          </p:cNvPr>
          <p:cNvSpPr>
            <a:spLocks noGrp="1"/>
          </p:cNvSpPr>
          <p:nvPr/>
        </p:nvSpPr>
        <p:spPr>
          <a:xfrm>
            <a:off x="168231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8" name="F2_precision_recall_distributions_7452">
            <a:extLst>
              <a:ext uri="{FF2B5EF4-FFF2-40B4-BE49-F238E27FC236}">
                <a16:creationId xmlns:a16="http://schemas.microsoft.com/office/drawing/2014/main" id="{2803C256-7FA3-4DAC-9041-5807ECF22D67}"/>
              </a:ext>
            </a:extLst>
          </p:cNvPr>
          <p:cNvSpPr>
            <a:spLocks noGrp="1"/>
          </p:cNvSpPr>
          <p:nvPr/>
        </p:nvSpPr>
        <p:spPr>
          <a:xfrm>
            <a:off x="1799513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39" name="F2_precision_recall_distributions_7453">
            <a:extLst>
              <a:ext uri="{FF2B5EF4-FFF2-40B4-BE49-F238E27FC236}">
                <a16:creationId xmlns:a16="http://schemas.microsoft.com/office/drawing/2014/main" id="{87504989-52DD-4851-B0A2-EA3E06E955F1}"/>
              </a:ext>
            </a:extLst>
          </p:cNvPr>
          <p:cNvSpPr>
            <a:spLocks noGrp="1"/>
          </p:cNvSpPr>
          <p:nvPr/>
        </p:nvSpPr>
        <p:spPr>
          <a:xfrm>
            <a:off x="1833372" y="751802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0" name="F2_precision_recall_distributions_7454">
            <a:extLst>
              <a:ext uri="{FF2B5EF4-FFF2-40B4-BE49-F238E27FC236}">
                <a16:creationId xmlns:a16="http://schemas.microsoft.com/office/drawing/2014/main" id="{EB885525-1E82-4974-8343-D7CB6EFA2FC5}"/>
              </a:ext>
            </a:extLst>
          </p:cNvPr>
          <p:cNvSpPr>
            <a:spLocks noGrp="1"/>
          </p:cNvSpPr>
          <p:nvPr/>
        </p:nvSpPr>
        <p:spPr>
          <a:xfrm>
            <a:off x="18148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1" name="F2_precision_recall_distributions_7455">
            <a:extLst>
              <a:ext uri="{FF2B5EF4-FFF2-40B4-BE49-F238E27FC236}">
                <a16:creationId xmlns:a16="http://schemas.microsoft.com/office/drawing/2014/main" id="{49468589-F03F-4ADF-86B7-3C0E24C3C220}"/>
              </a:ext>
            </a:extLst>
          </p:cNvPr>
          <p:cNvSpPr>
            <a:spLocks noGrp="1"/>
          </p:cNvSpPr>
          <p:nvPr/>
        </p:nvSpPr>
        <p:spPr>
          <a:xfrm>
            <a:off x="1678293" y="74614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2" name="F2_precision_recall_distributions_7456">
            <a:extLst>
              <a:ext uri="{FF2B5EF4-FFF2-40B4-BE49-F238E27FC236}">
                <a16:creationId xmlns:a16="http://schemas.microsoft.com/office/drawing/2014/main" id="{CBE31CA6-5BB5-416E-A827-071DDFE46CEA}"/>
              </a:ext>
            </a:extLst>
          </p:cNvPr>
          <p:cNvSpPr>
            <a:spLocks noGrp="1"/>
          </p:cNvSpPr>
          <p:nvPr/>
        </p:nvSpPr>
        <p:spPr>
          <a:xfrm>
            <a:off x="167764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3" name="F2_precision_recall_distributions_7457">
            <a:extLst>
              <a:ext uri="{FF2B5EF4-FFF2-40B4-BE49-F238E27FC236}">
                <a16:creationId xmlns:a16="http://schemas.microsoft.com/office/drawing/2014/main" id="{538D5E28-218B-4E3F-A344-4C6B33AD00C0}"/>
              </a:ext>
            </a:extLst>
          </p:cNvPr>
          <p:cNvSpPr>
            <a:spLocks noGrp="1"/>
          </p:cNvSpPr>
          <p:nvPr/>
        </p:nvSpPr>
        <p:spPr>
          <a:xfrm>
            <a:off x="17013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4" name="F2_precision_recall_distributions_7458">
            <a:extLst>
              <a:ext uri="{FF2B5EF4-FFF2-40B4-BE49-F238E27FC236}">
                <a16:creationId xmlns:a16="http://schemas.microsoft.com/office/drawing/2014/main" id="{7534C367-0E92-456C-9DA6-ABC32B020E1F}"/>
              </a:ext>
            </a:extLst>
          </p:cNvPr>
          <p:cNvSpPr>
            <a:spLocks noGrp="1"/>
          </p:cNvSpPr>
          <p:nvPr/>
        </p:nvSpPr>
        <p:spPr>
          <a:xfrm>
            <a:off x="183694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5" name="F2_precision_recall_distributions_7459">
            <a:extLst>
              <a:ext uri="{FF2B5EF4-FFF2-40B4-BE49-F238E27FC236}">
                <a16:creationId xmlns:a16="http://schemas.microsoft.com/office/drawing/2014/main" id="{4B734174-A79D-41AB-80DC-A4D60D9B5F64}"/>
              </a:ext>
            </a:extLst>
          </p:cNvPr>
          <p:cNvSpPr>
            <a:spLocks noGrp="1"/>
          </p:cNvSpPr>
          <p:nvPr/>
        </p:nvSpPr>
        <p:spPr>
          <a:xfrm>
            <a:off x="170010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6" name="F2_precision_recall_distributions_7460">
            <a:extLst>
              <a:ext uri="{FF2B5EF4-FFF2-40B4-BE49-F238E27FC236}">
                <a16:creationId xmlns:a16="http://schemas.microsoft.com/office/drawing/2014/main" id="{B4571B89-7C20-422D-89C5-26F8046A5F93}"/>
              </a:ext>
            </a:extLst>
          </p:cNvPr>
          <p:cNvSpPr>
            <a:spLocks noGrp="1"/>
          </p:cNvSpPr>
          <p:nvPr/>
        </p:nvSpPr>
        <p:spPr>
          <a:xfrm>
            <a:off x="1951326" y="70875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7" name="F2_precision_recall_distributions_7461">
            <a:extLst>
              <a:ext uri="{FF2B5EF4-FFF2-40B4-BE49-F238E27FC236}">
                <a16:creationId xmlns:a16="http://schemas.microsoft.com/office/drawing/2014/main" id="{30998E01-436B-4F35-BDEE-DF3046EB7FF1}"/>
              </a:ext>
            </a:extLst>
          </p:cNvPr>
          <p:cNvSpPr>
            <a:spLocks noGrp="1"/>
          </p:cNvSpPr>
          <p:nvPr/>
        </p:nvSpPr>
        <p:spPr>
          <a:xfrm>
            <a:off x="168614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8" name="F2_precision_recall_distributions_7462">
            <a:extLst>
              <a:ext uri="{FF2B5EF4-FFF2-40B4-BE49-F238E27FC236}">
                <a16:creationId xmlns:a16="http://schemas.microsoft.com/office/drawing/2014/main" id="{063CC80E-53E6-46BE-A046-3BB645520DD2}"/>
              </a:ext>
            </a:extLst>
          </p:cNvPr>
          <p:cNvSpPr>
            <a:spLocks noGrp="1"/>
          </p:cNvSpPr>
          <p:nvPr/>
        </p:nvSpPr>
        <p:spPr>
          <a:xfrm>
            <a:off x="1867184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49" name="F2_precision_recall_distributions_7463">
            <a:extLst>
              <a:ext uri="{FF2B5EF4-FFF2-40B4-BE49-F238E27FC236}">
                <a16:creationId xmlns:a16="http://schemas.microsoft.com/office/drawing/2014/main" id="{D2D987A0-EEB0-468C-A4A3-23974F25D49D}"/>
              </a:ext>
            </a:extLst>
          </p:cNvPr>
          <p:cNvSpPr>
            <a:spLocks noGrp="1"/>
          </p:cNvSpPr>
          <p:nvPr/>
        </p:nvSpPr>
        <p:spPr>
          <a:xfrm>
            <a:off x="194451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0" name="F2_precision_recall_distributions_7464">
            <a:extLst>
              <a:ext uri="{FF2B5EF4-FFF2-40B4-BE49-F238E27FC236}">
                <a16:creationId xmlns:a16="http://schemas.microsoft.com/office/drawing/2014/main" id="{E26D9314-6F87-4582-A0BD-2F33B2161786}"/>
              </a:ext>
            </a:extLst>
          </p:cNvPr>
          <p:cNvSpPr>
            <a:spLocks noGrp="1"/>
          </p:cNvSpPr>
          <p:nvPr/>
        </p:nvSpPr>
        <p:spPr>
          <a:xfrm>
            <a:off x="201246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1" name="F2_precision_recall_distributions_7465">
            <a:extLst>
              <a:ext uri="{FF2B5EF4-FFF2-40B4-BE49-F238E27FC236}">
                <a16:creationId xmlns:a16="http://schemas.microsoft.com/office/drawing/2014/main" id="{8FE0114B-CF4B-43FF-924F-1ABE44B7759A}"/>
              </a:ext>
            </a:extLst>
          </p:cNvPr>
          <p:cNvSpPr>
            <a:spLocks noGrp="1"/>
          </p:cNvSpPr>
          <p:nvPr/>
        </p:nvSpPr>
        <p:spPr>
          <a:xfrm>
            <a:off x="197677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2" name="F2_precision_recall_distributions_7466">
            <a:extLst>
              <a:ext uri="{FF2B5EF4-FFF2-40B4-BE49-F238E27FC236}">
                <a16:creationId xmlns:a16="http://schemas.microsoft.com/office/drawing/2014/main" id="{315E23E1-00CA-45BA-BEA2-BBECF140F9D9}"/>
              </a:ext>
            </a:extLst>
          </p:cNvPr>
          <p:cNvSpPr>
            <a:spLocks noGrp="1"/>
          </p:cNvSpPr>
          <p:nvPr/>
        </p:nvSpPr>
        <p:spPr>
          <a:xfrm>
            <a:off x="2678914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943" y="842186"/>
                </a:lnTo>
                <a:lnTo>
                  <a:pt x="23127" y="835606"/>
                </a:lnTo>
                <a:lnTo>
                  <a:pt x="49739" y="829027"/>
                </a:lnTo>
                <a:lnTo>
                  <a:pt x="83100" y="822447"/>
                </a:lnTo>
                <a:lnTo>
                  <a:pt x="120109" y="815868"/>
                </a:lnTo>
                <a:lnTo>
                  <a:pt x="157706" y="809288"/>
                </a:lnTo>
                <a:lnTo>
                  <a:pt x="193264" y="802708"/>
                </a:lnTo>
                <a:lnTo>
                  <a:pt x="224857" y="796129"/>
                </a:lnTo>
                <a:lnTo>
                  <a:pt x="251358" y="789549"/>
                </a:lnTo>
                <a:lnTo>
                  <a:pt x="272395" y="782970"/>
                </a:lnTo>
                <a:lnTo>
                  <a:pt x="288197" y="776390"/>
                </a:lnTo>
                <a:lnTo>
                  <a:pt x="299402" y="769811"/>
                </a:lnTo>
                <a:lnTo>
                  <a:pt x="306846" y="763231"/>
                </a:lnTo>
                <a:lnTo>
                  <a:pt x="311408" y="756651"/>
                </a:lnTo>
                <a:lnTo>
                  <a:pt x="313892" y="750072"/>
                </a:lnTo>
                <a:lnTo>
                  <a:pt x="314970" y="743492"/>
                </a:lnTo>
                <a:lnTo>
                  <a:pt x="315163" y="736913"/>
                </a:lnTo>
                <a:lnTo>
                  <a:pt x="314851" y="730333"/>
                </a:lnTo>
                <a:lnTo>
                  <a:pt x="314291" y="723754"/>
                </a:lnTo>
                <a:lnTo>
                  <a:pt x="313641" y="717174"/>
                </a:lnTo>
                <a:lnTo>
                  <a:pt x="312980" y="710594"/>
                </a:lnTo>
                <a:lnTo>
                  <a:pt x="312331" y="704015"/>
                </a:lnTo>
                <a:lnTo>
                  <a:pt x="311671" y="697435"/>
                </a:lnTo>
                <a:lnTo>
                  <a:pt x="310956" y="690856"/>
                </a:lnTo>
                <a:lnTo>
                  <a:pt x="310136" y="684276"/>
                </a:lnTo>
                <a:lnTo>
                  <a:pt x="309177" y="677697"/>
                </a:lnTo>
                <a:lnTo>
                  <a:pt x="308071" y="671117"/>
                </a:lnTo>
                <a:lnTo>
                  <a:pt x="306846" y="664537"/>
                </a:lnTo>
                <a:lnTo>
                  <a:pt x="305561" y="657958"/>
                </a:lnTo>
                <a:lnTo>
                  <a:pt x="304290" y="651378"/>
                </a:lnTo>
                <a:lnTo>
                  <a:pt x="303107" y="644799"/>
                </a:lnTo>
                <a:lnTo>
                  <a:pt x="302059" y="638219"/>
                </a:lnTo>
                <a:lnTo>
                  <a:pt x="301155" y="631639"/>
                </a:lnTo>
                <a:lnTo>
                  <a:pt x="300360" y="625060"/>
                </a:lnTo>
                <a:lnTo>
                  <a:pt x="299609" y="618480"/>
                </a:lnTo>
                <a:lnTo>
                  <a:pt x="298825" y="611901"/>
                </a:lnTo>
                <a:lnTo>
                  <a:pt x="297949" y="605321"/>
                </a:lnTo>
                <a:lnTo>
                  <a:pt x="296967" y="598742"/>
                </a:lnTo>
                <a:lnTo>
                  <a:pt x="295923" y="592162"/>
                </a:lnTo>
                <a:lnTo>
                  <a:pt x="294920" y="585582"/>
                </a:lnTo>
                <a:lnTo>
                  <a:pt x="294100" y="579003"/>
                </a:lnTo>
                <a:lnTo>
                  <a:pt x="293612" y="572423"/>
                </a:lnTo>
                <a:lnTo>
                  <a:pt x="293582" y="565844"/>
                </a:lnTo>
                <a:lnTo>
                  <a:pt x="294080" y="559264"/>
                </a:lnTo>
                <a:lnTo>
                  <a:pt x="295105" y="552685"/>
                </a:lnTo>
                <a:lnTo>
                  <a:pt x="296586" y="546105"/>
                </a:lnTo>
                <a:lnTo>
                  <a:pt x="298396" y="539525"/>
                </a:lnTo>
                <a:lnTo>
                  <a:pt x="300378" y="532946"/>
                </a:lnTo>
                <a:lnTo>
                  <a:pt x="302362" y="526366"/>
                </a:lnTo>
                <a:lnTo>
                  <a:pt x="304189" y="519787"/>
                </a:lnTo>
                <a:lnTo>
                  <a:pt x="305707" y="513207"/>
                </a:lnTo>
                <a:lnTo>
                  <a:pt x="306775" y="506627"/>
                </a:lnTo>
                <a:lnTo>
                  <a:pt x="307252" y="500048"/>
                </a:lnTo>
                <a:lnTo>
                  <a:pt x="306998" y="493468"/>
                </a:lnTo>
                <a:lnTo>
                  <a:pt x="305879" y="486889"/>
                </a:lnTo>
                <a:lnTo>
                  <a:pt x="303799" y="480309"/>
                </a:lnTo>
                <a:lnTo>
                  <a:pt x="300727" y="473730"/>
                </a:lnTo>
                <a:lnTo>
                  <a:pt x="296735" y="467150"/>
                </a:lnTo>
                <a:lnTo>
                  <a:pt x="292025" y="460570"/>
                </a:lnTo>
                <a:lnTo>
                  <a:pt x="286932" y="453991"/>
                </a:lnTo>
                <a:lnTo>
                  <a:pt x="281896" y="447411"/>
                </a:lnTo>
                <a:lnTo>
                  <a:pt x="277411" y="440832"/>
                </a:lnTo>
                <a:lnTo>
                  <a:pt x="273946" y="434252"/>
                </a:lnTo>
                <a:lnTo>
                  <a:pt x="271871" y="427673"/>
                </a:lnTo>
                <a:lnTo>
                  <a:pt x="271388" y="421093"/>
                </a:lnTo>
                <a:lnTo>
                  <a:pt x="272498" y="414513"/>
                </a:lnTo>
                <a:lnTo>
                  <a:pt x="275005" y="407934"/>
                </a:lnTo>
                <a:lnTo>
                  <a:pt x="278560" y="401354"/>
                </a:lnTo>
                <a:lnTo>
                  <a:pt x="282729" y="394775"/>
                </a:lnTo>
                <a:lnTo>
                  <a:pt x="287072" y="388195"/>
                </a:lnTo>
                <a:lnTo>
                  <a:pt x="291212" y="381616"/>
                </a:lnTo>
                <a:lnTo>
                  <a:pt x="294885" y="375036"/>
                </a:lnTo>
                <a:lnTo>
                  <a:pt x="297949" y="368456"/>
                </a:lnTo>
                <a:lnTo>
                  <a:pt x="300380" y="361877"/>
                </a:lnTo>
                <a:lnTo>
                  <a:pt x="302233" y="355297"/>
                </a:lnTo>
                <a:lnTo>
                  <a:pt x="303602" y="348718"/>
                </a:lnTo>
                <a:lnTo>
                  <a:pt x="304592" y="342138"/>
                </a:lnTo>
                <a:lnTo>
                  <a:pt x="305288" y="335558"/>
                </a:lnTo>
                <a:lnTo>
                  <a:pt x="305757" y="328979"/>
                </a:lnTo>
                <a:lnTo>
                  <a:pt x="306053" y="322399"/>
                </a:lnTo>
                <a:lnTo>
                  <a:pt x="306231" y="315820"/>
                </a:lnTo>
                <a:lnTo>
                  <a:pt x="306360" y="309240"/>
                </a:lnTo>
                <a:lnTo>
                  <a:pt x="306530" y="302661"/>
                </a:lnTo>
                <a:lnTo>
                  <a:pt x="306849" y="296081"/>
                </a:lnTo>
                <a:lnTo>
                  <a:pt x="307421" y="289501"/>
                </a:lnTo>
                <a:lnTo>
                  <a:pt x="308331" y="282922"/>
                </a:lnTo>
                <a:lnTo>
                  <a:pt x="309623" y="276342"/>
                </a:lnTo>
                <a:lnTo>
                  <a:pt x="311286" y="269763"/>
                </a:lnTo>
                <a:lnTo>
                  <a:pt x="313254" y="263183"/>
                </a:lnTo>
                <a:lnTo>
                  <a:pt x="315412" y="256604"/>
                </a:lnTo>
                <a:lnTo>
                  <a:pt x="317621" y="250024"/>
                </a:lnTo>
                <a:lnTo>
                  <a:pt x="319730" y="243444"/>
                </a:lnTo>
                <a:lnTo>
                  <a:pt x="321605" y="236865"/>
                </a:lnTo>
                <a:lnTo>
                  <a:pt x="323144" y="230285"/>
                </a:lnTo>
                <a:lnTo>
                  <a:pt x="324280" y="223706"/>
                </a:lnTo>
                <a:lnTo>
                  <a:pt x="324986" y="217126"/>
                </a:lnTo>
                <a:lnTo>
                  <a:pt x="325271" y="210546"/>
                </a:lnTo>
                <a:lnTo>
                  <a:pt x="325170" y="203967"/>
                </a:lnTo>
                <a:lnTo>
                  <a:pt x="324736" y="197387"/>
                </a:lnTo>
                <a:lnTo>
                  <a:pt x="324037" y="190808"/>
                </a:lnTo>
                <a:lnTo>
                  <a:pt x="323151" y="184228"/>
                </a:lnTo>
                <a:lnTo>
                  <a:pt x="322161" y="177649"/>
                </a:lnTo>
                <a:lnTo>
                  <a:pt x="321154" y="171069"/>
                </a:lnTo>
                <a:lnTo>
                  <a:pt x="320223" y="164489"/>
                </a:lnTo>
                <a:lnTo>
                  <a:pt x="319453" y="157910"/>
                </a:lnTo>
                <a:lnTo>
                  <a:pt x="318923" y="151330"/>
                </a:lnTo>
                <a:lnTo>
                  <a:pt x="318687" y="144751"/>
                </a:lnTo>
                <a:lnTo>
                  <a:pt x="318765" y="138171"/>
                </a:lnTo>
                <a:lnTo>
                  <a:pt x="319136" y="131592"/>
                </a:lnTo>
                <a:lnTo>
                  <a:pt x="319718" y="125012"/>
                </a:lnTo>
                <a:lnTo>
                  <a:pt x="320372" y="118432"/>
                </a:lnTo>
                <a:lnTo>
                  <a:pt x="320888" y="111853"/>
                </a:lnTo>
                <a:lnTo>
                  <a:pt x="320982" y="105273"/>
                </a:lnTo>
                <a:lnTo>
                  <a:pt x="320296" y="98694"/>
                </a:lnTo>
                <a:lnTo>
                  <a:pt x="318394" y="92114"/>
                </a:lnTo>
                <a:lnTo>
                  <a:pt x="314770" y="85535"/>
                </a:lnTo>
                <a:lnTo>
                  <a:pt x="308863" y="78955"/>
                </a:lnTo>
                <a:lnTo>
                  <a:pt x="300102" y="72375"/>
                </a:lnTo>
                <a:lnTo>
                  <a:pt x="287971" y="65796"/>
                </a:lnTo>
                <a:lnTo>
                  <a:pt x="272117" y="59216"/>
                </a:lnTo>
                <a:lnTo>
                  <a:pt x="252469" y="52637"/>
                </a:lnTo>
                <a:lnTo>
                  <a:pt x="229367" y="46057"/>
                </a:lnTo>
                <a:lnTo>
                  <a:pt x="203654" y="39477"/>
                </a:lnTo>
                <a:lnTo>
                  <a:pt x="176701" y="32898"/>
                </a:lnTo>
                <a:lnTo>
                  <a:pt x="150343" y="26318"/>
                </a:lnTo>
                <a:lnTo>
                  <a:pt x="126696" y="19739"/>
                </a:lnTo>
                <a:lnTo>
                  <a:pt x="107897" y="13159"/>
                </a:lnTo>
                <a:lnTo>
                  <a:pt x="95782" y="6580"/>
                </a:lnTo>
                <a:lnTo>
                  <a:pt x="91597" y="0"/>
                </a:lnTo>
                <a:lnTo>
                  <a:pt x="583500" y="0"/>
                </a:lnTo>
                <a:lnTo>
                  <a:pt x="583500" y="0"/>
                </a:lnTo>
                <a:lnTo>
                  <a:pt x="579315" y="6580"/>
                </a:lnTo>
                <a:lnTo>
                  <a:pt x="567200" y="13159"/>
                </a:lnTo>
                <a:lnTo>
                  <a:pt x="548400" y="19739"/>
                </a:lnTo>
                <a:lnTo>
                  <a:pt x="524754" y="26318"/>
                </a:lnTo>
                <a:lnTo>
                  <a:pt x="498395" y="32898"/>
                </a:lnTo>
                <a:lnTo>
                  <a:pt x="471443" y="39477"/>
                </a:lnTo>
                <a:lnTo>
                  <a:pt x="445729" y="46057"/>
                </a:lnTo>
                <a:lnTo>
                  <a:pt x="422627" y="52637"/>
                </a:lnTo>
                <a:lnTo>
                  <a:pt x="402980" y="59216"/>
                </a:lnTo>
                <a:lnTo>
                  <a:pt x="387126" y="65796"/>
                </a:lnTo>
                <a:lnTo>
                  <a:pt x="374995" y="72375"/>
                </a:lnTo>
                <a:lnTo>
                  <a:pt x="366233" y="78955"/>
                </a:lnTo>
                <a:lnTo>
                  <a:pt x="360326" y="85535"/>
                </a:lnTo>
                <a:lnTo>
                  <a:pt x="356702" y="92114"/>
                </a:lnTo>
                <a:lnTo>
                  <a:pt x="354801" y="98694"/>
                </a:lnTo>
                <a:lnTo>
                  <a:pt x="354115" y="105273"/>
                </a:lnTo>
                <a:lnTo>
                  <a:pt x="354209" y="111853"/>
                </a:lnTo>
                <a:lnTo>
                  <a:pt x="354724" y="118432"/>
                </a:lnTo>
                <a:lnTo>
                  <a:pt x="355378" y="125012"/>
                </a:lnTo>
                <a:lnTo>
                  <a:pt x="355961" y="131592"/>
                </a:lnTo>
                <a:lnTo>
                  <a:pt x="356331" y="138171"/>
                </a:lnTo>
                <a:lnTo>
                  <a:pt x="356410" y="144751"/>
                </a:lnTo>
                <a:lnTo>
                  <a:pt x="356173" y="151330"/>
                </a:lnTo>
                <a:lnTo>
                  <a:pt x="355643" y="157910"/>
                </a:lnTo>
                <a:lnTo>
                  <a:pt x="354874" y="164489"/>
                </a:lnTo>
                <a:lnTo>
                  <a:pt x="353942" y="171069"/>
                </a:lnTo>
                <a:lnTo>
                  <a:pt x="352936" y="177649"/>
                </a:lnTo>
                <a:lnTo>
                  <a:pt x="351945" y="184228"/>
                </a:lnTo>
                <a:lnTo>
                  <a:pt x="351059" y="190808"/>
                </a:lnTo>
                <a:lnTo>
                  <a:pt x="350361" y="197387"/>
                </a:lnTo>
                <a:lnTo>
                  <a:pt x="349927" y="203967"/>
                </a:lnTo>
                <a:lnTo>
                  <a:pt x="349825" y="210546"/>
                </a:lnTo>
                <a:lnTo>
                  <a:pt x="350110" y="217126"/>
                </a:lnTo>
                <a:lnTo>
                  <a:pt x="350817" y="223706"/>
                </a:lnTo>
                <a:lnTo>
                  <a:pt x="351953" y="230285"/>
                </a:lnTo>
                <a:lnTo>
                  <a:pt x="353491" y="236865"/>
                </a:lnTo>
                <a:lnTo>
                  <a:pt x="355367" y="243444"/>
                </a:lnTo>
                <a:lnTo>
                  <a:pt x="357476" y="250024"/>
                </a:lnTo>
                <a:lnTo>
                  <a:pt x="359684" y="256604"/>
                </a:lnTo>
                <a:lnTo>
                  <a:pt x="361843" y="263183"/>
                </a:lnTo>
                <a:lnTo>
                  <a:pt x="363811" y="269763"/>
                </a:lnTo>
                <a:lnTo>
                  <a:pt x="365474" y="276342"/>
                </a:lnTo>
                <a:lnTo>
                  <a:pt x="366765" y="282922"/>
                </a:lnTo>
                <a:lnTo>
                  <a:pt x="367675" y="289501"/>
                </a:lnTo>
                <a:lnTo>
                  <a:pt x="368248" y="296081"/>
                </a:lnTo>
                <a:lnTo>
                  <a:pt x="368566" y="302661"/>
                </a:lnTo>
                <a:lnTo>
                  <a:pt x="368737" y="309240"/>
                </a:lnTo>
                <a:lnTo>
                  <a:pt x="368866" y="315820"/>
                </a:lnTo>
                <a:lnTo>
                  <a:pt x="369043" y="322399"/>
                </a:lnTo>
                <a:lnTo>
                  <a:pt x="369339" y="328979"/>
                </a:lnTo>
                <a:lnTo>
                  <a:pt x="369809" y="335558"/>
                </a:lnTo>
                <a:lnTo>
                  <a:pt x="370505" y="342138"/>
                </a:lnTo>
                <a:lnTo>
                  <a:pt x="371494" y="348718"/>
                </a:lnTo>
                <a:lnTo>
                  <a:pt x="372864" y="355297"/>
                </a:lnTo>
                <a:lnTo>
                  <a:pt x="374716" y="361877"/>
                </a:lnTo>
                <a:lnTo>
                  <a:pt x="377147" y="368456"/>
                </a:lnTo>
                <a:lnTo>
                  <a:pt x="380212" y="375036"/>
                </a:lnTo>
                <a:lnTo>
                  <a:pt x="383884" y="381616"/>
                </a:lnTo>
                <a:lnTo>
                  <a:pt x="388024" y="388195"/>
                </a:lnTo>
                <a:lnTo>
                  <a:pt x="392367" y="394775"/>
                </a:lnTo>
                <a:lnTo>
                  <a:pt x="396536" y="401354"/>
                </a:lnTo>
                <a:lnTo>
                  <a:pt x="400092" y="407934"/>
                </a:lnTo>
                <a:lnTo>
                  <a:pt x="402599" y="414513"/>
                </a:lnTo>
                <a:lnTo>
                  <a:pt x="403709" y="421093"/>
                </a:lnTo>
                <a:lnTo>
                  <a:pt x="403225" y="427673"/>
                </a:lnTo>
                <a:lnTo>
                  <a:pt x="401150" y="434252"/>
                </a:lnTo>
                <a:lnTo>
                  <a:pt x="397686" y="440832"/>
                </a:lnTo>
                <a:lnTo>
                  <a:pt x="393200" y="447411"/>
                </a:lnTo>
                <a:lnTo>
                  <a:pt x="388164" y="453991"/>
                </a:lnTo>
                <a:lnTo>
                  <a:pt x="383071" y="460570"/>
                </a:lnTo>
                <a:lnTo>
                  <a:pt x="378361" y="467150"/>
                </a:lnTo>
                <a:lnTo>
                  <a:pt x="374369" y="473730"/>
                </a:lnTo>
                <a:lnTo>
                  <a:pt x="371297" y="480309"/>
                </a:lnTo>
                <a:lnTo>
                  <a:pt x="369217" y="486889"/>
                </a:lnTo>
                <a:lnTo>
                  <a:pt x="368099" y="493468"/>
                </a:lnTo>
                <a:lnTo>
                  <a:pt x="367844" y="500048"/>
                </a:lnTo>
                <a:lnTo>
                  <a:pt x="368321" y="506627"/>
                </a:lnTo>
                <a:lnTo>
                  <a:pt x="369390" y="513207"/>
                </a:lnTo>
                <a:lnTo>
                  <a:pt x="370908" y="519787"/>
                </a:lnTo>
                <a:lnTo>
                  <a:pt x="372734" y="526366"/>
                </a:lnTo>
                <a:lnTo>
                  <a:pt x="374719" y="532946"/>
                </a:lnTo>
                <a:lnTo>
                  <a:pt x="376700" y="539525"/>
                </a:lnTo>
                <a:lnTo>
                  <a:pt x="378511" y="546105"/>
                </a:lnTo>
                <a:lnTo>
                  <a:pt x="379991" y="552685"/>
                </a:lnTo>
                <a:lnTo>
                  <a:pt x="381016" y="559264"/>
                </a:lnTo>
                <a:lnTo>
                  <a:pt x="381514" y="565844"/>
                </a:lnTo>
                <a:lnTo>
                  <a:pt x="381484" y="572423"/>
                </a:lnTo>
                <a:lnTo>
                  <a:pt x="380997" y="579003"/>
                </a:lnTo>
                <a:lnTo>
                  <a:pt x="380176" y="585582"/>
                </a:lnTo>
                <a:lnTo>
                  <a:pt x="379173" y="592162"/>
                </a:lnTo>
                <a:lnTo>
                  <a:pt x="378130" y="598742"/>
                </a:lnTo>
                <a:lnTo>
                  <a:pt x="377148" y="605321"/>
                </a:lnTo>
                <a:lnTo>
                  <a:pt x="376272" y="611901"/>
                </a:lnTo>
                <a:lnTo>
                  <a:pt x="375487" y="618480"/>
                </a:lnTo>
                <a:lnTo>
                  <a:pt x="374736" y="625060"/>
                </a:lnTo>
                <a:lnTo>
                  <a:pt x="373942" y="631639"/>
                </a:lnTo>
                <a:lnTo>
                  <a:pt x="373037" y="638219"/>
                </a:lnTo>
                <a:lnTo>
                  <a:pt x="371989" y="644799"/>
                </a:lnTo>
                <a:lnTo>
                  <a:pt x="370806" y="651378"/>
                </a:lnTo>
                <a:lnTo>
                  <a:pt x="369536" y="657958"/>
                </a:lnTo>
                <a:lnTo>
                  <a:pt x="368250" y="664537"/>
                </a:lnTo>
                <a:lnTo>
                  <a:pt x="367025" y="671117"/>
                </a:lnTo>
                <a:lnTo>
                  <a:pt x="365919" y="677697"/>
                </a:lnTo>
                <a:lnTo>
                  <a:pt x="364960" y="684276"/>
                </a:lnTo>
                <a:lnTo>
                  <a:pt x="364141" y="690856"/>
                </a:lnTo>
                <a:lnTo>
                  <a:pt x="363426" y="697435"/>
                </a:lnTo>
                <a:lnTo>
                  <a:pt x="362766" y="704015"/>
                </a:lnTo>
                <a:lnTo>
                  <a:pt x="362116" y="710594"/>
                </a:lnTo>
                <a:lnTo>
                  <a:pt x="361456" y="717174"/>
                </a:lnTo>
                <a:lnTo>
                  <a:pt x="360805" y="723754"/>
                </a:lnTo>
                <a:lnTo>
                  <a:pt x="360245" y="730333"/>
                </a:lnTo>
                <a:lnTo>
                  <a:pt x="359933" y="736913"/>
                </a:lnTo>
                <a:lnTo>
                  <a:pt x="360127" y="743492"/>
                </a:lnTo>
                <a:lnTo>
                  <a:pt x="361205" y="750072"/>
                </a:lnTo>
                <a:lnTo>
                  <a:pt x="363689" y="756651"/>
                </a:lnTo>
                <a:lnTo>
                  <a:pt x="368251" y="763231"/>
                </a:lnTo>
                <a:lnTo>
                  <a:pt x="375695" y="769811"/>
                </a:lnTo>
                <a:lnTo>
                  <a:pt x="386899" y="776390"/>
                </a:lnTo>
                <a:lnTo>
                  <a:pt x="402702" y="782970"/>
                </a:lnTo>
                <a:lnTo>
                  <a:pt x="423738" y="789549"/>
                </a:lnTo>
                <a:lnTo>
                  <a:pt x="450239" y="796129"/>
                </a:lnTo>
                <a:lnTo>
                  <a:pt x="481833" y="802708"/>
                </a:lnTo>
                <a:lnTo>
                  <a:pt x="517391" y="809288"/>
                </a:lnTo>
                <a:lnTo>
                  <a:pt x="554987" y="815868"/>
                </a:lnTo>
                <a:lnTo>
                  <a:pt x="591997" y="822447"/>
                </a:lnTo>
                <a:lnTo>
                  <a:pt x="625358" y="829027"/>
                </a:lnTo>
                <a:lnTo>
                  <a:pt x="651969" y="835606"/>
                </a:lnTo>
                <a:lnTo>
                  <a:pt x="669154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4653" name="F2_precision_recall_distributions_7467">
            <a:extLst>
              <a:ext uri="{FF2B5EF4-FFF2-40B4-BE49-F238E27FC236}">
                <a16:creationId xmlns:a16="http://schemas.microsoft.com/office/drawing/2014/main" id="{87E0A149-198E-4841-B638-B3AEFCFA7D6E}"/>
              </a:ext>
            </a:extLst>
          </p:cNvPr>
          <p:cNvSpPr>
            <a:spLocks noGrp="1"/>
          </p:cNvSpPr>
          <p:nvPr/>
        </p:nvSpPr>
        <p:spPr>
          <a:xfrm>
            <a:off x="317057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4" name="F2_precision_recall_distributions_7468">
            <a:extLst>
              <a:ext uri="{FF2B5EF4-FFF2-40B4-BE49-F238E27FC236}">
                <a16:creationId xmlns:a16="http://schemas.microsoft.com/office/drawing/2014/main" id="{36954F12-4AAE-43C9-9624-1DE1ECEE069B}"/>
              </a:ext>
            </a:extLst>
          </p:cNvPr>
          <p:cNvSpPr>
            <a:spLocks noGrp="1"/>
          </p:cNvSpPr>
          <p:nvPr/>
        </p:nvSpPr>
        <p:spPr>
          <a:xfrm>
            <a:off x="2884111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5" name="F2_precision_recall_distributions_7469">
            <a:extLst>
              <a:ext uri="{FF2B5EF4-FFF2-40B4-BE49-F238E27FC236}">
                <a16:creationId xmlns:a16="http://schemas.microsoft.com/office/drawing/2014/main" id="{BEBBA096-7733-45DF-923B-7B4C0F29A431}"/>
              </a:ext>
            </a:extLst>
          </p:cNvPr>
          <p:cNvSpPr>
            <a:spLocks noGrp="1"/>
          </p:cNvSpPr>
          <p:nvPr/>
        </p:nvSpPr>
        <p:spPr>
          <a:xfrm>
            <a:off x="29331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6" name="F2_precision_recall_distributions_7470">
            <a:extLst>
              <a:ext uri="{FF2B5EF4-FFF2-40B4-BE49-F238E27FC236}">
                <a16:creationId xmlns:a16="http://schemas.microsoft.com/office/drawing/2014/main" id="{51CBEB99-951F-4DB6-97C3-69C3B7F19CA5}"/>
              </a:ext>
            </a:extLst>
          </p:cNvPr>
          <p:cNvSpPr>
            <a:spLocks noGrp="1"/>
          </p:cNvSpPr>
          <p:nvPr/>
        </p:nvSpPr>
        <p:spPr>
          <a:xfrm>
            <a:off x="3029033" y="773021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7" name="F2_precision_recall_distributions_7471">
            <a:extLst>
              <a:ext uri="{FF2B5EF4-FFF2-40B4-BE49-F238E27FC236}">
                <a16:creationId xmlns:a16="http://schemas.microsoft.com/office/drawing/2014/main" id="{CC49A83C-41BB-43FF-8C03-2EB235967050}"/>
              </a:ext>
            </a:extLst>
          </p:cNvPr>
          <p:cNvSpPr>
            <a:spLocks noGrp="1"/>
          </p:cNvSpPr>
          <p:nvPr/>
        </p:nvSpPr>
        <p:spPr>
          <a:xfrm>
            <a:off x="2920776" y="71482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8" name="F2_precision_recall_distributions_7472">
            <a:extLst>
              <a:ext uri="{FF2B5EF4-FFF2-40B4-BE49-F238E27FC236}">
                <a16:creationId xmlns:a16="http://schemas.microsoft.com/office/drawing/2014/main" id="{6F871DB7-2AC2-4A67-A745-3B16180DB2F6}"/>
              </a:ext>
            </a:extLst>
          </p:cNvPr>
          <p:cNvSpPr>
            <a:spLocks noGrp="1"/>
          </p:cNvSpPr>
          <p:nvPr/>
        </p:nvSpPr>
        <p:spPr>
          <a:xfrm>
            <a:off x="299154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59" name="F2_precision_recall_distributions_7473">
            <a:extLst>
              <a:ext uri="{FF2B5EF4-FFF2-40B4-BE49-F238E27FC236}">
                <a16:creationId xmlns:a16="http://schemas.microsoft.com/office/drawing/2014/main" id="{09214E97-712C-46F9-A0E8-AA171DD88F79}"/>
              </a:ext>
            </a:extLst>
          </p:cNvPr>
          <p:cNvSpPr>
            <a:spLocks noGrp="1"/>
          </p:cNvSpPr>
          <p:nvPr/>
        </p:nvSpPr>
        <p:spPr>
          <a:xfrm>
            <a:off x="301388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0" name="F2_precision_recall_distributions_7474">
            <a:extLst>
              <a:ext uri="{FF2B5EF4-FFF2-40B4-BE49-F238E27FC236}">
                <a16:creationId xmlns:a16="http://schemas.microsoft.com/office/drawing/2014/main" id="{78223ACA-C8E7-420D-A051-AE6009222F62}"/>
              </a:ext>
            </a:extLst>
          </p:cNvPr>
          <p:cNvSpPr>
            <a:spLocks noGrp="1"/>
          </p:cNvSpPr>
          <p:nvPr/>
        </p:nvSpPr>
        <p:spPr>
          <a:xfrm>
            <a:off x="30167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1" name="F2_precision_recall_distributions_7475">
            <a:extLst>
              <a:ext uri="{FF2B5EF4-FFF2-40B4-BE49-F238E27FC236}">
                <a16:creationId xmlns:a16="http://schemas.microsoft.com/office/drawing/2014/main" id="{FF6351D2-B8AC-465A-B82F-FD39B491AD60}"/>
              </a:ext>
            </a:extLst>
          </p:cNvPr>
          <p:cNvSpPr>
            <a:spLocks noGrp="1"/>
          </p:cNvSpPr>
          <p:nvPr/>
        </p:nvSpPr>
        <p:spPr>
          <a:xfrm>
            <a:off x="3011308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2" name="F2_precision_recall_distributions_7476">
            <a:extLst>
              <a:ext uri="{FF2B5EF4-FFF2-40B4-BE49-F238E27FC236}">
                <a16:creationId xmlns:a16="http://schemas.microsoft.com/office/drawing/2014/main" id="{AF3FC539-B3CC-4FD4-9609-1BF00DAA98B1}"/>
              </a:ext>
            </a:extLst>
          </p:cNvPr>
          <p:cNvSpPr>
            <a:spLocks noGrp="1"/>
          </p:cNvSpPr>
          <p:nvPr/>
        </p:nvSpPr>
        <p:spPr>
          <a:xfrm>
            <a:off x="310468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3" name="F2_precision_recall_distributions_7477">
            <a:extLst>
              <a:ext uri="{FF2B5EF4-FFF2-40B4-BE49-F238E27FC236}">
                <a16:creationId xmlns:a16="http://schemas.microsoft.com/office/drawing/2014/main" id="{D046558C-303D-43F5-A1BD-958B36E99D54}"/>
              </a:ext>
            </a:extLst>
          </p:cNvPr>
          <p:cNvSpPr>
            <a:spLocks noGrp="1"/>
          </p:cNvSpPr>
          <p:nvPr/>
        </p:nvSpPr>
        <p:spPr>
          <a:xfrm>
            <a:off x="2894144" y="732305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4" name="F2_precision_recall_distributions_7478">
            <a:extLst>
              <a:ext uri="{FF2B5EF4-FFF2-40B4-BE49-F238E27FC236}">
                <a16:creationId xmlns:a16="http://schemas.microsoft.com/office/drawing/2014/main" id="{F5A041F7-F34F-467C-B1CA-F55B5CDF9C8D}"/>
              </a:ext>
            </a:extLst>
          </p:cNvPr>
          <p:cNvSpPr>
            <a:spLocks noGrp="1"/>
          </p:cNvSpPr>
          <p:nvPr/>
        </p:nvSpPr>
        <p:spPr>
          <a:xfrm>
            <a:off x="287608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5" name="F2_precision_recall_distributions_7479">
            <a:extLst>
              <a:ext uri="{FF2B5EF4-FFF2-40B4-BE49-F238E27FC236}">
                <a16:creationId xmlns:a16="http://schemas.microsoft.com/office/drawing/2014/main" id="{9D342B65-F120-46CE-B02C-1ABC71261B9E}"/>
              </a:ext>
            </a:extLst>
          </p:cNvPr>
          <p:cNvSpPr>
            <a:spLocks noGrp="1"/>
          </p:cNvSpPr>
          <p:nvPr/>
        </p:nvSpPr>
        <p:spPr>
          <a:xfrm>
            <a:off x="3114420" y="746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6" name="F2_precision_recall_distributions_7480">
            <a:extLst>
              <a:ext uri="{FF2B5EF4-FFF2-40B4-BE49-F238E27FC236}">
                <a16:creationId xmlns:a16="http://schemas.microsoft.com/office/drawing/2014/main" id="{1AE2FE72-2E37-41E7-9A59-18F61F983863}"/>
              </a:ext>
            </a:extLst>
          </p:cNvPr>
          <p:cNvSpPr>
            <a:spLocks noGrp="1"/>
          </p:cNvSpPr>
          <p:nvPr/>
        </p:nvSpPr>
        <p:spPr>
          <a:xfrm>
            <a:off x="305408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7" name="F2_precision_recall_distributions_7481">
            <a:extLst>
              <a:ext uri="{FF2B5EF4-FFF2-40B4-BE49-F238E27FC236}">
                <a16:creationId xmlns:a16="http://schemas.microsoft.com/office/drawing/2014/main" id="{0E30A669-DB76-4959-A6B5-4AACC397773D}"/>
              </a:ext>
            </a:extLst>
          </p:cNvPr>
          <p:cNvSpPr>
            <a:spLocks noGrp="1"/>
          </p:cNvSpPr>
          <p:nvPr/>
        </p:nvSpPr>
        <p:spPr>
          <a:xfrm>
            <a:off x="303500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8" name="F2_precision_recall_distributions_7482">
            <a:extLst>
              <a:ext uri="{FF2B5EF4-FFF2-40B4-BE49-F238E27FC236}">
                <a16:creationId xmlns:a16="http://schemas.microsoft.com/office/drawing/2014/main" id="{B57512C2-02F5-4416-B7ED-19DD9CCF9D52}"/>
              </a:ext>
            </a:extLst>
          </p:cNvPr>
          <p:cNvSpPr>
            <a:spLocks noGrp="1"/>
          </p:cNvSpPr>
          <p:nvPr/>
        </p:nvSpPr>
        <p:spPr>
          <a:xfrm>
            <a:off x="311213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69" name="F2_precision_recall_distributions_7483">
            <a:extLst>
              <a:ext uri="{FF2B5EF4-FFF2-40B4-BE49-F238E27FC236}">
                <a16:creationId xmlns:a16="http://schemas.microsoft.com/office/drawing/2014/main" id="{48E50CAA-4FBA-4CAD-A482-5F75F9F32480}"/>
              </a:ext>
            </a:extLst>
          </p:cNvPr>
          <p:cNvSpPr>
            <a:spLocks noGrp="1"/>
          </p:cNvSpPr>
          <p:nvPr/>
        </p:nvSpPr>
        <p:spPr>
          <a:xfrm>
            <a:off x="304447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0" name="F2_precision_recall_distributions_7484">
            <a:extLst>
              <a:ext uri="{FF2B5EF4-FFF2-40B4-BE49-F238E27FC236}">
                <a16:creationId xmlns:a16="http://schemas.microsoft.com/office/drawing/2014/main" id="{C9E7009C-B74F-4561-BD2B-D8E89EF816F9}"/>
              </a:ext>
            </a:extLst>
          </p:cNvPr>
          <p:cNvSpPr>
            <a:spLocks noGrp="1"/>
          </p:cNvSpPr>
          <p:nvPr/>
        </p:nvSpPr>
        <p:spPr>
          <a:xfrm>
            <a:off x="288104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1" name="F2_precision_recall_distributions_7485">
            <a:extLst>
              <a:ext uri="{FF2B5EF4-FFF2-40B4-BE49-F238E27FC236}">
                <a16:creationId xmlns:a16="http://schemas.microsoft.com/office/drawing/2014/main" id="{D48BF274-6AFD-4ABD-9701-E2B35ABBDBFD}"/>
              </a:ext>
            </a:extLst>
          </p:cNvPr>
          <p:cNvSpPr>
            <a:spLocks noGrp="1"/>
          </p:cNvSpPr>
          <p:nvPr/>
        </p:nvSpPr>
        <p:spPr>
          <a:xfrm>
            <a:off x="297976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2" name="F2_precision_recall_distributions_7486">
            <a:extLst>
              <a:ext uri="{FF2B5EF4-FFF2-40B4-BE49-F238E27FC236}">
                <a16:creationId xmlns:a16="http://schemas.microsoft.com/office/drawing/2014/main" id="{45A33045-8790-438D-9CF1-B348A876070C}"/>
              </a:ext>
            </a:extLst>
          </p:cNvPr>
          <p:cNvSpPr>
            <a:spLocks noGrp="1"/>
          </p:cNvSpPr>
          <p:nvPr/>
        </p:nvSpPr>
        <p:spPr>
          <a:xfrm>
            <a:off x="313006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3" name="F2_precision_recall_distributions_7487">
            <a:extLst>
              <a:ext uri="{FF2B5EF4-FFF2-40B4-BE49-F238E27FC236}">
                <a16:creationId xmlns:a16="http://schemas.microsoft.com/office/drawing/2014/main" id="{2281811A-F396-4D98-BEBF-2FC28518B06C}"/>
              </a:ext>
            </a:extLst>
          </p:cNvPr>
          <p:cNvSpPr>
            <a:spLocks noGrp="1"/>
          </p:cNvSpPr>
          <p:nvPr/>
        </p:nvSpPr>
        <p:spPr>
          <a:xfrm>
            <a:off x="3173311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4" name="F2_precision_recall_distributions_7488">
            <a:extLst>
              <a:ext uri="{FF2B5EF4-FFF2-40B4-BE49-F238E27FC236}">
                <a16:creationId xmlns:a16="http://schemas.microsoft.com/office/drawing/2014/main" id="{AD787CC7-5413-4600-8FE4-D57D00898BD5}"/>
              </a:ext>
            </a:extLst>
          </p:cNvPr>
          <p:cNvSpPr>
            <a:spLocks noGrp="1"/>
          </p:cNvSpPr>
          <p:nvPr/>
        </p:nvSpPr>
        <p:spPr>
          <a:xfrm>
            <a:off x="304331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5" name="F2_precision_recall_distributions_7489">
            <a:extLst>
              <a:ext uri="{FF2B5EF4-FFF2-40B4-BE49-F238E27FC236}">
                <a16:creationId xmlns:a16="http://schemas.microsoft.com/office/drawing/2014/main" id="{1AFEF4FE-5697-4A03-A8A1-5823AD9404C4}"/>
              </a:ext>
            </a:extLst>
          </p:cNvPr>
          <p:cNvSpPr>
            <a:spLocks noGrp="1"/>
          </p:cNvSpPr>
          <p:nvPr/>
        </p:nvSpPr>
        <p:spPr>
          <a:xfrm>
            <a:off x="3012522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6" name="F2_precision_recall_distributions_7490">
            <a:extLst>
              <a:ext uri="{FF2B5EF4-FFF2-40B4-BE49-F238E27FC236}">
                <a16:creationId xmlns:a16="http://schemas.microsoft.com/office/drawing/2014/main" id="{37947834-BDED-491A-AEF7-56F2778BB4CC}"/>
              </a:ext>
            </a:extLst>
          </p:cNvPr>
          <p:cNvSpPr>
            <a:spLocks noGrp="1"/>
          </p:cNvSpPr>
          <p:nvPr/>
        </p:nvSpPr>
        <p:spPr>
          <a:xfrm>
            <a:off x="290523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7" name="F2_precision_recall_distributions_7491">
            <a:extLst>
              <a:ext uri="{FF2B5EF4-FFF2-40B4-BE49-F238E27FC236}">
                <a16:creationId xmlns:a16="http://schemas.microsoft.com/office/drawing/2014/main" id="{8050EFAD-421A-4AF2-866A-A74398D408BB}"/>
              </a:ext>
            </a:extLst>
          </p:cNvPr>
          <p:cNvSpPr>
            <a:spLocks noGrp="1"/>
          </p:cNvSpPr>
          <p:nvPr/>
        </p:nvSpPr>
        <p:spPr>
          <a:xfrm>
            <a:off x="283478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8" name="F2_precision_recall_distributions_7492">
            <a:extLst>
              <a:ext uri="{FF2B5EF4-FFF2-40B4-BE49-F238E27FC236}">
                <a16:creationId xmlns:a16="http://schemas.microsoft.com/office/drawing/2014/main" id="{02E6F2EB-75B5-4954-9D53-9FC8BC41BE87}"/>
              </a:ext>
            </a:extLst>
          </p:cNvPr>
          <p:cNvSpPr>
            <a:spLocks noGrp="1"/>
          </p:cNvSpPr>
          <p:nvPr/>
        </p:nvSpPr>
        <p:spPr>
          <a:xfrm>
            <a:off x="30167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79" name="F2_precision_recall_distributions_7493">
            <a:extLst>
              <a:ext uri="{FF2B5EF4-FFF2-40B4-BE49-F238E27FC236}">
                <a16:creationId xmlns:a16="http://schemas.microsoft.com/office/drawing/2014/main" id="{9D00BBE2-92FD-4641-A892-F73A4E2624D5}"/>
              </a:ext>
            </a:extLst>
          </p:cNvPr>
          <p:cNvSpPr>
            <a:spLocks noGrp="1"/>
          </p:cNvSpPr>
          <p:nvPr/>
        </p:nvSpPr>
        <p:spPr>
          <a:xfrm>
            <a:off x="30873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0" name="F2_precision_recall_distributions_7494">
            <a:extLst>
              <a:ext uri="{FF2B5EF4-FFF2-40B4-BE49-F238E27FC236}">
                <a16:creationId xmlns:a16="http://schemas.microsoft.com/office/drawing/2014/main" id="{EA08F052-0540-4F30-867D-6673E625502F}"/>
              </a:ext>
            </a:extLst>
          </p:cNvPr>
          <p:cNvSpPr>
            <a:spLocks noGrp="1"/>
          </p:cNvSpPr>
          <p:nvPr/>
        </p:nvSpPr>
        <p:spPr>
          <a:xfrm>
            <a:off x="2917296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1" name="F2_precision_recall_distributions_7495">
            <a:extLst>
              <a:ext uri="{FF2B5EF4-FFF2-40B4-BE49-F238E27FC236}">
                <a16:creationId xmlns:a16="http://schemas.microsoft.com/office/drawing/2014/main" id="{DA88476C-0C6C-450D-9AE1-B8B142D81083}"/>
              </a:ext>
            </a:extLst>
          </p:cNvPr>
          <p:cNvSpPr>
            <a:spLocks noGrp="1"/>
          </p:cNvSpPr>
          <p:nvPr/>
        </p:nvSpPr>
        <p:spPr>
          <a:xfrm>
            <a:off x="289697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2" name="F2_precision_recall_distributions_7496">
            <a:extLst>
              <a:ext uri="{FF2B5EF4-FFF2-40B4-BE49-F238E27FC236}">
                <a16:creationId xmlns:a16="http://schemas.microsoft.com/office/drawing/2014/main" id="{63397F90-6AB0-4645-9526-4747FF4F2575}"/>
              </a:ext>
            </a:extLst>
          </p:cNvPr>
          <p:cNvSpPr>
            <a:spLocks noGrp="1"/>
          </p:cNvSpPr>
          <p:nvPr/>
        </p:nvSpPr>
        <p:spPr>
          <a:xfrm>
            <a:off x="310444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3" name="F2_precision_recall_distributions_7497">
            <a:extLst>
              <a:ext uri="{FF2B5EF4-FFF2-40B4-BE49-F238E27FC236}">
                <a16:creationId xmlns:a16="http://schemas.microsoft.com/office/drawing/2014/main" id="{48495666-D08D-4E46-A8C0-C55F529F63EA}"/>
              </a:ext>
            </a:extLst>
          </p:cNvPr>
          <p:cNvSpPr>
            <a:spLocks noGrp="1"/>
          </p:cNvSpPr>
          <p:nvPr/>
        </p:nvSpPr>
        <p:spPr>
          <a:xfrm>
            <a:off x="304142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4" name="F2_precision_recall_distributions_7498">
            <a:extLst>
              <a:ext uri="{FF2B5EF4-FFF2-40B4-BE49-F238E27FC236}">
                <a16:creationId xmlns:a16="http://schemas.microsoft.com/office/drawing/2014/main" id="{04477774-CB1E-45FB-952C-2CD24D57DF5E}"/>
              </a:ext>
            </a:extLst>
          </p:cNvPr>
          <p:cNvSpPr>
            <a:spLocks noGrp="1"/>
          </p:cNvSpPr>
          <p:nvPr/>
        </p:nvSpPr>
        <p:spPr>
          <a:xfrm>
            <a:off x="3088028" y="76938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5" name="F2_precision_recall_distributions_7499">
            <a:extLst>
              <a:ext uri="{FF2B5EF4-FFF2-40B4-BE49-F238E27FC236}">
                <a16:creationId xmlns:a16="http://schemas.microsoft.com/office/drawing/2014/main" id="{C9A24C3C-C78A-4C58-966C-D0A70FC4FDF7}"/>
              </a:ext>
            </a:extLst>
          </p:cNvPr>
          <p:cNvSpPr>
            <a:spLocks noGrp="1"/>
          </p:cNvSpPr>
          <p:nvPr/>
        </p:nvSpPr>
        <p:spPr>
          <a:xfrm>
            <a:off x="308728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6" name="F2_precision_recall_distributions_7500">
            <a:extLst>
              <a:ext uri="{FF2B5EF4-FFF2-40B4-BE49-F238E27FC236}">
                <a16:creationId xmlns:a16="http://schemas.microsoft.com/office/drawing/2014/main" id="{879DEBC7-0D87-4506-9BC3-E91F1F3BA652}"/>
              </a:ext>
            </a:extLst>
          </p:cNvPr>
          <p:cNvSpPr>
            <a:spLocks noGrp="1"/>
          </p:cNvSpPr>
          <p:nvPr/>
        </p:nvSpPr>
        <p:spPr>
          <a:xfrm>
            <a:off x="2943546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7" name="F2_precision_recall_distributions_7501">
            <a:extLst>
              <a:ext uri="{FF2B5EF4-FFF2-40B4-BE49-F238E27FC236}">
                <a16:creationId xmlns:a16="http://schemas.microsoft.com/office/drawing/2014/main" id="{32AECD1B-BCFB-49DA-AFBF-E873AED4F8C7}"/>
              </a:ext>
            </a:extLst>
          </p:cNvPr>
          <p:cNvSpPr>
            <a:spLocks noGrp="1"/>
          </p:cNvSpPr>
          <p:nvPr/>
        </p:nvSpPr>
        <p:spPr>
          <a:xfrm>
            <a:off x="302256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8" name="F2_precision_recall_distributions_7502">
            <a:extLst>
              <a:ext uri="{FF2B5EF4-FFF2-40B4-BE49-F238E27FC236}">
                <a16:creationId xmlns:a16="http://schemas.microsoft.com/office/drawing/2014/main" id="{E7EFA3E1-BCFC-4EEA-8E72-EF3A5E4F200D}"/>
              </a:ext>
            </a:extLst>
          </p:cNvPr>
          <p:cNvSpPr>
            <a:spLocks noGrp="1"/>
          </p:cNvSpPr>
          <p:nvPr/>
        </p:nvSpPr>
        <p:spPr>
          <a:xfrm>
            <a:off x="306272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89" name="F2_precision_recall_distributions_7503">
            <a:extLst>
              <a:ext uri="{FF2B5EF4-FFF2-40B4-BE49-F238E27FC236}">
                <a16:creationId xmlns:a16="http://schemas.microsoft.com/office/drawing/2014/main" id="{91ADC11C-F8EF-44BC-B341-11EFB5DAA367}"/>
              </a:ext>
            </a:extLst>
          </p:cNvPr>
          <p:cNvSpPr>
            <a:spLocks noGrp="1"/>
          </p:cNvSpPr>
          <p:nvPr/>
        </p:nvSpPr>
        <p:spPr>
          <a:xfrm>
            <a:off x="308126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0" name="F2_precision_recall_distributions_7504">
            <a:extLst>
              <a:ext uri="{FF2B5EF4-FFF2-40B4-BE49-F238E27FC236}">
                <a16:creationId xmlns:a16="http://schemas.microsoft.com/office/drawing/2014/main" id="{0A3188E8-87FE-406C-9CBE-82B499BD6B9C}"/>
              </a:ext>
            </a:extLst>
          </p:cNvPr>
          <p:cNvSpPr>
            <a:spLocks noGrp="1"/>
          </p:cNvSpPr>
          <p:nvPr/>
        </p:nvSpPr>
        <p:spPr>
          <a:xfrm>
            <a:off x="283169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1" name="F2_precision_recall_distributions_7505">
            <a:extLst>
              <a:ext uri="{FF2B5EF4-FFF2-40B4-BE49-F238E27FC236}">
                <a16:creationId xmlns:a16="http://schemas.microsoft.com/office/drawing/2014/main" id="{8FFA542A-51DE-44F9-BAA0-7CFC37A3F0F0}"/>
              </a:ext>
            </a:extLst>
          </p:cNvPr>
          <p:cNvSpPr>
            <a:spLocks noGrp="1"/>
          </p:cNvSpPr>
          <p:nvPr/>
        </p:nvSpPr>
        <p:spPr>
          <a:xfrm>
            <a:off x="284638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2" name="F2_precision_recall_distributions_7506">
            <a:extLst>
              <a:ext uri="{FF2B5EF4-FFF2-40B4-BE49-F238E27FC236}">
                <a16:creationId xmlns:a16="http://schemas.microsoft.com/office/drawing/2014/main" id="{8B75DFD9-32D9-4BE3-B7EB-209CC191D6F5}"/>
              </a:ext>
            </a:extLst>
          </p:cNvPr>
          <p:cNvSpPr>
            <a:spLocks noGrp="1"/>
          </p:cNvSpPr>
          <p:nvPr/>
        </p:nvSpPr>
        <p:spPr>
          <a:xfrm>
            <a:off x="3095787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3" name="F2_precision_recall_distributions_7507">
            <a:extLst>
              <a:ext uri="{FF2B5EF4-FFF2-40B4-BE49-F238E27FC236}">
                <a16:creationId xmlns:a16="http://schemas.microsoft.com/office/drawing/2014/main" id="{76CB73F6-DA30-4845-B97E-80641CB8EF5A}"/>
              </a:ext>
            </a:extLst>
          </p:cNvPr>
          <p:cNvSpPr>
            <a:spLocks noGrp="1"/>
          </p:cNvSpPr>
          <p:nvPr/>
        </p:nvSpPr>
        <p:spPr>
          <a:xfrm>
            <a:off x="31012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4" name="F2_precision_recall_distributions_7508">
            <a:extLst>
              <a:ext uri="{FF2B5EF4-FFF2-40B4-BE49-F238E27FC236}">
                <a16:creationId xmlns:a16="http://schemas.microsoft.com/office/drawing/2014/main" id="{C002E8DB-D7C9-4F54-A6D4-4B7D7360F4BE}"/>
              </a:ext>
            </a:extLst>
          </p:cNvPr>
          <p:cNvSpPr>
            <a:spLocks noGrp="1"/>
          </p:cNvSpPr>
          <p:nvPr/>
        </p:nvSpPr>
        <p:spPr>
          <a:xfrm>
            <a:off x="301203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5" name="F2_precision_recall_distributions_7509">
            <a:extLst>
              <a:ext uri="{FF2B5EF4-FFF2-40B4-BE49-F238E27FC236}">
                <a16:creationId xmlns:a16="http://schemas.microsoft.com/office/drawing/2014/main" id="{CE14B3B6-AD65-4518-8871-14846CE22FA8}"/>
              </a:ext>
            </a:extLst>
          </p:cNvPr>
          <p:cNvSpPr>
            <a:spLocks noGrp="1"/>
          </p:cNvSpPr>
          <p:nvPr/>
        </p:nvSpPr>
        <p:spPr>
          <a:xfrm>
            <a:off x="317057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6" name="F2_precision_recall_distributions_7510">
            <a:extLst>
              <a:ext uri="{FF2B5EF4-FFF2-40B4-BE49-F238E27FC236}">
                <a16:creationId xmlns:a16="http://schemas.microsoft.com/office/drawing/2014/main" id="{DA73FAD2-62C0-4F9A-904B-863192001526}"/>
              </a:ext>
            </a:extLst>
          </p:cNvPr>
          <p:cNvSpPr>
            <a:spLocks noGrp="1"/>
          </p:cNvSpPr>
          <p:nvPr/>
        </p:nvSpPr>
        <p:spPr>
          <a:xfrm>
            <a:off x="2878269" y="72159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7" name="F2_precision_recall_distributions_7511">
            <a:extLst>
              <a:ext uri="{FF2B5EF4-FFF2-40B4-BE49-F238E27FC236}">
                <a16:creationId xmlns:a16="http://schemas.microsoft.com/office/drawing/2014/main" id="{E3DF4F20-3A39-4C29-BBB0-6A763D9C59D9}"/>
              </a:ext>
            </a:extLst>
          </p:cNvPr>
          <p:cNvSpPr>
            <a:spLocks noGrp="1"/>
          </p:cNvSpPr>
          <p:nvPr/>
        </p:nvSpPr>
        <p:spPr>
          <a:xfrm>
            <a:off x="30659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8" name="F2_precision_recall_distributions_7512">
            <a:extLst>
              <a:ext uri="{FF2B5EF4-FFF2-40B4-BE49-F238E27FC236}">
                <a16:creationId xmlns:a16="http://schemas.microsoft.com/office/drawing/2014/main" id="{21E4C852-2DB5-4FE2-9454-220E0AF68C84}"/>
              </a:ext>
            </a:extLst>
          </p:cNvPr>
          <p:cNvSpPr>
            <a:spLocks noGrp="1"/>
          </p:cNvSpPr>
          <p:nvPr/>
        </p:nvSpPr>
        <p:spPr>
          <a:xfrm>
            <a:off x="2829000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699" name="F2_precision_recall_distributions_7513">
            <a:extLst>
              <a:ext uri="{FF2B5EF4-FFF2-40B4-BE49-F238E27FC236}">
                <a16:creationId xmlns:a16="http://schemas.microsoft.com/office/drawing/2014/main" id="{CE94D7B9-9E86-44B8-95DE-39194C90FF2C}"/>
              </a:ext>
            </a:extLst>
          </p:cNvPr>
          <p:cNvSpPr>
            <a:spLocks noGrp="1"/>
          </p:cNvSpPr>
          <p:nvPr/>
        </p:nvSpPr>
        <p:spPr>
          <a:xfrm>
            <a:off x="289482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0" name="F2_precision_recall_distributions_7514">
            <a:extLst>
              <a:ext uri="{FF2B5EF4-FFF2-40B4-BE49-F238E27FC236}">
                <a16:creationId xmlns:a16="http://schemas.microsoft.com/office/drawing/2014/main" id="{9C738560-F0CD-494A-802D-D20FF0122079}"/>
              </a:ext>
            </a:extLst>
          </p:cNvPr>
          <p:cNvSpPr>
            <a:spLocks noGrp="1"/>
          </p:cNvSpPr>
          <p:nvPr/>
        </p:nvSpPr>
        <p:spPr>
          <a:xfrm>
            <a:off x="314180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1" name="F2_precision_recall_distributions_7515">
            <a:extLst>
              <a:ext uri="{FF2B5EF4-FFF2-40B4-BE49-F238E27FC236}">
                <a16:creationId xmlns:a16="http://schemas.microsoft.com/office/drawing/2014/main" id="{3DD7294D-F3FC-4811-8F01-1148A07FAAB7}"/>
              </a:ext>
            </a:extLst>
          </p:cNvPr>
          <p:cNvSpPr>
            <a:spLocks noGrp="1"/>
          </p:cNvSpPr>
          <p:nvPr/>
        </p:nvSpPr>
        <p:spPr>
          <a:xfrm>
            <a:off x="3085001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2" name="F2_precision_recall_distributions_7516">
            <a:extLst>
              <a:ext uri="{FF2B5EF4-FFF2-40B4-BE49-F238E27FC236}">
                <a16:creationId xmlns:a16="http://schemas.microsoft.com/office/drawing/2014/main" id="{52A96FF9-4B84-4DB7-82E5-A17C915CBF28}"/>
              </a:ext>
            </a:extLst>
          </p:cNvPr>
          <p:cNvSpPr>
            <a:spLocks noGrp="1"/>
          </p:cNvSpPr>
          <p:nvPr/>
        </p:nvSpPr>
        <p:spPr>
          <a:xfrm>
            <a:off x="289965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3" name="F2_precision_recall_distributions_7517">
            <a:extLst>
              <a:ext uri="{FF2B5EF4-FFF2-40B4-BE49-F238E27FC236}">
                <a16:creationId xmlns:a16="http://schemas.microsoft.com/office/drawing/2014/main" id="{40AB8030-D549-46C6-81E7-77A61E9694AC}"/>
              </a:ext>
            </a:extLst>
          </p:cNvPr>
          <p:cNvSpPr>
            <a:spLocks noGrp="1"/>
          </p:cNvSpPr>
          <p:nvPr/>
        </p:nvSpPr>
        <p:spPr>
          <a:xfrm>
            <a:off x="288754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4" name="F2_precision_recall_distributions_7518">
            <a:extLst>
              <a:ext uri="{FF2B5EF4-FFF2-40B4-BE49-F238E27FC236}">
                <a16:creationId xmlns:a16="http://schemas.microsoft.com/office/drawing/2014/main" id="{9BE2B293-DB74-4BB0-BB86-F0B806F20ABF}"/>
              </a:ext>
            </a:extLst>
          </p:cNvPr>
          <p:cNvSpPr>
            <a:spLocks noGrp="1"/>
          </p:cNvSpPr>
          <p:nvPr/>
        </p:nvSpPr>
        <p:spPr>
          <a:xfrm>
            <a:off x="297497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5" name="F2_precision_recall_distributions_7519">
            <a:extLst>
              <a:ext uri="{FF2B5EF4-FFF2-40B4-BE49-F238E27FC236}">
                <a16:creationId xmlns:a16="http://schemas.microsoft.com/office/drawing/2014/main" id="{1CF8B886-3FE0-4D3E-B2A2-79219849F12B}"/>
              </a:ext>
            </a:extLst>
          </p:cNvPr>
          <p:cNvSpPr>
            <a:spLocks noGrp="1"/>
          </p:cNvSpPr>
          <p:nvPr/>
        </p:nvSpPr>
        <p:spPr>
          <a:xfrm>
            <a:off x="3164946" y="74091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6" name="F2_precision_recall_distributions_7520">
            <a:extLst>
              <a:ext uri="{FF2B5EF4-FFF2-40B4-BE49-F238E27FC236}">
                <a16:creationId xmlns:a16="http://schemas.microsoft.com/office/drawing/2014/main" id="{7ACC8FEE-2D75-4ECD-BBE4-7B4D8794F09E}"/>
              </a:ext>
            </a:extLst>
          </p:cNvPr>
          <p:cNvSpPr>
            <a:spLocks noGrp="1"/>
          </p:cNvSpPr>
          <p:nvPr/>
        </p:nvSpPr>
        <p:spPr>
          <a:xfrm>
            <a:off x="3106429" y="758947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7" name="F2_precision_recall_distributions_7521">
            <a:extLst>
              <a:ext uri="{FF2B5EF4-FFF2-40B4-BE49-F238E27FC236}">
                <a16:creationId xmlns:a16="http://schemas.microsoft.com/office/drawing/2014/main" id="{AAF6D06C-F5ED-4CC1-9A19-8E178403A183}"/>
              </a:ext>
            </a:extLst>
          </p:cNvPr>
          <p:cNvSpPr>
            <a:spLocks noGrp="1"/>
          </p:cNvSpPr>
          <p:nvPr/>
        </p:nvSpPr>
        <p:spPr>
          <a:xfrm>
            <a:off x="298817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8" name="F2_precision_recall_distributions_7522">
            <a:extLst>
              <a:ext uri="{FF2B5EF4-FFF2-40B4-BE49-F238E27FC236}">
                <a16:creationId xmlns:a16="http://schemas.microsoft.com/office/drawing/2014/main" id="{AD971839-6906-4F10-8E08-BB19F0A7B829}"/>
              </a:ext>
            </a:extLst>
          </p:cNvPr>
          <p:cNvSpPr>
            <a:spLocks noGrp="1"/>
          </p:cNvSpPr>
          <p:nvPr/>
        </p:nvSpPr>
        <p:spPr>
          <a:xfrm>
            <a:off x="2841341" y="7720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09" name="F2_precision_recall_distributions_7523">
            <a:extLst>
              <a:ext uri="{FF2B5EF4-FFF2-40B4-BE49-F238E27FC236}">
                <a16:creationId xmlns:a16="http://schemas.microsoft.com/office/drawing/2014/main" id="{0C10778B-496E-4584-97F4-9846EB0F10BC}"/>
              </a:ext>
            </a:extLst>
          </p:cNvPr>
          <p:cNvSpPr>
            <a:spLocks noGrp="1"/>
          </p:cNvSpPr>
          <p:nvPr/>
        </p:nvSpPr>
        <p:spPr>
          <a:xfrm>
            <a:off x="296432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0" name="F2_precision_recall_distributions_7524">
            <a:extLst>
              <a:ext uri="{FF2B5EF4-FFF2-40B4-BE49-F238E27FC236}">
                <a16:creationId xmlns:a16="http://schemas.microsoft.com/office/drawing/2014/main" id="{E53AAD45-2694-43E7-BC27-D44DCEE6B39A}"/>
              </a:ext>
            </a:extLst>
          </p:cNvPr>
          <p:cNvSpPr>
            <a:spLocks noGrp="1"/>
          </p:cNvSpPr>
          <p:nvPr/>
        </p:nvSpPr>
        <p:spPr>
          <a:xfrm>
            <a:off x="287936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1" name="F2_precision_recall_distributions_7525">
            <a:extLst>
              <a:ext uri="{FF2B5EF4-FFF2-40B4-BE49-F238E27FC236}">
                <a16:creationId xmlns:a16="http://schemas.microsoft.com/office/drawing/2014/main" id="{1659F40C-E6F8-479D-8432-DE4E34E38E4A}"/>
              </a:ext>
            </a:extLst>
          </p:cNvPr>
          <p:cNvSpPr>
            <a:spLocks noGrp="1"/>
          </p:cNvSpPr>
          <p:nvPr/>
        </p:nvSpPr>
        <p:spPr>
          <a:xfrm>
            <a:off x="2823931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2" name="F2_precision_recall_distributions_7526">
            <a:extLst>
              <a:ext uri="{FF2B5EF4-FFF2-40B4-BE49-F238E27FC236}">
                <a16:creationId xmlns:a16="http://schemas.microsoft.com/office/drawing/2014/main" id="{D7DFA4A7-2FA2-4AD5-AC18-0C245EE864D4}"/>
              </a:ext>
            </a:extLst>
          </p:cNvPr>
          <p:cNvSpPr>
            <a:spLocks noGrp="1"/>
          </p:cNvSpPr>
          <p:nvPr/>
        </p:nvSpPr>
        <p:spPr>
          <a:xfrm>
            <a:off x="30813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3" name="F2_precision_recall_distributions_7527">
            <a:extLst>
              <a:ext uri="{FF2B5EF4-FFF2-40B4-BE49-F238E27FC236}">
                <a16:creationId xmlns:a16="http://schemas.microsoft.com/office/drawing/2014/main" id="{C68585DE-ACEF-44B1-A477-E975E08A36B0}"/>
              </a:ext>
            </a:extLst>
          </p:cNvPr>
          <p:cNvSpPr>
            <a:spLocks noGrp="1"/>
          </p:cNvSpPr>
          <p:nvPr/>
        </p:nvSpPr>
        <p:spPr>
          <a:xfrm>
            <a:off x="3018077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4" name="F2_precision_recall_distributions_7528">
            <a:extLst>
              <a:ext uri="{FF2B5EF4-FFF2-40B4-BE49-F238E27FC236}">
                <a16:creationId xmlns:a16="http://schemas.microsoft.com/office/drawing/2014/main" id="{DB65FC77-1AEF-4883-83E3-91AD6F3B2DAD}"/>
              </a:ext>
            </a:extLst>
          </p:cNvPr>
          <p:cNvSpPr>
            <a:spLocks noGrp="1"/>
          </p:cNvSpPr>
          <p:nvPr/>
        </p:nvSpPr>
        <p:spPr>
          <a:xfrm>
            <a:off x="309681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5" name="F2_precision_recall_distributions_7529">
            <a:extLst>
              <a:ext uri="{FF2B5EF4-FFF2-40B4-BE49-F238E27FC236}">
                <a16:creationId xmlns:a16="http://schemas.microsoft.com/office/drawing/2014/main" id="{A153E95F-6755-4179-9821-49E1ACB92607}"/>
              </a:ext>
            </a:extLst>
          </p:cNvPr>
          <p:cNvSpPr>
            <a:spLocks noGrp="1"/>
          </p:cNvSpPr>
          <p:nvPr/>
        </p:nvSpPr>
        <p:spPr>
          <a:xfrm>
            <a:off x="291799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6" name="F2_precision_recall_distributions_7530">
            <a:extLst>
              <a:ext uri="{FF2B5EF4-FFF2-40B4-BE49-F238E27FC236}">
                <a16:creationId xmlns:a16="http://schemas.microsoft.com/office/drawing/2014/main" id="{7401DAB0-5A4F-4CAD-9DCF-47DC9047BA40}"/>
              </a:ext>
            </a:extLst>
          </p:cNvPr>
          <p:cNvSpPr>
            <a:spLocks noGrp="1"/>
          </p:cNvSpPr>
          <p:nvPr/>
        </p:nvSpPr>
        <p:spPr>
          <a:xfrm>
            <a:off x="283701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7" name="F2_precision_recall_distributions_7531">
            <a:extLst>
              <a:ext uri="{FF2B5EF4-FFF2-40B4-BE49-F238E27FC236}">
                <a16:creationId xmlns:a16="http://schemas.microsoft.com/office/drawing/2014/main" id="{44253922-451A-4C4D-80F1-3A8E6B6EA705}"/>
              </a:ext>
            </a:extLst>
          </p:cNvPr>
          <p:cNvSpPr>
            <a:spLocks noGrp="1"/>
          </p:cNvSpPr>
          <p:nvPr/>
        </p:nvSpPr>
        <p:spPr>
          <a:xfrm>
            <a:off x="30498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8" name="F2_precision_recall_distributions_7532">
            <a:extLst>
              <a:ext uri="{FF2B5EF4-FFF2-40B4-BE49-F238E27FC236}">
                <a16:creationId xmlns:a16="http://schemas.microsoft.com/office/drawing/2014/main" id="{88883B68-C5E4-405C-95CD-B633A3CDA8E5}"/>
              </a:ext>
            </a:extLst>
          </p:cNvPr>
          <p:cNvSpPr>
            <a:spLocks noGrp="1"/>
          </p:cNvSpPr>
          <p:nvPr/>
        </p:nvSpPr>
        <p:spPr>
          <a:xfrm>
            <a:off x="2888950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19" name="F2_precision_recall_distributions_7533">
            <a:extLst>
              <a:ext uri="{FF2B5EF4-FFF2-40B4-BE49-F238E27FC236}">
                <a16:creationId xmlns:a16="http://schemas.microsoft.com/office/drawing/2014/main" id="{08F27E4F-FA54-40F2-A5EB-21C91B8C2E76}"/>
              </a:ext>
            </a:extLst>
          </p:cNvPr>
          <p:cNvSpPr>
            <a:spLocks noGrp="1"/>
          </p:cNvSpPr>
          <p:nvPr/>
        </p:nvSpPr>
        <p:spPr>
          <a:xfrm>
            <a:off x="2933552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0" name="F2_precision_recall_distributions_7534">
            <a:extLst>
              <a:ext uri="{FF2B5EF4-FFF2-40B4-BE49-F238E27FC236}">
                <a16:creationId xmlns:a16="http://schemas.microsoft.com/office/drawing/2014/main" id="{369BF0B4-5167-4ACB-BBF4-078D8EAE98E5}"/>
              </a:ext>
            </a:extLst>
          </p:cNvPr>
          <p:cNvSpPr>
            <a:spLocks noGrp="1"/>
          </p:cNvSpPr>
          <p:nvPr/>
        </p:nvSpPr>
        <p:spPr>
          <a:xfrm>
            <a:off x="299067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1" name="F2_precision_recall_distributions_7535">
            <a:extLst>
              <a:ext uri="{FF2B5EF4-FFF2-40B4-BE49-F238E27FC236}">
                <a16:creationId xmlns:a16="http://schemas.microsoft.com/office/drawing/2014/main" id="{AE40A33C-BAE3-4169-8429-4EFF3C89E5EA}"/>
              </a:ext>
            </a:extLst>
          </p:cNvPr>
          <p:cNvSpPr>
            <a:spLocks noGrp="1"/>
          </p:cNvSpPr>
          <p:nvPr/>
        </p:nvSpPr>
        <p:spPr>
          <a:xfrm>
            <a:off x="2925743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2" name="F2_precision_recall_distributions_7536">
            <a:extLst>
              <a:ext uri="{FF2B5EF4-FFF2-40B4-BE49-F238E27FC236}">
                <a16:creationId xmlns:a16="http://schemas.microsoft.com/office/drawing/2014/main" id="{D9D6CD13-C810-4198-A435-E97F650DD283}"/>
              </a:ext>
            </a:extLst>
          </p:cNvPr>
          <p:cNvSpPr>
            <a:spLocks noGrp="1"/>
          </p:cNvSpPr>
          <p:nvPr/>
        </p:nvSpPr>
        <p:spPr>
          <a:xfrm>
            <a:off x="2939176" y="76130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3" name="F2_precision_recall_distributions_7537">
            <a:extLst>
              <a:ext uri="{FF2B5EF4-FFF2-40B4-BE49-F238E27FC236}">
                <a16:creationId xmlns:a16="http://schemas.microsoft.com/office/drawing/2014/main" id="{1FD6D033-778A-472C-B1A8-B12F360A5674}"/>
              </a:ext>
            </a:extLst>
          </p:cNvPr>
          <p:cNvSpPr>
            <a:spLocks noGrp="1"/>
          </p:cNvSpPr>
          <p:nvPr/>
        </p:nvSpPr>
        <p:spPr>
          <a:xfrm>
            <a:off x="296991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4" name="F2_precision_recall_distributions_7538">
            <a:extLst>
              <a:ext uri="{FF2B5EF4-FFF2-40B4-BE49-F238E27FC236}">
                <a16:creationId xmlns:a16="http://schemas.microsoft.com/office/drawing/2014/main" id="{7D7E8FB4-5EA8-4564-B98A-48C0F82654C2}"/>
              </a:ext>
            </a:extLst>
          </p:cNvPr>
          <p:cNvSpPr>
            <a:spLocks noGrp="1"/>
          </p:cNvSpPr>
          <p:nvPr/>
        </p:nvSpPr>
        <p:spPr>
          <a:xfrm>
            <a:off x="3092438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5" name="F2_precision_recall_distributions_7539">
            <a:extLst>
              <a:ext uri="{FF2B5EF4-FFF2-40B4-BE49-F238E27FC236}">
                <a16:creationId xmlns:a16="http://schemas.microsoft.com/office/drawing/2014/main" id="{C66F707A-85D4-4689-862C-7FBD656FA751}"/>
              </a:ext>
            </a:extLst>
          </p:cNvPr>
          <p:cNvSpPr>
            <a:spLocks noGrp="1"/>
          </p:cNvSpPr>
          <p:nvPr/>
        </p:nvSpPr>
        <p:spPr>
          <a:xfrm>
            <a:off x="291102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6" name="F2_precision_recall_distributions_7540">
            <a:extLst>
              <a:ext uri="{FF2B5EF4-FFF2-40B4-BE49-F238E27FC236}">
                <a16:creationId xmlns:a16="http://schemas.microsoft.com/office/drawing/2014/main" id="{241182E1-A4A6-49E2-9EC2-D07EAD6DFC64}"/>
              </a:ext>
            </a:extLst>
          </p:cNvPr>
          <p:cNvSpPr>
            <a:spLocks noGrp="1"/>
          </p:cNvSpPr>
          <p:nvPr/>
        </p:nvSpPr>
        <p:spPr>
          <a:xfrm>
            <a:off x="287031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7" name="F2_precision_recall_distributions_7541">
            <a:extLst>
              <a:ext uri="{FF2B5EF4-FFF2-40B4-BE49-F238E27FC236}">
                <a16:creationId xmlns:a16="http://schemas.microsoft.com/office/drawing/2014/main" id="{868E858F-6530-4C0A-BEDD-9629861BAB18}"/>
              </a:ext>
            </a:extLst>
          </p:cNvPr>
          <p:cNvSpPr>
            <a:spLocks noGrp="1"/>
          </p:cNvSpPr>
          <p:nvPr/>
        </p:nvSpPr>
        <p:spPr>
          <a:xfrm>
            <a:off x="294877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8" name="F2_precision_recall_distributions_7542">
            <a:extLst>
              <a:ext uri="{FF2B5EF4-FFF2-40B4-BE49-F238E27FC236}">
                <a16:creationId xmlns:a16="http://schemas.microsoft.com/office/drawing/2014/main" id="{24B920DA-733C-4127-8C61-E62086DA897F}"/>
              </a:ext>
            </a:extLst>
          </p:cNvPr>
          <p:cNvSpPr>
            <a:spLocks noGrp="1"/>
          </p:cNvSpPr>
          <p:nvPr/>
        </p:nvSpPr>
        <p:spPr>
          <a:xfrm>
            <a:off x="283164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29" name="F2_precision_recall_distributions_7543">
            <a:extLst>
              <a:ext uri="{FF2B5EF4-FFF2-40B4-BE49-F238E27FC236}">
                <a16:creationId xmlns:a16="http://schemas.microsoft.com/office/drawing/2014/main" id="{F5594082-4EBB-48DB-9608-77A8533C83B8}"/>
              </a:ext>
            </a:extLst>
          </p:cNvPr>
          <p:cNvSpPr>
            <a:spLocks noGrp="1"/>
          </p:cNvSpPr>
          <p:nvPr/>
        </p:nvSpPr>
        <p:spPr>
          <a:xfrm>
            <a:off x="2921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0" name="F2_precision_recall_distributions_7544">
            <a:extLst>
              <a:ext uri="{FF2B5EF4-FFF2-40B4-BE49-F238E27FC236}">
                <a16:creationId xmlns:a16="http://schemas.microsoft.com/office/drawing/2014/main" id="{29F2AF43-25B0-4ACD-B10F-54A4511C1E6E}"/>
              </a:ext>
            </a:extLst>
          </p:cNvPr>
          <p:cNvSpPr>
            <a:spLocks noGrp="1"/>
          </p:cNvSpPr>
          <p:nvPr/>
        </p:nvSpPr>
        <p:spPr>
          <a:xfrm>
            <a:off x="295316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1" name="F2_precision_recall_distributions_7545">
            <a:extLst>
              <a:ext uri="{FF2B5EF4-FFF2-40B4-BE49-F238E27FC236}">
                <a16:creationId xmlns:a16="http://schemas.microsoft.com/office/drawing/2014/main" id="{059D259E-AD58-4B30-8B83-DCEF6724F651}"/>
              </a:ext>
            </a:extLst>
          </p:cNvPr>
          <p:cNvSpPr>
            <a:spLocks noGrp="1"/>
          </p:cNvSpPr>
          <p:nvPr/>
        </p:nvSpPr>
        <p:spPr>
          <a:xfrm>
            <a:off x="300607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2" name="F2_precision_recall_distributions_7546">
            <a:extLst>
              <a:ext uri="{FF2B5EF4-FFF2-40B4-BE49-F238E27FC236}">
                <a16:creationId xmlns:a16="http://schemas.microsoft.com/office/drawing/2014/main" id="{210BAAE3-17FD-4CB2-BDCB-0F70D7D72395}"/>
              </a:ext>
            </a:extLst>
          </p:cNvPr>
          <p:cNvSpPr>
            <a:spLocks noGrp="1"/>
          </p:cNvSpPr>
          <p:nvPr/>
        </p:nvSpPr>
        <p:spPr>
          <a:xfrm>
            <a:off x="2991431" y="70229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3" name="F2_precision_recall_distributions_7547">
            <a:extLst>
              <a:ext uri="{FF2B5EF4-FFF2-40B4-BE49-F238E27FC236}">
                <a16:creationId xmlns:a16="http://schemas.microsoft.com/office/drawing/2014/main" id="{7D327D2A-209B-4A02-A976-1B1B9E46D045}"/>
              </a:ext>
            </a:extLst>
          </p:cNvPr>
          <p:cNvSpPr>
            <a:spLocks noGrp="1"/>
          </p:cNvSpPr>
          <p:nvPr/>
        </p:nvSpPr>
        <p:spPr>
          <a:xfrm>
            <a:off x="310349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4" name="F2_precision_recall_distributions_7548">
            <a:extLst>
              <a:ext uri="{FF2B5EF4-FFF2-40B4-BE49-F238E27FC236}">
                <a16:creationId xmlns:a16="http://schemas.microsoft.com/office/drawing/2014/main" id="{AE4B26F8-4BF7-4685-98C6-E4CDB0CC89BA}"/>
              </a:ext>
            </a:extLst>
          </p:cNvPr>
          <p:cNvSpPr>
            <a:spLocks noGrp="1"/>
          </p:cNvSpPr>
          <p:nvPr/>
        </p:nvSpPr>
        <p:spPr>
          <a:xfrm>
            <a:off x="289551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5" name="F2_precision_recall_distributions_7549">
            <a:extLst>
              <a:ext uri="{FF2B5EF4-FFF2-40B4-BE49-F238E27FC236}">
                <a16:creationId xmlns:a16="http://schemas.microsoft.com/office/drawing/2014/main" id="{4EC20260-9740-4BF9-89AF-E943D825D177}"/>
              </a:ext>
            </a:extLst>
          </p:cNvPr>
          <p:cNvSpPr>
            <a:spLocks noGrp="1"/>
          </p:cNvSpPr>
          <p:nvPr/>
        </p:nvSpPr>
        <p:spPr>
          <a:xfrm>
            <a:off x="3071456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6" name="F2_precision_recall_distributions_7550">
            <a:extLst>
              <a:ext uri="{FF2B5EF4-FFF2-40B4-BE49-F238E27FC236}">
                <a16:creationId xmlns:a16="http://schemas.microsoft.com/office/drawing/2014/main" id="{CC4EB250-2857-4759-81D5-910558C4F876}"/>
              </a:ext>
            </a:extLst>
          </p:cNvPr>
          <p:cNvSpPr>
            <a:spLocks noGrp="1"/>
          </p:cNvSpPr>
          <p:nvPr/>
        </p:nvSpPr>
        <p:spPr>
          <a:xfrm>
            <a:off x="302990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7" name="F2_precision_recall_distributions_7551">
            <a:extLst>
              <a:ext uri="{FF2B5EF4-FFF2-40B4-BE49-F238E27FC236}">
                <a16:creationId xmlns:a16="http://schemas.microsoft.com/office/drawing/2014/main" id="{EF0B4D2F-437C-48CC-9D7B-AFE69E16CF04}"/>
              </a:ext>
            </a:extLst>
          </p:cNvPr>
          <p:cNvSpPr>
            <a:spLocks noGrp="1"/>
          </p:cNvSpPr>
          <p:nvPr/>
        </p:nvSpPr>
        <p:spPr>
          <a:xfrm>
            <a:off x="29543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8" name="F2_precision_recall_distributions_7552">
            <a:extLst>
              <a:ext uri="{FF2B5EF4-FFF2-40B4-BE49-F238E27FC236}">
                <a16:creationId xmlns:a16="http://schemas.microsoft.com/office/drawing/2014/main" id="{E53A81B8-C72E-43B1-AE4F-D13F4991BA2B}"/>
              </a:ext>
            </a:extLst>
          </p:cNvPr>
          <p:cNvSpPr>
            <a:spLocks noGrp="1"/>
          </p:cNvSpPr>
          <p:nvPr/>
        </p:nvSpPr>
        <p:spPr>
          <a:xfrm>
            <a:off x="285753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39" name="F2_precision_recall_distributions_7553">
            <a:extLst>
              <a:ext uri="{FF2B5EF4-FFF2-40B4-BE49-F238E27FC236}">
                <a16:creationId xmlns:a16="http://schemas.microsoft.com/office/drawing/2014/main" id="{A8A8E64E-67F0-4196-AC54-37A64D762243}"/>
              </a:ext>
            </a:extLst>
          </p:cNvPr>
          <p:cNvSpPr>
            <a:spLocks noGrp="1"/>
          </p:cNvSpPr>
          <p:nvPr/>
        </p:nvSpPr>
        <p:spPr>
          <a:xfrm>
            <a:off x="293579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0" name="F2_precision_recall_distributions_7554">
            <a:extLst>
              <a:ext uri="{FF2B5EF4-FFF2-40B4-BE49-F238E27FC236}">
                <a16:creationId xmlns:a16="http://schemas.microsoft.com/office/drawing/2014/main" id="{90BF2D74-B2CF-4693-AC4B-0CC669C5A6F5}"/>
              </a:ext>
            </a:extLst>
          </p:cNvPr>
          <p:cNvSpPr>
            <a:spLocks noGrp="1"/>
          </p:cNvSpPr>
          <p:nvPr/>
        </p:nvSpPr>
        <p:spPr>
          <a:xfrm>
            <a:off x="308981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1" name="F2_precision_recall_distributions_7555">
            <a:extLst>
              <a:ext uri="{FF2B5EF4-FFF2-40B4-BE49-F238E27FC236}">
                <a16:creationId xmlns:a16="http://schemas.microsoft.com/office/drawing/2014/main" id="{C0186704-ED00-4D51-A226-3883201D16E3}"/>
              </a:ext>
            </a:extLst>
          </p:cNvPr>
          <p:cNvSpPr>
            <a:spLocks noGrp="1"/>
          </p:cNvSpPr>
          <p:nvPr/>
        </p:nvSpPr>
        <p:spPr>
          <a:xfrm>
            <a:off x="293206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2" name="F2_precision_recall_distributions_7556">
            <a:extLst>
              <a:ext uri="{FF2B5EF4-FFF2-40B4-BE49-F238E27FC236}">
                <a16:creationId xmlns:a16="http://schemas.microsoft.com/office/drawing/2014/main" id="{623DA0E8-A36D-4A75-AAE5-F31B6734CC57}"/>
              </a:ext>
            </a:extLst>
          </p:cNvPr>
          <p:cNvSpPr>
            <a:spLocks noGrp="1"/>
          </p:cNvSpPr>
          <p:nvPr/>
        </p:nvSpPr>
        <p:spPr>
          <a:xfrm>
            <a:off x="3072154" y="69977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3" name="F2_precision_recall_distributions_7557">
            <a:extLst>
              <a:ext uri="{FF2B5EF4-FFF2-40B4-BE49-F238E27FC236}">
                <a16:creationId xmlns:a16="http://schemas.microsoft.com/office/drawing/2014/main" id="{C2BEFDD3-5EB6-4BE7-9673-B424B7D6541A}"/>
              </a:ext>
            </a:extLst>
          </p:cNvPr>
          <p:cNvSpPr>
            <a:spLocks noGrp="1"/>
          </p:cNvSpPr>
          <p:nvPr/>
        </p:nvSpPr>
        <p:spPr>
          <a:xfrm>
            <a:off x="3118970" y="730583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4" name="F2_precision_recall_distributions_7558">
            <a:extLst>
              <a:ext uri="{FF2B5EF4-FFF2-40B4-BE49-F238E27FC236}">
                <a16:creationId xmlns:a16="http://schemas.microsoft.com/office/drawing/2014/main" id="{5E988640-45A7-4DED-B98D-401C881EBFB5}"/>
              </a:ext>
            </a:extLst>
          </p:cNvPr>
          <p:cNvSpPr>
            <a:spLocks noGrp="1"/>
          </p:cNvSpPr>
          <p:nvPr/>
        </p:nvSpPr>
        <p:spPr>
          <a:xfrm>
            <a:off x="289588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5" name="F2_precision_recall_distributions_7559">
            <a:extLst>
              <a:ext uri="{FF2B5EF4-FFF2-40B4-BE49-F238E27FC236}">
                <a16:creationId xmlns:a16="http://schemas.microsoft.com/office/drawing/2014/main" id="{391E6D75-1661-49D6-A404-54E1466981FD}"/>
              </a:ext>
            </a:extLst>
          </p:cNvPr>
          <p:cNvSpPr>
            <a:spLocks noGrp="1"/>
          </p:cNvSpPr>
          <p:nvPr/>
        </p:nvSpPr>
        <p:spPr>
          <a:xfrm>
            <a:off x="314330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6" name="F2_precision_recall_distributions_7560">
            <a:extLst>
              <a:ext uri="{FF2B5EF4-FFF2-40B4-BE49-F238E27FC236}">
                <a16:creationId xmlns:a16="http://schemas.microsoft.com/office/drawing/2014/main" id="{B0871740-7547-420F-84E2-F31073DCED15}"/>
              </a:ext>
            </a:extLst>
          </p:cNvPr>
          <p:cNvSpPr>
            <a:spLocks noGrp="1"/>
          </p:cNvSpPr>
          <p:nvPr/>
        </p:nvSpPr>
        <p:spPr>
          <a:xfrm>
            <a:off x="302200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7" name="F2_precision_recall_distributions_7561">
            <a:extLst>
              <a:ext uri="{FF2B5EF4-FFF2-40B4-BE49-F238E27FC236}">
                <a16:creationId xmlns:a16="http://schemas.microsoft.com/office/drawing/2014/main" id="{3081541B-2E48-42E1-98DD-B816DAFDA683}"/>
              </a:ext>
            </a:extLst>
          </p:cNvPr>
          <p:cNvSpPr>
            <a:spLocks noGrp="1"/>
          </p:cNvSpPr>
          <p:nvPr/>
        </p:nvSpPr>
        <p:spPr>
          <a:xfrm>
            <a:off x="284305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8" name="F2_precision_recall_distributions_7562">
            <a:extLst>
              <a:ext uri="{FF2B5EF4-FFF2-40B4-BE49-F238E27FC236}">
                <a16:creationId xmlns:a16="http://schemas.microsoft.com/office/drawing/2014/main" id="{85214195-18CA-43B2-A537-4FE036C480D3}"/>
              </a:ext>
            </a:extLst>
          </p:cNvPr>
          <p:cNvSpPr>
            <a:spLocks noGrp="1"/>
          </p:cNvSpPr>
          <p:nvPr/>
        </p:nvSpPr>
        <p:spPr>
          <a:xfrm>
            <a:off x="295665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49" name="F2_precision_recall_distributions_7563">
            <a:extLst>
              <a:ext uri="{FF2B5EF4-FFF2-40B4-BE49-F238E27FC236}">
                <a16:creationId xmlns:a16="http://schemas.microsoft.com/office/drawing/2014/main" id="{4536CC9F-6B05-45D7-AA91-48F037BA1CFA}"/>
              </a:ext>
            </a:extLst>
          </p:cNvPr>
          <p:cNvSpPr>
            <a:spLocks noGrp="1"/>
          </p:cNvSpPr>
          <p:nvPr/>
        </p:nvSpPr>
        <p:spPr>
          <a:xfrm>
            <a:off x="3103761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0" name="F2_precision_recall_distributions_7564">
            <a:extLst>
              <a:ext uri="{FF2B5EF4-FFF2-40B4-BE49-F238E27FC236}">
                <a16:creationId xmlns:a16="http://schemas.microsoft.com/office/drawing/2014/main" id="{891DBCB1-4CB9-41DD-80B4-C7A0468E9FBD}"/>
              </a:ext>
            </a:extLst>
          </p:cNvPr>
          <p:cNvSpPr>
            <a:spLocks noGrp="1"/>
          </p:cNvSpPr>
          <p:nvPr/>
        </p:nvSpPr>
        <p:spPr>
          <a:xfrm>
            <a:off x="305405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1" name="F2_precision_recall_distributions_7565">
            <a:extLst>
              <a:ext uri="{FF2B5EF4-FFF2-40B4-BE49-F238E27FC236}">
                <a16:creationId xmlns:a16="http://schemas.microsoft.com/office/drawing/2014/main" id="{98A48352-C1F2-401D-B493-5E6ABD2CAFAA}"/>
              </a:ext>
            </a:extLst>
          </p:cNvPr>
          <p:cNvSpPr>
            <a:spLocks noGrp="1"/>
          </p:cNvSpPr>
          <p:nvPr/>
        </p:nvSpPr>
        <p:spPr>
          <a:xfrm>
            <a:off x="300110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2" name="F2_precision_recall_distributions_7566">
            <a:extLst>
              <a:ext uri="{FF2B5EF4-FFF2-40B4-BE49-F238E27FC236}">
                <a16:creationId xmlns:a16="http://schemas.microsoft.com/office/drawing/2014/main" id="{0C19D199-D56F-4F9A-B716-87DF8B23693F}"/>
              </a:ext>
            </a:extLst>
          </p:cNvPr>
          <p:cNvSpPr>
            <a:spLocks noGrp="1"/>
          </p:cNvSpPr>
          <p:nvPr/>
        </p:nvSpPr>
        <p:spPr>
          <a:xfrm>
            <a:off x="3085569" y="738238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3" name="F2_precision_recall_distributions_7567">
            <a:extLst>
              <a:ext uri="{FF2B5EF4-FFF2-40B4-BE49-F238E27FC236}">
                <a16:creationId xmlns:a16="http://schemas.microsoft.com/office/drawing/2014/main" id="{5F99FDFC-8505-4D41-BAC6-DEBB3300DDBE}"/>
              </a:ext>
            </a:extLst>
          </p:cNvPr>
          <p:cNvSpPr>
            <a:spLocks noGrp="1"/>
          </p:cNvSpPr>
          <p:nvPr/>
        </p:nvSpPr>
        <p:spPr>
          <a:xfrm>
            <a:off x="3132488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4" name="F2_precision_recall_distributions_7568">
            <a:extLst>
              <a:ext uri="{FF2B5EF4-FFF2-40B4-BE49-F238E27FC236}">
                <a16:creationId xmlns:a16="http://schemas.microsoft.com/office/drawing/2014/main" id="{23FFAC77-ADE3-4D18-8446-FB1276CE3D92}"/>
              </a:ext>
            </a:extLst>
          </p:cNvPr>
          <p:cNvSpPr>
            <a:spLocks noGrp="1"/>
          </p:cNvSpPr>
          <p:nvPr/>
        </p:nvSpPr>
        <p:spPr>
          <a:xfrm>
            <a:off x="2830861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5" name="F2_precision_recall_distributions_7569">
            <a:extLst>
              <a:ext uri="{FF2B5EF4-FFF2-40B4-BE49-F238E27FC236}">
                <a16:creationId xmlns:a16="http://schemas.microsoft.com/office/drawing/2014/main" id="{C7400F36-00CD-42D7-9A8F-B4B6A14154C5}"/>
              </a:ext>
            </a:extLst>
          </p:cNvPr>
          <p:cNvSpPr>
            <a:spLocks noGrp="1"/>
          </p:cNvSpPr>
          <p:nvPr/>
        </p:nvSpPr>
        <p:spPr>
          <a:xfrm>
            <a:off x="289745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6" name="F2_precision_recall_distributions_7570">
            <a:extLst>
              <a:ext uri="{FF2B5EF4-FFF2-40B4-BE49-F238E27FC236}">
                <a16:creationId xmlns:a16="http://schemas.microsoft.com/office/drawing/2014/main" id="{F34D5D16-06AC-411D-A1C0-AAA864B422B1}"/>
              </a:ext>
            </a:extLst>
          </p:cNvPr>
          <p:cNvSpPr>
            <a:spLocks noGrp="1"/>
          </p:cNvSpPr>
          <p:nvPr/>
        </p:nvSpPr>
        <p:spPr>
          <a:xfrm>
            <a:off x="304321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7" name="F2_precision_recall_distributions_7571">
            <a:extLst>
              <a:ext uri="{FF2B5EF4-FFF2-40B4-BE49-F238E27FC236}">
                <a16:creationId xmlns:a16="http://schemas.microsoft.com/office/drawing/2014/main" id="{FB080A27-53D6-42B9-86C1-8A9EB9F1B588}"/>
              </a:ext>
            </a:extLst>
          </p:cNvPr>
          <p:cNvSpPr>
            <a:spLocks noGrp="1"/>
          </p:cNvSpPr>
          <p:nvPr/>
        </p:nvSpPr>
        <p:spPr>
          <a:xfrm>
            <a:off x="31391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8" name="F2_precision_recall_distributions_7572">
            <a:extLst>
              <a:ext uri="{FF2B5EF4-FFF2-40B4-BE49-F238E27FC236}">
                <a16:creationId xmlns:a16="http://schemas.microsoft.com/office/drawing/2014/main" id="{CEF87AE2-6CED-4B67-8CE8-C40A8F267257}"/>
              </a:ext>
            </a:extLst>
          </p:cNvPr>
          <p:cNvSpPr>
            <a:spLocks noGrp="1"/>
          </p:cNvSpPr>
          <p:nvPr/>
        </p:nvSpPr>
        <p:spPr>
          <a:xfrm>
            <a:off x="299697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59" name="F2_precision_recall_distributions_7573">
            <a:extLst>
              <a:ext uri="{FF2B5EF4-FFF2-40B4-BE49-F238E27FC236}">
                <a16:creationId xmlns:a16="http://schemas.microsoft.com/office/drawing/2014/main" id="{50410B24-96E3-4B01-A764-52E2D35807D2}"/>
              </a:ext>
            </a:extLst>
          </p:cNvPr>
          <p:cNvSpPr>
            <a:spLocks noGrp="1"/>
          </p:cNvSpPr>
          <p:nvPr/>
        </p:nvSpPr>
        <p:spPr>
          <a:xfrm>
            <a:off x="318861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0" name="F2_precision_recall_distributions_7574">
            <a:extLst>
              <a:ext uri="{FF2B5EF4-FFF2-40B4-BE49-F238E27FC236}">
                <a16:creationId xmlns:a16="http://schemas.microsoft.com/office/drawing/2014/main" id="{65EDACD8-1173-4B38-B419-2D7EF25DC642}"/>
              </a:ext>
            </a:extLst>
          </p:cNvPr>
          <p:cNvSpPr>
            <a:spLocks noGrp="1"/>
          </p:cNvSpPr>
          <p:nvPr/>
        </p:nvSpPr>
        <p:spPr>
          <a:xfrm>
            <a:off x="2861353" y="73158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1" name="F2_precision_recall_distributions_7575">
            <a:extLst>
              <a:ext uri="{FF2B5EF4-FFF2-40B4-BE49-F238E27FC236}">
                <a16:creationId xmlns:a16="http://schemas.microsoft.com/office/drawing/2014/main" id="{2D8EC61E-3B99-4767-8E04-2D78BFFA4282}"/>
              </a:ext>
            </a:extLst>
          </p:cNvPr>
          <p:cNvSpPr>
            <a:spLocks noGrp="1"/>
          </p:cNvSpPr>
          <p:nvPr/>
        </p:nvSpPr>
        <p:spPr>
          <a:xfrm>
            <a:off x="285984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2" name="F2_precision_recall_distributions_7576">
            <a:extLst>
              <a:ext uri="{FF2B5EF4-FFF2-40B4-BE49-F238E27FC236}">
                <a16:creationId xmlns:a16="http://schemas.microsoft.com/office/drawing/2014/main" id="{3FAC3C9F-9627-4C00-BA6C-3919BE889B13}"/>
              </a:ext>
            </a:extLst>
          </p:cNvPr>
          <p:cNvSpPr>
            <a:spLocks noGrp="1"/>
          </p:cNvSpPr>
          <p:nvPr/>
        </p:nvSpPr>
        <p:spPr>
          <a:xfrm>
            <a:off x="301935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3" name="F2_precision_recall_distributions_7577">
            <a:extLst>
              <a:ext uri="{FF2B5EF4-FFF2-40B4-BE49-F238E27FC236}">
                <a16:creationId xmlns:a16="http://schemas.microsoft.com/office/drawing/2014/main" id="{DF0C2EF3-DF5F-4633-89B5-78685D5A0A11}"/>
              </a:ext>
            </a:extLst>
          </p:cNvPr>
          <p:cNvSpPr>
            <a:spLocks noGrp="1"/>
          </p:cNvSpPr>
          <p:nvPr/>
        </p:nvSpPr>
        <p:spPr>
          <a:xfrm>
            <a:off x="294832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4" name="F2_precision_recall_distributions_7578">
            <a:extLst>
              <a:ext uri="{FF2B5EF4-FFF2-40B4-BE49-F238E27FC236}">
                <a16:creationId xmlns:a16="http://schemas.microsoft.com/office/drawing/2014/main" id="{E30B02B5-8E4C-47B9-A723-A60287B51892}"/>
              </a:ext>
            </a:extLst>
          </p:cNvPr>
          <p:cNvSpPr>
            <a:spLocks noGrp="1"/>
          </p:cNvSpPr>
          <p:nvPr/>
        </p:nvSpPr>
        <p:spPr>
          <a:xfrm>
            <a:off x="290247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5" name="F2_precision_recall_distributions_7579">
            <a:extLst>
              <a:ext uri="{FF2B5EF4-FFF2-40B4-BE49-F238E27FC236}">
                <a16:creationId xmlns:a16="http://schemas.microsoft.com/office/drawing/2014/main" id="{1136AD42-B439-4511-94DB-116CF5A6CE67}"/>
              </a:ext>
            </a:extLst>
          </p:cNvPr>
          <p:cNvSpPr>
            <a:spLocks noGrp="1"/>
          </p:cNvSpPr>
          <p:nvPr/>
        </p:nvSpPr>
        <p:spPr>
          <a:xfrm>
            <a:off x="3182923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6" name="F2_precision_recall_distributions_7580">
            <a:extLst>
              <a:ext uri="{FF2B5EF4-FFF2-40B4-BE49-F238E27FC236}">
                <a16:creationId xmlns:a16="http://schemas.microsoft.com/office/drawing/2014/main" id="{3F6F2E45-BCC3-42B9-8E3B-3FC2B1E31AF4}"/>
              </a:ext>
            </a:extLst>
          </p:cNvPr>
          <p:cNvSpPr>
            <a:spLocks noGrp="1"/>
          </p:cNvSpPr>
          <p:nvPr/>
        </p:nvSpPr>
        <p:spPr>
          <a:xfrm>
            <a:off x="302416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7" name="F2_precision_recall_distributions_7581">
            <a:extLst>
              <a:ext uri="{FF2B5EF4-FFF2-40B4-BE49-F238E27FC236}">
                <a16:creationId xmlns:a16="http://schemas.microsoft.com/office/drawing/2014/main" id="{50961ADF-ACB9-4DE7-9782-FE816A5ECF18}"/>
              </a:ext>
            </a:extLst>
          </p:cNvPr>
          <p:cNvSpPr>
            <a:spLocks noGrp="1"/>
          </p:cNvSpPr>
          <p:nvPr/>
        </p:nvSpPr>
        <p:spPr>
          <a:xfrm>
            <a:off x="287307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8" name="F2_precision_recall_distributions_7582">
            <a:extLst>
              <a:ext uri="{FF2B5EF4-FFF2-40B4-BE49-F238E27FC236}">
                <a16:creationId xmlns:a16="http://schemas.microsoft.com/office/drawing/2014/main" id="{0D7E4FFB-E6AD-4CDB-A67D-9F18D66BBA8C}"/>
              </a:ext>
            </a:extLst>
          </p:cNvPr>
          <p:cNvSpPr>
            <a:spLocks noGrp="1"/>
          </p:cNvSpPr>
          <p:nvPr/>
        </p:nvSpPr>
        <p:spPr>
          <a:xfrm>
            <a:off x="29578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69" name="F2_precision_recall_distributions_7583">
            <a:extLst>
              <a:ext uri="{FF2B5EF4-FFF2-40B4-BE49-F238E27FC236}">
                <a16:creationId xmlns:a16="http://schemas.microsoft.com/office/drawing/2014/main" id="{1E1E39FB-A9E7-40CE-865B-CDA50CB4D9C5}"/>
              </a:ext>
            </a:extLst>
          </p:cNvPr>
          <p:cNvSpPr>
            <a:spLocks noGrp="1"/>
          </p:cNvSpPr>
          <p:nvPr/>
        </p:nvSpPr>
        <p:spPr>
          <a:xfrm>
            <a:off x="2871359" y="73435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0" name="F2_precision_recall_distributions_7584">
            <a:extLst>
              <a:ext uri="{FF2B5EF4-FFF2-40B4-BE49-F238E27FC236}">
                <a16:creationId xmlns:a16="http://schemas.microsoft.com/office/drawing/2014/main" id="{7E2B6447-3282-45B4-AFA8-0E5D5C6782B3}"/>
              </a:ext>
            </a:extLst>
          </p:cNvPr>
          <p:cNvSpPr>
            <a:spLocks noGrp="1"/>
          </p:cNvSpPr>
          <p:nvPr/>
        </p:nvSpPr>
        <p:spPr>
          <a:xfrm>
            <a:off x="288477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1" name="F2_precision_recall_distributions_7585">
            <a:extLst>
              <a:ext uri="{FF2B5EF4-FFF2-40B4-BE49-F238E27FC236}">
                <a16:creationId xmlns:a16="http://schemas.microsoft.com/office/drawing/2014/main" id="{1AAAE944-F8A8-4C36-9FEC-0F1C8C993DEB}"/>
              </a:ext>
            </a:extLst>
          </p:cNvPr>
          <p:cNvSpPr>
            <a:spLocks noGrp="1"/>
          </p:cNvSpPr>
          <p:nvPr/>
        </p:nvSpPr>
        <p:spPr>
          <a:xfrm>
            <a:off x="290032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2" name="F2_precision_recall_distributions_7586">
            <a:extLst>
              <a:ext uri="{FF2B5EF4-FFF2-40B4-BE49-F238E27FC236}">
                <a16:creationId xmlns:a16="http://schemas.microsoft.com/office/drawing/2014/main" id="{CA9F4938-ECCA-4B32-8E28-E5B3C8A51688}"/>
              </a:ext>
            </a:extLst>
          </p:cNvPr>
          <p:cNvSpPr>
            <a:spLocks noGrp="1"/>
          </p:cNvSpPr>
          <p:nvPr/>
        </p:nvSpPr>
        <p:spPr>
          <a:xfrm>
            <a:off x="283998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3" name="F2_precision_recall_distributions_7587">
            <a:extLst>
              <a:ext uri="{FF2B5EF4-FFF2-40B4-BE49-F238E27FC236}">
                <a16:creationId xmlns:a16="http://schemas.microsoft.com/office/drawing/2014/main" id="{F792D3FD-9D03-43CB-ADD6-D00AA0BBA421}"/>
              </a:ext>
            </a:extLst>
          </p:cNvPr>
          <p:cNvSpPr>
            <a:spLocks noGrp="1"/>
          </p:cNvSpPr>
          <p:nvPr/>
        </p:nvSpPr>
        <p:spPr>
          <a:xfrm>
            <a:off x="298521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4" name="F2_precision_recall_distributions_7588">
            <a:extLst>
              <a:ext uri="{FF2B5EF4-FFF2-40B4-BE49-F238E27FC236}">
                <a16:creationId xmlns:a16="http://schemas.microsoft.com/office/drawing/2014/main" id="{4BA11040-039D-4F76-81F6-4EAA6C425C97}"/>
              </a:ext>
            </a:extLst>
          </p:cNvPr>
          <p:cNvSpPr>
            <a:spLocks noGrp="1"/>
          </p:cNvSpPr>
          <p:nvPr/>
        </p:nvSpPr>
        <p:spPr>
          <a:xfrm>
            <a:off x="3045785" y="728605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5" name="F2_precision_recall_distributions_7589">
            <a:extLst>
              <a:ext uri="{FF2B5EF4-FFF2-40B4-BE49-F238E27FC236}">
                <a16:creationId xmlns:a16="http://schemas.microsoft.com/office/drawing/2014/main" id="{D55BD991-DDE0-4C16-A504-5BA9E4FC5B55}"/>
              </a:ext>
            </a:extLst>
          </p:cNvPr>
          <p:cNvSpPr>
            <a:spLocks noGrp="1"/>
          </p:cNvSpPr>
          <p:nvPr/>
        </p:nvSpPr>
        <p:spPr>
          <a:xfrm>
            <a:off x="29598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6" name="F2_precision_recall_distributions_7590">
            <a:extLst>
              <a:ext uri="{FF2B5EF4-FFF2-40B4-BE49-F238E27FC236}">
                <a16:creationId xmlns:a16="http://schemas.microsoft.com/office/drawing/2014/main" id="{F78D6ABB-79FC-445D-A94D-6C3CA91E8EB2}"/>
              </a:ext>
            </a:extLst>
          </p:cNvPr>
          <p:cNvSpPr>
            <a:spLocks noGrp="1"/>
          </p:cNvSpPr>
          <p:nvPr/>
        </p:nvSpPr>
        <p:spPr>
          <a:xfrm>
            <a:off x="3070324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7" name="F2_precision_recall_distributions_7591">
            <a:extLst>
              <a:ext uri="{FF2B5EF4-FFF2-40B4-BE49-F238E27FC236}">
                <a16:creationId xmlns:a16="http://schemas.microsoft.com/office/drawing/2014/main" id="{5EFBA258-CD8F-4B8A-9352-36612A044AA3}"/>
              </a:ext>
            </a:extLst>
          </p:cNvPr>
          <p:cNvSpPr>
            <a:spLocks noGrp="1"/>
          </p:cNvSpPr>
          <p:nvPr/>
        </p:nvSpPr>
        <p:spPr>
          <a:xfrm>
            <a:off x="30827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8" name="F2_precision_recall_distributions_7592">
            <a:extLst>
              <a:ext uri="{FF2B5EF4-FFF2-40B4-BE49-F238E27FC236}">
                <a16:creationId xmlns:a16="http://schemas.microsoft.com/office/drawing/2014/main" id="{581FBDFE-1286-491D-82AA-AD706A6FED79}"/>
              </a:ext>
            </a:extLst>
          </p:cNvPr>
          <p:cNvSpPr>
            <a:spLocks noGrp="1"/>
          </p:cNvSpPr>
          <p:nvPr/>
        </p:nvSpPr>
        <p:spPr>
          <a:xfrm>
            <a:off x="282497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79" name="F2_precision_recall_distributions_7593">
            <a:extLst>
              <a:ext uri="{FF2B5EF4-FFF2-40B4-BE49-F238E27FC236}">
                <a16:creationId xmlns:a16="http://schemas.microsoft.com/office/drawing/2014/main" id="{79B00B07-C0DE-4F1A-A6AE-B92E118357FE}"/>
              </a:ext>
            </a:extLst>
          </p:cNvPr>
          <p:cNvSpPr>
            <a:spLocks noGrp="1"/>
          </p:cNvSpPr>
          <p:nvPr/>
        </p:nvSpPr>
        <p:spPr>
          <a:xfrm>
            <a:off x="305564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0" name="F2_precision_recall_distributions_7594">
            <a:extLst>
              <a:ext uri="{FF2B5EF4-FFF2-40B4-BE49-F238E27FC236}">
                <a16:creationId xmlns:a16="http://schemas.microsoft.com/office/drawing/2014/main" id="{E1A8E5E5-7FDB-4631-9D19-6742D6DC5498}"/>
              </a:ext>
            </a:extLst>
          </p:cNvPr>
          <p:cNvSpPr>
            <a:spLocks noGrp="1"/>
          </p:cNvSpPr>
          <p:nvPr/>
        </p:nvSpPr>
        <p:spPr>
          <a:xfrm>
            <a:off x="314986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1" name="F2_precision_recall_distributions_7595">
            <a:extLst>
              <a:ext uri="{FF2B5EF4-FFF2-40B4-BE49-F238E27FC236}">
                <a16:creationId xmlns:a16="http://schemas.microsoft.com/office/drawing/2014/main" id="{EB82ACCC-F26A-4C12-B9C8-6634ADAF4B20}"/>
              </a:ext>
            </a:extLst>
          </p:cNvPr>
          <p:cNvSpPr>
            <a:spLocks noGrp="1"/>
          </p:cNvSpPr>
          <p:nvPr/>
        </p:nvSpPr>
        <p:spPr>
          <a:xfrm>
            <a:off x="296710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2" name="F2_precision_recall_distributions_7596">
            <a:extLst>
              <a:ext uri="{FF2B5EF4-FFF2-40B4-BE49-F238E27FC236}">
                <a16:creationId xmlns:a16="http://schemas.microsoft.com/office/drawing/2014/main" id="{BB34D813-E2B4-4846-BE09-7150A146D6B5}"/>
              </a:ext>
            </a:extLst>
          </p:cNvPr>
          <p:cNvSpPr>
            <a:spLocks noGrp="1"/>
          </p:cNvSpPr>
          <p:nvPr/>
        </p:nvSpPr>
        <p:spPr>
          <a:xfrm>
            <a:off x="302499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3" name="F2_precision_recall_distributions_7597">
            <a:extLst>
              <a:ext uri="{FF2B5EF4-FFF2-40B4-BE49-F238E27FC236}">
                <a16:creationId xmlns:a16="http://schemas.microsoft.com/office/drawing/2014/main" id="{FCC74085-8E72-422F-B9D3-4DCB87450FC9}"/>
              </a:ext>
            </a:extLst>
          </p:cNvPr>
          <p:cNvSpPr>
            <a:spLocks noGrp="1"/>
          </p:cNvSpPr>
          <p:nvPr/>
        </p:nvSpPr>
        <p:spPr>
          <a:xfrm>
            <a:off x="308843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4" name="F2_precision_recall_distributions_7598">
            <a:extLst>
              <a:ext uri="{FF2B5EF4-FFF2-40B4-BE49-F238E27FC236}">
                <a16:creationId xmlns:a16="http://schemas.microsoft.com/office/drawing/2014/main" id="{C0BF40CC-5D32-416E-B2C8-9DB74F007B41}"/>
              </a:ext>
            </a:extLst>
          </p:cNvPr>
          <p:cNvSpPr>
            <a:spLocks noGrp="1"/>
          </p:cNvSpPr>
          <p:nvPr/>
        </p:nvSpPr>
        <p:spPr>
          <a:xfrm>
            <a:off x="302151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5" name="F2_precision_recall_distributions_7599">
            <a:extLst>
              <a:ext uri="{FF2B5EF4-FFF2-40B4-BE49-F238E27FC236}">
                <a16:creationId xmlns:a16="http://schemas.microsoft.com/office/drawing/2014/main" id="{109E3230-C67B-4424-9A56-4D803A9BC9C7}"/>
              </a:ext>
            </a:extLst>
          </p:cNvPr>
          <p:cNvSpPr>
            <a:spLocks noGrp="1"/>
          </p:cNvSpPr>
          <p:nvPr/>
        </p:nvSpPr>
        <p:spPr>
          <a:xfrm>
            <a:off x="283205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6" name="F2_precision_recall_distributions_7600">
            <a:extLst>
              <a:ext uri="{FF2B5EF4-FFF2-40B4-BE49-F238E27FC236}">
                <a16:creationId xmlns:a16="http://schemas.microsoft.com/office/drawing/2014/main" id="{1AC66AE1-FD17-44ED-ABF9-52DC5EF8E1F2}"/>
              </a:ext>
            </a:extLst>
          </p:cNvPr>
          <p:cNvSpPr>
            <a:spLocks noGrp="1"/>
          </p:cNvSpPr>
          <p:nvPr/>
        </p:nvSpPr>
        <p:spPr>
          <a:xfrm>
            <a:off x="316895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7" name="F2_precision_recall_distributions_7601">
            <a:extLst>
              <a:ext uri="{FF2B5EF4-FFF2-40B4-BE49-F238E27FC236}">
                <a16:creationId xmlns:a16="http://schemas.microsoft.com/office/drawing/2014/main" id="{A470F284-93B0-4FAA-8A7D-5D0D35D11623}"/>
              </a:ext>
            </a:extLst>
          </p:cNvPr>
          <p:cNvSpPr>
            <a:spLocks noGrp="1"/>
          </p:cNvSpPr>
          <p:nvPr/>
        </p:nvSpPr>
        <p:spPr>
          <a:xfrm>
            <a:off x="2859414" y="77379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8" name="F2_precision_recall_distributions_7602">
            <a:extLst>
              <a:ext uri="{FF2B5EF4-FFF2-40B4-BE49-F238E27FC236}">
                <a16:creationId xmlns:a16="http://schemas.microsoft.com/office/drawing/2014/main" id="{AE8B8B4C-4F7B-4016-B65E-C955BEB2ED06}"/>
              </a:ext>
            </a:extLst>
          </p:cNvPr>
          <p:cNvSpPr>
            <a:spLocks noGrp="1"/>
          </p:cNvSpPr>
          <p:nvPr/>
        </p:nvSpPr>
        <p:spPr>
          <a:xfrm>
            <a:off x="317137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89" name="F2_precision_recall_distributions_7603">
            <a:extLst>
              <a:ext uri="{FF2B5EF4-FFF2-40B4-BE49-F238E27FC236}">
                <a16:creationId xmlns:a16="http://schemas.microsoft.com/office/drawing/2014/main" id="{4229D35A-A0CA-4849-92B0-FD8CF735429B}"/>
              </a:ext>
            </a:extLst>
          </p:cNvPr>
          <p:cNvSpPr>
            <a:spLocks noGrp="1"/>
          </p:cNvSpPr>
          <p:nvPr/>
        </p:nvSpPr>
        <p:spPr>
          <a:xfrm>
            <a:off x="3156027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0" name="F2_precision_recall_distributions_7604">
            <a:extLst>
              <a:ext uri="{FF2B5EF4-FFF2-40B4-BE49-F238E27FC236}">
                <a16:creationId xmlns:a16="http://schemas.microsoft.com/office/drawing/2014/main" id="{1A5FD71D-3CBB-4466-A257-4D0571203B98}"/>
              </a:ext>
            </a:extLst>
          </p:cNvPr>
          <p:cNvSpPr>
            <a:spLocks noGrp="1"/>
          </p:cNvSpPr>
          <p:nvPr/>
        </p:nvSpPr>
        <p:spPr>
          <a:xfrm>
            <a:off x="298055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1" name="F2_precision_recall_distributions_7605">
            <a:extLst>
              <a:ext uri="{FF2B5EF4-FFF2-40B4-BE49-F238E27FC236}">
                <a16:creationId xmlns:a16="http://schemas.microsoft.com/office/drawing/2014/main" id="{6FC694DB-6CBB-4C30-8655-035131500F78}"/>
              </a:ext>
            </a:extLst>
          </p:cNvPr>
          <p:cNvSpPr>
            <a:spLocks noGrp="1"/>
          </p:cNvSpPr>
          <p:nvPr/>
        </p:nvSpPr>
        <p:spPr>
          <a:xfrm>
            <a:off x="306204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2" name="F2_precision_recall_distributions_7606">
            <a:extLst>
              <a:ext uri="{FF2B5EF4-FFF2-40B4-BE49-F238E27FC236}">
                <a16:creationId xmlns:a16="http://schemas.microsoft.com/office/drawing/2014/main" id="{BFC0BCB7-23D3-4B53-8024-621FFD6D975B}"/>
              </a:ext>
            </a:extLst>
          </p:cNvPr>
          <p:cNvSpPr>
            <a:spLocks noGrp="1"/>
          </p:cNvSpPr>
          <p:nvPr/>
        </p:nvSpPr>
        <p:spPr>
          <a:xfrm>
            <a:off x="302478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3" name="F2_precision_recall_distributions_7607">
            <a:extLst>
              <a:ext uri="{FF2B5EF4-FFF2-40B4-BE49-F238E27FC236}">
                <a16:creationId xmlns:a16="http://schemas.microsoft.com/office/drawing/2014/main" id="{A571FAE6-1BD5-461C-9744-0793096F849D}"/>
              </a:ext>
            </a:extLst>
          </p:cNvPr>
          <p:cNvSpPr>
            <a:spLocks noGrp="1"/>
          </p:cNvSpPr>
          <p:nvPr/>
        </p:nvSpPr>
        <p:spPr>
          <a:xfrm>
            <a:off x="2910038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4" name="F2_precision_recall_distributions_7608">
            <a:extLst>
              <a:ext uri="{FF2B5EF4-FFF2-40B4-BE49-F238E27FC236}">
                <a16:creationId xmlns:a16="http://schemas.microsoft.com/office/drawing/2014/main" id="{105FAC64-48E4-4DE2-8225-56D0BE4496D6}"/>
              </a:ext>
            </a:extLst>
          </p:cNvPr>
          <p:cNvSpPr>
            <a:spLocks noGrp="1"/>
          </p:cNvSpPr>
          <p:nvPr/>
        </p:nvSpPr>
        <p:spPr>
          <a:xfrm>
            <a:off x="298318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5" name="F2_precision_recall_distributions_7609">
            <a:extLst>
              <a:ext uri="{FF2B5EF4-FFF2-40B4-BE49-F238E27FC236}">
                <a16:creationId xmlns:a16="http://schemas.microsoft.com/office/drawing/2014/main" id="{6DC6735D-CB8C-4423-A0BF-A2B38A605CFD}"/>
              </a:ext>
            </a:extLst>
          </p:cNvPr>
          <p:cNvSpPr>
            <a:spLocks noGrp="1"/>
          </p:cNvSpPr>
          <p:nvPr/>
        </p:nvSpPr>
        <p:spPr>
          <a:xfrm>
            <a:off x="2948017" y="756046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6" name="F2_precision_recall_distributions_7610">
            <a:extLst>
              <a:ext uri="{FF2B5EF4-FFF2-40B4-BE49-F238E27FC236}">
                <a16:creationId xmlns:a16="http://schemas.microsoft.com/office/drawing/2014/main" id="{64196A16-77D8-483C-972E-FEE2C657E83F}"/>
              </a:ext>
            </a:extLst>
          </p:cNvPr>
          <p:cNvSpPr>
            <a:spLocks noGrp="1"/>
          </p:cNvSpPr>
          <p:nvPr/>
        </p:nvSpPr>
        <p:spPr>
          <a:xfrm>
            <a:off x="31220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7" name="F2_precision_recall_distributions_7611">
            <a:extLst>
              <a:ext uri="{FF2B5EF4-FFF2-40B4-BE49-F238E27FC236}">
                <a16:creationId xmlns:a16="http://schemas.microsoft.com/office/drawing/2014/main" id="{2B36674E-7CA4-404F-BB66-57E6A4DCCC1E}"/>
              </a:ext>
            </a:extLst>
          </p:cNvPr>
          <p:cNvSpPr>
            <a:spLocks noGrp="1"/>
          </p:cNvSpPr>
          <p:nvPr/>
        </p:nvSpPr>
        <p:spPr>
          <a:xfrm>
            <a:off x="30512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8" name="F2_precision_recall_distributions_7612">
            <a:extLst>
              <a:ext uri="{FF2B5EF4-FFF2-40B4-BE49-F238E27FC236}">
                <a16:creationId xmlns:a16="http://schemas.microsoft.com/office/drawing/2014/main" id="{322AF025-C9E3-428E-A187-E923CA893585}"/>
              </a:ext>
            </a:extLst>
          </p:cNvPr>
          <p:cNvSpPr>
            <a:spLocks noGrp="1"/>
          </p:cNvSpPr>
          <p:nvPr/>
        </p:nvSpPr>
        <p:spPr>
          <a:xfrm>
            <a:off x="312098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799" name="F2_precision_recall_distributions_7613">
            <a:extLst>
              <a:ext uri="{FF2B5EF4-FFF2-40B4-BE49-F238E27FC236}">
                <a16:creationId xmlns:a16="http://schemas.microsoft.com/office/drawing/2014/main" id="{00C5B7B4-9E30-46D6-8E23-87556C2953F6}"/>
              </a:ext>
            </a:extLst>
          </p:cNvPr>
          <p:cNvSpPr>
            <a:spLocks noGrp="1"/>
          </p:cNvSpPr>
          <p:nvPr/>
        </p:nvSpPr>
        <p:spPr>
          <a:xfrm>
            <a:off x="3126194" y="751986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0" name="F2_precision_recall_distributions_7614">
            <a:extLst>
              <a:ext uri="{FF2B5EF4-FFF2-40B4-BE49-F238E27FC236}">
                <a16:creationId xmlns:a16="http://schemas.microsoft.com/office/drawing/2014/main" id="{C4A39CC5-7884-4069-BB30-29972F2BDA04}"/>
              </a:ext>
            </a:extLst>
          </p:cNvPr>
          <p:cNvSpPr>
            <a:spLocks noGrp="1"/>
          </p:cNvSpPr>
          <p:nvPr/>
        </p:nvSpPr>
        <p:spPr>
          <a:xfrm>
            <a:off x="317139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1" name="F2_precision_recall_distributions_7615">
            <a:extLst>
              <a:ext uri="{FF2B5EF4-FFF2-40B4-BE49-F238E27FC236}">
                <a16:creationId xmlns:a16="http://schemas.microsoft.com/office/drawing/2014/main" id="{C5D0F354-D2F1-4C95-AECE-DB55D9D54484}"/>
              </a:ext>
            </a:extLst>
          </p:cNvPr>
          <p:cNvSpPr>
            <a:spLocks noGrp="1"/>
          </p:cNvSpPr>
          <p:nvPr/>
        </p:nvSpPr>
        <p:spPr>
          <a:xfrm>
            <a:off x="3138784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2" name="F2_precision_recall_distributions_7616">
            <a:extLst>
              <a:ext uri="{FF2B5EF4-FFF2-40B4-BE49-F238E27FC236}">
                <a16:creationId xmlns:a16="http://schemas.microsoft.com/office/drawing/2014/main" id="{1F77F4E5-1917-4B57-9EAF-379778FA907D}"/>
              </a:ext>
            </a:extLst>
          </p:cNvPr>
          <p:cNvSpPr>
            <a:spLocks noGrp="1"/>
          </p:cNvSpPr>
          <p:nvPr/>
        </p:nvSpPr>
        <p:spPr>
          <a:xfrm>
            <a:off x="2827260" y="702291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3" name="F2_precision_recall_distributions_7617">
            <a:extLst>
              <a:ext uri="{FF2B5EF4-FFF2-40B4-BE49-F238E27FC236}">
                <a16:creationId xmlns:a16="http://schemas.microsoft.com/office/drawing/2014/main" id="{47CE22CC-0395-41E7-B550-88E947ABBAE9}"/>
              </a:ext>
            </a:extLst>
          </p:cNvPr>
          <p:cNvSpPr>
            <a:spLocks noGrp="1"/>
          </p:cNvSpPr>
          <p:nvPr/>
        </p:nvSpPr>
        <p:spPr>
          <a:xfrm>
            <a:off x="303961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4" name="F2_precision_recall_distributions_7618">
            <a:extLst>
              <a:ext uri="{FF2B5EF4-FFF2-40B4-BE49-F238E27FC236}">
                <a16:creationId xmlns:a16="http://schemas.microsoft.com/office/drawing/2014/main" id="{FBC08EE5-15DA-4B1B-B3B4-17A106790FB1}"/>
              </a:ext>
            </a:extLst>
          </p:cNvPr>
          <p:cNvSpPr>
            <a:spLocks noGrp="1"/>
          </p:cNvSpPr>
          <p:nvPr/>
        </p:nvSpPr>
        <p:spPr>
          <a:xfrm>
            <a:off x="3073809" y="713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5" name="F2_precision_recall_distributions_7619">
            <a:extLst>
              <a:ext uri="{FF2B5EF4-FFF2-40B4-BE49-F238E27FC236}">
                <a16:creationId xmlns:a16="http://schemas.microsoft.com/office/drawing/2014/main" id="{F0C01856-D32B-4F1F-BCEB-94D8F45F44DB}"/>
              </a:ext>
            </a:extLst>
          </p:cNvPr>
          <p:cNvSpPr>
            <a:spLocks noGrp="1"/>
          </p:cNvSpPr>
          <p:nvPr/>
        </p:nvSpPr>
        <p:spPr>
          <a:xfrm>
            <a:off x="305591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6" name="F2_precision_recall_distributions_7620">
            <a:extLst>
              <a:ext uri="{FF2B5EF4-FFF2-40B4-BE49-F238E27FC236}">
                <a16:creationId xmlns:a16="http://schemas.microsoft.com/office/drawing/2014/main" id="{BAFE9196-49B9-405D-8296-70F9050AFFD9}"/>
              </a:ext>
            </a:extLst>
          </p:cNvPr>
          <p:cNvSpPr>
            <a:spLocks noGrp="1"/>
          </p:cNvSpPr>
          <p:nvPr/>
        </p:nvSpPr>
        <p:spPr>
          <a:xfrm>
            <a:off x="2881790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7" name="F2_precision_recall_distributions_7621">
            <a:extLst>
              <a:ext uri="{FF2B5EF4-FFF2-40B4-BE49-F238E27FC236}">
                <a16:creationId xmlns:a16="http://schemas.microsoft.com/office/drawing/2014/main" id="{C8B70F6A-C9DC-4EA9-916E-165ABE131C0F}"/>
              </a:ext>
            </a:extLst>
          </p:cNvPr>
          <p:cNvSpPr>
            <a:spLocks noGrp="1"/>
          </p:cNvSpPr>
          <p:nvPr/>
        </p:nvSpPr>
        <p:spPr>
          <a:xfrm>
            <a:off x="29425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8" name="F2_precision_recall_distributions_7622">
            <a:extLst>
              <a:ext uri="{FF2B5EF4-FFF2-40B4-BE49-F238E27FC236}">
                <a16:creationId xmlns:a16="http://schemas.microsoft.com/office/drawing/2014/main" id="{8AB449B3-352D-43AE-B346-6A617D782E7B}"/>
              </a:ext>
            </a:extLst>
          </p:cNvPr>
          <p:cNvSpPr>
            <a:spLocks noGrp="1"/>
          </p:cNvSpPr>
          <p:nvPr/>
        </p:nvSpPr>
        <p:spPr>
          <a:xfrm>
            <a:off x="2901493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09" name="F2_precision_recall_distributions_7623">
            <a:extLst>
              <a:ext uri="{FF2B5EF4-FFF2-40B4-BE49-F238E27FC236}">
                <a16:creationId xmlns:a16="http://schemas.microsoft.com/office/drawing/2014/main" id="{3646F8F5-2FC9-4E54-8A3E-37E5E0FE2318}"/>
              </a:ext>
            </a:extLst>
          </p:cNvPr>
          <p:cNvSpPr>
            <a:spLocks noGrp="1"/>
          </p:cNvSpPr>
          <p:nvPr/>
        </p:nvSpPr>
        <p:spPr>
          <a:xfrm>
            <a:off x="2981197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0" name="F2_precision_recall_distributions_7624">
            <a:extLst>
              <a:ext uri="{FF2B5EF4-FFF2-40B4-BE49-F238E27FC236}">
                <a16:creationId xmlns:a16="http://schemas.microsoft.com/office/drawing/2014/main" id="{0CA477C5-D383-4476-B9A8-EDBFA384ABBA}"/>
              </a:ext>
            </a:extLst>
          </p:cNvPr>
          <p:cNvSpPr>
            <a:spLocks noGrp="1"/>
          </p:cNvSpPr>
          <p:nvPr/>
        </p:nvSpPr>
        <p:spPr>
          <a:xfrm>
            <a:off x="308142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1" name="F2_precision_recall_distributions_7625">
            <a:extLst>
              <a:ext uri="{FF2B5EF4-FFF2-40B4-BE49-F238E27FC236}">
                <a16:creationId xmlns:a16="http://schemas.microsoft.com/office/drawing/2014/main" id="{F38C8E51-78DD-429E-96D9-10B6DDDDC95C}"/>
              </a:ext>
            </a:extLst>
          </p:cNvPr>
          <p:cNvSpPr>
            <a:spLocks noGrp="1"/>
          </p:cNvSpPr>
          <p:nvPr/>
        </p:nvSpPr>
        <p:spPr>
          <a:xfrm>
            <a:off x="2904675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2" name="F2_precision_recall_distributions_7626">
            <a:extLst>
              <a:ext uri="{FF2B5EF4-FFF2-40B4-BE49-F238E27FC236}">
                <a16:creationId xmlns:a16="http://schemas.microsoft.com/office/drawing/2014/main" id="{E0D771C8-9F72-4034-BD4C-AA197E5479D3}"/>
              </a:ext>
            </a:extLst>
          </p:cNvPr>
          <p:cNvSpPr>
            <a:spLocks noGrp="1"/>
          </p:cNvSpPr>
          <p:nvPr/>
        </p:nvSpPr>
        <p:spPr>
          <a:xfrm>
            <a:off x="301273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3" name="F2_precision_recall_distributions_7627">
            <a:extLst>
              <a:ext uri="{FF2B5EF4-FFF2-40B4-BE49-F238E27FC236}">
                <a16:creationId xmlns:a16="http://schemas.microsoft.com/office/drawing/2014/main" id="{6F07F74B-5CB2-41FD-8022-778F1228F9F4}"/>
              </a:ext>
            </a:extLst>
          </p:cNvPr>
          <p:cNvSpPr>
            <a:spLocks noGrp="1"/>
          </p:cNvSpPr>
          <p:nvPr/>
        </p:nvSpPr>
        <p:spPr>
          <a:xfrm>
            <a:off x="3188838" y="7572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4" name="F2_precision_recall_distributions_7628">
            <a:extLst>
              <a:ext uri="{FF2B5EF4-FFF2-40B4-BE49-F238E27FC236}">
                <a16:creationId xmlns:a16="http://schemas.microsoft.com/office/drawing/2014/main" id="{2F62E181-C693-4F87-B03E-8CA28E17CF3C}"/>
              </a:ext>
            </a:extLst>
          </p:cNvPr>
          <p:cNvSpPr>
            <a:spLocks noGrp="1"/>
          </p:cNvSpPr>
          <p:nvPr/>
        </p:nvSpPr>
        <p:spPr>
          <a:xfrm>
            <a:off x="3129979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5" name="F2_precision_recall_distributions_7629">
            <a:extLst>
              <a:ext uri="{FF2B5EF4-FFF2-40B4-BE49-F238E27FC236}">
                <a16:creationId xmlns:a16="http://schemas.microsoft.com/office/drawing/2014/main" id="{AE986766-5A4A-47F9-A91D-D3BB395B8DE5}"/>
              </a:ext>
            </a:extLst>
          </p:cNvPr>
          <p:cNvSpPr>
            <a:spLocks noGrp="1"/>
          </p:cNvSpPr>
          <p:nvPr/>
        </p:nvSpPr>
        <p:spPr>
          <a:xfrm>
            <a:off x="2879464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6" name="F2_precision_recall_distributions_7630">
            <a:extLst>
              <a:ext uri="{FF2B5EF4-FFF2-40B4-BE49-F238E27FC236}">
                <a16:creationId xmlns:a16="http://schemas.microsoft.com/office/drawing/2014/main" id="{0E583FFA-DEC7-40AC-AAC7-166B74311D19}"/>
              </a:ext>
            </a:extLst>
          </p:cNvPr>
          <p:cNvSpPr>
            <a:spLocks noGrp="1"/>
          </p:cNvSpPr>
          <p:nvPr/>
        </p:nvSpPr>
        <p:spPr>
          <a:xfrm>
            <a:off x="284097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7" name="F2_precision_recall_distributions_7631">
            <a:extLst>
              <a:ext uri="{FF2B5EF4-FFF2-40B4-BE49-F238E27FC236}">
                <a16:creationId xmlns:a16="http://schemas.microsoft.com/office/drawing/2014/main" id="{30941A2C-1EE1-4958-85CE-1BB106936428}"/>
              </a:ext>
            </a:extLst>
          </p:cNvPr>
          <p:cNvSpPr>
            <a:spLocks noGrp="1"/>
          </p:cNvSpPr>
          <p:nvPr/>
        </p:nvSpPr>
        <p:spPr>
          <a:xfrm>
            <a:off x="308977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8" name="F2_precision_recall_distributions_7632">
            <a:extLst>
              <a:ext uri="{FF2B5EF4-FFF2-40B4-BE49-F238E27FC236}">
                <a16:creationId xmlns:a16="http://schemas.microsoft.com/office/drawing/2014/main" id="{865B7036-64A5-4EF3-9D64-DAB21ADD38D7}"/>
              </a:ext>
            </a:extLst>
          </p:cNvPr>
          <p:cNvSpPr>
            <a:spLocks noGrp="1"/>
          </p:cNvSpPr>
          <p:nvPr/>
        </p:nvSpPr>
        <p:spPr>
          <a:xfrm>
            <a:off x="2913926" y="71785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19" name="F2_precision_recall_distributions_7633">
            <a:extLst>
              <a:ext uri="{FF2B5EF4-FFF2-40B4-BE49-F238E27FC236}">
                <a16:creationId xmlns:a16="http://schemas.microsoft.com/office/drawing/2014/main" id="{241536F2-E70C-4D31-B874-4B8FAF3FA755}"/>
              </a:ext>
            </a:extLst>
          </p:cNvPr>
          <p:cNvSpPr>
            <a:spLocks noGrp="1"/>
          </p:cNvSpPr>
          <p:nvPr/>
        </p:nvSpPr>
        <p:spPr>
          <a:xfrm>
            <a:off x="2967225" y="751552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0" name="F2_precision_recall_distributions_7634">
            <a:extLst>
              <a:ext uri="{FF2B5EF4-FFF2-40B4-BE49-F238E27FC236}">
                <a16:creationId xmlns:a16="http://schemas.microsoft.com/office/drawing/2014/main" id="{72E0A3AF-B1B1-4A00-B352-8B9C0D9AEEAB}"/>
              </a:ext>
            </a:extLst>
          </p:cNvPr>
          <p:cNvSpPr>
            <a:spLocks noGrp="1"/>
          </p:cNvSpPr>
          <p:nvPr/>
        </p:nvSpPr>
        <p:spPr>
          <a:xfrm>
            <a:off x="31220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1" name="F2_precision_recall_distributions_7635">
            <a:extLst>
              <a:ext uri="{FF2B5EF4-FFF2-40B4-BE49-F238E27FC236}">
                <a16:creationId xmlns:a16="http://schemas.microsoft.com/office/drawing/2014/main" id="{AA046EE3-7333-4401-978A-0612CA49089C}"/>
              </a:ext>
            </a:extLst>
          </p:cNvPr>
          <p:cNvSpPr>
            <a:spLocks noGrp="1"/>
          </p:cNvSpPr>
          <p:nvPr/>
        </p:nvSpPr>
        <p:spPr>
          <a:xfrm>
            <a:off x="3150290" y="74513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2" name="F2_precision_recall_distributions_7636">
            <a:extLst>
              <a:ext uri="{FF2B5EF4-FFF2-40B4-BE49-F238E27FC236}">
                <a16:creationId xmlns:a16="http://schemas.microsoft.com/office/drawing/2014/main" id="{43591E27-615D-42EE-875E-2235E404B174}"/>
              </a:ext>
            </a:extLst>
          </p:cNvPr>
          <p:cNvSpPr>
            <a:spLocks noGrp="1"/>
          </p:cNvSpPr>
          <p:nvPr/>
        </p:nvSpPr>
        <p:spPr>
          <a:xfrm>
            <a:off x="283410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3" name="F2_precision_recall_distributions_7637">
            <a:extLst>
              <a:ext uri="{FF2B5EF4-FFF2-40B4-BE49-F238E27FC236}">
                <a16:creationId xmlns:a16="http://schemas.microsoft.com/office/drawing/2014/main" id="{C74076A8-27CC-49E2-8733-2BFA7BF01A56}"/>
              </a:ext>
            </a:extLst>
          </p:cNvPr>
          <p:cNvSpPr>
            <a:spLocks noGrp="1"/>
          </p:cNvSpPr>
          <p:nvPr/>
        </p:nvSpPr>
        <p:spPr>
          <a:xfrm>
            <a:off x="2894466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4" name="F2_precision_recall_distributions_7638">
            <a:extLst>
              <a:ext uri="{FF2B5EF4-FFF2-40B4-BE49-F238E27FC236}">
                <a16:creationId xmlns:a16="http://schemas.microsoft.com/office/drawing/2014/main" id="{7839653D-865A-46E5-916B-A3B152F8DA46}"/>
              </a:ext>
            </a:extLst>
          </p:cNvPr>
          <p:cNvSpPr>
            <a:spLocks noGrp="1"/>
          </p:cNvSpPr>
          <p:nvPr/>
        </p:nvSpPr>
        <p:spPr>
          <a:xfrm>
            <a:off x="310061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5" name="F2_precision_recall_distributions_7639">
            <a:extLst>
              <a:ext uri="{FF2B5EF4-FFF2-40B4-BE49-F238E27FC236}">
                <a16:creationId xmlns:a16="http://schemas.microsoft.com/office/drawing/2014/main" id="{A3626ACF-C91C-431D-8C6A-1DB493B7C0C7}"/>
              </a:ext>
            </a:extLst>
          </p:cNvPr>
          <p:cNvSpPr>
            <a:spLocks noGrp="1"/>
          </p:cNvSpPr>
          <p:nvPr/>
        </p:nvSpPr>
        <p:spPr>
          <a:xfrm>
            <a:off x="282963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6" name="F2_precision_recall_distributions_7640">
            <a:extLst>
              <a:ext uri="{FF2B5EF4-FFF2-40B4-BE49-F238E27FC236}">
                <a16:creationId xmlns:a16="http://schemas.microsoft.com/office/drawing/2014/main" id="{8DBE5131-D847-4FAA-B114-68CEBDC9DC6D}"/>
              </a:ext>
            </a:extLst>
          </p:cNvPr>
          <p:cNvSpPr>
            <a:spLocks noGrp="1"/>
          </p:cNvSpPr>
          <p:nvPr/>
        </p:nvSpPr>
        <p:spPr>
          <a:xfrm>
            <a:off x="2957258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7" name="F2_precision_recall_distributions_7641">
            <a:extLst>
              <a:ext uri="{FF2B5EF4-FFF2-40B4-BE49-F238E27FC236}">
                <a16:creationId xmlns:a16="http://schemas.microsoft.com/office/drawing/2014/main" id="{61D7C108-2259-40D7-B4D3-A0612457CC00}"/>
              </a:ext>
            </a:extLst>
          </p:cNvPr>
          <p:cNvSpPr>
            <a:spLocks noGrp="1"/>
          </p:cNvSpPr>
          <p:nvPr/>
        </p:nvSpPr>
        <p:spPr>
          <a:xfrm>
            <a:off x="291809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8" name="F2_precision_recall_distributions_7642">
            <a:extLst>
              <a:ext uri="{FF2B5EF4-FFF2-40B4-BE49-F238E27FC236}">
                <a16:creationId xmlns:a16="http://schemas.microsoft.com/office/drawing/2014/main" id="{35B980CA-33DB-4824-9BFF-8A594706EBAA}"/>
              </a:ext>
            </a:extLst>
          </p:cNvPr>
          <p:cNvSpPr>
            <a:spLocks noGrp="1"/>
          </p:cNvSpPr>
          <p:nvPr/>
        </p:nvSpPr>
        <p:spPr>
          <a:xfrm>
            <a:off x="294647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29" name="F2_precision_recall_distributions_7643">
            <a:extLst>
              <a:ext uri="{FF2B5EF4-FFF2-40B4-BE49-F238E27FC236}">
                <a16:creationId xmlns:a16="http://schemas.microsoft.com/office/drawing/2014/main" id="{3AE6DFBD-4E7A-486D-9D7C-B319664302CC}"/>
              </a:ext>
            </a:extLst>
          </p:cNvPr>
          <p:cNvSpPr>
            <a:spLocks noGrp="1"/>
          </p:cNvSpPr>
          <p:nvPr/>
        </p:nvSpPr>
        <p:spPr>
          <a:xfrm>
            <a:off x="3059681" y="768247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0" name="F2_precision_recall_distributions_7644">
            <a:extLst>
              <a:ext uri="{FF2B5EF4-FFF2-40B4-BE49-F238E27FC236}">
                <a16:creationId xmlns:a16="http://schemas.microsoft.com/office/drawing/2014/main" id="{B5581494-77C9-4E22-A3D5-98C4215707BF}"/>
              </a:ext>
            </a:extLst>
          </p:cNvPr>
          <p:cNvSpPr>
            <a:spLocks noGrp="1"/>
          </p:cNvSpPr>
          <p:nvPr/>
        </p:nvSpPr>
        <p:spPr>
          <a:xfrm>
            <a:off x="31753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1" name="F2_precision_recall_distributions_7645">
            <a:extLst>
              <a:ext uri="{FF2B5EF4-FFF2-40B4-BE49-F238E27FC236}">
                <a16:creationId xmlns:a16="http://schemas.microsoft.com/office/drawing/2014/main" id="{E6A8DB9C-5D63-4431-AA25-5B26D4D7532E}"/>
              </a:ext>
            </a:extLst>
          </p:cNvPr>
          <p:cNvSpPr>
            <a:spLocks noGrp="1"/>
          </p:cNvSpPr>
          <p:nvPr/>
        </p:nvSpPr>
        <p:spPr>
          <a:xfrm>
            <a:off x="295107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2" name="F2_precision_recall_distributions_7646">
            <a:extLst>
              <a:ext uri="{FF2B5EF4-FFF2-40B4-BE49-F238E27FC236}">
                <a16:creationId xmlns:a16="http://schemas.microsoft.com/office/drawing/2014/main" id="{6A2BF228-51D6-4A3E-A79A-0D321C3E4BA5}"/>
              </a:ext>
            </a:extLst>
          </p:cNvPr>
          <p:cNvSpPr>
            <a:spLocks noGrp="1"/>
          </p:cNvSpPr>
          <p:nvPr/>
        </p:nvSpPr>
        <p:spPr>
          <a:xfrm>
            <a:off x="3842873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438" y="842186"/>
                </a:lnTo>
                <a:lnTo>
                  <a:pt x="21225" y="835606"/>
                </a:lnTo>
                <a:lnTo>
                  <a:pt x="45866" y="829027"/>
                </a:lnTo>
                <a:lnTo>
                  <a:pt x="77133" y="822447"/>
                </a:lnTo>
                <a:lnTo>
                  <a:pt x="112394" y="815868"/>
                </a:lnTo>
                <a:lnTo>
                  <a:pt x="148980" y="809288"/>
                </a:lnTo>
                <a:lnTo>
                  <a:pt x="184507" y="802708"/>
                </a:lnTo>
                <a:lnTo>
                  <a:pt x="217110" y="796129"/>
                </a:lnTo>
                <a:lnTo>
                  <a:pt x="245557" y="789549"/>
                </a:lnTo>
                <a:lnTo>
                  <a:pt x="269255" y="782970"/>
                </a:lnTo>
                <a:lnTo>
                  <a:pt x="288157" y="776390"/>
                </a:lnTo>
                <a:lnTo>
                  <a:pt x="302627" y="769811"/>
                </a:lnTo>
                <a:lnTo>
                  <a:pt x="313278" y="763231"/>
                </a:lnTo>
                <a:lnTo>
                  <a:pt x="320830" y="756651"/>
                </a:lnTo>
                <a:lnTo>
                  <a:pt x="326001" y="750072"/>
                </a:lnTo>
                <a:lnTo>
                  <a:pt x="329432" y="743492"/>
                </a:lnTo>
                <a:lnTo>
                  <a:pt x="331654" y="736913"/>
                </a:lnTo>
                <a:lnTo>
                  <a:pt x="333074" y="730333"/>
                </a:lnTo>
                <a:lnTo>
                  <a:pt x="333988" y="723754"/>
                </a:lnTo>
                <a:lnTo>
                  <a:pt x="334602" y="717174"/>
                </a:lnTo>
                <a:lnTo>
                  <a:pt x="335044" y="710594"/>
                </a:lnTo>
                <a:lnTo>
                  <a:pt x="335396" y="704015"/>
                </a:lnTo>
                <a:lnTo>
                  <a:pt x="335700" y="697435"/>
                </a:lnTo>
                <a:lnTo>
                  <a:pt x="335978" y="690856"/>
                </a:lnTo>
                <a:lnTo>
                  <a:pt x="336236" y="684276"/>
                </a:lnTo>
                <a:lnTo>
                  <a:pt x="336474" y="677697"/>
                </a:lnTo>
                <a:lnTo>
                  <a:pt x="336689" y="671117"/>
                </a:lnTo>
                <a:lnTo>
                  <a:pt x="336879" y="664537"/>
                </a:lnTo>
                <a:lnTo>
                  <a:pt x="337040" y="657958"/>
                </a:lnTo>
                <a:lnTo>
                  <a:pt x="337174" y="651378"/>
                </a:lnTo>
                <a:lnTo>
                  <a:pt x="337280" y="644799"/>
                </a:lnTo>
                <a:lnTo>
                  <a:pt x="337361" y="638219"/>
                </a:lnTo>
                <a:lnTo>
                  <a:pt x="337422" y="631639"/>
                </a:lnTo>
                <a:lnTo>
                  <a:pt x="337466" y="625060"/>
                </a:lnTo>
                <a:lnTo>
                  <a:pt x="337496" y="618480"/>
                </a:lnTo>
                <a:lnTo>
                  <a:pt x="337516" y="611901"/>
                </a:lnTo>
                <a:lnTo>
                  <a:pt x="337529" y="605321"/>
                </a:lnTo>
                <a:lnTo>
                  <a:pt x="337537" y="598742"/>
                </a:lnTo>
                <a:lnTo>
                  <a:pt x="337542" y="592162"/>
                </a:lnTo>
                <a:lnTo>
                  <a:pt x="337545" y="585582"/>
                </a:lnTo>
                <a:lnTo>
                  <a:pt x="337546" y="579003"/>
                </a:lnTo>
                <a:lnTo>
                  <a:pt x="337547" y="572423"/>
                </a:lnTo>
                <a:lnTo>
                  <a:pt x="337548" y="565844"/>
                </a:lnTo>
                <a:lnTo>
                  <a:pt x="337548" y="559264"/>
                </a:lnTo>
                <a:lnTo>
                  <a:pt x="337548" y="552685"/>
                </a:lnTo>
                <a:lnTo>
                  <a:pt x="337548" y="546105"/>
                </a:lnTo>
                <a:lnTo>
                  <a:pt x="337548" y="539525"/>
                </a:lnTo>
                <a:lnTo>
                  <a:pt x="337548" y="532946"/>
                </a:lnTo>
                <a:lnTo>
                  <a:pt x="337548" y="526366"/>
                </a:lnTo>
                <a:lnTo>
                  <a:pt x="337548" y="519787"/>
                </a:lnTo>
                <a:lnTo>
                  <a:pt x="337548" y="513207"/>
                </a:lnTo>
                <a:lnTo>
                  <a:pt x="337548" y="506627"/>
                </a:lnTo>
                <a:lnTo>
                  <a:pt x="337548" y="500048"/>
                </a:lnTo>
                <a:lnTo>
                  <a:pt x="337548" y="493468"/>
                </a:lnTo>
                <a:lnTo>
                  <a:pt x="337548" y="486889"/>
                </a:lnTo>
                <a:lnTo>
                  <a:pt x="337548" y="480309"/>
                </a:lnTo>
                <a:lnTo>
                  <a:pt x="337548" y="473730"/>
                </a:lnTo>
                <a:lnTo>
                  <a:pt x="337548" y="467150"/>
                </a:lnTo>
                <a:lnTo>
                  <a:pt x="337548" y="460570"/>
                </a:lnTo>
                <a:lnTo>
                  <a:pt x="337548" y="453991"/>
                </a:lnTo>
                <a:lnTo>
                  <a:pt x="337548" y="447411"/>
                </a:lnTo>
                <a:lnTo>
                  <a:pt x="337548" y="440832"/>
                </a:lnTo>
                <a:lnTo>
                  <a:pt x="337548" y="434252"/>
                </a:lnTo>
                <a:lnTo>
                  <a:pt x="337548" y="427673"/>
                </a:lnTo>
                <a:lnTo>
                  <a:pt x="337548" y="421093"/>
                </a:lnTo>
                <a:lnTo>
                  <a:pt x="337548" y="414513"/>
                </a:lnTo>
                <a:lnTo>
                  <a:pt x="337548" y="407934"/>
                </a:lnTo>
                <a:lnTo>
                  <a:pt x="337548" y="401354"/>
                </a:lnTo>
                <a:lnTo>
                  <a:pt x="337548" y="394775"/>
                </a:lnTo>
                <a:lnTo>
                  <a:pt x="337548" y="388195"/>
                </a:lnTo>
                <a:lnTo>
                  <a:pt x="337548" y="381616"/>
                </a:lnTo>
                <a:lnTo>
                  <a:pt x="337548" y="375036"/>
                </a:lnTo>
                <a:lnTo>
                  <a:pt x="337548" y="368456"/>
                </a:lnTo>
                <a:lnTo>
                  <a:pt x="337548" y="361877"/>
                </a:lnTo>
                <a:lnTo>
                  <a:pt x="337548" y="355297"/>
                </a:lnTo>
                <a:lnTo>
                  <a:pt x="337548" y="348718"/>
                </a:lnTo>
                <a:lnTo>
                  <a:pt x="337548" y="342138"/>
                </a:lnTo>
                <a:lnTo>
                  <a:pt x="337548" y="335558"/>
                </a:lnTo>
                <a:lnTo>
                  <a:pt x="337548" y="328979"/>
                </a:lnTo>
                <a:lnTo>
                  <a:pt x="337548" y="322399"/>
                </a:lnTo>
                <a:lnTo>
                  <a:pt x="337548" y="315820"/>
                </a:lnTo>
                <a:lnTo>
                  <a:pt x="337548" y="309240"/>
                </a:lnTo>
                <a:lnTo>
                  <a:pt x="337548" y="302661"/>
                </a:lnTo>
                <a:lnTo>
                  <a:pt x="337548" y="296081"/>
                </a:lnTo>
                <a:lnTo>
                  <a:pt x="337548" y="289501"/>
                </a:lnTo>
                <a:lnTo>
                  <a:pt x="337548" y="282922"/>
                </a:lnTo>
                <a:lnTo>
                  <a:pt x="337548" y="276342"/>
                </a:lnTo>
                <a:lnTo>
                  <a:pt x="337548" y="269763"/>
                </a:lnTo>
                <a:lnTo>
                  <a:pt x="337548" y="263183"/>
                </a:lnTo>
                <a:lnTo>
                  <a:pt x="337548" y="256604"/>
                </a:lnTo>
                <a:lnTo>
                  <a:pt x="337548" y="250024"/>
                </a:lnTo>
                <a:lnTo>
                  <a:pt x="337548" y="243444"/>
                </a:lnTo>
                <a:lnTo>
                  <a:pt x="337548" y="236865"/>
                </a:lnTo>
                <a:lnTo>
                  <a:pt x="337548" y="230285"/>
                </a:lnTo>
                <a:lnTo>
                  <a:pt x="337548" y="223706"/>
                </a:lnTo>
                <a:lnTo>
                  <a:pt x="337548" y="217126"/>
                </a:lnTo>
                <a:lnTo>
                  <a:pt x="337548" y="210546"/>
                </a:lnTo>
                <a:lnTo>
                  <a:pt x="337548" y="203967"/>
                </a:lnTo>
                <a:lnTo>
                  <a:pt x="337548" y="197387"/>
                </a:lnTo>
                <a:lnTo>
                  <a:pt x="337548" y="190808"/>
                </a:lnTo>
                <a:lnTo>
                  <a:pt x="337548" y="184228"/>
                </a:lnTo>
                <a:lnTo>
                  <a:pt x="337548" y="177649"/>
                </a:lnTo>
                <a:lnTo>
                  <a:pt x="337548" y="171069"/>
                </a:lnTo>
                <a:lnTo>
                  <a:pt x="337548" y="164489"/>
                </a:lnTo>
                <a:lnTo>
                  <a:pt x="337548" y="157910"/>
                </a:lnTo>
                <a:lnTo>
                  <a:pt x="337548" y="151330"/>
                </a:lnTo>
                <a:lnTo>
                  <a:pt x="337548" y="144751"/>
                </a:lnTo>
                <a:lnTo>
                  <a:pt x="337548" y="138171"/>
                </a:lnTo>
                <a:lnTo>
                  <a:pt x="337548" y="131592"/>
                </a:lnTo>
                <a:lnTo>
                  <a:pt x="337548" y="125012"/>
                </a:lnTo>
                <a:lnTo>
                  <a:pt x="337548" y="118432"/>
                </a:lnTo>
                <a:lnTo>
                  <a:pt x="337548" y="111853"/>
                </a:lnTo>
                <a:lnTo>
                  <a:pt x="337548" y="105273"/>
                </a:lnTo>
                <a:lnTo>
                  <a:pt x="337548" y="98694"/>
                </a:lnTo>
                <a:lnTo>
                  <a:pt x="337548" y="92114"/>
                </a:lnTo>
                <a:lnTo>
                  <a:pt x="337548" y="85535"/>
                </a:lnTo>
                <a:lnTo>
                  <a:pt x="337548" y="78955"/>
                </a:lnTo>
                <a:lnTo>
                  <a:pt x="337548" y="72375"/>
                </a:lnTo>
                <a:lnTo>
                  <a:pt x="337548" y="65796"/>
                </a:lnTo>
                <a:lnTo>
                  <a:pt x="337548" y="59216"/>
                </a:lnTo>
                <a:lnTo>
                  <a:pt x="337548" y="52637"/>
                </a:lnTo>
                <a:lnTo>
                  <a:pt x="337548" y="46057"/>
                </a:lnTo>
                <a:lnTo>
                  <a:pt x="337548" y="39477"/>
                </a:lnTo>
                <a:lnTo>
                  <a:pt x="337548" y="32898"/>
                </a:lnTo>
                <a:lnTo>
                  <a:pt x="337548" y="26318"/>
                </a:lnTo>
                <a:lnTo>
                  <a:pt x="337548" y="19739"/>
                </a:lnTo>
                <a:lnTo>
                  <a:pt x="337548" y="13159"/>
                </a:lnTo>
                <a:lnTo>
                  <a:pt x="337548" y="658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0"/>
                </a:lnTo>
                <a:lnTo>
                  <a:pt x="337548" y="6580"/>
                </a:lnTo>
                <a:lnTo>
                  <a:pt x="337548" y="13159"/>
                </a:lnTo>
                <a:lnTo>
                  <a:pt x="337548" y="19739"/>
                </a:lnTo>
                <a:lnTo>
                  <a:pt x="337548" y="26318"/>
                </a:lnTo>
                <a:lnTo>
                  <a:pt x="337548" y="32898"/>
                </a:lnTo>
                <a:lnTo>
                  <a:pt x="337548" y="39477"/>
                </a:lnTo>
                <a:lnTo>
                  <a:pt x="337548" y="46057"/>
                </a:lnTo>
                <a:lnTo>
                  <a:pt x="337548" y="52637"/>
                </a:lnTo>
                <a:lnTo>
                  <a:pt x="337548" y="59216"/>
                </a:lnTo>
                <a:lnTo>
                  <a:pt x="337548" y="65796"/>
                </a:lnTo>
                <a:lnTo>
                  <a:pt x="337548" y="72375"/>
                </a:lnTo>
                <a:lnTo>
                  <a:pt x="337548" y="78955"/>
                </a:lnTo>
                <a:lnTo>
                  <a:pt x="337548" y="85535"/>
                </a:lnTo>
                <a:lnTo>
                  <a:pt x="337548" y="92114"/>
                </a:lnTo>
                <a:lnTo>
                  <a:pt x="337548" y="98694"/>
                </a:lnTo>
                <a:lnTo>
                  <a:pt x="337548" y="105273"/>
                </a:lnTo>
                <a:lnTo>
                  <a:pt x="337548" y="111853"/>
                </a:lnTo>
                <a:lnTo>
                  <a:pt x="337548" y="118432"/>
                </a:lnTo>
                <a:lnTo>
                  <a:pt x="337548" y="125012"/>
                </a:lnTo>
                <a:lnTo>
                  <a:pt x="337548" y="131592"/>
                </a:lnTo>
                <a:lnTo>
                  <a:pt x="337548" y="138171"/>
                </a:lnTo>
                <a:lnTo>
                  <a:pt x="337548" y="144751"/>
                </a:lnTo>
                <a:lnTo>
                  <a:pt x="337548" y="151330"/>
                </a:lnTo>
                <a:lnTo>
                  <a:pt x="337548" y="157910"/>
                </a:lnTo>
                <a:lnTo>
                  <a:pt x="337548" y="164489"/>
                </a:lnTo>
                <a:lnTo>
                  <a:pt x="337548" y="171069"/>
                </a:lnTo>
                <a:lnTo>
                  <a:pt x="337548" y="177649"/>
                </a:lnTo>
                <a:lnTo>
                  <a:pt x="337548" y="184228"/>
                </a:lnTo>
                <a:lnTo>
                  <a:pt x="337548" y="190808"/>
                </a:lnTo>
                <a:lnTo>
                  <a:pt x="337548" y="197387"/>
                </a:lnTo>
                <a:lnTo>
                  <a:pt x="337548" y="203967"/>
                </a:lnTo>
                <a:lnTo>
                  <a:pt x="337548" y="210546"/>
                </a:lnTo>
                <a:lnTo>
                  <a:pt x="337548" y="217126"/>
                </a:lnTo>
                <a:lnTo>
                  <a:pt x="337548" y="223706"/>
                </a:lnTo>
                <a:lnTo>
                  <a:pt x="337548" y="230285"/>
                </a:lnTo>
                <a:lnTo>
                  <a:pt x="337548" y="236865"/>
                </a:lnTo>
                <a:lnTo>
                  <a:pt x="337548" y="243444"/>
                </a:lnTo>
                <a:lnTo>
                  <a:pt x="337548" y="250024"/>
                </a:lnTo>
                <a:lnTo>
                  <a:pt x="337548" y="256604"/>
                </a:lnTo>
                <a:lnTo>
                  <a:pt x="337548" y="263183"/>
                </a:lnTo>
                <a:lnTo>
                  <a:pt x="337548" y="269763"/>
                </a:lnTo>
                <a:lnTo>
                  <a:pt x="337548" y="276342"/>
                </a:lnTo>
                <a:lnTo>
                  <a:pt x="337548" y="282922"/>
                </a:lnTo>
                <a:lnTo>
                  <a:pt x="337548" y="289501"/>
                </a:lnTo>
                <a:lnTo>
                  <a:pt x="337548" y="296081"/>
                </a:lnTo>
                <a:lnTo>
                  <a:pt x="337548" y="302661"/>
                </a:lnTo>
                <a:lnTo>
                  <a:pt x="337548" y="309240"/>
                </a:lnTo>
                <a:lnTo>
                  <a:pt x="337548" y="315820"/>
                </a:lnTo>
                <a:lnTo>
                  <a:pt x="337548" y="322399"/>
                </a:lnTo>
                <a:lnTo>
                  <a:pt x="337548" y="328979"/>
                </a:lnTo>
                <a:lnTo>
                  <a:pt x="337548" y="335558"/>
                </a:lnTo>
                <a:lnTo>
                  <a:pt x="337548" y="342138"/>
                </a:lnTo>
                <a:lnTo>
                  <a:pt x="337548" y="348718"/>
                </a:lnTo>
                <a:lnTo>
                  <a:pt x="337548" y="355297"/>
                </a:lnTo>
                <a:lnTo>
                  <a:pt x="337548" y="361877"/>
                </a:lnTo>
                <a:lnTo>
                  <a:pt x="337548" y="368456"/>
                </a:lnTo>
                <a:lnTo>
                  <a:pt x="337548" y="375036"/>
                </a:lnTo>
                <a:lnTo>
                  <a:pt x="337548" y="381616"/>
                </a:lnTo>
                <a:lnTo>
                  <a:pt x="337548" y="388195"/>
                </a:lnTo>
                <a:lnTo>
                  <a:pt x="337548" y="394775"/>
                </a:lnTo>
                <a:lnTo>
                  <a:pt x="337548" y="401354"/>
                </a:lnTo>
                <a:lnTo>
                  <a:pt x="337548" y="407934"/>
                </a:lnTo>
                <a:lnTo>
                  <a:pt x="337548" y="414513"/>
                </a:lnTo>
                <a:lnTo>
                  <a:pt x="337548" y="421093"/>
                </a:lnTo>
                <a:lnTo>
                  <a:pt x="337548" y="427673"/>
                </a:lnTo>
                <a:lnTo>
                  <a:pt x="337548" y="434252"/>
                </a:lnTo>
                <a:lnTo>
                  <a:pt x="337548" y="440832"/>
                </a:lnTo>
                <a:lnTo>
                  <a:pt x="337548" y="447411"/>
                </a:lnTo>
                <a:lnTo>
                  <a:pt x="337548" y="453991"/>
                </a:lnTo>
                <a:lnTo>
                  <a:pt x="337548" y="460570"/>
                </a:lnTo>
                <a:lnTo>
                  <a:pt x="337548" y="467150"/>
                </a:lnTo>
                <a:lnTo>
                  <a:pt x="337548" y="473730"/>
                </a:lnTo>
                <a:lnTo>
                  <a:pt x="337548" y="480309"/>
                </a:lnTo>
                <a:lnTo>
                  <a:pt x="337548" y="486889"/>
                </a:lnTo>
                <a:lnTo>
                  <a:pt x="337548" y="493468"/>
                </a:lnTo>
                <a:lnTo>
                  <a:pt x="337548" y="500048"/>
                </a:lnTo>
                <a:lnTo>
                  <a:pt x="337548" y="506627"/>
                </a:lnTo>
                <a:lnTo>
                  <a:pt x="337548" y="513207"/>
                </a:lnTo>
                <a:lnTo>
                  <a:pt x="337548" y="519787"/>
                </a:lnTo>
                <a:lnTo>
                  <a:pt x="337548" y="526366"/>
                </a:lnTo>
                <a:lnTo>
                  <a:pt x="337548" y="532946"/>
                </a:lnTo>
                <a:lnTo>
                  <a:pt x="337548" y="539525"/>
                </a:lnTo>
                <a:lnTo>
                  <a:pt x="337548" y="546105"/>
                </a:lnTo>
                <a:lnTo>
                  <a:pt x="337548" y="552685"/>
                </a:lnTo>
                <a:lnTo>
                  <a:pt x="337548" y="559264"/>
                </a:lnTo>
                <a:lnTo>
                  <a:pt x="337549" y="565844"/>
                </a:lnTo>
                <a:lnTo>
                  <a:pt x="337549" y="572423"/>
                </a:lnTo>
                <a:lnTo>
                  <a:pt x="337550" y="579003"/>
                </a:lnTo>
                <a:lnTo>
                  <a:pt x="337552" y="585582"/>
                </a:lnTo>
                <a:lnTo>
                  <a:pt x="337555" y="592162"/>
                </a:lnTo>
                <a:lnTo>
                  <a:pt x="337559" y="598742"/>
                </a:lnTo>
                <a:lnTo>
                  <a:pt x="337568" y="605321"/>
                </a:lnTo>
                <a:lnTo>
                  <a:pt x="337581" y="611901"/>
                </a:lnTo>
                <a:lnTo>
                  <a:pt x="337601" y="618480"/>
                </a:lnTo>
                <a:lnTo>
                  <a:pt x="337631" y="625060"/>
                </a:lnTo>
                <a:lnTo>
                  <a:pt x="337674" y="631639"/>
                </a:lnTo>
                <a:lnTo>
                  <a:pt x="337735" y="638219"/>
                </a:lnTo>
                <a:lnTo>
                  <a:pt x="337817" y="644799"/>
                </a:lnTo>
                <a:lnTo>
                  <a:pt x="337923" y="651378"/>
                </a:lnTo>
                <a:lnTo>
                  <a:pt x="338056" y="657958"/>
                </a:lnTo>
                <a:lnTo>
                  <a:pt x="338218" y="664537"/>
                </a:lnTo>
                <a:lnTo>
                  <a:pt x="338407" y="671117"/>
                </a:lnTo>
                <a:lnTo>
                  <a:pt x="338623" y="677697"/>
                </a:lnTo>
                <a:lnTo>
                  <a:pt x="338861" y="684276"/>
                </a:lnTo>
                <a:lnTo>
                  <a:pt x="339119" y="690856"/>
                </a:lnTo>
                <a:lnTo>
                  <a:pt x="339396" y="697435"/>
                </a:lnTo>
                <a:lnTo>
                  <a:pt x="339700" y="704015"/>
                </a:lnTo>
                <a:lnTo>
                  <a:pt x="340052" y="710594"/>
                </a:lnTo>
                <a:lnTo>
                  <a:pt x="340495" y="717174"/>
                </a:lnTo>
                <a:lnTo>
                  <a:pt x="341108" y="723754"/>
                </a:lnTo>
                <a:lnTo>
                  <a:pt x="342023" y="730333"/>
                </a:lnTo>
                <a:lnTo>
                  <a:pt x="343443" y="736913"/>
                </a:lnTo>
                <a:lnTo>
                  <a:pt x="345664" y="743492"/>
                </a:lnTo>
                <a:lnTo>
                  <a:pt x="349096" y="750072"/>
                </a:lnTo>
                <a:lnTo>
                  <a:pt x="354267" y="756651"/>
                </a:lnTo>
                <a:lnTo>
                  <a:pt x="361819" y="763231"/>
                </a:lnTo>
                <a:lnTo>
                  <a:pt x="372469" y="769811"/>
                </a:lnTo>
                <a:lnTo>
                  <a:pt x="386939" y="776390"/>
                </a:lnTo>
                <a:lnTo>
                  <a:pt x="405842" y="782970"/>
                </a:lnTo>
                <a:lnTo>
                  <a:pt x="429539" y="789549"/>
                </a:lnTo>
                <a:lnTo>
                  <a:pt x="457987" y="796129"/>
                </a:lnTo>
                <a:lnTo>
                  <a:pt x="490589" y="802708"/>
                </a:lnTo>
                <a:lnTo>
                  <a:pt x="526116" y="809288"/>
                </a:lnTo>
                <a:lnTo>
                  <a:pt x="562703" y="815868"/>
                </a:lnTo>
                <a:lnTo>
                  <a:pt x="597964" y="822447"/>
                </a:lnTo>
                <a:lnTo>
                  <a:pt x="629230" y="829027"/>
                </a:lnTo>
                <a:lnTo>
                  <a:pt x="653872" y="835606"/>
                </a:lnTo>
                <a:lnTo>
                  <a:pt x="66965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4833" name="F2_precision_recall_distributions_7647">
            <a:extLst>
              <a:ext uri="{FF2B5EF4-FFF2-40B4-BE49-F238E27FC236}">
                <a16:creationId xmlns:a16="http://schemas.microsoft.com/office/drawing/2014/main" id="{A76F9BCD-E67F-43A3-A181-984E668DFF11}"/>
              </a:ext>
            </a:extLst>
          </p:cNvPr>
          <p:cNvSpPr>
            <a:spLocks noGrp="1"/>
          </p:cNvSpPr>
          <p:nvPr/>
        </p:nvSpPr>
        <p:spPr>
          <a:xfrm>
            <a:off x="42030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4" name="F2_precision_recall_distributions_7648">
            <a:extLst>
              <a:ext uri="{FF2B5EF4-FFF2-40B4-BE49-F238E27FC236}">
                <a16:creationId xmlns:a16="http://schemas.microsoft.com/office/drawing/2014/main" id="{F025FAA9-8242-491F-B873-F1D41DA53154}"/>
              </a:ext>
            </a:extLst>
          </p:cNvPr>
          <p:cNvSpPr>
            <a:spLocks noGrp="1"/>
          </p:cNvSpPr>
          <p:nvPr/>
        </p:nvSpPr>
        <p:spPr>
          <a:xfrm>
            <a:off x="40215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5" name="F2_precision_recall_distributions_7649">
            <a:extLst>
              <a:ext uri="{FF2B5EF4-FFF2-40B4-BE49-F238E27FC236}">
                <a16:creationId xmlns:a16="http://schemas.microsoft.com/office/drawing/2014/main" id="{013CCF38-BD0D-40B5-8156-B7E3C9F6649C}"/>
              </a:ext>
            </a:extLst>
          </p:cNvPr>
          <p:cNvSpPr>
            <a:spLocks noGrp="1"/>
          </p:cNvSpPr>
          <p:nvPr/>
        </p:nvSpPr>
        <p:spPr>
          <a:xfrm>
            <a:off x="42325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6" name="F2_precision_recall_distributions_7650">
            <a:extLst>
              <a:ext uri="{FF2B5EF4-FFF2-40B4-BE49-F238E27FC236}">
                <a16:creationId xmlns:a16="http://schemas.microsoft.com/office/drawing/2014/main" id="{7A77DF93-6075-48C1-8CF6-5C39780BE725}"/>
              </a:ext>
            </a:extLst>
          </p:cNvPr>
          <p:cNvSpPr>
            <a:spLocks noGrp="1"/>
          </p:cNvSpPr>
          <p:nvPr/>
        </p:nvSpPr>
        <p:spPr>
          <a:xfrm>
            <a:off x="41835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7" name="F2_precision_recall_distributions_7651">
            <a:extLst>
              <a:ext uri="{FF2B5EF4-FFF2-40B4-BE49-F238E27FC236}">
                <a16:creationId xmlns:a16="http://schemas.microsoft.com/office/drawing/2014/main" id="{7C228467-2689-4ECA-A2AD-E3302CBCF890}"/>
              </a:ext>
            </a:extLst>
          </p:cNvPr>
          <p:cNvSpPr>
            <a:spLocks noGrp="1"/>
          </p:cNvSpPr>
          <p:nvPr/>
        </p:nvSpPr>
        <p:spPr>
          <a:xfrm>
            <a:off x="4119899" y="780117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8" name="F2_precision_recall_distributions_7652">
            <a:extLst>
              <a:ext uri="{FF2B5EF4-FFF2-40B4-BE49-F238E27FC236}">
                <a16:creationId xmlns:a16="http://schemas.microsoft.com/office/drawing/2014/main" id="{06584BAE-10AB-45A1-BCFC-F3C5F4CD0449}"/>
              </a:ext>
            </a:extLst>
          </p:cNvPr>
          <p:cNvSpPr>
            <a:spLocks noGrp="1"/>
          </p:cNvSpPr>
          <p:nvPr/>
        </p:nvSpPr>
        <p:spPr>
          <a:xfrm>
            <a:off x="40788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39" name="F2_precision_recall_distributions_7653">
            <a:extLst>
              <a:ext uri="{FF2B5EF4-FFF2-40B4-BE49-F238E27FC236}">
                <a16:creationId xmlns:a16="http://schemas.microsoft.com/office/drawing/2014/main" id="{613E3E2E-5E84-4E5A-B032-B5FA489BB062}"/>
              </a:ext>
            </a:extLst>
          </p:cNvPr>
          <p:cNvSpPr>
            <a:spLocks noGrp="1"/>
          </p:cNvSpPr>
          <p:nvPr/>
        </p:nvSpPr>
        <p:spPr>
          <a:xfrm>
            <a:off x="41570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0" name="F2_precision_recall_distributions_7654">
            <a:extLst>
              <a:ext uri="{FF2B5EF4-FFF2-40B4-BE49-F238E27FC236}">
                <a16:creationId xmlns:a16="http://schemas.microsoft.com/office/drawing/2014/main" id="{E62BBF7C-E579-47C9-ABA6-2E11E6B8FE11}"/>
              </a:ext>
            </a:extLst>
          </p:cNvPr>
          <p:cNvSpPr>
            <a:spLocks noGrp="1"/>
          </p:cNvSpPr>
          <p:nvPr/>
        </p:nvSpPr>
        <p:spPr>
          <a:xfrm>
            <a:off x="4334754" y="78071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1" name="F2_precision_recall_distributions_7655">
            <a:extLst>
              <a:ext uri="{FF2B5EF4-FFF2-40B4-BE49-F238E27FC236}">
                <a16:creationId xmlns:a16="http://schemas.microsoft.com/office/drawing/2014/main" id="{4AEA3313-DB03-430D-818E-AAE3F8E70086}"/>
              </a:ext>
            </a:extLst>
          </p:cNvPr>
          <p:cNvSpPr>
            <a:spLocks noGrp="1"/>
          </p:cNvSpPr>
          <p:nvPr/>
        </p:nvSpPr>
        <p:spPr>
          <a:xfrm>
            <a:off x="42057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2" name="F2_precision_recall_distributions_7656">
            <a:extLst>
              <a:ext uri="{FF2B5EF4-FFF2-40B4-BE49-F238E27FC236}">
                <a16:creationId xmlns:a16="http://schemas.microsoft.com/office/drawing/2014/main" id="{7BAC8EE2-2989-4CDE-A46F-ED4775CD324C}"/>
              </a:ext>
            </a:extLst>
          </p:cNvPr>
          <p:cNvSpPr>
            <a:spLocks noGrp="1"/>
          </p:cNvSpPr>
          <p:nvPr/>
        </p:nvSpPr>
        <p:spPr>
          <a:xfrm>
            <a:off x="4253972" y="781031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3" name="F2_precision_recall_distributions_7657">
            <a:extLst>
              <a:ext uri="{FF2B5EF4-FFF2-40B4-BE49-F238E27FC236}">
                <a16:creationId xmlns:a16="http://schemas.microsoft.com/office/drawing/2014/main" id="{C2068262-808F-4572-80DF-F0BAD66552E8}"/>
              </a:ext>
            </a:extLst>
          </p:cNvPr>
          <p:cNvSpPr>
            <a:spLocks noGrp="1"/>
          </p:cNvSpPr>
          <p:nvPr/>
        </p:nvSpPr>
        <p:spPr>
          <a:xfrm>
            <a:off x="4062381" y="780615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4" name="F2_precision_recall_distributions_7658">
            <a:extLst>
              <a:ext uri="{FF2B5EF4-FFF2-40B4-BE49-F238E27FC236}">
                <a16:creationId xmlns:a16="http://schemas.microsoft.com/office/drawing/2014/main" id="{7B9D7676-4090-4568-9510-1BB02D9A3668}"/>
              </a:ext>
            </a:extLst>
          </p:cNvPr>
          <p:cNvSpPr>
            <a:spLocks noGrp="1"/>
          </p:cNvSpPr>
          <p:nvPr/>
        </p:nvSpPr>
        <p:spPr>
          <a:xfrm>
            <a:off x="4341166" y="77257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5" name="F2_precision_recall_distributions_7659">
            <a:extLst>
              <a:ext uri="{FF2B5EF4-FFF2-40B4-BE49-F238E27FC236}">
                <a16:creationId xmlns:a16="http://schemas.microsoft.com/office/drawing/2014/main" id="{8FE1D838-A400-451D-943D-BA6D0E9D40BA}"/>
              </a:ext>
            </a:extLst>
          </p:cNvPr>
          <p:cNvSpPr>
            <a:spLocks noGrp="1"/>
          </p:cNvSpPr>
          <p:nvPr/>
        </p:nvSpPr>
        <p:spPr>
          <a:xfrm>
            <a:off x="4102116" y="78090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6" name="F2_precision_recall_distributions_7660">
            <a:extLst>
              <a:ext uri="{FF2B5EF4-FFF2-40B4-BE49-F238E27FC236}">
                <a16:creationId xmlns:a16="http://schemas.microsoft.com/office/drawing/2014/main" id="{5F5B9EF9-AA06-472D-9A1C-3D85ACEAA854}"/>
              </a:ext>
            </a:extLst>
          </p:cNvPr>
          <p:cNvSpPr>
            <a:spLocks noGrp="1"/>
          </p:cNvSpPr>
          <p:nvPr/>
        </p:nvSpPr>
        <p:spPr>
          <a:xfrm>
            <a:off x="40935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7" name="F2_precision_recall_distributions_7661">
            <a:extLst>
              <a:ext uri="{FF2B5EF4-FFF2-40B4-BE49-F238E27FC236}">
                <a16:creationId xmlns:a16="http://schemas.microsoft.com/office/drawing/2014/main" id="{B738A2D1-1996-4EA7-ADB4-C2907AEFB415}"/>
              </a:ext>
            </a:extLst>
          </p:cNvPr>
          <p:cNvSpPr>
            <a:spLocks noGrp="1"/>
          </p:cNvSpPr>
          <p:nvPr/>
        </p:nvSpPr>
        <p:spPr>
          <a:xfrm>
            <a:off x="40329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8" name="F2_precision_recall_distributions_7662">
            <a:extLst>
              <a:ext uri="{FF2B5EF4-FFF2-40B4-BE49-F238E27FC236}">
                <a16:creationId xmlns:a16="http://schemas.microsoft.com/office/drawing/2014/main" id="{37607FB3-8FE9-4265-8A5A-F71177854C2C}"/>
              </a:ext>
            </a:extLst>
          </p:cNvPr>
          <p:cNvSpPr>
            <a:spLocks noGrp="1"/>
          </p:cNvSpPr>
          <p:nvPr/>
        </p:nvSpPr>
        <p:spPr>
          <a:xfrm>
            <a:off x="4010501" y="781012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49" name="F2_precision_recall_distributions_7663">
            <a:extLst>
              <a:ext uri="{FF2B5EF4-FFF2-40B4-BE49-F238E27FC236}">
                <a16:creationId xmlns:a16="http://schemas.microsoft.com/office/drawing/2014/main" id="{9558CD6A-8068-4346-BCCE-37DA02E9085E}"/>
              </a:ext>
            </a:extLst>
          </p:cNvPr>
          <p:cNvSpPr>
            <a:spLocks noGrp="1"/>
          </p:cNvSpPr>
          <p:nvPr/>
        </p:nvSpPr>
        <p:spPr>
          <a:xfrm>
            <a:off x="42538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0" name="F2_precision_recall_distributions_7664">
            <a:extLst>
              <a:ext uri="{FF2B5EF4-FFF2-40B4-BE49-F238E27FC236}">
                <a16:creationId xmlns:a16="http://schemas.microsoft.com/office/drawing/2014/main" id="{4536F91F-DFF8-40A8-BF5A-2BE89CC1C0F1}"/>
              </a:ext>
            </a:extLst>
          </p:cNvPr>
          <p:cNvSpPr>
            <a:spLocks noGrp="1"/>
          </p:cNvSpPr>
          <p:nvPr/>
        </p:nvSpPr>
        <p:spPr>
          <a:xfrm>
            <a:off x="42795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1" name="F2_precision_recall_distributions_7665">
            <a:extLst>
              <a:ext uri="{FF2B5EF4-FFF2-40B4-BE49-F238E27FC236}">
                <a16:creationId xmlns:a16="http://schemas.microsoft.com/office/drawing/2014/main" id="{6973D274-2291-4417-81C1-A5D3EE1E921A}"/>
              </a:ext>
            </a:extLst>
          </p:cNvPr>
          <p:cNvSpPr>
            <a:spLocks noGrp="1"/>
          </p:cNvSpPr>
          <p:nvPr/>
        </p:nvSpPr>
        <p:spPr>
          <a:xfrm>
            <a:off x="40164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2" name="F2_precision_recall_distributions_7666">
            <a:extLst>
              <a:ext uri="{FF2B5EF4-FFF2-40B4-BE49-F238E27FC236}">
                <a16:creationId xmlns:a16="http://schemas.microsoft.com/office/drawing/2014/main" id="{5D37B8E3-57C4-4E3B-B2DD-A1F130CC1D24}"/>
              </a:ext>
            </a:extLst>
          </p:cNvPr>
          <p:cNvSpPr>
            <a:spLocks noGrp="1"/>
          </p:cNvSpPr>
          <p:nvPr/>
        </p:nvSpPr>
        <p:spPr>
          <a:xfrm>
            <a:off x="4018814" y="781356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3" name="F2_precision_recall_distributions_7667">
            <a:extLst>
              <a:ext uri="{FF2B5EF4-FFF2-40B4-BE49-F238E27FC236}">
                <a16:creationId xmlns:a16="http://schemas.microsoft.com/office/drawing/2014/main" id="{47B3C1AA-2A64-493E-87C1-F86D343F43D1}"/>
              </a:ext>
            </a:extLst>
          </p:cNvPr>
          <p:cNvSpPr>
            <a:spLocks noGrp="1"/>
          </p:cNvSpPr>
          <p:nvPr/>
        </p:nvSpPr>
        <p:spPr>
          <a:xfrm>
            <a:off x="43380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4" name="F2_precision_recall_distributions_7668">
            <a:extLst>
              <a:ext uri="{FF2B5EF4-FFF2-40B4-BE49-F238E27FC236}">
                <a16:creationId xmlns:a16="http://schemas.microsoft.com/office/drawing/2014/main" id="{BA233392-15BA-40C4-87C9-41AF7DFDD154}"/>
              </a:ext>
            </a:extLst>
          </p:cNvPr>
          <p:cNvSpPr>
            <a:spLocks noGrp="1"/>
          </p:cNvSpPr>
          <p:nvPr/>
        </p:nvSpPr>
        <p:spPr>
          <a:xfrm>
            <a:off x="42804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5" name="F2_precision_recall_distributions_7669">
            <a:extLst>
              <a:ext uri="{FF2B5EF4-FFF2-40B4-BE49-F238E27FC236}">
                <a16:creationId xmlns:a16="http://schemas.microsoft.com/office/drawing/2014/main" id="{EDF3E777-791A-49A3-AFE6-87879ECE45DC}"/>
              </a:ext>
            </a:extLst>
          </p:cNvPr>
          <p:cNvSpPr>
            <a:spLocks noGrp="1"/>
          </p:cNvSpPr>
          <p:nvPr/>
        </p:nvSpPr>
        <p:spPr>
          <a:xfrm>
            <a:off x="4229320" y="77824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6" name="F2_precision_recall_distributions_7670">
            <a:extLst>
              <a:ext uri="{FF2B5EF4-FFF2-40B4-BE49-F238E27FC236}">
                <a16:creationId xmlns:a16="http://schemas.microsoft.com/office/drawing/2014/main" id="{64AC9CF9-C2A2-4C02-B670-BFE0D3BB7E47}"/>
              </a:ext>
            </a:extLst>
          </p:cNvPr>
          <p:cNvSpPr>
            <a:spLocks noGrp="1"/>
          </p:cNvSpPr>
          <p:nvPr/>
        </p:nvSpPr>
        <p:spPr>
          <a:xfrm>
            <a:off x="4283145" y="777818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7" name="F2_precision_recall_distributions_7671">
            <a:extLst>
              <a:ext uri="{FF2B5EF4-FFF2-40B4-BE49-F238E27FC236}">
                <a16:creationId xmlns:a16="http://schemas.microsoft.com/office/drawing/2014/main" id="{90A84E8B-97CE-4A9F-880D-2060F1191CB8}"/>
              </a:ext>
            </a:extLst>
          </p:cNvPr>
          <p:cNvSpPr>
            <a:spLocks noGrp="1"/>
          </p:cNvSpPr>
          <p:nvPr/>
        </p:nvSpPr>
        <p:spPr>
          <a:xfrm>
            <a:off x="409210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8" name="F2_precision_recall_distributions_7672">
            <a:extLst>
              <a:ext uri="{FF2B5EF4-FFF2-40B4-BE49-F238E27FC236}">
                <a16:creationId xmlns:a16="http://schemas.microsoft.com/office/drawing/2014/main" id="{4C67FC44-940D-41F7-A6BA-39A8C69A6B2C}"/>
              </a:ext>
            </a:extLst>
          </p:cNvPr>
          <p:cNvSpPr>
            <a:spLocks noGrp="1"/>
          </p:cNvSpPr>
          <p:nvPr/>
        </p:nvSpPr>
        <p:spPr>
          <a:xfrm>
            <a:off x="41754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59" name="F2_precision_recall_distributions_7673">
            <a:extLst>
              <a:ext uri="{FF2B5EF4-FFF2-40B4-BE49-F238E27FC236}">
                <a16:creationId xmlns:a16="http://schemas.microsoft.com/office/drawing/2014/main" id="{31C12E3F-FEBF-450D-AB41-06585F61CA6F}"/>
              </a:ext>
            </a:extLst>
          </p:cNvPr>
          <p:cNvSpPr>
            <a:spLocks noGrp="1"/>
          </p:cNvSpPr>
          <p:nvPr/>
        </p:nvSpPr>
        <p:spPr>
          <a:xfrm>
            <a:off x="407903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0" name="F2_precision_recall_distributions_7674">
            <a:extLst>
              <a:ext uri="{FF2B5EF4-FFF2-40B4-BE49-F238E27FC236}">
                <a16:creationId xmlns:a16="http://schemas.microsoft.com/office/drawing/2014/main" id="{460E5161-CE2B-4E44-AE74-E13F577B2BFE}"/>
              </a:ext>
            </a:extLst>
          </p:cNvPr>
          <p:cNvSpPr>
            <a:spLocks noGrp="1"/>
          </p:cNvSpPr>
          <p:nvPr/>
        </p:nvSpPr>
        <p:spPr>
          <a:xfrm>
            <a:off x="43337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1" name="F2_precision_recall_distributions_7675">
            <a:extLst>
              <a:ext uri="{FF2B5EF4-FFF2-40B4-BE49-F238E27FC236}">
                <a16:creationId xmlns:a16="http://schemas.microsoft.com/office/drawing/2014/main" id="{7E5B3A18-03BB-4E6F-BC40-A0A3C9168B28}"/>
              </a:ext>
            </a:extLst>
          </p:cNvPr>
          <p:cNvSpPr>
            <a:spLocks noGrp="1"/>
          </p:cNvSpPr>
          <p:nvPr/>
        </p:nvSpPr>
        <p:spPr>
          <a:xfrm>
            <a:off x="4333676" y="78110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2" name="F2_precision_recall_distributions_7676">
            <a:extLst>
              <a:ext uri="{FF2B5EF4-FFF2-40B4-BE49-F238E27FC236}">
                <a16:creationId xmlns:a16="http://schemas.microsoft.com/office/drawing/2014/main" id="{94F37ADB-4B8F-4733-A8A3-C5FC19D026E6}"/>
              </a:ext>
            </a:extLst>
          </p:cNvPr>
          <p:cNvSpPr>
            <a:spLocks noGrp="1"/>
          </p:cNvSpPr>
          <p:nvPr/>
        </p:nvSpPr>
        <p:spPr>
          <a:xfrm>
            <a:off x="40506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3" name="F2_precision_recall_distributions_7677">
            <a:extLst>
              <a:ext uri="{FF2B5EF4-FFF2-40B4-BE49-F238E27FC236}">
                <a16:creationId xmlns:a16="http://schemas.microsoft.com/office/drawing/2014/main" id="{D85C4C0F-6D79-4BDF-9D1E-98F429F1C6B6}"/>
              </a:ext>
            </a:extLst>
          </p:cNvPr>
          <p:cNvSpPr>
            <a:spLocks noGrp="1"/>
          </p:cNvSpPr>
          <p:nvPr/>
        </p:nvSpPr>
        <p:spPr>
          <a:xfrm>
            <a:off x="40760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4" name="F2_precision_recall_distributions_7678">
            <a:extLst>
              <a:ext uri="{FF2B5EF4-FFF2-40B4-BE49-F238E27FC236}">
                <a16:creationId xmlns:a16="http://schemas.microsoft.com/office/drawing/2014/main" id="{7708DECE-0703-412F-AC1F-D1CEB5485187}"/>
              </a:ext>
            </a:extLst>
          </p:cNvPr>
          <p:cNvSpPr>
            <a:spLocks noGrp="1"/>
          </p:cNvSpPr>
          <p:nvPr/>
        </p:nvSpPr>
        <p:spPr>
          <a:xfrm>
            <a:off x="4323560" y="78069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5" name="F2_precision_recall_distributions_7679">
            <a:extLst>
              <a:ext uri="{FF2B5EF4-FFF2-40B4-BE49-F238E27FC236}">
                <a16:creationId xmlns:a16="http://schemas.microsoft.com/office/drawing/2014/main" id="{E3BAD7EC-730B-44D5-94E3-17924D4A3C33}"/>
              </a:ext>
            </a:extLst>
          </p:cNvPr>
          <p:cNvSpPr>
            <a:spLocks noGrp="1"/>
          </p:cNvSpPr>
          <p:nvPr/>
        </p:nvSpPr>
        <p:spPr>
          <a:xfrm>
            <a:off x="42927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6" name="F2_precision_recall_distributions_7680">
            <a:extLst>
              <a:ext uri="{FF2B5EF4-FFF2-40B4-BE49-F238E27FC236}">
                <a16:creationId xmlns:a16="http://schemas.microsoft.com/office/drawing/2014/main" id="{7C002E34-8FF8-49F7-BEBA-02439E1AEB6E}"/>
              </a:ext>
            </a:extLst>
          </p:cNvPr>
          <p:cNvSpPr>
            <a:spLocks noGrp="1"/>
          </p:cNvSpPr>
          <p:nvPr/>
        </p:nvSpPr>
        <p:spPr>
          <a:xfrm>
            <a:off x="430469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7" name="F2_precision_recall_distributions_7681">
            <a:extLst>
              <a:ext uri="{FF2B5EF4-FFF2-40B4-BE49-F238E27FC236}">
                <a16:creationId xmlns:a16="http://schemas.microsoft.com/office/drawing/2014/main" id="{56499FFB-D95E-45F1-9FFB-07B9DC2EF3EF}"/>
              </a:ext>
            </a:extLst>
          </p:cNvPr>
          <p:cNvSpPr>
            <a:spLocks noGrp="1"/>
          </p:cNvSpPr>
          <p:nvPr/>
        </p:nvSpPr>
        <p:spPr>
          <a:xfrm>
            <a:off x="42125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8" name="F2_precision_recall_distributions_7682">
            <a:extLst>
              <a:ext uri="{FF2B5EF4-FFF2-40B4-BE49-F238E27FC236}">
                <a16:creationId xmlns:a16="http://schemas.microsoft.com/office/drawing/2014/main" id="{FA01A578-237D-4145-A40B-297EF570E6E0}"/>
              </a:ext>
            </a:extLst>
          </p:cNvPr>
          <p:cNvSpPr>
            <a:spLocks noGrp="1"/>
          </p:cNvSpPr>
          <p:nvPr/>
        </p:nvSpPr>
        <p:spPr>
          <a:xfrm>
            <a:off x="40980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69" name="F2_precision_recall_distributions_7683">
            <a:extLst>
              <a:ext uri="{FF2B5EF4-FFF2-40B4-BE49-F238E27FC236}">
                <a16:creationId xmlns:a16="http://schemas.microsoft.com/office/drawing/2014/main" id="{CF2A8119-0AAF-4B08-9A68-32BE5EDEBB61}"/>
              </a:ext>
            </a:extLst>
          </p:cNvPr>
          <p:cNvSpPr>
            <a:spLocks noGrp="1"/>
          </p:cNvSpPr>
          <p:nvPr/>
        </p:nvSpPr>
        <p:spPr>
          <a:xfrm>
            <a:off x="41016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0" name="F2_precision_recall_distributions_7684">
            <a:extLst>
              <a:ext uri="{FF2B5EF4-FFF2-40B4-BE49-F238E27FC236}">
                <a16:creationId xmlns:a16="http://schemas.microsoft.com/office/drawing/2014/main" id="{434BE7F1-0E65-4860-B714-B7471F08928B}"/>
              </a:ext>
            </a:extLst>
          </p:cNvPr>
          <p:cNvSpPr>
            <a:spLocks noGrp="1"/>
          </p:cNvSpPr>
          <p:nvPr/>
        </p:nvSpPr>
        <p:spPr>
          <a:xfrm>
            <a:off x="398366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1" name="F2_precision_recall_distributions_7685">
            <a:extLst>
              <a:ext uri="{FF2B5EF4-FFF2-40B4-BE49-F238E27FC236}">
                <a16:creationId xmlns:a16="http://schemas.microsoft.com/office/drawing/2014/main" id="{74BFC462-E80A-4577-968A-88D7AE1CF906}"/>
              </a:ext>
            </a:extLst>
          </p:cNvPr>
          <p:cNvSpPr>
            <a:spLocks noGrp="1"/>
          </p:cNvSpPr>
          <p:nvPr/>
        </p:nvSpPr>
        <p:spPr>
          <a:xfrm>
            <a:off x="42650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2" name="F2_precision_recall_distributions_7686">
            <a:extLst>
              <a:ext uri="{FF2B5EF4-FFF2-40B4-BE49-F238E27FC236}">
                <a16:creationId xmlns:a16="http://schemas.microsoft.com/office/drawing/2014/main" id="{FAB792D5-066C-4BA5-951C-B97A400EBB42}"/>
              </a:ext>
            </a:extLst>
          </p:cNvPr>
          <p:cNvSpPr>
            <a:spLocks noGrp="1"/>
          </p:cNvSpPr>
          <p:nvPr/>
        </p:nvSpPr>
        <p:spPr>
          <a:xfrm>
            <a:off x="39909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3" name="F2_precision_recall_distributions_7687">
            <a:extLst>
              <a:ext uri="{FF2B5EF4-FFF2-40B4-BE49-F238E27FC236}">
                <a16:creationId xmlns:a16="http://schemas.microsoft.com/office/drawing/2014/main" id="{D0A23FE1-B2F3-45A5-984E-31F300D446ED}"/>
              </a:ext>
            </a:extLst>
          </p:cNvPr>
          <p:cNvSpPr>
            <a:spLocks noGrp="1"/>
          </p:cNvSpPr>
          <p:nvPr/>
        </p:nvSpPr>
        <p:spPr>
          <a:xfrm>
            <a:off x="41592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4" name="F2_precision_recall_distributions_7688">
            <a:extLst>
              <a:ext uri="{FF2B5EF4-FFF2-40B4-BE49-F238E27FC236}">
                <a16:creationId xmlns:a16="http://schemas.microsoft.com/office/drawing/2014/main" id="{7DF342BF-7307-4988-8973-FB7C947E9E33}"/>
              </a:ext>
            </a:extLst>
          </p:cNvPr>
          <p:cNvSpPr>
            <a:spLocks noGrp="1"/>
          </p:cNvSpPr>
          <p:nvPr/>
        </p:nvSpPr>
        <p:spPr>
          <a:xfrm>
            <a:off x="39934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5" name="F2_precision_recall_distributions_7689">
            <a:extLst>
              <a:ext uri="{FF2B5EF4-FFF2-40B4-BE49-F238E27FC236}">
                <a16:creationId xmlns:a16="http://schemas.microsoft.com/office/drawing/2014/main" id="{3377F46F-D156-4B9B-9D28-93537A9A5E39}"/>
              </a:ext>
            </a:extLst>
          </p:cNvPr>
          <p:cNvSpPr>
            <a:spLocks noGrp="1"/>
          </p:cNvSpPr>
          <p:nvPr/>
        </p:nvSpPr>
        <p:spPr>
          <a:xfrm>
            <a:off x="40068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6" name="F2_precision_recall_distributions_7690">
            <a:extLst>
              <a:ext uri="{FF2B5EF4-FFF2-40B4-BE49-F238E27FC236}">
                <a16:creationId xmlns:a16="http://schemas.microsoft.com/office/drawing/2014/main" id="{C6981660-A5C8-4211-8A68-CDD89AE689FB}"/>
              </a:ext>
            </a:extLst>
          </p:cNvPr>
          <p:cNvSpPr>
            <a:spLocks noGrp="1"/>
          </p:cNvSpPr>
          <p:nvPr/>
        </p:nvSpPr>
        <p:spPr>
          <a:xfrm>
            <a:off x="41749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7" name="F2_precision_recall_distributions_7691">
            <a:extLst>
              <a:ext uri="{FF2B5EF4-FFF2-40B4-BE49-F238E27FC236}">
                <a16:creationId xmlns:a16="http://schemas.microsoft.com/office/drawing/2014/main" id="{B29A4B81-EB6C-4338-80D8-24CC3BEE8B4F}"/>
              </a:ext>
            </a:extLst>
          </p:cNvPr>
          <p:cNvSpPr>
            <a:spLocks noGrp="1"/>
          </p:cNvSpPr>
          <p:nvPr/>
        </p:nvSpPr>
        <p:spPr>
          <a:xfrm>
            <a:off x="43444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8" name="F2_precision_recall_distributions_7692">
            <a:extLst>
              <a:ext uri="{FF2B5EF4-FFF2-40B4-BE49-F238E27FC236}">
                <a16:creationId xmlns:a16="http://schemas.microsoft.com/office/drawing/2014/main" id="{62A10343-17C9-44CE-ABF2-F1F8FB4BE0DC}"/>
              </a:ext>
            </a:extLst>
          </p:cNvPr>
          <p:cNvSpPr>
            <a:spLocks noGrp="1"/>
          </p:cNvSpPr>
          <p:nvPr/>
        </p:nvSpPr>
        <p:spPr>
          <a:xfrm>
            <a:off x="43054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79" name="F2_precision_recall_distributions_7693">
            <a:extLst>
              <a:ext uri="{FF2B5EF4-FFF2-40B4-BE49-F238E27FC236}">
                <a16:creationId xmlns:a16="http://schemas.microsoft.com/office/drawing/2014/main" id="{EF80B8E4-6B4A-4740-8E52-CCB74E352F44}"/>
              </a:ext>
            </a:extLst>
          </p:cNvPr>
          <p:cNvSpPr>
            <a:spLocks noGrp="1"/>
          </p:cNvSpPr>
          <p:nvPr/>
        </p:nvSpPr>
        <p:spPr>
          <a:xfrm>
            <a:off x="4323978" y="780821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0" name="F2_precision_recall_distributions_7694">
            <a:extLst>
              <a:ext uri="{FF2B5EF4-FFF2-40B4-BE49-F238E27FC236}">
                <a16:creationId xmlns:a16="http://schemas.microsoft.com/office/drawing/2014/main" id="{F1237B14-47A1-4681-8FA9-DAC981881F51}"/>
              </a:ext>
            </a:extLst>
          </p:cNvPr>
          <p:cNvSpPr>
            <a:spLocks noGrp="1"/>
          </p:cNvSpPr>
          <p:nvPr/>
        </p:nvSpPr>
        <p:spPr>
          <a:xfrm>
            <a:off x="41436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1" name="F2_precision_recall_distributions_7695">
            <a:extLst>
              <a:ext uri="{FF2B5EF4-FFF2-40B4-BE49-F238E27FC236}">
                <a16:creationId xmlns:a16="http://schemas.microsoft.com/office/drawing/2014/main" id="{FA689CE0-2120-40D1-8300-AE8A9A24C1F6}"/>
              </a:ext>
            </a:extLst>
          </p:cNvPr>
          <p:cNvSpPr>
            <a:spLocks noGrp="1"/>
          </p:cNvSpPr>
          <p:nvPr/>
        </p:nvSpPr>
        <p:spPr>
          <a:xfrm>
            <a:off x="43253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2" name="F2_precision_recall_distributions_7696">
            <a:extLst>
              <a:ext uri="{FF2B5EF4-FFF2-40B4-BE49-F238E27FC236}">
                <a16:creationId xmlns:a16="http://schemas.microsoft.com/office/drawing/2014/main" id="{89451742-73C2-40B4-A91D-EC9F2EA0C921}"/>
              </a:ext>
            </a:extLst>
          </p:cNvPr>
          <p:cNvSpPr>
            <a:spLocks noGrp="1"/>
          </p:cNvSpPr>
          <p:nvPr/>
        </p:nvSpPr>
        <p:spPr>
          <a:xfrm>
            <a:off x="43118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3" name="F2_precision_recall_distributions_7697">
            <a:extLst>
              <a:ext uri="{FF2B5EF4-FFF2-40B4-BE49-F238E27FC236}">
                <a16:creationId xmlns:a16="http://schemas.microsoft.com/office/drawing/2014/main" id="{48A45A16-A383-4B22-8E85-16C5C8B6BC3A}"/>
              </a:ext>
            </a:extLst>
          </p:cNvPr>
          <p:cNvSpPr>
            <a:spLocks noGrp="1"/>
          </p:cNvSpPr>
          <p:nvPr/>
        </p:nvSpPr>
        <p:spPr>
          <a:xfrm>
            <a:off x="434408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4" name="F2_precision_recall_distributions_7698">
            <a:extLst>
              <a:ext uri="{FF2B5EF4-FFF2-40B4-BE49-F238E27FC236}">
                <a16:creationId xmlns:a16="http://schemas.microsoft.com/office/drawing/2014/main" id="{465CAF7D-83FC-4871-BB0F-20AAD168B221}"/>
              </a:ext>
            </a:extLst>
          </p:cNvPr>
          <p:cNvSpPr>
            <a:spLocks noGrp="1"/>
          </p:cNvSpPr>
          <p:nvPr/>
        </p:nvSpPr>
        <p:spPr>
          <a:xfrm>
            <a:off x="411898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5" name="F2_precision_recall_distributions_7699">
            <a:extLst>
              <a:ext uri="{FF2B5EF4-FFF2-40B4-BE49-F238E27FC236}">
                <a16:creationId xmlns:a16="http://schemas.microsoft.com/office/drawing/2014/main" id="{E41C587C-379C-45AD-965B-DF30B72E535A}"/>
              </a:ext>
            </a:extLst>
          </p:cNvPr>
          <p:cNvSpPr>
            <a:spLocks noGrp="1"/>
          </p:cNvSpPr>
          <p:nvPr/>
        </p:nvSpPr>
        <p:spPr>
          <a:xfrm>
            <a:off x="41038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6" name="F2_precision_recall_distributions_7700">
            <a:extLst>
              <a:ext uri="{FF2B5EF4-FFF2-40B4-BE49-F238E27FC236}">
                <a16:creationId xmlns:a16="http://schemas.microsoft.com/office/drawing/2014/main" id="{E2F1A36D-18FA-4974-B847-EFFCCA92429A}"/>
              </a:ext>
            </a:extLst>
          </p:cNvPr>
          <p:cNvSpPr>
            <a:spLocks noGrp="1"/>
          </p:cNvSpPr>
          <p:nvPr/>
        </p:nvSpPr>
        <p:spPr>
          <a:xfrm>
            <a:off x="4130926" y="76997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7" name="F2_precision_recall_distributions_7701">
            <a:extLst>
              <a:ext uri="{FF2B5EF4-FFF2-40B4-BE49-F238E27FC236}">
                <a16:creationId xmlns:a16="http://schemas.microsoft.com/office/drawing/2014/main" id="{7277F543-FA03-4F70-A5AC-F459CE9106F7}"/>
              </a:ext>
            </a:extLst>
          </p:cNvPr>
          <p:cNvSpPr>
            <a:spLocks noGrp="1"/>
          </p:cNvSpPr>
          <p:nvPr/>
        </p:nvSpPr>
        <p:spPr>
          <a:xfrm>
            <a:off x="43126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8" name="F2_precision_recall_distributions_7702">
            <a:extLst>
              <a:ext uri="{FF2B5EF4-FFF2-40B4-BE49-F238E27FC236}">
                <a16:creationId xmlns:a16="http://schemas.microsoft.com/office/drawing/2014/main" id="{355F9C33-4394-4782-9E69-75B268E2D6C0}"/>
              </a:ext>
            </a:extLst>
          </p:cNvPr>
          <p:cNvSpPr>
            <a:spLocks noGrp="1"/>
          </p:cNvSpPr>
          <p:nvPr/>
        </p:nvSpPr>
        <p:spPr>
          <a:xfrm>
            <a:off x="43422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89" name="F2_precision_recall_distributions_7703">
            <a:extLst>
              <a:ext uri="{FF2B5EF4-FFF2-40B4-BE49-F238E27FC236}">
                <a16:creationId xmlns:a16="http://schemas.microsoft.com/office/drawing/2014/main" id="{E9E86A53-E43B-44FB-9489-DAF7D8F3E444}"/>
              </a:ext>
            </a:extLst>
          </p:cNvPr>
          <p:cNvSpPr>
            <a:spLocks noGrp="1"/>
          </p:cNvSpPr>
          <p:nvPr/>
        </p:nvSpPr>
        <p:spPr>
          <a:xfrm>
            <a:off x="42576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0" name="F2_precision_recall_distributions_7704">
            <a:extLst>
              <a:ext uri="{FF2B5EF4-FFF2-40B4-BE49-F238E27FC236}">
                <a16:creationId xmlns:a16="http://schemas.microsoft.com/office/drawing/2014/main" id="{7993FBBD-567C-4CFA-9E35-B1B0A3386A66}"/>
              </a:ext>
            </a:extLst>
          </p:cNvPr>
          <p:cNvSpPr>
            <a:spLocks noGrp="1"/>
          </p:cNvSpPr>
          <p:nvPr/>
        </p:nvSpPr>
        <p:spPr>
          <a:xfrm>
            <a:off x="41765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1" name="F2_precision_recall_distributions_7705">
            <a:extLst>
              <a:ext uri="{FF2B5EF4-FFF2-40B4-BE49-F238E27FC236}">
                <a16:creationId xmlns:a16="http://schemas.microsoft.com/office/drawing/2014/main" id="{84E56B5B-F68A-496B-ADD8-FF5728E3A428}"/>
              </a:ext>
            </a:extLst>
          </p:cNvPr>
          <p:cNvSpPr>
            <a:spLocks noGrp="1"/>
          </p:cNvSpPr>
          <p:nvPr/>
        </p:nvSpPr>
        <p:spPr>
          <a:xfrm>
            <a:off x="4056287" y="776994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2" name="F2_precision_recall_distributions_7706">
            <a:extLst>
              <a:ext uri="{FF2B5EF4-FFF2-40B4-BE49-F238E27FC236}">
                <a16:creationId xmlns:a16="http://schemas.microsoft.com/office/drawing/2014/main" id="{5CD0156A-BDE7-4E1A-9F33-4A8B89FF8B09}"/>
              </a:ext>
            </a:extLst>
          </p:cNvPr>
          <p:cNvSpPr>
            <a:spLocks noGrp="1"/>
          </p:cNvSpPr>
          <p:nvPr/>
        </p:nvSpPr>
        <p:spPr>
          <a:xfrm>
            <a:off x="434575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3" name="F2_precision_recall_distributions_7707">
            <a:extLst>
              <a:ext uri="{FF2B5EF4-FFF2-40B4-BE49-F238E27FC236}">
                <a16:creationId xmlns:a16="http://schemas.microsoft.com/office/drawing/2014/main" id="{81453476-2370-46C2-90B2-AE566B551D68}"/>
              </a:ext>
            </a:extLst>
          </p:cNvPr>
          <p:cNvSpPr>
            <a:spLocks noGrp="1"/>
          </p:cNvSpPr>
          <p:nvPr/>
        </p:nvSpPr>
        <p:spPr>
          <a:xfrm>
            <a:off x="424046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4" name="F2_precision_recall_distributions_7708">
            <a:extLst>
              <a:ext uri="{FF2B5EF4-FFF2-40B4-BE49-F238E27FC236}">
                <a16:creationId xmlns:a16="http://schemas.microsoft.com/office/drawing/2014/main" id="{EA51C984-B5C3-4F6C-9411-414829E90D3D}"/>
              </a:ext>
            </a:extLst>
          </p:cNvPr>
          <p:cNvSpPr>
            <a:spLocks noGrp="1"/>
          </p:cNvSpPr>
          <p:nvPr/>
        </p:nvSpPr>
        <p:spPr>
          <a:xfrm>
            <a:off x="405341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5" name="F2_precision_recall_distributions_7709">
            <a:extLst>
              <a:ext uri="{FF2B5EF4-FFF2-40B4-BE49-F238E27FC236}">
                <a16:creationId xmlns:a16="http://schemas.microsoft.com/office/drawing/2014/main" id="{D40C07B2-671B-466C-9E89-84587CA358DB}"/>
              </a:ext>
            </a:extLst>
          </p:cNvPr>
          <p:cNvSpPr>
            <a:spLocks noGrp="1"/>
          </p:cNvSpPr>
          <p:nvPr/>
        </p:nvSpPr>
        <p:spPr>
          <a:xfrm>
            <a:off x="402539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6" name="F2_precision_recall_distributions_7710">
            <a:extLst>
              <a:ext uri="{FF2B5EF4-FFF2-40B4-BE49-F238E27FC236}">
                <a16:creationId xmlns:a16="http://schemas.microsoft.com/office/drawing/2014/main" id="{68B34F92-68D3-4F0A-812C-6B62DF65E0CA}"/>
              </a:ext>
            </a:extLst>
          </p:cNvPr>
          <p:cNvSpPr>
            <a:spLocks noGrp="1"/>
          </p:cNvSpPr>
          <p:nvPr/>
        </p:nvSpPr>
        <p:spPr>
          <a:xfrm>
            <a:off x="40109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7" name="F2_precision_recall_distributions_7711">
            <a:extLst>
              <a:ext uri="{FF2B5EF4-FFF2-40B4-BE49-F238E27FC236}">
                <a16:creationId xmlns:a16="http://schemas.microsoft.com/office/drawing/2014/main" id="{2A93EC9E-C7E9-48BB-8A79-0471D4384CA6}"/>
              </a:ext>
            </a:extLst>
          </p:cNvPr>
          <p:cNvSpPr>
            <a:spLocks noGrp="1"/>
          </p:cNvSpPr>
          <p:nvPr/>
        </p:nvSpPr>
        <p:spPr>
          <a:xfrm>
            <a:off x="4194532" y="78139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8" name="F2_precision_recall_distributions_7712">
            <a:extLst>
              <a:ext uri="{FF2B5EF4-FFF2-40B4-BE49-F238E27FC236}">
                <a16:creationId xmlns:a16="http://schemas.microsoft.com/office/drawing/2014/main" id="{F4E83B84-6F54-432D-89C6-8A3CC0FFD2B6}"/>
              </a:ext>
            </a:extLst>
          </p:cNvPr>
          <p:cNvSpPr>
            <a:spLocks noGrp="1"/>
          </p:cNvSpPr>
          <p:nvPr/>
        </p:nvSpPr>
        <p:spPr>
          <a:xfrm>
            <a:off x="42189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899" name="F2_precision_recall_distributions_7713">
            <a:extLst>
              <a:ext uri="{FF2B5EF4-FFF2-40B4-BE49-F238E27FC236}">
                <a16:creationId xmlns:a16="http://schemas.microsoft.com/office/drawing/2014/main" id="{C27D9C2C-F264-45AD-93F7-25EC446522A4}"/>
              </a:ext>
            </a:extLst>
          </p:cNvPr>
          <p:cNvSpPr>
            <a:spLocks noGrp="1"/>
          </p:cNvSpPr>
          <p:nvPr/>
        </p:nvSpPr>
        <p:spPr>
          <a:xfrm>
            <a:off x="410355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0" name="F2_precision_recall_distributions_7714">
            <a:extLst>
              <a:ext uri="{FF2B5EF4-FFF2-40B4-BE49-F238E27FC236}">
                <a16:creationId xmlns:a16="http://schemas.microsoft.com/office/drawing/2014/main" id="{598ED47D-792C-403D-ABAC-E8F336AA3EFD}"/>
              </a:ext>
            </a:extLst>
          </p:cNvPr>
          <p:cNvSpPr>
            <a:spLocks noGrp="1"/>
          </p:cNvSpPr>
          <p:nvPr/>
        </p:nvSpPr>
        <p:spPr>
          <a:xfrm>
            <a:off x="409872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1" name="F2_precision_recall_distributions_7715">
            <a:extLst>
              <a:ext uri="{FF2B5EF4-FFF2-40B4-BE49-F238E27FC236}">
                <a16:creationId xmlns:a16="http://schemas.microsoft.com/office/drawing/2014/main" id="{868F7B2B-C6BB-4B9E-891A-F2115C3697A3}"/>
              </a:ext>
            </a:extLst>
          </p:cNvPr>
          <p:cNvSpPr>
            <a:spLocks noGrp="1"/>
          </p:cNvSpPr>
          <p:nvPr/>
        </p:nvSpPr>
        <p:spPr>
          <a:xfrm>
            <a:off x="3992165" y="780972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2" name="F2_precision_recall_distributions_7716">
            <a:extLst>
              <a:ext uri="{FF2B5EF4-FFF2-40B4-BE49-F238E27FC236}">
                <a16:creationId xmlns:a16="http://schemas.microsoft.com/office/drawing/2014/main" id="{30A56DD3-30D1-4041-BD10-E2D3B9244998}"/>
              </a:ext>
            </a:extLst>
          </p:cNvPr>
          <p:cNvSpPr>
            <a:spLocks noGrp="1"/>
          </p:cNvSpPr>
          <p:nvPr/>
        </p:nvSpPr>
        <p:spPr>
          <a:xfrm>
            <a:off x="42798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3" name="F2_precision_recall_distributions_7717">
            <a:extLst>
              <a:ext uri="{FF2B5EF4-FFF2-40B4-BE49-F238E27FC236}">
                <a16:creationId xmlns:a16="http://schemas.microsoft.com/office/drawing/2014/main" id="{6D588AA0-4311-440A-B805-3D3F872EF41A}"/>
              </a:ext>
            </a:extLst>
          </p:cNvPr>
          <p:cNvSpPr>
            <a:spLocks noGrp="1"/>
          </p:cNvSpPr>
          <p:nvPr/>
        </p:nvSpPr>
        <p:spPr>
          <a:xfrm>
            <a:off x="4342695" y="781364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4" name="F2_precision_recall_distributions_7718">
            <a:extLst>
              <a:ext uri="{FF2B5EF4-FFF2-40B4-BE49-F238E27FC236}">
                <a16:creationId xmlns:a16="http://schemas.microsoft.com/office/drawing/2014/main" id="{57970AA1-035F-48A9-AB49-D381FEB86C64}"/>
              </a:ext>
            </a:extLst>
          </p:cNvPr>
          <p:cNvSpPr>
            <a:spLocks noGrp="1"/>
          </p:cNvSpPr>
          <p:nvPr/>
        </p:nvSpPr>
        <p:spPr>
          <a:xfrm>
            <a:off x="400480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5" name="F2_precision_recall_distributions_7719">
            <a:extLst>
              <a:ext uri="{FF2B5EF4-FFF2-40B4-BE49-F238E27FC236}">
                <a16:creationId xmlns:a16="http://schemas.microsoft.com/office/drawing/2014/main" id="{F75CCD90-67ED-42C5-A09C-2E2536ED7492}"/>
              </a:ext>
            </a:extLst>
          </p:cNvPr>
          <p:cNvSpPr>
            <a:spLocks noGrp="1"/>
          </p:cNvSpPr>
          <p:nvPr/>
        </p:nvSpPr>
        <p:spPr>
          <a:xfrm>
            <a:off x="40986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6" name="F2_precision_recall_distributions_7720">
            <a:extLst>
              <a:ext uri="{FF2B5EF4-FFF2-40B4-BE49-F238E27FC236}">
                <a16:creationId xmlns:a16="http://schemas.microsoft.com/office/drawing/2014/main" id="{16DAC038-F5B8-4056-9CAE-03F07979A926}"/>
              </a:ext>
            </a:extLst>
          </p:cNvPr>
          <p:cNvSpPr>
            <a:spLocks noGrp="1"/>
          </p:cNvSpPr>
          <p:nvPr/>
        </p:nvSpPr>
        <p:spPr>
          <a:xfrm>
            <a:off x="4024174" y="78141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7" name="F2_precision_recall_distributions_7721">
            <a:extLst>
              <a:ext uri="{FF2B5EF4-FFF2-40B4-BE49-F238E27FC236}">
                <a16:creationId xmlns:a16="http://schemas.microsoft.com/office/drawing/2014/main" id="{EAC05D02-F6C0-46C6-B0D5-25F00C9A19C9}"/>
              </a:ext>
            </a:extLst>
          </p:cNvPr>
          <p:cNvSpPr>
            <a:spLocks noGrp="1"/>
          </p:cNvSpPr>
          <p:nvPr/>
        </p:nvSpPr>
        <p:spPr>
          <a:xfrm>
            <a:off x="431370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8" name="F2_precision_recall_distributions_7722">
            <a:extLst>
              <a:ext uri="{FF2B5EF4-FFF2-40B4-BE49-F238E27FC236}">
                <a16:creationId xmlns:a16="http://schemas.microsoft.com/office/drawing/2014/main" id="{66BDED9E-6F02-448B-AC30-3585448A42D9}"/>
              </a:ext>
            </a:extLst>
          </p:cNvPr>
          <p:cNvSpPr>
            <a:spLocks noGrp="1"/>
          </p:cNvSpPr>
          <p:nvPr/>
        </p:nvSpPr>
        <p:spPr>
          <a:xfrm>
            <a:off x="416858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09" name="F2_precision_recall_distributions_7723">
            <a:extLst>
              <a:ext uri="{FF2B5EF4-FFF2-40B4-BE49-F238E27FC236}">
                <a16:creationId xmlns:a16="http://schemas.microsoft.com/office/drawing/2014/main" id="{1494A6CF-2115-40FA-A0A6-5A6908F7A8CD}"/>
              </a:ext>
            </a:extLst>
          </p:cNvPr>
          <p:cNvSpPr>
            <a:spLocks noGrp="1"/>
          </p:cNvSpPr>
          <p:nvPr/>
        </p:nvSpPr>
        <p:spPr>
          <a:xfrm>
            <a:off x="40134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0" name="F2_precision_recall_distributions_7724">
            <a:extLst>
              <a:ext uri="{FF2B5EF4-FFF2-40B4-BE49-F238E27FC236}">
                <a16:creationId xmlns:a16="http://schemas.microsoft.com/office/drawing/2014/main" id="{901662F1-F4D0-496B-8B48-073358830A8E}"/>
              </a:ext>
            </a:extLst>
          </p:cNvPr>
          <p:cNvSpPr>
            <a:spLocks noGrp="1"/>
          </p:cNvSpPr>
          <p:nvPr/>
        </p:nvSpPr>
        <p:spPr>
          <a:xfrm>
            <a:off x="4314406" y="780606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1" name="F2_precision_recall_distributions_7725">
            <a:extLst>
              <a:ext uri="{FF2B5EF4-FFF2-40B4-BE49-F238E27FC236}">
                <a16:creationId xmlns:a16="http://schemas.microsoft.com/office/drawing/2014/main" id="{E837B401-6023-411F-AEE7-7D4705A9A540}"/>
              </a:ext>
            </a:extLst>
          </p:cNvPr>
          <p:cNvSpPr>
            <a:spLocks noGrp="1"/>
          </p:cNvSpPr>
          <p:nvPr/>
        </p:nvSpPr>
        <p:spPr>
          <a:xfrm>
            <a:off x="43289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2" name="F2_precision_recall_distributions_7726">
            <a:extLst>
              <a:ext uri="{FF2B5EF4-FFF2-40B4-BE49-F238E27FC236}">
                <a16:creationId xmlns:a16="http://schemas.microsoft.com/office/drawing/2014/main" id="{93618C1C-DE3E-4AE2-9F4C-52C98BFBD9AD}"/>
              </a:ext>
            </a:extLst>
          </p:cNvPr>
          <p:cNvSpPr>
            <a:spLocks noGrp="1"/>
          </p:cNvSpPr>
          <p:nvPr/>
        </p:nvSpPr>
        <p:spPr>
          <a:xfrm>
            <a:off x="41380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3" name="F2_precision_recall_distributions_7727">
            <a:extLst>
              <a:ext uri="{FF2B5EF4-FFF2-40B4-BE49-F238E27FC236}">
                <a16:creationId xmlns:a16="http://schemas.microsoft.com/office/drawing/2014/main" id="{CB9117A5-64B7-49BB-96C9-FAC984D167AF}"/>
              </a:ext>
            </a:extLst>
          </p:cNvPr>
          <p:cNvSpPr>
            <a:spLocks noGrp="1"/>
          </p:cNvSpPr>
          <p:nvPr/>
        </p:nvSpPr>
        <p:spPr>
          <a:xfrm>
            <a:off x="4311956" y="77951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4" name="F2_precision_recall_distributions_7728">
            <a:extLst>
              <a:ext uri="{FF2B5EF4-FFF2-40B4-BE49-F238E27FC236}">
                <a16:creationId xmlns:a16="http://schemas.microsoft.com/office/drawing/2014/main" id="{6475974C-EDC3-4A77-8FE1-2859D0D9E5C7}"/>
              </a:ext>
            </a:extLst>
          </p:cNvPr>
          <p:cNvSpPr>
            <a:spLocks noGrp="1"/>
          </p:cNvSpPr>
          <p:nvPr/>
        </p:nvSpPr>
        <p:spPr>
          <a:xfrm>
            <a:off x="417612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5" name="F2_precision_recall_distributions_7729">
            <a:extLst>
              <a:ext uri="{FF2B5EF4-FFF2-40B4-BE49-F238E27FC236}">
                <a16:creationId xmlns:a16="http://schemas.microsoft.com/office/drawing/2014/main" id="{71030E56-F3E1-45F2-BDC0-6F5A8872E498}"/>
              </a:ext>
            </a:extLst>
          </p:cNvPr>
          <p:cNvSpPr>
            <a:spLocks noGrp="1"/>
          </p:cNvSpPr>
          <p:nvPr/>
        </p:nvSpPr>
        <p:spPr>
          <a:xfrm>
            <a:off x="42129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6" name="F2_precision_recall_distributions_7730">
            <a:extLst>
              <a:ext uri="{FF2B5EF4-FFF2-40B4-BE49-F238E27FC236}">
                <a16:creationId xmlns:a16="http://schemas.microsoft.com/office/drawing/2014/main" id="{4AE6B1C1-4E4E-4560-A451-A9991F87AF4F}"/>
              </a:ext>
            </a:extLst>
          </p:cNvPr>
          <p:cNvSpPr>
            <a:spLocks noGrp="1"/>
          </p:cNvSpPr>
          <p:nvPr/>
        </p:nvSpPr>
        <p:spPr>
          <a:xfrm>
            <a:off x="42128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7" name="F2_precision_recall_distributions_7731">
            <a:extLst>
              <a:ext uri="{FF2B5EF4-FFF2-40B4-BE49-F238E27FC236}">
                <a16:creationId xmlns:a16="http://schemas.microsoft.com/office/drawing/2014/main" id="{4567318D-7B39-4D0C-AE29-938291B319B4}"/>
              </a:ext>
            </a:extLst>
          </p:cNvPr>
          <p:cNvSpPr>
            <a:spLocks noGrp="1"/>
          </p:cNvSpPr>
          <p:nvPr/>
        </p:nvSpPr>
        <p:spPr>
          <a:xfrm>
            <a:off x="41215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8" name="F2_precision_recall_distributions_7732">
            <a:extLst>
              <a:ext uri="{FF2B5EF4-FFF2-40B4-BE49-F238E27FC236}">
                <a16:creationId xmlns:a16="http://schemas.microsoft.com/office/drawing/2014/main" id="{517183F6-2682-41EB-942C-F0C642C61484}"/>
              </a:ext>
            </a:extLst>
          </p:cNvPr>
          <p:cNvSpPr>
            <a:spLocks noGrp="1"/>
          </p:cNvSpPr>
          <p:nvPr/>
        </p:nvSpPr>
        <p:spPr>
          <a:xfrm>
            <a:off x="4000174" y="781257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19" name="F2_precision_recall_distributions_7733">
            <a:extLst>
              <a:ext uri="{FF2B5EF4-FFF2-40B4-BE49-F238E27FC236}">
                <a16:creationId xmlns:a16="http://schemas.microsoft.com/office/drawing/2014/main" id="{4A17FFF5-2A12-4E6B-A69A-EE73A7485749}"/>
              </a:ext>
            </a:extLst>
          </p:cNvPr>
          <p:cNvSpPr>
            <a:spLocks noGrp="1"/>
          </p:cNvSpPr>
          <p:nvPr/>
        </p:nvSpPr>
        <p:spPr>
          <a:xfrm>
            <a:off x="4073344" y="776516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0" name="F2_precision_recall_distributions_7734">
            <a:extLst>
              <a:ext uri="{FF2B5EF4-FFF2-40B4-BE49-F238E27FC236}">
                <a16:creationId xmlns:a16="http://schemas.microsoft.com/office/drawing/2014/main" id="{DB01DFB7-3BA5-4259-8FA7-8814B3D08A82}"/>
              </a:ext>
            </a:extLst>
          </p:cNvPr>
          <p:cNvSpPr>
            <a:spLocks noGrp="1"/>
          </p:cNvSpPr>
          <p:nvPr/>
        </p:nvSpPr>
        <p:spPr>
          <a:xfrm>
            <a:off x="43389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1" name="F2_precision_recall_distributions_7735">
            <a:extLst>
              <a:ext uri="{FF2B5EF4-FFF2-40B4-BE49-F238E27FC236}">
                <a16:creationId xmlns:a16="http://schemas.microsoft.com/office/drawing/2014/main" id="{5CC88C6D-F0A2-4B80-996D-F5C5A490C16B}"/>
              </a:ext>
            </a:extLst>
          </p:cNvPr>
          <p:cNvSpPr>
            <a:spLocks noGrp="1"/>
          </p:cNvSpPr>
          <p:nvPr/>
        </p:nvSpPr>
        <p:spPr>
          <a:xfrm>
            <a:off x="40577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2" name="F2_precision_recall_distributions_7736">
            <a:extLst>
              <a:ext uri="{FF2B5EF4-FFF2-40B4-BE49-F238E27FC236}">
                <a16:creationId xmlns:a16="http://schemas.microsoft.com/office/drawing/2014/main" id="{591ADB20-982B-4B42-9BA6-60B60575EE1E}"/>
              </a:ext>
            </a:extLst>
          </p:cNvPr>
          <p:cNvSpPr>
            <a:spLocks noGrp="1"/>
          </p:cNvSpPr>
          <p:nvPr/>
        </p:nvSpPr>
        <p:spPr>
          <a:xfrm>
            <a:off x="4279296" y="780244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3" name="F2_precision_recall_distributions_7737">
            <a:extLst>
              <a:ext uri="{FF2B5EF4-FFF2-40B4-BE49-F238E27FC236}">
                <a16:creationId xmlns:a16="http://schemas.microsoft.com/office/drawing/2014/main" id="{F9B2DFB3-F2F6-4459-B571-6DEFCF9C042F}"/>
              </a:ext>
            </a:extLst>
          </p:cNvPr>
          <p:cNvSpPr>
            <a:spLocks noGrp="1"/>
          </p:cNvSpPr>
          <p:nvPr/>
        </p:nvSpPr>
        <p:spPr>
          <a:xfrm>
            <a:off x="417514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4" name="F2_precision_recall_distributions_7738">
            <a:extLst>
              <a:ext uri="{FF2B5EF4-FFF2-40B4-BE49-F238E27FC236}">
                <a16:creationId xmlns:a16="http://schemas.microsoft.com/office/drawing/2014/main" id="{0AD230F6-674A-4202-89A7-D2A36DA46778}"/>
              </a:ext>
            </a:extLst>
          </p:cNvPr>
          <p:cNvSpPr>
            <a:spLocks noGrp="1"/>
          </p:cNvSpPr>
          <p:nvPr/>
        </p:nvSpPr>
        <p:spPr>
          <a:xfrm>
            <a:off x="40719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5" name="F2_precision_recall_distributions_7739">
            <a:extLst>
              <a:ext uri="{FF2B5EF4-FFF2-40B4-BE49-F238E27FC236}">
                <a16:creationId xmlns:a16="http://schemas.microsoft.com/office/drawing/2014/main" id="{8F6B8615-4C22-4111-94DE-0DBFA862EDE8}"/>
              </a:ext>
            </a:extLst>
          </p:cNvPr>
          <p:cNvSpPr>
            <a:spLocks noGrp="1"/>
          </p:cNvSpPr>
          <p:nvPr/>
        </p:nvSpPr>
        <p:spPr>
          <a:xfrm>
            <a:off x="39962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6" name="F2_precision_recall_distributions_7740">
            <a:extLst>
              <a:ext uri="{FF2B5EF4-FFF2-40B4-BE49-F238E27FC236}">
                <a16:creationId xmlns:a16="http://schemas.microsoft.com/office/drawing/2014/main" id="{92B7E82E-7F5D-4D76-9409-BFB4352C4D95}"/>
              </a:ext>
            </a:extLst>
          </p:cNvPr>
          <p:cNvSpPr>
            <a:spLocks noGrp="1"/>
          </p:cNvSpPr>
          <p:nvPr/>
        </p:nvSpPr>
        <p:spPr>
          <a:xfrm>
            <a:off x="41924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7" name="F2_precision_recall_distributions_7741">
            <a:extLst>
              <a:ext uri="{FF2B5EF4-FFF2-40B4-BE49-F238E27FC236}">
                <a16:creationId xmlns:a16="http://schemas.microsoft.com/office/drawing/2014/main" id="{F23659EC-8796-47B5-8FE9-3CADB74FEC3C}"/>
              </a:ext>
            </a:extLst>
          </p:cNvPr>
          <p:cNvSpPr>
            <a:spLocks noGrp="1"/>
          </p:cNvSpPr>
          <p:nvPr/>
        </p:nvSpPr>
        <p:spPr>
          <a:xfrm>
            <a:off x="40247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8" name="F2_precision_recall_distributions_7742">
            <a:extLst>
              <a:ext uri="{FF2B5EF4-FFF2-40B4-BE49-F238E27FC236}">
                <a16:creationId xmlns:a16="http://schemas.microsoft.com/office/drawing/2014/main" id="{4EC8BFB2-3136-42CC-A802-F9BA4981F775}"/>
              </a:ext>
            </a:extLst>
          </p:cNvPr>
          <p:cNvSpPr>
            <a:spLocks noGrp="1"/>
          </p:cNvSpPr>
          <p:nvPr/>
        </p:nvSpPr>
        <p:spPr>
          <a:xfrm>
            <a:off x="4176224" y="77974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29" name="F2_precision_recall_distributions_7743">
            <a:extLst>
              <a:ext uri="{FF2B5EF4-FFF2-40B4-BE49-F238E27FC236}">
                <a16:creationId xmlns:a16="http://schemas.microsoft.com/office/drawing/2014/main" id="{72A67249-B5ED-4217-97C9-38A2EA1C4AF1}"/>
              </a:ext>
            </a:extLst>
          </p:cNvPr>
          <p:cNvSpPr>
            <a:spLocks noGrp="1"/>
          </p:cNvSpPr>
          <p:nvPr/>
        </p:nvSpPr>
        <p:spPr>
          <a:xfrm>
            <a:off x="39948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0" name="F2_precision_recall_distributions_7744">
            <a:extLst>
              <a:ext uri="{FF2B5EF4-FFF2-40B4-BE49-F238E27FC236}">
                <a16:creationId xmlns:a16="http://schemas.microsoft.com/office/drawing/2014/main" id="{886FD456-1EE9-4353-9291-EF67BC4926C8}"/>
              </a:ext>
            </a:extLst>
          </p:cNvPr>
          <p:cNvSpPr>
            <a:spLocks noGrp="1"/>
          </p:cNvSpPr>
          <p:nvPr/>
        </p:nvSpPr>
        <p:spPr>
          <a:xfrm>
            <a:off x="41109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1" name="F2_precision_recall_distributions_7745">
            <a:extLst>
              <a:ext uri="{FF2B5EF4-FFF2-40B4-BE49-F238E27FC236}">
                <a16:creationId xmlns:a16="http://schemas.microsoft.com/office/drawing/2014/main" id="{DAAD5402-CB8C-408E-8BAC-083041F425B8}"/>
              </a:ext>
            </a:extLst>
          </p:cNvPr>
          <p:cNvSpPr>
            <a:spLocks noGrp="1"/>
          </p:cNvSpPr>
          <p:nvPr/>
        </p:nvSpPr>
        <p:spPr>
          <a:xfrm>
            <a:off x="429127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2" name="F2_precision_recall_distributions_7746">
            <a:extLst>
              <a:ext uri="{FF2B5EF4-FFF2-40B4-BE49-F238E27FC236}">
                <a16:creationId xmlns:a16="http://schemas.microsoft.com/office/drawing/2014/main" id="{01231BD5-F1E5-4F32-8964-94C72495EBF2}"/>
              </a:ext>
            </a:extLst>
          </p:cNvPr>
          <p:cNvSpPr>
            <a:spLocks noGrp="1"/>
          </p:cNvSpPr>
          <p:nvPr/>
        </p:nvSpPr>
        <p:spPr>
          <a:xfrm>
            <a:off x="40548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3" name="F2_precision_recall_distributions_7747">
            <a:extLst>
              <a:ext uri="{FF2B5EF4-FFF2-40B4-BE49-F238E27FC236}">
                <a16:creationId xmlns:a16="http://schemas.microsoft.com/office/drawing/2014/main" id="{95AE6FCA-E9D7-4B1D-8665-2C29ED7E86AF}"/>
              </a:ext>
            </a:extLst>
          </p:cNvPr>
          <p:cNvSpPr>
            <a:spLocks noGrp="1"/>
          </p:cNvSpPr>
          <p:nvPr/>
        </p:nvSpPr>
        <p:spPr>
          <a:xfrm>
            <a:off x="4189316" y="767363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4" name="F2_precision_recall_distributions_7748">
            <a:extLst>
              <a:ext uri="{FF2B5EF4-FFF2-40B4-BE49-F238E27FC236}">
                <a16:creationId xmlns:a16="http://schemas.microsoft.com/office/drawing/2014/main" id="{FEDC3294-8C06-4988-9BA4-3A5E4802623A}"/>
              </a:ext>
            </a:extLst>
          </p:cNvPr>
          <p:cNvSpPr>
            <a:spLocks noGrp="1"/>
          </p:cNvSpPr>
          <p:nvPr/>
        </p:nvSpPr>
        <p:spPr>
          <a:xfrm>
            <a:off x="408826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5" name="F2_precision_recall_distributions_7749">
            <a:extLst>
              <a:ext uri="{FF2B5EF4-FFF2-40B4-BE49-F238E27FC236}">
                <a16:creationId xmlns:a16="http://schemas.microsoft.com/office/drawing/2014/main" id="{B8BF31C9-263D-4C2B-9568-DC060DB205C9}"/>
              </a:ext>
            </a:extLst>
          </p:cNvPr>
          <p:cNvSpPr>
            <a:spLocks noGrp="1"/>
          </p:cNvSpPr>
          <p:nvPr/>
        </p:nvSpPr>
        <p:spPr>
          <a:xfrm>
            <a:off x="42031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6" name="F2_precision_recall_distributions_7750">
            <a:extLst>
              <a:ext uri="{FF2B5EF4-FFF2-40B4-BE49-F238E27FC236}">
                <a16:creationId xmlns:a16="http://schemas.microsoft.com/office/drawing/2014/main" id="{83E10C21-23BB-400A-82D9-F1EC3E368187}"/>
              </a:ext>
            </a:extLst>
          </p:cNvPr>
          <p:cNvSpPr>
            <a:spLocks noGrp="1"/>
          </p:cNvSpPr>
          <p:nvPr/>
        </p:nvSpPr>
        <p:spPr>
          <a:xfrm>
            <a:off x="4187582" y="780758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7" name="F2_precision_recall_distributions_7751">
            <a:extLst>
              <a:ext uri="{FF2B5EF4-FFF2-40B4-BE49-F238E27FC236}">
                <a16:creationId xmlns:a16="http://schemas.microsoft.com/office/drawing/2014/main" id="{2661A72D-31B6-4392-A441-E209625A1BB4}"/>
              </a:ext>
            </a:extLst>
          </p:cNvPr>
          <p:cNvSpPr>
            <a:spLocks noGrp="1"/>
          </p:cNvSpPr>
          <p:nvPr/>
        </p:nvSpPr>
        <p:spPr>
          <a:xfrm>
            <a:off x="40468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8" name="F2_precision_recall_distributions_7752">
            <a:extLst>
              <a:ext uri="{FF2B5EF4-FFF2-40B4-BE49-F238E27FC236}">
                <a16:creationId xmlns:a16="http://schemas.microsoft.com/office/drawing/2014/main" id="{9FAA588B-237D-4EF2-A506-87B452ADC27C}"/>
              </a:ext>
            </a:extLst>
          </p:cNvPr>
          <p:cNvSpPr>
            <a:spLocks noGrp="1"/>
          </p:cNvSpPr>
          <p:nvPr/>
        </p:nvSpPr>
        <p:spPr>
          <a:xfrm>
            <a:off x="4307270" y="779633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39" name="F2_precision_recall_distributions_7753">
            <a:extLst>
              <a:ext uri="{FF2B5EF4-FFF2-40B4-BE49-F238E27FC236}">
                <a16:creationId xmlns:a16="http://schemas.microsoft.com/office/drawing/2014/main" id="{1FAA7B11-796F-4ACC-8F7C-9E7FD384B75E}"/>
              </a:ext>
            </a:extLst>
          </p:cNvPr>
          <p:cNvSpPr>
            <a:spLocks noGrp="1"/>
          </p:cNvSpPr>
          <p:nvPr/>
        </p:nvSpPr>
        <p:spPr>
          <a:xfrm>
            <a:off x="4301689" y="78131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0" name="F2_precision_recall_distributions_7754">
            <a:extLst>
              <a:ext uri="{FF2B5EF4-FFF2-40B4-BE49-F238E27FC236}">
                <a16:creationId xmlns:a16="http://schemas.microsoft.com/office/drawing/2014/main" id="{8C6ACD02-8151-4979-9244-946974DD1593}"/>
              </a:ext>
            </a:extLst>
          </p:cNvPr>
          <p:cNvSpPr>
            <a:spLocks noGrp="1"/>
          </p:cNvSpPr>
          <p:nvPr/>
        </p:nvSpPr>
        <p:spPr>
          <a:xfrm>
            <a:off x="4130071" y="780638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1" name="F2_precision_recall_distributions_7755">
            <a:extLst>
              <a:ext uri="{FF2B5EF4-FFF2-40B4-BE49-F238E27FC236}">
                <a16:creationId xmlns:a16="http://schemas.microsoft.com/office/drawing/2014/main" id="{DBF442F9-99D0-4875-8598-DE48536631B2}"/>
              </a:ext>
            </a:extLst>
          </p:cNvPr>
          <p:cNvSpPr>
            <a:spLocks noGrp="1"/>
          </p:cNvSpPr>
          <p:nvPr/>
        </p:nvSpPr>
        <p:spPr>
          <a:xfrm>
            <a:off x="4224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2" name="F2_precision_recall_distributions_7756">
            <a:extLst>
              <a:ext uri="{FF2B5EF4-FFF2-40B4-BE49-F238E27FC236}">
                <a16:creationId xmlns:a16="http://schemas.microsoft.com/office/drawing/2014/main" id="{6746703C-95C0-44DF-8299-8E3216598722}"/>
              </a:ext>
            </a:extLst>
          </p:cNvPr>
          <p:cNvSpPr>
            <a:spLocks noGrp="1"/>
          </p:cNvSpPr>
          <p:nvPr/>
        </p:nvSpPr>
        <p:spPr>
          <a:xfrm>
            <a:off x="42121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3" name="F2_precision_recall_distributions_7757">
            <a:extLst>
              <a:ext uri="{FF2B5EF4-FFF2-40B4-BE49-F238E27FC236}">
                <a16:creationId xmlns:a16="http://schemas.microsoft.com/office/drawing/2014/main" id="{4B87B2A4-28F1-4565-B8E7-891C079EDA41}"/>
              </a:ext>
            </a:extLst>
          </p:cNvPr>
          <p:cNvSpPr>
            <a:spLocks noGrp="1"/>
          </p:cNvSpPr>
          <p:nvPr/>
        </p:nvSpPr>
        <p:spPr>
          <a:xfrm>
            <a:off x="40598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4" name="F2_precision_recall_distributions_7758">
            <a:extLst>
              <a:ext uri="{FF2B5EF4-FFF2-40B4-BE49-F238E27FC236}">
                <a16:creationId xmlns:a16="http://schemas.microsoft.com/office/drawing/2014/main" id="{1FA53D9F-5C70-4AC8-AAD4-1B782DABAD61}"/>
              </a:ext>
            </a:extLst>
          </p:cNvPr>
          <p:cNvSpPr>
            <a:spLocks noGrp="1"/>
          </p:cNvSpPr>
          <p:nvPr/>
        </p:nvSpPr>
        <p:spPr>
          <a:xfrm>
            <a:off x="42895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5" name="F2_precision_recall_distributions_7759">
            <a:extLst>
              <a:ext uri="{FF2B5EF4-FFF2-40B4-BE49-F238E27FC236}">
                <a16:creationId xmlns:a16="http://schemas.microsoft.com/office/drawing/2014/main" id="{69C481B2-8332-42EF-99C1-60B90CA79A92}"/>
              </a:ext>
            </a:extLst>
          </p:cNvPr>
          <p:cNvSpPr>
            <a:spLocks noGrp="1"/>
          </p:cNvSpPr>
          <p:nvPr/>
        </p:nvSpPr>
        <p:spPr>
          <a:xfrm>
            <a:off x="428249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6" name="F2_precision_recall_distributions_7760">
            <a:extLst>
              <a:ext uri="{FF2B5EF4-FFF2-40B4-BE49-F238E27FC236}">
                <a16:creationId xmlns:a16="http://schemas.microsoft.com/office/drawing/2014/main" id="{9477C1F0-F755-485E-909E-DB02CB19662D}"/>
              </a:ext>
            </a:extLst>
          </p:cNvPr>
          <p:cNvSpPr>
            <a:spLocks noGrp="1"/>
          </p:cNvSpPr>
          <p:nvPr/>
        </p:nvSpPr>
        <p:spPr>
          <a:xfrm>
            <a:off x="43267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7" name="F2_precision_recall_distributions_7761">
            <a:extLst>
              <a:ext uri="{FF2B5EF4-FFF2-40B4-BE49-F238E27FC236}">
                <a16:creationId xmlns:a16="http://schemas.microsoft.com/office/drawing/2014/main" id="{8E726799-0631-421B-A6A9-4A51CF3154DB}"/>
              </a:ext>
            </a:extLst>
          </p:cNvPr>
          <p:cNvSpPr>
            <a:spLocks noGrp="1"/>
          </p:cNvSpPr>
          <p:nvPr/>
        </p:nvSpPr>
        <p:spPr>
          <a:xfrm>
            <a:off x="40864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8" name="F2_precision_recall_distributions_7762">
            <a:extLst>
              <a:ext uri="{FF2B5EF4-FFF2-40B4-BE49-F238E27FC236}">
                <a16:creationId xmlns:a16="http://schemas.microsoft.com/office/drawing/2014/main" id="{CF9DA733-357E-4E7A-8694-24D7B4897F2D}"/>
              </a:ext>
            </a:extLst>
          </p:cNvPr>
          <p:cNvSpPr>
            <a:spLocks noGrp="1"/>
          </p:cNvSpPr>
          <p:nvPr/>
        </p:nvSpPr>
        <p:spPr>
          <a:xfrm>
            <a:off x="41204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49" name="F2_precision_recall_distributions_7763">
            <a:extLst>
              <a:ext uri="{FF2B5EF4-FFF2-40B4-BE49-F238E27FC236}">
                <a16:creationId xmlns:a16="http://schemas.microsoft.com/office/drawing/2014/main" id="{E2F31A7E-E005-4849-BBB8-43A284AEB26E}"/>
              </a:ext>
            </a:extLst>
          </p:cNvPr>
          <p:cNvSpPr>
            <a:spLocks noGrp="1"/>
          </p:cNvSpPr>
          <p:nvPr/>
        </p:nvSpPr>
        <p:spPr>
          <a:xfrm>
            <a:off x="4062375" y="77927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0" name="F2_precision_recall_distributions_7764">
            <a:extLst>
              <a:ext uri="{FF2B5EF4-FFF2-40B4-BE49-F238E27FC236}">
                <a16:creationId xmlns:a16="http://schemas.microsoft.com/office/drawing/2014/main" id="{34EC1BA9-665B-4C90-A9C2-BBD4876288E2}"/>
              </a:ext>
            </a:extLst>
          </p:cNvPr>
          <p:cNvSpPr>
            <a:spLocks noGrp="1"/>
          </p:cNvSpPr>
          <p:nvPr/>
        </p:nvSpPr>
        <p:spPr>
          <a:xfrm>
            <a:off x="41799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1" name="F2_precision_recall_distributions_7765">
            <a:extLst>
              <a:ext uri="{FF2B5EF4-FFF2-40B4-BE49-F238E27FC236}">
                <a16:creationId xmlns:a16="http://schemas.microsoft.com/office/drawing/2014/main" id="{90EF666E-122B-405F-9E12-263AB89FA75A}"/>
              </a:ext>
            </a:extLst>
          </p:cNvPr>
          <p:cNvSpPr>
            <a:spLocks noGrp="1"/>
          </p:cNvSpPr>
          <p:nvPr/>
        </p:nvSpPr>
        <p:spPr>
          <a:xfrm>
            <a:off x="40317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2" name="F2_precision_recall_distributions_7766">
            <a:extLst>
              <a:ext uri="{FF2B5EF4-FFF2-40B4-BE49-F238E27FC236}">
                <a16:creationId xmlns:a16="http://schemas.microsoft.com/office/drawing/2014/main" id="{711DE92A-5B84-4D5D-B53C-958B84B7985F}"/>
              </a:ext>
            </a:extLst>
          </p:cNvPr>
          <p:cNvSpPr>
            <a:spLocks noGrp="1"/>
          </p:cNvSpPr>
          <p:nvPr/>
        </p:nvSpPr>
        <p:spPr>
          <a:xfrm>
            <a:off x="4267309" y="78093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3" name="F2_precision_recall_distributions_7767">
            <a:extLst>
              <a:ext uri="{FF2B5EF4-FFF2-40B4-BE49-F238E27FC236}">
                <a16:creationId xmlns:a16="http://schemas.microsoft.com/office/drawing/2014/main" id="{F1DE2BA6-0B4D-4412-BDE7-2FFEA40BBDA6}"/>
              </a:ext>
            </a:extLst>
          </p:cNvPr>
          <p:cNvSpPr>
            <a:spLocks noGrp="1"/>
          </p:cNvSpPr>
          <p:nvPr/>
        </p:nvSpPr>
        <p:spPr>
          <a:xfrm>
            <a:off x="41516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4" name="F2_precision_recall_distributions_7768">
            <a:extLst>
              <a:ext uri="{FF2B5EF4-FFF2-40B4-BE49-F238E27FC236}">
                <a16:creationId xmlns:a16="http://schemas.microsoft.com/office/drawing/2014/main" id="{DDD9CF5D-4A09-4BAF-B7FE-A70D30835B24}"/>
              </a:ext>
            </a:extLst>
          </p:cNvPr>
          <p:cNvSpPr>
            <a:spLocks noGrp="1"/>
          </p:cNvSpPr>
          <p:nvPr/>
        </p:nvSpPr>
        <p:spPr>
          <a:xfrm>
            <a:off x="411564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5" name="F2_precision_recall_distributions_7769">
            <a:extLst>
              <a:ext uri="{FF2B5EF4-FFF2-40B4-BE49-F238E27FC236}">
                <a16:creationId xmlns:a16="http://schemas.microsoft.com/office/drawing/2014/main" id="{95E4352A-E34D-475B-9E10-7FB7D5C85137}"/>
              </a:ext>
            </a:extLst>
          </p:cNvPr>
          <p:cNvSpPr>
            <a:spLocks noGrp="1"/>
          </p:cNvSpPr>
          <p:nvPr/>
        </p:nvSpPr>
        <p:spPr>
          <a:xfrm>
            <a:off x="415297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6" name="F2_precision_recall_distributions_7770">
            <a:extLst>
              <a:ext uri="{FF2B5EF4-FFF2-40B4-BE49-F238E27FC236}">
                <a16:creationId xmlns:a16="http://schemas.microsoft.com/office/drawing/2014/main" id="{633D7B16-D34D-4A2D-B9AC-B71655CA22AB}"/>
              </a:ext>
            </a:extLst>
          </p:cNvPr>
          <p:cNvSpPr>
            <a:spLocks noGrp="1"/>
          </p:cNvSpPr>
          <p:nvPr/>
        </p:nvSpPr>
        <p:spPr>
          <a:xfrm>
            <a:off x="4333317" y="780566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7" name="F2_precision_recall_distributions_7771">
            <a:extLst>
              <a:ext uri="{FF2B5EF4-FFF2-40B4-BE49-F238E27FC236}">
                <a16:creationId xmlns:a16="http://schemas.microsoft.com/office/drawing/2014/main" id="{1756F9FF-35C0-4713-8A95-612DC96136CF}"/>
              </a:ext>
            </a:extLst>
          </p:cNvPr>
          <p:cNvSpPr>
            <a:spLocks noGrp="1"/>
          </p:cNvSpPr>
          <p:nvPr/>
        </p:nvSpPr>
        <p:spPr>
          <a:xfrm>
            <a:off x="417321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8" name="F2_precision_recall_distributions_7772">
            <a:extLst>
              <a:ext uri="{FF2B5EF4-FFF2-40B4-BE49-F238E27FC236}">
                <a16:creationId xmlns:a16="http://schemas.microsoft.com/office/drawing/2014/main" id="{B59E63CA-5793-4252-8561-2F3D831CC2CB}"/>
              </a:ext>
            </a:extLst>
          </p:cNvPr>
          <p:cNvSpPr>
            <a:spLocks noGrp="1"/>
          </p:cNvSpPr>
          <p:nvPr/>
        </p:nvSpPr>
        <p:spPr>
          <a:xfrm>
            <a:off x="41562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59" name="F2_precision_recall_distributions_7773">
            <a:extLst>
              <a:ext uri="{FF2B5EF4-FFF2-40B4-BE49-F238E27FC236}">
                <a16:creationId xmlns:a16="http://schemas.microsoft.com/office/drawing/2014/main" id="{1D799EF8-9744-4A8A-A7BF-E4BACE299AC8}"/>
              </a:ext>
            </a:extLst>
          </p:cNvPr>
          <p:cNvSpPr>
            <a:spLocks noGrp="1"/>
          </p:cNvSpPr>
          <p:nvPr/>
        </p:nvSpPr>
        <p:spPr>
          <a:xfrm>
            <a:off x="41710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0" name="F2_precision_recall_distributions_7774">
            <a:extLst>
              <a:ext uri="{FF2B5EF4-FFF2-40B4-BE49-F238E27FC236}">
                <a16:creationId xmlns:a16="http://schemas.microsoft.com/office/drawing/2014/main" id="{56B864C9-E71A-45A5-B554-E9F9BB805287}"/>
              </a:ext>
            </a:extLst>
          </p:cNvPr>
          <p:cNvSpPr>
            <a:spLocks noGrp="1"/>
          </p:cNvSpPr>
          <p:nvPr/>
        </p:nvSpPr>
        <p:spPr>
          <a:xfrm>
            <a:off x="398063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1" name="F2_precision_recall_distributions_7775">
            <a:extLst>
              <a:ext uri="{FF2B5EF4-FFF2-40B4-BE49-F238E27FC236}">
                <a16:creationId xmlns:a16="http://schemas.microsoft.com/office/drawing/2014/main" id="{927299F2-113D-4118-8FE9-5649B9A22FB1}"/>
              </a:ext>
            </a:extLst>
          </p:cNvPr>
          <p:cNvSpPr>
            <a:spLocks noGrp="1"/>
          </p:cNvSpPr>
          <p:nvPr/>
        </p:nvSpPr>
        <p:spPr>
          <a:xfrm>
            <a:off x="40427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2" name="F2_precision_recall_distributions_7776">
            <a:extLst>
              <a:ext uri="{FF2B5EF4-FFF2-40B4-BE49-F238E27FC236}">
                <a16:creationId xmlns:a16="http://schemas.microsoft.com/office/drawing/2014/main" id="{61EE225E-7B4B-4059-8146-8642FA7447AD}"/>
              </a:ext>
            </a:extLst>
          </p:cNvPr>
          <p:cNvSpPr>
            <a:spLocks noGrp="1"/>
          </p:cNvSpPr>
          <p:nvPr/>
        </p:nvSpPr>
        <p:spPr>
          <a:xfrm>
            <a:off x="4048197" y="781289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3" name="F2_precision_recall_distributions_7777">
            <a:extLst>
              <a:ext uri="{FF2B5EF4-FFF2-40B4-BE49-F238E27FC236}">
                <a16:creationId xmlns:a16="http://schemas.microsoft.com/office/drawing/2014/main" id="{F4D28BCD-021C-4A61-86AE-2E66DDEE856D}"/>
              </a:ext>
            </a:extLst>
          </p:cNvPr>
          <p:cNvSpPr>
            <a:spLocks noGrp="1"/>
          </p:cNvSpPr>
          <p:nvPr/>
        </p:nvSpPr>
        <p:spPr>
          <a:xfrm>
            <a:off x="42244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4" name="F2_precision_recall_distributions_7778">
            <a:extLst>
              <a:ext uri="{FF2B5EF4-FFF2-40B4-BE49-F238E27FC236}">
                <a16:creationId xmlns:a16="http://schemas.microsoft.com/office/drawing/2014/main" id="{8392984D-1285-4D57-8348-78A9D344F982}"/>
              </a:ext>
            </a:extLst>
          </p:cNvPr>
          <p:cNvSpPr>
            <a:spLocks noGrp="1"/>
          </p:cNvSpPr>
          <p:nvPr/>
        </p:nvSpPr>
        <p:spPr>
          <a:xfrm>
            <a:off x="4336345" y="781158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5" name="F2_precision_recall_distributions_7779">
            <a:extLst>
              <a:ext uri="{FF2B5EF4-FFF2-40B4-BE49-F238E27FC236}">
                <a16:creationId xmlns:a16="http://schemas.microsoft.com/office/drawing/2014/main" id="{DEA2B8BA-564C-478B-B684-A7B97341EEA3}"/>
              </a:ext>
            </a:extLst>
          </p:cNvPr>
          <p:cNvSpPr>
            <a:spLocks noGrp="1"/>
          </p:cNvSpPr>
          <p:nvPr/>
        </p:nvSpPr>
        <p:spPr>
          <a:xfrm>
            <a:off x="41378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6" name="F2_precision_recall_distributions_7780">
            <a:extLst>
              <a:ext uri="{FF2B5EF4-FFF2-40B4-BE49-F238E27FC236}">
                <a16:creationId xmlns:a16="http://schemas.microsoft.com/office/drawing/2014/main" id="{97D4C907-C7A8-42C7-BF5C-72D89CD1731B}"/>
              </a:ext>
            </a:extLst>
          </p:cNvPr>
          <p:cNvSpPr>
            <a:spLocks noGrp="1"/>
          </p:cNvSpPr>
          <p:nvPr/>
        </p:nvSpPr>
        <p:spPr>
          <a:xfrm>
            <a:off x="42355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7" name="F2_precision_recall_distributions_7781">
            <a:extLst>
              <a:ext uri="{FF2B5EF4-FFF2-40B4-BE49-F238E27FC236}">
                <a16:creationId xmlns:a16="http://schemas.microsoft.com/office/drawing/2014/main" id="{E41E249A-9C4B-4054-9C6C-8D8B18F78875}"/>
              </a:ext>
            </a:extLst>
          </p:cNvPr>
          <p:cNvSpPr>
            <a:spLocks noGrp="1"/>
          </p:cNvSpPr>
          <p:nvPr/>
        </p:nvSpPr>
        <p:spPr>
          <a:xfrm>
            <a:off x="40789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8" name="F2_precision_recall_distributions_7782">
            <a:extLst>
              <a:ext uri="{FF2B5EF4-FFF2-40B4-BE49-F238E27FC236}">
                <a16:creationId xmlns:a16="http://schemas.microsoft.com/office/drawing/2014/main" id="{9F718E64-5E5B-41B0-8F8D-F00C953A44A9}"/>
              </a:ext>
            </a:extLst>
          </p:cNvPr>
          <p:cNvSpPr>
            <a:spLocks noGrp="1"/>
          </p:cNvSpPr>
          <p:nvPr/>
        </p:nvSpPr>
        <p:spPr>
          <a:xfrm>
            <a:off x="40261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69" name="F2_precision_recall_distributions_7783">
            <a:extLst>
              <a:ext uri="{FF2B5EF4-FFF2-40B4-BE49-F238E27FC236}">
                <a16:creationId xmlns:a16="http://schemas.microsoft.com/office/drawing/2014/main" id="{E9F142B3-A609-4738-8454-FC9FE1A43B32}"/>
              </a:ext>
            </a:extLst>
          </p:cNvPr>
          <p:cNvSpPr>
            <a:spLocks noGrp="1"/>
          </p:cNvSpPr>
          <p:nvPr/>
        </p:nvSpPr>
        <p:spPr>
          <a:xfrm>
            <a:off x="40995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0" name="F2_precision_recall_distributions_7784">
            <a:extLst>
              <a:ext uri="{FF2B5EF4-FFF2-40B4-BE49-F238E27FC236}">
                <a16:creationId xmlns:a16="http://schemas.microsoft.com/office/drawing/2014/main" id="{914D886D-BE19-44C0-B1C1-5CD0D2A4FCF1}"/>
              </a:ext>
            </a:extLst>
          </p:cNvPr>
          <p:cNvSpPr>
            <a:spLocks noGrp="1"/>
          </p:cNvSpPr>
          <p:nvPr/>
        </p:nvSpPr>
        <p:spPr>
          <a:xfrm>
            <a:off x="42089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1" name="F2_precision_recall_distributions_7785">
            <a:extLst>
              <a:ext uri="{FF2B5EF4-FFF2-40B4-BE49-F238E27FC236}">
                <a16:creationId xmlns:a16="http://schemas.microsoft.com/office/drawing/2014/main" id="{C773D4D5-9217-4C80-B872-79B48AAA222A}"/>
              </a:ext>
            </a:extLst>
          </p:cNvPr>
          <p:cNvSpPr>
            <a:spLocks noGrp="1"/>
          </p:cNvSpPr>
          <p:nvPr/>
        </p:nvSpPr>
        <p:spPr>
          <a:xfrm>
            <a:off x="42971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2" name="F2_precision_recall_distributions_7786">
            <a:extLst>
              <a:ext uri="{FF2B5EF4-FFF2-40B4-BE49-F238E27FC236}">
                <a16:creationId xmlns:a16="http://schemas.microsoft.com/office/drawing/2014/main" id="{A1EFE70D-D0C3-4B77-9A33-129B937E70CA}"/>
              </a:ext>
            </a:extLst>
          </p:cNvPr>
          <p:cNvSpPr>
            <a:spLocks noGrp="1"/>
          </p:cNvSpPr>
          <p:nvPr/>
        </p:nvSpPr>
        <p:spPr>
          <a:xfrm>
            <a:off x="42191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3" name="F2_precision_recall_distributions_7787">
            <a:extLst>
              <a:ext uri="{FF2B5EF4-FFF2-40B4-BE49-F238E27FC236}">
                <a16:creationId xmlns:a16="http://schemas.microsoft.com/office/drawing/2014/main" id="{A24BA65F-0798-4F58-953D-5B897CEF3398}"/>
              </a:ext>
            </a:extLst>
          </p:cNvPr>
          <p:cNvSpPr>
            <a:spLocks noGrp="1"/>
          </p:cNvSpPr>
          <p:nvPr/>
        </p:nvSpPr>
        <p:spPr>
          <a:xfrm>
            <a:off x="41949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4" name="F2_precision_recall_distributions_7788">
            <a:extLst>
              <a:ext uri="{FF2B5EF4-FFF2-40B4-BE49-F238E27FC236}">
                <a16:creationId xmlns:a16="http://schemas.microsoft.com/office/drawing/2014/main" id="{31FA40EA-E165-4071-B844-B5A2469E0FA7}"/>
              </a:ext>
            </a:extLst>
          </p:cNvPr>
          <p:cNvSpPr>
            <a:spLocks noGrp="1"/>
          </p:cNvSpPr>
          <p:nvPr/>
        </p:nvSpPr>
        <p:spPr>
          <a:xfrm>
            <a:off x="424922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5" name="F2_precision_recall_distributions_7789">
            <a:extLst>
              <a:ext uri="{FF2B5EF4-FFF2-40B4-BE49-F238E27FC236}">
                <a16:creationId xmlns:a16="http://schemas.microsoft.com/office/drawing/2014/main" id="{17B01118-734E-4556-952F-7B4E8DB6F137}"/>
              </a:ext>
            </a:extLst>
          </p:cNvPr>
          <p:cNvSpPr>
            <a:spLocks noGrp="1"/>
          </p:cNvSpPr>
          <p:nvPr/>
        </p:nvSpPr>
        <p:spPr>
          <a:xfrm>
            <a:off x="43334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6" name="F2_precision_recall_distributions_7790">
            <a:extLst>
              <a:ext uri="{FF2B5EF4-FFF2-40B4-BE49-F238E27FC236}">
                <a16:creationId xmlns:a16="http://schemas.microsoft.com/office/drawing/2014/main" id="{D35639DF-5031-44BB-B76A-22A3F69AE4C2}"/>
              </a:ext>
            </a:extLst>
          </p:cNvPr>
          <p:cNvSpPr>
            <a:spLocks noGrp="1"/>
          </p:cNvSpPr>
          <p:nvPr/>
        </p:nvSpPr>
        <p:spPr>
          <a:xfrm>
            <a:off x="41995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7" name="F2_precision_recall_distributions_7791">
            <a:extLst>
              <a:ext uri="{FF2B5EF4-FFF2-40B4-BE49-F238E27FC236}">
                <a16:creationId xmlns:a16="http://schemas.microsoft.com/office/drawing/2014/main" id="{75CB2BD2-9A37-45AB-80B4-945945CE80F6}"/>
              </a:ext>
            </a:extLst>
          </p:cNvPr>
          <p:cNvSpPr>
            <a:spLocks noGrp="1"/>
          </p:cNvSpPr>
          <p:nvPr/>
        </p:nvSpPr>
        <p:spPr>
          <a:xfrm>
            <a:off x="4032643" y="781029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8" name="F2_precision_recall_distributions_7792">
            <a:extLst>
              <a:ext uri="{FF2B5EF4-FFF2-40B4-BE49-F238E27FC236}">
                <a16:creationId xmlns:a16="http://schemas.microsoft.com/office/drawing/2014/main" id="{7A277796-2AF8-4516-AE5F-3460156A7E74}"/>
              </a:ext>
            </a:extLst>
          </p:cNvPr>
          <p:cNvSpPr>
            <a:spLocks noGrp="1"/>
          </p:cNvSpPr>
          <p:nvPr/>
        </p:nvSpPr>
        <p:spPr>
          <a:xfrm>
            <a:off x="414103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79" name="F2_precision_recall_distributions_7793">
            <a:extLst>
              <a:ext uri="{FF2B5EF4-FFF2-40B4-BE49-F238E27FC236}">
                <a16:creationId xmlns:a16="http://schemas.microsoft.com/office/drawing/2014/main" id="{01C8D649-8913-4EF1-98FE-15B7B45E18B4}"/>
              </a:ext>
            </a:extLst>
          </p:cNvPr>
          <p:cNvSpPr>
            <a:spLocks noGrp="1"/>
          </p:cNvSpPr>
          <p:nvPr/>
        </p:nvSpPr>
        <p:spPr>
          <a:xfrm>
            <a:off x="4087797" y="781339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0" name="F2_precision_recall_distributions_7794">
            <a:extLst>
              <a:ext uri="{FF2B5EF4-FFF2-40B4-BE49-F238E27FC236}">
                <a16:creationId xmlns:a16="http://schemas.microsoft.com/office/drawing/2014/main" id="{AA23CAA6-5DA9-44E9-B6E0-D9AA3563D277}"/>
              </a:ext>
            </a:extLst>
          </p:cNvPr>
          <p:cNvSpPr>
            <a:spLocks noGrp="1"/>
          </p:cNvSpPr>
          <p:nvPr/>
        </p:nvSpPr>
        <p:spPr>
          <a:xfrm>
            <a:off x="43373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1" name="F2_precision_recall_distributions_7795">
            <a:extLst>
              <a:ext uri="{FF2B5EF4-FFF2-40B4-BE49-F238E27FC236}">
                <a16:creationId xmlns:a16="http://schemas.microsoft.com/office/drawing/2014/main" id="{27AA3FFA-9279-431E-818E-453BB65F4E82}"/>
              </a:ext>
            </a:extLst>
          </p:cNvPr>
          <p:cNvSpPr>
            <a:spLocks noGrp="1"/>
          </p:cNvSpPr>
          <p:nvPr/>
        </p:nvSpPr>
        <p:spPr>
          <a:xfrm>
            <a:off x="416116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2" name="F2_precision_recall_distributions_7796">
            <a:extLst>
              <a:ext uri="{FF2B5EF4-FFF2-40B4-BE49-F238E27FC236}">
                <a16:creationId xmlns:a16="http://schemas.microsoft.com/office/drawing/2014/main" id="{90ECC828-1A93-43A4-99F7-DB5CB861D2AD}"/>
              </a:ext>
            </a:extLst>
          </p:cNvPr>
          <p:cNvSpPr>
            <a:spLocks noGrp="1"/>
          </p:cNvSpPr>
          <p:nvPr/>
        </p:nvSpPr>
        <p:spPr>
          <a:xfrm>
            <a:off x="43412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3" name="F2_precision_recall_distributions_7797">
            <a:extLst>
              <a:ext uri="{FF2B5EF4-FFF2-40B4-BE49-F238E27FC236}">
                <a16:creationId xmlns:a16="http://schemas.microsoft.com/office/drawing/2014/main" id="{04051F60-9D56-425F-B114-57F6A168447E}"/>
              </a:ext>
            </a:extLst>
          </p:cNvPr>
          <p:cNvSpPr>
            <a:spLocks noGrp="1"/>
          </p:cNvSpPr>
          <p:nvPr/>
        </p:nvSpPr>
        <p:spPr>
          <a:xfrm>
            <a:off x="4039905" y="781361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4" name="F2_precision_recall_distributions_7798">
            <a:extLst>
              <a:ext uri="{FF2B5EF4-FFF2-40B4-BE49-F238E27FC236}">
                <a16:creationId xmlns:a16="http://schemas.microsoft.com/office/drawing/2014/main" id="{A7883F53-501C-4412-8C95-E0148026C66E}"/>
              </a:ext>
            </a:extLst>
          </p:cNvPr>
          <p:cNvSpPr>
            <a:spLocks noGrp="1"/>
          </p:cNvSpPr>
          <p:nvPr/>
        </p:nvSpPr>
        <p:spPr>
          <a:xfrm>
            <a:off x="40243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5" name="F2_precision_recall_distributions_7799">
            <a:extLst>
              <a:ext uri="{FF2B5EF4-FFF2-40B4-BE49-F238E27FC236}">
                <a16:creationId xmlns:a16="http://schemas.microsoft.com/office/drawing/2014/main" id="{920E65B7-E63F-471A-B7B4-62ACC27AC8E9}"/>
              </a:ext>
            </a:extLst>
          </p:cNvPr>
          <p:cNvSpPr>
            <a:spLocks noGrp="1"/>
          </p:cNvSpPr>
          <p:nvPr/>
        </p:nvSpPr>
        <p:spPr>
          <a:xfrm>
            <a:off x="43146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6" name="F2_precision_recall_distributions_7800">
            <a:extLst>
              <a:ext uri="{FF2B5EF4-FFF2-40B4-BE49-F238E27FC236}">
                <a16:creationId xmlns:a16="http://schemas.microsoft.com/office/drawing/2014/main" id="{089A17E5-D987-4128-A1DA-DE547243EC3D}"/>
              </a:ext>
            </a:extLst>
          </p:cNvPr>
          <p:cNvSpPr>
            <a:spLocks noGrp="1"/>
          </p:cNvSpPr>
          <p:nvPr/>
        </p:nvSpPr>
        <p:spPr>
          <a:xfrm>
            <a:off x="42375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7" name="F2_precision_recall_distributions_7801">
            <a:extLst>
              <a:ext uri="{FF2B5EF4-FFF2-40B4-BE49-F238E27FC236}">
                <a16:creationId xmlns:a16="http://schemas.microsoft.com/office/drawing/2014/main" id="{6C4F7937-0FD4-42B3-BB8A-F0E08106D884}"/>
              </a:ext>
            </a:extLst>
          </p:cNvPr>
          <p:cNvSpPr>
            <a:spLocks noGrp="1"/>
          </p:cNvSpPr>
          <p:nvPr/>
        </p:nvSpPr>
        <p:spPr>
          <a:xfrm>
            <a:off x="41940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8" name="F2_precision_recall_distributions_7802">
            <a:extLst>
              <a:ext uri="{FF2B5EF4-FFF2-40B4-BE49-F238E27FC236}">
                <a16:creationId xmlns:a16="http://schemas.microsoft.com/office/drawing/2014/main" id="{167C2933-B162-4430-A08E-40472F055FD8}"/>
              </a:ext>
            </a:extLst>
          </p:cNvPr>
          <p:cNvSpPr>
            <a:spLocks noGrp="1"/>
          </p:cNvSpPr>
          <p:nvPr/>
        </p:nvSpPr>
        <p:spPr>
          <a:xfrm>
            <a:off x="43057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89" name="F2_precision_recall_distributions_7803">
            <a:extLst>
              <a:ext uri="{FF2B5EF4-FFF2-40B4-BE49-F238E27FC236}">
                <a16:creationId xmlns:a16="http://schemas.microsoft.com/office/drawing/2014/main" id="{A1D4F369-41AE-420D-BC9B-14E90F35F737}"/>
              </a:ext>
            </a:extLst>
          </p:cNvPr>
          <p:cNvSpPr>
            <a:spLocks noGrp="1"/>
          </p:cNvSpPr>
          <p:nvPr/>
        </p:nvSpPr>
        <p:spPr>
          <a:xfrm>
            <a:off x="42668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0" name="F2_precision_recall_distributions_7804">
            <a:extLst>
              <a:ext uri="{FF2B5EF4-FFF2-40B4-BE49-F238E27FC236}">
                <a16:creationId xmlns:a16="http://schemas.microsoft.com/office/drawing/2014/main" id="{E93809C6-3EEC-4ECA-81B4-2AF50965C1D9}"/>
              </a:ext>
            </a:extLst>
          </p:cNvPr>
          <p:cNvSpPr>
            <a:spLocks noGrp="1"/>
          </p:cNvSpPr>
          <p:nvPr/>
        </p:nvSpPr>
        <p:spPr>
          <a:xfrm>
            <a:off x="418608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1" name="F2_precision_recall_distributions_7805">
            <a:extLst>
              <a:ext uri="{FF2B5EF4-FFF2-40B4-BE49-F238E27FC236}">
                <a16:creationId xmlns:a16="http://schemas.microsoft.com/office/drawing/2014/main" id="{6292BE5D-25B7-4D07-BFDE-E0FE2C3089DB}"/>
              </a:ext>
            </a:extLst>
          </p:cNvPr>
          <p:cNvSpPr>
            <a:spLocks noGrp="1"/>
          </p:cNvSpPr>
          <p:nvPr/>
        </p:nvSpPr>
        <p:spPr>
          <a:xfrm>
            <a:off x="414009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2" name="F2_precision_recall_distributions_7806">
            <a:extLst>
              <a:ext uri="{FF2B5EF4-FFF2-40B4-BE49-F238E27FC236}">
                <a16:creationId xmlns:a16="http://schemas.microsoft.com/office/drawing/2014/main" id="{9B6E47B4-FEF5-4ECA-AE72-EC1F21A2C6A2}"/>
              </a:ext>
            </a:extLst>
          </p:cNvPr>
          <p:cNvSpPr>
            <a:spLocks noGrp="1"/>
          </p:cNvSpPr>
          <p:nvPr/>
        </p:nvSpPr>
        <p:spPr>
          <a:xfrm>
            <a:off x="4047140" y="781317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3" name="F2_precision_recall_distributions_7807">
            <a:extLst>
              <a:ext uri="{FF2B5EF4-FFF2-40B4-BE49-F238E27FC236}">
                <a16:creationId xmlns:a16="http://schemas.microsoft.com/office/drawing/2014/main" id="{C64992EE-6612-4B2B-81D8-EFE72231A42E}"/>
              </a:ext>
            </a:extLst>
          </p:cNvPr>
          <p:cNvSpPr>
            <a:spLocks noGrp="1"/>
          </p:cNvSpPr>
          <p:nvPr/>
        </p:nvSpPr>
        <p:spPr>
          <a:xfrm>
            <a:off x="4351250" y="779861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4" name="F2_precision_recall_distributions_7808">
            <a:extLst>
              <a:ext uri="{FF2B5EF4-FFF2-40B4-BE49-F238E27FC236}">
                <a16:creationId xmlns:a16="http://schemas.microsoft.com/office/drawing/2014/main" id="{F61E25A4-46C6-4C5B-ABCE-B879ED86666E}"/>
              </a:ext>
            </a:extLst>
          </p:cNvPr>
          <p:cNvSpPr>
            <a:spLocks noGrp="1"/>
          </p:cNvSpPr>
          <p:nvPr/>
        </p:nvSpPr>
        <p:spPr>
          <a:xfrm>
            <a:off x="417594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5" name="F2_precision_recall_distributions_7809">
            <a:extLst>
              <a:ext uri="{FF2B5EF4-FFF2-40B4-BE49-F238E27FC236}">
                <a16:creationId xmlns:a16="http://schemas.microsoft.com/office/drawing/2014/main" id="{745FE0C3-55B4-41C0-83EE-D799EF45EDAE}"/>
              </a:ext>
            </a:extLst>
          </p:cNvPr>
          <p:cNvSpPr>
            <a:spLocks noGrp="1"/>
          </p:cNvSpPr>
          <p:nvPr/>
        </p:nvSpPr>
        <p:spPr>
          <a:xfrm>
            <a:off x="40259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6" name="F2_precision_recall_distributions_7810">
            <a:extLst>
              <a:ext uri="{FF2B5EF4-FFF2-40B4-BE49-F238E27FC236}">
                <a16:creationId xmlns:a16="http://schemas.microsoft.com/office/drawing/2014/main" id="{7C0B11EC-CFAC-49D5-9173-EB8E3DD873D1}"/>
              </a:ext>
            </a:extLst>
          </p:cNvPr>
          <p:cNvSpPr>
            <a:spLocks noGrp="1"/>
          </p:cNvSpPr>
          <p:nvPr/>
        </p:nvSpPr>
        <p:spPr>
          <a:xfrm>
            <a:off x="403248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7" name="F2_precision_recall_distributions_7811">
            <a:extLst>
              <a:ext uri="{FF2B5EF4-FFF2-40B4-BE49-F238E27FC236}">
                <a16:creationId xmlns:a16="http://schemas.microsoft.com/office/drawing/2014/main" id="{EC0759FB-6840-4C57-B2D3-769FF96098C7}"/>
              </a:ext>
            </a:extLst>
          </p:cNvPr>
          <p:cNvSpPr>
            <a:spLocks noGrp="1"/>
          </p:cNvSpPr>
          <p:nvPr/>
        </p:nvSpPr>
        <p:spPr>
          <a:xfrm>
            <a:off x="41445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8" name="F2_precision_recall_distributions_7812">
            <a:extLst>
              <a:ext uri="{FF2B5EF4-FFF2-40B4-BE49-F238E27FC236}">
                <a16:creationId xmlns:a16="http://schemas.microsoft.com/office/drawing/2014/main" id="{26312827-7787-480B-AFA1-1AF452FF5D76}"/>
              </a:ext>
            </a:extLst>
          </p:cNvPr>
          <p:cNvSpPr>
            <a:spLocks noGrp="1"/>
          </p:cNvSpPr>
          <p:nvPr/>
        </p:nvSpPr>
        <p:spPr>
          <a:xfrm>
            <a:off x="4032751" y="781330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4999" name="F2_precision_recall_distributions_7813">
            <a:extLst>
              <a:ext uri="{FF2B5EF4-FFF2-40B4-BE49-F238E27FC236}">
                <a16:creationId xmlns:a16="http://schemas.microsoft.com/office/drawing/2014/main" id="{F511EAFC-5976-479E-8CE7-5F7AD14D8F7A}"/>
              </a:ext>
            </a:extLst>
          </p:cNvPr>
          <p:cNvSpPr>
            <a:spLocks noGrp="1"/>
          </p:cNvSpPr>
          <p:nvPr/>
        </p:nvSpPr>
        <p:spPr>
          <a:xfrm>
            <a:off x="432299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0" name="F2_precision_recall_distributions_7814">
            <a:extLst>
              <a:ext uri="{FF2B5EF4-FFF2-40B4-BE49-F238E27FC236}">
                <a16:creationId xmlns:a16="http://schemas.microsoft.com/office/drawing/2014/main" id="{81D7338E-E0DB-410F-A278-61E70384A531}"/>
              </a:ext>
            </a:extLst>
          </p:cNvPr>
          <p:cNvSpPr>
            <a:spLocks noGrp="1"/>
          </p:cNvSpPr>
          <p:nvPr/>
        </p:nvSpPr>
        <p:spPr>
          <a:xfrm>
            <a:off x="406440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1" name="F2_precision_recall_distributions_7815">
            <a:extLst>
              <a:ext uri="{FF2B5EF4-FFF2-40B4-BE49-F238E27FC236}">
                <a16:creationId xmlns:a16="http://schemas.microsoft.com/office/drawing/2014/main" id="{1D9DF14B-DB0B-475B-BD9D-8EFBCB266B04}"/>
              </a:ext>
            </a:extLst>
          </p:cNvPr>
          <p:cNvSpPr>
            <a:spLocks noGrp="1"/>
          </p:cNvSpPr>
          <p:nvPr/>
        </p:nvSpPr>
        <p:spPr>
          <a:xfrm>
            <a:off x="40006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2" name="F2_precision_recall_distributions_7816">
            <a:extLst>
              <a:ext uri="{FF2B5EF4-FFF2-40B4-BE49-F238E27FC236}">
                <a16:creationId xmlns:a16="http://schemas.microsoft.com/office/drawing/2014/main" id="{2C586A07-C0AF-41B5-AC54-3AD771843A7F}"/>
              </a:ext>
            </a:extLst>
          </p:cNvPr>
          <p:cNvSpPr>
            <a:spLocks noGrp="1"/>
          </p:cNvSpPr>
          <p:nvPr/>
        </p:nvSpPr>
        <p:spPr>
          <a:xfrm>
            <a:off x="41938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3" name="F2_precision_recall_distributions_7817">
            <a:extLst>
              <a:ext uri="{FF2B5EF4-FFF2-40B4-BE49-F238E27FC236}">
                <a16:creationId xmlns:a16="http://schemas.microsoft.com/office/drawing/2014/main" id="{8CAF70D4-0CF5-4EB7-9F81-7A737807D151}"/>
              </a:ext>
            </a:extLst>
          </p:cNvPr>
          <p:cNvSpPr>
            <a:spLocks noGrp="1"/>
          </p:cNvSpPr>
          <p:nvPr/>
        </p:nvSpPr>
        <p:spPr>
          <a:xfrm>
            <a:off x="430746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4" name="F2_precision_recall_distributions_7818">
            <a:extLst>
              <a:ext uri="{FF2B5EF4-FFF2-40B4-BE49-F238E27FC236}">
                <a16:creationId xmlns:a16="http://schemas.microsoft.com/office/drawing/2014/main" id="{D73FC623-1F1C-45A0-A7C8-CA97FBEB9F7F}"/>
              </a:ext>
            </a:extLst>
          </p:cNvPr>
          <p:cNvSpPr>
            <a:spLocks noGrp="1"/>
          </p:cNvSpPr>
          <p:nvPr/>
        </p:nvSpPr>
        <p:spPr>
          <a:xfrm>
            <a:off x="401118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5" name="F2_precision_recall_distributions_7819">
            <a:extLst>
              <a:ext uri="{FF2B5EF4-FFF2-40B4-BE49-F238E27FC236}">
                <a16:creationId xmlns:a16="http://schemas.microsoft.com/office/drawing/2014/main" id="{45D6EFA6-8478-434A-A9F4-8D29D509DD47}"/>
              </a:ext>
            </a:extLst>
          </p:cNvPr>
          <p:cNvSpPr>
            <a:spLocks noGrp="1"/>
          </p:cNvSpPr>
          <p:nvPr/>
        </p:nvSpPr>
        <p:spPr>
          <a:xfrm>
            <a:off x="43070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6" name="F2_precision_recall_distributions_7820">
            <a:extLst>
              <a:ext uri="{FF2B5EF4-FFF2-40B4-BE49-F238E27FC236}">
                <a16:creationId xmlns:a16="http://schemas.microsoft.com/office/drawing/2014/main" id="{DC04C326-3AA8-4D7B-96F5-516F000E3252}"/>
              </a:ext>
            </a:extLst>
          </p:cNvPr>
          <p:cNvSpPr>
            <a:spLocks noGrp="1"/>
          </p:cNvSpPr>
          <p:nvPr/>
        </p:nvSpPr>
        <p:spPr>
          <a:xfrm>
            <a:off x="41567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7" name="F2_precision_recall_distributions_7821">
            <a:extLst>
              <a:ext uri="{FF2B5EF4-FFF2-40B4-BE49-F238E27FC236}">
                <a16:creationId xmlns:a16="http://schemas.microsoft.com/office/drawing/2014/main" id="{3A584DF9-D44D-44A3-9C93-15CB185DAB34}"/>
              </a:ext>
            </a:extLst>
          </p:cNvPr>
          <p:cNvSpPr>
            <a:spLocks noGrp="1"/>
          </p:cNvSpPr>
          <p:nvPr/>
        </p:nvSpPr>
        <p:spPr>
          <a:xfrm>
            <a:off x="41218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8" name="F2_precision_recall_distributions_7822">
            <a:extLst>
              <a:ext uri="{FF2B5EF4-FFF2-40B4-BE49-F238E27FC236}">
                <a16:creationId xmlns:a16="http://schemas.microsoft.com/office/drawing/2014/main" id="{877902D0-2667-42F2-8CCD-E67563A7877E}"/>
              </a:ext>
            </a:extLst>
          </p:cNvPr>
          <p:cNvSpPr>
            <a:spLocks noGrp="1"/>
          </p:cNvSpPr>
          <p:nvPr/>
        </p:nvSpPr>
        <p:spPr>
          <a:xfrm>
            <a:off x="40315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09" name="F2_precision_recall_distributions_7823">
            <a:extLst>
              <a:ext uri="{FF2B5EF4-FFF2-40B4-BE49-F238E27FC236}">
                <a16:creationId xmlns:a16="http://schemas.microsoft.com/office/drawing/2014/main" id="{7117D967-55B5-4195-B6AE-352BECF70635}"/>
              </a:ext>
            </a:extLst>
          </p:cNvPr>
          <p:cNvSpPr>
            <a:spLocks noGrp="1"/>
          </p:cNvSpPr>
          <p:nvPr/>
        </p:nvSpPr>
        <p:spPr>
          <a:xfrm>
            <a:off x="4230180" y="781157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0" name="F2_precision_recall_distributions_7824">
            <a:extLst>
              <a:ext uri="{FF2B5EF4-FFF2-40B4-BE49-F238E27FC236}">
                <a16:creationId xmlns:a16="http://schemas.microsoft.com/office/drawing/2014/main" id="{ADF1F921-11AE-4EFB-A3D1-3B810B57137A}"/>
              </a:ext>
            </a:extLst>
          </p:cNvPr>
          <p:cNvSpPr>
            <a:spLocks noGrp="1"/>
          </p:cNvSpPr>
          <p:nvPr/>
        </p:nvSpPr>
        <p:spPr>
          <a:xfrm>
            <a:off x="433284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1" name="F2_precision_recall_distributions_7825">
            <a:extLst>
              <a:ext uri="{FF2B5EF4-FFF2-40B4-BE49-F238E27FC236}">
                <a16:creationId xmlns:a16="http://schemas.microsoft.com/office/drawing/2014/main" id="{6B58470F-797F-4A1A-8B5F-D55D4E00FACC}"/>
              </a:ext>
            </a:extLst>
          </p:cNvPr>
          <p:cNvSpPr>
            <a:spLocks noGrp="1"/>
          </p:cNvSpPr>
          <p:nvPr/>
        </p:nvSpPr>
        <p:spPr>
          <a:xfrm>
            <a:off x="4266334" y="780498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12" name="F2_precision_recall_distributions_7826">
            <a:extLst>
              <a:ext uri="{FF2B5EF4-FFF2-40B4-BE49-F238E27FC236}">
                <a16:creationId xmlns:a16="http://schemas.microsoft.com/office/drawing/2014/main" id="{D37A221E-D81E-48B6-974A-7C9F186DA418}"/>
              </a:ext>
            </a:extLst>
          </p:cNvPr>
          <p:cNvSpPr>
            <a:spLocks noGrp="1"/>
          </p:cNvSpPr>
          <p:nvPr/>
        </p:nvSpPr>
        <p:spPr>
          <a:xfrm>
            <a:off x="1852503" y="6979959"/>
            <a:ext cx="191" cy="679012"/>
          </a:xfrm>
          <a:custGeom>
            <a:avLst/>
            <a:gdLst/>
            <a:ahLst/>
            <a:cxnLst/>
            <a:rect l="0" t="0" r="0" b="0"/>
            <a:pathLst>
              <a:path w="191" h="679012">
                <a:moveTo>
                  <a:pt x="0" y="679012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013" name="F2_precision_recall_distributions_7827">
            <a:extLst>
              <a:ext uri="{FF2B5EF4-FFF2-40B4-BE49-F238E27FC236}">
                <a16:creationId xmlns:a16="http://schemas.microsoft.com/office/drawing/2014/main" id="{FDCF8AF4-FC92-44CA-AE4C-6CE139762798}"/>
              </a:ext>
            </a:extLst>
          </p:cNvPr>
          <p:cNvSpPr>
            <a:spLocks noGrp="1"/>
          </p:cNvSpPr>
          <p:nvPr/>
        </p:nvSpPr>
        <p:spPr>
          <a:xfrm>
            <a:off x="3016462" y="712142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014" name="F2_precision_recall_distributions_7828">
            <a:extLst>
              <a:ext uri="{FF2B5EF4-FFF2-40B4-BE49-F238E27FC236}">
                <a16:creationId xmlns:a16="http://schemas.microsoft.com/office/drawing/2014/main" id="{6CDC5A0D-8F46-434E-BBB4-8E9B763BDED8}"/>
              </a:ext>
            </a:extLst>
          </p:cNvPr>
          <p:cNvSpPr>
            <a:spLocks noGrp="1"/>
          </p:cNvSpPr>
          <p:nvPr/>
        </p:nvSpPr>
        <p:spPr>
          <a:xfrm>
            <a:off x="4180422" y="782872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015" name="F2_precision_recall_distributions_7829">
            <a:extLst>
              <a:ext uri="{FF2B5EF4-FFF2-40B4-BE49-F238E27FC236}">
                <a16:creationId xmlns:a16="http://schemas.microsoft.com/office/drawing/2014/main" id="{5B96D5CA-6F08-4DCA-A0F1-17C1B483F90D}"/>
              </a:ext>
            </a:extLst>
          </p:cNvPr>
          <p:cNvSpPr>
            <a:spLocks noGrp="1"/>
          </p:cNvSpPr>
          <p:nvPr/>
        </p:nvSpPr>
        <p:spPr>
          <a:xfrm>
            <a:off x="1212325" y="695874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016" name="F2_precision_recall_distributions_7830">
            <a:extLst>
              <a:ext uri="{FF2B5EF4-FFF2-40B4-BE49-F238E27FC236}">
                <a16:creationId xmlns:a16="http://schemas.microsoft.com/office/drawing/2014/main" id="{F69BC999-2CDE-4D1F-A35B-9B45497DABDF}"/>
              </a:ext>
            </a:extLst>
          </p:cNvPr>
          <p:cNvSpPr>
            <a:spLocks noGrp="1"/>
          </p:cNvSpPr>
          <p:nvPr/>
        </p:nvSpPr>
        <p:spPr>
          <a:xfrm>
            <a:off x="1212325" y="784145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017" name="text_7831">
            <a:extLst>
              <a:ext uri="{FF2B5EF4-FFF2-40B4-BE49-F238E27FC236}">
                <a16:creationId xmlns:a16="http://schemas.microsoft.com/office/drawing/2014/main" id="{B32923C6-D9AA-435C-9B37-0C6ED505F346}"/>
              </a:ext>
            </a:extLst>
          </p:cNvPr>
          <p:cNvSpPr>
            <a:spLocks noGrp="1"/>
          </p:cNvSpPr>
          <p:nvPr/>
        </p:nvSpPr>
        <p:spPr>
          <a:xfrm>
            <a:off x="1212325" y="6778012"/>
            <a:ext cx="174409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0.6 · Precision</a:t>
            </a:r>
          </a:p>
        </p:txBody>
      </p:sp>
      <p:sp>
        <p:nvSpPr>
          <p:cNvPr id="5018" name="F2_precision_recall_distributions_7832">
            <a:extLst>
              <a:ext uri="{FF2B5EF4-FFF2-40B4-BE49-F238E27FC236}">
                <a16:creationId xmlns:a16="http://schemas.microsoft.com/office/drawing/2014/main" id="{70F40A03-5D3F-47DC-B5B1-148CF046676F}"/>
              </a:ext>
            </a:extLst>
          </p:cNvPr>
          <p:cNvSpPr>
            <a:spLocks noGrp="1"/>
          </p:cNvSpPr>
          <p:nvPr/>
        </p:nvSpPr>
        <p:spPr>
          <a:xfrm>
            <a:off x="1824461" y="7270205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019" name="F2_precision_recall_distributions_7833">
            <a:extLst>
              <a:ext uri="{FF2B5EF4-FFF2-40B4-BE49-F238E27FC236}">
                <a16:creationId xmlns:a16="http://schemas.microsoft.com/office/drawing/2014/main" id="{585A0421-380A-4473-B423-AEEACE38FA74}"/>
              </a:ext>
            </a:extLst>
          </p:cNvPr>
          <p:cNvSpPr>
            <a:spLocks noGrp="1"/>
          </p:cNvSpPr>
          <p:nvPr/>
        </p:nvSpPr>
        <p:spPr>
          <a:xfrm>
            <a:off x="2988421" y="7461177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020" name="F2_precision_recall_distributions_7834">
            <a:extLst>
              <a:ext uri="{FF2B5EF4-FFF2-40B4-BE49-F238E27FC236}">
                <a16:creationId xmlns:a16="http://schemas.microsoft.com/office/drawing/2014/main" id="{68EFBE07-0C4C-447F-957F-80153F317C02}"/>
              </a:ext>
            </a:extLst>
          </p:cNvPr>
          <p:cNvSpPr>
            <a:spLocks noGrp="1"/>
          </p:cNvSpPr>
          <p:nvPr/>
        </p:nvSpPr>
        <p:spPr>
          <a:xfrm>
            <a:off x="4152380" y="780068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021" name="F2_precision_recall_distributions_7835">
            <a:extLst>
              <a:ext uri="{FF2B5EF4-FFF2-40B4-BE49-F238E27FC236}">
                <a16:creationId xmlns:a16="http://schemas.microsoft.com/office/drawing/2014/main" id="{234C128A-297C-43F8-8BCD-2BAE5C009BA5}"/>
              </a:ext>
            </a:extLst>
          </p:cNvPr>
          <p:cNvSpPr>
            <a:spLocks noGrp="1"/>
          </p:cNvSpPr>
          <p:nvPr/>
        </p:nvSpPr>
        <p:spPr>
          <a:xfrm>
            <a:off x="5361841" y="6958740"/>
            <a:ext cx="3608275" cy="882716"/>
          </a:xfrm>
          <a:custGeom>
            <a:avLst/>
            <a:gdLst/>
            <a:ahLst/>
            <a:cxnLst/>
            <a:rect l="0" t="0" r="0" b="0"/>
            <a:pathLst>
              <a:path w="3608275" h="882716">
                <a:moveTo>
                  <a:pt x="0" y="882716"/>
                </a:moveTo>
                <a:lnTo>
                  <a:pt x="3608275" y="882716"/>
                </a:lnTo>
                <a:lnTo>
                  <a:pt x="3608275" y="0"/>
                </a:lnTo>
                <a:lnTo>
                  <a:pt x="0" y="0"/>
                </a:lnTo>
                <a:lnTo>
                  <a:pt x="0" y="88271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5022" name="F2_precision_recall_distributions_7836">
            <a:extLst>
              <a:ext uri="{FF2B5EF4-FFF2-40B4-BE49-F238E27FC236}">
                <a16:creationId xmlns:a16="http://schemas.microsoft.com/office/drawing/2014/main" id="{0E749D42-6008-422C-9B56-F509C31D45BE}"/>
              </a:ext>
            </a:extLst>
          </p:cNvPr>
          <p:cNvSpPr>
            <a:spLocks noGrp="1"/>
          </p:cNvSpPr>
          <p:nvPr/>
        </p:nvSpPr>
        <p:spPr>
          <a:xfrm>
            <a:off x="5361841" y="7828725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3" name="F2_precision_recall_distributions_7837">
            <a:extLst>
              <a:ext uri="{FF2B5EF4-FFF2-40B4-BE49-F238E27FC236}">
                <a16:creationId xmlns:a16="http://schemas.microsoft.com/office/drawing/2014/main" id="{C0FE416A-24DB-42D5-BC04-93AA5FADE6CE}"/>
              </a:ext>
            </a:extLst>
          </p:cNvPr>
          <p:cNvSpPr>
            <a:spLocks noGrp="1"/>
          </p:cNvSpPr>
          <p:nvPr/>
        </p:nvSpPr>
        <p:spPr>
          <a:xfrm>
            <a:off x="5319567" y="7828725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4" name="F2_precision_recall_distributions_7838">
            <a:extLst>
              <a:ext uri="{FF2B5EF4-FFF2-40B4-BE49-F238E27FC236}">
                <a16:creationId xmlns:a16="http://schemas.microsoft.com/office/drawing/2014/main" id="{61B85EA6-682B-4467-BB25-364E45DB171A}"/>
              </a:ext>
            </a:extLst>
          </p:cNvPr>
          <p:cNvSpPr>
            <a:spLocks noGrp="1"/>
          </p:cNvSpPr>
          <p:nvPr/>
        </p:nvSpPr>
        <p:spPr>
          <a:xfrm>
            <a:off x="5361841" y="7404342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5" name="F2_precision_recall_distributions_7839">
            <a:extLst>
              <a:ext uri="{FF2B5EF4-FFF2-40B4-BE49-F238E27FC236}">
                <a16:creationId xmlns:a16="http://schemas.microsoft.com/office/drawing/2014/main" id="{4C818A1F-579C-4FE8-B9C0-1A5FD1645E00}"/>
              </a:ext>
            </a:extLst>
          </p:cNvPr>
          <p:cNvSpPr>
            <a:spLocks noGrp="1"/>
          </p:cNvSpPr>
          <p:nvPr/>
        </p:nvSpPr>
        <p:spPr>
          <a:xfrm>
            <a:off x="5319567" y="7404342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6" name="F2_precision_recall_distributions_7840">
            <a:extLst>
              <a:ext uri="{FF2B5EF4-FFF2-40B4-BE49-F238E27FC236}">
                <a16:creationId xmlns:a16="http://schemas.microsoft.com/office/drawing/2014/main" id="{10644EB5-700C-48C1-9C3D-B0A309A97C0F}"/>
              </a:ext>
            </a:extLst>
          </p:cNvPr>
          <p:cNvSpPr>
            <a:spLocks noGrp="1"/>
          </p:cNvSpPr>
          <p:nvPr/>
        </p:nvSpPr>
        <p:spPr>
          <a:xfrm>
            <a:off x="5361841" y="6979959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7609">
            <a:solidFill>
              <a:srgbClr val="E5E8EA"/>
            </a:solidFill>
            <a:prstDash val="solid"/>
          </a:ln>
        </p:spPr>
      </p:sp>
      <p:sp>
        <p:nvSpPr>
          <p:cNvPr id="5027" name="F2_precision_recall_distributions_7841">
            <a:extLst>
              <a:ext uri="{FF2B5EF4-FFF2-40B4-BE49-F238E27FC236}">
                <a16:creationId xmlns:a16="http://schemas.microsoft.com/office/drawing/2014/main" id="{3A5C2250-960D-4C1E-9DDD-F55EA6C0C395}"/>
              </a:ext>
            </a:extLst>
          </p:cNvPr>
          <p:cNvSpPr>
            <a:spLocks noGrp="1"/>
          </p:cNvSpPr>
          <p:nvPr/>
        </p:nvSpPr>
        <p:spPr>
          <a:xfrm>
            <a:off x="5319567" y="6979959"/>
            <a:ext cx="42274" cy="191"/>
          </a:xfrm>
          <a:custGeom>
            <a:avLst/>
            <a:gdLst/>
            <a:ahLst/>
            <a:cxnLst/>
            <a:rect l="0" t="0" r="0" b="0"/>
            <a:pathLst>
              <a:path w="42274" h="191">
                <a:moveTo>
                  <a:pt x="42274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146">
            <a:solidFill>
              <a:srgbClr val="000000"/>
            </a:solidFill>
            <a:prstDash val="solid"/>
          </a:ln>
        </p:spPr>
      </p:sp>
      <p:sp>
        <p:nvSpPr>
          <p:cNvPr id="5028" name="F2_precision_recall_distributions_7842">
            <a:extLst>
              <a:ext uri="{FF2B5EF4-FFF2-40B4-BE49-F238E27FC236}">
                <a16:creationId xmlns:a16="http://schemas.microsoft.com/office/drawing/2014/main" id="{D0A12F49-E6C3-4373-8B68-B24EBB09E4FF}"/>
              </a:ext>
            </a:extLst>
          </p:cNvPr>
          <p:cNvSpPr>
            <a:spLocks noGrp="1"/>
          </p:cNvSpPr>
          <p:nvPr/>
        </p:nvSpPr>
        <p:spPr>
          <a:xfrm>
            <a:off x="5664470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568453" y="848766"/>
                </a:moveTo>
                <a:lnTo>
                  <a:pt x="106643" y="848766"/>
                </a:lnTo>
                <a:lnTo>
                  <a:pt x="110487" y="842186"/>
                </a:lnTo>
                <a:lnTo>
                  <a:pt x="121618" y="835606"/>
                </a:lnTo>
                <a:lnTo>
                  <a:pt x="138906" y="829027"/>
                </a:lnTo>
                <a:lnTo>
                  <a:pt x="160680" y="822447"/>
                </a:lnTo>
                <a:lnTo>
                  <a:pt x="184997" y="815868"/>
                </a:lnTo>
                <a:lnTo>
                  <a:pt x="209928" y="809288"/>
                </a:lnTo>
                <a:lnTo>
                  <a:pt x="233799" y="802708"/>
                </a:lnTo>
                <a:lnTo>
                  <a:pt x="255355" y="796129"/>
                </a:lnTo>
                <a:lnTo>
                  <a:pt x="273824" y="789549"/>
                </a:lnTo>
                <a:lnTo>
                  <a:pt x="288895" y="782970"/>
                </a:lnTo>
                <a:lnTo>
                  <a:pt x="300632" y="776390"/>
                </a:lnTo>
                <a:lnTo>
                  <a:pt x="309359" y="769811"/>
                </a:lnTo>
                <a:lnTo>
                  <a:pt x="315543" y="763231"/>
                </a:lnTo>
                <a:lnTo>
                  <a:pt x="319702" y="756651"/>
                </a:lnTo>
                <a:lnTo>
                  <a:pt x="322332" y="750072"/>
                </a:lnTo>
                <a:lnTo>
                  <a:pt x="323870" y="743492"/>
                </a:lnTo>
                <a:lnTo>
                  <a:pt x="324674" y="736913"/>
                </a:lnTo>
                <a:lnTo>
                  <a:pt x="325019" y="730333"/>
                </a:lnTo>
                <a:lnTo>
                  <a:pt x="325099" y="723754"/>
                </a:lnTo>
                <a:lnTo>
                  <a:pt x="325035" y="717174"/>
                </a:lnTo>
                <a:lnTo>
                  <a:pt x="324880" y="710594"/>
                </a:lnTo>
                <a:lnTo>
                  <a:pt x="324632" y="704015"/>
                </a:lnTo>
                <a:lnTo>
                  <a:pt x="324246" y="697435"/>
                </a:lnTo>
                <a:lnTo>
                  <a:pt x="323652" y="690856"/>
                </a:lnTo>
                <a:lnTo>
                  <a:pt x="322774" y="684276"/>
                </a:lnTo>
                <a:lnTo>
                  <a:pt x="321552" y="677697"/>
                </a:lnTo>
                <a:lnTo>
                  <a:pt x="319960" y="671117"/>
                </a:lnTo>
                <a:lnTo>
                  <a:pt x="318020" y="664537"/>
                </a:lnTo>
                <a:lnTo>
                  <a:pt x="315804" y="657958"/>
                </a:lnTo>
                <a:lnTo>
                  <a:pt x="313432" y="651378"/>
                </a:lnTo>
                <a:lnTo>
                  <a:pt x="311051" y="644799"/>
                </a:lnTo>
                <a:lnTo>
                  <a:pt x="308816" y="638219"/>
                </a:lnTo>
                <a:lnTo>
                  <a:pt x="306865" y="631639"/>
                </a:lnTo>
                <a:lnTo>
                  <a:pt x="305295" y="625060"/>
                </a:lnTo>
                <a:lnTo>
                  <a:pt x="304155" y="618480"/>
                </a:lnTo>
                <a:lnTo>
                  <a:pt x="303442" y="611901"/>
                </a:lnTo>
                <a:lnTo>
                  <a:pt x="303115" y="605321"/>
                </a:lnTo>
                <a:lnTo>
                  <a:pt x="303110" y="598742"/>
                </a:lnTo>
                <a:lnTo>
                  <a:pt x="303365" y="592162"/>
                </a:lnTo>
                <a:lnTo>
                  <a:pt x="303831" y="585582"/>
                </a:lnTo>
                <a:lnTo>
                  <a:pt x="304480" y="579003"/>
                </a:lnTo>
                <a:lnTo>
                  <a:pt x="305303" y="572423"/>
                </a:lnTo>
                <a:lnTo>
                  <a:pt x="306302" y="565844"/>
                </a:lnTo>
                <a:lnTo>
                  <a:pt x="307470" y="559264"/>
                </a:lnTo>
                <a:lnTo>
                  <a:pt x="308787" y="552685"/>
                </a:lnTo>
                <a:lnTo>
                  <a:pt x="310205" y="546105"/>
                </a:lnTo>
                <a:lnTo>
                  <a:pt x="311655" y="539525"/>
                </a:lnTo>
                <a:lnTo>
                  <a:pt x="313047" y="532946"/>
                </a:lnTo>
                <a:lnTo>
                  <a:pt x="314275" y="526366"/>
                </a:lnTo>
                <a:lnTo>
                  <a:pt x="315226" y="519787"/>
                </a:lnTo>
                <a:lnTo>
                  <a:pt x="315776" y="513207"/>
                </a:lnTo>
                <a:lnTo>
                  <a:pt x="315791" y="506627"/>
                </a:lnTo>
                <a:lnTo>
                  <a:pt x="315128" y="500048"/>
                </a:lnTo>
                <a:lnTo>
                  <a:pt x="313637" y="493468"/>
                </a:lnTo>
                <a:lnTo>
                  <a:pt x="311183" y="486889"/>
                </a:lnTo>
                <a:lnTo>
                  <a:pt x="307669" y="480309"/>
                </a:lnTo>
                <a:lnTo>
                  <a:pt x="303074" y="473730"/>
                </a:lnTo>
                <a:lnTo>
                  <a:pt x="297489" y="467150"/>
                </a:lnTo>
                <a:lnTo>
                  <a:pt x="291139" y="460570"/>
                </a:lnTo>
                <a:lnTo>
                  <a:pt x="284393" y="453991"/>
                </a:lnTo>
                <a:lnTo>
                  <a:pt x="277733" y="447411"/>
                </a:lnTo>
                <a:lnTo>
                  <a:pt x="271702" y="440832"/>
                </a:lnTo>
                <a:lnTo>
                  <a:pt x="266826" y="434252"/>
                </a:lnTo>
                <a:lnTo>
                  <a:pt x="263537" y="427673"/>
                </a:lnTo>
                <a:lnTo>
                  <a:pt x="262097" y="421093"/>
                </a:lnTo>
                <a:lnTo>
                  <a:pt x="262564" y="414513"/>
                </a:lnTo>
                <a:lnTo>
                  <a:pt x="264788" y="407934"/>
                </a:lnTo>
                <a:lnTo>
                  <a:pt x="268445" y="401354"/>
                </a:lnTo>
                <a:lnTo>
                  <a:pt x="273102" y="394775"/>
                </a:lnTo>
                <a:lnTo>
                  <a:pt x="278294" y="388195"/>
                </a:lnTo>
                <a:lnTo>
                  <a:pt x="283586" y="381616"/>
                </a:lnTo>
                <a:lnTo>
                  <a:pt x="288625" y="375036"/>
                </a:lnTo>
                <a:lnTo>
                  <a:pt x="293158" y="368456"/>
                </a:lnTo>
                <a:lnTo>
                  <a:pt x="297031" y="361877"/>
                </a:lnTo>
                <a:lnTo>
                  <a:pt x="300174" y="355297"/>
                </a:lnTo>
                <a:lnTo>
                  <a:pt x="302571" y="348718"/>
                </a:lnTo>
                <a:lnTo>
                  <a:pt x="304245" y="342138"/>
                </a:lnTo>
                <a:lnTo>
                  <a:pt x="305245" y="335558"/>
                </a:lnTo>
                <a:lnTo>
                  <a:pt x="305647" y="328979"/>
                </a:lnTo>
                <a:lnTo>
                  <a:pt x="305556" y="322399"/>
                </a:lnTo>
                <a:lnTo>
                  <a:pt x="305108" y="315820"/>
                </a:lnTo>
                <a:lnTo>
                  <a:pt x="304470" y="309240"/>
                </a:lnTo>
                <a:lnTo>
                  <a:pt x="303825" y="302661"/>
                </a:lnTo>
                <a:lnTo>
                  <a:pt x="303351" y="296081"/>
                </a:lnTo>
                <a:lnTo>
                  <a:pt x="303193" y="289501"/>
                </a:lnTo>
                <a:lnTo>
                  <a:pt x="303443" y="282922"/>
                </a:lnTo>
                <a:lnTo>
                  <a:pt x="304120" y="276342"/>
                </a:lnTo>
                <a:lnTo>
                  <a:pt x="305174" y="269763"/>
                </a:lnTo>
                <a:lnTo>
                  <a:pt x="306500" y="263183"/>
                </a:lnTo>
                <a:lnTo>
                  <a:pt x="307963" y="256604"/>
                </a:lnTo>
                <a:lnTo>
                  <a:pt x="309433" y="250024"/>
                </a:lnTo>
                <a:lnTo>
                  <a:pt x="310812" y="243444"/>
                </a:lnTo>
                <a:lnTo>
                  <a:pt x="312054" y="236865"/>
                </a:lnTo>
                <a:lnTo>
                  <a:pt x="313164" y="230285"/>
                </a:lnTo>
                <a:lnTo>
                  <a:pt x="314195" y="223706"/>
                </a:lnTo>
                <a:lnTo>
                  <a:pt x="315219" y="217126"/>
                </a:lnTo>
                <a:lnTo>
                  <a:pt x="316310" y="210546"/>
                </a:lnTo>
                <a:lnTo>
                  <a:pt x="317519" y="203967"/>
                </a:lnTo>
                <a:lnTo>
                  <a:pt x="318866" y="197387"/>
                </a:lnTo>
                <a:lnTo>
                  <a:pt x="320336" y="190808"/>
                </a:lnTo>
                <a:lnTo>
                  <a:pt x="321886" y="184228"/>
                </a:lnTo>
                <a:lnTo>
                  <a:pt x="323461" y="177649"/>
                </a:lnTo>
                <a:lnTo>
                  <a:pt x="325006" y="171069"/>
                </a:lnTo>
                <a:lnTo>
                  <a:pt x="326475" y="164489"/>
                </a:lnTo>
                <a:lnTo>
                  <a:pt x="327839" y="157910"/>
                </a:lnTo>
                <a:lnTo>
                  <a:pt x="329084" y="151330"/>
                </a:lnTo>
                <a:lnTo>
                  <a:pt x="330202" y="144751"/>
                </a:lnTo>
                <a:lnTo>
                  <a:pt x="331187" y="138171"/>
                </a:lnTo>
                <a:lnTo>
                  <a:pt x="332017" y="131592"/>
                </a:lnTo>
                <a:lnTo>
                  <a:pt x="332640" y="125012"/>
                </a:lnTo>
                <a:lnTo>
                  <a:pt x="332962" y="118432"/>
                </a:lnTo>
                <a:lnTo>
                  <a:pt x="332820" y="111853"/>
                </a:lnTo>
                <a:lnTo>
                  <a:pt x="331960" y="105273"/>
                </a:lnTo>
                <a:lnTo>
                  <a:pt x="330014" y="98694"/>
                </a:lnTo>
                <a:lnTo>
                  <a:pt x="326474" y="92114"/>
                </a:lnTo>
                <a:lnTo>
                  <a:pt x="320687" y="85535"/>
                </a:lnTo>
                <a:lnTo>
                  <a:pt x="311876" y="78955"/>
                </a:lnTo>
                <a:lnTo>
                  <a:pt x="299197" y="72375"/>
                </a:lnTo>
                <a:lnTo>
                  <a:pt x="281856" y="65796"/>
                </a:lnTo>
                <a:lnTo>
                  <a:pt x="259269" y="59216"/>
                </a:lnTo>
                <a:lnTo>
                  <a:pt x="231256" y="52637"/>
                </a:lnTo>
                <a:lnTo>
                  <a:pt x="198242" y="46057"/>
                </a:lnTo>
                <a:lnTo>
                  <a:pt x="161397" y="39477"/>
                </a:lnTo>
                <a:lnTo>
                  <a:pt x="122683" y="32898"/>
                </a:lnTo>
                <a:lnTo>
                  <a:pt x="84748" y="26318"/>
                </a:lnTo>
                <a:lnTo>
                  <a:pt x="50664" y="19739"/>
                </a:lnTo>
                <a:lnTo>
                  <a:pt x="23538" y="13159"/>
                </a:lnTo>
                <a:lnTo>
                  <a:pt x="6045" y="6580"/>
                </a:lnTo>
                <a:lnTo>
                  <a:pt x="0" y="0"/>
                </a:lnTo>
                <a:lnTo>
                  <a:pt x="675097" y="0"/>
                </a:lnTo>
                <a:lnTo>
                  <a:pt x="675097" y="0"/>
                </a:lnTo>
                <a:lnTo>
                  <a:pt x="669052" y="6580"/>
                </a:lnTo>
                <a:lnTo>
                  <a:pt x="651559" y="13159"/>
                </a:lnTo>
                <a:lnTo>
                  <a:pt x="624433" y="19739"/>
                </a:lnTo>
                <a:lnTo>
                  <a:pt x="590349" y="26318"/>
                </a:lnTo>
                <a:lnTo>
                  <a:pt x="552413" y="32898"/>
                </a:lnTo>
                <a:lnTo>
                  <a:pt x="513699" y="39477"/>
                </a:lnTo>
                <a:lnTo>
                  <a:pt x="476855" y="46057"/>
                </a:lnTo>
                <a:lnTo>
                  <a:pt x="443841" y="52637"/>
                </a:lnTo>
                <a:lnTo>
                  <a:pt x="415828" y="59216"/>
                </a:lnTo>
                <a:lnTo>
                  <a:pt x="393240" y="65796"/>
                </a:lnTo>
                <a:lnTo>
                  <a:pt x="375899" y="72375"/>
                </a:lnTo>
                <a:lnTo>
                  <a:pt x="363220" y="78955"/>
                </a:lnTo>
                <a:lnTo>
                  <a:pt x="354409" y="85535"/>
                </a:lnTo>
                <a:lnTo>
                  <a:pt x="348623" y="92114"/>
                </a:lnTo>
                <a:lnTo>
                  <a:pt x="345083" y="98694"/>
                </a:lnTo>
                <a:lnTo>
                  <a:pt x="343136" y="105273"/>
                </a:lnTo>
                <a:lnTo>
                  <a:pt x="342277" y="111853"/>
                </a:lnTo>
                <a:lnTo>
                  <a:pt x="342134" y="118432"/>
                </a:lnTo>
                <a:lnTo>
                  <a:pt x="342456" y="125012"/>
                </a:lnTo>
                <a:lnTo>
                  <a:pt x="343080" y="131592"/>
                </a:lnTo>
                <a:lnTo>
                  <a:pt x="343909" y="138171"/>
                </a:lnTo>
                <a:lnTo>
                  <a:pt x="344894" y="144751"/>
                </a:lnTo>
                <a:lnTo>
                  <a:pt x="346013" y="151330"/>
                </a:lnTo>
                <a:lnTo>
                  <a:pt x="347258" y="157910"/>
                </a:lnTo>
                <a:lnTo>
                  <a:pt x="348622" y="164489"/>
                </a:lnTo>
                <a:lnTo>
                  <a:pt x="350091" y="171069"/>
                </a:lnTo>
                <a:lnTo>
                  <a:pt x="351635" y="177649"/>
                </a:lnTo>
                <a:lnTo>
                  <a:pt x="353210" y="184228"/>
                </a:lnTo>
                <a:lnTo>
                  <a:pt x="354761" y="190808"/>
                </a:lnTo>
                <a:lnTo>
                  <a:pt x="356230" y="197387"/>
                </a:lnTo>
                <a:lnTo>
                  <a:pt x="357577" y="203967"/>
                </a:lnTo>
                <a:lnTo>
                  <a:pt x="358787" y="210546"/>
                </a:lnTo>
                <a:lnTo>
                  <a:pt x="359877" y="217126"/>
                </a:lnTo>
                <a:lnTo>
                  <a:pt x="360902" y="223706"/>
                </a:lnTo>
                <a:lnTo>
                  <a:pt x="361932" y="230285"/>
                </a:lnTo>
                <a:lnTo>
                  <a:pt x="363043" y="236865"/>
                </a:lnTo>
                <a:lnTo>
                  <a:pt x="364284" y="243444"/>
                </a:lnTo>
                <a:lnTo>
                  <a:pt x="365664" y="250024"/>
                </a:lnTo>
                <a:lnTo>
                  <a:pt x="367134" y="256604"/>
                </a:lnTo>
                <a:lnTo>
                  <a:pt x="368597" y="263183"/>
                </a:lnTo>
                <a:lnTo>
                  <a:pt x="369923" y="269763"/>
                </a:lnTo>
                <a:lnTo>
                  <a:pt x="370977" y="276342"/>
                </a:lnTo>
                <a:lnTo>
                  <a:pt x="371654" y="282922"/>
                </a:lnTo>
                <a:lnTo>
                  <a:pt x="371904" y="289501"/>
                </a:lnTo>
                <a:lnTo>
                  <a:pt x="371746" y="296081"/>
                </a:lnTo>
                <a:lnTo>
                  <a:pt x="371272" y="302661"/>
                </a:lnTo>
                <a:lnTo>
                  <a:pt x="370627" y="309240"/>
                </a:lnTo>
                <a:lnTo>
                  <a:pt x="369989" y="315820"/>
                </a:lnTo>
                <a:lnTo>
                  <a:pt x="369541" y="322399"/>
                </a:lnTo>
                <a:lnTo>
                  <a:pt x="369449" y="328979"/>
                </a:lnTo>
                <a:lnTo>
                  <a:pt x="369851" y="335558"/>
                </a:lnTo>
                <a:lnTo>
                  <a:pt x="370852" y="342138"/>
                </a:lnTo>
                <a:lnTo>
                  <a:pt x="372525" y="348718"/>
                </a:lnTo>
                <a:lnTo>
                  <a:pt x="374922" y="355297"/>
                </a:lnTo>
                <a:lnTo>
                  <a:pt x="378065" y="361877"/>
                </a:lnTo>
                <a:lnTo>
                  <a:pt x="381939" y="368456"/>
                </a:lnTo>
                <a:lnTo>
                  <a:pt x="386472" y="375036"/>
                </a:lnTo>
                <a:lnTo>
                  <a:pt x="391510" y="381616"/>
                </a:lnTo>
                <a:lnTo>
                  <a:pt x="396802" y="388195"/>
                </a:lnTo>
                <a:lnTo>
                  <a:pt x="401994" y="394775"/>
                </a:lnTo>
                <a:lnTo>
                  <a:pt x="406652" y="401354"/>
                </a:lnTo>
                <a:lnTo>
                  <a:pt x="410308" y="407934"/>
                </a:lnTo>
                <a:lnTo>
                  <a:pt x="412532" y="414513"/>
                </a:lnTo>
                <a:lnTo>
                  <a:pt x="413000" y="421093"/>
                </a:lnTo>
                <a:lnTo>
                  <a:pt x="411560" y="427673"/>
                </a:lnTo>
                <a:lnTo>
                  <a:pt x="408270" y="434252"/>
                </a:lnTo>
                <a:lnTo>
                  <a:pt x="403395" y="440832"/>
                </a:lnTo>
                <a:lnTo>
                  <a:pt x="397363" y="447411"/>
                </a:lnTo>
                <a:lnTo>
                  <a:pt x="390703" y="453991"/>
                </a:lnTo>
                <a:lnTo>
                  <a:pt x="383957" y="460570"/>
                </a:lnTo>
                <a:lnTo>
                  <a:pt x="377608" y="467150"/>
                </a:lnTo>
                <a:lnTo>
                  <a:pt x="372022" y="473730"/>
                </a:lnTo>
                <a:lnTo>
                  <a:pt x="367428" y="480309"/>
                </a:lnTo>
                <a:lnTo>
                  <a:pt x="363914" y="486889"/>
                </a:lnTo>
                <a:lnTo>
                  <a:pt x="361460" y="493468"/>
                </a:lnTo>
                <a:lnTo>
                  <a:pt x="359969" y="500048"/>
                </a:lnTo>
                <a:lnTo>
                  <a:pt x="359305" y="506627"/>
                </a:lnTo>
                <a:lnTo>
                  <a:pt x="359320" y="513207"/>
                </a:lnTo>
                <a:lnTo>
                  <a:pt x="359870" y="519787"/>
                </a:lnTo>
                <a:lnTo>
                  <a:pt x="360821" y="526366"/>
                </a:lnTo>
                <a:lnTo>
                  <a:pt x="362050" y="532946"/>
                </a:lnTo>
                <a:lnTo>
                  <a:pt x="363441" y="539525"/>
                </a:lnTo>
                <a:lnTo>
                  <a:pt x="364891" y="546105"/>
                </a:lnTo>
                <a:lnTo>
                  <a:pt x="366310" y="552685"/>
                </a:lnTo>
                <a:lnTo>
                  <a:pt x="367626" y="559264"/>
                </a:lnTo>
                <a:lnTo>
                  <a:pt x="368795" y="565844"/>
                </a:lnTo>
                <a:lnTo>
                  <a:pt x="369793" y="572423"/>
                </a:lnTo>
                <a:lnTo>
                  <a:pt x="370617" y="579003"/>
                </a:lnTo>
                <a:lnTo>
                  <a:pt x="371266" y="585582"/>
                </a:lnTo>
                <a:lnTo>
                  <a:pt x="371731" y="592162"/>
                </a:lnTo>
                <a:lnTo>
                  <a:pt x="371986" y="598742"/>
                </a:lnTo>
                <a:lnTo>
                  <a:pt x="371982" y="605321"/>
                </a:lnTo>
                <a:lnTo>
                  <a:pt x="371655" y="611901"/>
                </a:lnTo>
                <a:lnTo>
                  <a:pt x="370942" y="618480"/>
                </a:lnTo>
                <a:lnTo>
                  <a:pt x="369801" y="625060"/>
                </a:lnTo>
                <a:lnTo>
                  <a:pt x="368232" y="631639"/>
                </a:lnTo>
                <a:lnTo>
                  <a:pt x="366280" y="638219"/>
                </a:lnTo>
                <a:lnTo>
                  <a:pt x="364046" y="644799"/>
                </a:lnTo>
                <a:lnTo>
                  <a:pt x="361665" y="651378"/>
                </a:lnTo>
                <a:lnTo>
                  <a:pt x="359293" y="657958"/>
                </a:lnTo>
                <a:lnTo>
                  <a:pt x="357077" y="664537"/>
                </a:lnTo>
                <a:lnTo>
                  <a:pt x="355137" y="671117"/>
                </a:lnTo>
                <a:lnTo>
                  <a:pt x="353545" y="677697"/>
                </a:lnTo>
                <a:lnTo>
                  <a:pt x="352323" y="684276"/>
                </a:lnTo>
                <a:lnTo>
                  <a:pt x="351444" y="690856"/>
                </a:lnTo>
                <a:lnTo>
                  <a:pt x="350850" y="697435"/>
                </a:lnTo>
                <a:lnTo>
                  <a:pt x="350464" y="704015"/>
                </a:lnTo>
                <a:lnTo>
                  <a:pt x="350216" y="710594"/>
                </a:lnTo>
                <a:lnTo>
                  <a:pt x="350061" y="717174"/>
                </a:lnTo>
                <a:lnTo>
                  <a:pt x="349997" y="723754"/>
                </a:lnTo>
                <a:lnTo>
                  <a:pt x="350077" y="730333"/>
                </a:lnTo>
                <a:lnTo>
                  <a:pt x="350422" y="736913"/>
                </a:lnTo>
                <a:lnTo>
                  <a:pt x="351226" y="743492"/>
                </a:lnTo>
                <a:lnTo>
                  <a:pt x="352764" y="750072"/>
                </a:lnTo>
                <a:lnTo>
                  <a:pt x="355395" y="756651"/>
                </a:lnTo>
                <a:lnTo>
                  <a:pt x="359553" y="763231"/>
                </a:lnTo>
                <a:lnTo>
                  <a:pt x="365738" y="769811"/>
                </a:lnTo>
                <a:lnTo>
                  <a:pt x="374464" y="776390"/>
                </a:lnTo>
                <a:lnTo>
                  <a:pt x="386201" y="782970"/>
                </a:lnTo>
                <a:lnTo>
                  <a:pt x="401273" y="789549"/>
                </a:lnTo>
                <a:lnTo>
                  <a:pt x="419742" y="796129"/>
                </a:lnTo>
                <a:lnTo>
                  <a:pt x="441298" y="802708"/>
                </a:lnTo>
                <a:lnTo>
                  <a:pt x="465169" y="809288"/>
                </a:lnTo>
                <a:lnTo>
                  <a:pt x="490100" y="815868"/>
                </a:lnTo>
                <a:lnTo>
                  <a:pt x="514417" y="822447"/>
                </a:lnTo>
                <a:lnTo>
                  <a:pt x="536190" y="829027"/>
                </a:lnTo>
                <a:lnTo>
                  <a:pt x="553478" y="835606"/>
                </a:lnTo>
                <a:lnTo>
                  <a:pt x="564609" y="842186"/>
                </a:lnTo>
                <a:lnTo>
                  <a:pt x="568453" y="848766"/>
                </a:lnTo>
                <a:lnTo>
                  <a:pt x="568453" y="848766"/>
                </a:lnTo>
                <a:close/>
              </a:path>
            </a:pathLst>
          </a:custGeom>
          <a:solidFill>
            <a:srgbClr val="007C83">
              <a:alpha val="13000"/>
            </a:srgbClr>
          </a:solidFill>
          <a:ln w="12682">
            <a:solidFill>
              <a:srgbClr val="007C83">
                <a:alpha val="13000"/>
              </a:srgbClr>
            </a:solidFill>
            <a:prstDash val="solid"/>
          </a:ln>
        </p:spPr>
      </p:sp>
      <p:sp>
        <p:nvSpPr>
          <p:cNvPr id="5029" name="F2_precision_recall_distributions_7843">
            <a:extLst>
              <a:ext uri="{FF2B5EF4-FFF2-40B4-BE49-F238E27FC236}">
                <a16:creationId xmlns:a16="http://schemas.microsoft.com/office/drawing/2014/main" id="{EB2BF6F2-70D2-496E-915F-E5B1EFDF031A}"/>
              </a:ext>
            </a:extLst>
          </p:cNvPr>
          <p:cNvSpPr>
            <a:spLocks noGrp="1"/>
          </p:cNvSpPr>
          <p:nvPr/>
        </p:nvSpPr>
        <p:spPr>
          <a:xfrm>
            <a:off x="596466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0" name="F2_precision_recall_distributions_7844">
            <a:extLst>
              <a:ext uri="{FF2B5EF4-FFF2-40B4-BE49-F238E27FC236}">
                <a16:creationId xmlns:a16="http://schemas.microsoft.com/office/drawing/2014/main" id="{71CA5E93-FE7E-4E44-92EA-1688396E8BB8}"/>
              </a:ext>
            </a:extLst>
          </p:cNvPr>
          <p:cNvSpPr>
            <a:spLocks noGrp="1"/>
          </p:cNvSpPr>
          <p:nvPr/>
        </p:nvSpPr>
        <p:spPr>
          <a:xfrm>
            <a:off x="615472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1" name="F2_precision_recall_distributions_7845">
            <a:extLst>
              <a:ext uri="{FF2B5EF4-FFF2-40B4-BE49-F238E27FC236}">
                <a16:creationId xmlns:a16="http://schemas.microsoft.com/office/drawing/2014/main" id="{CA585287-4813-4D55-85C7-C8AD7629F0B1}"/>
              </a:ext>
            </a:extLst>
          </p:cNvPr>
          <p:cNvSpPr>
            <a:spLocks noGrp="1"/>
          </p:cNvSpPr>
          <p:nvPr/>
        </p:nvSpPr>
        <p:spPr>
          <a:xfrm>
            <a:off x="615975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2" name="F2_precision_recall_distributions_7846">
            <a:extLst>
              <a:ext uri="{FF2B5EF4-FFF2-40B4-BE49-F238E27FC236}">
                <a16:creationId xmlns:a16="http://schemas.microsoft.com/office/drawing/2014/main" id="{35927293-1BB6-49D8-873D-62FA4FC3A907}"/>
              </a:ext>
            </a:extLst>
          </p:cNvPr>
          <p:cNvSpPr>
            <a:spLocks noGrp="1"/>
          </p:cNvSpPr>
          <p:nvPr/>
        </p:nvSpPr>
        <p:spPr>
          <a:xfrm>
            <a:off x="6092141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3" name="F2_precision_recall_distributions_7847">
            <a:extLst>
              <a:ext uri="{FF2B5EF4-FFF2-40B4-BE49-F238E27FC236}">
                <a16:creationId xmlns:a16="http://schemas.microsoft.com/office/drawing/2014/main" id="{5BFCE2DC-A3A1-4B95-9732-4D406EF841AE}"/>
              </a:ext>
            </a:extLst>
          </p:cNvPr>
          <p:cNvSpPr>
            <a:spLocks noGrp="1"/>
          </p:cNvSpPr>
          <p:nvPr/>
        </p:nvSpPr>
        <p:spPr>
          <a:xfrm>
            <a:off x="5841368" y="73237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4" name="F2_precision_recall_distributions_7848">
            <a:extLst>
              <a:ext uri="{FF2B5EF4-FFF2-40B4-BE49-F238E27FC236}">
                <a16:creationId xmlns:a16="http://schemas.microsoft.com/office/drawing/2014/main" id="{A245D80F-AEC5-478A-9B6C-9D3A9A711A90}"/>
              </a:ext>
            </a:extLst>
          </p:cNvPr>
          <p:cNvSpPr>
            <a:spLocks noGrp="1"/>
          </p:cNvSpPr>
          <p:nvPr/>
        </p:nvSpPr>
        <p:spPr>
          <a:xfrm>
            <a:off x="60124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5" name="F2_precision_recall_distributions_7849">
            <a:extLst>
              <a:ext uri="{FF2B5EF4-FFF2-40B4-BE49-F238E27FC236}">
                <a16:creationId xmlns:a16="http://schemas.microsoft.com/office/drawing/2014/main" id="{3191E0DF-83FB-475E-8500-DAD2F37152A9}"/>
              </a:ext>
            </a:extLst>
          </p:cNvPr>
          <p:cNvSpPr>
            <a:spLocks noGrp="1"/>
          </p:cNvSpPr>
          <p:nvPr/>
        </p:nvSpPr>
        <p:spPr>
          <a:xfrm>
            <a:off x="585691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6" name="F2_precision_recall_distributions_7850">
            <a:extLst>
              <a:ext uri="{FF2B5EF4-FFF2-40B4-BE49-F238E27FC236}">
                <a16:creationId xmlns:a16="http://schemas.microsoft.com/office/drawing/2014/main" id="{97E6FC04-39BE-4064-9A3F-1AF4D09244F3}"/>
              </a:ext>
            </a:extLst>
          </p:cNvPr>
          <p:cNvSpPr>
            <a:spLocks noGrp="1"/>
          </p:cNvSpPr>
          <p:nvPr/>
        </p:nvSpPr>
        <p:spPr>
          <a:xfrm>
            <a:off x="604134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7" name="F2_precision_recall_distributions_7851">
            <a:extLst>
              <a:ext uri="{FF2B5EF4-FFF2-40B4-BE49-F238E27FC236}">
                <a16:creationId xmlns:a16="http://schemas.microsoft.com/office/drawing/2014/main" id="{D48014DC-ADFC-489A-B22C-88A0790C8ABE}"/>
              </a:ext>
            </a:extLst>
          </p:cNvPr>
          <p:cNvSpPr>
            <a:spLocks noGrp="1"/>
          </p:cNvSpPr>
          <p:nvPr/>
        </p:nvSpPr>
        <p:spPr>
          <a:xfrm>
            <a:off x="5864673" y="775850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8" name="F2_precision_recall_distributions_7852">
            <a:extLst>
              <a:ext uri="{FF2B5EF4-FFF2-40B4-BE49-F238E27FC236}">
                <a16:creationId xmlns:a16="http://schemas.microsoft.com/office/drawing/2014/main" id="{4938880D-CD52-4952-A6BC-21E4F65AA2B0}"/>
              </a:ext>
            </a:extLst>
          </p:cNvPr>
          <p:cNvSpPr>
            <a:spLocks noGrp="1"/>
          </p:cNvSpPr>
          <p:nvPr/>
        </p:nvSpPr>
        <p:spPr>
          <a:xfrm>
            <a:off x="591501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39" name="F2_precision_recall_distributions_7853">
            <a:extLst>
              <a:ext uri="{FF2B5EF4-FFF2-40B4-BE49-F238E27FC236}">
                <a16:creationId xmlns:a16="http://schemas.microsoft.com/office/drawing/2014/main" id="{734D2C3A-198C-4A56-9F84-207A7697B99F}"/>
              </a:ext>
            </a:extLst>
          </p:cNvPr>
          <p:cNvSpPr>
            <a:spLocks noGrp="1"/>
          </p:cNvSpPr>
          <p:nvPr/>
        </p:nvSpPr>
        <p:spPr>
          <a:xfrm>
            <a:off x="5994319" y="71360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0" name="F2_precision_recall_distributions_7854">
            <a:extLst>
              <a:ext uri="{FF2B5EF4-FFF2-40B4-BE49-F238E27FC236}">
                <a16:creationId xmlns:a16="http://schemas.microsoft.com/office/drawing/2014/main" id="{0374F361-B8F8-4913-9368-23E8D6B2E741}"/>
              </a:ext>
            </a:extLst>
          </p:cNvPr>
          <p:cNvSpPr>
            <a:spLocks noGrp="1"/>
          </p:cNvSpPr>
          <p:nvPr/>
        </p:nvSpPr>
        <p:spPr>
          <a:xfrm>
            <a:off x="58881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1" name="F2_precision_recall_distributions_7855">
            <a:extLst>
              <a:ext uri="{FF2B5EF4-FFF2-40B4-BE49-F238E27FC236}">
                <a16:creationId xmlns:a16="http://schemas.microsoft.com/office/drawing/2014/main" id="{E2ECFAAA-D39E-43AD-A796-AB4A5AD2CDF8}"/>
              </a:ext>
            </a:extLst>
          </p:cNvPr>
          <p:cNvSpPr>
            <a:spLocks noGrp="1"/>
          </p:cNvSpPr>
          <p:nvPr/>
        </p:nvSpPr>
        <p:spPr>
          <a:xfrm>
            <a:off x="5908901" y="730583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2" name="F2_precision_recall_distributions_7856">
            <a:extLst>
              <a:ext uri="{FF2B5EF4-FFF2-40B4-BE49-F238E27FC236}">
                <a16:creationId xmlns:a16="http://schemas.microsoft.com/office/drawing/2014/main" id="{DE31C6D2-2C4E-47A4-9439-836908EF3124}"/>
              </a:ext>
            </a:extLst>
          </p:cNvPr>
          <p:cNvSpPr>
            <a:spLocks noGrp="1"/>
          </p:cNvSpPr>
          <p:nvPr/>
        </p:nvSpPr>
        <p:spPr>
          <a:xfrm>
            <a:off x="5952244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3" name="F2_precision_recall_distributions_7857">
            <a:extLst>
              <a:ext uri="{FF2B5EF4-FFF2-40B4-BE49-F238E27FC236}">
                <a16:creationId xmlns:a16="http://schemas.microsoft.com/office/drawing/2014/main" id="{95BAF8E2-04E2-408C-9ABF-09CB0C78DE58}"/>
              </a:ext>
            </a:extLst>
          </p:cNvPr>
          <p:cNvSpPr>
            <a:spLocks noGrp="1"/>
          </p:cNvSpPr>
          <p:nvPr/>
        </p:nvSpPr>
        <p:spPr>
          <a:xfrm>
            <a:off x="613797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4" name="F2_precision_recall_distributions_7858">
            <a:extLst>
              <a:ext uri="{FF2B5EF4-FFF2-40B4-BE49-F238E27FC236}">
                <a16:creationId xmlns:a16="http://schemas.microsoft.com/office/drawing/2014/main" id="{1C9E54B5-31C0-4995-9341-9429CC4CD0D1}"/>
              </a:ext>
            </a:extLst>
          </p:cNvPr>
          <p:cNvSpPr>
            <a:spLocks noGrp="1"/>
          </p:cNvSpPr>
          <p:nvPr/>
        </p:nvSpPr>
        <p:spPr>
          <a:xfrm>
            <a:off x="592764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5" name="F2_precision_recall_distributions_7859">
            <a:extLst>
              <a:ext uri="{FF2B5EF4-FFF2-40B4-BE49-F238E27FC236}">
                <a16:creationId xmlns:a16="http://schemas.microsoft.com/office/drawing/2014/main" id="{D30D439B-BB8E-4A60-8ACF-D3ACBDA53442}"/>
              </a:ext>
            </a:extLst>
          </p:cNvPr>
          <p:cNvSpPr>
            <a:spLocks noGrp="1"/>
          </p:cNvSpPr>
          <p:nvPr/>
        </p:nvSpPr>
        <p:spPr>
          <a:xfrm>
            <a:off x="586983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6" name="F2_precision_recall_distributions_7860">
            <a:extLst>
              <a:ext uri="{FF2B5EF4-FFF2-40B4-BE49-F238E27FC236}">
                <a16:creationId xmlns:a16="http://schemas.microsoft.com/office/drawing/2014/main" id="{9D4DE01C-925C-48DB-A901-5D9D095ADD3C}"/>
              </a:ext>
            </a:extLst>
          </p:cNvPr>
          <p:cNvSpPr>
            <a:spLocks noGrp="1"/>
          </p:cNvSpPr>
          <p:nvPr/>
        </p:nvSpPr>
        <p:spPr>
          <a:xfrm>
            <a:off x="6085505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7" name="F2_precision_recall_distributions_7861">
            <a:extLst>
              <a:ext uri="{FF2B5EF4-FFF2-40B4-BE49-F238E27FC236}">
                <a16:creationId xmlns:a16="http://schemas.microsoft.com/office/drawing/2014/main" id="{C7909F06-0179-4809-8D6A-04BBE463581F}"/>
              </a:ext>
            </a:extLst>
          </p:cNvPr>
          <p:cNvSpPr>
            <a:spLocks noGrp="1"/>
          </p:cNvSpPr>
          <p:nvPr/>
        </p:nvSpPr>
        <p:spPr>
          <a:xfrm>
            <a:off x="6014978" y="758361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8" name="F2_precision_recall_distributions_7862">
            <a:extLst>
              <a:ext uri="{FF2B5EF4-FFF2-40B4-BE49-F238E27FC236}">
                <a16:creationId xmlns:a16="http://schemas.microsoft.com/office/drawing/2014/main" id="{70CDE3DB-5E86-4E12-8860-84E38F7354DA}"/>
              </a:ext>
            </a:extLst>
          </p:cNvPr>
          <p:cNvSpPr>
            <a:spLocks noGrp="1"/>
          </p:cNvSpPr>
          <p:nvPr/>
        </p:nvSpPr>
        <p:spPr>
          <a:xfrm>
            <a:off x="6015949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49" name="F2_precision_recall_distributions_7863">
            <a:extLst>
              <a:ext uri="{FF2B5EF4-FFF2-40B4-BE49-F238E27FC236}">
                <a16:creationId xmlns:a16="http://schemas.microsoft.com/office/drawing/2014/main" id="{F212CB85-CD7D-42AE-BF8F-554036AD2413}"/>
              </a:ext>
            </a:extLst>
          </p:cNvPr>
          <p:cNvSpPr>
            <a:spLocks noGrp="1"/>
          </p:cNvSpPr>
          <p:nvPr/>
        </p:nvSpPr>
        <p:spPr>
          <a:xfrm>
            <a:off x="5964051" y="767363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0" name="F2_precision_recall_distributions_7864">
            <a:extLst>
              <a:ext uri="{FF2B5EF4-FFF2-40B4-BE49-F238E27FC236}">
                <a16:creationId xmlns:a16="http://schemas.microsoft.com/office/drawing/2014/main" id="{21D2008E-214A-4BB2-8AC6-47F91F07C49B}"/>
              </a:ext>
            </a:extLst>
          </p:cNvPr>
          <p:cNvSpPr>
            <a:spLocks noGrp="1"/>
          </p:cNvSpPr>
          <p:nvPr/>
        </p:nvSpPr>
        <p:spPr>
          <a:xfrm>
            <a:off x="602856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1" name="F2_precision_recall_distributions_7865">
            <a:extLst>
              <a:ext uri="{FF2B5EF4-FFF2-40B4-BE49-F238E27FC236}">
                <a16:creationId xmlns:a16="http://schemas.microsoft.com/office/drawing/2014/main" id="{0C856BC2-C069-4BF2-9937-EA7E9AEDC368}"/>
              </a:ext>
            </a:extLst>
          </p:cNvPr>
          <p:cNvSpPr>
            <a:spLocks noGrp="1"/>
          </p:cNvSpPr>
          <p:nvPr/>
        </p:nvSpPr>
        <p:spPr>
          <a:xfrm>
            <a:off x="6144745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2" name="F2_precision_recall_distributions_7866">
            <a:extLst>
              <a:ext uri="{FF2B5EF4-FFF2-40B4-BE49-F238E27FC236}">
                <a16:creationId xmlns:a16="http://schemas.microsoft.com/office/drawing/2014/main" id="{1782B4E9-07CD-4236-8B1F-8876B4430483}"/>
              </a:ext>
            </a:extLst>
          </p:cNvPr>
          <p:cNvSpPr>
            <a:spLocks noGrp="1"/>
          </p:cNvSpPr>
          <p:nvPr/>
        </p:nvSpPr>
        <p:spPr>
          <a:xfrm>
            <a:off x="5839246" y="728461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3" name="F2_precision_recall_distributions_7867">
            <a:extLst>
              <a:ext uri="{FF2B5EF4-FFF2-40B4-BE49-F238E27FC236}">
                <a16:creationId xmlns:a16="http://schemas.microsoft.com/office/drawing/2014/main" id="{0C7BA318-953F-4283-B6A7-9331209305A9}"/>
              </a:ext>
            </a:extLst>
          </p:cNvPr>
          <p:cNvSpPr>
            <a:spLocks noGrp="1"/>
          </p:cNvSpPr>
          <p:nvPr/>
        </p:nvSpPr>
        <p:spPr>
          <a:xfrm>
            <a:off x="5819237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4" name="F2_precision_recall_distributions_7868">
            <a:extLst>
              <a:ext uri="{FF2B5EF4-FFF2-40B4-BE49-F238E27FC236}">
                <a16:creationId xmlns:a16="http://schemas.microsoft.com/office/drawing/2014/main" id="{4C11EAD7-7F1A-468F-86C8-424479EB80AC}"/>
              </a:ext>
            </a:extLst>
          </p:cNvPr>
          <p:cNvSpPr>
            <a:spLocks noGrp="1"/>
          </p:cNvSpPr>
          <p:nvPr/>
        </p:nvSpPr>
        <p:spPr>
          <a:xfrm>
            <a:off x="607593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5" name="F2_precision_recall_distributions_7869">
            <a:extLst>
              <a:ext uri="{FF2B5EF4-FFF2-40B4-BE49-F238E27FC236}">
                <a16:creationId xmlns:a16="http://schemas.microsoft.com/office/drawing/2014/main" id="{A6BCCFCA-67B8-455B-8F5B-6C5D78DD1DDC}"/>
              </a:ext>
            </a:extLst>
          </p:cNvPr>
          <p:cNvSpPr>
            <a:spLocks noGrp="1"/>
          </p:cNvSpPr>
          <p:nvPr/>
        </p:nvSpPr>
        <p:spPr>
          <a:xfrm>
            <a:off x="615377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6" name="F2_precision_recall_distributions_7870">
            <a:extLst>
              <a:ext uri="{FF2B5EF4-FFF2-40B4-BE49-F238E27FC236}">
                <a16:creationId xmlns:a16="http://schemas.microsoft.com/office/drawing/2014/main" id="{BABF88B3-04B7-49EB-BD8D-1BE4CD17B249}"/>
              </a:ext>
            </a:extLst>
          </p:cNvPr>
          <p:cNvSpPr>
            <a:spLocks noGrp="1"/>
          </p:cNvSpPr>
          <p:nvPr/>
        </p:nvSpPr>
        <p:spPr>
          <a:xfrm>
            <a:off x="6050094" y="7586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7" name="F2_precision_recall_distributions_7871">
            <a:extLst>
              <a:ext uri="{FF2B5EF4-FFF2-40B4-BE49-F238E27FC236}">
                <a16:creationId xmlns:a16="http://schemas.microsoft.com/office/drawing/2014/main" id="{CE3AA2A4-3225-47B5-8CD6-B8E1BD8F67F1}"/>
              </a:ext>
            </a:extLst>
          </p:cNvPr>
          <p:cNvSpPr>
            <a:spLocks noGrp="1"/>
          </p:cNvSpPr>
          <p:nvPr/>
        </p:nvSpPr>
        <p:spPr>
          <a:xfrm>
            <a:off x="6119457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8" name="F2_precision_recall_distributions_7872">
            <a:extLst>
              <a:ext uri="{FF2B5EF4-FFF2-40B4-BE49-F238E27FC236}">
                <a16:creationId xmlns:a16="http://schemas.microsoft.com/office/drawing/2014/main" id="{57755A4E-F581-4D8F-AC83-F8735052ABE2}"/>
              </a:ext>
            </a:extLst>
          </p:cNvPr>
          <p:cNvSpPr>
            <a:spLocks noGrp="1"/>
          </p:cNvSpPr>
          <p:nvPr/>
        </p:nvSpPr>
        <p:spPr>
          <a:xfrm>
            <a:off x="591248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59" name="F2_precision_recall_distributions_7873">
            <a:extLst>
              <a:ext uri="{FF2B5EF4-FFF2-40B4-BE49-F238E27FC236}">
                <a16:creationId xmlns:a16="http://schemas.microsoft.com/office/drawing/2014/main" id="{BEB3225E-E3ED-4A68-B647-EA2E35987774}"/>
              </a:ext>
            </a:extLst>
          </p:cNvPr>
          <p:cNvSpPr>
            <a:spLocks noGrp="1"/>
          </p:cNvSpPr>
          <p:nvPr/>
        </p:nvSpPr>
        <p:spPr>
          <a:xfrm>
            <a:off x="608125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0" name="F2_precision_recall_distributions_7874">
            <a:extLst>
              <a:ext uri="{FF2B5EF4-FFF2-40B4-BE49-F238E27FC236}">
                <a16:creationId xmlns:a16="http://schemas.microsoft.com/office/drawing/2014/main" id="{ED36EE6D-658E-4634-A2B0-927EEC04116D}"/>
              </a:ext>
            </a:extLst>
          </p:cNvPr>
          <p:cNvSpPr>
            <a:spLocks noGrp="1"/>
          </p:cNvSpPr>
          <p:nvPr/>
        </p:nvSpPr>
        <p:spPr>
          <a:xfrm>
            <a:off x="6134303" y="758657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1" name="F2_precision_recall_distributions_7875">
            <a:extLst>
              <a:ext uri="{FF2B5EF4-FFF2-40B4-BE49-F238E27FC236}">
                <a16:creationId xmlns:a16="http://schemas.microsoft.com/office/drawing/2014/main" id="{42F53BE0-E4D4-4528-8F11-78D11BDDE883}"/>
              </a:ext>
            </a:extLst>
          </p:cNvPr>
          <p:cNvSpPr>
            <a:spLocks noGrp="1"/>
          </p:cNvSpPr>
          <p:nvPr/>
        </p:nvSpPr>
        <p:spPr>
          <a:xfrm>
            <a:off x="580748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2" name="F2_precision_recall_distributions_7876">
            <a:extLst>
              <a:ext uri="{FF2B5EF4-FFF2-40B4-BE49-F238E27FC236}">
                <a16:creationId xmlns:a16="http://schemas.microsoft.com/office/drawing/2014/main" id="{CE8E706B-5EA6-4803-AE70-F5492433DA23}"/>
              </a:ext>
            </a:extLst>
          </p:cNvPr>
          <p:cNvSpPr>
            <a:spLocks noGrp="1"/>
          </p:cNvSpPr>
          <p:nvPr/>
        </p:nvSpPr>
        <p:spPr>
          <a:xfrm>
            <a:off x="616871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3" name="F2_precision_recall_distributions_7877">
            <a:extLst>
              <a:ext uri="{FF2B5EF4-FFF2-40B4-BE49-F238E27FC236}">
                <a16:creationId xmlns:a16="http://schemas.microsoft.com/office/drawing/2014/main" id="{467E34D2-BE1B-4559-AB37-0DFC74C6CE5E}"/>
              </a:ext>
            </a:extLst>
          </p:cNvPr>
          <p:cNvSpPr>
            <a:spLocks noGrp="1"/>
          </p:cNvSpPr>
          <p:nvPr/>
        </p:nvSpPr>
        <p:spPr>
          <a:xfrm>
            <a:off x="616178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4" name="F2_precision_recall_distributions_7878">
            <a:extLst>
              <a:ext uri="{FF2B5EF4-FFF2-40B4-BE49-F238E27FC236}">
                <a16:creationId xmlns:a16="http://schemas.microsoft.com/office/drawing/2014/main" id="{ED993D76-F9BD-4E45-988A-C3BBE63F39FC}"/>
              </a:ext>
            </a:extLst>
          </p:cNvPr>
          <p:cNvSpPr>
            <a:spLocks noGrp="1"/>
          </p:cNvSpPr>
          <p:nvPr/>
        </p:nvSpPr>
        <p:spPr>
          <a:xfrm>
            <a:off x="608113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5" name="F2_precision_recall_distributions_7879">
            <a:extLst>
              <a:ext uri="{FF2B5EF4-FFF2-40B4-BE49-F238E27FC236}">
                <a16:creationId xmlns:a16="http://schemas.microsoft.com/office/drawing/2014/main" id="{B67FC058-C755-4438-9131-EC9D024CD662}"/>
              </a:ext>
            </a:extLst>
          </p:cNvPr>
          <p:cNvSpPr>
            <a:spLocks noGrp="1"/>
          </p:cNvSpPr>
          <p:nvPr/>
        </p:nvSpPr>
        <p:spPr>
          <a:xfrm>
            <a:off x="589517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6" name="F2_precision_recall_distributions_7880">
            <a:extLst>
              <a:ext uri="{FF2B5EF4-FFF2-40B4-BE49-F238E27FC236}">
                <a16:creationId xmlns:a16="http://schemas.microsoft.com/office/drawing/2014/main" id="{7A5C0DDE-EE0A-4064-8543-9A361326664E}"/>
              </a:ext>
            </a:extLst>
          </p:cNvPr>
          <p:cNvSpPr>
            <a:spLocks noGrp="1"/>
          </p:cNvSpPr>
          <p:nvPr/>
        </p:nvSpPr>
        <p:spPr>
          <a:xfrm>
            <a:off x="595051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7" name="F2_precision_recall_distributions_7881">
            <a:extLst>
              <a:ext uri="{FF2B5EF4-FFF2-40B4-BE49-F238E27FC236}">
                <a16:creationId xmlns:a16="http://schemas.microsoft.com/office/drawing/2014/main" id="{119BEB90-C2A5-4541-AAF6-DBFB3DEB3A10}"/>
              </a:ext>
            </a:extLst>
          </p:cNvPr>
          <p:cNvSpPr>
            <a:spLocks noGrp="1"/>
          </p:cNvSpPr>
          <p:nvPr/>
        </p:nvSpPr>
        <p:spPr>
          <a:xfrm>
            <a:off x="587488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8" name="F2_precision_recall_distributions_7882">
            <a:extLst>
              <a:ext uri="{FF2B5EF4-FFF2-40B4-BE49-F238E27FC236}">
                <a16:creationId xmlns:a16="http://schemas.microsoft.com/office/drawing/2014/main" id="{01E2CACE-C400-4DB3-B40C-6135D350C240}"/>
              </a:ext>
            </a:extLst>
          </p:cNvPr>
          <p:cNvSpPr>
            <a:spLocks noGrp="1"/>
          </p:cNvSpPr>
          <p:nvPr/>
        </p:nvSpPr>
        <p:spPr>
          <a:xfrm>
            <a:off x="615775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69" name="F2_precision_recall_distributions_7883">
            <a:extLst>
              <a:ext uri="{FF2B5EF4-FFF2-40B4-BE49-F238E27FC236}">
                <a16:creationId xmlns:a16="http://schemas.microsoft.com/office/drawing/2014/main" id="{4A215459-60E5-478A-9C1C-11C8FCD38533}"/>
              </a:ext>
            </a:extLst>
          </p:cNvPr>
          <p:cNvSpPr>
            <a:spLocks noGrp="1"/>
          </p:cNvSpPr>
          <p:nvPr/>
        </p:nvSpPr>
        <p:spPr>
          <a:xfrm>
            <a:off x="616512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0" name="F2_precision_recall_distributions_7884">
            <a:extLst>
              <a:ext uri="{FF2B5EF4-FFF2-40B4-BE49-F238E27FC236}">
                <a16:creationId xmlns:a16="http://schemas.microsoft.com/office/drawing/2014/main" id="{57E7B407-9A2E-4B5C-84B1-BF297D190995}"/>
              </a:ext>
            </a:extLst>
          </p:cNvPr>
          <p:cNvSpPr>
            <a:spLocks noGrp="1"/>
          </p:cNvSpPr>
          <p:nvPr/>
        </p:nvSpPr>
        <p:spPr>
          <a:xfrm>
            <a:off x="607784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1" name="F2_precision_recall_distributions_7885">
            <a:extLst>
              <a:ext uri="{FF2B5EF4-FFF2-40B4-BE49-F238E27FC236}">
                <a16:creationId xmlns:a16="http://schemas.microsoft.com/office/drawing/2014/main" id="{D29C41D7-1DA9-4B85-A668-C4FA08443023}"/>
              </a:ext>
            </a:extLst>
          </p:cNvPr>
          <p:cNvSpPr>
            <a:spLocks noGrp="1"/>
          </p:cNvSpPr>
          <p:nvPr/>
        </p:nvSpPr>
        <p:spPr>
          <a:xfrm>
            <a:off x="60562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2" name="F2_precision_recall_distributions_7886">
            <a:extLst>
              <a:ext uri="{FF2B5EF4-FFF2-40B4-BE49-F238E27FC236}">
                <a16:creationId xmlns:a16="http://schemas.microsoft.com/office/drawing/2014/main" id="{19D08D15-04F1-406A-AF35-5B5D83BE5801}"/>
              </a:ext>
            </a:extLst>
          </p:cNvPr>
          <p:cNvSpPr>
            <a:spLocks noGrp="1"/>
          </p:cNvSpPr>
          <p:nvPr/>
        </p:nvSpPr>
        <p:spPr>
          <a:xfrm>
            <a:off x="583396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3" name="F2_precision_recall_distributions_7887">
            <a:extLst>
              <a:ext uri="{FF2B5EF4-FFF2-40B4-BE49-F238E27FC236}">
                <a16:creationId xmlns:a16="http://schemas.microsoft.com/office/drawing/2014/main" id="{E56F9508-40C4-445B-A047-231FED86BD04}"/>
              </a:ext>
            </a:extLst>
          </p:cNvPr>
          <p:cNvSpPr>
            <a:spLocks noGrp="1"/>
          </p:cNvSpPr>
          <p:nvPr/>
        </p:nvSpPr>
        <p:spPr>
          <a:xfrm>
            <a:off x="595864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4" name="F2_precision_recall_distributions_7888">
            <a:extLst>
              <a:ext uri="{FF2B5EF4-FFF2-40B4-BE49-F238E27FC236}">
                <a16:creationId xmlns:a16="http://schemas.microsoft.com/office/drawing/2014/main" id="{C3C90CFC-ACF5-47FD-A01A-AF4E61EF2C8E}"/>
              </a:ext>
            </a:extLst>
          </p:cNvPr>
          <p:cNvSpPr>
            <a:spLocks noGrp="1"/>
          </p:cNvSpPr>
          <p:nvPr/>
        </p:nvSpPr>
        <p:spPr>
          <a:xfrm>
            <a:off x="60007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5" name="F2_precision_recall_distributions_7889">
            <a:extLst>
              <a:ext uri="{FF2B5EF4-FFF2-40B4-BE49-F238E27FC236}">
                <a16:creationId xmlns:a16="http://schemas.microsoft.com/office/drawing/2014/main" id="{C3BEF864-BCFA-49E7-A070-C32F6AF077A0}"/>
              </a:ext>
            </a:extLst>
          </p:cNvPr>
          <p:cNvSpPr>
            <a:spLocks noGrp="1"/>
          </p:cNvSpPr>
          <p:nvPr/>
        </p:nvSpPr>
        <p:spPr>
          <a:xfrm>
            <a:off x="589204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6" name="F2_precision_recall_distributions_7890">
            <a:extLst>
              <a:ext uri="{FF2B5EF4-FFF2-40B4-BE49-F238E27FC236}">
                <a16:creationId xmlns:a16="http://schemas.microsoft.com/office/drawing/2014/main" id="{D4EFC8BD-F7D8-4EF1-8D9B-540427241A76}"/>
              </a:ext>
            </a:extLst>
          </p:cNvPr>
          <p:cNvSpPr>
            <a:spLocks noGrp="1"/>
          </p:cNvSpPr>
          <p:nvPr/>
        </p:nvSpPr>
        <p:spPr>
          <a:xfrm>
            <a:off x="596936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7" name="F2_precision_recall_distributions_7891">
            <a:extLst>
              <a:ext uri="{FF2B5EF4-FFF2-40B4-BE49-F238E27FC236}">
                <a16:creationId xmlns:a16="http://schemas.microsoft.com/office/drawing/2014/main" id="{9C67E664-E677-4D2E-8AAB-602E6B873BC3}"/>
              </a:ext>
            </a:extLst>
          </p:cNvPr>
          <p:cNvSpPr>
            <a:spLocks noGrp="1"/>
          </p:cNvSpPr>
          <p:nvPr/>
        </p:nvSpPr>
        <p:spPr>
          <a:xfrm>
            <a:off x="6088923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8" name="F2_precision_recall_distributions_7892">
            <a:extLst>
              <a:ext uri="{FF2B5EF4-FFF2-40B4-BE49-F238E27FC236}">
                <a16:creationId xmlns:a16="http://schemas.microsoft.com/office/drawing/2014/main" id="{29105653-61C0-48E3-AEFB-0E543EB0D8C4}"/>
              </a:ext>
            </a:extLst>
          </p:cNvPr>
          <p:cNvSpPr>
            <a:spLocks noGrp="1"/>
          </p:cNvSpPr>
          <p:nvPr/>
        </p:nvSpPr>
        <p:spPr>
          <a:xfrm>
            <a:off x="6167632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79" name="F2_precision_recall_distributions_7893">
            <a:extLst>
              <a:ext uri="{FF2B5EF4-FFF2-40B4-BE49-F238E27FC236}">
                <a16:creationId xmlns:a16="http://schemas.microsoft.com/office/drawing/2014/main" id="{238B4674-33A7-4AB5-AD9C-AC7CB591387C}"/>
              </a:ext>
            </a:extLst>
          </p:cNvPr>
          <p:cNvSpPr>
            <a:spLocks noGrp="1"/>
          </p:cNvSpPr>
          <p:nvPr/>
        </p:nvSpPr>
        <p:spPr>
          <a:xfrm>
            <a:off x="610973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0" name="F2_precision_recall_distributions_7894">
            <a:extLst>
              <a:ext uri="{FF2B5EF4-FFF2-40B4-BE49-F238E27FC236}">
                <a16:creationId xmlns:a16="http://schemas.microsoft.com/office/drawing/2014/main" id="{26FA3D8C-A85A-488A-AD8D-C1AEAFBD991C}"/>
              </a:ext>
            </a:extLst>
          </p:cNvPr>
          <p:cNvSpPr>
            <a:spLocks noGrp="1"/>
          </p:cNvSpPr>
          <p:nvPr/>
        </p:nvSpPr>
        <p:spPr>
          <a:xfrm>
            <a:off x="596629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1" name="F2_precision_recall_distributions_7895">
            <a:extLst>
              <a:ext uri="{FF2B5EF4-FFF2-40B4-BE49-F238E27FC236}">
                <a16:creationId xmlns:a16="http://schemas.microsoft.com/office/drawing/2014/main" id="{FBA2C46F-164B-494B-B20D-70A97F9474D0}"/>
              </a:ext>
            </a:extLst>
          </p:cNvPr>
          <p:cNvSpPr>
            <a:spLocks noGrp="1"/>
          </p:cNvSpPr>
          <p:nvPr/>
        </p:nvSpPr>
        <p:spPr>
          <a:xfrm>
            <a:off x="5915695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2" name="F2_precision_recall_distributions_7896">
            <a:extLst>
              <a:ext uri="{FF2B5EF4-FFF2-40B4-BE49-F238E27FC236}">
                <a16:creationId xmlns:a16="http://schemas.microsoft.com/office/drawing/2014/main" id="{377FCEF1-3436-450F-89F2-711C8DD5F4A7}"/>
              </a:ext>
            </a:extLst>
          </p:cNvPr>
          <p:cNvSpPr>
            <a:spLocks noGrp="1"/>
          </p:cNvSpPr>
          <p:nvPr/>
        </p:nvSpPr>
        <p:spPr>
          <a:xfrm>
            <a:off x="5949076" y="758692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3" name="F2_precision_recall_distributions_7897">
            <a:extLst>
              <a:ext uri="{FF2B5EF4-FFF2-40B4-BE49-F238E27FC236}">
                <a16:creationId xmlns:a16="http://schemas.microsoft.com/office/drawing/2014/main" id="{BA57408B-D962-4128-8701-9E347F930D02}"/>
              </a:ext>
            </a:extLst>
          </p:cNvPr>
          <p:cNvSpPr>
            <a:spLocks noGrp="1"/>
          </p:cNvSpPr>
          <p:nvPr/>
        </p:nvSpPr>
        <p:spPr>
          <a:xfrm>
            <a:off x="6167532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4" name="F2_precision_recall_distributions_7898">
            <a:extLst>
              <a:ext uri="{FF2B5EF4-FFF2-40B4-BE49-F238E27FC236}">
                <a16:creationId xmlns:a16="http://schemas.microsoft.com/office/drawing/2014/main" id="{5EDA4812-CE68-4EC7-8EB5-37AEF9325955}"/>
              </a:ext>
            </a:extLst>
          </p:cNvPr>
          <p:cNvSpPr>
            <a:spLocks noGrp="1"/>
          </p:cNvSpPr>
          <p:nvPr/>
        </p:nvSpPr>
        <p:spPr>
          <a:xfrm>
            <a:off x="60508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5" name="F2_precision_recall_distributions_7899">
            <a:extLst>
              <a:ext uri="{FF2B5EF4-FFF2-40B4-BE49-F238E27FC236}">
                <a16:creationId xmlns:a16="http://schemas.microsoft.com/office/drawing/2014/main" id="{699D6940-B0B1-459B-B611-BD9EDEE2B39C}"/>
              </a:ext>
            </a:extLst>
          </p:cNvPr>
          <p:cNvSpPr>
            <a:spLocks noGrp="1"/>
          </p:cNvSpPr>
          <p:nvPr/>
        </p:nvSpPr>
        <p:spPr>
          <a:xfrm>
            <a:off x="5875667" y="769384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6" name="F2_precision_recall_distributions_7900">
            <a:extLst>
              <a:ext uri="{FF2B5EF4-FFF2-40B4-BE49-F238E27FC236}">
                <a16:creationId xmlns:a16="http://schemas.microsoft.com/office/drawing/2014/main" id="{5C5B492B-4C10-446E-955D-D805540A677E}"/>
              </a:ext>
            </a:extLst>
          </p:cNvPr>
          <p:cNvSpPr>
            <a:spLocks noGrp="1"/>
          </p:cNvSpPr>
          <p:nvPr/>
        </p:nvSpPr>
        <p:spPr>
          <a:xfrm>
            <a:off x="58644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7" name="F2_precision_recall_distributions_7901">
            <a:extLst>
              <a:ext uri="{FF2B5EF4-FFF2-40B4-BE49-F238E27FC236}">
                <a16:creationId xmlns:a16="http://schemas.microsoft.com/office/drawing/2014/main" id="{B9462E55-0A66-4075-95FB-5BE5F57B7E4B}"/>
              </a:ext>
            </a:extLst>
          </p:cNvPr>
          <p:cNvSpPr>
            <a:spLocks noGrp="1"/>
          </p:cNvSpPr>
          <p:nvPr/>
        </p:nvSpPr>
        <p:spPr>
          <a:xfrm>
            <a:off x="6106867" y="77911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8" name="F2_precision_recall_distributions_7902">
            <a:extLst>
              <a:ext uri="{FF2B5EF4-FFF2-40B4-BE49-F238E27FC236}">
                <a16:creationId xmlns:a16="http://schemas.microsoft.com/office/drawing/2014/main" id="{38ED23C7-7951-495F-8862-EB5330D62A07}"/>
              </a:ext>
            </a:extLst>
          </p:cNvPr>
          <p:cNvSpPr>
            <a:spLocks noGrp="1"/>
          </p:cNvSpPr>
          <p:nvPr/>
        </p:nvSpPr>
        <p:spPr>
          <a:xfrm>
            <a:off x="5907572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89" name="F2_precision_recall_distributions_7903">
            <a:extLst>
              <a:ext uri="{FF2B5EF4-FFF2-40B4-BE49-F238E27FC236}">
                <a16:creationId xmlns:a16="http://schemas.microsoft.com/office/drawing/2014/main" id="{792FA238-8D02-4414-8846-2C55FE48366A}"/>
              </a:ext>
            </a:extLst>
          </p:cNvPr>
          <p:cNvSpPr>
            <a:spLocks noGrp="1"/>
          </p:cNvSpPr>
          <p:nvPr/>
        </p:nvSpPr>
        <p:spPr>
          <a:xfrm>
            <a:off x="6111770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0" name="F2_precision_recall_distributions_7904">
            <a:extLst>
              <a:ext uri="{FF2B5EF4-FFF2-40B4-BE49-F238E27FC236}">
                <a16:creationId xmlns:a16="http://schemas.microsoft.com/office/drawing/2014/main" id="{48A85542-8761-46F1-B234-AB305E601D1E}"/>
              </a:ext>
            </a:extLst>
          </p:cNvPr>
          <p:cNvSpPr>
            <a:spLocks noGrp="1"/>
          </p:cNvSpPr>
          <p:nvPr/>
        </p:nvSpPr>
        <p:spPr>
          <a:xfrm>
            <a:off x="611351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1" name="F2_precision_recall_distributions_7905">
            <a:extLst>
              <a:ext uri="{FF2B5EF4-FFF2-40B4-BE49-F238E27FC236}">
                <a16:creationId xmlns:a16="http://schemas.microsoft.com/office/drawing/2014/main" id="{0FAEF608-7787-42ED-B155-459B72EB2A3B}"/>
              </a:ext>
            </a:extLst>
          </p:cNvPr>
          <p:cNvSpPr>
            <a:spLocks noGrp="1"/>
          </p:cNvSpPr>
          <p:nvPr/>
        </p:nvSpPr>
        <p:spPr>
          <a:xfrm>
            <a:off x="611411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2" name="F2_precision_recall_distributions_7906">
            <a:extLst>
              <a:ext uri="{FF2B5EF4-FFF2-40B4-BE49-F238E27FC236}">
                <a16:creationId xmlns:a16="http://schemas.microsoft.com/office/drawing/2014/main" id="{CE1C7AB0-3969-4214-ACB4-2ACBB32DA3C4}"/>
              </a:ext>
            </a:extLst>
          </p:cNvPr>
          <p:cNvSpPr>
            <a:spLocks noGrp="1"/>
          </p:cNvSpPr>
          <p:nvPr/>
        </p:nvSpPr>
        <p:spPr>
          <a:xfrm>
            <a:off x="586579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3" name="F2_precision_recall_distributions_7907">
            <a:extLst>
              <a:ext uri="{FF2B5EF4-FFF2-40B4-BE49-F238E27FC236}">
                <a16:creationId xmlns:a16="http://schemas.microsoft.com/office/drawing/2014/main" id="{2A1BE06F-8138-4C12-AFA3-3142B2777623}"/>
              </a:ext>
            </a:extLst>
          </p:cNvPr>
          <p:cNvSpPr>
            <a:spLocks noGrp="1"/>
          </p:cNvSpPr>
          <p:nvPr/>
        </p:nvSpPr>
        <p:spPr>
          <a:xfrm>
            <a:off x="608601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4" name="F2_precision_recall_distributions_7908">
            <a:extLst>
              <a:ext uri="{FF2B5EF4-FFF2-40B4-BE49-F238E27FC236}">
                <a16:creationId xmlns:a16="http://schemas.microsoft.com/office/drawing/2014/main" id="{B2567621-5171-42A6-A290-9E3D25F1EDC0}"/>
              </a:ext>
            </a:extLst>
          </p:cNvPr>
          <p:cNvSpPr>
            <a:spLocks noGrp="1"/>
          </p:cNvSpPr>
          <p:nvPr/>
        </p:nvSpPr>
        <p:spPr>
          <a:xfrm>
            <a:off x="6041997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5" name="F2_precision_recall_distributions_7909">
            <a:extLst>
              <a:ext uri="{FF2B5EF4-FFF2-40B4-BE49-F238E27FC236}">
                <a16:creationId xmlns:a16="http://schemas.microsoft.com/office/drawing/2014/main" id="{AFDF9364-463B-4147-8406-8CE897CD71D2}"/>
              </a:ext>
            </a:extLst>
          </p:cNvPr>
          <p:cNvSpPr>
            <a:spLocks noGrp="1"/>
          </p:cNvSpPr>
          <p:nvPr/>
        </p:nvSpPr>
        <p:spPr>
          <a:xfrm>
            <a:off x="5965460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6" name="F2_precision_recall_distributions_7910">
            <a:extLst>
              <a:ext uri="{FF2B5EF4-FFF2-40B4-BE49-F238E27FC236}">
                <a16:creationId xmlns:a16="http://schemas.microsoft.com/office/drawing/2014/main" id="{CEC1A479-19B6-446A-8799-5D361E1336C7}"/>
              </a:ext>
            </a:extLst>
          </p:cNvPr>
          <p:cNvSpPr>
            <a:spLocks noGrp="1"/>
          </p:cNvSpPr>
          <p:nvPr/>
        </p:nvSpPr>
        <p:spPr>
          <a:xfrm>
            <a:off x="600077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7" name="F2_precision_recall_distributions_7911">
            <a:extLst>
              <a:ext uri="{FF2B5EF4-FFF2-40B4-BE49-F238E27FC236}">
                <a16:creationId xmlns:a16="http://schemas.microsoft.com/office/drawing/2014/main" id="{4EACB33E-6DC7-4966-ABEE-08314EFFCCB4}"/>
              </a:ext>
            </a:extLst>
          </p:cNvPr>
          <p:cNvSpPr>
            <a:spLocks noGrp="1"/>
          </p:cNvSpPr>
          <p:nvPr/>
        </p:nvSpPr>
        <p:spPr>
          <a:xfrm>
            <a:off x="5853337" y="7330083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8" name="F2_precision_recall_distributions_7912">
            <a:extLst>
              <a:ext uri="{FF2B5EF4-FFF2-40B4-BE49-F238E27FC236}">
                <a16:creationId xmlns:a16="http://schemas.microsoft.com/office/drawing/2014/main" id="{FB8B9AF5-8404-4D31-B358-4B28A2C3D418}"/>
              </a:ext>
            </a:extLst>
          </p:cNvPr>
          <p:cNvSpPr>
            <a:spLocks noGrp="1"/>
          </p:cNvSpPr>
          <p:nvPr/>
        </p:nvSpPr>
        <p:spPr>
          <a:xfrm>
            <a:off x="59622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099" name="F2_precision_recall_distributions_7913">
            <a:extLst>
              <a:ext uri="{FF2B5EF4-FFF2-40B4-BE49-F238E27FC236}">
                <a16:creationId xmlns:a16="http://schemas.microsoft.com/office/drawing/2014/main" id="{C922CA39-0A0D-4239-98D9-83A7F638E3C2}"/>
              </a:ext>
            </a:extLst>
          </p:cNvPr>
          <p:cNvSpPr>
            <a:spLocks noGrp="1"/>
          </p:cNvSpPr>
          <p:nvPr/>
        </p:nvSpPr>
        <p:spPr>
          <a:xfrm>
            <a:off x="6097942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0" name="F2_precision_recall_distributions_7914">
            <a:extLst>
              <a:ext uri="{FF2B5EF4-FFF2-40B4-BE49-F238E27FC236}">
                <a16:creationId xmlns:a16="http://schemas.microsoft.com/office/drawing/2014/main" id="{41915074-8770-48E1-A0FB-3301792264A2}"/>
              </a:ext>
            </a:extLst>
          </p:cNvPr>
          <p:cNvSpPr>
            <a:spLocks noGrp="1"/>
          </p:cNvSpPr>
          <p:nvPr/>
        </p:nvSpPr>
        <p:spPr>
          <a:xfrm>
            <a:off x="591599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1" name="F2_precision_recall_distributions_7915">
            <a:extLst>
              <a:ext uri="{FF2B5EF4-FFF2-40B4-BE49-F238E27FC236}">
                <a16:creationId xmlns:a16="http://schemas.microsoft.com/office/drawing/2014/main" id="{B471AEA2-5F9F-49B8-8DEA-226F13767EB8}"/>
              </a:ext>
            </a:extLst>
          </p:cNvPr>
          <p:cNvSpPr>
            <a:spLocks noGrp="1"/>
          </p:cNvSpPr>
          <p:nvPr/>
        </p:nvSpPr>
        <p:spPr>
          <a:xfrm>
            <a:off x="607001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2" name="F2_precision_recall_distributions_7916">
            <a:extLst>
              <a:ext uri="{FF2B5EF4-FFF2-40B4-BE49-F238E27FC236}">
                <a16:creationId xmlns:a16="http://schemas.microsoft.com/office/drawing/2014/main" id="{55AF84C6-00FD-4571-8F1A-EDE10CFF79F6}"/>
              </a:ext>
            </a:extLst>
          </p:cNvPr>
          <p:cNvSpPr>
            <a:spLocks noGrp="1"/>
          </p:cNvSpPr>
          <p:nvPr/>
        </p:nvSpPr>
        <p:spPr>
          <a:xfrm>
            <a:off x="609100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3" name="F2_precision_recall_distributions_7917">
            <a:extLst>
              <a:ext uri="{FF2B5EF4-FFF2-40B4-BE49-F238E27FC236}">
                <a16:creationId xmlns:a16="http://schemas.microsoft.com/office/drawing/2014/main" id="{9F57BA63-95BE-4B91-A169-CD4818FB8B5D}"/>
              </a:ext>
            </a:extLst>
          </p:cNvPr>
          <p:cNvSpPr>
            <a:spLocks noGrp="1"/>
          </p:cNvSpPr>
          <p:nvPr/>
        </p:nvSpPr>
        <p:spPr>
          <a:xfrm>
            <a:off x="613492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4" name="F2_precision_recall_distributions_7918">
            <a:extLst>
              <a:ext uri="{FF2B5EF4-FFF2-40B4-BE49-F238E27FC236}">
                <a16:creationId xmlns:a16="http://schemas.microsoft.com/office/drawing/2014/main" id="{28912768-7222-4DBA-BF81-88D62D944457}"/>
              </a:ext>
            </a:extLst>
          </p:cNvPr>
          <p:cNvSpPr>
            <a:spLocks noGrp="1"/>
          </p:cNvSpPr>
          <p:nvPr/>
        </p:nvSpPr>
        <p:spPr>
          <a:xfrm>
            <a:off x="613936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5" name="F2_precision_recall_distributions_7919">
            <a:extLst>
              <a:ext uri="{FF2B5EF4-FFF2-40B4-BE49-F238E27FC236}">
                <a16:creationId xmlns:a16="http://schemas.microsoft.com/office/drawing/2014/main" id="{A8CBC243-D9FD-40B1-9E1D-9619DB00BFF6}"/>
              </a:ext>
            </a:extLst>
          </p:cNvPr>
          <p:cNvSpPr>
            <a:spLocks noGrp="1"/>
          </p:cNvSpPr>
          <p:nvPr/>
        </p:nvSpPr>
        <p:spPr>
          <a:xfrm>
            <a:off x="612114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6" name="F2_precision_recall_distributions_7920">
            <a:extLst>
              <a:ext uri="{FF2B5EF4-FFF2-40B4-BE49-F238E27FC236}">
                <a16:creationId xmlns:a16="http://schemas.microsoft.com/office/drawing/2014/main" id="{56AAA78C-8F9C-47FF-980B-6E55F1C51B78}"/>
              </a:ext>
            </a:extLst>
          </p:cNvPr>
          <p:cNvSpPr>
            <a:spLocks noGrp="1"/>
          </p:cNvSpPr>
          <p:nvPr/>
        </p:nvSpPr>
        <p:spPr>
          <a:xfrm>
            <a:off x="6026560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7" name="F2_precision_recall_distributions_7921">
            <a:extLst>
              <a:ext uri="{FF2B5EF4-FFF2-40B4-BE49-F238E27FC236}">
                <a16:creationId xmlns:a16="http://schemas.microsoft.com/office/drawing/2014/main" id="{1C63425F-8A20-46E5-9C77-36E6DA073D16}"/>
              </a:ext>
            </a:extLst>
          </p:cNvPr>
          <p:cNvSpPr>
            <a:spLocks noGrp="1"/>
          </p:cNvSpPr>
          <p:nvPr/>
        </p:nvSpPr>
        <p:spPr>
          <a:xfrm>
            <a:off x="584031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8" name="F2_precision_recall_distributions_7922">
            <a:extLst>
              <a:ext uri="{FF2B5EF4-FFF2-40B4-BE49-F238E27FC236}">
                <a16:creationId xmlns:a16="http://schemas.microsoft.com/office/drawing/2014/main" id="{F987B548-AC4D-4294-A6C2-7F834C26D4F6}"/>
              </a:ext>
            </a:extLst>
          </p:cNvPr>
          <p:cNvSpPr>
            <a:spLocks noGrp="1"/>
          </p:cNvSpPr>
          <p:nvPr/>
        </p:nvSpPr>
        <p:spPr>
          <a:xfrm>
            <a:off x="5889706" y="720209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09" name="F2_precision_recall_distributions_7923">
            <a:extLst>
              <a:ext uri="{FF2B5EF4-FFF2-40B4-BE49-F238E27FC236}">
                <a16:creationId xmlns:a16="http://schemas.microsoft.com/office/drawing/2014/main" id="{144AB3E2-7834-41D3-A821-063AFF995A2E}"/>
              </a:ext>
            </a:extLst>
          </p:cNvPr>
          <p:cNvSpPr>
            <a:spLocks noGrp="1"/>
          </p:cNvSpPr>
          <p:nvPr/>
        </p:nvSpPr>
        <p:spPr>
          <a:xfrm>
            <a:off x="588796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0" name="F2_precision_recall_distributions_7924">
            <a:extLst>
              <a:ext uri="{FF2B5EF4-FFF2-40B4-BE49-F238E27FC236}">
                <a16:creationId xmlns:a16="http://schemas.microsoft.com/office/drawing/2014/main" id="{7BD08CD0-377B-4050-A73C-9894DBD116E6}"/>
              </a:ext>
            </a:extLst>
          </p:cNvPr>
          <p:cNvSpPr>
            <a:spLocks noGrp="1"/>
          </p:cNvSpPr>
          <p:nvPr/>
        </p:nvSpPr>
        <p:spPr>
          <a:xfrm>
            <a:off x="586453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1" name="F2_precision_recall_distributions_7925">
            <a:extLst>
              <a:ext uri="{FF2B5EF4-FFF2-40B4-BE49-F238E27FC236}">
                <a16:creationId xmlns:a16="http://schemas.microsoft.com/office/drawing/2014/main" id="{0E05493A-3248-450D-A3F2-752899872044}"/>
              </a:ext>
            </a:extLst>
          </p:cNvPr>
          <p:cNvSpPr>
            <a:spLocks noGrp="1"/>
          </p:cNvSpPr>
          <p:nvPr/>
        </p:nvSpPr>
        <p:spPr>
          <a:xfrm>
            <a:off x="5949311" y="75725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2" name="F2_precision_recall_distributions_7926">
            <a:extLst>
              <a:ext uri="{FF2B5EF4-FFF2-40B4-BE49-F238E27FC236}">
                <a16:creationId xmlns:a16="http://schemas.microsoft.com/office/drawing/2014/main" id="{358E29F9-7444-4649-92DB-D9580198078D}"/>
              </a:ext>
            </a:extLst>
          </p:cNvPr>
          <p:cNvSpPr>
            <a:spLocks noGrp="1"/>
          </p:cNvSpPr>
          <p:nvPr/>
        </p:nvSpPr>
        <p:spPr>
          <a:xfrm>
            <a:off x="58893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3" name="F2_precision_recall_distributions_7927">
            <a:extLst>
              <a:ext uri="{FF2B5EF4-FFF2-40B4-BE49-F238E27FC236}">
                <a16:creationId xmlns:a16="http://schemas.microsoft.com/office/drawing/2014/main" id="{4D81E44E-3188-4F62-BF5B-F019D08C4E09}"/>
              </a:ext>
            </a:extLst>
          </p:cNvPr>
          <p:cNvSpPr>
            <a:spLocks noGrp="1"/>
          </p:cNvSpPr>
          <p:nvPr/>
        </p:nvSpPr>
        <p:spPr>
          <a:xfrm>
            <a:off x="580965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4" name="F2_precision_recall_distributions_7928">
            <a:extLst>
              <a:ext uri="{FF2B5EF4-FFF2-40B4-BE49-F238E27FC236}">
                <a16:creationId xmlns:a16="http://schemas.microsoft.com/office/drawing/2014/main" id="{065E4FC9-D2AA-40E7-8833-A039B3CAABBA}"/>
              </a:ext>
            </a:extLst>
          </p:cNvPr>
          <p:cNvSpPr>
            <a:spLocks noGrp="1"/>
          </p:cNvSpPr>
          <p:nvPr/>
        </p:nvSpPr>
        <p:spPr>
          <a:xfrm>
            <a:off x="595076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5" name="F2_precision_recall_distributions_7929">
            <a:extLst>
              <a:ext uri="{FF2B5EF4-FFF2-40B4-BE49-F238E27FC236}">
                <a16:creationId xmlns:a16="http://schemas.microsoft.com/office/drawing/2014/main" id="{52CBC9A2-CC3C-4D97-9402-0D98FAF35195}"/>
              </a:ext>
            </a:extLst>
          </p:cNvPr>
          <p:cNvSpPr>
            <a:spLocks noGrp="1"/>
          </p:cNvSpPr>
          <p:nvPr/>
        </p:nvSpPr>
        <p:spPr>
          <a:xfrm>
            <a:off x="5927307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6" name="F2_precision_recall_distributions_7930">
            <a:extLst>
              <a:ext uri="{FF2B5EF4-FFF2-40B4-BE49-F238E27FC236}">
                <a16:creationId xmlns:a16="http://schemas.microsoft.com/office/drawing/2014/main" id="{BB3A0EAA-9172-4C7E-AD82-5DCF3C3789F4}"/>
              </a:ext>
            </a:extLst>
          </p:cNvPr>
          <p:cNvSpPr>
            <a:spLocks noGrp="1"/>
          </p:cNvSpPr>
          <p:nvPr/>
        </p:nvSpPr>
        <p:spPr>
          <a:xfrm>
            <a:off x="582579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7" name="F2_precision_recall_distributions_7931">
            <a:extLst>
              <a:ext uri="{FF2B5EF4-FFF2-40B4-BE49-F238E27FC236}">
                <a16:creationId xmlns:a16="http://schemas.microsoft.com/office/drawing/2014/main" id="{16B0B013-16A9-4DD9-AAFD-D60A0970555A}"/>
              </a:ext>
            </a:extLst>
          </p:cNvPr>
          <p:cNvSpPr>
            <a:spLocks noGrp="1"/>
          </p:cNvSpPr>
          <p:nvPr/>
        </p:nvSpPr>
        <p:spPr>
          <a:xfrm>
            <a:off x="602547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8" name="F2_precision_recall_distributions_7932">
            <a:extLst>
              <a:ext uri="{FF2B5EF4-FFF2-40B4-BE49-F238E27FC236}">
                <a16:creationId xmlns:a16="http://schemas.microsoft.com/office/drawing/2014/main" id="{03E96089-549D-44F6-B337-30350383230D}"/>
              </a:ext>
            </a:extLst>
          </p:cNvPr>
          <p:cNvSpPr>
            <a:spLocks noGrp="1"/>
          </p:cNvSpPr>
          <p:nvPr/>
        </p:nvSpPr>
        <p:spPr>
          <a:xfrm>
            <a:off x="60048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19" name="F2_precision_recall_distributions_7933">
            <a:extLst>
              <a:ext uri="{FF2B5EF4-FFF2-40B4-BE49-F238E27FC236}">
                <a16:creationId xmlns:a16="http://schemas.microsoft.com/office/drawing/2014/main" id="{D6CBA93E-B1BC-47F8-A61E-1AD825A254C3}"/>
              </a:ext>
            </a:extLst>
          </p:cNvPr>
          <p:cNvSpPr>
            <a:spLocks noGrp="1"/>
          </p:cNvSpPr>
          <p:nvPr/>
        </p:nvSpPr>
        <p:spPr>
          <a:xfrm>
            <a:off x="5959320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0" name="F2_precision_recall_distributions_7934">
            <a:extLst>
              <a:ext uri="{FF2B5EF4-FFF2-40B4-BE49-F238E27FC236}">
                <a16:creationId xmlns:a16="http://schemas.microsoft.com/office/drawing/2014/main" id="{B203FE76-B13B-4C4C-809E-9BA372A2DF83}"/>
              </a:ext>
            </a:extLst>
          </p:cNvPr>
          <p:cNvSpPr>
            <a:spLocks noGrp="1"/>
          </p:cNvSpPr>
          <p:nvPr/>
        </p:nvSpPr>
        <p:spPr>
          <a:xfrm>
            <a:off x="5828645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1" name="F2_precision_recall_distributions_7935">
            <a:extLst>
              <a:ext uri="{FF2B5EF4-FFF2-40B4-BE49-F238E27FC236}">
                <a16:creationId xmlns:a16="http://schemas.microsoft.com/office/drawing/2014/main" id="{2855505A-B620-427D-9331-F8DBF85DFD9A}"/>
              </a:ext>
            </a:extLst>
          </p:cNvPr>
          <p:cNvSpPr>
            <a:spLocks noGrp="1"/>
          </p:cNvSpPr>
          <p:nvPr/>
        </p:nvSpPr>
        <p:spPr>
          <a:xfrm>
            <a:off x="599889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2" name="F2_precision_recall_distributions_7936">
            <a:extLst>
              <a:ext uri="{FF2B5EF4-FFF2-40B4-BE49-F238E27FC236}">
                <a16:creationId xmlns:a16="http://schemas.microsoft.com/office/drawing/2014/main" id="{D654A9FC-0F49-470F-A550-B87344164C1E}"/>
              </a:ext>
            </a:extLst>
          </p:cNvPr>
          <p:cNvSpPr>
            <a:spLocks noGrp="1"/>
          </p:cNvSpPr>
          <p:nvPr/>
        </p:nvSpPr>
        <p:spPr>
          <a:xfrm>
            <a:off x="582367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3" name="F2_precision_recall_distributions_7937">
            <a:extLst>
              <a:ext uri="{FF2B5EF4-FFF2-40B4-BE49-F238E27FC236}">
                <a16:creationId xmlns:a16="http://schemas.microsoft.com/office/drawing/2014/main" id="{CBF8FBD1-D94B-43BC-8881-47B288C27805}"/>
              </a:ext>
            </a:extLst>
          </p:cNvPr>
          <p:cNvSpPr>
            <a:spLocks noGrp="1"/>
          </p:cNvSpPr>
          <p:nvPr/>
        </p:nvSpPr>
        <p:spPr>
          <a:xfrm>
            <a:off x="607146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4" name="F2_precision_recall_distributions_7938">
            <a:extLst>
              <a:ext uri="{FF2B5EF4-FFF2-40B4-BE49-F238E27FC236}">
                <a16:creationId xmlns:a16="http://schemas.microsoft.com/office/drawing/2014/main" id="{7836F66E-91D4-4217-95D2-251CD2D20F9A}"/>
              </a:ext>
            </a:extLst>
          </p:cNvPr>
          <p:cNvSpPr>
            <a:spLocks noGrp="1"/>
          </p:cNvSpPr>
          <p:nvPr/>
        </p:nvSpPr>
        <p:spPr>
          <a:xfrm>
            <a:off x="593093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5" name="F2_precision_recall_distributions_7939">
            <a:extLst>
              <a:ext uri="{FF2B5EF4-FFF2-40B4-BE49-F238E27FC236}">
                <a16:creationId xmlns:a16="http://schemas.microsoft.com/office/drawing/2014/main" id="{AC6BC6BE-3411-4B75-8DFB-09175894CFCA}"/>
              </a:ext>
            </a:extLst>
          </p:cNvPr>
          <p:cNvSpPr>
            <a:spLocks noGrp="1"/>
          </p:cNvSpPr>
          <p:nvPr/>
        </p:nvSpPr>
        <p:spPr>
          <a:xfrm>
            <a:off x="584471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6" name="F2_precision_recall_distributions_7940">
            <a:extLst>
              <a:ext uri="{FF2B5EF4-FFF2-40B4-BE49-F238E27FC236}">
                <a16:creationId xmlns:a16="http://schemas.microsoft.com/office/drawing/2014/main" id="{E6323EC3-DC4C-4FBA-9C22-89398A4CBBFA}"/>
              </a:ext>
            </a:extLst>
          </p:cNvPr>
          <p:cNvSpPr>
            <a:spLocks noGrp="1"/>
          </p:cNvSpPr>
          <p:nvPr/>
        </p:nvSpPr>
        <p:spPr>
          <a:xfrm>
            <a:off x="6043664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7" name="F2_precision_recall_distributions_7941">
            <a:extLst>
              <a:ext uri="{FF2B5EF4-FFF2-40B4-BE49-F238E27FC236}">
                <a16:creationId xmlns:a16="http://schemas.microsoft.com/office/drawing/2014/main" id="{FD8BD5FE-2034-4532-ADF7-83A2DF54036E}"/>
              </a:ext>
            </a:extLst>
          </p:cNvPr>
          <p:cNvSpPr>
            <a:spLocks noGrp="1"/>
          </p:cNvSpPr>
          <p:nvPr/>
        </p:nvSpPr>
        <p:spPr>
          <a:xfrm>
            <a:off x="615558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8" name="F2_precision_recall_distributions_7942">
            <a:extLst>
              <a:ext uri="{FF2B5EF4-FFF2-40B4-BE49-F238E27FC236}">
                <a16:creationId xmlns:a16="http://schemas.microsoft.com/office/drawing/2014/main" id="{58BF76FB-7392-4E28-8E71-442EBA0A1FFB}"/>
              </a:ext>
            </a:extLst>
          </p:cNvPr>
          <p:cNvSpPr>
            <a:spLocks noGrp="1"/>
          </p:cNvSpPr>
          <p:nvPr/>
        </p:nvSpPr>
        <p:spPr>
          <a:xfrm>
            <a:off x="5861956" y="735995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29" name="F2_precision_recall_distributions_7943">
            <a:extLst>
              <a:ext uri="{FF2B5EF4-FFF2-40B4-BE49-F238E27FC236}">
                <a16:creationId xmlns:a16="http://schemas.microsoft.com/office/drawing/2014/main" id="{870AC51B-297D-4B0E-BBCF-2D58E84CD6ED}"/>
              </a:ext>
            </a:extLst>
          </p:cNvPr>
          <p:cNvSpPr>
            <a:spLocks noGrp="1"/>
          </p:cNvSpPr>
          <p:nvPr/>
        </p:nvSpPr>
        <p:spPr>
          <a:xfrm>
            <a:off x="5935853" y="73435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0" name="F2_precision_recall_distributions_7944">
            <a:extLst>
              <a:ext uri="{FF2B5EF4-FFF2-40B4-BE49-F238E27FC236}">
                <a16:creationId xmlns:a16="http://schemas.microsoft.com/office/drawing/2014/main" id="{2B6AD76C-C271-4F50-990A-D0A8FC837965}"/>
              </a:ext>
            </a:extLst>
          </p:cNvPr>
          <p:cNvSpPr>
            <a:spLocks noGrp="1"/>
          </p:cNvSpPr>
          <p:nvPr/>
        </p:nvSpPr>
        <p:spPr>
          <a:xfrm>
            <a:off x="605770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1" name="F2_precision_recall_distributions_7945">
            <a:extLst>
              <a:ext uri="{FF2B5EF4-FFF2-40B4-BE49-F238E27FC236}">
                <a16:creationId xmlns:a16="http://schemas.microsoft.com/office/drawing/2014/main" id="{6BAAA2A5-235A-441C-8938-58419CF66760}"/>
              </a:ext>
            </a:extLst>
          </p:cNvPr>
          <p:cNvSpPr>
            <a:spLocks noGrp="1"/>
          </p:cNvSpPr>
          <p:nvPr/>
        </p:nvSpPr>
        <p:spPr>
          <a:xfrm>
            <a:off x="595668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2" name="F2_precision_recall_distributions_7946">
            <a:extLst>
              <a:ext uri="{FF2B5EF4-FFF2-40B4-BE49-F238E27FC236}">
                <a16:creationId xmlns:a16="http://schemas.microsoft.com/office/drawing/2014/main" id="{92EFD0F4-4335-41A9-9E3D-27D93E716477}"/>
              </a:ext>
            </a:extLst>
          </p:cNvPr>
          <p:cNvSpPr>
            <a:spLocks noGrp="1"/>
          </p:cNvSpPr>
          <p:nvPr/>
        </p:nvSpPr>
        <p:spPr>
          <a:xfrm>
            <a:off x="591718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3" name="F2_precision_recall_distributions_7947">
            <a:extLst>
              <a:ext uri="{FF2B5EF4-FFF2-40B4-BE49-F238E27FC236}">
                <a16:creationId xmlns:a16="http://schemas.microsoft.com/office/drawing/2014/main" id="{88999845-AF07-4D7C-A5D0-6C3C2E2FC51F}"/>
              </a:ext>
            </a:extLst>
          </p:cNvPr>
          <p:cNvSpPr>
            <a:spLocks noGrp="1"/>
          </p:cNvSpPr>
          <p:nvPr/>
        </p:nvSpPr>
        <p:spPr>
          <a:xfrm>
            <a:off x="616314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4" name="F2_precision_recall_distributions_7948">
            <a:extLst>
              <a:ext uri="{FF2B5EF4-FFF2-40B4-BE49-F238E27FC236}">
                <a16:creationId xmlns:a16="http://schemas.microsoft.com/office/drawing/2014/main" id="{D83853B0-421D-4DBB-B21D-AF352709AE1E}"/>
              </a:ext>
            </a:extLst>
          </p:cNvPr>
          <p:cNvSpPr>
            <a:spLocks noGrp="1"/>
          </p:cNvSpPr>
          <p:nvPr/>
        </p:nvSpPr>
        <p:spPr>
          <a:xfrm>
            <a:off x="612340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5" name="F2_precision_recall_distributions_7949">
            <a:extLst>
              <a:ext uri="{FF2B5EF4-FFF2-40B4-BE49-F238E27FC236}">
                <a16:creationId xmlns:a16="http://schemas.microsoft.com/office/drawing/2014/main" id="{738AE595-ABD6-452F-9A52-FBD29D320C9D}"/>
              </a:ext>
            </a:extLst>
          </p:cNvPr>
          <p:cNvSpPr>
            <a:spLocks noGrp="1"/>
          </p:cNvSpPr>
          <p:nvPr/>
        </p:nvSpPr>
        <p:spPr>
          <a:xfrm>
            <a:off x="587845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6" name="F2_precision_recall_distributions_7950">
            <a:extLst>
              <a:ext uri="{FF2B5EF4-FFF2-40B4-BE49-F238E27FC236}">
                <a16:creationId xmlns:a16="http://schemas.microsoft.com/office/drawing/2014/main" id="{F20832ED-A6D6-42DB-8EF1-E299CADF9738}"/>
              </a:ext>
            </a:extLst>
          </p:cNvPr>
          <p:cNvSpPr>
            <a:spLocks noGrp="1"/>
          </p:cNvSpPr>
          <p:nvPr/>
        </p:nvSpPr>
        <p:spPr>
          <a:xfrm>
            <a:off x="6145853" y="734827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7" name="F2_precision_recall_distributions_7951">
            <a:extLst>
              <a:ext uri="{FF2B5EF4-FFF2-40B4-BE49-F238E27FC236}">
                <a16:creationId xmlns:a16="http://schemas.microsoft.com/office/drawing/2014/main" id="{5B374976-40AB-4E85-867E-08263FFDACAE}"/>
              </a:ext>
            </a:extLst>
          </p:cNvPr>
          <p:cNvSpPr>
            <a:spLocks noGrp="1"/>
          </p:cNvSpPr>
          <p:nvPr/>
        </p:nvSpPr>
        <p:spPr>
          <a:xfrm>
            <a:off x="594731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8" name="F2_precision_recall_distributions_7952">
            <a:extLst>
              <a:ext uri="{FF2B5EF4-FFF2-40B4-BE49-F238E27FC236}">
                <a16:creationId xmlns:a16="http://schemas.microsoft.com/office/drawing/2014/main" id="{EF83D37F-F5EB-4E27-A142-C684FDFBDADC}"/>
              </a:ext>
            </a:extLst>
          </p:cNvPr>
          <p:cNvSpPr>
            <a:spLocks noGrp="1"/>
          </p:cNvSpPr>
          <p:nvPr/>
        </p:nvSpPr>
        <p:spPr>
          <a:xfrm>
            <a:off x="6155357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39" name="F2_precision_recall_distributions_7953">
            <a:extLst>
              <a:ext uri="{FF2B5EF4-FFF2-40B4-BE49-F238E27FC236}">
                <a16:creationId xmlns:a16="http://schemas.microsoft.com/office/drawing/2014/main" id="{6E9B5049-9DF0-4DE8-A2B5-371F8C94191D}"/>
              </a:ext>
            </a:extLst>
          </p:cNvPr>
          <p:cNvSpPr>
            <a:spLocks noGrp="1"/>
          </p:cNvSpPr>
          <p:nvPr/>
        </p:nvSpPr>
        <p:spPr>
          <a:xfrm>
            <a:off x="595091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0" name="F2_precision_recall_distributions_7954">
            <a:extLst>
              <a:ext uri="{FF2B5EF4-FFF2-40B4-BE49-F238E27FC236}">
                <a16:creationId xmlns:a16="http://schemas.microsoft.com/office/drawing/2014/main" id="{D8AEF8B0-A61B-4097-805D-F7CE991A50AA}"/>
              </a:ext>
            </a:extLst>
          </p:cNvPr>
          <p:cNvSpPr>
            <a:spLocks noGrp="1"/>
          </p:cNvSpPr>
          <p:nvPr/>
        </p:nvSpPr>
        <p:spPr>
          <a:xfrm>
            <a:off x="6026611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1" name="F2_precision_recall_distributions_7955">
            <a:extLst>
              <a:ext uri="{FF2B5EF4-FFF2-40B4-BE49-F238E27FC236}">
                <a16:creationId xmlns:a16="http://schemas.microsoft.com/office/drawing/2014/main" id="{675BC5BC-FEE0-47FE-BE03-AC5B2231EE76}"/>
              </a:ext>
            </a:extLst>
          </p:cNvPr>
          <p:cNvSpPr>
            <a:spLocks noGrp="1"/>
          </p:cNvSpPr>
          <p:nvPr/>
        </p:nvSpPr>
        <p:spPr>
          <a:xfrm>
            <a:off x="6147884" y="732542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2" name="F2_precision_recall_distributions_7956">
            <a:extLst>
              <a:ext uri="{FF2B5EF4-FFF2-40B4-BE49-F238E27FC236}">
                <a16:creationId xmlns:a16="http://schemas.microsoft.com/office/drawing/2014/main" id="{BDE034C6-91CF-45BC-92F6-8C30D38CA9D1}"/>
              </a:ext>
            </a:extLst>
          </p:cNvPr>
          <p:cNvSpPr>
            <a:spLocks noGrp="1"/>
          </p:cNvSpPr>
          <p:nvPr/>
        </p:nvSpPr>
        <p:spPr>
          <a:xfrm>
            <a:off x="6104767" y="7107787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3" name="F2_precision_recall_distributions_7957">
            <a:extLst>
              <a:ext uri="{FF2B5EF4-FFF2-40B4-BE49-F238E27FC236}">
                <a16:creationId xmlns:a16="http://schemas.microsoft.com/office/drawing/2014/main" id="{2D2CE80E-FDD0-429F-88B0-2E10AA79A36D}"/>
              </a:ext>
            </a:extLst>
          </p:cNvPr>
          <p:cNvSpPr>
            <a:spLocks noGrp="1"/>
          </p:cNvSpPr>
          <p:nvPr/>
        </p:nvSpPr>
        <p:spPr>
          <a:xfrm>
            <a:off x="6038402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4" name="F2_precision_recall_distributions_7958">
            <a:extLst>
              <a:ext uri="{FF2B5EF4-FFF2-40B4-BE49-F238E27FC236}">
                <a16:creationId xmlns:a16="http://schemas.microsoft.com/office/drawing/2014/main" id="{1C2DAD60-B83A-4284-A16D-548E3B6EE1B5}"/>
              </a:ext>
            </a:extLst>
          </p:cNvPr>
          <p:cNvSpPr>
            <a:spLocks noGrp="1"/>
          </p:cNvSpPr>
          <p:nvPr/>
        </p:nvSpPr>
        <p:spPr>
          <a:xfrm>
            <a:off x="6168158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5" name="F2_precision_recall_distributions_7959">
            <a:extLst>
              <a:ext uri="{FF2B5EF4-FFF2-40B4-BE49-F238E27FC236}">
                <a16:creationId xmlns:a16="http://schemas.microsoft.com/office/drawing/2014/main" id="{05693AD5-1506-4202-B6EF-23F27F893BFB}"/>
              </a:ext>
            </a:extLst>
          </p:cNvPr>
          <p:cNvSpPr>
            <a:spLocks noGrp="1"/>
          </p:cNvSpPr>
          <p:nvPr/>
        </p:nvSpPr>
        <p:spPr>
          <a:xfrm>
            <a:off x="5833480" y="731997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6" name="F2_precision_recall_distributions_7960">
            <a:extLst>
              <a:ext uri="{FF2B5EF4-FFF2-40B4-BE49-F238E27FC236}">
                <a16:creationId xmlns:a16="http://schemas.microsoft.com/office/drawing/2014/main" id="{435B955B-C844-4BE7-ADCE-C7439EE94020}"/>
              </a:ext>
            </a:extLst>
          </p:cNvPr>
          <p:cNvSpPr>
            <a:spLocks noGrp="1"/>
          </p:cNvSpPr>
          <p:nvPr/>
        </p:nvSpPr>
        <p:spPr>
          <a:xfrm>
            <a:off x="590796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7" name="F2_precision_recall_distributions_7961">
            <a:extLst>
              <a:ext uri="{FF2B5EF4-FFF2-40B4-BE49-F238E27FC236}">
                <a16:creationId xmlns:a16="http://schemas.microsoft.com/office/drawing/2014/main" id="{82ED039D-F5C5-453F-8250-7A1F78A5D2E8}"/>
              </a:ext>
            </a:extLst>
          </p:cNvPr>
          <p:cNvSpPr>
            <a:spLocks noGrp="1"/>
          </p:cNvSpPr>
          <p:nvPr/>
        </p:nvSpPr>
        <p:spPr>
          <a:xfrm>
            <a:off x="601741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8" name="F2_precision_recall_distributions_7962">
            <a:extLst>
              <a:ext uri="{FF2B5EF4-FFF2-40B4-BE49-F238E27FC236}">
                <a16:creationId xmlns:a16="http://schemas.microsoft.com/office/drawing/2014/main" id="{E8BAF667-688B-4ED9-8EE3-65C64D147475}"/>
              </a:ext>
            </a:extLst>
          </p:cNvPr>
          <p:cNvSpPr>
            <a:spLocks noGrp="1"/>
          </p:cNvSpPr>
          <p:nvPr/>
        </p:nvSpPr>
        <p:spPr>
          <a:xfrm>
            <a:off x="5843281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49" name="F2_precision_recall_distributions_7963">
            <a:extLst>
              <a:ext uri="{FF2B5EF4-FFF2-40B4-BE49-F238E27FC236}">
                <a16:creationId xmlns:a16="http://schemas.microsoft.com/office/drawing/2014/main" id="{1EBCCB39-C2D5-4646-A430-BE86AA1A04E3}"/>
              </a:ext>
            </a:extLst>
          </p:cNvPr>
          <p:cNvSpPr>
            <a:spLocks noGrp="1"/>
          </p:cNvSpPr>
          <p:nvPr/>
        </p:nvSpPr>
        <p:spPr>
          <a:xfrm>
            <a:off x="6083468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0" name="F2_precision_recall_distributions_7964">
            <a:extLst>
              <a:ext uri="{FF2B5EF4-FFF2-40B4-BE49-F238E27FC236}">
                <a16:creationId xmlns:a16="http://schemas.microsoft.com/office/drawing/2014/main" id="{BFFACAC3-8DBA-434E-A5C8-AA36F8964371}"/>
              </a:ext>
            </a:extLst>
          </p:cNvPr>
          <p:cNvSpPr>
            <a:spLocks noGrp="1"/>
          </p:cNvSpPr>
          <p:nvPr/>
        </p:nvSpPr>
        <p:spPr>
          <a:xfrm>
            <a:off x="6061674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1" name="F2_precision_recall_distributions_7965">
            <a:extLst>
              <a:ext uri="{FF2B5EF4-FFF2-40B4-BE49-F238E27FC236}">
                <a16:creationId xmlns:a16="http://schemas.microsoft.com/office/drawing/2014/main" id="{D7EFE28B-2A93-4C14-9018-99EEF1BCD822}"/>
              </a:ext>
            </a:extLst>
          </p:cNvPr>
          <p:cNvSpPr>
            <a:spLocks noGrp="1"/>
          </p:cNvSpPr>
          <p:nvPr/>
        </p:nvSpPr>
        <p:spPr>
          <a:xfrm>
            <a:off x="6003493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2" name="F2_precision_recall_distributions_7966">
            <a:extLst>
              <a:ext uri="{FF2B5EF4-FFF2-40B4-BE49-F238E27FC236}">
                <a16:creationId xmlns:a16="http://schemas.microsoft.com/office/drawing/2014/main" id="{5383428E-7155-46D1-8D1C-A4C34C9AE3E9}"/>
              </a:ext>
            </a:extLst>
          </p:cNvPr>
          <p:cNvSpPr>
            <a:spLocks noGrp="1"/>
          </p:cNvSpPr>
          <p:nvPr/>
        </p:nvSpPr>
        <p:spPr>
          <a:xfrm>
            <a:off x="5822743" y="76559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3" name="F2_precision_recall_distributions_7967">
            <a:extLst>
              <a:ext uri="{FF2B5EF4-FFF2-40B4-BE49-F238E27FC236}">
                <a16:creationId xmlns:a16="http://schemas.microsoft.com/office/drawing/2014/main" id="{DA62FF81-9A0C-4BD7-A33A-9A9EC35DA5A5}"/>
              </a:ext>
            </a:extLst>
          </p:cNvPr>
          <p:cNvSpPr>
            <a:spLocks noGrp="1"/>
          </p:cNvSpPr>
          <p:nvPr/>
        </p:nvSpPr>
        <p:spPr>
          <a:xfrm>
            <a:off x="592074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4" name="F2_precision_recall_distributions_7968">
            <a:extLst>
              <a:ext uri="{FF2B5EF4-FFF2-40B4-BE49-F238E27FC236}">
                <a16:creationId xmlns:a16="http://schemas.microsoft.com/office/drawing/2014/main" id="{8847DAEB-1776-4245-AB30-CE28CA929F97}"/>
              </a:ext>
            </a:extLst>
          </p:cNvPr>
          <p:cNvSpPr>
            <a:spLocks noGrp="1"/>
          </p:cNvSpPr>
          <p:nvPr/>
        </p:nvSpPr>
        <p:spPr>
          <a:xfrm>
            <a:off x="591875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5" name="F2_precision_recall_distributions_7969">
            <a:extLst>
              <a:ext uri="{FF2B5EF4-FFF2-40B4-BE49-F238E27FC236}">
                <a16:creationId xmlns:a16="http://schemas.microsoft.com/office/drawing/2014/main" id="{34EF5C7C-C13F-409C-9739-880DDFD36124}"/>
              </a:ext>
            </a:extLst>
          </p:cNvPr>
          <p:cNvSpPr>
            <a:spLocks noGrp="1"/>
          </p:cNvSpPr>
          <p:nvPr/>
        </p:nvSpPr>
        <p:spPr>
          <a:xfrm>
            <a:off x="593898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6" name="F2_precision_recall_distributions_7970">
            <a:extLst>
              <a:ext uri="{FF2B5EF4-FFF2-40B4-BE49-F238E27FC236}">
                <a16:creationId xmlns:a16="http://schemas.microsoft.com/office/drawing/2014/main" id="{2150048D-8A92-4882-9E9A-80660754323B}"/>
              </a:ext>
            </a:extLst>
          </p:cNvPr>
          <p:cNvSpPr>
            <a:spLocks noGrp="1"/>
          </p:cNvSpPr>
          <p:nvPr/>
        </p:nvSpPr>
        <p:spPr>
          <a:xfrm>
            <a:off x="612202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7" name="F2_precision_recall_distributions_7971">
            <a:extLst>
              <a:ext uri="{FF2B5EF4-FFF2-40B4-BE49-F238E27FC236}">
                <a16:creationId xmlns:a16="http://schemas.microsoft.com/office/drawing/2014/main" id="{9209ED5C-C7FE-4958-B2A5-F5C4A3F893D5}"/>
              </a:ext>
            </a:extLst>
          </p:cNvPr>
          <p:cNvSpPr>
            <a:spLocks noGrp="1"/>
          </p:cNvSpPr>
          <p:nvPr/>
        </p:nvSpPr>
        <p:spPr>
          <a:xfrm>
            <a:off x="5891020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8" name="F2_precision_recall_distributions_7972">
            <a:extLst>
              <a:ext uri="{FF2B5EF4-FFF2-40B4-BE49-F238E27FC236}">
                <a16:creationId xmlns:a16="http://schemas.microsoft.com/office/drawing/2014/main" id="{697963C7-7939-4924-A7C9-8760BC10F053}"/>
              </a:ext>
            </a:extLst>
          </p:cNvPr>
          <p:cNvSpPr>
            <a:spLocks noGrp="1"/>
          </p:cNvSpPr>
          <p:nvPr/>
        </p:nvSpPr>
        <p:spPr>
          <a:xfrm>
            <a:off x="604943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59" name="F2_precision_recall_distributions_7973">
            <a:extLst>
              <a:ext uri="{FF2B5EF4-FFF2-40B4-BE49-F238E27FC236}">
                <a16:creationId xmlns:a16="http://schemas.microsoft.com/office/drawing/2014/main" id="{F2D1887B-B515-4DBC-A46D-4C09DFA3C6A6}"/>
              </a:ext>
            </a:extLst>
          </p:cNvPr>
          <p:cNvSpPr>
            <a:spLocks noGrp="1"/>
          </p:cNvSpPr>
          <p:nvPr/>
        </p:nvSpPr>
        <p:spPr>
          <a:xfrm>
            <a:off x="616869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0" name="F2_precision_recall_distributions_7974">
            <a:extLst>
              <a:ext uri="{FF2B5EF4-FFF2-40B4-BE49-F238E27FC236}">
                <a16:creationId xmlns:a16="http://schemas.microsoft.com/office/drawing/2014/main" id="{F5FE6E62-DC19-45E7-979B-B94A72E8FA98}"/>
              </a:ext>
            </a:extLst>
          </p:cNvPr>
          <p:cNvSpPr>
            <a:spLocks noGrp="1"/>
          </p:cNvSpPr>
          <p:nvPr/>
        </p:nvSpPr>
        <p:spPr>
          <a:xfrm>
            <a:off x="602651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1" name="F2_precision_recall_distributions_7975">
            <a:extLst>
              <a:ext uri="{FF2B5EF4-FFF2-40B4-BE49-F238E27FC236}">
                <a16:creationId xmlns:a16="http://schemas.microsoft.com/office/drawing/2014/main" id="{823A6A72-75DD-44F9-B3C1-F46409B76E10}"/>
              </a:ext>
            </a:extLst>
          </p:cNvPr>
          <p:cNvSpPr>
            <a:spLocks noGrp="1"/>
          </p:cNvSpPr>
          <p:nvPr/>
        </p:nvSpPr>
        <p:spPr>
          <a:xfrm>
            <a:off x="61450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2" name="F2_precision_recall_distributions_7976">
            <a:extLst>
              <a:ext uri="{FF2B5EF4-FFF2-40B4-BE49-F238E27FC236}">
                <a16:creationId xmlns:a16="http://schemas.microsoft.com/office/drawing/2014/main" id="{D5154BE8-84FC-4B8E-8D77-63C7B6BCBE45}"/>
              </a:ext>
            </a:extLst>
          </p:cNvPr>
          <p:cNvSpPr>
            <a:spLocks noGrp="1"/>
          </p:cNvSpPr>
          <p:nvPr/>
        </p:nvSpPr>
        <p:spPr>
          <a:xfrm>
            <a:off x="5929726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3" name="F2_precision_recall_distributions_7977">
            <a:extLst>
              <a:ext uri="{FF2B5EF4-FFF2-40B4-BE49-F238E27FC236}">
                <a16:creationId xmlns:a16="http://schemas.microsoft.com/office/drawing/2014/main" id="{5CD3D923-3D00-4F06-851D-7C9F45310E9F}"/>
              </a:ext>
            </a:extLst>
          </p:cNvPr>
          <p:cNvSpPr>
            <a:spLocks noGrp="1"/>
          </p:cNvSpPr>
          <p:nvPr/>
        </p:nvSpPr>
        <p:spPr>
          <a:xfrm>
            <a:off x="5981985" y="774436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4" name="F2_precision_recall_distributions_7978">
            <a:extLst>
              <a:ext uri="{FF2B5EF4-FFF2-40B4-BE49-F238E27FC236}">
                <a16:creationId xmlns:a16="http://schemas.microsoft.com/office/drawing/2014/main" id="{AEC62615-CBE4-4660-87EB-0A51B531A330}"/>
              </a:ext>
            </a:extLst>
          </p:cNvPr>
          <p:cNvSpPr>
            <a:spLocks noGrp="1"/>
          </p:cNvSpPr>
          <p:nvPr/>
        </p:nvSpPr>
        <p:spPr>
          <a:xfrm>
            <a:off x="61079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5" name="F2_precision_recall_distributions_7979">
            <a:extLst>
              <a:ext uri="{FF2B5EF4-FFF2-40B4-BE49-F238E27FC236}">
                <a16:creationId xmlns:a16="http://schemas.microsoft.com/office/drawing/2014/main" id="{1CC8D6A4-97DD-4272-A254-E02DA19AAF68}"/>
              </a:ext>
            </a:extLst>
          </p:cNvPr>
          <p:cNvSpPr>
            <a:spLocks noGrp="1"/>
          </p:cNvSpPr>
          <p:nvPr/>
        </p:nvSpPr>
        <p:spPr>
          <a:xfrm>
            <a:off x="6069418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6" name="F2_precision_recall_distributions_7980">
            <a:extLst>
              <a:ext uri="{FF2B5EF4-FFF2-40B4-BE49-F238E27FC236}">
                <a16:creationId xmlns:a16="http://schemas.microsoft.com/office/drawing/2014/main" id="{5811F6B9-19C1-4798-9183-C663DF008F79}"/>
              </a:ext>
            </a:extLst>
          </p:cNvPr>
          <p:cNvSpPr>
            <a:spLocks noGrp="1"/>
          </p:cNvSpPr>
          <p:nvPr/>
        </p:nvSpPr>
        <p:spPr>
          <a:xfrm>
            <a:off x="607274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7" name="F2_precision_recall_distributions_7981">
            <a:extLst>
              <a:ext uri="{FF2B5EF4-FFF2-40B4-BE49-F238E27FC236}">
                <a16:creationId xmlns:a16="http://schemas.microsoft.com/office/drawing/2014/main" id="{F4250EC4-70B4-433D-93EC-FCD2AE0D9463}"/>
              </a:ext>
            </a:extLst>
          </p:cNvPr>
          <p:cNvSpPr>
            <a:spLocks noGrp="1"/>
          </p:cNvSpPr>
          <p:nvPr/>
        </p:nvSpPr>
        <p:spPr>
          <a:xfrm>
            <a:off x="617425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8" name="F2_precision_recall_distributions_7982">
            <a:extLst>
              <a:ext uri="{FF2B5EF4-FFF2-40B4-BE49-F238E27FC236}">
                <a16:creationId xmlns:a16="http://schemas.microsoft.com/office/drawing/2014/main" id="{C5AEAFAC-9D18-42D6-9D69-1EB064E3730E}"/>
              </a:ext>
            </a:extLst>
          </p:cNvPr>
          <p:cNvSpPr>
            <a:spLocks noGrp="1"/>
          </p:cNvSpPr>
          <p:nvPr/>
        </p:nvSpPr>
        <p:spPr>
          <a:xfrm>
            <a:off x="584940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69" name="F2_precision_recall_distributions_7983">
            <a:extLst>
              <a:ext uri="{FF2B5EF4-FFF2-40B4-BE49-F238E27FC236}">
                <a16:creationId xmlns:a16="http://schemas.microsoft.com/office/drawing/2014/main" id="{EA2D4F9E-D149-4187-88A1-0A08293765F5}"/>
              </a:ext>
            </a:extLst>
          </p:cNvPr>
          <p:cNvSpPr>
            <a:spLocks noGrp="1"/>
          </p:cNvSpPr>
          <p:nvPr/>
        </p:nvSpPr>
        <p:spPr>
          <a:xfrm>
            <a:off x="6128770" y="734355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0" name="F2_precision_recall_distributions_7984">
            <a:extLst>
              <a:ext uri="{FF2B5EF4-FFF2-40B4-BE49-F238E27FC236}">
                <a16:creationId xmlns:a16="http://schemas.microsoft.com/office/drawing/2014/main" id="{EBF82B98-217B-4E1F-8C2B-9039856AD94C}"/>
              </a:ext>
            </a:extLst>
          </p:cNvPr>
          <p:cNvSpPr>
            <a:spLocks noGrp="1"/>
          </p:cNvSpPr>
          <p:nvPr/>
        </p:nvSpPr>
        <p:spPr>
          <a:xfrm>
            <a:off x="611303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1" name="F2_precision_recall_distributions_7985">
            <a:extLst>
              <a:ext uri="{FF2B5EF4-FFF2-40B4-BE49-F238E27FC236}">
                <a16:creationId xmlns:a16="http://schemas.microsoft.com/office/drawing/2014/main" id="{9A76383A-8433-41DD-B483-C2E9FF578700}"/>
              </a:ext>
            </a:extLst>
          </p:cNvPr>
          <p:cNvSpPr>
            <a:spLocks noGrp="1"/>
          </p:cNvSpPr>
          <p:nvPr/>
        </p:nvSpPr>
        <p:spPr>
          <a:xfrm>
            <a:off x="595444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2" name="F2_precision_recall_distributions_7986">
            <a:extLst>
              <a:ext uri="{FF2B5EF4-FFF2-40B4-BE49-F238E27FC236}">
                <a16:creationId xmlns:a16="http://schemas.microsoft.com/office/drawing/2014/main" id="{BE84DC60-353D-4BE0-BF82-551C39504E12}"/>
              </a:ext>
            </a:extLst>
          </p:cNvPr>
          <p:cNvSpPr>
            <a:spLocks noGrp="1"/>
          </p:cNvSpPr>
          <p:nvPr/>
        </p:nvSpPr>
        <p:spPr>
          <a:xfrm>
            <a:off x="5865116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3" name="F2_precision_recall_distributions_7987">
            <a:extLst>
              <a:ext uri="{FF2B5EF4-FFF2-40B4-BE49-F238E27FC236}">
                <a16:creationId xmlns:a16="http://schemas.microsoft.com/office/drawing/2014/main" id="{DECDB2EC-CC6C-4870-A340-830003ADC599}"/>
              </a:ext>
            </a:extLst>
          </p:cNvPr>
          <p:cNvSpPr>
            <a:spLocks noGrp="1"/>
          </p:cNvSpPr>
          <p:nvPr/>
        </p:nvSpPr>
        <p:spPr>
          <a:xfrm>
            <a:off x="6125329" y="777265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4" name="F2_precision_recall_distributions_7988">
            <a:extLst>
              <a:ext uri="{FF2B5EF4-FFF2-40B4-BE49-F238E27FC236}">
                <a16:creationId xmlns:a16="http://schemas.microsoft.com/office/drawing/2014/main" id="{43020753-C135-42A2-88FD-6C6D74F59307}"/>
              </a:ext>
            </a:extLst>
          </p:cNvPr>
          <p:cNvSpPr>
            <a:spLocks noGrp="1"/>
          </p:cNvSpPr>
          <p:nvPr/>
        </p:nvSpPr>
        <p:spPr>
          <a:xfrm>
            <a:off x="6135546" y="778680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5" name="F2_precision_recall_distributions_7989">
            <a:extLst>
              <a:ext uri="{FF2B5EF4-FFF2-40B4-BE49-F238E27FC236}">
                <a16:creationId xmlns:a16="http://schemas.microsoft.com/office/drawing/2014/main" id="{000E352F-00B5-45A6-A6A0-A3B289296FD9}"/>
              </a:ext>
            </a:extLst>
          </p:cNvPr>
          <p:cNvSpPr>
            <a:spLocks noGrp="1"/>
          </p:cNvSpPr>
          <p:nvPr/>
        </p:nvSpPr>
        <p:spPr>
          <a:xfrm>
            <a:off x="6044529" y="7390709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6" name="F2_precision_recall_distributions_7990">
            <a:extLst>
              <a:ext uri="{FF2B5EF4-FFF2-40B4-BE49-F238E27FC236}">
                <a16:creationId xmlns:a16="http://schemas.microsoft.com/office/drawing/2014/main" id="{7663C817-B7A0-4007-9760-A14237B544B1}"/>
              </a:ext>
            </a:extLst>
          </p:cNvPr>
          <p:cNvSpPr>
            <a:spLocks noGrp="1"/>
          </p:cNvSpPr>
          <p:nvPr/>
        </p:nvSpPr>
        <p:spPr>
          <a:xfrm>
            <a:off x="6148350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7" name="F2_precision_recall_distributions_7991">
            <a:extLst>
              <a:ext uri="{FF2B5EF4-FFF2-40B4-BE49-F238E27FC236}">
                <a16:creationId xmlns:a16="http://schemas.microsoft.com/office/drawing/2014/main" id="{6F8CF332-AA68-4F77-81BC-3F7B33361EA6}"/>
              </a:ext>
            </a:extLst>
          </p:cNvPr>
          <p:cNvSpPr>
            <a:spLocks noGrp="1"/>
          </p:cNvSpPr>
          <p:nvPr/>
        </p:nvSpPr>
        <p:spPr>
          <a:xfrm>
            <a:off x="6173160" y="71785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8" name="F2_precision_recall_distributions_7992">
            <a:extLst>
              <a:ext uri="{FF2B5EF4-FFF2-40B4-BE49-F238E27FC236}">
                <a16:creationId xmlns:a16="http://schemas.microsoft.com/office/drawing/2014/main" id="{EA4CEC55-BB5E-4357-B498-732D73190CCB}"/>
              </a:ext>
            </a:extLst>
          </p:cNvPr>
          <p:cNvSpPr>
            <a:spLocks noGrp="1"/>
          </p:cNvSpPr>
          <p:nvPr/>
        </p:nvSpPr>
        <p:spPr>
          <a:xfrm>
            <a:off x="599374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79" name="F2_precision_recall_distributions_7993">
            <a:extLst>
              <a:ext uri="{FF2B5EF4-FFF2-40B4-BE49-F238E27FC236}">
                <a16:creationId xmlns:a16="http://schemas.microsoft.com/office/drawing/2014/main" id="{31881865-DA43-4902-9285-561ED6F211FB}"/>
              </a:ext>
            </a:extLst>
          </p:cNvPr>
          <p:cNvSpPr>
            <a:spLocks noGrp="1"/>
          </p:cNvSpPr>
          <p:nvPr/>
        </p:nvSpPr>
        <p:spPr>
          <a:xfrm>
            <a:off x="5894333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0" name="F2_precision_recall_distributions_7994">
            <a:extLst>
              <a:ext uri="{FF2B5EF4-FFF2-40B4-BE49-F238E27FC236}">
                <a16:creationId xmlns:a16="http://schemas.microsoft.com/office/drawing/2014/main" id="{0E7B3E0D-169F-4352-970F-E45F1B8BA213}"/>
              </a:ext>
            </a:extLst>
          </p:cNvPr>
          <p:cNvSpPr>
            <a:spLocks noGrp="1"/>
          </p:cNvSpPr>
          <p:nvPr/>
        </p:nvSpPr>
        <p:spPr>
          <a:xfrm>
            <a:off x="613117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1" name="F2_precision_recall_distributions_7995">
            <a:extLst>
              <a:ext uri="{FF2B5EF4-FFF2-40B4-BE49-F238E27FC236}">
                <a16:creationId xmlns:a16="http://schemas.microsoft.com/office/drawing/2014/main" id="{FC015EBD-1480-49DD-90EF-332AFF80A097}"/>
              </a:ext>
            </a:extLst>
          </p:cNvPr>
          <p:cNvSpPr>
            <a:spLocks noGrp="1"/>
          </p:cNvSpPr>
          <p:nvPr/>
        </p:nvSpPr>
        <p:spPr>
          <a:xfrm>
            <a:off x="6071638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2" name="F2_precision_recall_distributions_7996">
            <a:extLst>
              <a:ext uri="{FF2B5EF4-FFF2-40B4-BE49-F238E27FC236}">
                <a16:creationId xmlns:a16="http://schemas.microsoft.com/office/drawing/2014/main" id="{AEB702D8-F782-452F-BCF1-76B787B780CC}"/>
              </a:ext>
            </a:extLst>
          </p:cNvPr>
          <p:cNvSpPr>
            <a:spLocks noGrp="1"/>
          </p:cNvSpPr>
          <p:nvPr/>
        </p:nvSpPr>
        <p:spPr>
          <a:xfrm>
            <a:off x="5914707" y="749680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3" name="F2_precision_recall_distributions_7997">
            <a:extLst>
              <a:ext uri="{FF2B5EF4-FFF2-40B4-BE49-F238E27FC236}">
                <a16:creationId xmlns:a16="http://schemas.microsoft.com/office/drawing/2014/main" id="{53B820DF-BC3F-40F7-9E2E-F3952CEF7924}"/>
              </a:ext>
            </a:extLst>
          </p:cNvPr>
          <p:cNvSpPr>
            <a:spLocks noGrp="1"/>
          </p:cNvSpPr>
          <p:nvPr/>
        </p:nvSpPr>
        <p:spPr>
          <a:xfrm>
            <a:off x="587273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4" name="F2_precision_recall_distributions_7998">
            <a:extLst>
              <a:ext uri="{FF2B5EF4-FFF2-40B4-BE49-F238E27FC236}">
                <a16:creationId xmlns:a16="http://schemas.microsoft.com/office/drawing/2014/main" id="{D1F8EDB0-F09A-4012-921B-986EE2F8AEFE}"/>
              </a:ext>
            </a:extLst>
          </p:cNvPr>
          <p:cNvSpPr>
            <a:spLocks noGrp="1"/>
          </p:cNvSpPr>
          <p:nvPr/>
        </p:nvSpPr>
        <p:spPr>
          <a:xfrm>
            <a:off x="6064529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5" name="F2_precision_recall_distributions_7999">
            <a:extLst>
              <a:ext uri="{FF2B5EF4-FFF2-40B4-BE49-F238E27FC236}">
                <a16:creationId xmlns:a16="http://schemas.microsoft.com/office/drawing/2014/main" id="{DD20F407-24DA-4FEA-B3AF-7A62B680E7E4}"/>
              </a:ext>
            </a:extLst>
          </p:cNvPr>
          <p:cNvSpPr>
            <a:spLocks noGrp="1"/>
          </p:cNvSpPr>
          <p:nvPr/>
        </p:nvSpPr>
        <p:spPr>
          <a:xfrm>
            <a:off x="5892125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6" name="F2_precision_recall_distributions_8000">
            <a:extLst>
              <a:ext uri="{FF2B5EF4-FFF2-40B4-BE49-F238E27FC236}">
                <a16:creationId xmlns:a16="http://schemas.microsoft.com/office/drawing/2014/main" id="{E68BB577-8BCC-4257-9117-BC66D6967D93}"/>
              </a:ext>
            </a:extLst>
          </p:cNvPr>
          <p:cNvSpPr>
            <a:spLocks noGrp="1"/>
          </p:cNvSpPr>
          <p:nvPr/>
        </p:nvSpPr>
        <p:spPr>
          <a:xfrm>
            <a:off x="5993023" y="7602901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7" name="F2_precision_recall_distributions_8001">
            <a:extLst>
              <a:ext uri="{FF2B5EF4-FFF2-40B4-BE49-F238E27FC236}">
                <a16:creationId xmlns:a16="http://schemas.microsoft.com/office/drawing/2014/main" id="{BBB8011B-D737-4872-88EB-37DE7558EC31}"/>
              </a:ext>
            </a:extLst>
          </p:cNvPr>
          <p:cNvSpPr>
            <a:spLocks noGrp="1"/>
          </p:cNvSpPr>
          <p:nvPr/>
        </p:nvSpPr>
        <p:spPr>
          <a:xfrm>
            <a:off x="5916685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8" name="F2_precision_recall_distributions_8002">
            <a:extLst>
              <a:ext uri="{FF2B5EF4-FFF2-40B4-BE49-F238E27FC236}">
                <a16:creationId xmlns:a16="http://schemas.microsoft.com/office/drawing/2014/main" id="{ACFE61EE-BF46-4C0F-8939-8980A7925639}"/>
              </a:ext>
            </a:extLst>
          </p:cNvPr>
          <p:cNvSpPr>
            <a:spLocks noGrp="1"/>
          </p:cNvSpPr>
          <p:nvPr/>
        </p:nvSpPr>
        <p:spPr>
          <a:xfrm>
            <a:off x="6041400" y="747558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89" name="F2_precision_recall_distributions_8003">
            <a:extLst>
              <a:ext uri="{FF2B5EF4-FFF2-40B4-BE49-F238E27FC236}">
                <a16:creationId xmlns:a16="http://schemas.microsoft.com/office/drawing/2014/main" id="{F7F3027D-49B9-44A8-8F83-E195C937147D}"/>
              </a:ext>
            </a:extLst>
          </p:cNvPr>
          <p:cNvSpPr>
            <a:spLocks noGrp="1"/>
          </p:cNvSpPr>
          <p:nvPr/>
        </p:nvSpPr>
        <p:spPr>
          <a:xfrm>
            <a:off x="5996928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0" name="F2_precision_recall_distributions_8004">
            <a:extLst>
              <a:ext uri="{FF2B5EF4-FFF2-40B4-BE49-F238E27FC236}">
                <a16:creationId xmlns:a16="http://schemas.microsoft.com/office/drawing/2014/main" id="{9719356B-7CD0-4D26-9795-A754D9E51FD4}"/>
              </a:ext>
            </a:extLst>
          </p:cNvPr>
          <p:cNvSpPr>
            <a:spLocks noGrp="1"/>
          </p:cNvSpPr>
          <p:nvPr/>
        </p:nvSpPr>
        <p:spPr>
          <a:xfrm>
            <a:off x="598527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1" name="F2_precision_recall_distributions_8005">
            <a:extLst>
              <a:ext uri="{FF2B5EF4-FFF2-40B4-BE49-F238E27FC236}">
                <a16:creationId xmlns:a16="http://schemas.microsoft.com/office/drawing/2014/main" id="{E0201DBC-B976-4C0F-A517-C67C31A5A649}"/>
              </a:ext>
            </a:extLst>
          </p:cNvPr>
          <p:cNvSpPr>
            <a:spLocks noGrp="1"/>
          </p:cNvSpPr>
          <p:nvPr/>
        </p:nvSpPr>
        <p:spPr>
          <a:xfrm>
            <a:off x="5805174" y="724924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2" name="F2_precision_recall_distributions_8006">
            <a:extLst>
              <a:ext uri="{FF2B5EF4-FFF2-40B4-BE49-F238E27FC236}">
                <a16:creationId xmlns:a16="http://schemas.microsoft.com/office/drawing/2014/main" id="{B978BBFD-C709-4FC3-8041-BB052399E7AE}"/>
              </a:ext>
            </a:extLst>
          </p:cNvPr>
          <p:cNvSpPr>
            <a:spLocks noGrp="1"/>
          </p:cNvSpPr>
          <p:nvPr/>
        </p:nvSpPr>
        <p:spPr>
          <a:xfrm>
            <a:off x="614928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3" name="F2_precision_recall_distributions_8007">
            <a:extLst>
              <a:ext uri="{FF2B5EF4-FFF2-40B4-BE49-F238E27FC236}">
                <a16:creationId xmlns:a16="http://schemas.microsoft.com/office/drawing/2014/main" id="{21800426-9E97-4B28-82CA-3008084744CC}"/>
              </a:ext>
            </a:extLst>
          </p:cNvPr>
          <p:cNvSpPr>
            <a:spLocks noGrp="1"/>
          </p:cNvSpPr>
          <p:nvPr/>
        </p:nvSpPr>
        <p:spPr>
          <a:xfrm>
            <a:off x="6082396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4" name="F2_precision_recall_distributions_8008">
            <a:extLst>
              <a:ext uri="{FF2B5EF4-FFF2-40B4-BE49-F238E27FC236}">
                <a16:creationId xmlns:a16="http://schemas.microsoft.com/office/drawing/2014/main" id="{E7724E17-FD63-4271-9A22-4D22C237BA85}"/>
              </a:ext>
            </a:extLst>
          </p:cNvPr>
          <p:cNvSpPr>
            <a:spLocks noGrp="1"/>
          </p:cNvSpPr>
          <p:nvPr/>
        </p:nvSpPr>
        <p:spPr>
          <a:xfrm>
            <a:off x="5911845" y="7451335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5" name="F2_precision_recall_distributions_8009">
            <a:extLst>
              <a:ext uri="{FF2B5EF4-FFF2-40B4-BE49-F238E27FC236}">
                <a16:creationId xmlns:a16="http://schemas.microsoft.com/office/drawing/2014/main" id="{14D0037C-8889-46BD-9355-2049943ADA21}"/>
              </a:ext>
            </a:extLst>
          </p:cNvPr>
          <p:cNvSpPr>
            <a:spLocks noGrp="1"/>
          </p:cNvSpPr>
          <p:nvPr/>
        </p:nvSpPr>
        <p:spPr>
          <a:xfrm>
            <a:off x="6142693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6" name="F2_precision_recall_distributions_8010">
            <a:extLst>
              <a:ext uri="{FF2B5EF4-FFF2-40B4-BE49-F238E27FC236}">
                <a16:creationId xmlns:a16="http://schemas.microsoft.com/office/drawing/2014/main" id="{90D4C6E6-E05D-4FD9-AFA5-C172A5C23A3D}"/>
              </a:ext>
            </a:extLst>
          </p:cNvPr>
          <p:cNvSpPr>
            <a:spLocks noGrp="1"/>
          </p:cNvSpPr>
          <p:nvPr/>
        </p:nvSpPr>
        <p:spPr>
          <a:xfrm>
            <a:off x="5892152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7" name="F2_precision_recall_distributions_8011">
            <a:extLst>
              <a:ext uri="{FF2B5EF4-FFF2-40B4-BE49-F238E27FC236}">
                <a16:creationId xmlns:a16="http://schemas.microsoft.com/office/drawing/2014/main" id="{5379A4C9-AF4E-4570-B897-17997F1657AC}"/>
              </a:ext>
            </a:extLst>
          </p:cNvPr>
          <p:cNvSpPr>
            <a:spLocks noGrp="1"/>
          </p:cNvSpPr>
          <p:nvPr/>
        </p:nvSpPr>
        <p:spPr>
          <a:xfrm>
            <a:off x="6138840" y="7522414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8" name="F2_precision_recall_distributions_8012">
            <a:extLst>
              <a:ext uri="{FF2B5EF4-FFF2-40B4-BE49-F238E27FC236}">
                <a16:creationId xmlns:a16="http://schemas.microsoft.com/office/drawing/2014/main" id="{F9B9A4E0-F298-4ACA-978A-0F8223B1DE9B}"/>
              </a:ext>
            </a:extLst>
          </p:cNvPr>
          <p:cNvSpPr>
            <a:spLocks noGrp="1"/>
          </p:cNvSpPr>
          <p:nvPr/>
        </p:nvSpPr>
        <p:spPr>
          <a:xfrm>
            <a:off x="5803015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199" name="F2_precision_recall_distributions_8013">
            <a:extLst>
              <a:ext uri="{FF2B5EF4-FFF2-40B4-BE49-F238E27FC236}">
                <a16:creationId xmlns:a16="http://schemas.microsoft.com/office/drawing/2014/main" id="{60A34CEE-68A7-47DB-883B-8AC0CEBA634F}"/>
              </a:ext>
            </a:extLst>
          </p:cNvPr>
          <p:cNvSpPr>
            <a:spLocks noGrp="1"/>
          </p:cNvSpPr>
          <p:nvPr/>
        </p:nvSpPr>
        <p:spPr>
          <a:xfrm>
            <a:off x="5878682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0" name="F2_precision_recall_distributions_8014">
            <a:extLst>
              <a:ext uri="{FF2B5EF4-FFF2-40B4-BE49-F238E27FC236}">
                <a16:creationId xmlns:a16="http://schemas.microsoft.com/office/drawing/2014/main" id="{57F5518B-891A-41E3-A39C-A51E77FF40A8}"/>
              </a:ext>
            </a:extLst>
          </p:cNvPr>
          <p:cNvSpPr>
            <a:spLocks noGrp="1"/>
          </p:cNvSpPr>
          <p:nvPr/>
        </p:nvSpPr>
        <p:spPr>
          <a:xfrm>
            <a:off x="5931724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1" name="F2_precision_recall_distributions_8015">
            <a:extLst>
              <a:ext uri="{FF2B5EF4-FFF2-40B4-BE49-F238E27FC236}">
                <a16:creationId xmlns:a16="http://schemas.microsoft.com/office/drawing/2014/main" id="{3C00FEF1-7E02-46AB-9C8B-EF9BA491E0B7}"/>
              </a:ext>
            </a:extLst>
          </p:cNvPr>
          <p:cNvSpPr>
            <a:spLocks noGrp="1"/>
          </p:cNvSpPr>
          <p:nvPr/>
        </p:nvSpPr>
        <p:spPr>
          <a:xfrm>
            <a:off x="5958266" y="7532170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2" name="F2_precision_recall_distributions_8016">
            <a:extLst>
              <a:ext uri="{FF2B5EF4-FFF2-40B4-BE49-F238E27FC236}">
                <a16:creationId xmlns:a16="http://schemas.microsoft.com/office/drawing/2014/main" id="{696D4472-E4FD-4C35-A417-D7450C848192}"/>
              </a:ext>
            </a:extLst>
          </p:cNvPr>
          <p:cNvSpPr>
            <a:spLocks noGrp="1"/>
          </p:cNvSpPr>
          <p:nvPr/>
        </p:nvSpPr>
        <p:spPr>
          <a:xfrm>
            <a:off x="5921234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3" name="F2_precision_recall_distributions_8017">
            <a:extLst>
              <a:ext uri="{FF2B5EF4-FFF2-40B4-BE49-F238E27FC236}">
                <a16:creationId xmlns:a16="http://schemas.microsoft.com/office/drawing/2014/main" id="{01C48F91-2370-40C0-9B94-3E1A41BBA284}"/>
              </a:ext>
            </a:extLst>
          </p:cNvPr>
          <p:cNvSpPr>
            <a:spLocks noGrp="1"/>
          </p:cNvSpPr>
          <p:nvPr/>
        </p:nvSpPr>
        <p:spPr>
          <a:xfrm>
            <a:off x="597117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4" name="F2_precision_recall_distributions_8018">
            <a:extLst>
              <a:ext uri="{FF2B5EF4-FFF2-40B4-BE49-F238E27FC236}">
                <a16:creationId xmlns:a16="http://schemas.microsoft.com/office/drawing/2014/main" id="{A390A3F2-FA2E-4FC2-843D-6AED9EF115CF}"/>
              </a:ext>
            </a:extLst>
          </p:cNvPr>
          <p:cNvSpPr>
            <a:spLocks noGrp="1"/>
          </p:cNvSpPr>
          <p:nvPr/>
        </p:nvSpPr>
        <p:spPr>
          <a:xfrm>
            <a:off x="6006427" y="6966326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5" name="F2_precision_recall_distributions_8019">
            <a:extLst>
              <a:ext uri="{FF2B5EF4-FFF2-40B4-BE49-F238E27FC236}">
                <a16:creationId xmlns:a16="http://schemas.microsoft.com/office/drawing/2014/main" id="{C39AAC31-F4FE-4EDD-A870-CE01993FDC9F}"/>
              </a:ext>
            </a:extLst>
          </p:cNvPr>
          <p:cNvSpPr>
            <a:spLocks noGrp="1"/>
          </p:cNvSpPr>
          <p:nvPr/>
        </p:nvSpPr>
        <p:spPr>
          <a:xfrm>
            <a:off x="6036871" y="7811418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6" name="F2_precision_recall_distributions_8020">
            <a:extLst>
              <a:ext uri="{FF2B5EF4-FFF2-40B4-BE49-F238E27FC236}">
                <a16:creationId xmlns:a16="http://schemas.microsoft.com/office/drawing/2014/main" id="{D05FF78D-4148-4169-A3C6-349CDB616CFF}"/>
              </a:ext>
            </a:extLst>
          </p:cNvPr>
          <p:cNvSpPr>
            <a:spLocks noGrp="1"/>
          </p:cNvSpPr>
          <p:nvPr/>
        </p:nvSpPr>
        <p:spPr>
          <a:xfrm>
            <a:off x="6156209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7" name="F2_precision_recall_distributions_8021">
            <a:extLst>
              <a:ext uri="{FF2B5EF4-FFF2-40B4-BE49-F238E27FC236}">
                <a16:creationId xmlns:a16="http://schemas.microsoft.com/office/drawing/2014/main" id="{EFC9ACDE-1050-4259-AF4C-C544F6BEA3DA}"/>
              </a:ext>
            </a:extLst>
          </p:cNvPr>
          <p:cNvSpPr>
            <a:spLocks noGrp="1"/>
          </p:cNvSpPr>
          <p:nvPr/>
        </p:nvSpPr>
        <p:spPr>
          <a:xfrm>
            <a:off x="6053971" y="7815092"/>
            <a:ext cx="27266" cy="27266"/>
          </a:xfrm>
          <a:prstGeom prst="ellipse">
            <a:avLst/>
          </a:prstGeom>
          <a:solidFill>
            <a:srgbClr val="007C83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08" name="F2_precision_recall_distributions_8022">
            <a:extLst>
              <a:ext uri="{FF2B5EF4-FFF2-40B4-BE49-F238E27FC236}">
                <a16:creationId xmlns:a16="http://schemas.microsoft.com/office/drawing/2014/main" id="{97F26981-6B6D-4601-9713-F6A9E7225613}"/>
              </a:ext>
            </a:extLst>
          </p:cNvPr>
          <p:cNvSpPr>
            <a:spLocks noGrp="1"/>
          </p:cNvSpPr>
          <p:nvPr/>
        </p:nvSpPr>
        <p:spPr>
          <a:xfrm>
            <a:off x="6828430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674" y="842186"/>
                </a:lnTo>
                <a:lnTo>
                  <a:pt x="22102" y="835606"/>
                </a:lnTo>
                <a:lnTo>
                  <a:pt x="47607" y="829027"/>
                </a:lnTo>
                <a:lnTo>
                  <a:pt x="79711" y="822447"/>
                </a:lnTo>
                <a:lnTo>
                  <a:pt x="115538" y="815868"/>
                </a:lnTo>
                <a:lnTo>
                  <a:pt x="152230" y="809288"/>
                </a:lnTo>
                <a:lnTo>
                  <a:pt x="187317" y="802708"/>
                </a:lnTo>
                <a:lnTo>
                  <a:pt x="218955" y="796129"/>
                </a:lnTo>
                <a:lnTo>
                  <a:pt x="246024" y="789549"/>
                </a:lnTo>
                <a:lnTo>
                  <a:pt x="268091" y="782970"/>
                </a:lnTo>
                <a:lnTo>
                  <a:pt x="285278" y="776390"/>
                </a:lnTo>
                <a:lnTo>
                  <a:pt x="298086" y="769811"/>
                </a:lnTo>
                <a:lnTo>
                  <a:pt x="307214" y="763231"/>
                </a:lnTo>
                <a:lnTo>
                  <a:pt x="313415" y="756651"/>
                </a:lnTo>
                <a:lnTo>
                  <a:pt x="317386" y="750072"/>
                </a:lnTo>
                <a:lnTo>
                  <a:pt x="319718" y="743492"/>
                </a:lnTo>
                <a:lnTo>
                  <a:pt x="320875" y="736913"/>
                </a:lnTo>
                <a:lnTo>
                  <a:pt x="321193" y="730333"/>
                </a:lnTo>
                <a:lnTo>
                  <a:pt x="320907" y="723754"/>
                </a:lnTo>
                <a:lnTo>
                  <a:pt x="320167" y="717174"/>
                </a:lnTo>
                <a:lnTo>
                  <a:pt x="319061" y="710594"/>
                </a:lnTo>
                <a:lnTo>
                  <a:pt x="317642" y="704015"/>
                </a:lnTo>
                <a:lnTo>
                  <a:pt x="315944" y="697435"/>
                </a:lnTo>
                <a:lnTo>
                  <a:pt x="314000" y="690856"/>
                </a:lnTo>
                <a:lnTo>
                  <a:pt x="311861" y="684276"/>
                </a:lnTo>
                <a:lnTo>
                  <a:pt x="309604" y="677697"/>
                </a:lnTo>
                <a:lnTo>
                  <a:pt x="307337" y="671117"/>
                </a:lnTo>
                <a:lnTo>
                  <a:pt x="305194" y="664537"/>
                </a:lnTo>
                <a:lnTo>
                  <a:pt x="303321" y="657958"/>
                </a:lnTo>
                <a:lnTo>
                  <a:pt x="301852" y="651378"/>
                </a:lnTo>
                <a:lnTo>
                  <a:pt x="300886" y="644799"/>
                </a:lnTo>
                <a:lnTo>
                  <a:pt x="300467" y="638219"/>
                </a:lnTo>
                <a:lnTo>
                  <a:pt x="300572" y="631639"/>
                </a:lnTo>
                <a:lnTo>
                  <a:pt x="301111" y="625060"/>
                </a:lnTo>
                <a:lnTo>
                  <a:pt x="301944" y="618480"/>
                </a:lnTo>
                <a:lnTo>
                  <a:pt x="302909" y="611901"/>
                </a:lnTo>
                <a:lnTo>
                  <a:pt x="303852" y="605321"/>
                </a:lnTo>
                <a:lnTo>
                  <a:pt x="304658" y="598742"/>
                </a:lnTo>
                <a:lnTo>
                  <a:pt x="305266" y="592162"/>
                </a:lnTo>
                <a:lnTo>
                  <a:pt x="305678" y="585582"/>
                </a:lnTo>
                <a:lnTo>
                  <a:pt x="305946" y="579003"/>
                </a:lnTo>
                <a:lnTo>
                  <a:pt x="306156" y="572423"/>
                </a:lnTo>
                <a:lnTo>
                  <a:pt x="306398" y="565844"/>
                </a:lnTo>
                <a:lnTo>
                  <a:pt x="306749" y="559264"/>
                </a:lnTo>
                <a:lnTo>
                  <a:pt x="307250" y="552685"/>
                </a:lnTo>
                <a:lnTo>
                  <a:pt x="307902" y="546105"/>
                </a:lnTo>
                <a:lnTo>
                  <a:pt x="308667" y="539525"/>
                </a:lnTo>
                <a:lnTo>
                  <a:pt x="309470" y="532946"/>
                </a:lnTo>
                <a:lnTo>
                  <a:pt x="310217" y="526366"/>
                </a:lnTo>
                <a:lnTo>
                  <a:pt x="310794" y="519787"/>
                </a:lnTo>
                <a:lnTo>
                  <a:pt x="311084" y="513207"/>
                </a:lnTo>
                <a:lnTo>
                  <a:pt x="310965" y="506627"/>
                </a:lnTo>
                <a:lnTo>
                  <a:pt x="310317" y="500048"/>
                </a:lnTo>
                <a:lnTo>
                  <a:pt x="309034" y="493468"/>
                </a:lnTo>
                <a:lnTo>
                  <a:pt x="307033" y="486889"/>
                </a:lnTo>
                <a:lnTo>
                  <a:pt x="304276" y="480309"/>
                </a:lnTo>
                <a:lnTo>
                  <a:pt x="300790" y="473730"/>
                </a:lnTo>
                <a:lnTo>
                  <a:pt x="296691" y="467150"/>
                </a:lnTo>
                <a:lnTo>
                  <a:pt x="292192" y="460570"/>
                </a:lnTo>
                <a:lnTo>
                  <a:pt x="287601" y="453991"/>
                </a:lnTo>
                <a:lnTo>
                  <a:pt x="283296" y="447411"/>
                </a:lnTo>
                <a:lnTo>
                  <a:pt x="279678" y="440832"/>
                </a:lnTo>
                <a:lnTo>
                  <a:pt x="277117" y="434252"/>
                </a:lnTo>
                <a:lnTo>
                  <a:pt x="275889" y="427673"/>
                </a:lnTo>
                <a:lnTo>
                  <a:pt x="276129" y="421093"/>
                </a:lnTo>
                <a:lnTo>
                  <a:pt x="277807" y="414513"/>
                </a:lnTo>
                <a:lnTo>
                  <a:pt x="280736" y="407934"/>
                </a:lnTo>
                <a:lnTo>
                  <a:pt x="284603" y="401354"/>
                </a:lnTo>
                <a:lnTo>
                  <a:pt x="289028" y="394775"/>
                </a:lnTo>
                <a:lnTo>
                  <a:pt x="293620" y="388195"/>
                </a:lnTo>
                <a:lnTo>
                  <a:pt x="298031" y="381616"/>
                </a:lnTo>
                <a:lnTo>
                  <a:pt x="301991" y="375036"/>
                </a:lnTo>
                <a:lnTo>
                  <a:pt x="305315" y="368456"/>
                </a:lnTo>
                <a:lnTo>
                  <a:pt x="307899" y="361877"/>
                </a:lnTo>
                <a:lnTo>
                  <a:pt x="309701" y="355297"/>
                </a:lnTo>
                <a:lnTo>
                  <a:pt x="310719" y="348718"/>
                </a:lnTo>
                <a:lnTo>
                  <a:pt x="310984" y="342138"/>
                </a:lnTo>
                <a:lnTo>
                  <a:pt x="310550" y="335558"/>
                </a:lnTo>
                <a:lnTo>
                  <a:pt x="309507" y="328979"/>
                </a:lnTo>
                <a:lnTo>
                  <a:pt x="307987" y="322399"/>
                </a:lnTo>
                <a:lnTo>
                  <a:pt x="306172" y="315820"/>
                </a:lnTo>
                <a:lnTo>
                  <a:pt x="304288" y="309240"/>
                </a:lnTo>
                <a:lnTo>
                  <a:pt x="302592" y="302661"/>
                </a:lnTo>
                <a:lnTo>
                  <a:pt x="301343" y="296081"/>
                </a:lnTo>
                <a:lnTo>
                  <a:pt x="300763" y="289501"/>
                </a:lnTo>
                <a:lnTo>
                  <a:pt x="301004" y="282922"/>
                </a:lnTo>
                <a:lnTo>
                  <a:pt x="302120" y="276342"/>
                </a:lnTo>
                <a:lnTo>
                  <a:pt x="304061" y="269763"/>
                </a:lnTo>
                <a:lnTo>
                  <a:pt x="306676" y="263183"/>
                </a:lnTo>
                <a:lnTo>
                  <a:pt x="309740" y="256604"/>
                </a:lnTo>
                <a:lnTo>
                  <a:pt x="312994" y="250024"/>
                </a:lnTo>
                <a:lnTo>
                  <a:pt x="316179" y="243444"/>
                </a:lnTo>
                <a:lnTo>
                  <a:pt x="319077" y="236865"/>
                </a:lnTo>
                <a:lnTo>
                  <a:pt x="321531" y="230285"/>
                </a:lnTo>
                <a:lnTo>
                  <a:pt x="323456" y="223706"/>
                </a:lnTo>
                <a:lnTo>
                  <a:pt x="324836" y="217126"/>
                </a:lnTo>
                <a:lnTo>
                  <a:pt x="325712" y="210546"/>
                </a:lnTo>
                <a:lnTo>
                  <a:pt x="326159" y="203967"/>
                </a:lnTo>
                <a:lnTo>
                  <a:pt x="326275" y="197387"/>
                </a:lnTo>
                <a:lnTo>
                  <a:pt x="326159" y="190808"/>
                </a:lnTo>
                <a:lnTo>
                  <a:pt x="325904" y="184228"/>
                </a:lnTo>
                <a:lnTo>
                  <a:pt x="325592" y="177649"/>
                </a:lnTo>
                <a:lnTo>
                  <a:pt x="325290" y="171069"/>
                </a:lnTo>
                <a:lnTo>
                  <a:pt x="325055" y="164489"/>
                </a:lnTo>
                <a:lnTo>
                  <a:pt x="324929" y="157910"/>
                </a:lnTo>
                <a:lnTo>
                  <a:pt x="324941" y="151330"/>
                </a:lnTo>
                <a:lnTo>
                  <a:pt x="325106" y="144751"/>
                </a:lnTo>
                <a:lnTo>
                  <a:pt x="325416" y="138171"/>
                </a:lnTo>
                <a:lnTo>
                  <a:pt x="325838" y="131592"/>
                </a:lnTo>
                <a:lnTo>
                  <a:pt x="326305" y="125012"/>
                </a:lnTo>
                <a:lnTo>
                  <a:pt x="326711" y="118432"/>
                </a:lnTo>
                <a:lnTo>
                  <a:pt x="326895" y="111853"/>
                </a:lnTo>
                <a:lnTo>
                  <a:pt x="326633" y="105273"/>
                </a:lnTo>
                <a:lnTo>
                  <a:pt x="325624" y="98694"/>
                </a:lnTo>
                <a:lnTo>
                  <a:pt x="323475" y="92114"/>
                </a:lnTo>
                <a:lnTo>
                  <a:pt x="319699" y="85535"/>
                </a:lnTo>
                <a:lnTo>
                  <a:pt x="313728" y="78955"/>
                </a:lnTo>
                <a:lnTo>
                  <a:pt x="304958" y="72375"/>
                </a:lnTo>
                <a:lnTo>
                  <a:pt x="292822" y="65796"/>
                </a:lnTo>
                <a:lnTo>
                  <a:pt x="276908" y="59216"/>
                </a:lnTo>
                <a:lnTo>
                  <a:pt x="257093" y="52637"/>
                </a:lnTo>
                <a:lnTo>
                  <a:pt x="233685" y="46057"/>
                </a:lnTo>
                <a:lnTo>
                  <a:pt x="207521" y="39477"/>
                </a:lnTo>
                <a:lnTo>
                  <a:pt x="180003" y="32898"/>
                </a:lnTo>
                <a:lnTo>
                  <a:pt x="153021" y="26318"/>
                </a:lnTo>
                <a:lnTo>
                  <a:pt x="128769" y="19739"/>
                </a:lnTo>
                <a:lnTo>
                  <a:pt x="109463" y="13159"/>
                </a:lnTo>
                <a:lnTo>
                  <a:pt x="97011" y="6580"/>
                </a:lnTo>
                <a:lnTo>
                  <a:pt x="92708" y="0"/>
                </a:lnTo>
                <a:lnTo>
                  <a:pt x="582389" y="0"/>
                </a:lnTo>
                <a:lnTo>
                  <a:pt x="582389" y="0"/>
                </a:lnTo>
                <a:lnTo>
                  <a:pt x="578085" y="6580"/>
                </a:lnTo>
                <a:lnTo>
                  <a:pt x="565634" y="13159"/>
                </a:lnTo>
                <a:lnTo>
                  <a:pt x="546327" y="19739"/>
                </a:lnTo>
                <a:lnTo>
                  <a:pt x="522075" y="26318"/>
                </a:lnTo>
                <a:lnTo>
                  <a:pt x="495094" y="32898"/>
                </a:lnTo>
                <a:lnTo>
                  <a:pt x="467576" y="39477"/>
                </a:lnTo>
                <a:lnTo>
                  <a:pt x="441412" y="46057"/>
                </a:lnTo>
                <a:lnTo>
                  <a:pt x="418003" y="52637"/>
                </a:lnTo>
                <a:lnTo>
                  <a:pt x="398188" y="59216"/>
                </a:lnTo>
                <a:lnTo>
                  <a:pt x="382274" y="65796"/>
                </a:lnTo>
                <a:lnTo>
                  <a:pt x="370139" y="72375"/>
                </a:lnTo>
                <a:lnTo>
                  <a:pt x="361368" y="78955"/>
                </a:lnTo>
                <a:lnTo>
                  <a:pt x="355398" y="85535"/>
                </a:lnTo>
                <a:lnTo>
                  <a:pt x="351621" y="92114"/>
                </a:lnTo>
                <a:lnTo>
                  <a:pt x="349472" y="98694"/>
                </a:lnTo>
                <a:lnTo>
                  <a:pt x="348463" y="105273"/>
                </a:lnTo>
                <a:lnTo>
                  <a:pt x="348202" y="111853"/>
                </a:lnTo>
                <a:lnTo>
                  <a:pt x="348386" y="118432"/>
                </a:lnTo>
                <a:lnTo>
                  <a:pt x="348791" y="125012"/>
                </a:lnTo>
                <a:lnTo>
                  <a:pt x="349259" y="131592"/>
                </a:lnTo>
                <a:lnTo>
                  <a:pt x="349681" y="138171"/>
                </a:lnTo>
                <a:lnTo>
                  <a:pt x="349990" y="144751"/>
                </a:lnTo>
                <a:lnTo>
                  <a:pt x="350155" y="151330"/>
                </a:lnTo>
                <a:lnTo>
                  <a:pt x="350168" y="157910"/>
                </a:lnTo>
                <a:lnTo>
                  <a:pt x="350042" y="164489"/>
                </a:lnTo>
                <a:lnTo>
                  <a:pt x="349806" y="171069"/>
                </a:lnTo>
                <a:lnTo>
                  <a:pt x="349505" y="177649"/>
                </a:lnTo>
                <a:lnTo>
                  <a:pt x="349192" y="184228"/>
                </a:lnTo>
                <a:lnTo>
                  <a:pt x="348937" y="190808"/>
                </a:lnTo>
                <a:lnTo>
                  <a:pt x="348821" y="197387"/>
                </a:lnTo>
                <a:lnTo>
                  <a:pt x="348937" y="203967"/>
                </a:lnTo>
                <a:lnTo>
                  <a:pt x="349385" y="210546"/>
                </a:lnTo>
                <a:lnTo>
                  <a:pt x="350260" y="217126"/>
                </a:lnTo>
                <a:lnTo>
                  <a:pt x="351641" y="223706"/>
                </a:lnTo>
                <a:lnTo>
                  <a:pt x="353566" y="230285"/>
                </a:lnTo>
                <a:lnTo>
                  <a:pt x="356020" y="236865"/>
                </a:lnTo>
                <a:lnTo>
                  <a:pt x="358918" y="243444"/>
                </a:lnTo>
                <a:lnTo>
                  <a:pt x="362103" y="250024"/>
                </a:lnTo>
                <a:lnTo>
                  <a:pt x="365356" y="256604"/>
                </a:lnTo>
                <a:lnTo>
                  <a:pt x="368421" y="263183"/>
                </a:lnTo>
                <a:lnTo>
                  <a:pt x="371035" y="269763"/>
                </a:lnTo>
                <a:lnTo>
                  <a:pt x="372976" y="276342"/>
                </a:lnTo>
                <a:lnTo>
                  <a:pt x="374093" y="282922"/>
                </a:lnTo>
                <a:lnTo>
                  <a:pt x="374333" y="289501"/>
                </a:lnTo>
                <a:lnTo>
                  <a:pt x="373753" y="296081"/>
                </a:lnTo>
                <a:lnTo>
                  <a:pt x="372504" y="302661"/>
                </a:lnTo>
                <a:lnTo>
                  <a:pt x="370809" y="309240"/>
                </a:lnTo>
                <a:lnTo>
                  <a:pt x="368925" y="315820"/>
                </a:lnTo>
                <a:lnTo>
                  <a:pt x="367109" y="322399"/>
                </a:lnTo>
                <a:lnTo>
                  <a:pt x="365589" y="328979"/>
                </a:lnTo>
                <a:lnTo>
                  <a:pt x="364546" y="335558"/>
                </a:lnTo>
                <a:lnTo>
                  <a:pt x="364113" y="342138"/>
                </a:lnTo>
                <a:lnTo>
                  <a:pt x="364377" y="348718"/>
                </a:lnTo>
                <a:lnTo>
                  <a:pt x="365396" y="355297"/>
                </a:lnTo>
                <a:lnTo>
                  <a:pt x="367197" y="361877"/>
                </a:lnTo>
                <a:lnTo>
                  <a:pt x="369781" y="368456"/>
                </a:lnTo>
                <a:lnTo>
                  <a:pt x="373106" y="375036"/>
                </a:lnTo>
                <a:lnTo>
                  <a:pt x="377065" y="381616"/>
                </a:lnTo>
                <a:lnTo>
                  <a:pt x="381477" y="388195"/>
                </a:lnTo>
                <a:lnTo>
                  <a:pt x="386069" y="394775"/>
                </a:lnTo>
                <a:lnTo>
                  <a:pt x="390493" y="401354"/>
                </a:lnTo>
                <a:lnTo>
                  <a:pt x="394360" y="407934"/>
                </a:lnTo>
                <a:lnTo>
                  <a:pt x="397289" y="414513"/>
                </a:lnTo>
                <a:lnTo>
                  <a:pt x="398968" y="421093"/>
                </a:lnTo>
                <a:lnTo>
                  <a:pt x="399208" y="427673"/>
                </a:lnTo>
                <a:lnTo>
                  <a:pt x="397980" y="434252"/>
                </a:lnTo>
                <a:lnTo>
                  <a:pt x="395419" y="440832"/>
                </a:lnTo>
                <a:lnTo>
                  <a:pt x="391801" y="447411"/>
                </a:lnTo>
                <a:lnTo>
                  <a:pt x="387495" y="453991"/>
                </a:lnTo>
                <a:lnTo>
                  <a:pt x="382904" y="460570"/>
                </a:lnTo>
                <a:lnTo>
                  <a:pt x="378405" y="467150"/>
                </a:lnTo>
                <a:lnTo>
                  <a:pt x="374306" y="473730"/>
                </a:lnTo>
                <a:lnTo>
                  <a:pt x="370821" y="480309"/>
                </a:lnTo>
                <a:lnTo>
                  <a:pt x="368063" y="486889"/>
                </a:lnTo>
                <a:lnTo>
                  <a:pt x="366063" y="493468"/>
                </a:lnTo>
                <a:lnTo>
                  <a:pt x="364779" y="500048"/>
                </a:lnTo>
                <a:lnTo>
                  <a:pt x="364132" y="506627"/>
                </a:lnTo>
                <a:lnTo>
                  <a:pt x="364012" y="513207"/>
                </a:lnTo>
                <a:lnTo>
                  <a:pt x="364302" y="519787"/>
                </a:lnTo>
                <a:lnTo>
                  <a:pt x="364880" y="526366"/>
                </a:lnTo>
                <a:lnTo>
                  <a:pt x="365626" y="532946"/>
                </a:lnTo>
                <a:lnTo>
                  <a:pt x="366430" y="539525"/>
                </a:lnTo>
                <a:lnTo>
                  <a:pt x="367194" y="546105"/>
                </a:lnTo>
                <a:lnTo>
                  <a:pt x="367847" y="552685"/>
                </a:lnTo>
                <a:lnTo>
                  <a:pt x="368348" y="559264"/>
                </a:lnTo>
                <a:lnTo>
                  <a:pt x="368698" y="565844"/>
                </a:lnTo>
                <a:lnTo>
                  <a:pt x="368941" y="572423"/>
                </a:lnTo>
                <a:lnTo>
                  <a:pt x="369150" y="579003"/>
                </a:lnTo>
                <a:lnTo>
                  <a:pt x="369418" y="585582"/>
                </a:lnTo>
                <a:lnTo>
                  <a:pt x="369830" y="592162"/>
                </a:lnTo>
                <a:lnTo>
                  <a:pt x="370438" y="598742"/>
                </a:lnTo>
                <a:lnTo>
                  <a:pt x="371244" y="605321"/>
                </a:lnTo>
                <a:lnTo>
                  <a:pt x="372188" y="611901"/>
                </a:lnTo>
                <a:lnTo>
                  <a:pt x="373153" y="618480"/>
                </a:lnTo>
                <a:lnTo>
                  <a:pt x="373986" y="625060"/>
                </a:lnTo>
                <a:lnTo>
                  <a:pt x="374524" y="631639"/>
                </a:lnTo>
                <a:lnTo>
                  <a:pt x="374629" y="638219"/>
                </a:lnTo>
                <a:lnTo>
                  <a:pt x="374211" y="644799"/>
                </a:lnTo>
                <a:lnTo>
                  <a:pt x="373245" y="651378"/>
                </a:lnTo>
                <a:lnTo>
                  <a:pt x="371775" y="657958"/>
                </a:lnTo>
                <a:lnTo>
                  <a:pt x="369902" y="664537"/>
                </a:lnTo>
                <a:lnTo>
                  <a:pt x="367760" y="671117"/>
                </a:lnTo>
                <a:lnTo>
                  <a:pt x="365493" y="677697"/>
                </a:lnTo>
                <a:lnTo>
                  <a:pt x="363236" y="684276"/>
                </a:lnTo>
                <a:lnTo>
                  <a:pt x="361096" y="690856"/>
                </a:lnTo>
                <a:lnTo>
                  <a:pt x="359153" y="697435"/>
                </a:lnTo>
                <a:lnTo>
                  <a:pt x="357454" y="704015"/>
                </a:lnTo>
                <a:lnTo>
                  <a:pt x="356036" y="710594"/>
                </a:lnTo>
                <a:lnTo>
                  <a:pt x="354930" y="717174"/>
                </a:lnTo>
                <a:lnTo>
                  <a:pt x="354189" y="723754"/>
                </a:lnTo>
                <a:lnTo>
                  <a:pt x="353903" y="730333"/>
                </a:lnTo>
                <a:lnTo>
                  <a:pt x="354222" y="736913"/>
                </a:lnTo>
                <a:lnTo>
                  <a:pt x="355378" y="743492"/>
                </a:lnTo>
                <a:lnTo>
                  <a:pt x="357711" y="750072"/>
                </a:lnTo>
                <a:lnTo>
                  <a:pt x="361682" y="756651"/>
                </a:lnTo>
                <a:lnTo>
                  <a:pt x="367882" y="763231"/>
                </a:lnTo>
                <a:lnTo>
                  <a:pt x="377011" y="769811"/>
                </a:lnTo>
                <a:lnTo>
                  <a:pt x="389818" y="776390"/>
                </a:lnTo>
                <a:lnTo>
                  <a:pt x="407005" y="782970"/>
                </a:lnTo>
                <a:lnTo>
                  <a:pt x="429072" y="789549"/>
                </a:lnTo>
                <a:lnTo>
                  <a:pt x="456141" y="796129"/>
                </a:lnTo>
                <a:lnTo>
                  <a:pt x="487779" y="802708"/>
                </a:lnTo>
                <a:lnTo>
                  <a:pt x="522866" y="809288"/>
                </a:lnTo>
                <a:lnTo>
                  <a:pt x="559559" y="815868"/>
                </a:lnTo>
                <a:lnTo>
                  <a:pt x="595385" y="822447"/>
                </a:lnTo>
                <a:lnTo>
                  <a:pt x="627490" y="829027"/>
                </a:lnTo>
                <a:lnTo>
                  <a:pt x="652995" y="835606"/>
                </a:lnTo>
                <a:lnTo>
                  <a:pt x="669423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566AB4">
              <a:alpha val="13000"/>
            </a:srgbClr>
          </a:solidFill>
          <a:ln w="12682">
            <a:solidFill>
              <a:srgbClr val="566AB4">
                <a:alpha val="13000"/>
              </a:srgbClr>
            </a:solidFill>
            <a:prstDash val="solid"/>
          </a:ln>
        </p:spPr>
      </p:sp>
      <p:sp>
        <p:nvSpPr>
          <p:cNvPr id="5209" name="F2_precision_recall_distributions_8023">
            <a:extLst>
              <a:ext uri="{FF2B5EF4-FFF2-40B4-BE49-F238E27FC236}">
                <a16:creationId xmlns:a16="http://schemas.microsoft.com/office/drawing/2014/main" id="{85E742AA-6EEB-47EF-9EE5-29313639FFA6}"/>
              </a:ext>
            </a:extLst>
          </p:cNvPr>
          <p:cNvSpPr>
            <a:spLocks noGrp="1"/>
          </p:cNvSpPr>
          <p:nvPr/>
        </p:nvSpPr>
        <p:spPr>
          <a:xfrm>
            <a:off x="706651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0" name="F2_precision_recall_distributions_8024">
            <a:extLst>
              <a:ext uri="{FF2B5EF4-FFF2-40B4-BE49-F238E27FC236}">
                <a16:creationId xmlns:a16="http://schemas.microsoft.com/office/drawing/2014/main" id="{B94FC20C-B035-4271-9374-6DBB1192641B}"/>
              </a:ext>
            </a:extLst>
          </p:cNvPr>
          <p:cNvSpPr>
            <a:spLocks noGrp="1"/>
          </p:cNvSpPr>
          <p:nvPr/>
        </p:nvSpPr>
        <p:spPr>
          <a:xfrm>
            <a:off x="731389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1" name="F2_precision_recall_distributions_8025">
            <a:extLst>
              <a:ext uri="{FF2B5EF4-FFF2-40B4-BE49-F238E27FC236}">
                <a16:creationId xmlns:a16="http://schemas.microsoft.com/office/drawing/2014/main" id="{8456637C-2857-44DE-AA3B-0E27ED5CFDA5}"/>
              </a:ext>
            </a:extLst>
          </p:cNvPr>
          <p:cNvSpPr>
            <a:spLocks noGrp="1"/>
          </p:cNvSpPr>
          <p:nvPr/>
        </p:nvSpPr>
        <p:spPr>
          <a:xfrm>
            <a:off x="717123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2" name="F2_precision_recall_distributions_8026">
            <a:extLst>
              <a:ext uri="{FF2B5EF4-FFF2-40B4-BE49-F238E27FC236}">
                <a16:creationId xmlns:a16="http://schemas.microsoft.com/office/drawing/2014/main" id="{684C42B2-2553-4092-A32B-83F458C37C4A}"/>
              </a:ext>
            </a:extLst>
          </p:cNvPr>
          <p:cNvSpPr>
            <a:spLocks noGrp="1"/>
          </p:cNvSpPr>
          <p:nvPr/>
        </p:nvSpPr>
        <p:spPr>
          <a:xfrm>
            <a:off x="6992955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3" name="F2_precision_recall_distributions_8027">
            <a:extLst>
              <a:ext uri="{FF2B5EF4-FFF2-40B4-BE49-F238E27FC236}">
                <a16:creationId xmlns:a16="http://schemas.microsoft.com/office/drawing/2014/main" id="{C6A4913A-02B4-4885-A390-A1F2F1501AC4}"/>
              </a:ext>
            </a:extLst>
          </p:cNvPr>
          <p:cNvSpPr>
            <a:spLocks noGrp="1"/>
          </p:cNvSpPr>
          <p:nvPr/>
        </p:nvSpPr>
        <p:spPr>
          <a:xfrm>
            <a:off x="7259014" y="73237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4" name="F2_precision_recall_distributions_8028">
            <a:extLst>
              <a:ext uri="{FF2B5EF4-FFF2-40B4-BE49-F238E27FC236}">
                <a16:creationId xmlns:a16="http://schemas.microsoft.com/office/drawing/2014/main" id="{0769E544-D5FF-41BF-B7D2-A0950C6C4F40}"/>
              </a:ext>
            </a:extLst>
          </p:cNvPr>
          <p:cNvSpPr>
            <a:spLocks noGrp="1"/>
          </p:cNvSpPr>
          <p:nvPr/>
        </p:nvSpPr>
        <p:spPr>
          <a:xfrm>
            <a:off x="706801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5" name="F2_precision_recall_distributions_8029">
            <a:extLst>
              <a:ext uri="{FF2B5EF4-FFF2-40B4-BE49-F238E27FC236}">
                <a16:creationId xmlns:a16="http://schemas.microsoft.com/office/drawing/2014/main" id="{744392A9-7DC4-48D7-8FB3-0B59F8819E42}"/>
              </a:ext>
            </a:extLst>
          </p:cNvPr>
          <p:cNvSpPr>
            <a:spLocks noGrp="1"/>
          </p:cNvSpPr>
          <p:nvPr/>
        </p:nvSpPr>
        <p:spPr>
          <a:xfrm>
            <a:off x="727801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6" name="F2_precision_recall_distributions_8030">
            <a:extLst>
              <a:ext uri="{FF2B5EF4-FFF2-40B4-BE49-F238E27FC236}">
                <a16:creationId xmlns:a16="http://schemas.microsoft.com/office/drawing/2014/main" id="{7E14FFB6-584A-4DDC-AB4F-FB9AF93EE383}"/>
              </a:ext>
            </a:extLst>
          </p:cNvPr>
          <p:cNvSpPr>
            <a:spLocks noGrp="1"/>
          </p:cNvSpPr>
          <p:nvPr/>
        </p:nvSpPr>
        <p:spPr>
          <a:xfrm>
            <a:off x="726423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7" name="F2_precision_recall_distributions_8031">
            <a:extLst>
              <a:ext uri="{FF2B5EF4-FFF2-40B4-BE49-F238E27FC236}">
                <a16:creationId xmlns:a16="http://schemas.microsoft.com/office/drawing/2014/main" id="{A5151477-D9FA-4D53-81F1-6B5150963D00}"/>
              </a:ext>
            </a:extLst>
          </p:cNvPr>
          <p:cNvSpPr>
            <a:spLocks noGrp="1"/>
          </p:cNvSpPr>
          <p:nvPr/>
        </p:nvSpPr>
        <p:spPr>
          <a:xfrm>
            <a:off x="7234319" y="775850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8" name="F2_precision_recall_distributions_8032">
            <a:extLst>
              <a:ext uri="{FF2B5EF4-FFF2-40B4-BE49-F238E27FC236}">
                <a16:creationId xmlns:a16="http://schemas.microsoft.com/office/drawing/2014/main" id="{50C43603-6C0B-45BE-AD1F-ACD5F290BFA9}"/>
              </a:ext>
            </a:extLst>
          </p:cNvPr>
          <p:cNvSpPr>
            <a:spLocks noGrp="1"/>
          </p:cNvSpPr>
          <p:nvPr/>
        </p:nvSpPr>
        <p:spPr>
          <a:xfrm>
            <a:off x="710675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19" name="F2_precision_recall_distributions_8033">
            <a:extLst>
              <a:ext uri="{FF2B5EF4-FFF2-40B4-BE49-F238E27FC236}">
                <a16:creationId xmlns:a16="http://schemas.microsoft.com/office/drawing/2014/main" id="{ED18F834-68BD-494E-A87A-D00794927D4E}"/>
              </a:ext>
            </a:extLst>
          </p:cNvPr>
          <p:cNvSpPr>
            <a:spLocks noGrp="1"/>
          </p:cNvSpPr>
          <p:nvPr/>
        </p:nvSpPr>
        <p:spPr>
          <a:xfrm>
            <a:off x="7069272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0" name="F2_precision_recall_distributions_8034">
            <a:extLst>
              <a:ext uri="{FF2B5EF4-FFF2-40B4-BE49-F238E27FC236}">
                <a16:creationId xmlns:a16="http://schemas.microsoft.com/office/drawing/2014/main" id="{15F7DEB8-871C-4E57-9176-C0CB486131A3}"/>
              </a:ext>
            </a:extLst>
          </p:cNvPr>
          <p:cNvSpPr>
            <a:spLocks noGrp="1"/>
          </p:cNvSpPr>
          <p:nvPr/>
        </p:nvSpPr>
        <p:spPr>
          <a:xfrm>
            <a:off x="717542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1" name="F2_precision_recall_distributions_8035">
            <a:extLst>
              <a:ext uri="{FF2B5EF4-FFF2-40B4-BE49-F238E27FC236}">
                <a16:creationId xmlns:a16="http://schemas.microsoft.com/office/drawing/2014/main" id="{0E071797-3E3B-4DC6-9D21-A7CD302B7DCF}"/>
              </a:ext>
            </a:extLst>
          </p:cNvPr>
          <p:cNvSpPr>
            <a:spLocks noGrp="1"/>
          </p:cNvSpPr>
          <p:nvPr/>
        </p:nvSpPr>
        <p:spPr>
          <a:xfrm>
            <a:off x="715150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2" name="F2_precision_recall_distributions_8036">
            <a:extLst>
              <a:ext uri="{FF2B5EF4-FFF2-40B4-BE49-F238E27FC236}">
                <a16:creationId xmlns:a16="http://schemas.microsoft.com/office/drawing/2014/main" id="{146B67E0-B8A6-482F-AA08-4116F07F48B3}"/>
              </a:ext>
            </a:extLst>
          </p:cNvPr>
          <p:cNvSpPr>
            <a:spLocks noGrp="1"/>
          </p:cNvSpPr>
          <p:nvPr/>
        </p:nvSpPr>
        <p:spPr>
          <a:xfrm>
            <a:off x="7305882" y="72846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3" name="F2_precision_recall_distributions_8037">
            <a:extLst>
              <a:ext uri="{FF2B5EF4-FFF2-40B4-BE49-F238E27FC236}">
                <a16:creationId xmlns:a16="http://schemas.microsoft.com/office/drawing/2014/main" id="{AE336F7F-9559-42E7-B386-C5D8C5A19C6E}"/>
              </a:ext>
            </a:extLst>
          </p:cNvPr>
          <p:cNvSpPr>
            <a:spLocks noGrp="1"/>
          </p:cNvSpPr>
          <p:nvPr/>
        </p:nvSpPr>
        <p:spPr>
          <a:xfrm>
            <a:off x="697415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4" name="F2_precision_recall_distributions_8038">
            <a:extLst>
              <a:ext uri="{FF2B5EF4-FFF2-40B4-BE49-F238E27FC236}">
                <a16:creationId xmlns:a16="http://schemas.microsoft.com/office/drawing/2014/main" id="{53F4CEA7-E412-4B8D-8AF6-24B8B7EF4787}"/>
              </a:ext>
            </a:extLst>
          </p:cNvPr>
          <p:cNvSpPr>
            <a:spLocks noGrp="1"/>
          </p:cNvSpPr>
          <p:nvPr/>
        </p:nvSpPr>
        <p:spPr>
          <a:xfrm>
            <a:off x="731478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5" name="F2_precision_recall_distributions_8039">
            <a:extLst>
              <a:ext uri="{FF2B5EF4-FFF2-40B4-BE49-F238E27FC236}">
                <a16:creationId xmlns:a16="http://schemas.microsoft.com/office/drawing/2014/main" id="{98687630-F434-4A01-A5C4-CD51926243D0}"/>
              </a:ext>
            </a:extLst>
          </p:cNvPr>
          <p:cNvSpPr>
            <a:spLocks noGrp="1"/>
          </p:cNvSpPr>
          <p:nvPr/>
        </p:nvSpPr>
        <p:spPr>
          <a:xfrm>
            <a:off x="7004366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6" name="F2_precision_recall_distributions_8040">
            <a:extLst>
              <a:ext uri="{FF2B5EF4-FFF2-40B4-BE49-F238E27FC236}">
                <a16:creationId xmlns:a16="http://schemas.microsoft.com/office/drawing/2014/main" id="{905A1840-E017-4EE9-9C4D-D6A6CD198F64}"/>
              </a:ext>
            </a:extLst>
          </p:cNvPr>
          <p:cNvSpPr>
            <a:spLocks noGrp="1"/>
          </p:cNvSpPr>
          <p:nvPr/>
        </p:nvSpPr>
        <p:spPr>
          <a:xfrm>
            <a:off x="728030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7" name="F2_precision_recall_distributions_8041">
            <a:extLst>
              <a:ext uri="{FF2B5EF4-FFF2-40B4-BE49-F238E27FC236}">
                <a16:creationId xmlns:a16="http://schemas.microsoft.com/office/drawing/2014/main" id="{4FF59296-2FB5-4BB1-915D-B7A0B55702F8}"/>
              </a:ext>
            </a:extLst>
          </p:cNvPr>
          <p:cNvSpPr>
            <a:spLocks noGrp="1"/>
          </p:cNvSpPr>
          <p:nvPr/>
        </p:nvSpPr>
        <p:spPr>
          <a:xfrm>
            <a:off x="717525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8" name="F2_precision_recall_distributions_8042">
            <a:extLst>
              <a:ext uri="{FF2B5EF4-FFF2-40B4-BE49-F238E27FC236}">
                <a16:creationId xmlns:a16="http://schemas.microsoft.com/office/drawing/2014/main" id="{E5420833-D372-4588-A328-1DA5E42E5D4A}"/>
              </a:ext>
            </a:extLst>
          </p:cNvPr>
          <p:cNvSpPr>
            <a:spLocks noGrp="1"/>
          </p:cNvSpPr>
          <p:nvPr/>
        </p:nvSpPr>
        <p:spPr>
          <a:xfrm>
            <a:off x="7214587" y="74968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29" name="F2_precision_recall_distributions_8043">
            <a:extLst>
              <a:ext uri="{FF2B5EF4-FFF2-40B4-BE49-F238E27FC236}">
                <a16:creationId xmlns:a16="http://schemas.microsoft.com/office/drawing/2014/main" id="{52DCF8EE-7E95-4418-8058-5314DC4BB20B}"/>
              </a:ext>
            </a:extLst>
          </p:cNvPr>
          <p:cNvSpPr>
            <a:spLocks noGrp="1"/>
          </p:cNvSpPr>
          <p:nvPr/>
        </p:nvSpPr>
        <p:spPr>
          <a:xfrm>
            <a:off x="7207919" y="772078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0" name="F2_precision_recall_distributions_8044">
            <a:extLst>
              <a:ext uri="{FF2B5EF4-FFF2-40B4-BE49-F238E27FC236}">
                <a16:creationId xmlns:a16="http://schemas.microsoft.com/office/drawing/2014/main" id="{B2D3939C-C3B2-4977-A13C-B13CF2E6327D}"/>
              </a:ext>
            </a:extLst>
          </p:cNvPr>
          <p:cNvSpPr>
            <a:spLocks noGrp="1"/>
          </p:cNvSpPr>
          <p:nvPr/>
        </p:nvSpPr>
        <p:spPr>
          <a:xfrm>
            <a:off x="701422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1" name="F2_precision_recall_distributions_8045">
            <a:extLst>
              <a:ext uri="{FF2B5EF4-FFF2-40B4-BE49-F238E27FC236}">
                <a16:creationId xmlns:a16="http://schemas.microsoft.com/office/drawing/2014/main" id="{B3D3AD65-71D5-44A2-ABBC-59823EBEB231}"/>
              </a:ext>
            </a:extLst>
          </p:cNvPr>
          <p:cNvSpPr>
            <a:spLocks noGrp="1"/>
          </p:cNvSpPr>
          <p:nvPr/>
        </p:nvSpPr>
        <p:spPr>
          <a:xfrm>
            <a:off x="7228278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2" name="F2_precision_recall_distributions_8046">
            <a:extLst>
              <a:ext uri="{FF2B5EF4-FFF2-40B4-BE49-F238E27FC236}">
                <a16:creationId xmlns:a16="http://schemas.microsoft.com/office/drawing/2014/main" id="{5C8FEE86-ED95-4C84-8B9F-E075CE5841D5}"/>
              </a:ext>
            </a:extLst>
          </p:cNvPr>
          <p:cNvSpPr>
            <a:spLocks noGrp="1"/>
          </p:cNvSpPr>
          <p:nvPr/>
        </p:nvSpPr>
        <p:spPr>
          <a:xfrm>
            <a:off x="7093156" y="728461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3" name="F2_precision_recall_distributions_8047">
            <a:extLst>
              <a:ext uri="{FF2B5EF4-FFF2-40B4-BE49-F238E27FC236}">
                <a16:creationId xmlns:a16="http://schemas.microsoft.com/office/drawing/2014/main" id="{8ABDDA87-FECE-46DE-B504-DB5900F8CF8C}"/>
              </a:ext>
            </a:extLst>
          </p:cNvPr>
          <p:cNvSpPr>
            <a:spLocks noGrp="1"/>
          </p:cNvSpPr>
          <p:nvPr/>
        </p:nvSpPr>
        <p:spPr>
          <a:xfrm>
            <a:off x="7064751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4" name="F2_precision_recall_distributions_8048">
            <a:extLst>
              <a:ext uri="{FF2B5EF4-FFF2-40B4-BE49-F238E27FC236}">
                <a16:creationId xmlns:a16="http://schemas.microsoft.com/office/drawing/2014/main" id="{444983EB-E51F-4CC8-A614-55A79AD34CB3}"/>
              </a:ext>
            </a:extLst>
          </p:cNvPr>
          <p:cNvSpPr>
            <a:spLocks noGrp="1"/>
          </p:cNvSpPr>
          <p:nvPr/>
        </p:nvSpPr>
        <p:spPr>
          <a:xfrm>
            <a:off x="70478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5" name="F2_precision_recall_distributions_8049">
            <a:extLst>
              <a:ext uri="{FF2B5EF4-FFF2-40B4-BE49-F238E27FC236}">
                <a16:creationId xmlns:a16="http://schemas.microsoft.com/office/drawing/2014/main" id="{416EC1F7-C669-4F6A-BB0C-B325BC266DE8}"/>
              </a:ext>
            </a:extLst>
          </p:cNvPr>
          <p:cNvSpPr>
            <a:spLocks noGrp="1"/>
          </p:cNvSpPr>
          <p:nvPr/>
        </p:nvSpPr>
        <p:spPr>
          <a:xfrm>
            <a:off x="72817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6" name="F2_precision_recall_distributions_8050">
            <a:extLst>
              <a:ext uri="{FF2B5EF4-FFF2-40B4-BE49-F238E27FC236}">
                <a16:creationId xmlns:a16="http://schemas.microsoft.com/office/drawing/2014/main" id="{3F23FC60-F9D1-4A80-8CD9-1CE935A06BBB}"/>
              </a:ext>
            </a:extLst>
          </p:cNvPr>
          <p:cNvSpPr>
            <a:spLocks noGrp="1"/>
          </p:cNvSpPr>
          <p:nvPr/>
        </p:nvSpPr>
        <p:spPr>
          <a:xfrm>
            <a:off x="7296118" y="761922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7" name="F2_precision_recall_distributions_8051">
            <a:extLst>
              <a:ext uri="{FF2B5EF4-FFF2-40B4-BE49-F238E27FC236}">
                <a16:creationId xmlns:a16="http://schemas.microsoft.com/office/drawing/2014/main" id="{03855770-8E19-4197-BCC3-4664F79FBE52}"/>
              </a:ext>
            </a:extLst>
          </p:cNvPr>
          <p:cNvSpPr>
            <a:spLocks noGrp="1"/>
          </p:cNvSpPr>
          <p:nvPr/>
        </p:nvSpPr>
        <p:spPr>
          <a:xfrm>
            <a:off x="7002181" y="76938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8" name="F2_precision_recall_distributions_8052">
            <a:extLst>
              <a:ext uri="{FF2B5EF4-FFF2-40B4-BE49-F238E27FC236}">
                <a16:creationId xmlns:a16="http://schemas.microsoft.com/office/drawing/2014/main" id="{DCDDDB7F-F14A-4C83-8DA7-12CB541B05C4}"/>
              </a:ext>
            </a:extLst>
          </p:cNvPr>
          <p:cNvSpPr>
            <a:spLocks noGrp="1"/>
          </p:cNvSpPr>
          <p:nvPr/>
        </p:nvSpPr>
        <p:spPr>
          <a:xfrm>
            <a:off x="701136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39" name="F2_precision_recall_distributions_8053">
            <a:extLst>
              <a:ext uri="{FF2B5EF4-FFF2-40B4-BE49-F238E27FC236}">
                <a16:creationId xmlns:a16="http://schemas.microsoft.com/office/drawing/2014/main" id="{72EB3D75-67D1-4F59-8919-CFB5BBD09A72}"/>
              </a:ext>
            </a:extLst>
          </p:cNvPr>
          <p:cNvSpPr>
            <a:spLocks noGrp="1"/>
          </p:cNvSpPr>
          <p:nvPr/>
        </p:nvSpPr>
        <p:spPr>
          <a:xfrm>
            <a:off x="728208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0" name="F2_precision_recall_distributions_8054">
            <a:extLst>
              <a:ext uri="{FF2B5EF4-FFF2-40B4-BE49-F238E27FC236}">
                <a16:creationId xmlns:a16="http://schemas.microsoft.com/office/drawing/2014/main" id="{D28A372F-E416-4DEF-836F-1D79B631AEBD}"/>
              </a:ext>
            </a:extLst>
          </p:cNvPr>
          <p:cNvSpPr>
            <a:spLocks noGrp="1"/>
          </p:cNvSpPr>
          <p:nvPr/>
        </p:nvSpPr>
        <p:spPr>
          <a:xfrm>
            <a:off x="7235912" y="778244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1" name="F2_precision_recall_distributions_8055">
            <a:extLst>
              <a:ext uri="{FF2B5EF4-FFF2-40B4-BE49-F238E27FC236}">
                <a16:creationId xmlns:a16="http://schemas.microsoft.com/office/drawing/2014/main" id="{9DE81D1C-6F37-4FE0-A0AE-664DB0103D40}"/>
              </a:ext>
            </a:extLst>
          </p:cNvPr>
          <p:cNvSpPr>
            <a:spLocks noGrp="1"/>
          </p:cNvSpPr>
          <p:nvPr/>
        </p:nvSpPr>
        <p:spPr>
          <a:xfrm>
            <a:off x="71782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2" name="F2_precision_recall_distributions_8056">
            <a:extLst>
              <a:ext uri="{FF2B5EF4-FFF2-40B4-BE49-F238E27FC236}">
                <a16:creationId xmlns:a16="http://schemas.microsoft.com/office/drawing/2014/main" id="{4728ED04-BC28-4B3D-A3FD-9BAEC6DE0C95}"/>
              </a:ext>
            </a:extLst>
          </p:cNvPr>
          <p:cNvSpPr>
            <a:spLocks noGrp="1"/>
          </p:cNvSpPr>
          <p:nvPr/>
        </p:nvSpPr>
        <p:spPr>
          <a:xfrm>
            <a:off x="7248297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3" name="F2_precision_recall_distributions_8057">
            <a:extLst>
              <a:ext uri="{FF2B5EF4-FFF2-40B4-BE49-F238E27FC236}">
                <a16:creationId xmlns:a16="http://schemas.microsoft.com/office/drawing/2014/main" id="{19A8D04B-C5F7-4091-93CB-80F15288562E}"/>
              </a:ext>
            </a:extLst>
          </p:cNvPr>
          <p:cNvSpPr>
            <a:spLocks noGrp="1"/>
          </p:cNvSpPr>
          <p:nvPr/>
        </p:nvSpPr>
        <p:spPr>
          <a:xfrm>
            <a:off x="699827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4" name="F2_precision_recall_distributions_8058">
            <a:extLst>
              <a:ext uri="{FF2B5EF4-FFF2-40B4-BE49-F238E27FC236}">
                <a16:creationId xmlns:a16="http://schemas.microsoft.com/office/drawing/2014/main" id="{E02DDFDB-AA7C-43FA-BA09-4D3CBE99D71D}"/>
              </a:ext>
            </a:extLst>
          </p:cNvPr>
          <p:cNvSpPr>
            <a:spLocks noGrp="1"/>
          </p:cNvSpPr>
          <p:nvPr/>
        </p:nvSpPr>
        <p:spPr>
          <a:xfrm>
            <a:off x="71556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5" name="F2_precision_recall_distributions_8059">
            <a:extLst>
              <a:ext uri="{FF2B5EF4-FFF2-40B4-BE49-F238E27FC236}">
                <a16:creationId xmlns:a16="http://schemas.microsoft.com/office/drawing/2014/main" id="{B61D866E-61DB-4509-B327-AA859AC55EBC}"/>
              </a:ext>
            </a:extLst>
          </p:cNvPr>
          <p:cNvSpPr>
            <a:spLocks noGrp="1"/>
          </p:cNvSpPr>
          <p:nvPr/>
        </p:nvSpPr>
        <p:spPr>
          <a:xfrm>
            <a:off x="715947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6" name="F2_precision_recall_distributions_8060">
            <a:extLst>
              <a:ext uri="{FF2B5EF4-FFF2-40B4-BE49-F238E27FC236}">
                <a16:creationId xmlns:a16="http://schemas.microsoft.com/office/drawing/2014/main" id="{87C52FC5-5CEC-49A9-BEA5-ABEE26FBD03D}"/>
              </a:ext>
            </a:extLst>
          </p:cNvPr>
          <p:cNvSpPr>
            <a:spLocks noGrp="1"/>
          </p:cNvSpPr>
          <p:nvPr/>
        </p:nvSpPr>
        <p:spPr>
          <a:xfrm>
            <a:off x="718110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7" name="F2_precision_recall_distributions_8061">
            <a:extLst>
              <a:ext uri="{FF2B5EF4-FFF2-40B4-BE49-F238E27FC236}">
                <a16:creationId xmlns:a16="http://schemas.microsoft.com/office/drawing/2014/main" id="{63A2E1AB-F67C-4784-8654-3662FD575DD6}"/>
              </a:ext>
            </a:extLst>
          </p:cNvPr>
          <p:cNvSpPr>
            <a:spLocks noGrp="1"/>
          </p:cNvSpPr>
          <p:nvPr/>
        </p:nvSpPr>
        <p:spPr>
          <a:xfrm>
            <a:off x="698191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8" name="F2_precision_recall_distributions_8062">
            <a:extLst>
              <a:ext uri="{FF2B5EF4-FFF2-40B4-BE49-F238E27FC236}">
                <a16:creationId xmlns:a16="http://schemas.microsoft.com/office/drawing/2014/main" id="{1D61B8F1-1587-448B-AEA9-3C24F7E79125}"/>
              </a:ext>
            </a:extLst>
          </p:cNvPr>
          <p:cNvSpPr>
            <a:spLocks noGrp="1"/>
          </p:cNvSpPr>
          <p:nvPr/>
        </p:nvSpPr>
        <p:spPr>
          <a:xfrm>
            <a:off x="720138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49" name="F2_precision_recall_distributions_8063">
            <a:extLst>
              <a:ext uri="{FF2B5EF4-FFF2-40B4-BE49-F238E27FC236}">
                <a16:creationId xmlns:a16="http://schemas.microsoft.com/office/drawing/2014/main" id="{DD7E4DB7-F81E-4297-A832-90E5185AA659}"/>
              </a:ext>
            </a:extLst>
          </p:cNvPr>
          <p:cNvSpPr>
            <a:spLocks noGrp="1"/>
          </p:cNvSpPr>
          <p:nvPr/>
        </p:nvSpPr>
        <p:spPr>
          <a:xfrm>
            <a:off x="729075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0" name="F2_precision_recall_distributions_8064">
            <a:extLst>
              <a:ext uri="{FF2B5EF4-FFF2-40B4-BE49-F238E27FC236}">
                <a16:creationId xmlns:a16="http://schemas.microsoft.com/office/drawing/2014/main" id="{0EF8A8A4-207F-4E36-81B0-F0E836BC407F}"/>
              </a:ext>
            </a:extLst>
          </p:cNvPr>
          <p:cNvSpPr>
            <a:spLocks noGrp="1"/>
          </p:cNvSpPr>
          <p:nvPr/>
        </p:nvSpPr>
        <p:spPr>
          <a:xfrm>
            <a:off x="731887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1" name="F2_precision_recall_distributions_8065">
            <a:extLst>
              <a:ext uri="{FF2B5EF4-FFF2-40B4-BE49-F238E27FC236}">
                <a16:creationId xmlns:a16="http://schemas.microsoft.com/office/drawing/2014/main" id="{35EFF32B-B261-4802-9188-FC4AFC843D18}"/>
              </a:ext>
            </a:extLst>
          </p:cNvPr>
          <p:cNvSpPr>
            <a:spLocks noGrp="1"/>
          </p:cNvSpPr>
          <p:nvPr/>
        </p:nvSpPr>
        <p:spPr>
          <a:xfrm>
            <a:off x="723090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2" name="F2_precision_recall_distributions_8066">
            <a:extLst>
              <a:ext uri="{FF2B5EF4-FFF2-40B4-BE49-F238E27FC236}">
                <a16:creationId xmlns:a16="http://schemas.microsoft.com/office/drawing/2014/main" id="{4D0071A1-2198-4F81-9313-F4610C2B4C91}"/>
              </a:ext>
            </a:extLst>
          </p:cNvPr>
          <p:cNvSpPr>
            <a:spLocks noGrp="1"/>
          </p:cNvSpPr>
          <p:nvPr/>
        </p:nvSpPr>
        <p:spPr>
          <a:xfrm>
            <a:off x="701472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3" name="F2_precision_recall_distributions_8067">
            <a:extLst>
              <a:ext uri="{FF2B5EF4-FFF2-40B4-BE49-F238E27FC236}">
                <a16:creationId xmlns:a16="http://schemas.microsoft.com/office/drawing/2014/main" id="{9EF7CD86-8912-4397-8C54-3ECC44453DF5}"/>
              </a:ext>
            </a:extLst>
          </p:cNvPr>
          <p:cNvSpPr>
            <a:spLocks noGrp="1"/>
          </p:cNvSpPr>
          <p:nvPr/>
        </p:nvSpPr>
        <p:spPr>
          <a:xfrm>
            <a:off x="717415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4" name="F2_precision_recall_distributions_8068">
            <a:extLst>
              <a:ext uri="{FF2B5EF4-FFF2-40B4-BE49-F238E27FC236}">
                <a16:creationId xmlns:a16="http://schemas.microsoft.com/office/drawing/2014/main" id="{0391CC9D-EB3D-4334-B936-385FB2973720}"/>
              </a:ext>
            </a:extLst>
          </p:cNvPr>
          <p:cNvSpPr>
            <a:spLocks noGrp="1"/>
          </p:cNvSpPr>
          <p:nvPr/>
        </p:nvSpPr>
        <p:spPr>
          <a:xfrm>
            <a:off x="71583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5" name="F2_precision_recall_distributions_8069">
            <a:extLst>
              <a:ext uri="{FF2B5EF4-FFF2-40B4-BE49-F238E27FC236}">
                <a16:creationId xmlns:a16="http://schemas.microsoft.com/office/drawing/2014/main" id="{0C3E1781-8B6E-4DB7-A5E3-FBC7D9868435}"/>
              </a:ext>
            </a:extLst>
          </p:cNvPr>
          <p:cNvSpPr>
            <a:spLocks noGrp="1"/>
          </p:cNvSpPr>
          <p:nvPr/>
        </p:nvSpPr>
        <p:spPr>
          <a:xfrm>
            <a:off x="727978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6" name="F2_precision_recall_distributions_8070">
            <a:extLst>
              <a:ext uri="{FF2B5EF4-FFF2-40B4-BE49-F238E27FC236}">
                <a16:creationId xmlns:a16="http://schemas.microsoft.com/office/drawing/2014/main" id="{5E20466E-B4F3-421D-BD2B-2A7C8D92E619}"/>
              </a:ext>
            </a:extLst>
          </p:cNvPr>
          <p:cNvSpPr>
            <a:spLocks noGrp="1"/>
          </p:cNvSpPr>
          <p:nvPr/>
        </p:nvSpPr>
        <p:spPr>
          <a:xfrm>
            <a:off x="731949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7" name="F2_precision_recall_distributions_8071">
            <a:extLst>
              <a:ext uri="{FF2B5EF4-FFF2-40B4-BE49-F238E27FC236}">
                <a16:creationId xmlns:a16="http://schemas.microsoft.com/office/drawing/2014/main" id="{733D7AFE-4B14-4897-82A8-FEC855A2278F}"/>
              </a:ext>
            </a:extLst>
          </p:cNvPr>
          <p:cNvSpPr>
            <a:spLocks noGrp="1"/>
          </p:cNvSpPr>
          <p:nvPr/>
        </p:nvSpPr>
        <p:spPr>
          <a:xfrm>
            <a:off x="698725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8" name="F2_precision_recall_distributions_8072">
            <a:extLst>
              <a:ext uri="{FF2B5EF4-FFF2-40B4-BE49-F238E27FC236}">
                <a16:creationId xmlns:a16="http://schemas.microsoft.com/office/drawing/2014/main" id="{E543BF1D-9F75-4570-BE59-E4207E55C54A}"/>
              </a:ext>
            </a:extLst>
          </p:cNvPr>
          <p:cNvSpPr>
            <a:spLocks noGrp="1"/>
          </p:cNvSpPr>
          <p:nvPr/>
        </p:nvSpPr>
        <p:spPr>
          <a:xfrm>
            <a:off x="7181562" y="71785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59" name="F2_precision_recall_distributions_8073">
            <a:extLst>
              <a:ext uri="{FF2B5EF4-FFF2-40B4-BE49-F238E27FC236}">
                <a16:creationId xmlns:a16="http://schemas.microsoft.com/office/drawing/2014/main" id="{E8F45DE1-6465-453E-9D3A-01167C093834}"/>
              </a:ext>
            </a:extLst>
          </p:cNvPr>
          <p:cNvSpPr>
            <a:spLocks noGrp="1"/>
          </p:cNvSpPr>
          <p:nvPr/>
        </p:nvSpPr>
        <p:spPr>
          <a:xfrm>
            <a:off x="700046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0" name="F2_precision_recall_distributions_8074">
            <a:extLst>
              <a:ext uri="{FF2B5EF4-FFF2-40B4-BE49-F238E27FC236}">
                <a16:creationId xmlns:a16="http://schemas.microsoft.com/office/drawing/2014/main" id="{5565B63B-B6D5-480C-9D72-7F8A653150FC}"/>
              </a:ext>
            </a:extLst>
          </p:cNvPr>
          <p:cNvSpPr>
            <a:spLocks noGrp="1"/>
          </p:cNvSpPr>
          <p:nvPr/>
        </p:nvSpPr>
        <p:spPr>
          <a:xfrm>
            <a:off x="6987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1" name="F2_precision_recall_distributions_8075">
            <a:extLst>
              <a:ext uri="{FF2B5EF4-FFF2-40B4-BE49-F238E27FC236}">
                <a16:creationId xmlns:a16="http://schemas.microsoft.com/office/drawing/2014/main" id="{6582E8C4-1096-4369-BE8B-065073479C99}"/>
              </a:ext>
            </a:extLst>
          </p:cNvPr>
          <p:cNvSpPr>
            <a:spLocks noGrp="1"/>
          </p:cNvSpPr>
          <p:nvPr/>
        </p:nvSpPr>
        <p:spPr>
          <a:xfrm>
            <a:off x="7221663" y="723156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2" name="F2_precision_recall_distributions_8076">
            <a:extLst>
              <a:ext uri="{FF2B5EF4-FFF2-40B4-BE49-F238E27FC236}">
                <a16:creationId xmlns:a16="http://schemas.microsoft.com/office/drawing/2014/main" id="{79C001DC-C129-4927-8A15-59A739E1646A}"/>
              </a:ext>
            </a:extLst>
          </p:cNvPr>
          <p:cNvSpPr>
            <a:spLocks noGrp="1"/>
          </p:cNvSpPr>
          <p:nvPr/>
        </p:nvSpPr>
        <p:spPr>
          <a:xfrm>
            <a:off x="7068824" y="76234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3" name="F2_precision_recall_distributions_8077">
            <a:extLst>
              <a:ext uri="{FF2B5EF4-FFF2-40B4-BE49-F238E27FC236}">
                <a16:creationId xmlns:a16="http://schemas.microsoft.com/office/drawing/2014/main" id="{9A81918F-F753-4EFC-A766-5CD8003077DD}"/>
              </a:ext>
            </a:extLst>
          </p:cNvPr>
          <p:cNvSpPr>
            <a:spLocks noGrp="1"/>
          </p:cNvSpPr>
          <p:nvPr/>
        </p:nvSpPr>
        <p:spPr>
          <a:xfrm>
            <a:off x="7139949" y="741091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4" name="F2_precision_recall_distributions_8078">
            <a:extLst>
              <a:ext uri="{FF2B5EF4-FFF2-40B4-BE49-F238E27FC236}">
                <a16:creationId xmlns:a16="http://schemas.microsoft.com/office/drawing/2014/main" id="{9475A41D-6865-481E-B80A-9F28A1E9C85E}"/>
              </a:ext>
            </a:extLst>
          </p:cNvPr>
          <p:cNvSpPr>
            <a:spLocks noGrp="1"/>
          </p:cNvSpPr>
          <p:nvPr/>
        </p:nvSpPr>
        <p:spPr>
          <a:xfrm>
            <a:off x="7004214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5" name="F2_precision_recall_distributions_8079">
            <a:extLst>
              <a:ext uri="{FF2B5EF4-FFF2-40B4-BE49-F238E27FC236}">
                <a16:creationId xmlns:a16="http://schemas.microsoft.com/office/drawing/2014/main" id="{BFBC82B9-795C-4A82-9447-FB61E06CDCD5}"/>
              </a:ext>
            </a:extLst>
          </p:cNvPr>
          <p:cNvSpPr>
            <a:spLocks noGrp="1"/>
          </p:cNvSpPr>
          <p:nvPr/>
        </p:nvSpPr>
        <p:spPr>
          <a:xfrm>
            <a:off x="717820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6" name="F2_precision_recall_distributions_8080">
            <a:extLst>
              <a:ext uri="{FF2B5EF4-FFF2-40B4-BE49-F238E27FC236}">
                <a16:creationId xmlns:a16="http://schemas.microsoft.com/office/drawing/2014/main" id="{B22D51F3-7808-4E0D-828F-83A6E0DC3FE2}"/>
              </a:ext>
            </a:extLst>
          </p:cNvPr>
          <p:cNvSpPr>
            <a:spLocks noGrp="1"/>
          </p:cNvSpPr>
          <p:nvPr/>
        </p:nvSpPr>
        <p:spPr>
          <a:xfrm>
            <a:off x="709152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7" name="F2_precision_recall_distributions_8081">
            <a:extLst>
              <a:ext uri="{FF2B5EF4-FFF2-40B4-BE49-F238E27FC236}">
                <a16:creationId xmlns:a16="http://schemas.microsoft.com/office/drawing/2014/main" id="{EDB43128-4FBD-4D1B-82C6-CC681D57B3E1}"/>
              </a:ext>
            </a:extLst>
          </p:cNvPr>
          <p:cNvSpPr>
            <a:spLocks noGrp="1"/>
          </p:cNvSpPr>
          <p:nvPr/>
        </p:nvSpPr>
        <p:spPr>
          <a:xfrm>
            <a:off x="7169607" y="77945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8" name="F2_precision_recall_distributions_8082">
            <a:extLst>
              <a:ext uri="{FF2B5EF4-FFF2-40B4-BE49-F238E27FC236}">
                <a16:creationId xmlns:a16="http://schemas.microsoft.com/office/drawing/2014/main" id="{9860126B-ABED-4183-8DA4-FF27481B50FE}"/>
              </a:ext>
            </a:extLst>
          </p:cNvPr>
          <p:cNvSpPr>
            <a:spLocks noGrp="1"/>
          </p:cNvSpPr>
          <p:nvPr/>
        </p:nvSpPr>
        <p:spPr>
          <a:xfrm>
            <a:off x="730933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69" name="F2_precision_recall_distributions_8083">
            <a:extLst>
              <a:ext uri="{FF2B5EF4-FFF2-40B4-BE49-F238E27FC236}">
                <a16:creationId xmlns:a16="http://schemas.microsoft.com/office/drawing/2014/main" id="{BF6A193C-83B0-49E6-9A61-61B12C97C1E8}"/>
              </a:ext>
            </a:extLst>
          </p:cNvPr>
          <p:cNvSpPr>
            <a:spLocks noGrp="1"/>
          </p:cNvSpPr>
          <p:nvPr/>
        </p:nvSpPr>
        <p:spPr>
          <a:xfrm>
            <a:off x="7171911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0" name="F2_precision_recall_distributions_8084">
            <a:extLst>
              <a:ext uri="{FF2B5EF4-FFF2-40B4-BE49-F238E27FC236}">
                <a16:creationId xmlns:a16="http://schemas.microsoft.com/office/drawing/2014/main" id="{2701AC6D-F2C9-4AD5-B57F-260B1993DD25}"/>
              </a:ext>
            </a:extLst>
          </p:cNvPr>
          <p:cNvSpPr>
            <a:spLocks noGrp="1"/>
          </p:cNvSpPr>
          <p:nvPr/>
        </p:nvSpPr>
        <p:spPr>
          <a:xfrm>
            <a:off x="721534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1" name="F2_precision_recall_distributions_8085">
            <a:extLst>
              <a:ext uri="{FF2B5EF4-FFF2-40B4-BE49-F238E27FC236}">
                <a16:creationId xmlns:a16="http://schemas.microsoft.com/office/drawing/2014/main" id="{5CAEA2FE-2EB7-4EA9-A794-6CC04279FF32}"/>
              </a:ext>
            </a:extLst>
          </p:cNvPr>
          <p:cNvSpPr>
            <a:spLocks noGrp="1"/>
          </p:cNvSpPr>
          <p:nvPr/>
        </p:nvSpPr>
        <p:spPr>
          <a:xfrm>
            <a:off x="72172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2" name="F2_precision_recall_distributions_8086">
            <a:extLst>
              <a:ext uri="{FF2B5EF4-FFF2-40B4-BE49-F238E27FC236}">
                <a16:creationId xmlns:a16="http://schemas.microsoft.com/office/drawing/2014/main" id="{ED996205-3F07-482E-811B-562085895E25}"/>
              </a:ext>
            </a:extLst>
          </p:cNvPr>
          <p:cNvSpPr>
            <a:spLocks noGrp="1"/>
          </p:cNvSpPr>
          <p:nvPr/>
        </p:nvSpPr>
        <p:spPr>
          <a:xfrm>
            <a:off x="701595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3" name="F2_precision_recall_distributions_8087">
            <a:extLst>
              <a:ext uri="{FF2B5EF4-FFF2-40B4-BE49-F238E27FC236}">
                <a16:creationId xmlns:a16="http://schemas.microsoft.com/office/drawing/2014/main" id="{49300919-5D35-47CB-B90E-4C5C0B802F79}"/>
              </a:ext>
            </a:extLst>
          </p:cNvPr>
          <p:cNvSpPr>
            <a:spLocks noGrp="1"/>
          </p:cNvSpPr>
          <p:nvPr/>
        </p:nvSpPr>
        <p:spPr>
          <a:xfrm>
            <a:off x="732846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4" name="F2_precision_recall_distributions_8088">
            <a:extLst>
              <a:ext uri="{FF2B5EF4-FFF2-40B4-BE49-F238E27FC236}">
                <a16:creationId xmlns:a16="http://schemas.microsoft.com/office/drawing/2014/main" id="{BF865700-1081-4D76-98EE-BE209A8E6AE1}"/>
              </a:ext>
            </a:extLst>
          </p:cNvPr>
          <p:cNvSpPr>
            <a:spLocks noGrp="1"/>
          </p:cNvSpPr>
          <p:nvPr/>
        </p:nvSpPr>
        <p:spPr>
          <a:xfrm>
            <a:off x="7293252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5" name="F2_precision_recall_distributions_8089">
            <a:extLst>
              <a:ext uri="{FF2B5EF4-FFF2-40B4-BE49-F238E27FC236}">
                <a16:creationId xmlns:a16="http://schemas.microsoft.com/office/drawing/2014/main" id="{5A7953F6-11FB-4004-8AB0-A86686991C6A}"/>
              </a:ext>
            </a:extLst>
          </p:cNvPr>
          <p:cNvSpPr>
            <a:spLocks noGrp="1"/>
          </p:cNvSpPr>
          <p:nvPr/>
        </p:nvSpPr>
        <p:spPr>
          <a:xfrm>
            <a:off x="6981174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6" name="F2_precision_recall_distributions_8090">
            <a:extLst>
              <a:ext uri="{FF2B5EF4-FFF2-40B4-BE49-F238E27FC236}">
                <a16:creationId xmlns:a16="http://schemas.microsoft.com/office/drawing/2014/main" id="{B768B575-79C9-4A6C-BEFA-BF7C658D72AF}"/>
              </a:ext>
            </a:extLst>
          </p:cNvPr>
          <p:cNvSpPr>
            <a:spLocks noGrp="1"/>
          </p:cNvSpPr>
          <p:nvPr/>
        </p:nvSpPr>
        <p:spPr>
          <a:xfrm>
            <a:off x="702688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7" name="F2_precision_recall_distributions_8091">
            <a:extLst>
              <a:ext uri="{FF2B5EF4-FFF2-40B4-BE49-F238E27FC236}">
                <a16:creationId xmlns:a16="http://schemas.microsoft.com/office/drawing/2014/main" id="{9D71ADFD-E9AA-4006-A485-AC3EA0EC834F}"/>
              </a:ext>
            </a:extLst>
          </p:cNvPr>
          <p:cNvSpPr>
            <a:spLocks noGrp="1"/>
          </p:cNvSpPr>
          <p:nvPr/>
        </p:nvSpPr>
        <p:spPr>
          <a:xfrm>
            <a:off x="7182839" y="733008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8" name="F2_precision_recall_distributions_8092">
            <a:extLst>
              <a:ext uri="{FF2B5EF4-FFF2-40B4-BE49-F238E27FC236}">
                <a16:creationId xmlns:a16="http://schemas.microsoft.com/office/drawing/2014/main" id="{F6F7777D-7980-49AE-8748-078EF0857D95}"/>
              </a:ext>
            </a:extLst>
          </p:cNvPr>
          <p:cNvSpPr>
            <a:spLocks noGrp="1"/>
          </p:cNvSpPr>
          <p:nvPr/>
        </p:nvSpPr>
        <p:spPr>
          <a:xfrm>
            <a:off x="7017701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79" name="F2_precision_recall_distributions_8093">
            <a:extLst>
              <a:ext uri="{FF2B5EF4-FFF2-40B4-BE49-F238E27FC236}">
                <a16:creationId xmlns:a16="http://schemas.microsoft.com/office/drawing/2014/main" id="{36A441A6-C11F-4526-A75B-8841FD8060E8}"/>
              </a:ext>
            </a:extLst>
          </p:cNvPr>
          <p:cNvSpPr>
            <a:spLocks noGrp="1"/>
          </p:cNvSpPr>
          <p:nvPr/>
        </p:nvSpPr>
        <p:spPr>
          <a:xfrm>
            <a:off x="729933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0" name="F2_precision_recall_distributions_8094">
            <a:extLst>
              <a:ext uri="{FF2B5EF4-FFF2-40B4-BE49-F238E27FC236}">
                <a16:creationId xmlns:a16="http://schemas.microsoft.com/office/drawing/2014/main" id="{3EF7C6B0-2254-491E-9B19-F21EA4CA08DF}"/>
              </a:ext>
            </a:extLst>
          </p:cNvPr>
          <p:cNvSpPr>
            <a:spLocks noGrp="1"/>
          </p:cNvSpPr>
          <p:nvPr/>
        </p:nvSpPr>
        <p:spPr>
          <a:xfrm>
            <a:off x="700378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1" name="F2_precision_recall_distributions_8095">
            <a:extLst>
              <a:ext uri="{FF2B5EF4-FFF2-40B4-BE49-F238E27FC236}">
                <a16:creationId xmlns:a16="http://schemas.microsoft.com/office/drawing/2014/main" id="{D57B4961-12DC-44D1-BD91-7AA9700DE59E}"/>
              </a:ext>
            </a:extLst>
          </p:cNvPr>
          <p:cNvSpPr>
            <a:spLocks noGrp="1"/>
          </p:cNvSpPr>
          <p:nvPr/>
        </p:nvSpPr>
        <p:spPr>
          <a:xfrm>
            <a:off x="707705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2" name="F2_precision_recall_distributions_8096">
            <a:extLst>
              <a:ext uri="{FF2B5EF4-FFF2-40B4-BE49-F238E27FC236}">
                <a16:creationId xmlns:a16="http://schemas.microsoft.com/office/drawing/2014/main" id="{7E195BD7-FA59-4ABF-AA36-C8B52D4D6652}"/>
              </a:ext>
            </a:extLst>
          </p:cNvPr>
          <p:cNvSpPr>
            <a:spLocks noGrp="1"/>
          </p:cNvSpPr>
          <p:nvPr/>
        </p:nvSpPr>
        <p:spPr>
          <a:xfrm>
            <a:off x="7212969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3" name="F2_precision_recall_distributions_8097">
            <a:extLst>
              <a:ext uri="{FF2B5EF4-FFF2-40B4-BE49-F238E27FC236}">
                <a16:creationId xmlns:a16="http://schemas.microsoft.com/office/drawing/2014/main" id="{98A315E3-A8F5-44D5-9CB2-16471FCEA752}"/>
              </a:ext>
            </a:extLst>
          </p:cNvPr>
          <p:cNvSpPr>
            <a:spLocks noGrp="1"/>
          </p:cNvSpPr>
          <p:nvPr/>
        </p:nvSpPr>
        <p:spPr>
          <a:xfrm>
            <a:off x="711992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4" name="F2_precision_recall_distributions_8098">
            <a:extLst>
              <a:ext uri="{FF2B5EF4-FFF2-40B4-BE49-F238E27FC236}">
                <a16:creationId xmlns:a16="http://schemas.microsoft.com/office/drawing/2014/main" id="{FF3E2D74-DA30-45F4-A63F-F413C46A3512}"/>
              </a:ext>
            </a:extLst>
          </p:cNvPr>
          <p:cNvSpPr>
            <a:spLocks noGrp="1"/>
          </p:cNvSpPr>
          <p:nvPr/>
        </p:nvSpPr>
        <p:spPr>
          <a:xfrm>
            <a:off x="732446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5" name="F2_precision_recall_distributions_8099">
            <a:extLst>
              <a:ext uri="{FF2B5EF4-FFF2-40B4-BE49-F238E27FC236}">
                <a16:creationId xmlns:a16="http://schemas.microsoft.com/office/drawing/2014/main" id="{1F04E4AA-9BAC-4F28-BA14-FC7509FC8196}"/>
              </a:ext>
            </a:extLst>
          </p:cNvPr>
          <p:cNvSpPr>
            <a:spLocks noGrp="1"/>
          </p:cNvSpPr>
          <p:nvPr/>
        </p:nvSpPr>
        <p:spPr>
          <a:xfrm>
            <a:off x="717053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6" name="F2_precision_recall_distributions_8100">
            <a:extLst>
              <a:ext uri="{FF2B5EF4-FFF2-40B4-BE49-F238E27FC236}">
                <a16:creationId xmlns:a16="http://schemas.microsoft.com/office/drawing/2014/main" id="{C0FA4AEC-9D55-4004-AF4C-B6007B71A4E3}"/>
              </a:ext>
            </a:extLst>
          </p:cNvPr>
          <p:cNvSpPr>
            <a:spLocks noGrp="1"/>
          </p:cNvSpPr>
          <p:nvPr/>
        </p:nvSpPr>
        <p:spPr>
          <a:xfrm>
            <a:off x="7008714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7" name="F2_precision_recall_distributions_8101">
            <a:extLst>
              <a:ext uri="{FF2B5EF4-FFF2-40B4-BE49-F238E27FC236}">
                <a16:creationId xmlns:a16="http://schemas.microsoft.com/office/drawing/2014/main" id="{100695EA-2989-40A3-9D75-5CE4B873ACFF}"/>
              </a:ext>
            </a:extLst>
          </p:cNvPr>
          <p:cNvSpPr>
            <a:spLocks noGrp="1"/>
          </p:cNvSpPr>
          <p:nvPr/>
        </p:nvSpPr>
        <p:spPr>
          <a:xfrm>
            <a:off x="722595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8" name="F2_precision_recall_distributions_8102">
            <a:extLst>
              <a:ext uri="{FF2B5EF4-FFF2-40B4-BE49-F238E27FC236}">
                <a16:creationId xmlns:a16="http://schemas.microsoft.com/office/drawing/2014/main" id="{928B9F0D-316E-4CBD-85EA-F7C482D383F1}"/>
              </a:ext>
            </a:extLst>
          </p:cNvPr>
          <p:cNvSpPr>
            <a:spLocks noGrp="1"/>
          </p:cNvSpPr>
          <p:nvPr/>
        </p:nvSpPr>
        <p:spPr>
          <a:xfrm>
            <a:off x="7274207" y="715494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89" name="F2_precision_recall_distributions_8103">
            <a:extLst>
              <a:ext uri="{FF2B5EF4-FFF2-40B4-BE49-F238E27FC236}">
                <a16:creationId xmlns:a16="http://schemas.microsoft.com/office/drawing/2014/main" id="{424F9797-DC60-4B39-9548-383790BA8F1C}"/>
              </a:ext>
            </a:extLst>
          </p:cNvPr>
          <p:cNvSpPr>
            <a:spLocks noGrp="1"/>
          </p:cNvSpPr>
          <p:nvPr/>
        </p:nvSpPr>
        <p:spPr>
          <a:xfrm>
            <a:off x="7273079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0" name="F2_precision_recall_distributions_8104">
            <a:extLst>
              <a:ext uri="{FF2B5EF4-FFF2-40B4-BE49-F238E27FC236}">
                <a16:creationId xmlns:a16="http://schemas.microsoft.com/office/drawing/2014/main" id="{B1CF0CC5-88C0-4846-B1FE-63A3AC49893F}"/>
              </a:ext>
            </a:extLst>
          </p:cNvPr>
          <p:cNvSpPr>
            <a:spLocks noGrp="1"/>
          </p:cNvSpPr>
          <p:nvPr/>
        </p:nvSpPr>
        <p:spPr>
          <a:xfrm>
            <a:off x="702733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1" name="F2_precision_recall_distributions_8105">
            <a:extLst>
              <a:ext uri="{FF2B5EF4-FFF2-40B4-BE49-F238E27FC236}">
                <a16:creationId xmlns:a16="http://schemas.microsoft.com/office/drawing/2014/main" id="{0E6184F9-4A45-4B5A-8084-56C28DD2C2AD}"/>
              </a:ext>
            </a:extLst>
          </p:cNvPr>
          <p:cNvSpPr>
            <a:spLocks noGrp="1"/>
          </p:cNvSpPr>
          <p:nvPr/>
        </p:nvSpPr>
        <p:spPr>
          <a:xfrm>
            <a:off x="7237549" y="75725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2" name="F2_precision_recall_distributions_8106">
            <a:extLst>
              <a:ext uri="{FF2B5EF4-FFF2-40B4-BE49-F238E27FC236}">
                <a16:creationId xmlns:a16="http://schemas.microsoft.com/office/drawing/2014/main" id="{B472E1A7-74B2-4552-9EF0-B1A018F0365F}"/>
              </a:ext>
            </a:extLst>
          </p:cNvPr>
          <p:cNvSpPr>
            <a:spLocks noGrp="1"/>
          </p:cNvSpPr>
          <p:nvPr/>
        </p:nvSpPr>
        <p:spPr>
          <a:xfrm>
            <a:off x="731549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3" name="F2_precision_recall_distributions_8107">
            <a:extLst>
              <a:ext uri="{FF2B5EF4-FFF2-40B4-BE49-F238E27FC236}">
                <a16:creationId xmlns:a16="http://schemas.microsoft.com/office/drawing/2014/main" id="{34D31524-9411-4BBF-A799-84B9F2019ECF}"/>
              </a:ext>
            </a:extLst>
          </p:cNvPr>
          <p:cNvSpPr>
            <a:spLocks noGrp="1"/>
          </p:cNvSpPr>
          <p:nvPr/>
        </p:nvSpPr>
        <p:spPr>
          <a:xfrm>
            <a:off x="707707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4" name="F2_precision_recall_distributions_8108">
            <a:extLst>
              <a:ext uri="{FF2B5EF4-FFF2-40B4-BE49-F238E27FC236}">
                <a16:creationId xmlns:a16="http://schemas.microsoft.com/office/drawing/2014/main" id="{599D3377-8C42-4871-A0D5-3294B369C13B}"/>
              </a:ext>
            </a:extLst>
          </p:cNvPr>
          <p:cNvSpPr>
            <a:spLocks noGrp="1"/>
          </p:cNvSpPr>
          <p:nvPr/>
        </p:nvSpPr>
        <p:spPr>
          <a:xfrm>
            <a:off x="700533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5" name="F2_precision_recall_distributions_8109">
            <a:extLst>
              <a:ext uri="{FF2B5EF4-FFF2-40B4-BE49-F238E27FC236}">
                <a16:creationId xmlns:a16="http://schemas.microsoft.com/office/drawing/2014/main" id="{B6E0569E-9CF5-4CB1-A539-A9748D6945F1}"/>
              </a:ext>
            </a:extLst>
          </p:cNvPr>
          <p:cNvSpPr>
            <a:spLocks noGrp="1"/>
          </p:cNvSpPr>
          <p:nvPr/>
        </p:nvSpPr>
        <p:spPr>
          <a:xfrm>
            <a:off x="7042040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6" name="F2_precision_recall_distributions_8110">
            <a:extLst>
              <a:ext uri="{FF2B5EF4-FFF2-40B4-BE49-F238E27FC236}">
                <a16:creationId xmlns:a16="http://schemas.microsoft.com/office/drawing/2014/main" id="{A137D5B9-C4F6-4607-BCF9-96A68B08FCDB}"/>
              </a:ext>
            </a:extLst>
          </p:cNvPr>
          <p:cNvSpPr>
            <a:spLocks noGrp="1"/>
          </p:cNvSpPr>
          <p:nvPr/>
        </p:nvSpPr>
        <p:spPr>
          <a:xfrm>
            <a:off x="720068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7" name="F2_precision_recall_distributions_8111">
            <a:extLst>
              <a:ext uri="{FF2B5EF4-FFF2-40B4-BE49-F238E27FC236}">
                <a16:creationId xmlns:a16="http://schemas.microsoft.com/office/drawing/2014/main" id="{EBB9D094-8013-4DA9-B3AC-D0D5CA2DCD41}"/>
              </a:ext>
            </a:extLst>
          </p:cNvPr>
          <p:cNvSpPr>
            <a:spLocks noGrp="1"/>
          </p:cNvSpPr>
          <p:nvPr/>
        </p:nvSpPr>
        <p:spPr>
          <a:xfrm>
            <a:off x="727940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8" name="F2_precision_recall_distributions_8112">
            <a:extLst>
              <a:ext uri="{FF2B5EF4-FFF2-40B4-BE49-F238E27FC236}">
                <a16:creationId xmlns:a16="http://schemas.microsoft.com/office/drawing/2014/main" id="{E3F5D79D-7A8F-45F0-96A6-B78CD004C954}"/>
              </a:ext>
            </a:extLst>
          </p:cNvPr>
          <p:cNvSpPr>
            <a:spLocks noGrp="1"/>
          </p:cNvSpPr>
          <p:nvPr/>
        </p:nvSpPr>
        <p:spPr>
          <a:xfrm>
            <a:off x="711155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299" name="F2_precision_recall_distributions_8113">
            <a:extLst>
              <a:ext uri="{FF2B5EF4-FFF2-40B4-BE49-F238E27FC236}">
                <a16:creationId xmlns:a16="http://schemas.microsoft.com/office/drawing/2014/main" id="{DB6C783A-3F57-4AE0-9E91-AC1F12E463B2}"/>
              </a:ext>
            </a:extLst>
          </p:cNvPr>
          <p:cNvSpPr>
            <a:spLocks noGrp="1"/>
          </p:cNvSpPr>
          <p:nvPr/>
        </p:nvSpPr>
        <p:spPr>
          <a:xfrm>
            <a:off x="727570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0" name="F2_precision_recall_distributions_8114">
            <a:extLst>
              <a:ext uri="{FF2B5EF4-FFF2-40B4-BE49-F238E27FC236}">
                <a16:creationId xmlns:a16="http://schemas.microsoft.com/office/drawing/2014/main" id="{B6F31446-B72D-4673-9C57-DD78E5F87C25}"/>
              </a:ext>
            </a:extLst>
          </p:cNvPr>
          <p:cNvSpPr>
            <a:spLocks noGrp="1"/>
          </p:cNvSpPr>
          <p:nvPr/>
        </p:nvSpPr>
        <p:spPr>
          <a:xfrm>
            <a:off x="716206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1" name="F2_precision_recall_distributions_8115">
            <a:extLst>
              <a:ext uri="{FF2B5EF4-FFF2-40B4-BE49-F238E27FC236}">
                <a16:creationId xmlns:a16="http://schemas.microsoft.com/office/drawing/2014/main" id="{AB059DBE-FCCE-4E60-885B-B10178198AB0}"/>
              </a:ext>
            </a:extLst>
          </p:cNvPr>
          <p:cNvSpPr>
            <a:spLocks noGrp="1"/>
          </p:cNvSpPr>
          <p:nvPr/>
        </p:nvSpPr>
        <p:spPr>
          <a:xfrm>
            <a:off x="7171085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2" name="F2_precision_recall_distributions_8116">
            <a:extLst>
              <a:ext uri="{FF2B5EF4-FFF2-40B4-BE49-F238E27FC236}">
                <a16:creationId xmlns:a16="http://schemas.microsoft.com/office/drawing/2014/main" id="{128B2C86-5104-444C-B4DD-14AFF40DD60B}"/>
              </a:ext>
            </a:extLst>
          </p:cNvPr>
          <p:cNvSpPr>
            <a:spLocks noGrp="1"/>
          </p:cNvSpPr>
          <p:nvPr/>
        </p:nvSpPr>
        <p:spPr>
          <a:xfrm>
            <a:off x="7250614" y="703705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3" name="F2_precision_recall_distributions_8117">
            <a:extLst>
              <a:ext uri="{FF2B5EF4-FFF2-40B4-BE49-F238E27FC236}">
                <a16:creationId xmlns:a16="http://schemas.microsoft.com/office/drawing/2014/main" id="{531B0EA5-DE29-414E-89CB-B725C0EB9578}"/>
              </a:ext>
            </a:extLst>
          </p:cNvPr>
          <p:cNvSpPr>
            <a:spLocks noGrp="1"/>
          </p:cNvSpPr>
          <p:nvPr/>
        </p:nvSpPr>
        <p:spPr>
          <a:xfrm>
            <a:off x="719419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4" name="F2_precision_recall_distributions_8118">
            <a:extLst>
              <a:ext uri="{FF2B5EF4-FFF2-40B4-BE49-F238E27FC236}">
                <a16:creationId xmlns:a16="http://schemas.microsoft.com/office/drawing/2014/main" id="{A6BB05CA-F37E-4455-A8DB-1F1C84D1B48D}"/>
              </a:ext>
            </a:extLst>
          </p:cNvPr>
          <p:cNvSpPr>
            <a:spLocks noGrp="1"/>
          </p:cNvSpPr>
          <p:nvPr/>
        </p:nvSpPr>
        <p:spPr>
          <a:xfrm>
            <a:off x="7322088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5" name="F2_precision_recall_distributions_8119">
            <a:extLst>
              <a:ext uri="{FF2B5EF4-FFF2-40B4-BE49-F238E27FC236}">
                <a16:creationId xmlns:a16="http://schemas.microsoft.com/office/drawing/2014/main" id="{986C35CF-16F0-4519-9823-F6ED9A0021F8}"/>
              </a:ext>
            </a:extLst>
          </p:cNvPr>
          <p:cNvSpPr>
            <a:spLocks noGrp="1"/>
          </p:cNvSpPr>
          <p:nvPr/>
        </p:nvSpPr>
        <p:spPr>
          <a:xfrm>
            <a:off x="7024433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6" name="F2_precision_recall_distributions_8120">
            <a:extLst>
              <a:ext uri="{FF2B5EF4-FFF2-40B4-BE49-F238E27FC236}">
                <a16:creationId xmlns:a16="http://schemas.microsoft.com/office/drawing/2014/main" id="{C1D2DFD8-1D00-4073-9D6D-66CF41C039F2}"/>
              </a:ext>
            </a:extLst>
          </p:cNvPr>
          <p:cNvSpPr>
            <a:spLocks noGrp="1"/>
          </p:cNvSpPr>
          <p:nvPr/>
        </p:nvSpPr>
        <p:spPr>
          <a:xfrm>
            <a:off x="7173093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7" name="F2_precision_recall_distributions_8121">
            <a:extLst>
              <a:ext uri="{FF2B5EF4-FFF2-40B4-BE49-F238E27FC236}">
                <a16:creationId xmlns:a16="http://schemas.microsoft.com/office/drawing/2014/main" id="{B3901739-AD6C-4183-BBAF-27682B4DE95B}"/>
              </a:ext>
            </a:extLst>
          </p:cNvPr>
          <p:cNvSpPr>
            <a:spLocks noGrp="1"/>
          </p:cNvSpPr>
          <p:nvPr/>
        </p:nvSpPr>
        <p:spPr>
          <a:xfrm>
            <a:off x="725338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8" name="F2_precision_recall_distributions_8122">
            <a:extLst>
              <a:ext uri="{FF2B5EF4-FFF2-40B4-BE49-F238E27FC236}">
                <a16:creationId xmlns:a16="http://schemas.microsoft.com/office/drawing/2014/main" id="{8F877FD9-0E85-4A1D-82EC-842EDD11438A}"/>
              </a:ext>
            </a:extLst>
          </p:cNvPr>
          <p:cNvSpPr>
            <a:spLocks noGrp="1"/>
          </p:cNvSpPr>
          <p:nvPr/>
        </p:nvSpPr>
        <p:spPr>
          <a:xfrm>
            <a:off x="7120099" y="749526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09" name="F2_precision_recall_distributions_8123">
            <a:extLst>
              <a:ext uri="{FF2B5EF4-FFF2-40B4-BE49-F238E27FC236}">
                <a16:creationId xmlns:a16="http://schemas.microsoft.com/office/drawing/2014/main" id="{CEEE0AD2-6FFB-4D73-8944-AD4E4E1F9460}"/>
              </a:ext>
            </a:extLst>
          </p:cNvPr>
          <p:cNvSpPr>
            <a:spLocks noGrp="1"/>
          </p:cNvSpPr>
          <p:nvPr/>
        </p:nvSpPr>
        <p:spPr>
          <a:xfrm>
            <a:off x="7216414" y="734355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0" name="F2_precision_recall_distributions_8124">
            <a:extLst>
              <a:ext uri="{FF2B5EF4-FFF2-40B4-BE49-F238E27FC236}">
                <a16:creationId xmlns:a16="http://schemas.microsoft.com/office/drawing/2014/main" id="{0C1DD8E3-8D14-4DA2-A0AA-530B58231B63}"/>
              </a:ext>
            </a:extLst>
          </p:cNvPr>
          <p:cNvSpPr>
            <a:spLocks noGrp="1"/>
          </p:cNvSpPr>
          <p:nvPr/>
        </p:nvSpPr>
        <p:spPr>
          <a:xfrm>
            <a:off x="731227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1" name="F2_precision_recall_distributions_8125">
            <a:extLst>
              <a:ext uri="{FF2B5EF4-FFF2-40B4-BE49-F238E27FC236}">
                <a16:creationId xmlns:a16="http://schemas.microsoft.com/office/drawing/2014/main" id="{011848CA-E5EC-41ED-B273-5894E30E8D60}"/>
              </a:ext>
            </a:extLst>
          </p:cNvPr>
          <p:cNvSpPr>
            <a:spLocks noGrp="1"/>
          </p:cNvSpPr>
          <p:nvPr/>
        </p:nvSpPr>
        <p:spPr>
          <a:xfrm>
            <a:off x="711411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2" name="F2_precision_recall_distributions_8126">
            <a:extLst>
              <a:ext uri="{FF2B5EF4-FFF2-40B4-BE49-F238E27FC236}">
                <a16:creationId xmlns:a16="http://schemas.microsoft.com/office/drawing/2014/main" id="{2A1E1173-FA4A-438C-B413-FA955DE54EF7}"/>
              </a:ext>
            </a:extLst>
          </p:cNvPr>
          <p:cNvSpPr>
            <a:spLocks noGrp="1"/>
          </p:cNvSpPr>
          <p:nvPr/>
        </p:nvSpPr>
        <p:spPr>
          <a:xfrm>
            <a:off x="731343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3" name="F2_precision_recall_distributions_8127">
            <a:extLst>
              <a:ext uri="{FF2B5EF4-FFF2-40B4-BE49-F238E27FC236}">
                <a16:creationId xmlns:a16="http://schemas.microsoft.com/office/drawing/2014/main" id="{546E0D29-D5F1-4643-966C-B8200CFB71E5}"/>
              </a:ext>
            </a:extLst>
          </p:cNvPr>
          <p:cNvSpPr>
            <a:spLocks noGrp="1"/>
          </p:cNvSpPr>
          <p:nvPr/>
        </p:nvSpPr>
        <p:spPr>
          <a:xfrm>
            <a:off x="7043703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4" name="F2_precision_recall_distributions_8128">
            <a:extLst>
              <a:ext uri="{FF2B5EF4-FFF2-40B4-BE49-F238E27FC236}">
                <a16:creationId xmlns:a16="http://schemas.microsoft.com/office/drawing/2014/main" id="{ACCF3923-7DCF-4E5D-BB74-A57CAD73B620}"/>
              </a:ext>
            </a:extLst>
          </p:cNvPr>
          <p:cNvSpPr>
            <a:spLocks noGrp="1"/>
          </p:cNvSpPr>
          <p:nvPr/>
        </p:nvSpPr>
        <p:spPr>
          <a:xfrm>
            <a:off x="733126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5" name="F2_precision_recall_distributions_8129">
            <a:extLst>
              <a:ext uri="{FF2B5EF4-FFF2-40B4-BE49-F238E27FC236}">
                <a16:creationId xmlns:a16="http://schemas.microsoft.com/office/drawing/2014/main" id="{43F56318-781A-4961-8B89-7C121AC6B805}"/>
              </a:ext>
            </a:extLst>
          </p:cNvPr>
          <p:cNvSpPr>
            <a:spLocks noGrp="1"/>
          </p:cNvSpPr>
          <p:nvPr/>
        </p:nvSpPr>
        <p:spPr>
          <a:xfrm>
            <a:off x="7308201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6" name="F2_precision_recall_distributions_8130">
            <a:extLst>
              <a:ext uri="{FF2B5EF4-FFF2-40B4-BE49-F238E27FC236}">
                <a16:creationId xmlns:a16="http://schemas.microsoft.com/office/drawing/2014/main" id="{8640A0D4-BE01-4555-B187-42D5DA93E932}"/>
              </a:ext>
            </a:extLst>
          </p:cNvPr>
          <p:cNvSpPr>
            <a:spLocks noGrp="1"/>
          </p:cNvSpPr>
          <p:nvPr/>
        </p:nvSpPr>
        <p:spPr>
          <a:xfrm>
            <a:off x="705087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7" name="F2_precision_recall_distributions_8131">
            <a:extLst>
              <a:ext uri="{FF2B5EF4-FFF2-40B4-BE49-F238E27FC236}">
                <a16:creationId xmlns:a16="http://schemas.microsoft.com/office/drawing/2014/main" id="{0AD10469-D110-4E50-B634-40887052EAC5}"/>
              </a:ext>
            </a:extLst>
          </p:cNvPr>
          <p:cNvSpPr>
            <a:spLocks noGrp="1"/>
          </p:cNvSpPr>
          <p:nvPr/>
        </p:nvSpPr>
        <p:spPr>
          <a:xfrm>
            <a:off x="698455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8" name="F2_precision_recall_distributions_8132">
            <a:extLst>
              <a:ext uri="{FF2B5EF4-FFF2-40B4-BE49-F238E27FC236}">
                <a16:creationId xmlns:a16="http://schemas.microsoft.com/office/drawing/2014/main" id="{5998776C-7439-4750-A0E7-261E3BCD3860}"/>
              </a:ext>
            </a:extLst>
          </p:cNvPr>
          <p:cNvSpPr>
            <a:spLocks noGrp="1"/>
          </p:cNvSpPr>
          <p:nvPr/>
        </p:nvSpPr>
        <p:spPr>
          <a:xfrm>
            <a:off x="709694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19" name="F2_precision_recall_distributions_8133">
            <a:extLst>
              <a:ext uri="{FF2B5EF4-FFF2-40B4-BE49-F238E27FC236}">
                <a16:creationId xmlns:a16="http://schemas.microsoft.com/office/drawing/2014/main" id="{FDFB519A-73F1-488C-892E-66E02278F417}"/>
              </a:ext>
            </a:extLst>
          </p:cNvPr>
          <p:cNvSpPr>
            <a:spLocks noGrp="1"/>
          </p:cNvSpPr>
          <p:nvPr/>
        </p:nvSpPr>
        <p:spPr>
          <a:xfrm>
            <a:off x="700004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0" name="F2_precision_recall_distributions_8134">
            <a:extLst>
              <a:ext uri="{FF2B5EF4-FFF2-40B4-BE49-F238E27FC236}">
                <a16:creationId xmlns:a16="http://schemas.microsoft.com/office/drawing/2014/main" id="{01A3AF77-7272-4CEB-9034-4290962EFA29}"/>
              </a:ext>
            </a:extLst>
          </p:cNvPr>
          <p:cNvSpPr>
            <a:spLocks noGrp="1"/>
          </p:cNvSpPr>
          <p:nvPr/>
        </p:nvSpPr>
        <p:spPr>
          <a:xfrm>
            <a:off x="697169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1" name="F2_precision_recall_distributions_8135">
            <a:extLst>
              <a:ext uri="{FF2B5EF4-FFF2-40B4-BE49-F238E27FC236}">
                <a16:creationId xmlns:a16="http://schemas.microsoft.com/office/drawing/2014/main" id="{BBBE2F67-B20A-4CF9-9CB7-97B3975FC0B1}"/>
              </a:ext>
            </a:extLst>
          </p:cNvPr>
          <p:cNvSpPr>
            <a:spLocks noGrp="1"/>
          </p:cNvSpPr>
          <p:nvPr/>
        </p:nvSpPr>
        <p:spPr>
          <a:xfrm>
            <a:off x="7077414" y="73254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2" name="F2_precision_recall_distributions_8136">
            <a:extLst>
              <a:ext uri="{FF2B5EF4-FFF2-40B4-BE49-F238E27FC236}">
                <a16:creationId xmlns:a16="http://schemas.microsoft.com/office/drawing/2014/main" id="{3B556AA4-F7CD-4767-AADE-2A4F7930DFE7}"/>
              </a:ext>
            </a:extLst>
          </p:cNvPr>
          <p:cNvSpPr>
            <a:spLocks noGrp="1"/>
          </p:cNvSpPr>
          <p:nvPr/>
        </p:nvSpPr>
        <p:spPr>
          <a:xfrm>
            <a:off x="7145109" y="7107787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3" name="F2_precision_recall_distributions_8137">
            <a:extLst>
              <a:ext uri="{FF2B5EF4-FFF2-40B4-BE49-F238E27FC236}">
                <a16:creationId xmlns:a16="http://schemas.microsoft.com/office/drawing/2014/main" id="{E837B0C7-132B-4DAD-9F6C-E5D6842690E9}"/>
              </a:ext>
            </a:extLst>
          </p:cNvPr>
          <p:cNvSpPr>
            <a:spLocks noGrp="1"/>
          </p:cNvSpPr>
          <p:nvPr/>
        </p:nvSpPr>
        <p:spPr>
          <a:xfrm>
            <a:off x="7240359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4" name="F2_precision_recall_distributions_8138">
            <a:extLst>
              <a:ext uri="{FF2B5EF4-FFF2-40B4-BE49-F238E27FC236}">
                <a16:creationId xmlns:a16="http://schemas.microsoft.com/office/drawing/2014/main" id="{D7D12339-DAAE-4797-97E4-4A7BA2C8BDA5}"/>
              </a:ext>
            </a:extLst>
          </p:cNvPr>
          <p:cNvSpPr>
            <a:spLocks noGrp="1"/>
          </p:cNvSpPr>
          <p:nvPr/>
        </p:nvSpPr>
        <p:spPr>
          <a:xfrm>
            <a:off x="7141502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5" name="F2_precision_recall_distributions_8139">
            <a:extLst>
              <a:ext uri="{FF2B5EF4-FFF2-40B4-BE49-F238E27FC236}">
                <a16:creationId xmlns:a16="http://schemas.microsoft.com/office/drawing/2014/main" id="{EC7E9D42-4307-4074-BEE8-85C4F5D7D34F}"/>
              </a:ext>
            </a:extLst>
          </p:cNvPr>
          <p:cNvSpPr>
            <a:spLocks noGrp="1"/>
          </p:cNvSpPr>
          <p:nvPr/>
        </p:nvSpPr>
        <p:spPr>
          <a:xfrm>
            <a:off x="7083171" y="746144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6" name="F2_precision_recall_distributions_8140">
            <a:extLst>
              <a:ext uri="{FF2B5EF4-FFF2-40B4-BE49-F238E27FC236}">
                <a16:creationId xmlns:a16="http://schemas.microsoft.com/office/drawing/2014/main" id="{5175851F-70A9-4B02-947B-B6BE04A4EB65}"/>
              </a:ext>
            </a:extLst>
          </p:cNvPr>
          <p:cNvSpPr>
            <a:spLocks noGrp="1"/>
          </p:cNvSpPr>
          <p:nvPr/>
        </p:nvSpPr>
        <p:spPr>
          <a:xfrm>
            <a:off x="714026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7" name="F2_precision_recall_distributions_8141">
            <a:extLst>
              <a:ext uri="{FF2B5EF4-FFF2-40B4-BE49-F238E27FC236}">
                <a16:creationId xmlns:a16="http://schemas.microsoft.com/office/drawing/2014/main" id="{EE037BCE-83DE-4245-8551-DD762F49E0B0}"/>
              </a:ext>
            </a:extLst>
          </p:cNvPr>
          <p:cNvSpPr>
            <a:spLocks noGrp="1"/>
          </p:cNvSpPr>
          <p:nvPr/>
        </p:nvSpPr>
        <p:spPr>
          <a:xfrm>
            <a:off x="733652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8" name="F2_precision_recall_distributions_8142">
            <a:extLst>
              <a:ext uri="{FF2B5EF4-FFF2-40B4-BE49-F238E27FC236}">
                <a16:creationId xmlns:a16="http://schemas.microsoft.com/office/drawing/2014/main" id="{C772888F-9C86-405E-84F4-89519A288AB3}"/>
              </a:ext>
            </a:extLst>
          </p:cNvPr>
          <p:cNvSpPr>
            <a:spLocks noGrp="1"/>
          </p:cNvSpPr>
          <p:nvPr/>
        </p:nvSpPr>
        <p:spPr>
          <a:xfrm>
            <a:off x="7243535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29" name="F2_precision_recall_distributions_8143">
            <a:extLst>
              <a:ext uri="{FF2B5EF4-FFF2-40B4-BE49-F238E27FC236}">
                <a16:creationId xmlns:a16="http://schemas.microsoft.com/office/drawing/2014/main" id="{A772C75F-AEA9-491A-9851-3D6C5D644F8F}"/>
              </a:ext>
            </a:extLst>
          </p:cNvPr>
          <p:cNvSpPr>
            <a:spLocks noGrp="1"/>
          </p:cNvSpPr>
          <p:nvPr/>
        </p:nvSpPr>
        <p:spPr>
          <a:xfrm>
            <a:off x="727169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0" name="F2_precision_recall_distributions_8144">
            <a:extLst>
              <a:ext uri="{FF2B5EF4-FFF2-40B4-BE49-F238E27FC236}">
                <a16:creationId xmlns:a16="http://schemas.microsoft.com/office/drawing/2014/main" id="{554CF4F6-AA08-4697-A2E1-D6FD8372E7E1}"/>
              </a:ext>
            </a:extLst>
          </p:cNvPr>
          <p:cNvSpPr>
            <a:spLocks noGrp="1"/>
          </p:cNvSpPr>
          <p:nvPr/>
        </p:nvSpPr>
        <p:spPr>
          <a:xfrm>
            <a:off x="725822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1" name="F2_precision_recall_distributions_8145">
            <a:extLst>
              <a:ext uri="{FF2B5EF4-FFF2-40B4-BE49-F238E27FC236}">
                <a16:creationId xmlns:a16="http://schemas.microsoft.com/office/drawing/2014/main" id="{D71F4873-3A57-42BA-B9FA-550A253C01A4}"/>
              </a:ext>
            </a:extLst>
          </p:cNvPr>
          <p:cNvSpPr>
            <a:spLocks noGrp="1"/>
          </p:cNvSpPr>
          <p:nvPr/>
        </p:nvSpPr>
        <p:spPr>
          <a:xfrm>
            <a:off x="722217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2" name="F2_precision_recall_distributions_8146">
            <a:extLst>
              <a:ext uri="{FF2B5EF4-FFF2-40B4-BE49-F238E27FC236}">
                <a16:creationId xmlns:a16="http://schemas.microsoft.com/office/drawing/2014/main" id="{B12A94C7-70E8-4413-A10A-DFE546A6DE3E}"/>
              </a:ext>
            </a:extLst>
          </p:cNvPr>
          <p:cNvSpPr>
            <a:spLocks noGrp="1"/>
          </p:cNvSpPr>
          <p:nvPr/>
        </p:nvSpPr>
        <p:spPr>
          <a:xfrm>
            <a:off x="7046829" y="7762044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3" name="F2_precision_recall_distributions_8147">
            <a:extLst>
              <a:ext uri="{FF2B5EF4-FFF2-40B4-BE49-F238E27FC236}">
                <a16:creationId xmlns:a16="http://schemas.microsoft.com/office/drawing/2014/main" id="{5D7E356C-2FCE-4939-BAFE-683A8E6DF7AA}"/>
              </a:ext>
            </a:extLst>
          </p:cNvPr>
          <p:cNvSpPr>
            <a:spLocks noGrp="1"/>
          </p:cNvSpPr>
          <p:nvPr/>
        </p:nvSpPr>
        <p:spPr>
          <a:xfrm>
            <a:off x="732736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4" name="F2_precision_recall_distributions_8148">
            <a:extLst>
              <a:ext uri="{FF2B5EF4-FFF2-40B4-BE49-F238E27FC236}">
                <a16:creationId xmlns:a16="http://schemas.microsoft.com/office/drawing/2014/main" id="{68555EE9-EC35-4240-ACA3-DCC1DC7004F9}"/>
              </a:ext>
            </a:extLst>
          </p:cNvPr>
          <p:cNvSpPr>
            <a:spLocks noGrp="1"/>
          </p:cNvSpPr>
          <p:nvPr/>
        </p:nvSpPr>
        <p:spPr>
          <a:xfrm>
            <a:off x="721339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5" name="F2_precision_recall_distributions_8149">
            <a:extLst>
              <a:ext uri="{FF2B5EF4-FFF2-40B4-BE49-F238E27FC236}">
                <a16:creationId xmlns:a16="http://schemas.microsoft.com/office/drawing/2014/main" id="{0392099E-8BF1-460D-9F79-C4ED63B849E4}"/>
              </a:ext>
            </a:extLst>
          </p:cNvPr>
          <p:cNvSpPr>
            <a:spLocks noGrp="1"/>
          </p:cNvSpPr>
          <p:nvPr/>
        </p:nvSpPr>
        <p:spPr>
          <a:xfrm>
            <a:off x="7076176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6" name="F2_precision_recall_distributions_8150">
            <a:extLst>
              <a:ext uri="{FF2B5EF4-FFF2-40B4-BE49-F238E27FC236}">
                <a16:creationId xmlns:a16="http://schemas.microsoft.com/office/drawing/2014/main" id="{F8F87B8B-F16F-4F9E-8B8F-E1076AD326F9}"/>
              </a:ext>
            </a:extLst>
          </p:cNvPr>
          <p:cNvSpPr>
            <a:spLocks noGrp="1"/>
          </p:cNvSpPr>
          <p:nvPr/>
        </p:nvSpPr>
        <p:spPr>
          <a:xfrm>
            <a:off x="708844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7" name="F2_precision_recall_distributions_8151">
            <a:extLst>
              <a:ext uri="{FF2B5EF4-FFF2-40B4-BE49-F238E27FC236}">
                <a16:creationId xmlns:a16="http://schemas.microsoft.com/office/drawing/2014/main" id="{6BDD11B2-AF78-46E6-AC15-E0B09CA425F6}"/>
              </a:ext>
            </a:extLst>
          </p:cNvPr>
          <p:cNvSpPr>
            <a:spLocks noGrp="1"/>
          </p:cNvSpPr>
          <p:nvPr/>
        </p:nvSpPr>
        <p:spPr>
          <a:xfrm>
            <a:off x="710160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8" name="F2_precision_recall_distributions_8152">
            <a:extLst>
              <a:ext uri="{FF2B5EF4-FFF2-40B4-BE49-F238E27FC236}">
                <a16:creationId xmlns:a16="http://schemas.microsoft.com/office/drawing/2014/main" id="{095E5295-3357-4B8E-85E7-66C99A710701}"/>
              </a:ext>
            </a:extLst>
          </p:cNvPr>
          <p:cNvSpPr>
            <a:spLocks noGrp="1"/>
          </p:cNvSpPr>
          <p:nvPr/>
        </p:nvSpPr>
        <p:spPr>
          <a:xfrm>
            <a:off x="7027144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39" name="F2_precision_recall_distributions_8153">
            <a:extLst>
              <a:ext uri="{FF2B5EF4-FFF2-40B4-BE49-F238E27FC236}">
                <a16:creationId xmlns:a16="http://schemas.microsoft.com/office/drawing/2014/main" id="{47E4438F-A7EC-42B6-B5B6-664090A1449E}"/>
              </a:ext>
            </a:extLst>
          </p:cNvPr>
          <p:cNvSpPr>
            <a:spLocks noGrp="1"/>
          </p:cNvSpPr>
          <p:nvPr/>
        </p:nvSpPr>
        <p:spPr>
          <a:xfrm>
            <a:off x="711514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0" name="F2_precision_recall_distributions_8154">
            <a:extLst>
              <a:ext uri="{FF2B5EF4-FFF2-40B4-BE49-F238E27FC236}">
                <a16:creationId xmlns:a16="http://schemas.microsoft.com/office/drawing/2014/main" id="{A594317A-34C5-4BB8-9CE6-81A746FBB9B4}"/>
              </a:ext>
            </a:extLst>
          </p:cNvPr>
          <p:cNvSpPr>
            <a:spLocks noGrp="1"/>
          </p:cNvSpPr>
          <p:nvPr/>
        </p:nvSpPr>
        <p:spPr>
          <a:xfrm>
            <a:off x="7295653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1" name="F2_precision_recall_distributions_8155">
            <a:extLst>
              <a:ext uri="{FF2B5EF4-FFF2-40B4-BE49-F238E27FC236}">
                <a16:creationId xmlns:a16="http://schemas.microsoft.com/office/drawing/2014/main" id="{49A95D55-FB1E-49D3-B019-C65D1E41AFE6}"/>
              </a:ext>
            </a:extLst>
          </p:cNvPr>
          <p:cNvSpPr>
            <a:spLocks noGrp="1"/>
          </p:cNvSpPr>
          <p:nvPr/>
        </p:nvSpPr>
        <p:spPr>
          <a:xfrm>
            <a:off x="71628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2" name="F2_precision_recall_distributions_8156">
            <a:extLst>
              <a:ext uri="{FF2B5EF4-FFF2-40B4-BE49-F238E27FC236}">
                <a16:creationId xmlns:a16="http://schemas.microsoft.com/office/drawing/2014/main" id="{6B14FFFD-EE26-40CF-8608-3123C48C772A}"/>
              </a:ext>
            </a:extLst>
          </p:cNvPr>
          <p:cNvSpPr>
            <a:spLocks noGrp="1"/>
          </p:cNvSpPr>
          <p:nvPr/>
        </p:nvSpPr>
        <p:spPr>
          <a:xfrm>
            <a:off x="7028290" y="739070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3" name="F2_precision_recall_distributions_8157">
            <a:extLst>
              <a:ext uri="{FF2B5EF4-FFF2-40B4-BE49-F238E27FC236}">
                <a16:creationId xmlns:a16="http://schemas.microsoft.com/office/drawing/2014/main" id="{3DAB34D9-A10B-4D15-9021-E7DCC921DF3B}"/>
              </a:ext>
            </a:extLst>
          </p:cNvPr>
          <p:cNvSpPr>
            <a:spLocks noGrp="1"/>
          </p:cNvSpPr>
          <p:nvPr/>
        </p:nvSpPr>
        <p:spPr>
          <a:xfrm>
            <a:off x="7318940" y="774436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4" name="F2_precision_recall_distributions_8158">
            <a:extLst>
              <a:ext uri="{FF2B5EF4-FFF2-40B4-BE49-F238E27FC236}">
                <a16:creationId xmlns:a16="http://schemas.microsoft.com/office/drawing/2014/main" id="{7583B953-70D2-4713-8541-675256255799}"/>
              </a:ext>
            </a:extLst>
          </p:cNvPr>
          <p:cNvSpPr>
            <a:spLocks noGrp="1"/>
          </p:cNvSpPr>
          <p:nvPr/>
        </p:nvSpPr>
        <p:spPr>
          <a:xfrm>
            <a:off x="7077652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5" name="F2_precision_recall_distributions_8159">
            <a:extLst>
              <a:ext uri="{FF2B5EF4-FFF2-40B4-BE49-F238E27FC236}">
                <a16:creationId xmlns:a16="http://schemas.microsoft.com/office/drawing/2014/main" id="{3BA09E21-F427-4DDD-8A16-971A796C5379}"/>
              </a:ext>
            </a:extLst>
          </p:cNvPr>
          <p:cNvSpPr>
            <a:spLocks noGrp="1"/>
          </p:cNvSpPr>
          <p:nvPr/>
        </p:nvSpPr>
        <p:spPr>
          <a:xfrm>
            <a:off x="7186032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6" name="F2_precision_recall_distributions_8160">
            <a:extLst>
              <a:ext uri="{FF2B5EF4-FFF2-40B4-BE49-F238E27FC236}">
                <a16:creationId xmlns:a16="http://schemas.microsoft.com/office/drawing/2014/main" id="{47F4D7EB-3692-4AE2-B7F3-93A53B31EAF4}"/>
              </a:ext>
            </a:extLst>
          </p:cNvPr>
          <p:cNvSpPr>
            <a:spLocks noGrp="1"/>
          </p:cNvSpPr>
          <p:nvPr/>
        </p:nvSpPr>
        <p:spPr>
          <a:xfrm>
            <a:off x="7123444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7" name="F2_precision_recall_distributions_8161">
            <a:extLst>
              <a:ext uri="{FF2B5EF4-FFF2-40B4-BE49-F238E27FC236}">
                <a16:creationId xmlns:a16="http://schemas.microsoft.com/office/drawing/2014/main" id="{3B4F36E0-A7B9-45AE-AEC0-248F20B80CD8}"/>
              </a:ext>
            </a:extLst>
          </p:cNvPr>
          <p:cNvSpPr>
            <a:spLocks noGrp="1"/>
          </p:cNvSpPr>
          <p:nvPr/>
        </p:nvSpPr>
        <p:spPr>
          <a:xfrm>
            <a:off x="715867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8" name="F2_precision_recall_distributions_8162">
            <a:extLst>
              <a:ext uri="{FF2B5EF4-FFF2-40B4-BE49-F238E27FC236}">
                <a16:creationId xmlns:a16="http://schemas.microsoft.com/office/drawing/2014/main" id="{A559BB8F-0A14-4534-A70A-4B3BC2533F0E}"/>
              </a:ext>
            </a:extLst>
          </p:cNvPr>
          <p:cNvSpPr>
            <a:spLocks noGrp="1"/>
          </p:cNvSpPr>
          <p:nvPr/>
        </p:nvSpPr>
        <p:spPr>
          <a:xfrm>
            <a:off x="7058190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49" name="F2_precision_recall_distributions_8163">
            <a:extLst>
              <a:ext uri="{FF2B5EF4-FFF2-40B4-BE49-F238E27FC236}">
                <a16:creationId xmlns:a16="http://schemas.microsoft.com/office/drawing/2014/main" id="{2F554571-EB7B-456F-BFF6-7C003ECB8A7C}"/>
              </a:ext>
            </a:extLst>
          </p:cNvPr>
          <p:cNvSpPr>
            <a:spLocks noGrp="1"/>
          </p:cNvSpPr>
          <p:nvPr/>
        </p:nvSpPr>
        <p:spPr>
          <a:xfrm>
            <a:off x="7073838" y="74378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0" name="F2_precision_recall_distributions_8164">
            <a:extLst>
              <a:ext uri="{FF2B5EF4-FFF2-40B4-BE49-F238E27FC236}">
                <a16:creationId xmlns:a16="http://schemas.microsoft.com/office/drawing/2014/main" id="{7D4CF970-1381-491C-88AC-68A0DCEA836B}"/>
              </a:ext>
            </a:extLst>
          </p:cNvPr>
          <p:cNvSpPr>
            <a:spLocks noGrp="1"/>
          </p:cNvSpPr>
          <p:nvPr/>
        </p:nvSpPr>
        <p:spPr>
          <a:xfrm>
            <a:off x="7047755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1" name="F2_precision_recall_distributions_8165">
            <a:extLst>
              <a:ext uri="{FF2B5EF4-FFF2-40B4-BE49-F238E27FC236}">
                <a16:creationId xmlns:a16="http://schemas.microsoft.com/office/drawing/2014/main" id="{B38D68FD-5814-4F70-A100-FD0BD24FE3A4}"/>
              </a:ext>
            </a:extLst>
          </p:cNvPr>
          <p:cNvSpPr>
            <a:spLocks noGrp="1"/>
          </p:cNvSpPr>
          <p:nvPr/>
        </p:nvSpPr>
        <p:spPr>
          <a:xfrm>
            <a:off x="7330488" y="767363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2" name="F2_precision_recall_distributions_8166">
            <a:extLst>
              <a:ext uri="{FF2B5EF4-FFF2-40B4-BE49-F238E27FC236}">
                <a16:creationId xmlns:a16="http://schemas.microsoft.com/office/drawing/2014/main" id="{9DC9194C-5AC0-49CD-8460-D7401974F25F}"/>
              </a:ext>
            </a:extLst>
          </p:cNvPr>
          <p:cNvSpPr>
            <a:spLocks noGrp="1"/>
          </p:cNvSpPr>
          <p:nvPr/>
        </p:nvSpPr>
        <p:spPr>
          <a:xfrm>
            <a:off x="7285060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3" name="F2_precision_recall_distributions_8167">
            <a:extLst>
              <a:ext uri="{FF2B5EF4-FFF2-40B4-BE49-F238E27FC236}">
                <a16:creationId xmlns:a16="http://schemas.microsoft.com/office/drawing/2014/main" id="{133CF50A-DB51-430A-A901-BA04F89F31D6}"/>
              </a:ext>
            </a:extLst>
          </p:cNvPr>
          <p:cNvSpPr>
            <a:spLocks noGrp="1"/>
          </p:cNvSpPr>
          <p:nvPr/>
        </p:nvSpPr>
        <p:spPr>
          <a:xfrm>
            <a:off x="729793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4" name="F2_precision_recall_distributions_8168">
            <a:extLst>
              <a:ext uri="{FF2B5EF4-FFF2-40B4-BE49-F238E27FC236}">
                <a16:creationId xmlns:a16="http://schemas.microsoft.com/office/drawing/2014/main" id="{B1C3A87E-F63C-440E-9320-72D67CB78BC4}"/>
              </a:ext>
            </a:extLst>
          </p:cNvPr>
          <p:cNvSpPr>
            <a:spLocks noGrp="1"/>
          </p:cNvSpPr>
          <p:nvPr/>
        </p:nvSpPr>
        <p:spPr>
          <a:xfrm>
            <a:off x="698477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5" name="F2_precision_recall_distributions_8169">
            <a:extLst>
              <a:ext uri="{FF2B5EF4-FFF2-40B4-BE49-F238E27FC236}">
                <a16:creationId xmlns:a16="http://schemas.microsoft.com/office/drawing/2014/main" id="{5DC1A42F-99AE-49CE-9218-621581467772}"/>
              </a:ext>
            </a:extLst>
          </p:cNvPr>
          <p:cNvSpPr>
            <a:spLocks noGrp="1"/>
          </p:cNvSpPr>
          <p:nvPr/>
        </p:nvSpPr>
        <p:spPr>
          <a:xfrm>
            <a:off x="6992035" y="7437863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6" name="F2_precision_recall_distributions_8170">
            <a:extLst>
              <a:ext uri="{FF2B5EF4-FFF2-40B4-BE49-F238E27FC236}">
                <a16:creationId xmlns:a16="http://schemas.microsoft.com/office/drawing/2014/main" id="{3F74AF58-E29F-4FA6-A5FA-F35CF908547B}"/>
              </a:ext>
            </a:extLst>
          </p:cNvPr>
          <p:cNvSpPr>
            <a:spLocks noGrp="1"/>
          </p:cNvSpPr>
          <p:nvPr/>
        </p:nvSpPr>
        <p:spPr>
          <a:xfrm>
            <a:off x="719341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7" name="F2_precision_recall_distributions_8171">
            <a:extLst>
              <a:ext uri="{FF2B5EF4-FFF2-40B4-BE49-F238E27FC236}">
                <a16:creationId xmlns:a16="http://schemas.microsoft.com/office/drawing/2014/main" id="{BE5B404C-4392-4D5B-A9AB-60C2AAA6B231}"/>
              </a:ext>
            </a:extLst>
          </p:cNvPr>
          <p:cNvSpPr>
            <a:spLocks noGrp="1"/>
          </p:cNvSpPr>
          <p:nvPr/>
        </p:nvSpPr>
        <p:spPr>
          <a:xfrm>
            <a:off x="7246366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8" name="F2_precision_recall_distributions_8172">
            <a:extLst>
              <a:ext uri="{FF2B5EF4-FFF2-40B4-BE49-F238E27FC236}">
                <a16:creationId xmlns:a16="http://schemas.microsoft.com/office/drawing/2014/main" id="{C9D76968-233E-4740-94C6-E2BB6B0FEB2A}"/>
              </a:ext>
            </a:extLst>
          </p:cNvPr>
          <p:cNvSpPr>
            <a:spLocks noGrp="1"/>
          </p:cNvSpPr>
          <p:nvPr/>
        </p:nvSpPr>
        <p:spPr>
          <a:xfrm>
            <a:off x="6982829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59" name="F2_precision_recall_distributions_8173">
            <a:extLst>
              <a:ext uri="{FF2B5EF4-FFF2-40B4-BE49-F238E27FC236}">
                <a16:creationId xmlns:a16="http://schemas.microsoft.com/office/drawing/2014/main" id="{CBA306B4-ED62-4784-BD7D-435EB4D6839A}"/>
              </a:ext>
            </a:extLst>
          </p:cNvPr>
          <p:cNvSpPr>
            <a:spLocks noGrp="1"/>
          </p:cNvSpPr>
          <p:nvPr/>
        </p:nvSpPr>
        <p:spPr>
          <a:xfrm>
            <a:off x="6967293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0" name="F2_precision_recall_distributions_8174">
            <a:extLst>
              <a:ext uri="{FF2B5EF4-FFF2-40B4-BE49-F238E27FC236}">
                <a16:creationId xmlns:a16="http://schemas.microsoft.com/office/drawing/2014/main" id="{A1D1423E-ABDC-4269-A04A-9A17425E318F}"/>
              </a:ext>
            </a:extLst>
          </p:cNvPr>
          <p:cNvSpPr>
            <a:spLocks noGrp="1"/>
          </p:cNvSpPr>
          <p:nvPr/>
        </p:nvSpPr>
        <p:spPr>
          <a:xfrm>
            <a:off x="7253337" y="71360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1" name="F2_precision_recall_distributions_8175">
            <a:extLst>
              <a:ext uri="{FF2B5EF4-FFF2-40B4-BE49-F238E27FC236}">
                <a16:creationId xmlns:a16="http://schemas.microsoft.com/office/drawing/2014/main" id="{7234B454-B050-40EF-BBF8-84C97DFB76CC}"/>
              </a:ext>
            </a:extLst>
          </p:cNvPr>
          <p:cNvSpPr>
            <a:spLocks noGrp="1"/>
          </p:cNvSpPr>
          <p:nvPr/>
        </p:nvSpPr>
        <p:spPr>
          <a:xfrm>
            <a:off x="7094075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2" name="F2_precision_recall_distributions_8176">
            <a:extLst>
              <a:ext uri="{FF2B5EF4-FFF2-40B4-BE49-F238E27FC236}">
                <a16:creationId xmlns:a16="http://schemas.microsoft.com/office/drawing/2014/main" id="{9306A49E-153A-44F6-9D14-FA6349465914}"/>
              </a:ext>
            </a:extLst>
          </p:cNvPr>
          <p:cNvSpPr>
            <a:spLocks noGrp="1"/>
          </p:cNvSpPr>
          <p:nvPr/>
        </p:nvSpPr>
        <p:spPr>
          <a:xfrm>
            <a:off x="7302300" y="749680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3" name="F2_precision_recall_distributions_8177">
            <a:extLst>
              <a:ext uri="{FF2B5EF4-FFF2-40B4-BE49-F238E27FC236}">
                <a16:creationId xmlns:a16="http://schemas.microsoft.com/office/drawing/2014/main" id="{0FBF4E56-3010-444D-B6A2-50760AEC010C}"/>
              </a:ext>
            </a:extLst>
          </p:cNvPr>
          <p:cNvSpPr>
            <a:spLocks noGrp="1"/>
          </p:cNvSpPr>
          <p:nvPr/>
        </p:nvSpPr>
        <p:spPr>
          <a:xfrm>
            <a:off x="712787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4" name="F2_precision_recall_distributions_8178">
            <a:extLst>
              <a:ext uri="{FF2B5EF4-FFF2-40B4-BE49-F238E27FC236}">
                <a16:creationId xmlns:a16="http://schemas.microsoft.com/office/drawing/2014/main" id="{34CF5D65-0163-4999-A99B-D068FF2DE32A}"/>
              </a:ext>
            </a:extLst>
          </p:cNvPr>
          <p:cNvSpPr>
            <a:spLocks noGrp="1"/>
          </p:cNvSpPr>
          <p:nvPr/>
        </p:nvSpPr>
        <p:spPr>
          <a:xfrm>
            <a:off x="7232568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5" name="F2_precision_recall_distributions_8179">
            <a:extLst>
              <a:ext uri="{FF2B5EF4-FFF2-40B4-BE49-F238E27FC236}">
                <a16:creationId xmlns:a16="http://schemas.microsoft.com/office/drawing/2014/main" id="{7980D611-1B10-4F3D-A51E-2746C55173D0}"/>
              </a:ext>
            </a:extLst>
          </p:cNvPr>
          <p:cNvSpPr>
            <a:spLocks noGrp="1"/>
          </p:cNvSpPr>
          <p:nvPr/>
        </p:nvSpPr>
        <p:spPr>
          <a:xfrm>
            <a:off x="709792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6" name="F2_precision_recall_distributions_8180">
            <a:extLst>
              <a:ext uri="{FF2B5EF4-FFF2-40B4-BE49-F238E27FC236}">
                <a16:creationId xmlns:a16="http://schemas.microsoft.com/office/drawing/2014/main" id="{616EB9A1-839E-48DA-8A69-80765EFA96AC}"/>
              </a:ext>
            </a:extLst>
          </p:cNvPr>
          <p:cNvSpPr>
            <a:spLocks noGrp="1"/>
          </p:cNvSpPr>
          <p:nvPr/>
        </p:nvSpPr>
        <p:spPr>
          <a:xfrm>
            <a:off x="6980909" y="7602901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7" name="F2_precision_recall_distributions_8181">
            <a:extLst>
              <a:ext uri="{FF2B5EF4-FFF2-40B4-BE49-F238E27FC236}">
                <a16:creationId xmlns:a16="http://schemas.microsoft.com/office/drawing/2014/main" id="{F548518A-D111-4C99-B09E-569AF20F9563}"/>
              </a:ext>
            </a:extLst>
          </p:cNvPr>
          <p:cNvSpPr>
            <a:spLocks noGrp="1"/>
          </p:cNvSpPr>
          <p:nvPr/>
        </p:nvSpPr>
        <p:spPr>
          <a:xfrm>
            <a:off x="6990833" y="753217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8" name="F2_precision_recall_distributions_8182">
            <a:extLst>
              <a:ext uri="{FF2B5EF4-FFF2-40B4-BE49-F238E27FC236}">
                <a16:creationId xmlns:a16="http://schemas.microsoft.com/office/drawing/2014/main" id="{CBA0F6C3-F38E-48E3-916E-17FF5AFA6C40}"/>
              </a:ext>
            </a:extLst>
          </p:cNvPr>
          <p:cNvSpPr>
            <a:spLocks noGrp="1"/>
          </p:cNvSpPr>
          <p:nvPr/>
        </p:nvSpPr>
        <p:spPr>
          <a:xfrm>
            <a:off x="7296099" y="747558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69" name="F2_precision_recall_distributions_8183">
            <a:extLst>
              <a:ext uri="{FF2B5EF4-FFF2-40B4-BE49-F238E27FC236}">
                <a16:creationId xmlns:a16="http://schemas.microsoft.com/office/drawing/2014/main" id="{3717779D-5990-4F1E-9C38-57DB8E34273C}"/>
              </a:ext>
            </a:extLst>
          </p:cNvPr>
          <p:cNvSpPr>
            <a:spLocks noGrp="1"/>
          </p:cNvSpPr>
          <p:nvPr/>
        </p:nvSpPr>
        <p:spPr>
          <a:xfrm>
            <a:off x="711583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0" name="F2_precision_recall_distributions_8184">
            <a:extLst>
              <a:ext uri="{FF2B5EF4-FFF2-40B4-BE49-F238E27FC236}">
                <a16:creationId xmlns:a16="http://schemas.microsoft.com/office/drawing/2014/main" id="{54920248-A302-4C9B-AB81-5E6BA1EEDEEE}"/>
              </a:ext>
            </a:extLst>
          </p:cNvPr>
          <p:cNvSpPr>
            <a:spLocks noGrp="1"/>
          </p:cNvSpPr>
          <p:nvPr/>
        </p:nvSpPr>
        <p:spPr>
          <a:xfrm>
            <a:off x="7058884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1" name="F2_precision_recall_distributions_8185">
            <a:extLst>
              <a:ext uri="{FF2B5EF4-FFF2-40B4-BE49-F238E27FC236}">
                <a16:creationId xmlns:a16="http://schemas.microsoft.com/office/drawing/2014/main" id="{A7853A2B-016B-44C0-97A2-62EF43EECC7E}"/>
              </a:ext>
            </a:extLst>
          </p:cNvPr>
          <p:cNvSpPr>
            <a:spLocks noGrp="1"/>
          </p:cNvSpPr>
          <p:nvPr/>
        </p:nvSpPr>
        <p:spPr>
          <a:xfrm>
            <a:off x="7222707" y="7249248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2" name="F2_precision_recall_distributions_8186">
            <a:extLst>
              <a:ext uri="{FF2B5EF4-FFF2-40B4-BE49-F238E27FC236}">
                <a16:creationId xmlns:a16="http://schemas.microsoft.com/office/drawing/2014/main" id="{0523E95B-C61A-48CD-B82E-0E12D7DF4AE0}"/>
              </a:ext>
            </a:extLst>
          </p:cNvPr>
          <p:cNvSpPr>
            <a:spLocks noGrp="1"/>
          </p:cNvSpPr>
          <p:nvPr/>
        </p:nvSpPr>
        <p:spPr>
          <a:xfrm>
            <a:off x="711422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3" name="F2_precision_recall_distributions_8187">
            <a:extLst>
              <a:ext uri="{FF2B5EF4-FFF2-40B4-BE49-F238E27FC236}">
                <a16:creationId xmlns:a16="http://schemas.microsoft.com/office/drawing/2014/main" id="{E6435AE2-FB24-4652-9E3D-1ADD06A4C4F4}"/>
              </a:ext>
            </a:extLst>
          </p:cNvPr>
          <p:cNvSpPr>
            <a:spLocks noGrp="1"/>
          </p:cNvSpPr>
          <p:nvPr/>
        </p:nvSpPr>
        <p:spPr>
          <a:xfrm>
            <a:off x="727689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4" name="F2_precision_recall_distributions_8188">
            <a:extLst>
              <a:ext uri="{FF2B5EF4-FFF2-40B4-BE49-F238E27FC236}">
                <a16:creationId xmlns:a16="http://schemas.microsoft.com/office/drawing/2014/main" id="{FD8FD975-9399-436E-9BA7-3EBDD24C9C64}"/>
              </a:ext>
            </a:extLst>
          </p:cNvPr>
          <p:cNvSpPr>
            <a:spLocks noGrp="1"/>
          </p:cNvSpPr>
          <p:nvPr/>
        </p:nvSpPr>
        <p:spPr>
          <a:xfrm>
            <a:off x="6989695" y="7451335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5" name="F2_precision_recall_distributions_8189">
            <a:extLst>
              <a:ext uri="{FF2B5EF4-FFF2-40B4-BE49-F238E27FC236}">
                <a16:creationId xmlns:a16="http://schemas.microsoft.com/office/drawing/2014/main" id="{78D5AC27-95FA-4301-AC80-F791944DBEEC}"/>
              </a:ext>
            </a:extLst>
          </p:cNvPr>
          <p:cNvSpPr>
            <a:spLocks noGrp="1"/>
          </p:cNvSpPr>
          <p:nvPr/>
        </p:nvSpPr>
        <p:spPr>
          <a:xfrm>
            <a:off x="7243134" y="708757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6" name="F2_precision_recall_distributions_8190">
            <a:extLst>
              <a:ext uri="{FF2B5EF4-FFF2-40B4-BE49-F238E27FC236}">
                <a16:creationId xmlns:a16="http://schemas.microsoft.com/office/drawing/2014/main" id="{73D4FCAF-C306-4E99-819E-BB2D2E2369E3}"/>
              </a:ext>
            </a:extLst>
          </p:cNvPr>
          <p:cNvSpPr>
            <a:spLocks noGrp="1"/>
          </p:cNvSpPr>
          <p:nvPr/>
        </p:nvSpPr>
        <p:spPr>
          <a:xfrm>
            <a:off x="7291852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7" name="F2_precision_recall_distributions_8191">
            <a:extLst>
              <a:ext uri="{FF2B5EF4-FFF2-40B4-BE49-F238E27FC236}">
                <a16:creationId xmlns:a16="http://schemas.microsoft.com/office/drawing/2014/main" id="{6551392A-0752-4457-B0AC-5B54C047D758}"/>
              </a:ext>
            </a:extLst>
          </p:cNvPr>
          <p:cNvSpPr>
            <a:spLocks noGrp="1"/>
          </p:cNvSpPr>
          <p:nvPr/>
        </p:nvSpPr>
        <p:spPr>
          <a:xfrm>
            <a:off x="7223659" y="755168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8" name="F2_precision_recall_distributions_8192">
            <a:extLst>
              <a:ext uri="{FF2B5EF4-FFF2-40B4-BE49-F238E27FC236}">
                <a16:creationId xmlns:a16="http://schemas.microsoft.com/office/drawing/2014/main" id="{16555E52-2465-46EF-B7AA-D88290E460C2}"/>
              </a:ext>
            </a:extLst>
          </p:cNvPr>
          <p:cNvSpPr>
            <a:spLocks noGrp="1"/>
          </p:cNvSpPr>
          <p:nvPr/>
        </p:nvSpPr>
        <p:spPr>
          <a:xfrm>
            <a:off x="7023110" y="7645339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79" name="F2_precision_recall_distributions_8193">
            <a:extLst>
              <a:ext uri="{FF2B5EF4-FFF2-40B4-BE49-F238E27FC236}">
                <a16:creationId xmlns:a16="http://schemas.microsoft.com/office/drawing/2014/main" id="{13274422-9644-448A-9403-2AA53526194E}"/>
              </a:ext>
            </a:extLst>
          </p:cNvPr>
          <p:cNvSpPr>
            <a:spLocks noGrp="1"/>
          </p:cNvSpPr>
          <p:nvPr/>
        </p:nvSpPr>
        <p:spPr>
          <a:xfrm>
            <a:off x="7285426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0" name="F2_precision_recall_distributions_8194">
            <a:extLst>
              <a:ext uri="{FF2B5EF4-FFF2-40B4-BE49-F238E27FC236}">
                <a16:creationId xmlns:a16="http://schemas.microsoft.com/office/drawing/2014/main" id="{B9D35527-B473-4D85-A5CF-0936C12B86F0}"/>
              </a:ext>
            </a:extLst>
          </p:cNvPr>
          <p:cNvSpPr>
            <a:spLocks noGrp="1"/>
          </p:cNvSpPr>
          <p:nvPr/>
        </p:nvSpPr>
        <p:spPr>
          <a:xfrm>
            <a:off x="7193469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1" name="F2_precision_recall_distributions_8195">
            <a:extLst>
              <a:ext uri="{FF2B5EF4-FFF2-40B4-BE49-F238E27FC236}">
                <a16:creationId xmlns:a16="http://schemas.microsoft.com/office/drawing/2014/main" id="{D34B432D-21C9-4443-B5B4-41A0716D2F9D}"/>
              </a:ext>
            </a:extLst>
          </p:cNvPr>
          <p:cNvSpPr>
            <a:spLocks noGrp="1"/>
          </p:cNvSpPr>
          <p:nvPr/>
        </p:nvSpPr>
        <p:spPr>
          <a:xfrm>
            <a:off x="703043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2" name="F2_precision_recall_distributions_8196">
            <a:extLst>
              <a:ext uri="{FF2B5EF4-FFF2-40B4-BE49-F238E27FC236}">
                <a16:creationId xmlns:a16="http://schemas.microsoft.com/office/drawing/2014/main" id="{BECD1BB3-1449-4BB9-AAF0-D7EA0B30C64B}"/>
              </a:ext>
            </a:extLst>
          </p:cNvPr>
          <p:cNvSpPr>
            <a:spLocks noGrp="1"/>
          </p:cNvSpPr>
          <p:nvPr/>
        </p:nvSpPr>
        <p:spPr>
          <a:xfrm>
            <a:off x="7254801" y="6966326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3" name="F2_precision_recall_distributions_8197">
            <a:extLst>
              <a:ext uri="{FF2B5EF4-FFF2-40B4-BE49-F238E27FC236}">
                <a16:creationId xmlns:a16="http://schemas.microsoft.com/office/drawing/2014/main" id="{861FABE3-A9C5-497B-8A3C-04A69618FC83}"/>
              </a:ext>
            </a:extLst>
          </p:cNvPr>
          <p:cNvSpPr>
            <a:spLocks noGrp="1"/>
          </p:cNvSpPr>
          <p:nvPr/>
        </p:nvSpPr>
        <p:spPr>
          <a:xfrm>
            <a:off x="7182084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4" name="F2_precision_recall_distributions_8198">
            <a:extLst>
              <a:ext uri="{FF2B5EF4-FFF2-40B4-BE49-F238E27FC236}">
                <a16:creationId xmlns:a16="http://schemas.microsoft.com/office/drawing/2014/main" id="{BC389C36-0D14-43C8-AB29-21098928110A}"/>
              </a:ext>
            </a:extLst>
          </p:cNvPr>
          <p:cNvSpPr>
            <a:spLocks noGrp="1"/>
          </p:cNvSpPr>
          <p:nvPr/>
        </p:nvSpPr>
        <p:spPr>
          <a:xfrm>
            <a:off x="7121061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5" name="F2_precision_recall_distributions_8199">
            <a:extLst>
              <a:ext uri="{FF2B5EF4-FFF2-40B4-BE49-F238E27FC236}">
                <a16:creationId xmlns:a16="http://schemas.microsoft.com/office/drawing/2014/main" id="{4A51B771-18AA-414F-8792-B2150B911725}"/>
              </a:ext>
            </a:extLst>
          </p:cNvPr>
          <p:cNvSpPr>
            <a:spLocks noGrp="1"/>
          </p:cNvSpPr>
          <p:nvPr/>
        </p:nvSpPr>
        <p:spPr>
          <a:xfrm>
            <a:off x="7283327" y="7796720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6" name="F2_precision_recall_distributions_8200">
            <a:extLst>
              <a:ext uri="{FF2B5EF4-FFF2-40B4-BE49-F238E27FC236}">
                <a16:creationId xmlns:a16="http://schemas.microsoft.com/office/drawing/2014/main" id="{426F2D0E-D4E8-4768-BAFA-87DD8EA57A57}"/>
              </a:ext>
            </a:extLst>
          </p:cNvPr>
          <p:cNvSpPr>
            <a:spLocks noGrp="1"/>
          </p:cNvSpPr>
          <p:nvPr/>
        </p:nvSpPr>
        <p:spPr>
          <a:xfrm>
            <a:off x="7075687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7" name="F2_precision_recall_distributions_8201">
            <a:extLst>
              <a:ext uri="{FF2B5EF4-FFF2-40B4-BE49-F238E27FC236}">
                <a16:creationId xmlns:a16="http://schemas.microsoft.com/office/drawing/2014/main" id="{29C7ED6E-394E-4798-BB3C-3330CC5603F7}"/>
              </a:ext>
            </a:extLst>
          </p:cNvPr>
          <p:cNvSpPr>
            <a:spLocks noGrp="1"/>
          </p:cNvSpPr>
          <p:nvPr/>
        </p:nvSpPr>
        <p:spPr>
          <a:xfrm>
            <a:off x="7321736" y="7815092"/>
            <a:ext cx="27266" cy="27266"/>
          </a:xfrm>
          <a:prstGeom prst="ellipse">
            <a:avLst/>
          </a:prstGeom>
          <a:solidFill>
            <a:srgbClr val="566AB4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88" name="F2_precision_recall_distributions_8202">
            <a:extLst>
              <a:ext uri="{FF2B5EF4-FFF2-40B4-BE49-F238E27FC236}">
                <a16:creationId xmlns:a16="http://schemas.microsoft.com/office/drawing/2014/main" id="{29BB53FF-9A07-4F6F-88CA-65B3F9A549F7}"/>
              </a:ext>
            </a:extLst>
          </p:cNvPr>
          <p:cNvSpPr>
            <a:spLocks noGrp="1"/>
          </p:cNvSpPr>
          <p:nvPr/>
        </p:nvSpPr>
        <p:spPr>
          <a:xfrm>
            <a:off x="7992389" y="6979959"/>
            <a:ext cx="675097" cy="848766"/>
          </a:xfrm>
          <a:custGeom>
            <a:avLst/>
            <a:gdLst/>
            <a:ahLst/>
            <a:cxnLst/>
            <a:rect l="0" t="0" r="0" b="0"/>
            <a:pathLst>
              <a:path w="675097" h="848766">
                <a:moveTo>
                  <a:pt x="675097" y="848766"/>
                </a:moveTo>
                <a:lnTo>
                  <a:pt x="0" y="848766"/>
                </a:lnTo>
                <a:lnTo>
                  <a:pt x="5507" y="842186"/>
                </a:lnTo>
                <a:lnTo>
                  <a:pt x="21478" y="835606"/>
                </a:lnTo>
                <a:lnTo>
                  <a:pt x="46347" y="829027"/>
                </a:lnTo>
                <a:lnTo>
                  <a:pt x="77789" y="822447"/>
                </a:lnTo>
                <a:lnTo>
                  <a:pt x="113076" y="815868"/>
                </a:lnTo>
                <a:lnTo>
                  <a:pt x="149463" y="809288"/>
                </a:lnTo>
                <a:lnTo>
                  <a:pt x="184528" y="802708"/>
                </a:lnTo>
                <a:lnTo>
                  <a:pt x="216412" y="796129"/>
                </a:lnTo>
                <a:lnTo>
                  <a:pt x="243931" y="789549"/>
                </a:lnTo>
                <a:lnTo>
                  <a:pt x="266566" y="782970"/>
                </a:lnTo>
                <a:lnTo>
                  <a:pt x="284360" y="776390"/>
                </a:lnTo>
                <a:lnTo>
                  <a:pt x="297766" y="769811"/>
                </a:lnTo>
                <a:lnTo>
                  <a:pt x="307471" y="763231"/>
                </a:lnTo>
                <a:lnTo>
                  <a:pt x="314254" y="756651"/>
                </a:lnTo>
                <a:lnTo>
                  <a:pt x="318867" y="750072"/>
                </a:lnTo>
                <a:lnTo>
                  <a:pt x="321964" y="743492"/>
                </a:lnTo>
                <a:lnTo>
                  <a:pt x="324064" y="736913"/>
                </a:lnTo>
                <a:lnTo>
                  <a:pt x="325549" y="730333"/>
                </a:lnTo>
                <a:lnTo>
                  <a:pt x="326677" y="723754"/>
                </a:lnTo>
                <a:lnTo>
                  <a:pt x="327603" y="717174"/>
                </a:lnTo>
                <a:lnTo>
                  <a:pt x="328409" y="710594"/>
                </a:lnTo>
                <a:lnTo>
                  <a:pt x="329128" y="704015"/>
                </a:lnTo>
                <a:lnTo>
                  <a:pt x="329764" y="697435"/>
                </a:lnTo>
                <a:lnTo>
                  <a:pt x="330313" y="690856"/>
                </a:lnTo>
                <a:lnTo>
                  <a:pt x="330768" y="684276"/>
                </a:lnTo>
                <a:lnTo>
                  <a:pt x="331127" y="677697"/>
                </a:lnTo>
                <a:lnTo>
                  <a:pt x="331399" y="671117"/>
                </a:lnTo>
                <a:lnTo>
                  <a:pt x="331595" y="664537"/>
                </a:lnTo>
                <a:lnTo>
                  <a:pt x="331734" y="657958"/>
                </a:lnTo>
                <a:lnTo>
                  <a:pt x="331833" y="651378"/>
                </a:lnTo>
                <a:lnTo>
                  <a:pt x="331907" y="644799"/>
                </a:lnTo>
                <a:lnTo>
                  <a:pt x="331967" y="638219"/>
                </a:lnTo>
                <a:lnTo>
                  <a:pt x="332015" y="631639"/>
                </a:lnTo>
                <a:lnTo>
                  <a:pt x="332049" y="625060"/>
                </a:lnTo>
                <a:lnTo>
                  <a:pt x="332063" y="618480"/>
                </a:lnTo>
                <a:lnTo>
                  <a:pt x="332050" y="611901"/>
                </a:lnTo>
                <a:lnTo>
                  <a:pt x="332006" y="605321"/>
                </a:lnTo>
                <a:lnTo>
                  <a:pt x="331936" y="598742"/>
                </a:lnTo>
                <a:lnTo>
                  <a:pt x="331850" y="592162"/>
                </a:lnTo>
                <a:lnTo>
                  <a:pt x="331769" y="585582"/>
                </a:lnTo>
                <a:lnTo>
                  <a:pt x="331717" y="579003"/>
                </a:lnTo>
                <a:lnTo>
                  <a:pt x="331720" y="572423"/>
                </a:lnTo>
                <a:lnTo>
                  <a:pt x="331798" y="565844"/>
                </a:lnTo>
                <a:lnTo>
                  <a:pt x="331962" y="559264"/>
                </a:lnTo>
                <a:lnTo>
                  <a:pt x="332214" y="552685"/>
                </a:lnTo>
                <a:lnTo>
                  <a:pt x="332541" y="546105"/>
                </a:lnTo>
                <a:lnTo>
                  <a:pt x="332921" y="539525"/>
                </a:lnTo>
                <a:lnTo>
                  <a:pt x="333327" y="532946"/>
                </a:lnTo>
                <a:lnTo>
                  <a:pt x="333726" y="526366"/>
                </a:lnTo>
                <a:lnTo>
                  <a:pt x="334088" y="519787"/>
                </a:lnTo>
                <a:lnTo>
                  <a:pt x="334381" y="513207"/>
                </a:lnTo>
                <a:lnTo>
                  <a:pt x="334579" y="506627"/>
                </a:lnTo>
                <a:lnTo>
                  <a:pt x="334656" y="500048"/>
                </a:lnTo>
                <a:lnTo>
                  <a:pt x="334590" y="493468"/>
                </a:lnTo>
                <a:lnTo>
                  <a:pt x="334368" y="486889"/>
                </a:lnTo>
                <a:lnTo>
                  <a:pt x="333982" y="480309"/>
                </a:lnTo>
                <a:lnTo>
                  <a:pt x="333436" y="473730"/>
                </a:lnTo>
                <a:lnTo>
                  <a:pt x="332752" y="467150"/>
                </a:lnTo>
                <a:lnTo>
                  <a:pt x="331967" y="460570"/>
                </a:lnTo>
                <a:lnTo>
                  <a:pt x="331136" y="453991"/>
                </a:lnTo>
                <a:lnTo>
                  <a:pt x="330325" y="447411"/>
                </a:lnTo>
                <a:lnTo>
                  <a:pt x="329606" y="440832"/>
                </a:lnTo>
                <a:lnTo>
                  <a:pt x="329050" y="434252"/>
                </a:lnTo>
                <a:lnTo>
                  <a:pt x="328709" y="427673"/>
                </a:lnTo>
                <a:lnTo>
                  <a:pt x="328620" y="421093"/>
                </a:lnTo>
                <a:lnTo>
                  <a:pt x="328789" y="414513"/>
                </a:lnTo>
                <a:lnTo>
                  <a:pt x="329200" y="407934"/>
                </a:lnTo>
                <a:lnTo>
                  <a:pt x="329813" y="401354"/>
                </a:lnTo>
                <a:lnTo>
                  <a:pt x="330571" y="394775"/>
                </a:lnTo>
                <a:lnTo>
                  <a:pt x="331415" y="388195"/>
                </a:lnTo>
                <a:lnTo>
                  <a:pt x="332284" y="381616"/>
                </a:lnTo>
                <a:lnTo>
                  <a:pt x="333125" y="375036"/>
                </a:lnTo>
                <a:lnTo>
                  <a:pt x="333898" y="368456"/>
                </a:lnTo>
                <a:lnTo>
                  <a:pt x="334576" y="361877"/>
                </a:lnTo>
                <a:lnTo>
                  <a:pt x="335144" y="355297"/>
                </a:lnTo>
                <a:lnTo>
                  <a:pt x="335597" y="348718"/>
                </a:lnTo>
                <a:lnTo>
                  <a:pt x="335938" y="342138"/>
                </a:lnTo>
                <a:lnTo>
                  <a:pt x="336176" y="335558"/>
                </a:lnTo>
                <a:lnTo>
                  <a:pt x="336322" y="328979"/>
                </a:lnTo>
                <a:lnTo>
                  <a:pt x="336393" y="322399"/>
                </a:lnTo>
                <a:lnTo>
                  <a:pt x="336405" y="315820"/>
                </a:lnTo>
                <a:lnTo>
                  <a:pt x="336376" y="309240"/>
                </a:lnTo>
                <a:lnTo>
                  <a:pt x="336322" y="302661"/>
                </a:lnTo>
                <a:lnTo>
                  <a:pt x="336259" y="296081"/>
                </a:lnTo>
                <a:lnTo>
                  <a:pt x="336200" y="289501"/>
                </a:lnTo>
                <a:lnTo>
                  <a:pt x="336152" y="282922"/>
                </a:lnTo>
                <a:lnTo>
                  <a:pt x="336118" y="276342"/>
                </a:lnTo>
                <a:lnTo>
                  <a:pt x="336099" y="269763"/>
                </a:lnTo>
                <a:lnTo>
                  <a:pt x="336091" y="263183"/>
                </a:lnTo>
                <a:lnTo>
                  <a:pt x="336090" y="256604"/>
                </a:lnTo>
                <a:lnTo>
                  <a:pt x="336091" y="250024"/>
                </a:lnTo>
                <a:lnTo>
                  <a:pt x="336092" y="243444"/>
                </a:lnTo>
                <a:lnTo>
                  <a:pt x="336094" y="236865"/>
                </a:lnTo>
                <a:lnTo>
                  <a:pt x="336101" y="230285"/>
                </a:lnTo>
                <a:lnTo>
                  <a:pt x="336118" y="223706"/>
                </a:lnTo>
                <a:lnTo>
                  <a:pt x="336151" y="217126"/>
                </a:lnTo>
                <a:lnTo>
                  <a:pt x="336206" y="210546"/>
                </a:lnTo>
                <a:lnTo>
                  <a:pt x="336285" y="203967"/>
                </a:lnTo>
                <a:lnTo>
                  <a:pt x="336388" y="197387"/>
                </a:lnTo>
                <a:lnTo>
                  <a:pt x="336511" y="190808"/>
                </a:lnTo>
                <a:lnTo>
                  <a:pt x="336647" y="184228"/>
                </a:lnTo>
                <a:lnTo>
                  <a:pt x="336789" y="177649"/>
                </a:lnTo>
                <a:lnTo>
                  <a:pt x="336928" y="171069"/>
                </a:lnTo>
                <a:lnTo>
                  <a:pt x="337057" y="164489"/>
                </a:lnTo>
                <a:lnTo>
                  <a:pt x="337172" y="157910"/>
                </a:lnTo>
                <a:lnTo>
                  <a:pt x="337268" y="151330"/>
                </a:lnTo>
                <a:lnTo>
                  <a:pt x="337344" y="144751"/>
                </a:lnTo>
                <a:lnTo>
                  <a:pt x="337399" y="138171"/>
                </a:lnTo>
                <a:lnTo>
                  <a:pt x="337433" y="131592"/>
                </a:lnTo>
                <a:lnTo>
                  <a:pt x="337446" y="125012"/>
                </a:lnTo>
                <a:lnTo>
                  <a:pt x="337434" y="118432"/>
                </a:lnTo>
                <a:lnTo>
                  <a:pt x="337391" y="111853"/>
                </a:lnTo>
                <a:lnTo>
                  <a:pt x="337308" y="105273"/>
                </a:lnTo>
                <a:lnTo>
                  <a:pt x="337168" y="98694"/>
                </a:lnTo>
                <a:lnTo>
                  <a:pt x="336951" y="92114"/>
                </a:lnTo>
                <a:lnTo>
                  <a:pt x="336632" y="85535"/>
                </a:lnTo>
                <a:lnTo>
                  <a:pt x="336182" y="78955"/>
                </a:lnTo>
                <a:lnTo>
                  <a:pt x="335572" y="72375"/>
                </a:lnTo>
                <a:lnTo>
                  <a:pt x="334779" y="65796"/>
                </a:lnTo>
                <a:lnTo>
                  <a:pt x="333789" y="59216"/>
                </a:lnTo>
                <a:lnTo>
                  <a:pt x="332604" y="52637"/>
                </a:lnTo>
                <a:lnTo>
                  <a:pt x="331250" y="46057"/>
                </a:lnTo>
                <a:lnTo>
                  <a:pt x="329779" y="39477"/>
                </a:lnTo>
                <a:lnTo>
                  <a:pt x="328268" y="32898"/>
                </a:lnTo>
                <a:lnTo>
                  <a:pt x="326814" y="26318"/>
                </a:lnTo>
                <a:lnTo>
                  <a:pt x="325527" y="19739"/>
                </a:lnTo>
                <a:lnTo>
                  <a:pt x="324514" y="13159"/>
                </a:lnTo>
                <a:lnTo>
                  <a:pt x="323865" y="6580"/>
                </a:lnTo>
                <a:lnTo>
                  <a:pt x="323642" y="0"/>
                </a:lnTo>
                <a:lnTo>
                  <a:pt x="351454" y="0"/>
                </a:lnTo>
                <a:lnTo>
                  <a:pt x="351454" y="0"/>
                </a:lnTo>
                <a:lnTo>
                  <a:pt x="351231" y="6580"/>
                </a:lnTo>
                <a:lnTo>
                  <a:pt x="350582" y="13159"/>
                </a:lnTo>
                <a:lnTo>
                  <a:pt x="349569" y="19739"/>
                </a:lnTo>
                <a:lnTo>
                  <a:pt x="348282" y="26318"/>
                </a:lnTo>
                <a:lnTo>
                  <a:pt x="346828" y="32898"/>
                </a:lnTo>
                <a:lnTo>
                  <a:pt x="345317" y="39477"/>
                </a:lnTo>
                <a:lnTo>
                  <a:pt x="343846" y="46057"/>
                </a:lnTo>
                <a:lnTo>
                  <a:pt x="342493" y="52637"/>
                </a:lnTo>
                <a:lnTo>
                  <a:pt x="341308" y="59216"/>
                </a:lnTo>
                <a:lnTo>
                  <a:pt x="340317" y="65796"/>
                </a:lnTo>
                <a:lnTo>
                  <a:pt x="339524" y="72375"/>
                </a:lnTo>
                <a:lnTo>
                  <a:pt x="338915" y="78955"/>
                </a:lnTo>
                <a:lnTo>
                  <a:pt x="338465" y="85535"/>
                </a:lnTo>
                <a:lnTo>
                  <a:pt x="338146" y="92114"/>
                </a:lnTo>
                <a:lnTo>
                  <a:pt x="337929" y="98694"/>
                </a:lnTo>
                <a:lnTo>
                  <a:pt x="337789" y="105273"/>
                </a:lnTo>
                <a:lnTo>
                  <a:pt x="337705" y="111853"/>
                </a:lnTo>
                <a:lnTo>
                  <a:pt x="337662" y="118432"/>
                </a:lnTo>
                <a:lnTo>
                  <a:pt x="337650" y="125012"/>
                </a:lnTo>
                <a:lnTo>
                  <a:pt x="337663" y="131592"/>
                </a:lnTo>
                <a:lnTo>
                  <a:pt x="337697" y="138171"/>
                </a:lnTo>
                <a:lnTo>
                  <a:pt x="337753" y="144751"/>
                </a:lnTo>
                <a:lnTo>
                  <a:pt x="337829" y="151330"/>
                </a:lnTo>
                <a:lnTo>
                  <a:pt x="337925" y="157910"/>
                </a:lnTo>
                <a:lnTo>
                  <a:pt x="338039" y="164489"/>
                </a:lnTo>
                <a:lnTo>
                  <a:pt x="338169" y="171069"/>
                </a:lnTo>
                <a:lnTo>
                  <a:pt x="338308" y="177649"/>
                </a:lnTo>
                <a:lnTo>
                  <a:pt x="338450" y="184228"/>
                </a:lnTo>
                <a:lnTo>
                  <a:pt x="338586" y="190808"/>
                </a:lnTo>
                <a:lnTo>
                  <a:pt x="338708" y="197387"/>
                </a:lnTo>
                <a:lnTo>
                  <a:pt x="338811" y="203967"/>
                </a:lnTo>
                <a:lnTo>
                  <a:pt x="338890" y="210546"/>
                </a:lnTo>
                <a:lnTo>
                  <a:pt x="338945" y="217126"/>
                </a:lnTo>
                <a:lnTo>
                  <a:pt x="338979" y="223706"/>
                </a:lnTo>
                <a:lnTo>
                  <a:pt x="338996" y="230285"/>
                </a:lnTo>
                <a:lnTo>
                  <a:pt x="339002" y="236865"/>
                </a:lnTo>
                <a:lnTo>
                  <a:pt x="339005" y="243444"/>
                </a:lnTo>
                <a:lnTo>
                  <a:pt x="339006" y="250024"/>
                </a:lnTo>
                <a:lnTo>
                  <a:pt x="339007" y="256604"/>
                </a:lnTo>
                <a:lnTo>
                  <a:pt x="339005" y="263183"/>
                </a:lnTo>
                <a:lnTo>
                  <a:pt x="338997" y="269763"/>
                </a:lnTo>
                <a:lnTo>
                  <a:pt x="338978" y="276342"/>
                </a:lnTo>
                <a:lnTo>
                  <a:pt x="338945" y="282922"/>
                </a:lnTo>
                <a:lnTo>
                  <a:pt x="338897" y="289501"/>
                </a:lnTo>
                <a:lnTo>
                  <a:pt x="338837" y="296081"/>
                </a:lnTo>
                <a:lnTo>
                  <a:pt x="338774" y="302661"/>
                </a:lnTo>
                <a:lnTo>
                  <a:pt x="338721" y="309240"/>
                </a:lnTo>
                <a:lnTo>
                  <a:pt x="338691" y="315820"/>
                </a:lnTo>
                <a:lnTo>
                  <a:pt x="338703" y="322399"/>
                </a:lnTo>
                <a:lnTo>
                  <a:pt x="338774" y="328979"/>
                </a:lnTo>
                <a:lnTo>
                  <a:pt x="338921" y="335558"/>
                </a:lnTo>
                <a:lnTo>
                  <a:pt x="339158" y="342138"/>
                </a:lnTo>
                <a:lnTo>
                  <a:pt x="339500" y="348718"/>
                </a:lnTo>
                <a:lnTo>
                  <a:pt x="339953" y="355297"/>
                </a:lnTo>
                <a:lnTo>
                  <a:pt x="340521" y="361877"/>
                </a:lnTo>
                <a:lnTo>
                  <a:pt x="341199" y="368456"/>
                </a:lnTo>
                <a:lnTo>
                  <a:pt x="341972" y="375036"/>
                </a:lnTo>
                <a:lnTo>
                  <a:pt x="342813" y="381616"/>
                </a:lnTo>
                <a:lnTo>
                  <a:pt x="343681" y="388195"/>
                </a:lnTo>
                <a:lnTo>
                  <a:pt x="344525" y="394775"/>
                </a:lnTo>
                <a:lnTo>
                  <a:pt x="345284" y="401354"/>
                </a:lnTo>
                <a:lnTo>
                  <a:pt x="345896" y="407934"/>
                </a:lnTo>
                <a:lnTo>
                  <a:pt x="346307" y="414513"/>
                </a:lnTo>
                <a:lnTo>
                  <a:pt x="346477" y="421093"/>
                </a:lnTo>
                <a:lnTo>
                  <a:pt x="346387" y="427673"/>
                </a:lnTo>
                <a:lnTo>
                  <a:pt x="346047" y="434252"/>
                </a:lnTo>
                <a:lnTo>
                  <a:pt x="345490" y="440832"/>
                </a:lnTo>
                <a:lnTo>
                  <a:pt x="344772" y="447411"/>
                </a:lnTo>
                <a:lnTo>
                  <a:pt x="343961" y="453991"/>
                </a:lnTo>
                <a:lnTo>
                  <a:pt x="343129" y="460570"/>
                </a:lnTo>
                <a:lnTo>
                  <a:pt x="342344" y="467150"/>
                </a:lnTo>
                <a:lnTo>
                  <a:pt x="341660" y="473730"/>
                </a:lnTo>
                <a:lnTo>
                  <a:pt x="341115" y="480309"/>
                </a:lnTo>
                <a:lnTo>
                  <a:pt x="340728" y="486889"/>
                </a:lnTo>
                <a:lnTo>
                  <a:pt x="340506" y="493468"/>
                </a:lnTo>
                <a:lnTo>
                  <a:pt x="340441" y="500048"/>
                </a:lnTo>
                <a:lnTo>
                  <a:pt x="340518" y="506627"/>
                </a:lnTo>
                <a:lnTo>
                  <a:pt x="340715" y="513207"/>
                </a:lnTo>
                <a:lnTo>
                  <a:pt x="341009" y="519787"/>
                </a:lnTo>
                <a:lnTo>
                  <a:pt x="341370" y="526366"/>
                </a:lnTo>
                <a:lnTo>
                  <a:pt x="341770" y="532946"/>
                </a:lnTo>
                <a:lnTo>
                  <a:pt x="342176" y="539525"/>
                </a:lnTo>
                <a:lnTo>
                  <a:pt x="342556" y="546105"/>
                </a:lnTo>
                <a:lnTo>
                  <a:pt x="342883" y="552685"/>
                </a:lnTo>
                <a:lnTo>
                  <a:pt x="343134" y="559264"/>
                </a:lnTo>
                <a:lnTo>
                  <a:pt x="343299" y="565844"/>
                </a:lnTo>
                <a:lnTo>
                  <a:pt x="343377" y="572423"/>
                </a:lnTo>
                <a:lnTo>
                  <a:pt x="343379" y="579003"/>
                </a:lnTo>
                <a:lnTo>
                  <a:pt x="343328" y="585582"/>
                </a:lnTo>
                <a:lnTo>
                  <a:pt x="343246" y="592162"/>
                </a:lnTo>
                <a:lnTo>
                  <a:pt x="343161" y="598742"/>
                </a:lnTo>
                <a:lnTo>
                  <a:pt x="343090" y="605321"/>
                </a:lnTo>
                <a:lnTo>
                  <a:pt x="343046" y="611901"/>
                </a:lnTo>
                <a:lnTo>
                  <a:pt x="343033" y="618480"/>
                </a:lnTo>
                <a:lnTo>
                  <a:pt x="343047" y="625060"/>
                </a:lnTo>
                <a:lnTo>
                  <a:pt x="343082" y="631639"/>
                </a:lnTo>
                <a:lnTo>
                  <a:pt x="343130" y="638219"/>
                </a:lnTo>
                <a:lnTo>
                  <a:pt x="343189" y="644799"/>
                </a:lnTo>
                <a:lnTo>
                  <a:pt x="343264" y="651378"/>
                </a:lnTo>
                <a:lnTo>
                  <a:pt x="343362" y="657958"/>
                </a:lnTo>
                <a:lnTo>
                  <a:pt x="343501" y="664537"/>
                </a:lnTo>
                <a:lnTo>
                  <a:pt x="343698" y="671117"/>
                </a:lnTo>
                <a:lnTo>
                  <a:pt x="343969" y="677697"/>
                </a:lnTo>
                <a:lnTo>
                  <a:pt x="344329" y="684276"/>
                </a:lnTo>
                <a:lnTo>
                  <a:pt x="344784" y="690856"/>
                </a:lnTo>
                <a:lnTo>
                  <a:pt x="345332" y="697435"/>
                </a:lnTo>
                <a:lnTo>
                  <a:pt x="345969" y="704015"/>
                </a:lnTo>
                <a:lnTo>
                  <a:pt x="346687" y="710594"/>
                </a:lnTo>
                <a:lnTo>
                  <a:pt x="347493" y="717174"/>
                </a:lnTo>
                <a:lnTo>
                  <a:pt x="348419" y="723754"/>
                </a:lnTo>
                <a:lnTo>
                  <a:pt x="349547" y="730333"/>
                </a:lnTo>
                <a:lnTo>
                  <a:pt x="351033" y="736913"/>
                </a:lnTo>
                <a:lnTo>
                  <a:pt x="353133" y="743492"/>
                </a:lnTo>
                <a:lnTo>
                  <a:pt x="356229" y="750072"/>
                </a:lnTo>
                <a:lnTo>
                  <a:pt x="360842" y="756651"/>
                </a:lnTo>
                <a:lnTo>
                  <a:pt x="367625" y="763231"/>
                </a:lnTo>
                <a:lnTo>
                  <a:pt x="377331" y="769811"/>
                </a:lnTo>
                <a:lnTo>
                  <a:pt x="390736" y="776390"/>
                </a:lnTo>
                <a:lnTo>
                  <a:pt x="408531" y="782970"/>
                </a:lnTo>
                <a:lnTo>
                  <a:pt x="431166" y="789549"/>
                </a:lnTo>
                <a:lnTo>
                  <a:pt x="458685" y="796129"/>
                </a:lnTo>
                <a:lnTo>
                  <a:pt x="490569" y="802708"/>
                </a:lnTo>
                <a:lnTo>
                  <a:pt x="525634" y="809288"/>
                </a:lnTo>
                <a:lnTo>
                  <a:pt x="562020" y="815868"/>
                </a:lnTo>
                <a:lnTo>
                  <a:pt x="597308" y="822447"/>
                </a:lnTo>
                <a:lnTo>
                  <a:pt x="628750" y="829027"/>
                </a:lnTo>
                <a:lnTo>
                  <a:pt x="653619" y="835606"/>
                </a:lnTo>
                <a:lnTo>
                  <a:pt x="669589" y="842186"/>
                </a:lnTo>
                <a:lnTo>
                  <a:pt x="675097" y="848766"/>
                </a:lnTo>
                <a:lnTo>
                  <a:pt x="675097" y="848766"/>
                </a:lnTo>
                <a:close/>
              </a:path>
            </a:pathLst>
          </a:custGeom>
          <a:solidFill>
            <a:srgbClr val="92979D">
              <a:alpha val="13000"/>
            </a:srgbClr>
          </a:solidFill>
          <a:ln w="12682">
            <a:solidFill>
              <a:srgbClr val="92979D">
                <a:alpha val="13000"/>
              </a:srgbClr>
            </a:solidFill>
            <a:prstDash val="solid"/>
          </a:ln>
        </p:spPr>
      </p:sp>
      <p:sp>
        <p:nvSpPr>
          <p:cNvPr id="5389" name="F2_precision_recall_distributions_8203">
            <a:extLst>
              <a:ext uri="{FF2B5EF4-FFF2-40B4-BE49-F238E27FC236}">
                <a16:creationId xmlns:a16="http://schemas.microsoft.com/office/drawing/2014/main" id="{26DFFFB4-97A2-43CA-A765-A170521BCB5C}"/>
              </a:ext>
            </a:extLst>
          </p:cNvPr>
          <p:cNvSpPr>
            <a:spLocks noGrp="1"/>
          </p:cNvSpPr>
          <p:nvPr/>
        </p:nvSpPr>
        <p:spPr>
          <a:xfrm>
            <a:off x="845142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0" name="F2_precision_recall_distributions_8204">
            <a:extLst>
              <a:ext uri="{FF2B5EF4-FFF2-40B4-BE49-F238E27FC236}">
                <a16:creationId xmlns:a16="http://schemas.microsoft.com/office/drawing/2014/main" id="{A6CCCD07-4A3D-450A-8EAF-D19A83784D8C}"/>
              </a:ext>
            </a:extLst>
          </p:cNvPr>
          <p:cNvSpPr>
            <a:spLocks noGrp="1"/>
          </p:cNvSpPr>
          <p:nvPr/>
        </p:nvSpPr>
        <p:spPr>
          <a:xfrm>
            <a:off x="82396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1" name="F2_precision_recall_distributions_8205">
            <a:extLst>
              <a:ext uri="{FF2B5EF4-FFF2-40B4-BE49-F238E27FC236}">
                <a16:creationId xmlns:a16="http://schemas.microsoft.com/office/drawing/2014/main" id="{5C640CEB-B8BF-4B34-BAA0-C7057DFFD6FA}"/>
              </a:ext>
            </a:extLst>
          </p:cNvPr>
          <p:cNvSpPr>
            <a:spLocks noGrp="1"/>
          </p:cNvSpPr>
          <p:nvPr/>
        </p:nvSpPr>
        <p:spPr>
          <a:xfrm>
            <a:off x="82971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2" name="F2_precision_recall_distributions_8206">
            <a:extLst>
              <a:ext uri="{FF2B5EF4-FFF2-40B4-BE49-F238E27FC236}">
                <a16:creationId xmlns:a16="http://schemas.microsoft.com/office/drawing/2014/main" id="{81AC65A2-54D4-418B-A403-B6E5DF641CD8}"/>
              </a:ext>
            </a:extLst>
          </p:cNvPr>
          <p:cNvSpPr>
            <a:spLocks noGrp="1"/>
          </p:cNvSpPr>
          <p:nvPr/>
        </p:nvSpPr>
        <p:spPr>
          <a:xfrm>
            <a:off x="84718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3" name="F2_precision_recall_distributions_8207">
            <a:extLst>
              <a:ext uri="{FF2B5EF4-FFF2-40B4-BE49-F238E27FC236}">
                <a16:creationId xmlns:a16="http://schemas.microsoft.com/office/drawing/2014/main" id="{E743055C-99ED-4033-9567-EB2857DFE54E}"/>
              </a:ext>
            </a:extLst>
          </p:cNvPr>
          <p:cNvSpPr>
            <a:spLocks noGrp="1"/>
          </p:cNvSpPr>
          <p:nvPr/>
        </p:nvSpPr>
        <p:spPr>
          <a:xfrm>
            <a:off x="8362698" y="7591733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4" name="F2_precision_recall_distributions_8208">
            <a:extLst>
              <a:ext uri="{FF2B5EF4-FFF2-40B4-BE49-F238E27FC236}">
                <a16:creationId xmlns:a16="http://schemas.microsoft.com/office/drawing/2014/main" id="{734B5AC9-E424-4BE5-9FF4-6A3CF9ADCA42}"/>
              </a:ext>
            </a:extLst>
          </p:cNvPr>
          <p:cNvSpPr>
            <a:spLocks noGrp="1"/>
          </p:cNvSpPr>
          <p:nvPr/>
        </p:nvSpPr>
        <p:spPr>
          <a:xfrm>
            <a:off x="83365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5" name="F2_precision_recall_distributions_8209">
            <a:extLst>
              <a:ext uri="{FF2B5EF4-FFF2-40B4-BE49-F238E27FC236}">
                <a16:creationId xmlns:a16="http://schemas.microsoft.com/office/drawing/2014/main" id="{4D6448F4-7278-4031-90FC-401F1EFFFDA3}"/>
              </a:ext>
            </a:extLst>
          </p:cNvPr>
          <p:cNvSpPr>
            <a:spLocks noGrp="1"/>
          </p:cNvSpPr>
          <p:nvPr/>
        </p:nvSpPr>
        <p:spPr>
          <a:xfrm>
            <a:off x="83873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6" name="F2_precision_recall_distributions_8210">
            <a:extLst>
              <a:ext uri="{FF2B5EF4-FFF2-40B4-BE49-F238E27FC236}">
                <a16:creationId xmlns:a16="http://schemas.microsoft.com/office/drawing/2014/main" id="{4A2B5728-E8D4-4C4A-A934-14B3BAF00B8C}"/>
              </a:ext>
            </a:extLst>
          </p:cNvPr>
          <p:cNvSpPr>
            <a:spLocks noGrp="1"/>
          </p:cNvSpPr>
          <p:nvPr/>
        </p:nvSpPr>
        <p:spPr>
          <a:xfrm>
            <a:off x="8365800" y="717851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7" name="F2_precision_recall_distributions_8211">
            <a:extLst>
              <a:ext uri="{FF2B5EF4-FFF2-40B4-BE49-F238E27FC236}">
                <a16:creationId xmlns:a16="http://schemas.microsoft.com/office/drawing/2014/main" id="{944AEA57-C210-439E-896B-19B94A0B26DB}"/>
              </a:ext>
            </a:extLst>
          </p:cNvPr>
          <p:cNvSpPr>
            <a:spLocks noGrp="1"/>
          </p:cNvSpPr>
          <p:nvPr/>
        </p:nvSpPr>
        <p:spPr>
          <a:xfrm>
            <a:off x="816905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8" name="F2_precision_recall_distributions_8212">
            <a:extLst>
              <a:ext uri="{FF2B5EF4-FFF2-40B4-BE49-F238E27FC236}">
                <a16:creationId xmlns:a16="http://schemas.microsoft.com/office/drawing/2014/main" id="{43CC6A52-1FE2-4F23-AF0D-69959657FE51}"/>
              </a:ext>
            </a:extLst>
          </p:cNvPr>
          <p:cNvSpPr>
            <a:spLocks noGrp="1"/>
          </p:cNvSpPr>
          <p:nvPr/>
        </p:nvSpPr>
        <p:spPr>
          <a:xfrm>
            <a:off x="8162877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399" name="F2_precision_recall_distributions_8213">
            <a:extLst>
              <a:ext uri="{FF2B5EF4-FFF2-40B4-BE49-F238E27FC236}">
                <a16:creationId xmlns:a16="http://schemas.microsoft.com/office/drawing/2014/main" id="{C76ADB86-2E62-402C-9030-7F0C9B7284D1}"/>
              </a:ext>
            </a:extLst>
          </p:cNvPr>
          <p:cNvSpPr>
            <a:spLocks noGrp="1"/>
          </p:cNvSpPr>
          <p:nvPr/>
        </p:nvSpPr>
        <p:spPr>
          <a:xfrm>
            <a:off x="8322909" y="780094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0" name="F2_precision_recall_distributions_8214">
            <a:extLst>
              <a:ext uri="{FF2B5EF4-FFF2-40B4-BE49-F238E27FC236}">
                <a16:creationId xmlns:a16="http://schemas.microsoft.com/office/drawing/2014/main" id="{7EB6B194-7A66-428B-B49E-18C9ABC61562}"/>
              </a:ext>
            </a:extLst>
          </p:cNvPr>
          <p:cNvSpPr>
            <a:spLocks noGrp="1"/>
          </p:cNvSpPr>
          <p:nvPr/>
        </p:nvSpPr>
        <p:spPr>
          <a:xfrm>
            <a:off x="8246488" y="724924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1" name="F2_precision_recall_distributions_8215">
            <a:extLst>
              <a:ext uri="{FF2B5EF4-FFF2-40B4-BE49-F238E27FC236}">
                <a16:creationId xmlns:a16="http://schemas.microsoft.com/office/drawing/2014/main" id="{EADCC57A-57C6-4926-A390-92F1E9C0B84D}"/>
              </a:ext>
            </a:extLst>
          </p:cNvPr>
          <p:cNvSpPr>
            <a:spLocks noGrp="1"/>
          </p:cNvSpPr>
          <p:nvPr/>
        </p:nvSpPr>
        <p:spPr>
          <a:xfrm>
            <a:off x="8381680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2" name="F2_precision_recall_distributions_8216">
            <a:extLst>
              <a:ext uri="{FF2B5EF4-FFF2-40B4-BE49-F238E27FC236}">
                <a16:creationId xmlns:a16="http://schemas.microsoft.com/office/drawing/2014/main" id="{12A4B8FF-4A9E-4EC8-90BD-C1E725C089EB}"/>
              </a:ext>
            </a:extLst>
          </p:cNvPr>
          <p:cNvSpPr>
            <a:spLocks noGrp="1"/>
          </p:cNvSpPr>
          <p:nvPr/>
        </p:nvSpPr>
        <p:spPr>
          <a:xfrm>
            <a:off x="819599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3" name="F2_precision_recall_distributions_8217">
            <a:extLst>
              <a:ext uri="{FF2B5EF4-FFF2-40B4-BE49-F238E27FC236}">
                <a16:creationId xmlns:a16="http://schemas.microsoft.com/office/drawing/2014/main" id="{E31B76CA-EDC9-48DC-89BA-4C983690713A}"/>
              </a:ext>
            </a:extLst>
          </p:cNvPr>
          <p:cNvSpPr>
            <a:spLocks noGrp="1"/>
          </p:cNvSpPr>
          <p:nvPr/>
        </p:nvSpPr>
        <p:spPr>
          <a:xfrm>
            <a:off x="84839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4" name="F2_precision_recall_distributions_8218">
            <a:extLst>
              <a:ext uri="{FF2B5EF4-FFF2-40B4-BE49-F238E27FC236}">
                <a16:creationId xmlns:a16="http://schemas.microsoft.com/office/drawing/2014/main" id="{86A9C3D0-8803-4BEE-99FF-B0739A0787B8}"/>
              </a:ext>
            </a:extLst>
          </p:cNvPr>
          <p:cNvSpPr>
            <a:spLocks noGrp="1"/>
          </p:cNvSpPr>
          <p:nvPr/>
        </p:nvSpPr>
        <p:spPr>
          <a:xfrm>
            <a:off x="8467545" y="7602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5" name="F2_precision_recall_distributions_8219">
            <a:extLst>
              <a:ext uri="{FF2B5EF4-FFF2-40B4-BE49-F238E27FC236}">
                <a16:creationId xmlns:a16="http://schemas.microsoft.com/office/drawing/2014/main" id="{98B2E295-BBBA-4DD1-BB61-D0FECA16ABCF}"/>
              </a:ext>
            </a:extLst>
          </p:cNvPr>
          <p:cNvSpPr>
            <a:spLocks noGrp="1"/>
          </p:cNvSpPr>
          <p:nvPr/>
        </p:nvSpPr>
        <p:spPr>
          <a:xfrm>
            <a:off x="83602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6" name="F2_precision_recall_distributions_8220">
            <a:extLst>
              <a:ext uri="{FF2B5EF4-FFF2-40B4-BE49-F238E27FC236}">
                <a16:creationId xmlns:a16="http://schemas.microsoft.com/office/drawing/2014/main" id="{7224FB76-F666-4FC4-86CA-95EA3D413D76}"/>
              </a:ext>
            </a:extLst>
          </p:cNvPr>
          <p:cNvSpPr>
            <a:spLocks noGrp="1"/>
          </p:cNvSpPr>
          <p:nvPr/>
        </p:nvSpPr>
        <p:spPr>
          <a:xfrm>
            <a:off x="81819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7" name="F2_precision_recall_distributions_8221">
            <a:extLst>
              <a:ext uri="{FF2B5EF4-FFF2-40B4-BE49-F238E27FC236}">
                <a16:creationId xmlns:a16="http://schemas.microsoft.com/office/drawing/2014/main" id="{F233782F-0766-4A25-AF07-A792B99693C3}"/>
              </a:ext>
            </a:extLst>
          </p:cNvPr>
          <p:cNvSpPr>
            <a:spLocks noGrp="1"/>
          </p:cNvSpPr>
          <p:nvPr/>
        </p:nvSpPr>
        <p:spPr>
          <a:xfrm>
            <a:off x="813317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8" name="F2_precision_recall_distributions_8222">
            <a:extLst>
              <a:ext uri="{FF2B5EF4-FFF2-40B4-BE49-F238E27FC236}">
                <a16:creationId xmlns:a16="http://schemas.microsoft.com/office/drawing/2014/main" id="{7C8C4CF0-4633-488D-AAD0-E635EE81ABB1}"/>
              </a:ext>
            </a:extLst>
          </p:cNvPr>
          <p:cNvSpPr>
            <a:spLocks noGrp="1"/>
          </p:cNvSpPr>
          <p:nvPr/>
        </p:nvSpPr>
        <p:spPr>
          <a:xfrm>
            <a:off x="8443472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09" name="F2_precision_recall_distributions_8223">
            <a:extLst>
              <a:ext uri="{FF2B5EF4-FFF2-40B4-BE49-F238E27FC236}">
                <a16:creationId xmlns:a16="http://schemas.microsoft.com/office/drawing/2014/main" id="{4C04E83C-BC84-4970-80AC-2D02CF3CF1A0}"/>
              </a:ext>
            </a:extLst>
          </p:cNvPr>
          <p:cNvSpPr>
            <a:spLocks noGrp="1"/>
          </p:cNvSpPr>
          <p:nvPr/>
        </p:nvSpPr>
        <p:spPr>
          <a:xfrm>
            <a:off x="82381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0" name="F2_precision_recall_distributions_8224">
            <a:extLst>
              <a:ext uri="{FF2B5EF4-FFF2-40B4-BE49-F238E27FC236}">
                <a16:creationId xmlns:a16="http://schemas.microsoft.com/office/drawing/2014/main" id="{BBC03421-FFBA-447E-A409-E51578D45EED}"/>
              </a:ext>
            </a:extLst>
          </p:cNvPr>
          <p:cNvSpPr>
            <a:spLocks noGrp="1"/>
          </p:cNvSpPr>
          <p:nvPr/>
        </p:nvSpPr>
        <p:spPr>
          <a:xfrm>
            <a:off x="82027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1" name="F2_precision_recall_distributions_8225">
            <a:extLst>
              <a:ext uri="{FF2B5EF4-FFF2-40B4-BE49-F238E27FC236}">
                <a16:creationId xmlns:a16="http://schemas.microsoft.com/office/drawing/2014/main" id="{32A2A54B-BEEB-4E88-ABB9-D28A4304BA96}"/>
              </a:ext>
            </a:extLst>
          </p:cNvPr>
          <p:cNvSpPr>
            <a:spLocks noGrp="1"/>
          </p:cNvSpPr>
          <p:nvPr/>
        </p:nvSpPr>
        <p:spPr>
          <a:xfrm>
            <a:off x="8329561" y="76453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2" name="F2_precision_recall_distributions_8226">
            <a:extLst>
              <a:ext uri="{FF2B5EF4-FFF2-40B4-BE49-F238E27FC236}">
                <a16:creationId xmlns:a16="http://schemas.microsoft.com/office/drawing/2014/main" id="{7C8DFCB0-65BE-4C8B-97C3-8A5492C275A5}"/>
              </a:ext>
            </a:extLst>
          </p:cNvPr>
          <p:cNvSpPr>
            <a:spLocks noGrp="1"/>
          </p:cNvSpPr>
          <p:nvPr/>
        </p:nvSpPr>
        <p:spPr>
          <a:xfrm>
            <a:off x="8426309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3" name="F2_precision_recall_distributions_8227">
            <a:extLst>
              <a:ext uri="{FF2B5EF4-FFF2-40B4-BE49-F238E27FC236}">
                <a16:creationId xmlns:a16="http://schemas.microsoft.com/office/drawing/2014/main" id="{B1F95D68-805D-48CB-908C-3FBC79243E2D}"/>
              </a:ext>
            </a:extLst>
          </p:cNvPr>
          <p:cNvSpPr>
            <a:spLocks noGrp="1"/>
          </p:cNvSpPr>
          <p:nvPr/>
        </p:nvSpPr>
        <p:spPr>
          <a:xfrm>
            <a:off x="827218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4" name="F2_precision_recall_distributions_8228">
            <a:extLst>
              <a:ext uri="{FF2B5EF4-FFF2-40B4-BE49-F238E27FC236}">
                <a16:creationId xmlns:a16="http://schemas.microsoft.com/office/drawing/2014/main" id="{80E4DFBC-67D3-4BC0-A2F8-EED806375D21}"/>
              </a:ext>
            </a:extLst>
          </p:cNvPr>
          <p:cNvSpPr>
            <a:spLocks noGrp="1"/>
          </p:cNvSpPr>
          <p:nvPr/>
        </p:nvSpPr>
        <p:spPr>
          <a:xfrm>
            <a:off x="82880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5" name="F2_precision_recall_distributions_8229">
            <a:extLst>
              <a:ext uri="{FF2B5EF4-FFF2-40B4-BE49-F238E27FC236}">
                <a16:creationId xmlns:a16="http://schemas.microsoft.com/office/drawing/2014/main" id="{54F78034-DCDF-4ADF-8303-6A8B60107618}"/>
              </a:ext>
            </a:extLst>
          </p:cNvPr>
          <p:cNvSpPr>
            <a:spLocks noGrp="1"/>
          </p:cNvSpPr>
          <p:nvPr/>
        </p:nvSpPr>
        <p:spPr>
          <a:xfrm>
            <a:off x="81506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6" name="F2_precision_recall_distributions_8230">
            <a:extLst>
              <a:ext uri="{FF2B5EF4-FFF2-40B4-BE49-F238E27FC236}">
                <a16:creationId xmlns:a16="http://schemas.microsoft.com/office/drawing/2014/main" id="{8808BFC4-ABA1-45D3-8F0F-9D5DB283C0F9}"/>
              </a:ext>
            </a:extLst>
          </p:cNvPr>
          <p:cNvSpPr>
            <a:spLocks noGrp="1"/>
          </p:cNvSpPr>
          <p:nvPr/>
        </p:nvSpPr>
        <p:spPr>
          <a:xfrm>
            <a:off x="82697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7" name="F2_precision_recall_distributions_8231">
            <a:extLst>
              <a:ext uri="{FF2B5EF4-FFF2-40B4-BE49-F238E27FC236}">
                <a16:creationId xmlns:a16="http://schemas.microsoft.com/office/drawing/2014/main" id="{8DC1F94D-048E-42DA-BCB0-A8732A81471F}"/>
              </a:ext>
            </a:extLst>
          </p:cNvPr>
          <p:cNvSpPr>
            <a:spLocks noGrp="1"/>
          </p:cNvSpPr>
          <p:nvPr/>
        </p:nvSpPr>
        <p:spPr>
          <a:xfrm>
            <a:off x="8196430" y="76938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8" name="F2_precision_recall_distributions_8232">
            <a:extLst>
              <a:ext uri="{FF2B5EF4-FFF2-40B4-BE49-F238E27FC236}">
                <a16:creationId xmlns:a16="http://schemas.microsoft.com/office/drawing/2014/main" id="{88904172-A490-4365-9210-8BDF3AD80B1E}"/>
              </a:ext>
            </a:extLst>
          </p:cNvPr>
          <p:cNvSpPr>
            <a:spLocks noGrp="1"/>
          </p:cNvSpPr>
          <p:nvPr/>
        </p:nvSpPr>
        <p:spPr>
          <a:xfrm>
            <a:off x="81326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19" name="F2_precision_recall_distributions_8233">
            <a:extLst>
              <a:ext uri="{FF2B5EF4-FFF2-40B4-BE49-F238E27FC236}">
                <a16:creationId xmlns:a16="http://schemas.microsoft.com/office/drawing/2014/main" id="{A31A9958-AE9A-4FFC-9AC6-1C082ADFC85F}"/>
              </a:ext>
            </a:extLst>
          </p:cNvPr>
          <p:cNvSpPr>
            <a:spLocks noGrp="1"/>
          </p:cNvSpPr>
          <p:nvPr/>
        </p:nvSpPr>
        <p:spPr>
          <a:xfrm>
            <a:off x="82538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0" name="F2_precision_recall_distributions_8234">
            <a:extLst>
              <a:ext uri="{FF2B5EF4-FFF2-40B4-BE49-F238E27FC236}">
                <a16:creationId xmlns:a16="http://schemas.microsoft.com/office/drawing/2014/main" id="{FBD988D6-52C5-42B7-86B4-4AEAD2F62BA3}"/>
              </a:ext>
            </a:extLst>
          </p:cNvPr>
          <p:cNvSpPr>
            <a:spLocks noGrp="1"/>
          </p:cNvSpPr>
          <p:nvPr/>
        </p:nvSpPr>
        <p:spPr>
          <a:xfrm>
            <a:off x="8466373" y="778244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1" name="F2_precision_recall_distributions_8235">
            <a:extLst>
              <a:ext uri="{FF2B5EF4-FFF2-40B4-BE49-F238E27FC236}">
                <a16:creationId xmlns:a16="http://schemas.microsoft.com/office/drawing/2014/main" id="{B9E0BC35-5BAE-407A-87AC-52ACD5DE8707}"/>
              </a:ext>
            </a:extLst>
          </p:cNvPr>
          <p:cNvSpPr>
            <a:spLocks noGrp="1"/>
          </p:cNvSpPr>
          <p:nvPr/>
        </p:nvSpPr>
        <p:spPr>
          <a:xfrm>
            <a:off x="825957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2" name="F2_precision_recall_distributions_8236">
            <a:extLst>
              <a:ext uri="{FF2B5EF4-FFF2-40B4-BE49-F238E27FC236}">
                <a16:creationId xmlns:a16="http://schemas.microsoft.com/office/drawing/2014/main" id="{0F71577D-1E6B-44F1-8697-172D2BCA4FCE}"/>
              </a:ext>
            </a:extLst>
          </p:cNvPr>
          <p:cNvSpPr>
            <a:spLocks noGrp="1"/>
          </p:cNvSpPr>
          <p:nvPr/>
        </p:nvSpPr>
        <p:spPr>
          <a:xfrm>
            <a:off x="83871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3" name="F2_precision_recall_distributions_8237">
            <a:extLst>
              <a:ext uri="{FF2B5EF4-FFF2-40B4-BE49-F238E27FC236}">
                <a16:creationId xmlns:a16="http://schemas.microsoft.com/office/drawing/2014/main" id="{DDA6B049-9B8C-45BE-8C88-ABA10F6F859F}"/>
              </a:ext>
            </a:extLst>
          </p:cNvPr>
          <p:cNvSpPr>
            <a:spLocks noGrp="1"/>
          </p:cNvSpPr>
          <p:nvPr/>
        </p:nvSpPr>
        <p:spPr>
          <a:xfrm>
            <a:off x="81394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4" name="F2_precision_recall_distributions_8238">
            <a:extLst>
              <a:ext uri="{FF2B5EF4-FFF2-40B4-BE49-F238E27FC236}">
                <a16:creationId xmlns:a16="http://schemas.microsoft.com/office/drawing/2014/main" id="{47F2B2D7-6419-4C42-907C-3114772C382A}"/>
              </a:ext>
            </a:extLst>
          </p:cNvPr>
          <p:cNvSpPr>
            <a:spLocks noGrp="1"/>
          </p:cNvSpPr>
          <p:nvPr/>
        </p:nvSpPr>
        <p:spPr>
          <a:xfrm>
            <a:off x="833584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5" name="F2_precision_recall_distributions_8239">
            <a:extLst>
              <a:ext uri="{FF2B5EF4-FFF2-40B4-BE49-F238E27FC236}">
                <a16:creationId xmlns:a16="http://schemas.microsoft.com/office/drawing/2014/main" id="{F5AA7F42-EF1C-4AEB-9981-21E3A1C496BD}"/>
              </a:ext>
            </a:extLst>
          </p:cNvPr>
          <p:cNvSpPr>
            <a:spLocks noGrp="1"/>
          </p:cNvSpPr>
          <p:nvPr/>
        </p:nvSpPr>
        <p:spPr>
          <a:xfrm>
            <a:off x="81596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6" name="F2_precision_recall_distributions_8240">
            <a:extLst>
              <a:ext uri="{FF2B5EF4-FFF2-40B4-BE49-F238E27FC236}">
                <a16:creationId xmlns:a16="http://schemas.microsoft.com/office/drawing/2014/main" id="{EE1B64DB-5140-4A27-BBA4-0AD855E6B767}"/>
              </a:ext>
            </a:extLst>
          </p:cNvPr>
          <p:cNvSpPr>
            <a:spLocks noGrp="1"/>
          </p:cNvSpPr>
          <p:nvPr/>
        </p:nvSpPr>
        <p:spPr>
          <a:xfrm>
            <a:off x="8167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7" name="F2_precision_recall_distributions_8241">
            <a:extLst>
              <a:ext uri="{FF2B5EF4-FFF2-40B4-BE49-F238E27FC236}">
                <a16:creationId xmlns:a16="http://schemas.microsoft.com/office/drawing/2014/main" id="{BD2BD0C9-22A5-4275-A9D7-94DF83EDD7C0}"/>
              </a:ext>
            </a:extLst>
          </p:cNvPr>
          <p:cNvSpPr>
            <a:spLocks noGrp="1"/>
          </p:cNvSpPr>
          <p:nvPr/>
        </p:nvSpPr>
        <p:spPr>
          <a:xfrm>
            <a:off x="83713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8" name="F2_precision_recall_distributions_8242">
            <a:extLst>
              <a:ext uri="{FF2B5EF4-FFF2-40B4-BE49-F238E27FC236}">
                <a16:creationId xmlns:a16="http://schemas.microsoft.com/office/drawing/2014/main" id="{FD159CA9-7FA8-4F57-9BD0-3C1BF6AAAC86}"/>
              </a:ext>
            </a:extLst>
          </p:cNvPr>
          <p:cNvSpPr>
            <a:spLocks noGrp="1"/>
          </p:cNvSpPr>
          <p:nvPr/>
        </p:nvSpPr>
        <p:spPr>
          <a:xfrm>
            <a:off x="824935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29" name="F2_precision_recall_distributions_8243">
            <a:extLst>
              <a:ext uri="{FF2B5EF4-FFF2-40B4-BE49-F238E27FC236}">
                <a16:creationId xmlns:a16="http://schemas.microsoft.com/office/drawing/2014/main" id="{FD7466F2-5049-44E1-98E1-4323B370662E}"/>
              </a:ext>
            </a:extLst>
          </p:cNvPr>
          <p:cNvSpPr>
            <a:spLocks noGrp="1"/>
          </p:cNvSpPr>
          <p:nvPr/>
        </p:nvSpPr>
        <p:spPr>
          <a:xfrm>
            <a:off x="82488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0" name="F2_precision_recall_distributions_8244">
            <a:extLst>
              <a:ext uri="{FF2B5EF4-FFF2-40B4-BE49-F238E27FC236}">
                <a16:creationId xmlns:a16="http://schemas.microsoft.com/office/drawing/2014/main" id="{0DB40F12-F675-4543-B50C-AB26DA8BCC47}"/>
              </a:ext>
            </a:extLst>
          </p:cNvPr>
          <p:cNvSpPr>
            <a:spLocks noGrp="1"/>
          </p:cNvSpPr>
          <p:nvPr/>
        </p:nvSpPr>
        <p:spPr>
          <a:xfrm>
            <a:off x="8403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1" name="F2_precision_recall_distributions_8245">
            <a:extLst>
              <a:ext uri="{FF2B5EF4-FFF2-40B4-BE49-F238E27FC236}">
                <a16:creationId xmlns:a16="http://schemas.microsoft.com/office/drawing/2014/main" id="{F5D3969E-4CCC-4C80-A7BF-4B98F6A40B7C}"/>
              </a:ext>
            </a:extLst>
          </p:cNvPr>
          <p:cNvSpPr>
            <a:spLocks noGrp="1"/>
          </p:cNvSpPr>
          <p:nvPr/>
        </p:nvSpPr>
        <p:spPr>
          <a:xfrm>
            <a:off x="836190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2" name="F2_precision_recall_distributions_8246">
            <a:extLst>
              <a:ext uri="{FF2B5EF4-FFF2-40B4-BE49-F238E27FC236}">
                <a16:creationId xmlns:a16="http://schemas.microsoft.com/office/drawing/2014/main" id="{17626937-9A62-4983-9946-10138D63AC57}"/>
              </a:ext>
            </a:extLst>
          </p:cNvPr>
          <p:cNvSpPr>
            <a:spLocks noGrp="1"/>
          </p:cNvSpPr>
          <p:nvPr/>
        </p:nvSpPr>
        <p:spPr>
          <a:xfrm>
            <a:off x="815179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3" name="F2_precision_recall_distributions_8247">
            <a:extLst>
              <a:ext uri="{FF2B5EF4-FFF2-40B4-BE49-F238E27FC236}">
                <a16:creationId xmlns:a16="http://schemas.microsoft.com/office/drawing/2014/main" id="{8F67FE49-AEEF-4F22-AD56-7949F863F2AD}"/>
              </a:ext>
            </a:extLst>
          </p:cNvPr>
          <p:cNvSpPr>
            <a:spLocks noGrp="1"/>
          </p:cNvSpPr>
          <p:nvPr/>
        </p:nvSpPr>
        <p:spPr>
          <a:xfrm>
            <a:off x="82975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4" name="F2_precision_recall_distributions_8248">
            <a:extLst>
              <a:ext uri="{FF2B5EF4-FFF2-40B4-BE49-F238E27FC236}">
                <a16:creationId xmlns:a16="http://schemas.microsoft.com/office/drawing/2014/main" id="{9A482DDE-A2F4-441A-BE23-61C678545695}"/>
              </a:ext>
            </a:extLst>
          </p:cNvPr>
          <p:cNvSpPr>
            <a:spLocks noGrp="1"/>
          </p:cNvSpPr>
          <p:nvPr/>
        </p:nvSpPr>
        <p:spPr>
          <a:xfrm>
            <a:off x="848049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5" name="F2_precision_recall_distributions_8249">
            <a:extLst>
              <a:ext uri="{FF2B5EF4-FFF2-40B4-BE49-F238E27FC236}">
                <a16:creationId xmlns:a16="http://schemas.microsoft.com/office/drawing/2014/main" id="{2F01E130-FED0-417F-B580-E76F674019DA}"/>
              </a:ext>
            </a:extLst>
          </p:cNvPr>
          <p:cNvSpPr>
            <a:spLocks noGrp="1"/>
          </p:cNvSpPr>
          <p:nvPr/>
        </p:nvSpPr>
        <p:spPr>
          <a:xfrm>
            <a:off x="8292552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6" name="F2_precision_recall_distributions_8250">
            <a:extLst>
              <a:ext uri="{FF2B5EF4-FFF2-40B4-BE49-F238E27FC236}">
                <a16:creationId xmlns:a16="http://schemas.microsoft.com/office/drawing/2014/main" id="{4BBF56D0-9174-45DA-9EC4-0918DEFEFB43}"/>
              </a:ext>
            </a:extLst>
          </p:cNvPr>
          <p:cNvSpPr>
            <a:spLocks noGrp="1"/>
          </p:cNvSpPr>
          <p:nvPr/>
        </p:nvSpPr>
        <p:spPr>
          <a:xfrm>
            <a:off x="82493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7" name="F2_precision_recall_distributions_8251">
            <a:extLst>
              <a:ext uri="{FF2B5EF4-FFF2-40B4-BE49-F238E27FC236}">
                <a16:creationId xmlns:a16="http://schemas.microsoft.com/office/drawing/2014/main" id="{CDC25E24-AF06-469D-9DF7-70C587E67C1E}"/>
              </a:ext>
            </a:extLst>
          </p:cNvPr>
          <p:cNvSpPr>
            <a:spLocks noGrp="1"/>
          </p:cNvSpPr>
          <p:nvPr/>
        </p:nvSpPr>
        <p:spPr>
          <a:xfrm>
            <a:off x="814597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8" name="F2_precision_recall_distributions_8252">
            <a:extLst>
              <a:ext uri="{FF2B5EF4-FFF2-40B4-BE49-F238E27FC236}">
                <a16:creationId xmlns:a16="http://schemas.microsoft.com/office/drawing/2014/main" id="{A884816A-3983-46ED-A8B3-1FECF7B2DAC2}"/>
              </a:ext>
            </a:extLst>
          </p:cNvPr>
          <p:cNvSpPr>
            <a:spLocks noGrp="1"/>
          </p:cNvSpPr>
          <p:nvPr/>
        </p:nvSpPr>
        <p:spPr>
          <a:xfrm>
            <a:off x="839034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39" name="F2_precision_recall_distributions_8253">
            <a:extLst>
              <a:ext uri="{FF2B5EF4-FFF2-40B4-BE49-F238E27FC236}">
                <a16:creationId xmlns:a16="http://schemas.microsoft.com/office/drawing/2014/main" id="{AF646EAF-D0E7-4170-B079-4F42373E5736}"/>
              </a:ext>
            </a:extLst>
          </p:cNvPr>
          <p:cNvSpPr>
            <a:spLocks noGrp="1"/>
          </p:cNvSpPr>
          <p:nvPr/>
        </p:nvSpPr>
        <p:spPr>
          <a:xfrm>
            <a:off x="836547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0" name="F2_precision_recall_distributions_8254">
            <a:extLst>
              <a:ext uri="{FF2B5EF4-FFF2-40B4-BE49-F238E27FC236}">
                <a16:creationId xmlns:a16="http://schemas.microsoft.com/office/drawing/2014/main" id="{FB0830F3-98B5-4E2D-8ADA-644107A279BE}"/>
              </a:ext>
            </a:extLst>
          </p:cNvPr>
          <p:cNvSpPr>
            <a:spLocks noGrp="1"/>
          </p:cNvSpPr>
          <p:nvPr/>
        </p:nvSpPr>
        <p:spPr>
          <a:xfrm>
            <a:off x="82331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1" name="F2_precision_recall_distributions_8255">
            <a:extLst>
              <a:ext uri="{FF2B5EF4-FFF2-40B4-BE49-F238E27FC236}">
                <a16:creationId xmlns:a16="http://schemas.microsoft.com/office/drawing/2014/main" id="{C1718E39-7A96-4A7D-9863-1988E8BEFF38}"/>
              </a:ext>
            </a:extLst>
          </p:cNvPr>
          <p:cNvSpPr>
            <a:spLocks noGrp="1"/>
          </p:cNvSpPr>
          <p:nvPr/>
        </p:nvSpPr>
        <p:spPr>
          <a:xfrm>
            <a:off x="845787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2" name="F2_precision_recall_distributions_8256">
            <a:extLst>
              <a:ext uri="{FF2B5EF4-FFF2-40B4-BE49-F238E27FC236}">
                <a16:creationId xmlns:a16="http://schemas.microsoft.com/office/drawing/2014/main" id="{3BFEF139-B82F-466E-9EF5-CFA8784787C3}"/>
              </a:ext>
            </a:extLst>
          </p:cNvPr>
          <p:cNvSpPr>
            <a:spLocks noGrp="1"/>
          </p:cNvSpPr>
          <p:nvPr/>
        </p:nvSpPr>
        <p:spPr>
          <a:xfrm>
            <a:off x="8333496" y="768732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3" name="F2_precision_recall_distributions_8257">
            <a:extLst>
              <a:ext uri="{FF2B5EF4-FFF2-40B4-BE49-F238E27FC236}">
                <a16:creationId xmlns:a16="http://schemas.microsoft.com/office/drawing/2014/main" id="{DFA51EE4-BF29-4E03-9C90-36D9B31D2D59}"/>
              </a:ext>
            </a:extLst>
          </p:cNvPr>
          <p:cNvSpPr>
            <a:spLocks noGrp="1"/>
          </p:cNvSpPr>
          <p:nvPr/>
        </p:nvSpPr>
        <p:spPr>
          <a:xfrm>
            <a:off x="84786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4" name="F2_precision_recall_distributions_8258">
            <a:extLst>
              <a:ext uri="{FF2B5EF4-FFF2-40B4-BE49-F238E27FC236}">
                <a16:creationId xmlns:a16="http://schemas.microsoft.com/office/drawing/2014/main" id="{6285A155-4872-4F3C-8A43-9AF59FA96576}"/>
              </a:ext>
            </a:extLst>
          </p:cNvPr>
          <p:cNvSpPr>
            <a:spLocks noGrp="1"/>
          </p:cNvSpPr>
          <p:nvPr/>
        </p:nvSpPr>
        <p:spPr>
          <a:xfrm>
            <a:off x="83864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5" name="F2_precision_recall_distributions_8259">
            <a:extLst>
              <a:ext uri="{FF2B5EF4-FFF2-40B4-BE49-F238E27FC236}">
                <a16:creationId xmlns:a16="http://schemas.microsoft.com/office/drawing/2014/main" id="{CC6FC181-3421-47F4-9219-F0A792DCED39}"/>
              </a:ext>
            </a:extLst>
          </p:cNvPr>
          <p:cNvSpPr>
            <a:spLocks noGrp="1"/>
          </p:cNvSpPr>
          <p:nvPr/>
        </p:nvSpPr>
        <p:spPr>
          <a:xfrm>
            <a:off x="840965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6" name="F2_precision_recall_distributions_8260">
            <a:extLst>
              <a:ext uri="{FF2B5EF4-FFF2-40B4-BE49-F238E27FC236}">
                <a16:creationId xmlns:a16="http://schemas.microsoft.com/office/drawing/2014/main" id="{7B9E5D8F-8246-49F3-8371-05A47151466F}"/>
              </a:ext>
            </a:extLst>
          </p:cNvPr>
          <p:cNvSpPr>
            <a:spLocks noGrp="1"/>
          </p:cNvSpPr>
          <p:nvPr/>
        </p:nvSpPr>
        <p:spPr>
          <a:xfrm>
            <a:off x="827842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7" name="F2_precision_recall_distributions_8261">
            <a:extLst>
              <a:ext uri="{FF2B5EF4-FFF2-40B4-BE49-F238E27FC236}">
                <a16:creationId xmlns:a16="http://schemas.microsoft.com/office/drawing/2014/main" id="{3AFA9D3C-DEB3-43D7-9150-EDCE59D7AAC1}"/>
              </a:ext>
            </a:extLst>
          </p:cNvPr>
          <p:cNvSpPr>
            <a:spLocks noGrp="1"/>
          </p:cNvSpPr>
          <p:nvPr/>
        </p:nvSpPr>
        <p:spPr>
          <a:xfrm>
            <a:off x="8323800" y="779798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8" name="F2_precision_recall_distributions_8262">
            <a:extLst>
              <a:ext uri="{FF2B5EF4-FFF2-40B4-BE49-F238E27FC236}">
                <a16:creationId xmlns:a16="http://schemas.microsoft.com/office/drawing/2014/main" id="{4FA15596-471E-4388-BD64-73647D620083}"/>
              </a:ext>
            </a:extLst>
          </p:cNvPr>
          <p:cNvSpPr>
            <a:spLocks noGrp="1"/>
          </p:cNvSpPr>
          <p:nvPr/>
        </p:nvSpPr>
        <p:spPr>
          <a:xfrm>
            <a:off x="82499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49" name="F2_precision_recall_distributions_8263">
            <a:extLst>
              <a:ext uri="{FF2B5EF4-FFF2-40B4-BE49-F238E27FC236}">
                <a16:creationId xmlns:a16="http://schemas.microsoft.com/office/drawing/2014/main" id="{AB364F43-8110-4DB4-823C-4CD3850AE6CA}"/>
              </a:ext>
            </a:extLst>
          </p:cNvPr>
          <p:cNvSpPr>
            <a:spLocks noGrp="1"/>
          </p:cNvSpPr>
          <p:nvPr/>
        </p:nvSpPr>
        <p:spPr>
          <a:xfrm>
            <a:off x="81916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0" name="F2_precision_recall_distributions_8264">
            <a:extLst>
              <a:ext uri="{FF2B5EF4-FFF2-40B4-BE49-F238E27FC236}">
                <a16:creationId xmlns:a16="http://schemas.microsoft.com/office/drawing/2014/main" id="{D8C88C4C-5FD2-42CB-BB33-3497C0F29E5D}"/>
              </a:ext>
            </a:extLst>
          </p:cNvPr>
          <p:cNvSpPr>
            <a:spLocks noGrp="1"/>
          </p:cNvSpPr>
          <p:nvPr/>
        </p:nvSpPr>
        <p:spPr>
          <a:xfrm>
            <a:off x="8170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1" name="F2_precision_recall_distributions_8265">
            <a:extLst>
              <a:ext uri="{FF2B5EF4-FFF2-40B4-BE49-F238E27FC236}">
                <a16:creationId xmlns:a16="http://schemas.microsoft.com/office/drawing/2014/main" id="{136548C8-B4A3-4914-B2FA-DBE9D4EFFB47}"/>
              </a:ext>
            </a:extLst>
          </p:cNvPr>
          <p:cNvSpPr>
            <a:spLocks noGrp="1"/>
          </p:cNvSpPr>
          <p:nvPr/>
        </p:nvSpPr>
        <p:spPr>
          <a:xfrm>
            <a:off x="81350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2" name="F2_precision_recall_distributions_8266">
            <a:extLst>
              <a:ext uri="{FF2B5EF4-FFF2-40B4-BE49-F238E27FC236}">
                <a16:creationId xmlns:a16="http://schemas.microsoft.com/office/drawing/2014/main" id="{3FE8A177-908D-4207-92A2-E686D18EE0CE}"/>
              </a:ext>
            </a:extLst>
          </p:cNvPr>
          <p:cNvSpPr>
            <a:spLocks noGrp="1"/>
          </p:cNvSpPr>
          <p:nvPr/>
        </p:nvSpPr>
        <p:spPr>
          <a:xfrm>
            <a:off x="825764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3" name="F2_precision_recall_distributions_8267">
            <a:extLst>
              <a:ext uri="{FF2B5EF4-FFF2-40B4-BE49-F238E27FC236}">
                <a16:creationId xmlns:a16="http://schemas.microsoft.com/office/drawing/2014/main" id="{5CF7A974-CC6B-482B-83E9-FE05578C1867}"/>
              </a:ext>
            </a:extLst>
          </p:cNvPr>
          <p:cNvSpPr>
            <a:spLocks noGrp="1"/>
          </p:cNvSpPr>
          <p:nvPr/>
        </p:nvSpPr>
        <p:spPr>
          <a:xfrm>
            <a:off x="8314996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4" name="F2_precision_recall_distributions_8268">
            <a:extLst>
              <a:ext uri="{FF2B5EF4-FFF2-40B4-BE49-F238E27FC236}">
                <a16:creationId xmlns:a16="http://schemas.microsoft.com/office/drawing/2014/main" id="{8D9AABEF-B7C9-4BDC-A4A9-AC017C596635}"/>
              </a:ext>
            </a:extLst>
          </p:cNvPr>
          <p:cNvSpPr>
            <a:spLocks noGrp="1"/>
          </p:cNvSpPr>
          <p:nvPr/>
        </p:nvSpPr>
        <p:spPr>
          <a:xfrm>
            <a:off x="84176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5" name="F2_precision_recall_distributions_8269">
            <a:extLst>
              <a:ext uri="{FF2B5EF4-FFF2-40B4-BE49-F238E27FC236}">
                <a16:creationId xmlns:a16="http://schemas.microsoft.com/office/drawing/2014/main" id="{BD0F09E2-C0C6-4E4F-B500-B702C359F8F1}"/>
              </a:ext>
            </a:extLst>
          </p:cNvPr>
          <p:cNvSpPr>
            <a:spLocks noGrp="1"/>
          </p:cNvSpPr>
          <p:nvPr/>
        </p:nvSpPr>
        <p:spPr>
          <a:xfrm>
            <a:off x="839227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6" name="F2_precision_recall_distributions_8270">
            <a:extLst>
              <a:ext uri="{FF2B5EF4-FFF2-40B4-BE49-F238E27FC236}">
                <a16:creationId xmlns:a16="http://schemas.microsoft.com/office/drawing/2014/main" id="{56CD1B7A-4FA8-4353-A74E-AB128B34F410}"/>
              </a:ext>
            </a:extLst>
          </p:cNvPr>
          <p:cNvSpPr>
            <a:spLocks noGrp="1"/>
          </p:cNvSpPr>
          <p:nvPr/>
        </p:nvSpPr>
        <p:spPr>
          <a:xfrm>
            <a:off x="82488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7" name="F2_precision_recall_distributions_8271">
            <a:extLst>
              <a:ext uri="{FF2B5EF4-FFF2-40B4-BE49-F238E27FC236}">
                <a16:creationId xmlns:a16="http://schemas.microsoft.com/office/drawing/2014/main" id="{AAB57C26-5686-45C2-ABB2-5DE344BE20F4}"/>
              </a:ext>
            </a:extLst>
          </p:cNvPr>
          <p:cNvSpPr>
            <a:spLocks noGrp="1"/>
          </p:cNvSpPr>
          <p:nvPr/>
        </p:nvSpPr>
        <p:spPr>
          <a:xfrm>
            <a:off x="8281587" y="769384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8" name="F2_precision_recall_distributions_8272">
            <a:extLst>
              <a:ext uri="{FF2B5EF4-FFF2-40B4-BE49-F238E27FC236}">
                <a16:creationId xmlns:a16="http://schemas.microsoft.com/office/drawing/2014/main" id="{FF40ABC9-5D35-4516-BE8D-71502BFD5953}"/>
              </a:ext>
            </a:extLst>
          </p:cNvPr>
          <p:cNvSpPr>
            <a:spLocks noGrp="1"/>
          </p:cNvSpPr>
          <p:nvPr/>
        </p:nvSpPr>
        <p:spPr>
          <a:xfrm>
            <a:off x="83796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59" name="F2_precision_recall_distributions_8273">
            <a:extLst>
              <a:ext uri="{FF2B5EF4-FFF2-40B4-BE49-F238E27FC236}">
                <a16:creationId xmlns:a16="http://schemas.microsoft.com/office/drawing/2014/main" id="{6C14E826-2F5F-4D1D-8FBA-3D69FB4DED0E}"/>
              </a:ext>
            </a:extLst>
          </p:cNvPr>
          <p:cNvSpPr>
            <a:spLocks noGrp="1"/>
          </p:cNvSpPr>
          <p:nvPr/>
        </p:nvSpPr>
        <p:spPr>
          <a:xfrm>
            <a:off x="8485854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0" name="F2_precision_recall_distributions_8274">
            <a:extLst>
              <a:ext uri="{FF2B5EF4-FFF2-40B4-BE49-F238E27FC236}">
                <a16:creationId xmlns:a16="http://schemas.microsoft.com/office/drawing/2014/main" id="{AE7A1058-F732-48AB-BB1B-45847C855638}"/>
              </a:ext>
            </a:extLst>
          </p:cNvPr>
          <p:cNvSpPr>
            <a:spLocks noGrp="1"/>
          </p:cNvSpPr>
          <p:nvPr/>
        </p:nvSpPr>
        <p:spPr>
          <a:xfrm>
            <a:off x="820223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1" name="F2_precision_recall_distributions_8275">
            <a:extLst>
              <a:ext uri="{FF2B5EF4-FFF2-40B4-BE49-F238E27FC236}">
                <a16:creationId xmlns:a16="http://schemas.microsoft.com/office/drawing/2014/main" id="{A40A5058-0B8B-4B1C-83D9-BCD5B3D81F54}"/>
              </a:ext>
            </a:extLst>
          </p:cNvPr>
          <p:cNvSpPr>
            <a:spLocks noGrp="1"/>
          </p:cNvSpPr>
          <p:nvPr/>
        </p:nvSpPr>
        <p:spPr>
          <a:xfrm>
            <a:off x="822319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2" name="F2_precision_recall_distributions_8276">
            <a:extLst>
              <a:ext uri="{FF2B5EF4-FFF2-40B4-BE49-F238E27FC236}">
                <a16:creationId xmlns:a16="http://schemas.microsoft.com/office/drawing/2014/main" id="{ADE544EB-AE65-4095-A0C5-C4F07D90F5E7}"/>
              </a:ext>
            </a:extLst>
          </p:cNvPr>
          <p:cNvSpPr>
            <a:spLocks noGrp="1"/>
          </p:cNvSpPr>
          <p:nvPr/>
        </p:nvSpPr>
        <p:spPr>
          <a:xfrm>
            <a:off x="8368989" y="7602901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3" name="F2_precision_recall_distributions_8277">
            <a:extLst>
              <a:ext uri="{FF2B5EF4-FFF2-40B4-BE49-F238E27FC236}">
                <a16:creationId xmlns:a16="http://schemas.microsoft.com/office/drawing/2014/main" id="{F1FA8034-1E74-45BA-B3FE-688C6FC0CFFD}"/>
              </a:ext>
            </a:extLst>
          </p:cNvPr>
          <p:cNvSpPr>
            <a:spLocks noGrp="1"/>
          </p:cNvSpPr>
          <p:nvPr/>
        </p:nvSpPr>
        <p:spPr>
          <a:xfrm>
            <a:off x="83462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4" name="F2_precision_recall_distributions_8278">
            <a:extLst>
              <a:ext uri="{FF2B5EF4-FFF2-40B4-BE49-F238E27FC236}">
                <a16:creationId xmlns:a16="http://schemas.microsoft.com/office/drawing/2014/main" id="{0B1AC45E-89C8-44C5-8858-98ADA22BA349}"/>
              </a:ext>
            </a:extLst>
          </p:cNvPr>
          <p:cNvSpPr>
            <a:spLocks noGrp="1"/>
          </p:cNvSpPr>
          <p:nvPr/>
        </p:nvSpPr>
        <p:spPr>
          <a:xfrm>
            <a:off x="84769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5" name="F2_precision_recall_distributions_8279">
            <a:extLst>
              <a:ext uri="{FF2B5EF4-FFF2-40B4-BE49-F238E27FC236}">
                <a16:creationId xmlns:a16="http://schemas.microsoft.com/office/drawing/2014/main" id="{98FBCD69-04F3-4898-BEF5-A5C75903BD54}"/>
              </a:ext>
            </a:extLst>
          </p:cNvPr>
          <p:cNvSpPr>
            <a:spLocks noGrp="1"/>
          </p:cNvSpPr>
          <p:nvPr/>
        </p:nvSpPr>
        <p:spPr>
          <a:xfrm>
            <a:off x="838599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6" name="F2_precision_recall_distributions_8280">
            <a:extLst>
              <a:ext uri="{FF2B5EF4-FFF2-40B4-BE49-F238E27FC236}">
                <a16:creationId xmlns:a16="http://schemas.microsoft.com/office/drawing/2014/main" id="{4A35E0AB-1EBC-4D9B-ABC4-2974580B2D1D}"/>
              </a:ext>
            </a:extLst>
          </p:cNvPr>
          <p:cNvSpPr>
            <a:spLocks noGrp="1"/>
          </p:cNvSpPr>
          <p:nvPr/>
        </p:nvSpPr>
        <p:spPr>
          <a:xfrm>
            <a:off x="8312735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7" name="F2_precision_recall_distributions_8281">
            <a:extLst>
              <a:ext uri="{FF2B5EF4-FFF2-40B4-BE49-F238E27FC236}">
                <a16:creationId xmlns:a16="http://schemas.microsoft.com/office/drawing/2014/main" id="{31DF1830-A179-413F-9167-FB88469D6A12}"/>
              </a:ext>
            </a:extLst>
          </p:cNvPr>
          <p:cNvSpPr>
            <a:spLocks noGrp="1"/>
          </p:cNvSpPr>
          <p:nvPr/>
        </p:nvSpPr>
        <p:spPr>
          <a:xfrm>
            <a:off x="84532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8" name="F2_precision_recall_distributions_8282">
            <a:extLst>
              <a:ext uri="{FF2B5EF4-FFF2-40B4-BE49-F238E27FC236}">
                <a16:creationId xmlns:a16="http://schemas.microsoft.com/office/drawing/2014/main" id="{A71BCF0D-7821-4AE6-B34A-8DEF3391ADEA}"/>
              </a:ext>
            </a:extLst>
          </p:cNvPr>
          <p:cNvSpPr>
            <a:spLocks noGrp="1"/>
          </p:cNvSpPr>
          <p:nvPr/>
        </p:nvSpPr>
        <p:spPr>
          <a:xfrm>
            <a:off x="83748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69" name="F2_precision_recall_distributions_8283">
            <a:extLst>
              <a:ext uri="{FF2B5EF4-FFF2-40B4-BE49-F238E27FC236}">
                <a16:creationId xmlns:a16="http://schemas.microsoft.com/office/drawing/2014/main" id="{502368F1-FA10-4444-9E12-8912A3FF9A6C}"/>
              </a:ext>
            </a:extLst>
          </p:cNvPr>
          <p:cNvSpPr>
            <a:spLocks noGrp="1"/>
          </p:cNvSpPr>
          <p:nvPr/>
        </p:nvSpPr>
        <p:spPr>
          <a:xfrm>
            <a:off x="8138539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0" name="F2_precision_recall_distributions_8284">
            <a:extLst>
              <a:ext uri="{FF2B5EF4-FFF2-40B4-BE49-F238E27FC236}">
                <a16:creationId xmlns:a16="http://schemas.microsoft.com/office/drawing/2014/main" id="{55F103F9-74BA-4FB7-B649-3CD3D0E6512E}"/>
              </a:ext>
            </a:extLst>
          </p:cNvPr>
          <p:cNvSpPr>
            <a:spLocks noGrp="1"/>
          </p:cNvSpPr>
          <p:nvPr/>
        </p:nvSpPr>
        <p:spPr>
          <a:xfrm>
            <a:off x="846906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1" name="F2_precision_recall_distributions_8285">
            <a:extLst>
              <a:ext uri="{FF2B5EF4-FFF2-40B4-BE49-F238E27FC236}">
                <a16:creationId xmlns:a16="http://schemas.microsoft.com/office/drawing/2014/main" id="{DC3E0DCD-C583-4601-B4E0-26005765486D}"/>
              </a:ext>
            </a:extLst>
          </p:cNvPr>
          <p:cNvSpPr>
            <a:spLocks noGrp="1"/>
          </p:cNvSpPr>
          <p:nvPr/>
        </p:nvSpPr>
        <p:spPr>
          <a:xfrm>
            <a:off x="84972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2" name="F2_precision_recall_distributions_8286">
            <a:extLst>
              <a:ext uri="{FF2B5EF4-FFF2-40B4-BE49-F238E27FC236}">
                <a16:creationId xmlns:a16="http://schemas.microsoft.com/office/drawing/2014/main" id="{556A4E71-E909-4E4B-AC32-EBBE83481007}"/>
              </a:ext>
            </a:extLst>
          </p:cNvPr>
          <p:cNvSpPr>
            <a:spLocks noGrp="1"/>
          </p:cNvSpPr>
          <p:nvPr/>
        </p:nvSpPr>
        <p:spPr>
          <a:xfrm>
            <a:off x="815202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3" name="F2_precision_recall_distributions_8287">
            <a:extLst>
              <a:ext uri="{FF2B5EF4-FFF2-40B4-BE49-F238E27FC236}">
                <a16:creationId xmlns:a16="http://schemas.microsoft.com/office/drawing/2014/main" id="{E6C52732-6B0E-441C-AB99-809339A6FF1F}"/>
              </a:ext>
            </a:extLst>
          </p:cNvPr>
          <p:cNvSpPr>
            <a:spLocks noGrp="1"/>
          </p:cNvSpPr>
          <p:nvPr/>
        </p:nvSpPr>
        <p:spPr>
          <a:xfrm>
            <a:off x="83675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4" name="F2_precision_recall_distributions_8288">
            <a:extLst>
              <a:ext uri="{FF2B5EF4-FFF2-40B4-BE49-F238E27FC236}">
                <a16:creationId xmlns:a16="http://schemas.microsoft.com/office/drawing/2014/main" id="{51AE5B8F-3C1A-40FE-A1F8-FAC5ADE30282}"/>
              </a:ext>
            </a:extLst>
          </p:cNvPr>
          <p:cNvSpPr>
            <a:spLocks noGrp="1"/>
          </p:cNvSpPr>
          <p:nvPr/>
        </p:nvSpPr>
        <p:spPr>
          <a:xfrm>
            <a:off x="8152266" y="771715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5" name="F2_precision_recall_distributions_8289">
            <a:extLst>
              <a:ext uri="{FF2B5EF4-FFF2-40B4-BE49-F238E27FC236}">
                <a16:creationId xmlns:a16="http://schemas.microsoft.com/office/drawing/2014/main" id="{D91AED41-A3A4-48BD-8DE2-172B565F08E7}"/>
              </a:ext>
            </a:extLst>
          </p:cNvPr>
          <p:cNvSpPr>
            <a:spLocks noGrp="1"/>
          </p:cNvSpPr>
          <p:nvPr/>
        </p:nvSpPr>
        <p:spPr>
          <a:xfrm>
            <a:off x="8354808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6" name="F2_precision_recall_distributions_8290">
            <a:extLst>
              <a:ext uri="{FF2B5EF4-FFF2-40B4-BE49-F238E27FC236}">
                <a16:creationId xmlns:a16="http://schemas.microsoft.com/office/drawing/2014/main" id="{D0544384-DB18-47F9-AD55-0FD1DF290703}"/>
              </a:ext>
            </a:extLst>
          </p:cNvPr>
          <p:cNvSpPr>
            <a:spLocks noGrp="1"/>
          </p:cNvSpPr>
          <p:nvPr/>
        </p:nvSpPr>
        <p:spPr>
          <a:xfrm>
            <a:off x="828358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7" name="F2_precision_recall_distributions_8291">
            <a:extLst>
              <a:ext uri="{FF2B5EF4-FFF2-40B4-BE49-F238E27FC236}">
                <a16:creationId xmlns:a16="http://schemas.microsoft.com/office/drawing/2014/main" id="{FEDF055E-A503-4E25-901C-AAD72D2C5F8B}"/>
              </a:ext>
            </a:extLst>
          </p:cNvPr>
          <p:cNvSpPr>
            <a:spLocks noGrp="1"/>
          </p:cNvSpPr>
          <p:nvPr/>
        </p:nvSpPr>
        <p:spPr>
          <a:xfrm>
            <a:off x="823076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8" name="F2_precision_recall_distributions_8292">
            <a:extLst>
              <a:ext uri="{FF2B5EF4-FFF2-40B4-BE49-F238E27FC236}">
                <a16:creationId xmlns:a16="http://schemas.microsoft.com/office/drawing/2014/main" id="{F967F14D-1143-4891-B294-5343BDEB2F1A}"/>
              </a:ext>
            </a:extLst>
          </p:cNvPr>
          <p:cNvSpPr>
            <a:spLocks noGrp="1"/>
          </p:cNvSpPr>
          <p:nvPr/>
        </p:nvSpPr>
        <p:spPr>
          <a:xfrm>
            <a:off x="8319602" y="698809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79" name="F2_precision_recall_distributions_8293">
            <a:extLst>
              <a:ext uri="{FF2B5EF4-FFF2-40B4-BE49-F238E27FC236}">
                <a16:creationId xmlns:a16="http://schemas.microsoft.com/office/drawing/2014/main" id="{1462D297-8A7E-4A2B-9A43-4FD4A8E34AA3}"/>
              </a:ext>
            </a:extLst>
          </p:cNvPr>
          <p:cNvSpPr>
            <a:spLocks noGrp="1"/>
          </p:cNvSpPr>
          <p:nvPr/>
        </p:nvSpPr>
        <p:spPr>
          <a:xfrm>
            <a:off x="822063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0" name="F2_precision_recall_distributions_8294">
            <a:extLst>
              <a:ext uri="{FF2B5EF4-FFF2-40B4-BE49-F238E27FC236}">
                <a16:creationId xmlns:a16="http://schemas.microsoft.com/office/drawing/2014/main" id="{6E2ABD90-FBA4-44B1-867C-162800EDB1E2}"/>
              </a:ext>
            </a:extLst>
          </p:cNvPr>
          <p:cNvSpPr>
            <a:spLocks noGrp="1"/>
          </p:cNvSpPr>
          <p:nvPr/>
        </p:nvSpPr>
        <p:spPr>
          <a:xfrm>
            <a:off x="81496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1" name="F2_precision_recall_distributions_8295">
            <a:extLst>
              <a:ext uri="{FF2B5EF4-FFF2-40B4-BE49-F238E27FC236}">
                <a16:creationId xmlns:a16="http://schemas.microsoft.com/office/drawing/2014/main" id="{4B52FD04-5E8E-482D-AFC7-144F53BD6401}"/>
              </a:ext>
            </a:extLst>
          </p:cNvPr>
          <p:cNvSpPr>
            <a:spLocks noGrp="1"/>
          </p:cNvSpPr>
          <p:nvPr/>
        </p:nvSpPr>
        <p:spPr>
          <a:xfrm>
            <a:off x="817696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2" name="F2_precision_recall_distributions_8296">
            <a:extLst>
              <a:ext uri="{FF2B5EF4-FFF2-40B4-BE49-F238E27FC236}">
                <a16:creationId xmlns:a16="http://schemas.microsoft.com/office/drawing/2014/main" id="{519CF58B-FD6F-4E7F-973A-7A92482665FA}"/>
              </a:ext>
            </a:extLst>
          </p:cNvPr>
          <p:cNvSpPr>
            <a:spLocks noGrp="1"/>
          </p:cNvSpPr>
          <p:nvPr/>
        </p:nvSpPr>
        <p:spPr>
          <a:xfrm>
            <a:off x="84859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3" name="F2_precision_recall_distributions_8297">
            <a:extLst>
              <a:ext uri="{FF2B5EF4-FFF2-40B4-BE49-F238E27FC236}">
                <a16:creationId xmlns:a16="http://schemas.microsoft.com/office/drawing/2014/main" id="{0E969E0C-486F-47FF-9A5D-03AF363619D9}"/>
              </a:ext>
            </a:extLst>
          </p:cNvPr>
          <p:cNvSpPr>
            <a:spLocks noGrp="1"/>
          </p:cNvSpPr>
          <p:nvPr/>
        </p:nvSpPr>
        <p:spPr>
          <a:xfrm>
            <a:off x="816793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4" name="F2_precision_recall_distributions_8298">
            <a:extLst>
              <a:ext uri="{FF2B5EF4-FFF2-40B4-BE49-F238E27FC236}">
                <a16:creationId xmlns:a16="http://schemas.microsoft.com/office/drawing/2014/main" id="{D4AD20B4-8C68-4EB5-8167-D3748F01F14C}"/>
              </a:ext>
            </a:extLst>
          </p:cNvPr>
          <p:cNvSpPr>
            <a:spLocks noGrp="1"/>
          </p:cNvSpPr>
          <p:nvPr/>
        </p:nvSpPr>
        <p:spPr>
          <a:xfrm>
            <a:off x="8246420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5" name="F2_precision_recall_distributions_8299">
            <a:extLst>
              <a:ext uri="{FF2B5EF4-FFF2-40B4-BE49-F238E27FC236}">
                <a16:creationId xmlns:a16="http://schemas.microsoft.com/office/drawing/2014/main" id="{CEDA0B5A-55CE-4372-9C61-C0C02874B6BD}"/>
              </a:ext>
            </a:extLst>
          </p:cNvPr>
          <p:cNvSpPr>
            <a:spLocks noGrp="1"/>
          </p:cNvSpPr>
          <p:nvPr/>
        </p:nvSpPr>
        <p:spPr>
          <a:xfrm>
            <a:off x="81907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6" name="F2_precision_recall_distributions_8300">
            <a:extLst>
              <a:ext uri="{FF2B5EF4-FFF2-40B4-BE49-F238E27FC236}">
                <a16:creationId xmlns:a16="http://schemas.microsoft.com/office/drawing/2014/main" id="{C59D749B-FC12-44C8-B733-0BF90D081418}"/>
              </a:ext>
            </a:extLst>
          </p:cNvPr>
          <p:cNvSpPr>
            <a:spLocks noGrp="1"/>
          </p:cNvSpPr>
          <p:nvPr/>
        </p:nvSpPr>
        <p:spPr>
          <a:xfrm>
            <a:off x="83160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7" name="F2_precision_recall_distributions_8301">
            <a:extLst>
              <a:ext uri="{FF2B5EF4-FFF2-40B4-BE49-F238E27FC236}">
                <a16:creationId xmlns:a16="http://schemas.microsoft.com/office/drawing/2014/main" id="{DB81B418-5FA8-444F-AFCC-E7C07DFB1A9C}"/>
              </a:ext>
            </a:extLst>
          </p:cNvPr>
          <p:cNvSpPr>
            <a:spLocks noGrp="1"/>
          </p:cNvSpPr>
          <p:nvPr/>
        </p:nvSpPr>
        <p:spPr>
          <a:xfrm>
            <a:off x="82333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8" name="F2_precision_recall_distributions_8302">
            <a:extLst>
              <a:ext uri="{FF2B5EF4-FFF2-40B4-BE49-F238E27FC236}">
                <a16:creationId xmlns:a16="http://schemas.microsoft.com/office/drawing/2014/main" id="{9F63DC8E-B07A-461C-B907-66D5D15AD424}"/>
              </a:ext>
            </a:extLst>
          </p:cNvPr>
          <p:cNvSpPr>
            <a:spLocks noGrp="1"/>
          </p:cNvSpPr>
          <p:nvPr/>
        </p:nvSpPr>
        <p:spPr>
          <a:xfrm>
            <a:off x="827452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89" name="F2_precision_recall_distributions_8303">
            <a:extLst>
              <a:ext uri="{FF2B5EF4-FFF2-40B4-BE49-F238E27FC236}">
                <a16:creationId xmlns:a16="http://schemas.microsoft.com/office/drawing/2014/main" id="{D45776B3-7C35-41EF-B5AE-CEA4C5997097}"/>
              </a:ext>
            </a:extLst>
          </p:cNvPr>
          <p:cNvSpPr>
            <a:spLocks noGrp="1"/>
          </p:cNvSpPr>
          <p:nvPr/>
        </p:nvSpPr>
        <p:spPr>
          <a:xfrm>
            <a:off x="8358620" y="734355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0" name="F2_precision_recall_distributions_8304">
            <a:extLst>
              <a:ext uri="{FF2B5EF4-FFF2-40B4-BE49-F238E27FC236}">
                <a16:creationId xmlns:a16="http://schemas.microsoft.com/office/drawing/2014/main" id="{D00D36DD-BC58-4C9C-96B0-A8D3248CF0BD}"/>
              </a:ext>
            </a:extLst>
          </p:cNvPr>
          <p:cNvSpPr>
            <a:spLocks noGrp="1"/>
          </p:cNvSpPr>
          <p:nvPr/>
        </p:nvSpPr>
        <p:spPr>
          <a:xfrm>
            <a:off x="832350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1" name="F2_precision_recall_distributions_8305">
            <a:extLst>
              <a:ext uri="{FF2B5EF4-FFF2-40B4-BE49-F238E27FC236}">
                <a16:creationId xmlns:a16="http://schemas.microsoft.com/office/drawing/2014/main" id="{FE939BD4-38DE-4156-BA16-B9C131ADE2AE}"/>
              </a:ext>
            </a:extLst>
          </p:cNvPr>
          <p:cNvSpPr>
            <a:spLocks noGrp="1"/>
          </p:cNvSpPr>
          <p:nvPr/>
        </p:nvSpPr>
        <p:spPr>
          <a:xfrm>
            <a:off x="838346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2" name="F2_precision_recall_distributions_8306">
            <a:extLst>
              <a:ext uri="{FF2B5EF4-FFF2-40B4-BE49-F238E27FC236}">
                <a16:creationId xmlns:a16="http://schemas.microsoft.com/office/drawing/2014/main" id="{FAD2AC3F-0A62-48A8-979D-2853466C217E}"/>
              </a:ext>
            </a:extLst>
          </p:cNvPr>
          <p:cNvSpPr>
            <a:spLocks noGrp="1"/>
          </p:cNvSpPr>
          <p:nvPr/>
        </p:nvSpPr>
        <p:spPr>
          <a:xfrm>
            <a:off x="8260968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3" name="F2_precision_recall_distributions_8307">
            <a:extLst>
              <a:ext uri="{FF2B5EF4-FFF2-40B4-BE49-F238E27FC236}">
                <a16:creationId xmlns:a16="http://schemas.microsoft.com/office/drawing/2014/main" id="{D61A4ACE-C04E-4D9B-B363-84069AA335C8}"/>
              </a:ext>
            </a:extLst>
          </p:cNvPr>
          <p:cNvSpPr>
            <a:spLocks noGrp="1"/>
          </p:cNvSpPr>
          <p:nvPr/>
        </p:nvSpPr>
        <p:spPr>
          <a:xfrm>
            <a:off x="820663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4" name="F2_precision_recall_distributions_8308">
            <a:extLst>
              <a:ext uri="{FF2B5EF4-FFF2-40B4-BE49-F238E27FC236}">
                <a16:creationId xmlns:a16="http://schemas.microsoft.com/office/drawing/2014/main" id="{E5870D4E-F611-43F2-9E4D-8FBA939F89AC}"/>
              </a:ext>
            </a:extLst>
          </p:cNvPr>
          <p:cNvSpPr>
            <a:spLocks noGrp="1"/>
          </p:cNvSpPr>
          <p:nvPr/>
        </p:nvSpPr>
        <p:spPr>
          <a:xfrm>
            <a:off x="8422951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5" name="F2_precision_recall_distributions_8309">
            <a:extLst>
              <a:ext uri="{FF2B5EF4-FFF2-40B4-BE49-F238E27FC236}">
                <a16:creationId xmlns:a16="http://schemas.microsoft.com/office/drawing/2014/main" id="{4CE06828-2ADA-474B-A19A-D5BF68A20979}"/>
              </a:ext>
            </a:extLst>
          </p:cNvPr>
          <p:cNvSpPr>
            <a:spLocks noGrp="1"/>
          </p:cNvSpPr>
          <p:nvPr/>
        </p:nvSpPr>
        <p:spPr>
          <a:xfrm>
            <a:off x="8280274" y="7772654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6" name="F2_precision_recall_distributions_8310">
            <a:extLst>
              <a:ext uri="{FF2B5EF4-FFF2-40B4-BE49-F238E27FC236}">
                <a16:creationId xmlns:a16="http://schemas.microsoft.com/office/drawing/2014/main" id="{36057EF2-BA9C-408C-B214-32AA28F4042D}"/>
              </a:ext>
            </a:extLst>
          </p:cNvPr>
          <p:cNvSpPr>
            <a:spLocks noGrp="1"/>
          </p:cNvSpPr>
          <p:nvPr/>
        </p:nvSpPr>
        <p:spPr>
          <a:xfrm>
            <a:off x="8461168" y="764533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7" name="F2_precision_recall_distributions_8311">
            <a:extLst>
              <a:ext uri="{FF2B5EF4-FFF2-40B4-BE49-F238E27FC236}">
                <a16:creationId xmlns:a16="http://schemas.microsoft.com/office/drawing/2014/main" id="{5ED7CE7A-D397-4838-81B2-3E9086D6BFDF}"/>
              </a:ext>
            </a:extLst>
          </p:cNvPr>
          <p:cNvSpPr>
            <a:spLocks noGrp="1"/>
          </p:cNvSpPr>
          <p:nvPr/>
        </p:nvSpPr>
        <p:spPr>
          <a:xfrm>
            <a:off x="815520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8" name="F2_precision_recall_distributions_8312">
            <a:extLst>
              <a:ext uri="{FF2B5EF4-FFF2-40B4-BE49-F238E27FC236}">
                <a16:creationId xmlns:a16="http://schemas.microsoft.com/office/drawing/2014/main" id="{1992E911-CA4E-4A17-B8AA-8756A2105497}"/>
              </a:ext>
            </a:extLst>
          </p:cNvPr>
          <p:cNvSpPr>
            <a:spLocks noGrp="1"/>
          </p:cNvSpPr>
          <p:nvPr/>
        </p:nvSpPr>
        <p:spPr>
          <a:xfrm>
            <a:off x="823808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499" name="F2_precision_recall_distributions_8313">
            <a:extLst>
              <a:ext uri="{FF2B5EF4-FFF2-40B4-BE49-F238E27FC236}">
                <a16:creationId xmlns:a16="http://schemas.microsoft.com/office/drawing/2014/main" id="{CBBD0353-7C88-4A42-AFBC-F0EAE4177779}"/>
              </a:ext>
            </a:extLst>
          </p:cNvPr>
          <p:cNvSpPr>
            <a:spLocks noGrp="1"/>
          </p:cNvSpPr>
          <p:nvPr/>
        </p:nvSpPr>
        <p:spPr>
          <a:xfrm>
            <a:off x="839104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0" name="F2_precision_recall_distributions_8314">
            <a:extLst>
              <a:ext uri="{FF2B5EF4-FFF2-40B4-BE49-F238E27FC236}">
                <a16:creationId xmlns:a16="http://schemas.microsoft.com/office/drawing/2014/main" id="{0E1E8BFA-9128-4CD5-B617-D4452D499881}"/>
              </a:ext>
            </a:extLst>
          </p:cNvPr>
          <p:cNvSpPr>
            <a:spLocks noGrp="1"/>
          </p:cNvSpPr>
          <p:nvPr/>
        </p:nvSpPr>
        <p:spPr>
          <a:xfrm>
            <a:off x="844171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1" name="F2_precision_recall_distributions_8315">
            <a:extLst>
              <a:ext uri="{FF2B5EF4-FFF2-40B4-BE49-F238E27FC236}">
                <a16:creationId xmlns:a16="http://schemas.microsoft.com/office/drawing/2014/main" id="{38EBB55D-946A-470F-AE3C-A4C2B6F0F713}"/>
              </a:ext>
            </a:extLst>
          </p:cNvPr>
          <p:cNvSpPr>
            <a:spLocks noGrp="1"/>
          </p:cNvSpPr>
          <p:nvPr/>
        </p:nvSpPr>
        <p:spPr>
          <a:xfrm>
            <a:off x="848366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2" name="F2_precision_recall_distributions_8316">
            <a:extLst>
              <a:ext uri="{FF2B5EF4-FFF2-40B4-BE49-F238E27FC236}">
                <a16:creationId xmlns:a16="http://schemas.microsoft.com/office/drawing/2014/main" id="{8AD9BE04-3DCD-4247-8DD5-12B6A00DE7A5}"/>
              </a:ext>
            </a:extLst>
          </p:cNvPr>
          <p:cNvSpPr>
            <a:spLocks noGrp="1"/>
          </p:cNvSpPr>
          <p:nvPr/>
        </p:nvSpPr>
        <p:spPr>
          <a:xfrm>
            <a:off x="817685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3" name="F2_precision_recall_distributions_8317">
            <a:extLst>
              <a:ext uri="{FF2B5EF4-FFF2-40B4-BE49-F238E27FC236}">
                <a16:creationId xmlns:a16="http://schemas.microsoft.com/office/drawing/2014/main" id="{249608AC-FD51-4781-8002-02860ED6EE70}"/>
              </a:ext>
            </a:extLst>
          </p:cNvPr>
          <p:cNvSpPr>
            <a:spLocks noGrp="1"/>
          </p:cNvSpPr>
          <p:nvPr/>
        </p:nvSpPr>
        <p:spPr>
          <a:xfrm>
            <a:off x="831507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4" name="F2_precision_recall_distributions_8318">
            <a:extLst>
              <a:ext uri="{FF2B5EF4-FFF2-40B4-BE49-F238E27FC236}">
                <a16:creationId xmlns:a16="http://schemas.microsoft.com/office/drawing/2014/main" id="{213213D1-B4D1-47DD-B85F-AF8D969CB51B}"/>
              </a:ext>
            </a:extLst>
          </p:cNvPr>
          <p:cNvSpPr>
            <a:spLocks noGrp="1"/>
          </p:cNvSpPr>
          <p:nvPr/>
        </p:nvSpPr>
        <p:spPr>
          <a:xfrm>
            <a:off x="81460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5" name="F2_precision_recall_distributions_8319">
            <a:extLst>
              <a:ext uri="{FF2B5EF4-FFF2-40B4-BE49-F238E27FC236}">
                <a16:creationId xmlns:a16="http://schemas.microsoft.com/office/drawing/2014/main" id="{051F54F9-3B6B-4618-9575-9E772D734564}"/>
              </a:ext>
            </a:extLst>
          </p:cNvPr>
          <p:cNvSpPr>
            <a:spLocks noGrp="1"/>
          </p:cNvSpPr>
          <p:nvPr/>
        </p:nvSpPr>
        <p:spPr>
          <a:xfrm>
            <a:off x="8289646" y="7779727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6" name="F2_precision_recall_distributions_8320">
            <a:extLst>
              <a:ext uri="{FF2B5EF4-FFF2-40B4-BE49-F238E27FC236}">
                <a16:creationId xmlns:a16="http://schemas.microsoft.com/office/drawing/2014/main" id="{B107934F-18F6-41CD-B193-A1D33CCECE75}"/>
              </a:ext>
            </a:extLst>
          </p:cNvPr>
          <p:cNvSpPr>
            <a:spLocks noGrp="1"/>
          </p:cNvSpPr>
          <p:nvPr/>
        </p:nvSpPr>
        <p:spPr>
          <a:xfrm>
            <a:off x="83224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7" name="F2_precision_recall_distributions_8321">
            <a:extLst>
              <a:ext uri="{FF2B5EF4-FFF2-40B4-BE49-F238E27FC236}">
                <a16:creationId xmlns:a16="http://schemas.microsoft.com/office/drawing/2014/main" id="{A0BDF03E-8A18-4F42-A0A9-CA6B503AC04F}"/>
              </a:ext>
            </a:extLst>
          </p:cNvPr>
          <p:cNvSpPr>
            <a:spLocks noGrp="1"/>
          </p:cNvSpPr>
          <p:nvPr/>
        </p:nvSpPr>
        <p:spPr>
          <a:xfrm>
            <a:off x="833369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8" name="F2_precision_recall_distributions_8322">
            <a:extLst>
              <a:ext uri="{FF2B5EF4-FFF2-40B4-BE49-F238E27FC236}">
                <a16:creationId xmlns:a16="http://schemas.microsoft.com/office/drawing/2014/main" id="{4B97F86D-A595-46AD-A9EF-DB66EC318C58}"/>
              </a:ext>
            </a:extLst>
          </p:cNvPr>
          <p:cNvSpPr>
            <a:spLocks noGrp="1"/>
          </p:cNvSpPr>
          <p:nvPr/>
        </p:nvSpPr>
        <p:spPr>
          <a:xfrm>
            <a:off x="8375635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09" name="F2_precision_recall_distributions_8323">
            <a:extLst>
              <a:ext uri="{FF2B5EF4-FFF2-40B4-BE49-F238E27FC236}">
                <a16:creationId xmlns:a16="http://schemas.microsoft.com/office/drawing/2014/main" id="{76C37B63-2E9B-47E0-ACC3-EC1F9B1A51E7}"/>
              </a:ext>
            </a:extLst>
          </p:cNvPr>
          <p:cNvSpPr>
            <a:spLocks noGrp="1"/>
          </p:cNvSpPr>
          <p:nvPr/>
        </p:nvSpPr>
        <p:spPr>
          <a:xfrm>
            <a:off x="84092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0" name="F2_precision_recall_distributions_8324">
            <a:extLst>
              <a:ext uri="{FF2B5EF4-FFF2-40B4-BE49-F238E27FC236}">
                <a16:creationId xmlns:a16="http://schemas.microsoft.com/office/drawing/2014/main" id="{9E25539B-319F-4377-8666-B8A230122B3B}"/>
              </a:ext>
            </a:extLst>
          </p:cNvPr>
          <p:cNvSpPr>
            <a:spLocks noGrp="1"/>
          </p:cNvSpPr>
          <p:nvPr/>
        </p:nvSpPr>
        <p:spPr>
          <a:xfrm>
            <a:off x="818973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1" name="F2_precision_recall_distributions_8325">
            <a:extLst>
              <a:ext uri="{FF2B5EF4-FFF2-40B4-BE49-F238E27FC236}">
                <a16:creationId xmlns:a16="http://schemas.microsoft.com/office/drawing/2014/main" id="{3166D80B-5D8C-453C-BCEC-A47AC8031F9C}"/>
              </a:ext>
            </a:extLst>
          </p:cNvPr>
          <p:cNvSpPr>
            <a:spLocks noGrp="1"/>
          </p:cNvSpPr>
          <p:nvPr/>
        </p:nvSpPr>
        <p:spPr>
          <a:xfrm>
            <a:off x="823259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2" name="F2_precision_recall_distributions_8326">
            <a:extLst>
              <a:ext uri="{FF2B5EF4-FFF2-40B4-BE49-F238E27FC236}">
                <a16:creationId xmlns:a16="http://schemas.microsoft.com/office/drawing/2014/main" id="{8111046C-394A-4CD5-88D7-4C049C9A4FB5}"/>
              </a:ext>
            </a:extLst>
          </p:cNvPr>
          <p:cNvSpPr>
            <a:spLocks noGrp="1"/>
          </p:cNvSpPr>
          <p:nvPr/>
        </p:nvSpPr>
        <p:spPr>
          <a:xfrm>
            <a:off x="8153650" y="770899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3" name="F2_precision_recall_distributions_8327">
            <a:extLst>
              <a:ext uri="{FF2B5EF4-FFF2-40B4-BE49-F238E27FC236}">
                <a16:creationId xmlns:a16="http://schemas.microsoft.com/office/drawing/2014/main" id="{B7EDD558-9451-4606-BF9E-600A1E29B94B}"/>
              </a:ext>
            </a:extLst>
          </p:cNvPr>
          <p:cNvSpPr>
            <a:spLocks noGrp="1"/>
          </p:cNvSpPr>
          <p:nvPr/>
        </p:nvSpPr>
        <p:spPr>
          <a:xfrm>
            <a:off x="827520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4" name="F2_precision_recall_distributions_8328">
            <a:extLst>
              <a:ext uri="{FF2B5EF4-FFF2-40B4-BE49-F238E27FC236}">
                <a16:creationId xmlns:a16="http://schemas.microsoft.com/office/drawing/2014/main" id="{8597D488-FA84-4D9F-95B0-BB37EE26524C}"/>
              </a:ext>
            </a:extLst>
          </p:cNvPr>
          <p:cNvSpPr>
            <a:spLocks noGrp="1"/>
          </p:cNvSpPr>
          <p:nvPr/>
        </p:nvSpPr>
        <p:spPr>
          <a:xfrm>
            <a:off x="834022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5" name="F2_precision_recall_distributions_8329">
            <a:extLst>
              <a:ext uri="{FF2B5EF4-FFF2-40B4-BE49-F238E27FC236}">
                <a16:creationId xmlns:a16="http://schemas.microsoft.com/office/drawing/2014/main" id="{6DC59EEB-10C4-476E-ABB4-53A5D3D387F6}"/>
              </a:ext>
            </a:extLst>
          </p:cNvPr>
          <p:cNvSpPr>
            <a:spLocks noGrp="1"/>
          </p:cNvSpPr>
          <p:nvPr/>
        </p:nvSpPr>
        <p:spPr>
          <a:xfrm>
            <a:off x="83628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6" name="F2_precision_recall_distributions_8330">
            <a:extLst>
              <a:ext uri="{FF2B5EF4-FFF2-40B4-BE49-F238E27FC236}">
                <a16:creationId xmlns:a16="http://schemas.microsoft.com/office/drawing/2014/main" id="{015CAF0E-D7CB-4053-B434-B524C257B62D}"/>
              </a:ext>
            </a:extLst>
          </p:cNvPr>
          <p:cNvSpPr>
            <a:spLocks noGrp="1"/>
          </p:cNvSpPr>
          <p:nvPr/>
        </p:nvSpPr>
        <p:spPr>
          <a:xfrm>
            <a:off x="81971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7" name="F2_precision_recall_distributions_8331">
            <a:extLst>
              <a:ext uri="{FF2B5EF4-FFF2-40B4-BE49-F238E27FC236}">
                <a16:creationId xmlns:a16="http://schemas.microsoft.com/office/drawing/2014/main" id="{167E11F1-9DBE-41B6-9664-D44EE7E47264}"/>
              </a:ext>
            </a:extLst>
          </p:cNvPr>
          <p:cNvSpPr>
            <a:spLocks noGrp="1"/>
          </p:cNvSpPr>
          <p:nvPr/>
        </p:nvSpPr>
        <p:spPr>
          <a:xfrm>
            <a:off x="840211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8" name="F2_precision_recall_distributions_8332">
            <a:extLst>
              <a:ext uri="{FF2B5EF4-FFF2-40B4-BE49-F238E27FC236}">
                <a16:creationId xmlns:a16="http://schemas.microsoft.com/office/drawing/2014/main" id="{25E3B874-02BF-408D-9080-FEEEFB88C4BF}"/>
              </a:ext>
            </a:extLst>
          </p:cNvPr>
          <p:cNvSpPr>
            <a:spLocks noGrp="1"/>
          </p:cNvSpPr>
          <p:nvPr/>
        </p:nvSpPr>
        <p:spPr>
          <a:xfrm>
            <a:off x="8474266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19" name="F2_precision_recall_distributions_8333">
            <a:extLst>
              <a:ext uri="{FF2B5EF4-FFF2-40B4-BE49-F238E27FC236}">
                <a16:creationId xmlns:a16="http://schemas.microsoft.com/office/drawing/2014/main" id="{F030A702-A952-4414-8EE6-EA0408BFD184}"/>
              </a:ext>
            </a:extLst>
          </p:cNvPr>
          <p:cNvSpPr>
            <a:spLocks noGrp="1"/>
          </p:cNvSpPr>
          <p:nvPr/>
        </p:nvSpPr>
        <p:spPr>
          <a:xfrm>
            <a:off x="83166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0" name="F2_precision_recall_distributions_8334">
            <a:extLst>
              <a:ext uri="{FF2B5EF4-FFF2-40B4-BE49-F238E27FC236}">
                <a16:creationId xmlns:a16="http://schemas.microsoft.com/office/drawing/2014/main" id="{3356B78D-3D31-4129-94F2-6A64971B47D1}"/>
              </a:ext>
            </a:extLst>
          </p:cNvPr>
          <p:cNvSpPr>
            <a:spLocks noGrp="1"/>
          </p:cNvSpPr>
          <p:nvPr/>
        </p:nvSpPr>
        <p:spPr>
          <a:xfrm>
            <a:off x="8398257" y="7390709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1" name="F2_precision_recall_distributions_8335">
            <a:extLst>
              <a:ext uri="{FF2B5EF4-FFF2-40B4-BE49-F238E27FC236}">
                <a16:creationId xmlns:a16="http://schemas.microsoft.com/office/drawing/2014/main" id="{F5E8C3B9-66D7-4CBD-848F-56352A59CF29}"/>
              </a:ext>
            </a:extLst>
          </p:cNvPr>
          <p:cNvSpPr>
            <a:spLocks noGrp="1"/>
          </p:cNvSpPr>
          <p:nvPr/>
        </p:nvSpPr>
        <p:spPr>
          <a:xfrm>
            <a:off x="83873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2" name="F2_precision_recall_distributions_8336">
            <a:extLst>
              <a:ext uri="{FF2B5EF4-FFF2-40B4-BE49-F238E27FC236}">
                <a16:creationId xmlns:a16="http://schemas.microsoft.com/office/drawing/2014/main" id="{97902E35-A99F-4C74-9C3C-FC9B9A8740B6}"/>
              </a:ext>
            </a:extLst>
          </p:cNvPr>
          <p:cNvSpPr>
            <a:spLocks noGrp="1"/>
          </p:cNvSpPr>
          <p:nvPr/>
        </p:nvSpPr>
        <p:spPr>
          <a:xfrm>
            <a:off x="83769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3" name="F2_precision_recall_distributions_8337">
            <a:extLst>
              <a:ext uri="{FF2B5EF4-FFF2-40B4-BE49-F238E27FC236}">
                <a16:creationId xmlns:a16="http://schemas.microsoft.com/office/drawing/2014/main" id="{00A6B27C-A33C-43F7-9A72-C7E5DD43E01F}"/>
              </a:ext>
            </a:extLst>
          </p:cNvPr>
          <p:cNvSpPr>
            <a:spLocks noGrp="1"/>
          </p:cNvSpPr>
          <p:nvPr/>
        </p:nvSpPr>
        <p:spPr>
          <a:xfrm>
            <a:off x="826264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4" name="F2_precision_recall_distributions_8338">
            <a:extLst>
              <a:ext uri="{FF2B5EF4-FFF2-40B4-BE49-F238E27FC236}">
                <a16:creationId xmlns:a16="http://schemas.microsoft.com/office/drawing/2014/main" id="{931322F4-A721-4424-BEE7-2CC13D937130}"/>
              </a:ext>
            </a:extLst>
          </p:cNvPr>
          <p:cNvSpPr>
            <a:spLocks noGrp="1"/>
          </p:cNvSpPr>
          <p:nvPr/>
        </p:nvSpPr>
        <p:spPr>
          <a:xfrm>
            <a:off x="845201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5" name="F2_precision_recall_distributions_8339">
            <a:extLst>
              <a:ext uri="{FF2B5EF4-FFF2-40B4-BE49-F238E27FC236}">
                <a16:creationId xmlns:a16="http://schemas.microsoft.com/office/drawing/2014/main" id="{B16F156E-DAD6-4A2A-9ED8-96554935A8F0}"/>
              </a:ext>
            </a:extLst>
          </p:cNvPr>
          <p:cNvSpPr>
            <a:spLocks noGrp="1"/>
          </p:cNvSpPr>
          <p:nvPr/>
        </p:nvSpPr>
        <p:spPr>
          <a:xfrm>
            <a:off x="84667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6" name="F2_precision_recall_distributions_8340">
            <a:extLst>
              <a:ext uri="{FF2B5EF4-FFF2-40B4-BE49-F238E27FC236}">
                <a16:creationId xmlns:a16="http://schemas.microsoft.com/office/drawing/2014/main" id="{B0D13C27-F2A7-46D3-8DD5-8C45CCD067F9}"/>
              </a:ext>
            </a:extLst>
          </p:cNvPr>
          <p:cNvSpPr>
            <a:spLocks noGrp="1"/>
          </p:cNvSpPr>
          <p:nvPr/>
        </p:nvSpPr>
        <p:spPr>
          <a:xfrm>
            <a:off x="835270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7" name="F2_precision_recall_distributions_8341">
            <a:extLst>
              <a:ext uri="{FF2B5EF4-FFF2-40B4-BE49-F238E27FC236}">
                <a16:creationId xmlns:a16="http://schemas.microsoft.com/office/drawing/2014/main" id="{5BB4441A-FC4E-48B9-9EA7-8F665ADBCFF7}"/>
              </a:ext>
            </a:extLst>
          </p:cNvPr>
          <p:cNvSpPr>
            <a:spLocks noGrp="1"/>
          </p:cNvSpPr>
          <p:nvPr/>
        </p:nvSpPr>
        <p:spPr>
          <a:xfrm>
            <a:off x="833812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8" name="F2_precision_recall_distributions_8342">
            <a:extLst>
              <a:ext uri="{FF2B5EF4-FFF2-40B4-BE49-F238E27FC236}">
                <a16:creationId xmlns:a16="http://schemas.microsoft.com/office/drawing/2014/main" id="{42100DAB-8703-4219-9E6D-5F97D2764654}"/>
              </a:ext>
            </a:extLst>
          </p:cNvPr>
          <p:cNvSpPr>
            <a:spLocks noGrp="1"/>
          </p:cNvSpPr>
          <p:nvPr/>
        </p:nvSpPr>
        <p:spPr>
          <a:xfrm>
            <a:off x="826071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29" name="F2_precision_recall_distributions_8343">
            <a:extLst>
              <a:ext uri="{FF2B5EF4-FFF2-40B4-BE49-F238E27FC236}">
                <a16:creationId xmlns:a16="http://schemas.microsoft.com/office/drawing/2014/main" id="{AA9CD33B-8D49-48BF-B773-917C7B7A04D3}"/>
              </a:ext>
            </a:extLst>
          </p:cNvPr>
          <p:cNvSpPr>
            <a:spLocks noGrp="1"/>
          </p:cNvSpPr>
          <p:nvPr/>
        </p:nvSpPr>
        <p:spPr>
          <a:xfrm>
            <a:off x="815526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0" name="F2_precision_recall_distributions_8344">
            <a:extLst>
              <a:ext uri="{FF2B5EF4-FFF2-40B4-BE49-F238E27FC236}">
                <a16:creationId xmlns:a16="http://schemas.microsoft.com/office/drawing/2014/main" id="{167E78B6-30F6-4268-9167-0BFEB211C547}"/>
              </a:ext>
            </a:extLst>
          </p:cNvPr>
          <p:cNvSpPr>
            <a:spLocks noGrp="1"/>
          </p:cNvSpPr>
          <p:nvPr/>
        </p:nvSpPr>
        <p:spPr>
          <a:xfrm>
            <a:off x="820156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1" name="F2_precision_recall_distributions_8345">
            <a:extLst>
              <a:ext uri="{FF2B5EF4-FFF2-40B4-BE49-F238E27FC236}">
                <a16:creationId xmlns:a16="http://schemas.microsoft.com/office/drawing/2014/main" id="{08263FF3-FB2D-4523-9816-C5706BD7E086}"/>
              </a:ext>
            </a:extLst>
          </p:cNvPr>
          <p:cNvSpPr>
            <a:spLocks noGrp="1"/>
          </p:cNvSpPr>
          <p:nvPr/>
        </p:nvSpPr>
        <p:spPr>
          <a:xfrm>
            <a:off x="841175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2" name="F2_precision_recall_distributions_8346">
            <a:extLst>
              <a:ext uri="{FF2B5EF4-FFF2-40B4-BE49-F238E27FC236}">
                <a16:creationId xmlns:a16="http://schemas.microsoft.com/office/drawing/2014/main" id="{A5D74EA6-1795-4590-9D17-48B3796D9150}"/>
              </a:ext>
            </a:extLst>
          </p:cNvPr>
          <p:cNvSpPr>
            <a:spLocks noGrp="1"/>
          </p:cNvSpPr>
          <p:nvPr/>
        </p:nvSpPr>
        <p:spPr>
          <a:xfrm>
            <a:off x="839332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3" name="F2_precision_recall_distributions_8347">
            <a:extLst>
              <a:ext uri="{FF2B5EF4-FFF2-40B4-BE49-F238E27FC236}">
                <a16:creationId xmlns:a16="http://schemas.microsoft.com/office/drawing/2014/main" id="{8CBE2421-E8D8-4E4A-9C2C-3176B720E729}"/>
              </a:ext>
            </a:extLst>
          </p:cNvPr>
          <p:cNvSpPr>
            <a:spLocks noGrp="1"/>
          </p:cNvSpPr>
          <p:nvPr/>
        </p:nvSpPr>
        <p:spPr>
          <a:xfrm>
            <a:off x="8163574" y="773021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4" name="F2_precision_recall_distributions_8348">
            <a:extLst>
              <a:ext uri="{FF2B5EF4-FFF2-40B4-BE49-F238E27FC236}">
                <a16:creationId xmlns:a16="http://schemas.microsoft.com/office/drawing/2014/main" id="{91FAB92A-9C0B-4E28-9CC0-D13F72336476}"/>
              </a:ext>
            </a:extLst>
          </p:cNvPr>
          <p:cNvSpPr>
            <a:spLocks noGrp="1"/>
          </p:cNvSpPr>
          <p:nvPr/>
        </p:nvSpPr>
        <p:spPr>
          <a:xfrm>
            <a:off x="818906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5" name="F2_precision_recall_distributions_8349">
            <a:extLst>
              <a:ext uri="{FF2B5EF4-FFF2-40B4-BE49-F238E27FC236}">
                <a16:creationId xmlns:a16="http://schemas.microsoft.com/office/drawing/2014/main" id="{5EBDBCC7-7F5A-4ECD-AB6A-348010210ED1}"/>
              </a:ext>
            </a:extLst>
          </p:cNvPr>
          <p:cNvSpPr>
            <a:spLocks noGrp="1"/>
          </p:cNvSpPr>
          <p:nvPr/>
        </p:nvSpPr>
        <p:spPr>
          <a:xfrm>
            <a:off x="8262882" y="7767938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6" name="F2_precision_recall_distributions_8350">
            <a:extLst>
              <a:ext uri="{FF2B5EF4-FFF2-40B4-BE49-F238E27FC236}">
                <a16:creationId xmlns:a16="http://schemas.microsoft.com/office/drawing/2014/main" id="{4ECB56D1-8A85-4E8F-BAD5-8D26BAAEA936}"/>
              </a:ext>
            </a:extLst>
          </p:cNvPr>
          <p:cNvSpPr>
            <a:spLocks noGrp="1"/>
          </p:cNvSpPr>
          <p:nvPr/>
        </p:nvSpPr>
        <p:spPr>
          <a:xfrm>
            <a:off x="829685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7" name="F2_precision_recall_distributions_8351">
            <a:extLst>
              <a:ext uri="{FF2B5EF4-FFF2-40B4-BE49-F238E27FC236}">
                <a16:creationId xmlns:a16="http://schemas.microsoft.com/office/drawing/2014/main" id="{8D64E2B0-568C-4D55-BC86-B7E235D663CA}"/>
              </a:ext>
            </a:extLst>
          </p:cNvPr>
          <p:cNvSpPr>
            <a:spLocks noGrp="1"/>
          </p:cNvSpPr>
          <p:nvPr/>
        </p:nvSpPr>
        <p:spPr>
          <a:xfrm>
            <a:off x="830305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8" name="F2_precision_recall_distributions_8352">
            <a:extLst>
              <a:ext uri="{FF2B5EF4-FFF2-40B4-BE49-F238E27FC236}">
                <a16:creationId xmlns:a16="http://schemas.microsoft.com/office/drawing/2014/main" id="{A1EE7D36-E13E-436D-889D-4EC18DE9199C}"/>
              </a:ext>
            </a:extLst>
          </p:cNvPr>
          <p:cNvSpPr>
            <a:spLocks noGrp="1"/>
          </p:cNvSpPr>
          <p:nvPr/>
        </p:nvSpPr>
        <p:spPr>
          <a:xfrm>
            <a:off x="846712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39" name="F2_precision_recall_distributions_8353">
            <a:extLst>
              <a:ext uri="{FF2B5EF4-FFF2-40B4-BE49-F238E27FC236}">
                <a16:creationId xmlns:a16="http://schemas.microsoft.com/office/drawing/2014/main" id="{B0307C4E-78E7-4FDA-9523-A29C86FCC038}"/>
              </a:ext>
            </a:extLst>
          </p:cNvPr>
          <p:cNvSpPr>
            <a:spLocks noGrp="1"/>
          </p:cNvSpPr>
          <p:nvPr/>
        </p:nvSpPr>
        <p:spPr>
          <a:xfrm>
            <a:off x="8423790" y="7532170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0" name="F2_precision_recall_distributions_8354">
            <a:extLst>
              <a:ext uri="{FF2B5EF4-FFF2-40B4-BE49-F238E27FC236}">
                <a16:creationId xmlns:a16="http://schemas.microsoft.com/office/drawing/2014/main" id="{044A244F-3BD5-455A-A83A-7B05CFC205B2}"/>
              </a:ext>
            </a:extLst>
          </p:cNvPr>
          <p:cNvSpPr>
            <a:spLocks noGrp="1"/>
          </p:cNvSpPr>
          <p:nvPr/>
        </p:nvSpPr>
        <p:spPr>
          <a:xfrm>
            <a:off x="820635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1" name="F2_precision_recall_distributions_8355">
            <a:extLst>
              <a:ext uri="{FF2B5EF4-FFF2-40B4-BE49-F238E27FC236}">
                <a16:creationId xmlns:a16="http://schemas.microsoft.com/office/drawing/2014/main" id="{58D95411-A945-4380-AFCD-9288CF8B26B9}"/>
              </a:ext>
            </a:extLst>
          </p:cNvPr>
          <p:cNvSpPr>
            <a:spLocks noGrp="1"/>
          </p:cNvSpPr>
          <p:nvPr/>
        </p:nvSpPr>
        <p:spPr>
          <a:xfrm>
            <a:off x="818054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2" name="F2_precision_recall_distributions_8356">
            <a:extLst>
              <a:ext uri="{FF2B5EF4-FFF2-40B4-BE49-F238E27FC236}">
                <a16:creationId xmlns:a16="http://schemas.microsoft.com/office/drawing/2014/main" id="{DB3785DA-CC97-4A1E-A3A1-065982ABD4AD}"/>
              </a:ext>
            </a:extLst>
          </p:cNvPr>
          <p:cNvSpPr>
            <a:spLocks noGrp="1"/>
          </p:cNvSpPr>
          <p:nvPr/>
        </p:nvSpPr>
        <p:spPr>
          <a:xfrm>
            <a:off x="83542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3" name="F2_precision_recall_distributions_8357">
            <a:extLst>
              <a:ext uri="{FF2B5EF4-FFF2-40B4-BE49-F238E27FC236}">
                <a16:creationId xmlns:a16="http://schemas.microsoft.com/office/drawing/2014/main" id="{7F9BEA86-8D43-48A1-9552-C7FA753D1E51}"/>
              </a:ext>
            </a:extLst>
          </p:cNvPr>
          <p:cNvSpPr>
            <a:spLocks noGrp="1"/>
          </p:cNvSpPr>
          <p:nvPr/>
        </p:nvSpPr>
        <p:spPr>
          <a:xfrm>
            <a:off x="825405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4" name="F2_precision_recall_distributions_8358">
            <a:extLst>
              <a:ext uri="{FF2B5EF4-FFF2-40B4-BE49-F238E27FC236}">
                <a16:creationId xmlns:a16="http://schemas.microsoft.com/office/drawing/2014/main" id="{A1649538-704B-4DFF-8010-D5A77F84084F}"/>
              </a:ext>
            </a:extLst>
          </p:cNvPr>
          <p:cNvSpPr>
            <a:spLocks noGrp="1"/>
          </p:cNvSpPr>
          <p:nvPr/>
        </p:nvSpPr>
        <p:spPr>
          <a:xfrm>
            <a:off x="8262012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5" name="F2_precision_recall_distributions_8359">
            <a:extLst>
              <a:ext uri="{FF2B5EF4-FFF2-40B4-BE49-F238E27FC236}">
                <a16:creationId xmlns:a16="http://schemas.microsoft.com/office/drawing/2014/main" id="{16D06822-0F82-4DE8-B322-7D67C9799922}"/>
              </a:ext>
            </a:extLst>
          </p:cNvPr>
          <p:cNvSpPr>
            <a:spLocks noGrp="1"/>
          </p:cNvSpPr>
          <p:nvPr/>
        </p:nvSpPr>
        <p:spPr>
          <a:xfrm>
            <a:off x="8245816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6" name="F2_precision_recall_distributions_8360">
            <a:extLst>
              <a:ext uri="{FF2B5EF4-FFF2-40B4-BE49-F238E27FC236}">
                <a16:creationId xmlns:a16="http://schemas.microsoft.com/office/drawing/2014/main" id="{E9986E3B-D7B5-4A00-9F86-2A59B137802D}"/>
              </a:ext>
            </a:extLst>
          </p:cNvPr>
          <p:cNvSpPr>
            <a:spLocks noGrp="1"/>
          </p:cNvSpPr>
          <p:nvPr/>
        </p:nvSpPr>
        <p:spPr>
          <a:xfrm>
            <a:off x="83162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7" name="F2_precision_recall_distributions_8361">
            <a:extLst>
              <a:ext uri="{FF2B5EF4-FFF2-40B4-BE49-F238E27FC236}">
                <a16:creationId xmlns:a16="http://schemas.microsoft.com/office/drawing/2014/main" id="{61713561-8903-4678-A676-CF4E78CA4542}"/>
              </a:ext>
            </a:extLst>
          </p:cNvPr>
          <p:cNvSpPr>
            <a:spLocks noGrp="1"/>
          </p:cNvSpPr>
          <p:nvPr/>
        </p:nvSpPr>
        <p:spPr>
          <a:xfrm>
            <a:off x="8461107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8" name="F2_precision_recall_distributions_8362">
            <a:extLst>
              <a:ext uri="{FF2B5EF4-FFF2-40B4-BE49-F238E27FC236}">
                <a16:creationId xmlns:a16="http://schemas.microsoft.com/office/drawing/2014/main" id="{5B735EA9-388A-4787-9493-CE204EF45A06}"/>
              </a:ext>
            </a:extLst>
          </p:cNvPr>
          <p:cNvSpPr>
            <a:spLocks noGrp="1"/>
          </p:cNvSpPr>
          <p:nvPr/>
        </p:nvSpPr>
        <p:spPr>
          <a:xfrm>
            <a:off x="8379192" y="747558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49" name="F2_precision_recall_distributions_8363">
            <a:extLst>
              <a:ext uri="{FF2B5EF4-FFF2-40B4-BE49-F238E27FC236}">
                <a16:creationId xmlns:a16="http://schemas.microsoft.com/office/drawing/2014/main" id="{F823621E-73E3-4F32-963D-82C6B9FF7F0F}"/>
              </a:ext>
            </a:extLst>
          </p:cNvPr>
          <p:cNvSpPr>
            <a:spLocks noGrp="1"/>
          </p:cNvSpPr>
          <p:nvPr/>
        </p:nvSpPr>
        <p:spPr>
          <a:xfrm>
            <a:off x="8143773" y="696632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0" name="F2_precision_recall_distributions_8364">
            <a:extLst>
              <a:ext uri="{FF2B5EF4-FFF2-40B4-BE49-F238E27FC236}">
                <a16:creationId xmlns:a16="http://schemas.microsoft.com/office/drawing/2014/main" id="{22652BEA-3FFD-4376-A204-827B0A1017B3}"/>
              </a:ext>
            </a:extLst>
          </p:cNvPr>
          <p:cNvSpPr>
            <a:spLocks noGrp="1"/>
          </p:cNvSpPr>
          <p:nvPr/>
        </p:nvSpPr>
        <p:spPr>
          <a:xfrm>
            <a:off x="836671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1" name="F2_precision_recall_distributions_8365">
            <a:extLst>
              <a:ext uri="{FF2B5EF4-FFF2-40B4-BE49-F238E27FC236}">
                <a16:creationId xmlns:a16="http://schemas.microsoft.com/office/drawing/2014/main" id="{EF7AC7DE-C44D-4C01-B8F0-F9026CCEDDB4}"/>
              </a:ext>
            </a:extLst>
          </p:cNvPr>
          <p:cNvSpPr>
            <a:spLocks noGrp="1"/>
          </p:cNvSpPr>
          <p:nvPr/>
        </p:nvSpPr>
        <p:spPr>
          <a:xfrm>
            <a:off x="84609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2" name="F2_precision_recall_distributions_8366">
            <a:extLst>
              <a:ext uri="{FF2B5EF4-FFF2-40B4-BE49-F238E27FC236}">
                <a16:creationId xmlns:a16="http://schemas.microsoft.com/office/drawing/2014/main" id="{D47B3E13-5C08-4EBE-84F5-B55E41EB6FE3}"/>
              </a:ext>
            </a:extLst>
          </p:cNvPr>
          <p:cNvSpPr>
            <a:spLocks noGrp="1"/>
          </p:cNvSpPr>
          <p:nvPr/>
        </p:nvSpPr>
        <p:spPr>
          <a:xfrm>
            <a:off x="849840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3" name="F2_precision_recall_distributions_8367">
            <a:extLst>
              <a:ext uri="{FF2B5EF4-FFF2-40B4-BE49-F238E27FC236}">
                <a16:creationId xmlns:a16="http://schemas.microsoft.com/office/drawing/2014/main" id="{061A4E0B-650D-4EFC-988B-0639EFD1A7D1}"/>
              </a:ext>
            </a:extLst>
          </p:cNvPr>
          <p:cNvSpPr>
            <a:spLocks noGrp="1"/>
          </p:cNvSpPr>
          <p:nvPr/>
        </p:nvSpPr>
        <p:spPr>
          <a:xfrm>
            <a:off x="832614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4" name="F2_precision_recall_distributions_8368">
            <a:extLst>
              <a:ext uri="{FF2B5EF4-FFF2-40B4-BE49-F238E27FC236}">
                <a16:creationId xmlns:a16="http://schemas.microsoft.com/office/drawing/2014/main" id="{B76B9BAB-F889-4F55-BE67-792DE70A8648}"/>
              </a:ext>
            </a:extLst>
          </p:cNvPr>
          <p:cNvSpPr>
            <a:spLocks noGrp="1"/>
          </p:cNvSpPr>
          <p:nvPr/>
        </p:nvSpPr>
        <p:spPr>
          <a:xfrm>
            <a:off x="8131589" y="77544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5" name="F2_precision_recall_distributions_8369">
            <a:extLst>
              <a:ext uri="{FF2B5EF4-FFF2-40B4-BE49-F238E27FC236}">
                <a16:creationId xmlns:a16="http://schemas.microsoft.com/office/drawing/2014/main" id="{35B27436-4601-4E20-AB34-D33F2EF8EC50}"/>
              </a:ext>
            </a:extLst>
          </p:cNvPr>
          <p:cNvSpPr>
            <a:spLocks noGrp="1"/>
          </p:cNvSpPr>
          <p:nvPr/>
        </p:nvSpPr>
        <p:spPr>
          <a:xfrm>
            <a:off x="832839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6" name="F2_precision_recall_distributions_8370">
            <a:extLst>
              <a:ext uri="{FF2B5EF4-FFF2-40B4-BE49-F238E27FC236}">
                <a16:creationId xmlns:a16="http://schemas.microsoft.com/office/drawing/2014/main" id="{646168E1-0B2A-4482-B585-756176344A54}"/>
              </a:ext>
            </a:extLst>
          </p:cNvPr>
          <p:cNvSpPr>
            <a:spLocks noGrp="1"/>
          </p:cNvSpPr>
          <p:nvPr/>
        </p:nvSpPr>
        <p:spPr>
          <a:xfrm>
            <a:off x="8209033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7" name="F2_precision_recall_distributions_8371">
            <a:extLst>
              <a:ext uri="{FF2B5EF4-FFF2-40B4-BE49-F238E27FC236}">
                <a16:creationId xmlns:a16="http://schemas.microsoft.com/office/drawing/2014/main" id="{136514FE-1A79-4B2A-92E6-CB906136282B}"/>
              </a:ext>
            </a:extLst>
          </p:cNvPr>
          <p:cNvSpPr>
            <a:spLocks noGrp="1"/>
          </p:cNvSpPr>
          <p:nvPr/>
        </p:nvSpPr>
        <p:spPr>
          <a:xfrm>
            <a:off x="817410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8" name="F2_precision_recall_distributions_8372">
            <a:extLst>
              <a:ext uri="{FF2B5EF4-FFF2-40B4-BE49-F238E27FC236}">
                <a16:creationId xmlns:a16="http://schemas.microsoft.com/office/drawing/2014/main" id="{E4302FAF-42A4-497D-BD84-B17A2D5A8786}"/>
              </a:ext>
            </a:extLst>
          </p:cNvPr>
          <p:cNvSpPr>
            <a:spLocks noGrp="1"/>
          </p:cNvSpPr>
          <p:nvPr/>
        </p:nvSpPr>
        <p:spPr>
          <a:xfrm>
            <a:off x="845358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59" name="F2_precision_recall_distributions_8373">
            <a:extLst>
              <a:ext uri="{FF2B5EF4-FFF2-40B4-BE49-F238E27FC236}">
                <a16:creationId xmlns:a16="http://schemas.microsoft.com/office/drawing/2014/main" id="{7285D5D1-4966-4493-B227-C61060910CB3}"/>
              </a:ext>
            </a:extLst>
          </p:cNvPr>
          <p:cNvSpPr>
            <a:spLocks noGrp="1"/>
          </p:cNvSpPr>
          <p:nvPr/>
        </p:nvSpPr>
        <p:spPr>
          <a:xfrm>
            <a:off x="826137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0" name="F2_precision_recall_distributions_8374">
            <a:extLst>
              <a:ext uri="{FF2B5EF4-FFF2-40B4-BE49-F238E27FC236}">
                <a16:creationId xmlns:a16="http://schemas.microsoft.com/office/drawing/2014/main" id="{A5EA3877-131E-45B7-BB7D-AB44DF14CD03}"/>
              </a:ext>
            </a:extLst>
          </p:cNvPr>
          <p:cNvSpPr>
            <a:spLocks noGrp="1"/>
          </p:cNvSpPr>
          <p:nvPr/>
        </p:nvSpPr>
        <p:spPr>
          <a:xfrm>
            <a:off x="8428874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1" name="F2_precision_recall_distributions_8375">
            <a:extLst>
              <a:ext uri="{FF2B5EF4-FFF2-40B4-BE49-F238E27FC236}">
                <a16:creationId xmlns:a16="http://schemas.microsoft.com/office/drawing/2014/main" id="{0D5056E7-D628-4554-BB86-AAE397579EFB}"/>
              </a:ext>
            </a:extLst>
          </p:cNvPr>
          <p:cNvSpPr>
            <a:spLocks noGrp="1"/>
          </p:cNvSpPr>
          <p:nvPr/>
        </p:nvSpPr>
        <p:spPr>
          <a:xfrm>
            <a:off x="8405921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2" name="F2_precision_recall_distributions_8376">
            <a:extLst>
              <a:ext uri="{FF2B5EF4-FFF2-40B4-BE49-F238E27FC236}">
                <a16:creationId xmlns:a16="http://schemas.microsoft.com/office/drawing/2014/main" id="{5737B9F4-6733-4C2C-B1DB-5FE441D8DC7E}"/>
              </a:ext>
            </a:extLst>
          </p:cNvPr>
          <p:cNvSpPr>
            <a:spLocks noGrp="1"/>
          </p:cNvSpPr>
          <p:nvPr/>
        </p:nvSpPr>
        <p:spPr>
          <a:xfrm>
            <a:off x="8393425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3" name="F2_precision_recall_distributions_8377">
            <a:extLst>
              <a:ext uri="{FF2B5EF4-FFF2-40B4-BE49-F238E27FC236}">
                <a16:creationId xmlns:a16="http://schemas.microsoft.com/office/drawing/2014/main" id="{2EF56D85-4628-433F-91FC-D60897C9204C}"/>
              </a:ext>
            </a:extLst>
          </p:cNvPr>
          <p:cNvSpPr>
            <a:spLocks noGrp="1"/>
          </p:cNvSpPr>
          <p:nvPr/>
        </p:nvSpPr>
        <p:spPr>
          <a:xfrm>
            <a:off x="8249520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4" name="F2_precision_recall_distributions_8378">
            <a:extLst>
              <a:ext uri="{FF2B5EF4-FFF2-40B4-BE49-F238E27FC236}">
                <a16:creationId xmlns:a16="http://schemas.microsoft.com/office/drawing/2014/main" id="{D7F24EC9-06F8-4118-94F6-6F8C377C2DEE}"/>
              </a:ext>
            </a:extLst>
          </p:cNvPr>
          <p:cNvSpPr>
            <a:spLocks noGrp="1"/>
          </p:cNvSpPr>
          <p:nvPr/>
        </p:nvSpPr>
        <p:spPr>
          <a:xfrm>
            <a:off x="8144678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5" name="F2_precision_recall_distributions_8379">
            <a:extLst>
              <a:ext uri="{FF2B5EF4-FFF2-40B4-BE49-F238E27FC236}">
                <a16:creationId xmlns:a16="http://schemas.microsoft.com/office/drawing/2014/main" id="{A7FBD3B8-D5E2-4E28-ADE5-749162DB6159}"/>
              </a:ext>
            </a:extLst>
          </p:cNvPr>
          <p:cNvSpPr>
            <a:spLocks noGrp="1"/>
          </p:cNvSpPr>
          <p:nvPr/>
        </p:nvSpPr>
        <p:spPr>
          <a:xfrm>
            <a:off x="8218405" y="7800395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6" name="F2_precision_recall_distributions_8380">
            <a:extLst>
              <a:ext uri="{FF2B5EF4-FFF2-40B4-BE49-F238E27FC236}">
                <a16:creationId xmlns:a16="http://schemas.microsoft.com/office/drawing/2014/main" id="{AC80EED4-1BFA-496A-9050-AAAF77C47EF2}"/>
              </a:ext>
            </a:extLst>
          </p:cNvPr>
          <p:cNvSpPr>
            <a:spLocks noGrp="1"/>
          </p:cNvSpPr>
          <p:nvPr/>
        </p:nvSpPr>
        <p:spPr>
          <a:xfrm>
            <a:off x="8326539" y="7815092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7" name="F2_precision_recall_distributions_8381">
            <a:extLst>
              <a:ext uri="{FF2B5EF4-FFF2-40B4-BE49-F238E27FC236}">
                <a16:creationId xmlns:a16="http://schemas.microsoft.com/office/drawing/2014/main" id="{AEC2121C-EF59-4321-A23D-D26CC886EAE6}"/>
              </a:ext>
            </a:extLst>
          </p:cNvPr>
          <p:cNvSpPr>
            <a:spLocks noGrp="1"/>
          </p:cNvSpPr>
          <p:nvPr/>
        </p:nvSpPr>
        <p:spPr>
          <a:xfrm>
            <a:off x="8218858" y="7754466"/>
            <a:ext cx="27266" cy="27266"/>
          </a:xfrm>
          <a:prstGeom prst="ellipse">
            <a:avLst/>
          </a:prstGeom>
          <a:solidFill>
            <a:srgbClr val="92979D">
              <a:alpha val="35000"/>
            </a:srgbClr>
          </a:solidFill>
          <a:ln w="0">
            <a:noFill/>
            <a:prstDash val="solid"/>
          </a:ln>
        </p:spPr>
      </p:sp>
      <p:sp>
        <p:nvSpPr>
          <p:cNvPr id="5568" name="F2_precision_recall_distributions_8382">
            <a:extLst>
              <a:ext uri="{FF2B5EF4-FFF2-40B4-BE49-F238E27FC236}">
                <a16:creationId xmlns:a16="http://schemas.microsoft.com/office/drawing/2014/main" id="{5D37306B-C76B-454D-BCB3-EA6DCC4E6B9D}"/>
              </a:ext>
            </a:extLst>
          </p:cNvPr>
          <p:cNvSpPr>
            <a:spLocks noGrp="1"/>
          </p:cNvSpPr>
          <p:nvPr/>
        </p:nvSpPr>
        <p:spPr>
          <a:xfrm>
            <a:off x="6002018" y="6979959"/>
            <a:ext cx="191" cy="717409"/>
          </a:xfrm>
          <a:custGeom>
            <a:avLst/>
            <a:gdLst/>
            <a:ahLst/>
            <a:cxnLst/>
            <a:rect l="0" t="0" r="0" b="0"/>
            <a:pathLst>
              <a:path w="191" h="717409">
                <a:moveTo>
                  <a:pt x="0" y="717409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007C83"/>
            </a:solidFill>
            <a:prstDash val="solid"/>
          </a:ln>
        </p:spPr>
      </p:sp>
      <p:sp>
        <p:nvSpPr>
          <p:cNvPr id="5569" name="F2_precision_recall_distributions_8383">
            <a:extLst>
              <a:ext uri="{FF2B5EF4-FFF2-40B4-BE49-F238E27FC236}">
                <a16:creationId xmlns:a16="http://schemas.microsoft.com/office/drawing/2014/main" id="{7E62A3A7-E49F-4CE9-AE5E-F88D6FF6BD3D}"/>
              </a:ext>
            </a:extLst>
          </p:cNvPr>
          <p:cNvSpPr>
            <a:spLocks noGrp="1"/>
          </p:cNvSpPr>
          <p:nvPr/>
        </p:nvSpPr>
        <p:spPr>
          <a:xfrm>
            <a:off x="7165978" y="7121420"/>
            <a:ext cx="191" cy="707305"/>
          </a:xfrm>
          <a:custGeom>
            <a:avLst/>
            <a:gdLst/>
            <a:ahLst/>
            <a:cxnLst/>
            <a:rect l="0" t="0" r="0" b="0"/>
            <a:pathLst>
              <a:path w="191" h="707305">
                <a:moveTo>
                  <a:pt x="0" y="707305"/>
                </a:moveTo>
                <a:lnTo>
                  <a:pt x="0" y="0"/>
                </a:lnTo>
              </a:path>
            </a:pathLst>
          </a:custGeom>
          <a:noFill/>
          <a:ln w="23673">
            <a:solidFill>
              <a:srgbClr val="566AB4"/>
            </a:solidFill>
            <a:prstDash val="solid"/>
          </a:ln>
        </p:spPr>
      </p:sp>
      <p:sp>
        <p:nvSpPr>
          <p:cNvPr id="5570" name="F2_precision_recall_distributions_8384">
            <a:extLst>
              <a:ext uri="{FF2B5EF4-FFF2-40B4-BE49-F238E27FC236}">
                <a16:creationId xmlns:a16="http://schemas.microsoft.com/office/drawing/2014/main" id="{B6DEE720-8801-4FEE-881E-7D00921342B0}"/>
              </a:ext>
            </a:extLst>
          </p:cNvPr>
          <p:cNvSpPr>
            <a:spLocks noGrp="1"/>
          </p:cNvSpPr>
          <p:nvPr/>
        </p:nvSpPr>
        <p:spPr>
          <a:xfrm>
            <a:off x="8329937" y="7828725"/>
            <a:ext cx="191" cy="191"/>
          </a:xfrm>
          <a:custGeom>
            <a:avLst/>
            <a:gdLst/>
            <a:ahLst/>
            <a:cxnLst/>
            <a:rect l="0" t="0" r="0" b="0"/>
            <a:pathLst>
              <a:path w="191" h="19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noFill/>
          <a:ln w="23673">
            <a:solidFill>
              <a:srgbClr val="92979D"/>
            </a:solidFill>
            <a:prstDash val="solid"/>
          </a:ln>
        </p:spPr>
      </p:sp>
      <p:sp>
        <p:nvSpPr>
          <p:cNvPr id="5571" name="F2_precision_recall_distributions_8385">
            <a:extLst>
              <a:ext uri="{FF2B5EF4-FFF2-40B4-BE49-F238E27FC236}">
                <a16:creationId xmlns:a16="http://schemas.microsoft.com/office/drawing/2014/main" id="{EEF3779E-992E-4EBB-8102-A5AFE6093B32}"/>
              </a:ext>
            </a:extLst>
          </p:cNvPr>
          <p:cNvSpPr>
            <a:spLocks noGrp="1"/>
          </p:cNvSpPr>
          <p:nvPr/>
        </p:nvSpPr>
        <p:spPr>
          <a:xfrm>
            <a:off x="5361841" y="6958740"/>
            <a:ext cx="191" cy="882716"/>
          </a:xfrm>
          <a:custGeom>
            <a:avLst/>
            <a:gdLst/>
            <a:ahLst/>
            <a:cxnLst/>
            <a:rect l="0" t="0" r="0" b="0"/>
            <a:pathLst>
              <a:path w="191" h="882716">
                <a:moveTo>
                  <a:pt x="0" y="882716"/>
                </a:moveTo>
                <a:lnTo>
                  <a:pt x="0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2" name="F2_precision_recall_distributions_8386">
            <a:extLst>
              <a:ext uri="{FF2B5EF4-FFF2-40B4-BE49-F238E27FC236}">
                <a16:creationId xmlns:a16="http://schemas.microsoft.com/office/drawing/2014/main" id="{62366AE7-8B0D-4915-9BA1-7D6F37982767}"/>
              </a:ext>
            </a:extLst>
          </p:cNvPr>
          <p:cNvSpPr>
            <a:spLocks noGrp="1"/>
          </p:cNvSpPr>
          <p:nvPr/>
        </p:nvSpPr>
        <p:spPr>
          <a:xfrm>
            <a:off x="5361841" y="7841456"/>
            <a:ext cx="3608275" cy="191"/>
          </a:xfrm>
          <a:custGeom>
            <a:avLst/>
            <a:gdLst/>
            <a:ahLst/>
            <a:cxnLst/>
            <a:rect l="0" t="0" r="0" b="0"/>
            <a:pathLst>
              <a:path w="3608275" h="191">
                <a:moveTo>
                  <a:pt x="0" y="0"/>
                </a:moveTo>
                <a:lnTo>
                  <a:pt x="3608275" y="0"/>
                </a:lnTo>
              </a:path>
            </a:pathLst>
          </a:custGeom>
          <a:noFill/>
          <a:ln w="10991">
            <a:solidFill>
              <a:srgbClr val="000000"/>
            </a:solidFill>
            <a:prstDash val="solid"/>
          </a:ln>
        </p:spPr>
      </p:sp>
      <p:sp>
        <p:nvSpPr>
          <p:cNvPr id="5573" name="text_8387">
            <a:extLst>
              <a:ext uri="{FF2B5EF4-FFF2-40B4-BE49-F238E27FC236}">
                <a16:creationId xmlns:a16="http://schemas.microsoft.com/office/drawing/2014/main" id="{C8101192-8B6A-49C9-81D5-E369FC56E264}"/>
              </a:ext>
            </a:extLst>
          </p:cNvPr>
          <p:cNvSpPr>
            <a:spLocks noGrp="1"/>
          </p:cNvSpPr>
          <p:nvPr/>
        </p:nvSpPr>
        <p:spPr>
          <a:xfrm>
            <a:off x="5361841" y="6778012"/>
            <a:ext cx="1554656" cy="15218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5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5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One-to-one, τ = 0.6 · Recall</a:t>
            </a:r>
          </a:p>
        </p:txBody>
      </p:sp>
      <p:sp>
        <p:nvSpPr>
          <p:cNvPr id="5574" name="F2_precision_recall_distributions_8388">
            <a:extLst>
              <a:ext uri="{FF2B5EF4-FFF2-40B4-BE49-F238E27FC236}">
                <a16:creationId xmlns:a16="http://schemas.microsoft.com/office/drawing/2014/main" id="{9617A2C3-F917-467D-A89A-1DA68EDF580C}"/>
              </a:ext>
            </a:extLst>
          </p:cNvPr>
          <p:cNvSpPr>
            <a:spLocks noGrp="1"/>
          </p:cNvSpPr>
          <p:nvPr/>
        </p:nvSpPr>
        <p:spPr>
          <a:xfrm>
            <a:off x="5973977" y="737630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007C83"/>
            </a:solidFill>
            <a:prstDash val="solid"/>
          </a:ln>
        </p:spPr>
      </p:sp>
      <p:sp>
        <p:nvSpPr>
          <p:cNvPr id="5575" name="F2_precision_recall_distributions_8389">
            <a:extLst>
              <a:ext uri="{FF2B5EF4-FFF2-40B4-BE49-F238E27FC236}">
                <a16:creationId xmlns:a16="http://schemas.microsoft.com/office/drawing/2014/main" id="{2F493342-DE22-4B70-A562-2772243B4D1D}"/>
              </a:ext>
            </a:extLst>
          </p:cNvPr>
          <p:cNvSpPr>
            <a:spLocks noGrp="1"/>
          </p:cNvSpPr>
          <p:nvPr/>
        </p:nvSpPr>
        <p:spPr>
          <a:xfrm>
            <a:off x="7137937" y="7447031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566AB4"/>
            </a:solidFill>
            <a:prstDash val="solid"/>
          </a:ln>
        </p:spPr>
      </p:sp>
      <p:sp>
        <p:nvSpPr>
          <p:cNvPr id="5576" name="F2_precision_recall_distributions_8390">
            <a:extLst>
              <a:ext uri="{FF2B5EF4-FFF2-40B4-BE49-F238E27FC236}">
                <a16:creationId xmlns:a16="http://schemas.microsoft.com/office/drawing/2014/main" id="{560BA26A-3FEB-45A9-A615-F37A3650D998}"/>
              </a:ext>
            </a:extLst>
          </p:cNvPr>
          <p:cNvSpPr>
            <a:spLocks noGrp="1"/>
          </p:cNvSpPr>
          <p:nvPr/>
        </p:nvSpPr>
        <p:spPr>
          <a:xfrm>
            <a:off x="8301896" y="7800684"/>
            <a:ext cx="56082" cy="56082"/>
          </a:xfrm>
          <a:prstGeom prst="ellipse">
            <a:avLst/>
          </a:prstGeom>
          <a:solidFill>
            <a:srgbClr val="FFFFFF"/>
          </a:solidFill>
          <a:ln w="11837">
            <a:solidFill>
              <a:srgbClr val="92979D"/>
            </a:solidFill>
            <a:prstDash val="solid"/>
          </a:ln>
        </p:spPr>
      </p:sp>
      <p:sp>
        <p:nvSpPr>
          <p:cNvPr id="5577" name="text_8391">
            <a:extLst>
              <a:ext uri="{FF2B5EF4-FFF2-40B4-BE49-F238E27FC236}">
                <a16:creationId xmlns:a16="http://schemas.microsoft.com/office/drawing/2014/main" id="{C985A464-94CC-493A-B56E-329A41E89F87}"/>
              </a:ext>
            </a:extLst>
          </p:cNvPr>
          <p:cNvSpPr>
            <a:spLocks noGrp="1"/>
          </p:cNvSpPr>
          <p:nvPr/>
        </p:nvSpPr>
        <p:spPr>
          <a:xfrm>
            <a:off x="1212325" y="582763"/>
            <a:ext cx="3532725" cy="21136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31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31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Precision and recall across individual PDBs</a:t>
            </a:r>
          </a:p>
        </p:txBody>
      </p:sp>
      <p:sp>
        <p:nvSpPr>
          <p:cNvPr id="5578" name="text_8392">
            <a:extLst>
              <a:ext uri="{FF2B5EF4-FFF2-40B4-BE49-F238E27FC236}">
                <a16:creationId xmlns:a16="http://schemas.microsoft.com/office/drawing/2014/main" id="{F27EF7D8-96FE-4F27-A2C3-502E610D6CB1}"/>
              </a:ext>
            </a:extLst>
          </p:cNvPr>
          <p:cNvSpPr>
            <a:spLocks noGrp="1"/>
          </p:cNvSpPr>
          <p:nvPr/>
        </p:nvSpPr>
        <p:spPr>
          <a:xfrm>
            <a:off x="993178" y="8059975"/>
            <a:ext cx="4890250" cy="13316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39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39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Dots: individual PDBs. White centres: median. Thick lines: 25th–75th percentiles.</a:t>
            </a:r>
          </a:p>
        </p:txBody>
      </p:sp>
      <p:sp>
        <p:nvSpPr>
          <p:cNvPr id="5579" name="F2_precision_recall_distributions_8393">
            <a:extLst>
              <a:ext uri="{FF2B5EF4-FFF2-40B4-BE49-F238E27FC236}">
                <a16:creationId xmlns:a16="http://schemas.microsoft.com/office/drawing/2014/main" id="{BDAF09AD-32DC-4534-BC8A-B3DF38F1DE00}"/>
              </a:ext>
            </a:extLst>
          </p:cNvPr>
          <p:cNvSpPr>
            <a:spLocks noGrp="1"/>
          </p:cNvSpPr>
          <p:nvPr/>
        </p:nvSpPr>
        <p:spPr>
          <a:xfrm>
            <a:off x="1275025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007C83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0" name="text_8394">
            <a:extLst>
              <a:ext uri="{FF2B5EF4-FFF2-40B4-BE49-F238E27FC236}">
                <a16:creationId xmlns:a16="http://schemas.microsoft.com/office/drawing/2014/main" id="{D3CA45F3-9C48-4D5C-B565-DA4D2DB5D523}"/>
              </a:ext>
            </a:extLst>
          </p:cNvPr>
          <p:cNvSpPr>
            <a:spLocks noGrp="1"/>
          </p:cNvSpPr>
          <p:nvPr/>
        </p:nvSpPr>
        <p:spPr>
          <a:xfrm>
            <a:off x="1488084" y="977868"/>
            <a:ext cx="1106978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GT receptor</a:t>
            </a:r>
          </a:p>
        </p:txBody>
      </p:sp>
      <p:sp>
        <p:nvSpPr>
          <p:cNvPr id="5581" name="F2_precision_recall_distributions_8395">
            <a:extLst>
              <a:ext uri="{FF2B5EF4-FFF2-40B4-BE49-F238E27FC236}">
                <a16:creationId xmlns:a16="http://schemas.microsoft.com/office/drawing/2014/main" id="{9790844A-112B-4677-A931-6EC74158EB35}"/>
              </a:ext>
            </a:extLst>
          </p:cNvPr>
          <p:cNvSpPr>
            <a:spLocks noGrp="1"/>
          </p:cNvSpPr>
          <p:nvPr/>
        </p:nvSpPr>
        <p:spPr>
          <a:xfrm>
            <a:off x="2762056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566AB4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2" name="text_8396">
            <a:extLst>
              <a:ext uri="{FF2B5EF4-FFF2-40B4-BE49-F238E27FC236}">
                <a16:creationId xmlns:a16="http://schemas.microsoft.com/office/drawing/2014/main" id="{F0A38235-0BE7-47C5-A85F-209ED735A97D}"/>
              </a:ext>
            </a:extLst>
          </p:cNvPr>
          <p:cNvSpPr>
            <a:spLocks noGrp="1"/>
          </p:cNvSpPr>
          <p:nvPr/>
        </p:nvSpPr>
        <p:spPr>
          <a:xfrm>
            <a:off x="2975116" y="977868"/>
            <a:ext cx="1534551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CryoAtom2 receptor</a:t>
            </a:r>
          </a:p>
        </p:txBody>
      </p:sp>
      <p:sp>
        <p:nvSpPr>
          <p:cNvPr id="5583" name="F2_precision_recall_distributions_8397">
            <a:extLst>
              <a:ext uri="{FF2B5EF4-FFF2-40B4-BE49-F238E27FC236}">
                <a16:creationId xmlns:a16="http://schemas.microsoft.com/office/drawing/2014/main" id="{8A666145-0839-4783-AF69-2089B93A59A2}"/>
              </a:ext>
            </a:extLst>
          </p:cNvPr>
          <p:cNvSpPr>
            <a:spLocks noGrp="1"/>
          </p:cNvSpPr>
          <p:nvPr/>
        </p:nvSpPr>
        <p:spPr>
          <a:xfrm>
            <a:off x="4678775" y="988521"/>
            <a:ext cx="118366" cy="82856"/>
          </a:xfrm>
          <a:custGeom>
            <a:avLst/>
            <a:gdLst/>
            <a:ahLst/>
            <a:cxnLst/>
            <a:rect l="0" t="0" r="0" b="0"/>
            <a:pathLst>
              <a:path w="118366" h="82856">
                <a:moveTo>
                  <a:pt x="0" y="82856"/>
                </a:moveTo>
                <a:lnTo>
                  <a:pt x="118366" y="82856"/>
                </a:lnTo>
                <a:lnTo>
                  <a:pt x="118366" y="0"/>
                </a:lnTo>
                <a:lnTo>
                  <a:pt x="0" y="0"/>
                </a:lnTo>
                <a:lnTo>
                  <a:pt x="0" y="82856"/>
                </a:lnTo>
                <a:close/>
              </a:path>
            </a:pathLst>
          </a:custGeom>
          <a:solidFill>
            <a:srgbClr val="92979D">
              <a:alpha val="75000"/>
            </a:srgbClr>
          </a:solidFill>
          <a:ln w="0">
            <a:noFill/>
            <a:prstDash val="solid"/>
          </a:ln>
        </p:spPr>
      </p:sp>
      <p:sp>
        <p:nvSpPr>
          <p:cNvPr id="5584" name="text_8398">
            <a:extLst>
              <a:ext uri="{FF2B5EF4-FFF2-40B4-BE49-F238E27FC236}">
                <a16:creationId xmlns:a16="http://schemas.microsoft.com/office/drawing/2014/main" id="{BE15993A-361A-437B-A9A8-46F4F13D1484}"/>
              </a:ext>
            </a:extLst>
          </p:cNvPr>
          <p:cNvSpPr>
            <a:spLocks noGrp="1"/>
          </p:cNvSpPr>
          <p:nvPr/>
        </p:nvSpPr>
        <p:spPr>
          <a:xfrm>
            <a:off x="4891835" y="977868"/>
            <a:ext cx="501805" cy="147958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3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3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</p:spTree>
    <p:extLst>
      <p:ext uri="{BB962C8B-B14F-4D97-AF65-F5344CB8AC3E}">
        <p14:creationId xmlns:p14="http://schemas.microsoft.com/office/powerpoint/2010/main" val="187350213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F3_paired_semantic_8399">
            <a:extLst>
              <a:ext uri="{FF2B5EF4-FFF2-40B4-BE49-F238E27FC236}">
                <a16:creationId xmlns:a16="http://schemas.microsoft.com/office/drawing/2014/main" id="{2E8D5833-BFCF-4FDC-8D94-7349B6439CFC}"/>
              </a:ext>
            </a:extLst>
          </p:cNvPr>
          <p:cNvSpPr>
            <a:spLocks noGrp="1"/>
          </p:cNvSpPr>
          <p:nvPr/>
        </p:nvSpPr>
        <p:spPr>
          <a:xfrm>
            <a:off x="577921" y="352425"/>
            <a:ext cx="8369157" cy="8096250"/>
          </a:xfrm>
          <a:custGeom>
            <a:avLst/>
            <a:gdLst/>
            <a:ahLst/>
            <a:cxnLst/>
            <a:rect l="0" t="0" r="0" b="0"/>
            <a:pathLst>
              <a:path w="8369157" h="8096250">
                <a:moveTo>
                  <a:pt x="0" y="8096250"/>
                </a:moveTo>
                <a:lnTo>
                  <a:pt x="8369157" y="8096250"/>
                </a:lnTo>
                <a:lnTo>
                  <a:pt x="8369157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3_paired_semantic_8400">
            <a:extLst>
              <a:ext uri="{FF2B5EF4-FFF2-40B4-BE49-F238E27FC236}">
                <a16:creationId xmlns:a16="http://schemas.microsoft.com/office/drawing/2014/main" id="{F11DF9EB-A0DD-4CB7-B176-3955B990416E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4944917"/>
                </a:lnTo>
                <a:lnTo>
                  <a:pt x="4944917" y="0"/>
                </a:lnTo>
                <a:lnTo>
                  <a:pt x="0" y="0"/>
                </a:lnTo>
                <a:lnTo>
                  <a:pt x="0" y="494491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3_paired_semantic_8401">
            <a:extLst>
              <a:ext uri="{FF2B5EF4-FFF2-40B4-BE49-F238E27FC236}">
                <a16:creationId xmlns:a16="http://schemas.microsoft.com/office/drawing/2014/main" id="{3A984F1B-3F53-4D0D-B412-0737E8A660BF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0"/>
                </a:lnTo>
              </a:path>
            </a:pathLst>
          </a:custGeom>
          <a:noFill/>
          <a:ln w="17688">
            <a:solidFill>
              <a:srgbClr val="90989C"/>
            </a:solidFill>
            <a:prstDash val="dash"/>
          </a:ln>
        </p:spPr>
      </p:sp>
      <p:sp>
        <p:nvSpPr>
          <p:cNvPr id="4" name="F3_paired_semantic_8402">
            <a:extLst>
              <a:ext uri="{FF2B5EF4-FFF2-40B4-BE49-F238E27FC236}">
                <a16:creationId xmlns:a16="http://schemas.microsoft.com/office/drawing/2014/main" id="{CD8585EF-D55D-4CCA-92A8-D7DDE712CAE8}"/>
              </a:ext>
            </a:extLst>
          </p:cNvPr>
          <p:cNvSpPr>
            <a:spLocks noGrp="1"/>
          </p:cNvSpPr>
          <p:nvPr/>
        </p:nvSpPr>
        <p:spPr>
          <a:xfrm>
            <a:off x="1864911" y="3730649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" name="F3_paired_semantic_8403">
            <a:extLst>
              <a:ext uri="{FF2B5EF4-FFF2-40B4-BE49-F238E27FC236}">
                <a16:creationId xmlns:a16="http://schemas.microsoft.com/office/drawing/2014/main" id="{F2E5D643-4A6A-45F0-8D16-2B5522167CEC}"/>
              </a:ext>
            </a:extLst>
          </p:cNvPr>
          <p:cNvSpPr>
            <a:spLocks noGrp="1"/>
          </p:cNvSpPr>
          <p:nvPr/>
        </p:nvSpPr>
        <p:spPr>
          <a:xfrm>
            <a:off x="1864902" y="236675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" name="F3_paired_semantic_8404">
            <a:extLst>
              <a:ext uri="{FF2B5EF4-FFF2-40B4-BE49-F238E27FC236}">
                <a16:creationId xmlns:a16="http://schemas.microsoft.com/office/drawing/2014/main" id="{5C578B17-9335-41CF-B38C-29C4DE3CD779}"/>
              </a:ext>
            </a:extLst>
          </p:cNvPr>
          <p:cNvSpPr>
            <a:spLocks noGrp="1"/>
          </p:cNvSpPr>
          <p:nvPr/>
        </p:nvSpPr>
        <p:spPr>
          <a:xfrm>
            <a:off x="3397573" y="2647626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" name="F3_paired_semantic_8405">
            <a:extLst>
              <a:ext uri="{FF2B5EF4-FFF2-40B4-BE49-F238E27FC236}">
                <a16:creationId xmlns:a16="http://schemas.microsoft.com/office/drawing/2014/main" id="{97D90F0C-34CA-4C9C-B813-805183AE47BD}"/>
              </a:ext>
            </a:extLst>
          </p:cNvPr>
          <p:cNvSpPr>
            <a:spLocks noGrp="1"/>
          </p:cNvSpPr>
          <p:nvPr/>
        </p:nvSpPr>
        <p:spPr>
          <a:xfrm>
            <a:off x="1864912" y="6271011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" name="F3_paired_semantic_8406">
            <a:extLst>
              <a:ext uri="{FF2B5EF4-FFF2-40B4-BE49-F238E27FC236}">
                <a16:creationId xmlns:a16="http://schemas.microsoft.com/office/drawing/2014/main" id="{295FDD9E-BE10-43F8-9133-0361A248E11E}"/>
              </a:ext>
            </a:extLst>
          </p:cNvPr>
          <p:cNvSpPr>
            <a:spLocks noGrp="1"/>
          </p:cNvSpPr>
          <p:nvPr/>
        </p:nvSpPr>
        <p:spPr>
          <a:xfrm>
            <a:off x="4405134" y="3045861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" name="F3_paired_semantic_8407">
            <a:extLst>
              <a:ext uri="{FF2B5EF4-FFF2-40B4-BE49-F238E27FC236}">
                <a16:creationId xmlns:a16="http://schemas.microsoft.com/office/drawing/2014/main" id="{BD8FB2FD-EC16-47D3-A3C6-263354ED6C6F}"/>
              </a:ext>
            </a:extLst>
          </p:cNvPr>
          <p:cNvSpPr>
            <a:spLocks noGrp="1"/>
          </p:cNvSpPr>
          <p:nvPr/>
        </p:nvSpPr>
        <p:spPr>
          <a:xfrm>
            <a:off x="1864900" y="5173939"/>
            <a:ext cx="104188" cy="104188"/>
          </a:xfrm>
          <a:prstGeom prst="ellipse">
            <a:avLst/>
          </a:prstGeom>
          <a:solidFill>
            <a:srgbClr val="48267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" name="F3_paired_semantic_8408">
            <a:extLst>
              <a:ext uri="{FF2B5EF4-FFF2-40B4-BE49-F238E27FC236}">
                <a16:creationId xmlns:a16="http://schemas.microsoft.com/office/drawing/2014/main" id="{6F5A4980-A835-4083-927E-29FD711002E1}"/>
              </a:ext>
            </a:extLst>
          </p:cNvPr>
          <p:cNvSpPr>
            <a:spLocks noGrp="1"/>
          </p:cNvSpPr>
          <p:nvPr/>
        </p:nvSpPr>
        <p:spPr>
          <a:xfrm>
            <a:off x="1865046" y="2316131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" name="F3_paired_semantic_8409">
            <a:extLst>
              <a:ext uri="{FF2B5EF4-FFF2-40B4-BE49-F238E27FC236}">
                <a16:creationId xmlns:a16="http://schemas.microsoft.com/office/drawing/2014/main" id="{28FF2C6C-985F-4B8B-AAD4-74CF2D046503}"/>
              </a:ext>
            </a:extLst>
          </p:cNvPr>
          <p:cNvSpPr>
            <a:spLocks noGrp="1"/>
          </p:cNvSpPr>
          <p:nvPr/>
        </p:nvSpPr>
        <p:spPr>
          <a:xfrm>
            <a:off x="5099419" y="2398907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" name="F3_paired_semantic_8410">
            <a:extLst>
              <a:ext uri="{FF2B5EF4-FFF2-40B4-BE49-F238E27FC236}">
                <a16:creationId xmlns:a16="http://schemas.microsoft.com/office/drawing/2014/main" id="{F844706F-F6FE-4600-ADCE-B2E31E420658}"/>
              </a:ext>
            </a:extLst>
          </p:cNvPr>
          <p:cNvSpPr>
            <a:spLocks noGrp="1"/>
          </p:cNvSpPr>
          <p:nvPr/>
        </p:nvSpPr>
        <p:spPr>
          <a:xfrm>
            <a:off x="1865069" y="4644830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" name="F3_paired_semantic_8411">
            <a:extLst>
              <a:ext uri="{FF2B5EF4-FFF2-40B4-BE49-F238E27FC236}">
                <a16:creationId xmlns:a16="http://schemas.microsoft.com/office/drawing/2014/main" id="{7ADBA0F1-3326-45C1-951E-3F1F9B259A37}"/>
              </a:ext>
            </a:extLst>
          </p:cNvPr>
          <p:cNvSpPr>
            <a:spLocks noGrp="1"/>
          </p:cNvSpPr>
          <p:nvPr/>
        </p:nvSpPr>
        <p:spPr>
          <a:xfrm>
            <a:off x="2663552" y="2703945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" name="F3_paired_semantic_8412">
            <a:extLst>
              <a:ext uri="{FF2B5EF4-FFF2-40B4-BE49-F238E27FC236}">
                <a16:creationId xmlns:a16="http://schemas.microsoft.com/office/drawing/2014/main" id="{D30E91EC-3408-441E-9172-7D274E87214D}"/>
              </a:ext>
            </a:extLst>
          </p:cNvPr>
          <p:cNvSpPr>
            <a:spLocks noGrp="1"/>
          </p:cNvSpPr>
          <p:nvPr/>
        </p:nvSpPr>
        <p:spPr>
          <a:xfrm>
            <a:off x="4368501" y="4826134"/>
            <a:ext cx="104188" cy="104188"/>
          </a:xfrm>
          <a:prstGeom prst="ellipse">
            <a:avLst/>
          </a:prstGeom>
          <a:solidFill>
            <a:srgbClr val="65CB5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" name="F3_paired_semantic_8413">
            <a:extLst>
              <a:ext uri="{FF2B5EF4-FFF2-40B4-BE49-F238E27FC236}">
                <a16:creationId xmlns:a16="http://schemas.microsoft.com/office/drawing/2014/main" id="{876454C7-5B40-460B-82F2-DB6175611A21}"/>
              </a:ext>
            </a:extLst>
          </p:cNvPr>
          <p:cNvSpPr>
            <a:spLocks noGrp="1"/>
          </p:cNvSpPr>
          <p:nvPr/>
        </p:nvSpPr>
        <p:spPr>
          <a:xfrm>
            <a:off x="3266386" y="4024030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" name="F3_paired_semantic_8414">
            <a:extLst>
              <a:ext uri="{FF2B5EF4-FFF2-40B4-BE49-F238E27FC236}">
                <a16:creationId xmlns:a16="http://schemas.microsoft.com/office/drawing/2014/main" id="{DEECBE06-7F6C-4ED6-8E8C-6DE81B146BEF}"/>
              </a:ext>
            </a:extLst>
          </p:cNvPr>
          <p:cNvSpPr>
            <a:spLocks noGrp="1"/>
          </p:cNvSpPr>
          <p:nvPr/>
        </p:nvSpPr>
        <p:spPr>
          <a:xfrm>
            <a:off x="3314336" y="420843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" name="F3_paired_semantic_8415">
            <a:extLst>
              <a:ext uri="{FF2B5EF4-FFF2-40B4-BE49-F238E27FC236}">
                <a16:creationId xmlns:a16="http://schemas.microsoft.com/office/drawing/2014/main" id="{539D679A-3FF2-4ED8-B303-7B371F57C9C3}"/>
              </a:ext>
            </a:extLst>
          </p:cNvPr>
          <p:cNvSpPr>
            <a:spLocks noGrp="1"/>
          </p:cNvSpPr>
          <p:nvPr/>
        </p:nvSpPr>
        <p:spPr>
          <a:xfrm>
            <a:off x="1864914" y="3790266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" name="F3_paired_semantic_8416">
            <a:extLst>
              <a:ext uri="{FF2B5EF4-FFF2-40B4-BE49-F238E27FC236}">
                <a16:creationId xmlns:a16="http://schemas.microsoft.com/office/drawing/2014/main" id="{CE99CC2F-7501-4955-8AA6-B463E705ED09}"/>
              </a:ext>
            </a:extLst>
          </p:cNvPr>
          <p:cNvSpPr>
            <a:spLocks noGrp="1"/>
          </p:cNvSpPr>
          <p:nvPr/>
        </p:nvSpPr>
        <p:spPr>
          <a:xfrm>
            <a:off x="2538045" y="2566717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9" name="F3_paired_semantic_8417">
            <a:extLst>
              <a:ext uri="{FF2B5EF4-FFF2-40B4-BE49-F238E27FC236}">
                <a16:creationId xmlns:a16="http://schemas.microsoft.com/office/drawing/2014/main" id="{C866C7CB-7BCE-4405-A8EA-F9E92349C8E2}"/>
              </a:ext>
            </a:extLst>
          </p:cNvPr>
          <p:cNvSpPr>
            <a:spLocks noGrp="1"/>
          </p:cNvSpPr>
          <p:nvPr/>
        </p:nvSpPr>
        <p:spPr>
          <a:xfrm>
            <a:off x="3594320" y="2933491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0" name="F3_paired_semantic_8418">
            <a:extLst>
              <a:ext uri="{FF2B5EF4-FFF2-40B4-BE49-F238E27FC236}">
                <a16:creationId xmlns:a16="http://schemas.microsoft.com/office/drawing/2014/main" id="{DE51C92C-548A-4177-A051-FE211A101FED}"/>
              </a:ext>
            </a:extLst>
          </p:cNvPr>
          <p:cNvSpPr>
            <a:spLocks noGrp="1"/>
          </p:cNvSpPr>
          <p:nvPr/>
        </p:nvSpPr>
        <p:spPr>
          <a:xfrm>
            <a:off x="1864908" y="4438490"/>
            <a:ext cx="104188" cy="104188"/>
          </a:xfrm>
          <a:prstGeom prst="ellipse">
            <a:avLst/>
          </a:prstGeom>
          <a:solidFill>
            <a:srgbClr val="375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1" name="F3_paired_semantic_8419">
            <a:extLst>
              <a:ext uri="{FF2B5EF4-FFF2-40B4-BE49-F238E27FC236}">
                <a16:creationId xmlns:a16="http://schemas.microsoft.com/office/drawing/2014/main" id="{F5BCEB6D-3B04-45E1-8CF4-127DB1834305}"/>
              </a:ext>
            </a:extLst>
          </p:cNvPr>
          <p:cNvSpPr>
            <a:spLocks noGrp="1"/>
          </p:cNvSpPr>
          <p:nvPr/>
        </p:nvSpPr>
        <p:spPr>
          <a:xfrm>
            <a:off x="3888789" y="4922649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2" name="F3_paired_semantic_8420">
            <a:extLst>
              <a:ext uri="{FF2B5EF4-FFF2-40B4-BE49-F238E27FC236}">
                <a16:creationId xmlns:a16="http://schemas.microsoft.com/office/drawing/2014/main" id="{E657F2EA-9AF1-4F1C-9599-FC15DEB5AF6B}"/>
              </a:ext>
            </a:extLst>
          </p:cNvPr>
          <p:cNvSpPr>
            <a:spLocks noGrp="1"/>
          </p:cNvSpPr>
          <p:nvPr/>
        </p:nvSpPr>
        <p:spPr>
          <a:xfrm>
            <a:off x="4283568" y="3496101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3" name="F3_paired_semantic_8421">
            <a:extLst>
              <a:ext uri="{FF2B5EF4-FFF2-40B4-BE49-F238E27FC236}">
                <a16:creationId xmlns:a16="http://schemas.microsoft.com/office/drawing/2014/main" id="{9DF70CA3-E739-4D00-9493-C73A24DF73BA}"/>
              </a:ext>
            </a:extLst>
          </p:cNvPr>
          <p:cNvSpPr>
            <a:spLocks noGrp="1"/>
          </p:cNvSpPr>
          <p:nvPr/>
        </p:nvSpPr>
        <p:spPr>
          <a:xfrm>
            <a:off x="3078445" y="3801800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4" name="F3_paired_semantic_8422">
            <a:extLst>
              <a:ext uri="{FF2B5EF4-FFF2-40B4-BE49-F238E27FC236}">
                <a16:creationId xmlns:a16="http://schemas.microsoft.com/office/drawing/2014/main" id="{67D6CA14-2850-419C-8ADA-93AA77C23DA0}"/>
              </a:ext>
            </a:extLst>
          </p:cNvPr>
          <p:cNvSpPr>
            <a:spLocks noGrp="1"/>
          </p:cNvSpPr>
          <p:nvPr/>
        </p:nvSpPr>
        <p:spPr>
          <a:xfrm>
            <a:off x="2730608" y="5130571"/>
            <a:ext cx="104188" cy="104188"/>
          </a:xfrm>
          <a:prstGeom prst="ellipse">
            <a:avLst/>
          </a:prstGeom>
          <a:solidFill>
            <a:srgbClr val="46075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5" name="F3_paired_semantic_8423">
            <a:extLst>
              <a:ext uri="{FF2B5EF4-FFF2-40B4-BE49-F238E27FC236}">
                <a16:creationId xmlns:a16="http://schemas.microsoft.com/office/drawing/2014/main" id="{991942B7-B63C-4E2A-B5C3-4083F0A7AB70}"/>
              </a:ext>
            </a:extLst>
          </p:cNvPr>
          <p:cNvSpPr>
            <a:spLocks noGrp="1"/>
          </p:cNvSpPr>
          <p:nvPr/>
        </p:nvSpPr>
        <p:spPr>
          <a:xfrm>
            <a:off x="1865034" y="4909366"/>
            <a:ext cx="104188" cy="104188"/>
          </a:xfrm>
          <a:prstGeom prst="ellipse">
            <a:avLst/>
          </a:prstGeom>
          <a:solidFill>
            <a:srgbClr val="470D6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6" name="F3_paired_semantic_8424">
            <a:extLst>
              <a:ext uri="{FF2B5EF4-FFF2-40B4-BE49-F238E27FC236}">
                <a16:creationId xmlns:a16="http://schemas.microsoft.com/office/drawing/2014/main" id="{327F64D3-BC8C-4357-8E4C-E7B560C697BA}"/>
              </a:ext>
            </a:extLst>
          </p:cNvPr>
          <p:cNvSpPr>
            <a:spLocks noGrp="1"/>
          </p:cNvSpPr>
          <p:nvPr/>
        </p:nvSpPr>
        <p:spPr>
          <a:xfrm>
            <a:off x="3381058" y="4634454"/>
            <a:ext cx="104188" cy="104188"/>
          </a:xfrm>
          <a:prstGeom prst="ellipse">
            <a:avLst/>
          </a:prstGeom>
          <a:solidFill>
            <a:srgbClr val="4829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7" name="F3_paired_semantic_8425">
            <a:extLst>
              <a:ext uri="{FF2B5EF4-FFF2-40B4-BE49-F238E27FC236}">
                <a16:creationId xmlns:a16="http://schemas.microsoft.com/office/drawing/2014/main" id="{9BC1AEB1-87D0-4D40-A6E1-E061D8FB2FB0}"/>
              </a:ext>
            </a:extLst>
          </p:cNvPr>
          <p:cNvSpPr>
            <a:spLocks noGrp="1"/>
          </p:cNvSpPr>
          <p:nvPr/>
        </p:nvSpPr>
        <p:spPr>
          <a:xfrm>
            <a:off x="5631099" y="2284702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8" name="F3_paired_semantic_8426">
            <a:extLst>
              <a:ext uri="{FF2B5EF4-FFF2-40B4-BE49-F238E27FC236}">
                <a16:creationId xmlns:a16="http://schemas.microsoft.com/office/drawing/2014/main" id="{1B70D5CD-5CB6-4B7F-804E-CD2AF35BE832}"/>
              </a:ext>
            </a:extLst>
          </p:cNvPr>
          <p:cNvSpPr>
            <a:spLocks noGrp="1"/>
          </p:cNvSpPr>
          <p:nvPr/>
        </p:nvSpPr>
        <p:spPr>
          <a:xfrm>
            <a:off x="1864908" y="6441246"/>
            <a:ext cx="104188" cy="104188"/>
          </a:xfrm>
          <a:prstGeom prst="ellipse">
            <a:avLst/>
          </a:prstGeom>
          <a:solidFill>
            <a:srgbClr val="443B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9" name="F3_paired_semantic_8427">
            <a:extLst>
              <a:ext uri="{FF2B5EF4-FFF2-40B4-BE49-F238E27FC236}">
                <a16:creationId xmlns:a16="http://schemas.microsoft.com/office/drawing/2014/main" id="{E0390D4D-6A2E-48C5-BB37-4B35EABBEAEB}"/>
              </a:ext>
            </a:extLst>
          </p:cNvPr>
          <p:cNvSpPr>
            <a:spLocks noGrp="1"/>
          </p:cNvSpPr>
          <p:nvPr/>
        </p:nvSpPr>
        <p:spPr>
          <a:xfrm>
            <a:off x="1864906" y="6545296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0" name="F3_paired_semantic_8428">
            <a:extLst>
              <a:ext uri="{FF2B5EF4-FFF2-40B4-BE49-F238E27FC236}">
                <a16:creationId xmlns:a16="http://schemas.microsoft.com/office/drawing/2014/main" id="{6F1E15BF-A4BE-4BF3-A9C7-1AEAA8DEBEB4}"/>
              </a:ext>
            </a:extLst>
          </p:cNvPr>
          <p:cNvSpPr>
            <a:spLocks noGrp="1"/>
          </p:cNvSpPr>
          <p:nvPr/>
        </p:nvSpPr>
        <p:spPr>
          <a:xfrm>
            <a:off x="2867902" y="5558724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1" name="F3_paired_semantic_8429">
            <a:extLst>
              <a:ext uri="{FF2B5EF4-FFF2-40B4-BE49-F238E27FC236}">
                <a16:creationId xmlns:a16="http://schemas.microsoft.com/office/drawing/2014/main" id="{4EEFC475-0627-430E-9764-2889121B96E4}"/>
              </a:ext>
            </a:extLst>
          </p:cNvPr>
          <p:cNvSpPr>
            <a:spLocks noGrp="1"/>
          </p:cNvSpPr>
          <p:nvPr/>
        </p:nvSpPr>
        <p:spPr>
          <a:xfrm>
            <a:off x="1865033" y="4269528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2" name="F3_paired_semantic_8430">
            <a:extLst>
              <a:ext uri="{FF2B5EF4-FFF2-40B4-BE49-F238E27FC236}">
                <a16:creationId xmlns:a16="http://schemas.microsoft.com/office/drawing/2014/main" id="{29B4B12E-CD69-4E6A-8DDB-9197ED97664A}"/>
              </a:ext>
            </a:extLst>
          </p:cNvPr>
          <p:cNvSpPr>
            <a:spLocks noGrp="1"/>
          </p:cNvSpPr>
          <p:nvPr/>
        </p:nvSpPr>
        <p:spPr>
          <a:xfrm>
            <a:off x="4834900" y="2159129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3" name="F3_paired_semantic_8431">
            <a:extLst>
              <a:ext uri="{FF2B5EF4-FFF2-40B4-BE49-F238E27FC236}">
                <a16:creationId xmlns:a16="http://schemas.microsoft.com/office/drawing/2014/main" id="{00143370-B04D-4521-A2C6-4DD7C0E74E88}"/>
              </a:ext>
            </a:extLst>
          </p:cNvPr>
          <p:cNvSpPr>
            <a:spLocks noGrp="1"/>
          </p:cNvSpPr>
          <p:nvPr/>
        </p:nvSpPr>
        <p:spPr>
          <a:xfrm>
            <a:off x="4899895" y="2290388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4" name="F3_paired_semantic_8432">
            <a:extLst>
              <a:ext uri="{FF2B5EF4-FFF2-40B4-BE49-F238E27FC236}">
                <a16:creationId xmlns:a16="http://schemas.microsoft.com/office/drawing/2014/main" id="{EF4E42D0-0665-4B36-920F-EE41671038A0}"/>
              </a:ext>
            </a:extLst>
          </p:cNvPr>
          <p:cNvSpPr>
            <a:spLocks noGrp="1"/>
          </p:cNvSpPr>
          <p:nvPr/>
        </p:nvSpPr>
        <p:spPr>
          <a:xfrm>
            <a:off x="1864896" y="6578023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5" name="F3_paired_semantic_8433">
            <a:extLst>
              <a:ext uri="{FF2B5EF4-FFF2-40B4-BE49-F238E27FC236}">
                <a16:creationId xmlns:a16="http://schemas.microsoft.com/office/drawing/2014/main" id="{D5EB4E3F-BA2E-40A2-A392-50819299A19A}"/>
              </a:ext>
            </a:extLst>
          </p:cNvPr>
          <p:cNvSpPr>
            <a:spLocks noGrp="1"/>
          </p:cNvSpPr>
          <p:nvPr/>
        </p:nvSpPr>
        <p:spPr>
          <a:xfrm>
            <a:off x="3803766" y="3609717"/>
            <a:ext cx="104188" cy="104188"/>
          </a:xfrm>
          <a:prstGeom prst="ellipse">
            <a:avLst/>
          </a:prstGeom>
          <a:solidFill>
            <a:srgbClr val="2D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6" name="F3_paired_semantic_8434">
            <a:extLst>
              <a:ext uri="{FF2B5EF4-FFF2-40B4-BE49-F238E27FC236}">
                <a16:creationId xmlns:a16="http://schemas.microsoft.com/office/drawing/2014/main" id="{8E3207B6-C8E5-49E0-BDF1-5C482E450906}"/>
              </a:ext>
            </a:extLst>
          </p:cNvPr>
          <p:cNvSpPr>
            <a:spLocks noGrp="1"/>
          </p:cNvSpPr>
          <p:nvPr/>
        </p:nvSpPr>
        <p:spPr>
          <a:xfrm>
            <a:off x="1864954" y="6385322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7" name="F3_paired_semantic_8435">
            <a:extLst>
              <a:ext uri="{FF2B5EF4-FFF2-40B4-BE49-F238E27FC236}">
                <a16:creationId xmlns:a16="http://schemas.microsoft.com/office/drawing/2014/main" id="{6634FCA9-75A7-4F66-98A6-59B14130843B}"/>
              </a:ext>
            </a:extLst>
          </p:cNvPr>
          <p:cNvSpPr>
            <a:spLocks noGrp="1"/>
          </p:cNvSpPr>
          <p:nvPr/>
        </p:nvSpPr>
        <p:spPr>
          <a:xfrm>
            <a:off x="3474397" y="5612118"/>
            <a:ext cx="104188" cy="104188"/>
          </a:xfrm>
          <a:prstGeom prst="ellipse">
            <a:avLst/>
          </a:prstGeom>
          <a:solidFill>
            <a:srgbClr val="355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8" name="F3_paired_semantic_8436">
            <a:extLst>
              <a:ext uri="{FF2B5EF4-FFF2-40B4-BE49-F238E27FC236}">
                <a16:creationId xmlns:a16="http://schemas.microsoft.com/office/drawing/2014/main" id="{468FFED4-E322-4D97-BA69-DBE3AFB85A4A}"/>
              </a:ext>
            </a:extLst>
          </p:cNvPr>
          <p:cNvSpPr>
            <a:spLocks noGrp="1"/>
          </p:cNvSpPr>
          <p:nvPr/>
        </p:nvSpPr>
        <p:spPr>
          <a:xfrm>
            <a:off x="1864900" y="4307876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9" name="F3_paired_semantic_8437">
            <a:extLst>
              <a:ext uri="{FF2B5EF4-FFF2-40B4-BE49-F238E27FC236}">
                <a16:creationId xmlns:a16="http://schemas.microsoft.com/office/drawing/2014/main" id="{46AC6607-F280-4B57-BE7B-1FAC59B0662B}"/>
              </a:ext>
            </a:extLst>
          </p:cNvPr>
          <p:cNvSpPr>
            <a:spLocks noGrp="1"/>
          </p:cNvSpPr>
          <p:nvPr/>
        </p:nvSpPr>
        <p:spPr>
          <a:xfrm>
            <a:off x="1864954" y="6577966"/>
            <a:ext cx="104188" cy="104188"/>
          </a:xfrm>
          <a:prstGeom prst="ellipse">
            <a:avLst/>
          </a:prstGeom>
          <a:solidFill>
            <a:srgbClr val="2092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0" name="F3_paired_semantic_8438">
            <a:extLst>
              <a:ext uri="{FF2B5EF4-FFF2-40B4-BE49-F238E27FC236}">
                <a16:creationId xmlns:a16="http://schemas.microsoft.com/office/drawing/2014/main" id="{7B682EAD-98D1-4E92-AA68-BD04843456D4}"/>
              </a:ext>
            </a:extLst>
          </p:cNvPr>
          <p:cNvSpPr>
            <a:spLocks noGrp="1"/>
          </p:cNvSpPr>
          <p:nvPr/>
        </p:nvSpPr>
        <p:spPr>
          <a:xfrm>
            <a:off x="1864900" y="6578019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1" name="F3_paired_semantic_8439">
            <a:extLst>
              <a:ext uri="{FF2B5EF4-FFF2-40B4-BE49-F238E27FC236}">
                <a16:creationId xmlns:a16="http://schemas.microsoft.com/office/drawing/2014/main" id="{4876E2C6-51AB-49FD-B22B-3661CE6EF9DF}"/>
              </a:ext>
            </a:extLst>
          </p:cNvPr>
          <p:cNvSpPr>
            <a:spLocks noGrp="1"/>
          </p:cNvSpPr>
          <p:nvPr/>
        </p:nvSpPr>
        <p:spPr>
          <a:xfrm>
            <a:off x="2675972" y="432386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2" name="F3_paired_semantic_8440">
            <a:extLst>
              <a:ext uri="{FF2B5EF4-FFF2-40B4-BE49-F238E27FC236}">
                <a16:creationId xmlns:a16="http://schemas.microsoft.com/office/drawing/2014/main" id="{E97101C5-A6AD-47E4-83B5-BEEA32BD0798}"/>
              </a:ext>
            </a:extLst>
          </p:cNvPr>
          <p:cNvSpPr>
            <a:spLocks noGrp="1"/>
          </p:cNvSpPr>
          <p:nvPr/>
        </p:nvSpPr>
        <p:spPr>
          <a:xfrm>
            <a:off x="1864971" y="2328130"/>
            <a:ext cx="104188" cy="104188"/>
          </a:xfrm>
          <a:prstGeom prst="ellipse">
            <a:avLst/>
          </a:prstGeom>
          <a:solidFill>
            <a:srgbClr val="3E4C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3" name="F3_paired_semantic_8441">
            <a:extLst>
              <a:ext uri="{FF2B5EF4-FFF2-40B4-BE49-F238E27FC236}">
                <a16:creationId xmlns:a16="http://schemas.microsoft.com/office/drawing/2014/main" id="{379380B4-617D-4740-BC4D-A0845CE973B4}"/>
              </a:ext>
            </a:extLst>
          </p:cNvPr>
          <p:cNvSpPr>
            <a:spLocks noGrp="1"/>
          </p:cNvSpPr>
          <p:nvPr/>
        </p:nvSpPr>
        <p:spPr>
          <a:xfrm>
            <a:off x="5020380" y="2060163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4" name="F3_paired_semantic_8442">
            <a:extLst>
              <a:ext uri="{FF2B5EF4-FFF2-40B4-BE49-F238E27FC236}">
                <a16:creationId xmlns:a16="http://schemas.microsoft.com/office/drawing/2014/main" id="{6337EA44-58E8-4076-B768-C6E0A33D7C32}"/>
              </a:ext>
            </a:extLst>
          </p:cNvPr>
          <p:cNvSpPr>
            <a:spLocks noGrp="1"/>
          </p:cNvSpPr>
          <p:nvPr/>
        </p:nvSpPr>
        <p:spPr>
          <a:xfrm>
            <a:off x="1864927" y="6437761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5" name="F3_paired_semantic_8443">
            <a:extLst>
              <a:ext uri="{FF2B5EF4-FFF2-40B4-BE49-F238E27FC236}">
                <a16:creationId xmlns:a16="http://schemas.microsoft.com/office/drawing/2014/main" id="{821A6B6A-6855-4105-9F4F-A965DFA25784}"/>
              </a:ext>
            </a:extLst>
          </p:cNvPr>
          <p:cNvSpPr>
            <a:spLocks noGrp="1"/>
          </p:cNvSpPr>
          <p:nvPr/>
        </p:nvSpPr>
        <p:spPr>
          <a:xfrm>
            <a:off x="5611695" y="2434708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6" name="F3_paired_semantic_8444">
            <a:extLst>
              <a:ext uri="{FF2B5EF4-FFF2-40B4-BE49-F238E27FC236}">
                <a16:creationId xmlns:a16="http://schemas.microsoft.com/office/drawing/2014/main" id="{AFC465A0-EC7B-478D-B65A-E2A4014113CC}"/>
              </a:ext>
            </a:extLst>
          </p:cNvPr>
          <p:cNvSpPr>
            <a:spLocks noGrp="1"/>
          </p:cNvSpPr>
          <p:nvPr/>
        </p:nvSpPr>
        <p:spPr>
          <a:xfrm>
            <a:off x="1864899" y="3106466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7" name="F3_paired_semantic_8445">
            <a:extLst>
              <a:ext uri="{FF2B5EF4-FFF2-40B4-BE49-F238E27FC236}">
                <a16:creationId xmlns:a16="http://schemas.microsoft.com/office/drawing/2014/main" id="{E41DB13C-3407-409A-8546-CE85EBBD718E}"/>
              </a:ext>
            </a:extLst>
          </p:cNvPr>
          <p:cNvSpPr>
            <a:spLocks noGrp="1"/>
          </p:cNvSpPr>
          <p:nvPr/>
        </p:nvSpPr>
        <p:spPr>
          <a:xfrm>
            <a:off x="1864983" y="3352448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8" name="F3_paired_semantic_8446">
            <a:extLst>
              <a:ext uri="{FF2B5EF4-FFF2-40B4-BE49-F238E27FC236}">
                <a16:creationId xmlns:a16="http://schemas.microsoft.com/office/drawing/2014/main" id="{3CB1AE70-85B8-409B-B381-FE947700E3F3}"/>
              </a:ext>
            </a:extLst>
          </p:cNvPr>
          <p:cNvSpPr>
            <a:spLocks noGrp="1"/>
          </p:cNvSpPr>
          <p:nvPr/>
        </p:nvSpPr>
        <p:spPr>
          <a:xfrm>
            <a:off x="1864904" y="3861196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9" name="F3_paired_semantic_8447">
            <a:extLst>
              <a:ext uri="{FF2B5EF4-FFF2-40B4-BE49-F238E27FC236}">
                <a16:creationId xmlns:a16="http://schemas.microsoft.com/office/drawing/2014/main" id="{13B061F4-639D-4A46-9119-09C1833BFFFC}"/>
              </a:ext>
            </a:extLst>
          </p:cNvPr>
          <p:cNvSpPr>
            <a:spLocks noGrp="1"/>
          </p:cNvSpPr>
          <p:nvPr/>
        </p:nvSpPr>
        <p:spPr>
          <a:xfrm>
            <a:off x="1882803" y="3613914"/>
            <a:ext cx="104188" cy="104188"/>
          </a:xfrm>
          <a:prstGeom prst="ellipse">
            <a:avLst/>
          </a:prstGeom>
          <a:solidFill>
            <a:srgbClr val="21A6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0" name="F3_paired_semantic_8448">
            <a:extLst>
              <a:ext uri="{FF2B5EF4-FFF2-40B4-BE49-F238E27FC236}">
                <a16:creationId xmlns:a16="http://schemas.microsoft.com/office/drawing/2014/main" id="{6EBDB878-F40F-481F-A0B1-2A82434C28AB}"/>
              </a:ext>
            </a:extLst>
          </p:cNvPr>
          <p:cNvSpPr>
            <a:spLocks noGrp="1"/>
          </p:cNvSpPr>
          <p:nvPr/>
        </p:nvSpPr>
        <p:spPr>
          <a:xfrm>
            <a:off x="2020992" y="5055807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1" name="F3_paired_semantic_8449">
            <a:extLst>
              <a:ext uri="{FF2B5EF4-FFF2-40B4-BE49-F238E27FC236}">
                <a16:creationId xmlns:a16="http://schemas.microsoft.com/office/drawing/2014/main" id="{A9AEA4E8-EC6C-47AA-9314-CECA9345F976}"/>
              </a:ext>
            </a:extLst>
          </p:cNvPr>
          <p:cNvSpPr>
            <a:spLocks noGrp="1"/>
          </p:cNvSpPr>
          <p:nvPr/>
        </p:nvSpPr>
        <p:spPr>
          <a:xfrm>
            <a:off x="1865238" y="6431704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2" name="F3_paired_semantic_8450">
            <a:extLst>
              <a:ext uri="{FF2B5EF4-FFF2-40B4-BE49-F238E27FC236}">
                <a16:creationId xmlns:a16="http://schemas.microsoft.com/office/drawing/2014/main" id="{09961FF0-F618-42E8-9CD3-6A6AB7B4D967}"/>
              </a:ext>
            </a:extLst>
          </p:cNvPr>
          <p:cNvSpPr>
            <a:spLocks noGrp="1"/>
          </p:cNvSpPr>
          <p:nvPr/>
        </p:nvSpPr>
        <p:spPr>
          <a:xfrm>
            <a:off x="2553105" y="4358430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3" name="F3_paired_semantic_8451">
            <a:extLst>
              <a:ext uri="{FF2B5EF4-FFF2-40B4-BE49-F238E27FC236}">
                <a16:creationId xmlns:a16="http://schemas.microsoft.com/office/drawing/2014/main" id="{521B8E00-2804-47F4-93B8-EF31EDBE333F}"/>
              </a:ext>
            </a:extLst>
          </p:cNvPr>
          <p:cNvSpPr>
            <a:spLocks noGrp="1"/>
          </p:cNvSpPr>
          <p:nvPr/>
        </p:nvSpPr>
        <p:spPr>
          <a:xfrm>
            <a:off x="4653512" y="2365276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4" name="F3_paired_semantic_8452">
            <a:extLst>
              <a:ext uri="{FF2B5EF4-FFF2-40B4-BE49-F238E27FC236}">
                <a16:creationId xmlns:a16="http://schemas.microsoft.com/office/drawing/2014/main" id="{C572FCCA-6D14-40AB-B95D-5F63FA0002E5}"/>
              </a:ext>
            </a:extLst>
          </p:cNvPr>
          <p:cNvSpPr>
            <a:spLocks noGrp="1"/>
          </p:cNvSpPr>
          <p:nvPr/>
        </p:nvSpPr>
        <p:spPr>
          <a:xfrm>
            <a:off x="2122013" y="4132503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5" name="F3_paired_semantic_8453">
            <a:extLst>
              <a:ext uri="{FF2B5EF4-FFF2-40B4-BE49-F238E27FC236}">
                <a16:creationId xmlns:a16="http://schemas.microsoft.com/office/drawing/2014/main" id="{41C6D610-5D53-43ED-A502-D87E732932A5}"/>
              </a:ext>
            </a:extLst>
          </p:cNvPr>
          <p:cNvSpPr>
            <a:spLocks noGrp="1"/>
          </p:cNvSpPr>
          <p:nvPr/>
        </p:nvSpPr>
        <p:spPr>
          <a:xfrm>
            <a:off x="1865035" y="6444311"/>
            <a:ext cx="104188" cy="104188"/>
          </a:xfrm>
          <a:prstGeom prst="ellipse">
            <a:avLst/>
          </a:prstGeom>
          <a:solidFill>
            <a:srgbClr val="48146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6" name="F3_paired_semantic_8454">
            <a:extLst>
              <a:ext uri="{FF2B5EF4-FFF2-40B4-BE49-F238E27FC236}">
                <a16:creationId xmlns:a16="http://schemas.microsoft.com/office/drawing/2014/main" id="{9C1405B0-0320-4E3C-939D-2D35C8FBFCEE}"/>
              </a:ext>
            </a:extLst>
          </p:cNvPr>
          <p:cNvSpPr>
            <a:spLocks noGrp="1"/>
          </p:cNvSpPr>
          <p:nvPr/>
        </p:nvSpPr>
        <p:spPr>
          <a:xfrm>
            <a:off x="2633736" y="4146374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7" name="F3_paired_semantic_8455">
            <a:extLst>
              <a:ext uri="{FF2B5EF4-FFF2-40B4-BE49-F238E27FC236}">
                <a16:creationId xmlns:a16="http://schemas.microsoft.com/office/drawing/2014/main" id="{3FD804A4-1D23-4FC7-ACB4-C95CAD854F86}"/>
              </a:ext>
            </a:extLst>
          </p:cNvPr>
          <p:cNvSpPr>
            <a:spLocks noGrp="1"/>
          </p:cNvSpPr>
          <p:nvPr/>
        </p:nvSpPr>
        <p:spPr>
          <a:xfrm>
            <a:off x="3813285" y="4296255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8" name="F3_paired_semantic_8456">
            <a:extLst>
              <a:ext uri="{FF2B5EF4-FFF2-40B4-BE49-F238E27FC236}">
                <a16:creationId xmlns:a16="http://schemas.microsoft.com/office/drawing/2014/main" id="{688BBBBF-E4AD-43C1-A595-F0BC7ABCA106}"/>
              </a:ext>
            </a:extLst>
          </p:cNvPr>
          <p:cNvSpPr>
            <a:spLocks noGrp="1"/>
          </p:cNvSpPr>
          <p:nvPr/>
        </p:nvSpPr>
        <p:spPr>
          <a:xfrm>
            <a:off x="1864967" y="365570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9" name="F3_paired_semantic_8457">
            <a:extLst>
              <a:ext uri="{FF2B5EF4-FFF2-40B4-BE49-F238E27FC236}">
                <a16:creationId xmlns:a16="http://schemas.microsoft.com/office/drawing/2014/main" id="{7A651ED2-4C6E-4936-AB0D-105F52EBA11D}"/>
              </a:ext>
            </a:extLst>
          </p:cNvPr>
          <p:cNvSpPr>
            <a:spLocks noGrp="1"/>
          </p:cNvSpPr>
          <p:nvPr/>
        </p:nvSpPr>
        <p:spPr>
          <a:xfrm>
            <a:off x="4040726" y="3923834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0" name="F3_paired_semantic_8458">
            <a:extLst>
              <a:ext uri="{FF2B5EF4-FFF2-40B4-BE49-F238E27FC236}">
                <a16:creationId xmlns:a16="http://schemas.microsoft.com/office/drawing/2014/main" id="{80875DAC-6CF7-449F-B9C4-DBAEAB50EC93}"/>
              </a:ext>
            </a:extLst>
          </p:cNvPr>
          <p:cNvSpPr>
            <a:spLocks noGrp="1"/>
          </p:cNvSpPr>
          <p:nvPr/>
        </p:nvSpPr>
        <p:spPr>
          <a:xfrm>
            <a:off x="3264681" y="3882194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1" name="F3_paired_semantic_8459">
            <a:extLst>
              <a:ext uri="{FF2B5EF4-FFF2-40B4-BE49-F238E27FC236}">
                <a16:creationId xmlns:a16="http://schemas.microsoft.com/office/drawing/2014/main" id="{C3263041-97B9-41C4-8CE1-CBB3A116C030}"/>
              </a:ext>
            </a:extLst>
          </p:cNvPr>
          <p:cNvSpPr>
            <a:spLocks noGrp="1"/>
          </p:cNvSpPr>
          <p:nvPr/>
        </p:nvSpPr>
        <p:spPr>
          <a:xfrm>
            <a:off x="5425825" y="2004854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2" name="F3_paired_semantic_8460">
            <a:extLst>
              <a:ext uri="{FF2B5EF4-FFF2-40B4-BE49-F238E27FC236}">
                <a16:creationId xmlns:a16="http://schemas.microsoft.com/office/drawing/2014/main" id="{0ED5F3D9-67FD-44A4-8213-BA5455234439}"/>
              </a:ext>
            </a:extLst>
          </p:cNvPr>
          <p:cNvSpPr>
            <a:spLocks noGrp="1"/>
          </p:cNvSpPr>
          <p:nvPr/>
        </p:nvSpPr>
        <p:spPr>
          <a:xfrm>
            <a:off x="5620131" y="2529654"/>
            <a:ext cx="104188" cy="104188"/>
          </a:xfrm>
          <a:prstGeom prst="ellipse">
            <a:avLst/>
          </a:prstGeom>
          <a:solidFill>
            <a:srgbClr val="4EC36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3" name="F3_paired_semantic_8461">
            <a:extLst>
              <a:ext uri="{FF2B5EF4-FFF2-40B4-BE49-F238E27FC236}">
                <a16:creationId xmlns:a16="http://schemas.microsoft.com/office/drawing/2014/main" id="{453B5470-087F-44ED-BB0A-E982D7E4A1B6}"/>
              </a:ext>
            </a:extLst>
          </p:cNvPr>
          <p:cNvSpPr>
            <a:spLocks noGrp="1"/>
          </p:cNvSpPr>
          <p:nvPr/>
        </p:nvSpPr>
        <p:spPr>
          <a:xfrm>
            <a:off x="3374830" y="2737945"/>
            <a:ext cx="104188" cy="104188"/>
          </a:xfrm>
          <a:prstGeom prst="ellipse">
            <a:avLst/>
          </a:prstGeom>
          <a:solidFill>
            <a:srgbClr val="3F47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4" name="F3_paired_semantic_8462">
            <a:extLst>
              <a:ext uri="{FF2B5EF4-FFF2-40B4-BE49-F238E27FC236}">
                <a16:creationId xmlns:a16="http://schemas.microsoft.com/office/drawing/2014/main" id="{343A0F07-4BD5-4BFA-AD27-0EE751D95744}"/>
              </a:ext>
            </a:extLst>
          </p:cNvPr>
          <p:cNvSpPr>
            <a:spLocks noGrp="1"/>
          </p:cNvSpPr>
          <p:nvPr/>
        </p:nvSpPr>
        <p:spPr>
          <a:xfrm>
            <a:off x="4096363" y="3582512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5" name="F3_paired_semantic_8463">
            <a:extLst>
              <a:ext uri="{FF2B5EF4-FFF2-40B4-BE49-F238E27FC236}">
                <a16:creationId xmlns:a16="http://schemas.microsoft.com/office/drawing/2014/main" id="{10280677-6DFE-4399-8EAB-B817A072C5F0}"/>
              </a:ext>
            </a:extLst>
          </p:cNvPr>
          <p:cNvSpPr>
            <a:spLocks noGrp="1"/>
          </p:cNvSpPr>
          <p:nvPr/>
        </p:nvSpPr>
        <p:spPr>
          <a:xfrm>
            <a:off x="1864914" y="2113312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6" name="F3_paired_semantic_8464">
            <a:extLst>
              <a:ext uri="{FF2B5EF4-FFF2-40B4-BE49-F238E27FC236}">
                <a16:creationId xmlns:a16="http://schemas.microsoft.com/office/drawing/2014/main" id="{C373DF6B-87A0-42F8-A634-00A84E1E222F}"/>
              </a:ext>
            </a:extLst>
          </p:cNvPr>
          <p:cNvSpPr>
            <a:spLocks noGrp="1"/>
          </p:cNvSpPr>
          <p:nvPr/>
        </p:nvSpPr>
        <p:spPr>
          <a:xfrm>
            <a:off x="1864900" y="4603791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7" name="F3_paired_semantic_8465">
            <a:extLst>
              <a:ext uri="{FF2B5EF4-FFF2-40B4-BE49-F238E27FC236}">
                <a16:creationId xmlns:a16="http://schemas.microsoft.com/office/drawing/2014/main" id="{56CFA405-5C3B-4160-8B43-22E02FBBA99C}"/>
              </a:ext>
            </a:extLst>
          </p:cNvPr>
          <p:cNvSpPr>
            <a:spLocks noGrp="1"/>
          </p:cNvSpPr>
          <p:nvPr/>
        </p:nvSpPr>
        <p:spPr>
          <a:xfrm>
            <a:off x="1864926" y="6142479"/>
            <a:ext cx="104188" cy="104188"/>
          </a:xfrm>
          <a:prstGeom prst="ellipse">
            <a:avLst/>
          </a:prstGeom>
          <a:solidFill>
            <a:srgbClr val="472C7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8" name="F3_paired_semantic_8466">
            <a:extLst>
              <a:ext uri="{FF2B5EF4-FFF2-40B4-BE49-F238E27FC236}">
                <a16:creationId xmlns:a16="http://schemas.microsoft.com/office/drawing/2014/main" id="{04794F8A-5499-4778-A156-2994A75C5B73}"/>
              </a:ext>
            </a:extLst>
          </p:cNvPr>
          <p:cNvSpPr>
            <a:spLocks noGrp="1"/>
          </p:cNvSpPr>
          <p:nvPr/>
        </p:nvSpPr>
        <p:spPr>
          <a:xfrm>
            <a:off x="2448388" y="647615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9" name="F3_paired_semantic_8467">
            <a:extLst>
              <a:ext uri="{FF2B5EF4-FFF2-40B4-BE49-F238E27FC236}">
                <a16:creationId xmlns:a16="http://schemas.microsoft.com/office/drawing/2014/main" id="{5D7F2BE7-3473-4622-8FBE-3130AC8518F9}"/>
              </a:ext>
            </a:extLst>
          </p:cNvPr>
          <p:cNvSpPr>
            <a:spLocks noGrp="1"/>
          </p:cNvSpPr>
          <p:nvPr/>
        </p:nvSpPr>
        <p:spPr>
          <a:xfrm>
            <a:off x="1864937" y="5738085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0" name="F3_paired_semantic_8468">
            <a:extLst>
              <a:ext uri="{FF2B5EF4-FFF2-40B4-BE49-F238E27FC236}">
                <a16:creationId xmlns:a16="http://schemas.microsoft.com/office/drawing/2014/main" id="{7B551F6E-7425-4DEB-B71C-C322BF6AB16F}"/>
              </a:ext>
            </a:extLst>
          </p:cNvPr>
          <p:cNvSpPr>
            <a:spLocks noGrp="1"/>
          </p:cNvSpPr>
          <p:nvPr/>
        </p:nvSpPr>
        <p:spPr>
          <a:xfrm>
            <a:off x="1864999" y="5986084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1" name="F3_paired_semantic_8469">
            <a:extLst>
              <a:ext uri="{FF2B5EF4-FFF2-40B4-BE49-F238E27FC236}">
                <a16:creationId xmlns:a16="http://schemas.microsoft.com/office/drawing/2014/main" id="{D1998FB1-8A15-4D65-AAED-182BBDB1B83F}"/>
              </a:ext>
            </a:extLst>
          </p:cNvPr>
          <p:cNvSpPr>
            <a:spLocks noGrp="1"/>
          </p:cNvSpPr>
          <p:nvPr/>
        </p:nvSpPr>
        <p:spPr>
          <a:xfrm>
            <a:off x="1864923" y="6577517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2" name="F3_paired_semantic_8470">
            <a:extLst>
              <a:ext uri="{FF2B5EF4-FFF2-40B4-BE49-F238E27FC236}">
                <a16:creationId xmlns:a16="http://schemas.microsoft.com/office/drawing/2014/main" id="{7E999EFD-1376-4A0E-BBD0-E5F82E66BBC1}"/>
              </a:ext>
            </a:extLst>
          </p:cNvPr>
          <p:cNvSpPr>
            <a:spLocks noGrp="1"/>
          </p:cNvSpPr>
          <p:nvPr/>
        </p:nvSpPr>
        <p:spPr>
          <a:xfrm>
            <a:off x="4186439" y="3665006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3" name="F3_paired_semantic_8471">
            <a:extLst>
              <a:ext uri="{FF2B5EF4-FFF2-40B4-BE49-F238E27FC236}">
                <a16:creationId xmlns:a16="http://schemas.microsoft.com/office/drawing/2014/main" id="{698F4BA9-B5C0-4F2E-BD7A-565712634EFA}"/>
              </a:ext>
            </a:extLst>
          </p:cNvPr>
          <p:cNvSpPr>
            <a:spLocks noGrp="1"/>
          </p:cNvSpPr>
          <p:nvPr/>
        </p:nvSpPr>
        <p:spPr>
          <a:xfrm>
            <a:off x="1864957" y="5300788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4" name="F3_paired_semantic_8472">
            <a:extLst>
              <a:ext uri="{FF2B5EF4-FFF2-40B4-BE49-F238E27FC236}">
                <a16:creationId xmlns:a16="http://schemas.microsoft.com/office/drawing/2014/main" id="{084464FB-B7A3-4E79-B18A-73BD47AFCB1F}"/>
              </a:ext>
            </a:extLst>
          </p:cNvPr>
          <p:cNvSpPr>
            <a:spLocks noGrp="1"/>
          </p:cNvSpPr>
          <p:nvPr/>
        </p:nvSpPr>
        <p:spPr>
          <a:xfrm>
            <a:off x="4330616" y="2125962"/>
            <a:ext cx="104188" cy="104188"/>
          </a:xfrm>
          <a:prstGeom prst="ellipse">
            <a:avLst/>
          </a:prstGeom>
          <a:solidFill>
            <a:srgbClr val="2F6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5" name="F3_paired_semantic_8473">
            <a:extLst>
              <a:ext uri="{FF2B5EF4-FFF2-40B4-BE49-F238E27FC236}">
                <a16:creationId xmlns:a16="http://schemas.microsoft.com/office/drawing/2014/main" id="{6CFFA7F9-6BC2-495B-BDB2-E43D8102367B}"/>
              </a:ext>
            </a:extLst>
          </p:cNvPr>
          <p:cNvSpPr>
            <a:spLocks noGrp="1"/>
          </p:cNvSpPr>
          <p:nvPr/>
        </p:nvSpPr>
        <p:spPr>
          <a:xfrm>
            <a:off x="2705799" y="4529510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6" name="F3_paired_semantic_8474">
            <a:extLst>
              <a:ext uri="{FF2B5EF4-FFF2-40B4-BE49-F238E27FC236}">
                <a16:creationId xmlns:a16="http://schemas.microsoft.com/office/drawing/2014/main" id="{A0EDC878-2B7D-47A9-B8C6-8076442AAF78}"/>
              </a:ext>
            </a:extLst>
          </p:cNvPr>
          <p:cNvSpPr>
            <a:spLocks noGrp="1"/>
          </p:cNvSpPr>
          <p:nvPr/>
        </p:nvSpPr>
        <p:spPr>
          <a:xfrm>
            <a:off x="1877954" y="4596106"/>
            <a:ext cx="104188" cy="104188"/>
          </a:xfrm>
          <a:prstGeom prst="ellipse">
            <a:avLst/>
          </a:prstGeom>
          <a:solidFill>
            <a:srgbClr val="3E4A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7" name="F3_paired_semantic_8475">
            <a:extLst>
              <a:ext uri="{FF2B5EF4-FFF2-40B4-BE49-F238E27FC236}">
                <a16:creationId xmlns:a16="http://schemas.microsoft.com/office/drawing/2014/main" id="{988D7655-98F9-467D-A6B1-4F78ECF6DB6D}"/>
              </a:ext>
            </a:extLst>
          </p:cNvPr>
          <p:cNvSpPr>
            <a:spLocks noGrp="1"/>
          </p:cNvSpPr>
          <p:nvPr/>
        </p:nvSpPr>
        <p:spPr>
          <a:xfrm>
            <a:off x="2031245" y="2325209"/>
            <a:ext cx="104188" cy="104188"/>
          </a:xfrm>
          <a:prstGeom prst="ellipse">
            <a:avLst/>
          </a:prstGeom>
          <a:solidFill>
            <a:srgbClr val="2AB07F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8" name="F3_paired_semantic_8476">
            <a:extLst>
              <a:ext uri="{FF2B5EF4-FFF2-40B4-BE49-F238E27FC236}">
                <a16:creationId xmlns:a16="http://schemas.microsoft.com/office/drawing/2014/main" id="{2ABCD13B-F55F-4FF5-A300-BF22C6EEE4AE}"/>
              </a:ext>
            </a:extLst>
          </p:cNvPr>
          <p:cNvSpPr>
            <a:spLocks noGrp="1"/>
          </p:cNvSpPr>
          <p:nvPr/>
        </p:nvSpPr>
        <p:spPr>
          <a:xfrm>
            <a:off x="2222639" y="5811770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9" name="F3_paired_semantic_8477">
            <a:extLst>
              <a:ext uri="{FF2B5EF4-FFF2-40B4-BE49-F238E27FC236}">
                <a16:creationId xmlns:a16="http://schemas.microsoft.com/office/drawing/2014/main" id="{D21739F2-3643-442B-AF8B-595C2132098A}"/>
              </a:ext>
            </a:extLst>
          </p:cNvPr>
          <p:cNvSpPr>
            <a:spLocks noGrp="1"/>
          </p:cNvSpPr>
          <p:nvPr/>
        </p:nvSpPr>
        <p:spPr>
          <a:xfrm>
            <a:off x="1892200" y="5392897"/>
            <a:ext cx="104188" cy="104188"/>
          </a:xfrm>
          <a:prstGeom prst="ellipse">
            <a:avLst/>
          </a:prstGeom>
          <a:solidFill>
            <a:srgbClr val="460A5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0" name="F3_paired_semantic_8478">
            <a:extLst>
              <a:ext uri="{FF2B5EF4-FFF2-40B4-BE49-F238E27FC236}">
                <a16:creationId xmlns:a16="http://schemas.microsoft.com/office/drawing/2014/main" id="{B38FAF9D-4DCF-4B37-B0E4-232E0E222DF9}"/>
              </a:ext>
            </a:extLst>
          </p:cNvPr>
          <p:cNvSpPr>
            <a:spLocks noGrp="1"/>
          </p:cNvSpPr>
          <p:nvPr/>
        </p:nvSpPr>
        <p:spPr>
          <a:xfrm>
            <a:off x="1865036" y="6320992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1" name="F3_paired_semantic_8479">
            <a:extLst>
              <a:ext uri="{FF2B5EF4-FFF2-40B4-BE49-F238E27FC236}">
                <a16:creationId xmlns:a16="http://schemas.microsoft.com/office/drawing/2014/main" id="{C69BCBDB-65B4-4A74-B633-9B359C105D23}"/>
              </a:ext>
            </a:extLst>
          </p:cNvPr>
          <p:cNvSpPr>
            <a:spLocks noGrp="1"/>
          </p:cNvSpPr>
          <p:nvPr/>
        </p:nvSpPr>
        <p:spPr>
          <a:xfrm>
            <a:off x="4703370" y="2206711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2" name="F3_paired_semantic_8480">
            <a:extLst>
              <a:ext uri="{FF2B5EF4-FFF2-40B4-BE49-F238E27FC236}">
                <a16:creationId xmlns:a16="http://schemas.microsoft.com/office/drawing/2014/main" id="{89DB5D22-0589-4442-8BE7-F6D1BE31AC2D}"/>
              </a:ext>
            </a:extLst>
          </p:cNvPr>
          <p:cNvSpPr>
            <a:spLocks noGrp="1"/>
          </p:cNvSpPr>
          <p:nvPr/>
        </p:nvSpPr>
        <p:spPr>
          <a:xfrm>
            <a:off x="1864964" y="3488252"/>
            <a:ext cx="104188" cy="104188"/>
          </a:xfrm>
          <a:prstGeom prst="ellipse">
            <a:avLst/>
          </a:prstGeom>
          <a:solidFill>
            <a:srgbClr val="228C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3" name="F3_paired_semantic_8481">
            <a:extLst>
              <a:ext uri="{FF2B5EF4-FFF2-40B4-BE49-F238E27FC236}">
                <a16:creationId xmlns:a16="http://schemas.microsoft.com/office/drawing/2014/main" id="{21F74C1E-C53C-428E-95AD-3B8E17D0A972}"/>
              </a:ext>
            </a:extLst>
          </p:cNvPr>
          <p:cNvSpPr>
            <a:spLocks noGrp="1"/>
          </p:cNvSpPr>
          <p:nvPr/>
        </p:nvSpPr>
        <p:spPr>
          <a:xfrm>
            <a:off x="1865321" y="2400058"/>
            <a:ext cx="104188" cy="104188"/>
          </a:xfrm>
          <a:prstGeom prst="ellipse">
            <a:avLst/>
          </a:prstGeom>
          <a:solidFill>
            <a:srgbClr val="218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4" name="F3_paired_semantic_8482">
            <a:extLst>
              <a:ext uri="{FF2B5EF4-FFF2-40B4-BE49-F238E27FC236}">
                <a16:creationId xmlns:a16="http://schemas.microsoft.com/office/drawing/2014/main" id="{DD933FE3-033E-4B81-BC2C-118A1BDB295E}"/>
              </a:ext>
            </a:extLst>
          </p:cNvPr>
          <p:cNvSpPr>
            <a:spLocks noGrp="1"/>
          </p:cNvSpPr>
          <p:nvPr/>
        </p:nvSpPr>
        <p:spPr>
          <a:xfrm>
            <a:off x="4780384" y="2236968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5" name="F3_paired_semantic_8483">
            <a:extLst>
              <a:ext uri="{FF2B5EF4-FFF2-40B4-BE49-F238E27FC236}">
                <a16:creationId xmlns:a16="http://schemas.microsoft.com/office/drawing/2014/main" id="{05CB1454-964A-4D79-AB9E-8DB1F4C462EC}"/>
              </a:ext>
            </a:extLst>
          </p:cNvPr>
          <p:cNvSpPr>
            <a:spLocks noGrp="1"/>
          </p:cNvSpPr>
          <p:nvPr/>
        </p:nvSpPr>
        <p:spPr>
          <a:xfrm>
            <a:off x="4310045" y="4232400"/>
            <a:ext cx="104188" cy="104188"/>
          </a:xfrm>
          <a:prstGeom prst="ellipse">
            <a:avLst/>
          </a:prstGeom>
          <a:solidFill>
            <a:srgbClr val="3265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6" name="F3_paired_semantic_8484">
            <a:extLst>
              <a:ext uri="{FF2B5EF4-FFF2-40B4-BE49-F238E27FC236}">
                <a16:creationId xmlns:a16="http://schemas.microsoft.com/office/drawing/2014/main" id="{795DB825-FA17-48EA-9E9E-111E97D45EC3}"/>
              </a:ext>
            </a:extLst>
          </p:cNvPr>
          <p:cNvSpPr>
            <a:spLocks noGrp="1"/>
          </p:cNvSpPr>
          <p:nvPr/>
        </p:nvSpPr>
        <p:spPr>
          <a:xfrm>
            <a:off x="3922782" y="2746149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7" name="F3_paired_semantic_8485">
            <a:extLst>
              <a:ext uri="{FF2B5EF4-FFF2-40B4-BE49-F238E27FC236}">
                <a16:creationId xmlns:a16="http://schemas.microsoft.com/office/drawing/2014/main" id="{A323C231-86AA-4788-A036-7EF4F3834F94}"/>
              </a:ext>
            </a:extLst>
          </p:cNvPr>
          <p:cNvSpPr>
            <a:spLocks noGrp="1"/>
          </p:cNvSpPr>
          <p:nvPr/>
        </p:nvSpPr>
        <p:spPr>
          <a:xfrm>
            <a:off x="1864920" y="3325255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8" name="F3_paired_semantic_8486">
            <a:extLst>
              <a:ext uri="{FF2B5EF4-FFF2-40B4-BE49-F238E27FC236}">
                <a16:creationId xmlns:a16="http://schemas.microsoft.com/office/drawing/2014/main" id="{14351EEE-7E53-42A8-86B4-9346BAF64DC5}"/>
              </a:ext>
            </a:extLst>
          </p:cNvPr>
          <p:cNvSpPr>
            <a:spLocks noGrp="1"/>
          </p:cNvSpPr>
          <p:nvPr/>
        </p:nvSpPr>
        <p:spPr>
          <a:xfrm>
            <a:off x="4182294" y="2167502"/>
            <a:ext cx="104188" cy="104188"/>
          </a:xfrm>
          <a:prstGeom prst="ellipse">
            <a:avLst/>
          </a:prstGeom>
          <a:solidFill>
            <a:srgbClr val="228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9" name="F3_paired_semantic_8487">
            <a:extLst>
              <a:ext uri="{FF2B5EF4-FFF2-40B4-BE49-F238E27FC236}">
                <a16:creationId xmlns:a16="http://schemas.microsoft.com/office/drawing/2014/main" id="{85C492BD-72FE-456F-8CAA-74C4443E9B85}"/>
              </a:ext>
            </a:extLst>
          </p:cNvPr>
          <p:cNvSpPr>
            <a:spLocks noGrp="1"/>
          </p:cNvSpPr>
          <p:nvPr/>
        </p:nvSpPr>
        <p:spPr>
          <a:xfrm>
            <a:off x="2908964" y="4166789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0" name="F3_paired_semantic_8488">
            <a:extLst>
              <a:ext uri="{FF2B5EF4-FFF2-40B4-BE49-F238E27FC236}">
                <a16:creationId xmlns:a16="http://schemas.microsoft.com/office/drawing/2014/main" id="{7F29D8E2-625D-4A26-9409-0C3CEB286356}"/>
              </a:ext>
            </a:extLst>
          </p:cNvPr>
          <p:cNvSpPr>
            <a:spLocks noGrp="1"/>
          </p:cNvSpPr>
          <p:nvPr/>
        </p:nvSpPr>
        <p:spPr>
          <a:xfrm>
            <a:off x="1873291" y="502559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1" name="F3_paired_semantic_8489">
            <a:extLst>
              <a:ext uri="{FF2B5EF4-FFF2-40B4-BE49-F238E27FC236}">
                <a16:creationId xmlns:a16="http://schemas.microsoft.com/office/drawing/2014/main" id="{EE25ECFC-6B0A-4FCD-B344-0E34FDAAE4DA}"/>
              </a:ext>
            </a:extLst>
          </p:cNvPr>
          <p:cNvSpPr>
            <a:spLocks noGrp="1"/>
          </p:cNvSpPr>
          <p:nvPr/>
        </p:nvSpPr>
        <p:spPr>
          <a:xfrm>
            <a:off x="1864902" y="1654795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2" name="F3_paired_semantic_8490">
            <a:extLst>
              <a:ext uri="{FF2B5EF4-FFF2-40B4-BE49-F238E27FC236}">
                <a16:creationId xmlns:a16="http://schemas.microsoft.com/office/drawing/2014/main" id="{283E998C-C5C3-4B9F-9C51-A022FC372544}"/>
              </a:ext>
            </a:extLst>
          </p:cNvPr>
          <p:cNvSpPr>
            <a:spLocks noGrp="1"/>
          </p:cNvSpPr>
          <p:nvPr/>
        </p:nvSpPr>
        <p:spPr>
          <a:xfrm>
            <a:off x="1864966" y="6376730"/>
            <a:ext cx="104188" cy="104188"/>
          </a:xfrm>
          <a:prstGeom prst="ellipse">
            <a:avLst/>
          </a:prstGeom>
          <a:solidFill>
            <a:srgbClr val="22A8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3" name="F3_paired_semantic_8491">
            <a:extLst>
              <a:ext uri="{FF2B5EF4-FFF2-40B4-BE49-F238E27FC236}">
                <a16:creationId xmlns:a16="http://schemas.microsoft.com/office/drawing/2014/main" id="{43CCBFB9-2A2A-4882-9581-DC456E3F6176}"/>
              </a:ext>
            </a:extLst>
          </p:cNvPr>
          <p:cNvSpPr>
            <a:spLocks noGrp="1"/>
          </p:cNvSpPr>
          <p:nvPr/>
        </p:nvSpPr>
        <p:spPr>
          <a:xfrm>
            <a:off x="3334377" y="2377776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4" name="F3_paired_semantic_8492">
            <a:extLst>
              <a:ext uri="{FF2B5EF4-FFF2-40B4-BE49-F238E27FC236}">
                <a16:creationId xmlns:a16="http://schemas.microsoft.com/office/drawing/2014/main" id="{554F1D6A-F52A-417A-85F8-E98F63AA8575}"/>
              </a:ext>
            </a:extLst>
          </p:cNvPr>
          <p:cNvSpPr>
            <a:spLocks noGrp="1"/>
          </p:cNvSpPr>
          <p:nvPr/>
        </p:nvSpPr>
        <p:spPr>
          <a:xfrm>
            <a:off x="1864944" y="4844127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5" name="F3_paired_semantic_8493">
            <a:extLst>
              <a:ext uri="{FF2B5EF4-FFF2-40B4-BE49-F238E27FC236}">
                <a16:creationId xmlns:a16="http://schemas.microsoft.com/office/drawing/2014/main" id="{1A2290BD-CA64-4F75-942E-45F2EFB84CBE}"/>
              </a:ext>
            </a:extLst>
          </p:cNvPr>
          <p:cNvSpPr>
            <a:spLocks noGrp="1"/>
          </p:cNvSpPr>
          <p:nvPr/>
        </p:nvSpPr>
        <p:spPr>
          <a:xfrm>
            <a:off x="1873753" y="4711610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6" name="F3_paired_semantic_8494">
            <a:extLst>
              <a:ext uri="{FF2B5EF4-FFF2-40B4-BE49-F238E27FC236}">
                <a16:creationId xmlns:a16="http://schemas.microsoft.com/office/drawing/2014/main" id="{AF7BB085-F0C4-41B9-9F04-F5D608D04B9D}"/>
              </a:ext>
            </a:extLst>
          </p:cNvPr>
          <p:cNvSpPr>
            <a:spLocks noGrp="1"/>
          </p:cNvSpPr>
          <p:nvPr/>
        </p:nvSpPr>
        <p:spPr>
          <a:xfrm>
            <a:off x="1864902" y="2213174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7" name="F3_paired_semantic_8495">
            <a:extLst>
              <a:ext uri="{FF2B5EF4-FFF2-40B4-BE49-F238E27FC236}">
                <a16:creationId xmlns:a16="http://schemas.microsoft.com/office/drawing/2014/main" id="{E3C0C089-D309-4A24-89D4-4B915DDC514C}"/>
              </a:ext>
            </a:extLst>
          </p:cNvPr>
          <p:cNvSpPr>
            <a:spLocks noGrp="1"/>
          </p:cNvSpPr>
          <p:nvPr/>
        </p:nvSpPr>
        <p:spPr>
          <a:xfrm>
            <a:off x="1890019" y="3088097"/>
            <a:ext cx="104188" cy="104188"/>
          </a:xfrm>
          <a:prstGeom prst="ellipse">
            <a:avLst/>
          </a:prstGeom>
          <a:solidFill>
            <a:srgbClr val="218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8" name="F3_paired_semantic_8496">
            <a:extLst>
              <a:ext uri="{FF2B5EF4-FFF2-40B4-BE49-F238E27FC236}">
                <a16:creationId xmlns:a16="http://schemas.microsoft.com/office/drawing/2014/main" id="{BAAC7B89-C877-4656-AC05-2896FD694C3B}"/>
              </a:ext>
            </a:extLst>
          </p:cNvPr>
          <p:cNvSpPr>
            <a:spLocks noGrp="1"/>
          </p:cNvSpPr>
          <p:nvPr/>
        </p:nvSpPr>
        <p:spPr>
          <a:xfrm>
            <a:off x="1864914" y="6578006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9" name="F3_paired_semantic_8497">
            <a:extLst>
              <a:ext uri="{FF2B5EF4-FFF2-40B4-BE49-F238E27FC236}">
                <a16:creationId xmlns:a16="http://schemas.microsoft.com/office/drawing/2014/main" id="{92289913-A2D2-4760-9F95-C9073D619EF2}"/>
              </a:ext>
            </a:extLst>
          </p:cNvPr>
          <p:cNvSpPr>
            <a:spLocks noGrp="1"/>
          </p:cNvSpPr>
          <p:nvPr/>
        </p:nvSpPr>
        <p:spPr>
          <a:xfrm>
            <a:off x="2558112" y="5369396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0" name="F3_paired_semantic_8498">
            <a:extLst>
              <a:ext uri="{FF2B5EF4-FFF2-40B4-BE49-F238E27FC236}">
                <a16:creationId xmlns:a16="http://schemas.microsoft.com/office/drawing/2014/main" id="{D989C7FA-AB13-4236-B0DF-33B48494312B}"/>
              </a:ext>
            </a:extLst>
          </p:cNvPr>
          <p:cNvSpPr>
            <a:spLocks noGrp="1"/>
          </p:cNvSpPr>
          <p:nvPr/>
        </p:nvSpPr>
        <p:spPr>
          <a:xfrm>
            <a:off x="1864904" y="4723496"/>
            <a:ext cx="104188" cy="104188"/>
          </a:xfrm>
          <a:prstGeom prst="ellipse">
            <a:avLst/>
          </a:prstGeom>
          <a:solidFill>
            <a:srgbClr val="287D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1" name="F3_paired_semantic_8499">
            <a:extLst>
              <a:ext uri="{FF2B5EF4-FFF2-40B4-BE49-F238E27FC236}">
                <a16:creationId xmlns:a16="http://schemas.microsoft.com/office/drawing/2014/main" id="{BDA5D0F1-FFDB-478A-9387-41DD9DD59168}"/>
              </a:ext>
            </a:extLst>
          </p:cNvPr>
          <p:cNvSpPr>
            <a:spLocks noGrp="1"/>
          </p:cNvSpPr>
          <p:nvPr/>
        </p:nvSpPr>
        <p:spPr>
          <a:xfrm>
            <a:off x="4307761" y="4498377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2" name="F3_paired_semantic_8500">
            <a:extLst>
              <a:ext uri="{FF2B5EF4-FFF2-40B4-BE49-F238E27FC236}">
                <a16:creationId xmlns:a16="http://schemas.microsoft.com/office/drawing/2014/main" id="{3D57A5CD-FBBB-4E18-B0B6-809BE2EE7DDD}"/>
              </a:ext>
            </a:extLst>
          </p:cNvPr>
          <p:cNvSpPr>
            <a:spLocks noGrp="1"/>
          </p:cNvSpPr>
          <p:nvPr/>
        </p:nvSpPr>
        <p:spPr>
          <a:xfrm>
            <a:off x="2290843" y="4877820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3" name="F3_paired_semantic_8501">
            <a:extLst>
              <a:ext uri="{FF2B5EF4-FFF2-40B4-BE49-F238E27FC236}">
                <a16:creationId xmlns:a16="http://schemas.microsoft.com/office/drawing/2014/main" id="{38496D5F-A27C-43EA-8714-D50F444489CB}"/>
              </a:ext>
            </a:extLst>
          </p:cNvPr>
          <p:cNvSpPr>
            <a:spLocks noGrp="1"/>
          </p:cNvSpPr>
          <p:nvPr/>
        </p:nvSpPr>
        <p:spPr>
          <a:xfrm>
            <a:off x="4621986" y="3932037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4" name="F3_paired_semantic_8502">
            <a:extLst>
              <a:ext uri="{FF2B5EF4-FFF2-40B4-BE49-F238E27FC236}">
                <a16:creationId xmlns:a16="http://schemas.microsoft.com/office/drawing/2014/main" id="{B7462078-8CFB-4028-9619-77D32C2D5A99}"/>
              </a:ext>
            </a:extLst>
          </p:cNvPr>
          <p:cNvSpPr>
            <a:spLocks noGrp="1"/>
          </p:cNvSpPr>
          <p:nvPr/>
        </p:nvSpPr>
        <p:spPr>
          <a:xfrm>
            <a:off x="5426213" y="2272958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5" name="F3_paired_semantic_8503">
            <a:extLst>
              <a:ext uri="{FF2B5EF4-FFF2-40B4-BE49-F238E27FC236}">
                <a16:creationId xmlns:a16="http://schemas.microsoft.com/office/drawing/2014/main" id="{EFFA5CDC-84EA-4CAA-8908-08DFDB7751BF}"/>
              </a:ext>
            </a:extLst>
          </p:cNvPr>
          <p:cNvSpPr>
            <a:spLocks noGrp="1"/>
          </p:cNvSpPr>
          <p:nvPr/>
        </p:nvSpPr>
        <p:spPr>
          <a:xfrm>
            <a:off x="1865031" y="5913260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6" name="F3_paired_semantic_8504">
            <a:extLst>
              <a:ext uri="{FF2B5EF4-FFF2-40B4-BE49-F238E27FC236}">
                <a16:creationId xmlns:a16="http://schemas.microsoft.com/office/drawing/2014/main" id="{E9CFF4ED-05F3-427F-8B71-F157BF4083F0}"/>
              </a:ext>
            </a:extLst>
          </p:cNvPr>
          <p:cNvSpPr>
            <a:spLocks noGrp="1"/>
          </p:cNvSpPr>
          <p:nvPr/>
        </p:nvSpPr>
        <p:spPr>
          <a:xfrm>
            <a:off x="1864921" y="6577999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7" name="F3_paired_semantic_8505">
            <a:extLst>
              <a:ext uri="{FF2B5EF4-FFF2-40B4-BE49-F238E27FC236}">
                <a16:creationId xmlns:a16="http://schemas.microsoft.com/office/drawing/2014/main" id="{22D7A36E-DD6C-44E7-8514-EBC39E8A1700}"/>
              </a:ext>
            </a:extLst>
          </p:cNvPr>
          <p:cNvSpPr>
            <a:spLocks noGrp="1"/>
          </p:cNvSpPr>
          <p:nvPr/>
        </p:nvSpPr>
        <p:spPr>
          <a:xfrm>
            <a:off x="2688682" y="4833178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8" name="F3_paired_semantic_8506">
            <a:extLst>
              <a:ext uri="{FF2B5EF4-FFF2-40B4-BE49-F238E27FC236}">
                <a16:creationId xmlns:a16="http://schemas.microsoft.com/office/drawing/2014/main" id="{66772DD0-AD34-48A1-8DE3-A67DD9CD2483}"/>
              </a:ext>
            </a:extLst>
          </p:cNvPr>
          <p:cNvSpPr>
            <a:spLocks noGrp="1"/>
          </p:cNvSpPr>
          <p:nvPr/>
        </p:nvSpPr>
        <p:spPr>
          <a:xfrm>
            <a:off x="3225479" y="5004866"/>
            <a:ext cx="104188" cy="104188"/>
          </a:xfrm>
          <a:prstGeom prst="ellipse">
            <a:avLst/>
          </a:prstGeom>
          <a:solidFill>
            <a:srgbClr val="28AE8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9" name="F3_paired_semantic_8507">
            <a:extLst>
              <a:ext uri="{FF2B5EF4-FFF2-40B4-BE49-F238E27FC236}">
                <a16:creationId xmlns:a16="http://schemas.microsoft.com/office/drawing/2014/main" id="{C7E075B0-38D3-4597-B601-B0D481FAA59B}"/>
              </a:ext>
            </a:extLst>
          </p:cNvPr>
          <p:cNvSpPr>
            <a:spLocks noGrp="1"/>
          </p:cNvSpPr>
          <p:nvPr/>
        </p:nvSpPr>
        <p:spPr>
          <a:xfrm>
            <a:off x="3014957" y="2866954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0" name="F3_paired_semantic_8508">
            <a:extLst>
              <a:ext uri="{FF2B5EF4-FFF2-40B4-BE49-F238E27FC236}">
                <a16:creationId xmlns:a16="http://schemas.microsoft.com/office/drawing/2014/main" id="{1B791679-6A00-4A5B-9E93-BAF52902BE89}"/>
              </a:ext>
            </a:extLst>
          </p:cNvPr>
          <p:cNvSpPr>
            <a:spLocks noGrp="1"/>
          </p:cNvSpPr>
          <p:nvPr/>
        </p:nvSpPr>
        <p:spPr>
          <a:xfrm>
            <a:off x="4879410" y="2052610"/>
            <a:ext cx="104188" cy="104188"/>
          </a:xfrm>
          <a:prstGeom prst="ellipse">
            <a:avLst/>
          </a:prstGeom>
          <a:solidFill>
            <a:srgbClr val="34B6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1" name="F3_paired_semantic_8509">
            <a:extLst>
              <a:ext uri="{FF2B5EF4-FFF2-40B4-BE49-F238E27FC236}">
                <a16:creationId xmlns:a16="http://schemas.microsoft.com/office/drawing/2014/main" id="{8C911B5B-19FB-48C1-BFFA-F6927145581F}"/>
              </a:ext>
            </a:extLst>
          </p:cNvPr>
          <p:cNvSpPr>
            <a:spLocks noGrp="1"/>
          </p:cNvSpPr>
          <p:nvPr/>
        </p:nvSpPr>
        <p:spPr>
          <a:xfrm>
            <a:off x="5304074" y="347523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2" name="F3_paired_semantic_8510">
            <a:extLst>
              <a:ext uri="{FF2B5EF4-FFF2-40B4-BE49-F238E27FC236}">
                <a16:creationId xmlns:a16="http://schemas.microsoft.com/office/drawing/2014/main" id="{5C8E4A03-E906-4282-8D22-38616947D082}"/>
              </a:ext>
            </a:extLst>
          </p:cNvPr>
          <p:cNvSpPr>
            <a:spLocks noGrp="1"/>
          </p:cNvSpPr>
          <p:nvPr/>
        </p:nvSpPr>
        <p:spPr>
          <a:xfrm>
            <a:off x="1864915" y="4392968"/>
            <a:ext cx="104188" cy="104188"/>
          </a:xfrm>
          <a:prstGeom prst="ellipse">
            <a:avLst/>
          </a:prstGeom>
          <a:solidFill>
            <a:srgbClr val="3859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3" name="F3_paired_semantic_8511">
            <a:extLst>
              <a:ext uri="{FF2B5EF4-FFF2-40B4-BE49-F238E27FC236}">
                <a16:creationId xmlns:a16="http://schemas.microsoft.com/office/drawing/2014/main" id="{54571DA9-E23E-42DE-AF5A-20507DD46384}"/>
              </a:ext>
            </a:extLst>
          </p:cNvPr>
          <p:cNvSpPr>
            <a:spLocks noGrp="1"/>
          </p:cNvSpPr>
          <p:nvPr/>
        </p:nvSpPr>
        <p:spPr>
          <a:xfrm>
            <a:off x="3297826" y="5107688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4" name="F3_paired_semantic_8512">
            <a:extLst>
              <a:ext uri="{FF2B5EF4-FFF2-40B4-BE49-F238E27FC236}">
                <a16:creationId xmlns:a16="http://schemas.microsoft.com/office/drawing/2014/main" id="{84A96AAF-B7D3-40C2-B1AB-E716034B9975}"/>
              </a:ext>
            </a:extLst>
          </p:cNvPr>
          <p:cNvSpPr>
            <a:spLocks noGrp="1"/>
          </p:cNvSpPr>
          <p:nvPr/>
        </p:nvSpPr>
        <p:spPr>
          <a:xfrm>
            <a:off x="2045776" y="5439202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5" name="F3_paired_semantic_8513">
            <a:extLst>
              <a:ext uri="{FF2B5EF4-FFF2-40B4-BE49-F238E27FC236}">
                <a16:creationId xmlns:a16="http://schemas.microsoft.com/office/drawing/2014/main" id="{E1CED6CB-4E76-461A-997B-885B61F97403}"/>
              </a:ext>
            </a:extLst>
          </p:cNvPr>
          <p:cNvSpPr>
            <a:spLocks noGrp="1"/>
          </p:cNvSpPr>
          <p:nvPr/>
        </p:nvSpPr>
        <p:spPr>
          <a:xfrm>
            <a:off x="1864935" y="4817187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6" name="F3_paired_semantic_8514">
            <a:extLst>
              <a:ext uri="{FF2B5EF4-FFF2-40B4-BE49-F238E27FC236}">
                <a16:creationId xmlns:a16="http://schemas.microsoft.com/office/drawing/2014/main" id="{CEF91EC2-776B-4DE1-9D3A-ABE5A1EAA292}"/>
              </a:ext>
            </a:extLst>
          </p:cNvPr>
          <p:cNvSpPr>
            <a:spLocks noGrp="1"/>
          </p:cNvSpPr>
          <p:nvPr/>
        </p:nvSpPr>
        <p:spPr>
          <a:xfrm>
            <a:off x="1864995" y="312374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7" name="F3_paired_semantic_8515">
            <a:extLst>
              <a:ext uri="{FF2B5EF4-FFF2-40B4-BE49-F238E27FC236}">
                <a16:creationId xmlns:a16="http://schemas.microsoft.com/office/drawing/2014/main" id="{6BCB3FAF-7D0E-40A3-B412-6E4347CD8C09}"/>
              </a:ext>
            </a:extLst>
          </p:cNvPr>
          <p:cNvSpPr>
            <a:spLocks noGrp="1"/>
          </p:cNvSpPr>
          <p:nvPr/>
        </p:nvSpPr>
        <p:spPr>
          <a:xfrm>
            <a:off x="3287665" y="2727244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8" name="F3_paired_semantic_8516">
            <a:extLst>
              <a:ext uri="{FF2B5EF4-FFF2-40B4-BE49-F238E27FC236}">
                <a16:creationId xmlns:a16="http://schemas.microsoft.com/office/drawing/2014/main" id="{55302EC9-7AA8-420E-A326-0AC68284D2DC}"/>
              </a:ext>
            </a:extLst>
          </p:cNvPr>
          <p:cNvSpPr>
            <a:spLocks noGrp="1"/>
          </p:cNvSpPr>
          <p:nvPr/>
        </p:nvSpPr>
        <p:spPr>
          <a:xfrm>
            <a:off x="1864912" y="3929875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9" name="F3_paired_semantic_8517">
            <a:extLst>
              <a:ext uri="{FF2B5EF4-FFF2-40B4-BE49-F238E27FC236}">
                <a16:creationId xmlns:a16="http://schemas.microsoft.com/office/drawing/2014/main" id="{9CF29308-1C17-4C88-B034-071C816B2EEF}"/>
              </a:ext>
            </a:extLst>
          </p:cNvPr>
          <p:cNvSpPr>
            <a:spLocks noGrp="1"/>
          </p:cNvSpPr>
          <p:nvPr/>
        </p:nvSpPr>
        <p:spPr>
          <a:xfrm>
            <a:off x="1865053" y="5031074"/>
            <a:ext cx="104188" cy="104188"/>
          </a:xfrm>
          <a:prstGeom prst="ellipse">
            <a:avLst/>
          </a:prstGeom>
          <a:solidFill>
            <a:srgbClr val="2E6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0" name="F3_paired_semantic_8518">
            <a:extLst>
              <a:ext uri="{FF2B5EF4-FFF2-40B4-BE49-F238E27FC236}">
                <a16:creationId xmlns:a16="http://schemas.microsoft.com/office/drawing/2014/main" id="{F4EC4E32-9982-4D14-B1AF-BD5E04D0D7CB}"/>
              </a:ext>
            </a:extLst>
          </p:cNvPr>
          <p:cNvSpPr>
            <a:spLocks noGrp="1"/>
          </p:cNvSpPr>
          <p:nvPr/>
        </p:nvSpPr>
        <p:spPr>
          <a:xfrm>
            <a:off x="2213878" y="6127020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1" name="F3_paired_semantic_8519">
            <a:extLst>
              <a:ext uri="{FF2B5EF4-FFF2-40B4-BE49-F238E27FC236}">
                <a16:creationId xmlns:a16="http://schemas.microsoft.com/office/drawing/2014/main" id="{A5D56407-2F67-4F9B-919B-15797655AB09}"/>
              </a:ext>
            </a:extLst>
          </p:cNvPr>
          <p:cNvSpPr>
            <a:spLocks noGrp="1"/>
          </p:cNvSpPr>
          <p:nvPr/>
        </p:nvSpPr>
        <p:spPr>
          <a:xfrm>
            <a:off x="1864901" y="2847523"/>
            <a:ext cx="104188" cy="104188"/>
          </a:xfrm>
          <a:prstGeom prst="ellipse">
            <a:avLst/>
          </a:prstGeom>
          <a:solidFill>
            <a:srgbClr val="481B6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2" name="F3_paired_semantic_8520">
            <a:extLst>
              <a:ext uri="{FF2B5EF4-FFF2-40B4-BE49-F238E27FC236}">
                <a16:creationId xmlns:a16="http://schemas.microsoft.com/office/drawing/2014/main" id="{1504AA87-089A-4138-A499-D91D15808261}"/>
              </a:ext>
            </a:extLst>
          </p:cNvPr>
          <p:cNvSpPr>
            <a:spLocks noGrp="1"/>
          </p:cNvSpPr>
          <p:nvPr/>
        </p:nvSpPr>
        <p:spPr>
          <a:xfrm>
            <a:off x="1864915" y="6578005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3" name="F3_paired_semantic_8521">
            <a:extLst>
              <a:ext uri="{FF2B5EF4-FFF2-40B4-BE49-F238E27FC236}">
                <a16:creationId xmlns:a16="http://schemas.microsoft.com/office/drawing/2014/main" id="{08430727-DFE0-4E3C-BE55-A9F1C371A772}"/>
              </a:ext>
            </a:extLst>
          </p:cNvPr>
          <p:cNvSpPr>
            <a:spLocks noGrp="1"/>
          </p:cNvSpPr>
          <p:nvPr/>
        </p:nvSpPr>
        <p:spPr>
          <a:xfrm>
            <a:off x="4681229" y="2589657"/>
            <a:ext cx="104188" cy="104188"/>
          </a:xfrm>
          <a:prstGeom prst="ellipse">
            <a:avLst/>
          </a:prstGeom>
          <a:solidFill>
            <a:srgbClr val="277E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4" name="F3_paired_semantic_8522">
            <a:extLst>
              <a:ext uri="{FF2B5EF4-FFF2-40B4-BE49-F238E27FC236}">
                <a16:creationId xmlns:a16="http://schemas.microsoft.com/office/drawing/2014/main" id="{5FF1001F-8A79-4BB7-BE17-E6202606C356}"/>
              </a:ext>
            </a:extLst>
          </p:cNvPr>
          <p:cNvSpPr>
            <a:spLocks noGrp="1"/>
          </p:cNvSpPr>
          <p:nvPr/>
        </p:nvSpPr>
        <p:spPr>
          <a:xfrm>
            <a:off x="2226623" y="6307549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5" name="F3_paired_semantic_8523">
            <a:extLst>
              <a:ext uri="{FF2B5EF4-FFF2-40B4-BE49-F238E27FC236}">
                <a16:creationId xmlns:a16="http://schemas.microsoft.com/office/drawing/2014/main" id="{E64EE206-E6DC-4C6D-B2ED-C58631096658}"/>
              </a:ext>
            </a:extLst>
          </p:cNvPr>
          <p:cNvSpPr>
            <a:spLocks noGrp="1"/>
          </p:cNvSpPr>
          <p:nvPr/>
        </p:nvSpPr>
        <p:spPr>
          <a:xfrm>
            <a:off x="1865917" y="380077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6" name="F3_paired_semantic_8524">
            <a:extLst>
              <a:ext uri="{FF2B5EF4-FFF2-40B4-BE49-F238E27FC236}">
                <a16:creationId xmlns:a16="http://schemas.microsoft.com/office/drawing/2014/main" id="{57FC90B4-412D-4652-9D9E-CD5AC689D3E5}"/>
              </a:ext>
            </a:extLst>
          </p:cNvPr>
          <p:cNvSpPr>
            <a:spLocks noGrp="1"/>
          </p:cNvSpPr>
          <p:nvPr/>
        </p:nvSpPr>
        <p:spPr>
          <a:xfrm>
            <a:off x="1865088" y="420571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7" name="F3_paired_semantic_8525">
            <a:extLst>
              <a:ext uri="{FF2B5EF4-FFF2-40B4-BE49-F238E27FC236}">
                <a16:creationId xmlns:a16="http://schemas.microsoft.com/office/drawing/2014/main" id="{B4651F30-1C3C-42CA-95F5-96F5882CC857}"/>
              </a:ext>
            </a:extLst>
          </p:cNvPr>
          <p:cNvSpPr>
            <a:spLocks noGrp="1"/>
          </p:cNvSpPr>
          <p:nvPr/>
        </p:nvSpPr>
        <p:spPr>
          <a:xfrm>
            <a:off x="2670522" y="4122893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8" name="F3_paired_semantic_8526">
            <a:extLst>
              <a:ext uri="{FF2B5EF4-FFF2-40B4-BE49-F238E27FC236}">
                <a16:creationId xmlns:a16="http://schemas.microsoft.com/office/drawing/2014/main" id="{E7B8A00C-9D65-4E40-8099-E34F5EB49591}"/>
              </a:ext>
            </a:extLst>
          </p:cNvPr>
          <p:cNvSpPr>
            <a:spLocks noGrp="1"/>
          </p:cNvSpPr>
          <p:nvPr/>
        </p:nvSpPr>
        <p:spPr>
          <a:xfrm>
            <a:off x="1912548" y="2533367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9" name="F3_paired_semantic_8527">
            <a:extLst>
              <a:ext uri="{FF2B5EF4-FFF2-40B4-BE49-F238E27FC236}">
                <a16:creationId xmlns:a16="http://schemas.microsoft.com/office/drawing/2014/main" id="{55D86F46-B1B4-474F-A76D-6CB0F665B1F1}"/>
              </a:ext>
            </a:extLst>
          </p:cNvPr>
          <p:cNvSpPr>
            <a:spLocks noGrp="1"/>
          </p:cNvSpPr>
          <p:nvPr/>
        </p:nvSpPr>
        <p:spPr>
          <a:xfrm>
            <a:off x="1864958" y="2256792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0" name="F3_paired_semantic_8528">
            <a:extLst>
              <a:ext uri="{FF2B5EF4-FFF2-40B4-BE49-F238E27FC236}">
                <a16:creationId xmlns:a16="http://schemas.microsoft.com/office/drawing/2014/main" id="{C14965DB-6083-4D55-8E6C-91455D2CD014}"/>
              </a:ext>
            </a:extLst>
          </p:cNvPr>
          <p:cNvSpPr>
            <a:spLocks noGrp="1"/>
          </p:cNvSpPr>
          <p:nvPr/>
        </p:nvSpPr>
        <p:spPr>
          <a:xfrm>
            <a:off x="1865065" y="6031633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1" name="F3_paired_semantic_8529">
            <a:extLst>
              <a:ext uri="{FF2B5EF4-FFF2-40B4-BE49-F238E27FC236}">
                <a16:creationId xmlns:a16="http://schemas.microsoft.com/office/drawing/2014/main" id="{7F05A4A4-3C05-49FF-A543-4EBEC847D49E}"/>
              </a:ext>
            </a:extLst>
          </p:cNvPr>
          <p:cNvSpPr>
            <a:spLocks noGrp="1"/>
          </p:cNvSpPr>
          <p:nvPr/>
        </p:nvSpPr>
        <p:spPr>
          <a:xfrm>
            <a:off x="1864900" y="6578020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2" name="F3_paired_semantic_8530">
            <a:extLst>
              <a:ext uri="{FF2B5EF4-FFF2-40B4-BE49-F238E27FC236}">
                <a16:creationId xmlns:a16="http://schemas.microsoft.com/office/drawing/2014/main" id="{044CB4EB-C106-4E0F-ADC3-D55393A0F8E0}"/>
              </a:ext>
            </a:extLst>
          </p:cNvPr>
          <p:cNvSpPr>
            <a:spLocks noGrp="1"/>
          </p:cNvSpPr>
          <p:nvPr/>
        </p:nvSpPr>
        <p:spPr>
          <a:xfrm>
            <a:off x="2312248" y="4401838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3" name="F3_paired_semantic_8531">
            <a:extLst>
              <a:ext uri="{FF2B5EF4-FFF2-40B4-BE49-F238E27FC236}">
                <a16:creationId xmlns:a16="http://schemas.microsoft.com/office/drawing/2014/main" id="{941B18B1-35B5-4D51-9A95-EB98ED633C7A}"/>
              </a:ext>
            </a:extLst>
          </p:cNvPr>
          <p:cNvSpPr>
            <a:spLocks noGrp="1"/>
          </p:cNvSpPr>
          <p:nvPr/>
        </p:nvSpPr>
        <p:spPr>
          <a:xfrm>
            <a:off x="4728017" y="2517884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4" name="F3_paired_semantic_8532">
            <a:extLst>
              <a:ext uri="{FF2B5EF4-FFF2-40B4-BE49-F238E27FC236}">
                <a16:creationId xmlns:a16="http://schemas.microsoft.com/office/drawing/2014/main" id="{08564C61-2989-4CAB-8FDD-B03654D5E84A}"/>
              </a:ext>
            </a:extLst>
          </p:cNvPr>
          <p:cNvSpPr>
            <a:spLocks noGrp="1"/>
          </p:cNvSpPr>
          <p:nvPr/>
        </p:nvSpPr>
        <p:spPr>
          <a:xfrm>
            <a:off x="3973468" y="3223517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5" name="F3_paired_semantic_8533">
            <a:extLst>
              <a:ext uri="{FF2B5EF4-FFF2-40B4-BE49-F238E27FC236}">
                <a16:creationId xmlns:a16="http://schemas.microsoft.com/office/drawing/2014/main" id="{B6910C0D-D817-499B-B522-60AB11ED396F}"/>
              </a:ext>
            </a:extLst>
          </p:cNvPr>
          <p:cNvSpPr>
            <a:spLocks noGrp="1"/>
          </p:cNvSpPr>
          <p:nvPr/>
        </p:nvSpPr>
        <p:spPr>
          <a:xfrm>
            <a:off x="4117880" y="415511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6" name="F3_paired_semantic_8534">
            <a:extLst>
              <a:ext uri="{FF2B5EF4-FFF2-40B4-BE49-F238E27FC236}">
                <a16:creationId xmlns:a16="http://schemas.microsoft.com/office/drawing/2014/main" id="{DA95DFCD-FA50-4E92-9E72-DC3D80ED061D}"/>
              </a:ext>
            </a:extLst>
          </p:cNvPr>
          <p:cNvSpPr>
            <a:spLocks noGrp="1"/>
          </p:cNvSpPr>
          <p:nvPr/>
        </p:nvSpPr>
        <p:spPr>
          <a:xfrm>
            <a:off x="1864977" y="2886742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7" name="F3_paired_semantic_8535">
            <a:extLst>
              <a:ext uri="{FF2B5EF4-FFF2-40B4-BE49-F238E27FC236}">
                <a16:creationId xmlns:a16="http://schemas.microsoft.com/office/drawing/2014/main" id="{16FEB5B4-FBCA-4645-A619-65652CB822CC}"/>
              </a:ext>
            </a:extLst>
          </p:cNvPr>
          <p:cNvSpPr>
            <a:spLocks noGrp="1"/>
          </p:cNvSpPr>
          <p:nvPr/>
        </p:nvSpPr>
        <p:spPr>
          <a:xfrm>
            <a:off x="4880647" y="2450206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8" name="F3_paired_semantic_8536">
            <a:extLst>
              <a:ext uri="{FF2B5EF4-FFF2-40B4-BE49-F238E27FC236}">
                <a16:creationId xmlns:a16="http://schemas.microsoft.com/office/drawing/2014/main" id="{58A1B0A3-5F41-4BDF-B464-1729121EA9A1}"/>
              </a:ext>
            </a:extLst>
          </p:cNvPr>
          <p:cNvSpPr>
            <a:spLocks noGrp="1"/>
          </p:cNvSpPr>
          <p:nvPr/>
        </p:nvSpPr>
        <p:spPr>
          <a:xfrm>
            <a:off x="3911399" y="4428884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9" name="F3_paired_semantic_8537">
            <a:extLst>
              <a:ext uri="{FF2B5EF4-FFF2-40B4-BE49-F238E27FC236}">
                <a16:creationId xmlns:a16="http://schemas.microsoft.com/office/drawing/2014/main" id="{5BBCD641-C320-4D6D-B38A-C32442338E52}"/>
              </a:ext>
            </a:extLst>
          </p:cNvPr>
          <p:cNvSpPr>
            <a:spLocks noGrp="1"/>
          </p:cNvSpPr>
          <p:nvPr/>
        </p:nvSpPr>
        <p:spPr>
          <a:xfrm>
            <a:off x="5844175" y="2510319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0" name="F3_paired_semantic_8538">
            <a:extLst>
              <a:ext uri="{FF2B5EF4-FFF2-40B4-BE49-F238E27FC236}">
                <a16:creationId xmlns:a16="http://schemas.microsoft.com/office/drawing/2014/main" id="{BA54ABE6-5CDC-450B-95DD-28ADC1665464}"/>
              </a:ext>
            </a:extLst>
          </p:cNvPr>
          <p:cNvSpPr>
            <a:spLocks noGrp="1"/>
          </p:cNvSpPr>
          <p:nvPr/>
        </p:nvSpPr>
        <p:spPr>
          <a:xfrm>
            <a:off x="3481000" y="4057878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1" name="F3_paired_semantic_8539">
            <a:extLst>
              <a:ext uri="{FF2B5EF4-FFF2-40B4-BE49-F238E27FC236}">
                <a16:creationId xmlns:a16="http://schemas.microsoft.com/office/drawing/2014/main" id="{F576CD97-CEAD-45AC-9C4D-02F8AD811F9B}"/>
              </a:ext>
            </a:extLst>
          </p:cNvPr>
          <p:cNvSpPr>
            <a:spLocks noGrp="1"/>
          </p:cNvSpPr>
          <p:nvPr/>
        </p:nvSpPr>
        <p:spPr>
          <a:xfrm>
            <a:off x="3834747" y="2883444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2" name="F3_paired_semantic_8540">
            <a:extLst>
              <a:ext uri="{FF2B5EF4-FFF2-40B4-BE49-F238E27FC236}">
                <a16:creationId xmlns:a16="http://schemas.microsoft.com/office/drawing/2014/main" id="{7AA1F41B-800E-49AD-94ED-4CEEDA73D10C}"/>
              </a:ext>
            </a:extLst>
          </p:cNvPr>
          <p:cNvSpPr>
            <a:spLocks noGrp="1"/>
          </p:cNvSpPr>
          <p:nvPr/>
        </p:nvSpPr>
        <p:spPr>
          <a:xfrm>
            <a:off x="2106589" y="6458613"/>
            <a:ext cx="104188" cy="104188"/>
          </a:xfrm>
          <a:prstGeom prst="ellipse">
            <a:avLst/>
          </a:prstGeom>
          <a:solidFill>
            <a:srgbClr val="5EC96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3" name="F3_paired_semantic_8541">
            <a:extLst>
              <a:ext uri="{FF2B5EF4-FFF2-40B4-BE49-F238E27FC236}">
                <a16:creationId xmlns:a16="http://schemas.microsoft.com/office/drawing/2014/main" id="{7C7D9FB3-CB37-488C-8A95-C93B06F3BC7D}"/>
              </a:ext>
            </a:extLst>
          </p:cNvPr>
          <p:cNvSpPr>
            <a:spLocks noGrp="1"/>
          </p:cNvSpPr>
          <p:nvPr/>
        </p:nvSpPr>
        <p:spPr>
          <a:xfrm>
            <a:off x="1864923" y="4236347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4" name="F3_paired_semantic_8542">
            <a:extLst>
              <a:ext uri="{FF2B5EF4-FFF2-40B4-BE49-F238E27FC236}">
                <a16:creationId xmlns:a16="http://schemas.microsoft.com/office/drawing/2014/main" id="{B648CA25-D630-4CD2-A2A8-E8143ED52715}"/>
              </a:ext>
            </a:extLst>
          </p:cNvPr>
          <p:cNvSpPr>
            <a:spLocks noGrp="1"/>
          </p:cNvSpPr>
          <p:nvPr/>
        </p:nvSpPr>
        <p:spPr>
          <a:xfrm>
            <a:off x="4571078" y="2459890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5" name="F3_paired_semantic_8543">
            <a:extLst>
              <a:ext uri="{FF2B5EF4-FFF2-40B4-BE49-F238E27FC236}">
                <a16:creationId xmlns:a16="http://schemas.microsoft.com/office/drawing/2014/main" id="{35E74F23-889E-4842-AED4-1989709D03C4}"/>
              </a:ext>
            </a:extLst>
          </p:cNvPr>
          <p:cNvSpPr>
            <a:spLocks noGrp="1"/>
          </p:cNvSpPr>
          <p:nvPr/>
        </p:nvSpPr>
        <p:spPr>
          <a:xfrm>
            <a:off x="1864897" y="6428215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6" name="F3_paired_semantic_8544">
            <a:extLst>
              <a:ext uri="{FF2B5EF4-FFF2-40B4-BE49-F238E27FC236}">
                <a16:creationId xmlns:a16="http://schemas.microsoft.com/office/drawing/2014/main" id="{619BBFCE-7664-4769-A5D9-27122DD9B309}"/>
              </a:ext>
            </a:extLst>
          </p:cNvPr>
          <p:cNvSpPr>
            <a:spLocks noGrp="1"/>
          </p:cNvSpPr>
          <p:nvPr/>
        </p:nvSpPr>
        <p:spPr>
          <a:xfrm>
            <a:off x="2259794" y="3801404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7" name="F3_paired_semantic_8545">
            <a:extLst>
              <a:ext uri="{FF2B5EF4-FFF2-40B4-BE49-F238E27FC236}">
                <a16:creationId xmlns:a16="http://schemas.microsoft.com/office/drawing/2014/main" id="{3C6BB578-86DF-4A00-ABE9-6ABAB01E8C3A}"/>
              </a:ext>
            </a:extLst>
          </p:cNvPr>
          <p:cNvSpPr>
            <a:spLocks noGrp="1"/>
          </p:cNvSpPr>
          <p:nvPr/>
        </p:nvSpPr>
        <p:spPr>
          <a:xfrm>
            <a:off x="1865047" y="6533186"/>
            <a:ext cx="104188" cy="104188"/>
          </a:xfrm>
          <a:prstGeom prst="ellipse">
            <a:avLst/>
          </a:prstGeom>
          <a:solidFill>
            <a:srgbClr val="470E6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8" name="F3_paired_semantic_8546">
            <a:extLst>
              <a:ext uri="{FF2B5EF4-FFF2-40B4-BE49-F238E27FC236}">
                <a16:creationId xmlns:a16="http://schemas.microsoft.com/office/drawing/2014/main" id="{397C9811-CDD7-4D19-86D6-4545F9CED894}"/>
              </a:ext>
            </a:extLst>
          </p:cNvPr>
          <p:cNvSpPr>
            <a:spLocks noGrp="1"/>
          </p:cNvSpPr>
          <p:nvPr/>
        </p:nvSpPr>
        <p:spPr>
          <a:xfrm>
            <a:off x="2739960" y="4774855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9" name="F3_paired_semantic_8547">
            <a:extLst>
              <a:ext uri="{FF2B5EF4-FFF2-40B4-BE49-F238E27FC236}">
                <a16:creationId xmlns:a16="http://schemas.microsoft.com/office/drawing/2014/main" id="{73A447E6-190C-43F9-8E6C-26D604E4B354}"/>
              </a:ext>
            </a:extLst>
          </p:cNvPr>
          <p:cNvSpPr>
            <a:spLocks noGrp="1"/>
          </p:cNvSpPr>
          <p:nvPr/>
        </p:nvSpPr>
        <p:spPr>
          <a:xfrm>
            <a:off x="3275752" y="5092021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0" name="F3_paired_semantic_8548">
            <a:extLst>
              <a:ext uri="{FF2B5EF4-FFF2-40B4-BE49-F238E27FC236}">
                <a16:creationId xmlns:a16="http://schemas.microsoft.com/office/drawing/2014/main" id="{7DC9CA76-2CC9-4690-85D3-CCC60ABBF72B}"/>
              </a:ext>
            </a:extLst>
          </p:cNvPr>
          <p:cNvSpPr>
            <a:spLocks noGrp="1"/>
          </p:cNvSpPr>
          <p:nvPr/>
        </p:nvSpPr>
        <p:spPr>
          <a:xfrm>
            <a:off x="3268260" y="4166736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1" name="F3_paired_semantic_8549">
            <a:extLst>
              <a:ext uri="{FF2B5EF4-FFF2-40B4-BE49-F238E27FC236}">
                <a16:creationId xmlns:a16="http://schemas.microsoft.com/office/drawing/2014/main" id="{7DF9D333-4397-4EC9-A11B-4CA36711088D}"/>
              </a:ext>
            </a:extLst>
          </p:cNvPr>
          <p:cNvSpPr>
            <a:spLocks noGrp="1"/>
          </p:cNvSpPr>
          <p:nvPr/>
        </p:nvSpPr>
        <p:spPr>
          <a:xfrm>
            <a:off x="2015851" y="6286495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2" name="F3_paired_semantic_8550">
            <a:extLst>
              <a:ext uri="{FF2B5EF4-FFF2-40B4-BE49-F238E27FC236}">
                <a16:creationId xmlns:a16="http://schemas.microsoft.com/office/drawing/2014/main" id="{D5B16220-2AA1-4198-86FE-154EFB951D08}"/>
              </a:ext>
            </a:extLst>
          </p:cNvPr>
          <p:cNvSpPr>
            <a:spLocks noGrp="1"/>
          </p:cNvSpPr>
          <p:nvPr/>
        </p:nvSpPr>
        <p:spPr>
          <a:xfrm>
            <a:off x="4095098" y="3385825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3" name="F3_paired_semantic_8551">
            <a:extLst>
              <a:ext uri="{FF2B5EF4-FFF2-40B4-BE49-F238E27FC236}">
                <a16:creationId xmlns:a16="http://schemas.microsoft.com/office/drawing/2014/main" id="{6E6B849D-0AE3-42D5-B9BC-708BDFA17FE5}"/>
              </a:ext>
            </a:extLst>
          </p:cNvPr>
          <p:cNvSpPr>
            <a:spLocks noGrp="1"/>
          </p:cNvSpPr>
          <p:nvPr/>
        </p:nvSpPr>
        <p:spPr>
          <a:xfrm>
            <a:off x="4967010" y="2626079"/>
            <a:ext cx="104188" cy="104188"/>
          </a:xfrm>
          <a:prstGeom prst="ellipse">
            <a:avLst/>
          </a:prstGeom>
          <a:solidFill>
            <a:srgbClr val="1F9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4" name="F3_paired_semantic_8552">
            <a:extLst>
              <a:ext uri="{FF2B5EF4-FFF2-40B4-BE49-F238E27FC236}">
                <a16:creationId xmlns:a16="http://schemas.microsoft.com/office/drawing/2014/main" id="{0D51A56B-497D-4680-AD84-190E5C78687F}"/>
              </a:ext>
            </a:extLst>
          </p:cNvPr>
          <p:cNvSpPr>
            <a:spLocks noGrp="1"/>
          </p:cNvSpPr>
          <p:nvPr/>
        </p:nvSpPr>
        <p:spPr>
          <a:xfrm>
            <a:off x="4676538" y="520111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5" name="F3_paired_semantic_8553">
            <a:extLst>
              <a:ext uri="{FF2B5EF4-FFF2-40B4-BE49-F238E27FC236}">
                <a16:creationId xmlns:a16="http://schemas.microsoft.com/office/drawing/2014/main" id="{BCA24503-2DA7-4D9A-97DC-05A15503A7CE}"/>
              </a:ext>
            </a:extLst>
          </p:cNvPr>
          <p:cNvSpPr>
            <a:spLocks noGrp="1"/>
          </p:cNvSpPr>
          <p:nvPr/>
        </p:nvSpPr>
        <p:spPr>
          <a:xfrm>
            <a:off x="1865728" y="2650980"/>
            <a:ext cx="104188" cy="104188"/>
          </a:xfrm>
          <a:prstGeom prst="ellipse">
            <a:avLst/>
          </a:prstGeom>
          <a:solidFill>
            <a:srgbClr val="3C4F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6" name="F3_paired_semantic_8554">
            <a:extLst>
              <a:ext uri="{FF2B5EF4-FFF2-40B4-BE49-F238E27FC236}">
                <a16:creationId xmlns:a16="http://schemas.microsoft.com/office/drawing/2014/main" id="{07A00E0C-1B77-4B7F-9263-DFDE576A9B01}"/>
              </a:ext>
            </a:extLst>
          </p:cNvPr>
          <p:cNvSpPr>
            <a:spLocks noGrp="1"/>
          </p:cNvSpPr>
          <p:nvPr/>
        </p:nvSpPr>
        <p:spPr>
          <a:xfrm>
            <a:off x="1864919" y="552309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7" name="F3_paired_semantic_8555">
            <a:extLst>
              <a:ext uri="{FF2B5EF4-FFF2-40B4-BE49-F238E27FC236}">
                <a16:creationId xmlns:a16="http://schemas.microsoft.com/office/drawing/2014/main" id="{90FDFC3E-9E7D-4C0B-9657-66953ACC3CFB}"/>
              </a:ext>
            </a:extLst>
          </p:cNvPr>
          <p:cNvSpPr>
            <a:spLocks noGrp="1"/>
          </p:cNvSpPr>
          <p:nvPr/>
        </p:nvSpPr>
        <p:spPr>
          <a:xfrm>
            <a:off x="3045620" y="3861399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8" name="F3_paired_semantic_8556">
            <a:extLst>
              <a:ext uri="{FF2B5EF4-FFF2-40B4-BE49-F238E27FC236}">
                <a16:creationId xmlns:a16="http://schemas.microsoft.com/office/drawing/2014/main" id="{F41038AA-7457-4A87-8719-5244158A0F7D}"/>
              </a:ext>
            </a:extLst>
          </p:cNvPr>
          <p:cNvSpPr>
            <a:spLocks noGrp="1"/>
          </p:cNvSpPr>
          <p:nvPr/>
        </p:nvSpPr>
        <p:spPr>
          <a:xfrm>
            <a:off x="3479740" y="4194986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9" name="F3_paired_semantic_8557">
            <a:extLst>
              <a:ext uri="{FF2B5EF4-FFF2-40B4-BE49-F238E27FC236}">
                <a16:creationId xmlns:a16="http://schemas.microsoft.com/office/drawing/2014/main" id="{E65A6E36-4F63-4A75-A12A-61B87182F778}"/>
              </a:ext>
            </a:extLst>
          </p:cNvPr>
          <p:cNvSpPr>
            <a:spLocks noGrp="1"/>
          </p:cNvSpPr>
          <p:nvPr/>
        </p:nvSpPr>
        <p:spPr>
          <a:xfrm>
            <a:off x="1864926" y="4016003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0" name="F3_paired_semantic_8558">
            <a:extLst>
              <a:ext uri="{FF2B5EF4-FFF2-40B4-BE49-F238E27FC236}">
                <a16:creationId xmlns:a16="http://schemas.microsoft.com/office/drawing/2014/main" id="{2B8F1536-B95A-4996-8ADD-50CD8BA6B071}"/>
              </a:ext>
            </a:extLst>
          </p:cNvPr>
          <p:cNvSpPr>
            <a:spLocks noGrp="1"/>
          </p:cNvSpPr>
          <p:nvPr/>
        </p:nvSpPr>
        <p:spPr>
          <a:xfrm>
            <a:off x="3180391" y="3335813"/>
            <a:ext cx="104188" cy="104188"/>
          </a:xfrm>
          <a:prstGeom prst="ellipse">
            <a:avLst/>
          </a:prstGeom>
          <a:solidFill>
            <a:srgbClr val="375A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1" name="F3_paired_semantic_8559">
            <a:extLst>
              <a:ext uri="{FF2B5EF4-FFF2-40B4-BE49-F238E27FC236}">
                <a16:creationId xmlns:a16="http://schemas.microsoft.com/office/drawing/2014/main" id="{7E0B8BE9-A4B0-49DF-9197-3241EBF6CD1B}"/>
              </a:ext>
            </a:extLst>
          </p:cNvPr>
          <p:cNvSpPr>
            <a:spLocks noGrp="1"/>
          </p:cNvSpPr>
          <p:nvPr/>
        </p:nvSpPr>
        <p:spPr>
          <a:xfrm>
            <a:off x="2401814" y="294490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2" name="F3_paired_semantic_8560">
            <a:extLst>
              <a:ext uri="{FF2B5EF4-FFF2-40B4-BE49-F238E27FC236}">
                <a16:creationId xmlns:a16="http://schemas.microsoft.com/office/drawing/2014/main" id="{0D58A817-84D8-4797-B0D4-290E1B152F01}"/>
              </a:ext>
            </a:extLst>
          </p:cNvPr>
          <p:cNvSpPr>
            <a:spLocks noGrp="1"/>
          </p:cNvSpPr>
          <p:nvPr/>
        </p:nvSpPr>
        <p:spPr>
          <a:xfrm>
            <a:off x="1864924" y="5623353"/>
            <a:ext cx="104188" cy="104188"/>
          </a:xfrm>
          <a:prstGeom prst="ellipse">
            <a:avLst/>
          </a:prstGeom>
          <a:solidFill>
            <a:srgbClr val="433E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3" name="F3_paired_semantic_8561">
            <a:extLst>
              <a:ext uri="{FF2B5EF4-FFF2-40B4-BE49-F238E27FC236}">
                <a16:creationId xmlns:a16="http://schemas.microsoft.com/office/drawing/2014/main" id="{2AEDE25D-ADCB-4E78-83BD-56880D86AB4C}"/>
              </a:ext>
            </a:extLst>
          </p:cNvPr>
          <p:cNvSpPr>
            <a:spLocks noGrp="1"/>
          </p:cNvSpPr>
          <p:nvPr/>
        </p:nvSpPr>
        <p:spPr>
          <a:xfrm>
            <a:off x="3952559" y="2646544"/>
            <a:ext cx="104188" cy="104188"/>
          </a:xfrm>
          <a:prstGeom prst="ellipse">
            <a:avLst/>
          </a:prstGeom>
          <a:solidFill>
            <a:srgbClr val="346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4" name="F3_paired_semantic_8562">
            <a:extLst>
              <a:ext uri="{FF2B5EF4-FFF2-40B4-BE49-F238E27FC236}">
                <a16:creationId xmlns:a16="http://schemas.microsoft.com/office/drawing/2014/main" id="{9E90978F-1702-4600-A5B2-E69AC8FD60F5}"/>
              </a:ext>
            </a:extLst>
          </p:cNvPr>
          <p:cNvSpPr>
            <a:spLocks noGrp="1"/>
          </p:cNvSpPr>
          <p:nvPr/>
        </p:nvSpPr>
        <p:spPr>
          <a:xfrm>
            <a:off x="2051951" y="5786142"/>
            <a:ext cx="104188" cy="104188"/>
          </a:xfrm>
          <a:prstGeom prst="ellipse">
            <a:avLst/>
          </a:prstGeom>
          <a:solidFill>
            <a:srgbClr val="1F96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5" name="F3_paired_semantic_8563">
            <a:extLst>
              <a:ext uri="{FF2B5EF4-FFF2-40B4-BE49-F238E27FC236}">
                <a16:creationId xmlns:a16="http://schemas.microsoft.com/office/drawing/2014/main" id="{D4B30102-377A-419B-A1EE-0C1B1816F157}"/>
              </a:ext>
            </a:extLst>
          </p:cNvPr>
          <p:cNvSpPr>
            <a:spLocks noGrp="1"/>
          </p:cNvSpPr>
          <p:nvPr/>
        </p:nvSpPr>
        <p:spPr>
          <a:xfrm>
            <a:off x="1864977" y="2869151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6" name="F3_paired_semantic_8564">
            <a:extLst>
              <a:ext uri="{FF2B5EF4-FFF2-40B4-BE49-F238E27FC236}">
                <a16:creationId xmlns:a16="http://schemas.microsoft.com/office/drawing/2014/main" id="{3F46E94A-29A0-42D8-ABFD-385436BA5139}"/>
              </a:ext>
            </a:extLst>
          </p:cNvPr>
          <p:cNvSpPr>
            <a:spLocks noGrp="1"/>
          </p:cNvSpPr>
          <p:nvPr/>
        </p:nvSpPr>
        <p:spPr>
          <a:xfrm>
            <a:off x="1864950" y="3858656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7" name="F3_paired_semantic_8565">
            <a:extLst>
              <a:ext uri="{FF2B5EF4-FFF2-40B4-BE49-F238E27FC236}">
                <a16:creationId xmlns:a16="http://schemas.microsoft.com/office/drawing/2014/main" id="{A605F7F7-6810-4DE9-9CB1-281AE279D5EC}"/>
              </a:ext>
            </a:extLst>
          </p:cNvPr>
          <p:cNvSpPr>
            <a:spLocks noGrp="1"/>
          </p:cNvSpPr>
          <p:nvPr/>
        </p:nvSpPr>
        <p:spPr>
          <a:xfrm>
            <a:off x="1865000" y="2234144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8" name="F3_paired_semantic_8566">
            <a:extLst>
              <a:ext uri="{FF2B5EF4-FFF2-40B4-BE49-F238E27FC236}">
                <a16:creationId xmlns:a16="http://schemas.microsoft.com/office/drawing/2014/main" id="{CEA7066B-CF28-42A6-9F4C-F9C8F4CB7BA4}"/>
              </a:ext>
            </a:extLst>
          </p:cNvPr>
          <p:cNvSpPr>
            <a:spLocks noGrp="1"/>
          </p:cNvSpPr>
          <p:nvPr/>
        </p:nvSpPr>
        <p:spPr>
          <a:xfrm>
            <a:off x="1864903" y="3387458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9" name="F3_paired_semantic_8567">
            <a:extLst>
              <a:ext uri="{FF2B5EF4-FFF2-40B4-BE49-F238E27FC236}">
                <a16:creationId xmlns:a16="http://schemas.microsoft.com/office/drawing/2014/main" id="{CDFE9E02-FECD-49C3-A4D8-322DA2882E06}"/>
              </a:ext>
            </a:extLst>
          </p:cNvPr>
          <p:cNvSpPr>
            <a:spLocks noGrp="1"/>
          </p:cNvSpPr>
          <p:nvPr/>
        </p:nvSpPr>
        <p:spPr>
          <a:xfrm>
            <a:off x="4441689" y="3262335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0" name="F3_paired_semantic_8568">
            <a:extLst>
              <a:ext uri="{FF2B5EF4-FFF2-40B4-BE49-F238E27FC236}">
                <a16:creationId xmlns:a16="http://schemas.microsoft.com/office/drawing/2014/main" id="{C695FDF2-D9FF-4245-95C2-C87E22A9DA3F}"/>
              </a:ext>
            </a:extLst>
          </p:cNvPr>
          <p:cNvSpPr>
            <a:spLocks noGrp="1"/>
          </p:cNvSpPr>
          <p:nvPr/>
        </p:nvSpPr>
        <p:spPr>
          <a:xfrm>
            <a:off x="1864967" y="4223693"/>
            <a:ext cx="104188" cy="104188"/>
          </a:xfrm>
          <a:prstGeom prst="ellipse">
            <a:avLst/>
          </a:prstGeom>
          <a:solidFill>
            <a:srgbClr val="1F9A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1" name="F3_paired_semantic_8569">
            <a:extLst>
              <a:ext uri="{FF2B5EF4-FFF2-40B4-BE49-F238E27FC236}">
                <a16:creationId xmlns:a16="http://schemas.microsoft.com/office/drawing/2014/main" id="{90A38591-58A3-40E1-95B3-437347DC0F3D}"/>
              </a:ext>
            </a:extLst>
          </p:cNvPr>
          <p:cNvSpPr>
            <a:spLocks noGrp="1"/>
          </p:cNvSpPr>
          <p:nvPr/>
        </p:nvSpPr>
        <p:spPr>
          <a:xfrm>
            <a:off x="3332904" y="487060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2" name="F3_paired_semantic_8570">
            <a:extLst>
              <a:ext uri="{FF2B5EF4-FFF2-40B4-BE49-F238E27FC236}">
                <a16:creationId xmlns:a16="http://schemas.microsoft.com/office/drawing/2014/main" id="{E5E7A37F-9FF4-4CD6-AC5C-C2AD941AA6E2}"/>
              </a:ext>
            </a:extLst>
          </p:cNvPr>
          <p:cNvSpPr>
            <a:spLocks noGrp="1"/>
          </p:cNvSpPr>
          <p:nvPr/>
        </p:nvSpPr>
        <p:spPr>
          <a:xfrm>
            <a:off x="2614986" y="4920464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3" name="F3_paired_semantic_8571">
            <a:extLst>
              <a:ext uri="{FF2B5EF4-FFF2-40B4-BE49-F238E27FC236}">
                <a16:creationId xmlns:a16="http://schemas.microsoft.com/office/drawing/2014/main" id="{21BD6479-4177-4C01-B373-342FF19860DD}"/>
              </a:ext>
            </a:extLst>
          </p:cNvPr>
          <p:cNvSpPr>
            <a:spLocks noGrp="1"/>
          </p:cNvSpPr>
          <p:nvPr/>
        </p:nvSpPr>
        <p:spPr>
          <a:xfrm>
            <a:off x="2772319" y="4468395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4" name="F3_paired_semantic_8572">
            <a:extLst>
              <a:ext uri="{FF2B5EF4-FFF2-40B4-BE49-F238E27FC236}">
                <a16:creationId xmlns:a16="http://schemas.microsoft.com/office/drawing/2014/main" id="{6B7CCE05-B485-4015-A1B8-7D14474E3598}"/>
              </a:ext>
            </a:extLst>
          </p:cNvPr>
          <p:cNvSpPr>
            <a:spLocks noGrp="1"/>
          </p:cNvSpPr>
          <p:nvPr/>
        </p:nvSpPr>
        <p:spPr>
          <a:xfrm>
            <a:off x="2313259" y="249587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5" name="F3_paired_semantic_8573">
            <a:extLst>
              <a:ext uri="{FF2B5EF4-FFF2-40B4-BE49-F238E27FC236}">
                <a16:creationId xmlns:a16="http://schemas.microsoft.com/office/drawing/2014/main" id="{09D7DD4D-0FE1-46F4-9F12-FFFDE163A099}"/>
              </a:ext>
            </a:extLst>
          </p:cNvPr>
          <p:cNvSpPr>
            <a:spLocks noGrp="1"/>
          </p:cNvSpPr>
          <p:nvPr/>
        </p:nvSpPr>
        <p:spPr>
          <a:xfrm>
            <a:off x="3248606" y="4157796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6" name="F3_paired_semantic_8574">
            <a:extLst>
              <a:ext uri="{FF2B5EF4-FFF2-40B4-BE49-F238E27FC236}">
                <a16:creationId xmlns:a16="http://schemas.microsoft.com/office/drawing/2014/main" id="{719EEA6F-BFCF-4B18-898C-0E2E1BA4673E}"/>
              </a:ext>
            </a:extLst>
          </p:cNvPr>
          <p:cNvSpPr>
            <a:spLocks noGrp="1"/>
          </p:cNvSpPr>
          <p:nvPr/>
        </p:nvSpPr>
        <p:spPr>
          <a:xfrm>
            <a:off x="1867686" y="4719673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7" name="F3_paired_semantic_8575">
            <a:extLst>
              <a:ext uri="{FF2B5EF4-FFF2-40B4-BE49-F238E27FC236}">
                <a16:creationId xmlns:a16="http://schemas.microsoft.com/office/drawing/2014/main" id="{6AB8F57D-D51C-47E5-8B2B-8A6CA7D710F7}"/>
              </a:ext>
            </a:extLst>
          </p:cNvPr>
          <p:cNvSpPr>
            <a:spLocks noGrp="1"/>
          </p:cNvSpPr>
          <p:nvPr/>
        </p:nvSpPr>
        <p:spPr>
          <a:xfrm>
            <a:off x="1864977" y="2824454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8" name="F3_paired_semantic_8576">
            <a:extLst>
              <a:ext uri="{FF2B5EF4-FFF2-40B4-BE49-F238E27FC236}">
                <a16:creationId xmlns:a16="http://schemas.microsoft.com/office/drawing/2014/main" id="{EC4397EE-6F06-408C-88BC-59F8310B6C43}"/>
              </a:ext>
            </a:extLst>
          </p:cNvPr>
          <p:cNvSpPr>
            <a:spLocks noGrp="1"/>
          </p:cNvSpPr>
          <p:nvPr/>
        </p:nvSpPr>
        <p:spPr>
          <a:xfrm>
            <a:off x="2161922" y="4882735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9" name="F3_paired_semantic_8577">
            <a:extLst>
              <a:ext uri="{FF2B5EF4-FFF2-40B4-BE49-F238E27FC236}">
                <a16:creationId xmlns:a16="http://schemas.microsoft.com/office/drawing/2014/main" id="{13A93372-5FCE-4DAE-B81E-CD351656131C}"/>
              </a:ext>
            </a:extLst>
          </p:cNvPr>
          <p:cNvSpPr>
            <a:spLocks noGrp="1"/>
          </p:cNvSpPr>
          <p:nvPr/>
        </p:nvSpPr>
        <p:spPr>
          <a:xfrm>
            <a:off x="2942132" y="652862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0" name="F3_paired_semantic_8578">
            <a:extLst>
              <a:ext uri="{FF2B5EF4-FFF2-40B4-BE49-F238E27FC236}">
                <a16:creationId xmlns:a16="http://schemas.microsoft.com/office/drawing/2014/main" id="{017BA172-C9DF-41D8-9899-F44D3B3357A4}"/>
              </a:ext>
            </a:extLst>
          </p:cNvPr>
          <p:cNvSpPr>
            <a:spLocks noGrp="1"/>
          </p:cNvSpPr>
          <p:nvPr/>
        </p:nvSpPr>
        <p:spPr>
          <a:xfrm>
            <a:off x="2847686" y="4854003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1" name="F3_paired_semantic_8579">
            <a:extLst>
              <a:ext uri="{FF2B5EF4-FFF2-40B4-BE49-F238E27FC236}">
                <a16:creationId xmlns:a16="http://schemas.microsoft.com/office/drawing/2014/main" id="{7608B16D-B3E6-4099-A7B7-A20427C77470}"/>
              </a:ext>
            </a:extLst>
          </p:cNvPr>
          <p:cNvSpPr>
            <a:spLocks noGrp="1"/>
          </p:cNvSpPr>
          <p:nvPr/>
        </p:nvSpPr>
        <p:spPr>
          <a:xfrm>
            <a:off x="1864905" y="6320051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2" name="F3_paired_semantic_8580">
            <a:extLst>
              <a:ext uri="{FF2B5EF4-FFF2-40B4-BE49-F238E27FC236}">
                <a16:creationId xmlns:a16="http://schemas.microsoft.com/office/drawing/2014/main" id="{6568488F-F551-4574-B2D6-9738186B06B6}"/>
              </a:ext>
            </a:extLst>
          </p:cNvPr>
          <p:cNvSpPr>
            <a:spLocks noGrp="1"/>
          </p:cNvSpPr>
          <p:nvPr/>
        </p:nvSpPr>
        <p:spPr>
          <a:xfrm>
            <a:off x="2039849" y="4265220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3" name="F3_paired_semantic_8581">
            <a:extLst>
              <a:ext uri="{FF2B5EF4-FFF2-40B4-BE49-F238E27FC236}">
                <a16:creationId xmlns:a16="http://schemas.microsoft.com/office/drawing/2014/main" id="{ECC66E57-4C70-414B-9A2D-FB90CD68F0EC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4" name="text_8582">
            <a:extLst>
              <a:ext uri="{FF2B5EF4-FFF2-40B4-BE49-F238E27FC236}">
                <a16:creationId xmlns:a16="http://schemas.microsoft.com/office/drawing/2014/main" id="{A5D34B77-3850-4CA0-955C-73A4DDD92F69}"/>
              </a:ext>
            </a:extLst>
          </p:cNvPr>
          <p:cNvSpPr>
            <a:spLocks noGrp="1"/>
          </p:cNvSpPr>
          <p:nvPr/>
        </p:nvSpPr>
        <p:spPr>
          <a:xfrm>
            <a:off x="180283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5" name="F3_paired_semantic_8583">
            <a:extLst>
              <a:ext uri="{FF2B5EF4-FFF2-40B4-BE49-F238E27FC236}">
                <a16:creationId xmlns:a16="http://schemas.microsoft.com/office/drawing/2014/main" id="{6381ECFC-4210-45E3-AA71-A1B39F21FB35}"/>
              </a:ext>
            </a:extLst>
          </p:cNvPr>
          <p:cNvSpPr>
            <a:spLocks noGrp="1"/>
          </p:cNvSpPr>
          <p:nvPr/>
        </p:nvSpPr>
        <p:spPr>
          <a:xfrm>
            <a:off x="290597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6" name="text_8584">
            <a:extLst>
              <a:ext uri="{FF2B5EF4-FFF2-40B4-BE49-F238E27FC236}">
                <a16:creationId xmlns:a16="http://schemas.microsoft.com/office/drawing/2014/main" id="{E6E4BD21-502B-4B28-83B3-4A80870F20D0}"/>
              </a:ext>
            </a:extLst>
          </p:cNvPr>
          <p:cNvSpPr>
            <a:spLocks noGrp="1"/>
          </p:cNvSpPr>
          <p:nvPr/>
        </p:nvSpPr>
        <p:spPr>
          <a:xfrm>
            <a:off x="279181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187" name="F3_paired_semantic_8585">
            <a:extLst>
              <a:ext uri="{FF2B5EF4-FFF2-40B4-BE49-F238E27FC236}">
                <a16:creationId xmlns:a16="http://schemas.microsoft.com/office/drawing/2014/main" id="{0695352F-EE55-4349-A3A8-8181A699D581}"/>
              </a:ext>
            </a:extLst>
          </p:cNvPr>
          <p:cNvSpPr>
            <a:spLocks noGrp="1"/>
          </p:cNvSpPr>
          <p:nvPr/>
        </p:nvSpPr>
        <p:spPr>
          <a:xfrm>
            <a:off x="389495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8" name="text_8586">
            <a:extLst>
              <a:ext uri="{FF2B5EF4-FFF2-40B4-BE49-F238E27FC236}">
                <a16:creationId xmlns:a16="http://schemas.microsoft.com/office/drawing/2014/main" id="{4E93D133-62A5-4BC1-BD29-9975A7F3BF86}"/>
              </a:ext>
            </a:extLst>
          </p:cNvPr>
          <p:cNvSpPr>
            <a:spLocks noGrp="1"/>
          </p:cNvSpPr>
          <p:nvPr/>
        </p:nvSpPr>
        <p:spPr>
          <a:xfrm>
            <a:off x="378080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189" name="F3_paired_semantic_8587">
            <a:extLst>
              <a:ext uri="{FF2B5EF4-FFF2-40B4-BE49-F238E27FC236}">
                <a16:creationId xmlns:a16="http://schemas.microsoft.com/office/drawing/2014/main" id="{B0DFEB1F-2192-4447-A6FD-61D91F48A7B7}"/>
              </a:ext>
            </a:extLst>
          </p:cNvPr>
          <p:cNvSpPr>
            <a:spLocks noGrp="1"/>
          </p:cNvSpPr>
          <p:nvPr/>
        </p:nvSpPr>
        <p:spPr>
          <a:xfrm>
            <a:off x="4883936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0" name="text_8588">
            <a:extLst>
              <a:ext uri="{FF2B5EF4-FFF2-40B4-BE49-F238E27FC236}">
                <a16:creationId xmlns:a16="http://schemas.microsoft.com/office/drawing/2014/main" id="{2B691C74-8144-410E-8CA9-F9C0A2A57A55}"/>
              </a:ext>
            </a:extLst>
          </p:cNvPr>
          <p:cNvSpPr>
            <a:spLocks noGrp="1"/>
          </p:cNvSpPr>
          <p:nvPr/>
        </p:nvSpPr>
        <p:spPr>
          <a:xfrm>
            <a:off x="476978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191" name="F3_paired_semantic_8589">
            <a:extLst>
              <a:ext uri="{FF2B5EF4-FFF2-40B4-BE49-F238E27FC236}">
                <a16:creationId xmlns:a16="http://schemas.microsoft.com/office/drawing/2014/main" id="{4D244BA8-77D9-4722-929C-5ED528D9AA13}"/>
              </a:ext>
            </a:extLst>
          </p:cNvPr>
          <p:cNvSpPr>
            <a:spLocks noGrp="1"/>
          </p:cNvSpPr>
          <p:nvPr/>
        </p:nvSpPr>
        <p:spPr>
          <a:xfrm>
            <a:off x="587292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2" name="text_8590">
            <a:extLst>
              <a:ext uri="{FF2B5EF4-FFF2-40B4-BE49-F238E27FC236}">
                <a16:creationId xmlns:a16="http://schemas.microsoft.com/office/drawing/2014/main" id="{6C6FE136-BD0F-4093-AD0C-6058E45BA8D3}"/>
              </a:ext>
            </a:extLst>
          </p:cNvPr>
          <p:cNvSpPr>
            <a:spLocks noGrp="1"/>
          </p:cNvSpPr>
          <p:nvPr/>
        </p:nvSpPr>
        <p:spPr>
          <a:xfrm>
            <a:off x="575876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193" name="F3_paired_semantic_8591">
            <a:extLst>
              <a:ext uri="{FF2B5EF4-FFF2-40B4-BE49-F238E27FC236}">
                <a16:creationId xmlns:a16="http://schemas.microsoft.com/office/drawing/2014/main" id="{15C5EBAF-A0F2-4728-ADA4-15BCA9834776}"/>
              </a:ext>
            </a:extLst>
          </p:cNvPr>
          <p:cNvSpPr>
            <a:spLocks noGrp="1"/>
          </p:cNvSpPr>
          <p:nvPr/>
        </p:nvSpPr>
        <p:spPr>
          <a:xfrm>
            <a:off x="686190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4" name="text_8592">
            <a:extLst>
              <a:ext uri="{FF2B5EF4-FFF2-40B4-BE49-F238E27FC236}">
                <a16:creationId xmlns:a16="http://schemas.microsoft.com/office/drawing/2014/main" id="{DFF1A092-F13B-45D5-9E26-AAD75E7E172B}"/>
              </a:ext>
            </a:extLst>
          </p:cNvPr>
          <p:cNvSpPr>
            <a:spLocks noGrp="1"/>
          </p:cNvSpPr>
          <p:nvPr/>
        </p:nvSpPr>
        <p:spPr>
          <a:xfrm>
            <a:off x="674775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95" name="text_8593">
            <a:extLst>
              <a:ext uri="{FF2B5EF4-FFF2-40B4-BE49-F238E27FC236}">
                <a16:creationId xmlns:a16="http://schemas.microsoft.com/office/drawing/2014/main" id="{F68173F9-EFCD-434B-8435-6F16A65CAA7F}"/>
              </a:ext>
            </a:extLst>
          </p:cNvPr>
          <p:cNvSpPr>
            <a:spLocks noGrp="1"/>
          </p:cNvSpPr>
          <p:nvPr/>
        </p:nvSpPr>
        <p:spPr>
          <a:xfrm>
            <a:off x="4020818" y="7020421"/>
            <a:ext cx="749889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96" name="F3_paired_semantic_8594">
            <a:extLst>
              <a:ext uri="{FF2B5EF4-FFF2-40B4-BE49-F238E27FC236}">
                <a16:creationId xmlns:a16="http://schemas.microsoft.com/office/drawing/2014/main" id="{9AAE5EC0-37FC-4B06-AEF5-469F70C3F367}"/>
              </a:ext>
            </a:extLst>
          </p:cNvPr>
          <p:cNvSpPr>
            <a:spLocks noGrp="1"/>
          </p:cNvSpPr>
          <p:nvPr/>
        </p:nvSpPr>
        <p:spPr>
          <a:xfrm>
            <a:off x="1853814" y="663012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7" name="text_8595">
            <a:extLst>
              <a:ext uri="{FF2B5EF4-FFF2-40B4-BE49-F238E27FC236}">
                <a16:creationId xmlns:a16="http://schemas.microsoft.com/office/drawing/2014/main" id="{C9B36622-2810-465B-B2FD-6D8A1B75F802}"/>
              </a:ext>
            </a:extLst>
          </p:cNvPr>
          <p:cNvSpPr>
            <a:spLocks noGrp="1"/>
          </p:cNvSpPr>
          <p:nvPr/>
        </p:nvSpPr>
        <p:spPr>
          <a:xfrm>
            <a:off x="1537064" y="655914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98" name="F3_paired_semantic_8596">
            <a:extLst>
              <a:ext uri="{FF2B5EF4-FFF2-40B4-BE49-F238E27FC236}">
                <a16:creationId xmlns:a16="http://schemas.microsoft.com/office/drawing/2014/main" id="{9F5739CF-F290-4D2B-ADAE-B18B9CC5FCD5}"/>
              </a:ext>
            </a:extLst>
          </p:cNvPr>
          <p:cNvSpPr>
            <a:spLocks noGrp="1"/>
          </p:cNvSpPr>
          <p:nvPr/>
        </p:nvSpPr>
        <p:spPr>
          <a:xfrm>
            <a:off x="1853814" y="5641137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9" name="text_8597">
            <a:extLst>
              <a:ext uri="{FF2B5EF4-FFF2-40B4-BE49-F238E27FC236}">
                <a16:creationId xmlns:a16="http://schemas.microsoft.com/office/drawing/2014/main" id="{E50F4E76-EB5E-41E1-B4E6-28DC78D4A611}"/>
              </a:ext>
            </a:extLst>
          </p:cNvPr>
          <p:cNvSpPr>
            <a:spLocks noGrp="1"/>
          </p:cNvSpPr>
          <p:nvPr/>
        </p:nvSpPr>
        <p:spPr>
          <a:xfrm>
            <a:off x="1537064" y="557016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00" name="F3_paired_semantic_8598">
            <a:extLst>
              <a:ext uri="{FF2B5EF4-FFF2-40B4-BE49-F238E27FC236}">
                <a16:creationId xmlns:a16="http://schemas.microsoft.com/office/drawing/2014/main" id="{7FFB7BF3-BE68-4369-8C80-41446C4D66D8}"/>
              </a:ext>
            </a:extLst>
          </p:cNvPr>
          <p:cNvSpPr>
            <a:spLocks noGrp="1"/>
          </p:cNvSpPr>
          <p:nvPr/>
        </p:nvSpPr>
        <p:spPr>
          <a:xfrm>
            <a:off x="1853814" y="465215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1" name="text_8599">
            <a:extLst>
              <a:ext uri="{FF2B5EF4-FFF2-40B4-BE49-F238E27FC236}">
                <a16:creationId xmlns:a16="http://schemas.microsoft.com/office/drawing/2014/main" id="{7EBE270C-E064-408A-97F3-C9694BC86C48}"/>
              </a:ext>
            </a:extLst>
          </p:cNvPr>
          <p:cNvSpPr>
            <a:spLocks noGrp="1"/>
          </p:cNvSpPr>
          <p:nvPr/>
        </p:nvSpPr>
        <p:spPr>
          <a:xfrm>
            <a:off x="1537064" y="458118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02" name="F3_paired_semantic_8600">
            <a:extLst>
              <a:ext uri="{FF2B5EF4-FFF2-40B4-BE49-F238E27FC236}">
                <a16:creationId xmlns:a16="http://schemas.microsoft.com/office/drawing/2014/main" id="{F16F0E27-2280-4E6D-9BA5-2D2520F5A467}"/>
              </a:ext>
            </a:extLst>
          </p:cNvPr>
          <p:cNvSpPr>
            <a:spLocks noGrp="1"/>
          </p:cNvSpPr>
          <p:nvPr/>
        </p:nvSpPr>
        <p:spPr>
          <a:xfrm>
            <a:off x="1853814" y="366317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3" name="text_8601">
            <a:extLst>
              <a:ext uri="{FF2B5EF4-FFF2-40B4-BE49-F238E27FC236}">
                <a16:creationId xmlns:a16="http://schemas.microsoft.com/office/drawing/2014/main" id="{BF033787-C623-4B10-972A-C1C470ACC257}"/>
              </a:ext>
            </a:extLst>
          </p:cNvPr>
          <p:cNvSpPr>
            <a:spLocks noGrp="1"/>
          </p:cNvSpPr>
          <p:nvPr/>
        </p:nvSpPr>
        <p:spPr>
          <a:xfrm>
            <a:off x="1537064" y="359219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04" name="F3_paired_semantic_8602">
            <a:extLst>
              <a:ext uri="{FF2B5EF4-FFF2-40B4-BE49-F238E27FC236}">
                <a16:creationId xmlns:a16="http://schemas.microsoft.com/office/drawing/2014/main" id="{3F83464D-35E7-4071-A33D-1A25DB192B12}"/>
              </a:ext>
            </a:extLst>
          </p:cNvPr>
          <p:cNvSpPr>
            <a:spLocks noGrp="1"/>
          </p:cNvSpPr>
          <p:nvPr/>
        </p:nvSpPr>
        <p:spPr>
          <a:xfrm>
            <a:off x="1853814" y="2674188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5" name="text_8603">
            <a:extLst>
              <a:ext uri="{FF2B5EF4-FFF2-40B4-BE49-F238E27FC236}">
                <a16:creationId xmlns:a16="http://schemas.microsoft.com/office/drawing/2014/main" id="{E8DEFB79-34FB-4E04-A2DD-1B4A16B06C1B}"/>
              </a:ext>
            </a:extLst>
          </p:cNvPr>
          <p:cNvSpPr>
            <a:spLocks noGrp="1"/>
          </p:cNvSpPr>
          <p:nvPr/>
        </p:nvSpPr>
        <p:spPr>
          <a:xfrm>
            <a:off x="1537064" y="260321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206" name="F3_paired_semantic_8604">
            <a:extLst>
              <a:ext uri="{FF2B5EF4-FFF2-40B4-BE49-F238E27FC236}">
                <a16:creationId xmlns:a16="http://schemas.microsoft.com/office/drawing/2014/main" id="{2AC0EF5A-581E-46ED-A1A8-3ECBA81AB2DA}"/>
              </a:ext>
            </a:extLst>
          </p:cNvPr>
          <p:cNvSpPr>
            <a:spLocks noGrp="1"/>
          </p:cNvSpPr>
          <p:nvPr/>
        </p:nvSpPr>
        <p:spPr>
          <a:xfrm>
            <a:off x="1853814" y="168520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7" name="text_8605">
            <a:extLst>
              <a:ext uri="{FF2B5EF4-FFF2-40B4-BE49-F238E27FC236}">
                <a16:creationId xmlns:a16="http://schemas.microsoft.com/office/drawing/2014/main" id="{0E661BD6-48E1-4A9A-9AE3-8154CE961549}"/>
              </a:ext>
            </a:extLst>
          </p:cNvPr>
          <p:cNvSpPr>
            <a:spLocks noGrp="1"/>
          </p:cNvSpPr>
          <p:nvPr/>
        </p:nvSpPr>
        <p:spPr>
          <a:xfrm>
            <a:off x="1537064" y="161423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08" name="text_8606">
            <a:extLst>
              <a:ext uri="{FF2B5EF4-FFF2-40B4-BE49-F238E27FC236}">
                <a16:creationId xmlns:a16="http://schemas.microsoft.com/office/drawing/2014/main" id="{CEA680B7-033B-4186-991B-C963036B34F8}"/>
              </a:ext>
            </a:extLst>
          </p:cNvPr>
          <p:cNvSpPr>
            <a:spLocks noGrp="1"/>
          </p:cNvSpPr>
          <p:nvPr/>
        </p:nvSpPr>
        <p:spPr>
          <a:xfrm rot="-5400000">
            <a:off x="101489" y="4047110"/>
            <a:ext cx="2548803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with CryoAtom2 receptor</a:t>
            </a:r>
          </a:p>
        </p:txBody>
      </p:sp>
      <p:sp>
        <p:nvSpPr>
          <p:cNvPr id="209" name="F3_paired_semantic_8607">
            <a:extLst>
              <a:ext uri="{FF2B5EF4-FFF2-40B4-BE49-F238E27FC236}">
                <a16:creationId xmlns:a16="http://schemas.microsoft.com/office/drawing/2014/main" id="{73395B61-6BCF-4042-B739-08BFD46A49D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191" cy="4944917"/>
          </a:xfrm>
          <a:custGeom>
            <a:avLst/>
            <a:gdLst/>
            <a:ahLst/>
            <a:cxnLst/>
            <a:rect l="0" t="0" r="0" b="0"/>
            <a:pathLst>
              <a:path w="191" h="4944917">
                <a:moveTo>
                  <a:pt x="0" y="4944917"/>
                </a:moveTo>
                <a:lnTo>
                  <a:pt x="0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0" name="F3_paired_semantic_8608">
            <a:extLst>
              <a:ext uri="{FF2B5EF4-FFF2-40B4-BE49-F238E27FC236}">
                <a16:creationId xmlns:a16="http://schemas.microsoft.com/office/drawing/2014/main" id="{9C419CE5-4DFF-41DC-912E-350953FC5A09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4944917" cy="191"/>
          </a:xfrm>
          <a:custGeom>
            <a:avLst/>
            <a:gdLst/>
            <a:ahLst/>
            <a:cxnLst/>
            <a:rect l="0" t="0" r="0" b="0"/>
            <a:pathLst>
              <a:path w="4944917" h="191">
                <a:moveTo>
                  <a:pt x="0" y="0"/>
                </a:moveTo>
                <a:lnTo>
                  <a:pt x="4944917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1" name="F3_paired_semantic_8609">
            <a:extLst>
              <a:ext uri="{FF2B5EF4-FFF2-40B4-BE49-F238E27FC236}">
                <a16:creationId xmlns:a16="http://schemas.microsoft.com/office/drawing/2014/main" id="{F035F74D-1BC5-4087-B126-645C75D82E78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5004756"/>
          </a:xfrm>
          <a:custGeom>
            <a:avLst/>
            <a:gdLst/>
            <a:ahLst/>
            <a:cxnLst/>
            <a:rect l="0" t="0" r="0" b="0"/>
            <a:pathLst>
              <a:path w="250238" h="5004756">
                <a:moveTo>
                  <a:pt x="0" y="5004756"/>
                </a:moveTo>
                <a:lnTo>
                  <a:pt x="250238" y="5004756"/>
                </a:lnTo>
                <a:lnTo>
                  <a:pt x="250238" y="0"/>
                </a:lnTo>
                <a:lnTo>
                  <a:pt x="0" y="0"/>
                </a:lnTo>
                <a:lnTo>
                  <a:pt x="0" y="500475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12" name="F3_paired_semantic_8610">
            <a:extLst>
              <a:ext uri="{FF2B5EF4-FFF2-40B4-BE49-F238E27FC236}">
                <a16:creationId xmlns:a16="http://schemas.microsoft.com/office/drawing/2014/main" id="{D39E38D5-1509-4463-8631-D1142A879733}"/>
              </a:ext>
            </a:extLst>
          </p:cNvPr>
          <p:cNvSpPr>
            <a:spLocks noGrp="1"/>
          </p:cNvSpPr>
          <p:nvPr/>
        </p:nvSpPr>
        <p:spPr>
          <a:xfrm>
            <a:off x="7106701" y="66404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DE725"/>
          </a:solidFill>
          <a:ln w="5054">
            <a:solidFill>
              <a:srgbClr val="FDE725"/>
            </a:solidFill>
            <a:prstDash val="solid"/>
          </a:ln>
        </p:spPr>
      </p:sp>
      <p:sp>
        <p:nvSpPr>
          <p:cNvPr id="213" name="F3_paired_semantic_8611">
            <a:extLst>
              <a:ext uri="{FF2B5EF4-FFF2-40B4-BE49-F238E27FC236}">
                <a16:creationId xmlns:a16="http://schemas.microsoft.com/office/drawing/2014/main" id="{B403E68F-A180-4789-96AD-FDAA843FCF47}"/>
              </a:ext>
            </a:extLst>
          </p:cNvPr>
          <p:cNvSpPr>
            <a:spLocks noGrp="1"/>
          </p:cNvSpPr>
          <p:nvPr/>
        </p:nvSpPr>
        <p:spPr>
          <a:xfrm>
            <a:off x="7106701" y="66209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BE723"/>
          </a:solidFill>
          <a:ln w="5054">
            <a:solidFill>
              <a:srgbClr val="FBE723"/>
            </a:solidFill>
            <a:prstDash val="solid"/>
          </a:ln>
        </p:spPr>
      </p:sp>
      <p:sp>
        <p:nvSpPr>
          <p:cNvPr id="214" name="F3_paired_semantic_8612">
            <a:extLst>
              <a:ext uri="{FF2B5EF4-FFF2-40B4-BE49-F238E27FC236}">
                <a16:creationId xmlns:a16="http://schemas.microsoft.com/office/drawing/2014/main" id="{57F62874-58D3-43CA-8C61-9C96C849D01E}"/>
              </a:ext>
            </a:extLst>
          </p:cNvPr>
          <p:cNvSpPr>
            <a:spLocks noGrp="1"/>
          </p:cNvSpPr>
          <p:nvPr/>
        </p:nvSpPr>
        <p:spPr>
          <a:xfrm>
            <a:off x="7106701" y="66013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8E621"/>
          </a:solidFill>
          <a:ln w="5054">
            <a:solidFill>
              <a:srgbClr val="F8E621"/>
            </a:solidFill>
            <a:prstDash val="solid"/>
          </a:ln>
        </p:spPr>
      </p:sp>
      <p:sp>
        <p:nvSpPr>
          <p:cNvPr id="215" name="F3_paired_semantic_8613">
            <a:extLst>
              <a:ext uri="{FF2B5EF4-FFF2-40B4-BE49-F238E27FC236}">
                <a16:creationId xmlns:a16="http://schemas.microsoft.com/office/drawing/2014/main" id="{A41C6F6C-F88D-4BE3-969E-E12CA453EA11}"/>
              </a:ext>
            </a:extLst>
          </p:cNvPr>
          <p:cNvSpPr>
            <a:spLocks noGrp="1"/>
          </p:cNvSpPr>
          <p:nvPr/>
        </p:nvSpPr>
        <p:spPr>
          <a:xfrm>
            <a:off x="7106701" y="65818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6E620"/>
          </a:solidFill>
          <a:ln w="5054">
            <a:solidFill>
              <a:srgbClr val="F6E620"/>
            </a:solidFill>
            <a:prstDash val="solid"/>
          </a:ln>
        </p:spPr>
      </p:sp>
      <p:sp>
        <p:nvSpPr>
          <p:cNvPr id="216" name="F3_paired_semantic_8614">
            <a:extLst>
              <a:ext uri="{FF2B5EF4-FFF2-40B4-BE49-F238E27FC236}">
                <a16:creationId xmlns:a16="http://schemas.microsoft.com/office/drawing/2014/main" id="{EE831C31-42A4-4E56-AB7B-2E903A0E3233}"/>
              </a:ext>
            </a:extLst>
          </p:cNvPr>
          <p:cNvSpPr>
            <a:spLocks noGrp="1"/>
          </p:cNvSpPr>
          <p:nvPr/>
        </p:nvSpPr>
        <p:spPr>
          <a:xfrm>
            <a:off x="7106701" y="65622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4E61E"/>
          </a:solidFill>
          <a:ln w="5054">
            <a:solidFill>
              <a:srgbClr val="F4E61E"/>
            </a:solidFill>
            <a:prstDash val="solid"/>
          </a:ln>
        </p:spPr>
      </p:sp>
      <p:sp>
        <p:nvSpPr>
          <p:cNvPr id="217" name="F3_paired_semantic_8615">
            <a:extLst>
              <a:ext uri="{FF2B5EF4-FFF2-40B4-BE49-F238E27FC236}">
                <a16:creationId xmlns:a16="http://schemas.microsoft.com/office/drawing/2014/main" id="{385E220E-AA47-474E-9B0B-A48BB9F6FCA9}"/>
              </a:ext>
            </a:extLst>
          </p:cNvPr>
          <p:cNvSpPr>
            <a:spLocks noGrp="1"/>
          </p:cNvSpPr>
          <p:nvPr/>
        </p:nvSpPr>
        <p:spPr>
          <a:xfrm>
            <a:off x="7106701" y="65427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1E51D"/>
          </a:solidFill>
          <a:ln w="5054">
            <a:solidFill>
              <a:srgbClr val="F1E51D"/>
            </a:solidFill>
            <a:prstDash val="solid"/>
          </a:ln>
        </p:spPr>
      </p:sp>
      <p:sp>
        <p:nvSpPr>
          <p:cNvPr id="218" name="F3_paired_semantic_8616">
            <a:extLst>
              <a:ext uri="{FF2B5EF4-FFF2-40B4-BE49-F238E27FC236}">
                <a16:creationId xmlns:a16="http://schemas.microsoft.com/office/drawing/2014/main" id="{20A3B8A2-926A-4AB2-8643-C15E36B20ACE}"/>
              </a:ext>
            </a:extLst>
          </p:cNvPr>
          <p:cNvSpPr>
            <a:spLocks noGrp="1"/>
          </p:cNvSpPr>
          <p:nvPr/>
        </p:nvSpPr>
        <p:spPr>
          <a:xfrm>
            <a:off x="7106701" y="65231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FE51C"/>
          </a:solidFill>
          <a:ln w="5054">
            <a:solidFill>
              <a:srgbClr val="EFE51C"/>
            </a:solidFill>
            <a:prstDash val="solid"/>
          </a:ln>
        </p:spPr>
      </p:sp>
      <p:sp>
        <p:nvSpPr>
          <p:cNvPr id="219" name="F3_paired_semantic_8617">
            <a:extLst>
              <a:ext uri="{FF2B5EF4-FFF2-40B4-BE49-F238E27FC236}">
                <a16:creationId xmlns:a16="http://schemas.microsoft.com/office/drawing/2014/main" id="{C18F7CCD-956B-4D73-9882-2B95E6E631C1}"/>
              </a:ext>
            </a:extLst>
          </p:cNvPr>
          <p:cNvSpPr>
            <a:spLocks noGrp="1"/>
          </p:cNvSpPr>
          <p:nvPr/>
        </p:nvSpPr>
        <p:spPr>
          <a:xfrm>
            <a:off x="7106701" y="65036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CE51B"/>
          </a:solidFill>
          <a:ln w="5054">
            <a:solidFill>
              <a:srgbClr val="ECE51B"/>
            </a:solidFill>
            <a:prstDash val="solid"/>
          </a:ln>
        </p:spPr>
      </p:sp>
      <p:sp>
        <p:nvSpPr>
          <p:cNvPr id="220" name="F3_paired_semantic_8618">
            <a:extLst>
              <a:ext uri="{FF2B5EF4-FFF2-40B4-BE49-F238E27FC236}">
                <a16:creationId xmlns:a16="http://schemas.microsoft.com/office/drawing/2014/main" id="{F64715F2-022E-48A8-9A8B-77CC56D6E910}"/>
              </a:ext>
            </a:extLst>
          </p:cNvPr>
          <p:cNvSpPr>
            <a:spLocks noGrp="1"/>
          </p:cNvSpPr>
          <p:nvPr/>
        </p:nvSpPr>
        <p:spPr>
          <a:xfrm>
            <a:off x="7106701" y="64840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AE51A"/>
          </a:solidFill>
          <a:ln w="5054">
            <a:solidFill>
              <a:srgbClr val="EAE51A"/>
            </a:solidFill>
            <a:prstDash val="solid"/>
          </a:ln>
        </p:spPr>
      </p:sp>
      <p:sp>
        <p:nvSpPr>
          <p:cNvPr id="221" name="F3_paired_semantic_8619">
            <a:extLst>
              <a:ext uri="{FF2B5EF4-FFF2-40B4-BE49-F238E27FC236}">
                <a16:creationId xmlns:a16="http://schemas.microsoft.com/office/drawing/2014/main" id="{B31F87D2-B2D6-411D-B706-6DE21955987E}"/>
              </a:ext>
            </a:extLst>
          </p:cNvPr>
          <p:cNvSpPr>
            <a:spLocks noGrp="1"/>
          </p:cNvSpPr>
          <p:nvPr/>
        </p:nvSpPr>
        <p:spPr>
          <a:xfrm>
            <a:off x="7106701" y="64645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7E419"/>
          </a:solidFill>
          <a:ln w="5054">
            <a:solidFill>
              <a:srgbClr val="E7E419"/>
            </a:solidFill>
            <a:prstDash val="solid"/>
          </a:ln>
        </p:spPr>
      </p:sp>
      <p:sp>
        <p:nvSpPr>
          <p:cNvPr id="222" name="F3_paired_semantic_8620">
            <a:extLst>
              <a:ext uri="{FF2B5EF4-FFF2-40B4-BE49-F238E27FC236}">
                <a16:creationId xmlns:a16="http://schemas.microsoft.com/office/drawing/2014/main" id="{2BE1C975-1D3B-49D8-A5C9-C853DF541220}"/>
              </a:ext>
            </a:extLst>
          </p:cNvPr>
          <p:cNvSpPr>
            <a:spLocks noGrp="1"/>
          </p:cNvSpPr>
          <p:nvPr/>
        </p:nvSpPr>
        <p:spPr>
          <a:xfrm>
            <a:off x="7106701" y="64449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5E419"/>
          </a:solidFill>
          <a:ln w="5054">
            <a:solidFill>
              <a:srgbClr val="E5E419"/>
            </a:solidFill>
            <a:prstDash val="solid"/>
          </a:ln>
        </p:spPr>
      </p:sp>
      <p:sp>
        <p:nvSpPr>
          <p:cNvPr id="223" name="F3_paired_semantic_8621">
            <a:extLst>
              <a:ext uri="{FF2B5EF4-FFF2-40B4-BE49-F238E27FC236}">
                <a16:creationId xmlns:a16="http://schemas.microsoft.com/office/drawing/2014/main" id="{AEB51568-D091-4D5C-8822-69F18E110EAF}"/>
              </a:ext>
            </a:extLst>
          </p:cNvPr>
          <p:cNvSpPr>
            <a:spLocks noGrp="1"/>
          </p:cNvSpPr>
          <p:nvPr/>
        </p:nvSpPr>
        <p:spPr>
          <a:xfrm>
            <a:off x="7106701" y="64254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2E418"/>
          </a:solidFill>
          <a:ln w="5054">
            <a:solidFill>
              <a:srgbClr val="E2E418"/>
            </a:solidFill>
            <a:prstDash val="solid"/>
          </a:ln>
        </p:spPr>
      </p:sp>
      <p:sp>
        <p:nvSpPr>
          <p:cNvPr id="224" name="F3_paired_semantic_8622">
            <a:extLst>
              <a:ext uri="{FF2B5EF4-FFF2-40B4-BE49-F238E27FC236}">
                <a16:creationId xmlns:a16="http://schemas.microsoft.com/office/drawing/2014/main" id="{CA38E300-1C66-4A06-85F5-65B0573733C6}"/>
              </a:ext>
            </a:extLst>
          </p:cNvPr>
          <p:cNvSpPr>
            <a:spLocks noGrp="1"/>
          </p:cNvSpPr>
          <p:nvPr/>
        </p:nvSpPr>
        <p:spPr>
          <a:xfrm>
            <a:off x="7106701" y="64058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FE318"/>
          </a:solidFill>
          <a:ln w="5054">
            <a:solidFill>
              <a:srgbClr val="DFE318"/>
            </a:solidFill>
            <a:prstDash val="solid"/>
          </a:ln>
        </p:spPr>
      </p:sp>
      <p:sp>
        <p:nvSpPr>
          <p:cNvPr id="225" name="F3_paired_semantic_8623">
            <a:extLst>
              <a:ext uri="{FF2B5EF4-FFF2-40B4-BE49-F238E27FC236}">
                <a16:creationId xmlns:a16="http://schemas.microsoft.com/office/drawing/2014/main" id="{4EA1E62D-DC64-45A2-978E-F5DE8032E163}"/>
              </a:ext>
            </a:extLst>
          </p:cNvPr>
          <p:cNvSpPr>
            <a:spLocks noGrp="1"/>
          </p:cNvSpPr>
          <p:nvPr/>
        </p:nvSpPr>
        <p:spPr>
          <a:xfrm>
            <a:off x="7106701" y="63863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DE318"/>
          </a:solidFill>
          <a:ln w="5054">
            <a:solidFill>
              <a:srgbClr val="DDE318"/>
            </a:solidFill>
            <a:prstDash val="solid"/>
          </a:ln>
        </p:spPr>
      </p:sp>
      <p:sp>
        <p:nvSpPr>
          <p:cNvPr id="226" name="F3_paired_semantic_8624">
            <a:extLst>
              <a:ext uri="{FF2B5EF4-FFF2-40B4-BE49-F238E27FC236}">
                <a16:creationId xmlns:a16="http://schemas.microsoft.com/office/drawing/2014/main" id="{2D841B5B-8339-4ADF-A1E6-66EAEAF7FA38}"/>
              </a:ext>
            </a:extLst>
          </p:cNvPr>
          <p:cNvSpPr>
            <a:spLocks noGrp="1"/>
          </p:cNvSpPr>
          <p:nvPr/>
        </p:nvSpPr>
        <p:spPr>
          <a:xfrm>
            <a:off x="7106701" y="63667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AE319"/>
          </a:solidFill>
          <a:ln w="5054">
            <a:solidFill>
              <a:srgbClr val="DAE319"/>
            </a:solidFill>
            <a:prstDash val="solid"/>
          </a:ln>
        </p:spPr>
      </p:sp>
      <p:sp>
        <p:nvSpPr>
          <p:cNvPr id="227" name="F3_paired_semantic_8625">
            <a:extLst>
              <a:ext uri="{FF2B5EF4-FFF2-40B4-BE49-F238E27FC236}">
                <a16:creationId xmlns:a16="http://schemas.microsoft.com/office/drawing/2014/main" id="{FF3B5E07-A64F-41C4-8ED4-A6FED8301E60}"/>
              </a:ext>
            </a:extLst>
          </p:cNvPr>
          <p:cNvSpPr>
            <a:spLocks noGrp="1"/>
          </p:cNvSpPr>
          <p:nvPr/>
        </p:nvSpPr>
        <p:spPr>
          <a:xfrm>
            <a:off x="7106701" y="63472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8E219"/>
          </a:solidFill>
          <a:ln w="5054">
            <a:solidFill>
              <a:srgbClr val="D8E219"/>
            </a:solidFill>
            <a:prstDash val="solid"/>
          </a:ln>
        </p:spPr>
      </p:sp>
      <p:sp>
        <p:nvSpPr>
          <p:cNvPr id="228" name="F3_paired_semantic_8626">
            <a:extLst>
              <a:ext uri="{FF2B5EF4-FFF2-40B4-BE49-F238E27FC236}">
                <a16:creationId xmlns:a16="http://schemas.microsoft.com/office/drawing/2014/main" id="{FF5CB040-7F13-4660-B068-CF1BA9629193}"/>
              </a:ext>
            </a:extLst>
          </p:cNvPr>
          <p:cNvSpPr>
            <a:spLocks noGrp="1"/>
          </p:cNvSpPr>
          <p:nvPr/>
        </p:nvSpPr>
        <p:spPr>
          <a:xfrm>
            <a:off x="7106701" y="63276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5E21A"/>
          </a:solidFill>
          <a:ln w="5054">
            <a:solidFill>
              <a:srgbClr val="D5E21A"/>
            </a:solidFill>
            <a:prstDash val="solid"/>
          </a:ln>
        </p:spPr>
      </p:sp>
      <p:sp>
        <p:nvSpPr>
          <p:cNvPr id="229" name="F3_paired_semantic_8627">
            <a:extLst>
              <a:ext uri="{FF2B5EF4-FFF2-40B4-BE49-F238E27FC236}">
                <a16:creationId xmlns:a16="http://schemas.microsoft.com/office/drawing/2014/main" id="{A5A80D3D-BDA0-4BB0-B730-DE2267BE957F}"/>
              </a:ext>
            </a:extLst>
          </p:cNvPr>
          <p:cNvSpPr>
            <a:spLocks noGrp="1"/>
          </p:cNvSpPr>
          <p:nvPr/>
        </p:nvSpPr>
        <p:spPr>
          <a:xfrm>
            <a:off x="7106701" y="63081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2E21B"/>
          </a:solidFill>
          <a:ln w="5054">
            <a:solidFill>
              <a:srgbClr val="D2E21B"/>
            </a:solidFill>
            <a:prstDash val="solid"/>
          </a:ln>
        </p:spPr>
      </p:sp>
      <p:sp>
        <p:nvSpPr>
          <p:cNvPr id="230" name="F3_paired_semantic_8628">
            <a:extLst>
              <a:ext uri="{FF2B5EF4-FFF2-40B4-BE49-F238E27FC236}">
                <a16:creationId xmlns:a16="http://schemas.microsoft.com/office/drawing/2014/main" id="{8326987C-094C-4E70-B238-DE866F5D9122}"/>
              </a:ext>
            </a:extLst>
          </p:cNvPr>
          <p:cNvSpPr>
            <a:spLocks noGrp="1"/>
          </p:cNvSpPr>
          <p:nvPr/>
        </p:nvSpPr>
        <p:spPr>
          <a:xfrm>
            <a:off x="7106701" y="62885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0E11C"/>
          </a:solidFill>
          <a:ln w="5054">
            <a:solidFill>
              <a:srgbClr val="D0E11C"/>
            </a:solidFill>
            <a:prstDash val="solid"/>
          </a:ln>
        </p:spPr>
      </p:sp>
      <p:sp>
        <p:nvSpPr>
          <p:cNvPr id="231" name="F3_paired_semantic_8629">
            <a:extLst>
              <a:ext uri="{FF2B5EF4-FFF2-40B4-BE49-F238E27FC236}">
                <a16:creationId xmlns:a16="http://schemas.microsoft.com/office/drawing/2014/main" id="{93039BCC-9CF0-415C-88B9-BE35AF4D4C44}"/>
              </a:ext>
            </a:extLst>
          </p:cNvPr>
          <p:cNvSpPr>
            <a:spLocks noGrp="1"/>
          </p:cNvSpPr>
          <p:nvPr/>
        </p:nvSpPr>
        <p:spPr>
          <a:xfrm>
            <a:off x="7106701" y="62690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DE11D"/>
          </a:solidFill>
          <a:ln w="5054">
            <a:solidFill>
              <a:srgbClr val="CDE11D"/>
            </a:solidFill>
            <a:prstDash val="solid"/>
          </a:ln>
        </p:spPr>
      </p:sp>
      <p:sp>
        <p:nvSpPr>
          <p:cNvPr id="232" name="F3_paired_semantic_8630">
            <a:extLst>
              <a:ext uri="{FF2B5EF4-FFF2-40B4-BE49-F238E27FC236}">
                <a16:creationId xmlns:a16="http://schemas.microsoft.com/office/drawing/2014/main" id="{28A6F181-F5E2-4B5C-882E-B2AA87DCE003}"/>
              </a:ext>
            </a:extLst>
          </p:cNvPr>
          <p:cNvSpPr>
            <a:spLocks noGrp="1"/>
          </p:cNvSpPr>
          <p:nvPr/>
        </p:nvSpPr>
        <p:spPr>
          <a:xfrm>
            <a:off x="7106701" y="62494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AE11F"/>
          </a:solidFill>
          <a:ln w="5054">
            <a:solidFill>
              <a:srgbClr val="CAE11F"/>
            </a:solidFill>
            <a:prstDash val="solid"/>
          </a:ln>
        </p:spPr>
      </p:sp>
      <p:sp>
        <p:nvSpPr>
          <p:cNvPr id="233" name="F3_paired_semantic_8631">
            <a:extLst>
              <a:ext uri="{FF2B5EF4-FFF2-40B4-BE49-F238E27FC236}">
                <a16:creationId xmlns:a16="http://schemas.microsoft.com/office/drawing/2014/main" id="{70FBB5EF-C39E-46BF-A736-FDFF3E052A90}"/>
              </a:ext>
            </a:extLst>
          </p:cNvPr>
          <p:cNvSpPr>
            <a:spLocks noGrp="1"/>
          </p:cNvSpPr>
          <p:nvPr/>
        </p:nvSpPr>
        <p:spPr>
          <a:xfrm>
            <a:off x="7106701" y="62299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8E020"/>
          </a:solidFill>
          <a:ln w="5054">
            <a:solidFill>
              <a:srgbClr val="C8E020"/>
            </a:solidFill>
            <a:prstDash val="solid"/>
          </a:ln>
        </p:spPr>
      </p:sp>
      <p:sp>
        <p:nvSpPr>
          <p:cNvPr id="234" name="F3_paired_semantic_8632">
            <a:extLst>
              <a:ext uri="{FF2B5EF4-FFF2-40B4-BE49-F238E27FC236}">
                <a16:creationId xmlns:a16="http://schemas.microsoft.com/office/drawing/2014/main" id="{76139620-6A2B-47C7-BB29-6AB239C5A1F6}"/>
              </a:ext>
            </a:extLst>
          </p:cNvPr>
          <p:cNvSpPr>
            <a:spLocks noGrp="1"/>
          </p:cNvSpPr>
          <p:nvPr/>
        </p:nvSpPr>
        <p:spPr>
          <a:xfrm>
            <a:off x="7106701" y="62103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5E021"/>
          </a:solidFill>
          <a:ln w="5054">
            <a:solidFill>
              <a:srgbClr val="C5E021"/>
            </a:solidFill>
            <a:prstDash val="solid"/>
          </a:ln>
        </p:spPr>
      </p:sp>
      <p:sp>
        <p:nvSpPr>
          <p:cNvPr id="235" name="F3_paired_semantic_8633">
            <a:extLst>
              <a:ext uri="{FF2B5EF4-FFF2-40B4-BE49-F238E27FC236}">
                <a16:creationId xmlns:a16="http://schemas.microsoft.com/office/drawing/2014/main" id="{721379CC-DA6F-4CC8-9B86-E2FA25D8F4E8}"/>
              </a:ext>
            </a:extLst>
          </p:cNvPr>
          <p:cNvSpPr>
            <a:spLocks noGrp="1"/>
          </p:cNvSpPr>
          <p:nvPr/>
        </p:nvSpPr>
        <p:spPr>
          <a:xfrm>
            <a:off x="7106701" y="61908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2DF23"/>
          </a:solidFill>
          <a:ln w="5054">
            <a:solidFill>
              <a:srgbClr val="C2DF23"/>
            </a:solidFill>
            <a:prstDash val="solid"/>
          </a:ln>
        </p:spPr>
      </p:sp>
      <p:sp>
        <p:nvSpPr>
          <p:cNvPr id="236" name="F3_paired_semantic_8634">
            <a:extLst>
              <a:ext uri="{FF2B5EF4-FFF2-40B4-BE49-F238E27FC236}">
                <a16:creationId xmlns:a16="http://schemas.microsoft.com/office/drawing/2014/main" id="{FDF2BED5-9BB4-40FA-B941-37A0D0F78CDC}"/>
              </a:ext>
            </a:extLst>
          </p:cNvPr>
          <p:cNvSpPr>
            <a:spLocks noGrp="1"/>
          </p:cNvSpPr>
          <p:nvPr/>
        </p:nvSpPr>
        <p:spPr>
          <a:xfrm>
            <a:off x="7106701" y="61712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0DF25"/>
          </a:solidFill>
          <a:ln w="5054">
            <a:solidFill>
              <a:srgbClr val="C0DF25"/>
            </a:solidFill>
            <a:prstDash val="solid"/>
          </a:ln>
        </p:spPr>
      </p:sp>
      <p:sp>
        <p:nvSpPr>
          <p:cNvPr id="237" name="F3_paired_semantic_8635">
            <a:extLst>
              <a:ext uri="{FF2B5EF4-FFF2-40B4-BE49-F238E27FC236}">
                <a16:creationId xmlns:a16="http://schemas.microsoft.com/office/drawing/2014/main" id="{B2E0A4C6-2051-41D7-AA0A-9940FF6C878C}"/>
              </a:ext>
            </a:extLst>
          </p:cNvPr>
          <p:cNvSpPr>
            <a:spLocks noGrp="1"/>
          </p:cNvSpPr>
          <p:nvPr/>
        </p:nvSpPr>
        <p:spPr>
          <a:xfrm>
            <a:off x="7106701" y="61517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DDF26"/>
          </a:solidFill>
          <a:ln w="5054">
            <a:solidFill>
              <a:srgbClr val="BDDF26"/>
            </a:solidFill>
            <a:prstDash val="solid"/>
          </a:ln>
        </p:spPr>
      </p:sp>
      <p:sp>
        <p:nvSpPr>
          <p:cNvPr id="238" name="F3_paired_semantic_8636">
            <a:extLst>
              <a:ext uri="{FF2B5EF4-FFF2-40B4-BE49-F238E27FC236}">
                <a16:creationId xmlns:a16="http://schemas.microsoft.com/office/drawing/2014/main" id="{16303C01-2044-45BF-9A2C-F8D1EA3C50C5}"/>
              </a:ext>
            </a:extLst>
          </p:cNvPr>
          <p:cNvSpPr>
            <a:spLocks noGrp="1"/>
          </p:cNvSpPr>
          <p:nvPr/>
        </p:nvSpPr>
        <p:spPr>
          <a:xfrm>
            <a:off x="7106701" y="61321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ADE28"/>
          </a:solidFill>
          <a:ln w="5054">
            <a:solidFill>
              <a:srgbClr val="BADE28"/>
            </a:solidFill>
            <a:prstDash val="solid"/>
          </a:ln>
        </p:spPr>
      </p:sp>
      <p:sp>
        <p:nvSpPr>
          <p:cNvPr id="239" name="F3_paired_semantic_8637">
            <a:extLst>
              <a:ext uri="{FF2B5EF4-FFF2-40B4-BE49-F238E27FC236}">
                <a16:creationId xmlns:a16="http://schemas.microsoft.com/office/drawing/2014/main" id="{38BA5AF0-B477-4DB6-B6C4-97B018FC8C3D}"/>
              </a:ext>
            </a:extLst>
          </p:cNvPr>
          <p:cNvSpPr>
            <a:spLocks noGrp="1"/>
          </p:cNvSpPr>
          <p:nvPr/>
        </p:nvSpPr>
        <p:spPr>
          <a:xfrm>
            <a:off x="7106701" y="61126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8DE29"/>
          </a:solidFill>
          <a:ln w="5054">
            <a:solidFill>
              <a:srgbClr val="B8DE29"/>
            </a:solidFill>
            <a:prstDash val="solid"/>
          </a:ln>
        </p:spPr>
      </p:sp>
      <p:sp>
        <p:nvSpPr>
          <p:cNvPr id="240" name="F3_paired_semantic_8638">
            <a:extLst>
              <a:ext uri="{FF2B5EF4-FFF2-40B4-BE49-F238E27FC236}">
                <a16:creationId xmlns:a16="http://schemas.microsoft.com/office/drawing/2014/main" id="{E2B364DC-DF5F-405B-B5EB-68698ECAF20B}"/>
              </a:ext>
            </a:extLst>
          </p:cNvPr>
          <p:cNvSpPr>
            <a:spLocks noGrp="1"/>
          </p:cNvSpPr>
          <p:nvPr/>
        </p:nvSpPr>
        <p:spPr>
          <a:xfrm>
            <a:off x="7106701" y="60930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5DE2B"/>
          </a:solidFill>
          <a:ln w="5054">
            <a:solidFill>
              <a:srgbClr val="B5DE2B"/>
            </a:solidFill>
            <a:prstDash val="solid"/>
          </a:ln>
        </p:spPr>
      </p:sp>
      <p:sp>
        <p:nvSpPr>
          <p:cNvPr id="241" name="F3_paired_semantic_8639">
            <a:extLst>
              <a:ext uri="{FF2B5EF4-FFF2-40B4-BE49-F238E27FC236}">
                <a16:creationId xmlns:a16="http://schemas.microsoft.com/office/drawing/2014/main" id="{C0C5544D-0B82-4D85-AA1D-24AD3026337E}"/>
              </a:ext>
            </a:extLst>
          </p:cNvPr>
          <p:cNvSpPr>
            <a:spLocks noGrp="1"/>
          </p:cNvSpPr>
          <p:nvPr/>
        </p:nvSpPr>
        <p:spPr>
          <a:xfrm>
            <a:off x="7106701" y="60735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2DD2D"/>
          </a:solidFill>
          <a:ln w="5054">
            <a:solidFill>
              <a:srgbClr val="B2DD2D"/>
            </a:solidFill>
            <a:prstDash val="solid"/>
          </a:ln>
        </p:spPr>
      </p:sp>
      <p:sp>
        <p:nvSpPr>
          <p:cNvPr id="242" name="F3_paired_semantic_8640">
            <a:extLst>
              <a:ext uri="{FF2B5EF4-FFF2-40B4-BE49-F238E27FC236}">
                <a16:creationId xmlns:a16="http://schemas.microsoft.com/office/drawing/2014/main" id="{F52456E8-0D94-4F8E-8B81-5A8D7440B583}"/>
              </a:ext>
            </a:extLst>
          </p:cNvPr>
          <p:cNvSpPr>
            <a:spLocks noGrp="1"/>
          </p:cNvSpPr>
          <p:nvPr/>
        </p:nvSpPr>
        <p:spPr>
          <a:xfrm>
            <a:off x="7106701" y="60539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0DD2F"/>
          </a:solidFill>
          <a:ln w="5054">
            <a:solidFill>
              <a:srgbClr val="B0DD2F"/>
            </a:solidFill>
            <a:prstDash val="solid"/>
          </a:ln>
        </p:spPr>
      </p:sp>
      <p:sp>
        <p:nvSpPr>
          <p:cNvPr id="243" name="F3_paired_semantic_8641">
            <a:extLst>
              <a:ext uri="{FF2B5EF4-FFF2-40B4-BE49-F238E27FC236}">
                <a16:creationId xmlns:a16="http://schemas.microsoft.com/office/drawing/2014/main" id="{CF1E5F90-27BC-4C3C-B572-F8A670569C30}"/>
              </a:ext>
            </a:extLst>
          </p:cNvPr>
          <p:cNvSpPr>
            <a:spLocks noGrp="1"/>
          </p:cNvSpPr>
          <p:nvPr/>
        </p:nvSpPr>
        <p:spPr>
          <a:xfrm>
            <a:off x="7106701" y="60344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DDC30"/>
          </a:solidFill>
          <a:ln w="5054">
            <a:solidFill>
              <a:srgbClr val="ADDC30"/>
            </a:solidFill>
            <a:prstDash val="solid"/>
          </a:ln>
        </p:spPr>
      </p:sp>
      <p:sp>
        <p:nvSpPr>
          <p:cNvPr id="244" name="F3_paired_semantic_8642">
            <a:extLst>
              <a:ext uri="{FF2B5EF4-FFF2-40B4-BE49-F238E27FC236}">
                <a16:creationId xmlns:a16="http://schemas.microsoft.com/office/drawing/2014/main" id="{4D82AED7-AF68-4D4F-970C-A647571006E0}"/>
              </a:ext>
            </a:extLst>
          </p:cNvPr>
          <p:cNvSpPr>
            <a:spLocks noGrp="1"/>
          </p:cNvSpPr>
          <p:nvPr/>
        </p:nvSpPr>
        <p:spPr>
          <a:xfrm>
            <a:off x="7106701" y="60148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ADC32"/>
          </a:solidFill>
          <a:ln w="5054">
            <a:solidFill>
              <a:srgbClr val="AADC32"/>
            </a:solidFill>
            <a:prstDash val="solid"/>
          </a:ln>
        </p:spPr>
      </p:sp>
      <p:sp>
        <p:nvSpPr>
          <p:cNvPr id="245" name="F3_paired_semantic_8643">
            <a:extLst>
              <a:ext uri="{FF2B5EF4-FFF2-40B4-BE49-F238E27FC236}">
                <a16:creationId xmlns:a16="http://schemas.microsoft.com/office/drawing/2014/main" id="{8078B89D-31D6-4087-A79E-B764B5D8686D}"/>
              </a:ext>
            </a:extLst>
          </p:cNvPr>
          <p:cNvSpPr>
            <a:spLocks noGrp="1"/>
          </p:cNvSpPr>
          <p:nvPr/>
        </p:nvSpPr>
        <p:spPr>
          <a:xfrm>
            <a:off x="7106701" y="59953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8DB34"/>
          </a:solidFill>
          <a:ln w="5054">
            <a:solidFill>
              <a:srgbClr val="A8DB34"/>
            </a:solidFill>
            <a:prstDash val="solid"/>
          </a:ln>
        </p:spPr>
      </p:sp>
      <p:sp>
        <p:nvSpPr>
          <p:cNvPr id="246" name="F3_paired_semantic_8644">
            <a:extLst>
              <a:ext uri="{FF2B5EF4-FFF2-40B4-BE49-F238E27FC236}">
                <a16:creationId xmlns:a16="http://schemas.microsoft.com/office/drawing/2014/main" id="{B9DCC2CE-1F28-42A9-8D6F-DC98938094EE}"/>
              </a:ext>
            </a:extLst>
          </p:cNvPr>
          <p:cNvSpPr>
            <a:spLocks noGrp="1"/>
          </p:cNvSpPr>
          <p:nvPr/>
        </p:nvSpPr>
        <p:spPr>
          <a:xfrm>
            <a:off x="7106701" y="59757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5DB36"/>
          </a:solidFill>
          <a:ln w="5054">
            <a:solidFill>
              <a:srgbClr val="A5DB36"/>
            </a:solidFill>
            <a:prstDash val="solid"/>
          </a:ln>
        </p:spPr>
      </p:sp>
      <p:sp>
        <p:nvSpPr>
          <p:cNvPr id="247" name="F3_paired_semantic_8645">
            <a:extLst>
              <a:ext uri="{FF2B5EF4-FFF2-40B4-BE49-F238E27FC236}">
                <a16:creationId xmlns:a16="http://schemas.microsoft.com/office/drawing/2014/main" id="{81C8C5E0-A110-4C44-8198-738DA72824F4}"/>
              </a:ext>
            </a:extLst>
          </p:cNvPr>
          <p:cNvSpPr>
            <a:spLocks noGrp="1"/>
          </p:cNvSpPr>
          <p:nvPr/>
        </p:nvSpPr>
        <p:spPr>
          <a:xfrm>
            <a:off x="7106701" y="59562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2DA37"/>
          </a:solidFill>
          <a:ln w="5054">
            <a:solidFill>
              <a:srgbClr val="A2DA37"/>
            </a:solidFill>
            <a:prstDash val="solid"/>
          </a:ln>
        </p:spPr>
      </p:sp>
      <p:sp>
        <p:nvSpPr>
          <p:cNvPr id="248" name="F3_paired_semantic_8646">
            <a:extLst>
              <a:ext uri="{FF2B5EF4-FFF2-40B4-BE49-F238E27FC236}">
                <a16:creationId xmlns:a16="http://schemas.microsoft.com/office/drawing/2014/main" id="{4531FE2E-7A0F-4898-A69D-75DC1F5C1FCB}"/>
              </a:ext>
            </a:extLst>
          </p:cNvPr>
          <p:cNvSpPr>
            <a:spLocks noGrp="1"/>
          </p:cNvSpPr>
          <p:nvPr/>
        </p:nvSpPr>
        <p:spPr>
          <a:xfrm>
            <a:off x="7106701" y="59366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0DA39"/>
          </a:solidFill>
          <a:ln w="5054">
            <a:solidFill>
              <a:srgbClr val="A0DA39"/>
            </a:solidFill>
            <a:prstDash val="solid"/>
          </a:ln>
        </p:spPr>
      </p:sp>
      <p:sp>
        <p:nvSpPr>
          <p:cNvPr id="249" name="F3_paired_semantic_8647">
            <a:extLst>
              <a:ext uri="{FF2B5EF4-FFF2-40B4-BE49-F238E27FC236}">
                <a16:creationId xmlns:a16="http://schemas.microsoft.com/office/drawing/2014/main" id="{F2C8331F-826D-4995-B5BF-A611795C902F}"/>
              </a:ext>
            </a:extLst>
          </p:cNvPr>
          <p:cNvSpPr>
            <a:spLocks noGrp="1"/>
          </p:cNvSpPr>
          <p:nvPr/>
        </p:nvSpPr>
        <p:spPr>
          <a:xfrm>
            <a:off x="7106701" y="59171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DD93B"/>
          </a:solidFill>
          <a:ln w="5054">
            <a:solidFill>
              <a:srgbClr val="9DD93B"/>
            </a:solidFill>
            <a:prstDash val="solid"/>
          </a:ln>
        </p:spPr>
      </p:sp>
      <p:sp>
        <p:nvSpPr>
          <p:cNvPr id="250" name="F3_paired_semantic_8648">
            <a:extLst>
              <a:ext uri="{FF2B5EF4-FFF2-40B4-BE49-F238E27FC236}">
                <a16:creationId xmlns:a16="http://schemas.microsoft.com/office/drawing/2014/main" id="{B0072236-AA8F-47BD-969B-594FC7144889}"/>
              </a:ext>
            </a:extLst>
          </p:cNvPr>
          <p:cNvSpPr>
            <a:spLocks noGrp="1"/>
          </p:cNvSpPr>
          <p:nvPr/>
        </p:nvSpPr>
        <p:spPr>
          <a:xfrm>
            <a:off x="7106701" y="58975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BD93C"/>
          </a:solidFill>
          <a:ln w="5054">
            <a:solidFill>
              <a:srgbClr val="9BD93C"/>
            </a:solidFill>
            <a:prstDash val="solid"/>
          </a:ln>
        </p:spPr>
      </p:sp>
      <p:sp>
        <p:nvSpPr>
          <p:cNvPr id="251" name="F3_paired_semantic_8649">
            <a:extLst>
              <a:ext uri="{FF2B5EF4-FFF2-40B4-BE49-F238E27FC236}">
                <a16:creationId xmlns:a16="http://schemas.microsoft.com/office/drawing/2014/main" id="{20F33499-0550-44BE-B836-CAA433CC112E}"/>
              </a:ext>
            </a:extLst>
          </p:cNvPr>
          <p:cNvSpPr>
            <a:spLocks noGrp="1"/>
          </p:cNvSpPr>
          <p:nvPr/>
        </p:nvSpPr>
        <p:spPr>
          <a:xfrm>
            <a:off x="7106701" y="58780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8D83E"/>
          </a:solidFill>
          <a:ln w="5054">
            <a:solidFill>
              <a:srgbClr val="98D83E"/>
            </a:solidFill>
            <a:prstDash val="solid"/>
          </a:ln>
        </p:spPr>
      </p:sp>
      <p:sp>
        <p:nvSpPr>
          <p:cNvPr id="252" name="F3_paired_semantic_8650">
            <a:extLst>
              <a:ext uri="{FF2B5EF4-FFF2-40B4-BE49-F238E27FC236}">
                <a16:creationId xmlns:a16="http://schemas.microsoft.com/office/drawing/2014/main" id="{E5139CE3-AA5E-484E-948A-C77F239A29A1}"/>
              </a:ext>
            </a:extLst>
          </p:cNvPr>
          <p:cNvSpPr>
            <a:spLocks noGrp="1"/>
          </p:cNvSpPr>
          <p:nvPr/>
        </p:nvSpPr>
        <p:spPr>
          <a:xfrm>
            <a:off x="7106701" y="58584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5D840"/>
          </a:solidFill>
          <a:ln w="5054">
            <a:solidFill>
              <a:srgbClr val="95D840"/>
            </a:solidFill>
            <a:prstDash val="solid"/>
          </a:ln>
        </p:spPr>
      </p:sp>
      <p:sp>
        <p:nvSpPr>
          <p:cNvPr id="253" name="F3_paired_semantic_8651">
            <a:extLst>
              <a:ext uri="{FF2B5EF4-FFF2-40B4-BE49-F238E27FC236}">
                <a16:creationId xmlns:a16="http://schemas.microsoft.com/office/drawing/2014/main" id="{71C65982-5BA0-425E-80F9-F45252ADE620}"/>
              </a:ext>
            </a:extLst>
          </p:cNvPr>
          <p:cNvSpPr>
            <a:spLocks noGrp="1"/>
          </p:cNvSpPr>
          <p:nvPr/>
        </p:nvSpPr>
        <p:spPr>
          <a:xfrm>
            <a:off x="7106701" y="58389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3D741"/>
          </a:solidFill>
          <a:ln w="5054">
            <a:solidFill>
              <a:srgbClr val="93D741"/>
            </a:solidFill>
            <a:prstDash val="solid"/>
          </a:ln>
        </p:spPr>
      </p:sp>
      <p:sp>
        <p:nvSpPr>
          <p:cNvPr id="254" name="F3_paired_semantic_8652">
            <a:extLst>
              <a:ext uri="{FF2B5EF4-FFF2-40B4-BE49-F238E27FC236}">
                <a16:creationId xmlns:a16="http://schemas.microsoft.com/office/drawing/2014/main" id="{73F3D8CC-18F4-434A-8F1D-F8E7A7DB18A9}"/>
              </a:ext>
            </a:extLst>
          </p:cNvPr>
          <p:cNvSpPr>
            <a:spLocks noGrp="1"/>
          </p:cNvSpPr>
          <p:nvPr/>
        </p:nvSpPr>
        <p:spPr>
          <a:xfrm>
            <a:off x="7106701" y="58193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0D743"/>
          </a:solidFill>
          <a:ln w="5054">
            <a:solidFill>
              <a:srgbClr val="90D743"/>
            </a:solidFill>
            <a:prstDash val="solid"/>
          </a:ln>
        </p:spPr>
      </p:sp>
      <p:sp>
        <p:nvSpPr>
          <p:cNvPr id="255" name="F3_paired_semantic_8653">
            <a:extLst>
              <a:ext uri="{FF2B5EF4-FFF2-40B4-BE49-F238E27FC236}">
                <a16:creationId xmlns:a16="http://schemas.microsoft.com/office/drawing/2014/main" id="{CE179EFC-E2C3-481F-A83F-78A57E9865FC}"/>
              </a:ext>
            </a:extLst>
          </p:cNvPr>
          <p:cNvSpPr>
            <a:spLocks noGrp="1"/>
          </p:cNvSpPr>
          <p:nvPr/>
        </p:nvSpPr>
        <p:spPr>
          <a:xfrm>
            <a:off x="7106701" y="57998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ED645"/>
          </a:solidFill>
          <a:ln w="5054">
            <a:solidFill>
              <a:srgbClr val="8ED645"/>
            </a:solidFill>
            <a:prstDash val="solid"/>
          </a:ln>
        </p:spPr>
      </p:sp>
      <p:sp>
        <p:nvSpPr>
          <p:cNvPr id="256" name="F3_paired_semantic_8654">
            <a:extLst>
              <a:ext uri="{FF2B5EF4-FFF2-40B4-BE49-F238E27FC236}">
                <a16:creationId xmlns:a16="http://schemas.microsoft.com/office/drawing/2014/main" id="{CD08D098-A138-4450-A83E-97041A99F7B8}"/>
              </a:ext>
            </a:extLst>
          </p:cNvPr>
          <p:cNvSpPr>
            <a:spLocks noGrp="1"/>
          </p:cNvSpPr>
          <p:nvPr/>
        </p:nvSpPr>
        <p:spPr>
          <a:xfrm>
            <a:off x="7106701" y="57802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BD646"/>
          </a:solidFill>
          <a:ln w="5054">
            <a:solidFill>
              <a:srgbClr val="8BD646"/>
            </a:solidFill>
            <a:prstDash val="solid"/>
          </a:ln>
        </p:spPr>
      </p:sp>
      <p:sp>
        <p:nvSpPr>
          <p:cNvPr id="257" name="F3_paired_semantic_8655">
            <a:extLst>
              <a:ext uri="{FF2B5EF4-FFF2-40B4-BE49-F238E27FC236}">
                <a16:creationId xmlns:a16="http://schemas.microsoft.com/office/drawing/2014/main" id="{A13559CA-58C4-46D0-A608-71DC0531871B}"/>
              </a:ext>
            </a:extLst>
          </p:cNvPr>
          <p:cNvSpPr>
            <a:spLocks noGrp="1"/>
          </p:cNvSpPr>
          <p:nvPr/>
        </p:nvSpPr>
        <p:spPr>
          <a:xfrm>
            <a:off x="7106701" y="57607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9D548"/>
          </a:solidFill>
          <a:ln w="5054">
            <a:solidFill>
              <a:srgbClr val="89D548"/>
            </a:solidFill>
            <a:prstDash val="solid"/>
          </a:ln>
        </p:spPr>
      </p:sp>
      <p:sp>
        <p:nvSpPr>
          <p:cNvPr id="258" name="F3_paired_semantic_8656">
            <a:extLst>
              <a:ext uri="{FF2B5EF4-FFF2-40B4-BE49-F238E27FC236}">
                <a16:creationId xmlns:a16="http://schemas.microsoft.com/office/drawing/2014/main" id="{0A74B2A1-953E-4585-A2DC-A32855A125AE}"/>
              </a:ext>
            </a:extLst>
          </p:cNvPr>
          <p:cNvSpPr>
            <a:spLocks noGrp="1"/>
          </p:cNvSpPr>
          <p:nvPr/>
        </p:nvSpPr>
        <p:spPr>
          <a:xfrm>
            <a:off x="7106701" y="57411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6D549"/>
          </a:solidFill>
          <a:ln w="5054">
            <a:solidFill>
              <a:srgbClr val="86D549"/>
            </a:solidFill>
            <a:prstDash val="solid"/>
          </a:ln>
        </p:spPr>
      </p:sp>
      <p:sp>
        <p:nvSpPr>
          <p:cNvPr id="259" name="F3_paired_semantic_8657">
            <a:extLst>
              <a:ext uri="{FF2B5EF4-FFF2-40B4-BE49-F238E27FC236}">
                <a16:creationId xmlns:a16="http://schemas.microsoft.com/office/drawing/2014/main" id="{72B66FF9-E3C8-46FA-B7EB-1799BAF89A44}"/>
              </a:ext>
            </a:extLst>
          </p:cNvPr>
          <p:cNvSpPr>
            <a:spLocks noGrp="1"/>
          </p:cNvSpPr>
          <p:nvPr/>
        </p:nvSpPr>
        <p:spPr>
          <a:xfrm>
            <a:off x="7106701" y="57216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4D44B"/>
          </a:solidFill>
          <a:ln w="5054">
            <a:solidFill>
              <a:srgbClr val="84D44B"/>
            </a:solidFill>
            <a:prstDash val="solid"/>
          </a:ln>
        </p:spPr>
      </p:sp>
      <p:sp>
        <p:nvSpPr>
          <p:cNvPr id="260" name="F3_paired_semantic_8658">
            <a:extLst>
              <a:ext uri="{FF2B5EF4-FFF2-40B4-BE49-F238E27FC236}">
                <a16:creationId xmlns:a16="http://schemas.microsoft.com/office/drawing/2014/main" id="{9670BFE4-0127-4E82-9358-F2FD9B0C7329}"/>
              </a:ext>
            </a:extLst>
          </p:cNvPr>
          <p:cNvSpPr>
            <a:spLocks noGrp="1"/>
          </p:cNvSpPr>
          <p:nvPr/>
        </p:nvSpPr>
        <p:spPr>
          <a:xfrm>
            <a:off x="7106701" y="57020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1D34D"/>
          </a:solidFill>
          <a:ln w="5054">
            <a:solidFill>
              <a:srgbClr val="81D34D"/>
            </a:solidFill>
            <a:prstDash val="solid"/>
          </a:ln>
        </p:spPr>
      </p:sp>
      <p:sp>
        <p:nvSpPr>
          <p:cNvPr id="261" name="F3_paired_semantic_8659">
            <a:extLst>
              <a:ext uri="{FF2B5EF4-FFF2-40B4-BE49-F238E27FC236}">
                <a16:creationId xmlns:a16="http://schemas.microsoft.com/office/drawing/2014/main" id="{EF814B4E-3535-4E32-852A-B7D88E557E28}"/>
              </a:ext>
            </a:extLst>
          </p:cNvPr>
          <p:cNvSpPr>
            <a:spLocks noGrp="1"/>
          </p:cNvSpPr>
          <p:nvPr/>
        </p:nvSpPr>
        <p:spPr>
          <a:xfrm>
            <a:off x="7106701" y="56825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FD34E"/>
          </a:solidFill>
          <a:ln w="5054">
            <a:solidFill>
              <a:srgbClr val="7FD34E"/>
            </a:solidFill>
            <a:prstDash val="solid"/>
          </a:ln>
        </p:spPr>
      </p:sp>
      <p:sp>
        <p:nvSpPr>
          <p:cNvPr id="262" name="F3_paired_semantic_8660">
            <a:extLst>
              <a:ext uri="{FF2B5EF4-FFF2-40B4-BE49-F238E27FC236}">
                <a16:creationId xmlns:a16="http://schemas.microsoft.com/office/drawing/2014/main" id="{801F0973-A7B4-4BAD-A133-0D34B30F4292}"/>
              </a:ext>
            </a:extLst>
          </p:cNvPr>
          <p:cNvSpPr>
            <a:spLocks noGrp="1"/>
          </p:cNvSpPr>
          <p:nvPr/>
        </p:nvSpPr>
        <p:spPr>
          <a:xfrm>
            <a:off x="7106701" y="56629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CD250"/>
          </a:solidFill>
          <a:ln w="5054">
            <a:solidFill>
              <a:srgbClr val="7CD250"/>
            </a:solidFill>
            <a:prstDash val="solid"/>
          </a:ln>
        </p:spPr>
      </p:sp>
      <p:sp>
        <p:nvSpPr>
          <p:cNvPr id="263" name="F3_paired_semantic_8661">
            <a:extLst>
              <a:ext uri="{FF2B5EF4-FFF2-40B4-BE49-F238E27FC236}">
                <a16:creationId xmlns:a16="http://schemas.microsoft.com/office/drawing/2014/main" id="{B590D9A9-99C8-4A8C-B5DA-0DDC33BF1D7D}"/>
              </a:ext>
            </a:extLst>
          </p:cNvPr>
          <p:cNvSpPr>
            <a:spLocks noGrp="1"/>
          </p:cNvSpPr>
          <p:nvPr/>
        </p:nvSpPr>
        <p:spPr>
          <a:xfrm>
            <a:off x="7106701" y="56434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AD151"/>
          </a:solidFill>
          <a:ln w="5054">
            <a:solidFill>
              <a:srgbClr val="7AD151"/>
            </a:solidFill>
            <a:prstDash val="solid"/>
          </a:ln>
        </p:spPr>
      </p:sp>
      <p:sp>
        <p:nvSpPr>
          <p:cNvPr id="264" name="F3_paired_semantic_8662">
            <a:extLst>
              <a:ext uri="{FF2B5EF4-FFF2-40B4-BE49-F238E27FC236}">
                <a16:creationId xmlns:a16="http://schemas.microsoft.com/office/drawing/2014/main" id="{E0A34DF6-176C-4FA7-AC85-30437D0BB61F}"/>
              </a:ext>
            </a:extLst>
          </p:cNvPr>
          <p:cNvSpPr>
            <a:spLocks noGrp="1"/>
          </p:cNvSpPr>
          <p:nvPr/>
        </p:nvSpPr>
        <p:spPr>
          <a:xfrm>
            <a:off x="7106701" y="56239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7D153"/>
          </a:solidFill>
          <a:ln w="5054">
            <a:solidFill>
              <a:srgbClr val="77D153"/>
            </a:solidFill>
            <a:prstDash val="solid"/>
          </a:ln>
        </p:spPr>
      </p:sp>
      <p:sp>
        <p:nvSpPr>
          <p:cNvPr id="265" name="F3_paired_semantic_8663">
            <a:extLst>
              <a:ext uri="{FF2B5EF4-FFF2-40B4-BE49-F238E27FC236}">
                <a16:creationId xmlns:a16="http://schemas.microsoft.com/office/drawing/2014/main" id="{122645E8-1A04-466E-9476-5FBA5A95F6F8}"/>
              </a:ext>
            </a:extLst>
          </p:cNvPr>
          <p:cNvSpPr>
            <a:spLocks noGrp="1"/>
          </p:cNvSpPr>
          <p:nvPr/>
        </p:nvSpPr>
        <p:spPr>
          <a:xfrm>
            <a:off x="7106701" y="56043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5D054"/>
          </a:solidFill>
          <a:ln w="5054">
            <a:solidFill>
              <a:srgbClr val="75D054"/>
            </a:solidFill>
            <a:prstDash val="solid"/>
          </a:ln>
        </p:spPr>
      </p:sp>
      <p:sp>
        <p:nvSpPr>
          <p:cNvPr id="266" name="F3_paired_semantic_8664">
            <a:extLst>
              <a:ext uri="{FF2B5EF4-FFF2-40B4-BE49-F238E27FC236}">
                <a16:creationId xmlns:a16="http://schemas.microsoft.com/office/drawing/2014/main" id="{2BD50DFF-8831-4618-B346-CA5C3D9DE4F3}"/>
              </a:ext>
            </a:extLst>
          </p:cNvPr>
          <p:cNvSpPr>
            <a:spLocks noGrp="1"/>
          </p:cNvSpPr>
          <p:nvPr/>
        </p:nvSpPr>
        <p:spPr>
          <a:xfrm>
            <a:off x="7106701" y="55848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3D056"/>
          </a:solidFill>
          <a:ln w="5054">
            <a:solidFill>
              <a:srgbClr val="73D056"/>
            </a:solidFill>
            <a:prstDash val="solid"/>
          </a:ln>
        </p:spPr>
      </p:sp>
      <p:sp>
        <p:nvSpPr>
          <p:cNvPr id="267" name="F3_paired_semantic_8665">
            <a:extLst>
              <a:ext uri="{FF2B5EF4-FFF2-40B4-BE49-F238E27FC236}">
                <a16:creationId xmlns:a16="http://schemas.microsoft.com/office/drawing/2014/main" id="{E5E3FEE1-0588-4A59-A164-6FD33490D09C}"/>
              </a:ext>
            </a:extLst>
          </p:cNvPr>
          <p:cNvSpPr>
            <a:spLocks noGrp="1"/>
          </p:cNvSpPr>
          <p:nvPr/>
        </p:nvSpPr>
        <p:spPr>
          <a:xfrm>
            <a:off x="7106701" y="55652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0CF57"/>
          </a:solidFill>
          <a:ln w="5054">
            <a:solidFill>
              <a:srgbClr val="70CF57"/>
            </a:solidFill>
            <a:prstDash val="solid"/>
          </a:ln>
        </p:spPr>
      </p:sp>
      <p:sp>
        <p:nvSpPr>
          <p:cNvPr id="268" name="F3_paired_semantic_8666">
            <a:extLst>
              <a:ext uri="{FF2B5EF4-FFF2-40B4-BE49-F238E27FC236}">
                <a16:creationId xmlns:a16="http://schemas.microsoft.com/office/drawing/2014/main" id="{63CDA2B4-C339-4893-83F8-3BCB573C4C8E}"/>
              </a:ext>
            </a:extLst>
          </p:cNvPr>
          <p:cNvSpPr>
            <a:spLocks noGrp="1"/>
          </p:cNvSpPr>
          <p:nvPr/>
        </p:nvSpPr>
        <p:spPr>
          <a:xfrm>
            <a:off x="7106701" y="55457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ECE58"/>
          </a:solidFill>
          <a:ln w="5054">
            <a:solidFill>
              <a:srgbClr val="6ECE58"/>
            </a:solidFill>
            <a:prstDash val="solid"/>
          </a:ln>
        </p:spPr>
      </p:sp>
      <p:sp>
        <p:nvSpPr>
          <p:cNvPr id="269" name="F3_paired_semantic_8667">
            <a:extLst>
              <a:ext uri="{FF2B5EF4-FFF2-40B4-BE49-F238E27FC236}">
                <a16:creationId xmlns:a16="http://schemas.microsoft.com/office/drawing/2014/main" id="{4B85A487-0112-48A4-BE7E-7AFC84DE81B2}"/>
              </a:ext>
            </a:extLst>
          </p:cNvPr>
          <p:cNvSpPr>
            <a:spLocks noGrp="1"/>
          </p:cNvSpPr>
          <p:nvPr/>
        </p:nvSpPr>
        <p:spPr>
          <a:xfrm>
            <a:off x="7106701" y="55261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CCD5A"/>
          </a:solidFill>
          <a:ln w="5054">
            <a:solidFill>
              <a:srgbClr val="6CCD5A"/>
            </a:solidFill>
            <a:prstDash val="solid"/>
          </a:ln>
        </p:spPr>
      </p:sp>
      <p:sp>
        <p:nvSpPr>
          <p:cNvPr id="270" name="F3_paired_semantic_8668">
            <a:extLst>
              <a:ext uri="{FF2B5EF4-FFF2-40B4-BE49-F238E27FC236}">
                <a16:creationId xmlns:a16="http://schemas.microsoft.com/office/drawing/2014/main" id="{DE1FBAD2-6703-447B-A3FA-8EF2B86695A5}"/>
              </a:ext>
            </a:extLst>
          </p:cNvPr>
          <p:cNvSpPr>
            <a:spLocks noGrp="1"/>
          </p:cNvSpPr>
          <p:nvPr/>
        </p:nvSpPr>
        <p:spPr>
          <a:xfrm>
            <a:off x="7106701" y="55066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9CD5B"/>
          </a:solidFill>
          <a:ln w="5054">
            <a:solidFill>
              <a:srgbClr val="69CD5B"/>
            </a:solidFill>
            <a:prstDash val="solid"/>
          </a:ln>
        </p:spPr>
      </p:sp>
      <p:sp>
        <p:nvSpPr>
          <p:cNvPr id="271" name="F3_paired_semantic_8669">
            <a:extLst>
              <a:ext uri="{FF2B5EF4-FFF2-40B4-BE49-F238E27FC236}">
                <a16:creationId xmlns:a16="http://schemas.microsoft.com/office/drawing/2014/main" id="{DF440CC3-8489-4FFC-97A1-84993D84F0D8}"/>
              </a:ext>
            </a:extLst>
          </p:cNvPr>
          <p:cNvSpPr>
            <a:spLocks noGrp="1"/>
          </p:cNvSpPr>
          <p:nvPr/>
        </p:nvSpPr>
        <p:spPr>
          <a:xfrm>
            <a:off x="7106701" y="54870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7CC5C"/>
          </a:solidFill>
          <a:ln w="5054">
            <a:solidFill>
              <a:srgbClr val="67CC5C"/>
            </a:solidFill>
            <a:prstDash val="solid"/>
          </a:ln>
        </p:spPr>
      </p:sp>
      <p:sp>
        <p:nvSpPr>
          <p:cNvPr id="272" name="F3_paired_semantic_8670">
            <a:extLst>
              <a:ext uri="{FF2B5EF4-FFF2-40B4-BE49-F238E27FC236}">
                <a16:creationId xmlns:a16="http://schemas.microsoft.com/office/drawing/2014/main" id="{DF592E10-E4BC-4067-92B6-F3190112207F}"/>
              </a:ext>
            </a:extLst>
          </p:cNvPr>
          <p:cNvSpPr>
            <a:spLocks noGrp="1"/>
          </p:cNvSpPr>
          <p:nvPr/>
        </p:nvSpPr>
        <p:spPr>
          <a:xfrm>
            <a:off x="7106701" y="54675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5CB5E"/>
          </a:solidFill>
          <a:ln w="5054">
            <a:solidFill>
              <a:srgbClr val="65CB5E"/>
            </a:solidFill>
            <a:prstDash val="solid"/>
          </a:ln>
        </p:spPr>
      </p:sp>
      <p:sp>
        <p:nvSpPr>
          <p:cNvPr id="273" name="F3_paired_semantic_8671">
            <a:extLst>
              <a:ext uri="{FF2B5EF4-FFF2-40B4-BE49-F238E27FC236}">
                <a16:creationId xmlns:a16="http://schemas.microsoft.com/office/drawing/2014/main" id="{9FC4C9CF-A40E-4856-A07A-3161D57EBF95}"/>
              </a:ext>
            </a:extLst>
          </p:cNvPr>
          <p:cNvSpPr>
            <a:spLocks noGrp="1"/>
          </p:cNvSpPr>
          <p:nvPr/>
        </p:nvSpPr>
        <p:spPr>
          <a:xfrm>
            <a:off x="7106701" y="54479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3CB5F"/>
          </a:solidFill>
          <a:ln w="5054">
            <a:solidFill>
              <a:srgbClr val="63CB5F"/>
            </a:solidFill>
            <a:prstDash val="solid"/>
          </a:ln>
        </p:spPr>
      </p:sp>
      <p:sp>
        <p:nvSpPr>
          <p:cNvPr id="274" name="F3_paired_semantic_8672">
            <a:extLst>
              <a:ext uri="{FF2B5EF4-FFF2-40B4-BE49-F238E27FC236}">
                <a16:creationId xmlns:a16="http://schemas.microsoft.com/office/drawing/2014/main" id="{ADAB2AA9-4A04-466C-B44C-FFDC52B240BA}"/>
              </a:ext>
            </a:extLst>
          </p:cNvPr>
          <p:cNvSpPr>
            <a:spLocks noGrp="1"/>
          </p:cNvSpPr>
          <p:nvPr/>
        </p:nvSpPr>
        <p:spPr>
          <a:xfrm>
            <a:off x="7106701" y="54284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0CA60"/>
          </a:solidFill>
          <a:ln w="5054">
            <a:solidFill>
              <a:srgbClr val="60CA60"/>
            </a:solidFill>
            <a:prstDash val="solid"/>
          </a:ln>
        </p:spPr>
      </p:sp>
      <p:sp>
        <p:nvSpPr>
          <p:cNvPr id="275" name="F3_paired_semantic_8673">
            <a:extLst>
              <a:ext uri="{FF2B5EF4-FFF2-40B4-BE49-F238E27FC236}">
                <a16:creationId xmlns:a16="http://schemas.microsoft.com/office/drawing/2014/main" id="{C64F9CD1-7973-462F-A82F-49AE08171F0F}"/>
              </a:ext>
            </a:extLst>
          </p:cNvPr>
          <p:cNvSpPr>
            <a:spLocks noGrp="1"/>
          </p:cNvSpPr>
          <p:nvPr/>
        </p:nvSpPr>
        <p:spPr>
          <a:xfrm>
            <a:off x="7106701" y="54088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EC962"/>
          </a:solidFill>
          <a:ln w="5054">
            <a:solidFill>
              <a:srgbClr val="5EC962"/>
            </a:solidFill>
            <a:prstDash val="solid"/>
          </a:ln>
        </p:spPr>
      </p:sp>
      <p:sp>
        <p:nvSpPr>
          <p:cNvPr id="276" name="F3_paired_semantic_8674">
            <a:extLst>
              <a:ext uri="{FF2B5EF4-FFF2-40B4-BE49-F238E27FC236}">
                <a16:creationId xmlns:a16="http://schemas.microsoft.com/office/drawing/2014/main" id="{B81490E4-97C6-42FB-8CAC-D31DE442D08C}"/>
              </a:ext>
            </a:extLst>
          </p:cNvPr>
          <p:cNvSpPr>
            <a:spLocks noGrp="1"/>
          </p:cNvSpPr>
          <p:nvPr/>
        </p:nvSpPr>
        <p:spPr>
          <a:xfrm>
            <a:off x="7106701" y="53893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CC863"/>
          </a:solidFill>
          <a:ln w="5054">
            <a:solidFill>
              <a:srgbClr val="5CC863"/>
            </a:solidFill>
            <a:prstDash val="solid"/>
          </a:ln>
        </p:spPr>
      </p:sp>
      <p:sp>
        <p:nvSpPr>
          <p:cNvPr id="277" name="F3_paired_semantic_8675">
            <a:extLst>
              <a:ext uri="{FF2B5EF4-FFF2-40B4-BE49-F238E27FC236}">
                <a16:creationId xmlns:a16="http://schemas.microsoft.com/office/drawing/2014/main" id="{B81E0AEB-9C31-4E8E-A24A-32850720B6B9}"/>
              </a:ext>
            </a:extLst>
          </p:cNvPr>
          <p:cNvSpPr>
            <a:spLocks noGrp="1"/>
          </p:cNvSpPr>
          <p:nvPr/>
        </p:nvSpPr>
        <p:spPr>
          <a:xfrm>
            <a:off x="7106701" y="53697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AC864"/>
          </a:solidFill>
          <a:ln w="5054">
            <a:solidFill>
              <a:srgbClr val="5AC864"/>
            </a:solidFill>
            <a:prstDash val="solid"/>
          </a:ln>
        </p:spPr>
      </p:sp>
      <p:sp>
        <p:nvSpPr>
          <p:cNvPr id="278" name="F3_paired_semantic_8676">
            <a:extLst>
              <a:ext uri="{FF2B5EF4-FFF2-40B4-BE49-F238E27FC236}">
                <a16:creationId xmlns:a16="http://schemas.microsoft.com/office/drawing/2014/main" id="{DD55A736-CBC7-4AEE-B75F-63249DF70286}"/>
              </a:ext>
            </a:extLst>
          </p:cNvPr>
          <p:cNvSpPr>
            <a:spLocks noGrp="1"/>
          </p:cNvSpPr>
          <p:nvPr/>
        </p:nvSpPr>
        <p:spPr>
          <a:xfrm>
            <a:off x="7106701" y="53502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8C765"/>
          </a:solidFill>
          <a:ln w="5054">
            <a:solidFill>
              <a:srgbClr val="58C765"/>
            </a:solidFill>
            <a:prstDash val="solid"/>
          </a:ln>
        </p:spPr>
      </p:sp>
      <p:sp>
        <p:nvSpPr>
          <p:cNvPr id="279" name="F3_paired_semantic_8677">
            <a:extLst>
              <a:ext uri="{FF2B5EF4-FFF2-40B4-BE49-F238E27FC236}">
                <a16:creationId xmlns:a16="http://schemas.microsoft.com/office/drawing/2014/main" id="{83E23834-3ECC-429F-B92B-7BD6291F7295}"/>
              </a:ext>
            </a:extLst>
          </p:cNvPr>
          <p:cNvSpPr>
            <a:spLocks noGrp="1"/>
          </p:cNvSpPr>
          <p:nvPr/>
        </p:nvSpPr>
        <p:spPr>
          <a:xfrm>
            <a:off x="7106701" y="53306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6C667"/>
          </a:solidFill>
          <a:ln w="5054">
            <a:solidFill>
              <a:srgbClr val="56C667"/>
            </a:solidFill>
            <a:prstDash val="solid"/>
          </a:ln>
        </p:spPr>
      </p:sp>
      <p:sp>
        <p:nvSpPr>
          <p:cNvPr id="280" name="F3_paired_semantic_8678">
            <a:extLst>
              <a:ext uri="{FF2B5EF4-FFF2-40B4-BE49-F238E27FC236}">
                <a16:creationId xmlns:a16="http://schemas.microsoft.com/office/drawing/2014/main" id="{CC950A9A-DD3C-4D80-AA94-A181C16A1980}"/>
              </a:ext>
            </a:extLst>
          </p:cNvPr>
          <p:cNvSpPr>
            <a:spLocks noGrp="1"/>
          </p:cNvSpPr>
          <p:nvPr/>
        </p:nvSpPr>
        <p:spPr>
          <a:xfrm>
            <a:off x="7106701" y="53111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4C568"/>
          </a:solidFill>
          <a:ln w="5054">
            <a:solidFill>
              <a:srgbClr val="54C568"/>
            </a:solidFill>
            <a:prstDash val="solid"/>
          </a:ln>
        </p:spPr>
      </p:sp>
      <p:sp>
        <p:nvSpPr>
          <p:cNvPr id="281" name="F3_paired_semantic_8679">
            <a:extLst>
              <a:ext uri="{FF2B5EF4-FFF2-40B4-BE49-F238E27FC236}">
                <a16:creationId xmlns:a16="http://schemas.microsoft.com/office/drawing/2014/main" id="{F76D270E-1E3E-4F08-A63B-7378C439266E}"/>
              </a:ext>
            </a:extLst>
          </p:cNvPr>
          <p:cNvSpPr>
            <a:spLocks noGrp="1"/>
          </p:cNvSpPr>
          <p:nvPr/>
        </p:nvSpPr>
        <p:spPr>
          <a:xfrm>
            <a:off x="7106701" y="52915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2C569"/>
          </a:solidFill>
          <a:ln w="5054">
            <a:solidFill>
              <a:srgbClr val="52C569"/>
            </a:solidFill>
            <a:prstDash val="solid"/>
          </a:ln>
        </p:spPr>
      </p:sp>
      <p:sp>
        <p:nvSpPr>
          <p:cNvPr id="282" name="F3_paired_semantic_8680">
            <a:extLst>
              <a:ext uri="{FF2B5EF4-FFF2-40B4-BE49-F238E27FC236}">
                <a16:creationId xmlns:a16="http://schemas.microsoft.com/office/drawing/2014/main" id="{5E5695C8-7DAC-436F-9C8E-23D52527C868}"/>
              </a:ext>
            </a:extLst>
          </p:cNvPr>
          <p:cNvSpPr>
            <a:spLocks noGrp="1"/>
          </p:cNvSpPr>
          <p:nvPr/>
        </p:nvSpPr>
        <p:spPr>
          <a:xfrm>
            <a:off x="7106701" y="52720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0C46A"/>
          </a:solidFill>
          <a:ln w="5054">
            <a:solidFill>
              <a:srgbClr val="50C46A"/>
            </a:solidFill>
            <a:prstDash val="solid"/>
          </a:ln>
        </p:spPr>
      </p:sp>
      <p:sp>
        <p:nvSpPr>
          <p:cNvPr id="283" name="F3_paired_semantic_8681">
            <a:extLst>
              <a:ext uri="{FF2B5EF4-FFF2-40B4-BE49-F238E27FC236}">
                <a16:creationId xmlns:a16="http://schemas.microsoft.com/office/drawing/2014/main" id="{79BC2B31-4B63-4A17-A82F-A8C756A7528C}"/>
              </a:ext>
            </a:extLst>
          </p:cNvPr>
          <p:cNvSpPr>
            <a:spLocks noGrp="1"/>
          </p:cNvSpPr>
          <p:nvPr/>
        </p:nvSpPr>
        <p:spPr>
          <a:xfrm>
            <a:off x="7106701" y="52524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EC36B"/>
          </a:solidFill>
          <a:ln w="5054">
            <a:solidFill>
              <a:srgbClr val="4EC36B"/>
            </a:solidFill>
            <a:prstDash val="solid"/>
          </a:ln>
        </p:spPr>
      </p:sp>
      <p:sp>
        <p:nvSpPr>
          <p:cNvPr id="284" name="F3_paired_semantic_8682">
            <a:extLst>
              <a:ext uri="{FF2B5EF4-FFF2-40B4-BE49-F238E27FC236}">
                <a16:creationId xmlns:a16="http://schemas.microsoft.com/office/drawing/2014/main" id="{101B49B9-EBBB-44D7-8CF2-B1F2E0D583F9}"/>
              </a:ext>
            </a:extLst>
          </p:cNvPr>
          <p:cNvSpPr>
            <a:spLocks noGrp="1"/>
          </p:cNvSpPr>
          <p:nvPr/>
        </p:nvSpPr>
        <p:spPr>
          <a:xfrm>
            <a:off x="7106701" y="52329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CC26C"/>
          </a:solidFill>
          <a:ln w="5054">
            <a:solidFill>
              <a:srgbClr val="4CC26C"/>
            </a:solidFill>
            <a:prstDash val="solid"/>
          </a:ln>
        </p:spPr>
      </p:sp>
      <p:sp>
        <p:nvSpPr>
          <p:cNvPr id="285" name="F3_paired_semantic_8683">
            <a:extLst>
              <a:ext uri="{FF2B5EF4-FFF2-40B4-BE49-F238E27FC236}">
                <a16:creationId xmlns:a16="http://schemas.microsoft.com/office/drawing/2014/main" id="{42B87B74-0103-4E39-8037-91850FBD7D15}"/>
              </a:ext>
            </a:extLst>
          </p:cNvPr>
          <p:cNvSpPr>
            <a:spLocks noGrp="1"/>
          </p:cNvSpPr>
          <p:nvPr/>
        </p:nvSpPr>
        <p:spPr>
          <a:xfrm>
            <a:off x="7106701" y="52133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AC16D"/>
          </a:solidFill>
          <a:ln w="5054">
            <a:solidFill>
              <a:srgbClr val="4AC16D"/>
            </a:solidFill>
            <a:prstDash val="solid"/>
          </a:ln>
        </p:spPr>
      </p:sp>
      <p:sp>
        <p:nvSpPr>
          <p:cNvPr id="286" name="F3_paired_semantic_8684">
            <a:extLst>
              <a:ext uri="{FF2B5EF4-FFF2-40B4-BE49-F238E27FC236}">
                <a16:creationId xmlns:a16="http://schemas.microsoft.com/office/drawing/2014/main" id="{A2801DAA-0CFE-4AF7-B7C7-72210B21785E}"/>
              </a:ext>
            </a:extLst>
          </p:cNvPr>
          <p:cNvSpPr>
            <a:spLocks noGrp="1"/>
          </p:cNvSpPr>
          <p:nvPr/>
        </p:nvSpPr>
        <p:spPr>
          <a:xfrm>
            <a:off x="7106701" y="51938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C16E"/>
          </a:solidFill>
          <a:ln w="5054">
            <a:solidFill>
              <a:srgbClr val="48C16E"/>
            </a:solidFill>
            <a:prstDash val="solid"/>
          </a:ln>
        </p:spPr>
      </p:sp>
      <p:sp>
        <p:nvSpPr>
          <p:cNvPr id="287" name="F3_paired_semantic_8685">
            <a:extLst>
              <a:ext uri="{FF2B5EF4-FFF2-40B4-BE49-F238E27FC236}">
                <a16:creationId xmlns:a16="http://schemas.microsoft.com/office/drawing/2014/main" id="{B45D06E4-22E9-47B1-9661-51E30A3DAFAB}"/>
              </a:ext>
            </a:extLst>
          </p:cNvPr>
          <p:cNvSpPr>
            <a:spLocks noGrp="1"/>
          </p:cNvSpPr>
          <p:nvPr/>
        </p:nvSpPr>
        <p:spPr>
          <a:xfrm>
            <a:off x="7106701" y="51742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C06F"/>
          </a:solidFill>
          <a:ln w="5054">
            <a:solidFill>
              <a:srgbClr val="46C06F"/>
            </a:solidFill>
            <a:prstDash val="solid"/>
          </a:ln>
        </p:spPr>
      </p:sp>
      <p:sp>
        <p:nvSpPr>
          <p:cNvPr id="288" name="F3_paired_semantic_8686">
            <a:extLst>
              <a:ext uri="{FF2B5EF4-FFF2-40B4-BE49-F238E27FC236}">
                <a16:creationId xmlns:a16="http://schemas.microsoft.com/office/drawing/2014/main" id="{9B3D17B1-03DA-4B8D-A013-A8EF9351673F}"/>
              </a:ext>
            </a:extLst>
          </p:cNvPr>
          <p:cNvSpPr>
            <a:spLocks noGrp="1"/>
          </p:cNvSpPr>
          <p:nvPr/>
        </p:nvSpPr>
        <p:spPr>
          <a:xfrm>
            <a:off x="7106701" y="51547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BF70"/>
          </a:solidFill>
          <a:ln w="5054">
            <a:solidFill>
              <a:srgbClr val="44BF70"/>
            </a:solidFill>
            <a:prstDash val="solid"/>
          </a:ln>
        </p:spPr>
      </p:sp>
      <p:sp>
        <p:nvSpPr>
          <p:cNvPr id="289" name="F3_paired_semantic_8687">
            <a:extLst>
              <a:ext uri="{FF2B5EF4-FFF2-40B4-BE49-F238E27FC236}">
                <a16:creationId xmlns:a16="http://schemas.microsoft.com/office/drawing/2014/main" id="{2159BF7A-91E9-4BB0-92F0-78D38D9023F7}"/>
              </a:ext>
            </a:extLst>
          </p:cNvPr>
          <p:cNvSpPr>
            <a:spLocks noGrp="1"/>
          </p:cNvSpPr>
          <p:nvPr/>
        </p:nvSpPr>
        <p:spPr>
          <a:xfrm>
            <a:off x="7106701" y="51351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BE71"/>
          </a:solidFill>
          <a:ln w="5054">
            <a:solidFill>
              <a:srgbClr val="42BE71"/>
            </a:solidFill>
            <a:prstDash val="solid"/>
          </a:ln>
        </p:spPr>
      </p:sp>
      <p:sp>
        <p:nvSpPr>
          <p:cNvPr id="290" name="F3_paired_semantic_8688">
            <a:extLst>
              <a:ext uri="{FF2B5EF4-FFF2-40B4-BE49-F238E27FC236}">
                <a16:creationId xmlns:a16="http://schemas.microsoft.com/office/drawing/2014/main" id="{4DF7480D-B0C8-4AF3-954C-3CB6665DC52A}"/>
              </a:ext>
            </a:extLst>
          </p:cNvPr>
          <p:cNvSpPr>
            <a:spLocks noGrp="1"/>
          </p:cNvSpPr>
          <p:nvPr/>
        </p:nvSpPr>
        <p:spPr>
          <a:xfrm>
            <a:off x="7106701" y="51156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BD72"/>
          </a:solidFill>
          <a:ln w="5054">
            <a:solidFill>
              <a:srgbClr val="40BD72"/>
            </a:solidFill>
            <a:prstDash val="solid"/>
          </a:ln>
        </p:spPr>
      </p:sp>
      <p:sp>
        <p:nvSpPr>
          <p:cNvPr id="291" name="F3_paired_semantic_8689">
            <a:extLst>
              <a:ext uri="{FF2B5EF4-FFF2-40B4-BE49-F238E27FC236}">
                <a16:creationId xmlns:a16="http://schemas.microsoft.com/office/drawing/2014/main" id="{E93A3924-F3D7-46CA-B310-1A22A3C4E6A3}"/>
              </a:ext>
            </a:extLst>
          </p:cNvPr>
          <p:cNvSpPr>
            <a:spLocks noGrp="1"/>
          </p:cNvSpPr>
          <p:nvPr/>
        </p:nvSpPr>
        <p:spPr>
          <a:xfrm>
            <a:off x="7106701" y="50960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BC73"/>
          </a:solidFill>
          <a:ln w="5054">
            <a:solidFill>
              <a:srgbClr val="3FBC73"/>
            </a:solidFill>
            <a:prstDash val="solid"/>
          </a:ln>
        </p:spPr>
      </p:sp>
      <p:sp>
        <p:nvSpPr>
          <p:cNvPr id="292" name="F3_paired_semantic_8690">
            <a:extLst>
              <a:ext uri="{FF2B5EF4-FFF2-40B4-BE49-F238E27FC236}">
                <a16:creationId xmlns:a16="http://schemas.microsoft.com/office/drawing/2014/main" id="{06D1125E-18B0-4688-82C4-BFBE5D006166}"/>
              </a:ext>
            </a:extLst>
          </p:cNvPr>
          <p:cNvSpPr>
            <a:spLocks noGrp="1"/>
          </p:cNvSpPr>
          <p:nvPr/>
        </p:nvSpPr>
        <p:spPr>
          <a:xfrm>
            <a:off x="7106701" y="50765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BC74"/>
          </a:solidFill>
          <a:ln w="5054">
            <a:solidFill>
              <a:srgbClr val="3DBC74"/>
            </a:solidFill>
            <a:prstDash val="solid"/>
          </a:ln>
        </p:spPr>
      </p:sp>
      <p:sp>
        <p:nvSpPr>
          <p:cNvPr id="293" name="F3_paired_semantic_8691">
            <a:extLst>
              <a:ext uri="{FF2B5EF4-FFF2-40B4-BE49-F238E27FC236}">
                <a16:creationId xmlns:a16="http://schemas.microsoft.com/office/drawing/2014/main" id="{355CE416-A476-4D76-A2FD-65D1698D491D}"/>
              </a:ext>
            </a:extLst>
          </p:cNvPr>
          <p:cNvSpPr>
            <a:spLocks noGrp="1"/>
          </p:cNvSpPr>
          <p:nvPr/>
        </p:nvSpPr>
        <p:spPr>
          <a:xfrm>
            <a:off x="7106701" y="50569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BB75"/>
          </a:solidFill>
          <a:ln w="5054">
            <a:solidFill>
              <a:srgbClr val="3BBB75"/>
            </a:solidFill>
            <a:prstDash val="solid"/>
          </a:ln>
        </p:spPr>
      </p:sp>
      <p:sp>
        <p:nvSpPr>
          <p:cNvPr id="294" name="F3_paired_semantic_8692">
            <a:extLst>
              <a:ext uri="{FF2B5EF4-FFF2-40B4-BE49-F238E27FC236}">
                <a16:creationId xmlns:a16="http://schemas.microsoft.com/office/drawing/2014/main" id="{94E8A260-13A0-4BCD-B4CE-B2F575BEE393}"/>
              </a:ext>
            </a:extLst>
          </p:cNvPr>
          <p:cNvSpPr>
            <a:spLocks noGrp="1"/>
          </p:cNvSpPr>
          <p:nvPr/>
        </p:nvSpPr>
        <p:spPr>
          <a:xfrm>
            <a:off x="7106701" y="50374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BA76"/>
          </a:solidFill>
          <a:ln w="5054">
            <a:solidFill>
              <a:srgbClr val="3ABA76"/>
            </a:solidFill>
            <a:prstDash val="solid"/>
          </a:ln>
        </p:spPr>
      </p:sp>
      <p:sp>
        <p:nvSpPr>
          <p:cNvPr id="295" name="F3_paired_semantic_8693">
            <a:extLst>
              <a:ext uri="{FF2B5EF4-FFF2-40B4-BE49-F238E27FC236}">
                <a16:creationId xmlns:a16="http://schemas.microsoft.com/office/drawing/2014/main" id="{236785D1-CD09-4720-9F8A-349928FCDF9B}"/>
              </a:ext>
            </a:extLst>
          </p:cNvPr>
          <p:cNvSpPr>
            <a:spLocks noGrp="1"/>
          </p:cNvSpPr>
          <p:nvPr/>
        </p:nvSpPr>
        <p:spPr>
          <a:xfrm>
            <a:off x="7106701" y="50178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B977"/>
          </a:solidFill>
          <a:ln w="5054">
            <a:solidFill>
              <a:srgbClr val="38B977"/>
            </a:solidFill>
            <a:prstDash val="solid"/>
          </a:ln>
        </p:spPr>
      </p:sp>
      <p:sp>
        <p:nvSpPr>
          <p:cNvPr id="296" name="F3_paired_semantic_8694">
            <a:extLst>
              <a:ext uri="{FF2B5EF4-FFF2-40B4-BE49-F238E27FC236}">
                <a16:creationId xmlns:a16="http://schemas.microsoft.com/office/drawing/2014/main" id="{0C2330BC-059C-476E-A2BC-26A60EEF2263}"/>
              </a:ext>
            </a:extLst>
          </p:cNvPr>
          <p:cNvSpPr>
            <a:spLocks noGrp="1"/>
          </p:cNvSpPr>
          <p:nvPr/>
        </p:nvSpPr>
        <p:spPr>
          <a:xfrm>
            <a:off x="7106701" y="49983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B878"/>
          </a:solidFill>
          <a:ln w="5054">
            <a:solidFill>
              <a:srgbClr val="37B878"/>
            </a:solidFill>
            <a:prstDash val="solid"/>
          </a:ln>
        </p:spPr>
      </p:sp>
      <p:sp>
        <p:nvSpPr>
          <p:cNvPr id="297" name="F3_paired_semantic_8695">
            <a:extLst>
              <a:ext uri="{FF2B5EF4-FFF2-40B4-BE49-F238E27FC236}">
                <a16:creationId xmlns:a16="http://schemas.microsoft.com/office/drawing/2014/main" id="{0398AD49-BB5E-4039-9D89-5C8FC493899F}"/>
              </a:ext>
            </a:extLst>
          </p:cNvPr>
          <p:cNvSpPr>
            <a:spLocks noGrp="1"/>
          </p:cNvSpPr>
          <p:nvPr/>
        </p:nvSpPr>
        <p:spPr>
          <a:xfrm>
            <a:off x="7106701" y="49787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B779"/>
          </a:solidFill>
          <a:ln w="5054">
            <a:solidFill>
              <a:srgbClr val="35B779"/>
            </a:solidFill>
            <a:prstDash val="solid"/>
          </a:ln>
        </p:spPr>
      </p:sp>
      <p:sp>
        <p:nvSpPr>
          <p:cNvPr id="298" name="F3_paired_semantic_8696">
            <a:extLst>
              <a:ext uri="{FF2B5EF4-FFF2-40B4-BE49-F238E27FC236}">
                <a16:creationId xmlns:a16="http://schemas.microsoft.com/office/drawing/2014/main" id="{C475B41B-5976-49EC-B4D8-739DD94FED51}"/>
              </a:ext>
            </a:extLst>
          </p:cNvPr>
          <p:cNvSpPr>
            <a:spLocks noGrp="1"/>
          </p:cNvSpPr>
          <p:nvPr/>
        </p:nvSpPr>
        <p:spPr>
          <a:xfrm>
            <a:off x="7106701" y="49592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B679"/>
          </a:solidFill>
          <a:ln w="5054">
            <a:solidFill>
              <a:srgbClr val="34B679"/>
            </a:solidFill>
            <a:prstDash val="solid"/>
          </a:ln>
        </p:spPr>
      </p:sp>
      <p:sp>
        <p:nvSpPr>
          <p:cNvPr id="299" name="F3_paired_semantic_8697">
            <a:extLst>
              <a:ext uri="{FF2B5EF4-FFF2-40B4-BE49-F238E27FC236}">
                <a16:creationId xmlns:a16="http://schemas.microsoft.com/office/drawing/2014/main" id="{F38C4484-8277-479D-8D98-AE9BEEE94D84}"/>
              </a:ext>
            </a:extLst>
          </p:cNvPr>
          <p:cNvSpPr>
            <a:spLocks noGrp="1"/>
          </p:cNvSpPr>
          <p:nvPr/>
        </p:nvSpPr>
        <p:spPr>
          <a:xfrm>
            <a:off x="7106701" y="49396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B67A"/>
          </a:solidFill>
          <a:ln w="5054">
            <a:solidFill>
              <a:srgbClr val="32B67A"/>
            </a:solidFill>
            <a:prstDash val="solid"/>
          </a:ln>
        </p:spPr>
      </p:sp>
      <p:sp>
        <p:nvSpPr>
          <p:cNvPr id="300" name="F3_paired_semantic_8698">
            <a:extLst>
              <a:ext uri="{FF2B5EF4-FFF2-40B4-BE49-F238E27FC236}">
                <a16:creationId xmlns:a16="http://schemas.microsoft.com/office/drawing/2014/main" id="{870C72EF-3EF0-442B-9FE1-12A9E84EE4F5}"/>
              </a:ext>
            </a:extLst>
          </p:cNvPr>
          <p:cNvSpPr>
            <a:spLocks noGrp="1"/>
          </p:cNvSpPr>
          <p:nvPr/>
        </p:nvSpPr>
        <p:spPr>
          <a:xfrm>
            <a:off x="7106701" y="49201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B57B"/>
          </a:solidFill>
          <a:ln w="5054">
            <a:solidFill>
              <a:srgbClr val="31B57B"/>
            </a:solidFill>
            <a:prstDash val="solid"/>
          </a:ln>
        </p:spPr>
      </p:sp>
      <p:sp>
        <p:nvSpPr>
          <p:cNvPr id="301" name="F3_paired_semantic_8699">
            <a:extLst>
              <a:ext uri="{FF2B5EF4-FFF2-40B4-BE49-F238E27FC236}">
                <a16:creationId xmlns:a16="http://schemas.microsoft.com/office/drawing/2014/main" id="{AD7D2BA9-1D8F-4932-86B7-78B0F1D117D3}"/>
              </a:ext>
            </a:extLst>
          </p:cNvPr>
          <p:cNvSpPr>
            <a:spLocks noGrp="1"/>
          </p:cNvSpPr>
          <p:nvPr/>
        </p:nvSpPr>
        <p:spPr>
          <a:xfrm>
            <a:off x="7106701" y="49005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B47C"/>
          </a:solidFill>
          <a:ln w="5054">
            <a:solidFill>
              <a:srgbClr val="2FB47C"/>
            </a:solidFill>
            <a:prstDash val="solid"/>
          </a:ln>
        </p:spPr>
      </p:sp>
      <p:sp>
        <p:nvSpPr>
          <p:cNvPr id="302" name="F3_paired_semantic_8700">
            <a:extLst>
              <a:ext uri="{FF2B5EF4-FFF2-40B4-BE49-F238E27FC236}">
                <a16:creationId xmlns:a16="http://schemas.microsoft.com/office/drawing/2014/main" id="{4C45C3C0-33EB-4360-A156-AB1E1C2983C1}"/>
              </a:ext>
            </a:extLst>
          </p:cNvPr>
          <p:cNvSpPr>
            <a:spLocks noGrp="1"/>
          </p:cNvSpPr>
          <p:nvPr/>
        </p:nvSpPr>
        <p:spPr>
          <a:xfrm>
            <a:off x="7106701" y="48810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B37C"/>
          </a:solidFill>
          <a:ln w="5054">
            <a:solidFill>
              <a:srgbClr val="2EB37C"/>
            </a:solidFill>
            <a:prstDash val="solid"/>
          </a:ln>
        </p:spPr>
      </p:sp>
      <p:sp>
        <p:nvSpPr>
          <p:cNvPr id="303" name="F3_paired_semantic_8701">
            <a:extLst>
              <a:ext uri="{FF2B5EF4-FFF2-40B4-BE49-F238E27FC236}">
                <a16:creationId xmlns:a16="http://schemas.microsoft.com/office/drawing/2014/main" id="{47A8BD78-1C39-4AB5-A984-D87F8C0B98EC}"/>
              </a:ext>
            </a:extLst>
          </p:cNvPr>
          <p:cNvSpPr>
            <a:spLocks noGrp="1"/>
          </p:cNvSpPr>
          <p:nvPr/>
        </p:nvSpPr>
        <p:spPr>
          <a:xfrm>
            <a:off x="7106701" y="48614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B27D"/>
          </a:solidFill>
          <a:ln w="5054">
            <a:solidFill>
              <a:srgbClr val="2DB27D"/>
            </a:solidFill>
            <a:prstDash val="solid"/>
          </a:ln>
        </p:spPr>
      </p:sp>
      <p:sp>
        <p:nvSpPr>
          <p:cNvPr id="304" name="F3_paired_semantic_8702">
            <a:extLst>
              <a:ext uri="{FF2B5EF4-FFF2-40B4-BE49-F238E27FC236}">
                <a16:creationId xmlns:a16="http://schemas.microsoft.com/office/drawing/2014/main" id="{11C7513C-E404-47A9-9B3D-68DE71263D95}"/>
              </a:ext>
            </a:extLst>
          </p:cNvPr>
          <p:cNvSpPr>
            <a:spLocks noGrp="1"/>
          </p:cNvSpPr>
          <p:nvPr/>
        </p:nvSpPr>
        <p:spPr>
          <a:xfrm>
            <a:off x="7106701" y="48419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B17E"/>
          </a:solidFill>
          <a:ln w="5054">
            <a:solidFill>
              <a:srgbClr val="2CB17E"/>
            </a:solidFill>
            <a:prstDash val="solid"/>
          </a:ln>
        </p:spPr>
      </p:sp>
      <p:sp>
        <p:nvSpPr>
          <p:cNvPr id="305" name="F3_paired_semantic_8703">
            <a:extLst>
              <a:ext uri="{FF2B5EF4-FFF2-40B4-BE49-F238E27FC236}">
                <a16:creationId xmlns:a16="http://schemas.microsoft.com/office/drawing/2014/main" id="{8D3CBF41-E1EC-491F-B42E-DDACFCBE2A19}"/>
              </a:ext>
            </a:extLst>
          </p:cNvPr>
          <p:cNvSpPr>
            <a:spLocks noGrp="1"/>
          </p:cNvSpPr>
          <p:nvPr/>
        </p:nvSpPr>
        <p:spPr>
          <a:xfrm>
            <a:off x="7106701" y="48223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B07F"/>
          </a:solidFill>
          <a:ln w="5054">
            <a:solidFill>
              <a:srgbClr val="2AB07F"/>
            </a:solidFill>
            <a:prstDash val="solid"/>
          </a:ln>
        </p:spPr>
      </p:sp>
      <p:sp>
        <p:nvSpPr>
          <p:cNvPr id="306" name="F3_paired_semantic_8704">
            <a:extLst>
              <a:ext uri="{FF2B5EF4-FFF2-40B4-BE49-F238E27FC236}">
                <a16:creationId xmlns:a16="http://schemas.microsoft.com/office/drawing/2014/main" id="{9D5C203A-59E9-425C-8F65-33733FAE9BF1}"/>
              </a:ext>
            </a:extLst>
          </p:cNvPr>
          <p:cNvSpPr>
            <a:spLocks noGrp="1"/>
          </p:cNvSpPr>
          <p:nvPr/>
        </p:nvSpPr>
        <p:spPr>
          <a:xfrm>
            <a:off x="7106701" y="48028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AF7F"/>
          </a:solidFill>
          <a:ln w="5054">
            <a:solidFill>
              <a:srgbClr val="29AF7F"/>
            </a:solidFill>
            <a:prstDash val="solid"/>
          </a:ln>
        </p:spPr>
      </p:sp>
      <p:sp>
        <p:nvSpPr>
          <p:cNvPr id="307" name="F3_paired_semantic_8705">
            <a:extLst>
              <a:ext uri="{FF2B5EF4-FFF2-40B4-BE49-F238E27FC236}">
                <a16:creationId xmlns:a16="http://schemas.microsoft.com/office/drawing/2014/main" id="{E40DDD21-02FD-437E-8A23-07FE472CA093}"/>
              </a:ext>
            </a:extLst>
          </p:cNvPr>
          <p:cNvSpPr>
            <a:spLocks noGrp="1"/>
          </p:cNvSpPr>
          <p:nvPr/>
        </p:nvSpPr>
        <p:spPr>
          <a:xfrm>
            <a:off x="7106701" y="47832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AE80"/>
          </a:solidFill>
          <a:ln w="5054">
            <a:solidFill>
              <a:srgbClr val="28AE80"/>
            </a:solidFill>
            <a:prstDash val="solid"/>
          </a:ln>
        </p:spPr>
      </p:sp>
      <p:sp>
        <p:nvSpPr>
          <p:cNvPr id="308" name="F3_paired_semantic_8706">
            <a:extLst>
              <a:ext uri="{FF2B5EF4-FFF2-40B4-BE49-F238E27FC236}">
                <a16:creationId xmlns:a16="http://schemas.microsoft.com/office/drawing/2014/main" id="{AB6D193C-6574-4D08-ACF3-5B7A988B06EA}"/>
              </a:ext>
            </a:extLst>
          </p:cNvPr>
          <p:cNvSpPr>
            <a:spLocks noGrp="1"/>
          </p:cNvSpPr>
          <p:nvPr/>
        </p:nvSpPr>
        <p:spPr>
          <a:xfrm>
            <a:off x="7106701" y="47637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AD81"/>
          </a:solidFill>
          <a:ln w="5054">
            <a:solidFill>
              <a:srgbClr val="27AD81"/>
            </a:solidFill>
            <a:prstDash val="solid"/>
          </a:ln>
        </p:spPr>
      </p:sp>
      <p:sp>
        <p:nvSpPr>
          <p:cNvPr id="309" name="F3_paired_semantic_8707">
            <a:extLst>
              <a:ext uri="{FF2B5EF4-FFF2-40B4-BE49-F238E27FC236}">
                <a16:creationId xmlns:a16="http://schemas.microsoft.com/office/drawing/2014/main" id="{DE20EE7E-2C48-4156-AF69-9D5574F64408}"/>
              </a:ext>
            </a:extLst>
          </p:cNvPr>
          <p:cNvSpPr>
            <a:spLocks noGrp="1"/>
          </p:cNvSpPr>
          <p:nvPr/>
        </p:nvSpPr>
        <p:spPr>
          <a:xfrm>
            <a:off x="7106701" y="47441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AD81"/>
          </a:solidFill>
          <a:ln w="5054">
            <a:solidFill>
              <a:srgbClr val="26AD81"/>
            </a:solidFill>
            <a:prstDash val="solid"/>
          </a:ln>
        </p:spPr>
      </p:sp>
      <p:sp>
        <p:nvSpPr>
          <p:cNvPr id="310" name="F3_paired_semantic_8708">
            <a:extLst>
              <a:ext uri="{FF2B5EF4-FFF2-40B4-BE49-F238E27FC236}">
                <a16:creationId xmlns:a16="http://schemas.microsoft.com/office/drawing/2014/main" id="{65C5BD96-0C5E-4825-80C1-A551C6EAAE00}"/>
              </a:ext>
            </a:extLst>
          </p:cNvPr>
          <p:cNvSpPr>
            <a:spLocks noGrp="1"/>
          </p:cNvSpPr>
          <p:nvPr/>
        </p:nvSpPr>
        <p:spPr>
          <a:xfrm>
            <a:off x="7106701" y="47246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C82"/>
          </a:solidFill>
          <a:ln w="5054">
            <a:solidFill>
              <a:srgbClr val="25AC82"/>
            </a:solidFill>
            <a:prstDash val="solid"/>
          </a:ln>
        </p:spPr>
      </p:sp>
      <p:sp>
        <p:nvSpPr>
          <p:cNvPr id="311" name="F3_paired_semantic_8709">
            <a:extLst>
              <a:ext uri="{FF2B5EF4-FFF2-40B4-BE49-F238E27FC236}">
                <a16:creationId xmlns:a16="http://schemas.microsoft.com/office/drawing/2014/main" id="{E5E4BB8B-A005-45C4-8E65-E6446EA50C16}"/>
              </a:ext>
            </a:extLst>
          </p:cNvPr>
          <p:cNvSpPr>
            <a:spLocks noGrp="1"/>
          </p:cNvSpPr>
          <p:nvPr/>
        </p:nvSpPr>
        <p:spPr>
          <a:xfrm>
            <a:off x="7106701" y="47050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B82"/>
          </a:solidFill>
          <a:ln w="5054">
            <a:solidFill>
              <a:srgbClr val="25AB82"/>
            </a:solidFill>
            <a:prstDash val="solid"/>
          </a:ln>
        </p:spPr>
      </p:sp>
      <p:sp>
        <p:nvSpPr>
          <p:cNvPr id="312" name="F3_paired_semantic_8710">
            <a:extLst>
              <a:ext uri="{FF2B5EF4-FFF2-40B4-BE49-F238E27FC236}">
                <a16:creationId xmlns:a16="http://schemas.microsoft.com/office/drawing/2014/main" id="{2003DC1F-C447-4238-8B5F-10BE84A910C6}"/>
              </a:ext>
            </a:extLst>
          </p:cNvPr>
          <p:cNvSpPr>
            <a:spLocks noGrp="1"/>
          </p:cNvSpPr>
          <p:nvPr/>
        </p:nvSpPr>
        <p:spPr>
          <a:xfrm>
            <a:off x="7106701" y="46855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AA83"/>
          </a:solidFill>
          <a:ln w="5054">
            <a:solidFill>
              <a:srgbClr val="24AA83"/>
            </a:solidFill>
            <a:prstDash val="solid"/>
          </a:ln>
        </p:spPr>
      </p:sp>
      <p:sp>
        <p:nvSpPr>
          <p:cNvPr id="313" name="F3_paired_semantic_8711">
            <a:extLst>
              <a:ext uri="{FF2B5EF4-FFF2-40B4-BE49-F238E27FC236}">
                <a16:creationId xmlns:a16="http://schemas.microsoft.com/office/drawing/2014/main" id="{E9FE9FAD-BB96-40A0-AE9C-5397347E5849}"/>
              </a:ext>
            </a:extLst>
          </p:cNvPr>
          <p:cNvSpPr>
            <a:spLocks noGrp="1"/>
          </p:cNvSpPr>
          <p:nvPr/>
        </p:nvSpPr>
        <p:spPr>
          <a:xfrm>
            <a:off x="7106701" y="46659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A983"/>
          </a:solidFill>
          <a:ln w="5054">
            <a:solidFill>
              <a:srgbClr val="23A983"/>
            </a:solidFill>
            <a:prstDash val="solid"/>
          </a:ln>
        </p:spPr>
      </p:sp>
      <p:sp>
        <p:nvSpPr>
          <p:cNvPr id="314" name="F3_paired_semantic_8712">
            <a:extLst>
              <a:ext uri="{FF2B5EF4-FFF2-40B4-BE49-F238E27FC236}">
                <a16:creationId xmlns:a16="http://schemas.microsoft.com/office/drawing/2014/main" id="{C242D6C7-37BA-448C-9AB3-5F136048164B}"/>
              </a:ext>
            </a:extLst>
          </p:cNvPr>
          <p:cNvSpPr>
            <a:spLocks noGrp="1"/>
          </p:cNvSpPr>
          <p:nvPr/>
        </p:nvSpPr>
        <p:spPr>
          <a:xfrm>
            <a:off x="7106701" y="46464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884"/>
          </a:solidFill>
          <a:ln w="5054">
            <a:solidFill>
              <a:srgbClr val="22A884"/>
            </a:solidFill>
            <a:prstDash val="solid"/>
          </a:ln>
        </p:spPr>
      </p:sp>
      <p:sp>
        <p:nvSpPr>
          <p:cNvPr id="315" name="F3_paired_semantic_8713">
            <a:extLst>
              <a:ext uri="{FF2B5EF4-FFF2-40B4-BE49-F238E27FC236}">
                <a16:creationId xmlns:a16="http://schemas.microsoft.com/office/drawing/2014/main" id="{3EBFD580-4CA8-4DAB-A011-E589331504A1}"/>
              </a:ext>
            </a:extLst>
          </p:cNvPr>
          <p:cNvSpPr>
            <a:spLocks noGrp="1"/>
          </p:cNvSpPr>
          <p:nvPr/>
        </p:nvSpPr>
        <p:spPr>
          <a:xfrm>
            <a:off x="7106701" y="46268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785"/>
          </a:solidFill>
          <a:ln w="5054">
            <a:solidFill>
              <a:srgbClr val="22A785"/>
            </a:solidFill>
            <a:prstDash val="solid"/>
          </a:ln>
        </p:spPr>
      </p:sp>
      <p:sp>
        <p:nvSpPr>
          <p:cNvPr id="316" name="F3_paired_semantic_8714">
            <a:extLst>
              <a:ext uri="{FF2B5EF4-FFF2-40B4-BE49-F238E27FC236}">
                <a16:creationId xmlns:a16="http://schemas.microsoft.com/office/drawing/2014/main" id="{D10E0BBD-8639-4304-B3D5-C23F0060B6FF}"/>
              </a:ext>
            </a:extLst>
          </p:cNvPr>
          <p:cNvSpPr>
            <a:spLocks noGrp="1"/>
          </p:cNvSpPr>
          <p:nvPr/>
        </p:nvSpPr>
        <p:spPr>
          <a:xfrm>
            <a:off x="7106701" y="46073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685"/>
          </a:solidFill>
          <a:ln w="5054">
            <a:solidFill>
              <a:srgbClr val="21A685"/>
            </a:solidFill>
            <a:prstDash val="solid"/>
          </a:ln>
        </p:spPr>
      </p:sp>
      <p:sp>
        <p:nvSpPr>
          <p:cNvPr id="317" name="F3_paired_semantic_8715">
            <a:extLst>
              <a:ext uri="{FF2B5EF4-FFF2-40B4-BE49-F238E27FC236}">
                <a16:creationId xmlns:a16="http://schemas.microsoft.com/office/drawing/2014/main" id="{F2D46822-D8D9-420D-B2AD-0F203E789945}"/>
              </a:ext>
            </a:extLst>
          </p:cNvPr>
          <p:cNvSpPr>
            <a:spLocks noGrp="1"/>
          </p:cNvSpPr>
          <p:nvPr/>
        </p:nvSpPr>
        <p:spPr>
          <a:xfrm>
            <a:off x="7106701" y="45877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585"/>
          </a:solidFill>
          <a:ln w="5054">
            <a:solidFill>
              <a:srgbClr val="21A585"/>
            </a:solidFill>
            <a:prstDash val="solid"/>
          </a:ln>
        </p:spPr>
      </p:sp>
      <p:sp>
        <p:nvSpPr>
          <p:cNvPr id="318" name="F3_paired_semantic_8716">
            <a:extLst>
              <a:ext uri="{FF2B5EF4-FFF2-40B4-BE49-F238E27FC236}">
                <a16:creationId xmlns:a16="http://schemas.microsoft.com/office/drawing/2014/main" id="{C48FEE1E-39FE-460C-96C1-DAE6A783EAF4}"/>
              </a:ext>
            </a:extLst>
          </p:cNvPr>
          <p:cNvSpPr>
            <a:spLocks noGrp="1"/>
          </p:cNvSpPr>
          <p:nvPr/>
        </p:nvSpPr>
        <p:spPr>
          <a:xfrm>
            <a:off x="7106701" y="45682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486"/>
          </a:solidFill>
          <a:ln w="5054">
            <a:solidFill>
              <a:srgbClr val="20A486"/>
            </a:solidFill>
            <a:prstDash val="solid"/>
          </a:ln>
        </p:spPr>
      </p:sp>
      <p:sp>
        <p:nvSpPr>
          <p:cNvPr id="319" name="F3_paired_semantic_8717">
            <a:extLst>
              <a:ext uri="{FF2B5EF4-FFF2-40B4-BE49-F238E27FC236}">
                <a16:creationId xmlns:a16="http://schemas.microsoft.com/office/drawing/2014/main" id="{D993FCED-ED3B-4A3D-9F20-E6A963FEAF44}"/>
              </a:ext>
            </a:extLst>
          </p:cNvPr>
          <p:cNvSpPr>
            <a:spLocks noGrp="1"/>
          </p:cNvSpPr>
          <p:nvPr/>
        </p:nvSpPr>
        <p:spPr>
          <a:xfrm>
            <a:off x="7106701" y="45486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386"/>
          </a:solidFill>
          <a:ln w="5054">
            <a:solidFill>
              <a:srgbClr val="20A386"/>
            </a:solidFill>
            <a:prstDash val="solid"/>
          </a:ln>
        </p:spPr>
      </p:sp>
      <p:sp>
        <p:nvSpPr>
          <p:cNvPr id="320" name="F3_paired_semantic_8718">
            <a:extLst>
              <a:ext uri="{FF2B5EF4-FFF2-40B4-BE49-F238E27FC236}">
                <a16:creationId xmlns:a16="http://schemas.microsoft.com/office/drawing/2014/main" id="{60B98E74-EE1F-4562-B41F-A2C7CEB92E12}"/>
              </a:ext>
            </a:extLst>
          </p:cNvPr>
          <p:cNvSpPr>
            <a:spLocks noGrp="1"/>
          </p:cNvSpPr>
          <p:nvPr/>
        </p:nvSpPr>
        <p:spPr>
          <a:xfrm>
            <a:off x="7106701" y="45291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287"/>
          </a:solidFill>
          <a:ln w="5054">
            <a:solidFill>
              <a:srgbClr val="1FA287"/>
            </a:solidFill>
            <a:prstDash val="solid"/>
          </a:ln>
        </p:spPr>
      </p:sp>
      <p:sp>
        <p:nvSpPr>
          <p:cNvPr id="321" name="F3_paired_semantic_8719">
            <a:extLst>
              <a:ext uri="{FF2B5EF4-FFF2-40B4-BE49-F238E27FC236}">
                <a16:creationId xmlns:a16="http://schemas.microsoft.com/office/drawing/2014/main" id="{456143C2-2DAE-4CB6-9037-92025621B81C}"/>
              </a:ext>
            </a:extLst>
          </p:cNvPr>
          <p:cNvSpPr>
            <a:spLocks noGrp="1"/>
          </p:cNvSpPr>
          <p:nvPr/>
        </p:nvSpPr>
        <p:spPr>
          <a:xfrm>
            <a:off x="7106701" y="45095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7"/>
          </a:solidFill>
          <a:ln w="5054">
            <a:solidFill>
              <a:srgbClr val="1FA187"/>
            </a:solidFill>
            <a:prstDash val="solid"/>
          </a:ln>
        </p:spPr>
      </p:sp>
      <p:sp>
        <p:nvSpPr>
          <p:cNvPr id="322" name="F3_paired_semantic_8720">
            <a:extLst>
              <a:ext uri="{FF2B5EF4-FFF2-40B4-BE49-F238E27FC236}">
                <a16:creationId xmlns:a16="http://schemas.microsoft.com/office/drawing/2014/main" id="{0C49160D-5740-4F56-9B65-E6EB22A97EF8}"/>
              </a:ext>
            </a:extLst>
          </p:cNvPr>
          <p:cNvSpPr>
            <a:spLocks noGrp="1"/>
          </p:cNvSpPr>
          <p:nvPr/>
        </p:nvSpPr>
        <p:spPr>
          <a:xfrm>
            <a:off x="7106701" y="44900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8"/>
          </a:solidFill>
          <a:ln w="5054">
            <a:solidFill>
              <a:srgbClr val="1FA188"/>
            </a:solidFill>
            <a:prstDash val="solid"/>
          </a:ln>
        </p:spPr>
      </p:sp>
      <p:sp>
        <p:nvSpPr>
          <p:cNvPr id="323" name="F3_paired_semantic_8721">
            <a:extLst>
              <a:ext uri="{FF2B5EF4-FFF2-40B4-BE49-F238E27FC236}">
                <a16:creationId xmlns:a16="http://schemas.microsoft.com/office/drawing/2014/main" id="{7ED825C6-9F78-429C-8417-5BB63E52EC97}"/>
              </a:ext>
            </a:extLst>
          </p:cNvPr>
          <p:cNvSpPr>
            <a:spLocks noGrp="1"/>
          </p:cNvSpPr>
          <p:nvPr/>
        </p:nvSpPr>
        <p:spPr>
          <a:xfrm>
            <a:off x="7106701" y="44704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088"/>
          </a:solidFill>
          <a:ln w="5054">
            <a:solidFill>
              <a:srgbClr val="1FA088"/>
            </a:solidFill>
            <a:prstDash val="solid"/>
          </a:ln>
        </p:spPr>
      </p:sp>
      <p:sp>
        <p:nvSpPr>
          <p:cNvPr id="324" name="F3_paired_semantic_8722">
            <a:extLst>
              <a:ext uri="{FF2B5EF4-FFF2-40B4-BE49-F238E27FC236}">
                <a16:creationId xmlns:a16="http://schemas.microsoft.com/office/drawing/2014/main" id="{28DE4307-5B10-4FE0-8F9C-7F5EF25C75FB}"/>
              </a:ext>
            </a:extLst>
          </p:cNvPr>
          <p:cNvSpPr>
            <a:spLocks noGrp="1"/>
          </p:cNvSpPr>
          <p:nvPr/>
        </p:nvSpPr>
        <p:spPr>
          <a:xfrm>
            <a:off x="7106701" y="44509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F88"/>
          </a:solidFill>
          <a:ln w="5054">
            <a:solidFill>
              <a:srgbClr val="1F9F88"/>
            </a:solidFill>
            <a:prstDash val="solid"/>
          </a:ln>
        </p:spPr>
      </p:sp>
      <p:sp>
        <p:nvSpPr>
          <p:cNvPr id="325" name="F3_paired_semantic_8723">
            <a:extLst>
              <a:ext uri="{FF2B5EF4-FFF2-40B4-BE49-F238E27FC236}">
                <a16:creationId xmlns:a16="http://schemas.microsoft.com/office/drawing/2014/main" id="{EC1360AE-3F25-4FD2-8E43-B259EB29C7DC}"/>
              </a:ext>
            </a:extLst>
          </p:cNvPr>
          <p:cNvSpPr>
            <a:spLocks noGrp="1"/>
          </p:cNvSpPr>
          <p:nvPr/>
        </p:nvSpPr>
        <p:spPr>
          <a:xfrm>
            <a:off x="7106701" y="44313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E89"/>
          </a:solidFill>
          <a:ln w="5054">
            <a:solidFill>
              <a:srgbClr val="1F9E89"/>
            </a:solidFill>
            <a:prstDash val="solid"/>
          </a:ln>
        </p:spPr>
      </p:sp>
      <p:sp>
        <p:nvSpPr>
          <p:cNvPr id="326" name="F3_paired_semantic_8724">
            <a:extLst>
              <a:ext uri="{FF2B5EF4-FFF2-40B4-BE49-F238E27FC236}">
                <a16:creationId xmlns:a16="http://schemas.microsoft.com/office/drawing/2014/main" id="{0E65EA26-952D-48CF-AD24-65322D87D069}"/>
              </a:ext>
            </a:extLst>
          </p:cNvPr>
          <p:cNvSpPr>
            <a:spLocks noGrp="1"/>
          </p:cNvSpPr>
          <p:nvPr/>
        </p:nvSpPr>
        <p:spPr>
          <a:xfrm>
            <a:off x="7106701" y="44118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D89"/>
          </a:solidFill>
          <a:ln w="5054">
            <a:solidFill>
              <a:srgbClr val="1E9D89"/>
            </a:solidFill>
            <a:prstDash val="solid"/>
          </a:ln>
        </p:spPr>
      </p:sp>
      <p:sp>
        <p:nvSpPr>
          <p:cNvPr id="327" name="F3_paired_semantic_8725">
            <a:extLst>
              <a:ext uri="{FF2B5EF4-FFF2-40B4-BE49-F238E27FC236}">
                <a16:creationId xmlns:a16="http://schemas.microsoft.com/office/drawing/2014/main" id="{5D642DC2-8D1B-4F03-802D-81C684EFEEFC}"/>
              </a:ext>
            </a:extLst>
          </p:cNvPr>
          <p:cNvSpPr>
            <a:spLocks noGrp="1"/>
          </p:cNvSpPr>
          <p:nvPr/>
        </p:nvSpPr>
        <p:spPr>
          <a:xfrm>
            <a:off x="7106701" y="43922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C89"/>
          </a:solidFill>
          <a:ln w="5054">
            <a:solidFill>
              <a:srgbClr val="1E9C89"/>
            </a:solidFill>
            <a:prstDash val="solid"/>
          </a:ln>
        </p:spPr>
      </p:sp>
      <p:sp>
        <p:nvSpPr>
          <p:cNvPr id="328" name="F3_paired_semantic_8726">
            <a:extLst>
              <a:ext uri="{FF2B5EF4-FFF2-40B4-BE49-F238E27FC236}">
                <a16:creationId xmlns:a16="http://schemas.microsoft.com/office/drawing/2014/main" id="{570BD007-05B2-45C8-9A5A-D59668E6A244}"/>
              </a:ext>
            </a:extLst>
          </p:cNvPr>
          <p:cNvSpPr>
            <a:spLocks noGrp="1"/>
          </p:cNvSpPr>
          <p:nvPr/>
        </p:nvSpPr>
        <p:spPr>
          <a:xfrm>
            <a:off x="7106701" y="43727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B8A"/>
          </a:solidFill>
          <a:ln w="5054">
            <a:solidFill>
              <a:srgbClr val="1E9B8A"/>
            </a:solidFill>
            <a:prstDash val="solid"/>
          </a:ln>
        </p:spPr>
      </p:sp>
      <p:sp>
        <p:nvSpPr>
          <p:cNvPr id="329" name="F3_paired_semantic_8727">
            <a:extLst>
              <a:ext uri="{FF2B5EF4-FFF2-40B4-BE49-F238E27FC236}">
                <a16:creationId xmlns:a16="http://schemas.microsoft.com/office/drawing/2014/main" id="{59210A69-2215-451C-B048-385AAE3B848D}"/>
              </a:ext>
            </a:extLst>
          </p:cNvPr>
          <p:cNvSpPr>
            <a:spLocks noGrp="1"/>
          </p:cNvSpPr>
          <p:nvPr/>
        </p:nvSpPr>
        <p:spPr>
          <a:xfrm>
            <a:off x="7106701" y="43531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A8A"/>
          </a:solidFill>
          <a:ln w="5054">
            <a:solidFill>
              <a:srgbClr val="1F9A8A"/>
            </a:solidFill>
            <a:prstDash val="solid"/>
          </a:ln>
        </p:spPr>
      </p:sp>
      <p:sp>
        <p:nvSpPr>
          <p:cNvPr id="330" name="F3_paired_semantic_8728">
            <a:extLst>
              <a:ext uri="{FF2B5EF4-FFF2-40B4-BE49-F238E27FC236}">
                <a16:creationId xmlns:a16="http://schemas.microsoft.com/office/drawing/2014/main" id="{8056F1F3-00C4-4CEF-9F66-42129B7B6FF2}"/>
              </a:ext>
            </a:extLst>
          </p:cNvPr>
          <p:cNvSpPr>
            <a:spLocks noGrp="1"/>
          </p:cNvSpPr>
          <p:nvPr/>
        </p:nvSpPr>
        <p:spPr>
          <a:xfrm>
            <a:off x="7106701" y="43336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98A"/>
          </a:solidFill>
          <a:ln w="5054">
            <a:solidFill>
              <a:srgbClr val="1F998A"/>
            </a:solidFill>
            <a:prstDash val="solid"/>
          </a:ln>
        </p:spPr>
      </p:sp>
      <p:sp>
        <p:nvSpPr>
          <p:cNvPr id="331" name="F3_paired_semantic_8729">
            <a:extLst>
              <a:ext uri="{FF2B5EF4-FFF2-40B4-BE49-F238E27FC236}">
                <a16:creationId xmlns:a16="http://schemas.microsoft.com/office/drawing/2014/main" id="{8378DCCD-4650-48EC-8F50-DEEDEEDFD933}"/>
              </a:ext>
            </a:extLst>
          </p:cNvPr>
          <p:cNvSpPr>
            <a:spLocks noGrp="1"/>
          </p:cNvSpPr>
          <p:nvPr/>
        </p:nvSpPr>
        <p:spPr>
          <a:xfrm>
            <a:off x="7106701" y="43140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88B"/>
          </a:solidFill>
          <a:ln w="5054">
            <a:solidFill>
              <a:srgbClr val="1F988B"/>
            </a:solidFill>
            <a:prstDash val="solid"/>
          </a:ln>
        </p:spPr>
      </p:sp>
      <p:sp>
        <p:nvSpPr>
          <p:cNvPr id="332" name="F3_paired_semantic_8730">
            <a:extLst>
              <a:ext uri="{FF2B5EF4-FFF2-40B4-BE49-F238E27FC236}">
                <a16:creationId xmlns:a16="http://schemas.microsoft.com/office/drawing/2014/main" id="{93FA502B-5669-451C-912D-5EB920E3D6ED}"/>
              </a:ext>
            </a:extLst>
          </p:cNvPr>
          <p:cNvSpPr>
            <a:spLocks noGrp="1"/>
          </p:cNvSpPr>
          <p:nvPr/>
        </p:nvSpPr>
        <p:spPr>
          <a:xfrm>
            <a:off x="7106701" y="42945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78B"/>
          </a:solidFill>
          <a:ln w="5054">
            <a:solidFill>
              <a:srgbClr val="1F978B"/>
            </a:solidFill>
            <a:prstDash val="solid"/>
          </a:ln>
        </p:spPr>
      </p:sp>
      <p:sp>
        <p:nvSpPr>
          <p:cNvPr id="333" name="F3_paired_semantic_8731">
            <a:extLst>
              <a:ext uri="{FF2B5EF4-FFF2-40B4-BE49-F238E27FC236}">
                <a16:creationId xmlns:a16="http://schemas.microsoft.com/office/drawing/2014/main" id="{B2ED9F40-707E-43CA-A394-31486D6130FF}"/>
              </a:ext>
            </a:extLst>
          </p:cNvPr>
          <p:cNvSpPr>
            <a:spLocks noGrp="1"/>
          </p:cNvSpPr>
          <p:nvPr/>
        </p:nvSpPr>
        <p:spPr>
          <a:xfrm>
            <a:off x="7106701" y="42749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68B"/>
          </a:solidFill>
          <a:ln w="5054">
            <a:solidFill>
              <a:srgbClr val="1F968B"/>
            </a:solidFill>
            <a:prstDash val="solid"/>
          </a:ln>
        </p:spPr>
      </p:sp>
      <p:sp>
        <p:nvSpPr>
          <p:cNvPr id="334" name="F3_paired_semantic_8732">
            <a:extLst>
              <a:ext uri="{FF2B5EF4-FFF2-40B4-BE49-F238E27FC236}">
                <a16:creationId xmlns:a16="http://schemas.microsoft.com/office/drawing/2014/main" id="{621EFC4B-91F3-4455-9E19-C592D6763DE3}"/>
              </a:ext>
            </a:extLst>
          </p:cNvPr>
          <p:cNvSpPr>
            <a:spLocks noGrp="1"/>
          </p:cNvSpPr>
          <p:nvPr/>
        </p:nvSpPr>
        <p:spPr>
          <a:xfrm>
            <a:off x="7106701" y="42554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58B"/>
          </a:solidFill>
          <a:ln w="5054">
            <a:solidFill>
              <a:srgbClr val="1F958B"/>
            </a:solidFill>
            <a:prstDash val="solid"/>
          </a:ln>
        </p:spPr>
      </p:sp>
      <p:sp>
        <p:nvSpPr>
          <p:cNvPr id="335" name="F3_paired_semantic_8733">
            <a:extLst>
              <a:ext uri="{FF2B5EF4-FFF2-40B4-BE49-F238E27FC236}">
                <a16:creationId xmlns:a16="http://schemas.microsoft.com/office/drawing/2014/main" id="{EE939FD3-5687-433E-965F-9285F0386F9F}"/>
              </a:ext>
            </a:extLst>
          </p:cNvPr>
          <p:cNvSpPr>
            <a:spLocks noGrp="1"/>
          </p:cNvSpPr>
          <p:nvPr/>
        </p:nvSpPr>
        <p:spPr>
          <a:xfrm>
            <a:off x="7106701" y="42358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48C"/>
          </a:solidFill>
          <a:ln w="5054">
            <a:solidFill>
              <a:srgbClr val="1F948C"/>
            </a:solidFill>
            <a:prstDash val="solid"/>
          </a:ln>
        </p:spPr>
      </p:sp>
      <p:sp>
        <p:nvSpPr>
          <p:cNvPr id="336" name="F3_paired_semantic_8734">
            <a:extLst>
              <a:ext uri="{FF2B5EF4-FFF2-40B4-BE49-F238E27FC236}">
                <a16:creationId xmlns:a16="http://schemas.microsoft.com/office/drawing/2014/main" id="{DF232E97-9B9E-42D4-A4DA-95A4F421D2AA}"/>
              </a:ext>
            </a:extLst>
          </p:cNvPr>
          <p:cNvSpPr>
            <a:spLocks noGrp="1"/>
          </p:cNvSpPr>
          <p:nvPr/>
        </p:nvSpPr>
        <p:spPr>
          <a:xfrm>
            <a:off x="7106701" y="42163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38C"/>
          </a:solidFill>
          <a:ln w="5054">
            <a:solidFill>
              <a:srgbClr val="20938C"/>
            </a:solidFill>
            <a:prstDash val="solid"/>
          </a:ln>
        </p:spPr>
      </p:sp>
      <p:sp>
        <p:nvSpPr>
          <p:cNvPr id="337" name="F3_paired_semantic_8735">
            <a:extLst>
              <a:ext uri="{FF2B5EF4-FFF2-40B4-BE49-F238E27FC236}">
                <a16:creationId xmlns:a16="http://schemas.microsoft.com/office/drawing/2014/main" id="{14EF4786-B35E-4C29-9521-54074B50D7E6}"/>
              </a:ext>
            </a:extLst>
          </p:cNvPr>
          <p:cNvSpPr>
            <a:spLocks noGrp="1"/>
          </p:cNvSpPr>
          <p:nvPr/>
        </p:nvSpPr>
        <p:spPr>
          <a:xfrm>
            <a:off x="7106701" y="41967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8" name="F3_paired_semantic_8736">
            <a:extLst>
              <a:ext uri="{FF2B5EF4-FFF2-40B4-BE49-F238E27FC236}">
                <a16:creationId xmlns:a16="http://schemas.microsoft.com/office/drawing/2014/main" id="{E4EF5E57-9930-4A3C-AD20-4BA0D962633D}"/>
              </a:ext>
            </a:extLst>
          </p:cNvPr>
          <p:cNvSpPr>
            <a:spLocks noGrp="1"/>
          </p:cNvSpPr>
          <p:nvPr/>
        </p:nvSpPr>
        <p:spPr>
          <a:xfrm>
            <a:off x="7106701" y="41772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9" name="F3_paired_semantic_8737">
            <a:extLst>
              <a:ext uri="{FF2B5EF4-FFF2-40B4-BE49-F238E27FC236}">
                <a16:creationId xmlns:a16="http://schemas.microsoft.com/office/drawing/2014/main" id="{FA238A92-CCE1-4F10-849D-8F41076F0631}"/>
              </a:ext>
            </a:extLst>
          </p:cNvPr>
          <p:cNvSpPr>
            <a:spLocks noGrp="1"/>
          </p:cNvSpPr>
          <p:nvPr/>
        </p:nvSpPr>
        <p:spPr>
          <a:xfrm>
            <a:off x="7106701" y="41576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18C"/>
          </a:solidFill>
          <a:ln w="5054">
            <a:solidFill>
              <a:srgbClr val="21918C"/>
            </a:solidFill>
            <a:prstDash val="solid"/>
          </a:ln>
        </p:spPr>
      </p:sp>
      <p:sp>
        <p:nvSpPr>
          <p:cNvPr id="340" name="F3_paired_semantic_8738">
            <a:extLst>
              <a:ext uri="{FF2B5EF4-FFF2-40B4-BE49-F238E27FC236}">
                <a16:creationId xmlns:a16="http://schemas.microsoft.com/office/drawing/2014/main" id="{10442BB3-AD55-418F-A672-5F347DACE118}"/>
              </a:ext>
            </a:extLst>
          </p:cNvPr>
          <p:cNvSpPr>
            <a:spLocks noGrp="1"/>
          </p:cNvSpPr>
          <p:nvPr/>
        </p:nvSpPr>
        <p:spPr>
          <a:xfrm>
            <a:off x="7106701" y="41381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08D"/>
          </a:solidFill>
          <a:ln w="5054">
            <a:solidFill>
              <a:srgbClr val="21908D"/>
            </a:solidFill>
            <a:prstDash val="solid"/>
          </a:ln>
        </p:spPr>
      </p:sp>
      <p:sp>
        <p:nvSpPr>
          <p:cNvPr id="341" name="F3_paired_semantic_8739">
            <a:extLst>
              <a:ext uri="{FF2B5EF4-FFF2-40B4-BE49-F238E27FC236}">
                <a16:creationId xmlns:a16="http://schemas.microsoft.com/office/drawing/2014/main" id="{DB42DB80-3E02-43EA-B358-B5EA068D92DD}"/>
              </a:ext>
            </a:extLst>
          </p:cNvPr>
          <p:cNvSpPr>
            <a:spLocks noGrp="1"/>
          </p:cNvSpPr>
          <p:nvPr/>
        </p:nvSpPr>
        <p:spPr>
          <a:xfrm>
            <a:off x="7106701" y="41185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F8D"/>
          </a:solidFill>
          <a:ln w="5054">
            <a:solidFill>
              <a:srgbClr val="218F8D"/>
            </a:solidFill>
            <a:prstDash val="solid"/>
          </a:ln>
        </p:spPr>
      </p:sp>
      <p:sp>
        <p:nvSpPr>
          <p:cNvPr id="342" name="F3_paired_semantic_8740">
            <a:extLst>
              <a:ext uri="{FF2B5EF4-FFF2-40B4-BE49-F238E27FC236}">
                <a16:creationId xmlns:a16="http://schemas.microsoft.com/office/drawing/2014/main" id="{3ACA7E8D-3AC7-463F-B03D-0DB53247FC9F}"/>
              </a:ext>
            </a:extLst>
          </p:cNvPr>
          <p:cNvSpPr>
            <a:spLocks noGrp="1"/>
          </p:cNvSpPr>
          <p:nvPr/>
        </p:nvSpPr>
        <p:spPr>
          <a:xfrm>
            <a:off x="7106701" y="40990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E8D"/>
          </a:solidFill>
          <a:ln w="5054">
            <a:solidFill>
              <a:srgbClr val="218E8D"/>
            </a:solidFill>
            <a:prstDash val="solid"/>
          </a:ln>
        </p:spPr>
      </p:sp>
      <p:sp>
        <p:nvSpPr>
          <p:cNvPr id="343" name="F3_paired_semantic_8741">
            <a:extLst>
              <a:ext uri="{FF2B5EF4-FFF2-40B4-BE49-F238E27FC236}">
                <a16:creationId xmlns:a16="http://schemas.microsoft.com/office/drawing/2014/main" id="{1959B1FD-9480-45AF-B870-A9B2BFE718A3}"/>
              </a:ext>
            </a:extLst>
          </p:cNvPr>
          <p:cNvSpPr>
            <a:spLocks noGrp="1"/>
          </p:cNvSpPr>
          <p:nvPr/>
        </p:nvSpPr>
        <p:spPr>
          <a:xfrm>
            <a:off x="7106701" y="40794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D8D"/>
          </a:solidFill>
          <a:ln w="5054">
            <a:solidFill>
              <a:srgbClr val="228D8D"/>
            </a:solidFill>
            <a:prstDash val="solid"/>
          </a:ln>
        </p:spPr>
      </p:sp>
      <p:sp>
        <p:nvSpPr>
          <p:cNvPr id="344" name="F3_paired_semantic_8742">
            <a:extLst>
              <a:ext uri="{FF2B5EF4-FFF2-40B4-BE49-F238E27FC236}">
                <a16:creationId xmlns:a16="http://schemas.microsoft.com/office/drawing/2014/main" id="{8B2FBBB4-DB0A-4EAD-AE3C-CB4ED58A4A11}"/>
              </a:ext>
            </a:extLst>
          </p:cNvPr>
          <p:cNvSpPr>
            <a:spLocks noGrp="1"/>
          </p:cNvSpPr>
          <p:nvPr/>
        </p:nvSpPr>
        <p:spPr>
          <a:xfrm>
            <a:off x="7106701" y="40599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C8D"/>
          </a:solidFill>
          <a:ln w="5054">
            <a:solidFill>
              <a:srgbClr val="228C8D"/>
            </a:solidFill>
            <a:prstDash val="solid"/>
          </a:ln>
        </p:spPr>
      </p:sp>
      <p:sp>
        <p:nvSpPr>
          <p:cNvPr id="345" name="F3_paired_semantic_8743">
            <a:extLst>
              <a:ext uri="{FF2B5EF4-FFF2-40B4-BE49-F238E27FC236}">
                <a16:creationId xmlns:a16="http://schemas.microsoft.com/office/drawing/2014/main" id="{ED38586F-C4B1-4338-AF54-1D5055057ED6}"/>
              </a:ext>
            </a:extLst>
          </p:cNvPr>
          <p:cNvSpPr>
            <a:spLocks noGrp="1"/>
          </p:cNvSpPr>
          <p:nvPr/>
        </p:nvSpPr>
        <p:spPr>
          <a:xfrm>
            <a:off x="7106701" y="40403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B8D"/>
          </a:solidFill>
          <a:ln w="5054">
            <a:solidFill>
              <a:srgbClr val="228B8D"/>
            </a:solidFill>
            <a:prstDash val="solid"/>
          </a:ln>
        </p:spPr>
      </p:sp>
      <p:sp>
        <p:nvSpPr>
          <p:cNvPr id="346" name="F3_paired_semantic_8744">
            <a:extLst>
              <a:ext uri="{FF2B5EF4-FFF2-40B4-BE49-F238E27FC236}">
                <a16:creationId xmlns:a16="http://schemas.microsoft.com/office/drawing/2014/main" id="{6ED3695B-14CD-4A69-988D-F9AFFF0CFFA7}"/>
              </a:ext>
            </a:extLst>
          </p:cNvPr>
          <p:cNvSpPr>
            <a:spLocks noGrp="1"/>
          </p:cNvSpPr>
          <p:nvPr/>
        </p:nvSpPr>
        <p:spPr>
          <a:xfrm>
            <a:off x="7106701" y="40208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A8D"/>
          </a:solidFill>
          <a:ln w="5054">
            <a:solidFill>
              <a:srgbClr val="238A8D"/>
            </a:solidFill>
            <a:prstDash val="solid"/>
          </a:ln>
        </p:spPr>
      </p:sp>
      <p:sp>
        <p:nvSpPr>
          <p:cNvPr id="347" name="F3_paired_semantic_8745">
            <a:extLst>
              <a:ext uri="{FF2B5EF4-FFF2-40B4-BE49-F238E27FC236}">
                <a16:creationId xmlns:a16="http://schemas.microsoft.com/office/drawing/2014/main" id="{6C4579D9-F0A6-4916-97A1-CCF412526FB0}"/>
              </a:ext>
            </a:extLst>
          </p:cNvPr>
          <p:cNvSpPr>
            <a:spLocks noGrp="1"/>
          </p:cNvSpPr>
          <p:nvPr/>
        </p:nvSpPr>
        <p:spPr>
          <a:xfrm>
            <a:off x="7106701" y="40012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98E"/>
          </a:solidFill>
          <a:ln w="5054">
            <a:solidFill>
              <a:srgbClr val="23898E"/>
            </a:solidFill>
            <a:prstDash val="solid"/>
          </a:ln>
        </p:spPr>
      </p:sp>
      <p:sp>
        <p:nvSpPr>
          <p:cNvPr id="348" name="F3_paired_semantic_8746">
            <a:extLst>
              <a:ext uri="{FF2B5EF4-FFF2-40B4-BE49-F238E27FC236}">
                <a16:creationId xmlns:a16="http://schemas.microsoft.com/office/drawing/2014/main" id="{B6120E81-BC7D-4248-BDC0-42802B9B4E5F}"/>
              </a:ext>
            </a:extLst>
          </p:cNvPr>
          <p:cNvSpPr>
            <a:spLocks noGrp="1"/>
          </p:cNvSpPr>
          <p:nvPr/>
        </p:nvSpPr>
        <p:spPr>
          <a:xfrm>
            <a:off x="7106701" y="39817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88E"/>
          </a:solidFill>
          <a:ln w="5054">
            <a:solidFill>
              <a:srgbClr val="23888E"/>
            </a:solidFill>
            <a:prstDash val="solid"/>
          </a:ln>
        </p:spPr>
      </p:sp>
      <p:sp>
        <p:nvSpPr>
          <p:cNvPr id="349" name="F3_paired_semantic_8747">
            <a:extLst>
              <a:ext uri="{FF2B5EF4-FFF2-40B4-BE49-F238E27FC236}">
                <a16:creationId xmlns:a16="http://schemas.microsoft.com/office/drawing/2014/main" id="{05144458-CDFE-4DF1-908D-319FD8692025}"/>
              </a:ext>
            </a:extLst>
          </p:cNvPr>
          <p:cNvSpPr>
            <a:spLocks noGrp="1"/>
          </p:cNvSpPr>
          <p:nvPr/>
        </p:nvSpPr>
        <p:spPr>
          <a:xfrm>
            <a:off x="7106701" y="39621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78E"/>
          </a:solidFill>
          <a:ln w="5054">
            <a:solidFill>
              <a:srgbClr val="24878E"/>
            </a:solidFill>
            <a:prstDash val="solid"/>
          </a:ln>
        </p:spPr>
      </p:sp>
      <p:sp>
        <p:nvSpPr>
          <p:cNvPr id="350" name="F3_paired_semantic_8748">
            <a:extLst>
              <a:ext uri="{FF2B5EF4-FFF2-40B4-BE49-F238E27FC236}">
                <a16:creationId xmlns:a16="http://schemas.microsoft.com/office/drawing/2014/main" id="{66C3E40F-A314-4C51-A41E-387EB8ED0BC1}"/>
              </a:ext>
            </a:extLst>
          </p:cNvPr>
          <p:cNvSpPr>
            <a:spLocks noGrp="1"/>
          </p:cNvSpPr>
          <p:nvPr/>
        </p:nvSpPr>
        <p:spPr>
          <a:xfrm>
            <a:off x="7106701" y="39426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68E"/>
          </a:solidFill>
          <a:ln w="5054">
            <a:solidFill>
              <a:srgbClr val="24868E"/>
            </a:solidFill>
            <a:prstDash val="solid"/>
          </a:ln>
        </p:spPr>
      </p:sp>
      <p:sp>
        <p:nvSpPr>
          <p:cNvPr id="351" name="F3_paired_semantic_8749">
            <a:extLst>
              <a:ext uri="{FF2B5EF4-FFF2-40B4-BE49-F238E27FC236}">
                <a16:creationId xmlns:a16="http://schemas.microsoft.com/office/drawing/2014/main" id="{6CCD4A3B-59E8-42F4-9F4E-20EF1704A22D}"/>
              </a:ext>
            </a:extLst>
          </p:cNvPr>
          <p:cNvSpPr>
            <a:spLocks noGrp="1"/>
          </p:cNvSpPr>
          <p:nvPr/>
        </p:nvSpPr>
        <p:spPr>
          <a:xfrm>
            <a:off x="7106701" y="39230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58E"/>
          </a:solidFill>
          <a:ln w="5054">
            <a:solidFill>
              <a:srgbClr val="25858E"/>
            </a:solidFill>
            <a:prstDash val="solid"/>
          </a:ln>
        </p:spPr>
      </p:sp>
      <p:sp>
        <p:nvSpPr>
          <p:cNvPr id="352" name="F3_paired_semantic_8750">
            <a:extLst>
              <a:ext uri="{FF2B5EF4-FFF2-40B4-BE49-F238E27FC236}">
                <a16:creationId xmlns:a16="http://schemas.microsoft.com/office/drawing/2014/main" id="{CA8C741B-BAA3-49B0-80F1-441D59402C24}"/>
              </a:ext>
            </a:extLst>
          </p:cNvPr>
          <p:cNvSpPr>
            <a:spLocks noGrp="1"/>
          </p:cNvSpPr>
          <p:nvPr/>
        </p:nvSpPr>
        <p:spPr>
          <a:xfrm>
            <a:off x="7106701" y="39035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48E"/>
          </a:solidFill>
          <a:ln w="5054">
            <a:solidFill>
              <a:srgbClr val="25848E"/>
            </a:solidFill>
            <a:prstDash val="solid"/>
          </a:ln>
        </p:spPr>
      </p:sp>
      <p:sp>
        <p:nvSpPr>
          <p:cNvPr id="353" name="F3_paired_semantic_8751">
            <a:extLst>
              <a:ext uri="{FF2B5EF4-FFF2-40B4-BE49-F238E27FC236}">
                <a16:creationId xmlns:a16="http://schemas.microsoft.com/office/drawing/2014/main" id="{1918DBAF-6472-4981-8C5A-50A89F6F3625}"/>
              </a:ext>
            </a:extLst>
          </p:cNvPr>
          <p:cNvSpPr>
            <a:spLocks noGrp="1"/>
          </p:cNvSpPr>
          <p:nvPr/>
        </p:nvSpPr>
        <p:spPr>
          <a:xfrm>
            <a:off x="7106701" y="38839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38E"/>
          </a:solidFill>
          <a:ln w="5054">
            <a:solidFill>
              <a:srgbClr val="25838E"/>
            </a:solidFill>
            <a:prstDash val="solid"/>
          </a:ln>
        </p:spPr>
      </p:sp>
      <p:sp>
        <p:nvSpPr>
          <p:cNvPr id="354" name="F3_paired_semantic_8752">
            <a:extLst>
              <a:ext uri="{FF2B5EF4-FFF2-40B4-BE49-F238E27FC236}">
                <a16:creationId xmlns:a16="http://schemas.microsoft.com/office/drawing/2014/main" id="{85D50824-1ADD-4207-B70C-4BB2B62C13FC}"/>
              </a:ext>
            </a:extLst>
          </p:cNvPr>
          <p:cNvSpPr>
            <a:spLocks noGrp="1"/>
          </p:cNvSpPr>
          <p:nvPr/>
        </p:nvSpPr>
        <p:spPr>
          <a:xfrm>
            <a:off x="7106701" y="38644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5" name="F3_paired_semantic_8753">
            <a:extLst>
              <a:ext uri="{FF2B5EF4-FFF2-40B4-BE49-F238E27FC236}">
                <a16:creationId xmlns:a16="http://schemas.microsoft.com/office/drawing/2014/main" id="{039C9ADB-FB3D-4839-AC43-BFD40E1C12F2}"/>
              </a:ext>
            </a:extLst>
          </p:cNvPr>
          <p:cNvSpPr>
            <a:spLocks noGrp="1"/>
          </p:cNvSpPr>
          <p:nvPr/>
        </p:nvSpPr>
        <p:spPr>
          <a:xfrm>
            <a:off x="7106701" y="38448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6" name="F3_paired_semantic_8754">
            <a:extLst>
              <a:ext uri="{FF2B5EF4-FFF2-40B4-BE49-F238E27FC236}">
                <a16:creationId xmlns:a16="http://schemas.microsoft.com/office/drawing/2014/main" id="{2DFCD1DA-2E70-4EA8-99F8-0BD2A7B517E6}"/>
              </a:ext>
            </a:extLst>
          </p:cNvPr>
          <p:cNvSpPr>
            <a:spLocks noGrp="1"/>
          </p:cNvSpPr>
          <p:nvPr/>
        </p:nvSpPr>
        <p:spPr>
          <a:xfrm>
            <a:off x="7106701" y="38253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18E"/>
          </a:solidFill>
          <a:ln w="5054">
            <a:solidFill>
              <a:srgbClr val="26818E"/>
            </a:solidFill>
            <a:prstDash val="solid"/>
          </a:ln>
        </p:spPr>
      </p:sp>
      <p:sp>
        <p:nvSpPr>
          <p:cNvPr id="357" name="F3_paired_semantic_8755">
            <a:extLst>
              <a:ext uri="{FF2B5EF4-FFF2-40B4-BE49-F238E27FC236}">
                <a16:creationId xmlns:a16="http://schemas.microsoft.com/office/drawing/2014/main" id="{8699558D-355C-4251-BD01-A67801C3FF66}"/>
              </a:ext>
            </a:extLst>
          </p:cNvPr>
          <p:cNvSpPr>
            <a:spLocks noGrp="1"/>
          </p:cNvSpPr>
          <p:nvPr/>
        </p:nvSpPr>
        <p:spPr>
          <a:xfrm>
            <a:off x="7106701" y="38057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808E"/>
          </a:solidFill>
          <a:ln w="5054">
            <a:solidFill>
              <a:srgbClr val="27808E"/>
            </a:solidFill>
            <a:prstDash val="solid"/>
          </a:ln>
        </p:spPr>
      </p:sp>
      <p:sp>
        <p:nvSpPr>
          <p:cNvPr id="358" name="F3_paired_semantic_8756">
            <a:extLst>
              <a:ext uri="{FF2B5EF4-FFF2-40B4-BE49-F238E27FC236}">
                <a16:creationId xmlns:a16="http://schemas.microsoft.com/office/drawing/2014/main" id="{8F1D7905-EF5D-46BC-B013-F6B1601F2F3E}"/>
              </a:ext>
            </a:extLst>
          </p:cNvPr>
          <p:cNvSpPr>
            <a:spLocks noGrp="1"/>
          </p:cNvSpPr>
          <p:nvPr/>
        </p:nvSpPr>
        <p:spPr>
          <a:xfrm>
            <a:off x="7106701" y="37862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F8E"/>
          </a:solidFill>
          <a:ln w="5054">
            <a:solidFill>
              <a:srgbClr val="277F8E"/>
            </a:solidFill>
            <a:prstDash val="solid"/>
          </a:ln>
        </p:spPr>
      </p:sp>
      <p:sp>
        <p:nvSpPr>
          <p:cNvPr id="359" name="F3_paired_semantic_8757">
            <a:extLst>
              <a:ext uri="{FF2B5EF4-FFF2-40B4-BE49-F238E27FC236}">
                <a16:creationId xmlns:a16="http://schemas.microsoft.com/office/drawing/2014/main" id="{2911856F-0B6F-43D6-8FBE-1B580C5830A7}"/>
              </a:ext>
            </a:extLst>
          </p:cNvPr>
          <p:cNvSpPr>
            <a:spLocks noGrp="1"/>
          </p:cNvSpPr>
          <p:nvPr/>
        </p:nvSpPr>
        <p:spPr>
          <a:xfrm>
            <a:off x="7106701" y="37666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E8E"/>
          </a:solidFill>
          <a:ln w="5054">
            <a:solidFill>
              <a:srgbClr val="277E8E"/>
            </a:solidFill>
            <a:prstDash val="solid"/>
          </a:ln>
        </p:spPr>
      </p:sp>
      <p:sp>
        <p:nvSpPr>
          <p:cNvPr id="360" name="F3_paired_semantic_8758">
            <a:extLst>
              <a:ext uri="{FF2B5EF4-FFF2-40B4-BE49-F238E27FC236}">
                <a16:creationId xmlns:a16="http://schemas.microsoft.com/office/drawing/2014/main" id="{F871BE10-40BB-4BE3-BB43-3B08D9CA95D9}"/>
              </a:ext>
            </a:extLst>
          </p:cNvPr>
          <p:cNvSpPr>
            <a:spLocks noGrp="1"/>
          </p:cNvSpPr>
          <p:nvPr/>
        </p:nvSpPr>
        <p:spPr>
          <a:xfrm>
            <a:off x="7106701" y="37471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D8E"/>
          </a:solidFill>
          <a:ln w="5054">
            <a:solidFill>
              <a:srgbClr val="287D8E"/>
            </a:solidFill>
            <a:prstDash val="solid"/>
          </a:ln>
        </p:spPr>
      </p:sp>
      <p:sp>
        <p:nvSpPr>
          <p:cNvPr id="361" name="F3_paired_semantic_8759">
            <a:extLst>
              <a:ext uri="{FF2B5EF4-FFF2-40B4-BE49-F238E27FC236}">
                <a16:creationId xmlns:a16="http://schemas.microsoft.com/office/drawing/2014/main" id="{577B019B-D742-4BEC-9F75-EAF407790B7E}"/>
              </a:ext>
            </a:extLst>
          </p:cNvPr>
          <p:cNvSpPr>
            <a:spLocks noGrp="1"/>
          </p:cNvSpPr>
          <p:nvPr/>
        </p:nvSpPr>
        <p:spPr>
          <a:xfrm>
            <a:off x="7106701" y="37275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C8E"/>
          </a:solidFill>
          <a:ln w="5054">
            <a:solidFill>
              <a:srgbClr val="287C8E"/>
            </a:solidFill>
            <a:prstDash val="solid"/>
          </a:ln>
        </p:spPr>
      </p:sp>
      <p:sp>
        <p:nvSpPr>
          <p:cNvPr id="362" name="F3_paired_semantic_8760">
            <a:extLst>
              <a:ext uri="{FF2B5EF4-FFF2-40B4-BE49-F238E27FC236}">
                <a16:creationId xmlns:a16="http://schemas.microsoft.com/office/drawing/2014/main" id="{10AAB067-8040-4ECA-83FB-1C76FFE20005}"/>
              </a:ext>
            </a:extLst>
          </p:cNvPr>
          <p:cNvSpPr>
            <a:spLocks noGrp="1"/>
          </p:cNvSpPr>
          <p:nvPr/>
        </p:nvSpPr>
        <p:spPr>
          <a:xfrm>
            <a:off x="7106701" y="37080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B8E"/>
          </a:solidFill>
          <a:ln w="5054">
            <a:solidFill>
              <a:srgbClr val="297B8E"/>
            </a:solidFill>
            <a:prstDash val="solid"/>
          </a:ln>
        </p:spPr>
      </p:sp>
      <p:sp>
        <p:nvSpPr>
          <p:cNvPr id="363" name="F3_paired_semantic_8761">
            <a:extLst>
              <a:ext uri="{FF2B5EF4-FFF2-40B4-BE49-F238E27FC236}">
                <a16:creationId xmlns:a16="http://schemas.microsoft.com/office/drawing/2014/main" id="{B7B29F64-C58C-45F5-A63F-6B541C7D71E1}"/>
              </a:ext>
            </a:extLst>
          </p:cNvPr>
          <p:cNvSpPr>
            <a:spLocks noGrp="1"/>
          </p:cNvSpPr>
          <p:nvPr/>
        </p:nvSpPr>
        <p:spPr>
          <a:xfrm>
            <a:off x="7106701" y="36884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A8E"/>
          </a:solidFill>
          <a:ln w="5054">
            <a:solidFill>
              <a:srgbClr val="297A8E"/>
            </a:solidFill>
            <a:prstDash val="solid"/>
          </a:ln>
        </p:spPr>
      </p:sp>
      <p:sp>
        <p:nvSpPr>
          <p:cNvPr id="364" name="F3_paired_semantic_8762">
            <a:extLst>
              <a:ext uri="{FF2B5EF4-FFF2-40B4-BE49-F238E27FC236}">
                <a16:creationId xmlns:a16="http://schemas.microsoft.com/office/drawing/2014/main" id="{91A6B78B-CDBB-4A85-A5A6-FC80A568F4EE}"/>
              </a:ext>
            </a:extLst>
          </p:cNvPr>
          <p:cNvSpPr>
            <a:spLocks noGrp="1"/>
          </p:cNvSpPr>
          <p:nvPr/>
        </p:nvSpPr>
        <p:spPr>
          <a:xfrm>
            <a:off x="7106701" y="36689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98E"/>
          </a:solidFill>
          <a:ln w="5054">
            <a:solidFill>
              <a:srgbClr val="29798E"/>
            </a:solidFill>
            <a:prstDash val="solid"/>
          </a:ln>
        </p:spPr>
      </p:sp>
      <p:sp>
        <p:nvSpPr>
          <p:cNvPr id="365" name="F3_paired_semantic_8763">
            <a:extLst>
              <a:ext uri="{FF2B5EF4-FFF2-40B4-BE49-F238E27FC236}">
                <a16:creationId xmlns:a16="http://schemas.microsoft.com/office/drawing/2014/main" id="{4FDCD369-ED90-4AEC-A724-1C002A49BBD4}"/>
              </a:ext>
            </a:extLst>
          </p:cNvPr>
          <p:cNvSpPr>
            <a:spLocks noGrp="1"/>
          </p:cNvSpPr>
          <p:nvPr/>
        </p:nvSpPr>
        <p:spPr>
          <a:xfrm>
            <a:off x="7106701" y="36493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88E"/>
          </a:solidFill>
          <a:ln w="5054">
            <a:solidFill>
              <a:srgbClr val="2A788E"/>
            </a:solidFill>
            <a:prstDash val="solid"/>
          </a:ln>
        </p:spPr>
      </p:sp>
      <p:sp>
        <p:nvSpPr>
          <p:cNvPr id="366" name="F3_paired_semantic_8764">
            <a:extLst>
              <a:ext uri="{FF2B5EF4-FFF2-40B4-BE49-F238E27FC236}">
                <a16:creationId xmlns:a16="http://schemas.microsoft.com/office/drawing/2014/main" id="{A774DDD1-1318-4670-A5A1-568246103115}"/>
              </a:ext>
            </a:extLst>
          </p:cNvPr>
          <p:cNvSpPr>
            <a:spLocks noGrp="1"/>
          </p:cNvSpPr>
          <p:nvPr/>
        </p:nvSpPr>
        <p:spPr>
          <a:xfrm>
            <a:off x="7106701" y="36298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78E"/>
          </a:solidFill>
          <a:ln w="5054">
            <a:solidFill>
              <a:srgbClr val="2A778E"/>
            </a:solidFill>
            <a:prstDash val="solid"/>
          </a:ln>
        </p:spPr>
      </p:sp>
      <p:sp>
        <p:nvSpPr>
          <p:cNvPr id="367" name="F3_paired_semantic_8765">
            <a:extLst>
              <a:ext uri="{FF2B5EF4-FFF2-40B4-BE49-F238E27FC236}">
                <a16:creationId xmlns:a16="http://schemas.microsoft.com/office/drawing/2014/main" id="{C81C358C-4662-4A00-9B6D-95782A789321}"/>
              </a:ext>
            </a:extLst>
          </p:cNvPr>
          <p:cNvSpPr>
            <a:spLocks noGrp="1"/>
          </p:cNvSpPr>
          <p:nvPr/>
        </p:nvSpPr>
        <p:spPr>
          <a:xfrm>
            <a:off x="7106701" y="36102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68E"/>
          </a:solidFill>
          <a:ln w="5054">
            <a:solidFill>
              <a:srgbClr val="2A768E"/>
            </a:solidFill>
            <a:prstDash val="solid"/>
          </a:ln>
        </p:spPr>
      </p:sp>
      <p:sp>
        <p:nvSpPr>
          <p:cNvPr id="368" name="F3_paired_semantic_8766">
            <a:extLst>
              <a:ext uri="{FF2B5EF4-FFF2-40B4-BE49-F238E27FC236}">
                <a16:creationId xmlns:a16="http://schemas.microsoft.com/office/drawing/2014/main" id="{3018C3A0-79E8-4925-A5E2-769228C918A5}"/>
              </a:ext>
            </a:extLst>
          </p:cNvPr>
          <p:cNvSpPr>
            <a:spLocks noGrp="1"/>
          </p:cNvSpPr>
          <p:nvPr/>
        </p:nvSpPr>
        <p:spPr>
          <a:xfrm>
            <a:off x="7106701" y="35907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58E"/>
          </a:solidFill>
          <a:ln w="5054">
            <a:solidFill>
              <a:srgbClr val="2B758E"/>
            </a:solidFill>
            <a:prstDash val="solid"/>
          </a:ln>
        </p:spPr>
      </p:sp>
      <p:sp>
        <p:nvSpPr>
          <p:cNvPr id="369" name="F3_paired_semantic_8767">
            <a:extLst>
              <a:ext uri="{FF2B5EF4-FFF2-40B4-BE49-F238E27FC236}">
                <a16:creationId xmlns:a16="http://schemas.microsoft.com/office/drawing/2014/main" id="{3F60049C-42EB-4CD6-9101-586EEA3867DE}"/>
              </a:ext>
            </a:extLst>
          </p:cNvPr>
          <p:cNvSpPr>
            <a:spLocks noGrp="1"/>
          </p:cNvSpPr>
          <p:nvPr/>
        </p:nvSpPr>
        <p:spPr>
          <a:xfrm>
            <a:off x="7106701" y="35711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48E"/>
          </a:solidFill>
          <a:ln w="5054">
            <a:solidFill>
              <a:srgbClr val="2B748E"/>
            </a:solidFill>
            <a:prstDash val="solid"/>
          </a:ln>
        </p:spPr>
      </p:sp>
      <p:sp>
        <p:nvSpPr>
          <p:cNvPr id="370" name="F3_paired_semantic_8768">
            <a:extLst>
              <a:ext uri="{FF2B5EF4-FFF2-40B4-BE49-F238E27FC236}">
                <a16:creationId xmlns:a16="http://schemas.microsoft.com/office/drawing/2014/main" id="{4E3B774F-8316-43F1-97EC-150A9A082FE5}"/>
              </a:ext>
            </a:extLst>
          </p:cNvPr>
          <p:cNvSpPr>
            <a:spLocks noGrp="1"/>
          </p:cNvSpPr>
          <p:nvPr/>
        </p:nvSpPr>
        <p:spPr>
          <a:xfrm>
            <a:off x="7106701" y="35516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38E"/>
          </a:solidFill>
          <a:ln w="5054">
            <a:solidFill>
              <a:srgbClr val="2C738E"/>
            </a:solidFill>
            <a:prstDash val="solid"/>
          </a:ln>
        </p:spPr>
      </p:sp>
      <p:sp>
        <p:nvSpPr>
          <p:cNvPr id="371" name="F3_paired_semantic_8769">
            <a:extLst>
              <a:ext uri="{FF2B5EF4-FFF2-40B4-BE49-F238E27FC236}">
                <a16:creationId xmlns:a16="http://schemas.microsoft.com/office/drawing/2014/main" id="{1DDBF44B-822D-4BB1-94F4-D5762A63F903}"/>
              </a:ext>
            </a:extLst>
          </p:cNvPr>
          <p:cNvSpPr>
            <a:spLocks noGrp="1"/>
          </p:cNvSpPr>
          <p:nvPr/>
        </p:nvSpPr>
        <p:spPr>
          <a:xfrm>
            <a:off x="7106701" y="35320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28E"/>
          </a:solidFill>
          <a:ln w="5054">
            <a:solidFill>
              <a:srgbClr val="2C728E"/>
            </a:solidFill>
            <a:prstDash val="solid"/>
          </a:ln>
        </p:spPr>
      </p:sp>
      <p:sp>
        <p:nvSpPr>
          <p:cNvPr id="372" name="F3_paired_semantic_8770">
            <a:extLst>
              <a:ext uri="{FF2B5EF4-FFF2-40B4-BE49-F238E27FC236}">
                <a16:creationId xmlns:a16="http://schemas.microsoft.com/office/drawing/2014/main" id="{5900D498-95DB-4583-BEB6-03DC0DBB7061}"/>
              </a:ext>
            </a:extLst>
          </p:cNvPr>
          <p:cNvSpPr>
            <a:spLocks noGrp="1"/>
          </p:cNvSpPr>
          <p:nvPr/>
        </p:nvSpPr>
        <p:spPr>
          <a:xfrm>
            <a:off x="7106701" y="35125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18E"/>
          </a:solidFill>
          <a:ln w="5054">
            <a:solidFill>
              <a:srgbClr val="2C718E"/>
            </a:solidFill>
            <a:prstDash val="solid"/>
          </a:ln>
        </p:spPr>
      </p:sp>
      <p:sp>
        <p:nvSpPr>
          <p:cNvPr id="373" name="F3_paired_semantic_8771">
            <a:extLst>
              <a:ext uri="{FF2B5EF4-FFF2-40B4-BE49-F238E27FC236}">
                <a16:creationId xmlns:a16="http://schemas.microsoft.com/office/drawing/2014/main" id="{C3CC08CB-3366-4448-9D57-D4C2DEB0DCE0}"/>
              </a:ext>
            </a:extLst>
          </p:cNvPr>
          <p:cNvSpPr>
            <a:spLocks noGrp="1"/>
          </p:cNvSpPr>
          <p:nvPr/>
        </p:nvSpPr>
        <p:spPr>
          <a:xfrm>
            <a:off x="7106701" y="34929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18E"/>
          </a:solidFill>
          <a:ln w="5054">
            <a:solidFill>
              <a:srgbClr val="2D718E"/>
            </a:solidFill>
            <a:prstDash val="solid"/>
          </a:ln>
        </p:spPr>
      </p:sp>
      <p:sp>
        <p:nvSpPr>
          <p:cNvPr id="374" name="F3_paired_semantic_8772">
            <a:extLst>
              <a:ext uri="{FF2B5EF4-FFF2-40B4-BE49-F238E27FC236}">
                <a16:creationId xmlns:a16="http://schemas.microsoft.com/office/drawing/2014/main" id="{074E8B1D-452D-4C4F-B7BF-681F050C79ED}"/>
              </a:ext>
            </a:extLst>
          </p:cNvPr>
          <p:cNvSpPr>
            <a:spLocks noGrp="1"/>
          </p:cNvSpPr>
          <p:nvPr/>
        </p:nvSpPr>
        <p:spPr>
          <a:xfrm>
            <a:off x="7106701" y="34734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08E"/>
          </a:solidFill>
          <a:ln w="5054">
            <a:solidFill>
              <a:srgbClr val="2D708E"/>
            </a:solidFill>
            <a:prstDash val="solid"/>
          </a:ln>
        </p:spPr>
      </p:sp>
      <p:sp>
        <p:nvSpPr>
          <p:cNvPr id="375" name="F3_paired_semantic_8773">
            <a:extLst>
              <a:ext uri="{FF2B5EF4-FFF2-40B4-BE49-F238E27FC236}">
                <a16:creationId xmlns:a16="http://schemas.microsoft.com/office/drawing/2014/main" id="{ACAACD3A-ABE7-4B98-BD88-6017FBA89F0F}"/>
              </a:ext>
            </a:extLst>
          </p:cNvPr>
          <p:cNvSpPr>
            <a:spLocks noGrp="1"/>
          </p:cNvSpPr>
          <p:nvPr/>
        </p:nvSpPr>
        <p:spPr>
          <a:xfrm>
            <a:off x="7106701" y="34538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F8E"/>
          </a:solidFill>
          <a:ln w="5054">
            <a:solidFill>
              <a:srgbClr val="2E6F8E"/>
            </a:solidFill>
            <a:prstDash val="solid"/>
          </a:ln>
        </p:spPr>
      </p:sp>
      <p:sp>
        <p:nvSpPr>
          <p:cNvPr id="376" name="F3_paired_semantic_8774">
            <a:extLst>
              <a:ext uri="{FF2B5EF4-FFF2-40B4-BE49-F238E27FC236}">
                <a16:creationId xmlns:a16="http://schemas.microsoft.com/office/drawing/2014/main" id="{38FBBC43-E1FC-4022-B065-41F7E8AA4055}"/>
              </a:ext>
            </a:extLst>
          </p:cNvPr>
          <p:cNvSpPr>
            <a:spLocks noGrp="1"/>
          </p:cNvSpPr>
          <p:nvPr/>
        </p:nvSpPr>
        <p:spPr>
          <a:xfrm>
            <a:off x="7106701" y="34343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E8E"/>
          </a:solidFill>
          <a:ln w="5054">
            <a:solidFill>
              <a:srgbClr val="2E6E8E"/>
            </a:solidFill>
            <a:prstDash val="solid"/>
          </a:ln>
        </p:spPr>
      </p:sp>
      <p:sp>
        <p:nvSpPr>
          <p:cNvPr id="377" name="F3_paired_semantic_8775">
            <a:extLst>
              <a:ext uri="{FF2B5EF4-FFF2-40B4-BE49-F238E27FC236}">
                <a16:creationId xmlns:a16="http://schemas.microsoft.com/office/drawing/2014/main" id="{94DE03F5-ACD0-4097-8487-C9E0D52E6E01}"/>
              </a:ext>
            </a:extLst>
          </p:cNvPr>
          <p:cNvSpPr>
            <a:spLocks noGrp="1"/>
          </p:cNvSpPr>
          <p:nvPr/>
        </p:nvSpPr>
        <p:spPr>
          <a:xfrm>
            <a:off x="7106701" y="34147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D8E"/>
          </a:solidFill>
          <a:ln w="5054">
            <a:solidFill>
              <a:srgbClr val="2E6D8E"/>
            </a:solidFill>
            <a:prstDash val="solid"/>
          </a:ln>
        </p:spPr>
      </p:sp>
      <p:sp>
        <p:nvSpPr>
          <p:cNvPr id="378" name="F3_paired_semantic_8776">
            <a:extLst>
              <a:ext uri="{FF2B5EF4-FFF2-40B4-BE49-F238E27FC236}">
                <a16:creationId xmlns:a16="http://schemas.microsoft.com/office/drawing/2014/main" id="{A0ABEC75-135F-4015-89FD-DD742091DE59}"/>
              </a:ext>
            </a:extLst>
          </p:cNvPr>
          <p:cNvSpPr>
            <a:spLocks noGrp="1"/>
          </p:cNvSpPr>
          <p:nvPr/>
        </p:nvSpPr>
        <p:spPr>
          <a:xfrm>
            <a:off x="7106701" y="33952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C8E"/>
          </a:solidFill>
          <a:ln w="5054">
            <a:solidFill>
              <a:srgbClr val="2F6C8E"/>
            </a:solidFill>
            <a:prstDash val="solid"/>
          </a:ln>
        </p:spPr>
      </p:sp>
      <p:sp>
        <p:nvSpPr>
          <p:cNvPr id="379" name="F3_paired_semantic_8777">
            <a:extLst>
              <a:ext uri="{FF2B5EF4-FFF2-40B4-BE49-F238E27FC236}">
                <a16:creationId xmlns:a16="http://schemas.microsoft.com/office/drawing/2014/main" id="{439AE3EF-D640-4056-815F-8DE3DC79621A}"/>
              </a:ext>
            </a:extLst>
          </p:cNvPr>
          <p:cNvSpPr>
            <a:spLocks noGrp="1"/>
          </p:cNvSpPr>
          <p:nvPr/>
        </p:nvSpPr>
        <p:spPr>
          <a:xfrm>
            <a:off x="7106701" y="33756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B8E"/>
          </a:solidFill>
          <a:ln w="5054">
            <a:solidFill>
              <a:srgbClr val="2F6B8E"/>
            </a:solidFill>
            <a:prstDash val="solid"/>
          </a:ln>
        </p:spPr>
      </p:sp>
      <p:sp>
        <p:nvSpPr>
          <p:cNvPr id="380" name="F3_paired_semantic_8778">
            <a:extLst>
              <a:ext uri="{FF2B5EF4-FFF2-40B4-BE49-F238E27FC236}">
                <a16:creationId xmlns:a16="http://schemas.microsoft.com/office/drawing/2014/main" id="{15E9A811-466A-4FBB-B456-BB7A7983CCD8}"/>
              </a:ext>
            </a:extLst>
          </p:cNvPr>
          <p:cNvSpPr>
            <a:spLocks noGrp="1"/>
          </p:cNvSpPr>
          <p:nvPr/>
        </p:nvSpPr>
        <p:spPr>
          <a:xfrm>
            <a:off x="7106701" y="33561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A8E"/>
          </a:solidFill>
          <a:ln w="5054">
            <a:solidFill>
              <a:srgbClr val="306A8E"/>
            </a:solidFill>
            <a:prstDash val="solid"/>
          </a:ln>
        </p:spPr>
      </p:sp>
      <p:sp>
        <p:nvSpPr>
          <p:cNvPr id="381" name="F3_paired_semantic_8779">
            <a:extLst>
              <a:ext uri="{FF2B5EF4-FFF2-40B4-BE49-F238E27FC236}">
                <a16:creationId xmlns:a16="http://schemas.microsoft.com/office/drawing/2014/main" id="{F83E8A77-2DC8-4D8D-A074-275EA8C3B80B}"/>
              </a:ext>
            </a:extLst>
          </p:cNvPr>
          <p:cNvSpPr>
            <a:spLocks noGrp="1"/>
          </p:cNvSpPr>
          <p:nvPr/>
        </p:nvSpPr>
        <p:spPr>
          <a:xfrm>
            <a:off x="7106701" y="33365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98E"/>
          </a:solidFill>
          <a:ln w="5054">
            <a:solidFill>
              <a:srgbClr val="30698E"/>
            </a:solidFill>
            <a:prstDash val="solid"/>
          </a:ln>
        </p:spPr>
      </p:sp>
      <p:sp>
        <p:nvSpPr>
          <p:cNvPr id="382" name="F3_paired_semantic_8780">
            <a:extLst>
              <a:ext uri="{FF2B5EF4-FFF2-40B4-BE49-F238E27FC236}">
                <a16:creationId xmlns:a16="http://schemas.microsoft.com/office/drawing/2014/main" id="{4BAE3667-0B7B-44E3-BBBD-DDF8F7DDA07F}"/>
              </a:ext>
            </a:extLst>
          </p:cNvPr>
          <p:cNvSpPr>
            <a:spLocks noGrp="1"/>
          </p:cNvSpPr>
          <p:nvPr/>
        </p:nvSpPr>
        <p:spPr>
          <a:xfrm>
            <a:off x="7106701" y="33170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88E"/>
          </a:solidFill>
          <a:ln w="5054">
            <a:solidFill>
              <a:srgbClr val="31688E"/>
            </a:solidFill>
            <a:prstDash val="solid"/>
          </a:ln>
        </p:spPr>
      </p:sp>
      <p:sp>
        <p:nvSpPr>
          <p:cNvPr id="383" name="F3_paired_semantic_8781">
            <a:extLst>
              <a:ext uri="{FF2B5EF4-FFF2-40B4-BE49-F238E27FC236}">
                <a16:creationId xmlns:a16="http://schemas.microsoft.com/office/drawing/2014/main" id="{C22AF7FF-F27E-4BD0-9D0F-3D9B4F921D98}"/>
              </a:ext>
            </a:extLst>
          </p:cNvPr>
          <p:cNvSpPr>
            <a:spLocks noGrp="1"/>
          </p:cNvSpPr>
          <p:nvPr/>
        </p:nvSpPr>
        <p:spPr>
          <a:xfrm>
            <a:off x="7106701" y="32974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78E"/>
          </a:solidFill>
          <a:ln w="5054">
            <a:solidFill>
              <a:srgbClr val="31678E"/>
            </a:solidFill>
            <a:prstDash val="solid"/>
          </a:ln>
        </p:spPr>
      </p:sp>
      <p:sp>
        <p:nvSpPr>
          <p:cNvPr id="384" name="F3_paired_semantic_8782">
            <a:extLst>
              <a:ext uri="{FF2B5EF4-FFF2-40B4-BE49-F238E27FC236}">
                <a16:creationId xmlns:a16="http://schemas.microsoft.com/office/drawing/2014/main" id="{4222AB2C-32A8-42C4-9480-D54D2687ECB3}"/>
              </a:ext>
            </a:extLst>
          </p:cNvPr>
          <p:cNvSpPr>
            <a:spLocks noGrp="1"/>
          </p:cNvSpPr>
          <p:nvPr/>
        </p:nvSpPr>
        <p:spPr>
          <a:xfrm>
            <a:off x="7106701" y="32779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68E"/>
          </a:solidFill>
          <a:ln w="5054">
            <a:solidFill>
              <a:srgbClr val="31668E"/>
            </a:solidFill>
            <a:prstDash val="solid"/>
          </a:ln>
        </p:spPr>
      </p:sp>
      <p:sp>
        <p:nvSpPr>
          <p:cNvPr id="385" name="F3_paired_semantic_8783">
            <a:extLst>
              <a:ext uri="{FF2B5EF4-FFF2-40B4-BE49-F238E27FC236}">
                <a16:creationId xmlns:a16="http://schemas.microsoft.com/office/drawing/2014/main" id="{43BD03AD-C435-49B7-83E8-6B05371C6AC9}"/>
              </a:ext>
            </a:extLst>
          </p:cNvPr>
          <p:cNvSpPr>
            <a:spLocks noGrp="1"/>
          </p:cNvSpPr>
          <p:nvPr/>
        </p:nvSpPr>
        <p:spPr>
          <a:xfrm>
            <a:off x="7106701" y="32583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58E"/>
          </a:solidFill>
          <a:ln w="5054">
            <a:solidFill>
              <a:srgbClr val="32658E"/>
            </a:solidFill>
            <a:prstDash val="solid"/>
          </a:ln>
        </p:spPr>
      </p:sp>
      <p:sp>
        <p:nvSpPr>
          <p:cNvPr id="386" name="F3_paired_semantic_8784">
            <a:extLst>
              <a:ext uri="{FF2B5EF4-FFF2-40B4-BE49-F238E27FC236}">
                <a16:creationId xmlns:a16="http://schemas.microsoft.com/office/drawing/2014/main" id="{D37059E5-A3F8-4DD7-BEC5-CA514B818347}"/>
              </a:ext>
            </a:extLst>
          </p:cNvPr>
          <p:cNvSpPr>
            <a:spLocks noGrp="1"/>
          </p:cNvSpPr>
          <p:nvPr/>
        </p:nvSpPr>
        <p:spPr>
          <a:xfrm>
            <a:off x="7106701" y="32388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48E"/>
          </a:solidFill>
          <a:ln w="5054">
            <a:solidFill>
              <a:srgbClr val="32648E"/>
            </a:solidFill>
            <a:prstDash val="solid"/>
          </a:ln>
        </p:spPr>
      </p:sp>
      <p:sp>
        <p:nvSpPr>
          <p:cNvPr id="387" name="F3_paired_semantic_8785">
            <a:extLst>
              <a:ext uri="{FF2B5EF4-FFF2-40B4-BE49-F238E27FC236}">
                <a16:creationId xmlns:a16="http://schemas.microsoft.com/office/drawing/2014/main" id="{DB6BFBF2-F278-4FC2-9238-7FAFE7BEB33E}"/>
              </a:ext>
            </a:extLst>
          </p:cNvPr>
          <p:cNvSpPr>
            <a:spLocks noGrp="1"/>
          </p:cNvSpPr>
          <p:nvPr/>
        </p:nvSpPr>
        <p:spPr>
          <a:xfrm>
            <a:off x="7106701" y="32192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38D"/>
          </a:solidFill>
          <a:ln w="5054">
            <a:solidFill>
              <a:srgbClr val="33638D"/>
            </a:solidFill>
            <a:prstDash val="solid"/>
          </a:ln>
        </p:spPr>
      </p:sp>
      <p:sp>
        <p:nvSpPr>
          <p:cNvPr id="388" name="F3_paired_semantic_8786">
            <a:extLst>
              <a:ext uri="{FF2B5EF4-FFF2-40B4-BE49-F238E27FC236}">
                <a16:creationId xmlns:a16="http://schemas.microsoft.com/office/drawing/2014/main" id="{4CCD1836-8BD3-471B-A59F-7ABB94E75AC7}"/>
              </a:ext>
            </a:extLst>
          </p:cNvPr>
          <p:cNvSpPr>
            <a:spLocks noGrp="1"/>
          </p:cNvSpPr>
          <p:nvPr/>
        </p:nvSpPr>
        <p:spPr>
          <a:xfrm>
            <a:off x="7106701" y="31997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28D"/>
          </a:solidFill>
          <a:ln w="5054">
            <a:solidFill>
              <a:srgbClr val="33628D"/>
            </a:solidFill>
            <a:prstDash val="solid"/>
          </a:ln>
        </p:spPr>
      </p:sp>
      <p:sp>
        <p:nvSpPr>
          <p:cNvPr id="389" name="F3_paired_semantic_8787">
            <a:extLst>
              <a:ext uri="{FF2B5EF4-FFF2-40B4-BE49-F238E27FC236}">
                <a16:creationId xmlns:a16="http://schemas.microsoft.com/office/drawing/2014/main" id="{43C95AFA-6AE0-4E90-B392-81FCC06C105E}"/>
              </a:ext>
            </a:extLst>
          </p:cNvPr>
          <p:cNvSpPr>
            <a:spLocks noGrp="1"/>
          </p:cNvSpPr>
          <p:nvPr/>
        </p:nvSpPr>
        <p:spPr>
          <a:xfrm>
            <a:off x="7106701" y="31801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18D"/>
          </a:solidFill>
          <a:ln w="5054">
            <a:solidFill>
              <a:srgbClr val="34618D"/>
            </a:solidFill>
            <a:prstDash val="solid"/>
          </a:ln>
        </p:spPr>
      </p:sp>
      <p:sp>
        <p:nvSpPr>
          <p:cNvPr id="390" name="F3_paired_semantic_8788">
            <a:extLst>
              <a:ext uri="{FF2B5EF4-FFF2-40B4-BE49-F238E27FC236}">
                <a16:creationId xmlns:a16="http://schemas.microsoft.com/office/drawing/2014/main" id="{801013A5-AC41-4EE8-B473-F1B0406BFA51}"/>
              </a:ext>
            </a:extLst>
          </p:cNvPr>
          <p:cNvSpPr>
            <a:spLocks noGrp="1"/>
          </p:cNvSpPr>
          <p:nvPr/>
        </p:nvSpPr>
        <p:spPr>
          <a:xfrm>
            <a:off x="7106701" y="31606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08D"/>
          </a:solidFill>
          <a:ln w="5054">
            <a:solidFill>
              <a:srgbClr val="34608D"/>
            </a:solidFill>
            <a:prstDash val="solid"/>
          </a:ln>
        </p:spPr>
      </p:sp>
      <p:sp>
        <p:nvSpPr>
          <p:cNvPr id="391" name="F3_paired_semantic_8789">
            <a:extLst>
              <a:ext uri="{FF2B5EF4-FFF2-40B4-BE49-F238E27FC236}">
                <a16:creationId xmlns:a16="http://schemas.microsoft.com/office/drawing/2014/main" id="{4D1A4465-0924-440A-A0A6-4C24DCE09034}"/>
              </a:ext>
            </a:extLst>
          </p:cNvPr>
          <p:cNvSpPr>
            <a:spLocks noGrp="1"/>
          </p:cNvSpPr>
          <p:nvPr/>
        </p:nvSpPr>
        <p:spPr>
          <a:xfrm>
            <a:off x="7106701" y="31410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F8D"/>
          </a:solidFill>
          <a:ln w="5054">
            <a:solidFill>
              <a:srgbClr val="355F8D"/>
            </a:solidFill>
            <a:prstDash val="solid"/>
          </a:ln>
        </p:spPr>
      </p:sp>
      <p:sp>
        <p:nvSpPr>
          <p:cNvPr id="392" name="F3_paired_semantic_8790">
            <a:extLst>
              <a:ext uri="{FF2B5EF4-FFF2-40B4-BE49-F238E27FC236}">
                <a16:creationId xmlns:a16="http://schemas.microsoft.com/office/drawing/2014/main" id="{795A9BDF-A5CD-457B-824B-0BEC23AAC104}"/>
              </a:ext>
            </a:extLst>
          </p:cNvPr>
          <p:cNvSpPr>
            <a:spLocks noGrp="1"/>
          </p:cNvSpPr>
          <p:nvPr/>
        </p:nvSpPr>
        <p:spPr>
          <a:xfrm>
            <a:off x="7106701" y="31215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E8D"/>
          </a:solidFill>
          <a:ln w="5054">
            <a:solidFill>
              <a:srgbClr val="355E8D"/>
            </a:solidFill>
            <a:prstDash val="solid"/>
          </a:ln>
        </p:spPr>
      </p:sp>
      <p:sp>
        <p:nvSpPr>
          <p:cNvPr id="393" name="F3_paired_semantic_8791">
            <a:extLst>
              <a:ext uri="{FF2B5EF4-FFF2-40B4-BE49-F238E27FC236}">
                <a16:creationId xmlns:a16="http://schemas.microsoft.com/office/drawing/2014/main" id="{4ED19E40-7C12-4240-86AF-EC8D86D9DA89}"/>
              </a:ext>
            </a:extLst>
          </p:cNvPr>
          <p:cNvSpPr>
            <a:spLocks noGrp="1"/>
          </p:cNvSpPr>
          <p:nvPr/>
        </p:nvSpPr>
        <p:spPr>
          <a:xfrm>
            <a:off x="7106701" y="31019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D8D"/>
          </a:solidFill>
          <a:ln w="5054">
            <a:solidFill>
              <a:srgbClr val="365D8D"/>
            </a:solidFill>
            <a:prstDash val="solid"/>
          </a:ln>
        </p:spPr>
      </p:sp>
      <p:sp>
        <p:nvSpPr>
          <p:cNvPr id="394" name="F3_paired_semantic_8792">
            <a:extLst>
              <a:ext uri="{FF2B5EF4-FFF2-40B4-BE49-F238E27FC236}">
                <a16:creationId xmlns:a16="http://schemas.microsoft.com/office/drawing/2014/main" id="{CF8CD25D-4948-4654-99AF-A1D872B3B43D}"/>
              </a:ext>
            </a:extLst>
          </p:cNvPr>
          <p:cNvSpPr>
            <a:spLocks noGrp="1"/>
          </p:cNvSpPr>
          <p:nvPr/>
        </p:nvSpPr>
        <p:spPr>
          <a:xfrm>
            <a:off x="7106701" y="30824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C8D"/>
          </a:solidFill>
          <a:ln w="5054">
            <a:solidFill>
              <a:srgbClr val="365C8D"/>
            </a:solidFill>
            <a:prstDash val="solid"/>
          </a:ln>
        </p:spPr>
      </p:sp>
      <p:sp>
        <p:nvSpPr>
          <p:cNvPr id="395" name="F3_paired_semantic_8793">
            <a:extLst>
              <a:ext uri="{FF2B5EF4-FFF2-40B4-BE49-F238E27FC236}">
                <a16:creationId xmlns:a16="http://schemas.microsoft.com/office/drawing/2014/main" id="{D9F9AFD1-C3A6-4632-ABC5-E9B39BCEE9FC}"/>
              </a:ext>
            </a:extLst>
          </p:cNvPr>
          <p:cNvSpPr>
            <a:spLocks noGrp="1"/>
          </p:cNvSpPr>
          <p:nvPr/>
        </p:nvSpPr>
        <p:spPr>
          <a:xfrm>
            <a:off x="7106701" y="30628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B8D"/>
          </a:solidFill>
          <a:ln w="5054">
            <a:solidFill>
              <a:srgbClr val="375B8D"/>
            </a:solidFill>
            <a:prstDash val="solid"/>
          </a:ln>
        </p:spPr>
      </p:sp>
      <p:sp>
        <p:nvSpPr>
          <p:cNvPr id="396" name="F3_paired_semantic_8794">
            <a:extLst>
              <a:ext uri="{FF2B5EF4-FFF2-40B4-BE49-F238E27FC236}">
                <a16:creationId xmlns:a16="http://schemas.microsoft.com/office/drawing/2014/main" id="{0CC1B03B-7311-4ADA-8656-D3E06D1CD882}"/>
              </a:ext>
            </a:extLst>
          </p:cNvPr>
          <p:cNvSpPr>
            <a:spLocks noGrp="1"/>
          </p:cNvSpPr>
          <p:nvPr/>
        </p:nvSpPr>
        <p:spPr>
          <a:xfrm>
            <a:off x="7106701" y="30433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A8C"/>
          </a:solidFill>
          <a:ln w="5054">
            <a:solidFill>
              <a:srgbClr val="375A8C"/>
            </a:solidFill>
            <a:prstDash val="solid"/>
          </a:ln>
        </p:spPr>
      </p:sp>
      <p:sp>
        <p:nvSpPr>
          <p:cNvPr id="397" name="F3_paired_semantic_8795">
            <a:extLst>
              <a:ext uri="{FF2B5EF4-FFF2-40B4-BE49-F238E27FC236}">
                <a16:creationId xmlns:a16="http://schemas.microsoft.com/office/drawing/2014/main" id="{7E55D8F7-9BAC-46CB-86BE-EB8E3B441246}"/>
              </a:ext>
            </a:extLst>
          </p:cNvPr>
          <p:cNvSpPr>
            <a:spLocks noGrp="1"/>
          </p:cNvSpPr>
          <p:nvPr/>
        </p:nvSpPr>
        <p:spPr>
          <a:xfrm>
            <a:off x="7106701" y="30237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98C"/>
          </a:solidFill>
          <a:ln w="5054">
            <a:solidFill>
              <a:srgbClr val="38598C"/>
            </a:solidFill>
            <a:prstDash val="solid"/>
          </a:ln>
        </p:spPr>
      </p:sp>
      <p:sp>
        <p:nvSpPr>
          <p:cNvPr id="398" name="F3_paired_semantic_8796">
            <a:extLst>
              <a:ext uri="{FF2B5EF4-FFF2-40B4-BE49-F238E27FC236}">
                <a16:creationId xmlns:a16="http://schemas.microsoft.com/office/drawing/2014/main" id="{7DD0544F-D828-4A7A-91BD-3B20348FF71C}"/>
              </a:ext>
            </a:extLst>
          </p:cNvPr>
          <p:cNvSpPr>
            <a:spLocks noGrp="1"/>
          </p:cNvSpPr>
          <p:nvPr/>
        </p:nvSpPr>
        <p:spPr>
          <a:xfrm>
            <a:off x="7106701" y="30042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88C"/>
          </a:solidFill>
          <a:ln w="5054">
            <a:solidFill>
              <a:srgbClr val="38588C"/>
            </a:solidFill>
            <a:prstDash val="solid"/>
          </a:ln>
        </p:spPr>
      </p:sp>
      <p:sp>
        <p:nvSpPr>
          <p:cNvPr id="399" name="F3_paired_semantic_8797">
            <a:extLst>
              <a:ext uri="{FF2B5EF4-FFF2-40B4-BE49-F238E27FC236}">
                <a16:creationId xmlns:a16="http://schemas.microsoft.com/office/drawing/2014/main" id="{F0C24709-B199-4CA1-B484-F3F3A3FB874A}"/>
              </a:ext>
            </a:extLst>
          </p:cNvPr>
          <p:cNvSpPr>
            <a:spLocks noGrp="1"/>
          </p:cNvSpPr>
          <p:nvPr/>
        </p:nvSpPr>
        <p:spPr>
          <a:xfrm>
            <a:off x="7106701" y="29846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68C"/>
          </a:solidFill>
          <a:ln w="5054">
            <a:solidFill>
              <a:srgbClr val="39568C"/>
            </a:solidFill>
            <a:prstDash val="solid"/>
          </a:ln>
        </p:spPr>
      </p:sp>
      <p:sp>
        <p:nvSpPr>
          <p:cNvPr id="400" name="F3_paired_semantic_8798">
            <a:extLst>
              <a:ext uri="{FF2B5EF4-FFF2-40B4-BE49-F238E27FC236}">
                <a16:creationId xmlns:a16="http://schemas.microsoft.com/office/drawing/2014/main" id="{05AC2C30-D6CE-478C-AB34-C0148426F98C}"/>
              </a:ext>
            </a:extLst>
          </p:cNvPr>
          <p:cNvSpPr>
            <a:spLocks noGrp="1"/>
          </p:cNvSpPr>
          <p:nvPr/>
        </p:nvSpPr>
        <p:spPr>
          <a:xfrm>
            <a:off x="7106701" y="29651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58C"/>
          </a:solidFill>
          <a:ln w="5054">
            <a:solidFill>
              <a:srgbClr val="39558C"/>
            </a:solidFill>
            <a:prstDash val="solid"/>
          </a:ln>
        </p:spPr>
      </p:sp>
      <p:sp>
        <p:nvSpPr>
          <p:cNvPr id="401" name="F3_paired_semantic_8799">
            <a:extLst>
              <a:ext uri="{FF2B5EF4-FFF2-40B4-BE49-F238E27FC236}">
                <a16:creationId xmlns:a16="http://schemas.microsoft.com/office/drawing/2014/main" id="{AF207EA1-459C-48FF-949A-CAE14B7B8D03}"/>
              </a:ext>
            </a:extLst>
          </p:cNvPr>
          <p:cNvSpPr>
            <a:spLocks noGrp="1"/>
          </p:cNvSpPr>
          <p:nvPr/>
        </p:nvSpPr>
        <p:spPr>
          <a:xfrm>
            <a:off x="7106701" y="29455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48C"/>
          </a:solidFill>
          <a:ln w="5054">
            <a:solidFill>
              <a:srgbClr val="3A548C"/>
            </a:solidFill>
            <a:prstDash val="solid"/>
          </a:ln>
        </p:spPr>
      </p:sp>
      <p:sp>
        <p:nvSpPr>
          <p:cNvPr id="402" name="F3_paired_semantic_8800">
            <a:extLst>
              <a:ext uri="{FF2B5EF4-FFF2-40B4-BE49-F238E27FC236}">
                <a16:creationId xmlns:a16="http://schemas.microsoft.com/office/drawing/2014/main" id="{B0E2B59B-C53E-4ECB-AF99-31D8A1468EA9}"/>
              </a:ext>
            </a:extLst>
          </p:cNvPr>
          <p:cNvSpPr>
            <a:spLocks noGrp="1"/>
          </p:cNvSpPr>
          <p:nvPr/>
        </p:nvSpPr>
        <p:spPr>
          <a:xfrm>
            <a:off x="7106701" y="29260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38B"/>
          </a:solidFill>
          <a:ln w="5054">
            <a:solidFill>
              <a:srgbClr val="3A538B"/>
            </a:solidFill>
            <a:prstDash val="solid"/>
          </a:ln>
        </p:spPr>
      </p:sp>
      <p:sp>
        <p:nvSpPr>
          <p:cNvPr id="403" name="F3_paired_semantic_8801">
            <a:extLst>
              <a:ext uri="{FF2B5EF4-FFF2-40B4-BE49-F238E27FC236}">
                <a16:creationId xmlns:a16="http://schemas.microsoft.com/office/drawing/2014/main" id="{65E366EB-4BD1-476B-89E4-29111A38A60C}"/>
              </a:ext>
            </a:extLst>
          </p:cNvPr>
          <p:cNvSpPr>
            <a:spLocks noGrp="1"/>
          </p:cNvSpPr>
          <p:nvPr/>
        </p:nvSpPr>
        <p:spPr>
          <a:xfrm>
            <a:off x="7106701" y="29064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28B"/>
          </a:solidFill>
          <a:ln w="5054">
            <a:solidFill>
              <a:srgbClr val="3B528B"/>
            </a:solidFill>
            <a:prstDash val="solid"/>
          </a:ln>
        </p:spPr>
      </p:sp>
      <p:sp>
        <p:nvSpPr>
          <p:cNvPr id="404" name="F3_paired_semantic_8802">
            <a:extLst>
              <a:ext uri="{FF2B5EF4-FFF2-40B4-BE49-F238E27FC236}">
                <a16:creationId xmlns:a16="http://schemas.microsoft.com/office/drawing/2014/main" id="{CFDE6094-361E-48DC-B081-BF4AD3EB6CB1}"/>
              </a:ext>
            </a:extLst>
          </p:cNvPr>
          <p:cNvSpPr>
            <a:spLocks noGrp="1"/>
          </p:cNvSpPr>
          <p:nvPr/>
        </p:nvSpPr>
        <p:spPr>
          <a:xfrm>
            <a:off x="7106701" y="28869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18B"/>
          </a:solidFill>
          <a:ln w="5054">
            <a:solidFill>
              <a:srgbClr val="3B518B"/>
            </a:solidFill>
            <a:prstDash val="solid"/>
          </a:ln>
        </p:spPr>
      </p:sp>
      <p:sp>
        <p:nvSpPr>
          <p:cNvPr id="405" name="F3_paired_semantic_8803">
            <a:extLst>
              <a:ext uri="{FF2B5EF4-FFF2-40B4-BE49-F238E27FC236}">
                <a16:creationId xmlns:a16="http://schemas.microsoft.com/office/drawing/2014/main" id="{38615778-ACE4-489D-9090-80BC9394B081}"/>
              </a:ext>
            </a:extLst>
          </p:cNvPr>
          <p:cNvSpPr>
            <a:spLocks noGrp="1"/>
          </p:cNvSpPr>
          <p:nvPr/>
        </p:nvSpPr>
        <p:spPr>
          <a:xfrm>
            <a:off x="7106701" y="28673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508B"/>
          </a:solidFill>
          <a:ln w="5054">
            <a:solidFill>
              <a:srgbClr val="3C508B"/>
            </a:solidFill>
            <a:prstDash val="solid"/>
          </a:ln>
        </p:spPr>
      </p:sp>
      <p:sp>
        <p:nvSpPr>
          <p:cNvPr id="406" name="F3_paired_semantic_8804">
            <a:extLst>
              <a:ext uri="{FF2B5EF4-FFF2-40B4-BE49-F238E27FC236}">
                <a16:creationId xmlns:a16="http://schemas.microsoft.com/office/drawing/2014/main" id="{996B7C8E-A944-4C40-9BDD-ABE1A1A85207}"/>
              </a:ext>
            </a:extLst>
          </p:cNvPr>
          <p:cNvSpPr>
            <a:spLocks noGrp="1"/>
          </p:cNvSpPr>
          <p:nvPr/>
        </p:nvSpPr>
        <p:spPr>
          <a:xfrm>
            <a:off x="7106701" y="28478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4F8A"/>
          </a:solidFill>
          <a:ln w="5054">
            <a:solidFill>
              <a:srgbClr val="3C4F8A"/>
            </a:solidFill>
            <a:prstDash val="solid"/>
          </a:ln>
        </p:spPr>
      </p:sp>
      <p:sp>
        <p:nvSpPr>
          <p:cNvPr id="407" name="F3_paired_semantic_8805">
            <a:extLst>
              <a:ext uri="{FF2B5EF4-FFF2-40B4-BE49-F238E27FC236}">
                <a16:creationId xmlns:a16="http://schemas.microsoft.com/office/drawing/2014/main" id="{266F541C-2BBB-415C-B5F1-65AFBE4E1B2D}"/>
              </a:ext>
            </a:extLst>
          </p:cNvPr>
          <p:cNvSpPr>
            <a:spLocks noGrp="1"/>
          </p:cNvSpPr>
          <p:nvPr/>
        </p:nvSpPr>
        <p:spPr>
          <a:xfrm>
            <a:off x="7106701" y="28282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E8A"/>
          </a:solidFill>
          <a:ln w="5054">
            <a:solidFill>
              <a:srgbClr val="3D4E8A"/>
            </a:solidFill>
            <a:prstDash val="solid"/>
          </a:ln>
        </p:spPr>
      </p:sp>
      <p:sp>
        <p:nvSpPr>
          <p:cNvPr id="408" name="F3_paired_semantic_8806">
            <a:extLst>
              <a:ext uri="{FF2B5EF4-FFF2-40B4-BE49-F238E27FC236}">
                <a16:creationId xmlns:a16="http://schemas.microsoft.com/office/drawing/2014/main" id="{3D6520C3-C26C-42EF-A322-923FEF19C91D}"/>
              </a:ext>
            </a:extLst>
          </p:cNvPr>
          <p:cNvSpPr>
            <a:spLocks noGrp="1"/>
          </p:cNvSpPr>
          <p:nvPr/>
        </p:nvSpPr>
        <p:spPr>
          <a:xfrm>
            <a:off x="7106701" y="28087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D8A"/>
          </a:solidFill>
          <a:ln w="5054">
            <a:solidFill>
              <a:srgbClr val="3D4D8A"/>
            </a:solidFill>
            <a:prstDash val="solid"/>
          </a:ln>
        </p:spPr>
      </p:sp>
      <p:sp>
        <p:nvSpPr>
          <p:cNvPr id="409" name="F3_paired_semantic_8807">
            <a:extLst>
              <a:ext uri="{FF2B5EF4-FFF2-40B4-BE49-F238E27FC236}">
                <a16:creationId xmlns:a16="http://schemas.microsoft.com/office/drawing/2014/main" id="{0AAEF2D2-950D-4A1C-AC23-36FB578A6F14}"/>
              </a:ext>
            </a:extLst>
          </p:cNvPr>
          <p:cNvSpPr>
            <a:spLocks noGrp="1"/>
          </p:cNvSpPr>
          <p:nvPr/>
        </p:nvSpPr>
        <p:spPr>
          <a:xfrm>
            <a:off x="7106701" y="27891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C8A"/>
          </a:solidFill>
          <a:ln w="5054">
            <a:solidFill>
              <a:srgbClr val="3E4C8A"/>
            </a:solidFill>
            <a:prstDash val="solid"/>
          </a:ln>
        </p:spPr>
      </p:sp>
      <p:sp>
        <p:nvSpPr>
          <p:cNvPr id="410" name="F3_paired_semantic_8808">
            <a:extLst>
              <a:ext uri="{FF2B5EF4-FFF2-40B4-BE49-F238E27FC236}">
                <a16:creationId xmlns:a16="http://schemas.microsoft.com/office/drawing/2014/main" id="{9498B547-C29A-4E55-8F19-C9E84AD6E3C2}"/>
              </a:ext>
            </a:extLst>
          </p:cNvPr>
          <p:cNvSpPr>
            <a:spLocks noGrp="1"/>
          </p:cNvSpPr>
          <p:nvPr/>
        </p:nvSpPr>
        <p:spPr>
          <a:xfrm>
            <a:off x="7106701" y="27696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A89"/>
          </a:solidFill>
          <a:ln w="5054">
            <a:solidFill>
              <a:srgbClr val="3E4A89"/>
            </a:solidFill>
            <a:prstDash val="solid"/>
          </a:ln>
        </p:spPr>
      </p:sp>
      <p:sp>
        <p:nvSpPr>
          <p:cNvPr id="411" name="F3_paired_semantic_8809">
            <a:extLst>
              <a:ext uri="{FF2B5EF4-FFF2-40B4-BE49-F238E27FC236}">
                <a16:creationId xmlns:a16="http://schemas.microsoft.com/office/drawing/2014/main" id="{2769E4A3-3D38-47B5-97F8-3F0BF8FB7863}"/>
              </a:ext>
            </a:extLst>
          </p:cNvPr>
          <p:cNvSpPr>
            <a:spLocks noGrp="1"/>
          </p:cNvSpPr>
          <p:nvPr/>
        </p:nvSpPr>
        <p:spPr>
          <a:xfrm>
            <a:off x="7106701" y="27500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989"/>
          </a:solidFill>
          <a:ln w="5054">
            <a:solidFill>
              <a:srgbClr val="3E4989"/>
            </a:solidFill>
            <a:prstDash val="solid"/>
          </a:ln>
        </p:spPr>
      </p:sp>
      <p:sp>
        <p:nvSpPr>
          <p:cNvPr id="412" name="F3_paired_semantic_8810">
            <a:extLst>
              <a:ext uri="{FF2B5EF4-FFF2-40B4-BE49-F238E27FC236}">
                <a16:creationId xmlns:a16="http://schemas.microsoft.com/office/drawing/2014/main" id="{4BEB8F18-E620-4C4E-BD43-35B117A333DD}"/>
              </a:ext>
            </a:extLst>
          </p:cNvPr>
          <p:cNvSpPr>
            <a:spLocks noGrp="1"/>
          </p:cNvSpPr>
          <p:nvPr/>
        </p:nvSpPr>
        <p:spPr>
          <a:xfrm>
            <a:off x="7106701" y="27305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889"/>
          </a:solidFill>
          <a:ln w="5054">
            <a:solidFill>
              <a:srgbClr val="3F4889"/>
            </a:solidFill>
            <a:prstDash val="solid"/>
          </a:ln>
        </p:spPr>
      </p:sp>
      <p:sp>
        <p:nvSpPr>
          <p:cNvPr id="413" name="F3_paired_semantic_8811">
            <a:extLst>
              <a:ext uri="{FF2B5EF4-FFF2-40B4-BE49-F238E27FC236}">
                <a16:creationId xmlns:a16="http://schemas.microsoft.com/office/drawing/2014/main" id="{D21D805A-9787-48D7-95D5-773280321CFA}"/>
              </a:ext>
            </a:extLst>
          </p:cNvPr>
          <p:cNvSpPr>
            <a:spLocks noGrp="1"/>
          </p:cNvSpPr>
          <p:nvPr/>
        </p:nvSpPr>
        <p:spPr>
          <a:xfrm>
            <a:off x="7106701" y="27109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788"/>
          </a:solidFill>
          <a:ln w="5054">
            <a:solidFill>
              <a:srgbClr val="3F4788"/>
            </a:solidFill>
            <a:prstDash val="solid"/>
          </a:ln>
        </p:spPr>
      </p:sp>
      <p:sp>
        <p:nvSpPr>
          <p:cNvPr id="414" name="F3_paired_semantic_8812">
            <a:extLst>
              <a:ext uri="{FF2B5EF4-FFF2-40B4-BE49-F238E27FC236}">
                <a16:creationId xmlns:a16="http://schemas.microsoft.com/office/drawing/2014/main" id="{B526F107-9973-4F90-81CE-A9FB0188A232}"/>
              </a:ext>
            </a:extLst>
          </p:cNvPr>
          <p:cNvSpPr>
            <a:spLocks noGrp="1"/>
          </p:cNvSpPr>
          <p:nvPr/>
        </p:nvSpPr>
        <p:spPr>
          <a:xfrm>
            <a:off x="7106701" y="26914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688"/>
          </a:solidFill>
          <a:ln w="5054">
            <a:solidFill>
              <a:srgbClr val="404688"/>
            </a:solidFill>
            <a:prstDash val="solid"/>
          </a:ln>
        </p:spPr>
      </p:sp>
      <p:sp>
        <p:nvSpPr>
          <p:cNvPr id="415" name="F3_paired_semantic_8813">
            <a:extLst>
              <a:ext uri="{FF2B5EF4-FFF2-40B4-BE49-F238E27FC236}">
                <a16:creationId xmlns:a16="http://schemas.microsoft.com/office/drawing/2014/main" id="{511E1692-A0B4-4F79-85C9-A57F4D0CF657}"/>
              </a:ext>
            </a:extLst>
          </p:cNvPr>
          <p:cNvSpPr>
            <a:spLocks noGrp="1"/>
          </p:cNvSpPr>
          <p:nvPr/>
        </p:nvSpPr>
        <p:spPr>
          <a:xfrm>
            <a:off x="7106701" y="26718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588"/>
          </a:solidFill>
          <a:ln w="5054">
            <a:solidFill>
              <a:srgbClr val="404588"/>
            </a:solidFill>
            <a:prstDash val="solid"/>
          </a:ln>
        </p:spPr>
      </p:sp>
      <p:sp>
        <p:nvSpPr>
          <p:cNvPr id="416" name="F3_paired_semantic_8814">
            <a:extLst>
              <a:ext uri="{FF2B5EF4-FFF2-40B4-BE49-F238E27FC236}">
                <a16:creationId xmlns:a16="http://schemas.microsoft.com/office/drawing/2014/main" id="{3CD6CDF9-09C0-4AD5-A50D-01AF63F5B985}"/>
              </a:ext>
            </a:extLst>
          </p:cNvPr>
          <p:cNvSpPr>
            <a:spLocks noGrp="1"/>
          </p:cNvSpPr>
          <p:nvPr/>
        </p:nvSpPr>
        <p:spPr>
          <a:xfrm>
            <a:off x="7106701" y="26523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487"/>
          </a:solidFill>
          <a:ln w="5054">
            <a:solidFill>
              <a:srgbClr val="414487"/>
            </a:solidFill>
            <a:prstDash val="solid"/>
          </a:ln>
        </p:spPr>
      </p:sp>
      <p:sp>
        <p:nvSpPr>
          <p:cNvPr id="417" name="F3_paired_semantic_8815">
            <a:extLst>
              <a:ext uri="{FF2B5EF4-FFF2-40B4-BE49-F238E27FC236}">
                <a16:creationId xmlns:a16="http://schemas.microsoft.com/office/drawing/2014/main" id="{78630C31-FD89-45FB-8413-92686A91EE6D}"/>
              </a:ext>
            </a:extLst>
          </p:cNvPr>
          <p:cNvSpPr>
            <a:spLocks noGrp="1"/>
          </p:cNvSpPr>
          <p:nvPr/>
        </p:nvSpPr>
        <p:spPr>
          <a:xfrm>
            <a:off x="7106701" y="26327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287"/>
          </a:solidFill>
          <a:ln w="5054">
            <a:solidFill>
              <a:srgbClr val="414287"/>
            </a:solidFill>
            <a:prstDash val="solid"/>
          </a:ln>
        </p:spPr>
      </p:sp>
      <p:sp>
        <p:nvSpPr>
          <p:cNvPr id="418" name="F3_paired_semantic_8816">
            <a:extLst>
              <a:ext uri="{FF2B5EF4-FFF2-40B4-BE49-F238E27FC236}">
                <a16:creationId xmlns:a16="http://schemas.microsoft.com/office/drawing/2014/main" id="{A79BAAB0-18D3-470C-A280-F5F93DB15D8D}"/>
              </a:ext>
            </a:extLst>
          </p:cNvPr>
          <p:cNvSpPr>
            <a:spLocks noGrp="1"/>
          </p:cNvSpPr>
          <p:nvPr/>
        </p:nvSpPr>
        <p:spPr>
          <a:xfrm>
            <a:off x="7106701" y="26132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186"/>
          </a:solidFill>
          <a:ln w="5054">
            <a:solidFill>
              <a:srgbClr val="424186"/>
            </a:solidFill>
            <a:prstDash val="solid"/>
          </a:ln>
        </p:spPr>
      </p:sp>
      <p:sp>
        <p:nvSpPr>
          <p:cNvPr id="419" name="F3_paired_semantic_8817">
            <a:extLst>
              <a:ext uri="{FF2B5EF4-FFF2-40B4-BE49-F238E27FC236}">
                <a16:creationId xmlns:a16="http://schemas.microsoft.com/office/drawing/2014/main" id="{8AED1FFE-BE01-4511-86F7-82105369ACD2}"/>
              </a:ext>
            </a:extLst>
          </p:cNvPr>
          <p:cNvSpPr>
            <a:spLocks noGrp="1"/>
          </p:cNvSpPr>
          <p:nvPr/>
        </p:nvSpPr>
        <p:spPr>
          <a:xfrm>
            <a:off x="7106701" y="25936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086"/>
          </a:solidFill>
          <a:ln w="5054">
            <a:solidFill>
              <a:srgbClr val="424086"/>
            </a:solidFill>
            <a:prstDash val="solid"/>
          </a:ln>
        </p:spPr>
      </p:sp>
      <p:sp>
        <p:nvSpPr>
          <p:cNvPr id="420" name="F3_paired_semantic_8818">
            <a:extLst>
              <a:ext uri="{FF2B5EF4-FFF2-40B4-BE49-F238E27FC236}">
                <a16:creationId xmlns:a16="http://schemas.microsoft.com/office/drawing/2014/main" id="{F740F085-C156-4A47-BA1F-0E2889D718A6}"/>
              </a:ext>
            </a:extLst>
          </p:cNvPr>
          <p:cNvSpPr>
            <a:spLocks noGrp="1"/>
          </p:cNvSpPr>
          <p:nvPr/>
        </p:nvSpPr>
        <p:spPr>
          <a:xfrm>
            <a:off x="7106701" y="25741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3F85"/>
          </a:solidFill>
          <a:ln w="5054">
            <a:solidFill>
              <a:srgbClr val="423F85"/>
            </a:solidFill>
            <a:prstDash val="solid"/>
          </a:ln>
        </p:spPr>
      </p:sp>
      <p:sp>
        <p:nvSpPr>
          <p:cNvPr id="421" name="F3_paired_semantic_8819">
            <a:extLst>
              <a:ext uri="{FF2B5EF4-FFF2-40B4-BE49-F238E27FC236}">
                <a16:creationId xmlns:a16="http://schemas.microsoft.com/office/drawing/2014/main" id="{2ABE5187-B255-4256-A958-03C88C0655F2}"/>
              </a:ext>
            </a:extLst>
          </p:cNvPr>
          <p:cNvSpPr>
            <a:spLocks noGrp="1"/>
          </p:cNvSpPr>
          <p:nvPr/>
        </p:nvSpPr>
        <p:spPr>
          <a:xfrm>
            <a:off x="7106701" y="25545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E85"/>
          </a:solidFill>
          <a:ln w="5054">
            <a:solidFill>
              <a:srgbClr val="433E85"/>
            </a:solidFill>
            <a:prstDash val="solid"/>
          </a:ln>
        </p:spPr>
      </p:sp>
      <p:sp>
        <p:nvSpPr>
          <p:cNvPr id="422" name="F3_paired_semantic_8820">
            <a:extLst>
              <a:ext uri="{FF2B5EF4-FFF2-40B4-BE49-F238E27FC236}">
                <a16:creationId xmlns:a16="http://schemas.microsoft.com/office/drawing/2014/main" id="{6689F757-B4C7-43D6-8B45-961CDF16470C}"/>
              </a:ext>
            </a:extLst>
          </p:cNvPr>
          <p:cNvSpPr>
            <a:spLocks noGrp="1"/>
          </p:cNvSpPr>
          <p:nvPr/>
        </p:nvSpPr>
        <p:spPr>
          <a:xfrm>
            <a:off x="7106701" y="25350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D84"/>
          </a:solidFill>
          <a:ln w="5054">
            <a:solidFill>
              <a:srgbClr val="433D84"/>
            </a:solidFill>
            <a:prstDash val="solid"/>
          </a:ln>
        </p:spPr>
      </p:sp>
      <p:sp>
        <p:nvSpPr>
          <p:cNvPr id="423" name="F3_paired_semantic_8821">
            <a:extLst>
              <a:ext uri="{FF2B5EF4-FFF2-40B4-BE49-F238E27FC236}">
                <a16:creationId xmlns:a16="http://schemas.microsoft.com/office/drawing/2014/main" id="{470CA98C-8D64-4D0E-83E4-B5F1A60C23C6}"/>
              </a:ext>
            </a:extLst>
          </p:cNvPr>
          <p:cNvSpPr>
            <a:spLocks noGrp="1"/>
          </p:cNvSpPr>
          <p:nvPr/>
        </p:nvSpPr>
        <p:spPr>
          <a:xfrm>
            <a:off x="7106701" y="25154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B84"/>
          </a:solidFill>
          <a:ln w="5054">
            <a:solidFill>
              <a:srgbClr val="443B84"/>
            </a:solidFill>
            <a:prstDash val="solid"/>
          </a:ln>
        </p:spPr>
      </p:sp>
      <p:sp>
        <p:nvSpPr>
          <p:cNvPr id="424" name="F3_paired_semantic_8822">
            <a:extLst>
              <a:ext uri="{FF2B5EF4-FFF2-40B4-BE49-F238E27FC236}">
                <a16:creationId xmlns:a16="http://schemas.microsoft.com/office/drawing/2014/main" id="{8149D2CD-7193-4231-A164-FAC1B30A6331}"/>
              </a:ext>
            </a:extLst>
          </p:cNvPr>
          <p:cNvSpPr>
            <a:spLocks noGrp="1"/>
          </p:cNvSpPr>
          <p:nvPr/>
        </p:nvSpPr>
        <p:spPr>
          <a:xfrm>
            <a:off x="7106701" y="24959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A83"/>
          </a:solidFill>
          <a:ln w="5054">
            <a:solidFill>
              <a:srgbClr val="443A83"/>
            </a:solidFill>
            <a:prstDash val="solid"/>
          </a:ln>
        </p:spPr>
      </p:sp>
      <p:sp>
        <p:nvSpPr>
          <p:cNvPr id="425" name="F3_paired_semantic_8823">
            <a:extLst>
              <a:ext uri="{FF2B5EF4-FFF2-40B4-BE49-F238E27FC236}">
                <a16:creationId xmlns:a16="http://schemas.microsoft.com/office/drawing/2014/main" id="{081F3019-1E03-4FD3-AF97-C17D52F76D26}"/>
              </a:ext>
            </a:extLst>
          </p:cNvPr>
          <p:cNvSpPr>
            <a:spLocks noGrp="1"/>
          </p:cNvSpPr>
          <p:nvPr/>
        </p:nvSpPr>
        <p:spPr>
          <a:xfrm>
            <a:off x="7106701" y="24763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983"/>
          </a:solidFill>
          <a:ln w="5054">
            <a:solidFill>
              <a:srgbClr val="443983"/>
            </a:solidFill>
            <a:prstDash val="solid"/>
          </a:ln>
        </p:spPr>
      </p:sp>
      <p:sp>
        <p:nvSpPr>
          <p:cNvPr id="426" name="F3_paired_semantic_8824">
            <a:extLst>
              <a:ext uri="{FF2B5EF4-FFF2-40B4-BE49-F238E27FC236}">
                <a16:creationId xmlns:a16="http://schemas.microsoft.com/office/drawing/2014/main" id="{8E66A31D-BDF2-436D-A9FD-1D73D854467F}"/>
              </a:ext>
            </a:extLst>
          </p:cNvPr>
          <p:cNvSpPr>
            <a:spLocks noGrp="1"/>
          </p:cNvSpPr>
          <p:nvPr/>
        </p:nvSpPr>
        <p:spPr>
          <a:xfrm>
            <a:off x="7106701" y="24568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882"/>
          </a:solidFill>
          <a:ln w="5054">
            <a:solidFill>
              <a:srgbClr val="453882"/>
            </a:solidFill>
            <a:prstDash val="solid"/>
          </a:ln>
        </p:spPr>
      </p:sp>
      <p:sp>
        <p:nvSpPr>
          <p:cNvPr id="427" name="F3_paired_semantic_8825">
            <a:extLst>
              <a:ext uri="{FF2B5EF4-FFF2-40B4-BE49-F238E27FC236}">
                <a16:creationId xmlns:a16="http://schemas.microsoft.com/office/drawing/2014/main" id="{84D91578-5408-4C56-B84B-8BB1CEDECCB4}"/>
              </a:ext>
            </a:extLst>
          </p:cNvPr>
          <p:cNvSpPr>
            <a:spLocks noGrp="1"/>
          </p:cNvSpPr>
          <p:nvPr/>
        </p:nvSpPr>
        <p:spPr>
          <a:xfrm>
            <a:off x="7106701" y="24372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781"/>
          </a:solidFill>
          <a:ln w="5054">
            <a:solidFill>
              <a:srgbClr val="453781"/>
            </a:solidFill>
            <a:prstDash val="solid"/>
          </a:ln>
        </p:spPr>
      </p:sp>
      <p:sp>
        <p:nvSpPr>
          <p:cNvPr id="428" name="F3_paired_semantic_8826">
            <a:extLst>
              <a:ext uri="{FF2B5EF4-FFF2-40B4-BE49-F238E27FC236}">
                <a16:creationId xmlns:a16="http://schemas.microsoft.com/office/drawing/2014/main" id="{4E6AFA0A-61D1-49FA-A64D-2FC9828AFBE3}"/>
              </a:ext>
            </a:extLst>
          </p:cNvPr>
          <p:cNvSpPr>
            <a:spLocks noGrp="1"/>
          </p:cNvSpPr>
          <p:nvPr/>
        </p:nvSpPr>
        <p:spPr>
          <a:xfrm>
            <a:off x="7106701" y="24177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581"/>
          </a:solidFill>
          <a:ln w="5054">
            <a:solidFill>
              <a:srgbClr val="453581"/>
            </a:solidFill>
            <a:prstDash val="solid"/>
          </a:ln>
        </p:spPr>
      </p:sp>
      <p:sp>
        <p:nvSpPr>
          <p:cNvPr id="429" name="F3_paired_semantic_8827">
            <a:extLst>
              <a:ext uri="{FF2B5EF4-FFF2-40B4-BE49-F238E27FC236}">
                <a16:creationId xmlns:a16="http://schemas.microsoft.com/office/drawing/2014/main" id="{5E25C3BF-621E-4BB6-A0B3-04A1C38F6685}"/>
              </a:ext>
            </a:extLst>
          </p:cNvPr>
          <p:cNvSpPr>
            <a:spLocks noGrp="1"/>
          </p:cNvSpPr>
          <p:nvPr/>
        </p:nvSpPr>
        <p:spPr>
          <a:xfrm>
            <a:off x="7106701" y="23981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480"/>
          </a:solidFill>
          <a:ln w="5054">
            <a:solidFill>
              <a:srgbClr val="463480"/>
            </a:solidFill>
            <a:prstDash val="solid"/>
          </a:ln>
        </p:spPr>
      </p:sp>
      <p:sp>
        <p:nvSpPr>
          <p:cNvPr id="430" name="F3_paired_semantic_8828">
            <a:extLst>
              <a:ext uri="{FF2B5EF4-FFF2-40B4-BE49-F238E27FC236}">
                <a16:creationId xmlns:a16="http://schemas.microsoft.com/office/drawing/2014/main" id="{B7D59D8B-BF2D-48AA-88E5-4F06F5AC7424}"/>
              </a:ext>
            </a:extLst>
          </p:cNvPr>
          <p:cNvSpPr>
            <a:spLocks noGrp="1"/>
          </p:cNvSpPr>
          <p:nvPr/>
        </p:nvSpPr>
        <p:spPr>
          <a:xfrm>
            <a:off x="7106701" y="23786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37F"/>
          </a:solidFill>
          <a:ln w="5054">
            <a:solidFill>
              <a:srgbClr val="46337F"/>
            </a:solidFill>
            <a:prstDash val="solid"/>
          </a:ln>
        </p:spPr>
      </p:sp>
      <p:sp>
        <p:nvSpPr>
          <p:cNvPr id="431" name="F3_paired_semantic_8829">
            <a:extLst>
              <a:ext uri="{FF2B5EF4-FFF2-40B4-BE49-F238E27FC236}">
                <a16:creationId xmlns:a16="http://schemas.microsoft.com/office/drawing/2014/main" id="{10384980-DE80-4A93-8577-3C1219C60ED5}"/>
              </a:ext>
            </a:extLst>
          </p:cNvPr>
          <p:cNvSpPr>
            <a:spLocks noGrp="1"/>
          </p:cNvSpPr>
          <p:nvPr/>
        </p:nvSpPr>
        <p:spPr>
          <a:xfrm>
            <a:off x="7106701" y="23590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27E"/>
          </a:solidFill>
          <a:ln w="5054">
            <a:solidFill>
              <a:srgbClr val="46327E"/>
            </a:solidFill>
            <a:prstDash val="solid"/>
          </a:ln>
        </p:spPr>
      </p:sp>
      <p:sp>
        <p:nvSpPr>
          <p:cNvPr id="432" name="F3_paired_semantic_8830">
            <a:extLst>
              <a:ext uri="{FF2B5EF4-FFF2-40B4-BE49-F238E27FC236}">
                <a16:creationId xmlns:a16="http://schemas.microsoft.com/office/drawing/2014/main" id="{2866545B-CE7A-45BC-9A6B-0DA7B9464683}"/>
              </a:ext>
            </a:extLst>
          </p:cNvPr>
          <p:cNvSpPr>
            <a:spLocks noGrp="1"/>
          </p:cNvSpPr>
          <p:nvPr/>
        </p:nvSpPr>
        <p:spPr>
          <a:xfrm>
            <a:off x="7106701" y="23395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07E"/>
          </a:solidFill>
          <a:ln w="5054">
            <a:solidFill>
              <a:srgbClr val="46307E"/>
            </a:solidFill>
            <a:prstDash val="solid"/>
          </a:ln>
        </p:spPr>
      </p:sp>
      <p:sp>
        <p:nvSpPr>
          <p:cNvPr id="433" name="F3_paired_semantic_8831">
            <a:extLst>
              <a:ext uri="{FF2B5EF4-FFF2-40B4-BE49-F238E27FC236}">
                <a16:creationId xmlns:a16="http://schemas.microsoft.com/office/drawing/2014/main" id="{A943D6DA-FC1B-4398-B009-CADC511DAD93}"/>
              </a:ext>
            </a:extLst>
          </p:cNvPr>
          <p:cNvSpPr>
            <a:spLocks noGrp="1"/>
          </p:cNvSpPr>
          <p:nvPr/>
        </p:nvSpPr>
        <p:spPr>
          <a:xfrm>
            <a:off x="7106701" y="23199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F7D"/>
          </a:solidFill>
          <a:ln w="5054">
            <a:solidFill>
              <a:srgbClr val="472F7D"/>
            </a:solidFill>
            <a:prstDash val="solid"/>
          </a:ln>
        </p:spPr>
      </p:sp>
      <p:sp>
        <p:nvSpPr>
          <p:cNvPr id="434" name="F3_paired_semantic_8832">
            <a:extLst>
              <a:ext uri="{FF2B5EF4-FFF2-40B4-BE49-F238E27FC236}">
                <a16:creationId xmlns:a16="http://schemas.microsoft.com/office/drawing/2014/main" id="{B1D63274-FECD-404F-8F5D-0958EB9363AA}"/>
              </a:ext>
            </a:extLst>
          </p:cNvPr>
          <p:cNvSpPr>
            <a:spLocks noGrp="1"/>
          </p:cNvSpPr>
          <p:nvPr/>
        </p:nvSpPr>
        <p:spPr>
          <a:xfrm>
            <a:off x="7106701" y="23004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E7C"/>
          </a:solidFill>
          <a:ln w="5054">
            <a:solidFill>
              <a:srgbClr val="472E7C"/>
            </a:solidFill>
            <a:prstDash val="solid"/>
          </a:ln>
        </p:spPr>
      </p:sp>
      <p:sp>
        <p:nvSpPr>
          <p:cNvPr id="435" name="F3_paired_semantic_8833">
            <a:extLst>
              <a:ext uri="{FF2B5EF4-FFF2-40B4-BE49-F238E27FC236}">
                <a16:creationId xmlns:a16="http://schemas.microsoft.com/office/drawing/2014/main" id="{F60C9497-CBC4-4C67-B73B-BCD2B9EEC8F7}"/>
              </a:ext>
            </a:extLst>
          </p:cNvPr>
          <p:cNvSpPr>
            <a:spLocks noGrp="1"/>
          </p:cNvSpPr>
          <p:nvPr/>
        </p:nvSpPr>
        <p:spPr>
          <a:xfrm>
            <a:off x="7106701" y="22808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D7B"/>
          </a:solidFill>
          <a:ln w="5054">
            <a:solidFill>
              <a:srgbClr val="472D7B"/>
            </a:solidFill>
            <a:prstDash val="solid"/>
          </a:ln>
        </p:spPr>
      </p:sp>
      <p:sp>
        <p:nvSpPr>
          <p:cNvPr id="436" name="F3_paired_semantic_8834">
            <a:extLst>
              <a:ext uri="{FF2B5EF4-FFF2-40B4-BE49-F238E27FC236}">
                <a16:creationId xmlns:a16="http://schemas.microsoft.com/office/drawing/2014/main" id="{22B7DF40-D878-4F53-9C2A-11CD97BFE655}"/>
              </a:ext>
            </a:extLst>
          </p:cNvPr>
          <p:cNvSpPr>
            <a:spLocks noGrp="1"/>
          </p:cNvSpPr>
          <p:nvPr/>
        </p:nvSpPr>
        <p:spPr>
          <a:xfrm>
            <a:off x="7106701" y="22613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C7A"/>
          </a:solidFill>
          <a:ln w="5054">
            <a:solidFill>
              <a:srgbClr val="472C7A"/>
            </a:solidFill>
            <a:prstDash val="solid"/>
          </a:ln>
        </p:spPr>
      </p:sp>
      <p:sp>
        <p:nvSpPr>
          <p:cNvPr id="437" name="F3_paired_semantic_8835">
            <a:extLst>
              <a:ext uri="{FF2B5EF4-FFF2-40B4-BE49-F238E27FC236}">
                <a16:creationId xmlns:a16="http://schemas.microsoft.com/office/drawing/2014/main" id="{8631705A-DEB8-447F-B188-03B7B5DAFB4B}"/>
              </a:ext>
            </a:extLst>
          </p:cNvPr>
          <p:cNvSpPr>
            <a:spLocks noGrp="1"/>
          </p:cNvSpPr>
          <p:nvPr/>
        </p:nvSpPr>
        <p:spPr>
          <a:xfrm>
            <a:off x="7106701" y="22417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A7A"/>
          </a:solidFill>
          <a:ln w="5054">
            <a:solidFill>
              <a:srgbClr val="472A7A"/>
            </a:solidFill>
            <a:prstDash val="solid"/>
          </a:ln>
        </p:spPr>
      </p:sp>
      <p:sp>
        <p:nvSpPr>
          <p:cNvPr id="438" name="F3_paired_semantic_8836">
            <a:extLst>
              <a:ext uri="{FF2B5EF4-FFF2-40B4-BE49-F238E27FC236}">
                <a16:creationId xmlns:a16="http://schemas.microsoft.com/office/drawing/2014/main" id="{09787428-3E0B-4F44-A030-6CD33FADA4FE}"/>
              </a:ext>
            </a:extLst>
          </p:cNvPr>
          <p:cNvSpPr>
            <a:spLocks noGrp="1"/>
          </p:cNvSpPr>
          <p:nvPr/>
        </p:nvSpPr>
        <p:spPr>
          <a:xfrm>
            <a:off x="7106701" y="22222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979"/>
          </a:solidFill>
          <a:ln w="5054">
            <a:solidFill>
              <a:srgbClr val="482979"/>
            </a:solidFill>
            <a:prstDash val="solid"/>
          </a:ln>
        </p:spPr>
      </p:sp>
      <p:sp>
        <p:nvSpPr>
          <p:cNvPr id="439" name="F3_paired_semantic_8837">
            <a:extLst>
              <a:ext uri="{FF2B5EF4-FFF2-40B4-BE49-F238E27FC236}">
                <a16:creationId xmlns:a16="http://schemas.microsoft.com/office/drawing/2014/main" id="{695BC0F8-831D-4641-990F-C216FC799002}"/>
              </a:ext>
            </a:extLst>
          </p:cNvPr>
          <p:cNvSpPr>
            <a:spLocks noGrp="1"/>
          </p:cNvSpPr>
          <p:nvPr/>
        </p:nvSpPr>
        <p:spPr>
          <a:xfrm>
            <a:off x="7106701" y="22026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878"/>
          </a:solidFill>
          <a:ln w="5054">
            <a:solidFill>
              <a:srgbClr val="482878"/>
            </a:solidFill>
            <a:prstDash val="solid"/>
          </a:ln>
        </p:spPr>
      </p:sp>
      <p:sp>
        <p:nvSpPr>
          <p:cNvPr id="440" name="F3_paired_semantic_8838">
            <a:extLst>
              <a:ext uri="{FF2B5EF4-FFF2-40B4-BE49-F238E27FC236}">
                <a16:creationId xmlns:a16="http://schemas.microsoft.com/office/drawing/2014/main" id="{2A55AB8F-BC45-42E0-9306-83744E1032C4}"/>
              </a:ext>
            </a:extLst>
          </p:cNvPr>
          <p:cNvSpPr>
            <a:spLocks noGrp="1"/>
          </p:cNvSpPr>
          <p:nvPr/>
        </p:nvSpPr>
        <p:spPr>
          <a:xfrm>
            <a:off x="7106701" y="21831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677"/>
          </a:solidFill>
          <a:ln w="5054">
            <a:solidFill>
              <a:srgbClr val="482677"/>
            </a:solidFill>
            <a:prstDash val="solid"/>
          </a:ln>
        </p:spPr>
      </p:sp>
      <p:sp>
        <p:nvSpPr>
          <p:cNvPr id="441" name="F3_paired_semantic_8839">
            <a:extLst>
              <a:ext uri="{FF2B5EF4-FFF2-40B4-BE49-F238E27FC236}">
                <a16:creationId xmlns:a16="http://schemas.microsoft.com/office/drawing/2014/main" id="{157B5E96-4536-4C14-BECF-1612A2ACAA5C}"/>
              </a:ext>
            </a:extLst>
          </p:cNvPr>
          <p:cNvSpPr>
            <a:spLocks noGrp="1"/>
          </p:cNvSpPr>
          <p:nvPr/>
        </p:nvSpPr>
        <p:spPr>
          <a:xfrm>
            <a:off x="7106701" y="21635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576"/>
          </a:solidFill>
          <a:ln w="5054">
            <a:solidFill>
              <a:srgbClr val="482576"/>
            </a:solidFill>
            <a:prstDash val="solid"/>
          </a:ln>
        </p:spPr>
      </p:sp>
      <p:sp>
        <p:nvSpPr>
          <p:cNvPr id="442" name="F3_paired_semantic_8840">
            <a:extLst>
              <a:ext uri="{FF2B5EF4-FFF2-40B4-BE49-F238E27FC236}">
                <a16:creationId xmlns:a16="http://schemas.microsoft.com/office/drawing/2014/main" id="{40F79710-23EA-465B-B350-6939BB0FDC57}"/>
              </a:ext>
            </a:extLst>
          </p:cNvPr>
          <p:cNvSpPr>
            <a:spLocks noGrp="1"/>
          </p:cNvSpPr>
          <p:nvPr/>
        </p:nvSpPr>
        <p:spPr>
          <a:xfrm>
            <a:off x="7106701" y="21440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475"/>
          </a:solidFill>
          <a:ln w="5054">
            <a:solidFill>
              <a:srgbClr val="482475"/>
            </a:solidFill>
            <a:prstDash val="solid"/>
          </a:ln>
        </p:spPr>
      </p:sp>
      <p:sp>
        <p:nvSpPr>
          <p:cNvPr id="443" name="F3_paired_semantic_8841">
            <a:extLst>
              <a:ext uri="{FF2B5EF4-FFF2-40B4-BE49-F238E27FC236}">
                <a16:creationId xmlns:a16="http://schemas.microsoft.com/office/drawing/2014/main" id="{1C3A95DE-D8D4-4F07-B4B5-C73952E821D0}"/>
              </a:ext>
            </a:extLst>
          </p:cNvPr>
          <p:cNvSpPr>
            <a:spLocks noGrp="1"/>
          </p:cNvSpPr>
          <p:nvPr/>
        </p:nvSpPr>
        <p:spPr>
          <a:xfrm>
            <a:off x="7106701" y="21244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374"/>
          </a:solidFill>
          <a:ln w="5054">
            <a:solidFill>
              <a:srgbClr val="482374"/>
            </a:solidFill>
            <a:prstDash val="solid"/>
          </a:ln>
        </p:spPr>
      </p:sp>
      <p:sp>
        <p:nvSpPr>
          <p:cNvPr id="444" name="F3_paired_semantic_8842">
            <a:extLst>
              <a:ext uri="{FF2B5EF4-FFF2-40B4-BE49-F238E27FC236}">
                <a16:creationId xmlns:a16="http://schemas.microsoft.com/office/drawing/2014/main" id="{B8480BEC-3FC2-4E0A-B7F9-C4DDF22FB9BA}"/>
              </a:ext>
            </a:extLst>
          </p:cNvPr>
          <p:cNvSpPr>
            <a:spLocks noGrp="1"/>
          </p:cNvSpPr>
          <p:nvPr/>
        </p:nvSpPr>
        <p:spPr>
          <a:xfrm>
            <a:off x="7106701" y="21049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173"/>
          </a:solidFill>
          <a:ln w="5054">
            <a:solidFill>
              <a:srgbClr val="482173"/>
            </a:solidFill>
            <a:prstDash val="solid"/>
          </a:ln>
        </p:spPr>
      </p:sp>
      <p:sp>
        <p:nvSpPr>
          <p:cNvPr id="445" name="F3_paired_semantic_8843">
            <a:extLst>
              <a:ext uri="{FF2B5EF4-FFF2-40B4-BE49-F238E27FC236}">
                <a16:creationId xmlns:a16="http://schemas.microsoft.com/office/drawing/2014/main" id="{BD1F358F-C183-476E-B7CE-DE0AAB35D16E}"/>
              </a:ext>
            </a:extLst>
          </p:cNvPr>
          <p:cNvSpPr>
            <a:spLocks noGrp="1"/>
          </p:cNvSpPr>
          <p:nvPr/>
        </p:nvSpPr>
        <p:spPr>
          <a:xfrm>
            <a:off x="7106701" y="20853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071"/>
          </a:solidFill>
          <a:ln w="5054">
            <a:solidFill>
              <a:srgbClr val="482071"/>
            </a:solidFill>
            <a:prstDash val="solid"/>
          </a:ln>
        </p:spPr>
      </p:sp>
      <p:sp>
        <p:nvSpPr>
          <p:cNvPr id="446" name="F3_paired_semantic_8844">
            <a:extLst>
              <a:ext uri="{FF2B5EF4-FFF2-40B4-BE49-F238E27FC236}">
                <a16:creationId xmlns:a16="http://schemas.microsoft.com/office/drawing/2014/main" id="{A52CC5AE-3B68-45A0-BCE5-203BF0743677}"/>
              </a:ext>
            </a:extLst>
          </p:cNvPr>
          <p:cNvSpPr>
            <a:spLocks noGrp="1"/>
          </p:cNvSpPr>
          <p:nvPr/>
        </p:nvSpPr>
        <p:spPr>
          <a:xfrm>
            <a:off x="7106701" y="20658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F70"/>
          </a:solidFill>
          <a:ln w="5054">
            <a:solidFill>
              <a:srgbClr val="481F70"/>
            </a:solidFill>
            <a:prstDash val="solid"/>
          </a:ln>
        </p:spPr>
      </p:sp>
      <p:sp>
        <p:nvSpPr>
          <p:cNvPr id="447" name="F3_paired_semantic_8845">
            <a:extLst>
              <a:ext uri="{FF2B5EF4-FFF2-40B4-BE49-F238E27FC236}">
                <a16:creationId xmlns:a16="http://schemas.microsoft.com/office/drawing/2014/main" id="{59C22D1A-A12F-49DB-BFC8-179A99CD1535}"/>
              </a:ext>
            </a:extLst>
          </p:cNvPr>
          <p:cNvSpPr>
            <a:spLocks noGrp="1"/>
          </p:cNvSpPr>
          <p:nvPr/>
        </p:nvSpPr>
        <p:spPr>
          <a:xfrm>
            <a:off x="7106701" y="20462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D6F"/>
          </a:solidFill>
          <a:ln w="5054">
            <a:solidFill>
              <a:srgbClr val="481D6F"/>
            </a:solidFill>
            <a:prstDash val="solid"/>
          </a:ln>
        </p:spPr>
      </p:sp>
      <p:sp>
        <p:nvSpPr>
          <p:cNvPr id="448" name="F3_paired_semantic_8846">
            <a:extLst>
              <a:ext uri="{FF2B5EF4-FFF2-40B4-BE49-F238E27FC236}">
                <a16:creationId xmlns:a16="http://schemas.microsoft.com/office/drawing/2014/main" id="{3F184125-C377-43BA-AB43-7D52C3A16542}"/>
              </a:ext>
            </a:extLst>
          </p:cNvPr>
          <p:cNvSpPr>
            <a:spLocks noGrp="1"/>
          </p:cNvSpPr>
          <p:nvPr/>
        </p:nvSpPr>
        <p:spPr>
          <a:xfrm>
            <a:off x="7106701" y="20267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C6E"/>
          </a:solidFill>
          <a:ln w="5054">
            <a:solidFill>
              <a:srgbClr val="481C6E"/>
            </a:solidFill>
            <a:prstDash val="solid"/>
          </a:ln>
        </p:spPr>
      </p:sp>
      <p:sp>
        <p:nvSpPr>
          <p:cNvPr id="449" name="F3_paired_semantic_8847">
            <a:extLst>
              <a:ext uri="{FF2B5EF4-FFF2-40B4-BE49-F238E27FC236}">
                <a16:creationId xmlns:a16="http://schemas.microsoft.com/office/drawing/2014/main" id="{976F83C9-F1F0-4F4E-8B47-D79101ACA253}"/>
              </a:ext>
            </a:extLst>
          </p:cNvPr>
          <p:cNvSpPr>
            <a:spLocks noGrp="1"/>
          </p:cNvSpPr>
          <p:nvPr/>
        </p:nvSpPr>
        <p:spPr>
          <a:xfrm>
            <a:off x="7106701" y="20071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B6D"/>
          </a:solidFill>
          <a:ln w="5054">
            <a:solidFill>
              <a:srgbClr val="481B6D"/>
            </a:solidFill>
            <a:prstDash val="solid"/>
          </a:ln>
        </p:spPr>
      </p:sp>
      <p:sp>
        <p:nvSpPr>
          <p:cNvPr id="450" name="F3_paired_semantic_8848">
            <a:extLst>
              <a:ext uri="{FF2B5EF4-FFF2-40B4-BE49-F238E27FC236}">
                <a16:creationId xmlns:a16="http://schemas.microsoft.com/office/drawing/2014/main" id="{3E52F96B-AB14-468B-832C-34F1CF3ADE3A}"/>
              </a:ext>
            </a:extLst>
          </p:cNvPr>
          <p:cNvSpPr>
            <a:spLocks noGrp="1"/>
          </p:cNvSpPr>
          <p:nvPr/>
        </p:nvSpPr>
        <p:spPr>
          <a:xfrm>
            <a:off x="7106701" y="19876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A6C"/>
          </a:solidFill>
          <a:ln w="5054">
            <a:solidFill>
              <a:srgbClr val="481A6C"/>
            </a:solidFill>
            <a:prstDash val="solid"/>
          </a:ln>
        </p:spPr>
      </p:sp>
      <p:sp>
        <p:nvSpPr>
          <p:cNvPr id="451" name="F3_paired_semantic_8849">
            <a:extLst>
              <a:ext uri="{FF2B5EF4-FFF2-40B4-BE49-F238E27FC236}">
                <a16:creationId xmlns:a16="http://schemas.microsoft.com/office/drawing/2014/main" id="{018746B6-5266-4842-BE8B-F3C8EF36D141}"/>
              </a:ext>
            </a:extLst>
          </p:cNvPr>
          <p:cNvSpPr>
            <a:spLocks noGrp="1"/>
          </p:cNvSpPr>
          <p:nvPr/>
        </p:nvSpPr>
        <p:spPr>
          <a:xfrm>
            <a:off x="7106701" y="19680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86A"/>
          </a:solidFill>
          <a:ln w="5054">
            <a:solidFill>
              <a:srgbClr val="48186A"/>
            </a:solidFill>
            <a:prstDash val="solid"/>
          </a:ln>
        </p:spPr>
      </p:sp>
      <p:sp>
        <p:nvSpPr>
          <p:cNvPr id="452" name="F3_paired_semantic_8850">
            <a:extLst>
              <a:ext uri="{FF2B5EF4-FFF2-40B4-BE49-F238E27FC236}">
                <a16:creationId xmlns:a16="http://schemas.microsoft.com/office/drawing/2014/main" id="{093D8176-3B39-4461-ACB7-10128EC747C1}"/>
              </a:ext>
            </a:extLst>
          </p:cNvPr>
          <p:cNvSpPr>
            <a:spLocks noGrp="1"/>
          </p:cNvSpPr>
          <p:nvPr/>
        </p:nvSpPr>
        <p:spPr>
          <a:xfrm>
            <a:off x="7106701" y="19485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769"/>
          </a:solidFill>
          <a:ln w="5054">
            <a:solidFill>
              <a:srgbClr val="481769"/>
            </a:solidFill>
            <a:prstDash val="solid"/>
          </a:ln>
        </p:spPr>
      </p:sp>
      <p:sp>
        <p:nvSpPr>
          <p:cNvPr id="453" name="F3_paired_semantic_8851">
            <a:extLst>
              <a:ext uri="{FF2B5EF4-FFF2-40B4-BE49-F238E27FC236}">
                <a16:creationId xmlns:a16="http://schemas.microsoft.com/office/drawing/2014/main" id="{FDDA3AC4-4516-42EC-90E1-1720C287294A}"/>
              </a:ext>
            </a:extLst>
          </p:cNvPr>
          <p:cNvSpPr>
            <a:spLocks noGrp="1"/>
          </p:cNvSpPr>
          <p:nvPr/>
        </p:nvSpPr>
        <p:spPr>
          <a:xfrm>
            <a:off x="7106701" y="19289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668"/>
          </a:solidFill>
          <a:ln w="5054">
            <a:solidFill>
              <a:srgbClr val="481668"/>
            </a:solidFill>
            <a:prstDash val="solid"/>
          </a:ln>
        </p:spPr>
      </p:sp>
      <p:sp>
        <p:nvSpPr>
          <p:cNvPr id="454" name="F3_paired_semantic_8852">
            <a:extLst>
              <a:ext uri="{FF2B5EF4-FFF2-40B4-BE49-F238E27FC236}">
                <a16:creationId xmlns:a16="http://schemas.microsoft.com/office/drawing/2014/main" id="{9421E1D3-8A20-4126-BA11-AE47C01712C7}"/>
              </a:ext>
            </a:extLst>
          </p:cNvPr>
          <p:cNvSpPr>
            <a:spLocks noGrp="1"/>
          </p:cNvSpPr>
          <p:nvPr/>
        </p:nvSpPr>
        <p:spPr>
          <a:xfrm>
            <a:off x="7106701" y="19094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467"/>
          </a:solidFill>
          <a:ln w="5054">
            <a:solidFill>
              <a:srgbClr val="481467"/>
            </a:solidFill>
            <a:prstDash val="solid"/>
          </a:ln>
        </p:spPr>
      </p:sp>
      <p:sp>
        <p:nvSpPr>
          <p:cNvPr id="455" name="F3_paired_semantic_8853">
            <a:extLst>
              <a:ext uri="{FF2B5EF4-FFF2-40B4-BE49-F238E27FC236}">
                <a16:creationId xmlns:a16="http://schemas.microsoft.com/office/drawing/2014/main" id="{DFF53C9C-5BB7-4CF3-946B-F4024C0666C3}"/>
              </a:ext>
            </a:extLst>
          </p:cNvPr>
          <p:cNvSpPr>
            <a:spLocks noGrp="1"/>
          </p:cNvSpPr>
          <p:nvPr/>
        </p:nvSpPr>
        <p:spPr>
          <a:xfrm>
            <a:off x="7106701" y="18898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365"/>
          </a:solidFill>
          <a:ln w="5054">
            <a:solidFill>
              <a:srgbClr val="471365"/>
            </a:solidFill>
            <a:prstDash val="solid"/>
          </a:ln>
        </p:spPr>
      </p:sp>
      <p:sp>
        <p:nvSpPr>
          <p:cNvPr id="456" name="F3_paired_semantic_8854">
            <a:extLst>
              <a:ext uri="{FF2B5EF4-FFF2-40B4-BE49-F238E27FC236}">
                <a16:creationId xmlns:a16="http://schemas.microsoft.com/office/drawing/2014/main" id="{41BF18E8-0A4C-4899-A9D6-591B9FADCB28}"/>
              </a:ext>
            </a:extLst>
          </p:cNvPr>
          <p:cNvSpPr>
            <a:spLocks noGrp="1"/>
          </p:cNvSpPr>
          <p:nvPr/>
        </p:nvSpPr>
        <p:spPr>
          <a:xfrm>
            <a:off x="7106701" y="18703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164"/>
          </a:solidFill>
          <a:ln w="5054">
            <a:solidFill>
              <a:srgbClr val="471164"/>
            </a:solidFill>
            <a:prstDash val="solid"/>
          </a:ln>
        </p:spPr>
      </p:sp>
      <p:sp>
        <p:nvSpPr>
          <p:cNvPr id="457" name="F3_paired_semantic_8855">
            <a:extLst>
              <a:ext uri="{FF2B5EF4-FFF2-40B4-BE49-F238E27FC236}">
                <a16:creationId xmlns:a16="http://schemas.microsoft.com/office/drawing/2014/main" id="{197A8F15-5823-4BF9-A482-D2C0A947AA82}"/>
              </a:ext>
            </a:extLst>
          </p:cNvPr>
          <p:cNvSpPr>
            <a:spLocks noGrp="1"/>
          </p:cNvSpPr>
          <p:nvPr/>
        </p:nvSpPr>
        <p:spPr>
          <a:xfrm>
            <a:off x="7106701" y="18507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063"/>
          </a:solidFill>
          <a:ln w="5054">
            <a:solidFill>
              <a:srgbClr val="471063"/>
            </a:solidFill>
            <a:prstDash val="solid"/>
          </a:ln>
        </p:spPr>
      </p:sp>
      <p:sp>
        <p:nvSpPr>
          <p:cNvPr id="458" name="F3_paired_semantic_8856">
            <a:extLst>
              <a:ext uri="{FF2B5EF4-FFF2-40B4-BE49-F238E27FC236}">
                <a16:creationId xmlns:a16="http://schemas.microsoft.com/office/drawing/2014/main" id="{06BB8136-6D5B-451E-BD57-084F5CDA6B7B}"/>
              </a:ext>
            </a:extLst>
          </p:cNvPr>
          <p:cNvSpPr>
            <a:spLocks noGrp="1"/>
          </p:cNvSpPr>
          <p:nvPr/>
        </p:nvSpPr>
        <p:spPr>
          <a:xfrm>
            <a:off x="7106701" y="18312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E61"/>
          </a:solidFill>
          <a:ln w="5054">
            <a:solidFill>
              <a:srgbClr val="470E61"/>
            </a:solidFill>
            <a:prstDash val="solid"/>
          </a:ln>
        </p:spPr>
      </p:sp>
      <p:sp>
        <p:nvSpPr>
          <p:cNvPr id="459" name="F3_paired_semantic_8857">
            <a:extLst>
              <a:ext uri="{FF2B5EF4-FFF2-40B4-BE49-F238E27FC236}">
                <a16:creationId xmlns:a16="http://schemas.microsoft.com/office/drawing/2014/main" id="{4CB839AA-43EA-480E-8B2C-5ECB4D9501B3}"/>
              </a:ext>
            </a:extLst>
          </p:cNvPr>
          <p:cNvSpPr>
            <a:spLocks noGrp="1"/>
          </p:cNvSpPr>
          <p:nvPr/>
        </p:nvSpPr>
        <p:spPr>
          <a:xfrm>
            <a:off x="7106701" y="18116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D60"/>
          </a:solidFill>
          <a:ln w="5054">
            <a:solidFill>
              <a:srgbClr val="470D60"/>
            </a:solidFill>
            <a:prstDash val="solid"/>
          </a:ln>
        </p:spPr>
      </p:sp>
      <p:sp>
        <p:nvSpPr>
          <p:cNvPr id="460" name="F3_paired_semantic_8858">
            <a:extLst>
              <a:ext uri="{FF2B5EF4-FFF2-40B4-BE49-F238E27FC236}">
                <a16:creationId xmlns:a16="http://schemas.microsoft.com/office/drawing/2014/main" id="{62F24A59-851C-46A1-A1B6-079E57842BFE}"/>
              </a:ext>
            </a:extLst>
          </p:cNvPr>
          <p:cNvSpPr>
            <a:spLocks noGrp="1"/>
          </p:cNvSpPr>
          <p:nvPr/>
        </p:nvSpPr>
        <p:spPr>
          <a:xfrm>
            <a:off x="7106701" y="17921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B5E"/>
          </a:solidFill>
          <a:ln w="5054">
            <a:solidFill>
              <a:srgbClr val="460B5E"/>
            </a:solidFill>
            <a:prstDash val="solid"/>
          </a:ln>
        </p:spPr>
      </p:sp>
      <p:sp>
        <p:nvSpPr>
          <p:cNvPr id="461" name="F3_paired_semantic_8859">
            <a:extLst>
              <a:ext uri="{FF2B5EF4-FFF2-40B4-BE49-F238E27FC236}">
                <a16:creationId xmlns:a16="http://schemas.microsoft.com/office/drawing/2014/main" id="{90F9AF58-8920-43C3-8E42-ABE3B27DE2E5}"/>
              </a:ext>
            </a:extLst>
          </p:cNvPr>
          <p:cNvSpPr>
            <a:spLocks noGrp="1"/>
          </p:cNvSpPr>
          <p:nvPr/>
        </p:nvSpPr>
        <p:spPr>
          <a:xfrm>
            <a:off x="7106701" y="17725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A5D"/>
          </a:solidFill>
          <a:ln w="5054">
            <a:solidFill>
              <a:srgbClr val="460A5D"/>
            </a:solidFill>
            <a:prstDash val="solid"/>
          </a:ln>
        </p:spPr>
      </p:sp>
      <p:sp>
        <p:nvSpPr>
          <p:cNvPr id="462" name="F3_paired_semantic_8860">
            <a:extLst>
              <a:ext uri="{FF2B5EF4-FFF2-40B4-BE49-F238E27FC236}">
                <a16:creationId xmlns:a16="http://schemas.microsoft.com/office/drawing/2014/main" id="{10E6BECA-1D2B-4463-84B6-B6B97E5B5425}"/>
              </a:ext>
            </a:extLst>
          </p:cNvPr>
          <p:cNvSpPr>
            <a:spLocks noGrp="1"/>
          </p:cNvSpPr>
          <p:nvPr/>
        </p:nvSpPr>
        <p:spPr>
          <a:xfrm>
            <a:off x="7106701" y="17530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85C"/>
          </a:solidFill>
          <a:ln w="5054">
            <a:solidFill>
              <a:srgbClr val="46085C"/>
            </a:solidFill>
            <a:prstDash val="solid"/>
          </a:ln>
        </p:spPr>
      </p:sp>
      <p:sp>
        <p:nvSpPr>
          <p:cNvPr id="463" name="F3_paired_semantic_8861">
            <a:extLst>
              <a:ext uri="{FF2B5EF4-FFF2-40B4-BE49-F238E27FC236}">
                <a16:creationId xmlns:a16="http://schemas.microsoft.com/office/drawing/2014/main" id="{A8F60FDB-61B2-43F9-91EA-6E2A5D687A23}"/>
              </a:ext>
            </a:extLst>
          </p:cNvPr>
          <p:cNvSpPr>
            <a:spLocks noGrp="1"/>
          </p:cNvSpPr>
          <p:nvPr/>
        </p:nvSpPr>
        <p:spPr>
          <a:xfrm>
            <a:off x="7106701" y="17334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75A"/>
          </a:solidFill>
          <a:ln w="5054">
            <a:solidFill>
              <a:srgbClr val="46075A"/>
            </a:solidFill>
            <a:prstDash val="solid"/>
          </a:ln>
        </p:spPr>
      </p:sp>
      <p:sp>
        <p:nvSpPr>
          <p:cNvPr id="464" name="F3_paired_semantic_8862">
            <a:extLst>
              <a:ext uri="{FF2B5EF4-FFF2-40B4-BE49-F238E27FC236}">
                <a16:creationId xmlns:a16="http://schemas.microsoft.com/office/drawing/2014/main" id="{D9EDDFF8-9225-4BC6-AC7F-9A817E5FE5EB}"/>
              </a:ext>
            </a:extLst>
          </p:cNvPr>
          <p:cNvSpPr>
            <a:spLocks noGrp="1"/>
          </p:cNvSpPr>
          <p:nvPr/>
        </p:nvSpPr>
        <p:spPr>
          <a:xfrm>
            <a:off x="7106701" y="17139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559"/>
          </a:solidFill>
          <a:ln w="5054">
            <a:solidFill>
              <a:srgbClr val="450559"/>
            </a:solidFill>
            <a:prstDash val="solid"/>
          </a:ln>
        </p:spPr>
      </p:sp>
      <p:sp>
        <p:nvSpPr>
          <p:cNvPr id="465" name="F3_paired_semantic_8863">
            <a:extLst>
              <a:ext uri="{FF2B5EF4-FFF2-40B4-BE49-F238E27FC236}">
                <a16:creationId xmlns:a16="http://schemas.microsoft.com/office/drawing/2014/main" id="{DFEC2018-2C14-4ABF-BAD7-35772405DFC0}"/>
              </a:ext>
            </a:extLst>
          </p:cNvPr>
          <p:cNvSpPr>
            <a:spLocks noGrp="1"/>
          </p:cNvSpPr>
          <p:nvPr/>
        </p:nvSpPr>
        <p:spPr>
          <a:xfrm>
            <a:off x="7106701" y="16943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457"/>
          </a:solidFill>
          <a:ln w="5054">
            <a:solidFill>
              <a:srgbClr val="450457"/>
            </a:solidFill>
            <a:prstDash val="solid"/>
          </a:ln>
        </p:spPr>
      </p:sp>
      <p:sp>
        <p:nvSpPr>
          <p:cNvPr id="466" name="F3_paired_semantic_8864">
            <a:extLst>
              <a:ext uri="{FF2B5EF4-FFF2-40B4-BE49-F238E27FC236}">
                <a16:creationId xmlns:a16="http://schemas.microsoft.com/office/drawing/2014/main" id="{3C264B9F-388E-4905-A1A2-E2337957C274}"/>
              </a:ext>
            </a:extLst>
          </p:cNvPr>
          <p:cNvSpPr>
            <a:spLocks noGrp="1"/>
          </p:cNvSpPr>
          <p:nvPr/>
        </p:nvSpPr>
        <p:spPr>
          <a:xfrm>
            <a:off x="7106701" y="16748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256"/>
          </a:solidFill>
          <a:ln w="5054">
            <a:solidFill>
              <a:srgbClr val="440256"/>
            </a:solidFill>
            <a:prstDash val="solid"/>
          </a:ln>
        </p:spPr>
      </p:sp>
      <p:sp>
        <p:nvSpPr>
          <p:cNvPr id="467" name="F3_paired_semantic_8865">
            <a:extLst>
              <a:ext uri="{FF2B5EF4-FFF2-40B4-BE49-F238E27FC236}">
                <a16:creationId xmlns:a16="http://schemas.microsoft.com/office/drawing/2014/main" id="{21232766-E977-4CE5-A253-08A5BF659AFD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154"/>
          </a:solidFill>
          <a:ln w="5054">
            <a:solidFill>
              <a:srgbClr val="440154"/>
            </a:solidFill>
            <a:prstDash val="solid"/>
          </a:ln>
        </p:spPr>
      </p:sp>
      <p:sp>
        <p:nvSpPr>
          <p:cNvPr id="468" name="F3_paired_semantic_8866">
            <a:extLst>
              <a:ext uri="{FF2B5EF4-FFF2-40B4-BE49-F238E27FC236}">
                <a16:creationId xmlns:a16="http://schemas.microsoft.com/office/drawing/2014/main" id="{3243A9BA-BC49-47DC-A824-81A7ECBD09DF}"/>
              </a:ext>
            </a:extLst>
          </p:cNvPr>
          <p:cNvSpPr>
            <a:spLocks noGrp="1"/>
          </p:cNvSpPr>
          <p:nvPr/>
        </p:nvSpPr>
        <p:spPr>
          <a:xfrm>
            <a:off x="7356939" y="666004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69" name="text_8867">
            <a:extLst>
              <a:ext uri="{FF2B5EF4-FFF2-40B4-BE49-F238E27FC236}">
                <a16:creationId xmlns:a16="http://schemas.microsoft.com/office/drawing/2014/main" id="{14A2AA43-1E43-4998-9033-AAC85EF6DEAF}"/>
              </a:ext>
            </a:extLst>
          </p:cNvPr>
          <p:cNvSpPr>
            <a:spLocks noGrp="1"/>
          </p:cNvSpPr>
          <p:nvPr/>
        </p:nvSpPr>
        <p:spPr>
          <a:xfrm>
            <a:off x="7508554" y="658906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70" name="F3_paired_semantic_8868">
            <a:extLst>
              <a:ext uri="{FF2B5EF4-FFF2-40B4-BE49-F238E27FC236}">
                <a16:creationId xmlns:a16="http://schemas.microsoft.com/office/drawing/2014/main" id="{14F79462-08FC-44BE-863E-0CA37B5EA31E}"/>
              </a:ext>
            </a:extLst>
          </p:cNvPr>
          <p:cNvSpPr>
            <a:spLocks noGrp="1"/>
          </p:cNvSpPr>
          <p:nvPr/>
        </p:nvSpPr>
        <p:spPr>
          <a:xfrm>
            <a:off x="7356939" y="4991789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1" name="text_8869">
            <a:extLst>
              <a:ext uri="{FF2B5EF4-FFF2-40B4-BE49-F238E27FC236}">
                <a16:creationId xmlns:a16="http://schemas.microsoft.com/office/drawing/2014/main" id="{F25423DA-53DE-4399-A14A-2442E7957C59}"/>
              </a:ext>
            </a:extLst>
          </p:cNvPr>
          <p:cNvSpPr>
            <a:spLocks noGrp="1"/>
          </p:cNvSpPr>
          <p:nvPr/>
        </p:nvSpPr>
        <p:spPr>
          <a:xfrm>
            <a:off x="7508554" y="4920815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72" name="F3_paired_semantic_8870">
            <a:extLst>
              <a:ext uri="{FF2B5EF4-FFF2-40B4-BE49-F238E27FC236}">
                <a16:creationId xmlns:a16="http://schemas.microsoft.com/office/drawing/2014/main" id="{CCBE2D4C-622A-44A0-91BE-834CF8E41588}"/>
              </a:ext>
            </a:extLst>
          </p:cNvPr>
          <p:cNvSpPr>
            <a:spLocks noGrp="1"/>
          </p:cNvSpPr>
          <p:nvPr/>
        </p:nvSpPr>
        <p:spPr>
          <a:xfrm>
            <a:off x="7356939" y="3323536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3" name="text_8871">
            <a:extLst>
              <a:ext uri="{FF2B5EF4-FFF2-40B4-BE49-F238E27FC236}">
                <a16:creationId xmlns:a16="http://schemas.microsoft.com/office/drawing/2014/main" id="{2D42739C-413B-4D0A-A726-2FD3E345572D}"/>
              </a:ext>
            </a:extLst>
          </p:cNvPr>
          <p:cNvSpPr>
            <a:spLocks noGrp="1"/>
          </p:cNvSpPr>
          <p:nvPr/>
        </p:nvSpPr>
        <p:spPr>
          <a:xfrm>
            <a:off x="7508554" y="3252563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74" name="F3_paired_semantic_8872">
            <a:extLst>
              <a:ext uri="{FF2B5EF4-FFF2-40B4-BE49-F238E27FC236}">
                <a16:creationId xmlns:a16="http://schemas.microsoft.com/office/drawing/2014/main" id="{53B978BD-2D58-439F-8AE7-426837677840}"/>
              </a:ext>
            </a:extLst>
          </p:cNvPr>
          <p:cNvSpPr>
            <a:spLocks noGrp="1"/>
          </p:cNvSpPr>
          <p:nvPr/>
        </p:nvSpPr>
        <p:spPr>
          <a:xfrm>
            <a:off x="7356939" y="165528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5" name="text_8873">
            <a:extLst>
              <a:ext uri="{FF2B5EF4-FFF2-40B4-BE49-F238E27FC236}">
                <a16:creationId xmlns:a16="http://schemas.microsoft.com/office/drawing/2014/main" id="{5E8C011B-D9EE-4E9E-AFD6-25DA0140F2B6}"/>
              </a:ext>
            </a:extLst>
          </p:cNvPr>
          <p:cNvSpPr>
            <a:spLocks noGrp="1"/>
          </p:cNvSpPr>
          <p:nvPr/>
        </p:nvSpPr>
        <p:spPr>
          <a:xfrm>
            <a:off x="7508554" y="1584311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76" name="text_8874">
            <a:extLst>
              <a:ext uri="{FF2B5EF4-FFF2-40B4-BE49-F238E27FC236}">
                <a16:creationId xmlns:a16="http://schemas.microsoft.com/office/drawing/2014/main" id="{63B2E507-E544-4D34-B443-ACA06C77C4E0}"/>
              </a:ext>
            </a:extLst>
          </p:cNvPr>
          <p:cNvSpPr>
            <a:spLocks noGrp="1"/>
          </p:cNvSpPr>
          <p:nvPr/>
        </p:nvSpPr>
        <p:spPr>
          <a:xfrm rot="-5400000">
            <a:off x="7402222" y="4047110"/>
            <a:ext cx="1133197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77" name="text_8875">
            <a:extLst>
              <a:ext uri="{FF2B5EF4-FFF2-40B4-BE49-F238E27FC236}">
                <a16:creationId xmlns:a16="http://schemas.microsoft.com/office/drawing/2014/main" id="{7099331D-B666-4B77-8D6F-327B5FEAD77D}"/>
              </a:ext>
            </a:extLst>
          </p:cNvPr>
          <p:cNvSpPr>
            <a:spLocks noGrp="1"/>
          </p:cNvSpPr>
          <p:nvPr/>
        </p:nvSpPr>
        <p:spPr>
          <a:xfrm>
            <a:off x="1916987" y="657521"/>
            <a:ext cx="2104671" cy="315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990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90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 PRAUC</a:t>
            </a:r>
          </a:p>
        </p:txBody>
      </p:sp>
      <p:sp>
        <p:nvSpPr>
          <p:cNvPr id="478" name="text_8876">
            <a:extLst>
              <a:ext uri="{FF2B5EF4-FFF2-40B4-BE49-F238E27FC236}">
                <a16:creationId xmlns:a16="http://schemas.microsoft.com/office/drawing/2014/main" id="{E858F729-8587-45FD-B43B-5958BA29E941}"/>
              </a:ext>
            </a:extLst>
          </p:cNvPr>
          <p:cNvSpPr>
            <a:spLocks noGrp="1"/>
          </p:cNvSpPr>
          <p:nvPr/>
        </p:nvSpPr>
        <p:spPr>
          <a:xfrm>
            <a:off x="1916987" y="7387849"/>
            <a:ext cx="3810746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higher: 160    Equal: 7    Emap2lig higher: 12</a:t>
            </a:r>
          </a:p>
        </p:txBody>
      </p:sp>
      <p:sp>
        <p:nvSpPr>
          <p:cNvPr id="479" name="text_8877">
            <a:extLst>
              <a:ext uri="{FF2B5EF4-FFF2-40B4-BE49-F238E27FC236}">
                <a16:creationId xmlns:a16="http://schemas.microsoft.com/office/drawing/2014/main" id="{8419C8D3-6181-4BD7-A3F1-4331621AD3D2}"/>
              </a:ext>
            </a:extLst>
          </p:cNvPr>
          <p:cNvSpPr>
            <a:spLocks noGrp="1"/>
          </p:cNvSpPr>
          <p:nvPr/>
        </p:nvSpPr>
        <p:spPr>
          <a:xfrm>
            <a:off x="1163762" y="8006036"/>
            <a:ext cx="4184841" cy="1989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54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54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paired PDBs. Diagonal: equal performance.</a:t>
            </a:r>
          </a:p>
        </p:txBody>
      </p:sp>
    </p:spTree>
    <p:extLst>
      <p:ext uri="{BB962C8B-B14F-4D97-AF65-F5344CB8AC3E}">
        <p14:creationId xmlns:p14="http://schemas.microsoft.com/office/powerpoint/2010/main" val="8925737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F4_paired_one_to_one_0p3_8878">
            <a:extLst>
              <a:ext uri="{FF2B5EF4-FFF2-40B4-BE49-F238E27FC236}">
                <a16:creationId xmlns:a16="http://schemas.microsoft.com/office/drawing/2014/main" id="{D9A49E04-C57F-4C19-9B18-A21430315CF0}"/>
              </a:ext>
            </a:extLst>
          </p:cNvPr>
          <p:cNvSpPr>
            <a:spLocks noGrp="1"/>
          </p:cNvSpPr>
          <p:nvPr/>
        </p:nvSpPr>
        <p:spPr>
          <a:xfrm>
            <a:off x="577921" y="352425"/>
            <a:ext cx="8369157" cy="8096250"/>
          </a:xfrm>
          <a:custGeom>
            <a:avLst/>
            <a:gdLst/>
            <a:ahLst/>
            <a:cxnLst/>
            <a:rect l="0" t="0" r="0" b="0"/>
            <a:pathLst>
              <a:path w="8369157" h="8096250">
                <a:moveTo>
                  <a:pt x="0" y="8096250"/>
                </a:moveTo>
                <a:lnTo>
                  <a:pt x="8369157" y="8096250"/>
                </a:lnTo>
                <a:lnTo>
                  <a:pt x="8369157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F4_paired_one_to_one_0p3_8879">
            <a:extLst>
              <a:ext uri="{FF2B5EF4-FFF2-40B4-BE49-F238E27FC236}">
                <a16:creationId xmlns:a16="http://schemas.microsoft.com/office/drawing/2014/main" id="{A8AF2F34-6C47-4FBE-B552-6F5E900CBC5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4944917"/>
                </a:lnTo>
                <a:lnTo>
                  <a:pt x="4944917" y="0"/>
                </a:lnTo>
                <a:lnTo>
                  <a:pt x="0" y="0"/>
                </a:lnTo>
                <a:lnTo>
                  <a:pt x="0" y="4944917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F4_paired_one_to_one_0p3_8880">
            <a:extLst>
              <a:ext uri="{FF2B5EF4-FFF2-40B4-BE49-F238E27FC236}">
                <a16:creationId xmlns:a16="http://schemas.microsoft.com/office/drawing/2014/main" id="{80BB94A6-174C-47AD-9626-43846CCB2760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4944917" cy="4944917"/>
          </a:xfrm>
          <a:custGeom>
            <a:avLst/>
            <a:gdLst/>
            <a:ahLst/>
            <a:cxnLst/>
            <a:rect l="0" t="0" r="0" b="0"/>
            <a:pathLst>
              <a:path w="4944917" h="4944917">
                <a:moveTo>
                  <a:pt x="0" y="4944917"/>
                </a:moveTo>
                <a:lnTo>
                  <a:pt x="4944917" y="0"/>
                </a:lnTo>
              </a:path>
            </a:pathLst>
          </a:custGeom>
          <a:noFill/>
          <a:ln w="17688">
            <a:solidFill>
              <a:srgbClr val="90989C"/>
            </a:solidFill>
            <a:prstDash val="dash"/>
          </a:ln>
        </p:spPr>
      </p:sp>
      <p:sp>
        <p:nvSpPr>
          <p:cNvPr id="4" name="F4_paired_one_to_one_0p3_8881">
            <a:extLst>
              <a:ext uri="{FF2B5EF4-FFF2-40B4-BE49-F238E27FC236}">
                <a16:creationId xmlns:a16="http://schemas.microsoft.com/office/drawing/2014/main" id="{727B968F-3C26-4125-A932-D52BD01DB7F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" name="F4_paired_one_to_one_0p3_8882">
            <a:extLst>
              <a:ext uri="{FF2B5EF4-FFF2-40B4-BE49-F238E27FC236}">
                <a16:creationId xmlns:a16="http://schemas.microsoft.com/office/drawing/2014/main" id="{C965888D-10B6-4317-9A26-2347E2CF509C}"/>
              </a:ext>
            </a:extLst>
          </p:cNvPr>
          <p:cNvSpPr>
            <a:spLocks noGrp="1"/>
          </p:cNvSpPr>
          <p:nvPr/>
        </p:nvSpPr>
        <p:spPr>
          <a:xfrm>
            <a:off x="1864893" y="2945868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" name="F4_paired_one_to_one_0p3_8883">
            <a:extLst>
              <a:ext uri="{FF2B5EF4-FFF2-40B4-BE49-F238E27FC236}">
                <a16:creationId xmlns:a16="http://schemas.microsoft.com/office/drawing/2014/main" id="{0038789C-A161-4ED8-B2EB-F01FC2841F3D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" name="F4_paired_one_to_one_0p3_8884">
            <a:extLst>
              <a:ext uri="{FF2B5EF4-FFF2-40B4-BE49-F238E27FC236}">
                <a16:creationId xmlns:a16="http://schemas.microsoft.com/office/drawing/2014/main" id="{B97C9F96-05DF-46E8-B46D-BB72FBD6339B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" name="F4_paired_one_to_one_0p3_8885">
            <a:extLst>
              <a:ext uri="{FF2B5EF4-FFF2-40B4-BE49-F238E27FC236}">
                <a16:creationId xmlns:a16="http://schemas.microsoft.com/office/drawing/2014/main" id="{619398B0-7B7A-413D-B927-ECC853672684}"/>
              </a:ext>
            </a:extLst>
          </p:cNvPr>
          <p:cNvSpPr>
            <a:spLocks noGrp="1"/>
          </p:cNvSpPr>
          <p:nvPr/>
        </p:nvSpPr>
        <p:spPr>
          <a:xfrm>
            <a:off x="4201216" y="3760529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" name="F4_paired_one_to_one_0p3_8886">
            <a:extLst>
              <a:ext uri="{FF2B5EF4-FFF2-40B4-BE49-F238E27FC236}">
                <a16:creationId xmlns:a16="http://schemas.microsoft.com/office/drawing/2014/main" id="{244E5A50-5F2D-44CE-98C5-54D65D31B17E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267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" name="F4_paired_one_to_one_0p3_8887">
            <a:extLst>
              <a:ext uri="{FF2B5EF4-FFF2-40B4-BE49-F238E27FC236}">
                <a16:creationId xmlns:a16="http://schemas.microsoft.com/office/drawing/2014/main" id="{DD1A1AD4-0FA2-4199-A89B-B71247616428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" name="F4_paired_one_to_one_0p3_8888">
            <a:extLst>
              <a:ext uri="{FF2B5EF4-FFF2-40B4-BE49-F238E27FC236}">
                <a16:creationId xmlns:a16="http://schemas.microsoft.com/office/drawing/2014/main" id="{9B5DF5ED-9186-401F-9FA2-AC28888030B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" name="F4_paired_one_to_one_0p3_8889">
            <a:extLst>
              <a:ext uri="{FF2B5EF4-FFF2-40B4-BE49-F238E27FC236}">
                <a16:creationId xmlns:a16="http://schemas.microsoft.com/office/drawing/2014/main" id="{1DB67F1D-5600-43E2-A073-9D9315C156E2}"/>
              </a:ext>
            </a:extLst>
          </p:cNvPr>
          <p:cNvSpPr>
            <a:spLocks noGrp="1"/>
          </p:cNvSpPr>
          <p:nvPr/>
        </p:nvSpPr>
        <p:spPr>
          <a:xfrm>
            <a:off x="1864893" y="5259383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" name="F4_paired_one_to_one_0p3_8890">
            <a:extLst>
              <a:ext uri="{FF2B5EF4-FFF2-40B4-BE49-F238E27FC236}">
                <a16:creationId xmlns:a16="http://schemas.microsoft.com/office/drawing/2014/main" id="{460418DE-81C8-4E17-88F1-52D784E0289A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" name="F4_paired_one_to_one_0p3_8891">
            <a:extLst>
              <a:ext uri="{FF2B5EF4-FFF2-40B4-BE49-F238E27FC236}">
                <a16:creationId xmlns:a16="http://schemas.microsoft.com/office/drawing/2014/main" id="{8827CA58-97AB-4152-9576-82FB5F965F94}"/>
              </a:ext>
            </a:extLst>
          </p:cNvPr>
          <p:cNvSpPr>
            <a:spLocks noGrp="1"/>
          </p:cNvSpPr>
          <p:nvPr/>
        </p:nvSpPr>
        <p:spPr>
          <a:xfrm>
            <a:off x="5759811" y="4195161"/>
            <a:ext cx="104188" cy="104188"/>
          </a:xfrm>
          <a:prstGeom prst="ellipse">
            <a:avLst/>
          </a:prstGeom>
          <a:solidFill>
            <a:srgbClr val="65CB5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" name="F4_paired_one_to_one_0p3_8892">
            <a:extLst>
              <a:ext uri="{FF2B5EF4-FFF2-40B4-BE49-F238E27FC236}">
                <a16:creationId xmlns:a16="http://schemas.microsoft.com/office/drawing/2014/main" id="{8749FA6F-EBAC-4C7A-AC48-E3EFC0A87BA3}"/>
              </a:ext>
            </a:extLst>
          </p:cNvPr>
          <p:cNvSpPr>
            <a:spLocks noGrp="1"/>
          </p:cNvSpPr>
          <p:nvPr/>
        </p:nvSpPr>
        <p:spPr>
          <a:xfrm>
            <a:off x="4961352" y="3588838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" name="F4_paired_one_to_one_0p3_8893">
            <a:extLst>
              <a:ext uri="{FF2B5EF4-FFF2-40B4-BE49-F238E27FC236}">
                <a16:creationId xmlns:a16="http://schemas.microsoft.com/office/drawing/2014/main" id="{25D36AAE-216E-4885-A32E-54EA236BF948}"/>
              </a:ext>
            </a:extLst>
          </p:cNvPr>
          <p:cNvSpPr>
            <a:spLocks noGrp="1"/>
          </p:cNvSpPr>
          <p:nvPr/>
        </p:nvSpPr>
        <p:spPr>
          <a:xfrm>
            <a:off x="5793354" y="4315353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" name="F4_paired_one_to_one_0p3_8894">
            <a:extLst>
              <a:ext uri="{FF2B5EF4-FFF2-40B4-BE49-F238E27FC236}">
                <a16:creationId xmlns:a16="http://schemas.microsoft.com/office/drawing/2014/main" id="{0E2C77DB-BB5E-4A11-AA7B-DC88801F4927}"/>
              </a:ext>
            </a:extLst>
          </p:cNvPr>
          <p:cNvSpPr>
            <a:spLocks noGrp="1"/>
          </p:cNvSpPr>
          <p:nvPr/>
        </p:nvSpPr>
        <p:spPr>
          <a:xfrm>
            <a:off x="1864893" y="348745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" name="F4_paired_one_to_one_0p3_8895">
            <a:extLst>
              <a:ext uri="{FF2B5EF4-FFF2-40B4-BE49-F238E27FC236}">
                <a16:creationId xmlns:a16="http://schemas.microsoft.com/office/drawing/2014/main" id="{A67BD799-61D9-4FAE-B087-20E782394B6D}"/>
              </a:ext>
            </a:extLst>
          </p:cNvPr>
          <p:cNvSpPr>
            <a:spLocks noGrp="1"/>
          </p:cNvSpPr>
          <p:nvPr/>
        </p:nvSpPr>
        <p:spPr>
          <a:xfrm>
            <a:off x="2963763" y="4929721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9" name="F4_paired_one_to_one_0p3_8896">
            <a:extLst>
              <a:ext uri="{FF2B5EF4-FFF2-40B4-BE49-F238E27FC236}">
                <a16:creationId xmlns:a16="http://schemas.microsoft.com/office/drawing/2014/main" id="{95566909-D679-4D9F-9A22-2769FBA4E628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0" name="F4_paired_one_to_one_0p3_8897">
            <a:extLst>
              <a:ext uri="{FF2B5EF4-FFF2-40B4-BE49-F238E27FC236}">
                <a16:creationId xmlns:a16="http://schemas.microsoft.com/office/drawing/2014/main" id="{5EC81AF9-A129-48D8-80A4-C3DA45FC42C4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375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1" name="F4_paired_one_to_one_0p3_8898">
            <a:extLst>
              <a:ext uri="{FF2B5EF4-FFF2-40B4-BE49-F238E27FC236}">
                <a16:creationId xmlns:a16="http://schemas.microsoft.com/office/drawing/2014/main" id="{D2EB8F0A-51A2-4DF0-AF33-F03FAF1D0B01}"/>
              </a:ext>
            </a:extLst>
          </p:cNvPr>
          <p:cNvSpPr>
            <a:spLocks noGrp="1"/>
          </p:cNvSpPr>
          <p:nvPr/>
        </p:nvSpPr>
        <p:spPr>
          <a:xfrm>
            <a:off x="3101122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2" name="F4_paired_one_to_one_0p3_8899">
            <a:extLst>
              <a:ext uri="{FF2B5EF4-FFF2-40B4-BE49-F238E27FC236}">
                <a16:creationId xmlns:a16="http://schemas.microsoft.com/office/drawing/2014/main" id="{4CD082F5-56C3-4DA1-96E3-089A8BEC93B8}"/>
              </a:ext>
            </a:extLst>
          </p:cNvPr>
          <p:cNvSpPr>
            <a:spLocks noGrp="1"/>
          </p:cNvSpPr>
          <p:nvPr/>
        </p:nvSpPr>
        <p:spPr>
          <a:xfrm>
            <a:off x="5602513" y="1838808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3" name="F4_paired_one_to_one_0p3_8900">
            <a:extLst>
              <a:ext uri="{FF2B5EF4-FFF2-40B4-BE49-F238E27FC236}">
                <a16:creationId xmlns:a16="http://schemas.microsoft.com/office/drawing/2014/main" id="{94612DF8-F1CB-474E-B9E6-6FBEA95B96E9}"/>
              </a:ext>
            </a:extLst>
          </p:cNvPr>
          <p:cNvSpPr>
            <a:spLocks noGrp="1"/>
          </p:cNvSpPr>
          <p:nvPr/>
        </p:nvSpPr>
        <p:spPr>
          <a:xfrm>
            <a:off x="5304523" y="2869340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4" name="F4_paired_one_to_one_0p3_8901">
            <a:extLst>
              <a:ext uri="{FF2B5EF4-FFF2-40B4-BE49-F238E27FC236}">
                <a16:creationId xmlns:a16="http://schemas.microsoft.com/office/drawing/2014/main" id="{55306D13-DE62-4C2D-808B-2FFAC9334E88}"/>
              </a:ext>
            </a:extLst>
          </p:cNvPr>
          <p:cNvSpPr>
            <a:spLocks noGrp="1"/>
          </p:cNvSpPr>
          <p:nvPr/>
        </p:nvSpPr>
        <p:spPr>
          <a:xfrm>
            <a:off x="2981825" y="4310219"/>
            <a:ext cx="104188" cy="104188"/>
          </a:xfrm>
          <a:prstGeom prst="ellipse">
            <a:avLst/>
          </a:prstGeom>
          <a:solidFill>
            <a:srgbClr val="46075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5" name="F4_paired_one_to_one_0p3_8902">
            <a:extLst>
              <a:ext uri="{FF2B5EF4-FFF2-40B4-BE49-F238E27FC236}">
                <a16:creationId xmlns:a16="http://schemas.microsoft.com/office/drawing/2014/main" id="{4E653A38-B47B-4D33-A7D3-380382514A38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70D6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6" name="F4_paired_one_to_one_0p3_8903">
            <a:extLst>
              <a:ext uri="{FF2B5EF4-FFF2-40B4-BE49-F238E27FC236}">
                <a16:creationId xmlns:a16="http://schemas.microsoft.com/office/drawing/2014/main" id="{AD66A589-26A7-4CED-A022-EFFE59D89B69}"/>
              </a:ext>
            </a:extLst>
          </p:cNvPr>
          <p:cNvSpPr>
            <a:spLocks noGrp="1"/>
          </p:cNvSpPr>
          <p:nvPr/>
        </p:nvSpPr>
        <p:spPr>
          <a:xfrm>
            <a:off x="5095572" y="2622094"/>
            <a:ext cx="104188" cy="104188"/>
          </a:xfrm>
          <a:prstGeom prst="ellipse">
            <a:avLst/>
          </a:prstGeom>
          <a:solidFill>
            <a:srgbClr val="4829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7" name="F4_paired_one_to_one_0p3_8904">
            <a:extLst>
              <a:ext uri="{FF2B5EF4-FFF2-40B4-BE49-F238E27FC236}">
                <a16:creationId xmlns:a16="http://schemas.microsoft.com/office/drawing/2014/main" id="{96EA9162-E190-45FC-AE99-C72A7561BF3C}"/>
              </a:ext>
            </a:extLst>
          </p:cNvPr>
          <p:cNvSpPr>
            <a:spLocks noGrp="1"/>
          </p:cNvSpPr>
          <p:nvPr/>
        </p:nvSpPr>
        <p:spPr>
          <a:xfrm>
            <a:off x="4955466" y="3487454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8" name="F4_paired_one_to_one_0p3_8905">
            <a:extLst>
              <a:ext uri="{FF2B5EF4-FFF2-40B4-BE49-F238E27FC236}">
                <a16:creationId xmlns:a16="http://schemas.microsoft.com/office/drawing/2014/main" id="{F10210F4-7B5D-476A-ADB8-1F142768D3BA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443B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29" name="F4_paired_one_to_one_0p3_8906">
            <a:extLst>
              <a:ext uri="{FF2B5EF4-FFF2-40B4-BE49-F238E27FC236}">
                <a16:creationId xmlns:a16="http://schemas.microsoft.com/office/drawing/2014/main" id="{31470127-51A5-492A-9D66-48C6B021F671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0" name="F4_paired_one_to_one_0p3_8907">
            <a:extLst>
              <a:ext uri="{FF2B5EF4-FFF2-40B4-BE49-F238E27FC236}">
                <a16:creationId xmlns:a16="http://schemas.microsoft.com/office/drawing/2014/main" id="{590182B7-3878-4BE2-831D-F74B3FBCB3CB}"/>
              </a:ext>
            </a:extLst>
          </p:cNvPr>
          <p:cNvSpPr>
            <a:spLocks noGrp="1"/>
          </p:cNvSpPr>
          <p:nvPr/>
        </p:nvSpPr>
        <p:spPr>
          <a:xfrm>
            <a:off x="2826404" y="443523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1" name="F4_paired_one_to_one_0p3_8908">
            <a:extLst>
              <a:ext uri="{FF2B5EF4-FFF2-40B4-BE49-F238E27FC236}">
                <a16:creationId xmlns:a16="http://schemas.microsoft.com/office/drawing/2014/main" id="{B2414177-C1C2-4D8E-9333-2631995B449F}"/>
              </a:ext>
            </a:extLst>
          </p:cNvPr>
          <p:cNvSpPr>
            <a:spLocks noGrp="1"/>
          </p:cNvSpPr>
          <p:nvPr/>
        </p:nvSpPr>
        <p:spPr>
          <a:xfrm>
            <a:off x="1864893" y="5539515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2" name="F4_paired_one_to_one_0p3_8909">
            <a:extLst>
              <a:ext uri="{FF2B5EF4-FFF2-40B4-BE49-F238E27FC236}">
                <a16:creationId xmlns:a16="http://schemas.microsoft.com/office/drawing/2014/main" id="{9157AA31-0E3F-4E34-87A5-958EABCFB6C8}"/>
              </a:ext>
            </a:extLst>
          </p:cNvPr>
          <p:cNvSpPr>
            <a:spLocks noGrp="1"/>
          </p:cNvSpPr>
          <p:nvPr/>
        </p:nvSpPr>
        <p:spPr>
          <a:xfrm>
            <a:off x="2571309" y="5165194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3" name="F4_paired_one_to_one_0p3_8910">
            <a:extLst>
              <a:ext uri="{FF2B5EF4-FFF2-40B4-BE49-F238E27FC236}">
                <a16:creationId xmlns:a16="http://schemas.microsoft.com/office/drawing/2014/main" id="{48EDE240-FE4E-4CF2-AF3A-E4C37313EBBB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4" name="F4_paired_one_to_one_0p3_8911">
            <a:extLst>
              <a:ext uri="{FF2B5EF4-FFF2-40B4-BE49-F238E27FC236}">
                <a16:creationId xmlns:a16="http://schemas.microsoft.com/office/drawing/2014/main" id="{F09AB154-D7D1-4D8C-887A-971B110E6B5D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5" name="F4_paired_one_to_one_0p3_8912">
            <a:extLst>
              <a:ext uri="{FF2B5EF4-FFF2-40B4-BE49-F238E27FC236}">
                <a16:creationId xmlns:a16="http://schemas.microsoft.com/office/drawing/2014/main" id="{7FE97567-DB6E-464D-8BF5-9636C8B558CD}"/>
              </a:ext>
            </a:extLst>
          </p:cNvPr>
          <p:cNvSpPr>
            <a:spLocks noGrp="1"/>
          </p:cNvSpPr>
          <p:nvPr/>
        </p:nvSpPr>
        <p:spPr>
          <a:xfrm>
            <a:off x="2562253" y="5344300"/>
            <a:ext cx="104188" cy="104188"/>
          </a:xfrm>
          <a:prstGeom prst="ellipse">
            <a:avLst/>
          </a:prstGeom>
          <a:solidFill>
            <a:srgbClr val="2D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6" name="F4_paired_one_to_one_0p3_8913">
            <a:extLst>
              <a:ext uri="{FF2B5EF4-FFF2-40B4-BE49-F238E27FC236}">
                <a16:creationId xmlns:a16="http://schemas.microsoft.com/office/drawing/2014/main" id="{63F60157-C2DC-4F7B-99BF-808747D1E180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7" name="F4_paired_one_to_one_0p3_8914">
            <a:extLst>
              <a:ext uri="{FF2B5EF4-FFF2-40B4-BE49-F238E27FC236}">
                <a16:creationId xmlns:a16="http://schemas.microsoft.com/office/drawing/2014/main" id="{9AAB4F22-872B-408F-81F7-95C1DBB48A91}"/>
              </a:ext>
            </a:extLst>
          </p:cNvPr>
          <p:cNvSpPr>
            <a:spLocks noGrp="1"/>
          </p:cNvSpPr>
          <p:nvPr/>
        </p:nvSpPr>
        <p:spPr>
          <a:xfrm>
            <a:off x="4337351" y="5753874"/>
            <a:ext cx="104188" cy="104188"/>
          </a:xfrm>
          <a:prstGeom prst="ellipse">
            <a:avLst/>
          </a:prstGeom>
          <a:solidFill>
            <a:srgbClr val="355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8" name="F4_paired_one_to_one_0p3_8915">
            <a:extLst>
              <a:ext uri="{FF2B5EF4-FFF2-40B4-BE49-F238E27FC236}">
                <a16:creationId xmlns:a16="http://schemas.microsoft.com/office/drawing/2014/main" id="{EE214E77-A16C-4309-BA4D-B6DF5061378D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39" name="F4_paired_one_to_one_0p3_8916">
            <a:extLst>
              <a:ext uri="{FF2B5EF4-FFF2-40B4-BE49-F238E27FC236}">
                <a16:creationId xmlns:a16="http://schemas.microsoft.com/office/drawing/2014/main" id="{A7CF33FA-00A2-412F-BAB4-98D6F0F9E770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092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0" name="F4_paired_one_to_one_0p3_8917">
            <a:extLst>
              <a:ext uri="{FF2B5EF4-FFF2-40B4-BE49-F238E27FC236}">
                <a16:creationId xmlns:a16="http://schemas.microsoft.com/office/drawing/2014/main" id="{9C1F91F0-A430-4FF7-9951-1CD6B5E90CE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1" name="F4_paired_one_to_one_0p3_8918">
            <a:extLst>
              <a:ext uri="{FF2B5EF4-FFF2-40B4-BE49-F238E27FC236}">
                <a16:creationId xmlns:a16="http://schemas.microsoft.com/office/drawing/2014/main" id="{B218C4D8-DF42-43F6-AA8C-E27E15C3D22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2" name="F4_paired_one_to_one_0p3_8919">
            <a:extLst>
              <a:ext uri="{FF2B5EF4-FFF2-40B4-BE49-F238E27FC236}">
                <a16:creationId xmlns:a16="http://schemas.microsoft.com/office/drawing/2014/main" id="{9E8974C7-E12B-40E2-B0B7-38C64804DA0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E4C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3" name="F4_paired_one_to_one_0p3_8920">
            <a:extLst>
              <a:ext uri="{FF2B5EF4-FFF2-40B4-BE49-F238E27FC236}">
                <a16:creationId xmlns:a16="http://schemas.microsoft.com/office/drawing/2014/main" id="{95849163-ABAF-4460-BC90-A144B2785D56}"/>
              </a:ext>
            </a:extLst>
          </p:cNvPr>
          <p:cNvSpPr>
            <a:spLocks noGrp="1"/>
          </p:cNvSpPr>
          <p:nvPr/>
        </p:nvSpPr>
        <p:spPr>
          <a:xfrm>
            <a:off x="3719236" y="2251225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4" name="F4_paired_one_to_one_0p3_8921">
            <a:extLst>
              <a:ext uri="{FF2B5EF4-FFF2-40B4-BE49-F238E27FC236}">
                <a16:creationId xmlns:a16="http://schemas.microsoft.com/office/drawing/2014/main" id="{8EF92FB5-D501-4525-B7BF-BF4F05275E01}"/>
              </a:ext>
            </a:extLst>
          </p:cNvPr>
          <p:cNvSpPr>
            <a:spLocks noGrp="1"/>
          </p:cNvSpPr>
          <p:nvPr/>
        </p:nvSpPr>
        <p:spPr>
          <a:xfrm>
            <a:off x="1864893" y="6028592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5" name="F4_paired_one_to_one_0p3_8922">
            <a:extLst>
              <a:ext uri="{FF2B5EF4-FFF2-40B4-BE49-F238E27FC236}">
                <a16:creationId xmlns:a16="http://schemas.microsoft.com/office/drawing/2014/main" id="{E78C343F-3880-4AC4-A6B5-C2BDA8E2855E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6" name="F4_paired_one_to_one_0p3_8923">
            <a:extLst>
              <a:ext uri="{FF2B5EF4-FFF2-40B4-BE49-F238E27FC236}">
                <a16:creationId xmlns:a16="http://schemas.microsoft.com/office/drawing/2014/main" id="{B185C5C3-1477-427E-9496-A0979121E2A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7" name="F4_paired_one_to_one_0p3_8924">
            <a:extLst>
              <a:ext uri="{FF2B5EF4-FFF2-40B4-BE49-F238E27FC236}">
                <a16:creationId xmlns:a16="http://schemas.microsoft.com/office/drawing/2014/main" id="{17BE0255-5EB6-4BCB-8ED3-7399C6E230E0}"/>
              </a:ext>
            </a:extLst>
          </p:cNvPr>
          <p:cNvSpPr>
            <a:spLocks noGrp="1"/>
          </p:cNvSpPr>
          <p:nvPr/>
        </p:nvSpPr>
        <p:spPr>
          <a:xfrm>
            <a:off x="1864893" y="270928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8" name="F4_paired_one_to_one_0p3_8925">
            <a:extLst>
              <a:ext uri="{FF2B5EF4-FFF2-40B4-BE49-F238E27FC236}">
                <a16:creationId xmlns:a16="http://schemas.microsoft.com/office/drawing/2014/main" id="{EF83FB8E-3FB2-43D9-A535-BF561CD0E01B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49" name="F4_paired_one_to_one_0p3_8926">
            <a:extLst>
              <a:ext uri="{FF2B5EF4-FFF2-40B4-BE49-F238E27FC236}">
                <a16:creationId xmlns:a16="http://schemas.microsoft.com/office/drawing/2014/main" id="{24B24778-29A7-46AD-8D4E-E227B5EE504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1A6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0" name="F4_paired_one_to_one_0p3_8927">
            <a:extLst>
              <a:ext uri="{FF2B5EF4-FFF2-40B4-BE49-F238E27FC236}">
                <a16:creationId xmlns:a16="http://schemas.microsoft.com/office/drawing/2014/main" id="{08B3BC3A-F8CA-4874-B120-F9773146F13F}"/>
              </a:ext>
            </a:extLst>
          </p:cNvPr>
          <p:cNvSpPr>
            <a:spLocks noGrp="1"/>
          </p:cNvSpPr>
          <p:nvPr/>
        </p:nvSpPr>
        <p:spPr>
          <a:xfrm>
            <a:off x="2907392" y="5057091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1" name="F4_paired_one_to_one_0p3_8928">
            <a:extLst>
              <a:ext uri="{FF2B5EF4-FFF2-40B4-BE49-F238E27FC236}">
                <a16:creationId xmlns:a16="http://schemas.microsoft.com/office/drawing/2014/main" id="{59BFCA26-8293-4E86-A27A-C45C0EA703F2}"/>
              </a:ext>
            </a:extLst>
          </p:cNvPr>
          <p:cNvSpPr>
            <a:spLocks noGrp="1"/>
          </p:cNvSpPr>
          <p:nvPr/>
        </p:nvSpPr>
        <p:spPr>
          <a:xfrm>
            <a:off x="1864893" y="5753874"/>
            <a:ext cx="104188" cy="104188"/>
          </a:xfrm>
          <a:prstGeom prst="ellipse">
            <a:avLst/>
          </a:prstGeom>
          <a:solidFill>
            <a:srgbClr val="481A6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2" name="F4_paired_one_to_one_0p3_8929">
            <a:extLst>
              <a:ext uri="{FF2B5EF4-FFF2-40B4-BE49-F238E27FC236}">
                <a16:creationId xmlns:a16="http://schemas.microsoft.com/office/drawing/2014/main" id="{FF413423-980D-4BB1-B9E1-B16E9C8A83D0}"/>
              </a:ext>
            </a:extLst>
          </p:cNvPr>
          <p:cNvSpPr>
            <a:spLocks noGrp="1"/>
          </p:cNvSpPr>
          <p:nvPr/>
        </p:nvSpPr>
        <p:spPr>
          <a:xfrm>
            <a:off x="4667012" y="4105569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3" name="F4_paired_one_to_one_0p3_8930">
            <a:extLst>
              <a:ext uri="{FF2B5EF4-FFF2-40B4-BE49-F238E27FC236}">
                <a16:creationId xmlns:a16="http://schemas.microsoft.com/office/drawing/2014/main" id="{C038D9AA-D384-4A1E-8B37-A911881D5E59}"/>
              </a:ext>
            </a:extLst>
          </p:cNvPr>
          <p:cNvSpPr>
            <a:spLocks noGrp="1"/>
          </p:cNvSpPr>
          <p:nvPr/>
        </p:nvSpPr>
        <p:spPr>
          <a:xfrm>
            <a:off x="3101122" y="2869340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4" name="F4_paired_one_to_one_0p3_8931">
            <a:extLst>
              <a:ext uri="{FF2B5EF4-FFF2-40B4-BE49-F238E27FC236}">
                <a16:creationId xmlns:a16="http://schemas.microsoft.com/office/drawing/2014/main" id="{3B5A3C78-B622-4CD0-804D-704346E495C3}"/>
              </a:ext>
            </a:extLst>
          </p:cNvPr>
          <p:cNvSpPr>
            <a:spLocks noGrp="1"/>
          </p:cNvSpPr>
          <p:nvPr/>
        </p:nvSpPr>
        <p:spPr>
          <a:xfrm>
            <a:off x="1864893" y="5223326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5" name="F4_paired_one_to_one_0p3_8932">
            <a:extLst>
              <a:ext uri="{FF2B5EF4-FFF2-40B4-BE49-F238E27FC236}">
                <a16:creationId xmlns:a16="http://schemas.microsoft.com/office/drawing/2014/main" id="{DB0AC39D-AD4E-4B5A-B4C2-7F6C1C7DD416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146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6" name="F4_paired_one_to_one_0p3_8933">
            <a:extLst>
              <a:ext uri="{FF2B5EF4-FFF2-40B4-BE49-F238E27FC236}">
                <a16:creationId xmlns:a16="http://schemas.microsoft.com/office/drawing/2014/main" id="{A5AFEDF8-57C0-4D58-8B77-3F862CC18024}"/>
              </a:ext>
            </a:extLst>
          </p:cNvPr>
          <p:cNvSpPr>
            <a:spLocks noGrp="1"/>
          </p:cNvSpPr>
          <p:nvPr/>
        </p:nvSpPr>
        <p:spPr>
          <a:xfrm>
            <a:off x="1864893" y="3008248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7" name="F4_paired_one_to_one_0p3_8934">
            <a:extLst>
              <a:ext uri="{FF2B5EF4-FFF2-40B4-BE49-F238E27FC236}">
                <a16:creationId xmlns:a16="http://schemas.microsoft.com/office/drawing/2014/main" id="{B3368E0D-684A-41F5-9FAD-E3431EAC87C4}"/>
              </a:ext>
            </a:extLst>
          </p:cNvPr>
          <p:cNvSpPr>
            <a:spLocks noGrp="1"/>
          </p:cNvSpPr>
          <p:nvPr/>
        </p:nvSpPr>
        <p:spPr>
          <a:xfrm>
            <a:off x="5642488" y="3246712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8" name="F4_paired_one_to_one_0p3_8935">
            <a:extLst>
              <a:ext uri="{FF2B5EF4-FFF2-40B4-BE49-F238E27FC236}">
                <a16:creationId xmlns:a16="http://schemas.microsoft.com/office/drawing/2014/main" id="{89659C56-97C6-40E2-A563-C7D7899E1AF9}"/>
              </a:ext>
            </a:extLst>
          </p:cNvPr>
          <p:cNvSpPr>
            <a:spLocks noGrp="1"/>
          </p:cNvSpPr>
          <p:nvPr/>
        </p:nvSpPr>
        <p:spPr>
          <a:xfrm>
            <a:off x="1864893" y="3551821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59" name="F4_paired_one_to_one_0p3_8936">
            <a:extLst>
              <a:ext uri="{FF2B5EF4-FFF2-40B4-BE49-F238E27FC236}">
                <a16:creationId xmlns:a16="http://schemas.microsoft.com/office/drawing/2014/main" id="{1C80269B-47D1-4CF5-91C4-5FEA435735B8}"/>
              </a:ext>
            </a:extLst>
          </p:cNvPr>
          <p:cNvSpPr>
            <a:spLocks noGrp="1"/>
          </p:cNvSpPr>
          <p:nvPr/>
        </p:nvSpPr>
        <p:spPr>
          <a:xfrm>
            <a:off x="5161504" y="3640511"/>
            <a:ext cx="104188" cy="104188"/>
          </a:xfrm>
          <a:prstGeom prst="ellipse">
            <a:avLst/>
          </a:prstGeom>
          <a:solidFill>
            <a:srgbClr val="1F98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0" name="F4_paired_one_to_one_0p3_8937">
            <a:extLst>
              <a:ext uri="{FF2B5EF4-FFF2-40B4-BE49-F238E27FC236}">
                <a16:creationId xmlns:a16="http://schemas.microsoft.com/office/drawing/2014/main" id="{121E9209-C9E5-4D08-9173-0CBE3C42F019}"/>
              </a:ext>
            </a:extLst>
          </p:cNvPr>
          <p:cNvSpPr>
            <a:spLocks noGrp="1"/>
          </p:cNvSpPr>
          <p:nvPr/>
        </p:nvSpPr>
        <p:spPr>
          <a:xfrm>
            <a:off x="1864893" y="4458777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1" name="F4_paired_one_to_one_0p3_8938">
            <a:extLst>
              <a:ext uri="{FF2B5EF4-FFF2-40B4-BE49-F238E27FC236}">
                <a16:creationId xmlns:a16="http://schemas.microsoft.com/office/drawing/2014/main" id="{D1A1A434-9F2A-4DAE-A56F-840F732BB88E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2" name="F4_paired_one_to_one_0p3_8939">
            <a:extLst>
              <a:ext uri="{FF2B5EF4-FFF2-40B4-BE49-F238E27FC236}">
                <a16:creationId xmlns:a16="http://schemas.microsoft.com/office/drawing/2014/main" id="{8E8A8B96-FA62-4685-ABD3-8D8C32E1D3AE}"/>
              </a:ext>
            </a:extLst>
          </p:cNvPr>
          <p:cNvSpPr>
            <a:spLocks noGrp="1"/>
          </p:cNvSpPr>
          <p:nvPr/>
        </p:nvSpPr>
        <p:spPr>
          <a:xfrm>
            <a:off x="1960060" y="6464131"/>
            <a:ext cx="104188" cy="104188"/>
          </a:xfrm>
          <a:prstGeom prst="ellipse">
            <a:avLst/>
          </a:prstGeom>
          <a:solidFill>
            <a:srgbClr val="4EC36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3" name="F4_paired_one_to_one_0p3_8940">
            <a:extLst>
              <a:ext uri="{FF2B5EF4-FFF2-40B4-BE49-F238E27FC236}">
                <a16:creationId xmlns:a16="http://schemas.microsoft.com/office/drawing/2014/main" id="{F97BC0D4-9230-4CAF-84C8-93636AD64AD6}"/>
              </a:ext>
            </a:extLst>
          </p:cNvPr>
          <p:cNvSpPr>
            <a:spLocks noGrp="1"/>
          </p:cNvSpPr>
          <p:nvPr/>
        </p:nvSpPr>
        <p:spPr>
          <a:xfrm>
            <a:off x="5161504" y="3281416"/>
            <a:ext cx="104188" cy="104188"/>
          </a:xfrm>
          <a:prstGeom prst="ellipse">
            <a:avLst/>
          </a:prstGeom>
          <a:solidFill>
            <a:srgbClr val="3F47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4" name="F4_paired_one_to_one_0p3_8941">
            <a:extLst>
              <a:ext uri="{FF2B5EF4-FFF2-40B4-BE49-F238E27FC236}">
                <a16:creationId xmlns:a16="http://schemas.microsoft.com/office/drawing/2014/main" id="{5DE5BF82-E369-40AD-BF47-218E9E56F5E2}"/>
              </a:ext>
            </a:extLst>
          </p:cNvPr>
          <p:cNvSpPr>
            <a:spLocks noGrp="1"/>
          </p:cNvSpPr>
          <p:nvPr/>
        </p:nvSpPr>
        <p:spPr>
          <a:xfrm>
            <a:off x="3307160" y="3219604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5" name="F4_paired_one_to_one_0p3_8942">
            <a:extLst>
              <a:ext uri="{FF2B5EF4-FFF2-40B4-BE49-F238E27FC236}">
                <a16:creationId xmlns:a16="http://schemas.microsoft.com/office/drawing/2014/main" id="{FBF1EE40-ECAB-4D05-A750-8994FBE6A53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6" name="F4_paired_one_to_one_0p3_8943">
            <a:extLst>
              <a:ext uri="{FF2B5EF4-FFF2-40B4-BE49-F238E27FC236}">
                <a16:creationId xmlns:a16="http://schemas.microsoft.com/office/drawing/2014/main" id="{E16E3183-B042-4A8C-BE21-074E87320BB7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7" name="F4_paired_one_to_one_0p3_8944">
            <a:extLst>
              <a:ext uri="{FF2B5EF4-FFF2-40B4-BE49-F238E27FC236}">
                <a16:creationId xmlns:a16="http://schemas.microsoft.com/office/drawing/2014/main" id="{7340405B-18A3-4F1B-B8B3-28FEC0E3EECA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472C7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8" name="F4_paired_one_to_one_0p3_8945">
            <a:extLst>
              <a:ext uri="{FF2B5EF4-FFF2-40B4-BE49-F238E27FC236}">
                <a16:creationId xmlns:a16="http://schemas.microsoft.com/office/drawing/2014/main" id="{FE36C1C9-BE79-414D-A034-EBA1A7038B7D}"/>
              </a:ext>
            </a:extLst>
          </p:cNvPr>
          <p:cNvSpPr>
            <a:spLocks noGrp="1"/>
          </p:cNvSpPr>
          <p:nvPr/>
        </p:nvSpPr>
        <p:spPr>
          <a:xfrm>
            <a:off x="3513198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69" name="F4_paired_one_to_one_0p3_8946">
            <a:extLst>
              <a:ext uri="{FF2B5EF4-FFF2-40B4-BE49-F238E27FC236}">
                <a16:creationId xmlns:a16="http://schemas.microsoft.com/office/drawing/2014/main" id="{8097BF4B-D84B-455B-9CDC-C2CE4B9952B8}"/>
              </a:ext>
            </a:extLst>
          </p:cNvPr>
          <p:cNvSpPr>
            <a:spLocks noGrp="1"/>
          </p:cNvSpPr>
          <p:nvPr/>
        </p:nvSpPr>
        <p:spPr>
          <a:xfrm>
            <a:off x="1864893" y="4301796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0" name="F4_paired_one_to_one_0p3_8947">
            <a:extLst>
              <a:ext uri="{FF2B5EF4-FFF2-40B4-BE49-F238E27FC236}">
                <a16:creationId xmlns:a16="http://schemas.microsoft.com/office/drawing/2014/main" id="{FEFC35A9-200F-4B6E-9A24-137DC34EE18E}"/>
              </a:ext>
            </a:extLst>
          </p:cNvPr>
          <p:cNvSpPr>
            <a:spLocks noGrp="1"/>
          </p:cNvSpPr>
          <p:nvPr/>
        </p:nvSpPr>
        <p:spPr>
          <a:xfrm>
            <a:off x="1864893" y="3247777"/>
            <a:ext cx="104188" cy="104188"/>
          </a:xfrm>
          <a:prstGeom prst="ellipse">
            <a:avLst/>
          </a:prstGeom>
          <a:solidFill>
            <a:srgbClr val="3363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1" name="F4_paired_one_to_one_0p3_8948">
            <a:extLst>
              <a:ext uri="{FF2B5EF4-FFF2-40B4-BE49-F238E27FC236}">
                <a16:creationId xmlns:a16="http://schemas.microsoft.com/office/drawing/2014/main" id="{B5EACBB8-932C-4BAA-AC9A-CF6812895CF9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2" name="F4_paired_one_to_one_0p3_8949">
            <a:extLst>
              <a:ext uri="{FF2B5EF4-FFF2-40B4-BE49-F238E27FC236}">
                <a16:creationId xmlns:a16="http://schemas.microsoft.com/office/drawing/2014/main" id="{3B673C37-AA04-4C71-BAFC-5D66F3CAB004}"/>
              </a:ext>
            </a:extLst>
          </p:cNvPr>
          <p:cNvSpPr>
            <a:spLocks noGrp="1"/>
          </p:cNvSpPr>
          <p:nvPr/>
        </p:nvSpPr>
        <p:spPr>
          <a:xfrm>
            <a:off x="3804175" y="163311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3" name="F4_paired_one_to_one_0p3_8950">
            <a:extLst>
              <a:ext uri="{FF2B5EF4-FFF2-40B4-BE49-F238E27FC236}">
                <a16:creationId xmlns:a16="http://schemas.microsoft.com/office/drawing/2014/main" id="{102115B3-73F2-4018-88E1-4D0BA270AB1B}"/>
              </a:ext>
            </a:extLst>
          </p:cNvPr>
          <p:cNvSpPr>
            <a:spLocks noGrp="1"/>
          </p:cNvSpPr>
          <p:nvPr/>
        </p:nvSpPr>
        <p:spPr>
          <a:xfrm>
            <a:off x="1864893" y="3719907"/>
            <a:ext cx="104188" cy="104188"/>
          </a:xfrm>
          <a:prstGeom prst="ellipse">
            <a:avLst/>
          </a:prstGeom>
          <a:solidFill>
            <a:srgbClr val="3C50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4" name="F4_paired_one_to_one_0p3_8951">
            <a:extLst>
              <a:ext uri="{FF2B5EF4-FFF2-40B4-BE49-F238E27FC236}">
                <a16:creationId xmlns:a16="http://schemas.microsoft.com/office/drawing/2014/main" id="{93BF8E5A-7EF8-4964-8263-1471FD1ED2C3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F6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5" name="F4_paired_one_to_one_0p3_8952">
            <a:extLst>
              <a:ext uri="{FF2B5EF4-FFF2-40B4-BE49-F238E27FC236}">
                <a16:creationId xmlns:a16="http://schemas.microsoft.com/office/drawing/2014/main" id="{1CC9A752-CB0E-4FCA-9005-52D21F545A67}"/>
              </a:ext>
            </a:extLst>
          </p:cNvPr>
          <p:cNvSpPr>
            <a:spLocks noGrp="1"/>
          </p:cNvSpPr>
          <p:nvPr/>
        </p:nvSpPr>
        <p:spPr>
          <a:xfrm>
            <a:off x="4867164" y="1880356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6" name="F4_paired_one_to_one_0p3_8953">
            <a:extLst>
              <a:ext uri="{FF2B5EF4-FFF2-40B4-BE49-F238E27FC236}">
                <a16:creationId xmlns:a16="http://schemas.microsoft.com/office/drawing/2014/main" id="{75DB2352-FE64-4DDB-BBBF-4B14E7608E41}"/>
              </a:ext>
            </a:extLst>
          </p:cNvPr>
          <p:cNvSpPr>
            <a:spLocks noGrp="1"/>
          </p:cNvSpPr>
          <p:nvPr/>
        </p:nvSpPr>
        <p:spPr>
          <a:xfrm>
            <a:off x="1864893" y="4929721"/>
            <a:ext cx="104188" cy="104188"/>
          </a:xfrm>
          <a:prstGeom prst="ellipse">
            <a:avLst/>
          </a:prstGeom>
          <a:solidFill>
            <a:srgbClr val="3E4A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7" name="F4_paired_one_to_one_0p3_8954">
            <a:extLst>
              <a:ext uri="{FF2B5EF4-FFF2-40B4-BE49-F238E27FC236}">
                <a16:creationId xmlns:a16="http://schemas.microsoft.com/office/drawing/2014/main" id="{0E1D5D36-44CD-4798-AB06-D120EF3A9EEE}"/>
              </a:ext>
            </a:extLst>
          </p:cNvPr>
          <p:cNvSpPr>
            <a:spLocks noGrp="1"/>
          </p:cNvSpPr>
          <p:nvPr/>
        </p:nvSpPr>
        <p:spPr>
          <a:xfrm>
            <a:off x="2448668" y="4105569"/>
            <a:ext cx="104188" cy="104188"/>
          </a:xfrm>
          <a:prstGeom prst="ellipse">
            <a:avLst/>
          </a:prstGeom>
          <a:solidFill>
            <a:srgbClr val="2AB07F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8" name="F4_paired_one_to_one_0p3_8955">
            <a:extLst>
              <a:ext uri="{FF2B5EF4-FFF2-40B4-BE49-F238E27FC236}">
                <a16:creationId xmlns:a16="http://schemas.microsoft.com/office/drawing/2014/main" id="{CE84CEB4-EE3E-4F2E-B4FF-B17BDE8256A7}"/>
              </a:ext>
            </a:extLst>
          </p:cNvPr>
          <p:cNvSpPr>
            <a:spLocks noGrp="1"/>
          </p:cNvSpPr>
          <p:nvPr/>
        </p:nvSpPr>
        <p:spPr>
          <a:xfrm>
            <a:off x="3389575" y="6036441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79" name="F4_paired_one_to_one_0p3_8956">
            <a:extLst>
              <a:ext uri="{FF2B5EF4-FFF2-40B4-BE49-F238E27FC236}">
                <a16:creationId xmlns:a16="http://schemas.microsoft.com/office/drawing/2014/main" id="{77A91EC5-7145-4AEE-9C03-854001F43F7B}"/>
              </a:ext>
            </a:extLst>
          </p:cNvPr>
          <p:cNvSpPr>
            <a:spLocks noGrp="1"/>
          </p:cNvSpPr>
          <p:nvPr/>
        </p:nvSpPr>
        <p:spPr>
          <a:xfrm>
            <a:off x="2029723" y="3782776"/>
            <a:ext cx="104188" cy="104188"/>
          </a:xfrm>
          <a:prstGeom prst="ellipse">
            <a:avLst/>
          </a:prstGeom>
          <a:solidFill>
            <a:srgbClr val="460A5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0" name="F4_paired_one_to_one_0p3_8957">
            <a:extLst>
              <a:ext uri="{FF2B5EF4-FFF2-40B4-BE49-F238E27FC236}">
                <a16:creationId xmlns:a16="http://schemas.microsoft.com/office/drawing/2014/main" id="{B69181E5-F732-4DE3-990D-10FA2950092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1" name="F4_paired_one_to_one_0p3_8958">
            <a:extLst>
              <a:ext uri="{FF2B5EF4-FFF2-40B4-BE49-F238E27FC236}">
                <a16:creationId xmlns:a16="http://schemas.microsoft.com/office/drawing/2014/main" id="{9C4B4BF0-A81E-4DFD-B353-C655D26D1B9E}"/>
              </a:ext>
            </a:extLst>
          </p:cNvPr>
          <p:cNvSpPr>
            <a:spLocks noGrp="1"/>
          </p:cNvSpPr>
          <p:nvPr/>
        </p:nvSpPr>
        <p:spPr>
          <a:xfrm>
            <a:off x="3513198" y="4929721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2" name="F4_paired_one_to_one_0p3_8959">
            <a:extLst>
              <a:ext uri="{FF2B5EF4-FFF2-40B4-BE49-F238E27FC236}">
                <a16:creationId xmlns:a16="http://schemas.microsoft.com/office/drawing/2014/main" id="{1DAD6A03-228C-467D-895B-820EB935253C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28C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3" name="F4_paired_one_to_one_0p3_8960">
            <a:extLst>
              <a:ext uri="{FF2B5EF4-FFF2-40B4-BE49-F238E27FC236}">
                <a16:creationId xmlns:a16="http://schemas.microsoft.com/office/drawing/2014/main" id="{79213DF9-85D5-4E19-9E60-27B8471001BD}"/>
              </a:ext>
            </a:extLst>
          </p:cNvPr>
          <p:cNvSpPr>
            <a:spLocks noGrp="1"/>
          </p:cNvSpPr>
          <p:nvPr/>
        </p:nvSpPr>
        <p:spPr>
          <a:xfrm>
            <a:off x="1864893" y="2283327"/>
            <a:ext cx="104188" cy="104188"/>
          </a:xfrm>
          <a:prstGeom prst="ellipse">
            <a:avLst/>
          </a:prstGeom>
          <a:solidFill>
            <a:srgbClr val="218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4" name="F4_paired_one_to_one_0p3_8961">
            <a:extLst>
              <a:ext uri="{FF2B5EF4-FFF2-40B4-BE49-F238E27FC236}">
                <a16:creationId xmlns:a16="http://schemas.microsoft.com/office/drawing/2014/main" id="{A19B6368-7E00-45FF-BF20-D52B90466AEC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5" name="F4_paired_one_to_one_0p3_8962">
            <a:extLst>
              <a:ext uri="{FF2B5EF4-FFF2-40B4-BE49-F238E27FC236}">
                <a16:creationId xmlns:a16="http://schemas.microsoft.com/office/drawing/2014/main" id="{7AB7E4D7-5E9B-4FF9-82EA-72E3FC53A700}"/>
              </a:ext>
            </a:extLst>
          </p:cNvPr>
          <p:cNvSpPr>
            <a:spLocks noGrp="1"/>
          </p:cNvSpPr>
          <p:nvPr/>
        </p:nvSpPr>
        <p:spPr>
          <a:xfrm>
            <a:off x="4337351" y="5341798"/>
            <a:ext cx="104188" cy="104188"/>
          </a:xfrm>
          <a:prstGeom prst="ellipse">
            <a:avLst/>
          </a:prstGeom>
          <a:solidFill>
            <a:srgbClr val="3265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6" name="F4_paired_one_to_one_0p3_8963">
            <a:extLst>
              <a:ext uri="{FF2B5EF4-FFF2-40B4-BE49-F238E27FC236}">
                <a16:creationId xmlns:a16="http://schemas.microsoft.com/office/drawing/2014/main" id="{4385E0AA-271C-42F5-AD09-DA414E40E6DE}"/>
              </a:ext>
            </a:extLst>
          </p:cNvPr>
          <p:cNvSpPr>
            <a:spLocks noGrp="1"/>
          </p:cNvSpPr>
          <p:nvPr/>
        </p:nvSpPr>
        <p:spPr>
          <a:xfrm>
            <a:off x="5396976" y="3045944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7" name="F4_paired_one_to_one_0p3_8964">
            <a:extLst>
              <a:ext uri="{FF2B5EF4-FFF2-40B4-BE49-F238E27FC236}">
                <a16:creationId xmlns:a16="http://schemas.microsoft.com/office/drawing/2014/main" id="{FED4252A-C1A8-46F2-B933-6CD6C62CCE07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8" name="F4_paired_one_to_one_0p3_8965">
            <a:extLst>
              <a:ext uri="{FF2B5EF4-FFF2-40B4-BE49-F238E27FC236}">
                <a16:creationId xmlns:a16="http://schemas.microsoft.com/office/drawing/2014/main" id="{C5EE269B-DBBA-48A2-96E6-1B55732ADC35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28B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89" name="F4_paired_one_to_one_0p3_8966">
            <a:extLst>
              <a:ext uri="{FF2B5EF4-FFF2-40B4-BE49-F238E27FC236}">
                <a16:creationId xmlns:a16="http://schemas.microsoft.com/office/drawing/2014/main" id="{7D85A001-AE1F-496D-8B03-CCA733539C1C}"/>
              </a:ext>
            </a:extLst>
          </p:cNvPr>
          <p:cNvSpPr>
            <a:spLocks noGrp="1"/>
          </p:cNvSpPr>
          <p:nvPr/>
        </p:nvSpPr>
        <p:spPr>
          <a:xfrm>
            <a:off x="2600844" y="5081214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0" name="F4_paired_one_to_one_0p3_8967">
            <a:extLst>
              <a:ext uri="{FF2B5EF4-FFF2-40B4-BE49-F238E27FC236}">
                <a16:creationId xmlns:a16="http://schemas.microsoft.com/office/drawing/2014/main" id="{70508F14-EFFA-4087-A7B5-F937209864C1}"/>
              </a:ext>
            </a:extLst>
          </p:cNvPr>
          <p:cNvSpPr>
            <a:spLocks noGrp="1"/>
          </p:cNvSpPr>
          <p:nvPr/>
        </p:nvSpPr>
        <p:spPr>
          <a:xfrm>
            <a:off x="2689045" y="3830851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1" name="F4_paired_one_to_one_0p3_8968">
            <a:extLst>
              <a:ext uri="{FF2B5EF4-FFF2-40B4-BE49-F238E27FC236}">
                <a16:creationId xmlns:a16="http://schemas.microsoft.com/office/drawing/2014/main" id="{A5F999E9-3D70-4975-941F-7FA3A70FE9F4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2" name="F4_paired_one_to_one_0p3_8969">
            <a:extLst>
              <a:ext uri="{FF2B5EF4-FFF2-40B4-BE49-F238E27FC236}">
                <a16:creationId xmlns:a16="http://schemas.microsoft.com/office/drawing/2014/main" id="{11881FED-9668-4DD0-BC80-750C21E996E0}"/>
              </a:ext>
            </a:extLst>
          </p:cNvPr>
          <p:cNvSpPr>
            <a:spLocks noGrp="1"/>
          </p:cNvSpPr>
          <p:nvPr/>
        </p:nvSpPr>
        <p:spPr>
          <a:xfrm>
            <a:off x="1864893" y="4504150"/>
            <a:ext cx="104188" cy="104188"/>
          </a:xfrm>
          <a:prstGeom prst="ellipse">
            <a:avLst/>
          </a:prstGeom>
          <a:solidFill>
            <a:srgbClr val="22A884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3" name="F4_paired_one_to_one_0p3_8970">
            <a:extLst>
              <a:ext uri="{FF2B5EF4-FFF2-40B4-BE49-F238E27FC236}">
                <a16:creationId xmlns:a16="http://schemas.microsoft.com/office/drawing/2014/main" id="{59A4C9EC-D34D-4555-B1AC-CD013C4E0E1B}"/>
              </a:ext>
            </a:extLst>
          </p:cNvPr>
          <p:cNvSpPr>
            <a:spLocks noGrp="1"/>
          </p:cNvSpPr>
          <p:nvPr/>
        </p:nvSpPr>
        <p:spPr>
          <a:xfrm>
            <a:off x="4882892" y="1883715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4" name="F4_paired_one_to_one_0p3_8971">
            <a:extLst>
              <a:ext uri="{FF2B5EF4-FFF2-40B4-BE49-F238E27FC236}">
                <a16:creationId xmlns:a16="http://schemas.microsoft.com/office/drawing/2014/main" id="{0A7D652E-3962-4531-9399-C90628720578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5" name="F4_paired_one_to_one_0p3_8972">
            <a:extLst>
              <a:ext uri="{FF2B5EF4-FFF2-40B4-BE49-F238E27FC236}">
                <a16:creationId xmlns:a16="http://schemas.microsoft.com/office/drawing/2014/main" id="{875EA9CD-D936-48BB-88E8-54DEC9EBE93E}"/>
              </a:ext>
            </a:extLst>
          </p:cNvPr>
          <p:cNvSpPr>
            <a:spLocks noGrp="1"/>
          </p:cNvSpPr>
          <p:nvPr/>
        </p:nvSpPr>
        <p:spPr>
          <a:xfrm>
            <a:off x="1867879" y="4929721"/>
            <a:ext cx="104188" cy="104188"/>
          </a:xfrm>
          <a:prstGeom prst="ellipse">
            <a:avLst/>
          </a:prstGeom>
          <a:solidFill>
            <a:srgbClr val="3461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6" name="F4_paired_one_to_one_0p3_8973">
            <a:extLst>
              <a:ext uri="{FF2B5EF4-FFF2-40B4-BE49-F238E27FC236}">
                <a16:creationId xmlns:a16="http://schemas.microsoft.com/office/drawing/2014/main" id="{17A7B737-3508-4F1C-99FC-D5FB21ADCDD1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5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7" name="F4_paired_one_to_one_0p3_8974">
            <a:extLst>
              <a:ext uri="{FF2B5EF4-FFF2-40B4-BE49-F238E27FC236}">
                <a16:creationId xmlns:a16="http://schemas.microsoft.com/office/drawing/2014/main" id="{A425FE5F-5E77-48D5-803D-E78D2D1F822E}"/>
              </a:ext>
            </a:extLst>
          </p:cNvPr>
          <p:cNvSpPr>
            <a:spLocks noGrp="1"/>
          </p:cNvSpPr>
          <p:nvPr/>
        </p:nvSpPr>
        <p:spPr>
          <a:xfrm>
            <a:off x="2508517" y="2045187"/>
            <a:ext cx="104188" cy="104188"/>
          </a:xfrm>
          <a:prstGeom prst="ellipse">
            <a:avLst/>
          </a:prstGeom>
          <a:solidFill>
            <a:srgbClr val="218E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8" name="F4_paired_one_to_one_0p3_8975">
            <a:extLst>
              <a:ext uri="{FF2B5EF4-FFF2-40B4-BE49-F238E27FC236}">
                <a16:creationId xmlns:a16="http://schemas.microsoft.com/office/drawing/2014/main" id="{FA78E5B3-D430-40BC-A1B9-383DE5E571F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99" name="F4_paired_one_to_one_0p3_8976">
            <a:extLst>
              <a:ext uri="{FF2B5EF4-FFF2-40B4-BE49-F238E27FC236}">
                <a16:creationId xmlns:a16="http://schemas.microsoft.com/office/drawing/2014/main" id="{F3D98973-79D8-4668-A3EF-FD18426F420F}"/>
              </a:ext>
            </a:extLst>
          </p:cNvPr>
          <p:cNvSpPr>
            <a:spLocks noGrp="1"/>
          </p:cNvSpPr>
          <p:nvPr/>
        </p:nvSpPr>
        <p:spPr>
          <a:xfrm>
            <a:off x="2689045" y="5204439"/>
            <a:ext cx="104188" cy="104188"/>
          </a:xfrm>
          <a:prstGeom prst="ellipse">
            <a:avLst/>
          </a:prstGeom>
          <a:solidFill>
            <a:srgbClr val="45378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0" name="F4_paired_one_to_one_0p3_8977">
            <a:extLst>
              <a:ext uri="{FF2B5EF4-FFF2-40B4-BE49-F238E27FC236}">
                <a16:creationId xmlns:a16="http://schemas.microsoft.com/office/drawing/2014/main" id="{16C9BF91-409A-49F6-905D-53993590159D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287D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1" name="F4_paired_one_to_one_0p3_8978">
            <a:extLst>
              <a:ext uri="{FF2B5EF4-FFF2-40B4-BE49-F238E27FC236}">
                <a16:creationId xmlns:a16="http://schemas.microsoft.com/office/drawing/2014/main" id="{8EDB30C9-5F14-45BE-A8E2-3D44F4F1A87C}"/>
              </a:ext>
            </a:extLst>
          </p:cNvPr>
          <p:cNvSpPr>
            <a:spLocks noGrp="1"/>
          </p:cNvSpPr>
          <p:nvPr/>
        </p:nvSpPr>
        <p:spPr>
          <a:xfrm>
            <a:off x="5573580" y="4105569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2" name="F4_paired_one_to_one_0p3_8979">
            <a:extLst>
              <a:ext uri="{FF2B5EF4-FFF2-40B4-BE49-F238E27FC236}">
                <a16:creationId xmlns:a16="http://schemas.microsoft.com/office/drawing/2014/main" id="{B347B8FC-4FE0-4DD3-818C-C6CBB92D4731}"/>
              </a:ext>
            </a:extLst>
          </p:cNvPr>
          <p:cNvSpPr>
            <a:spLocks noGrp="1"/>
          </p:cNvSpPr>
          <p:nvPr/>
        </p:nvSpPr>
        <p:spPr>
          <a:xfrm>
            <a:off x="1864893" y="5871610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3" name="F4_paired_one_to_one_0p3_8980">
            <a:extLst>
              <a:ext uri="{FF2B5EF4-FFF2-40B4-BE49-F238E27FC236}">
                <a16:creationId xmlns:a16="http://schemas.microsoft.com/office/drawing/2014/main" id="{8B01226E-F447-41A0-850F-BA6B1FE33E7F}"/>
              </a:ext>
            </a:extLst>
          </p:cNvPr>
          <p:cNvSpPr>
            <a:spLocks noGrp="1"/>
          </p:cNvSpPr>
          <p:nvPr/>
        </p:nvSpPr>
        <p:spPr>
          <a:xfrm>
            <a:off x="4053232" y="4211588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4" name="F4_paired_one_to_one_0p3_8981">
            <a:extLst>
              <a:ext uri="{FF2B5EF4-FFF2-40B4-BE49-F238E27FC236}">
                <a16:creationId xmlns:a16="http://schemas.microsoft.com/office/drawing/2014/main" id="{4A46D046-9FE2-48EF-90D4-B38098053496}"/>
              </a:ext>
            </a:extLst>
          </p:cNvPr>
          <p:cNvSpPr>
            <a:spLocks noGrp="1"/>
          </p:cNvSpPr>
          <p:nvPr/>
        </p:nvSpPr>
        <p:spPr>
          <a:xfrm>
            <a:off x="5161504" y="3281416"/>
            <a:ext cx="104188" cy="104188"/>
          </a:xfrm>
          <a:prstGeom prst="ellipse">
            <a:avLst/>
          </a:prstGeom>
          <a:solidFill>
            <a:srgbClr val="287C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5" name="F4_paired_one_to_one_0p3_8982">
            <a:extLst>
              <a:ext uri="{FF2B5EF4-FFF2-40B4-BE49-F238E27FC236}">
                <a16:creationId xmlns:a16="http://schemas.microsoft.com/office/drawing/2014/main" id="{49B99B08-657F-4B14-A3C6-8145CE781463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6" name="F4_paired_one_to_one_0p3_8983">
            <a:extLst>
              <a:ext uri="{FF2B5EF4-FFF2-40B4-BE49-F238E27FC236}">
                <a16:creationId xmlns:a16="http://schemas.microsoft.com/office/drawing/2014/main" id="{102D7267-B59B-4364-B160-622DCFDC5CD2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7" name="F4_paired_one_to_one_0p3_8984">
            <a:extLst>
              <a:ext uri="{FF2B5EF4-FFF2-40B4-BE49-F238E27FC236}">
                <a16:creationId xmlns:a16="http://schemas.microsoft.com/office/drawing/2014/main" id="{2D29B182-8D69-4DFC-A878-8B1132BE99CB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8" name="F4_paired_one_to_one_0p3_8985">
            <a:extLst>
              <a:ext uri="{FF2B5EF4-FFF2-40B4-BE49-F238E27FC236}">
                <a16:creationId xmlns:a16="http://schemas.microsoft.com/office/drawing/2014/main" id="{C45F7A8D-0C26-421C-AFFD-591F0B7675CE}"/>
              </a:ext>
            </a:extLst>
          </p:cNvPr>
          <p:cNvSpPr>
            <a:spLocks noGrp="1"/>
          </p:cNvSpPr>
          <p:nvPr/>
        </p:nvSpPr>
        <p:spPr>
          <a:xfrm>
            <a:off x="5765879" y="2831611"/>
            <a:ext cx="104188" cy="104188"/>
          </a:xfrm>
          <a:prstGeom prst="ellipse">
            <a:avLst/>
          </a:prstGeom>
          <a:solidFill>
            <a:srgbClr val="28AE80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09" name="F4_paired_one_to_one_0p3_8986">
            <a:extLst>
              <a:ext uri="{FF2B5EF4-FFF2-40B4-BE49-F238E27FC236}">
                <a16:creationId xmlns:a16="http://schemas.microsoft.com/office/drawing/2014/main" id="{80319655-6EEB-4AC7-834E-02953DF81D84}"/>
              </a:ext>
            </a:extLst>
          </p:cNvPr>
          <p:cNvSpPr>
            <a:spLocks noGrp="1"/>
          </p:cNvSpPr>
          <p:nvPr/>
        </p:nvSpPr>
        <p:spPr>
          <a:xfrm>
            <a:off x="6809809" y="3219604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0" name="F4_paired_one_to_one_0p3_8987">
            <a:extLst>
              <a:ext uri="{FF2B5EF4-FFF2-40B4-BE49-F238E27FC236}">
                <a16:creationId xmlns:a16="http://schemas.microsoft.com/office/drawing/2014/main" id="{2D290CD0-9A07-4CBB-8F96-01CE1B56C312}"/>
              </a:ext>
            </a:extLst>
          </p:cNvPr>
          <p:cNvSpPr>
            <a:spLocks noGrp="1"/>
          </p:cNvSpPr>
          <p:nvPr/>
        </p:nvSpPr>
        <p:spPr>
          <a:xfrm>
            <a:off x="4231772" y="4105569"/>
            <a:ext cx="104188" cy="104188"/>
          </a:xfrm>
          <a:prstGeom prst="ellipse">
            <a:avLst/>
          </a:prstGeom>
          <a:solidFill>
            <a:srgbClr val="34B67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1" name="F4_paired_one_to_one_0p3_8988">
            <a:extLst>
              <a:ext uri="{FF2B5EF4-FFF2-40B4-BE49-F238E27FC236}">
                <a16:creationId xmlns:a16="http://schemas.microsoft.com/office/drawing/2014/main" id="{19AA33F5-576E-4F37-9701-94F769E814E3}"/>
              </a:ext>
            </a:extLst>
          </p:cNvPr>
          <p:cNvSpPr>
            <a:spLocks noGrp="1"/>
          </p:cNvSpPr>
          <p:nvPr/>
        </p:nvSpPr>
        <p:spPr>
          <a:xfrm>
            <a:off x="3595614" y="5100356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2" name="F4_paired_one_to_one_0p3_8989">
            <a:extLst>
              <a:ext uri="{FF2B5EF4-FFF2-40B4-BE49-F238E27FC236}">
                <a16:creationId xmlns:a16="http://schemas.microsoft.com/office/drawing/2014/main" id="{FA603A65-1313-4F7A-9113-FEC8EE46DB5C}"/>
              </a:ext>
            </a:extLst>
          </p:cNvPr>
          <p:cNvSpPr>
            <a:spLocks noGrp="1"/>
          </p:cNvSpPr>
          <p:nvPr/>
        </p:nvSpPr>
        <p:spPr>
          <a:xfrm>
            <a:off x="1864893" y="3116585"/>
            <a:ext cx="104188" cy="104188"/>
          </a:xfrm>
          <a:prstGeom prst="ellipse">
            <a:avLst/>
          </a:prstGeom>
          <a:solidFill>
            <a:srgbClr val="3859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3" name="F4_paired_one_to_one_0p3_8990">
            <a:extLst>
              <a:ext uri="{FF2B5EF4-FFF2-40B4-BE49-F238E27FC236}">
                <a16:creationId xmlns:a16="http://schemas.microsoft.com/office/drawing/2014/main" id="{41634815-2223-4AEF-9020-BC2FE120E74C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46327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4" name="F4_paired_one_to_one_0p3_8991">
            <a:extLst>
              <a:ext uri="{FF2B5EF4-FFF2-40B4-BE49-F238E27FC236}">
                <a16:creationId xmlns:a16="http://schemas.microsoft.com/office/drawing/2014/main" id="{9AA3D0EF-3255-4A37-ABF6-999040AC085F}"/>
              </a:ext>
            </a:extLst>
          </p:cNvPr>
          <p:cNvSpPr>
            <a:spLocks noGrp="1"/>
          </p:cNvSpPr>
          <p:nvPr/>
        </p:nvSpPr>
        <p:spPr>
          <a:xfrm>
            <a:off x="3101122" y="2869340"/>
            <a:ext cx="104188" cy="104188"/>
          </a:xfrm>
          <a:prstGeom prst="ellipse">
            <a:avLst/>
          </a:prstGeom>
          <a:solidFill>
            <a:srgbClr val="46085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5" name="F4_paired_one_to_one_0p3_8992">
            <a:extLst>
              <a:ext uri="{FF2B5EF4-FFF2-40B4-BE49-F238E27FC236}">
                <a16:creationId xmlns:a16="http://schemas.microsoft.com/office/drawing/2014/main" id="{D03CDDF8-E6E6-46CF-9EBA-B8E7AFF76402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1F9E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6" name="F4_paired_one_to_one_0p3_8993">
            <a:extLst>
              <a:ext uri="{FF2B5EF4-FFF2-40B4-BE49-F238E27FC236}">
                <a16:creationId xmlns:a16="http://schemas.microsoft.com/office/drawing/2014/main" id="{D6583006-46C6-4B87-AE6A-2B00A890EBFE}"/>
              </a:ext>
            </a:extLst>
          </p:cNvPr>
          <p:cNvSpPr>
            <a:spLocks noGrp="1"/>
          </p:cNvSpPr>
          <p:nvPr/>
        </p:nvSpPr>
        <p:spPr>
          <a:xfrm>
            <a:off x="1864893" y="3125562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7" name="F4_paired_one_to_one_0p3_8994">
            <a:extLst>
              <a:ext uri="{FF2B5EF4-FFF2-40B4-BE49-F238E27FC236}">
                <a16:creationId xmlns:a16="http://schemas.microsoft.com/office/drawing/2014/main" id="{C0F13994-99B2-4202-A713-6926EEB94A57}"/>
              </a:ext>
            </a:extLst>
          </p:cNvPr>
          <p:cNvSpPr>
            <a:spLocks noGrp="1"/>
          </p:cNvSpPr>
          <p:nvPr/>
        </p:nvSpPr>
        <p:spPr>
          <a:xfrm>
            <a:off x="3667727" y="2457263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8" name="F4_paired_one_to_one_0p3_8995">
            <a:extLst>
              <a:ext uri="{FF2B5EF4-FFF2-40B4-BE49-F238E27FC236}">
                <a16:creationId xmlns:a16="http://schemas.microsoft.com/office/drawing/2014/main" id="{A4708552-6CEE-4300-97B3-248C6AC3DCCD}"/>
              </a:ext>
            </a:extLst>
          </p:cNvPr>
          <p:cNvSpPr>
            <a:spLocks noGrp="1"/>
          </p:cNvSpPr>
          <p:nvPr/>
        </p:nvSpPr>
        <p:spPr>
          <a:xfrm>
            <a:off x="1864893" y="3281416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19" name="F4_paired_one_to_one_0p3_8996">
            <a:extLst>
              <a:ext uri="{FF2B5EF4-FFF2-40B4-BE49-F238E27FC236}">
                <a16:creationId xmlns:a16="http://schemas.microsoft.com/office/drawing/2014/main" id="{E3C6AB48-1FBD-48BE-A095-66F95B9423A2}"/>
              </a:ext>
            </a:extLst>
          </p:cNvPr>
          <p:cNvSpPr>
            <a:spLocks noGrp="1"/>
          </p:cNvSpPr>
          <p:nvPr/>
        </p:nvSpPr>
        <p:spPr>
          <a:xfrm>
            <a:off x="1864893" y="4105569"/>
            <a:ext cx="104188" cy="104188"/>
          </a:xfrm>
          <a:prstGeom prst="ellipse">
            <a:avLst/>
          </a:prstGeom>
          <a:solidFill>
            <a:srgbClr val="2E6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0" name="F4_paired_one_to_one_0p3_8997">
            <a:extLst>
              <a:ext uri="{FF2B5EF4-FFF2-40B4-BE49-F238E27FC236}">
                <a16:creationId xmlns:a16="http://schemas.microsoft.com/office/drawing/2014/main" id="{BE6FB6BE-A763-4B18-A17C-FE69F1821054}"/>
              </a:ext>
            </a:extLst>
          </p:cNvPr>
          <p:cNvSpPr>
            <a:spLocks noGrp="1"/>
          </p:cNvSpPr>
          <p:nvPr/>
        </p:nvSpPr>
        <p:spPr>
          <a:xfrm>
            <a:off x="2064818" y="4624254"/>
            <a:ext cx="104188" cy="104188"/>
          </a:xfrm>
          <a:prstGeom prst="ellipse">
            <a:avLst/>
          </a:prstGeom>
          <a:solidFill>
            <a:srgbClr val="3E4989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1" name="F4_paired_one_to_one_0p3_8998">
            <a:extLst>
              <a:ext uri="{FF2B5EF4-FFF2-40B4-BE49-F238E27FC236}">
                <a16:creationId xmlns:a16="http://schemas.microsoft.com/office/drawing/2014/main" id="{8613D652-FABB-45DB-AF39-961038509CEF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1B6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2" name="F4_paired_one_to_one_0p3_8999">
            <a:extLst>
              <a:ext uri="{FF2B5EF4-FFF2-40B4-BE49-F238E27FC236}">
                <a16:creationId xmlns:a16="http://schemas.microsoft.com/office/drawing/2014/main" id="{BD940915-3FAE-4383-9E6F-88846AA96117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858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3" name="F4_paired_one_to_one_0p3_9000">
            <a:extLst>
              <a:ext uri="{FF2B5EF4-FFF2-40B4-BE49-F238E27FC236}">
                <a16:creationId xmlns:a16="http://schemas.microsoft.com/office/drawing/2014/main" id="{C580DBE0-8030-41A3-9660-256D16EFC85C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77E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4" name="F4_paired_one_to_one_0p3_9001">
            <a:extLst>
              <a:ext uri="{FF2B5EF4-FFF2-40B4-BE49-F238E27FC236}">
                <a16:creationId xmlns:a16="http://schemas.microsoft.com/office/drawing/2014/main" id="{C8B984D8-1009-48AA-9225-37FA3DAAF91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306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5" name="F4_paired_one_to_one_0p3_9002">
            <a:extLst>
              <a:ext uri="{FF2B5EF4-FFF2-40B4-BE49-F238E27FC236}">
                <a16:creationId xmlns:a16="http://schemas.microsoft.com/office/drawing/2014/main" id="{F63DC961-15F0-47DA-9EE7-553ACC3ADBBA}"/>
              </a:ext>
            </a:extLst>
          </p:cNvPr>
          <p:cNvSpPr>
            <a:spLocks noGrp="1"/>
          </p:cNvSpPr>
          <p:nvPr/>
        </p:nvSpPr>
        <p:spPr>
          <a:xfrm>
            <a:off x="1864893" y="3824761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6" name="F4_paired_one_to_one_0p3_9003">
            <a:extLst>
              <a:ext uri="{FF2B5EF4-FFF2-40B4-BE49-F238E27FC236}">
                <a16:creationId xmlns:a16="http://schemas.microsoft.com/office/drawing/2014/main" id="{8A07D2A8-0662-4153-8B40-CA40F80BF23E}"/>
              </a:ext>
            </a:extLst>
          </p:cNvPr>
          <p:cNvSpPr>
            <a:spLocks noGrp="1"/>
          </p:cNvSpPr>
          <p:nvPr/>
        </p:nvSpPr>
        <p:spPr>
          <a:xfrm>
            <a:off x="1864893" y="1888205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7" name="F4_paired_one_to_one_0p3_9004">
            <a:extLst>
              <a:ext uri="{FF2B5EF4-FFF2-40B4-BE49-F238E27FC236}">
                <a16:creationId xmlns:a16="http://schemas.microsoft.com/office/drawing/2014/main" id="{EEFBE65F-9562-4959-ADAC-3B74EE803D43}"/>
              </a:ext>
            </a:extLst>
          </p:cNvPr>
          <p:cNvSpPr>
            <a:spLocks noGrp="1"/>
          </p:cNvSpPr>
          <p:nvPr/>
        </p:nvSpPr>
        <p:spPr>
          <a:xfrm>
            <a:off x="3485303" y="5573591"/>
            <a:ext cx="104188" cy="104188"/>
          </a:xfrm>
          <a:prstGeom prst="ellipse">
            <a:avLst/>
          </a:prstGeom>
          <a:solidFill>
            <a:srgbClr val="472E7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8" name="F4_paired_one_to_one_0p3_9005">
            <a:extLst>
              <a:ext uri="{FF2B5EF4-FFF2-40B4-BE49-F238E27FC236}">
                <a16:creationId xmlns:a16="http://schemas.microsoft.com/office/drawing/2014/main" id="{8CCDDCBC-682D-4794-B234-2D16183ED43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29" name="F4_paired_one_to_one_0p3_9006">
            <a:extLst>
              <a:ext uri="{FF2B5EF4-FFF2-40B4-BE49-F238E27FC236}">
                <a16:creationId xmlns:a16="http://schemas.microsoft.com/office/drawing/2014/main" id="{8E42D482-FE78-4A00-B7F5-B6760803FB83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0" name="F4_paired_one_to_one_0p3_9007">
            <a:extLst>
              <a:ext uri="{FF2B5EF4-FFF2-40B4-BE49-F238E27FC236}">
                <a16:creationId xmlns:a16="http://schemas.microsoft.com/office/drawing/2014/main" id="{B381D43B-284B-44B2-957B-3F9D9143FCCC}"/>
              </a:ext>
            </a:extLst>
          </p:cNvPr>
          <p:cNvSpPr>
            <a:spLocks noGrp="1"/>
          </p:cNvSpPr>
          <p:nvPr/>
        </p:nvSpPr>
        <p:spPr>
          <a:xfrm>
            <a:off x="1864893" y="4339079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1" name="F4_paired_one_to_one_0p3_9008">
            <a:extLst>
              <a:ext uri="{FF2B5EF4-FFF2-40B4-BE49-F238E27FC236}">
                <a16:creationId xmlns:a16="http://schemas.microsoft.com/office/drawing/2014/main" id="{C1BCA116-1286-41F3-AA7B-482FA5EE0C5D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2" name="F4_paired_one_to_one_0p3_9009">
            <a:extLst>
              <a:ext uri="{FF2B5EF4-FFF2-40B4-BE49-F238E27FC236}">
                <a16:creationId xmlns:a16="http://schemas.microsoft.com/office/drawing/2014/main" id="{23CD19FF-611B-4C4C-8DA1-E5B0CD51DA46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3" name="F4_paired_one_to_one_0p3_9010">
            <a:extLst>
              <a:ext uri="{FF2B5EF4-FFF2-40B4-BE49-F238E27FC236}">
                <a16:creationId xmlns:a16="http://schemas.microsoft.com/office/drawing/2014/main" id="{8BF2A41C-C880-4F63-AB3C-8609A3D2C7BD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2C7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4" name="F4_paired_one_to_one_0p3_9011">
            <a:extLst>
              <a:ext uri="{FF2B5EF4-FFF2-40B4-BE49-F238E27FC236}">
                <a16:creationId xmlns:a16="http://schemas.microsoft.com/office/drawing/2014/main" id="{6C63A458-4911-442A-9CF2-1DE81653D995}"/>
              </a:ext>
            </a:extLst>
          </p:cNvPr>
          <p:cNvSpPr>
            <a:spLocks noGrp="1"/>
          </p:cNvSpPr>
          <p:nvPr/>
        </p:nvSpPr>
        <p:spPr>
          <a:xfrm>
            <a:off x="1864893" y="6548593"/>
            <a:ext cx="104188" cy="104188"/>
          </a:xfrm>
          <a:prstGeom prst="ellipse">
            <a:avLst/>
          </a:prstGeom>
          <a:solidFill>
            <a:srgbClr val="365D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5" name="F4_paired_one_to_one_0p3_9012">
            <a:extLst>
              <a:ext uri="{FF2B5EF4-FFF2-40B4-BE49-F238E27FC236}">
                <a16:creationId xmlns:a16="http://schemas.microsoft.com/office/drawing/2014/main" id="{584976DF-B260-4AE1-9BD2-8B1BA6929BD8}"/>
              </a:ext>
            </a:extLst>
          </p:cNvPr>
          <p:cNvSpPr>
            <a:spLocks noGrp="1"/>
          </p:cNvSpPr>
          <p:nvPr/>
        </p:nvSpPr>
        <p:spPr>
          <a:xfrm>
            <a:off x="4337351" y="5753874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6" name="F4_paired_one_to_one_0p3_9013">
            <a:extLst>
              <a:ext uri="{FF2B5EF4-FFF2-40B4-BE49-F238E27FC236}">
                <a16:creationId xmlns:a16="http://schemas.microsoft.com/office/drawing/2014/main" id="{E41C0E50-7D7D-4354-87EC-304243CAAAAC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682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7" name="F4_paired_one_to_one_0p3_9014">
            <a:extLst>
              <a:ext uri="{FF2B5EF4-FFF2-40B4-BE49-F238E27FC236}">
                <a16:creationId xmlns:a16="http://schemas.microsoft.com/office/drawing/2014/main" id="{DEB5599D-95EE-4BAA-ABF1-508C0A999341}"/>
              </a:ext>
            </a:extLst>
          </p:cNvPr>
          <p:cNvSpPr>
            <a:spLocks noGrp="1"/>
          </p:cNvSpPr>
          <p:nvPr/>
        </p:nvSpPr>
        <p:spPr>
          <a:xfrm>
            <a:off x="4278483" y="4105569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8" name="F4_paired_one_to_one_0p3_9015">
            <a:extLst>
              <a:ext uri="{FF2B5EF4-FFF2-40B4-BE49-F238E27FC236}">
                <a16:creationId xmlns:a16="http://schemas.microsoft.com/office/drawing/2014/main" id="{1F178579-0039-4395-B3DA-A96E7AA29E27}"/>
              </a:ext>
            </a:extLst>
          </p:cNvPr>
          <p:cNvSpPr>
            <a:spLocks noGrp="1"/>
          </p:cNvSpPr>
          <p:nvPr/>
        </p:nvSpPr>
        <p:spPr>
          <a:xfrm>
            <a:off x="5573580" y="4523577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39" name="F4_paired_one_to_one_0p3_9016">
            <a:extLst>
              <a:ext uri="{FF2B5EF4-FFF2-40B4-BE49-F238E27FC236}">
                <a16:creationId xmlns:a16="http://schemas.microsoft.com/office/drawing/2014/main" id="{B21B62B9-33C4-4827-906E-E41202416674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0" name="F4_paired_one_to_one_0p3_9017">
            <a:extLst>
              <a:ext uri="{FF2B5EF4-FFF2-40B4-BE49-F238E27FC236}">
                <a16:creationId xmlns:a16="http://schemas.microsoft.com/office/drawing/2014/main" id="{3E464CF5-DD0B-4118-882F-6C9E7C3F888B}"/>
              </a:ext>
            </a:extLst>
          </p:cNvPr>
          <p:cNvSpPr>
            <a:spLocks noGrp="1"/>
          </p:cNvSpPr>
          <p:nvPr/>
        </p:nvSpPr>
        <p:spPr>
          <a:xfrm>
            <a:off x="4337351" y="4339079"/>
            <a:ext cx="104188" cy="104188"/>
          </a:xfrm>
          <a:prstGeom prst="ellipse">
            <a:avLst/>
          </a:prstGeom>
          <a:solidFill>
            <a:srgbClr val="3D4D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1" name="F4_paired_one_to_one_0p3_9018">
            <a:extLst>
              <a:ext uri="{FF2B5EF4-FFF2-40B4-BE49-F238E27FC236}">
                <a16:creationId xmlns:a16="http://schemas.microsoft.com/office/drawing/2014/main" id="{73353A81-0A39-44D9-9D44-C0423BC8671E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55F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2" name="F4_paired_one_to_one_0p3_9019">
            <a:extLst>
              <a:ext uri="{FF2B5EF4-FFF2-40B4-BE49-F238E27FC236}">
                <a16:creationId xmlns:a16="http://schemas.microsoft.com/office/drawing/2014/main" id="{03E332DA-9BB8-4B10-9048-277335C25B54}"/>
              </a:ext>
            </a:extLst>
          </p:cNvPr>
          <p:cNvSpPr>
            <a:spLocks noGrp="1"/>
          </p:cNvSpPr>
          <p:nvPr/>
        </p:nvSpPr>
        <p:spPr>
          <a:xfrm>
            <a:off x="1942157" y="6578027"/>
            <a:ext cx="104188" cy="104188"/>
          </a:xfrm>
          <a:prstGeom prst="ellipse">
            <a:avLst/>
          </a:prstGeom>
          <a:solidFill>
            <a:srgbClr val="5EC96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3" name="F4_paired_one_to_one_0p3_9020">
            <a:extLst>
              <a:ext uri="{FF2B5EF4-FFF2-40B4-BE49-F238E27FC236}">
                <a16:creationId xmlns:a16="http://schemas.microsoft.com/office/drawing/2014/main" id="{444020A9-5E4E-4E2A-829A-2D43E23D49E3}"/>
              </a:ext>
            </a:extLst>
          </p:cNvPr>
          <p:cNvSpPr>
            <a:spLocks noGrp="1"/>
          </p:cNvSpPr>
          <p:nvPr/>
        </p:nvSpPr>
        <p:spPr>
          <a:xfrm>
            <a:off x="1864893" y="4517645"/>
            <a:ext cx="104188" cy="104188"/>
          </a:xfrm>
          <a:prstGeom prst="ellipse">
            <a:avLst/>
          </a:prstGeom>
          <a:solidFill>
            <a:srgbClr val="25AC82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4" name="F4_paired_one_to_one_0p3_9021">
            <a:extLst>
              <a:ext uri="{FF2B5EF4-FFF2-40B4-BE49-F238E27FC236}">
                <a16:creationId xmlns:a16="http://schemas.microsoft.com/office/drawing/2014/main" id="{608FEC02-D105-475D-B753-3320388E5ECA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362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5" name="F4_paired_one_to_one_0p3_9022">
            <a:extLst>
              <a:ext uri="{FF2B5EF4-FFF2-40B4-BE49-F238E27FC236}">
                <a16:creationId xmlns:a16="http://schemas.microsoft.com/office/drawing/2014/main" id="{097A1E7F-6A67-4A92-A52E-461788C361DB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43983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6" name="F4_paired_one_to_one_0p3_9023">
            <a:extLst>
              <a:ext uri="{FF2B5EF4-FFF2-40B4-BE49-F238E27FC236}">
                <a16:creationId xmlns:a16="http://schemas.microsoft.com/office/drawing/2014/main" id="{679E7F33-2273-429C-A368-878EDF5638D6}"/>
              </a:ext>
            </a:extLst>
          </p:cNvPr>
          <p:cNvSpPr>
            <a:spLocks noGrp="1"/>
          </p:cNvSpPr>
          <p:nvPr/>
        </p:nvSpPr>
        <p:spPr>
          <a:xfrm>
            <a:off x="1864893" y="5018896"/>
            <a:ext cx="104188" cy="104188"/>
          </a:xfrm>
          <a:prstGeom prst="ellipse">
            <a:avLst/>
          </a:prstGeom>
          <a:solidFill>
            <a:srgbClr val="2F6B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7" name="F4_paired_one_to_one_0p3_9024">
            <a:extLst>
              <a:ext uri="{FF2B5EF4-FFF2-40B4-BE49-F238E27FC236}">
                <a16:creationId xmlns:a16="http://schemas.microsoft.com/office/drawing/2014/main" id="{68BE0E7F-D60D-4FB3-A30F-48874292CF35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470E61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8" name="F4_paired_one_to_one_0p3_9025">
            <a:extLst>
              <a:ext uri="{FF2B5EF4-FFF2-40B4-BE49-F238E27FC236}">
                <a16:creationId xmlns:a16="http://schemas.microsoft.com/office/drawing/2014/main" id="{DF078732-71A2-4EE7-955C-9FF637ACA076}"/>
              </a:ext>
            </a:extLst>
          </p:cNvPr>
          <p:cNvSpPr>
            <a:spLocks noGrp="1"/>
          </p:cNvSpPr>
          <p:nvPr/>
        </p:nvSpPr>
        <p:spPr>
          <a:xfrm>
            <a:off x="2919220" y="5040233"/>
            <a:ext cx="104188" cy="104188"/>
          </a:xfrm>
          <a:prstGeom prst="ellipse">
            <a:avLst/>
          </a:prstGeom>
          <a:solidFill>
            <a:srgbClr val="219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49" name="F4_paired_one_to_one_0p3_9026">
            <a:extLst>
              <a:ext uri="{FF2B5EF4-FFF2-40B4-BE49-F238E27FC236}">
                <a16:creationId xmlns:a16="http://schemas.microsoft.com/office/drawing/2014/main" id="{47726CB2-2617-44E8-9E7C-875A7C5E1A32}"/>
              </a:ext>
            </a:extLst>
          </p:cNvPr>
          <p:cNvSpPr>
            <a:spLocks noGrp="1"/>
          </p:cNvSpPr>
          <p:nvPr/>
        </p:nvSpPr>
        <p:spPr>
          <a:xfrm>
            <a:off x="1864893" y="6231883"/>
            <a:ext cx="104188" cy="104188"/>
          </a:xfrm>
          <a:prstGeom prst="ellipse">
            <a:avLst/>
          </a:prstGeom>
          <a:solidFill>
            <a:srgbClr val="3069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0" name="F4_paired_one_to_one_0p3_9027">
            <a:extLst>
              <a:ext uri="{FF2B5EF4-FFF2-40B4-BE49-F238E27FC236}">
                <a16:creationId xmlns:a16="http://schemas.microsoft.com/office/drawing/2014/main" id="{38179773-81FA-4E55-8A5A-01C95F0A8900}"/>
              </a:ext>
            </a:extLst>
          </p:cNvPr>
          <p:cNvSpPr>
            <a:spLocks noGrp="1"/>
          </p:cNvSpPr>
          <p:nvPr/>
        </p:nvSpPr>
        <p:spPr>
          <a:xfrm>
            <a:off x="4670428" y="3306319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1" name="F4_paired_one_to_one_0p3_9028">
            <a:extLst>
              <a:ext uri="{FF2B5EF4-FFF2-40B4-BE49-F238E27FC236}">
                <a16:creationId xmlns:a16="http://schemas.microsoft.com/office/drawing/2014/main" id="{65A1E1F5-8559-4FEA-92CC-52BBECA59D7A}"/>
              </a:ext>
            </a:extLst>
          </p:cNvPr>
          <p:cNvSpPr>
            <a:spLocks noGrp="1"/>
          </p:cNvSpPr>
          <p:nvPr/>
        </p:nvSpPr>
        <p:spPr>
          <a:xfrm>
            <a:off x="2029723" y="6578027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2" name="F4_paired_one_to_one_0p3_9029">
            <a:extLst>
              <a:ext uri="{FF2B5EF4-FFF2-40B4-BE49-F238E27FC236}">
                <a16:creationId xmlns:a16="http://schemas.microsoft.com/office/drawing/2014/main" id="{18E1F532-9880-4F03-8B75-530B9B42A363}"/>
              </a:ext>
            </a:extLst>
          </p:cNvPr>
          <p:cNvSpPr>
            <a:spLocks noGrp="1"/>
          </p:cNvSpPr>
          <p:nvPr/>
        </p:nvSpPr>
        <p:spPr>
          <a:xfrm>
            <a:off x="4320969" y="1633110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3" name="F4_paired_one_to_one_0p3_9030">
            <a:extLst>
              <a:ext uri="{FF2B5EF4-FFF2-40B4-BE49-F238E27FC236}">
                <a16:creationId xmlns:a16="http://schemas.microsoft.com/office/drawing/2014/main" id="{B8647F6A-95CC-4260-94C4-450487E55B20}"/>
              </a:ext>
            </a:extLst>
          </p:cNvPr>
          <p:cNvSpPr>
            <a:spLocks noGrp="1"/>
          </p:cNvSpPr>
          <p:nvPr/>
        </p:nvSpPr>
        <p:spPr>
          <a:xfrm>
            <a:off x="2985068" y="1633110"/>
            <a:ext cx="104188" cy="104188"/>
          </a:xfrm>
          <a:prstGeom prst="ellipse">
            <a:avLst/>
          </a:prstGeom>
          <a:solidFill>
            <a:srgbClr val="1F9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4" name="F4_paired_one_to_one_0p3_9031">
            <a:extLst>
              <a:ext uri="{FF2B5EF4-FFF2-40B4-BE49-F238E27FC236}">
                <a16:creationId xmlns:a16="http://schemas.microsoft.com/office/drawing/2014/main" id="{982465B1-950A-454A-8849-ADA26A31D6C2}"/>
              </a:ext>
            </a:extLst>
          </p:cNvPr>
          <p:cNvSpPr>
            <a:spLocks noGrp="1"/>
          </p:cNvSpPr>
          <p:nvPr/>
        </p:nvSpPr>
        <p:spPr>
          <a:xfrm>
            <a:off x="3513198" y="3281416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5" name="F4_paired_one_to_one_0p3_9032">
            <a:extLst>
              <a:ext uri="{FF2B5EF4-FFF2-40B4-BE49-F238E27FC236}">
                <a16:creationId xmlns:a16="http://schemas.microsoft.com/office/drawing/2014/main" id="{CD7BEB5D-4CC2-43DD-82C2-1B88EA5DA24C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3C4F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6" name="F4_paired_one_to_one_0p3_9033">
            <a:extLst>
              <a:ext uri="{FF2B5EF4-FFF2-40B4-BE49-F238E27FC236}">
                <a16:creationId xmlns:a16="http://schemas.microsoft.com/office/drawing/2014/main" id="{4B4BED6C-176E-4E39-8542-98669ECE1F21}"/>
              </a:ext>
            </a:extLst>
          </p:cNvPr>
          <p:cNvSpPr>
            <a:spLocks noGrp="1"/>
          </p:cNvSpPr>
          <p:nvPr/>
        </p:nvSpPr>
        <p:spPr>
          <a:xfrm>
            <a:off x="1864893" y="5341798"/>
            <a:ext cx="104188" cy="104188"/>
          </a:xfrm>
          <a:prstGeom prst="ellipse">
            <a:avLst/>
          </a:prstGeom>
          <a:solidFill>
            <a:srgbClr val="326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7" name="F4_paired_one_to_one_0p3_9034">
            <a:extLst>
              <a:ext uri="{FF2B5EF4-FFF2-40B4-BE49-F238E27FC236}">
                <a16:creationId xmlns:a16="http://schemas.microsoft.com/office/drawing/2014/main" id="{2DA8FED0-6CFF-4B3A-8E54-9468E48242F7}"/>
              </a:ext>
            </a:extLst>
          </p:cNvPr>
          <p:cNvSpPr>
            <a:spLocks noGrp="1"/>
          </p:cNvSpPr>
          <p:nvPr/>
        </p:nvSpPr>
        <p:spPr>
          <a:xfrm>
            <a:off x="3992839" y="3138661"/>
            <a:ext cx="104188" cy="104188"/>
          </a:xfrm>
          <a:prstGeom prst="ellipse">
            <a:avLst/>
          </a:prstGeom>
          <a:solidFill>
            <a:srgbClr val="2D7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8" name="F4_paired_one_to_one_0p3_9035">
            <a:extLst>
              <a:ext uri="{FF2B5EF4-FFF2-40B4-BE49-F238E27FC236}">
                <a16:creationId xmlns:a16="http://schemas.microsoft.com/office/drawing/2014/main" id="{005D3F26-5CE2-484C-AB85-F96577BA0683}"/>
              </a:ext>
            </a:extLst>
          </p:cNvPr>
          <p:cNvSpPr>
            <a:spLocks noGrp="1"/>
          </p:cNvSpPr>
          <p:nvPr/>
        </p:nvSpPr>
        <p:spPr>
          <a:xfrm>
            <a:off x="1864893" y="5534100"/>
            <a:ext cx="104188" cy="104188"/>
          </a:xfrm>
          <a:prstGeom prst="ellipse">
            <a:avLst/>
          </a:prstGeom>
          <a:solidFill>
            <a:srgbClr val="238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59" name="F4_paired_one_to_one_0p3_9036">
            <a:extLst>
              <a:ext uri="{FF2B5EF4-FFF2-40B4-BE49-F238E27FC236}">
                <a16:creationId xmlns:a16="http://schemas.microsoft.com/office/drawing/2014/main" id="{02241E03-8D5C-422E-8F58-70D56E5600CB}"/>
              </a:ext>
            </a:extLst>
          </p:cNvPr>
          <p:cNvSpPr>
            <a:spLocks noGrp="1"/>
          </p:cNvSpPr>
          <p:nvPr/>
        </p:nvSpPr>
        <p:spPr>
          <a:xfrm>
            <a:off x="1864893" y="3229906"/>
            <a:ext cx="104188" cy="104188"/>
          </a:xfrm>
          <a:prstGeom prst="ellipse">
            <a:avLst/>
          </a:prstGeom>
          <a:solidFill>
            <a:srgbClr val="297A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0" name="F4_paired_one_to_one_0p3_9037">
            <a:extLst>
              <a:ext uri="{FF2B5EF4-FFF2-40B4-BE49-F238E27FC236}">
                <a16:creationId xmlns:a16="http://schemas.microsoft.com/office/drawing/2014/main" id="{1638E76E-E7C6-409C-973B-F31E1EC6063E}"/>
              </a:ext>
            </a:extLst>
          </p:cNvPr>
          <p:cNvSpPr>
            <a:spLocks noGrp="1"/>
          </p:cNvSpPr>
          <p:nvPr/>
        </p:nvSpPr>
        <p:spPr>
          <a:xfrm>
            <a:off x="6809809" y="4517645"/>
            <a:ext cx="104188" cy="104188"/>
          </a:xfrm>
          <a:prstGeom prst="ellipse">
            <a:avLst/>
          </a:prstGeom>
          <a:solidFill>
            <a:srgbClr val="375A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1" name="F4_paired_one_to_one_0p3_9038">
            <a:extLst>
              <a:ext uri="{FF2B5EF4-FFF2-40B4-BE49-F238E27FC236}">
                <a16:creationId xmlns:a16="http://schemas.microsoft.com/office/drawing/2014/main" id="{3B009B70-DA4A-4444-A3B3-C78EE4694C4A}"/>
              </a:ext>
            </a:extLst>
          </p:cNvPr>
          <p:cNvSpPr>
            <a:spLocks noGrp="1"/>
          </p:cNvSpPr>
          <p:nvPr/>
        </p:nvSpPr>
        <p:spPr>
          <a:xfrm>
            <a:off x="2483007" y="4105569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2" name="F4_paired_one_to_one_0p3_9039">
            <a:extLst>
              <a:ext uri="{FF2B5EF4-FFF2-40B4-BE49-F238E27FC236}">
                <a16:creationId xmlns:a16="http://schemas.microsoft.com/office/drawing/2014/main" id="{7DA15BFC-B62E-44CE-8387-CB2757049B79}"/>
              </a:ext>
            </a:extLst>
          </p:cNvPr>
          <p:cNvSpPr>
            <a:spLocks noGrp="1"/>
          </p:cNvSpPr>
          <p:nvPr/>
        </p:nvSpPr>
        <p:spPr>
          <a:xfrm>
            <a:off x="1864893" y="5094552"/>
            <a:ext cx="104188" cy="104188"/>
          </a:xfrm>
          <a:prstGeom prst="ellipse">
            <a:avLst/>
          </a:prstGeom>
          <a:solidFill>
            <a:srgbClr val="433E8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3" name="F4_paired_one_to_one_0p3_9040">
            <a:extLst>
              <a:ext uri="{FF2B5EF4-FFF2-40B4-BE49-F238E27FC236}">
                <a16:creationId xmlns:a16="http://schemas.microsoft.com/office/drawing/2014/main" id="{218D974B-2CAD-4F3C-B56B-C428C2EDE1B8}"/>
              </a:ext>
            </a:extLst>
          </p:cNvPr>
          <p:cNvSpPr>
            <a:spLocks noGrp="1"/>
          </p:cNvSpPr>
          <p:nvPr/>
        </p:nvSpPr>
        <p:spPr>
          <a:xfrm>
            <a:off x="4983994" y="3611077"/>
            <a:ext cx="104188" cy="104188"/>
          </a:xfrm>
          <a:prstGeom prst="ellipse">
            <a:avLst/>
          </a:prstGeom>
          <a:solidFill>
            <a:srgbClr val="34608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4" name="F4_paired_one_to_one_0p3_9041">
            <a:extLst>
              <a:ext uri="{FF2B5EF4-FFF2-40B4-BE49-F238E27FC236}">
                <a16:creationId xmlns:a16="http://schemas.microsoft.com/office/drawing/2014/main" id="{D1E52D87-5C1C-484C-AF87-733BE3B365E9}"/>
              </a:ext>
            </a:extLst>
          </p:cNvPr>
          <p:cNvSpPr>
            <a:spLocks noGrp="1"/>
          </p:cNvSpPr>
          <p:nvPr/>
        </p:nvSpPr>
        <p:spPr>
          <a:xfrm>
            <a:off x="5985657" y="1633110"/>
            <a:ext cx="104188" cy="104188"/>
          </a:xfrm>
          <a:prstGeom prst="ellipse">
            <a:avLst/>
          </a:prstGeom>
          <a:solidFill>
            <a:srgbClr val="1F968B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5" name="F4_paired_one_to_one_0p3_9042">
            <a:extLst>
              <a:ext uri="{FF2B5EF4-FFF2-40B4-BE49-F238E27FC236}">
                <a16:creationId xmlns:a16="http://schemas.microsoft.com/office/drawing/2014/main" id="{330FFFEC-AC9F-43C1-97B3-8936DDB4235A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6" name="F4_paired_one_to_one_0p3_9043">
            <a:extLst>
              <a:ext uri="{FF2B5EF4-FFF2-40B4-BE49-F238E27FC236}">
                <a16:creationId xmlns:a16="http://schemas.microsoft.com/office/drawing/2014/main" id="{9601F649-7CBB-420F-B741-6E3B7E24DAE1}"/>
              </a:ext>
            </a:extLst>
          </p:cNvPr>
          <p:cNvSpPr>
            <a:spLocks noGrp="1"/>
          </p:cNvSpPr>
          <p:nvPr/>
        </p:nvSpPr>
        <p:spPr>
          <a:xfrm>
            <a:off x="1864893" y="3830851"/>
            <a:ext cx="104188" cy="104188"/>
          </a:xfrm>
          <a:prstGeom prst="ellipse">
            <a:avLst/>
          </a:prstGeom>
          <a:solidFill>
            <a:srgbClr val="277F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7" name="F4_paired_one_to_one_0p3_9044">
            <a:extLst>
              <a:ext uri="{FF2B5EF4-FFF2-40B4-BE49-F238E27FC236}">
                <a16:creationId xmlns:a16="http://schemas.microsoft.com/office/drawing/2014/main" id="{BE9FB9B5-6191-42E6-A349-94EBE2A4A361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045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8" name="F4_paired_one_to_one_0p3_9045">
            <a:extLst>
              <a:ext uri="{FF2B5EF4-FFF2-40B4-BE49-F238E27FC236}">
                <a16:creationId xmlns:a16="http://schemas.microsoft.com/office/drawing/2014/main" id="{949CA7B6-08B7-418E-BC1D-7308D4542E53}"/>
              </a:ext>
            </a:extLst>
          </p:cNvPr>
          <p:cNvSpPr>
            <a:spLocks noGrp="1"/>
          </p:cNvSpPr>
          <p:nvPr/>
        </p:nvSpPr>
        <p:spPr>
          <a:xfrm>
            <a:off x="1864893" y="2457263"/>
            <a:ext cx="104188" cy="104188"/>
          </a:xfrm>
          <a:prstGeom prst="ellipse">
            <a:avLst/>
          </a:prstGeom>
          <a:solidFill>
            <a:srgbClr val="258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69" name="F4_paired_one_to_one_0p3_9046">
            <a:extLst>
              <a:ext uri="{FF2B5EF4-FFF2-40B4-BE49-F238E27FC236}">
                <a16:creationId xmlns:a16="http://schemas.microsoft.com/office/drawing/2014/main" id="{11638FC9-933D-4AF6-AA8D-6522EA06574B}"/>
              </a:ext>
            </a:extLst>
          </p:cNvPr>
          <p:cNvSpPr>
            <a:spLocks noGrp="1"/>
          </p:cNvSpPr>
          <p:nvPr/>
        </p:nvSpPr>
        <p:spPr>
          <a:xfrm>
            <a:off x="3933684" y="5319092"/>
            <a:ext cx="104188" cy="104188"/>
          </a:xfrm>
          <a:prstGeom prst="ellipse">
            <a:avLst/>
          </a:prstGeom>
          <a:solidFill>
            <a:srgbClr val="1FA18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0" name="F4_paired_one_to_one_0p3_9047">
            <a:extLst>
              <a:ext uri="{FF2B5EF4-FFF2-40B4-BE49-F238E27FC236}">
                <a16:creationId xmlns:a16="http://schemas.microsoft.com/office/drawing/2014/main" id="{9B703CF4-EE15-4D17-B966-33AFD1010CFD}"/>
              </a:ext>
            </a:extLst>
          </p:cNvPr>
          <p:cNvSpPr>
            <a:spLocks noGrp="1"/>
          </p:cNvSpPr>
          <p:nvPr/>
        </p:nvSpPr>
        <p:spPr>
          <a:xfrm>
            <a:off x="1864893" y="4462854"/>
            <a:ext cx="104188" cy="104188"/>
          </a:xfrm>
          <a:prstGeom prst="ellipse">
            <a:avLst/>
          </a:prstGeom>
          <a:solidFill>
            <a:srgbClr val="1F9A8A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1" name="F4_paired_one_to_one_0p3_9048">
            <a:extLst>
              <a:ext uri="{FF2B5EF4-FFF2-40B4-BE49-F238E27FC236}">
                <a16:creationId xmlns:a16="http://schemas.microsoft.com/office/drawing/2014/main" id="{F270F96C-35CF-4CCC-A0A8-1F74513092F2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2B74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2" name="F4_paired_one_to_one_0p3_9049">
            <a:extLst>
              <a:ext uri="{FF2B5EF4-FFF2-40B4-BE49-F238E27FC236}">
                <a16:creationId xmlns:a16="http://schemas.microsoft.com/office/drawing/2014/main" id="{3AF03890-C922-4F85-9A47-08544042E7EE}"/>
              </a:ext>
            </a:extLst>
          </p:cNvPr>
          <p:cNvSpPr>
            <a:spLocks noGrp="1"/>
          </p:cNvSpPr>
          <p:nvPr/>
        </p:nvSpPr>
        <p:spPr>
          <a:xfrm>
            <a:off x="2235964" y="4298770"/>
            <a:ext cx="104188" cy="104188"/>
          </a:xfrm>
          <a:prstGeom prst="ellipse">
            <a:avLst/>
          </a:prstGeom>
          <a:solidFill>
            <a:srgbClr val="414487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3" name="F4_paired_one_to_one_0p3_9050">
            <a:extLst>
              <a:ext uri="{FF2B5EF4-FFF2-40B4-BE49-F238E27FC236}">
                <a16:creationId xmlns:a16="http://schemas.microsoft.com/office/drawing/2014/main" id="{B0E95BAE-2732-40F4-BB15-27C35289D20E}"/>
              </a:ext>
            </a:extLst>
          </p:cNvPr>
          <p:cNvSpPr>
            <a:spLocks noGrp="1"/>
          </p:cNvSpPr>
          <p:nvPr/>
        </p:nvSpPr>
        <p:spPr>
          <a:xfrm>
            <a:off x="3937048" y="4600060"/>
            <a:ext cx="104188" cy="104188"/>
          </a:xfrm>
          <a:prstGeom prst="ellipse">
            <a:avLst/>
          </a:prstGeom>
          <a:solidFill>
            <a:srgbClr val="482475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4" name="F4_paired_one_to_one_0p3_9051">
            <a:extLst>
              <a:ext uri="{FF2B5EF4-FFF2-40B4-BE49-F238E27FC236}">
                <a16:creationId xmlns:a16="http://schemas.microsoft.com/office/drawing/2014/main" id="{88F9BF19-F9C7-4682-89F1-B906ED6D0770}"/>
              </a:ext>
            </a:extLst>
          </p:cNvPr>
          <p:cNvSpPr>
            <a:spLocks noGrp="1"/>
          </p:cNvSpPr>
          <p:nvPr/>
        </p:nvSpPr>
        <p:spPr>
          <a:xfrm>
            <a:off x="6809809" y="1633110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5" name="F4_paired_one_to_one_0p3_9052">
            <a:extLst>
              <a:ext uri="{FF2B5EF4-FFF2-40B4-BE49-F238E27FC236}">
                <a16:creationId xmlns:a16="http://schemas.microsoft.com/office/drawing/2014/main" id="{13756776-8CB6-4C4A-B098-3F68042456C8}"/>
              </a:ext>
            </a:extLst>
          </p:cNvPr>
          <p:cNvSpPr>
            <a:spLocks noGrp="1"/>
          </p:cNvSpPr>
          <p:nvPr/>
        </p:nvSpPr>
        <p:spPr>
          <a:xfrm>
            <a:off x="1976331" y="5524192"/>
            <a:ext cx="104188" cy="104188"/>
          </a:xfrm>
          <a:prstGeom prst="ellipse">
            <a:avLst/>
          </a:prstGeom>
          <a:solidFill>
            <a:srgbClr val="2A7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6" name="F4_paired_one_to_one_0p3_9053">
            <a:extLst>
              <a:ext uri="{FF2B5EF4-FFF2-40B4-BE49-F238E27FC236}">
                <a16:creationId xmlns:a16="http://schemas.microsoft.com/office/drawing/2014/main" id="{2E0203BF-31F9-4002-AA45-CBF4E50DFBCC}"/>
              </a:ext>
            </a:extLst>
          </p:cNvPr>
          <p:cNvSpPr>
            <a:spLocks noGrp="1"/>
          </p:cNvSpPr>
          <p:nvPr/>
        </p:nvSpPr>
        <p:spPr>
          <a:xfrm>
            <a:off x="1877770" y="6165951"/>
            <a:ext cx="104188" cy="104188"/>
          </a:xfrm>
          <a:prstGeom prst="ellipse">
            <a:avLst/>
          </a:prstGeom>
          <a:solidFill>
            <a:srgbClr val="472F7D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7" name="F4_paired_one_to_one_0p3_9054">
            <a:extLst>
              <a:ext uri="{FF2B5EF4-FFF2-40B4-BE49-F238E27FC236}">
                <a16:creationId xmlns:a16="http://schemas.microsoft.com/office/drawing/2014/main" id="{990C5C90-D0E2-4846-9BBA-907D2493A372}"/>
              </a:ext>
            </a:extLst>
          </p:cNvPr>
          <p:cNvSpPr>
            <a:spLocks noGrp="1"/>
          </p:cNvSpPr>
          <p:nvPr/>
        </p:nvSpPr>
        <p:spPr>
          <a:xfrm>
            <a:off x="1864893" y="1633110"/>
            <a:ext cx="104188" cy="104188"/>
          </a:xfrm>
          <a:prstGeom prst="ellipse">
            <a:avLst/>
          </a:prstGeom>
          <a:solidFill>
            <a:srgbClr val="482878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8" name="F4_paired_one_to_one_0p3_9055">
            <a:extLst>
              <a:ext uri="{FF2B5EF4-FFF2-40B4-BE49-F238E27FC236}">
                <a16:creationId xmlns:a16="http://schemas.microsoft.com/office/drawing/2014/main" id="{87D23585-55F5-4C08-8E8B-DF63CFEE9456}"/>
              </a:ext>
            </a:extLst>
          </p:cNvPr>
          <p:cNvSpPr>
            <a:spLocks noGrp="1"/>
          </p:cNvSpPr>
          <p:nvPr/>
        </p:nvSpPr>
        <p:spPr>
          <a:xfrm>
            <a:off x="4337351" y="4105569"/>
            <a:ext cx="104188" cy="104188"/>
          </a:xfrm>
          <a:prstGeom prst="ellipse">
            <a:avLst/>
          </a:prstGeom>
          <a:solidFill>
            <a:srgbClr val="3956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79" name="F4_paired_one_to_one_0p3_9056">
            <a:extLst>
              <a:ext uri="{FF2B5EF4-FFF2-40B4-BE49-F238E27FC236}">
                <a16:creationId xmlns:a16="http://schemas.microsoft.com/office/drawing/2014/main" id="{A6A70E33-4992-4F45-B6C4-9C9FFD1183F3}"/>
              </a:ext>
            </a:extLst>
          </p:cNvPr>
          <p:cNvSpPr>
            <a:spLocks noGrp="1"/>
          </p:cNvSpPr>
          <p:nvPr/>
        </p:nvSpPr>
        <p:spPr>
          <a:xfrm>
            <a:off x="6809809" y="6578027"/>
            <a:ext cx="104188" cy="104188"/>
          </a:xfrm>
          <a:prstGeom prst="ellipse">
            <a:avLst/>
          </a:prstGeom>
          <a:solidFill>
            <a:srgbClr val="3168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0" name="F4_paired_one_to_one_0p3_9057">
            <a:extLst>
              <a:ext uri="{FF2B5EF4-FFF2-40B4-BE49-F238E27FC236}">
                <a16:creationId xmlns:a16="http://schemas.microsoft.com/office/drawing/2014/main" id="{809850F6-4250-4ECB-B0A8-CCEBAD7188BE}"/>
              </a:ext>
            </a:extLst>
          </p:cNvPr>
          <p:cNvSpPr>
            <a:spLocks noGrp="1"/>
          </p:cNvSpPr>
          <p:nvPr/>
        </p:nvSpPr>
        <p:spPr>
          <a:xfrm>
            <a:off x="3919488" y="4647479"/>
            <a:ext cx="104188" cy="104188"/>
          </a:xfrm>
          <a:prstGeom prst="ellipse">
            <a:avLst/>
          </a:prstGeom>
          <a:solidFill>
            <a:srgbClr val="2C71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1" name="F4_paired_one_to_one_0p3_9058">
            <a:extLst>
              <a:ext uri="{FF2B5EF4-FFF2-40B4-BE49-F238E27FC236}">
                <a16:creationId xmlns:a16="http://schemas.microsoft.com/office/drawing/2014/main" id="{529D1BCD-F51F-4132-A702-84345F1A8BD8}"/>
              </a:ext>
            </a:extLst>
          </p:cNvPr>
          <p:cNvSpPr>
            <a:spLocks noGrp="1"/>
          </p:cNvSpPr>
          <p:nvPr/>
        </p:nvSpPr>
        <p:spPr>
          <a:xfrm>
            <a:off x="1864893" y="6578027"/>
            <a:ext cx="104188" cy="104188"/>
          </a:xfrm>
          <a:prstGeom prst="ellipse">
            <a:avLst/>
          </a:prstGeom>
          <a:solidFill>
            <a:srgbClr val="27808E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2" name="F4_paired_one_to_one_0p3_9059">
            <a:extLst>
              <a:ext uri="{FF2B5EF4-FFF2-40B4-BE49-F238E27FC236}">
                <a16:creationId xmlns:a16="http://schemas.microsoft.com/office/drawing/2014/main" id="{0BE96ED2-E1D2-47E5-90C8-6BF5343DAE3C}"/>
              </a:ext>
            </a:extLst>
          </p:cNvPr>
          <p:cNvSpPr>
            <a:spLocks noGrp="1"/>
          </p:cNvSpPr>
          <p:nvPr/>
        </p:nvSpPr>
        <p:spPr>
          <a:xfrm>
            <a:off x="2359384" y="6224819"/>
            <a:ext cx="104188" cy="104188"/>
          </a:xfrm>
          <a:prstGeom prst="ellipse">
            <a:avLst/>
          </a:prstGeom>
          <a:solidFill>
            <a:srgbClr val="3A548C">
              <a:alpha val="78000"/>
            </a:srgbClr>
          </a:solidFill>
          <a:ln w="7581">
            <a:solidFill>
              <a:srgbClr val="FFFFFF">
                <a:alpha val="78000"/>
              </a:srgbClr>
            </a:solidFill>
            <a:prstDash val="solid"/>
          </a:ln>
        </p:spPr>
      </p:sp>
      <p:sp>
        <p:nvSpPr>
          <p:cNvPr id="183" name="F4_paired_one_to_one_0p3_9060">
            <a:extLst>
              <a:ext uri="{FF2B5EF4-FFF2-40B4-BE49-F238E27FC236}">
                <a16:creationId xmlns:a16="http://schemas.microsoft.com/office/drawing/2014/main" id="{F977E494-347C-4637-9B58-EDD5CCFDB584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4" name="text_9061">
            <a:extLst>
              <a:ext uri="{FF2B5EF4-FFF2-40B4-BE49-F238E27FC236}">
                <a16:creationId xmlns:a16="http://schemas.microsoft.com/office/drawing/2014/main" id="{8003EFA5-6976-4276-85E1-C63C37621EAD}"/>
              </a:ext>
            </a:extLst>
          </p:cNvPr>
          <p:cNvSpPr>
            <a:spLocks noGrp="1"/>
          </p:cNvSpPr>
          <p:nvPr/>
        </p:nvSpPr>
        <p:spPr>
          <a:xfrm>
            <a:off x="180283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85" name="F4_paired_one_to_one_0p3_9062">
            <a:extLst>
              <a:ext uri="{FF2B5EF4-FFF2-40B4-BE49-F238E27FC236}">
                <a16:creationId xmlns:a16="http://schemas.microsoft.com/office/drawing/2014/main" id="{72802385-A7DC-49C1-90C6-EA2DE996B878}"/>
              </a:ext>
            </a:extLst>
          </p:cNvPr>
          <p:cNvSpPr>
            <a:spLocks noGrp="1"/>
          </p:cNvSpPr>
          <p:nvPr/>
        </p:nvSpPr>
        <p:spPr>
          <a:xfrm>
            <a:off x="290597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6" name="text_9063">
            <a:extLst>
              <a:ext uri="{FF2B5EF4-FFF2-40B4-BE49-F238E27FC236}">
                <a16:creationId xmlns:a16="http://schemas.microsoft.com/office/drawing/2014/main" id="{E475E535-E612-469C-8393-95D43208E2A8}"/>
              </a:ext>
            </a:extLst>
          </p:cNvPr>
          <p:cNvSpPr>
            <a:spLocks noGrp="1"/>
          </p:cNvSpPr>
          <p:nvPr/>
        </p:nvSpPr>
        <p:spPr>
          <a:xfrm>
            <a:off x="279181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187" name="F4_paired_one_to_one_0p3_9064">
            <a:extLst>
              <a:ext uri="{FF2B5EF4-FFF2-40B4-BE49-F238E27FC236}">
                <a16:creationId xmlns:a16="http://schemas.microsoft.com/office/drawing/2014/main" id="{15BF74C5-9BF2-447F-9F0D-F7219F1D2278}"/>
              </a:ext>
            </a:extLst>
          </p:cNvPr>
          <p:cNvSpPr>
            <a:spLocks noGrp="1"/>
          </p:cNvSpPr>
          <p:nvPr/>
        </p:nvSpPr>
        <p:spPr>
          <a:xfrm>
            <a:off x="389495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88" name="text_9065">
            <a:extLst>
              <a:ext uri="{FF2B5EF4-FFF2-40B4-BE49-F238E27FC236}">
                <a16:creationId xmlns:a16="http://schemas.microsoft.com/office/drawing/2014/main" id="{3EC27F76-344F-4C22-A0B0-B716426D10DA}"/>
              </a:ext>
            </a:extLst>
          </p:cNvPr>
          <p:cNvSpPr>
            <a:spLocks noGrp="1"/>
          </p:cNvSpPr>
          <p:nvPr/>
        </p:nvSpPr>
        <p:spPr>
          <a:xfrm>
            <a:off x="378080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189" name="F4_paired_one_to_one_0p3_9066">
            <a:extLst>
              <a:ext uri="{FF2B5EF4-FFF2-40B4-BE49-F238E27FC236}">
                <a16:creationId xmlns:a16="http://schemas.microsoft.com/office/drawing/2014/main" id="{595A5DDA-3756-4C7C-BC2A-EB8418190635}"/>
              </a:ext>
            </a:extLst>
          </p:cNvPr>
          <p:cNvSpPr>
            <a:spLocks noGrp="1"/>
          </p:cNvSpPr>
          <p:nvPr/>
        </p:nvSpPr>
        <p:spPr>
          <a:xfrm>
            <a:off x="4883936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0" name="text_9067">
            <a:extLst>
              <a:ext uri="{FF2B5EF4-FFF2-40B4-BE49-F238E27FC236}">
                <a16:creationId xmlns:a16="http://schemas.microsoft.com/office/drawing/2014/main" id="{77C4470A-043C-4FBA-831B-BEA65A859458}"/>
              </a:ext>
            </a:extLst>
          </p:cNvPr>
          <p:cNvSpPr>
            <a:spLocks noGrp="1"/>
          </p:cNvSpPr>
          <p:nvPr/>
        </p:nvSpPr>
        <p:spPr>
          <a:xfrm>
            <a:off x="4769783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191" name="F4_paired_one_to_one_0p3_9068">
            <a:extLst>
              <a:ext uri="{FF2B5EF4-FFF2-40B4-BE49-F238E27FC236}">
                <a16:creationId xmlns:a16="http://schemas.microsoft.com/office/drawing/2014/main" id="{6504CC0D-1FD7-4A0D-AF48-E633529B2E5C}"/>
              </a:ext>
            </a:extLst>
          </p:cNvPr>
          <p:cNvSpPr>
            <a:spLocks noGrp="1"/>
          </p:cNvSpPr>
          <p:nvPr/>
        </p:nvSpPr>
        <p:spPr>
          <a:xfrm>
            <a:off x="5872920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2" name="text_9069">
            <a:extLst>
              <a:ext uri="{FF2B5EF4-FFF2-40B4-BE49-F238E27FC236}">
                <a16:creationId xmlns:a16="http://schemas.microsoft.com/office/drawing/2014/main" id="{3DF9CE4B-57BC-4006-9D36-4B1424E5664D}"/>
              </a:ext>
            </a:extLst>
          </p:cNvPr>
          <p:cNvSpPr>
            <a:spLocks noGrp="1"/>
          </p:cNvSpPr>
          <p:nvPr/>
        </p:nvSpPr>
        <p:spPr>
          <a:xfrm>
            <a:off x="5758766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193" name="F4_paired_one_to_one_0p3_9070">
            <a:extLst>
              <a:ext uri="{FF2B5EF4-FFF2-40B4-BE49-F238E27FC236}">
                <a16:creationId xmlns:a16="http://schemas.microsoft.com/office/drawing/2014/main" id="{2D999F9A-3216-4A83-AFDC-71DA423066CB}"/>
              </a:ext>
            </a:extLst>
          </p:cNvPr>
          <p:cNvSpPr>
            <a:spLocks noGrp="1"/>
          </p:cNvSpPr>
          <p:nvPr/>
        </p:nvSpPr>
        <p:spPr>
          <a:xfrm>
            <a:off x="6861903" y="6630121"/>
            <a:ext cx="191" cy="63173"/>
          </a:xfrm>
          <a:custGeom>
            <a:avLst/>
            <a:gdLst/>
            <a:ahLst/>
            <a:cxnLst/>
            <a:rect l="0" t="0" r="0" b="0"/>
            <a:pathLst>
              <a:path w="191" h="63173">
                <a:moveTo>
                  <a:pt x="0" y="0"/>
                </a:moveTo>
                <a:lnTo>
                  <a:pt x="0" y="63173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4" name="text_9071">
            <a:extLst>
              <a:ext uri="{FF2B5EF4-FFF2-40B4-BE49-F238E27FC236}">
                <a16:creationId xmlns:a16="http://schemas.microsoft.com/office/drawing/2014/main" id="{DD29CBDC-2592-4FCF-86F2-8AD6A48E6897}"/>
              </a:ext>
            </a:extLst>
          </p:cNvPr>
          <p:cNvSpPr>
            <a:spLocks noGrp="1"/>
          </p:cNvSpPr>
          <p:nvPr/>
        </p:nvSpPr>
        <p:spPr>
          <a:xfrm>
            <a:off x="6747750" y="6769546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195" name="text_9072">
            <a:extLst>
              <a:ext uri="{FF2B5EF4-FFF2-40B4-BE49-F238E27FC236}">
                <a16:creationId xmlns:a16="http://schemas.microsoft.com/office/drawing/2014/main" id="{B4D8E14E-1EC7-4019-BA8C-6A25EFF784C8}"/>
              </a:ext>
            </a:extLst>
          </p:cNvPr>
          <p:cNvSpPr>
            <a:spLocks noGrp="1"/>
          </p:cNvSpPr>
          <p:nvPr/>
        </p:nvSpPr>
        <p:spPr>
          <a:xfrm>
            <a:off x="4020818" y="7020421"/>
            <a:ext cx="749889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Emap2lig</a:t>
            </a:r>
          </a:p>
        </p:txBody>
      </p:sp>
      <p:sp>
        <p:nvSpPr>
          <p:cNvPr id="196" name="F4_paired_one_to_one_0p3_9073">
            <a:extLst>
              <a:ext uri="{FF2B5EF4-FFF2-40B4-BE49-F238E27FC236}">
                <a16:creationId xmlns:a16="http://schemas.microsoft.com/office/drawing/2014/main" id="{04984E79-64F4-4A29-BC81-CEEBAF494B89}"/>
              </a:ext>
            </a:extLst>
          </p:cNvPr>
          <p:cNvSpPr>
            <a:spLocks noGrp="1"/>
          </p:cNvSpPr>
          <p:nvPr/>
        </p:nvSpPr>
        <p:spPr>
          <a:xfrm>
            <a:off x="1853814" y="663012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7" name="text_9074">
            <a:extLst>
              <a:ext uri="{FF2B5EF4-FFF2-40B4-BE49-F238E27FC236}">
                <a16:creationId xmlns:a16="http://schemas.microsoft.com/office/drawing/2014/main" id="{ADCB14EB-B0C0-465D-99C1-6539EC4A9295}"/>
              </a:ext>
            </a:extLst>
          </p:cNvPr>
          <p:cNvSpPr>
            <a:spLocks noGrp="1"/>
          </p:cNvSpPr>
          <p:nvPr/>
        </p:nvSpPr>
        <p:spPr>
          <a:xfrm>
            <a:off x="1537064" y="655914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198" name="F4_paired_one_to_one_0p3_9075">
            <a:extLst>
              <a:ext uri="{FF2B5EF4-FFF2-40B4-BE49-F238E27FC236}">
                <a16:creationId xmlns:a16="http://schemas.microsoft.com/office/drawing/2014/main" id="{742DE624-0C4E-40E8-929C-2680A341C22B}"/>
              </a:ext>
            </a:extLst>
          </p:cNvPr>
          <p:cNvSpPr>
            <a:spLocks noGrp="1"/>
          </p:cNvSpPr>
          <p:nvPr/>
        </p:nvSpPr>
        <p:spPr>
          <a:xfrm>
            <a:off x="1853814" y="5641137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199" name="text_9076">
            <a:extLst>
              <a:ext uri="{FF2B5EF4-FFF2-40B4-BE49-F238E27FC236}">
                <a16:creationId xmlns:a16="http://schemas.microsoft.com/office/drawing/2014/main" id="{4ED1D117-0519-4A5E-B571-8A9B61E1A947}"/>
              </a:ext>
            </a:extLst>
          </p:cNvPr>
          <p:cNvSpPr>
            <a:spLocks noGrp="1"/>
          </p:cNvSpPr>
          <p:nvPr/>
        </p:nvSpPr>
        <p:spPr>
          <a:xfrm>
            <a:off x="1537064" y="557016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00" name="F4_paired_one_to_one_0p3_9077">
            <a:extLst>
              <a:ext uri="{FF2B5EF4-FFF2-40B4-BE49-F238E27FC236}">
                <a16:creationId xmlns:a16="http://schemas.microsoft.com/office/drawing/2014/main" id="{6C4C6686-7BB8-4955-B6A7-AFBB7F27D045}"/>
              </a:ext>
            </a:extLst>
          </p:cNvPr>
          <p:cNvSpPr>
            <a:spLocks noGrp="1"/>
          </p:cNvSpPr>
          <p:nvPr/>
        </p:nvSpPr>
        <p:spPr>
          <a:xfrm>
            <a:off x="1853814" y="465215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1" name="text_9078">
            <a:extLst>
              <a:ext uri="{FF2B5EF4-FFF2-40B4-BE49-F238E27FC236}">
                <a16:creationId xmlns:a16="http://schemas.microsoft.com/office/drawing/2014/main" id="{EA468B37-2077-472B-BA48-9E9CFA773EB7}"/>
              </a:ext>
            </a:extLst>
          </p:cNvPr>
          <p:cNvSpPr>
            <a:spLocks noGrp="1"/>
          </p:cNvSpPr>
          <p:nvPr/>
        </p:nvSpPr>
        <p:spPr>
          <a:xfrm>
            <a:off x="1537064" y="458118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02" name="F4_paired_one_to_one_0p3_9079">
            <a:extLst>
              <a:ext uri="{FF2B5EF4-FFF2-40B4-BE49-F238E27FC236}">
                <a16:creationId xmlns:a16="http://schemas.microsoft.com/office/drawing/2014/main" id="{B3156606-DADD-43A1-87BB-B96BBC3070A1}"/>
              </a:ext>
            </a:extLst>
          </p:cNvPr>
          <p:cNvSpPr>
            <a:spLocks noGrp="1"/>
          </p:cNvSpPr>
          <p:nvPr/>
        </p:nvSpPr>
        <p:spPr>
          <a:xfrm>
            <a:off x="1853814" y="366317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3" name="text_9080">
            <a:extLst>
              <a:ext uri="{FF2B5EF4-FFF2-40B4-BE49-F238E27FC236}">
                <a16:creationId xmlns:a16="http://schemas.microsoft.com/office/drawing/2014/main" id="{A20B5FC2-3BD3-4089-87C8-543EDFB4679E}"/>
              </a:ext>
            </a:extLst>
          </p:cNvPr>
          <p:cNvSpPr>
            <a:spLocks noGrp="1"/>
          </p:cNvSpPr>
          <p:nvPr/>
        </p:nvSpPr>
        <p:spPr>
          <a:xfrm>
            <a:off x="1537064" y="359219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04" name="F4_paired_one_to_one_0p3_9081">
            <a:extLst>
              <a:ext uri="{FF2B5EF4-FFF2-40B4-BE49-F238E27FC236}">
                <a16:creationId xmlns:a16="http://schemas.microsoft.com/office/drawing/2014/main" id="{9B936F9D-EABD-44D4-80BB-C0D356CFEF36}"/>
              </a:ext>
            </a:extLst>
          </p:cNvPr>
          <p:cNvSpPr>
            <a:spLocks noGrp="1"/>
          </p:cNvSpPr>
          <p:nvPr/>
        </p:nvSpPr>
        <p:spPr>
          <a:xfrm>
            <a:off x="1853814" y="2674188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5" name="text_9082">
            <a:extLst>
              <a:ext uri="{FF2B5EF4-FFF2-40B4-BE49-F238E27FC236}">
                <a16:creationId xmlns:a16="http://schemas.microsoft.com/office/drawing/2014/main" id="{45B2D7B2-243D-48D3-9F8C-4C83D1012320}"/>
              </a:ext>
            </a:extLst>
          </p:cNvPr>
          <p:cNvSpPr>
            <a:spLocks noGrp="1"/>
          </p:cNvSpPr>
          <p:nvPr/>
        </p:nvSpPr>
        <p:spPr>
          <a:xfrm>
            <a:off x="1537064" y="2603214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206" name="F4_paired_one_to_one_0p3_9083">
            <a:extLst>
              <a:ext uri="{FF2B5EF4-FFF2-40B4-BE49-F238E27FC236}">
                <a16:creationId xmlns:a16="http://schemas.microsoft.com/office/drawing/2014/main" id="{F8418E20-AAB2-4E7A-8B2D-B587D550F6BF}"/>
              </a:ext>
            </a:extLst>
          </p:cNvPr>
          <p:cNvSpPr>
            <a:spLocks noGrp="1"/>
          </p:cNvSpPr>
          <p:nvPr/>
        </p:nvSpPr>
        <p:spPr>
          <a:xfrm>
            <a:off x="1853814" y="168520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63173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207" name="text_9084">
            <a:extLst>
              <a:ext uri="{FF2B5EF4-FFF2-40B4-BE49-F238E27FC236}">
                <a16:creationId xmlns:a16="http://schemas.microsoft.com/office/drawing/2014/main" id="{322CD34C-2FEA-4CC3-849E-E2F9C3BF1D00}"/>
              </a:ext>
            </a:extLst>
          </p:cNvPr>
          <p:cNvSpPr>
            <a:spLocks noGrp="1"/>
          </p:cNvSpPr>
          <p:nvPr/>
        </p:nvSpPr>
        <p:spPr>
          <a:xfrm>
            <a:off x="1537064" y="1614230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208" name="text_9085">
            <a:extLst>
              <a:ext uri="{FF2B5EF4-FFF2-40B4-BE49-F238E27FC236}">
                <a16:creationId xmlns:a16="http://schemas.microsoft.com/office/drawing/2014/main" id="{52E1E696-39EE-43DC-9F84-AC83F6AD00ED}"/>
              </a:ext>
            </a:extLst>
          </p:cNvPr>
          <p:cNvSpPr>
            <a:spLocks noGrp="1"/>
          </p:cNvSpPr>
          <p:nvPr/>
        </p:nvSpPr>
        <p:spPr>
          <a:xfrm rot="-5400000">
            <a:off x="101489" y="4047110"/>
            <a:ext cx="2548803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with CryoAtom2 receptor</a:t>
            </a:r>
          </a:p>
        </p:txBody>
      </p:sp>
      <p:sp>
        <p:nvSpPr>
          <p:cNvPr id="209" name="F4_paired_one_to_one_0p3_9086">
            <a:extLst>
              <a:ext uri="{FF2B5EF4-FFF2-40B4-BE49-F238E27FC236}">
                <a16:creationId xmlns:a16="http://schemas.microsoft.com/office/drawing/2014/main" id="{01E65EA5-DC1C-4E15-A551-7D292EE584C2}"/>
              </a:ext>
            </a:extLst>
          </p:cNvPr>
          <p:cNvSpPr>
            <a:spLocks noGrp="1"/>
          </p:cNvSpPr>
          <p:nvPr/>
        </p:nvSpPr>
        <p:spPr>
          <a:xfrm>
            <a:off x="1916987" y="1685204"/>
            <a:ext cx="191" cy="4944917"/>
          </a:xfrm>
          <a:custGeom>
            <a:avLst/>
            <a:gdLst/>
            <a:ahLst/>
            <a:cxnLst/>
            <a:rect l="0" t="0" r="0" b="0"/>
            <a:pathLst>
              <a:path w="191" h="4944917">
                <a:moveTo>
                  <a:pt x="0" y="4944917"/>
                </a:moveTo>
                <a:lnTo>
                  <a:pt x="0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0" name="F4_paired_one_to_one_0p3_9087">
            <a:extLst>
              <a:ext uri="{FF2B5EF4-FFF2-40B4-BE49-F238E27FC236}">
                <a16:creationId xmlns:a16="http://schemas.microsoft.com/office/drawing/2014/main" id="{6A4ACDB8-D9DA-4874-AEBD-3E14CBF195C7}"/>
              </a:ext>
            </a:extLst>
          </p:cNvPr>
          <p:cNvSpPr>
            <a:spLocks noGrp="1"/>
          </p:cNvSpPr>
          <p:nvPr/>
        </p:nvSpPr>
        <p:spPr>
          <a:xfrm>
            <a:off x="1916987" y="6630121"/>
            <a:ext cx="4944917" cy="191"/>
          </a:xfrm>
          <a:custGeom>
            <a:avLst/>
            <a:gdLst/>
            <a:ahLst/>
            <a:cxnLst/>
            <a:rect l="0" t="0" r="0" b="0"/>
            <a:pathLst>
              <a:path w="4944917" h="191">
                <a:moveTo>
                  <a:pt x="0" y="0"/>
                </a:moveTo>
                <a:lnTo>
                  <a:pt x="4944917" y="0"/>
                </a:lnTo>
              </a:path>
            </a:pathLst>
          </a:custGeom>
          <a:noFill/>
          <a:ln w="16425">
            <a:solidFill>
              <a:srgbClr val="000000"/>
            </a:solidFill>
            <a:prstDash val="solid"/>
          </a:ln>
        </p:spPr>
      </p:sp>
      <p:sp>
        <p:nvSpPr>
          <p:cNvPr id="211" name="F4_paired_one_to_one_0p3_9088">
            <a:extLst>
              <a:ext uri="{FF2B5EF4-FFF2-40B4-BE49-F238E27FC236}">
                <a16:creationId xmlns:a16="http://schemas.microsoft.com/office/drawing/2014/main" id="{ABDB28DB-6B42-462E-AF67-6D5AC96D8CBA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5004756"/>
          </a:xfrm>
          <a:custGeom>
            <a:avLst/>
            <a:gdLst/>
            <a:ahLst/>
            <a:cxnLst/>
            <a:rect l="0" t="0" r="0" b="0"/>
            <a:pathLst>
              <a:path w="250238" h="5004756">
                <a:moveTo>
                  <a:pt x="0" y="5004756"/>
                </a:moveTo>
                <a:lnTo>
                  <a:pt x="250238" y="5004756"/>
                </a:lnTo>
                <a:lnTo>
                  <a:pt x="250238" y="0"/>
                </a:lnTo>
                <a:lnTo>
                  <a:pt x="0" y="0"/>
                </a:lnTo>
                <a:lnTo>
                  <a:pt x="0" y="5004756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12" name="F4_paired_one_to_one_0p3_9089">
            <a:extLst>
              <a:ext uri="{FF2B5EF4-FFF2-40B4-BE49-F238E27FC236}">
                <a16:creationId xmlns:a16="http://schemas.microsoft.com/office/drawing/2014/main" id="{2CC1E910-C638-4449-9157-1B39E9EE5723}"/>
              </a:ext>
            </a:extLst>
          </p:cNvPr>
          <p:cNvSpPr>
            <a:spLocks noGrp="1"/>
          </p:cNvSpPr>
          <p:nvPr/>
        </p:nvSpPr>
        <p:spPr>
          <a:xfrm>
            <a:off x="7106701" y="66404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DE725"/>
          </a:solidFill>
          <a:ln w="5054">
            <a:solidFill>
              <a:srgbClr val="FDE725"/>
            </a:solidFill>
            <a:prstDash val="solid"/>
          </a:ln>
        </p:spPr>
      </p:sp>
      <p:sp>
        <p:nvSpPr>
          <p:cNvPr id="213" name="F4_paired_one_to_one_0p3_9090">
            <a:extLst>
              <a:ext uri="{FF2B5EF4-FFF2-40B4-BE49-F238E27FC236}">
                <a16:creationId xmlns:a16="http://schemas.microsoft.com/office/drawing/2014/main" id="{88023E65-93B7-4771-967F-02FC96AA5BC0}"/>
              </a:ext>
            </a:extLst>
          </p:cNvPr>
          <p:cNvSpPr>
            <a:spLocks noGrp="1"/>
          </p:cNvSpPr>
          <p:nvPr/>
        </p:nvSpPr>
        <p:spPr>
          <a:xfrm>
            <a:off x="7106701" y="66209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BE723"/>
          </a:solidFill>
          <a:ln w="5054">
            <a:solidFill>
              <a:srgbClr val="FBE723"/>
            </a:solidFill>
            <a:prstDash val="solid"/>
          </a:ln>
        </p:spPr>
      </p:sp>
      <p:sp>
        <p:nvSpPr>
          <p:cNvPr id="214" name="F4_paired_one_to_one_0p3_9091">
            <a:extLst>
              <a:ext uri="{FF2B5EF4-FFF2-40B4-BE49-F238E27FC236}">
                <a16:creationId xmlns:a16="http://schemas.microsoft.com/office/drawing/2014/main" id="{89EB550F-99CD-4144-80E2-56EF02FD5B0C}"/>
              </a:ext>
            </a:extLst>
          </p:cNvPr>
          <p:cNvSpPr>
            <a:spLocks noGrp="1"/>
          </p:cNvSpPr>
          <p:nvPr/>
        </p:nvSpPr>
        <p:spPr>
          <a:xfrm>
            <a:off x="7106701" y="66013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8E621"/>
          </a:solidFill>
          <a:ln w="5054">
            <a:solidFill>
              <a:srgbClr val="F8E621"/>
            </a:solidFill>
            <a:prstDash val="solid"/>
          </a:ln>
        </p:spPr>
      </p:sp>
      <p:sp>
        <p:nvSpPr>
          <p:cNvPr id="215" name="F4_paired_one_to_one_0p3_9092">
            <a:extLst>
              <a:ext uri="{FF2B5EF4-FFF2-40B4-BE49-F238E27FC236}">
                <a16:creationId xmlns:a16="http://schemas.microsoft.com/office/drawing/2014/main" id="{F247F4F7-A51B-4F3A-905B-6926E6F621F1}"/>
              </a:ext>
            </a:extLst>
          </p:cNvPr>
          <p:cNvSpPr>
            <a:spLocks noGrp="1"/>
          </p:cNvSpPr>
          <p:nvPr/>
        </p:nvSpPr>
        <p:spPr>
          <a:xfrm>
            <a:off x="7106701" y="658184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6E620"/>
          </a:solidFill>
          <a:ln w="5054">
            <a:solidFill>
              <a:srgbClr val="F6E620"/>
            </a:solidFill>
            <a:prstDash val="solid"/>
          </a:ln>
        </p:spPr>
      </p:sp>
      <p:sp>
        <p:nvSpPr>
          <p:cNvPr id="216" name="F4_paired_one_to_one_0p3_9093">
            <a:extLst>
              <a:ext uri="{FF2B5EF4-FFF2-40B4-BE49-F238E27FC236}">
                <a16:creationId xmlns:a16="http://schemas.microsoft.com/office/drawing/2014/main" id="{06B6C11C-E714-4187-A185-228B044C0C46}"/>
              </a:ext>
            </a:extLst>
          </p:cNvPr>
          <p:cNvSpPr>
            <a:spLocks noGrp="1"/>
          </p:cNvSpPr>
          <p:nvPr/>
        </p:nvSpPr>
        <p:spPr>
          <a:xfrm>
            <a:off x="7106701" y="656229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4E61E"/>
          </a:solidFill>
          <a:ln w="5054">
            <a:solidFill>
              <a:srgbClr val="F4E61E"/>
            </a:solidFill>
            <a:prstDash val="solid"/>
          </a:ln>
        </p:spPr>
      </p:sp>
      <p:sp>
        <p:nvSpPr>
          <p:cNvPr id="217" name="F4_paired_one_to_one_0p3_9094">
            <a:extLst>
              <a:ext uri="{FF2B5EF4-FFF2-40B4-BE49-F238E27FC236}">
                <a16:creationId xmlns:a16="http://schemas.microsoft.com/office/drawing/2014/main" id="{7644D556-5332-4734-BE6E-B3F19AE693D7}"/>
              </a:ext>
            </a:extLst>
          </p:cNvPr>
          <p:cNvSpPr>
            <a:spLocks noGrp="1"/>
          </p:cNvSpPr>
          <p:nvPr/>
        </p:nvSpPr>
        <p:spPr>
          <a:xfrm>
            <a:off x="7106701" y="65427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F1E51D"/>
          </a:solidFill>
          <a:ln w="5054">
            <a:solidFill>
              <a:srgbClr val="F1E51D"/>
            </a:solidFill>
            <a:prstDash val="solid"/>
          </a:ln>
        </p:spPr>
      </p:sp>
      <p:sp>
        <p:nvSpPr>
          <p:cNvPr id="218" name="F4_paired_one_to_one_0p3_9095">
            <a:extLst>
              <a:ext uri="{FF2B5EF4-FFF2-40B4-BE49-F238E27FC236}">
                <a16:creationId xmlns:a16="http://schemas.microsoft.com/office/drawing/2014/main" id="{24409110-57D9-42B4-975B-CC4A69D16D97}"/>
              </a:ext>
            </a:extLst>
          </p:cNvPr>
          <p:cNvSpPr>
            <a:spLocks noGrp="1"/>
          </p:cNvSpPr>
          <p:nvPr/>
        </p:nvSpPr>
        <p:spPr>
          <a:xfrm>
            <a:off x="7106701" y="65231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FE51C"/>
          </a:solidFill>
          <a:ln w="5054">
            <a:solidFill>
              <a:srgbClr val="EFE51C"/>
            </a:solidFill>
            <a:prstDash val="solid"/>
          </a:ln>
        </p:spPr>
      </p:sp>
      <p:sp>
        <p:nvSpPr>
          <p:cNvPr id="219" name="F4_paired_one_to_one_0p3_9096">
            <a:extLst>
              <a:ext uri="{FF2B5EF4-FFF2-40B4-BE49-F238E27FC236}">
                <a16:creationId xmlns:a16="http://schemas.microsoft.com/office/drawing/2014/main" id="{17CF816A-B9A2-455E-AEB2-DB50A61BCCB5}"/>
              </a:ext>
            </a:extLst>
          </p:cNvPr>
          <p:cNvSpPr>
            <a:spLocks noGrp="1"/>
          </p:cNvSpPr>
          <p:nvPr/>
        </p:nvSpPr>
        <p:spPr>
          <a:xfrm>
            <a:off x="7106701" y="65036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CE51B"/>
          </a:solidFill>
          <a:ln w="5054">
            <a:solidFill>
              <a:srgbClr val="ECE51B"/>
            </a:solidFill>
            <a:prstDash val="solid"/>
          </a:ln>
        </p:spPr>
      </p:sp>
      <p:sp>
        <p:nvSpPr>
          <p:cNvPr id="220" name="F4_paired_one_to_one_0p3_9097">
            <a:extLst>
              <a:ext uri="{FF2B5EF4-FFF2-40B4-BE49-F238E27FC236}">
                <a16:creationId xmlns:a16="http://schemas.microsoft.com/office/drawing/2014/main" id="{B2765764-4923-4326-AE9B-B03CBE35C20B}"/>
              </a:ext>
            </a:extLst>
          </p:cNvPr>
          <p:cNvSpPr>
            <a:spLocks noGrp="1"/>
          </p:cNvSpPr>
          <p:nvPr/>
        </p:nvSpPr>
        <p:spPr>
          <a:xfrm>
            <a:off x="7106701" y="64840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AE51A"/>
          </a:solidFill>
          <a:ln w="5054">
            <a:solidFill>
              <a:srgbClr val="EAE51A"/>
            </a:solidFill>
            <a:prstDash val="solid"/>
          </a:ln>
        </p:spPr>
      </p:sp>
      <p:sp>
        <p:nvSpPr>
          <p:cNvPr id="221" name="F4_paired_one_to_one_0p3_9098">
            <a:extLst>
              <a:ext uri="{FF2B5EF4-FFF2-40B4-BE49-F238E27FC236}">
                <a16:creationId xmlns:a16="http://schemas.microsoft.com/office/drawing/2014/main" id="{DD7963AB-1998-454C-B3C9-2F1CCB8BF0B1}"/>
              </a:ext>
            </a:extLst>
          </p:cNvPr>
          <p:cNvSpPr>
            <a:spLocks noGrp="1"/>
          </p:cNvSpPr>
          <p:nvPr/>
        </p:nvSpPr>
        <p:spPr>
          <a:xfrm>
            <a:off x="7106701" y="646454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7E419"/>
          </a:solidFill>
          <a:ln w="5054">
            <a:solidFill>
              <a:srgbClr val="E7E419"/>
            </a:solidFill>
            <a:prstDash val="solid"/>
          </a:ln>
        </p:spPr>
      </p:sp>
      <p:sp>
        <p:nvSpPr>
          <p:cNvPr id="222" name="F4_paired_one_to_one_0p3_9099">
            <a:extLst>
              <a:ext uri="{FF2B5EF4-FFF2-40B4-BE49-F238E27FC236}">
                <a16:creationId xmlns:a16="http://schemas.microsoft.com/office/drawing/2014/main" id="{A8FB64D6-CA0C-4F6D-A935-E5AE8E53E514}"/>
              </a:ext>
            </a:extLst>
          </p:cNvPr>
          <p:cNvSpPr>
            <a:spLocks noGrp="1"/>
          </p:cNvSpPr>
          <p:nvPr/>
        </p:nvSpPr>
        <p:spPr>
          <a:xfrm>
            <a:off x="7106701" y="644499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5E419"/>
          </a:solidFill>
          <a:ln w="5054">
            <a:solidFill>
              <a:srgbClr val="E5E419"/>
            </a:solidFill>
            <a:prstDash val="solid"/>
          </a:ln>
        </p:spPr>
      </p:sp>
      <p:sp>
        <p:nvSpPr>
          <p:cNvPr id="223" name="F4_paired_one_to_one_0p3_9100">
            <a:extLst>
              <a:ext uri="{FF2B5EF4-FFF2-40B4-BE49-F238E27FC236}">
                <a16:creationId xmlns:a16="http://schemas.microsoft.com/office/drawing/2014/main" id="{F106BEF0-4A09-4B78-B99E-870B97CF34FB}"/>
              </a:ext>
            </a:extLst>
          </p:cNvPr>
          <p:cNvSpPr>
            <a:spLocks noGrp="1"/>
          </p:cNvSpPr>
          <p:nvPr/>
        </p:nvSpPr>
        <p:spPr>
          <a:xfrm>
            <a:off x="7106701" y="64254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E2E418"/>
          </a:solidFill>
          <a:ln w="5054">
            <a:solidFill>
              <a:srgbClr val="E2E418"/>
            </a:solidFill>
            <a:prstDash val="solid"/>
          </a:ln>
        </p:spPr>
      </p:sp>
      <p:sp>
        <p:nvSpPr>
          <p:cNvPr id="224" name="F4_paired_one_to_one_0p3_9101">
            <a:extLst>
              <a:ext uri="{FF2B5EF4-FFF2-40B4-BE49-F238E27FC236}">
                <a16:creationId xmlns:a16="http://schemas.microsoft.com/office/drawing/2014/main" id="{6D5FFB7E-9748-4FD9-BAA1-352EAC27E61D}"/>
              </a:ext>
            </a:extLst>
          </p:cNvPr>
          <p:cNvSpPr>
            <a:spLocks noGrp="1"/>
          </p:cNvSpPr>
          <p:nvPr/>
        </p:nvSpPr>
        <p:spPr>
          <a:xfrm>
            <a:off x="7106701" y="64058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FE318"/>
          </a:solidFill>
          <a:ln w="5054">
            <a:solidFill>
              <a:srgbClr val="DFE318"/>
            </a:solidFill>
            <a:prstDash val="solid"/>
          </a:ln>
        </p:spPr>
      </p:sp>
      <p:sp>
        <p:nvSpPr>
          <p:cNvPr id="225" name="F4_paired_one_to_one_0p3_9102">
            <a:extLst>
              <a:ext uri="{FF2B5EF4-FFF2-40B4-BE49-F238E27FC236}">
                <a16:creationId xmlns:a16="http://schemas.microsoft.com/office/drawing/2014/main" id="{8DF475FB-D3D1-488C-8243-868032D92DE4}"/>
              </a:ext>
            </a:extLst>
          </p:cNvPr>
          <p:cNvSpPr>
            <a:spLocks noGrp="1"/>
          </p:cNvSpPr>
          <p:nvPr/>
        </p:nvSpPr>
        <p:spPr>
          <a:xfrm>
            <a:off x="7106701" y="63863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DE318"/>
          </a:solidFill>
          <a:ln w="5054">
            <a:solidFill>
              <a:srgbClr val="DDE318"/>
            </a:solidFill>
            <a:prstDash val="solid"/>
          </a:ln>
        </p:spPr>
      </p:sp>
      <p:sp>
        <p:nvSpPr>
          <p:cNvPr id="226" name="F4_paired_one_to_one_0p3_9103">
            <a:extLst>
              <a:ext uri="{FF2B5EF4-FFF2-40B4-BE49-F238E27FC236}">
                <a16:creationId xmlns:a16="http://schemas.microsoft.com/office/drawing/2014/main" id="{B5F85F29-720F-40BB-A53B-D3DD6E897153}"/>
              </a:ext>
            </a:extLst>
          </p:cNvPr>
          <p:cNvSpPr>
            <a:spLocks noGrp="1"/>
          </p:cNvSpPr>
          <p:nvPr/>
        </p:nvSpPr>
        <p:spPr>
          <a:xfrm>
            <a:off x="7106701" y="63667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AE319"/>
          </a:solidFill>
          <a:ln w="5054">
            <a:solidFill>
              <a:srgbClr val="DAE319"/>
            </a:solidFill>
            <a:prstDash val="solid"/>
          </a:ln>
        </p:spPr>
      </p:sp>
      <p:sp>
        <p:nvSpPr>
          <p:cNvPr id="227" name="F4_paired_one_to_one_0p3_9104">
            <a:extLst>
              <a:ext uri="{FF2B5EF4-FFF2-40B4-BE49-F238E27FC236}">
                <a16:creationId xmlns:a16="http://schemas.microsoft.com/office/drawing/2014/main" id="{93703351-AB10-46C2-AD75-C6FE6FAA27DC}"/>
              </a:ext>
            </a:extLst>
          </p:cNvPr>
          <p:cNvSpPr>
            <a:spLocks noGrp="1"/>
          </p:cNvSpPr>
          <p:nvPr/>
        </p:nvSpPr>
        <p:spPr>
          <a:xfrm>
            <a:off x="7106701" y="634724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8E219"/>
          </a:solidFill>
          <a:ln w="5054">
            <a:solidFill>
              <a:srgbClr val="D8E219"/>
            </a:solidFill>
            <a:prstDash val="solid"/>
          </a:ln>
        </p:spPr>
      </p:sp>
      <p:sp>
        <p:nvSpPr>
          <p:cNvPr id="228" name="F4_paired_one_to_one_0p3_9105">
            <a:extLst>
              <a:ext uri="{FF2B5EF4-FFF2-40B4-BE49-F238E27FC236}">
                <a16:creationId xmlns:a16="http://schemas.microsoft.com/office/drawing/2014/main" id="{75EAFA3D-7F42-4402-B0F8-DCF782CBA3B5}"/>
              </a:ext>
            </a:extLst>
          </p:cNvPr>
          <p:cNvSpPr>
            <a:spLocks noGrp="1"/>
          </p:cNvSpPr>
          <p:nvPr/>
        </p:nvSpPr>
        <p:spPr>
          <a:xfrm>
            <a:off x="7106701" y="632769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5E21A"/>
          </a:solidFill>
          <a:ln w="5054">
            <a:solidFill>
              <a:srgbClr val="D5E21A"/>
            </a:solidFill>
            <a:prstDash val="solid"/>
          </a:ln>
        </p:spPr>
      </p:sp>
      <p:sp>
        <p:nvSpPr>
          <p:cNvPr id="229" name="F4_paired_one_to_one_0p3_9106">
            <a:extLst>
              <a:ext uri="{FF2B5EF4-FFF2-40B4-BE49-F238E27FC236}">
                <a16:creationId xmlns:a16="http://schemas.microsoft.com/office/drawing/2014/main" id="{1A5FC42F-F6BA-43A7-AFA3-C599EADC9957}"/>
              </a:ext>
            </a:extLst>
          </p:cNvPr>
          <p:cNvSpPr>
            <a:spLocks noGrp="1"/>
          </p:cNvSpPr>
          <p:nvPr/>
        </p:nvSpPr>
        <p:spPr>
          <a:xfrm>
            <a:off x="7106701" y="63081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2E21B"/>
          </a:solidFill>
          <a:ln w="5054">
            <a:solidFill>
              <a:srgbClr val="D2E21B"/>
            </a:solidFill>
            <a:prstDash val="solid"/>
          </a:ln>
        </p:spPr>
      </p:sp>
      <p:sp>
        <p:nvSpPr>
          <p:cNvPr id="230" name="F4_paired_one_to_one_0p3_9107">
            <a:extLst>
              <a:ext uri="{FF2B5EF4-FFF2-40B4-BE49-F238E27FC236}">
                <a16:creationId xmlns:a16="http://schemas.microsoft.com/office/drawing/2014/main" id="{5D33B484-76D3-4034-92F2-B5226AE13F90}"/>
              </a:ext>
            </a:extLst>
          </p:cNvPr>
          <p:cNvSpPr>
            <a:spLocks noGrp="1"/>
          </p:cNvSpPr>
          <p:nvPr/>
        </p:nvSpPr>
        <p:spPr>
          <a:xfrm>
            <a:off x="7106701" y="62885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D0E11C"/>
          </a:solidFill>
          <a:ln w="5054">
            <a:solidFill>
              <a:srgbClr val="D0E11C"/>
            </a:solidFill>
            <a:prstDash val="solid"/>
          </a:ln>
        </p:spPr>
      </p:sp>
      <p:sp>
        <p:nvSpPr>
          <p:cNvPr id="231" name="F4_paired_one_to_one_0p3_9108">
            <a:extLst>
              <a:ext uri="{FF2B5EF4-FFF2-40B4-BE49-F238E27FC236}">
                <a16:creationId xmlns:a16="http://schemas.microsoft.com/office/drawing/2014/main" id="{C778DE8B-6DEB-40CE-9CC2-8D3B55D427BB}"/>
              </a:ext>
            </a:extLst>
          </p:cNvPr>
          <p:cNvSpPr>
            <a:spLocks noGrp="1"/>
          </p:cNvSpPr>
          <p:nvPr/>
        </p:nvSpPr>
        <p:spPr>
          <a:xfrm>
            <a:off x="7106701" y="62690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DE11D"/>
          </a:solidFill>
          <a:ln w="5054">
            <a:solidFill>
              <a:srgbClr val="CDE11D"/>
            </a:solidFill>
            <a:prstDash val="solid"/>
          </a:ln>
        </p:spPr>
      </p:sp>
      <p:sp>
        <p:nvSpPr>
          <p:cNvPr id="232" name="F4_paired_one_to_one_0p3_9109">
            <a:extLst>
              <a:ext uri="{FF2B5EF4-FFF2-40B4-BE49-F238E27FC236}">
                <a16:creationId xmlns:a16="http://schemas.microsoft.com/office/drawing/2014/main" id="{DDADE496-AA25-4A98-907C-D12D62B32DE4}"/>
              </a:ext>
            </a:extLst>
          </p:cNvPr>
          <p:cNvSpPr>
            <a:spLocks noGrp="1"/>
          </p:cNvSpPr>
          <p:nvPr/>
        </p:nvSpPr>
        <p:spPr>
          <a:xfrm>
            <a:off x="7106701" y="62494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AE11F"/>
          </a:solidFill>
          <a:ln w="5054">
            <a:solidFill>
              <a:srgbClr val="CAE11F"/>
            </a:solidFill>
            <a:prstDash val="solid"/>
          </a:ln>
        </p:spPr>
      </p:sp>
      <p:sp>
        <p:nvSpPr>
          <p:cNvPr id="233" name="F4_paired_one_to_one_0p3_9110">
            <a:extLst>
              <a:ext uri="{FF2B5EF4-FFF2-40B4-BE49-F238E27FC236}">
                <a16:creationId xmlns:a16="http://schemas.microsoft.com/office/drawing/2014/main" id="{E707D3AC-5F49-4992-A2D6-39781088FE10}"/>
              </a:ext>
            </a:extLst>
          </p:cNvPr>
          <p:cNvSpPr>
            <a:spLocks noGrp="1"/>
          </p:cNvSpPr>
          <p:nvPr/>
        </p:nvSpPr>
        <p:spPr>
          <a:xfrm>
            <a:off x="7106701" y="622994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8E020"/>
          </a:solidFill>
          <a:ln w="5054">
            <a:solidFill>
              <a:srgbClr val="C8E020"/>
            </a:solidFill>
            <a:prstDash val="solid"/>
          </a:ln>
        </p:spPr>
      </p:sp>
      <p:sp>
        <p:nvSpPr>
          <p:cNvPr id="234" name="F4_paired_one_to_one_0p3_9111">
            <a:extLst>
              <a:ext uri="{FF2B5EF4-FFF2-40B4-BE49-F238E27FC236}">
                <a16:creationId xmlns:a16="http://schemas.microsoft.com/office/drawing/2014/main" id="{71ADC874-C382-4A2A-9F01-4532DA454CDD}"/>
              </a:ext>
            </a:extLst>
          </p:cNvPr>
          <p:cNvSpPr>
            <a:spLocks noGrp="1"/>
          </p:cNvSpPr>
          <p:nvPr/>
        </p:nvSpPr>
        <p:spPr>
          <a:xfrm>
            <a:off x="7106701" y="621039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5E021"/>
          </a:solidFill>
          <a:ln w="5054">
            <a:solidFill>
              <a:srgbClr val="C5E021"/>
            </a:solidFill>
            <a:prstDash val="solid"/>
          </a:ln>
        </p:spPr>
      </p:sp>
      <p:sp>
        <p:nvSpPr>
          <p:cNvPr id="235" name="F4_paired_one_to_one_0p3_9112">
            <a:extLst>
              <a:ext uri="{FF2B5EF4-FFF2-40B4-BE49-F238E27FC236}">
                <a16:creationId xmlns:a16="http://schemas.microsoft.com/office/drawing/2014/main" id="{96787BCF-1C3B-44DF-826C-5AFD8A8CA952}"/>
              </a:ext>
            </a:extLst>
          </p:cNvPr>
          <p:cNvSpPr>
            <a:spLocks noGrp="1"/>
          </p:cNvSpPr>
          <p:nvPr/>
        </p:nvSpPr>
        <p:spPr>
          <a:xfrm>
            <a:off x="7106701" y="61908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2DF23"/>
          </a:solidFill>
          <a:ln w="5054">
            <a:solidFill>
              <a:srgbClr val="C2DF23"/>
            </a:solidFill>
            <a:prstDash val="solid"/>
          </a:ln>
        </p:spPr>
      </p:sp>
      <p:sp>
        <p:nvSpPr>
          <p:cNvPr id="236" name="F4_paired_one_to_one_0p3_9113">
            <a:extLst>
              <a:ext uri="{FF2B5EF4-FFF2-40B4-BE49-F238E27FC236}">
                <a16:creationId xmlns:a16="http://schemas.microsoft.com/office/drawing/2014/main" id="{6CC4AAD5-B69F-4843-8C99-09DC1567C82C}"/>
              </a:ext>
            </a:extLst>
          </p:cNvPr>
          <p:cNvSpPr>
            <a:spLocks noGrp="1"/>
          </p:cNvSpPr>
          <p:nvPr/>
        </p:nvSpPr>
        <p:spPr>
          <a:xfrm>
            <a:off x="7106701" y="61712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C0DF25"/>
          </a:solidFill>
          <a:ln w="5054">
            <a:solidFill>
              <a:srgbClr val="C0DF25"/>
            </a:solidFill>
            <a:prstDash val="solid"/>
          </a:ln>
        </p:spPr>
      </p:sp>
      <p:sp>
        <p:nvSpPr>
          <p:cNvPr id="237" name="F4_paired_one_to_one_0p3_9114">
            <a:extLst>
              <a:ext uri="{FF2B5EF4-FFF2-40B4-BE49-F238E27FC236}">
                <a16:creationId xmlns:a16="http://schemas.microsoft.com/office/drawing/2014/main" id="{EB28AD16-DFCE-4EC4-A4CA-37374FC4816E}"/>
              </a:ext>
            </a:extLst>
          </p:cNvPr>
          <p:cNvSpPr>
            <a:spLocks noGrp="1"/>
          </p:cNvSpPr>
          <p:nvPr/>
        </p:nvSpPr>
        <p:spPr>
          <a:xfrm>
            <a:off x="7106701" y="61517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DDF26"/>
          </a:solidFill>
          <a:ln w="5054">
            <a:solidFill>
              <a:srgbClr val="BDDF26"/>
            </a:solidFill>
            <a:prstDash val="solid"/>
          </a:ln>
        </p:spPr>
      </p:sp>
      <p:sp>
        <p:nvSpPr>
          <p:cNvPr id="238" name="F4_paired_one_to_one_0p3_9115">
            <a:extLst>
              <a:ext uri="{FF2B5EF4-FFF2-40B4-BE49-F238E27FC236}">
                <a16:creationId xmlns:a16="http://schemas.microsoft.com/office/drawing/2014/main" id="{D23F1D42-4261-486B-8E0D-263B6AF72AD4}"/>
              </a:ext>
            </a:extLst>
          </p:cNvPr>
          <p:cNvSpPr>
            <a:spLocks noGrp="1"/>
          </p:cNvSpPr>
          <p:nvPr/>
        </p:nvSpPr>
        <p:spPr>
          <a:xfrm>
            <a:off x="7106701" y="613219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ADE28"/>
          </a:solidFill>
          <a:ln w="5054">
            <a:solidFill>
              <a:srgbClr val="BADE28"/>
            </a:solidFill>
            <a:prstDash val="solid"/>
          </a:ln>
        </p:spPr>
      </p:sp>
      <p:sp>
        <p:nvSpPr>
          <p:cNvPr id="239" name="F4_paired_one_to_one_0p3_9116">
            <a:extLst>
              <a:ext uri="{FF2B5EF4-FFF2-40B4-BE49-F238E27FC236}">
                <a16:creationId xmlns:a16="http://schemas.microsoft.com/office/drawing/2014/main" id="{B3E181FA-0718-40F6-B491-0A5EB62F8810}"/>
              </a:ext>
            </a:extLst>
          </p:cNvPr>
          <p:cNvSpPr>
            <a:spLocks noGrp="1"/>
          </p:cNvSpPr>
          <p:nvPr/>
        </p:nvSpPr>
        <p:spPr>
          <a:xfrm>
            <a:off x="7106701" y="611264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8DE29"/>
          </a:solidFill>
          <a:ln w="5054">
            <a:solidFill>
              <a:srgbClr val="B8DE29"/>
            </a:solidFill>
            <a:prstDash val="solid"/>
          </a:ln>
        </p:spPr>
      </p:sp>
      <p:sp>
        <p:nvSpPr>
          <p:cNvPr id="240" name="F4_paired_one_to_one_0p3_9117">
            <a:extLst>
              <a:ext uri="{FF2B5EF4-FFF2-40B4-BE49-F238E27FC236}">
                <a16:creationId xmlns:a16="http://schemas.microsoft.com/office/drawing/2014/main" id="{693BCBFF-A2DE-4FF1-B84A-1FCBC0AA3582}"/>
              </a:ext>
            </a:extLst>
          </p:cNvPr>
          <p:cNvSpPr>
            <a:spLocks noGrp="1"/>
          </p:cNvSpPr>
          <p:nvPr/>
        </p:nvSpPr>
        <p:spPr>
          <a:xfrm>
            <a:off x="7106701" y="60930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5DE2B"/>
          </a:solidFill>
          <a:ln w="5054">
            <a:solidFill>
              <a:srgbClr val="B5DE2B"/>
            </a:solidFill>
            <a:prstDash val="solid"/>
          </a:ln>
        </p:spPr>
      </p:sp>
      <p:sp>
        <p:nvSpPr>
          <p:cNvPr id="241" name="F4_paired_one_to_one_0p3_9118">
            <a:extLst>
              <a:ext uri="{FF2B5EF4-FFF2-40B4-BE49-F238E27FC236}">
                <a16:creationId xmlns:a16="http://schemas.microsoft.com/office/drawing/2014/main" id="{EABDAFBD-903D-4EB4-99FA-D56F7285F314}"/>
              </a:ext>
            </a:extLst>
          </p:cNvPr>
          <p:cNvSpPr>
            <a:spLocks noGrp="1"/>
          </p:cNvSpPr>
          <p:nvPr/>
        </p:nvSpPr>
        <p:spPr>
          <a:xfrm>
            <a:off x="7106701" y="60735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2DD2D"/>
          </a:solidFill>
          <a:ln w="5054">
            <a:solidFill>
              <a:srgbClr val="B2DD2D"/>
            </a:solidFill>
            <a:prstDash val="solid"/>
          </a:ln>
        </p:spPr>
      </p:sp>
      <p:sp>
        <p:nvSpPr>
          <p:cNvPr id="242" name="F4_paired_one_to_one_0p3_9119">
            <a:extLst>
              <a:ext uri="{FF2B5EF4-FFF2-40B4-BE49-F238E27FC236}">
                <a16:creationId xmlns:a16="http://schemas.microsoft.com/office/drawing/2014/main" id="{77E392DC-0512-473D-B08A-7593C45738D1}"/>
              </a:ext>
            </a:extLst>
          </p:cNvPr>
          <p:cNvSpPr>
            <a:spLocks noGrp="1"/>
          </p:cNvSpPr>
          <p:nvPr/>
        </p:nvSpPr>
        <p:spPr>
          <a:xfrm>
            <a:off x="7106701" y="60539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B0DD2F"/>
          </a:solidFill>
          <a:ln w="5054">
            <a:solidFill>
              <a:srgbClr val="B0DD2F"/>
            </a:solidFill>
            <a:prstDash val="solid"/>
          </a:ln>
        </p:spPr>
      </p:sp>
      <p:sp>
        <p:nvSpPr>
          <p:cNvPr id="243" name="F4_paired_one_to_one_0p3_9120">
            <a:extLst>
              <a:ext uri="{FF2B5EF4-FFF2-40B4-BE49-F238E27FC236}">
                <a16:creationId xmlns:a16="http://schemas.microsoft.com/office/drawing/2014/main" id="{2701295D-F1C5-4FD2-AD7D-BB642713935E}"/>
              </a:ext>
            </a:extLst>
          </p:cNvPr>
          <p:cNvSpPr>
            <a:spLocks noGrp="1"/>
          </p:cNvSpPr>
          <p:nvPr/>
        </p:nvSpPr>
        <p:spPr>
          <a:xfrm>
            <a:off x="7106701" y="60344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DDC30"/>
          </a:solidFill>
          <a:ln w="5054">
            <a:solidFill>
              <a:srgbClr val="ADDC30"/>
            </a:solidFill>
            <a:prstDash val="solid"/>
          </a:ln>
        </p:spPr>
      </p:sp>
      <p:sp>
        <p:nvSpPr>
          <p:cNvPr id="244" name="F4_paired_one_to_one_0p3_9121">
            <a:extLst>
              <a:ext uri="{FF2B5EF4-FFF2-40B4-BE49-F238E27FC236}">
                <a16:creationId xmlns:a16="http://schemas.microsoft.com/office/drawing/2014/main" id="{05B95F83-32F5-410D-BB8A-E4DD70939D2B}"/>
              </a:ext>
            </a:extLst>
          </p:cNvPr>
          <p:cNvSpPr>
            <a:spLocks noGrp="1"/>
          </p:cNvSpPr>
          <p:nvPr/>
        </p:nvSpPr>
        <p:spPr>
          <a:xfrm>
            <a:off x="7106701" y="601489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ADC32"/>
          </a:solidFill>
          <a:ln w="5054">
            <a:solidFill>
              <a:srgbClr val="AADC32"/>
            </a:solidFill>
            <a:prstDash val="solid"/>
          </a:ln>
        </p:spPr>
      </p:sp>
      <p:sp>
        <p:nvSpPr>
          <p:cNvPr id="245" name="F4_paired_one_to_one_0p3_9122">
            <a:extLst>
              <a:ext uri="{FF2B5EF4-FFF2-40B4-BE49-F238E27FC236}">
                <a16:creationId xmlns:a16="http://schemas.microsoft.com/office/drawing/2014/main" id="{0A576B5C-7EE3-4BEC-BDF1-BB8EF2C89A3B}"/>
              </a:ext>
            </a:extLst>
          </p:cNvPr>
          <p:cNvSpPr>
            <a:spLocks noGrp="1"/>
          </p:cNvSpPr>
          <p:nvPr/>
        </p:nvSpPr>
        <p:spPr>
          <a:xfrm>
            <a:off x="7106701" y="599534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8DB34"/>
          </a:solidFill>
          <a:ln w="5054">
            <a:solidFill>
              <a:srgbClr val="A8DB34"/>
            </a:solidFill>
            <a:prstDash val="solid"/>
          </a:ln>
        </p:spPr>
      </p:sp>
      <p:sp>
        <p:nvSpPr>
          <p:cNvPr id="246" name="F4_paired_one_to_one_0p3_9123">
            <a:extLst>
              <a:ext uri="{FF2B5EF4-FFF2-40B4-BE49-F238E27FC236}">
                <a16:creationId xmlns:a16="http://schemas.microsoft.com/office/drawing/2014/main" id="{959FFC4D-3251-43D5-83CE-108B4A1018B3}"/>
              </a:ext>
            </a:extLst>
          </p:cNvPr>
          <p:cNvSpPr>
            <a:spLocks noGrp="1"/>
          </p:cNvSpPr>
          <p:nvPr/>
        </p:nvSpPr>
        <p:spPr>
          <a:xfrm>
            <a:off x="7106701" y="59757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5DB36"/>
          </a:solidFill>
          <a:ln w="5054">
            <a:solidFill>
              <a:srgbClr val="A5DB36"/>
            </a:solidFill>
            <a:prstDash val="solid"/>
          </a:ln>
        </p:spPr>
      </p:sp>
      <p:sp>
        <p:nvSpPr>
          <p:cNvPr id="247" name="F4_paired_one_to_one_0p3_9124">
            <a:extLst>
              <a:ext uri="{FF2B5EF4-FFF2-40B4-BE49-F238E27FC236}">
                <a16:creationId xmlns:a16="http://schemas.microsoft.com/office/drawing/2014/main" id="{7799F501-59E2-496D-AC35-7B53C63FA755}"/>
              </a:ext>
            </a:extLst>
          </p:cNvPr>
          <p:cNvSpPr>
            <a:spLocks noGrp="1"/>
          </p:cNvSpPr>
          <p:nvPr/>
        </p:nvSpPr>
        <p:spPr>
          <a:xfrm>
            <a:off x="7106701" y="59562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2DA37"/>
          </a:solidFill>
          <a:ln w="5054">
            <a:solidFill>
              <a:srgbClr val="A2DA37"/>
            </a:solidFill>
            <a:prstDash val="solid"/>
          </a:ln>
        </p:spPr>
      </p:sp>
      <p:sp>
        <p:nvSpPr>
          <p:cNvPr id="248" name="F4_paired_one_to_one_0p3_9125">
            <a:extLst>
              <a:ext uri="{FF2B5EF4-FFF2-40B4-BE49-F238E27FC236}">
                <a16:creationId xmlns:a16="http://schemas.microsoft.com/office/drawing/2014/main" id="{1CD76434-A439-45CD-8E51-CD0718479D1C}"/>
              </a:ext>
            </a:extLst>
          </p:cNvPr>
          <p:cNvSpPr>
            <a:spLocks noGrp="1"/>
          </p:cNvSpPr>
          <p:nvPr/>
        </p:nvSpPr>
        <p:spPr>
          <a:xfrm>
            <a:off x="7106701" y="59366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A0DA39"/>
          </a:solidFill>
          <a:ln w="5054">
            <a:solidFill>
              <a:srgbClr val="A0DA39"/>
            </a:solidFill>
            <a:prstDash val="solid"/>
          </a:ln>
        </p:spPr>
      </p:sp>
      <p:sp>
        <p:nvSpPr>
          <p:cNvPr id="249" name="F4_paired_one_to_one_0p3_9126">
            <a:extLst>
              <a:ext uri="{FF2B5EF4-FFF2-40B4-BE49-F238E27FC236}">
                <a16:creationId xmlns:a16="http://schemas.microsoft.com/office/drawing/2014/main" id="{50392057-C095-4652-9335-3C2E219365EF}"/>
              </a:ext>
            </a:extLst>
          </p:cNvPr>
          <p:cNvSpPr>
            <a:spLocks noGrp="1"/>
          </p:cNvSpPr>
          <p:nvPr/>
        </p:nvSpPr>
        <p:spPr>
          <a:xfrm>
            <a:off x="7106701" y="59171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DD93B"/>
          </a:solidFill>
          <a:ln w="5054">
            <a:solidFill>
              <a:srgbClr val="9DD93B"/>
            </a:solidFill>
            <a:prstDash val="solid"/>
          </a:ln>
        </p:spPr>
      </p:sp>
      <p:sp>
        <p:nvSpPr>
          <p:cNvPr id="250" name="F4_paired_one_to_one_0p3_9127">
            <a:extLst>
              <a:ext uri="{FF2B5EF4-FFF2-40B4-BE49-F238E27FC236}">
                <a16:creationId xmlns:a16="http://schemas.microsoft.com/office/drawing/2014/main" id="{C18FCBF4-62E4-4A4C-AE72-69CBFE7094A7}"/>
              </a:ext>
            </a:extLst>
          </p:cNvPr>
          <p:cNvSpPr>
            <a:spLocks noGrp="1"/>
          </p:cNvSpPr>
          <p:nvPr/>
        </p:nvSpPr>
        <p:spPr>
          <a:xfrm>
            <a:off x="7106701" y="589759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BD93C"/>
          </a:solidFill>
          <a:ln w="5054">
            <a:solidFill>
              <a:srgbClr val="9BD93C"/>
            </a:solidFill>
            <a:prstDash val="solid"/>
          </a:ln>
        </p:spPr>
      </p:sp>
      <p:sp>
        <p:nvSpPr>
          <p:cNvPr id="251" name="F4_paired_one_to_one_0p3_9128">
            <a:extLst>
              <a:ext uri="{FF2B5EF4-FFF2-40B4-BE49-F238E27FC236}">
                <a16:creationId xmlns:a16="http://schemas.microsoft.com/office/drawing/2014/main" id="{030692E1-3DD5-481E-820C-88574CB73649}"/>
              </a:ext>
            </a:extLst>
          </p:cNvPr>
          <p:cNvSpPr>
            <a:spLocks noGrp="1"/>
          </p:cNvSpPr>
          <p:nvPr/>
        </p:nvSpPr>
        <p:spPr>
          <a:xfrm>
            <a:off x="7106701" y="587804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8D83E"/>
          </a:solidFill>
          <a:ln w="5054">
            <a:solidFill>
              <a:srgbClr val="98D83E"/>
            </a:solidFill>
            <a:prstDash val="solid"/>
          </a:ln>
        </p:spPr>
      </p:sp>
      <p:sp>
        <p:nvSpPr>
          <p:cNvPr id="252" name="F4_paired_one_to_one_0p3_9129">
            <a:extLst>
              <a:ext uri="{FF2B5EF4-FFF2-40B4-BE49-F238E27FC236}">
                <a16:creationId xmlns:a16="http://schemas.microsoft.com/office/drawing/2014/main" id="{AE8C7D1F-F3BE-41FF-9F5A-97F7B3562FEE}"/>
              </a:ext>
            </a:extLst>
          </p:cNvPr>
          <p:cNvSpPr>
            <a:spLocks noGrp="1"/>
          </p:cNvSpPr>
          <p:nvPr/>
        </p:nvSpPr>
        <p:spPr>
          <a:xfrm>
            <a:off x="7106701" y="58584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5D840"/>
          </a:solidFill>
          <a:ln w="5054">
            <a:solidFill>
              <a:srgbClr val="95D840"/>
            </a:solidFill>
            <a:prstDash val="solid"/>
          </a:ln>
        </p:spPr>
      </p:sp>
      <p:sp>
        <p:nvSpPr>
          <p:cNvPr id="253" name="F4_paired_one_to_one_0p3_9130">
            <a:extLst>
              <a:ext uri="{FF2B5EF4-FFF2-40B4-BE49-F238E27FC236}">
                <a16:creationId xmlns:a16="http://schemas.microsoft.com/office/drawing/2014/main" id="{272CE21D-76F1-41B9-B3C4-67ACE1178562}"/>
              </a:ext>
            </a:extLst>
          </p:cNvPr>
          <p:cNvSpPr>
            <a:spLocks noGrp="1"/>
          </p:cNvSpPr>
          <p:nvPr/>
        </p:nvSpPr>
        <p:spPr>
          <a:xfrm>
            <a:off x="7106701" y="58389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3D741"/>
          </a:solidFill>
          <a:ln w="5054">
            <a:solidFill>
              <a:srgbClr val="93D741"/>
            </a:solidFill>
            <a:prstDash val="solid"/>
          </a:ln>
        </p:spPr>
      </p:sp>
      <p:sp>
        <p:nvSpPr>
          <p:cNvPr id="254" name="F4_paired_one_to_one_0p3_9131">
            <a:extLst>
              <a:ext uri="{FF2B5EF4-FFF2-40B4-BE49-F238E27FC236}">
                <a16:creationId xmlns:a16="http://schemas.microsoft.com/office/drawing/2014/main" id="{1CC8A4D5-299B-4568-BB21-FD0B88A97FD6}"/>
              </a:ext>
            </a:extLst>
          </p:cNvPr>
          <p:cNvSpPr>
            <a:spLocks noGrp="1"/>
          </p:cNvSpPr>
          <p:nvPr/>
        </p:nvSpPr>
        <p:spPr>
          <a:xfrm>
            <a:off x="7106701" y="58193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90D743"/>
          </a:solidFill>
          <a:ln w="5054">
            <a:solidFill>
              <a:srgbClr val="90D743"/>
            </a:solidFill>
            <a:prstDash val="solid"/>
          </a:ln>
        </p:spPr>
      </p:sp>
      <p:sp>
        <p:nvSpPr>
          <p:cNvPr id="255" name="F4_paired_one_to_one_0p3_9132">
            <a:extLst>
              <a:ext uri="{FF2B5EF4-FFF2-40B4-BE49-F238E27FC236}">
                <a16:creationId xmlns:a16="http://schemas.microsoft.com/office/drawing/2014/main" id="{15F2926D-C9B2-4C8E-A42D-96DCB51D5018}"/>
              </a:ext>
            </a:extLst>
          </p:cNvPr>
          <p:cNvSpPr>
            <a:spLocks noGrp="1"/>
          </p:cNvSpPr>
          <p:nvPr/>
        </p:nvSpPr>
        <p:spPr>
          <a:xfrm>
            <a:off x="7106701" y="57998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ED645"/>
          </a:solidFill>
          <a:ln w="5054">
            <a:solidFill>
              <a:srgbClr val="8ED645"/>
            </a:solidFill>
            <a:prstDash val="solid"/>
          </a:ln>
        </p:spPr>
      </p:sp>
      <p:sp>
        <p:nvSpPr>
          <p:cNvPr id="256" name="F4_paired_one_to_one_0p3_9133">
            <a:extLst>
              <a:ext uri="{FF2B5EF4-FFF2-40B4-BE49-F238E27FC236}">
                <a16:creationId xmlns:a16="http://schemas.microsoft.com/office/drawing/2014/main" id="{A3A393BC-54A5-43F1-B7F9-11CA45528058}"/>
              </a:ext>
            </a:extLst>
          </p:cNvPr>
          <p:cNvSpPr>
            <a:spLocks noGrp="1"/>
          </p:cNvSpPr>
          <p:nvPr/>
        </p:nvSpPr>
        <p:spPr>
          <a:xfrm>
            <a:off x="7106701" y="578029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BD646"/>
          </a:solidFill>
          <a:ln w="5054">
            <a:solidFill>
              <a:srgbClr val="8BD646"/>
            </a:solidFill>
            <a:prstDash val="solid"/>
          </a:ln>
        </p:spPr>
      </p:sp>
      <p:sp>
        <p:nvSpPr>
          <p:cNvPr id="257" name="F4_paired_one_to_one_0p3_9134">
            <a:extLst>
              <a:ext uri="{FF2B5EF4-FFF2-40B4-BE49-F238E27FC236}">
                <a16:creationId xmlns:a16="http://schemas.microsoft.com/office/drawing/2014/main" id="{DCC3D747-054D-4015-BA43-733A8DD59875}"/>
              </a:ext>
            </a:extLst>
          </p:cNvPr>
          <p:cNvSpPr>
            <a:spLocks noGrp="1"/>
          </p:cNvSpPr>
          <p:nvPr/>
        </p:nvSpPr>
        <p:spPr>
          <a:xfrm>
            <a:off x="7106701" y="576074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9D548"/>
          </a:solidFill>
          <a:ln w="5054">
            <a:solidFill>
              <a:srgbClr val="89D548"/>
            </a:solidFill>
            <a:prstDash val="solid"/>
          </a:ln>
        </p:spPr>
      </p:sp>
      <p:sp>
        <p:nvSpPr>
          <p:cNvPr id="258" name="F4_paired_one_to_one_0p3_9135">
            <a:extLst>
              <a:ext uri="{FF2B5EF4-FFF2-40B4-BE49-F238E27FC236}">
                <a16:creationId xmlns:a16="http://schemas.microsoft.com/office/drawing/2014/main" id="{C20DB864-A2DA-48B1-839E-104EF414174C}"/>
              </a:ext>
            </a:extLst>
          </p:cNvPr>
          <p:cNvSpPr>
            <a:spLocks noGrp="1"/>
          </p:cNvSpPr>
          <p:nvPr/>
        </p:nvSpPr>
        <p:spPr>
          <a:xfrm>
            <a:off x="7106701" y="57411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6D549"/>
          </a:solidFill>
          <a:ln w="5054">
            <a:solidFill>
              <a:srgbClr val="86D549"/>
            </a:solidFill>
            <a:prstDash val="solid"/>
          </a:ln>
        </p:spPr>
      </p:sp>
      <p:sp>
        <p:nvSpPr>
          <p:cNvPr id="259" name="F4_paired_one_to_one_0p3_9136">
            <a:extLst>
              <a:ext uri="{FF2B5EF4-FFF2-40B4-BE49-F238E27FC236}">
                <a16:creationId xmlns:a16="http://schemas.microsoft.com/office/drawing/2014/main" id="{96C97663-A7E5-40AA-BF7F-B8CBEA8A3349}"/>
              </a:ext>
            </a:extLst>
          </p:cNvPr>
          <p:cNvSpPr>
            <a:spLocks noGrp="1"/>
          </p:cNvSpPr>
          <p:nvPr/>
        </p:nvSpPr>
        <p:spPr>
          <a:xfrm>
            <a:off x="7106701" y="57216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4D44B"/>
          </a:solidFill>
          <a:ln w="5054">
            <a:solidFill>
              <a:srgbClr val="84D44B"/>
            </a:solidFill>
            <a:prstDash val="solid"/>
          </a:ln>
        </p:spPr>
      </p:sp>
      <p:sp>
        <p:nvSpPr>
          <p:cNvPr id="260" name="F4_paired_one_to_one_0p3_9137">
            <a:extLst>
              <a:ext uri="{FF2B5EF4-FFF2-40B4-BE49-F238E27FC236}">
                <a16:creationId xmlns:a16="http://schemas.microsoft.com/office/drawing/2014/main" id="{78423675-C1ED-4A09-9F9C-2D0EFF152D2B}"/>
              </a:ext>
            </a:extLst>
          </p:cNvPr>
          <p:cNvSpPr>
            <a:spLocks noGrp="1"/>
          </p:cNvSpPr>
          <p:nvPr/>
        </p:nvSpPr>
        <p:spPr>
          <a:xfrm>
            <a:off x="7106701" y="57020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81D34D"/>
          </a:solidFill>
          <a:ln w="5054">
            <a:solidFill>
              <a:srgbClr val="81D34D"/>
            </a:solidFill>
            <a:prstDash val="solid"/>
          </a:ln>
        </p:spPr>
      </p:sp>
      <p:sp>
        <p:nvSpPr>
          <p:cNvPr id="261" name="F4_paired_one_to_one_0p3_9138">
            <a:extLst>
              <a:ext uri="{FF2B5EF4-FFF2-40B4-BE49-F238E27FC236}">
                <a16:creationId xmlns:a16="http://schemas.microsoft.com/office/drawing/2014/main" id="{DF25F82C-03EC-409B-9DBC-6A7D35C48872}"/>
              </a:ext>
            </a:extLst>
          </p:cNvPr>
          <p:cNvSpPr>
            <a:spLocks noGrp="1"/>
          </p:cNvSpPr>
          <p:nvPr/>
        </p:nvSpPr>
        <p:spPr>
          <a:xfrm>
            <a:off x="7106701" y="56825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FD34E"/>
          </a:solidFill>
          <a:ln w="5054">
            <a:solidFill>
              <a:srgbClr val="7FD34E"/>
            </a:solidFill>
            <a:prstDash val="solid"/>
          </a:ln>
        </p:spPr>
      </p:sp>
      <p:sp>
        <p:nvSpPr>
          <p:cNvPr id="262" name="F4_paired_one_to_one_0p3_9139">
            <a:extLst>
              <a:ext uri="{FF2B5EF4-FFF2-40B4-BE49-F238E27FC236}">
                <a16:creationId xmlns:a16="http://schemas.microsoft.com/office/drawing/2014/main" id="{4BF3D18A-28CA-4E8E-9676-4906CB5B50AF}"/>
              </a:ext>
            </a:extLst>
          </p:cNvPr>
          <p:cNvSpPr>
            <a:spLocks noGrp="1"/>
          </p:cNvSpPr>
          <p:nvPr/>
        </p:nvSpPr>
        <p:spPr>
          <a:xfrm>
            <a:off x="7106701" y="566299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CD250"/>
          </a:solidFill>
          <a:ln w="5054">
            <a:solidFill>
              <a:srgbClr val="7CD250"/>
            </a:solidFill>
            <a:prstDash val="solid"/>
          </a:ln>
        </p:spPr>
      </p:sp>
      <p:sp>
        <p:nvSpPr>
          <p:cNvPr id="263" name="F4_paired_one_to_one_0p3_9140">
            <a:extLst>
              <a:ext uri="{FF2B5EF4-FFF2-40B4-BE49-F238E27FC236}">
                <a16:creationId xmlns:a16="http://schemas.microsoft.com/office/drawing/2014/main" id="{EA40D213-6B8E-4740-84B1-B30DCD0316CE}"/>
              </a:ext>
            </a:extLst>
          </p:cNvPr>
          <p:cNvSpPr>
            <a:spLocks noGrp="1"/>
          </p:cNvSpPr>
          <p:nvPr/>
        </p:nvSpPr>
        <p:spPr>
          <a:xfrm>
            <a:off x="7106701" y="564344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AD151"/>
          </a:solidFill>
          <a:ln w="5054">
            <a:solidFill>
              <a:srgbClr val="7AD151"/>
            </a:solidFill>
            <a:prstDash val="solid"/>
          </a:ln>
        </p:spPr>
      </p:sp>
      <p:sp>
        <p:nvSpPr>
          <p:cNvPr id="264" name="F4_paired_one_to_one_0p3_9141">
            <a:extLst>
              <a:ext uri="{FF2B5EF4-FFF2-40B4-BE49-F238E27FC236}">
                <a16:creationId xmlns:a16="http://schemas.microsoft.com/office/drawing/2014/main" id="{38BEA05A-6ED7-44E2-B93F-E9C5C27340D3}"/>
              </a:ext>
            </a:extLst>
          </p:cNvPr>
          <p:cNvSpPr>
            <a:spLocks noGrp="1"/>
          </p:cNvSpPr>
          <p:nvPr/>
        </p:nvSpPr>
        <p:spPr>
          <a:xfrm>
            <a:off x="7106701" y="56239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7D153"/>
          </a:solidFill>
          <a:ln w="5054">
            <a:solidFill>
              <a:srgbClr val="77D153"/>
            </a:solidFill>
            <a:prstDash val="solid"/>
          </a:ln>
        </p:spPr>
      </p:sp>
      <p:sp>
        <p:nvSpPr>
          <p:cNvPr id="265" name="F4_paired_one_to_one_0p3_9142">
            <a:extLst>
              <a:ext uri="{FF2B5EF4-FFF2-40B4-BE49-F238E27FC236}">
                <a16:creationId xmlns:a16="http://schemas.microsoft.com/office/drawing/2014/main" id="{6AC4852C-E3AB-4FED-A475-A91D8EB7B7C2}"/>
              </a:ext>
            </a:extLst>
          </p:cNvPr>
          <p:cNvSpPr>
            <a:spLocks noGrp="1"/>
          </p:cNvSpPr>
          <p:nvPr/>
        </p:nvSpPr>
        <p:spPr>
          <a:xfrm>
            <a:off x="7106701" y="56043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5D054"/>
          </a:solidFill>
          <a:ln w="5054">
            <a:solidFill>
              <a:srgbClr val="75D054"/>
            </a:solidFill>
            <a:prstDash val="solid"/>
          </a:ln>
        </p:spPr>
      </p:sp>
      <p:sp>
        <p:nvSpPr>
          <p:cNvPr id="266" name="F4_paired_one_to_one_0p3_9143">
            <a:extLst>
              <a:ext uri="{FF2B5EF4-FFF2-40B4-BE49-F238E27FC236}">
                <a16:creationId xmlns:a16="http://schemas.microsoft.com/office/drawing/2014/main" id="{909AC0BB-37D2-4AFD-AC14-871B49703212}"/>
              </a:ext>
            </a:extLst>
          </p:cNvPr>
          <p:cNvSpPr>
            <a:spLocks noGrp="1"/>
          </p:cNvSpPr>
          <p:nvPr/>
        </p:nvSpPr>
        <p:spPr>
          <a:xfrm>
            <a:off x="7106701" y="55848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3D056"/>
          </a:solidFill>
          <a:ln w="5054">
            <a:solidFill>
              <a:srgbClr val="73D056"/>
            </a:solidFill>
            <a:prstDash val="solid"/>
          </a:ln>
        </p:spPr>
      </p:sp>
      <p:sp>
        <p:nvSpPr>
          <p:cNvPr id="267" name="F4_paired_one_to_one_0p3_9144">
            <a:extLst>
              <a:ext uri="{FF2B5EF4-FFF2-40B4-BE49-F238E27FC236}">
                <a16:creationId xmlns:a16="http://schemas.microsoft.com/office/drawing/2014/main" id="{CE6F8ECB-F955-4A49-8E80-337B6769F72E}"/>
              </a:ext>
            </a:extLst>
          </p:cNvPr>
          <p:cNvSpPr>
            <a:spLocks noGrp="1"/>
          </p:cNvSpPr>
          <p:nvPr/>
        </p:nvSpPr>
        <p:spPr>
          <a:xfrm>
            <a:off x="7106701" y="55652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70CF57"/>
          </a:solidFill>
          <a:ln w="5054">
            <a:solidFill>
              <a:srgbClr val="70CF57"/>
            </a:solidFill>
            <a:prstDash val="solid"/>
          </a:ln>
        </p:spPr>
      </p:sp>
      <p:sp>
        <p:nvSpPr>
          <p:cNvPr id="268" name="F4_paired_one_to_one_0p3_9145">
            <a:extLst>
              <a:ext uri="{FF2B5EF4-FFF2-40B4-BE49-F238E27FC236}">
                <a16:creationId xmlns:a16="http://schemas.microsoft.com/office/drawing/2014/main" id="{F9BF6DB8-34DB-46E6-B14E-F284332F9F3A}"/>
              </a:ext>
            </a:extLst>
          </p:cNvPr>
          <p:cNvSpPr>
            <a:spLocks noGrp="1"/>
          </p:cNvSpPr>
          <p:nvPr/>
        </p:nvSpPr>
        <p:spPr>
          <a:xfrm>
            <a:off x="7106701" y="554570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ECE58"/>
          </a:solidFill>
          <a:ln w="5054">
            <a:solidFill>
              <a:srgbClr val="6ECE58"/>
            </a:solidFill>
            <a:prstDash val="solid"/>
          </a:ln>
        </p:spPr>
      </p:sp>
      <p:sp>
        <p:nvSpPr>
          <p:cNvPr id="269" name="F4_paired_one_to_one_0p3_9146">
            <a:extLst>
              <a:ext uri="{FF2B5EF4-FFF2-40B4-BE49-F238E27FC236}">
                <a16:creationId xmlns:a16="http://schemas.microsoft.com/office/drawing/2014/main" id="{4EA6F089-89DF-49FA-8470-63CB87399718}"/>
              </a:ext>
            </a:extLst>
          </p:cNvPr>
          <p:cNvSpPr>
            <a:spLocks noGrp="1"/>
          </p:cNvSpPr>
          <p:nvPr/>
        </p:nvSpPr>
        <p:spPr>
          <a:xfrm>
            <a:off x="7106701" y="552615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CCD5A"/>
          </a:solidFill>
          <a:ln w="5054">
            <a:solidFill>
              <a:srgbClr val="6CCD5A"/>
            </a:solidFill>
            <a:prstDash val="solid"/>
          </a:ln>
        </p:spPr>
      </p:sp>
      <p:sp>
        <p:nvSpPr>
          <p:cNvPr id="270" name="F4_paired_one_to_one_0p3_9147">
            <a:extLst>
              <a:ext uri="{FF2B5EF4-FFF2-40B4-BE49-F238E27FC236}">
                <a16:creationId xmlns:a16="http://schemas.microsoft.com/office/drawing/2014/main" id="{D2EFCFFB-E35F-465F-8FD1-035EE1A1F601}"/>
              </a:ext>
            </a:extLst>
          </p:cNvPr>
          <p:cNvSpPr>
            <a:spLocks noGrp="1"/>
          </p:cNvSpPr>
          <p:nvPr/>
        </p:nvSpPr>
        <p:spPr>
          <a:xfrm>
            <a:off x="7106701" y="55066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9CD5B"/>
          </a:solidFill>
          <a:ln w="5054">
            <a:solidFill>
              <a:srgbClr val="69CD5B"/>
            </a:solidFill>
            <a:prstDash val="solid"/>
          </a:ln>
        </p:spPr>
      </p:sp>
      <p:sp>
        <p:nvSpPr>
          <p:cNvPr id="271" name="F4_paired_one_to_one_0p3_9148">
            <a:extLst>
              <a:ext uri="{FF2B5EF4-FFF2-40B4-BE49-F238E27FC236}">
                <a16:creationId xmlns:a16="http://schemas.microsoft.com/office/drawing/2014/main" id="{EF70645D-53AC-4E4D-9527-3462AECB961F}"/>
              </a:ext>
            </a:extLst>
          </p:cNvPr>
          <p:cNvSpPr>
            <a:spLocks noGrp="1"/>
          </p:cNvSpPr>
          <p:nvPr/>
        </p:nvSpPr>
        <p:spPr>
          <a:xfrm>
            <a:off x="7106701" y="54870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7CC5C"/>
          </a:solidFill>
          <a:ln w="5054">
            <a:solidFill>
              <a:srgbClr val="67CC5C"/>
            </a:solidFill>
            <a:prstDash val="solid"/>
          </a:ln>
        </p:spPr>
      </p:sp>
      <p:sp>
        <p:nvSpPr>
          <p:cNvPr id="272" name="F4_paired_one_to_one_0p3_9149">
            <a:extLst>
              <a:ext uri="{FF2B5EF4-FFF2-40B4-BE49-F238E27FC236}">
                <a16:creationId xmlns:a16="http://schemas.microsoft.com/office/drawing/2014/main" id="{AB5EFD7C-AB9F-4C22-974B-83B25EBD1835}"/>
              </a:ext>
            </a:extLst>
          </p:cNvPr>
          <p:cNvSpPr>
            <a:spLocks noGrp="1"/>
          </p:cNvSpPr>
          <p:nvPr/>
        </p:nvSpPr>
        <p:spPr>
          <a:xfrm>
            <a:off x="7106701" y="54675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5CB5E"/>
          </a:solidFill>
          <a:ln w="5054">
            <a:solidFill>
              <a:srgbClr val="65CB5E"/>
            </a:solidFill>
            <a:prstDash val="solid"/>
          </a:ln>
        </p:spPr>
      </p:sp>
      <p:sp>
        <p:nvSpPr>
          <p:cNvPr id="273" name="F4_paired_one_to_one_0p3_9150">
            <a:extLst>
              <a:ext uri="{FF2B5EF4-FFF2-40B4-BE49-F238E27FC236}">
                <a16:creationId xmlns:a16="http://schemas.microsoft.com/office/drawing/2014/main" id="{4BE742A5-0B85-4ED0-B7C1-C9F43AB8D471}"/>
              </a:ext>
            </a:extLst>
          </p:cNvPr>
          <p:cNvSpPr>
            <a:spLocks noGrp="1"/>
          </p:cNvSpPr>
          <p:nvPr/>
        </p:nvSpPr>
        <p:spPr>
          <a:xfrm>
            <a:off x="7106701" y="544795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3CB5F"/>
          </a:solidFill>
          <a:ln w="5054">
            <a:solidFill>
              <a:srgbClr val="63CB5F"/>
            </a:solidFill>
            <a:prstDash val="solid"/>
          </a:ln>
        </p:spPr>
      </p:sp>
      <p:sp>
        <p:nvSpPr>
          <p:cNvPr id="274" name="F4_paired_one_to_one_0p3_9151">
            <a:extLst>
              <a:ext uri="{FF2B5EF4-FFF2-40B4-BE49-F238E27FC236}">
                <a16:creationId xmlns:a16="http://schemas.microsoft.com/office/drawing/2014/main" id="{8D4FBA86-7FB2-4EA2-ACE4-9094A78610DC}"/>
              </a:ext>
            </a:extLst>
          </p:cNvPr>
          <p:cNvSpPr>
            <a:spLocks noGrp="1"/>
          </p:cNvSpPr>
          <p:nvPr/>
        </p:nvSpPr>
        <p:spPr>
          <a:xfrm>
            <a:off x="7106701" y="542840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60CA60"/>
          </a:solidFill>
          <a:ln w="5054">
            <a:solidFill>
              <a:srgbClr val="60CA60"/>
            </a:solidFill>
            <a:prstDash val="solid"/>
          </a:ln>
        </p:spPr>
      </p:sp>
      <p:sp>
        <p:nvSpPr>
          <p:cNvPr id="275" name="F4_paired_one_to_one_0p3_9152">
            <a:extLst>
              <a:ext uri="{FF2B5EF4-FFF2-40B4-BE49-F238E27FC236}">
                <a16:creationId xmlns:a16="http://schemas.microsoft.com/office/drawing/2014/main" id="{F9D0CEE2-E640-40C8-BC3D-1D358E4E5393}"/>
              </a:ext>
            </a:extLst>
          </p:cNvPr>
          <p:cNvSpPr>
            <a:spLocks noGrp="1"/>
          </p:cNvSpPr>
          <p:nvPr/>
        </p:nvSpPr>
        <p:spPr>
          <a:xfrm>
            <a:off x="7106701" y="54088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EC962"/>
          </a:solidFill>
          <a:ln w="5054">
            <a:solidFill>
              <a:srgbClr val="5EC962"/>
            </a:solidFill>
            <a:prstDash val="solid"/>
          </a:ln>
        </p:spPr>
      </p:sp>
      <p:sp>
        <p:nvSpPr>
          <p:cNvPr id="276" name="F4_paired_one_to_one_0p3_9153">
            <a:extLst>
              <a:ext uri="{FF2B5EF4-FFF2-40B4-BE49-F238E27FC236}">
                <a16:creationId xmlns:a16="http://schemas.microsoft.com/office/drawing/2014/main" id="{A9085807-4F17-40FC-8060-E790B9844A9D}"/>
              </a:ext>
            </a:extLst>
          </p:cNvPr>
          <p:cNvSpPr>
            <a:spLocks noGrp="1"/>
          </p:cNvSpPr>
          <p:nvPr/>
        </p:nvSpPr>
        <p:spPr>
          <a:xfrm>
            <a:off x="7106701" y="53893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CC863"/>
          </a:solidFill>
          <a:ln w="5054">
            <a:solidFill>
              <a:srgbClr val="5CC863"/>
            </a:solidFill>
            <a:prstDash val="solid"/>
          </a:ln>
        </p:spPr>
      </p:sp>
      <p:sp>
        <p:nvSpPr>
          <p:cNvPr id="277" name="F4_paired_one_to_one_0p3_9154">
            <a:extLst>
              <a:ext uri="{FF2B5EF4-FFF2-40B4-BE49-F238E27FC236}">
                <a16:creationId xmlns:a16="http://schemas.microsoft.com/office/drawing/2014/main" id="{9B62CCF0-14E4-4659-89A7-004D6F62FF67}"/>
              </a:ext>
            </a:extLst>
          </p:cNvPr>
          <p:cNvSpPr>
            <a:spLocks noGrp="1"/>
          </p:cNvSpPr>
          <p:nvPr/>
        </p:nvSpPr>
        <p:spPr>
          <a:xfrm>
            <a:off x="7106701" y="53697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AC864"/>
          </a:solidFill>
          <a:ln w="5054">
            <a:solidFill>
              <a:srgbClr val="5AC864"/>
            </a:solidFill>
            <a:prstDash val="solid"/>
          </a:ln>
        </p:spPr>
      </p:sp>
      <p:sp>
        <p:nvSpPr>
          <p:cNvPr id="278" name="F4_paired_one_to_one_0p3_9155">
            <a:extLst>
              <a:ext uri="{FF2B5EF4-FFF2-40B4-BE49-F238E27FC236}">
                <a16:creationId xmlns:a16="http://schemas.microsoft.com/office/drawing/2014/main" id="{9AEA28D7-3534-4C9E-B94A-875B9E1CF5B3}"/>
              </a:ext>
            </a:extLst>
          </p:cNvPr>
          <p:cNvSpPr>
            <a:spLocks noGrp="1"/>
          </p:cNvSpPr>
          <p:nvPr/>
        </p:nvSpPr>
        <p:spPr>
          <a:xfrm>
            <a:off x="7106701" y="53502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8C765"/>
          </a:solidFill>
          <a:ln w="5054">
            <a:solidFill>
              <a:srgbClr val="58C765"/>
            </a:solidFill>
            <a:prstDash val="solid"/>
          </a:ln>
        </p:spPr>
      </p:sp>
      <p:sp>
        <p:nvSpPr>
          <p:cNvPr id="279" name="F4_paired_one_to_one_0p3_9156">
            <a:extLst>
              <a:ext uri="{FF2B5EF4-FFF2-40B4-BE49-F238E27FC236}">
                <a16:creationId xmlns:a16="http://schemas.microsoft.com/office/drawing/2014/main" id="{2ECDB2F6-FB56-4A36-97E5-CA1DEEE47022}"/>
              </a:ext>
            </a:extLst>
          </p:cNvPr>
          <p:cNvSpPr>
            <a:spLocks noGrp="1"/>
          </p:cNvSpPr>
          <p:nvPr/>
        </p:nvSpPr>
        <p:spPr>
          <a:xfrm>
            <a:off x="7106701" y="533065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6C667"/>
          </a:solidFill>
          <a:ln w="5054">
            <a:solidFill>
              <a:srgbClr val="56C667"/>
            </a:solidFill>
            <a:prstDash val="solid"/>
          </a:ln>
        </p:spPr>
      </p:sp>
      <p:sp>
        <p:nvSpPr>
          <p:cNvPr id="280" name="F4_paired_one_to_one_0p3_9157">
            <a:extLst>
              <a:ext uri="{FF2B5EF4-FFF2-40B4-BE49-F238E27FC236}">
                <a16:creationId xmlns:a16="http://schemas.microsoft.com/office/drawing/2014/main" id="{C0A6A5E7-67C8-4931-9216-B878CC00F72A}"/>
              </a:ext>
            </a:extLst>
          </p:cNvPr>
          <p:cNvSpPr>
            <a:spLocks noGrp="1"/>
          </p:cNvSpPr>
          <p:nvPr/>
        </p:nvSpPr>
        <p:spPr>
          <a:xfrm>
            <a:off x="7106701" y="531110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4C568"/>
          </a:solidFill>
          <a:ln w="5054">
            <a:solidFill>
              <a:srgbClr val="54C568"/>
            </a:solidFill>
            <a:prstDash val="solid"/>
          </a:ln>
        </p:spPr>
      </p:sp>
      <p:sp>
        <p:nvSpPr>
          <p:cNvPr id="281" name="F4_paired_one_to_one_0p3_9158">
            <a:extLst>
              <a:ext uri="{FF2B5EF4-FFF2-40B4-BE49-F238E27FC236}">
                <a16:creationId xmlns:a16="http://schemas.microsoft.com/office/drawing/2014/main" id="{CB2E372F-4B28-4CAA-88FB-37C2D57E7CC9}"/>
              </a:ext>
            </a:extLst>
          </p:cNvPr>
          <p:cNvSpPr>
            <a:spLocks noGrp="1"/>
          </p:cNvSpPr>
          <p:nvPr/>
        </p:nvSpPr>
        <p:spPr>
          <a:xfrm>
            <a:off x="7106701" y="52915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2C569"/>
          </a:solidFill>
          <a:ln w="5054">
            <a:solidFill>
              <a:srgbClr val="52C569"/>
            </a:solidFill>
            <a:prstDash val="solid"/>
          </a:ln>
        </p:spPr>
      </p:sp>
      <p:sp>
        <p:nvSpPr>
          <p:cNvPr id="282" name="F4_paired_one_to_one_0p3_9159">
            <a:extLst>
              <a:ext uri="{FF2B5EF4-FFF2-40B4-BE49-F238E27FC236}">
                <a16:creationId xmlns:a16="http://schemas.microsoft.com/office/drawing/2014/main" id="{263CAD7F-CFBE-4A9E-8F6D-DE02EAF06350}"/>
              </a:ext>
            </a:extLst>
          </p:cNvPr>
          <p:cNvSpPr>
            <a:spLocks noGrp="1"/>
          </p:cNvSpPr>
          <p:nvPr/>
        </p:nvSpPr>
        <p:spPr>
          <a:xfrm>
            <a:off x="7106701" y="52720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50C46A"/>
          </a:solidFill>
          <a:ln w="5054">
            <a:solidFill>
              <a:srgbClr val="50C46A"/>
            </a:solidFill>
            <a:prstDash val="solid"/>
          </a:ln>
        </p:spPr>
      </p:sp>
      <p:sp>
        <p:nvSpPr>
          <p:cNvPr id="283" name="F4_paired_one_to_one_0p3_9160">
            <a:extLst>
              <a:ext uri="{FF2B5EF4-FFF2-40B4-BE49-F238E27FC236}">
                <a16:creationId xmlns:a16="http://schemas.microsoft.com/office/drawing/2014/main" id="{139B3061-3F0D-448E-AF29-727EABBF5F44}"/>
              </a:ext>
            </a:extLst>
          </p:cNvPr>
          <p:cNvSpPr>
            <a:spLocks noGrp="1"/>
          </p:cNvSpPr>
          <p:nvPr/>
        </p:nvSpPr>
        <p:spPr>
          <a:xfrm>
            <a:off x="7106701" y="52524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EC36B"/>
          </a:solidFill>
          <a:ln w="5054">
            <a:solidFill>
              <a:srgbClr val="4EC36B"/>
            </a:solidFill>
            <a:prstDash val="solid"/>
          </a:ln>
        </p:spPr>
      </p:sp>
      <p:sp>
        <p:nvSpPr>
          <p:cNvPr id="284" name="F4_paired_one_to_one_0p3_9161">
            <a:extLst>
              <a:ext uri="{FF2B5EF4-FFF2-40B4-BE49-F238E27FC236}">
                <a16:creationId xmlns:a16="http://schemas.microsoft.com/office/drawing/2014/main" id="{2253FF4B-7B6E-42DB-94C9-49ACFE3179B0}"/>
              </a:ext>
            </a:extLst>
          </p:cNvPr>
          <p:cNvSpPr>
            <a:spLocks noGrp="1"/>
          </p:cNvSpPr>
          <p:nvPr/>
        </p:nvSpPr>
        <p:spPr>
          <a:xfrm>
            <a:off x="7106701" y="52329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CC26C"/>
          </a:solidFill>
          <a:ln w="5054">
            <a:solidFill>
              <a:srgbClr val="4CC26C"/>
            </a:solidFill>
            <a:prstDash val="solid"/>
          </a:ln>
        </p:spPr>
      </p:sp>
      <p:sp>
        <p:nvSpPr>
          <p:cNvPr id="285" name="F4_paired_one_to_one_0p3_9162">
            <a:extLst>
              <a:ext uri="{FF2B5EF4-FFF2-40B4-BE49-F238E27FC236}">
                <a16:creationId xmlns:a16="http://schemas.microsoft.com/office/drawing/2014/main" id="{6D3A05DC-6FEA-4D35-A13C-FBDB090E27D0}"/>
              </a:ext>
            </a:extLst>
          </p:cNvPr>
          <p:cNvSpPr>
            <a:spLocks noGrp="1"/>
          </p:cNvSpPr>
          <p:nvPr/>
        </p:nvSpPr>
        <p:spPr>
          <a:xfrm>
            <a:off x="7106701" y="521335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AC16D"/>
          </a:solidFill>
          <a:ln w="5054">
            <a:solidFill>
              <a:srgbClr val="4AC16D"/>
            </a:solidFill>
            <a:prstDash val="solid"/>
          </a:ln>
        </p:spPr>
      </p:sp>
      <p:sp>
        <p:nvSpPr>
          <p:cNvPr id="286" name="F4_paired_one_to_one_0p3_9163">
            <a:extLst>
              <a:ext uri="{FF2B5EF4-FFF2-40B4-BE49-F238E27FC236}">
                <a16:creationId xmlns:a16="http://schemas.microsoft.com/office/drawing/2014/main" id="{7BDE048C-9F9C-42D8-8374-87CBE8034DD1}"/>
              </a:ext>
            </a:extLst>
          </p:cNvPr>
          <p:cNvSpPr>
            <a:spLocks noGrp="1"/>
          </p:cNvSpPr>
          <p:nvPr/>
        </p:nvSpPr>
        <p:spPr>
          <a:xfrm>
            <a:off x="7106701" y="519380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C16E"/>
          </a:solidFill>
          <a:ln w="5054">
            <a:solidFill>
              <a:srgbClr val="48C16E"/>
            </a:solidFill>
            <a:prstDash val="solid"/>
          </a:ln>
        </p:spPr>
      </p:sp>
      <p:sp>
        <p:nvSpPr>
          <p:cNvPr id="287" name="F4_paired_one_to_one_0p3_9164">
            <a:extLst>
              <a:ext uri="{FF2B5EF4-FFF2-40B4-BE49-F238E27FC236}">
                <a16:creationId xmlns:a16="http://schemas.microsoft.com/office/drawing/2014/main" id="{746FAB63-B262-423D-BEC4-C53D887ABB9E}"/>
              </a:ext>
            </a:extLst>
          </p:cNvPr>
          <p:cNvSpPr>
            <a:spLocks noGrp="1"/>
          </p:cNvSpPr>
          <p:nvPr/>
        </p:nvSpPr>
        <p:spPr>
          <a:xfrm>
            <a:off x="7106701" y="51742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C06F"/>
          </a:solidFill>
          <a:ln w="5054">
            <a:solidFill>
              <a:srgbClr val="46C06F"/>
            </a:solidFill>
            <a:prstDash val="solid"/>
          </a:ln>
        </p:spPr>
      </p:sp>
      <p:sp>
        <p:nvSpPr>
          <p:cNvPr id="288" name="F4_paired_one_to_one_0p3_9165">
            <a:extLst>
              <a:ext uri="{FF2B5EF4-FFF2-40B4-BE49-F238E27FC236}">
                <a16:creationId xmlns:a16="http://schemas.microsoft.com/office/drawing/2014/main" id="{9A5A66CE-AA5E-44E6-BCE6-E0183541A616}"/>
              </a:ext>
            </a:extLst>
          </p:cNvPr>
          <p:cNvSpPr>
            <a:spLocks noGrp="1"/>
          </p:cNvSpPr>
          <p:nvPr/>
        </p:nvSpPr>
        <p:spPr>
          <a:xfrm>
            <a:off x="7106701" y="51547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BF70"/>
          </a:solidFill>
          <a:ln w="5054">
            <a:solidFill>
              <a:srgbClr val="44BF70"/>
            </a:solidFill>
            <a:prstDash val="solid"/>
          </a:ln>
        </p:spPr>
      </p:sp>
      <p:sp>
        <p:nvSpPr>
          <p:cNvPr id="289" name="F4_paired_one_to_one_0p3_9166">
            <a:extLst>
              <a:ext uri="{FF2B5EF4-FFF2-40B4-BE49-F238E27FC236}">
                <a16:creationId xmlns:a16="http://schemas.microsoft.com/office/drawing/2014/main" id="{0925CE06-CA0B-4C35-A62D-9ECF041E8AF5}"/>
              </a:ext>
            </a:extLst>
          </p:cNvPr>
          <p:cNvSpPr>
            <a:spLocks noGrp="1"/>
          </p:cNvSpPr>
          <p:nvPr/>
        </p:nvSpPr>
        <p:spPr>
          <a:xfrm>
            <a:off x="7106701" y="51351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BE71"/>
          </a:solidFill>
          <a:ln w="5054">
            <a:solidFill>
              <a:srgbClr val="42BE71"/>
            </a:solidFill>
            <a:prstDash val="solid"/>
          </a:ln>
        </p:spPr>
      </p:sp>
      <p:sp>
        <p:nvSpPr>
          <p:cNvPr id="290" name="F4_paired_one_to_one_0p3_9167">
            <a:extLst>
              <a:ext uri="{FF2B5EF4-FFF2-40B4-BE49-F238E27FC236}">
                <a16:creationId xmlns:a16="http://schemas.microsoft.com/office/drawing/2014/main" id="{B73C76B2-26BC-4DED-B8B3-9A352445E4FA}"/>
              </a:ext>
            </a:extLst>
          </p:cNvPr>
          <p:cNvSpPr>
            <a:spLocks noGrp="1"/>
          </p:cNvSpPr>
          <p:nvPr/>
        </p:nvSpPr>
        <p:spPr>
          <a:xfrm>
            <a:off x="7106701" y="51156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BD72"/>
          </a:solidFill>
          <a:ln w="5054">
            <a:solidFill>
              <a:srgbClr val="40BD72"/>
            </a:solidFill>
            <a:prstDash val="solid"/>
          </a:ln>
        </p:spPr>
      </p:sp>
      <p:sp>
        <p:nvSpPr>
          <p:cNvPr id="291" name="F4_paired_one_to_one_0p3_9168">
            <a:extLst>
              <a:ext uri="{FF2B5EF4-FFF2-40B4-BE49-F238E27FC236}">
                <a16:creationId xmlns:a16="http://schemas.microsoft.com/office/drawing/2014/main" id="{BFA4268B-D221-4B5C-BF43-7476F7C2AC1B}"/>
              </a:ext>
            </a:extLst>
          </p:cNvPr>
          <p:cNvSpPr>
            <a:spLocks noGrp="1"/>
          </p:cNvSpPr>
          <p:nvPr/>
        </p:nvSpPr>
        <p:spPr>
          <a:xfrm>
            <a:off x="7106701" y="509605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BC73"/>
          </a:solidFill>
          <a:ln w="5054">
            <a:solidFill>
              <a:srgbClr val="3FBC73"/>
            </a:solidFill>
            <a:prstDash val="solid"/>
          </a:ln>
        </p:spPr>
      </p:sp>
      <p:sp>
        <p:nvSpPr>
          <p:cNvPr id="292" name="F4_paired_one_to_one_0p3_9169">
            <a:extLst>
              <a:ext uri="{FF2B5EF4-FFF2-40B4-BE49-F238E27FC236}">
                <a16:creationId xmlns:a16="http://schemas.microsoft.com/office/drawing/2014/main" id="{0509F556-CBB7-466F-97FE-22E268A16B4A}"/>
              </a:ext>
            </a:extLst>
          </p:cNvPr>
          <p:cNvSpPr>
            <a:spLocks noGrp="1"/>
          </p:cNvSpPr>
          <p:nvPr/>
        </p:nvSpPr>
        <p:spPr>
          <a:xfrm>
            <a:off x="7106701" y="507650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BC74"/>
          </a:solidFill>
          <a:ln w="5054">
            <a:solidFill>
              <a:srgbClr val="3DBC74"/>
            </a:solidFill>
            <a:prstDash val="solid"/>
          </a:ln>
        </p:spPr>
      </p:sp>
      <p:sp>
        <p:nvSpPr>
          <p:cNvPr id="293" name="F4_paired_one_to_one_0p3_9170">
            <a:extLst>
              <a:ext uri="{FF2B5EF4-FFF2-40B4-BE49-F238E27FC236}">
                <a16:creationId xmlns:a16="http://schemas.microsoft.com/office/drawing/2014/main" id="{EE531A1B-C4E3-44F2-BE1C-F07A70F3A901}"/>
              </a:ext>
            </a:extLst>
          </p:cNvPr>
          <p:cNvSpPr>
            <a:spLocks noGrp="1"/>
          </p:cNvSpPr>
          <p:nvPr/>
        </p:nvSpPr>
        <p:spPr>
          <a:xfrm>
            <a:off x="7106701" y="50569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BB75"/>
          </a:solidFill>
          <a:ln w="5054">
            <a:solidFill>
              <a:srgbClr val="3BBB75"/>
            </a:solidFill>
            <a:prstDash val="solid"/>
          </a:ln>
        </p:spPr>
      </p:sp>
      <p:sp>
        <p:nvSpPr>
          <p:cNvPr id="294" name="F4_paired_one_to_one_0p3_9171">
            <a:extLst>
              <a:ext uri="{FF2B5EF4-FFF2-40B4-BE49-F238E27FC236}">
                <a16:creationId xmlns:a16="http://schemas.microsoft.com/office/drawing/2014/main" id="{EBE16A57-1F37-40D7-8AD0-CABC4A3A0E05}"/>
              </a:ext>
            </a:extLst>
          </p:cNvPr>
          <p:cNvSpPr>
            <a:spLocks noGrp="1"/>
          </p:cNvSpPr>
          <p:nvPr/>
        </p:nvSpPr>
        <p:spPr>
          <a:xfrm>
            <a:off x="7106701" y="50374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BA76"/>
          </a:solidFill>
          <a:ln w="5054">
            <a:solidFill>
              <a:srgbClr val="3ABA76"/>
            </a:solidFill>
            <a:prstDash val="solid"/>
          </a:ln>
        </p:spPr>
      </p:sp>
      <p:sp>
        <p:nvSpPr>
          <p:cNvPr id="295" name="F4_paired_one_to_one_0p3_9172">
            <a:extLst>
              <a:ext uri="{FF2B5EF4-FFF2-40B4-BE49-F238E27FC236}">
                <a16:creationId xmlns:a16="http://schemas.microsoft.com/office/drawing/2014/main" id="{7CFEDA17-3A8C-494D-89C4-A33EC1911240}"/>
              </a:ext>
            </a:extLst>
          </p:cNvPr>
          <p:cNvSpPr>
            <a:spLocks noGrp="1"/>
          </p:cNvSpPr>
          <p:nvPr/>
        </p:nvSpPr>
        <p:spPr>
          <a:xfrm>
            <a:off x="7106701" y="50178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B977"/>
          </a:solidFill>
          <a:ln w="5054">
            <a:solidFill>
              <a:srgbClr val="38B977"/>
            </a:solidFill>
            <a:prstDash val="solid"/>
          </a:ln>
        </p:spPr>
      </p:sp>
      <p:sp>
        <p:nvSpPr>
          <p:cNvPr id="296" name="F4_paired_one_to_one_0p3_9173">
            <a:extLst>
              <a:ext uri="{FF2B5EF4-FFF2-40B4-BE49-F238E27FC236}">
                <a16:creationId xmlns:a16="http://schemas.microsoft.com/office/drawing/2014/main" id="{A8E22E05-56BB-4BB7-9D22-F575E6F544D0}"/>
              </a:ext>
            </a:extLst>
          </p:cNvPr>
          <p:cNvSpPr>
            <a:spLocks noGrp="1"/>
          </p:cNvSpPr>
          <p:nvPr/>
        </p:nvSpPr>
        <p:spPr>
          <a:xfrm>
            <a:off x="7106701" y="49983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B878"/>
          </a:solidFill>
          <a:ln w="5054">
            <a:solidFill>
              <a:srgbClr val="37B878"/>
            </a:solidFill>
            <a:prstDash val="solid"/>
          </a:ln>
        </p:spPr>
      </p:sp>
      <p:sp>
        <p:nvSpPr>
          <p:cNvPr id="297" name="F4_paired_one_to_one_0p3_9174">
            <a:extLst>
              <a:ext uri="{FF2B5EF4-FFF2-40B4-BE49-F238E27FC236}">
                <a16:creationId xmlns:a16="http://schemas.microsoft.com/office/drawing/2014/main" id="{2CC1F411-34CD-4B03-A1A9-A9C068042628}"/>
              </a:ext>
            </a:extLst>
          </p:cNvPr>
          <p:cNvSpPr>
            <a:spLocks noGrp="1"/>
          </p:cNvSpPr>
          <p:nvPr/>
        </p:nvSpPr>
        <p:spPr>
          <a:xfrm>
            <a:off x="7106701" y="497875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B779"/>
          </a:solidFill>
          <a:ln w="5054">
            <a:solidFill>
              <a:srgbClr val="35B779"/>
            </a:solidFill>
            <a:prstDash val="solid"/>
          </a:ln>
        </p:spPr>
      </p:sp>
      <p:sp>
        <p:nvSpPr>
          <p:cNvPr id="298" name="F4_paired_one_to_one_0p3_9175">
            <a:extLst>
              <a:ext uri="{FF2B5EF4-FFF2-40B4-BE49-F238E27FC236}">
                <a16:creationId xmlns:a16="http://schemas.microsoft.com/office/drawing/2014/main" id="{0DFB96B1-5F0A-4A22-96AB-C8B127BC29B4}"/>
              </a:ext>
            </a:extLst>
          </p:cNvPr>
          <p:cNvSpPr>
            <a:spLocks noGrp="1"/>
          </p:cNvSpPr>
          <p:nvPr/>
        </p:nvSpPr>
        <p:spPr>
          <a:xfrm>
            <a:off x="7106701" y="495920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B679"/>
          </a:solidFill>
          <a:ln w="5054">
            <a:solidFill>
              <a:srgbClr val="34B679"/>
            </a:solidFill>
            <a:prstDash val="solid"/>
          </a:ln>
        </p:spPr>
      </p:sp>
      <p:sp>
        <p:nvSpPr>
          <p:cNvPr id="299" name="F4_paired_one_to_one_0p3_9176">
            <a:extLst>
              <a:ext uri="{FF2B5EF4-FFF2-40B4-BE49-F238E27FC236}">
                <a16:creationId xmlns:a16="http://schemas.microsoft.com/office/drawing/2014/main" id="{3D0C5FDB-9ACA-4D9C-9EE4-04BA63A190CE}"/>
              </a:ext>
            </a:extLst>
          </p:cNvPr>
          <p:cNvSpPr>
            <a:spLocks noGrp="1"/>
          </p:cNvSpPr>
          <p:nvPr/>
        </p:nvSpPr>
        <p:spPr>
          <a:xfrm>
            <a:off x="7106701" y="49396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B67A"/>
          </a:solidFill>
          <a:ln w="5054">
            <a:solidFill>
              <a:srgbClr val="32B67A"/>
            </a:solidFill>
            <a:prstDash val="solid"/>
          </a:ln>
        </p:spPr>
      </p:sp>
      <p:sp>
        <p:nvSpPr>
          <p:cNvPr id="300" name="F4_paired_one_to_one_0p3_9177">
            <a:extLst>
              <a:ext uri="{FF2B5EF4-FFF2-40B4-BE49-F238E27FC236}">
                <a16:creationId xmlns:a16="http://schemas.microsoft.com/office/drawing/2014/main" id="{CA9EAC0D-CA5F-45D8-B60F-545562875246}"/>
              </a:ext>
            </a:extLst>
          </p:cNvPr>
          <p:cNvSpPr>
            <a:spLocks noGrp="1"/>
          </p:cNvSpPr>
          <p:nvPr/>
        </p:nvSpPr>
        <p:spPr>
          <a:xfrm>
            <a:off x="7106701" y="49201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B57B"/>
          </a:solidFill>
          <a:ln w="5054">
            <a:solidFill>
              <a:srgbClr val="31B57B"/>
            </a:solidFill>
            <a:prstDash val="solid"/>
          </a:ln>
        </p:spPr>
      </p:sp>
      <p:sp>
        <p:nvSpPr>
          <p:cNvPr id="301" name="F4_paired_one_to_one_0p3_9178">
            <a:extLst>
              <a:ext uri="{FF2B5EF4-FFF2-40B4-BE49-F238E27FC236}">
                <a16:creationId xmlns:a16="http://schemas.microsoft.com/office/drawing/2014/main" id="{6BCAC911-7741-48EB-BF89-FECFD3AAE49F}"/>
              </a:ext>
            </a:extLst>
          </p:cNvPr>
          <p:cNvSpPr>
            <a:spLocks noGrp="1"/>
          </p:cNvSpPr>
          <p:nvPr/>
        </p:nvSpPr>
        <p:spPr>
          <a:xfrm>
            <a:off x="7106701" y="49005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B47C"/>
          </a:solidFill>
          <a:ln w="5054">
            <a:solidFill>
              <a:srgbClr val="2FB47C"/>
            </a:solidFill>
            <a:prstDash val="solid"/>
          </a:ln>
        </p:spPr>
      </p:sp>
      <p:sp>
        <p:nvSpPr>
          <p:cNvPr id="302" name="F4_paired_one_to_one_0p3_9179">
            <a:extLst>
              <a:ext uri="{FF2B5EF4-FFF2-40B4-BE49-F238E27FC236}">
                <a16:creationId xmlns:a16="http://schemas.microsoft.com/office/drawing/2014/main" id="{2542796C-50A7-4602-BBC8-469A8E8EBE49}"/>
              </a:ext>
            </a:extLst>
          </p:cNvPr>
          <p:cNvSpPr>
            <a:spLocks noGrp="1"/>
          </p:cNvSpPr>
          <p:nvPr/>
        </p:nvSpPr>
        <p:spPr>
          <a:xfrm>
            <a:off x="7106701" y="488100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B37C"/>
          </a:solidFill>
          <a:ln w="5054">
            <a:solidFill>
              <a:srgbClr val="2EB37C"/>
            </a:solidFill>
            <a:prstDash val="solid"/>
          </a:ln>
        </p:spPr>
      </p:sp>
      <p:sp>
        <p:nvSpPr>
          <p:cNvPr id="303" name="F4_paired_one_to_one_0p3_9180">
            <a:extLst>
              <a:ext uri="{FF2B5EF4-FFF2-40B4-BE49-F238E27FC236}">
                <a16:creationId xmlns:a16="http://schemas.microsoft.com/office/drawing/2014/main" id="{3E88DD48-33A6-47F5-8D7A-0BB02D793EFD}"/>
              </a:ext>
            </a:extLst>
          </p:cNvPr>
          <p:cNvSpPr>
            <a:spLocks noGrp="1"/>
          </p:cNvSpPr>
          <p:nvPr/>
        </p:nvSpPr>
        <p:spPr>
          <a:xfrm>
            <a:off x="7106701" y="486145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B27D"/>
          </a:solidFill>
          <a:ln w="5054">
            <a:solidFill>
              <a:srgbClr val="2DB27D"/>
            </a:solidFill>
            <a:prstDash val="solid"/>
          </a:ln>
        </p:spPr>
      </p:sp>
      <p:sp>
        <p:nvSpPr>
          <p:cNvPr id="304" name="F4_paired_one_to_one_0p3_9181">
            <a:extLst>
              <a:ext uri="{FF2B5EF4-FFF2-40B4-BE49-F238E27FC236}">
                <a16:creationId xmlns:a16="http://schemas.microsoft.com/office/drawing/2014/main" id="{E0C7B977-AF72-4F93-9EE7-02C3EB589E2E}"/>
              </a:ext>
            </a:extLst>
          </p:cNvPr>
          <p:cNvSpPr>
            <a:spLocks noGrp="1"/>
          </p:cNvSpPr>
          <p:nvPr/>
        </p:nvSpPr>
        <p:spPr>
          <a:xfrm>
            <a:off x="7106701" y="48419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B17E"/>
          </a:solidFill>
          <a:ln w="5054">
            <a:solidFill>
              <a:srgbClr val="2CB17E"/>
            </a:solidFill>
            <a:prstDash val="solid"/>
          </a:ln>
        </p:spPr>
      </p:sp>
      <p:sp>
        <p:nvSpPr>
          <p:cNvPr id="305" name="F4_paired_one_to_one_0p3_9182">
            <a:extLst>
              <a:ext uri="{FF2B5EF4-FFF2-40B4-BE49-F238E27FC236}">
                <a16:creationId xmlns:a16="http://schemas.microsoft.com/office/drawing/2014/main" id="{9AFF0EFF-0CD8-46D4-A687-A8474BC84BD1}"/>
              </a:ext>
            </a:extLst>
          </p:cNvPr>
          <p:cNvSpPr>
            <a:spLocks noGrp="1"/>
          </p:cNvSpPr>
          <p:nvPr/>
        </p:nvSpPr>
        <p:spPr>
          <a:xfrm>
            <a:off x="7106701" y="48223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B07F"/>
          </a:solidFill>
          <a:ln w="5054">
            <a:solidFill>
              <a:srgbClr val="2AB07F"/>
            </a:solidFill>
            <a:prstDash val="solid"/>
          </a:ln>
        </p:spPr>
      </p:sp>
      <p:sp>
        <p:nvSpPr>
          <p:cNvPr id="306" name="F4_paired_one_to_one_0p3_9183">
            <a:extLst>
              <a:ext uri="{FF2B5EF4-FFF2-40B4-BE49-F238E27FC236}">
                <a16:creationId xmlns:a16="http://schemas.microsoft.com/office/drawing/2014/main" id="{7193DCE1-DE33-45DE-9B82-197235A1AB07}"/>
              </a:ext>
            </a:extLst>
          </p:cNvPr>
          <p:cNvSpPr>
            <a:spLocks noGrp="1"/>
          </p:cNvSpPr>
          <p:nvPr/>
        </p:nvSpPr>
        <p:spPr>
          <a:xfrm>
            <a:off x="7106701" y="48028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AF7F"/>
          </a:solidFill>
          <a:ln w="5054">
            <a:solidFill>
              <a:srgbClr val="29AF7F"/>
            </a:solidFill>
            <a:prstDash val="solid"/>
          </a:ln>
        </p:spPr>
      </p:sp>
      <p:sp>
        <p:nvSpPr>
          <p:cNvPr id="307" name="F4_paired_one_to_one_0p3_9184">
            <a:extLst>
              <a:ext uri="{FF2B5EF4-FFF2-40B4-BE49-F238E27FC236}">
                <a16:creationId xmlns:a16="http://schemas.microsoft.com/office/drawing/2014/main" id="{EDC91792-6B67-4A21-9EE2-0AF1745FF793}"/>
              </a:ext>
            </a:extLst>
          </p:cNvPr>
          <p:cNvSpPr>
            <a:spLocks noGrp="1"/>
          </p:cNvSpPr>
          <p:nvPr/>
        </p:nvSpPr>
        <p:spPr>
          <a:xfrm>
            <a:off x="7106701" y="47832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AE80"/>
          </a:solidFill>
          <a:ln w="5054">
            <a:solidFill>
              <a:srgbClr val="28AE80"/>
            </a:solidFill>
            <a:prstDash val="solid"/>
          </a:ln>
        </p:spPr>
      </p:sp>
      <p:sp>
        <p:nvSpPr>
          <p:cNvPr id="308" name="F4_paired_one_to_one_0p3_9185">
            <a:extLst>
              <a:ext uri="{FF2B5EF4-FFF2-40B4-BE49-F238E27FC236}">
                <a16:creationId xmlns:a16="http://schemas.microsoft.com/office/drawing/2014/main" id="{0C089217-07ED-45BD-A554-C975F94427C0}"/>
              </a:ext>
            </a:extLst>
          </p:cNvPr>
          <p:cNvSpPr>
            <a:spLocks noGrp="1"/>
          </p:cNvSpPr>
          <p:nvPr/>
        </p:nvSpPr>
        <p:spPr>
          <a:xfrm>
            <a:off x="7106701" y="476370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AD81"/>
          </a:solidFill>
          <a:ln w="5054">
            <a:solidFill>
              <a:srgbClr val="27AD81"/>
            </a:solidFill>
            <a:prstDash val="solid"/>
          </a:ln>
        </p:spPr>
      </p:sp>
      <p:sp>
        <p:nvSpPr>
          <p:cNvPr id="309" name="F4_paired_one_to_one_0p3_9186">
            <a:extLst>
              <a:ext uri="{FF2B5EF4-FFF2-40B4-BE49-F238E27FC236}">
                <a16:creationId xmlns:a16="http://schemas.microsoft.com/office/drawing/2014/main" id="{7CBEEE8B-FE6E-436A-A832-2FEF33386246}"/>
              </a:ext>
            </a:extLst>
          </p:cNvPr>
          <p:cNvSpPr>
            <a:spLocks noGrp="1"/>
          </p:cNvSpPr>
          <p:nvPr/>
        </p:nvSpPr>
        <p:spPr>
          <a:xfrm>
            <a:off x="7106701" y="474415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AD81"/>
          </a:solidFill>
          <a:ln w="5054">
            <a:solidFill>
              <a:srgbClr val="26AD81"/>
            </a:solidFill>
            <a:prstDash val="solid"/>
          </a:ln>
        </p:spPr>
      </p:sp>
      <p:sp>
        <p:nvSpPr>
          <p:cNvPr id="310" name="F4_paired_one_to_one_0p3_9187">
            <a:extLst>
              <a:ext uri="{FF2B5EF4-FFF2-40B4-BE49-F238E27FC236}">
                <a16:creationId xmlns:a16="http://schemas.microsoft.com/office/drawing/2014/main" id="{9FE06068-17FF-4A93-A58C-91159178DEF6}"/>
              </a:ext>
            </a:extLst>
          </p:cNvPr>
          <p:cNvSpPr>
            <a:spLocks noGrp="1"/>
          </p:cNvSpPr>
          <p:nvPr/>
        </p:nvSpPr>
        <p:spPr>
          <a:xfrm>
            <a:off x="7106701" y="47246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C82"/>
          </a:solidFill>
          <a:ln w="5054">
            <a:solidFill>
              <a:srgbClr val="25AC82"/>
            </a:solidFill>
            <a:prstDash val="solid"/>
          </a:ln>
        </p:spPr>
      </p:sp>
      <p:sp>
        <p:nvSpPr>
          <p:cNvPr id="311" name="F4_paired_one_to_one_0p3_9188">
            <a:extLst>
              <a:ext uri="{FF2B5EF4-FFF2-40B4-BE49-F238E27FC236}">
                <a16:creationId xmlns:a16="http://schemas.microsoft.com/office/drawing/2014/main" id="{B009B9D3-F6AA-4381-9957-AED95F73EF6E}"/>
              </a:ext>
            </a:extLst>
          </p:cNvPr>
          <p:cNvSpPr>
            <a:spLocks noGrp="1"/>
          </p:cNvSpPr>
          <p:nvPr/>
        </p:nvSpPr>
        <p:spPr>
          <a:xfrm>
            <a:off x="7106701" y="47050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AB82"/>
          </a:solidFill>
          <a:ln w="5054">
            <a:solidFill>
              <a:srgbClr val="25AB82"/>
            </a:solidFill>
            <a:prstDash val="solid"/>
          </a:ln>
        </p:spPr>
      </p:sp>
      <p:sp>
        <p:nvSpPr>
          <p:cNvPr id="312" name="F4_paired_one_to_one_0p3_9189">
            <a:extLst>
              <a:ext uri="{FF2B5EF4-FFF2-40B4-BE49-F238E27FC236}">
                <a16:creationId xmlns:a16="http://schemas.microsoft.com/office/drawing/2014/main" id="{F6CE9985-435F-4582-A92C-896C9CF37593}"/>
              </a:ext>
            </a:extLst>
          </p:cNvPr>
          <p:cNvSpPr>
            <a:spLocks noGrp="1"/>
          </p:cNvSpPr>
          <p:nvPr/>
        </p:nvSpPr>
        <p:spPr>
          <a:xfrm>
            <a:off x="7106701" y="46855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AA83"/>
          </a:solidFill>
          <a:ln w="5054">
            <a:solidFill>
              <a:srgbClr val="24AA83"/>
            </a:solidFill>
            <a:prstDash val="solid"/>
          </a:ln>
        </p:spPr>
      </p:sp>
      <p:sp>
        <p:nvSpPr>
          <p:cNvPr id="313" name="F4_paired_one_to_one_0p3_9190">
            <a:extLst>
              <a:ext uri="{FF2B5EF4-FFF2-40B4-BE49-F238E27FC236}">
                <a16:creationId xmlns:a16="http://schemas.microsoft.com/office/drawing/2014/main" id="{1180690A-9571-4DD1-99FE-709B944F28B1}"/>
              </a:ext>
            </a:extLst>
          </p:cNvPr>
          <p:cNvSpPr>
            <a:spLocks noGrp="1"/>
          </p:cNvSpPr>
          <p:nvPr/>
        </p:nvSpPr>
        <p:spPr>
          <a:xfrm>
            <a:off x="7106701" y="46659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A983"/>
          </a:solidFill>
          <a:ln w="5054">
            <a:solidFill>
              <a:srgbClr val="23A983"/>
            </a:solidFill>
            <a:prstDash val="solid"/>
          </a:ln>
        </p:spPr>
      </p:sp>
      <p:sp>
        <p:nvSpPr>
          <p:cNvPr id="314" name="F4_paired_one_to_one_0p3_9191">
            <a:extLst>
              <a:ext uri="{FF2B5EF4-FFF2-40B4-BE49-F238E27FC236}">
                <a16:creationId xmlns:a16="http://schemas.microsoft.com/office/drawing/2014/main" id="{1986F121-6156-4370-9A89-816AAD21A1A6}"/>
              </a:ext>
            </a:extLst>
          </p:cNvPr>
          <p:cNvSpPr>
            <a:spLocks noGrp="1"/>
          </p:cNvSpPr>
          <p:nvPr/>
        </p:nvSpPr>
        <p:spPr>
          <a:xfrm>
            <a:off x="7106701" y="464640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884"/>
          </a:solidFill>
          <a:ln w="5054">
            <a:solidFill>
              <a:srgbClr val="22A884"/>
            </a:solidFill>
            <a:prstDash val="solid"/>
          </a:ln>
        </p:spPr>
      </p:sp>
      <p:sp>
        <p:nvSpPr>
          <p:cNvPr id="315" name="F4_paired_one_to_one_0p3_9192">
            <a:extLst>
              <a:ext uri="{FF2B5EF4-FFF2-40B4-BE49-F238E27FC236}">
                <a16:creationId xmlns:a16="http://schemas.microsoft.com/office/drawing/2014/main" id="{477BEC61-0472-4ED8-ACFE-9F0FBF522214}"/>
              </a:ext>
            </a:extLst>
          </p:cNvPr>
          <p:cNvSpPr>
            <a:spLocks noGrp="1"/>
          </p:cNvSpPr>
          <p:nvPr/>
        </p:nvSpPr>
        <p:spPr>
          <a:xfrm>
            <a:off x="7106701" y="462685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A785"/>
          </a:solidFill>
          <a:ln w="5054">
            <a:solidFill>
              <a:srgbClr val="22A785"/>
            </a:solidFill>
            <a:prstDash val="solid"/>
          </a:ln>
        </p:spPr>
      </p:sp>
      <p:sp>
        <p:nvSpPr>
          <p:cNvPr id="316" name="F4_paired_one_to_one_0p3_9193">
            <a:extLst>
              <a:ext uri="{FF2B5EF4-FFF2-40B4-BE49-F238E27FC236}">
                <a16:creationId xmlns:a16="http://schemas.microsoft.com/office/drawing/2014/main" id="{AD7131CA-51F1-4347-8C36-77647ED43980}"/>
              </a:ext>
            </a:extLst>
          </p:cNvPr>
          <p:cNvSpPr>
            <a:spLocks noGrp="1"/>
          </p:cNvSpPr>
          <p:nvPr/>
        </p:nvSpPr>
        <p:spPr>
          <a:xfrm>
            <a:off x="7106701" y="46073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685"/>
          </a:solidFill>
          <a:ln w="5054">
            <a:solidFill>
              <a:srgbClr val="21A685"/>
            </a:solidFill>
            <a:prstDash val="solid"/>
          </a:ln>
        </p:spPr>
      </p:sp>
      <p:sp>
        <p:nvSpPr>
          <p:cNvPr id="317" name="F4_paired_one_to_one_0p3_9194">
            <a:extLst>
              <a:ext uri="{FF2B5EF4-FFF2-40B4-BE49-F238E27FC236}">
                <a16:creationId xmlns:a16="http://schemas.microsoft.com/office/drawing/2014/main" id="{DA567F69-28F9-4896-9C65-36231EE52180}"/>
              </a:ext>
            </a:extLst>
          </p:cNvPr>
          <p:cNvSpPr>
            <a:spLocks noGrp="1"/>
          </p:cNvSpPr>
          <p:nvPr/>
        </p:nvSpPr>
        <p:spPr>
          <a:xfrm>
            <a:off x="7106701" y="45877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A585"/>
          </a:solidFill>
          <a:ln w="5054">
            <a:solidFill>
              <a:srgbClr val="21A585"/>
            </a:solidFill>
            <a:prstDash val="solid"/>
          </a:ln>
        </p:spPr>
      </p:sp>
      <p:sp>
        <p:nvSpPr>
          <p:cNvPr id="318" name="F4_paired_one_to_one_0p3_9195">
            <a:extLst>
              <a:ext uri="{FF2B5EF4-FFF2-40B4-BE49-F238E27FC236}">
                <a16:creationId xmlns:a16="http://schemas.microsoft.com/office/drawing/2014/main" id="{B199277F-FA62-473E-8C1B-D285B359037F}"/>
              </a:ext>
            </a:extLst>
          </p:cNvPr>
          <p:cNvSpPr>
            <a:spLocks noGrp="1"/>
          </p:cNvSpPr>
          <p:nvPr/>
        </p:nvSpPr>
        <p:spPr>
          <a:xfrm>
            <a:off x="7106701" y="45682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486"/>
          </a:solidFill>
          <a:ln w="5054">
            <a:solidFill>
              <a:srgbClr val="20A486"/>
            </a:solidFill>
            <a:prstDash val="solid"/>
          </a:ln>
        </p:spPr>
      </p:sp>
      <p:sp>
        <p:nvSpPr>
          <p:cNvPr id="319" name="F4_paired_one_to_one_0p3_9196">
            <a:extLst>
              <a:ext uri="{FF2B5EF4-FFF2-40B4-BE49-F238E27FC236}">
                <a16:creationId xmlns:a16="http://schemas.microsoft.com/office/drawing/2014/main" id="{DAF945CA-BCE7-4C61-AA3D-BA977C2259AF}"/>
              </a:ext>
            </a:extLst>
          </p:cNvPr>
          <p:cNvSpPr>
            <a:spLocks noGrp="1"/>
          </p:cNvSpPr>
          <p:nvPr/>
        </p:nvSpPr>
        <p:spPr>
          <a:xfrm>
            <a:off x="7106701" y="45486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A386"/>
          </a:solidFill>
          <a:ln w="5054">
            <a:solidFill>
              <a:srgbClr val="20A386"/>
            </a:solidFill>
            <a:prstDash val="solid"/>
          </a:ln>
        </p:spPr>
      </p:sp>
      <p:sp>
        <p:nvSpPr>
          <p:cNvPr id="320" name="F4_paired_one_to_one_0p3_9197">
            <a:extLst>
              <a:ext uri="{FF2B5EF4-FFF2-40B4-BE49-F238E27FC236}">
                <a16:creationId xmlns:a16="http://schemas.microsoft.com/office/drawing/2014/main" id="{3396C135-56A0-487C-B17E-7E00A2F912E8}"/>
              </a:ext>
            </a:extLst>
          </p:cNvPr>
          <p:cNvSpPr>
            <a:spLocks noGrp="1"/>
          </p:cNvSpPr>
          <p:nvPr/>
        </p:nvSpPr>
        <p:spPr>
          <a:xfrm>
            <a:off x="7106701" y="452910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287"/>
          </a:solidFill>
          <a:ln w="5054">
            <a:solidFill>
              <a:srgbClr val="1FA287"/>
            </a:solidFill>
            <a:prstDash val="solid"/>
          </a:ln>
        </p:spPr>
      </p:sp>
      <p:sp>
        <p:nvSpPr>
          <p:cNvPr id="321" name="F4_paired_one_to_one_0p3_9198">
            <a:extLst>
              <a:ext uri="{FF2B5EF4-FFF2-40B4-BE49-F238E27FC236}">
                <a16:creationId xmlns:a16="http://schemas.microsoft.com/office/drawing/2014/main" id="{0C23B08F-3446-4D23-B883-A560C07D4AAC}"/>
              </a:ext>
            </a:extLst>
          </p:cNvPr>
          <p:cNvSpPr>
            <a:spLocks noGrp="1"/>
          </p:cNvSpPr>
          <p:nvPr/>
        </p:nvSpPr>
        <p:spPr>
          <a:xfrm>
            <a:off x="7106701" y="450955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7"/>
          </a:solidFill>
          <a:ln w="5054">
            <a:solidFill>
              <a:srgbClr val="1FA187"/>
            </a:solidFill>
            <a:prstDash val="solid"/>
          </a:ln>
        </p:spPr>
      </p:sp>
      <p:sp>
        <p:nvSpPr>
          <p:cNvPr id="322" name="F4_paired_one_to_one_0p3_9199">
            <a:extLst>
              <a:ext uri="{FF2B5EF4-FFF2-40B4-BE49-F238E27FC236}">
                <a16:creationId xmlns:a16="http://schemas.microsoft.com/office/drawing/2014/main" id="{F7BE8F6A-3014-4102-AAF5-6534C010629C}"/>
              </a:ext>
            </a:extLst>
          </p:cNvPr>
          <p:cNvSpPr>
            <a:spLocks noGrp="1"/>
          </p:cNvSpPr>
          <p:nvPr/>
        </p:nvSpPr>
        <p:spPr>
          <a:xfrm>
            <a:off x="7106701" y="44900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188"/>
          </a:solidFill>
          <a:ln w="5054">
            <a:solidFill>
              <a:srgbClr val="1FA188"/>
            </a:solidFill>
            <a:prstDash val="solid"/>
          </a:ln>
        </p:spPr>
      </p:sp>
      <p:sp>
        <p:nvSpPr>
          <p:cNvPr id="323" name="F4_paired_one_to_one_0p3_9200">
            <a:extLst>
              <a:ext uri="{FF2B5EF4-FFF2-40B4-BE49-F238E27FC236}">
                <a16:creationId xmlns:a16="http://schemas.microsoft.com/office/drawing/2014/main" id="{288AB06C-E654-43AD-B406-C5F6A6BA38DB}"/>
              </a:ext>
            </a:extLst>
          </p:cNvPr>
          <p:cNvSpPr>
            <a:spLocks noGrp="1"/>
          </p:cNvSpPr>
          <p:nvPr/>
        </p:nvSpPr>
        <p:spPr>
          <a:xfrm>
            <a:off x="7106701" y="44704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A088"/>
          </a:solidFill>
          <a:ln w="5054">
            <a:solidFill>
              <a:srgbClr val="1FA088"/>
            </a:solidFill>
            <a:prstDash val="solid"/>
          </a:ln>
        </p:spPr>
      </p:sp>
      <p:sp>
        <p:nvSpPr>
          <p:cNvPr id="324" name="F4_paired_one_to_one_0p3_9201">
            <a:extLst>
              <a:ext uri="{FF2B5EF4-FFF2-40B4-BE49-F238E27FC236}">
                <a16:creationId xmlns:a16="http://schemas.microsoft.com/office/drawing/2014/main" id="{D8833CEA-FD10-4D41-BDE5-65B810F61073}"/>
              </a:ext>
            </a:extLst>
          </p:cNvPr>
          <p:cNvSpPr>
            <a:spLocks noGrp="1"/>
          </p:cNvSpPr>
          <p:nvPr/>
        </p:nvSpPr>
        <p:spPr>
          <a:xfrm>
            <a:off x="7106701" y="44509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F88"/>
          </a:solidFill>
          <a:ln w="5054">
            <a:solidFill>
              <a:srgbClr val="1F9F88"/>
            </a:solidFill>
            <a:prstDash val="solid"/>
          </a:ln>
        </p:spPr>
      </p:sp>
      <p:sp>
        <p:nvSpPr>
          <p:cNvPr id="325" name="F4_paired_one_to_one_0p3_9202">
            <a:extLst>
              <a:ext uri="{FF2B5EF4-FFF2-40B4-BE49-F238E27FC236}">
                <a16:creationId xmlns:a16="http://schemas.microsoft.com/office/drawing/2014/main" id="{5D4FBD61-EEF8-4462-836D-FBA7C1E0A4B6}"/>
              </a:ext>
            </a:extLst>
          </p:cNvPr>
          <p:cNvSpPr>
            <a:spLocks noGrp="1"/>
          </p:cNvSpPr>
          <p:nvPr/>
        </p:nvSpPr>
        <p:spPr>
          <a:xfrm>
            <a:off x="7106701" y="44313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E89"/>
          </a:solidFill>
          <a:ln w="5054">
            <a:solidFill>
              <a:srgbClr val="1F9E89"/>
            </a:solidFill>
            <a:prstDash val="solid"/>
          </a:ln>
        </p:spPr>
      </p:sp>
      <p:sp>
        <p:nvSpPr>
          <p:cNvPr id="326" name="F4_paired_one_to_one_0p3_9203">
            <a:extLst>
              <a:ext uri="{FF2B5EF4-FFF2-40B4-BE49-F238E27FC236}">
                <a16:creationId xmlns:a16="http://schemas.microsoft.com/office/drawing/2014/main" id="{7D84A495-E837-4E10-9DD3-1E99882303ED}"/>
              </a:ext>
            </a:extLst>
          </p:cNvPr>
          <p:cNvSpPr>
            <a:spLocks noGrp="1"/>
          </p:cNvSpPr>
          <p:nvPr/>
        </p:nvSpPr>
        <p:spPr>
          <a:xfrm>
            <a:off x="7106701" y="441181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D89"/>
          </a:solidFill>
          <a:ln w="5054">
            <a:solidFill>
              <a:srgbClr val="1E9D89"/>
            </a:solidFill>
            <a:prstDash val="solid"/>
          </a:ln>
        </p:spPr>
      </p:sp>
      <p:sp>
        <p:nvSpPr>
          <p:cNvPr id="327" name="F4_paired_one_to_one_0p3_9204">
            <a:extLst>
              <a:ext uri="{FF2B5EF4-FFF2-40B4-BE49-F238E27FC236}">
                <a16:creationId xmlns:a16="http://schemas.microsoft.com/office/drawing/2014/main" id="{9C85B5CF-906C-4265-BA86-EA81B925EDAA}"/>
              </a:ext>
            </a:extLst>
          </p:cNvPr>
          <p:cNvSpPr>
            <a:spLocks noGrp="1"/>
          </p:cNvSpPr>
          <p:nvPr/>
        </p:nvSpPr>
        <p:spPr>
          <a:xfrm>
            <a:off x="7106701" y="439226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C89"/>
          </a:solidFill>
          <a:ln w="5054">
            <a:solidFill>
              <a:srgbClr val="1E9C89"/>
            </a:solidFill>
            <a:prstDash val="solid"/>
          </a:ln>
        </p:spPr>
      </p:sp>
      <p:sp>
        <p:nvSpPr>
          <p:cNvPr id="328" name="F4_paired_one_to_one_0p3_9205">
            <a:extLst>
              <a:ext uri="{FF2B5EF4-FFF2-40B4-BE49-F238E27FC236}">
                <a16:creationId xmlns:a16="http://schemas.microsoft.com/office/drawing/2014/main" id="{4BEA4E82-D37A-4B42-B50F-E131997971E4}"/>
              </a:ext>
            </a:extLst>
          </p:cNvPr>
          <p:cNvSpPr>
            <a:spLocks noGrp="1"/>
          </p:cNvSpPr>
          <p:nvPr/>
        </p:nvSpPr>
        <p:spPr>
          <a:xfrm>
            <a:off x="7106701" y="43727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E9B8A"/>
          </a:solidFill>
          <a:ln w="5054">
            <a:solidFill>
              <a:srgbClr val="1E9B8A"/>
            </a:solidFill>
            <a:prstDash val="solid"/>
          </a:ln>
        </p:spPr>
      </p:sp>
      <p:sp>
        <p:nvSpPr>
          <p:cNvPr id="329" name="F4_paired_one_to_one_0p3_9206">
            <a:extLst>
              <a:ext uri="{FF2B5EF4-FFF2-40B4-BE49-F238E27FC236}">
                <a16:creationId xmlns:a16="http://schemas.microsoft.com/office/drawing/2014/main" id="{CC5E18C6-3E72-40CD-92FC-4BB8766E31EC}"/>
              </a:ext>
            </a:extLst>
          </p:cNvPr>
          <p:cNvSpPr>
            <a:spLocks noGrp="1"/>
          </p:cNvSpPr>
          <p:nvPr/>
        </p:nvSpPr>
        <p:spPr>
          <a:xfrm>
            <a:off x="7106701" y="43531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A8A"/>
          </a:solidFill>
          <a:ln w="5054">
            <a:solidFill>
              <a:srgbClr val="1F9A8A"/>
            </a:solidFill>
            <a:prstDash val="solid"/>
          </a:ln>
        </p:spPr>
      </p:sp>
      <p:sp>
        <p:nvSpPr>
          <p:cNvPr id="330" name="F4_paired_one_to_one_0p3_9207">
            <a:extLst>
              <a:ext uri="{FF2B5EF4-FFF2-40B4-BE49-F238E27FC236}">
                <a16:creationId xmlns:a16="http://schemas.microsoft.com/office/drawing/2014/main" id="{7D2AB5CC-1CF5-4D01-B54F-42216F485A34}"/>
              </a:ext>
            </a:extLst>
          </p:cNvPr>
          <p:cNvSpPr>
            <a:spLocks noGrp="1"/>
          </p:cNvSpPr>
          <p:nvPr/>
        </p:nvSpPr>
        <p:spPr>
          <a:xfrm>
            <a:off x="7106701" y="43336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98A"/>
          </a:solidFill>
          <a:ln w="5054">
            <a:solidFill>
              <a:srgbClr val="1F998A"/>
            </a:solidFill>
            <a:prstDash val="solid"/>
          </a:ln>
        </p:spPr>
      </p:sp>
      <p:sp>
        <p:nvSpPr>
          <p:cNvPr id="331" name="F4_paired_one_to_one_0p3_9208">
            <a:extLst>
              <a:ext uri="{FF2B5EF4-FFF2-40B4-BE49-F238E27FC236}">
                <a16:creationId xmlns:a16="http://schemas.microsoft.com/office/drawing/2014/main" id="{02FE9E1E-A043-4A56-99C5-C0F8BDFEDCE8}"/>
              </a:ext>
            </a:extLst>
          </p:cNvPr>
          <p:cNvSpPr>
            <a:spLocks noGrp="1"/>
          </p:cNvSpPr>
          <p:nvPr/>
        </p:nvSpPr>
        <p:spPr>
          <a:xfrm>
            <a:off x="7106701" y="43140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88B"/>
          </a:solidFill>
          <a:ln w="5054">
            <a:solidFill>
              <a:srgbClr val="1F988B"/>
            </a:solidFill>
            <a:prstDash val="solid"/>
          </a:ln>
        </p:spPr>
      </p:sp>
      <p:sp>
        <p:nvSpPr>
          <p:cNvPr id="332" name="F4_paired_one_to_one_0p3_9209">
            <a:extLst>
              <a:ext uri="{FF2B5EF4-FFF2-40B4-BE49-F238E27FC236}">
                <a16:creationId xmlns:a16="http://schemas.microsoft.com/office/drawing/2014/main" id="{B022AE18-2391-4237-83BF-81F698F45219}"/>
              </a:ext>
            </a:extLst>
          </p:cNvPr>
          <p:cNvSpPr>
            <a:spLocks noGrp="1"/>
          </p:cNvSpPr>
          <p:nvPr/>
        </p:nvSpPr>
        <p:spPr>
          <a:xfrm>
            <a:off x="7106701" y="429451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78B"/>
          </a:solidFill>
          <a:ln w="5054">
            <a:solidFill>
              <a:srgbClr val="1F978B"/>
            </a:solidFill>
            <a:prstDash val="solid"/>
          </a:ln>
        </p:spPr>
      </p:sp>
      <p:sp>
        <p:nvSpPr>
          <p:cNvPr id="333" name="F4_paired_one_to_one_0p3_9210">
            <a:extLst>
              <a:ext uri="{FF2B5EF4-FFF2-40B4-BE49-F238E27FC236}">
                <a16:creationId xmlns:a16="http://schemas.microsoft.com/office/drawing/2014/main" id="{E019B9AF-275C-4B1C-BF45-BBCC61A7E40E}"/>
              </a:ext>
            </a:extLst>
          </p:cNvPr>
          <p:cNvSpPr>
            <a:spLocks noGrp="1"/>
          </p:cNvSpPr>
          <p:nvPr/>
        </p:nvSpPr>
        <p:spPr>
          <a:xfrm>
            <a:off x="7106701" y="427496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68B"/>
          </a:solidFill>
          <a:ln w="5054">
            <a:solidFill>
              <a:srgbClr val="1F968B"/>
            </a:solidFill>
            <a:prstDash val="solid"/>
          </a:ln>
        </p:spPr>
      </p:sp>
      <p:sp>
        <p:nvSpPr>
          <p:cNvPr id="334" name="F4_paired_one_to_one_0p3_9211">
            <a:extLst>
              <a:ext uri="{FF2B5EF4-FFF2-40B4-BE49-F238E27FC236}">
                <a16:creationId xmlns:a16="http://schemas.microsoft.com/office/drawing/2014/main" id="{A8CF88EE-3D63-48E9-995C-742AF3B55304}"/>
              </a:ext>
            </a:extLst>
          </p:cNvPr>
          <p:cNvSpPr>
            <a:spLocks noGrp="1"/>
          </p:cNvSpPr>
          <p:nvPr/>
        </p:nvSpPr>
        <p:spPr>
          <a:xfrm>
            <a:off x="7106701" y="42554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58B"/>
          </a:solidFill>
          <a:ln w="5054">
            <a:solidFill>
              <a:srgbClr val="1F958B"/>
            </a:solidFill>
            <a:prstDash val="solid"/>
          </a:ln>
        </p:spPr>
      </p:sp>
      <p:sp>
        <p:nvSpPr>
          <p:cNvPr id="335" name="F4_paired_one_to_one_0p3_9212">
            <a:extLst>
              <a:ext uri="{FF2B5EF4-FFF2-40B4-BE49-F238E27FC236}">
                <a16:creationId xmlns:a16="http://schemas.microsoft.com/office/drawing/2014/main" id="{0B5026BB-FF08-4B3B-A234-487708EAF6BA}"/>
              </a:ext>
            </a:extLst>
          </p:cNvPr>
          <p:cNvSpPr>
            <a:spLocks noGrp="1"/>
          </p:cNvSpPr>
          <p:nvPr/>
        </p:nvSpPr>
        <p:spPr>
          <a:xfrm>
            <a:off x="7106701" y="42358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1F948C"/>
          </a:solidFill>
          <a:ln w="5054">
            <a:solidFill>
              <a:srgbClr val="1F948C"/>
            </a:solidFill>
            <a:prstDash val="solid"/>
          </a:ln>
        </p:spPr>
      </p:sp>
      <p:sp>
        <p:nvSpPr>
          <p:cNvPr id="336" name="F4_paired_one_to_one_0p3_9213">
            <a:extLst>
              <a:ext uri="{FF2B5EF4-FFF2-40B4-BE49-F238E27FC236}">
                <a16:creationId xmlns:a16="http://schemas.microsoft.com/office/drawing/2014/main" id="{F4F4A800-9435-4E55-ABC9-C05F528E75CF}"/>
              </a:ext>
            </a:extLst>
          </p:cNvPr>
          <p:cNvSpPr>
            <a:spLocks noGrp="1"/>
          </p:cNvSpPr>
          <p:nvPr/>
        </p:nvSpPr>
        <p:spPr>
          <a:xfrm>
            <a:off x="7106701" y="42163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38C"/>
          </a:solidFill>
          <a:ln w="5054">
            <a:solidFill>
              <a:srgbClr val="20938C"/>
            </a:solidFill>
            <a:prstDash val="solid"/>
          </a:ln>
        </p:spPr>
      </p:sp>
      <p:sp>
        <p:nvSpPr>
          <p:cNvPr id="337" name="F4_paired_one_to_one_0p3_9214">
            <a:extLst>
              <a:ext uri="{FF2B5EF4-FFF2-40B4-BE49-F238E27FC236}">
                <a16:creationId xmlns:a16="http://schemas.microsoft.com/office/drawing/2014/main" id="{094A4B2C-78D6-4D08-BDB8-E840715533D2}"/>
              </a:ext>
            </a:extLst>
          </p:cNvPr>
          <p:cNvSpPr>
            <a:spLocks noGrp="1"/>
          </p:cNvSpPr>
          <p:nvPr/>
        </p:nvSpPr>
        <p:spPr>
          <a:xfrm>
            <a:off x="7106701" y="41967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8" name="F4_paired_one_to_one_0p3_9215">
            <a:extLst>
              <a:ext uri="{FF2B5EF4-FFF2-40B4-BE49-F238E27FC236}">
                <a16:creationId xmlns:a16="http://schemas.microsoft.com/office/drawing/2014/main" id="{AC9BDF87-2D64-4211-AE59-135464B42387}"/>
              </a:ext>
            </a:extLst>
          </p:cNvPr>
          <p:cNvSpPr>
            <a:spLocks noGrp="1"/>
          </p:cNvSpPr>
          <p:nvPr/>
        </p:nvSpPr>
        <p:spPr>
          <a:xfrm>
            <a:off x="7106701" y="417721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0928C"/>
          </a:solidFill>
          <a:ln w="5054">
            <a:solidFill>
              <a:srgbClr val="20928C"/>
            </a:solidFill>
            <a:prstDash val="solid"/>
          </a:ln>
        </p:spPr>
      </p:sp>
      <p:sp>
        <p:nvSpPr>
          <p:cNvPr id="339" name="F4_paired_one_to_one_0p3_9216">
            <a:extLst>
              <a:ext uri="{FF2B5EF4-FFF2-40B4-BE49-F238E27FC236}">
                <a16:creationId xmlns:a16="http://schemas.microsoft.com/office/drawing/2014/main" id="{A96915E6-5897-401C-9E79-43BFCFD11448}"/>
              </a:ext>
            </a:extLst>
          </p:cNvPr>
          <p:cNvSpPr>
            <a:spLocks noGrp="1"/>
          </p:cNvSpPr>
          <p:nvPr/>
        </p:nvSpPr>
        <p:spPr>
          <a:xfrm>
            <a:off x="7106701" y="415766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18C"/>
          </a:solidFill>
          <a:ln w="5054">
            <a:solidFill>
              <a:srgbClr val="21918C"/>
            </a:solidFill>
            <a:prstDash val="solid"/>
          </a:ln>
        </p:spPr>
      </p:sp>
      <p:sp>
        <p:nvSpPr>
          <p:cNvPr id="340" name="F4_paired_one_to_one_0p3_9217">
            <a:extLst>
              <a:ext uri="{FF2B5EF4-FFF2-40B4-BE49-F238E27FC236}">
                <a16:creationId xmlns:a16="http://schemas.microsoft.com/office/drawing/2014/main" id="{A11C72DE-E313-4CD0-BB12-B924BBA8C250}"/>
              </a:ext>
            </a:extLst>
          </p:cNvPr>
          <p:cNvSpPr>
            <a:spLocks noGrp="1"/>
          </p:cNvSpPr>
          <p:nvPr/>
        </p:nvSpPr>
        <p:spPr>
          <a:xfrm>
            <a:off x="7106701" y="41381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908D"/>
          </a:solidFill>
          <a:ln w="5054">
            <a:solidFill>
              <a:srgbClr val="21908D"/>
            </a:solidFill>
            <a:prstDash val="solid"/>
          </a:ln>
        </p:spPr>
      </p:sp>
      <p:sp>
        <p:nvSpPr>
          <p:cNvPr id="341" name="F4_paired_one_to_one_0p3_9218">
            <a:extLst>
              <a:ext uri="{FF2B5EF4-FFF2-40B4-BE49-F238E27FC236}">
                <a16:creationId xmlns:a16="http://schemas.microsoft.com/office/drawing/2014/main" id="{21F7BAF1-5024-45C7-BCFF-528F00DFFAE7}"/>
              </a:ext>
            </a:extLst>
          </p:cNvPr>
          <p:cNvSpPr>
            <a:spLocks noGrp="1"/>
          </p:cNvSpPr>
          <p:nvPr/>
        </p:nvSpPr>
        <p:spPr>
          <a:xfrm>
            <a:off x="7106701" y="41185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F8D"/>
          </a:solidFill>
          <a:ln w="5054">
            <a:solidFill>
              <a:srgbClr val="218F8D"/>
            </a:solidFill>
            <a:prstDash val="solid"/>
          </a:ln>
        </p:spPr>
      </p:sp>
      <p:sp>
        <p:nvSpPr>
          <p:cNvPr id="342" name="F4_paired_one_to_one_0p3_9219">
            <a:extLst>
              <a:ext uri="{FF2B5EF4-FFF2-40B4-BE49-F238E27FC236}">
                <a16:creationId xmlns:a16="http://schemas.microsoft.com/office/drawing/2014/main" id="{453280ED-D624-4F74-967E-A24453BA9274}"/>
              </a:ext>
            </a:extLst>
          </p:cNvPr>
          <p:cNvSpPr>
            <a:spLocks noGrp="1"/>
          </p:cNvSpPr>
          <p:nvPr/>
        </p:nvSpPr>
        <p:spPr>
          <a:xfrm>
            <a:off x="7106701" y="40990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18E8D"/>
          </a:solidFill>
          <a:ln w="5054">
            <a:solidFill>
              <a:srgbClr val="218E8D"/>
            </a:solidFill>
            <a:prstDash val="solid"/>
          </a:ln>
        </p:spPr>
      </p:sp>
      <p:sp>
        <p:nvSpPr>
          <p:cNvPr id="343" name="F4_paired_one_to_one_0p3_9220">
            <a:extLst>
              <a:ext uri="{FF2B5EF4-FFF2-40B4-BE49-F238E27FC236}">
                <a16:creationId xmlns:a16="http://schemas.microsoft.com/office/drawing/2014/main" id="{4AEA4DCC-BAFD-4DEC-8103-2175CEFFCA27}"/>
              </a:ext>
            </a:extLst>
          </p:cNvPr>
          <p:cNvSpPr>
            <a:spLocks noGrp="1"/>
          </p:cNvSpPr>
          <p:nvPr/>
        </p:nvSpPr>
        <p:spPr>
          <a:xfrm>
            <a:off x="7106701" y="407946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D8D"/>
          </a:solidFill>
          <a:ln w="5054">
            <a:solidFill>
              <a:srgbClr val="228D8D"/>
            </a:solidFill>
            <a:prstDash val="solid"/>
          </a:ln>
        </p:spPr>
      </p:sp>
      <p:sp>
        <p:nvSpPr>
          <p:cNvPr id="344" name="F4_paired_one_to_one_0p3_9221">
            <a:extLst>
              <a:ext uri="{FF2B5EF4-FFF2-40B4-BE49-F238E27FC236}">
                <a16:creationId xmlns:a16="http://schemas.microsoft.com/office/drawing/2014/main" id="{0B9764BF-C935-477D-BC86-FEA82CF51464}"/>
              </a:ext>
            </a:extLst>
          </p:cNvPr>
          <p:cNvSpPr>
            <a:spLocks noGrp="1"/>
          </p:cNvSpPr>
          <p:nvPr/>
        </p:nvSpPr>
        <p:spPr>
          <a:xfrm>
            <a:off x="7106701" y="405991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C8D"/>
          </a:solidFill>
          <a:ln w="5054">
            <a:solidFill>
              <a:srgbClr val="228C8D"/>
            </a:solidFill>
            <a:prstDash val="solid"/>
          </a:ln>
        </p:spPr>
      </p:sp>
      <p:sp>
        <p:nvSpPr>
          <p:cNvPr id="345" name="F4_paired_one_to_one_0p3_9222">
            <a:extLst>
              <a:ext uri="{FF2B5EF4-FFF2-40B4-BE49-F238E27FC236}">
                <a16:creationId xmlns:a16="http://schemas.microsoft.com/office/drawing/2014/main" id="{8787D327-A68C-418F-9BC9-69E4FE7A7B6D}"/>
              </a:ext>
            </a:extLst>
          </p:cNvPr>
          <p:cNvSpPr>
            <a:spLocks noGrp="1"/>
          </p:cNvSpPr>
          <p:nvPr/>
        </p:nvSpPr>
        <p:spPr>
          <a:xfrm>
            <a:off x="7106701" y="40403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28B8D"/>
          </a:solidFill>
          <a:ln w="5054">
            <a:solidFill>
              <a:srgbClr val="228B8D"/>
            </a:solidFill>
            <a:prstDash val="solid"/>
          </a:ln>
        </p:spPr>
      </p:sp>
      <p:sp>
        <p:nvSpPr>
          <p:cNvPr id="346" name="F4_paired_one_to_one_0p3_9223">
            <a:extLst>
              <a:ext uri="{FF2B5EF4-FFF2-40B4-BE49-F238E27FC236}">
                <a16:creationId xmlns:a16="http://schemas.microsoft.com/office/drawing/2014/main" id="{E8A5F0D9-48AD-448B-9D6F-D4028F5EE123}"/>
              </a:ext>
            </a:extLst>
          </p:cNvPr>
          <p:cNvSpPr>
            <a:spLocks noGrp="1"/>
          </p:cNvSpPr>
          <p:nvPr/>
        </p:nvSpPr>
        <p:spPr>
          <a:xfrm>
            <a:off x="7106701" y="40208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A8D"/>
          </a:solidFill>
          <a:ln w="5054">
            <a:solidFill>
              <a:srgbClr val="238A8D"/>
            </a:solidFill>
            <a:prstDash val="solid"/>
          </a:ln>
        </p:spPr>
      </p:sp>
      <p:sp>
        <p:nvSpPr>
          <p:cNvPr id="347" name="F4_paired_one_to_one_0p3_9224">
            <a:extLst>
              <a:ext uri="{FF2B5EF4-FFF2-40B4-BE49-F238E27FC236}">
                <a16:creationId xmlns:a16="http://schemas.microsoft.com/office/drawing/2014/main" id="{2F45A658-5A83-4393-B724-2E902E2AEFED}"/>
              </a:ext>
            </a:extLst>
          </p:cNvPr>
          <p:cNvSpPr>
            <a:spLocks noGrp="1"/>
          </p:cNvSpPr>
          <p:nvPr/>
        </p:nvSpPr>
        <p:spPr>
          <a:xfrm>
            <a:off x="7106701" y="40012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98E"/>
          </a:solidFill>
          <a:ln w="5054">
            <a:solidFill>
              <a:srgbClr val="23898E"/>
            </a:solidFill>
            <a:prstDash val="solid"/>
          </a:ln>
        </p:spPr>
      </p:sp>
      <p:sp>
        <p:nvSpPr>
          <p:cNvPr id="348" name="F4_paired_one_to_one_0p3_9225">
            <a:extLst>
              <a:ext uri="{FF2B5EF4-FFF2-40B4-BE49-F238E27FC236}">
                <a16:creationId xmlns:a16="http://schemas.microsoft.com/office/drawing/2014/main" id="{42930D0A-509F-49A6-A532-916DA01977A3}"/>
              </a:ext>
            </a:extLst>
          </p:cNvPr>
          <p:cNvSpPr>
            <a:spLocks noGrp="1"/>
          </p:cNvSpPr>
          <p:nvPr/>
        </p:nvSpPr>
        <p:spPr>
          <a:xfrm>
            <a:off x="7106701" y="39817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3888E"/>
          </a:solidFill>
          <a:ln w="5054">
            <a:solidFill>
              <a:srgbClr val="23888E"/>
            </a:solidFill>
            <a:prstDash val="solid"/>
          </a:ln>
        </p:spPr>
      </p:sp>
      <p:sp>
        <p:nvSpPr>
          <p:cNvPr id="349" name="F4_paired_one_to_one_0p3_9226">
            <a:extLst>
              <a:ext uri="{FF2B5EF4-FFF2-40B4-BE49-F238E27FC236}">
                <a16:creationId xmlns:a16="http://schemas.microsoft.com/office/drawing/2014/main" id="{582DCA61-D90B-4ED5-B0CF-DFB9DE708CAB}"/>
              </a:ext>
            </a:extLst>
          </p:cNvPr>
          <p:cNvSpPr>
            <a:spLocks noGrp="1"/>
          </p:cNvSpPr>
          <p:nvPr/>
        </p:nvSpPr>
        <p:spPr>
          <a:xfrm>
            <a:off x="7106701" y="396216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78E"/>
          </a:solidFill>
          <a:ln w="5054">
            <a:solidFill>
              <a:srgbClr val="24878E"/>
            </a:solidFill>
            <a:prstDash val="solid"/>
          </a:ln>
        </p:spPr>
      </p:sp>
      <p:sp>
        <p:nvSpPr>
          <p:cNvPr id="350" name="F4_paired_one_to_one_0p3_9227">
            <a:extLst>
              <a:ext uri="{FF2B5EF4-FFF2-40B4-BE49-F238E27FC236}">
                <a16:creationId xmlns:a16="http://schemas.microsoft.com/office/drawing/2014/main" id="{6FFCC3B5-A3A0-40EA-9FF0-278E6003D740}"/>
              </a:ext>
            </a:extLst>
          </p:cNvPr>
          <p:cNvSpPr>
            <a:spLocks noGrp="1"/>
          </p:cNvSpPr>
          <p:nvPr/>
        </p:nvSpPr>
        <p:spPr>
          <a:xfrm>
            <a:off x="7106701" y="394261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4868E"/>
          </a:solidFill>
          <a:ln w="5054">
            <a:solidFill>
              <a:srgbClr val="24868E"/>
            </a:solidFill>
            <a:prstDash val="solid"/>
          </a:ln>
        </p:spPr>
      </p:sp>
      <p:sp>
        <p:nvSpPr>
          <p:cNvPr id="351" name="F4_paired_one_to_one_0p3_9228">
            <a:extLst>
              <a:ext uri="{FF2B5EF4-FFF2-40B4-BE49-F238E27FC236}">
                <a16:creationId xmlns:a16="http://schemas.microsoft.com/office/drawing/2014/main" id="{E93731C5-DC42-4E7C-B8B3-EEA8488B8353}"/>
              </a:ext>
            </a:extLst>
          </p:cNvPr>
          <p:cNvSpPr>
            <a:spLocks noGrp="1"/>
          </p:cNvSpPr>
          <p:nvPr/>
        </p:nvSpPr>
        <p:spPr>
          <a:xfrm>
            <a:off x="7106701" y="39230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58E"/>
          </a:solidFill>
          <a:ln w="5054">
            <a:solidFill>
              <a:srgbClr val="25858E"/>
            </a:solidFill>
            <a:prstDash val="solid"/>
          </a:ln>
        </p:spPr>
      </p:sp>
      <p:sp>
        <p:nvSpPr>
          <p:cNvPr id="352" name="F4_paired_one_to_one_0p3_9229">
            <a:extLst>
              <a:ext uri="{FF2B5EF4-FFF2-40B4-BE49-F238E27FC236}">
                <a16:creationId xmlns:a16="http://schemas.microsoft.com/office/drawing/2014/main" id="{342360F6-64AA-4E6C-9216-6BCBE325B8E8}"/>
              </a:ext>
            </a:extLst>
          </p:cNvPr>
          <p:cNvSpPr>
            <a:spLocks noGrp="1"/>
          </p:cNvSpPr>
          <p:nvPr/>
        </p:nvSpPr>
        <p:spPr>
          <a:xfrm>
            <a:off x="7106701" y="39035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48E"/>
          </a:solidFill>
          <a:ln w="5054">
            <a:solidFill>
              <a:srgbClr val="25848E"/>
            </a:solidFill>
            <a:prstDash val="solid"/>
          </a:ln>
        </p:spPr>
      </p:sp>
      <p:sp>
        <p:nvSpPr>
          <p:cNvPr id="353" name="F4_paired_one_to_one_0p3_9230">
            <a:extLst>
              <a:ext uri="{FF2B5EF4-FFF2-40B4-BE49-F238E27FC236}">
                <a16:creationId xmlns:a16="http://schemas.microsoft.com/office/drawing/2014/main" id="{2DFE4385-5270-4F12-9C93-FFAD01EE6311}"/>
              </a:ext>
            </a:extLst>
          </p:cNvPr>
          <p:cNvSpPr>
            <a:spLocks noGrp="1"/>
          </p:cNvSpPr>
          <p:nvPr/>
        </p:nvSpPr>
        <p:spPr>
          <a:xfrm>
            <a:off x="7106701" y="38839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5838E"/>
          </a:solidFill>
          <a:ln w="5054">
            <a:solidFill>
              <a:srgbClr val="25838E"/>
            </a:solidFill>
            <a:prstDash val="solid"/>
          </a:ln>
        </p:spPr>
      </p:sp>
      <p:sp>
        <p:nvSpPr>
          <p:cNvPr id="354" name="F4_paired_one_to_one_0p3_9231">
            <a:extLst>
              <a:ext uri="{FF2B5EF4-FFF2-40B4-BE49-F238E27FC236}">
                <a16:creationId xmlns:a16="http://schemas.microsoft.com/office/drawing/2014/main" id="{F7F72E74-A30B-4225-9A70-51526731DC99}"/>
              </a:ext>
            </a:extLst>
          </p:cNvPr>
          <p:cNvSpPr>
            <a:spLocks noGrp="1"/>
          </p:cNvSpPr>
          <p:nvPr/>
        </p:nvSpPr>
        <p:spPr>
          <a:xfrm>
            <a:off x="7106701" y="38644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5" name="F4_paired_one_to_one_0p3_9232">
            <a:extLst>
              <a:ext uri="{FF2B5EF4-FFF2-40B4-BE49-F238E27FC236}">
                <a16:creationId xmlns:a16="http://schemas.microsoft.com/office/drawing/2014/main" id="{45F5E995-1740-4A35-B053-6B47C3C1F210}"/>
              </a:ext>
            </a:extLst>
          </p:cNvPr>
          <p:cNvSpPr>
            <a:spLocks noGrp="1"/>
          </p:cNvSpPr>
          <p:nvPr/>
        </p:nvSpPr>
        <p:spPr>
          <a:xfrm>
            <a:off x="7106701" y="384486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28E"/>
          </a:solidFill>
          <a:ln w="5054">
            <a:solidFill>
              <a:srgbClr val="26828E"/>
            </a:solidFill>
            <a:prstDash val="solid"/>
          </a:ln>
        </p:spPr>
      </p:sp>
      <p:sp>
        <p:nvSpPr>
          <p:cNvPr id="356" name="F4_paired_one_to_one_0p3_9233">
            <a:extLst>
              <a:ext uri="{FF2B5EF4-FFF2-40B4-BE49-F238E27FC236}">
                <a16:creationId xmlns:a16="http://schemas.microsoft.com/office/drawing/2014/main" id="{C8E3F798-605E-4F67-BA94-C66CB4AFCE99}"/>
              </a:ext>
            </a:extLst>
          </p:cNvPr>
          <p:cNvSpPr>
            <a:spLocks noGrp="1"/>
          </p:cNvSpPr>
          <p:nvPr/>
        </p:nvSpPr>
        <p:spPr>
          <a:xfrm>
            <a:off x="7106701" y="382531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6818E"/>
          </a:solidFill>
          <a:ln w="5054">
            <a:solidFill>
              <a:srgbClr val="26818E"/>
            </a:solidFill>
            <a:prstDash val="solid"/>
          </a:ln>
        </p:spPr>
      </p:sp>
      <p:sp>
        <p:nvSpPr>
          <p:cNvPr id="357" name="F4_paired_one_to_one_0p3_9234">
            <a:extLst>
              <a:ext uri="{FF2B5EF4-FFF2-40B4-BE49-F238E27FC236}">
                <a16:creationId xmlns:a16="http://schemas.microsoft.com/office/drawing/2014/main" id="{8F4A4BC1-249C-4550-9494-DF69BC8C4E68}"/>
              </a:ext>
            </a:extLst>
          </p:cNvPr>
          <p:cNvSpPr>
            <a:spLocks noGrp="1"/>
          </p:cNvSpPr>
          <p:nvPr/>
        </p:nvSpPr>
        <p:spPr>
          <a:xfrm>
            <a:off x="7106701" y="38057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808E"/>
          </a:solidFill>
          <a:ln w="5054">
            <a:solidFill>
              <a:srgbClr val="27808E"/>
            </a:solidFill>
            <a:prstDash val="solid"/>
          </a:ln>
        </p:spPr>
      </p:sp>
      <p:sp>
        <p:nvSpPr>
          <p:cNvPr id="358" name="F4_paired_one_to_one_0p3_9235">
            <a:extLst>
              <a:ext uri="{FF2B5EF4-FFF2-40B4-BE49-F238E27FC236}">
                <a16:creationId xmlns:a16="http://schemas.microsoft.com/office/drawing/2014/main" id="{2B53C4A7-437E-4AC8-BC02-5D0B47EC9527}"/>
              </a:ext>
            </a:extLst>
          </p:cNvPr>
          <p:cNvSpPr>
            <a:spLocks noGrp="1"/>
          </p:cNvSpPr>
          <p:nvPr/>
        </p:nvSpPr>
        <p:spPr>
          <a:xfrm>
            <a:off x="7106701" y="37862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F8E"/>
          </a:solidFill>
          <a:ln w="5054">
            <a:solidFill>
              <a:srgbClr val="277F8E"/>
            </a:solidFill>
            <a:prstDash val="solid"/>
          </a:ln>
        </p:spPr>
      </p:sp>
      <p:sp>
        <p:nvSpPr>
          <p:cNvPr id="359" name="F4_paired_one_to_one_0p3_9236">
            <a:extLst>
              <a:ext uri="{FF2B5EF4-FFF2-40B4-BE49-F238E27FC236}">
                <a16:creationId xmlns:a16="http://schemas.microsoft.com/office/drawing/2014/main" id="{4026871C-04F7-4EED-837B-E0FC0406B0FC}"/>
              </a:ext>
            </a:extLst>
          </p:cNvPr>
          <p:cNvSpPr>
            <a:spLocks noGrp="1"/>
          </p:cNvSpPr>
          <p:nvPr/>
        </p:nvSpPr>
        <p:spPr>
          <a:xfrm>
            <a:off x="7106701" y="37666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77E8E"/>
          </a:solidFill>
          <a:ln w="5054">
            <a:solidFill>
              <a:srgbClr val="277E8E"/>
            </a:solidFill>
            <a:prstDash val="solid"/>
          </a:ln>
        </p:spPr>
      </p:sp>
      <p:sp>
        <p:nvSpPr>
          <p:cNvPr id="360" name="F4_paired_one_to_one_0p3_9237">
            <a:extLst>
              <a:ext uri="{FF2B5EF4-FFF2-40B4-BE49-F238E27FC236}">
                <a16:creationId xmlns:a16="http://schemas.microsoft.com/office/drawing/2014/main" id="{88CD2378-FA6F-49B9-B636-83F9EF63A356}"/>
              </a:ext>
            </a:extLst>
          </p:cNvPr>
          <p:cNvSpPr>
            <a:spLocks noGrp="1"/>
          </p:cNvSpPr>
          <p:nvPr/>
        </p:nvSpPr>
        <p:spPr>
          <a:xfrm>
            <a:off x="7106701" y="37471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D8E"/>
          </a:solidFill>
          <a:ln w="5054">
            <a:solidFill>
              <a:srgbClr val="287D8E"/>
            </a:solidFill>
            <a:prstDash val="solid"/>
          </a:ln>
        </p:spPr>
      </p:sp>
      <p:sp>
        <p:nvSpPr>
          <p:cNvPr id="361" name="F4_paired_one_to_one_0p3_9238">
            <a:extLst>
              <a:ext uri="{FF2B5EF4-FFF2-40B4-BE49-F238E27FC236}">
                <a16:creationId xmlns:a16="http://schemas.microsoft.com/office/drawing/2014/main" id="{062AC414-CA36-4B05-95B3-4335C0F46741}"/>
              </a:ext>
            </a:extLst>
          </p:cNvPr>
          <p:cNvSpPr>
            <a:spLocks noGrp="1"/>
          </p:cNvSpPr>
          <p:nvPr/>
        </p:nvSpPr>
        <p:spPr>
          <a:xfrm>
            <a:off x="7106701" y="372756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87C8E"/>
          </a:solidFill>
          <a:ln w="5054">
            <a:solidFill>
              <a:srgbClr val="287C8E"/>
            </a:solidFill>
            <a:prstDash val="solid"/>
          </a:ln>
        </p:spPr>
      </p:sp>
      <p:sp>
        <p:nvSpPr>
          <p:cNvPr id="362" name="F4_paired_one_to_one_0p3_9239">
            <a:extLst>
              <a:ext uri="{FF2B5EF4-FFF2-40B4-BE49-F238E27FC236}">
                <a16:creationId xmlns:a16="http://schemas.microsoft.com/office/drawing/2014/main" id="{E48D74AF-03CB-4722-A925-A834CC64ADD8}"/>
              </a:ext>
            </a:extLst>
          </p:cNvPr>
          <p:cNvSpPr>
            <a:spLocks noGrp="1"/>
          </p:cNvSpPr>
          <p:nvPr/>
        </p:nvSpPr>
        <p:spPr>
          <a:xfrm>
            <a:off x="7106701" y="370801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B8E"/>
          </a:solidFill>
          <a:ln w="5054">
            <a:solidFill>
              <a:srgbClr val="297B8E"/>
            </a:solidFill>
            <a:prstDash val="solid"/>
          </a:ln>
        </p:spPr>
      </p:sp>
      <p:sp>
        <p:nvSpPr>
          <p:cNvPr id="363" name="F4_paired_one_to_one_0p3_9240">
            <a:extLst>
              <a:ext uri="{FF2B5EF4-FFF2-40B4-BE49-F238E27FC236}">
                <a16:creationId xmlns:a16="http://schemas.microsoft.com/office/drawing/2014/main" id="{5C6CF892-351F-4917-AA84-AD1087247543}"/>
              </a:ext>
            </a:extLst>
          </p:cNvPr>
          <p:cNvSpPr>
            <a:spLocks noGrp="1"/>
          </p:cNvSpPr>
          <p:nvPr/>
        </p:nvSpPr>
        <p:spPr>
          <a:xfrm>
            <a:off x="7106701" y="36884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A8E"/>
          </a:solidFill>
          <a:ln w="5054">
            <a:solidFill>
              <a:srgbClr val="297A8E"/>
            </a:solidFill>
            <a:prstDash val="solid"/>
          </a:ln>
        </p:spPr>
      </p:sp>
      <p:sp>
        <p:nvSpPr>
          <p:cNvPr id="364" name="F4_paired_one_to_one_0p3_9241">
            <a:extLst>
              <a:ext uri="{FF2B5EF4-FFF2-40B4-BE49-F238E27FC236}">
                <a16:creationId xmlns:a16="http://schemas.microsoft.com/office/drawing/2014/main" id="{5308F42F-3C9C-436B-9719-839DD6913B6E}"/>
              </a:ext>
            </a:extLst>
          </p:cNvPr>
          <p:cNvSpPr>
            <a:spLocks noGrp="1"/>
          </p:cNvSpPr>
          <p:nvPr/>
        </p:nvSpPr>
        <p:spPr>
          <a:xfrm>
            <a:off x="7106701" y="36689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9798E"/>
          </a:solidFill>
          <a:ln w="5054">
            <a:solidFill>
              <a:srgbClr val="29798E"/>
            </a:solidFill>
            <a:prstDash val="solid"/>
          </a:ln>
        </p:spPr>
      </p:sp>
      <p:sp>
        <p:nvSpPr>
          <p:cNvPr id="365" name="F4_paired_one_to_one_0p3_9242">
            <a:extLst>
              <a:ext uri="{FF2B5EF4-FFF2-40B4-BE49-F238E27FC236}">
                <a16:creationId xmlns:a16="http://schemas.microsoft.com/office/drawing/2014/main" id="{5DC6AF2A-6302-4C48-9D56-DE8D39EAF6AA}"/>
              </a:ext>
            </a:extLst>
          </p:cNvPr>
          <p:cNvSpPr>
            <a:spLocks noGrp="1"/>
          </p:cNvSpPr>
          <p:nvPr/>
        </p:nvSpPr>
        <p:spPr>
          <a:xfrm>
            <a:off x="7106701" y="36493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88E"/>
          </a:solidFill>
          <a:ln w="5054">
            <a:solidFill>
              <a:srgbClr val="2A788E"/>
            </a:solidFill>
            <a:prstDash val="solid"/>
          </a:ln>
        </p:spPr>
      </p:sp>
      <p:sp>
        <p:nvSpPr>
          <p:cNvPr id="366" name="F4_paired_one_to_one_0p3_9243">
            <a:extLst>
              <a:ext uri="{FF2B5EF4-FFF2-40B4-BE49-F238E27FC236}">
                <a16:creationId xmlns:a16="http://schemas.microsoft.com/office/drawing/2014/main" id="{A1C9A1C7-0710-4E05-91D4-5E31000B3EE1}"/>
              </a:ext>
            </a:extLst>
          </p:cNvPr>
          <p:cNvSpPr>
            <a:spLocks noGrp="1"/>
          </p:cNvSpPr>
          <p:nvPr/>
        </p:nvSpPr>
        <p:spPr>
          <a:xfrm>
            <a:off x="7106701" y="36298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78E"/>
          </a:solidFill>
          <a:ln w="5054">
            <a:solidFill>
              <a:srgbClr val="2A778E"/>
            </a:solidFill>
            <a:prstDash val="solid"/>
          </a:ln>
        </p:spPr>
      </p:sp>
      <p:sp>
        <p:nvSpPr>
          <p:cNvPr id="367" name="F4_paired_one_to_one_0p3_9244">
            <a:extLst>
              <a:ext uri="{FF2B5EF4-FFF2-40B4-BE49-F238E27FC236}">
                <a16:creationId xmlns:a16="http://schemas.microsoft.com/office/drawing/2014/main" id="{93A866DD-4AEE-4BE1-8092-D9BEF4DE02A9}"/>
              </a:ext>
            </a:extLst>
          </p:cNvPr>
          <p:cNvSpPr>
            <a:spLocks noGrp="1"/>
          </p:cNvSpPr>
          <p:nvPr/>
        </p:nvSpPr>
        <p:spPr>
          <a:xfrm>
            <a:off x="7106701" y="361026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A768E"/>
          </a:solidFill>
          <a:ln w="5054">
            <a:solidFill>
              <a:srgbClr val="2A768E"/>
            </a:solidFill>
            <a:prstDash val="solid"/>
          </a:ln>
        </p:spPr>
      </p:sp>
      <p:sp>
        <p:nvSpPr>
          <p:cNvPr id="368" name="F4_paired_one_to_one_0p3_9245">
            <a:extLst>
              <a:ext uri="{FF2B5EF4-FFF2-40B4-BE49-F238E27FC236}">
                <a16:creationId xmlns:a16="http://schemas.microsoft.com/office/drawing/2014/main" id="{6CA83BB4-1BA4-4088-8C6F-41D971A1D645}"/>
              </a:ext>
            </a:extLst>
          </p:cNvPr>
          <p:cNvSpPr>
            <a:spLocks noGrp="1"/>
          </p:cNvSpPr>
          <p:nvPr/>
        </p:nvSpPr>
        <p:spPr>
          <a:xfrm>
            <a:off x="7106701" y="359071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58E"/>
          </a:solidFill>
          <a:ln w="5054">
            <a:solidFill>
              <a:srgbClr val="2B758E"/>
            </a:solidFill>
            <a:prstDash val="solid"/>
          </a:ln>
        </p:spPr>
      </p:sp>
      <p:sp>
        <p:nvSpPr>
          <p:cNvPr id="369" name="F4_paired_one_to_one_0p3_9246">
            <a:extLst>
              <a:ext uri="{FF2B5EF4-FFF2-40B4-BE49-F238E27FC236}">
                <a16:creationId xmlns:a16="http://schemas.microsoft.com/office/drawing/2014/main" id="{0741FF7C-2171-4D7D-9BF3-DE6F52764DDA}"/>
              </a:ext>
            </a:extLst>
          </p:cNvPr>
          <p:cNvSpPr>
            <a:spLocks noGrp="1"/>
          </p:cNvSpPr>
          <p:nvPr/>
        </p:nvSpPr>
        <p:spPr>
          <a:xfrm>
            <a:off x="7106701" y="35711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B748E"/>
          </a:solidFill>
          <a:ln w="5054">
            <a:solidFill>
              <a:srgbClr val="2B748E"/>
            </a:solidFill>
            <a:prstDash val="solid"/>
          </a:ln>
        </p:spPr>
      </p:sp>
      <p:sp>
        <p:nvSpPr>
          <p:cNvPr id="370" name="F4_paired_one_to_one_0p3_9247">
            <a:extLst>
              <a:ext uri="{FF2B5EF4-FFF2-40B4-BE49-F238E27FC236}">
                <a16:creationId xmlns:a16="http://schemas.microsoft.com/office/drawing/2014/main" id="{AAA7866E-F040-4812-9332-3B7E1E402439}"/>
              </a:ext>
            </a:extLst>
          </p:cNvPr>
          <p:cNvSpPr>
            <a:spLocks noGrp="1"/>
          </p:cNvSpPr>
          <p:nvPr/>
        </p:nvSpPr>
        <p:spPr>
          <a:xfrm>
            <a:off x="7106701" y="35516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38E"/>
          </a:solidFill>
          <a:ln w="5054">
            <a:solidFill>
              <a:srgbClr val="2C738E"/>
            </a:solidFill>
            <a:prstDash val="solid"/>
          </a:ln>
        </p:spPr>
      </p:sp>
      <p:sp>
        <p:nvSpPr>
          <p:cNvPr id="371" name="F4_paired_one_to_one_0p3_9248">
            <a:extLst>
              <a:ext uri="{FF2B5EF4-FFF2-40B4-BE49-F238E27FC236}">
                <a16:creationId xmlns:a16="http://schemas.microsoft.com/office/drawing/2014/main" id="{AFA27CFF-9308-4E0A-A781-25DF7CB9C404}"/>
              </a:ext>
            </a:extLst>
          </p:cNvPr>
          <p:cNvSpPr>
            <a:spLocks noGrp="1"/>
          </p:cNvSpPr>
          <p:nvPr/>
        </p:nvSpPr>
        <p:spPr>
          <a:xfrm>
            <a:off x="7106701" y="35320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28E"/>
          </a:solidFill>
          <a:ln w="5054">
            <a:solidFill>
              <a:srgbClr val="2C728E"/>
            </a:solidFill>
            <a:prstDash val="solid"/>
          </a:ln>
        </p:spPr>
      </p:sp>
      <p:sp>
        <p:nvSpPr>
          <p:cNvPr id="372" name="F4_paired_one_to_one_0p3_9249">
            <a:extLst>
              <a:ext uri="{FF2B5EF4-FFF2-40B4-BE49-F238E27FC236}">
                <a16:creationId xmlns:a16="http://schemas.microsoft.com/office/drawing/2014/main" id="{AC1B9A27-65E2-4BFB-A4B8-1ADAEC9E7B2F}"/>
              </a:ext>
            </a:extLst>
          </p:cNvPr>
          <p:cNvSpPr>
            <a:spLocks noGrp="1"/>
          </p:cNvSpPr>
          <p:nvPr/>
        </p:nvSpPr>
        <p:spPr>
          <a:xfrm>
            <a:off x="7106701" y="35125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C718E"/>
          </a:solidFill>
          <a:ln w="5054">
            <a:solidFill>
              <a:srgbClr val="2C718E"/>
            </a:solidFill>
            <a:prstDash val="solid"/>
          </a:ln>
        </p:spPr>
      </p:sp>
      <p:sp>
        <p:nvSpPr>
          <p:cNvPr id="373" name="F4_paired_one_to_one_0p3_9250">
            <a:extLst>
              <a:ext uri="{FF2B5EF4-FFF2-40B4-BE49-F238E27FC236}">
                <a16:creationId xmlns:a16="http://schemas.microsoft.com/office/drawing/2014/main" id="{0AEB5376-C751-4813-A8D7-EB06B9C70F2B}"/>
              </a:ext>
            </a:extLst>
          </p:cNvPr>
          <p:cNvSpPr>
            <a:spLocks noGrp="1"/>
          </p:cNvSpPr>
          <p:nvPr/>
        </p:nvSpPr>
        <p:spPr>
          <a:xfrm>
            <a:off x="7106701" y="349296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18E"/>
          </a:solidFill>
          <a:ln w="5054">
            <a:solidFill>
              <a:srgbClr val="2D718E"/>
            </a:solidFill>
            <a:prstDash val="solid"/>
          </a:ln>
        </p:spPr>
      </p:sp>
      <p:sp>
        <p:nvSpPr>
          <p:cNvPr id="374" name="F4_paired_one_to_one_0p3_9251">
            <a:extLst>
              <a:ext uri="{FF2B5EF4-FFF2-40B4-BE49-F238E27FC236}">
                <a16:creationId xmlns:a16="http://schemas.microsoft.com/office/drawing/2014/main" id="{3C06E10A-F395-4DFD-8CE2-B7F375799C47}"/>
              </a:ext>
            </a:extLst>
          </p:cNvPr>
          <p:cNvSpPr>
            <a:spLocks noGrp="1"/>
          </p:cNvSpPr>
          <p:nvPr/>
        </p:nvSpPr>
        <p:spPr>
          <a:xfrm>
            <a:off x="7106701" y="347341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D708E"/>
          </a:solidFill>
          <a:ln w="5054">
            <a:solidFill>
              <a:srgbClr val="2D708E"/>
            </a:solidFill>
            <a:prstDash val="solid"/>
          </a:ln>
        </p:spPr>
      </p:sp>
      <p:sp>
        <p:nvSpPr>
          <p:cNvPr id="375" name="F4_paired_one_to_one_0p3_9252">
            <a:extLst>
              <a:ext uri="{FF2B5EF4-FFF2-40B4-BE49-F238E27FC236}">
                <a16:creationId xmlns:a16="http://schemas.microsoft.com/office/drawing/2014/main" id="{8BD19BBD-9E6A-4E3F-B6BD-803D2958A177}"/>
              </a:ext>
            </a:extLst>
          </p:cNvPr>
          <p:cNvSpPr>
            <a:spLocks noGrp="1"/>
          </p:cNvSpPr>
          <p:nvPr/>
        </p:nvSpPr>
        <p:spPr>
          <a:xfrm>
            <a:off x="7106701" y="34538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F8E"/>
          </a:solidFill>
          <a:ln w="5054">
            <a:solidFill>
              <a:srgbClr val="2E6F8E"/>
            </a:solidFill>
            <a:prstDash val="solid"/>
          </a:ln>
        </p:spPr>
      </p:sp>
      <p:sp>
        <p:nvSpPr>
          <p:cNvPr id="376" name="F4_paired_one_to_one_0p3_9253">
            <a:extLst>
              <a:ext uri="{FF2B5EF4-FFF2-40B4-BE49-F238E27FC236}">
                <a16:creationId xmlns:a16="http://schemas.microsoft.com/office/drawing/2014/main" id="{8B193233-A210-4EBF-B07F-0A5BABA34BD1}"/>
              </a:ext>
            </a:extLst>
          </p:cNvPr>
          <p:cNvSpPr>
            <a:spLocks noGrp="1"/>
          </p:cNvSpPr>
          <p:nvPr/>
        </p:nvSpPr>
        <p:spPr>
          <a:xfrm>
            <a:off x="7106701" y="34343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E8E"/>
          </a:solidFill>
          <a:ln w="5054">
            <a:solidFill>
              <a:srgbClr val="2E6E8E"/>
            </a:solidFill>
            <a:prstDash val="solid"/>
          </a:ln>
        </p:spPr>
      </p:sp>
      <p:sp>
        <p:nvSpPr>
          <p:cNvPr id="377" name="F4_paired_one_to_one_0p3_9254">
            <a:extLst>
              <a:ext uri="{FF2B5EF4-FFF2-40B4-BE49-F238E27FC236}">
                <a16:creationId xmlns:a16="http://schemas.microsoft.com/office/drawing/2014/main" id="{C822C904-2135-4EDE-BF28-5F1066D54C4C}"/>
              </a:ext>
            </a:extLst>
          </p:cNvPr>
          <p:cNvSpPr>
            <a:spLocks noGrp="1"/>
          </p:cNvSpPr>
          <p:nvPr/>
        </p:nvSpPr>
        <p:spPr>
          <a:xfrm>
            <a:off x="7106701" y="34147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E6D8E"/>
          </a:solidFill>
          <a:ln w="5054">
            <a:solidFill>
              <a:srgbClr val="2E6D8E"/>
            </a:solidFill>
            <a:prstDash val="solid"/>
          </a:ln>
        </p:spPr>
      </p:sp>
      <p:sp>
        <p:nvSpPr>
          <p:cNvPr id="378" name="F4_paired_one_to_one_0p3_9255">
            <a:extLst>
              <a:ext uri="{FF2B5EF4-FFF2-40B4-BE49-F238E27FC236}">
                <a16:creationId xmlns:a16="http://schemas.microsoft.com/office/drawing/2014/main" id="{B355FDCF-3F8E-40B5-9BCD-BAE01CF0BDD4}"/>
              </a:ext>
            </a:extLst>
          </p:cNvPr>
          <p:cNvSpPr>
            <a:spLocks noGrp="1"/>
          </p:cNvSpPr>
          <p:nvPr/>
        </p:nvSpPr>
        <p:spPr>
          <a:xfrm>
            <a:off x="7106701" y="339521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C8E"/>
          </a:solidFill>
          <a:ln w="5054">
            <a:solidFill>
              <a:srgbClr val="2F6C8E"/>
            </a:solidFill>
            <a:prstDash val="solid"/>
          </a:ln>
        </p:spPr>
      </p:sp>
      <p:sp>
        <p:nvSpPr>
          <p:cNvPr id="379" name="F4_paired_one_to_one_0p3_9256">
            <a:extLst>
              <a:ext uri="{FF2B5EF4-FFF2-40B4-BE49-F238E27FC236}">
                <a16:creationId xmlns:a16="http://schemas.microsoft.com/office/drawing/2014/main" id="{E0802462-8E4B-4C16-B870-DA1E62D0EAC1}"/>
              </a:ext>
            </a:extLst>
          </p:cNvPr>
          <p:cNvSpPr>
            <a:spLocks noGrp="1"/>
          </p:cNvSpPr>
          <p:nvPr/>
        </p:nvSpPr>
        <p:spPr>
          <a:xfrm>
            <a:off x="7106701" y="337566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2F6B8E"/>
          </a:solidFill>
          <a:ln w="5054">
            <a:solidFill>
              <a:srgbClr val="2F6B8E"/>
            </a:solidFill>
            <a:prstDash val="solid"/>
          </a:ln>
        </p:spPr>
      </p:sp>
      <p:sp>
        <p:nvSpPr>
          <p:cNvPr id="380" name="F4_paired_one_to_one_0p3_9257">
            <a:extLst>
              <a:ext uri="{FF2B5EF4-FFF2-40B4-BE49-F238E27FC236}">
                <a16:creationId xmlns:a16="http://schemas.microsoft.com/office/drawing/2014/main" id="{F4587F36-92DC-4D99-89A5-BAD52DD056E6}"/>
              </a:ext>
            </a:extLst>
          </p:cNvPr>
          <p:cNvSpPr>
            <a:spLocks noGrp="1"/>
          </p:cNvSpPr>
          <p:nvPr/>
        </p:nvSpPr>
        <p:spPr>
          <a:xfrm>
            <a:off x="7106701" y="33561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A8E"/>
          </a:solidFill>
          <a:ln w="5054">
            <a:solidFill>
              <a:srgbClr val="306A8E"/>
            </a:solidFill>
            <a:prstDash val="solid"/>
          </a:ln>
        </p:spPr>
      </p:sp>
      <p:sp>
        <p:nvSpPr>
          <p:cNvPr id="381" name="F4_paired_one_to_one_0p3_9258">
            <a:extLst>
              <a:ext uri="{FF2B5EF4-FFF2-40B4-BE49-F238E27FC236}">
                <a16:creationId xmlns:a16="http://schemas.microsoft.com/office/drawing/2014/main" id="{F1E3DB0B-8E7D-4B77-A32C-7BF37A6C4702}"/>
              </a:ext>
            </a:extLst>
          </p:cNvPr>
          <p:cNvSpPr>
            <a:spLocks noGrp="1"/>
          </p:cNvSpPr>
          <p:nvPr/>
        </p:nvSpPr>
        <p:spPr>
          <a:xfrm>
            <a:off x="7106701" y="33365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0698E"/>
          </a:solidFill>
          <a:ln w="5054">
            <a:solidFill>
              <a:srgbClr val="30698E"/>
            </a:solidFill>
            <a:prstDash val="solid"/>
          </a:ln>
        </p:spPr>
      </p:sp>
      <p:sp>
        <p:nvSpPr>
          <p:cNvPr id="382" name="F4_paired_one_to_one_0p3_9259">
            <a:extLst>
              <a:ext uri="{FF2B5EF4-FFF2-40B4-BE49-F238E27FC236}">
                <a16:creationId xmlns:a16="http://schemas.microsoft.com/office/drawing/2014/main" id="{D4C77FDE-624A-43FE-99AE-730904D8198A}"/>
              </a:ext>
            </a:extLst>
          </p:cNvPr>
          <p:cNvSpPr>
            <a:spLocks noGrp="1"/>
          </p:cNvSpPr>
          <p:nvPr/>
        </p:nvSpPr>
        <p:spPr>
          <a:xfrm>
            <a:off x="7106701" y="33170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88E"/>
          </a:solidFill>
          <a:ln w="5054">
            <a:solidFill>
              <a:srgbClr val="31688E"/>
            </a:solidFill>
            <a:prstDash val="solid"/>
          </a:ln>
        </p:spPr>
      </p:sp>
      <p:sp>
        <p:nvSpPr>
          <p:cNvPr id="383" name="F4_paired_one_to_one_0p3_9260">
            <a:extLst>
              <a:ext uri="{FF2B5EF4-FFF2-40B4-BE49-F238E27FC236}">
                <a16:creationId xmlns:a16="http://schemas.microsoft.com/office/drawing/2014/main" id="{D6DD3615-0946-4A17-9489-89308181AD7D}"/>
              </a:ext>
            </a:extLst>
          </p:cNvPr>
          <p:cNvSpPr>
            <a:spLocks noGrp="1"/>
          </p:cNvSpPr>
          <p:nvPr/>
        </p:nvSpPr>
        <p:spPr>
          <a:xfrm>
            <a:off x="7106701" y="32974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78E"/>
          </a:solidFill>
          <a:ln w="5054">
            <a:solidFill>
              <a:srgbClr val="31678E"/>
            </a:solidFill>
            <a:prstDash val="solid"/>
          </a:ln>
        </p:spPr>
      </p:sp>
      <p:sp>
        <p:nvSpPr>
          <p:cNvPr id="384" name="F4_paired_one_to_one_0p3_9261">
            <a:extLst>
              <a:ext uri="{FF2B5EF4-FFF2-40B4-BE49-F238E27FC236}">
                <a16:creationId xmlns:a16="http://schemas.microsoft.com/office/drawing/2014/main" id="{490B87CC-EF2D-4D86-B53E-9FCA6E56943D}"/>
              </a:ext>
            </a:extLst>
          </p:cNvPr>
          <p:cNvSpPr>
            <a:spLocks noGrp="1"/>
          </p:cNvSpPr>
          <p:nvPr/>
        </p:nvSpPr>
        <p:spPr>
          <a:xfrm>
            <a:off x="7106701" y="327792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1668E"/>
          </a:solidFill>
          <a:ln w="5054">
            <a:solidFill>
              <a:srgbClr val="31668E"/>
            </a:solidFill>
            <a:prstDash val="solid"/>
          </a:ln>
        </p:spPr>
      </p:sp>
      <p:sp>
        <p:nvSpPr>
          <p:cNvPr id="385" name="F4_paired_one_to_one_0p3_9262">
            <a:extLst>
              <a:ext uri="{FF2B5EF4-FFF2-40B4-BE49-F238E27FC236}">
                <a16:creationId xmlns:a16="http://schemas.microsoft.com/office/drawing/2014/main" id="{FC7E5A55-6DBC-41E7-99DE-D9FBE56D19A5}"/>
              </a:ext>
            </a:extLst>
          </p:cNvPr>
          <p:cNvSpPr>
            <a:spLocks noGrp="1"/>
          </p:cNvSpPr>
          <p:nvPr/>
        </p:nvSpPr>
        <p:spPr>
          <a:xfrm>
            <a:off x="7106701" y="325837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58E"/>
          </a:solidFill>
          <a:ln w="5054">
            <a:solidFill>
              <a:srgbClr val="32658E"/>
            </a:solidFill>
            <a:prstDash val="solid"/>
          </a:ln>
        </p:spPr>
      </p:sp>
      <p:sp>
        <p:nvSpPr>
          <p:cNvPr id="386" name="F4_paired_one_to_one_0p3_9263">
            <a:extLst>
              <a:ext uri="{FF2B5EF4-FFF2-40B4-BE49-F238E27FC236}">
                <a16:creationId xmlns:a16="http://schemas.microsoft.com/office/drawing/2014/main" id="{DE4AD592-7561-4437-AB54-412EF82065C9}"/>
              </a:ext>
            </a:extLst>
          </p:cNvPr>
          <p:cNvSpPr>
            <a:spLocks noGrp="1"/>
          </p:cNvSpPr>
          <p:nvPr/>
        </p:nvSpPr>
        <p:spPr>
          <a:xfrm>
            <a:off x="7106701" y="32388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2648E"/>
          </a:solidFill>
          <a:ln w="5054">
            <a:solidFill>
              <a:srgbClr val="32648E"/>
            </a:solidFill>
            <a:prstDash val="solid"/>
          </a:ln>
        </p:spPr>
      </p:sp>
      <p:sp>
        <p:nvSpPr>
          <p:cNvPr id="387" name="F4_paired_one_to_one_0p3_9264">
            <a:extLst>
              <a:ext uri="{FF2B5EF4-FFF2-40B4-BE49-F238E27FC236}">
                <a16:creationId xmlns:a16="http://schemas.microsoft.com/office/drawing/2014/main" id="{10B46B25-6C1C-4343-BB85-159B21AF1AB3}"/>
              </a:ext>
            </a:extLst>
          </p:cNvPr>
          <p:cNvSpPr>
            <a:spLocks noGrp="1"/>
          </p:cNvSpPr>
          <p:nvPr/>
        </p:nvSpPr>
        <p:spPr>
          <a:xfrm>
            <a:off x="7106701" y="32192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38D"/>
          </a:solidFill>
          <a:ln w="5054">
            <a:solidFill>
              <a:srgbClr val="33638D"/>
            </a:solidFill>
            <a:prstDash val="solid"/>
          </a:ln>
        </p:spPr>
      </p:sp>
      <p:sp>
        <p:nvSpPr>
          <p:cNvPr id="388" name="F4_paired_one_to_one_0p3_9265">
            <a:extLst>
              <a:ext uri="{FF2B5EF4-FFF2-40B4-BE49-F238E27FC236}">
                <a16:creationId xmlns:a16="http://schemas.microsoft.com/office/drawing/2014/main" id="{225B38AB-BC5C-4B68-96D9-E207B210DE20}"/>
              </a:ext>
            </a:extLst>
          </p:cNvPr>
          <p:cNvSpPr>
            <a:spLocks noGrp="1"/>
          </p:cNvSpPr>
          <p:nvPr/>
        </p:nvSpPr>
        <p:spPr>
          <a:xfrm>
            <a:off x="7106701" y="31997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3628D"/>
          </a:solidFill>
          <a:ln w="5054">
            <a:solidFill>
              <a:srgbClr val="33628D"/>
            </a:solidFill>
            <a:prstDash val="solid"/>
          </a:ln>
        </p:spPr>
      </p:sp>
      <p:sp>
        <p:nvSpPr>
          <p:cNvPr id="389" name="F4_paired_one_to_one_0p3_9266">
            <a:extLst>
              <a:ext uri="{FF2B5EF4-FFF2-40B4-BE49-F238E27FC236}">
                <a16:creationId xmlns:a16="http://schemas.microsoft.com/office/drawing/2014/main" id="{04356E76-57BD-4352-BECE-61FD1611C24D}"/>
              </a:ext>
            </a:extLst>
          </p:cNvPr>
          <p:cNvSpPr>
            <a:spLocks noGrp="1"/>
          </p:cNvSpPr>
          <p:nvPr/>
        </p:nvSpPr>
        <p:spPr>
          <a:xfrm>
            <a:off x="7106701" y="31801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18D"/>
          </a:solidFill>
          <a:ln w="5054">
            <a:solidFill>
              <a:srgbClr val="34618D"/>
            </a:solidFill>
            <a:prstDash val="solid"/>
          </a:ln>
        </p:spPr>
      </p:sp>
      <p:sp>
        <p:nvSpPr>
          <p:cNvPr id="390" name="F4_paired_one_to_one_0p3_9267">
            <a:extLst>
              <a:ext uri="{FF2B5EF4-FFF2-40B4-BE49-F238E27FC236}">
                <a16:creationId xmlns:a16="http://schemas.microsoft.com/office/drawing/2014/main" id="{8FAB81FD-279E-4DF7-81DC-B8F785325BAD}"/>
              </a:ext>
            </a:extLst>
          </p:cNvPr>
          <p:cNvSpPr>
            <a:spLocks noGrp="1"/>
          </p:cNvSpPr>
          <p:nvPr/>
        </p:nvSpPr>
        <p:spPr>
          <a:xfrm>
            <a:off x="7106701" y="316062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4608D"/>
          </a:solidFill>
          <a:ln w="5054">
            <a:solidFill>
              <a:srgbClr val="34608D"/>
            </a:solidFill>
            <a:prstDash val="solid"/>
          </a:ln>
        </p:spPr>
      </p:sp>
      <p:sp>
        <p:nvSpPr>
          <p:cNvPr id="391" name="F4_paired_one_to_one_0p3_9268">
            <a:extLst>
              <a:ext uri="{FF2B5EF4-FFF2-40B4-BE49-F238E27FC236}">
                <a16:creationId xmlns:a16="http://schemas.microsoft.com/office/drawing/2014/main" id="{D3BB61AF-7E0D-4154-87A0-343E641BD96D}"/>
              </a:ext>
            </a:extLst>
          </p:cNvPr>
          <p:cNvSpPr>
            <a:spLocks noGrp="1"/>
          </p:cNvSpPr>
          <p:nvPr/>
        </p:nvSpPr>
        <p:spPr>
          <a:xfrm>
            <a:off x="7106701" y="314107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F8D"/>
          </a:solidFill>
          <a:ln w="5054">
            <a:solidFill>
              <a:srgbClr val="355F8D"/>
            </a:solidFill>
            <a:prstDash val="solid"/>
          </a:ln>
        </p:spPr>
      </p:sp>
      <p:sp>
        <p:nvSpPr>
          <p:cNvPr id="392" name="F4_paired_one_to_one_0p3_9269">
            <a:extLst>
              <a:ext uri="{FF2B5EF4-FFF2-40B4-BE49-F238E27FC236}">
                <a16:creationId xmlns:a16="http://schemas.microsoft.com/office/drawing/2014/main" id="{0DA1B3C2-EEAB-409A-A7F6-4E77D7E42513}"/>
              </a:ext>
            </a:extLst>
          </p:cNvPr>
          <p:cNvSpPr>
            <a:spLocks noGrp="1"/>
          </p:cNvSpPr>
          <p:nvPr/>
        </p:nvSpPr>
        <p:spPr>
          <a:xfrm>
            <a:off x="7106701" y="31215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55E8D"/>
          </a:solidFill>
          <a:ln w="5054">
            <a:solidFill>
              <a:srgbClr val="355E8D"/>
            </a:solidFill>
            <a:prstDash val="solid"/>
          </a:ln>
        </p:spPr>
      </p:sp>
      <p:sp>
        <p:nvSpPr>
          <p:cNvPr id="393" name="F4_paired_one_to_one_0p3_9270">
            <a:extLst>
              <a:ext uri="{FF2B5EF4-FFF2-40B4-BE49-F238E27FC236}">
                <a16:creationId xmlns:a16="http://schemas.microsoft.com/office/drawing/2014/main" id="{EF800211-764D-4A13-814C-F63966045E01}"/>
              </a:ext>
            </a:extLst>
          </p:cNvPr>
          <p:cNvSpPr>
            <a:spLocks noGrp="1"/>
          </p:cNvSpPr>
          <p:nvPr/>
        </p:nvSpPr>
        <p:spPr>
          <a:xfrm>
            <a:off x="7106701" y="31019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D8D"/>
          </a:solidFill>
          <a:ln w="5054">
            <a:solidFill>
              <a:srgbClr val="365D8D"/>
            </a:solidFill>
            <a:prstDash val="solid"/>
          </a:ln>
        </p:spPr>
      </p:sp>
      <p:sp>
        <p:nvSpPr>
          <p:cNvPr id="394" name="F4_paired_one_to_one_0p3_9271">
            <a:extLst>
              <a:ext uri="{FF2B5EF4-FFF2-40B4-BE49-F238E27FC236}">
                <a16:creationId xmlns:a16="http://schemas.microsoft.com/office/drawing/2014/main" id="{DE9190EA-A65D-48AD-B4C0-2B559F8751DA}"/>
              </a:ext>
            </a:extLst>
          </p:cNvPr>
          <p:cNvSpPr>
            <a:spLocks noGrp="1"/>
          </p:cNvSpPr>
          <p:nvPr/>
        </p:nvSpPr>
        <p:spPr>
          <a:xfrm>
            <a:off x="7106701" y="30824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65C8D"/>
          </a:solidFill>
          <a:ln w="5054">
            <a:solidFill>
              <a:srgbClr val="365C8D"/>
            </a:solidFill>
            <a:prstDash val="solid"/>
          </a:ln>
        </p:spPr>
      </p:sp>
      <p:sp>
        <p:nvSpPr>
          <p:cNvPr id="395" name="F4_paired_one_to_one_0p3_9272">
            <a:extLst>
              <a:ext uri="{FF2B5EF4-FFF2-40B4-BE49-F238E27FC236}">
                <a16:creationId xmlns:a16="http://schemas.microsoft.com/office/drawing/2014/main" id="{67550DD9-FE88-43A1-B753-A0F4AF9F8B95}"/>
              </a:ext>
            </a:extLst>
          </p:cNvPr>
          <p:cNvSpPr>
            <a:spLocks noGrp="1"/>
          </p:cNvSpPr>
          <p:nvPr/>
        </p:nvSpPr>
        <p:spPr>
          <a:xfrm>
            <a:off x="7106701" y="30628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B8D"/>
          </a:solidFill>
          <a:ln w="5054">
            <a:solidFill>
              <a:srgbClr val="375B8D"/>
            </a:solidFill>
            <a:prstDash val="solid"/>
          </a:ln>
        </p:spPr>
      </p:sp>
      <p:sp>
        <p:nvSpPr>
          <p:cNvPr id="396" name="F4_paired_one_to_one_0p3_9273">
            <a:extLst>
              <a:ext uri="{FF2B5EF4-FFF2-40B4-BE49-F238E27FC236}">
                <a16:creationId xmlns:a16="http://schemas.microsoft.com/office/drawing/2014/main" id="{E579CFA3-2E71-42F5-BEBD-2B766C74BF90}"/>
              </a:ext>
            </a:extLst>
          </p:cNvPr>
          <p:cNvSpPr>
            <a:spLocks noGrp="1"/>
          </p:cNvSpPr>
          <p:nvPr/>
        </p:nvSpPr>
        <p:spPr>
          <a:xfrm>
            <a:off x="7106701" y="304332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75A8C"/>
          </a:solidFill>
          <a:ln w="5054">
            <a:solidFill>
              <a:srgbClr val="375A8C"/>
            </a:solidFill>
            <a:prstDash val="solid"/>
          </a:ln>
        </p:spPr>
      </p:sp>
      <p:sp>
        <p:nvSpPr>
          <p:cNvPr id="397" name="F4_paired_one_to_one_0p3_9274">
            <a:extLst>
              <a:ext uri="{FF2B5EF4-FFF2-40B4-BE49-F238E27FC236}">
                <a16:creationId xmlns:a16="http://schemas.microsoft.com/office/drawing/2014/main" id="{5ADD462F-B443-407E-B1FB-001B897F09A9}"/>
              </a:ext>
            </a:extLst>
          </p:cNvPr>
          <p:cNvSpPr>
            <a:spLocks noGrp="1"/>
          </p:cNvSpPr>
          <p:nvPr/>
        </p:nvSpPr>
        <p:spPr>
          <a:xfrm>
            <a:off x="7106701" y="302377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98C"/>
          </a:solidFill>
          <a:ln w="5054">
            <a:solidFill>
              <a:srgbClr val="38598C"/>
            </a:solidFill>
            <a:prstDash val="solid"/>
          </a:ln>
        </p:spPr>
      </p:sp>
      <p:sp>
        <p:nvSpPr>
          <p:cNvPr id="398" name="F4_paired_one_to_one_0p3_9275">
            <a:extLst>
              <a:ext uri="{FF2B5EF4-FFF2-40B4-BE49-F238E27FC236}">
                <a16:creationId xmlns:a16="http://schemas.microsoft.com/office/drawing/2014/main" id="{8A870582-E005-4B3E-BF2E-4F657F39B061}"/>
              </a:ext>
            </a:extLst>
          </p:cNvPr>
          <p:cNvSpPr>
            <a:spLocks noGrp="1"/>
          </p:cNvSpPr>
          <p:nvPr/>
        </p:nvSpPr>
        <p:spPr>
          <a:xfrm>
            <a:off x="7106701" y="30042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8588C"/>
          </a:solidFill>
          <a:ln w="5054">
            <a:solidFill>
              <a:srgbClr val="38588C"/>
            </a:solidFill>
            <a:prstDash val="solid"/>
          </a:ln>
        </p:spPr>
      </p:sp>
      <p:sp>
        <p:nvSpPr>
          <p:cNvPr id="399" name="F4_paired_one_to_one_0p3_9276">
            <a:extLst>
              <a:ext uri="{FF2B5EF4-FFF2-40B4-BE49-F238E27FC236}">
                <a16:creationId xmlns:a16="http://schemas.microsoft.com/office/drawing/2014/main" id="{9D11A244-89CB-4E8F-BB67-392ED34048A5}"/>
              </a:ext>
            </a:extLst>
          </p:cNvPr>
          <p:cNvSpPr>
            <a:spLocks noGrp="1"/>
          </p:cNvSpPr>
          <p:nvPr/>
        </p:nvSpPr>
        <p:spPr>
          <a:xfrm>
            <a:off x="7106701" y="29846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68C"/>
          </a:solidFill>
          <a:ln w="5054">
            <a:solidFill>
              <a:srgbClr val="39568C"/>
            </a:solidFill>
            <a:prstDash val="solid"/>
          </a:ln>
        </p:spPr>
      </p:sp>
      <p:sp>
        <p:nvSpPr>
          <p:cNvPr id="400" name="F4_paired_one_to_one_0p3_9277">
            <a:extLst>
              <a:ext uri="{FF2B5EF4-FFF2-40B4-BE49-F238E27FC236}">
                <a16:creationId xmlns:a16="http://schemas.microsoft.com/office/drawing/2014/main" id="{8A85635A-DAB5-4DF6-B4AA-A3220780E8F0}"/>
              </a:ext>
            </a:extLst>
          </p:cNvPr>
          <p:cNvSpPr>
            <a:spLocks noGrp="1"/>
          </p:cNvSpPr>
          <p:nvPr/>
        </p:nvSpPr>
        <p:spPr>
          <a:xfrm>
            <a:off x="7106701" y="29651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9558C"/>
          </a:solidFill>
          <a:ln w="5054">
            <a:solidFill>
              <a:srgbClr val="39558C"/>
            </a:solidFill>
            <a:prstDash val="solid"/>
          </a:ln>
        </p:spPr>
      </p:sp>
      <p:sp>
        <p:nvSpPr>
          <p:cNvPr id="401" name="F4_paired_one_to_one_0p3_9278">
            <a:extLst>
              <a:ext uri="{FF2B5EF4-FFF2-40B4-BE49-F238E27FC236}">
                <a16:creationId xmlns:a16="http://schemas.microsoft.com/office/drawing/2014/main" id="{44365298-DCB3-4826-B739-3EE564C69B1D}"/>
              </a:ext>
            </a:extLst>
          </p:cNvPr>
          <p:cNvSpPr>
            <a:spLocks noGrp="1"/>
          </p:cNvSpPr>
          <p:nvPr/>
        </p:nvSpPr>
        <p:spPr>
          <a:xfrm>
            <a:off x="7106701" y="29455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48C"/>
          </a:solidFill>
          <a:ln w="5054">
            <a:solidFill>
              <a:srgbClr val="3A548C"/>
            </a:solidFill>
            <a:prstDash val="solid"/>
          </a:ln>
        </p:spPr>
      </p:sp>
      <p:sp>
        <p:nvSpPr>
          <p:cNvPr id="402" name="F4_paired_one_to_one_0p3_9279">
            <a:extLst>
              <a:ext uri="{FF2B5EF4-FFF2-40B4-BE49-F238E27FC236}">
                <a16:creationId xmlns:a16="http://schemas.microsoft.com/office/drawing/2014/main" id="{70DB6D43-0371-459F-B935-676DE947A0B6}"/>
              </a:ext>
            </a:extLst>
          </p:cNvPr>
          <p:cNvSpPr>
            <a:spLocks noGrp="1"/>
          </p:cNvSpPr>
          <p:nvPr/>
        </p:nvSpPr>
        <p:spPr>
          <a:xfrm>
            <a:off x="7106701" y="292602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A538B"/>
          </a:solidFill>
          <a:ln w="5054">
            <a:solidFill>
              <a:srgbClr val="3A538B"/>
            </a:solidFill>
            <a:prstDash val="solid"/>
          </a:ln>
        </p:spPr>
      </p:sp>
      <p:sp>
        <p:nvSpPr>
          <p:cNvPr id="403" name="F4_paired_one_to_one_0p3_9280">
            <a:extLst>
              <a:ext uri="{FF2B5EF4-FFF2-40B4-BE49-F238E27FC236}">
                <a16:creationId xmlns:a16="http://schemas.microsoft.com/office/drawing/2014/main" id="{BF005A19-820D-4C67-B20B-567E9CFC77AB}"/>
              </a:ext>
            </a:extLst>
          </p:cNvPr>
          <p:cNvSpPr>
            <a:spLocks noGrp="1"/>
          </p:cNvSpPr>
          <p:nvPr/>
        </p:nvSpPr>
        <p:spPr>
          <a:xfrm>
            <a:off x="7106701" y="290647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28B"/>
          </a:solidFill>
          <a:ln w="5054">
            <a:solidFill>
              <a:srgbClr val="3B528B"/>
            </a:solidFill>
            <a:prstDash val="solid"/>
          </a:ln>
        </p:spPr>
      </p:sp>
      <p:sp>
        <p:nvSpPr>
          <p:cNvPr id="404" name="F4_paired_one_to_one_0p3_9281">
            <a:extLst>
              <a:ext uri="{FF2B5EF4-FFF2-40B4-BE49-F238E27FC236}">
                <a16:creationId xmlns:a16="http://schemas.microsoft.com/office/drawing/2014/main" id="{92FE08C4-ED4B-4F6D-808C-D8F994894528}"/>
              </a:ext>
            </a:extLst>
          </p:cNvPr>
          <p:cNvSpPr>
            <a:spLocks noGrp="1"/>
          </p:cNvSpPr>
          <p:nvPr/>
        </p:nvSpPr>
        <p:spPr>
          <a:xfrm>
            <a:off x="7106701" y="28869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B518B"/>
          </a:solidFill>
          <a:ln w="5054">
            <a:solidFill>
              <a:srgbClr val="3B518B"/>
            </a:solidFill>
            <a:prstDash val="solid"/>
          </a:ln>
        </p:spPr>
      </p:sp>
      <p:sp>
        <p:nvSpPr>
          <p:cNvPr id="405" name="F4_paired_one_to_one_0p3_9282">
            <a:extLst>
              <a:ext uri="{FF2B5EF4-FFF2-40B4-BE49-F238E27FC236}">
                <a16:creationId xmlns:a16="http://schemas.microsoft.com/office/drawing/2014/main" id="{ABB9F841-1B6A-4872-93A1-11EEF5F47B4A}"/>
              </a:ext>
            </a:extLst>
          </p:cNvPr>
          <p:cNvSpPr>
            <a:spLocks noGrp="1"/>
          </p:cNvSpPr>
          <p:nvPr/>
        </p:nvSpPr>
        <p:spPr>
          <a:xfrm>
            <a:off x="7106701" y="28673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508B"/>
          </a:solidFill>
          <a:ln w="5054">
            <a:solidFill>
              <a:srgbClr val="3C508B"/>
            </a:solidFill>
            <a:prstDash val="solid"/>
          </a:ln>
        </p:spPr>
      </p:sp>
      <p:sp>
        <p:nvSpPr>
          <p:cNvPr id="406" name="F4_paired_one_to_one_0p3_9283">
            <a:extLst>
              <a:ext uri="{FF2B5EF4-FFF2-40B4-BE49-F238E27FC236}">
                <a16:creationId xmlns:a16="http://schemas.microsoft.com/office/drawing/2014/main" id="{6784D40B-CB43-4BB1-BE95-CE8CE76CBE98}"/>
              </a:ext>
            </a:extLst>
          </p:cNvPr>
          <p:cNvSpPr>
            <a:spLocks noGrp="1"/>
          </p:cNvSpPr>
          <p:nvPr/>
        </p:nvSpPr>
        <p:spPr>
          <a:xfrm>
            <a:off x="7106701" y="28478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C4F8A"/>
          </a:solidFill>
          <a:ln w="5054">
            <a:solidFill>
              <a:srgbClr val="3C4F8A"/>
            </a:solidFill>
            <a:prstDash val="solid"/>
          </a:ln>
        </p:spPr>
      </p:sp>
      <p:sp>
        <p:nvSpPr>
          <p:cNvPr id="407" name="F4_paired_one_to_one_0p3_9284">
            <a:extLst>
              <a:ext uri="{FF2B5EF4-FFF2-40B4-BE49-F238E27FC236}">
                <a16:creationId xmlns:a16="http://schemas.microsoft.com/office/drawing/2014/main" id="{332513B6-C349-468D-9AA3-AF9EDEED7F1C}"/>
              </a:ext>
            </a:extLst>
          </p:cNvPr>
          <p:cNvSpPr>
            <a:spLocks noGrp="1"/>
          </p:cNvSpPr>
          <p:nvPr/>
        </p:nvSpPr>
        <p:spPr>
          <a:xfrm>
            <a:off x="7106701" y="282827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E8A"/>
          </a:solidFill>
          <a:ln w="5054">
            <a:solidFill>
              <a:srgbClr val="3D4E8A"/>
            </a:solidFill>
            <a:prstDash val="solid"/>
          </a:ln>
        </p:spPr>
      </p:sp>
      <p:sp>
        <p:nvSpPr>
          <p:cNvPr id="408" name="F4_paired_one_to_one_0p3_9285">
            <a:extLst>
              <a:ext uri="{FF2B5EF4-FFF2-40B4-BE49-F238E27FC236}">
                <a16:creationId xmlns:a16="http://schemas.microsoft.com/office/drawing/2014/main" id="{2320FF1F-56E9-4A01-81BD-A569B9F5B1D2}"/>
              </a:ext>
            </a:extLst>
          </p:cNvPr>
          <p:cNvSpPr>
            <a:spLocks noGrp="1"/>
          </p:cNvSpPr>
          <p:nvPr/>
        </p:nvSpPr>
        <p:spPr>
          <a:xfrm>
            <a:off x="7106701" y="280872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D4D8A"/>
          </a:solidFill>
          <a:ln w="5054">
            <a:solidFill>
              <a:srgbClr val="3D4D8A"/>
            </a:solidFill>
            <a:prstDash val="solid"/>
          </a:ln>
        </p:spPr>
      </p:sp>
      <p:sp>
        <p:nvSpPr>
          <p:cNvPr id="409" name="F4_paired_one_to_one_0p3_9286">
            <a:extLst>
              <a:ext uri="{FF2B5EF4-FFF2-40B4-BE49-F238E27FC236}">
                <a16:creationId xmlns:a16="http://schemas.microsoft.com/office/drawing/2014/main" id="{2BCCFFBA-010D-42F2-9754-934F558A1856}"/>
              </a:ext>
            </a:extLst>
          </p:cNvPr>
          <p:cNvSpPr>
            <a:spLocks noGrp="1"/>
          </p:cNvSpPr>
          <p:nvPr/>
        </p:nvSpPr>
        <p:spPr>
          <a:xfrm>
            <a:off x="7106701" y="27891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C8A"/>
          </a:solidFill>
          <a:ln w="5054">
            <a:solidFill>
              <a:srgbClr val="3E4C8A"/>
            </a:solidFill>
            <a:prstDash val="solid"/>
          </a:ln>
        </p:spPr>
      </p:sp>
      <p:sp>
        <p:nvSpPr>
          <p:cNvPr id="410" name="F4_paired_one_to_one_0p3_9287">
            <a:extLst>
              <a:ext uri="{FF2B5EF4-FFF2-40B4-BE49-F238E27FC236}">
                <a16:creationId xmlns:a16="http://schemas.microsoft.com/office/drawing/2014/main" id="{6507BCC6-32FC-465A-A3EC-9044DDF4D1D3}"/>
              </a:ext>
            </a:extLst>
          </p:cNvPr>
          <p:cNvSpPr>
            <a:spLocks noGrp="1"/>
          </p:cNvSpPr>
          <p:nvPr/>
        </p:nvSpPr>
        <p:spPr>
          <a:xfrm>
            <a:off x="7106701" y="27696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A89"/>
          </a:solidFill>
          <a:ln w="5054">
            <a:solidFill>
              <a:srgbClr val="3E4A89"/>
            </a:solidFill>
            <a:prstDash val="solid"/>
          </a:ln>
        </p:spPr>
      </p:sp>
      <p:sp>
        <p:nvSpPr>
          <p:cNvPr id="411" name="F4_paired_one_to_one_0p3_9288">
            <a:extLst>
              <a:ext uri="{FF2B5EF4-FFF2-40B4-BE49-F238E27FC236}">
                <a16:creationId xmlns:a16="http://schemas.microsoft.com/office/drawing/2014/main" id="{DE514F1E-B0EA-4286-9BFD-089410C7CC37}"/>
              </a:ext>
            </a:extLst>
          </p:cNvPr>
          <p:cNvSpPr>
            <a:spLocks noGrp="1"/>
          </p:cNvSpPr>
          <p:nvPr/>
        </p:nvSpPr>
        <p:spPr>
          <a:xfrm>
            <a:off x="7106701" y="27500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E4989"/>
          </a:solidFill>
          <a:ln w="5054">
            <a:solidFill>
              <a:srgbClr val="3E4989"/>
            </a:solidFill>
            <a:prstDash val="solid"/>
          </a:ln>
        </p:spPr>
      </p:sp>
      <p:sp>
        <p:nvSpPr>
          <p:cNvPr id="412" name="F4_paired_one_to_one_0p3_9289">
            <a:extLst>
              <a:ext uri="{FF2B5EF4-FFF2-40B4-BE49-F238E27FC236}">
                <a16:creationId xmlns:a16="http://schemas.microsoft.com/office/drawing/2014/main" id="{AEAA1A55-0F93-41B8-8CF6-E82955AA6F72}"/>
              </a:ext>
            </a:extLst>
          </p:cNvPr>
          <p:cNvSpPr>
            <a:spLocks noGrp="1"/>
          </p:cNvSpPr>
          <p:nvPr/>
        </p:nvSpPr>
        <p:spPr>
          <a:xfrm>
            <a:off x="7106701" y="27305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889"/>
          </a:solidFill>
          <a:ln w="5054">
            <a:solidFill>
              <a:srgbClr val="3F4889"/>
            </a:solidFill>
            <a:prstDash val="solid"/>
          </a:ln>
        </p:spPr>
      </p:sp>
      <p:sp>
        <p:nvSpPr>
          <p:cNvPr id="413" name="F4_paired_one_to_one_0p3_9290">
            <a:extLst>
              <a:ext uri="{FF2B5EF4-FFF2-40B4-BE49-F238E27FC236}">
                <a16:creationId xmlns:a16="http://schemas.microsoft.com/office/drawing/2014/main" id="{34881236-FC9B-42DD-AF08-F6534C6AF335}"/>
              </a:ext>
            </a:extLst>
          </p:cNvPr>
          <p:cNvSpPr>
            <a:spLocks noGrp="1"/>
          </p:cNvSpPr>
          <p:nvPr/>
        </p:nvSpPr>
        <p:spPr>
          <a:xfrm>
            <a:off x="7106701" y="271097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3F4788"/>
          </a:solidFill>
          <a:ln w="5054">
            <a:solidFill>
              <a:srgbClr val="3F4788"/>
            </a:solidFill>
            <a:prstDash val="solid"/>
          </a:ln>
        </p:spPr>
      </p:sp>
      <p:sp>
        <p:nvSpPr>
          <p:cNvPr id="414" name="F4_paired_one_to_one_0p3_9291">
            <a:extLst>
              <a:ext uri="{FF2B5EF4-FFF2-40B4-BE49-F238E27FC236}">
                <a16:creationId xmlns:a16="http://schemas.microsoft.com/office/drawing/2014/main" id="{B5A39350-FB71-41AA-AD2F-DC7A47856CA9}"/>
              </a:ext>
            </a:extLst>
          </p:cNvPr>
          <p:cNvSpPr>
            <a:spLocks noGrp="1"/>
          </p:cNvSpPr>
          <p:nvPr/>
        </p:nvSpPr>
        <p:spPr>
          <a:xfrm>
            <a:off x="7106701" y="2691425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688"/>
          </a:solidFill>
          <a:ln w="5054">
            <a:solidFill>
              <a:srgbClr val="404688"/>
            </a:solidFill>
            <a:prstDash val="solid"/>
          </a:ln>
        </p:spPr>
      </p:sp>
      <p:sp>
        <p:nvSpPr>
          <p:cNvPr id="415" name="F4_paired_one_to_one_0p3_9292">
            <a:extLst>
              <a:ext uri="{FF2B5EF4-FFF2-40B4-BE49-F238E27FC236}">
                <a16:creationId xmlns:a16="http://schemas.microsoft.com/office/drawing/2014/main" id="{C2F2ADEC-BDF1-45F4-B142-21C63F9937DB}"/>
              </a:ext>
            </a:extLst>
          </p:cNvPr>
          <p:cNvSpPr>
            <a:spLocks noGrp="1"/>
          </p:cNvSpPr>
          <p:nvPr/>
        </p:nvSpPr>
        <p:spPr>
          <a:xfrm>
            <a:off x="7106701" y="26718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04588"/>
          </a:solidFill>
          <a:ln w="5054">
            <a:solidFill>
              <a:srgbClr val="404588"/>
            </a:solidFill>
            <a:prstDash val="solid"/>
          </a:ln>
        </p:spPr>
      </p:sp>
      <p:sp>
        <p:nvSpPr>
          <p:cNvPr id="416" name="F4_paired_one_to_one_0p3_9293">
            <a:extLst>
              <a:ext uri="{FF2B5EF4-FFF2-40B4-BE49-F238E27FC236}">
                <a16:creationId xmlns:a16="http://schemas.microsoft.com/office/drawing/2014/main" id="{375D8E21-8AAB-454B-8FB4-53C1697E6A84}"/>
              </a:ext>
            </a:extLst>
          </p:cNvPr>
          <p:cNvSpPr>
            <a:spLocks noGrp="1"/>
          </p:cNvSpPr>
          <p:nvPr/>
        </p:nvSpPr>
        <p:spPr>
          <a:xfrm>
            <a:off x="7106701" y="26523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487"/>
          </a:solidFill>
          <a:ln w="5054">
            <a:solidFill>
              <a:srgbClr val="414487"/>
            </a:solidFill>
            <a:prstDash val="solid"/>
          </a:ln>
        </p:spPr>
      </p:sp>
      <p:sp>
        <p:nvSpPr>
          <p:cNvPr id="417" name="F4_paired_one_to_one_0p3_9294">
            <a:extLst>
              <a:ext uri="{FF2B5EF4-FFF2-40B4-BE49-F238E27FC236}">
                <a16:creationId xmlns:a16="http://schemas.microsoft.com/office/drawing/2014/main" id="{94E04E07-5748-40C3-A4B9-7D6B68C1799E}"/>
              </a:ext>
            </a:extLst>
          </p:cNvPr>
          <p:cNvSpPr>
            <a:spLocks noGrp="1"/>
          </p:cNvSpPr>
          <p:nvPr/>
        </p:nvSpPr>
        <p:spPr>
          <a:xfrm>
            <a:off x="7106701" y="26327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14287"/>
          </a:solidFill>
          <a:ln w="5054">
            <a:solidFill>
              <a:srgbClr val="414287"/>
            </a:solidFill>
            <a:prstDash val="solid"/>
          </a:ln>
        </p:spPr>
      </p:sp>
      <p:sp>
        <p:nvSpPr>
          <p:cNvPr id="418" name="F4_paired_one_to_one_0p3_9295">
            <a:extLst>
              <a:ext uri="{FF2B5EF4-FFF2-40B4-BE49-F238E27FC236}">
                <a16:creationId xmlns:a16="http://schemas.microsoft.com/office/drawing/2014/main" id="{A77DAC17-EBDE-477D-BD63-FCCAD653C462}"/>
              </a:ext>
            </a:extLst>
          </p:cNvPr>
          <p:cNvSpPr>
            <a:spLocks noGrp="1"/>
          </p:cNvSpPr>
          <p:nvPr/>
        </p:nvSpPr>
        <p:spPr>
          <a:xfrm>
            <a:off x="7106701" y="26132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186"/>
          </a:solidFill>
          <a:ln w="5054">
            <a:solidFill>
              <a:srgbClr val="424186"/>
            </a:solidFill>
            <a:prstDash val="solid"/>
          </a:ln>
        </p:spPr>
      </p:sp>
      <p:sp>
        <p:nvSpPr>
          <p:cNvPr id="419" name="F4_paired_one_to_one_0p3_9296">
            <a:extLst>
              <a:ext uri="{FF2B5EF4-FFF2-40B4-BE49-F238E27FC236}">
                <a16:creationId xmlns:a16="http://schemas.microsoft.com/office/drawing/2014/main" id="{CF876591-04A0-4653-9B8A-A3CAC1052549}"/>
              </a:ext>
            </a:extLst>
          </p:cNvPr>
          <p:cNvSpPr>
            <a:spLocks noGrp="1"/>
          </p:cNvSpPr>
          <p:nvPr/>
        </p:nvSpPr>
        <p:spPr>
          <a:xfrm>
            <a:off x="7106701" y="259367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4086"/>
          </a:solidFill>
          <a:ln w="5054">
            <a:solidFill>
              <a:srgbClr val="424086"/>
            </a:solidFill>
            <a:prstDash val="solid"/>
          </a:ln>
        </p:spPr>
      </p:sp>
      <p:sp>
        <p:nvSpPr>
          <p:cNvPr id="420" name="F4_paired_one_to_one_0p3_9297">
            <a:extLst>
              <a:ext uri="{FF2B5EF4-FFF2-40B4-BE49-F238E27FC236}">
                <a16:creationId xmlns:a16="http://schemas.microsoft.com/office/drawing/2014/main" id="{CC383109-3DA4-4478-9223-5273C78B5500}"/>
              </a:ext>
            </a:extLst>
          </p:cNvPr>
          <p:cNvSpPr>
            <a:spLocks noGrp="1"/>
          </p:cNvSpPr>
          <p:nvPr/>
        </p:nvSpPr>
        <p:spPr>
          <a:xfrm>
            <a:off x="7106701" y="2574126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23F85"/>
          </a:solidFill>
          <a:ln w="5054">
            <a:solidFill>
              <a:srgbClr val="423F85"/>
            </a:solidFill>
            <a:prstDash val="solid"/>
          </a:ln>
        </p:spPr>
      </p:sp>
      <p:sp>
        <p:nvSpPr>
          <p:cNvPr id="421" name="F4_paired_one_to_one_0p3_9298">
            <a:extLst>
              <a:ext uri="{FF2B5EF4-FFF2-40B4-BE49-F238E27FC236}">
                <a16:creationId xmlns:a16="http://schemas.microsoft.com/office/drawing/2014/main" id="{26B4D941-DA92-416C-A3E9-402F7709943B}"/>
              </a:ext>
            </a:extLst>
          </p:cNvPr>
          <p:cNvSpPr>
            <a:spLocks noGrp="1"/>
          </p:cNvSpPr>
          <p:nvPr/>
        </p:nvSpPr>
        <p:spPr>
          <a:xfrm>
            <a:off x="7106701" y="25545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E85"/>
          </a:solidFill>
          <a:ln w="5054">
            <a:solidFill>
              <a:srgbClr val="433E85"/>
            </a:solidFill>
            <a:prstDash val="solid"/>
          </a:ln>
        </p:spPr>
      </p:sp>
      <p:sp>
        <p:nvSpPr>
          <p:cNvPr id="422" name="F4_paired_one_to_one_0p3_9299">
            <a:extLst>
              <a:ext uri="{FF2B5EF4-FFF2-40B4-BE49-F238E27FC236}">
                <a16:creationId xmlns:a16="http://schemas.microsoft.com/office/drawing/2014/main" id="{0EFDA1EC-D3C6-4BF5-B871-5D5A6B1A2BF9}"/>
              </a:ext>
            </a:extLst>
          </p:cNvPr>
          <p:cNvSpPr>
            <a:spLocks noGrp="1"/>
          </p:cNvSpPr>
          <p:nvPr/>
        </p:nvSpPr>
        <p:spPr>
          <a:xfrm>
            <a:off x="7106701" y="25350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33D84"/>
          </a:solidFill>
          <a:ln w="5054">
            <a:solidFill>
              <a:srgbClr val="433D84"/>
            </a:solidFill>
            <a:prstDash val="solid"/>
          </a:ln>
        </p:spPr>
      </p:sp>
      <p:sp>
        <p:nvSpPr>
          <p:cNvPr id="423" name="F4_paired_one_to_one_0p3_9300">
            <a:extLst>
              <a:ext uri="{FF2B5EF4-FFF2-40B4-BE49-F238E27FC236}">
                <a16:creationId xmlns:a16="http://schemas.microsoft.com/office/drawing/2014/main" id="{29FBDE4D-4BAA-47C5-A936-A4803C4C3903}"/>
              </a:ext>
            </a:extLst>
          </p:cNvPr>
          <p:cNvSpPr>
            <a:spLocks noGrp="1"/>
          </p:cNvSpPr>
          <p:nvPr/>
        </p:nvSpPr>
        <p:spPr>
          <a:xfrm>
            <a:off x="7106701" y="25154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B84"/>
          </a:solidFill>
          <a:ln w="5054">
            <a:solidFill>
              <a:srgbClr val="443B84"/>
            </a:solidFill>
            <a:prstDash val="solid"/>
          </a:ln>
        </p:spPr>
      </p:sp>
      <p:sp>
        <p:nvSpPr>
          <p:cNvPr id="424" name="F4_paired_one_to_one_0p3_9301">
            <a:extLst>
              <a:ext uri="{FF2B5EF4-FFF2-40B4-BE49-F238E27FC236}">
                <a16:creationId xmlns:a16="http://schemas.microsoft.com/office/drawing/2014/main" id="{33FB4E47-E9E0-430A-B59D-57B87BB891F3}"/>
              </a:ext>
            </a:extLst>
          </p:cNvPr>
          <p:cNvSpPr>
            <a:spLocks noGrp="1"/>
          </p:cNvSpPr>
          <p:nvPr/>
        </p:nvSpPr>
        <p:spPr>
          <a:xfrm>
            <a:off x="7106701" y="24959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A83"/>
          </a:solidFill>
          <a:ln w="5054">
            <a:solidFill>
              <a:srgbClr val="443A83"/>
            </a:solidFill>
            <a:prstDash val="solid"/>
          </a:ln>
        </p:spPr>
      </p:sp>
      <p:sp>
        <p:nvSpPr>
          <p:cNvPr id="425" name="F4_paired_one_to_one_0p3_9302">
            <a:extLst>
              <a:ext uri="{FF2B5EF4-FFF2-40B4-BE49-F238E27FC236}">
                <a16:creationId xmlns:a16="http://schemas.microsoft.com/office/drawing/2014/main" id="{7C8D5C16-7C79-4AD8-A467-A1AC1A1710BA}"/>
              </a:ext>
            </a:extLst>
          </p:cNvPr>
          <p:cNvSpPr>
            <a:spLocks noGrp="1"/>
          </p:cNvSpPr>
          <p:nvPr/>
        </p:nvSpPr>
        <p:spPr>
          <a:xfrm>
            <a:off x="7106701" y="247637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3983"/>
          </a:solidFill>
          <a:ln w="5054">
            <a:solidFill>
              <a:srgbClr val="443983"/>
            </a:solidFill>
            <a:prstDash val="solid"/>
          </a:ln>
        </p:spPr>
      </p:sp>
      <p:sp>
        <p:nvSpPr>
          <p:cNvPr id="426" name="F4_paired_one_to_one_0p3_9303">
            <a:extLst>
              <a:ext uri="{FF2B5EF4-FFF2-40B4-BE49-F238E27FC236}">
                <a16:creationId xmlns:a16="http://schemas.microsoft.com/office/drawing/2014/main" id="{6A808487-09FB-439C-BE38-0270B836C576}"/>
              </a:ext>
            </a:extLst>
          </p:cNvPr>
          <p:cNvSpPr>
            <a:spLocks noGrp="1"/>
          </p:cNvSpPr>
          <p:nvPr/>
        </p:nvSpPr>
        <p:spPr>
          <a:xfrm>
            <a:off x="7106701" y="2456827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882"/>
          </a:solidFill>
          <a:ln w="5054">
            <a:solidFill>
              <a:srgbClr val="453882"/>
            </a:solidFill>
            <a:prstDash val="solid"/>
          </a:ln>
        </p:spPr>
      </p:sp>
      <p:sp>
        <p:nvSpPr>
          <p:cNvPr id="427" name="F4_paired_one_to_one_0p3_9304">
            <a:extLst>
              <a:ext uri="{FF2B5EF4-FFF2-40B4-BE49-F238E27FC236}">
                <a16:creationId xmlns:a16="http://schemas.microsoft.com/office/drawing/2014/main" id="{EF75B01C-48D5-4694-ACD7-8975489842CB}"/>
              </a:ext>
            </a:extLst>
          </p:cNvPr>
          <p:cNvSpPr>
            <a:spLocks noGrp="1"/>
          </p:cNvSpPr>
          <p:nvPr/>
        </p:nvSpPr>
        <p:spPr>
          <a:xfrm>
            <a:off x="7106701" y="24372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781"/>
          </a:solidFill>
          <a:ln w="5054">
            <a:solidFill>
              <a:srgbClr val="453781"/>
            </a:solidFill>
            <a:prstDash val="solid"/>
          </a:ln>
        </p:spPr>
      </p:sp>
      <p:sp>
        <p:nvSpPr>
          <p:cNvPr id="428" name="F4_paired_one_to_one_0p3_9305">
            <a:extLst>
              <a:ext uri="{FF2B5EF4-FFF2-40B4-BE49-F238E27FC236}">
                <a16:creationId xmlns:a16="http://schemas.microsoft.com/office/drawing/2014/main" id="{2F321955-678D-4AFA-9005-01A6B06078B3}"/>
              </a:ext>
            </a:extLst>
          </p:cNvPr>
          <p:cNvSpPr>
            <a:spLocks noGrp="1"/>
          </p:cNvSpPr>
          <p:nvPr/>
        </p:nvSpPr>
        <p:spPr>
          <a:xfrm>
            <a:off x="7106701" y="24177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3581"/>
          </a:solidFill>
          <a:ln w="5054">
            <a:solidFill>
              <a:srgbClr val="453581"/>
            </a:solidFill>
            <a:prstDash val="solid"/>
          </a:ln>
        </p:spPr>
      </p:sp>
      <p:sp>
        <p:nvSpPr>
          <p:cNvPr id="429" name="F4_paired_one_to_one_0p3_9306">
            <a:extLst>
              <a:ext uri="{FF2B5EF4-FFF2-40B4-BE49-F238E27FC236}">
                <a16:creationId xmlns:a16="http://schemas.microsoft.com/office/drawing/2014/main" id="{174F5E0F-A38A-40B4-BE34-DB88B4551195}"/>
              </a:ext>
            </a:extLst>
          </p:cNvPr>
          <p:cNvSpPr>
            <a:spLocks noGrp="1"/>
          </p:cNvSpPr>
          <p:nvPr/>
        </p:nvSpPr>
        <p:spPr>
          <a:xfrm>
            <a:off x="7106701" y="23981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480"/>
          </a:solidFill>
          <a:ln w="5054">
            <a:solidFill>
              <a:srgbClr val="463480"/>
            </a:solidFill>
            <a:prstDash val="solid"/>
          </a:ln>
        </p:spPr>
      </p:sp>
      <p:sp>
        <p:nvSpPr>
          <p:cNvPr id="430" name="F4_paired_one_to_one_0p3_9307">
            <a:extLst>
              <a:ext uri="{FF2B5EF4-FFF2-40B4-BE49-F238E27FC236}">
                <a16:creationId xmlns:a16="http://schemas.microsoft.com/office/drawing/2014/main" id="{76489D12-B7CA-40B8-B2C1-389B295CAAA5}"/>
              </a:ext>
            </a:extLst>
          </p:cNvPr>
          <p:cNvSpPr>
            <a:spLocks noGrp="1"/>
          </p:cNvSpPr>
          <p:nvPr/>
        </p:nvSpPr>
        <p:spPr>
          <a:xfrm>
            <a:off x="7106701" y="23786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37F"/>
          </a:solidFill>
          <a:ln w="5054">
            <a:solidFill>
              <a:srgbClr val="46337F"/>
            </a:solidFill>
            <a:prstDash val="solid"/>
          </a:ln>
        </p:spPr>
      </p:sp>
      <p:sp>
        <p:nvSpPr>
          <p:cNvPr id="431" name="F4_paired_one_to_one_0p3_9308">
            <a:extLst>
              <a:ext uri="{FF2B5EF4-FFF2-40B4-BE49-F238E27FC236}">
                <a16:creationId xmlns:a16="http://schemas.microsoft.com/office/drawing/2014/main" id="{CCD17FA3-44D6-4073-8028-7F914D1F22DC}"/>
              </a:ext>
            </a:extLst>
          </p:cNvPr>
          <p:cNvSpPr>
            <a:spLocks noGrp="1"/>
          </p:cNvSpPr>
          <p:nvPr/>
        </p:nvSpPr>
        <p:spPr>
          <a:xfrm>
            <a:off x="7106701" y="235907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27E"/>
          </a:solidFill>
          <a:ln w="5054">
            <a:solidFill>
              <a:srgbClr val="46327E"/>
            </a:solidFill>
            <a:prstDash val="solid"/>
          </a:ln>
        </p:spPr>
      </p:sp>
      <p:sp>
        <p:nvSpPr>
          <p:cNvPr id="432" name="F4_paired_one_to_one_0p3_9309">
            <a:extLst>
              <a:ext uri="{FF2B5EF4-FFF2-40B4-BE49-F238E27FC236}">
                <a16:creationId xmlns:a16="http://schemas.microsoft.com/office/drawing/2014/main" id="{1CD06D97-9946-4B67-96EA-9BE3C720A877}"/>
              </a:ext>
            </a:extLst>
          </p:cNvPr>
          <p:cNvSpPr>
            <a:spLocks noGrp="1"/>
          </p:cNvSpPr>
          <p:nvPr/>
        </p:nvSpPr>
        <p:spPr>
          <a:xfrm>
            <a:off x="7106701" y="2339528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307E"/>
          </a:solidFill>
          <a:ln w="5054">
            <a:solidFill>
              <a:srgbClr val="46307E"/>
            </a:solidFill>
            <a:prstDash val="solid"/>
          </a:ln>
        </p:spPr>
      </p:sp>
      <p:sp>
        <p:nvSpPr>
          <p:cNvPr id="433" name="F4_paired_one_to_one_0p3_9310">
            <a:extLst>
              <a:ext uri="{FF2B5EF4-FFF2-40B4-BE49-F238E27FC236}">
                <a16:creationId xmlns:a16="http://schemas.microsoft.com/office/drawing/2014/main" id="{C5D7633F-EDD7-49FE-87D1-41425FA89B95}"/>
              </a:ext>
            </a:extLst>
          </p:cNvPr>
          <p:cNvSpPr>
            <a:spLocks noGrp="1"/>
          </p:cNvSpPr>
          <p:nvPr/>
        </p:nvSpPr>
        <p:spPr>
          <a:xfrm>
            <a:off x="7106701" y="23199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F7D"/>
          </a:solidFill>
          <a:ln w="5054">
            <a:solidFill>
              <a:srgbClr val="472F7D"/>
            </a:solidFill>
            <a:prstDash val="solid"/>
          </a:ln>
        </p:spPr>
      </p:sp>
      <p:sp>
        <p:nvSpPr>
          <p:cNvPr id="434" name="F4_paired_one_to_one_0p3_9311">
            <a:extLst>
              <a:ext uri="{FF2B5EF4-FFF2-40B4-BE49-F238E27FC236}">
                <a16:creationId xmlns:a16="http://schemas.microsoft.com/office/drawing/2014/main" id="{BCF4AF5D-E154-4646-BC00-6B3CD8F2E4C2}"/>
              </a:ext>
            </a:extLst>
          </p:cNvPr>
          <p:cNvSpPr>
            <a:spLocks noGrp="1"/>
          </p:cNvSpPr>
          <p:nvPr/>
        </p:nvSpPr>
        <p:spPr>
          <a:xfrm>
            <a:off x="7106701" y="23004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E7C"/>
          </a:solidFill>
          <a:ln w="5054">
            <a:solidFill>
              <a:srgbClr val="472E7C"/>
            </a:solidFill>
            <a:prstDash val="solid"/>
          </a:ln>
        </p:spPr>
      </p:sp>
      <p:sp>
        <p:nvSpPr>
          <p:cNvPr id="435" name="F4_paired_one_to_one_0p3_9312">
            <a:extLst>
              <a:ext uri="{FF2B5EF4-FFF2-40B4-BE49-F238E27FC236}">
                <a16:creationId xmlns:a16="http://schemas.microsoft.com/office/drawing/2014/main" id="{A460D50B-43D4-4948-AC7D-75E86C348952}"/>
              </a:ext>
            </a:extLst>
          </p:cNvPr>
          <p:cNvSpPr>
            <a:spLocks noGrp="1"/>
          </p:cNvSpPr>
          <p:nvPr/>
        </p:nvSpPr>
        <p:spPr>
          <a:xfrm>
            <a:off x="7106701" y="22808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D7B"/>
          </a:solidFill>
          <a:ln w="5054">
            <a:solidFill>
              <a:srgbClr val="472D7B"/>
            </a:solidFill>
            <a:prstDash val="solid"/>
          </a:ln>
        </p:spPr>
      </p:sp>
      <p:sp>
        <p:nvSpPr>
          <p:cNvPr id="436" name="F4_paired_one_to_one_0p3_9313">
            <a:extLst>
              <a:ext uri="{FF2B5EF4-FFF2-40B4-BE49-F238E27FC236}">
                <a16:creationId xmlns:a16="http://schemas.microsoft.com/office/drawing/2014/main" id="{05EEE040-37B2-4911-BD36-4AE28F1C7476}"/>
              </a:ext>
            </a:extLst>
          </p:cNvPr>
          <p:cNvSpPr>
            <a:spLocks noGrp="1"/>
          </p:cNvSpPr>
          <p:nvPr/>
        </p:nvSpPr>
        <p:spPr>
          <a:xfrm>
            <a:off x="7106701" y="22613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C7A"/>
          </a:solidFill>
          <a:ln w="5054">
            <a:solidFill>
              <a:srgbClr val="472C7A"/>
            </a:solidFill>
            <a:prstDash val="solid"/>
          </a:ln>
        </p:spPr>
      </p:sp>
      <p:sp>
        <p:nvSpPr>
          <p:cNvPr id="437" name="F4_paired_one_to_one_0p3_9314">
            <a:extLst>
              <a:ext uri="{FF2B5EF4-FFF2-40B4-BE49-F238E27FC236}">
                <a16:creationId xmlns:a16="http://schemas.microsoft.com/office/drawing/2014/main" id="{D8307434-8AD1-4184-BE07-D47A9A5C5CE9}"/>
              </a:ext>
            </a:extLst>
          </p:cNvPr>
          <p:cNvSpPr>
            <a:spLocks noGrp="1"/>
          </p:cNvSpPr>
          <p:nvPr/>
        </p:nvSpPr>
        <p:spPr>
          <a:xfrm>
            <a:off x="7106701" y="224177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2A7A"/>
          </a:solidFill>
          <a:ln w="5054">
            <a:solidFill>
              <a:srgbClr val="472A7A"/>
            </a:solidFill>
            <a:prstDash val="solid"/>
          </a:ln>
        </p:spPr>
      </p:sp>
      <p:sp>
        <p:nvSpPr>
          <p:cNvPr id="438" name="F4_paired_one_to_one_0p3_9315">
            <a:extLst>
              <a:ext uri="{FF2B5EF4-FFF2-40B4-BE49-F238E27FC236}">
                <a16:creationId xmlns:a16="http://schemas.microsoft.com/office/drawing/2014/main" id="{50E0B321-2403-4853-BE69-ADDC66E9E21B}"/>
              </a:ext>
            </a:extLst>
          </p:cNvPr>
          <p:cNvSpPr>
            <a:spLocks noGrp="1"/>
          </p:cNvSpPr>
          <p:nvPr/>
        </p:nvSpPr>
        <p:spPr>
          <a:xfrm>
            <a:off x="7106701" y="2222229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979"/>
          </a:solidFill>
          <a:ln w="5054">
            <a:solidFill>
              <a:srgbClr val="482979"/>
            </a:solidFill>
            <a:prstDash val="solid"/>
          </a:ln>
        </p:spPr>
      </p:sp>
      <p:sp>
        <p:nvSpPr>
          <p:cNvPr id="439" name="F4_paired_one_to_one_0p3_9316">
            <a:extLst>
              <a:ext uri="{FF2B5EF4-FFF2-40B4-BE49-F238E27FC236}">
                <a16:creationId xmlns:a16="http://schemas.microsoft.com/office/drawing/2014/main" id="{FB697524-D010-4981-8E80-5886DF45ACAB}"/>
              </a:ext>
            </a:extLst>
          </p:cNvPr>
          <p:cNvSpPr>
            <a:spLocks noGrp="1"/>
          </p:cNvSpPr>
          <p:nvPr/>
        </p:nvSpPr>
        <p:spPr>
          <a:xfrm>
            <a:off x="7106701" y="22026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878"/>
          </a:solidFill>
          <a:ln w="5054">
            <a:solidFill>
              <a:srgbClr val="482878"/>
            </a:solidFill>
            <a:prstDash val="solid"/>
          </a:ln>
        </p:spPr>
      </p:sp>
      <p:sp>
        <p:nvSpPr>
          <p:cNvPr id="440" name="F4_paired_one_to_one_0p3_9317">
            <a:extLst>
              <a:ext uri="{FF2B5EF4-FFF2-40B4-BE49-F238E27FC236}">
                <a16:creationId xmlns:a16="http://schemas.microsoft.com/office/drawing/2014/main" id="{54BEE81D-91B1-4F5E-A187-785874EE4A1A}"/>
              </a:ext>
            </a:extLst>
          </p:cNvPr>
          <p:cNvSpPr>
            <a:spLocks noGrp="1"/>
          </p:cNvSpPr>
          <p:nvPr/>
        </p:nvSpPr>
        <p:spPr>
          <a:xfrm>
            <a:off x="7106701" y="21831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677"/>
          </a:solidFill>
          <a:ln w="5054">
            <a:solidFill>
              <a:srgbClr val="482677"/>
            </a:solidFill>
            <a:prstDash val="solid"/>
          </a:ln>
        </p:spPr>
      </p:sp>
      <p:sp>
        <p:nvSpPr>
          <p:cNvPr id="441" name="F4_paired_one_to_one_0p3_9318">
            <a:extLst>
              <a:ext uri="{FF2B5EF4-FFF2-40B4-BE49-F238E27FC236}">
                <a16:creationId xmlns:a16="http://schemas.microsoft.com/office/drawing/2014/main" id="{C583E068-58D0-49D6-9347-8C0F8BD95D21}"/>
              </a:ext>
            </a:extLst>
          </p:cNvPr>
          <p:cNvSpPr>
            <a:spLocks noGrp="1"/>
          </p:cNvSpPr>
          <p:nvPr/>
        </p:nvSpPr>
        <p:spPr>
          <a:xfrm>
            <a:off x="7106701" y="21635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576"/>
          </a:solidFill>
          <a:ln w="5054">
            <a:solidFill>
              <a:srgbClr val="482576"/>
            </a:solidFill>
            <a:prstDash val="solid"/>
          </a:ln>
        </p:spPr>
      </p:sp>
      <p:sp>
        <p:nvSpPr>
          <p:cNvPr id="442" name="F4_paired_one_to_one_0p3_9319">
            <a:extLst>
              <a:ext uri="{FF2B5EF4-FFF2-40B4-BE49-F238E27FC236}">
                <a16:creationId xmlns:a16="http://schemas.microsoft.com/office/drawing/2014/main" id="{6C25EB7D-A952-4257-AB22-90E1A8419394}"/>
              </a:ext>
            </a:extLst>
          </p:cNvPr>
          <p:cNvSpPr>
            <a:spLocks noGrp="1"/>
          </p:cNvSpPr>
          <p:nvPr/>
        </p:nvSpPr>
        <p:spPr>
          <a:xfrm>
            <a:off x="7106701" y="214403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475"/>
          </a:solidFill>
          <a:ln w="5054">
            <a:solidFill>
              <a:srgbClr val="482475"/>
            </a:solidFill>
            <a:prstDash val="solid"/>
          </a:ln>
        </p:spPr>
      </p:sp>
      <p:sp>
        <p:nvSpPr>
          <p:cNvPr id="443" name="F4_paired_one_to_one_0p3_9320">
            <a:extLst>
              <a:ext uri="{FF2B5EF4-FFF2-40B4-BE49-F238E27FC236}">
                <a16:creationId xmlns:a16="http://schemas.microsoft.com/office/drawing/2014/main" id="{5D6C64A5-C3A7-4584-91BC-DBF099DDFDF9}"/>
              </a:ext>
            </a:extLst>
          </p:cNvPr>
          <p:cNvSpPr>
            <a:spLocks noGrp="1"/>
          </p:cNvSpPr>
          <p:nvPr/>
        </p:nvSpPr>
        <p:spPr>
          <a:xfrm>
            <a:off x="7106701" y="2124480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374"/>
          </a:solidFill>
          <a:ln w="5054">
            <a:solidFill>
              <a:srgbClr val="482374"/>
            </a:solidFill>
            <a:prstDash val="solid"/>
          </a:ln>
        </p:spPr>
      </p:sp>
      <p:sp>
        <p:nvSpPr>
          <p:cNvPr id="444" name="F4_paired_one_to_one_0p3_9321">
            <a:extLst>
              <a:ext uri="{FF2B5EF4-FFF2-40B4-BE49-F238E27FC236}">
                <a16:creationId xmlns:a16="http://schemas.microsoft.com/office/drawing/2014/main" id="{6E502F1A-5CC8-4BED-8716-B4378447DB17}"/>
              </a:ext>
            </a:extLst>
          </p:cNvPr>
          <p:cNvSpPr>
            <a:spLocks noGrp="1"/>
          </p:cNvSpPr>
          <p:nvPr/>
        </p:nvSpPr>
        <p:spPr>
          <a:xfrm>
            <a:off x="7106701" y="21049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173"/>
          </a:solidFill>
          <a:ln w="5054">
            <a:solidFill>
              <a:srgbClr val="482173"/>
            </a:solidFill>
            <a:prstDash val="solid"/>
          </a:ln>
        </p:spPr>
      </p:sp>
      <p:sp>
        <p:nvSpPr>
          <p:cNvPr id="445" name="F4_paired_one_to_one_0p3_9322">
            <a:extLst>
              <a:ext uri="{FF2B5EF4-FFF2-40B4-BE49-F238E27FC236}">
                <a16:creationId xmlns:a16="http://schemas.microsoft.com/office/drawing/2014/main" id="{9BACAF1D-BD94-4FAF-8193-0A917A8D80DB}"/>
              </a:ext>
            </a:extLst>
          </p:cNvPr>
          <p:cNvSpPr>
            <a:spLocks noGrp="1"/>
          </p:cNvSpPr>
          <p:nvPr/>
        </p:nvSpPr>
        <p:spPr>
          <a:xfrm>
            <a:off x="7106701" y="20853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2071"/>
          </a:solidFill>
          <a:ln w="5054">
            <a:solidFill>
              <a:srgbClr val="482071"/>
            </a:solidFill>
            <a:prstDash val="solid"/>
          </a:ln>
        </p:spPr>
      </p:sp>
      <p:sp>
        <p:nvSpPr>
          <p:cNvPr id="446" name="F4_paired_one_to_one_0p3_9323">
            <a:extLst>
              <a:ext uri="{FF2B5EF4-FFF2-40B4-BE49-F238E27FC236}">
                <a16:creationId xmlns:a16="http://schemas.microsoft.com/office/drawing/2014/main" id="{127D0857-3074-4FBF-8EEA-31CC9D77244B}"/>
              </a:ext>
            </a:extLst>
          </p:cNvPr>
          <p:cNvSpPr>
            <a:spLocks noGrp="1"/>
          </p:cNvSpPr>
          <p:nvPr/>
        </p:nvSpPr>
        <p:spPr>
          <a:xfrm>
            <a:off x="7106701" y="20658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F70"/>
          </a:solidFill>
          <a:ln w="5054">
            <a:solidFill>
              <a:srgbClr val="481F70"/>
            </a:solidFill>
            <a:prstDash val="solid"/>
          </a:ln>
        </p:spPr>
      </p:sp>
      <p:sp>
        <p:nvSpPr>
          <p:cNvPr id="447" name="F4_paired_one_to_one_0p3_9324">
            <a:extLst>
              <a:ext uri="{FF2B5EF4-FFF2-40B4-BE49-F238E27FC236}">
                <a16:creationId xmlns:a16="http://schemas.microsoft.com/office/drawing/2014/main" id="{3AEE9500-4497-4B38-82B9-AF5D8075375D}"/>
              </a:ext>
            </a:extLst>
          </p:cNvPr>
          <p:cNvSpPr>
            <a:spLocks noGrp="1"/>
          </p:cNvSpPr>
          <p:nvPr/>
        </p:nvSpPr>
        <p:spPr>
          <a:xfrm>
            <a:off x="7106701" y="20462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D6F"/>
          </a:solidFill>
          <a:ln w="5054">
            <a:solidFill>
              <a:srgbClr val="481D6F"/>
            </a:solidFill>
            <a:prstDash val="solid"/>
          </a:ln>
        </p:spPr>
      </p:sp>
      <p:sp>
        <p:nvSpPr>
          <p:cNvPr id="448" name="F4_paired_one_to_one_0p3_9325">
            <a:extLst>
              <a:ext uri="{FF2B5EF4-FFF2-40B4-BE49-F238E27FC236}">
                <a16:creationId xmlns:a16="http://schemas.microsoft.com/office/drawing/2014/main" id="{82A2B4B2-775B-48DD-A3D1-1448BFA53381}"/>
              </a:ext>
            </a:extLst>
          </p:cNvPr>
          <p:cNvSpPr>
            <a:spLocks noGrp="1"/>
          </p:cNvSpPr>
          <p:nvPr/>
        </p:nvSpPr>
        <p:spPr>
          <a:xfrm>
            <a:off x="7106701" y="202673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C6E"/>
          </a:solidFill>
          <a:ln w="5054">
            <a:solidFill>
              <a:srgbClr val="481C6E"/>
            </a:solidFill>
            <a:prstDash val="solid"/>
          </a:ln>
        </p:spPr>
      </p:sp>
      <p:sp>
        <p:nvSpPr>
          <p:cNvPr id="449" name="F4_paired_one_to_one_0p3_9326">
            <a:extLst>
              <a:ext uri="{FF2B5EF4-FFF2-40B4-BE49-F238E27FC236}">
                <a16:creationId xmlns:a16="http://schemas.microsoft.com/office/drawing/2014/main" id="{76969E7E-BCC0-42BB-89C7-22B2A466D096}"/>
              </a:ext>
            </a:extLst>
          </p:cNvPr>
          <p:cNvSpPr>
            <a:spLocks noGrp="1"/>
          </p:cNvSpPr>
          <p:nvPr/>
        </p:nvSpPr>
        <p:spPr>
          <a:xfrm>
            <a:off x="7106701" y="2007181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B6D"/>
          </a:solidFill>
          <a:ln w="5054">
            <a:solidFill>
              <a:srgbClr val="481B6D"/>
            </a:solidFill>
            <a:prstDash val="solid"/>
          </a:ln>
        </p:spPr>
      </p:sp>
      <p:sp>
        <p:nvSpPr>
          <p:cNvPr id="450" name="F4_paired_one_to_one_0p3_9327">
            <a:extLst>
              <a:ext uri="{FF2B5EF4-FFF2-40B4-BE49-F238E27FC236}">
                <a16:creationId xmlns:a16="http://schemas.microsoft.com/office/drawing/2014/main" id="{DA9E81B1-D91C-42B2-B21B-52AAD5EAEB90}"/>
              </a:ext>
            </a:extLst>
          </p:cNvPr>
          <p:cNvSpPr>
            <a:spLocks noGrp="1"/>
          </p:cNvSpPr>
          <p:nvPr/>
        </p:nvSpPr>
        <p:spPr>
          <a:xfrm>
            <a:off x="7106701" y="19876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A6C"/>
          </a:solidFill>
          <a:ln w="5054">
            <a:solidFill>
              <a:srgbClr val="481A6C"/>
            </a:solidFill>
            <a:prstDash val="solid"/>
          </a:ln>
        </p:spPr>
      </p:sp>
      <p:sp>
        <p:nvSpPr>
          <p:cNvPr id="451" name="F4_paired_one_to_one_0p3_9328">
            <a:extLst>
              <a:ext uri="{FF2B5EF4-FFF2-40B4-BE49-F238E27FC236}">
                <a16:creationId xmlns:a16="http://schemas.microsoft.com/office/drawing/2014/main" id="{146CB94B-EB36-4A8F-84BC-A13CF676A601}"/>
              </a:ext>
            </a:extLst>
          </p:cNvPr>
          <p:cNvSpPr>
            <a:spLocks noGrp="1"/>
          </p:cNvSpPr>
          <p:nvPr/>
        </p:nvSpPr>
        <p:spPr>
          <a:xfrm>
            <a:off x="7106701" y="19680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86A"/>
          </a:solidFill>
          <a:ln w="5054">
            <a:solidFill>
              <a:srgbClr val="48186A"/>
            </a:solidFill>
            <a:prstDash val="solid"/>
          </a:ln>
        </p:spPr>
      </p:sp>
      <p:sp>
        <p:nvSpPr>
          <p:cNvPr id="452" name="F4_paired_one_to_one_0p3_9329">
            <a:extLst>
              <a:ext uri="{FF2B5EF4-FFF2-40B4-BE49-F238E27FC236}">
                <a16:creationId xmlns:a16="http://schemas.microsoft.com/office/drawing/2014/main" id="{E026E984-E744-405F-A75D-18B4CC2670FD}"/>
              </a:ext>
            </a:extLst>
          </p:cNvPr>
          <p:cNvSpPr>
            <a:spLocks noGrp="1"/>
          </p:cNvSpPr>
          <p:nvPr/>
        </p:nvSpPr>
        <p:spPr>
          <a:xfrm>
            <a:off x="7106701" y="19485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769"/>
          </a:solidFill>
          <a:ln w="5054">
            <a:solidFill>
              <a:srgbClr val="481769"/>
            </a:solidFill>
            <a:prstDash val="solid"/>
          </a:ln>
        </p:spPr>
      </p:sp>
      <p:sp>
        <p:nvSpPr>
          <p:cNvPr id="453" name="F4_paired_one_to_one_0p3_9330">
            <a:extLst>
              <a:ext uri="{FF2B5EF4-FFF2-40B4-BE49-F238E27FC236}">
                <a16:creationId xmlns:a16="http://schemas.microsoft.com/office/drawing/2014/main" id="{7BB407B3-F730-487D-BB12-A76D6A673964}"/>
              </a:ext>
            </a:extLst>
          </p:cNvPr>
          <p:cNvSpPr>
            <a:spLocks noGrp="1"/>
          </p:cNvSpPr>
          <p:nvPr/>
        </p:nvSpPr>
        <p:spPr>
          <a:xfrm>
            <a:off x="7106701" y="19289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668"/>
          </a:solidFill>
          <a:ln w="5054">
            <a:solidFill>
              <a:srgbClr val="481668"/>
            </a:solidFill>
            <a:prstDash val="solid"/>
          </a:ln>
        </p:spPr>
      </p:sp>
      <p:sp>
        <p:nvSpPr>
          <p:cNvPr id="454" name="F4_paired_one_to_one_0p3_9331">
            <a:extLst>
              <a:ext uri="{FF2B5EF4-FFF2-40B4-BE49-F238E27FC236}">
                <a16:creationId xmlns:a16="http://schemas.microsoft.com/office/drawing/2014/main" id="{20F4848A-AF8C-431D-A8C4-4A78D2181F8F}"/>
              </a:ext>
            </a:extLst>
          </p:cNvPr>
          <p:cNvSpPr>
            <a:spLocks noGrp="1"/>
          </p:cNvSpPr>
          <p:nvPr/>
        </p:nvSpPr>
        <p:spPr>
          <a:xfrm>
            <a:off x="7106701" y="190943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81467"/>
          </a:solidFill>
          <a:ln w="5054">
            <a:solidFill>
              <a:srgbClr val="481467"/>
            </a:solidFill>
            <a:prstDash val="solid"/>
          </a:ln>
        </p:spPr>
      </p:sp>
      <p:sp>
        <p:nvSpPr>
          <p:cNvPr id="455" name="F4_paired_one_to_one_0p3_9332">
            <a:extLst>
              <a:ext uri="{FF2B5EF4-FFF2-40B4-BE49-F238E27FC236}">
                <a16:creationId xmlns:a16="http://schemas.microsoft.com/office/drawing/2014/main" id="{39F66976-8D6F-40C6-9952-D5D134220B3F}"/>
              </a:ext>
            </a:extLst>
          </p:cNvPr>
          <p:cNvSpPr>
            <a:spLocks noGrp="1"/>
          </p:cNvSpPr>
          <p:nvPr/>
        </p:nvSpPr>
        <p:spPr>
          <a:xfrm>
            <a:off x="7106701" y="1889882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365"/>
          </a:solidFill>
          <a:ln w="5054">
            <a:solidFill>
              <a:srgbClr val="471365"/>
            </a:solidFill>
            <a:prstDash val="solid"/>
          </a:ln>
        </p:spPr>
      </p:sp>
      <p:sp>
        <p:nvSpPr>
          <p:cNvPr id="456" name="F4_paired_one_to_one_0p3_9333">
            <a:extLst>
              <a:ext uri="{FF2B5EF4-FFF2-40B4-BE49-F238E27FC236}">
                <a16:creationId xmlns:a16="http://schemas.microsoft.com/office/drawing/2014/main" id="{2DF8643E-FEF7-4FE1-B266-DBCEF4649822}"/>
              </a:ext>
            </a:extLst>
          </p:cNvPr>
          <p:cNvSpPr>
            <a:spLocks noGrp="1"/>
          </p:cNvSpPr>
          <p:nvPr/>
        </p:nvSpPr>
        <p:spPr>
          <a:xfrm>
            <a:off x="7106701" y="18703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164"/>
          </a:solidFill>
          <a:ln w="5054">
            <a:solidFill>
              <a:srgbClr val="471164"/>
            </a:solidFill>
            <a:prstDash val="solid"/>
          </a:ln>
        </p:spPr>
      </p:sp>
      <p:sp>
        <p:nvSpPr>
          <p:cNvPr id="457" name="F4_paired_one_to_one_0p3_9334">
            <a:extLst>
              <a:ext uri="{FF2B5EF4-FFF2-40B4-BE49-F238E27FC236}">
                <a16:creationId xmlns:a16="http://schemas.microsoft.com/office/drawing/2014/main" id="{35ABD6B8-ACC3-4F93-BD19-DA9806577EDF}"/>
              </a:ext>
            </a:extLst>
          </p:cNvPr>
          <p:cNvSpPr>
            <a:spLocks noGrp="1"/>
          </p:cNvSpPr>
          <p:nvPr/>
        </p:nvSpPr>
        <p:spPr>
          <a:xfrm>
            <a:off x="7106701" y="18507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1063"/>
          </a:solidFill>
          <a:ln w="5054">
            <a:solidFill>
              <a:srgbClr val="471063"/>
            </a:solidFill>
            <a:prstDash val="solid"/>
          </a:ln>
        </p:spPr>
      </p:sp>
      <p:sp>
        <p:nvSpPr>
          <p:cNvPr id="458" name="F4_paired_one_to_one_0p3_9335">
            <a:extLst>
              <a:ext uri="{FF2B5EF4-FFF2-40B4-BE49-F238E27FC236}">
                <a16:creationId xmlns:a16="http://schemas.microsoft.com/office/drawing/2014/main" id="{6CD2E847-49CF-42C8-A03F-7281498996D0}"/>
              </a:ext>
            </a:extLst>
          </p:cNvPr>
          <p:cNvSpPr>
            <a:spLocks noGrp="1"/>
          </p:cNvSpPr>
          <p:nvPr/>
        </p:nvSpPr>
        <p:spPr>
          <a:xfrm>
            <a:off x="7106701" y="18312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E61"/>
          </a:solidFill>
          <a:ln w="5054">
            <a:solidFill>
              <a:srgbClr val="470E61"/>
            </a:solidFill>
            <a:prstDash val="solid"/>
          </a:ln>
        </p:spPr>
      </p:sp>
      <p:sp>
        <p:nvSpPr>
          <p:cNvPr id="459" name="F4_paired_one_to_one_0p3_9336">
            <a:extLst>
              <a:ext uri="{FF2B5EF4-FFF2-40B4-BE49-F238E27FC236}">
                <a16:creationId xmlns:a16="http://schemas.microsoft.com/office/drawing/2014/main" id="{9031A822-D8DA-4FAD-A979-260DF0AD468E}"/>
              </a:ext>
            </a:extLst>
          </p:cNvPr>
          <p:cNvSpPr>
            <a:spLocks noGrp="1"/>
          </p:cNvSpPr>
          <p:nvPr/>
        </p:nvSpPr>
        <p:spPr>
          <a:xfrm>
            <a:off x="7106701" y="18116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70D60"/>
          </a:solidFill>
          <a:ln w="5054">
            <a:solidFill>
              <a:srgbClr val="470D60"/>
            </a:solidFill>
            <a:prstDash val="solid"/>
          </a:ln>
        </p:spPr>
      </p:sp>
      <p:sp>
        <p:nvSpPr>
          <p:cNvPr id="460" name="F4_paired_one_to_one_0p3_9337">
            <a:extLst>
              <a:ext uri="{FF2B5EF4-FFF2-40B4-BE49-F238E27FC236}">
                <a16:creationId xmlns:a16="http://schemas.microsoft.com/office/drawing/2014/main" id="{5322ACAB-A6FB-4BAA-82D7-2374BCD1D1A2}"/>
              </a:ext>
            </a:extLst>
          </p:cNvPr>
          <p:cNvSpPr>
            <a:spLocks noGrp="1"/>
          </p:cNvSpPr>
          <p:nvPr/>
        </p:nvSpPr>
        <p:spPr>
          <a:xfrm>
            <a:off x="7106701" y="179213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B5E"/>
          </a:solidFill>
          <a:ln w="5054">
            <a:solidFill>
              <a:srgbClr val="460B5E"/>
            </a:solidFill>
            <a:prstDash val="solid"/>
          </a:ln>
        </p:spPr>
      </p:sp>
      <p:sp>
        <p:nvSpPr>
          <p:cNvPr id="461" name="F4_paired_one_to_one_0p3_9338">
            <a:extLst>
              <a:ext uri="{FF2B5EF4-FFF2-40B4-BE49-F238E27FC236}">
                <a16:creationId xmlns:a16="http://schemas.microsoft.com/office/drawing/2014/main" id="{FE615C8C-C528-4D12-98BD-949A4634D7DB}"/>
              </a:ext>
            </a:extLst>
          </p:cNvPr>
          <p:cNvSpPr>
            <a:spLocks noGrp="1"/>
          </p:cNvSpPr>
          <p:nvPr/>
        </p:nvSpPr>
        <p:spPr>
          <a:xfrm>
            <a:off x="7106701" y="1772583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A5D"/>
          </a:solidFill>
          <a:ln w="5054">
            <a:solidFill>
              <a:srgbClr val="460A5D"/>
            </a:solidFill>
            <a:prstDash val="solid"/>
          </a:ln>
        </p:spPr>
      </p:sp>
      <p:sp>
        <p:nvSpPr>
          <p:cNvPr id="462" name="F4_paired_one_to_one_0p3_9339">
            <a:extLst>
              <a:ext uri="{FF2B5EF4-FFF2-40B4-BE49-F238E27FC236}">
                <a16:creationId xmlns:a16="http://schemas.microsoft.com/office/drawing/2014/main" id="{F304A645-8C4C-4050-9319-26BF7A2518C4}"/>
              </a:ext>
            </a:extLst>
          </p:cNvPr>
          <p:cNvSpPr>
            <a:spLocks noGrp="1"/>
          </p:cNvSpPr>
          <p:nvPr/>
        </p:nvSpPr>
        <p:spPr>
          <a:xfrm>
            <a:off x="7106701" y="17530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85C"/>
          </a:solidFill>
          <a:ln w="5054">
            <a:solidFill>
              <a:srgbClr val="46085C"/>
            </a:solidFill>
            <a:prstDash val="solid"/>
          </a:ln>
        </p:spPr>
      </p:sp>
      <p:sp>
        <p:nvSpPr>
          <p:cNvPr id="463" name="F4_paired_one_to_one_0p3_9340">
            <a:extLst>
              <a:ext uri="{FF2B5EF4-FFF2-40B4-BE49-F238E27FC236}">
                <a16:creationId xmlns:a16="http://schemas.microsoft.com/office/drawing/2014/main" id="{FC548F00-FF43-485D-8AA8-2B74D5804444}"/>
              </a:ext>
            </a:extLst>
          </p:cNvPr>
          <p:cNvSpPr>
            <a:spLocks noGrp="1"/>
          </p:cNvSpPr>
          <p:nvPr/>
        </p:nvSpPr>
        <p:spPr>
          <a:xfrm>
            <a:off x="7106701" y="17334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6075A"/>
          </a:solidFill>
          <a:ln w="5054">
            <a:solidFill>
              <a:srgbClr val="46075A"/>
            </a:solidFill>
            <a:prstDash val="solid"/>
          </a:ln>
        </p:spPr>
      </p:sp>
      <p:sp>
        <p:nvSpPr>
          <p:cNvPr id="464" name="F4_paired_one_to_one_0p3_9341">
            <a:extLst>
              <a:ext uri="{FF2B5EF4-FFF2-40B4-BE49-F238E27FC236}">
                <a16:creationId xmlns:a16="http://schemas.microsoft.com/office/drawing/2014/main" id="{E3E4C155-F22D-443E-9A35-E4CE75DA8905}"/>
              </a:ext>
            </a:extLst>
          </p:cNvPr>
          <p:cNvSpPr>
            <a:spLocks noGrp="1"/>
          </p:cNvSpPr>
          <p:nvPr/>
        </p:nvSpPr>
        <p:spPr>
          <a:xfrm>
            <a:off x="7106701" y="17139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559"/>
          </a:solidFill>
          <a:ln w="5054">
            <a:solidFill>
              <a:srgbClr val="450559"/>
            </a:solidFill>
            <a:prstDash val="solid"/>
          </a:ln>
        </p:spPr>
      </p:sp>
      <p:sp>
        <p:nvSpPr>
          <p:cNvPr id="465" name="F4_paired_one_to_one_0p3_9342">
            <a:extLst>
              <a:ext uri="{FF2B5EF4-FFF2-40B4-BE49-F238E27FC236}">
                <a16:creationId xmlns:a16="http://schemas.microsoft.com/office/drawing/2014/main" id="{876E789B-E15E-441B-A13B-25FF34060A00}"/>
              </a:ext>
            </a:extLst>
          </p:cNvPr>
          <p:cNvSpPr>
            <a:spLocks noGrp="1"/>
          </p:cNvSpPr>
          <p:nvPr/>
        </p:nvSpPr>
        <p:spPr>
          <a:xfrm>
            <a:off x="7106701" y="16943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50457"/>
          </a:solidFill>
          <a:ln w="5054">
            <a:solidFill>
              <a:srgbClr val="450457"/>
            </a:solidFill>
            <a:prstDash val="solid"/>
          </a:ln>
        </p:spPr>
      </p:sp>
      <p:sp>
        <p:nvSpPr>
          <p:cNvPr id="466" name="F4_paired_one_to_one_0p3_9343">
            <a:extLst>
              <a:ext uri="{FF2B5EF4-FFF2-40B4-BE49-F238E27FC236}">
                <a16:creationId xmlns:a16="http://schemas.microsoft.com/office/drawing/2014/main" id="{0C9D2CD0-4DC6-4512-9297-B73897339781}"/>
              </a:ext>
            </a:extLst>
          </p:cNvPr>
          <p:cNvSpPr>
            <a:spLocks noGrp="1"/>
          </p:cNvSpPr>
          <p:nvPr/>
        </p:nvSpPr>
        <p:spPr>
          <a:xfrm>
            <a:off x="7106701" y="167483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256"/>
          </a:solidFill>
          <a:ln w="5054">
            <a:solidFill>
              <a:srgbClr val="440256"/>
            </a:solidFill>
            <a:prstDash val="solid"/>
          </a:ln>
        </p:spPr>
      </p:sp>
      <p:sp>
        <p:nvSpPr>
          <p:cNvPr id="467" name="F4_paired_one_to_one_0p3_9344">
            <a:extLst>
              <a:ext uri="{FF2B5EF4-FFF2-40B4-BE49-F238E27FC236}">
                <a16:creationId xmlns:a16="http://schemas.microsoft.com/office/drawing/2014/main" id="{1036395D-914C-41CA-BC31-402A3E4480AD}"/>
              </a:ext>
            </a:extLst>
          </p:cNvPr>
          <p:cNvSpPr>
            <a:spLocks noGrp="1"/>
          </p:cNvSpPr>
          <p:nvPr/>
        </p:nvSpPr>
        <p:spPr>
          <a:xfrm>
            <a:off x="7106701" y="1655284"/>
            <a:ext cx="250238" cy="19550"/>
          </a:xfrm>
          <a:custGeom>
            <a:avLst/>
            <a:gdLst/>
            <a:ahLst/>
            <a:cxnLst/>
            <a:rect l="0" t="0" r="0" b="0"/>
            <a:pathLst>
              <a:path w="250238" h="19550">
                <a:moveTo>
                  <a:pt x="0" y="19550"/>
                </a:moveTo>
                <a:lnTo>
                  <a:pt x="250238" y="19550"/>
                </a:lnTo>
                <a:lnTo>
                  <a:pt x="250238" y="0"/>
                </a:lnTo>
                <a:lnTo>
                  <a:pt x="0" y="0"/>
                </a:lnTo>
                <a:lnTo>
                  <a:pt x="0" y="19550"/>
                </a:lnTo>
                <a:close/>
              </a:path>
            </a:pathLst>
          </a:custGeom>
          <a:solidFill>
            <a:srgbClr val="440154"/>
          </a:solidFill>
          <a:ln w="5054">
            <a:solidFill>
              <a:srgbClr val="440154"/>
            </a:solidFill>
            <a:prstDash val="solid"/>
          </a:ln>
        </p:spPr>
      </p:sp>
      <p:sp>
        <p:nvSpPr>
          <p:cNvPr id="468" name="F4_paired_one_to_one_0p3_9345">
            <a:extLst>
              <a:ext uri="{FF2B5EF4-FFF2-40B4-BE49-F238E27FC236}">
                <a16:creationId xmlns:a16="http://schemas.microsoft.com/office/drawing/2014/main" id="{EC151ACF-B498-466B-B83B-6E1175B98D07}"/>
              </a:ext>
            </a:extLst>
          </p:cNvPr>
          <p:cNvSpPr>
            <a:spLocks noGrp="1"/>
          </p:cNvSpPr>
          <p:nvPr/>
        </p:nvSpPr>
        <p:spPr>
          <a:xfrm>
            <a:off x="7356939" y="6660041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69" name="text_9346">
            <a:extLst>
              <a:ext uri="{FF2B5EF4-FFF2-40B4-BE49-F238E27FC236}">
                <a16:creationId xmlns:a16="http://schemas.microsoft.com/office/drawing/2014/main" id="{6073D5FB-83FB-4209-83F7-A9E7552BEF20}"/>
              </a:ext>
            </a:extLst>
          </p:cNvPr>
          <p:cNvSpPr>
            <a:spLocks noGrp="1"/>
          </p:cNvSpPr>
          <p:nvPr/>
        </p:nvSpPr>
        <p:spPr>
          <a:xfrm>
            <a:off x="7508554" y="6589067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470" name="F4_paired_one_to_one_0p3_9347">
            <a:extLst>
              <a:ext uri="{FF2B5EF4-FFF2-40B4-BE49-F238E27FC236}">
                <a16:creationId xmlns:a16="http://schemas.microsoft.com/office/drawing/2014/main" id="{E52ABB46-80C4-4851-BB5E-DD6296A5C2CE}"/>
              </a:ext>
            </a:extLst>
          </p:cNvPr>
          <p:cNvSpPr>
            <a:spLocks noGrp="1"/>
          </p:cNvSpPr>
          <p:nvPr/>
        </p:nvSpPr>
        <p:spPr>
          <a:xfrm>
            <a:off x="7356939" y="4991789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1" name="text_9348">
            <a:extLst>
              <a:ext uri="{FF2B5EF4-FFF2-40B4-BE49-F238E27FC236}">
                <a16:creationId xmlns:a16="http://schemas.microsoft.com/office/drawing/2014/main" id="{355C99AC-F922-439C-9BDE-B34E662F2312}"/>
              </a:ext>
            </a:extLst>
          </p:cNvPr>
          <p:cNvSpPr>
            <a:spLocks noGrp="1"/>
          </p:cNvSpPr>
          <p:nvPr/>
        </p:nvSpPr>
        <p:spPr>
          <a:xfrm>
            <a:off x="7508554" y="4920815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2.0</a:t>
            </a:r>
          </a:p>
        </p:txBody>
      </p:sp>
      <p:sp>
        <p:nvSpPr>
          <p:cNvPr id="472" name="F4_paired_one_to_one_0p3_9349">
            <a:extLst>
              <a:ext uri="{FF2B5EF4-FFF2-40B4-BE49-F238E27FC236}">
                <a16:creationId xmlns:a16="http://schemas.microsoft.com/office/drawing/2014/main" id="{4298915E-A6A0-43A7-B928-09AA55B51907}"/>
              </a:ext>
            </a:extLst>
          </p:cNvPr>
          <p:cNvSpPr>
            <a:spLocks noGrp="1"/>
          </p:cNvSpPr>
          <p:nvPr/>
        </p:nvSpPr>
        <p:spPr>
          <a:xfrm>
            <a:off x="7356939" y="3323536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3" name="text_9350">
            <a:extLst>
              <a:ext uri="{FF2B5EF4-FFF2-40B4-BE49-F238E27FC236}">
                <a16:creationId xmlns:a16="http://schemas.microsoft.com/office/drawing/2014/main" id="{6AC46456-3A42-4390-AA78-DF40CBA12F25}"/>
              </a:ext>
            </a:extLst>
          </p:cNvPr>
          <p:cNvSpPr>
            <a:spLocks noGrp="1"/>
          </p:cNvSpPr>
          <p:nvPr/>
        </p:nvSpPr>
        <p:spPr>
          <a:xfrm>
            <a:off x="7508554" y="3252563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3.0</a:t>
            </a:r>
          </a:p>
        </p:txBody>
      </p:sp>
      <p:sp>
        <p:nvSpPr>
          <p:cNvPr id="474" name="F4_paired_one_to_one_0p3_9351">
            <a:extLst>
              <a:ext uri="{FF2B5EF4-FFF2-40B4-BE49-F238E27FC236}">
                <a16:creationId xmlns:a16="http://schemas.microsoft.com/office/drawing/2014/main" id="{D3C7DF2E-2BCC-4283-8165-E6E0F3E0E790}"/>
              </a:ext>
            </a:extLst>
          </p:cNvPr>
          <p:cNvSpPr>
            <a:spLocks noGrp="1"/>
          </p:cNvSpPr>
          <p:nvPr/>
        </p:nvSpPr>
        <p:spPr>
          <a:xfrm>
            <a:off x="7356939" y="1655284"/>
            <a:ext cx="63173" cy="191"/>
          </a:xfrm>
          <a:custGeom>
            <a:avLst/>
            <a:gdLst/>
            <a:ahLst/>
            <a:cxnLst/>
            <a:rect l="0" t="0" r="0" b="0"/>
            <a:pathLst>
              <a:path w="63173" h="191">
                <a:moveTo>
                  <a:pt x="0" y="0"/>
                </a:moveTo>
                <a:lnTo>
                  <a:pt x="63173" y="0"/>
                </a:lnTo>
              </a:path>
            </a:pathLst>
          </a:custGeom>
          <a:solidFill>
            <a:srgbClr val="000000"/>
          </a:solidFill>
          <a:ln w="15162">
            <a:solidFill>
              <a:srgbClr val="000000"/>
            </a:solidFill>
            <a:prstDash val="solid"/>
          </a:ln>
        </p:spPr>
      </p:sp>
      <p:sp>
        <p:nvSpPr>
          <p:cNvPr id="475" name="text_9352">
            <a:extLst>
              <a:ext uri="{FF2B5EF4-FFF2-40B4-BE49-F238E27FC236}">
                <a16:creationId xmlns:a16="http://schemas.microsoft.com/office/drawing/2014/main" id="{4721D26B-E37E-45A3-B9A2-47748647F01D}"/>
              </a:ext>
            </a:extLst>
          </p:cNvPr>
          <p:cNvSpPr>
            <a:spLocks noGrp="1"/>
          </p:cNvSpPr>
          <p:nvPr/>
        </p:nvSpPr>
        <p:spPr>
          <a:xfrm>
            <a:off x="7508554" y="1584311"/>
            <a:ext cx="240942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4.0</a:t>
            </a:r>
          </a:p>
        </p:txBody>
      </p:sp>
      <p:sp>
        <p:nvSpPr>
          <p:cNvPr id="476" name="text_9353">
            <a:extLst>
              <a:ext uri="{FF2B5EF4-FFF2-40B4-BE49-F238E27FC236}">
                <a16:creationId xmlns:a16="http://schemas.microsoft.com/office/drawing/2014/main" id="{54C90F83-EB46-41E1-8214-947F3085CA57}"/>
              </a:ext>
            </a:extLst>
          </p:cNvPr>
          <p:cNvSpPr>
            <a:spLocks noGrp="1"/>
          </p:cNvSpPr>
          <p:nvPr/>
        </p:nvSpPr>
        <p:spPr>
          <a:xfrm rot="-5400000">
            <a:off x="7402222" y="4047110"/>
            <a:ext cx="1133197" cy="22110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Resolution (Å)</a:t>
            </a:r>
          </a:p>
        </p:txBody>
      </p:sp>
      <p:sp>
        <p:nvSpPr>
          <p:cNvPr id="477" name="text_9354">
            <a:extLst>
              <a:ext uri="{FF2B5EF4-FFF2-40B4-BE49-F238E27FC236}">
                <a16:creationId xmlns:a16="http://schemas.microsoft.com/office/drawing/2014/main" id="{374048CF-219A-4C8C-AD34-3B0A3315DEB2}"/>
              </a:ext>
            </a:extLst>
          </p:cNvPr>
          <p:cNvSpPr>
            <a:spLocks noGrp="1"/>
          </p:cNvSpPr>
          <p:nvPr/>
        </p:nvSpPr>
        <p:spPr>
          <a:xfrm>
            <a:off x="1916987" y="657521"/>
            <a:ext cx="3445960" cy="31586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990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990" b="1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 PRAUC at τ = 0.3</a:t>
            </a:r>
          </a:p>
        </p:txBody>
      </p:sp>
      <p:sp>
        <p:nvSpPr>
          <p:cNvPr id="478" name="text_9355">
            <a:extLst>
              <a:ext uri="{FF2B5EF4-FFF2-40B4-BE49-F238E27FC236}">
                <a16:creationId xmlns:a16="http://schemas.microsoft.com/office/drawing/2014/main" id="{03212A43-4049-4C9C-BD83-F3D804ECA1EB}"/>
              </a:ext>
            </a:extLst>
          </p:cNvPr>
          <p:cNvSpPr>
            <a:spLocks noGrp="1"/>
          </p:cNvSpPr>
          <p:nvPr/>
        </p:nvSpPr>
        <p:spPr>
          <a:xfrm>
            <a:off x="1916987" y="7387849"/>
            <a:ext cx="3901879" cy="205312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9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9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higher: 112    Equal: 40    Emap2lig higher: 27</a:t>
            </a:r>
          </a:p>
        </p:txBody>
      </p:sp>
      <p:sp>
        <p:nvSpPr>
          <p:cNvPr id="479" name="text_9356">
            <a:extLst>
              <a:ext uri="{FF2B5EF4-FFF2-40B4-BE49-F238E27FC236}">
                <a16:creationId xmlns:a16="http://schemas.microsoft.com/office/drawing/2014/main" id="{D40F59C3-BEB5-4974-A884-23E23025E498}"/>
              </a:ext>
            </a:extLst>
          </p:cNvPr>
          <p:cNvSpPr>
            <a:spLocks noGrp="1"/>
          </p:cNvSpPr>
          <p:nvPr/>
        </p:nvSpPr>
        <p:spPr>
          <a:xfrm>
            <a:off x="1163762" y="8006036"/>
            <a:ext cx="4184841" cy="198995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54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254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paired PDBs. Diagonal: equal performance.</a:t>
            </a:r>
          </a:p>
        </p:txBody>
      </p:sp>
    </p:spTree>
    <p:extLst>
      <p:ext uri="{BB962C8B-B14F-4D97-AF65-F5344CB8AC3E}">
        <p14:creationId xmlns:p14="http://schemas.microsoft.com/office/powerpoint/2010/main" val="69903408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A1_bar_GT_9357">
            <a:extLst>
              <a:ext uri="{FF2B5EF4-FFF2-40B4-BE49-F238E27FC236}">
                <a16:creationId xmlns:a16="http://schemas.microsoft.com/office/drawing/2014/main" id="{AEF05CC2-58B7-4B04-94C3-FD2343472909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1_bar_GT_9358">
            <a:extLst>
              <a:ext uri="{FF2B5EF4-FFF2-40B4-BE49-F238E27FC236}">
                <a16:creationId xmlns:a16="http://schemas.microsoft.com/office/drawing/2014/main" id="{28227253-0C30-4696-B2C9-57D5E0F8A145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1_bar_GT_9359">
            <a:extLst>
              <a:ext uri="{FF2B5EF4-FFF2-40B4-BE49-F238E27FC236}">
                <a16:creationId xmlns:a16="http://schemas.microsoft.com/office/drawing/2014/main" id="{93BEB1EA-AFE0-4395-BD57-4221E70EF9EB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9360">
            <a:extLst>
              <a:ext uri="{FF2B5EF4-FFF2-40B4-BE49-F238E27FC236}">
                <a16:creationId xmlns:a16="http://schemas.microsoft.com/office/drawing/2014/main" id="{F94D7BC6-5E1B-4C55-8691-61D385E69266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A1_bar_GT_9361">
            <a:extLst>
              <a:ext uri="{FF2B5EF4-FFF2-40B4-BE49-F238E27FC236}">
                <a16:creationId xmlns:a16="http://schemas.microsoft.com/office/drawing/2014/main" id="{C3955F83-1723-473A-8CFD-B910A5C7E54F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9362">
            <a:extLst>
              <a:ext uri="{FF2B5EF4-FFF2-40B4-BE49-F238E27FC236}">
                <a16:creationId xmlns:a16="http://schemas.microsoft.com/office/drawing/2014/main" id="{50B86F3B-6C8A-4375-94F9-3D013CF83BB0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9363">
            <a:extLst>
              <a:ext uri="{FF2B5EF4-FFF2-40B4-BE49-F238E27FC236}">
                <a16:creationId xmlns:a16="http://schemas.microsoft.com/office/drawing/2014/main" id="{F05889FF-0F93-4612-B620-4734D028EE49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A1_bar_GT_9364">
            <a:extLst>
              <a:ext uri="{FF2B5EF4-FFF2-40B4-BE49-F238E27FC236}">
                <a16:creationId xmlns:a16="http://schemas.microsoft.com/office/drawing/2014/main" id="{F6D964FE-486F-4E5B-AC8E-B604FF27F92F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9365">
            <a:extLst>
              <a:ext uri="{FF2B5EF4-FFF2-40B4-BE49-F238E27FC236}">
                <a16:creationId xmlns:a16="http://schemas.microsoft.com/office/drawing/2014/main" id="{DB6FFD23-0368-4FFD-9874-A76505BC6D8A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9366">
            <a:extLst>
              <a:ext uri="{FF2B5EF4-FFF2-40B4-BE49-F238E27FC236}">
                <a16:creationId xmlns:a16="http://schemas.microsoft.com/office/drawing/2014/main" id="{1FE7B40C-C854-4080-AB81-07738161DF30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A1_bar_GT_9367">
            <a:extLst>
              <a:ext uri="{FF2B5EF4-FFF2-40B4-BE49-F238E27FC236}">
                <a16:creationId xmlns:a16="http://schemas.microsoft.com/office/drawing/2014/main" id="{EE867167-E8A5-4616-BDA1-8A0E9AA034C7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9368">
            <a:extLst>
              <a:ext uri="{FF2B5EF4-FFF2-40B4-BE49-F238E27FC236}">
                <a16:creationId xmlns:a16="http://schemas.microsoft.com/office/drawing/2014/main" id="{AD434E4A-E3E3-40D0-A5FE-24AEDA8279F7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9369">
            <a:extLst>
              <a:ext uri="{FF2B5EF4-FFF2-40B4-BE49-F238E27FC236}">
                <a16:creationId xmlns:a16="http://schemas.microsoft.com/office/drawing/2014/main" id="{FBF55E90-2379-4ADC-BB67-6084342851D8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A1_bar_GT_9370">
            <a:extLst>
              <a:ext uri="{FF2B5EF4-FFF2-40B4-BE49-F238E27FC236}">
                <a16:creationId xmlns:a16="http://schemas.microsoft.com/office/drawing/2014/main" id="{F254B25C-7397-459E-BCD4-78C4EA31FECA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9371">
            <a:extLst>
              <a:ext uri="{FF2B5EF4-FFF2-40B4-BE49-F238E27FC236}">
                <a16:creationId xmlns:a16="http://schemas.microsoft.com/office/drawing/2014/main" id="{3CDC21C7-7CDF-439F-9AF6-6E99E7FBB2C3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9372">
            <a:extLst>
              <a:ext uri="{FF2B5EF4-FFF2-40B4-BE49-F238E27FC236}">
                <a16:creationId xmlns:a16="http://schemas.microsoft.com/office/drawing/2014/main" id="{D6226A03-6F81-4602-9C4A-7EB61BCE6A44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A1_bar_GT_9373">
            <a:extLst>
              <a:ext uri="{FF2B5EF4-FFF2-40B4-BE49-F238E27FC236}">
                <a16:creationId xmlns:a16="http://schemas.microsoft.com/office/drawing/2014/main" id="{41D198B4-1408-4DE2-85D3-A365833B4986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A1_bar_GT_9374">
            <a:extLst>
              <a:ext uri="{FF2B5EF4-FFF2-40B4-BE49-F238E27FC236}">
                <a16:creationId xmlns:a16="http://schemas.microsoft.com/office/drawing/2014/main" id="{6E55F85A-0BB5-459C-A75A-2D32D7660F26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9375">
            <a:extLst>
              <a:ext uri="{FF2B5EF4-FFF2-40B4-BE49-F238E27FC236}">
                <a16:creationId xmlns:a16="http://schemas.microsoft.com/office/drawing/2014/main" id="{A7101031-BDBA-41AC-AB09-A3E946C53624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A1_bar_GT_9376">
            <a:extLst>
              <a:ext uri="{FF2B5EF4-FFF2-40B4-BE49-F238E27FC236}">
                <a16:creationId xmlns:a16="http://schemas.microsoft.com/office/drawing/2014/main" id="{48BEF83C-66B4-4715-BB17-C6C3D7E93E54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A1_bar_GT_9377">
            <a:extLst>
              <a:ext uri="{FF2B5EF4-FFF2-40B4-BE49-F238E27FC236}">
                <a16:creationId xmlns:a16="http://schemas.microsoft.com/office/drawing/2014/main" id="{13CAD763-29DC-4EF1-AB08-4CC8696F4ADA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9378">
            <a:extLst>
              <a:ext uri="{FF2B5EF4-FFF2-40B4-BE49-F238E27FC236}">
                <a16:creationId xmlns:a16="http://schemas.microsoft.com/office/drawing/2014/main" id="{FE6061BB-71AA-42FA-8DBE-BC2E6EC64A40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A1_bar_GT_9379">
            <a:extLst>
              <a:ext uri="{FF2B5EF4-FFF2-40B4-BE49-F238E27FC236}">
                <a16:creationId xmlns:a16="http://schemas.microsoft.com/office/drawing/2014/main" id="{791BEB94-07EA-4689-AD61-3D74E5C1FBF2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A1_bar_GT_9380">
            <a:extLst>
              <a:ext uri="{FF2B5EF4-FFF2-40B4-BE49-F238E27FC236}">
                <a16:creationId xmlns:a16="http://schemas.microsoft.com/office/drawing/2014/main" id="{8787675D-1F83-4B59-8DDC-8441064A91D7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9381">
            <a:extLst>
              <a:ext uri="{FF2B5EF4-FFF2-40B4-BE49-F238E27FC236}">
                <a16:creationId xmlns:a16="http://schemas.microsoft.com/office/drawing/2014/main" id="{304F62E1-41CF-4217-A238-F717C66F3009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A1_bar_GT_9382">
            <a:extLst>
              <a:ext uri="{FF2B5EF4-FFF2-40B4-BE49-F238E27FC236}">
                <a16:creationId xmlns:a16="http://schemas.microsoft.com/office/drawing/2014/main" id="{122D27B0-A76D-4BAC-8231-F4B2DB7C22FE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A1_bar_GT_9383">
            <a:extLst>
              <a:ext uri="{FF2B5EF4-FFF2-40B4-BE49-F238E27FC236}">
                <a16:creationId xmlns:a16="http://schemas.microsoft.com/office/drawing/2014/main" id="{E2D601E4-87F8-449A-AFB7-CE7F41333673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9384">
            <a:extLst>
              <a:ext uri="{FF2B5EF4-FFF2-40B4-BE49-F238E27FC236}">
                <a16:creationId xmlns:a16="http://schemas.microsoft.com/office/drawing/2014/main" id="{DBCB6F55-9E88-48FD-BCA4-640EA470025C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A1_bar_GT_9385">
            <a:extLst>
              <a:ext uri="{FF2B5EF4-FFF2-40B4-BE49-F238E27FC236}">
                <a16:creationId xmlns:a16="http://schemas.microsoft.com/office/drawing/2014/main" id="{86B7C42D-768E-4698-B24E-EC071CD7DDAB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A1_bar_GT_9386">
            <a:extLst>
              <a:ext uri="{FF2B5EF4-FFF2-40B4-BE49-F238E27FC236}">
                <a16:creationId xmlns:a16="http://schemas.microsoft.com/office/drawing/2014/main" id="{5F9F4697-BBD1-4733-B156-70C188F54F34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9387">
            <a:extLst>
              <a:ext uri="{FF2B5EF4-FFF2-40B4-BE49-F238E27FC236}">
                <a16:creationId xmlns:a16="http://schemas.microsoft.com/office/drawing/2014/main" id="{D95EF8E3-A2C9-4464-928D-3BFA78273CF3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A1_bar_GT_9388">
            <a:extLst>
              <a:ext uri="{FF2B5EF4-FFF2-40B4-BE49-F238E27FC236}">
                <a16:creationId xmlns:a16="http://schemas.microsoft.com/office/drawing/2014/main" id="{BE0F4C3D-053B-417A-9CEC-C08E3C7CDAD4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A1_bar_GT_9389">
            <a:extLst>
              <a:ext uri="{FF2B5EF4-FFF2-40B4-BE49-F238E27FC236}">
                <a16:creationId xmlns:a16="http://schemas.microsoft.com/office/drawing/2014/main" id="{ABA190C6-63CE-42EF-8AC1-8DEEB14496D0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9390">
            <a:extLst>
              <a:ext uri="{FF2B5EF4-FFF2-40B4-BE49-F238E27FC236}">
                <a16:creationId xmlns:a16="http://schemas.microsoft.com/office/drawing/2014/main" id="{51B35B18-C3B0-4C93-9ADA-73324072D6E8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9391">
            <a:extLst>
              <a:ext uri="{FF2B5EF4-FFF2-40B4-BE49-F238E27FC236}">
                <a16:creationId xmlns:a16="http://schemas.microsoft.com/office/drawing/2014/main" id="{BBCE1751-50D8-49B9-B624-BA6C6B086485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A1_bar_GT_9392">
            <a:extLst>
              <a:ext uri="{FF2B5EF4-FFF2-40B4-BE49-F238E27FC236}">
                <a16:creationId xmlns:a16="http://schemas.microsoft.com/office/drawing/2014/main" id="{8D0587F8-5B80-47A4-A74E-D7D9168F27EF}"/>
              </a:ext>
            </a:extLst>
          </p:cNvPr>
          <p:cNvSpPr>
            <a:spLocks noGrp="1"/>
          </p:cNvSpPr>
          <p:nvPr/>
        </p:nvSpPr>
        <p:spPr>
          <a:xfrm>
            <a:off x="1387164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7" name="A1_bar_GT_9393">
            <a:extLst>
              <a:ext uri="{FF2B5EF4-FFF2-40B4-BE49-F238E27FC236}">
                <a16:creationId xmlns:a16="http://schemas.microsoft.com/office/drawing/2014/main" id="{5FA93B5E-EF78-45B2-BD68-DC94489975BE}"/>
              </a:ext>
            </a:extLst>
          </p:cNvPr>
          <p:cNvSpPr>
            <a:spLocks noGrp="1"/>
          </p:cNvSpPr>
          <p:nvPr/>
        </p:nvSpPr>
        <p:spPr>
          <a:xfrm>
            <a:off x="2960987" y="3971311"/>
            <a:ext cx="325781" cy="2143739"/>
          </a:xfrm>
          <a:custGeom>
            <a:avLst/>
            <a:gdLst/>
            <a:ahLst/>
            <a:cxnLst/>
            <a:rect l="0" t="0" r="0" b="0"/>
            <a:pathLst>
              <a:path w="325781" h="2143739">
                <a:moveTo>
                  <a:pt x="0" y="2143739"/>
                </a:moveTo>
                <a:lnTo>
                  <a:pt x="325781" y="2143739"/>
                </a:lnTo>
                <a:lnTo>
                  <a:pt x="325781" y="0"/>
                </a:lnTo>
                <a:lnTo>
                  <a:pt x="0" y="0"/>
                </a:lnTo>
                <a:lnTo>
                  <a:pt x="0" y="2143739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8" name="A1_bar_GT_9394">
            <a:extLst>
              <a:ext uri="{FF2B5EF4-FFF2-40B4-BE49-F238E27FC236}">
                <a16:creationId xmlns:a16="http://schemas.microsoft.com/office/drawing/2014/main" id="{46907CDB-6338-468E-8DCF-1FC17C3392E3}"/>
              </a:ext>
            </a:extLst>
          </p:cNvPr>
          <p:cNvSpPr>
            <a:spLocks noGrp="1"/>
          </p:cNvSpPr>
          <p:nvPr/>
        </p:nvSpPr>
        <p:spPr>
          <a:xfrm>
            <a:off x="4534810" y="4027815"/>
            <a:ext cx="325781" cy="2087235"/>
          </a:xfrm>
          <a:custGeom>
            <a:avLst/>
            <a:gdLst/>
            <a:ahLst/>
            <a:cxnLst/>
            <a:rect l="0" t="0" r="0" b="0"/>
            <a:pathLst>
              <a:path w="325781" h="2087235">
                <a:moveTo>
                  <a:pt x="0" y="2087235"/>
                </a:moveTo>
                <a:lnTo>
                  <a:pt x="325781" y="2087235"/>
                </a:lnTo>
                <a:lnTo>
                  <a:pt x="325781" y="0"/>
                </a:lnTo>
                <a:lnTo>
                  <a:pt x="0" y="0"/>
                </a:lnTo>
                <a:lnTo>
                  <a:pt x="0" y="2087235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39" name="A1_bar_GT_9395">
            <a:extLst>
              <a:ext uri="{FF2B5EF4-FFF2-40B4-BE49-F238E27FC236}">
                <a16:creationId xmlns:a16="http://schemas.microsoft.com/office/drawing/2014/main" id="{85B991FD-D524-42D7-8EFD-852C2E5DC0B3}"/>
              </a:ext>
            </a:extLst>
          </p:cNvPr>
          <p:cNvSpPr>
            <a:spLocks noGrp="1"/>
          </p:cNvSpPr>
          <p:nvPr/>
        </p:nvSpPr>
        <p:spPr>
          <a:xfrm>
            <a:off x="6108633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0" name="A1_bar_GT_9396">
            <a:extLst>
              <a:ext uri="{FF2B5EF4-FFF2-40B4-BE49-F238E27FC236}">
                <a16:creationId xmlns:a16="http://schemas.microsoft.com/office/drawing/2014/main" id="{95286742-7853-4E09-A378-2AF8F0843088}"/>
              </a:ext>
            </a:extLst>
          </p:cNvPr>
          <p:cNvSpPr>
            <a:spLocks noGrp="1"/>
          </p:cNvSpPr>
          <p:nvPr/>
        </p:nvSpPr>
        <p:spPr>
          <a:xfrm>
            <a:off x="7682456" y="4562329"/>
            <a:ext cx="325781" cy="1552721"/>
          </a:xfrm>
          <a:custGeom>
            <a:avLst/>
            <a:gdLst/>
            <a:ahLst/>
            <a:cxnLst/>
            <a:rect l="0" t="0" r="0" b="0"/>
            <a:pathLst>
              <a:path w="325781" h="1552721">
                <a:moveTo>
                  <a:pt x="0" y="1552721"/>
                </a:moveTo>
                <a:lnTo>
                  <a:pt x="325781" y="1552721"/>
                </a:lnTo>
                <a:lnTo>
                  <a:pt x="325781" y="0"/>
                </a:lnTo>
                <a:lnTo>
                  <a:pt x="0" y="0"/>
                </a:lnTo>
                <a:lnTo>
                  <a:pt x="0" y="1552721"/>
                </a:lnTo>
                <a:close/>
              </a:path>
            </a:pathLst>
          </a:custGeom>
          <a:solidFill>
            <a:srgbClr val="007C83">
              <a:alpha val="19000"/>
            </a:srgbClr>
          </a:solidFill>
          <a:ln w="12347">
            <a:solidFill>
              <a:srgbClr val="007C83">
                <a:alpha val="19000"/>
              </a:srgbClr>
            </a:solidFill>
            <a:prstDash val="solid"/>
          </a:ln>
        </p:spPr>
      </p:sp>
      <p:sp>
        <p:nvSpPr>
          <p:cNvPr id="41" name="A1_bar_GT_9397">
            <a:extLst>
              <a:ext uri="{FF2B5EF4-FFF2-40B4-BE49-F238E27FC236}">
                <a16:creationId xmlns:a16="http://schemas.microsoft.com/office/drawing/2014/main" id="{CC14D27A-15F4-4276-BEE2-1252EE1C34B6}"/>
              </a:ext>
            </a:extLst>
          </p:cNvPr>
          <p:cNvSpPr>
            <a:spLocks noGrp="1"/>
          </p:cNvSpPr>
          <p:nvPr/>
        </p:nvSpPr>
        <p:spPr>
          <a:xfrm>
            <a:off x="1749143" y="4155423"/>
            <a:ext cx="325781" cy="1959627"/>
          </a:xfrm>
          <a:custGeom>
            <a:avLst/>
            <a:gdLst/>
            <a:ahLst/>
            <a:cxnLst/>
            <a:rect l="0" t="0" r="0" b="0"/>
            <a:pathLst>
              <a:path w="325781" h="1959627">
                <a:moveTo>
                  <a:pt x="0" y="1959627"/>
                </a:moveTo>
                <a:lnTo>
                  <a:pt x="325781" y="1959627"/>
                </a:lnTo>
                <a:lnTo>
                  <a:pt x="325781" y="0"/>
                </a:lnTo>
                <a:lnTo>
                  <a:pt x="0" y="0"/>
                </a:lnTo>
                <a:lnTo>
                  <a:pt x="0" y="1959627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2" name="A1_bar_GT_9398">
            <a:extLst>
              <a:ext uri="{FF2B5EF4-FFF2-40B4-BE49-F238E27FC236}">
                <a16:creationId xmlns:a16="http://schemas.microsoft.com/office/drawing/2014/main" id="{4030E252-0B08-4FE5-ACF2-21D280715FEE}"/>
              </a:ext>
            </a:extLst>
          </p:cNvPr>
          <p:cNvSpPr>
            <a:spLocks noGrp="1"/>
          </p:cNvSpPr>
          <p:nvPr/>
        </p:nvSpPr>
        <p:spPr>
          <a:xfrm>
            <a:off x="3322966" y="4067119"/>
            <a:ext cx="325781" cy="2047931"/>
          </a:xfrm>
          <a:custGeom>
            <a:avLst/>
            <a:gdLst/>
            <a:ahLst/>
            <a:cxnLst/>
            <a:rect l="0" t="0" r="0" b="0"/>
            <a:pathLst>
              <a:path w="325781" h="2047931">
                <a:moveTo>
                  <a:pt x="0" y="2047931"/>
                </a:moveTo>
                <a:lnTo>
                  <a:pt x="325781" y="2047931"/>
                </a:lnTo>
                <a:lnTo>
                  <a:pt x="325781" y="0"/>
                </a:lnTo>
                <a:lnTo>
                  <a:pt x="0" y="0"/>
                </a:lnTo>
                <a:lnTo>
                  <a:pt x="0" y="2047931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3" name="A1_bar_GT_9399">
            <a:extLst>
              <a:ext uri="{FF2B5EF4-FFF2-40B4-BE49-F238E27FC236}">
                <a16:creationId xmlns:a16="http://schemas.microsoft.com/office/drawing/2014/main" id="{AA0D1E38-F2B4-424F-87A8-356656618311}"/>
              </a:ext>
            </a:extLst>
          </p:cNvPr>
          <p:cNvSpPr>
            <a:spLocks noGrp="1"/>
          </p:cNvSpPr>
          <p:nvPr/>
        </p:nvSpPr>
        <p:spPr>
          <a:xfrm>
            <a:off x="4896789" y="4123379"/>
            <a:ext cx="325781" cy="1991671"/>
          </a:xfrm>
          <a:custGeom>
            <a:avLst/>
            <a:gdLst/>
            <a:ahLst/>
            <a:cxnLst/>
            <a:rect l="0" t="0" r="0" b="0"/>
            <a:pathLst>
              <a:path w="325781" h="1991671">
                <a:moveTo>
                  <a:pt x="0" y="1991671"/>
                </a:moveTo>
                <a:lnTo>
                  <a:pt x="325781" y="1991671"/>
                </a:lnTo>
                <a:lnTo>
                  <a:pt x="325781" y="0"/>
                </a:lnTo>
                <a:lnTo>
                  <a:pt x="0" y="0"/>
                </a:lnTo>
                <a:lnTo>
                  <a:pt x="0" y="1991671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4" name="A1_bar_GT_9400">
            <a:extLst>
              <a:ext uri="{FF2B5EF4-FFF2-40B4-BE49-F238E27FC236}">
                <a16:creationId xmlns:a16="http://schemas.microsoft.com/office/drawing/2014/main" id="{9BD03034-37C1-4565-9C5A-6FC3DDF3407E}"/>
              </a:ext>
            </a:extLst>
          </p:cNvPr>
          <p:cNvSpPr>
            <a:spLocks noGrp="1"/>
          </p:cNvSpPr>
          <p:nvPr/>
        </p:nvSpPr>
        <p:spPr>
          <a:xfrm>
            <a:off x="6470612" y="4584272"/>
            <a:ext cx="325781" cy="1530778"/>
          </a:xfrm>
          <a:custGeom>
            <a:avLst/>
            <a:gdLst/>
            <a:ahLst/>
            <a:cxnLst/>
            <a:rect l="0" t="0" r="0" b="0"/>
            <a:pathLst>
              <a:path w="325781" h="1530778">
                <a:moveTo>
                  <a:pt x="0" y="1530778"/>
                </a:moveTo>
                <a:lnTo>
                  <a:pt x="325781" y="1530778"/>
                </a:lnTo>
                <a:lnTo>
                  <a:pt x="325781" y="0"/>
                </a:lnTo>
                <a:lnTo>
                  <a:pt x="0" y="0"/>
                </a:lnTo>
                <a:lnTo>
                  <a:pt x="0" y="1530778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5" name="A1_bar_GT_9401">
            <a:extLst>
              <a:ext uri="{FF2B5EF4-FFF2-40B4-BE49-F238E27FC236}">
                <a16:creationId xmlns:a16="http://schemas.microsoft.com/office/drawing/2014/main" id="{D6714545-A74E-47F2-89ED-FDB0C3CC6AA2}"/>
              </a:ext>
            </a:extLst>
          </p:cNvPr>
          <p:cNvSpPr>
            <a:spLocks noGrp="1"/>
          </p:cNvSpPr>
          <p:nvPr/>
        </p:nvSpPr>
        <p:spPr>
          <a:xfrm>
            <a:off x="8044435" y="4584272"/>
            <a:ext cx="325781" cy="1530778"/>
          </a:xfrm>
          <a:custGeom>
            <a:avLst/>
            <a:gdLst/>
            <a:ahLst/>
            <a:cxnLst/>
            <a:rect l="0" t="0" r="0" b="0"/>
            <a:pathLst>
              <a:path w="325781" h="1530778">
                <a:moveTo>
                  <a:pt x="0" y="1530778"/>
                </a:moveTo>
                <a:lnTo>
                  <a:pt x="325781" y="1530778"/>
                </a:lnTo>
                <a:lnTo>
                  <a:pt x="325781" y="0"/>
                </a:lnTo>
                <a:lnTo>
                  <a:pt x="0" y="0"/>
                </a:lnTo>
                <a:lnTo>
                  <a:pt x="0" y="1530778"/>
                </a:lnTo>
                <a:close/>
              </a:path>
            </a:pathLst>
          </a:custGeom>
          <a:solidFill>
            <a:srgbClr val="DB9955">
              <a:alpha val="19000"/>
            </a:srgbClr>
          </a:solidFill>
          <a:ln w="12347">
            <a:solidFill>
              <a:srgbClr val="DB9955">
                <a:alpha val="19000"/>
              </a:srgbClr>
            </a:solidFill>
            <a:prstDash val="solid"/>
          </a:ln>
        </p:spPr>
      </p:sp>
      <p:sp>
        <p:nvSpPr>
          <p:cNvPr id="46" name="A1_bar_GT_9402">
            <a:extLst>
              <a:ext uri="{FF2B5EF4-FFF2-40B4-BE49-F238E27FC236}">
                <a16:creationId xmlns:a16="http://schemas.microsoft.com/office/drawing/2014/main" id="{42AC4526-7D84-4097-BBBD-E368BE9AE597}"/>
              </a:ext>
            </a:extLst>
          </p:cNvPr>
          <p:cNvSpPr>
            <a:spLocks noGrp="1"/>
          </p:cNvSpPr>
          <p:nvPr/>
        </p:nvSpPr>
        <p:spPr>
          <a:xfrm>
            <a:off x="2111122" y="4851001"/>
            <a:ext cx="325781" cy="1264049"/>
          </a:xfrm>
          <a:custGeom>
            <a:avLst/>
            <a:gdLst/>
            <a:ahLst/>
            <a:cxnLst/>
            <a:rect l="0" t="0" r="0" b="0"/>
            <a:pathLst>
              <a:path w="325781" h="1264049">
                <a:moveTo>
                  <a:pt x="0" y="1264049"/>
                </a:moveTo>
                <a:lnTo>
                  <a:pt x="325781" y="1264049"/>
                </a:lnTo>
                <a:lnTo>
                  <a:pt x="325781" y="0"/>
                </a:lnTo>
                <a:lnTo>
                  <a:pt x="0" y="0"/>
                </a:lnTo>
                <a:lnTo>
                  <a:pt x="0" y="1264049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7" name="A1_bar_GT_9403">
            <a:extLst>
              <a:ext uri="{FF2B5EF4-FFF2-40B4-BE49-F238E27FC236}">
                <a16:creationId xmlns:a16="http://schemas.microsoft.com/office/drawing/2014/main" id="{38286105-A2F4-436A-9687-4C37E9476562}"/>
              </a:ext>
            </a:extLst>
          </p:cNvPr>
          <p:cNvSpPr>
            <a:spLocks noGrp="1"/>
          </p:cNvSpPr>
          <p:nvPr/>
        </p:nvSpPr>
        <p:spPr>
          <a:xfrm>
            <a:off x="3684946" y="4691400"/>
            <a:ext cx="325781" cy="1423650"/>
          </a:xfrm>
          <a:custGeom>
            <a:avLst/>
            <a:gdLst/>
            <a:ahLst/>
            <a:cxnLst/>
            <a:rect l="0" t="0" r="0" b="0"/>
            <a:pathLst>
              <a:path w="325781" h="1423650">
                <a:moveTo>
                  <a:pt x="0" y="1423650"/>
                </a:moveTo>
                <a:lnTo>
                  <a:pt x="325781" y="1423650"/>
                </a:lnTo>
                <a:lnTo>
                  <a:pt x="325781" y="0"/>
                </a:lnTo>
                <a:lnTo>
                  <a:pt x="0" y="0"/>
                </a:lnTo>
                <a:lnTo>
                  <a:pt x="0" y="1423650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8" name="A1_bar_GT_9404">
            <a:extLst>
              <a:ext uri="{FF2B5EF4-FFF2-40B4-BE49-F238E27FC236}">
                <a16:creationId xmlns:a16="http://schemas.microsoft.com/office/drawing/2014/main" id="{04B8275E-8EDF-4754-8D1C-998677BA3B42}"/>
              </a:ext>
            </a:extLst>
          </p:cNvPr>
          <p:cNvSpPr>
            <a:spLocks noGrp="1"/>
          </p:cNvSpPr>
          <p:nvPr/>
        </p:nvSpPr>
        <p:spPr>
          <a:xfrm>
            <a:off x="5258769" y="4711386"/>
            <a:ext cx="325781" cy="1403664"/>
          </a:xfrm>
          <a:custGeom>
            <a:avLst/>
            <a:gdLst/>
            <a:ahLst/>
            <a:cxnLst/>
            <a:rect l="0" t="0" r="0" b="0"/>
            <a:pathLst>
              <a:path w="325781" h="1403664">
                <a:moveTo>
                  <a:pt x="0" y="1403664"/>
                </a:moveTo>
                <a:lnTo>
                  <a:pt x="325781" y="1403664"/>
                </a:lnTo>
                <a:lnTo>
                  <a:pt x="325781" y="0"/>
                </a:lnTo>
                <a:lnTo>
                  <a:pt x="0" y="0"/>
                </a:lnTo>
                <a:lnTo>
                  <a:pt x="0" y="1403664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9" name="A1_bar_GT_9405">
            <a:extLst>
              <a:ext uri="{FF2B5EF4-FFF2-40B4-BE49-F238E27FC236}">
                <a16:creationId xmlns:a16="http://schemas.microsoft.com/office/drawing/2014/main" id="{FD9BBCCC-D2D9-4275-BD4C-143305FDA36F}"/>
              </a:ext>
            </a:extLst>
          </p:cNvPr>
          <p:cNvSpPr>
            <a:spLocks noGrp="1"/>
          </p:cNvSpPr>
          <p:nvPr/>
        </p:nvSpPr>
        <p:spPr>
          <a:xfrm>
            <a:off x="6832592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0" name="A1_bar_GT_9406">
            <a:extLst>
              <a:ext uri="{FF2B5EF4-FFF2-40B4-BE49-F238E27FC236}">
                <a16:creationId xmlns:a16="http://schemas.microsoft.com/office/drawing/2014/main" id="{5ACE6C46-D3B2-421D-BED8-BAE73CFB4986}"/>
              </a:ext>
            </a:extLst>
          </p:cNvPr>
          <p:cNvSpPr>
            <a:spLocks noGrp="1"/>
          </p:cNvSpPr>
          <p:nvPr/>
        </p:nvSpPr>
        <p:spPr>
          <a:xfrm>
            <a:off x="8406415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1" name="A1_bar_GT_9407">
            <a:extLst>
              <a:ext uri="{FF2B5EF4-FFF2-40B4-BE49-F238E27FC236}">
                <a16:creationId xmlns:a16="http://schemas.microsoft.com/office/drawing/2014/main" id="{EAEAF813-DD64-4F87-AFFA-139B9E828436}"/>
              </a:ext>
            </a:extLst>
          </p:cNvPr>
          <p:cNvSpPr>
            <a:spLocks noGrp="1"/>
          </p:cNvSpPr>
          <p:nvPr/>
        </p:nvSpPr>
        <p:spPr>
          <a:xfrm>
            <a:off x="1493750" y="36800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A1_bar_GT_9408">
            <a:extLst>
              <a:ext uri="{FF2B5EF4-FFF2-40B4-BE49-F238E27FC236}">
                <a16:creationId xmlns:a16="http://schemas.microsoft.com/office/drawing/2014/main" id="{E303CB6A-E74B-40A9-97AA-D2DF332F01A9}"/>
              </a:ext>
            </a:extLst>
          </p:cNvPr>
          <p:cNvSpPr>
            <a:spLocks noGrp="1"/>
          </p:cNvSpPr>
          <p:nvPr/>
        </p:nvSpPr>
        <p:spPr>
          <a:xfrm>
            <a:off x="1548022" y="32888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A1_bar_GT_9409">
            <a:extLst>
              <a:ext uri="{FF2B5EF4-FFF2-40B4-BE49-F238E27FC236}">
                <a16:creationId xmlns:a16="http://schemas.microsoft.com/office/drawing/2014/main" id="{BD32E0EC-09E1-4907-AF70-C216F0EBEDB6}"/>
              </a:ext>
            </a:extLst>
          </p:cNvPr>
          <p:cNvSpPr>
            <a:spLocks noGrp="1"/>
          </p:cNvSpPr>
          <p:nvPr/>
        </p:nvSpPr>
        <p:spPr>
          <a:xfrm>
            <a:off x="1450543" y="33570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A1_bar_GT_9410">
            <a:extLst>
              <a:ext uri="{FF2B5EF4-FFF2-40B4-BE49-F238E27FC236}">
                <a16:creationId xmlns:a16="http://schemas.microsoft.com/office/drawing/2014/main" id="{17C4D121-7B73-401D-B0D7-3E5B2978047D}"/>
              </a:ext>
            </a:extLst>
          </p:cNvPr>
          <p:cNvSpPr>
            <a:spLocks noGrp="1"/>
          </p:cNvSpPr>
          <p:nvPr/>
        </p:nvSpPr>
        <p:spPr>
          <a:xfrm>
            <a:off x="1597601" y="59192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A1_bar_GT_9411">
            <a:extLst>
              <a:ext uri="{FF2B5EF4-FFF2-40B4-BE49-F238E27FC236}">
                <a16:creationId xmlns:a16="http://schemas.microsoft.com/office/drawing/2014/main" id="{0FB0C0FD-7F6A-45B7-97A7-92963E42195A}"/>
              </a:ext>
            </a:extLst>
          </p:cNvPr>
          <p:cNvSpPr>
            <a:spLocks noGrp="1"/>
          </p:cNvSpPr>
          <p:nvPr/>
        </p:nvSpPr>
        <p:spPr>
          <a:xfrm>
            <a:off x="1588138" y="34746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A1_bar_GT_9412">
            <a:extLst>
              <a:ext uri="{FF2B5EF4-FFF2-40B4-BE49-F238E27FC236}">
                <a16:creationId xmlns:a16="http://schemas.microsoft.com/office/drawing/2014/main" id="{7EB4DCF0-5821-4062-B2C7-5C90A9128502}"/>
              </a:ext>
            </a:extLst>
          </p:cNvPr>
          <p:cNvSpPr>
            <a:spLocks noGrp="1"/>
          </p:cNvSpPr>
          <p:nvPr/>
        </p:nvSpPr>
        <p:spPr>
          <a:xfrm>
            <a:off x="1518221" y="35362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A1_bar_GT_9413">
            <a:extLst>
              <a:ext uri="{FF2B5EF4-FFF2-40B4-BE49-F238E27FC236}">
                <a16:creationId xmlns:a16="http://schemas.microsoft.com/office/drawing/2014/main" id="{21C9D426-DC71-4823-A4CE-F3E607ABA929}"/>
              </a:ext>
            </a:extLst>
          </p:cNvPr>
          <p:cNvSpPr>
            <a:spLocks noGrp="1"/>
          </p:cNvSpPr>
          <p:nvPr/>
        </p:nvSpPr>
        <p:spPr>
          <a:xfrm>
            <a:off x="1414696" y="3325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A1_bar_GT_9414">
            <a:extLst>
              <a:ext uri="{FF2B5EF4-FFF2-40B4-BE49-F238E27FC236}">
                <a16:creationId xmlns:a16="http://schemas.microsoft.com/office/drawing/2014/main" id="{00CCF167-149F-4E53-9BEB-A921B1370430}"/>
              </a:ext>
            </a:extLst>
          </p:cNvPr>
          <p:cNvSpPr>
            <a:spLocks noGrp="1"/>
          </p:cNvSpPr>
          <p:nvPr/>
        </p:nvSpPr>
        <p:spPr>
          <a:xfrm>
            <a:off x="1655404" y="34877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A1_bar_GT_9415">
            <a:extLst>
              <a:ext uri="{FF2B5EF4-FFF2-40B4-BE49-F238E27FC236}">
                <a16:creationId xmlns:a16="http://schemas.microsoft.com/office/drawing/2014/main" id="{E3834977-DA8B-4A77-A59A-8814BFCBA566}"/>
              </a:ext>
            </a:extLst>
          </p:cNvPr>
          <p:cNvSpPr>
            <a:spLocks noGrp="1"/>
          </p:cNvSpPr>
          <p:nvPr/>
        </p:nvSpPr>
        <p:spPr>
          <a:xfrm>
            <a:off x="1605116" y="53896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A1_bar_GT_9416">
            <a:extLst>
              <a:ext uri="{FF2B5EF4-FFF2-40B4-BE49-F238E27FC236}">
                <a16:creationId xmlns:a16="http://schemas.microsoft.com/office/drawing/2014/main" id="{3877868C-29BF-45C1-B269-8BD52D0E86A8}"/>
              </a:ext>
            </a:extLst>
          </p:cNvPr>
          <p:cNvSpPr>
            <a:spLocks noGrp="1"/>
          </p:cNvSpPr>
          <p:nvPr/>
        </p:nvSpPr>
        <p:spPr>
          <a:xfrm>
            <a:off x="1587904" y="3516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A1_bar_GT_9417">
            <a:extLst>
              <a:ext uri="{FF2B5EF4-FFF2-40B4-BE49-F238E27FC236}">
                <a16:creationId xmlns:a16="http://schemas.microsoft.com/office/drawing/2014/main" id="{025C3659-F453-42F4-8478-209E391F2FC0}"/>
              </a:ext>
            </a:extLst>
          </p:cNvPr>
          <p:cNvSpPr>
            <a:spLocks noGrp="1"/>
          </p:cNvSpPr>
          <p:nvPr/>
        </p:nvSpPr>
        <p:spPr>
          <a:xfrm>
            <a:off x="1469189" y="460960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A1_bar_GT_9418">
            <a:extLst>
              <a:ext uri="{FF2B5EF4-FFF2-40B4-BE49-F238E27FC236}">
                <a16:creationId xmlns:a16="http://schemas.microsoft.com/office/drawing/2014/main" id="{ADF0537D-B3AB-41DF-AB6D-1EF8A3296565}"/>
              </a:ext>
            </a:extLst>
          </p:cNvPr>
          <p:cNvSpPr>
            <a:spLocks noGrp="1"/>
          </p:cNvSpPr>
          <p:nvPr/>
        </p:nvSpPr>
        <p:spPr>
          <a:xfrm>
            <a:off x="1413660" y="33739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A1_bar_GT_9419">
            <a:extLst>
              <a:ext uri="{FF2B5EF4-FFF2-40B4-BE49-F238E27FC236}">
                <a16:creationId xmlns:a16="http://schemas.microsoft.com/office/drawing/2014/main" id="{22B4CD50-8135-4EDA-A99E-F7D74EEF5AD8}"/>
              </a:ext>
            </a:extLst>
          </p:cNvPr>
          <p:cNvSpPr>
            <a:spLocks noGrp="1"/>
          </p:cNvSpPr>
          <p:nvPr/>
        </p:nvSpPr>
        <p:spPr>
          <a:xfrm>
            <a:off x="1550912" y="3452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A1_bar_GT_9420">
            <a:extLst>
              <a:ext uri="{FF2B5EF4-FFF2-40B4-BE49-F238E27FC236}">
                <a16:creationId xmlns:a16="http://schemas.microsoft.com/office/drawing/2014/main" id="{DF79EC38-F2E3-4B82-9D64-F42676AD1264}"/>
              </a:ext>
            </a:extLst>
          </p:cNvPr>
          <p:cNvSpPr>
            <a:spLocks noGrp="1"/>
          </p:cNvSpPr>
          <p:nvPr/>
        </p:nvSpPr>
        <p:spPr>
          <a:xfrm>
            <a:off x="1538459" y="4632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A1_bar_GT_9421">
            <a:extLst>
              <a:ext uri="{FF2B5EF4-FFF2-40B4-BE49-F238E27FC236}">
                <a16:creationId xmlns:a16="http://schemas.microsoft.com/office/drawing/2014/main" id="{CFE9F498-0D12-4E21-9D6B-9B375D3D8B0B}"/>
              </a:ext>
            </a:extLst>
          </p:cNvPr>
          <p:cNvSpPr>
            <a:spLocks noGrp="1"/>
          </p:cNvSpPr>
          <p:nvPr/>
        </p:nvSpPr>
        <p:spPr>
          <a:xfrm>
            <a:off x="1572787" y="34685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A1_bar_GT_9422">
            <a:extLst>
              <a:ext uri="{FF2B5EF4-FFF2-40B4-BE49-F238E27FC236}">
                <a16:creationId xmlns:a16="http://schemas.microsoft.com/office/drawing/2014/main" id="{B254C9DB-7C48-4E45-B261-920050420C82}"/>
              </a:ext>
            </a:extLst>
          </p:cNvPr>
          <p:cNvSpPr>
            <a:spLocks noGrp="1"/>
          </p:cNvSpPr>
          <p:nvPr/>
        </p:nvSpPr>
        <p:spPr>
          <a:xfrm>
            <a:off x="1502935" y="3642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A1_bar_GT_9423">
            <a:extLst>
              <a:ext uri="{FF2B5EF4-FFF2-40B4-BE49-F238E27FC236}">
                <a16:creationId xmlns:a16="http://schemas.microsoft.com/office/drawing/2014/main" id="{297C0FDE-5899-4F7D-86E6-D4345E14F3EE}"/>
              </a:ext>
            </a:extLst>
          </p:cNvPr>
          <p:cNvSpPr>
            <a:spLocks noGrp="1"/>
          </p:cNvSpPr>
          <p:nvPr/>
        </p:nvSpPr>
        <p:spPr>
          <a:xfrm>
            <a:off x="1467906" y="54592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A1_bar_GT_9424">
            <a:extLst>
              <a:ext uri="{FF2B5EF4-FFF2-40B4-BE49-F238E27FC236}">
                <a16:creationId xmlns:a16="http://schemas.microsoft.com/office/drawing/2014/main" id="{75612659-F704-421D-8616-BF52350A3F4F}"/>
              </a:ext>
            </a:extLst>
          </p:cNvPr>
          <p:cNvSpPr>
            <a:spLocks noGrp="1"/>
          </p:cNvSpPr>
          <p:nvPr/>
        </p:nvSpPr>
        <p:spPr>
          <a:xfrm>
            <a:off x="1547066" y="35960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A1_bar_GT_9425">
            <a:extLst>
              <a:ext uri="{FF2B5EF4-FFF2-40B4-BE49-F238E27FC236}">
                <a16:creationId xmlns:a16="http://schemas.microsoft.com/office/drawing/2014/main" id="{B06E730B-7C99-432F-8081-B235E1D238FE}"/>
              </a:ext>
            </a:extLst>
          </p:cNvPr>
          <p:cNvSpPr>
            <a:spLocks noGrp="1"/>
          </p:cNvSpPr>
          <p:nvPr/>
        </p:nvSpPr>
        <p:spPr>
          <a:xfrm>
            <a:off x="1629511" y="3635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A1_bar_GT_9426">
            <a:extLst>
              <a:ext uri="{FF2B5EF4-FFF2-40B4-BE49-F238E27FC236}">
                <a16:creationId xmlns:a16="http://schemas.microsoft.com/office/drawing/2014/main" id="{6F413565-A912-4B13-9283-1D98A923C93A}"/>
              </a:ext>
            </a:extLst>
          </p:cNvPr>
          <p:cNvSpPr>
            <a:spLocks noGrp="1"/>
          </p:cNvSpPr>
          <p:nvPr/>
        </p:nvSpPr>
        <p:spPr>
          <a:xfrm>
            <a:off x="1611690" y="40404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A1_bar_GT_9427">
            <a:extLst>
              <a:ext uri="{FF2B5EF4-FFF2-40B4-BE49-F238E27FC236}">
                <a16:creationId xmlns:a16="http://schemas.microsoft.com/office/drawing/2014/main" id="{C031FFB4-3702-462D-A88D-50D0558FAC0E}"/>
              </a:ext>
            </a:extLst>
          </p:cNvPr>
          <p:cNvSpPr>
            <a:spLocks noGrp="1"/>
          </p:cNvSpPr>
          <p:nvPr/>
        </p:nvSpPr>
        <p:spPr>
          <a:xfrm>
            <a:off x="1502299" y="4900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A1_bar_GT_9428">
            <a:extLst>
              <a:ext uri="{FF2B5EF4-FFF2-40B4-BE49-F238E27FC236}">
                <a16:creationId xmlns:a16="http://schemas.microsoft.com/office/drawing/2014/main" id="{F0D20C36-18AD-4636-A890-FB48CC492F03}"/>
              </a:ext>
            </a:extLst>
          </p:cNvPr>
          <p:cNvSpPr>
            <a:spLocks noGrp="1"/>
          </p:cNvSpPr>
          <p:nvPr/>
        </p:nvSpPr>
        <p:spPr>
          <a:xfrm>
            <a:off x="1623251" y="417319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A1_bar_GT_9429">
            <a:extLst>
              <a:ext uri="{FF2B5EF4-FFF2-40B4-BE49-F238E27FC236}">
                <a16:creationId xmlns:a16="http://schemas.microsoft.com/office/drawing/2014/main" id="{1D4CFAC7-C57C-4A9B-B072-A09141C7CBD8}"/>
              </a:ext>
            </a:extLst>
          </p:cNvPr>
          <p:cNvSpPr>
            <a:spLocks noGrp="1"/>
          </p:cNvSpPr>
          <p:nvPr/>
        </p:nvSpPr>
        <p:spPr>
          <a:xfrm>
            <a:off x="1493772" y="4248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A1_bar_GT_9430">
            <a:extLst>
              <a:ext uri="{FF2B5EF4-FFF2-40B4-BE49-F238E27FC236}">
                <a16:creationId xmlns:a16="http://schemas.microsoft.com/office/drawing/2014/main" id="{91860519-5A4D-4269-AFF3-84F5EF9A8F72}"/>
              </a:ext>
            </a:extLst>
          </p:cNvPr>
          <p:cNvSpPr>
            <a:spLocks noGrp="1"/>
          </p:cNvSpPr>
          <p:nvPr/>
        </p:nvSpPr>
        <p:spPr>
          <a:xfrm>
            <a:off x="1563892" y="33298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A1_bar_GT_9431">
            <a:extLst>
              <a:ext uri="{FF2B5EF4-FFF2-40B4-BE49-F238E27FC236}">
                <a16:creationId xmlns:a16="http://schemas.microsoft.com/office/drawing/2014/main" id="{5B932313-C063-4403-9696-11A992D42D4F}"/>
              </a:ext>
            </a:extLst>
          </p:cNvPr>
          <p:cNvSpPr>
            <a:spLocks noGrp="1"/>
          </p:cNvSpPr>
          <p:nvPr/>
        </p:nvSpPr>
        <p:spPr>
          <a:xfrm>
            <a:off x="1519370" y="44555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A1_bar_GT_9432">
            <a:extLst>
              <a:ext uri="{FF2B5EF4-FFF2-40B4-BE49-F238E27FC236}">
                <a16:creationId xmlns:a16="http://schemas.microsoft.com/office/drawing/2014/main" id="{8E46AE35-1B8E-407C-96BC-0EA1044C2B54}"/>
              </a:ext>
            </a:extLst>
          </p:cNvPr>
          <p:cNvSpPr>
            <a:spLocks noGrp="1"/>
          </p:cNvSpPr>
          <p:nvPr/>
        </p:nvSpPr>
        <p:spPr>
          <a:xfrm>
            <a:off x="1413613" y="607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A1_bar_GT_9433">
            <a:extLst>
              <a:ext uri="{FF2B5EF4-FFF2-40B4-BE49-F238E27FC236}">
                <a16:creationId xmlns:a16="http://schemas.microsoft.com/office/drawing/2014/main" id="{22A6E221-9328-4649-BF75-853B1CFD998C}"/>
              </a:ext>
            </a:extLst>
          </p:cNvPr>
          <p:cNvSpPr>
            <a:spLocks noGrp="1"/>
          </p:cNvSpPr>
          <p:nvPr/>
        </p:nvSpPr>
        <p:spPr>
          <a:xfrm>
            <a:off x="1558338" y="52943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A1_bar_GT_9434">
            <a:extLst>
              <a:ext uri="{FF2B5EF4-FFF2-40B4-BE49-F238E27FC236}">
                <a16:creationId xmlns:a16="http://schemas.microsoft.com/office/drawing/2014/main" id="{17A393D9-B04C-4466-B618-2D68A4A231EC}"/>
              </a:ext>
            </a:extLst>
          </p:cNvPr>
          <p:cNvSpPr>
            <a:spLocks noGrp="1"/>
          </p:cNvSpPr>
          <p:nvPr/>
        </p:nvSpPr>
        <p:spPr>
          <a:xfrm>
            <a:off x="1448821" y="4292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A1_bar_GT_9435">
            <a:extLst>
              <a:ext uri="{FF2B5EF4-FFF2-40B4-BE49-F238E27FC236}">
                <a16:creationId xmlns:a16="http://schemas.microsoft.com/office/drawing/2014/main" id="{A6BDC81D-6400-4DDC-B1C3-6334443B902A}"/>
              </a:ext>
            </a:extLst>
          </p:cNvPr>
          <p:cNvSpPr>
            <a:spLocks noGrp="1"/>
          </p:cNvSpPr>
          <p:nvPr/>
        </p:nvSpPr>
        <p:spPr>
          <a:xfrm>
            <a:off x="1577841" y="3257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A1_bar_GT_9436">
            <a:extLst>
              <a:ext uri="{FF2B5EF4-FFF2-40B4-BE49-F238E27FC236}">
                <a16:creationId xmlns:a16="http://schemas.microsoft.com/office/drawing/2014/main" id="{E58F425A-A8E8-4A0C-A1D1-9A647B695F10}"/>
              </a:ext>
            </a:extLst>
          </p:cNvPr>
          <p:cNvSpPr>
            <a:spLocks noGrp="1"/>
          </p:cNvSpPr>
          <p:nvPr/>
        </p:nvSpPr>
        <p:spPr>
          <a:xfrm>
            <a:off x="1622084" y="3340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A1_bar_GT_9437">
            <a:extLst>
              <a:ext uri="{FF2B5EF4-FFF2-40B4-BE49-F238E27FC236}">
                <a16:creationId xmlns:a16="http://schemas.microsoft.com/office/drawing/2014/main" id="{F5285FC3-4659-463D-85A8-F5A8A22768B0}"/>
              </a:ext>
            </a:extLst>
          </p:cNvPr>
          <p:cNvSpPr>
            <a:spLocks noGrp="1"/>
          </p:cNvSpPr>
          <p:nvPr/>
        </p:nvSpPr>
        <p:spPr>
          <a:xfrm>
            <a:off x="1406767" y="5514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A1_bar_GT_9438">
            <a:extLst>
              <a:ext uri="{FF2B5EF4-FFF2-40B4-BE49-F238E27FC236}">
                <a16:creationId xmlns:a16="http://schemas.microsoft.com/office/drawing/2014/main" id="{DE77341E-3297-4C99-B9AD-FE923252C184}"/>
              </a:ext>
            </a:extLst>
          </p:cNvPr>
          <p:cNvSpPr>
            <a:spLocks noGrp="1"/>
          </p:cNvSpPr>
          <p:nvPr/>
        </p:nvSpPr>
        <p:spPr>
          <a:xfrm>
            <a:off x="1593140" y="4084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A1_bar_GT_9439">
            <a:extLst>
              <a:ext uri="{FF2B5EF4-FFF2-40B4-BE49-F238E27FC236}">
                <a16:creationId xmlns:a16="http://schemas.microsoft.com/office/drawing/2014/main" id="{49A652A4-B9FC-453F-B09F-2E15C45ACFC7}"/>
              </a:ext>
            </a:extLst>
          </p:cNvPr>
          <p:cNvSpPr>
            <a:spLocks noGrp="1"/>
          </p:cNvSpPr>
          <p:nvPr/>
        </p:nvSpPr>
        <p:spPr>
          <a:xfrm>
            <a:off x="1614196" y="45425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A1_bar_GT_9440">
            <a:extLst>
              <a:ext uri="{FF2B5EF4-FFF2-40B4-BE49-F238E27FC236}">
                <a16:creationId xmlns:a16="http://schemas.microsoft.com/office/drawing/2014/main" id="{A71E0A28-8182-4F03-A113-A90E7E1EC5A2}"/>
              </a:ext>
            </a:extLst>
          </p:cNvPr>
          <p:cNvSpPr>
            <a:spLocks noGrp="1"/>
          </p:cNvSpPr>
          <p:nvPr/>
        </p:nvSpPr>
        <p:spPr>
          <a:xfrm>
            <a:off x="1472281" y="56450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A1_bar_GT_9441">
            <a:extLst>
              <a:ext uri="{FF2B5EF4-FFF2-40B4-BE49-F238E27FC236}">
                <a16:creationId xmlns:a16="http://schemas.microsoft.com/office/drawing/2014/main" id="{4209FA2D-D243-4E51-93A2-81A0F619EDBD}"/>
              </a:ext>
            </a:extLst>
          </p:cNvPr>
          <p:cNvSpPr>
            <a:spLocks noGrp="1"/>
          </p:cNvSpPr>
          <p:nvPr/>
        </p:nvSpPr>
        <p:spPr>
          <a:xfrm>
            <a:off x="1586118" y="30894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A1_bar_GT_9442">
            <a:extLst>
              <a:ext uri="{FF2B5EF4-FFF2-40B4-BE49-F238E27FC236}">
                <a16:creationId xmlns:a16="http://schemas.microsoft.com/office/drawing/2014/main" id="{36B9300F-FE1C-47A5-B36B-266C5F63147C}"/>
              </a:ext>
            </a:extLst>
          </p:cNvPr>
          <p:cNvSpPr>
            <a:spLocks noGrp="1"/>
          </p:cNvSpPr>
          <p:nvPr/>
        </p:nvSpPr>
        <p:spPr>
          <a:xfrm>
            <a:off x="1641463" y="60978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A1_bar_GT_9443">
            <a:extLst>
              <a:ext uri="{FF2B5EF4-FFF2-40B4-BE49-F238E27FC236}">
                <a16:creationId xmlns:a16="http://schemas.microsoft.com/office/drawing/2014/main" id="{AFA83E6B-A678-4867-9316-6C3B40BB1B5F}"/>
              </a:ext>
            </a:extLst>
          </p:cNvPr>
          <p:cNvSpPr>
            <a:spLocks noGrp="1"/>
          </p:cNvSpPr>
          <p:nvPr/>
        </p:nvSpPr>
        <p:spPr>
          <a:xfrm>
            <a:off x="1643331" y="50575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A1_bar_GT_9444">
            <a:extLst>
              <a:ext uri="{FF2B5EF4-FFF2-40B4-BE49-F238E27FC236}">
                <a16:creationId xmlns:a16="http://schemas.microsoft.com/office/drawing/2014/main" id="{5A13F32C-547A-4E99-B5E8-46959CB490A7}"/>
              </a:ext>
            </a:extLst>
          </p:cNvPr>
          <p:cNvSpPr>
            <a:spLocks noGrp="1"/>
          </p:cNvSpPr>
          <p:nvPr/>
        </p:nvSpPr>
        <p:spPr>
          <a:xfrm>
            <a:off x="1411127" y="36827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A1_bar_GT_9445">
            <a:extLst>
              <a:ext uri="{FF2B5EF4-FFF2-40B4-BE49-F238E27FC236}">
                <a16:creationId xmlns:a16="http://schemas.microsoft.com/office/drawing/2014/main" id="{23A0ECFA-8EAE-4926-AD05-D9510A37BEFD}"/>
              </a:ext>
            </a:extLst>
          </p:cNvPr>
          <p:cNvSpPr>
            <a:spLocks noGrp="1"/>
          </p:cNvSpPr>
          <p:nvPr/>
        </p:nvSpPr>
        <p:spPr>
          <a:xfrm>
            <a:off x="1499717" y="31239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A1_bar_GT_9446">
            <a:extLst>
              <a:ext uri="{FF2B5EF4-FFF2-40B4-BE49-F238E27FC236}">
                <a16:creationId xmlns:a16="http://schemas.microsoft.com/office/drawing/2014/main" id="{DA724945-AA75-47F4-BD50-7B29AFD8796C}"/>
              </a:ext>
            </a:extLst>
          </p:cNvPr>
          <p:cNvSpPr>
            <a:spLocks noGrp="1"/>
          </p:cNvSpPr>
          <p:nvPr/>
        </p:nvSpPr>
        <p:spPr>
          <a:xfrm>
            <a:off x="1617803" y="32113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A1_bar_GT_9447">
            <a:extLst>
              <a:ext uri="{FF2B5EF4-FFF2-40B4-BE49-F238E27FC236}">
                <a16:creationId xmlns:a16="http://schemas.microsoft.com/office/drawing/2014/main" id="{D69C1F1C-1D70-45D0-B094-774C620BABAF}"/>
              </a:ext>
            </a:extLst>
          </p:cNvPr>
          <p:cNvSpPr>
            <a:spLocks noGrp="1"/>
          </p:cNvSpPr>
          <p:nvPr/>
        </p:nvSpPr>
        <p:spPr>
          <a:xfrm>
            <a:off x="1469832" y="41615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A1_bar_GT_9448">
            <a:extLst>
              <a:ext uri="{FF2B5EF4-FFF2-40B4-BE49-F238E27FC236}">
                <a16:creationId xmlns:a16="http://schemas.microsoft.com/office/drawing/2014/main" id="{1867B065-2E4D-4CBE-B6F6-0A6F32C73CC6}"/>
              </a:ext>
            </a:extLst>
          </p:cNvPr>
          <p:cNvSpPr>
            <a:spLocks noGrp="1"/>
          </p:cNvSpPr>
          <p:nvPr/>
        </p:nvSpPr>
        <p:spPr>
          <a:xfrm>
            <a:off x="1638976" y="3465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A1_bar_GT_9449">
            <a:extLst>
              <a:ext uri="{FF2B5EF4-FFF2-40B4-BE49-F238E27FC236}">
                <a16:creationId xmlns:a16="http://schemas.microsoft.com/office/drawing/2014/main" id="{82DC51FF-6A4E-4F91-B647-386F08E8ADEA}"/>
              </a:ext>
            </a:extLst>
          </p:cNvPr>
          <p:cNvSpPr>
            <a:spLocks noGrp="1"/>
          </p:cNvSpPr>
          <p:nvPr/>
        </p:nvSpPr>
        <p:spPr>
          <a:xfrm>
            <a:off x="1491762" y="316732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A1_bar_GT_9450">
            <a:extLst>
              <a:ext uri="{FF2B5EF4-FFF2-40B4-BE49-F238E27FC236}">
                <a16:creationId xmlns:a16="http://schemas.microsoft.com/office/drawing/2014/main" id="{D03734D0-631C-436F-99D1-5F222E7F6058}"/>
              </a:ext>
            </a:extLst>
          </p:cNvPr>
          <p:cNvSpPr>
            <a:spLocks noGrp="1"/>
          </p:cNvSpPr>
          <p:nvPr/>
        </p:nvSpPr>
        <p:spPr>
          <a:xfrm>
            <a:off x="1624806" y="329976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A1_bar_GT_9451">
            <a:extLst>
              <a:ext uri="{FF2B5EF4-FFF2-40B4-BE49-F238E27FC236}">
                <a16:creationId xmlns:a16="http://schemas.microsoft.com/office/drawing/2014/main" id="{286A655E-4F83-4516-87FB-6133B6919083}"/>
              </a:ext>
            </a:extLst>
          </p:cNvPr>
          <p:cNvSpPr>
            <a:spLocks noGrp="1"/>
          </p:cNvSpPr>
          <p:nvPr/>
        </p:nvSpPr>
        <p:spPr>
          <a:xfrm>
            <a:off x="1487949" y="38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A1_bar_GT_9452">
            <a:extLst>
              <a:ext uri="{FF2B5EF4-FFF2-40B4-BE49-F238E27FC236}">
                <a16:creationId xmlns:a16="http://schemas.microsoft.com/office/drawing/2014/main" id="{8158388D-3A53-45DA-AB85-3B8843D793C1}"/>
              </a:ext>
            </a:extLst>
          </p:cNvPr>
          <p:cNvSpPr>
            <a:spLocks noGrp="1"/>
          </p:cNvSpPr>
          <p:nvPr/>
        </p:nvSpPr>
        <p:spPr>
          <a:xfrm>
            <a:off x="1619760" y="31712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A1_bar_GT_9453">
            <a:extLst>
              <a:ext uri="{FF2B5EF4-FFF2-40B4-BE49-F238E27FC236}">
                <a16:creationId xmlns:a16="http://schemas.microsoft.com/office/drawing/2014/main" id="{8BE00F9C-EC22-4807-9A64-CBC22B9709CB}"/>
              </a:ext>
            </a:extLst>
          </p:cNvPr>
          <p:cNvSpPr>
            <a:spLocks noGrp="1"/>
          </p:cNvSpPr>
          <p:nvPr/>
        </p:nvSpPr>
        <p:spPr>
          <a:xfrm>
            <a:off x="1626976" y="4551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A1_bar_GT_9454">
            <a:extLst>
              <a:ext uri="{FF2B5EF4-FFF2-40B4-BE49-F238E27FC236}">
                <a16:creationId xmlns:a16="http://schemas.microsoft.com/office/drawing/2014/main" id="{AE53D63E-F0CD-43DE-978D-510893AA77C3}"/>
              </a:ext>
            </a:extLst>
          </p:cNvPr>
          <p:cNvSpPr>
            <a:spLocks noGrp="1"/>
          </p:cNvSpPr>
          <p:nvPr/>
        </p:nvSpPr>
        <p:spPr>
          <a:xfrm>
            <a:off x="1481603" y="3524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A1_bar_GT_9455">
            <a:extLst>
              <a:ext uri="{FF2B5EF4-FFF2-40B4-BE49-F238E27FC236}">
                <a16:creationId xmlns:a16="http://schemas.microsoft.com/office/drawing/2014/main" id="{4696DD66-9886-4D49-8D2B-FBD8177CA8B0}"/>
              </a:ext>
            </a:extLst>
          </p:cNvPr>
          <p:cNvSpPr>
            <a:spLocks noGrp="1"/>
          </p:cNvSpPr>
          <p:nvPr/>
        </p:nvSpPr>
        <p:spPr>
          <a:xfrm>
            <a:off x="1652161" y="43192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A1_bar_GT_9456">
            <a:extLst>
              <a:ext uri="{FF2B5EF4-FFF2-40B4-BE49-F238E27FC236}">
                <a16:creationId xmlns:a16="http://schemas.microsoft.com/office/drawing/2014/main" id="{BFC0C1C3-C9C2-4BC9-AA5E-720D73FDEAAE}"/>
              </a:ext>
            </a:extLst>
          </p:cNvPr>
          <p:cNvSpPr>
            <a:spLocks noGrp="1"/>
          </p:cNvSpPr>
          <p:nvPr/>
        </p:nvSpPr>
        <p:spPr>
          <a:xfrm>
            <a:off x="1428904" y="33838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A1_bar_GT_9457">
            <a:extLst>
              <a:ext uri="{FF2B5EF4-FFF2-40B4-BE49-F238E27FC236}">
                <a16:creationId xmlns:a16="http://schemas.microsoft.com/office/drawing/2014/main" id="{6DF8712B-66AA-4734-800B-384E8DDC520C}"/>
              </a:ext>
            </a:extLst>
          </p:cNvPr>
          <p:cNvSpPr>
            <a:spLocks noGrp="1"/>
          </p:cNvSpPr>
          <p:nvPr/>
        </p:nvSpPr>
        <p:spPr>
          <a:xfrm>
            <a:off x="1626903" y="3893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A1_bar_GT_9458">
            <a:extLst>
              <a:ext uri="{FF2B5EF4-FFF2-40B4-BE49-F238E27FC236}">
                <a16:creationId xmlns:a16="http://schemas.microsoft.com/office/drawing/2014/main" id="{2BCB92F9-189B-4913-9ECF-65894658C644}"/>
              </a:ext>
            </a:extLst>
          </p:cNvPr>
          <p:cNvSpPr>
            <a:spLocks noGrp="1"/>
          </p:cNvSpPr>
          <p:nvPr/>
        </p:nvSpPr>
        <p:spPr>
          <a:xfrm>
            <a:off x="1560156" y="43723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A1_bar_GT_9459">
            <a:extLst>
              <a:ext uri="{FF2B5EF4-FFF2-40B4-BE49-F238E27FC236}">
                <a16:creationId xmlns:a16="http://schemas.microsoft.com/office/drawing/2014/main" id="{AB61CAF0-4CAC-4B50-8D0A-223DA28D50A6}"/>
              </a:ext>
            </a:extLst>
          </p:cNvPr>
          <p:cNvSpPr>
            <a:spLocks noGrp="1"/>
          </p:cNvSpPr>
          <p:nvPr/>
        </p:nvSpPr>
        <p:spPr>
          <a:xfrm>
            <a:off x="1574317" y="4411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A1_bar_GT_9460">
            <a:extLst>
              <a:ext uri="{FF2B5EF4-FFF2-40B4-BE49-F238E27FC236}">
                <a16:creationId xmlns:a16="http://schemas.microsoft.com/office/drawing/2014/main" id="{847C52E3-4D75-494C-A6BC-ED8C0526EF37}"/>
              </a:ext>
            </a:extLst>
          </p:cNvPr>
          <p:cNvSpPr>
            <a:spLocks noGrp="1"/>
          </p:cNvSpPr>
          <p:nvPr/>
        </p:nvSpPr>
        <p:spPr>
          <a:xfrm>
            <a:off x="1553372" y="43752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A1_bar_GT_9461">
            <a:extLst>
              <a:ext uri="{FF2B5EF4-FFF2-40B4-BE49-F238E27FC236}">
                <a16:creationId xmlns:a16="http://schemas.microsoft.com/office/drawing/2014/main" id="{A7C96173-995B-4E74-BDDE-45E5C366AA54}"/>
              </a:ext>
            </a:extLst>
          </p:cNvPr>
          <p:cNvSpPr>
            <a:spLocks noGrp="1"/>
          </p:cNvSpPr>
          <p:nvPr/>
        </p:nvSpPr>
        <p:spPr>
          <a:xfrm>
            <a:off x="1486418" y="40828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A1_bar_GT_9462">
            <a:extLst>
              <a:ext uri="{FF2B5EF4-FFF2-40B4-BE49-F238E27FC236}">
                <a16:creationId xmlns:a16="http://schemas.microsoft.com/office/drawing/2014/main" id="{E9F0013A-AD0A-4610-A138-92949EB2306E}"/>
              </a:ext>
            </a:extLst>
          </p:cNvPr>
          <p:cNvSpPr>
            <a:spLocks noGrp="1"/>
          </p:cNvSpPr>
          <p:nvPr/>
        </p:nvSpPr>
        <p:spPr>
          <a:xfrm>
            <a:off x="1650287" y="43731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A1_bar_GT_9463">
            <a:extLst>
              <a:ext uri="{FF2B5EF4-FFF2-40B4-BE49-F238E27FC236}">
                <a16:creationId xmlns:a16="http://schemas.microsoft.com/office/drawing/2014/main" id="{7FF3F5EF-B4FD-4B6C-AEF3-9448CFDAA85C}"/>
              </a:ext>
            </a:extLst>
          </p:cNvPr>
          <p:cNvSpPr>
            <a:spLocks noGrp="1"/>
          </p:cNvSpPr>
          <p:nvPr/>
        </p:nvSpPr>
        <p:spPr>
          <a:xfrm>
            <a:off x="1575821" y="42319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A1_bar_GT_9464">
            <a:extLst>
              <a:ext uri="{FF2B5EF4-FFF2-40B4-BE49-F238E27FC236}">
                <a16:creationId xmlns:a16="http://schemas.microsoft.com/office/drawing/2014/main" id="{AF1C157E-0E57-42E7-98D5-221A367EC684}"/>
              </a:ext>
            </a:extLst>
          </p:cNvPr>
          <p:cNvSpPr>
            <a:spLocks noGrp="1"/>
          </p:cNvSpPr>
          <p:nvPr/>
        </p:nvSpPr>
        <p:spPr>
          <a:xfrm>
            <a:off x="1621352" y="31620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A1_bar_GT_9465">
            <a:extLst>
              <a:ext uri="{FF2B5EF4-FFF2-40B4-BE49-F238E27FC236}">
                <a16:creationId xmlns:a16="http://schemas.microsoft.com/office/drawing/2014/main" id="{E3845CB3-5F6C-44D7-A30A-6ABD26CF538D}"/>
              </a:ext>
            </a:extLst>
          </p:cNvPr>
          <p:cNvSpPr>
            <a:spLocks noGrp="1"/>
          </p:cNvSpPr>
          <p:nvPr/>
        </p:nvSpPr>
        <p:spPr>
          <a:xfrm>
            <a:off x="1657882" y="34560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A1_bar_GT_9466">
            <a:extLst>
              <a:ext uri="{FF2B5EF4-FFF2-40B4-BE49-F238E27FC236}">
                <a16:creationId xmlns:a16="http://schemas.microsoft.com/office/drawing/2014/main" id="{4B015C09-5FB6-471D-BC21-236E4D15B74C}"/>
              </a:ext>
            </a:extLst>
          </p:cNvPr>
          <p:cNvSpPr>
            <a:spLocks noGrp="1"/>
          </p:cNvSpPr>
          <p:nvPr/>
        </p:nvSpPr>
        <p:spPr>
          <a:xfrm>
            <a:off x="1427429" y="343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A1_bar_GT_9467">
            <a:extLst>
              <a:ext uri="{FF2B5EF4-FFF2-40B4-BE49-F238E27FC236}">
                <a16:creationId xmlns:a16="http://schemas.microsoft.com/office/drawing/2014/main" id="{C52F7FD9-C32A-4DB8-B40A-10564A548EFE}"/>
              </a:ext>
            </a:extLst>
          </p:cNvPr>
          <p:cNvSpPr>
            <a:spLocks noGrp="1"/>
          </p:cNvSpPr>
          <p:nvPr/>
        </p:nvSpPr>
        <p:spPr>
          <a:xfrm>
            <a:off x="1570264" y="451375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A1_bar_GT_9468">
            <a:extLst>
              <a:ext uri="{FF2B5EF4-FFF2-40B4-BE49-F238E27FC236}">
                <a16:creationId xmlns:a16="http://schemas.microsoft.com/office/drawing/2014/main" id="{AD589241-65F0-4569-B106-19167643AD1D}"/>
              </a:ext>
            </a:extLst>
          </p:cNvPr>
          <p:cNvSpPr>
            <a:spLocks noGrp="1"/>
          </p:cNvSpPr>
          <p:nvPr/>
        </p:nvSpPr>
        <p:spPr>
          <a:xfrm>
            <a:off x="1658361" y="31400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A1_bar_GT_9469">
            <a:extLst>
              <a:ext uri="{FF2B5EF4-FFF2-40B4-BE49-F238E27FC236}">
                <a16:creationId xmlns:a16="http://schemas.microsoft.com/office/drawing/2014/main" id="{A06E69DA-0860-4217-91D0-E75501406EE3}"/>
              </a:ext>
            </a:extLst>
          </p:cNvPr>
          <p:cNvSpPr>
            <a:spLocks noGrp="1"/>
          </p:cNvSpPr>
          <p:nvPr/>
        </p:nvSpPr>
        <p:spPr>
          <a:xfrm>
            <a:off x="1509750" y="29799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A1_bar_GT_9470">
            <a:extLst>
              <a:ext uri="{FF2B5EF4-FFF2-40B4-BE49-F238E27FC236}">
                <a16:creationId xmlns:a16="http://schemas.microsoft.com/office/drawing/2014/main" id="{7C806C42-572D-469E-9E2C-DCDAB4F74D3B}"/>
              </a:ext>
            </a:extLst>
          </p:cNvPr>
          <p:cNvSpPr>
            <a:spLocks noGrp="1"/>
          </p:cNvSpPr>
          <p:nvPr/>
        </p:nvSpPr>
        <p:spPr>
          <a:xfrm>
            <a:off x="1414612" y="31881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A1_bar_GT_9471">
            <a:extLst>
              <a:ext uri="{FF2B5EF4-FFF2-40B4-BE49-F238E27FC236}">
                <a16:creationId xmlns:a16="http://schemas.microsoft.com/office/drawing/2014/main" id="{022F98E6-81C0-4B63-B471-A079D5259BDE}"/>
              </a:ext>
            </a:extLst>
          </p:cNvPr>
          <p:cNvSpPr>
            <a:spLocks noGrp="1"/>
          </p:cNvSpPr>
          <p:nvPr/>
        </p:nvSpPr>
        <p:spPr>
          <a:xfrm>
            <a:off x="1484588" y="35996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A1_bar_GT_9472">
            <a:extLst>
              <a:ext uri="{FF2B5EF4-FFF2-40B4-BE49-F238E27FC236}">
                <a16:creationId xmlns:a16="http://schemas.microsoft.com/office/drawing/2014/main" id="{8ABE3220-3E26-45D6-914D-23CC5195FAC6}"/>
              </a:ext>
            </a:extLst>
          </p:cNvPr>
          <p:cNvSpPr>
            <a:spLocks noGrp="1"/>
          </p:cNvSpPr>
          <p:nvPr/>
        </p:nvSpPr>
        <p:spPr>
          <a:xfrm>
            <a:off x="1554845" y="48111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A1_bar_GT_9473">
            <a:extLst>
              <a:ext uri="{FF2B5EF4-FFF2-40B4-BE49-F238E27FC236}">
                <a16:creationId xmlns:a16="http://schemas.microsoft.com/office/drawing/2014/main" id="{20B8A568-22F0-4592-894B-BE79A3096D23}"/>
              </a:ext>
            </a:extLst>
          </p:cNvPr>
          <p:cNvSpPr>
            <a:spLocks noGrp="1"/>
          </p:cNvSpPr>
          <p:nvPr/>
        </p:nvSpPr>
        <p:spPr>
          <a:xfrm>
            <a:off x="1441657" y="56522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A1_bar_GT_9474">
            <a:extLst>
              <a:ext uri="{FF2B5EF4-FFF2-40B4-BE49-F238E27FC236}">
                <a16:creationId xmlns:a16="http://schemas.microsoft.com/office/drawing/2014/main" id="{5A66C5EE-4741-4238-82F4-6A6C78B9ACA0}"/>
              </a:ext>
            </a:extLst>
          </p:cNvPr>
          <p:cNvSpPr>
            <a:spLocks noGrp="1"/>
          </p:cNvSpPr>
          <p:nvPr/>
        </p:nvSpPr>
        <p:spPr>
          <a:xfrm>
            <a:off x="1468608" y="4785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A1_bar_GT_9475">
            <a:extLst>
              <a:ext uri="{FF2B5EF4-FFF2-40B4-BE49-F238E27FC236}">
                <a16:creationId xmlns:a16="http://schemas.microsoft.com/office/drawing/2014/main" id="{05BD4012-AC61-4B63-8F02-41F165C468B3}"/>
              </a:ext>
            </a:extLst>
          </p:cNvPr>
          <p:cNvSpPr>
            <a:spLocks noGrp="1"/>
          </p:cNvSpPr>
          <p:nvPr/>
        </p:nvSpPr>
        <p:spPr>
          <a:xfrm>
            <a:off x="1579580" y="39205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A1_bar_GT_9476">
            <a:extLst>
              <a:ext uri="{FF2B5EF4-FFF2-40B4-BE49-F238E27FC236}">
                <a16:creationId xmlns:a16="http://schemas.microsoft.com/office/drawing/2014/main" id="{32A98070-B94C-4F63-8884-327B968008D5}"/>
              </a:ext>
            </a:extLst>
          </p:cNvPr>
          <p:cNvSpPr>
            <a:spLocks noGrp="1"/>
          </p:cNvSpPr>
          <p:nvPr/>
        </p:nvSpPr>
        <p:spPr>
          <a:xfrm>
            <a:off x="1483213" y="51791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A1_bar_GT_9477">
            <a:extLst>
              <a:ext uri="{FF2B5EF4-FFF2-40B4-BE49-F238E27FC236}">
                <a16:creationId xmlns:a16="http://schemas.microsoft.com/office/drawing/2014/main" id="{760B8424-B95F-407F-9571-2E470B3D835B}"/>
              </a:ext>
            </a:extLst>
          </p:cNvPr>
          <p:cNvSpPr>
            <a:spLocks noGrp="1"/>
          </p:cNvSpPr>
          <p:nvPr/>
        </p:nvSpPr>
        <p:spPr>
          <a:xfrm>
            <a:off x="1564496" y="327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A1_bar_GT_9478">
            <a:extLst>
              <a:ext uri="{FF2B5EF4-FFF2-40B4-BE49-F238E27FC236}">
                <a16:creationId xmlns:a16="http://schemas.microsoft.com/office/drawing/2014/main" id="{543D0054-C8E8-42F4-8C83-A221FEF7185D}"/>
              </a:ext>
            </a:extLst>
          </p:cNvPr>
          <p:cNvSpPr>
            <a:spLocks noGrp="1"/>
          </p:cNvSpPr>
          <p:nvPr/>
        </p:nvSpPr>
        <p:spPr>
          <a:xfrm>
            <a:off x="1535471" y="4811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A1_bar_GT_9479">
            <a:extLst>
              <a:ext uri="{FF2B5EF4-FFF2-40B4-BE49-F238E27FC236}">
                <a16:creationId xmlns:a16="http://schemas.microsoft.com/office/drawing/2014/main" id="{B80A72E7-8CA6-465D-8474-AFDE814B5905}"/>
              </a:ext>
            </a:extLst>
          </p:cNvPr>
          <p:cNvSpPr>
            <a:spLocks noGrp="1"/>
          </p:cNvSpPr>
          <p:nvPr/>
        </p:nvSpPr>
        <p:spPr>
          <a:xfrm>
            <a:off x="1653244" y="408610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A1_bar_GT_9480">
            <a:extLst>
              <a:ext uri="{FF2B5EF4-FFF2-40B4-BE49-F238E27FC236}">
                <a16:creationId xmlns:a16="http://schemas.microsoft.com/office/drawing/2014/main" id="{42224AAC-A12E-4173-9B70-9C6A73CBF424}"/>
              </a:ext>
            </a:extLst>
          </p:cNvPr>
          <p:cNvSpPr>
            <a:spLocks noGrp="1"/>
          </p:cNvSpPr>
          <p:nvPr/>
        </p:nvSpPr>
        <p:spPr>
          <a:xfrm>
            <a:off x="1588286" y="30985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A1_bar_GT_9481">
            <a:extLst>
              <a:ext uri="{FF2B5EF4-FFF2-40B4-BE49-F238E27FC236}">
                <a16:creationId xmlns:a16="http://schemas.microsoft.com/office/drawing/2014/main" id="{38F258F5-B613-49D5-A156-CD74A2B2C551}"/>
              </a:ext>
            </a:extLst>
          </p:cNvPr>
          <p:cNvSpPr>
            <a:spLocks noGrp="1"/>
          </p:cNvSpPr>
          <p:nvPr/>
        </p:nvSpPr>
        <p:spPr>
          <a:xfrm>
            <a:off x="1504051" y="52000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A1_bar_GT_9482">
            <a:extLst>
              <a:ext uri="{FF2B5EF4-FFF2-40B4-BE49-F238E27FC236}">
                <a16:creationId xmlns:a16="http://schemas.microsoft.com/office/drawing/2014/main" id="{B160042B-E35F-4FB0-BDFD-F51A92A88C83}"/>
              </a:ext>
            </a:extLst>
          </p:cNvPr>
          <p:cNvSpPr>
            <a:spLocks noGrp="1"/>
          </p:cNvSpPr>
          <p:nvPr/>
        </p:nvSpPr>
        <p:spPr>
          <a:xfrm>
            <a:off x="1615620" y="3894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A1_bar_GT_9483">
            <a:extLst>
              <a:ext uri="{FF2B5EF4-FFF2-40B4-BE49-F238E27FC236}">
                <a16:creationId xmlns:a16="http://schemas.microsoft.com/office/drawing/2014/main" id="{C25E1EDF-075E-4353-83FC-FEC7DCD74F13}"/>
              </a:ext>
            </a:extLst>
          </p:cNvPr>
          <p:cNvSpPr>
            <a:spLocks noGrp="1"/>
          </p:cNvSpPr>
          <p:nvPr/>
        </p:nvSpPr>
        <p:spPr>
          <a:xfrm>
            <a:off x="1583858" y="52022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A1_bar_GT_9484">
            <a:extLst>
              <a:ext uri="{FF2B5EF4-FFF2-40B4-BE49-F238E27FC236}">
                <a16:creationId xmlns:a16="http://schemas.microsoft.com/office/drawing/2014/main" id="{E41B42DE-E797-498E-A27B-4E86D2CB4F19}"/>
              </a:ext>
            </a:extLst>
          </p:cNvPr>
          <p:cNvSpPr>
            <a:spLocks noGrp="1"/>
          </p:cNvSpPr>
          <p:nvPr/>
        </p:nvSpPr>
        <p:spPr>
          <a:xfrm>
            <a:off x="1438025" y="320340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A1_bar_GT_9485">
            <a:extLst>
              <a:ext uri="{FF2B5EF4-FFF2-40B4-BE49-F238E27FC236}">
                <a16:creationId xmlns:a16="http://schemas.microsoft.com/office/drawing/2014/main" id="{77BC26E3-82D0-45ED-A04E-57C0DEFABA37}"/>
              </a:ext>
            </a:extLst>
          </p:cNvPr>
          <p:cNvSpPr>
            <a:spLocks noGrp="1"/>
          </p:cNvSpPr>
          <p:nvPr/>
        </p:nvSpPr>
        <p:spPr>
          <a:xfrm>
            <a:off x="1515615" y="41988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A1_bar_GT_9486">
            <a:extLst>
              <a:ext uri="{FF2B5EF4-FFF2-40B4-BE49-F238E27FC236}">
                <a16:creationId xmlns:a16="http://schemas.microsoft.com/office/drawing/2014/main" id="{E5AE62F8-7BF5-405E-B167-EBBBC7B8A7AE}"/>
              </a:ext>
            </a:extLst>
          </p:cNvPr>
          <p:cNvSpPr>
            <a:spLocks noGrp="1"/>
          </p:cNvSpPr>
          <p:nvPr/>
        </p:nvSpPr>
        <p:spPr>
          <a:xfrm>
            <a:off x="1527680" y="35632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A1_bar_GT_9487">
            <a:extLst>
              <a:ext uri="{FF2B5EF4-FFF2-40B4-BE49-F238E27FC236}">
                <a16:creationId xmlns:a16="http://schemas.microsoft.com/office/drawing/2014/main" id="{28161F96-1F27-41A2-A795-097D5A03CA1C}"/>
              </a:ext>
            </a:extLst>
          </p:cNvPr>
          <p:cNvSpPr>
            <a:spLocks noGrp="1"/>
          </p:cNvSpPr>
          <p:nvPr/>
        </p:nvSpPr>
        <p:spPr>
          <a:xfrm>
            <a:off x="1446537" y="32987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A1_bar_GT_9488">
            <a:extLst>
              <a:ext uri="{FF2B5EF4-FFF2-40B4-BE49-F238E27FC236}">
                <a16:creationId xmlns:a16="http://schemas.microsoft.com/office/drawing/2014/main" id="{7807B904-F9D4-46FD-93E5-416AB87CCDB4}"/>
              </a:ext>
            </a:extLst>
          </p:cNvPr>
          <p:cNvSpPr>
            <a:spLocks noGrp="1"/>
          </p:cNvSpPr>
          <p:nvPr/>
        </p:nvSpPr>
        <p:spPr>
          <a:xfrm>
            <a:off x="1462499" y="38500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A1_bar_GT_9489">
            <a:extLst>
              <a:ext uri="{FF2B5EF4-FFF2-40B4-BE49-F238E27FC236}">
                <a16:creationId xmlns:a16="http://schemas.microsoft.com/office/drawing/2014/main" id="{68F03066-FC9C-44BC-AE8B-C738ED12992C}"/>
              </a:ext>
            </a:extLst>
          </p:cNvPr>
          <p:cNvSpPr>
            <a:spLocks noGrp="1"/>
          </p:cNvSpPr>
          <p:nvPr/>
        </p:nvSpPr>
        <p:spPr>
          <a:xfrm>
            <a:off x="1612512" y="36247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A1_bar_GT_9490">
            <a:extLst>
              <a:ext uri="{FF2B5EF4-FFF2-40B4-BE49-F238E27FC236}">
                <a16:creationId xmlns:a16="http://schemas.microsoft.com/office/drawing/2014/main" id="{00E41C2E-2697-4156-815B-8CE0D0447F47}"/>
              </a:ext>
            </a:extLst>
          </p:cNvPr>
          <p:cNvSpPr>
            <a:spLocks noGrp="1"/>
          </p:cNvSpPr>
          <p:nvPr/>
        </p:nvSpPr>
        <p:spPr>
          <a:xfrm>
            <a:off x="1588672" y="38762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A1_bar_GT_9491">
            <a:extLst>
              <a:ext uri="{FF2B5EF4-FFF2-40B4-BE49-F238E27FC236}">
                <a16:creationId xmlns:a16="http://schemas.microsoft.com/office/drawing/2014/main" id="{AA7D3463-A5CE-4897-A8DE-FFEE4E5FFD38}"/>
              </a:ext>
            </a:extLst>
          </p:cNvPr>
          <p:cNvSpPr>
            <a:spLocks noGrp="1"/>
          </p:cNvSpPr>
          <p:nvPr/>
        </p:nvSpPr>
        <p:spPr>
          <a:xfrm>
            <a:off x="1637881" y="327570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A1_bar_GT_9492">
            <a:extLst>
              <a:ext uri="{FF2B5EF4-FFF2-40B4-BE49-F238E27FC236}">
                <a16:creationId xmlns:a16="http://schemas.microsoft.com/office/drawing/2014/main" id="{3B9F2C82-9071-4B81-BC69-54C0CA21F036}"/>
              </a:ext>
            </a:extLst>
          </p:cNvPr>
          <p:cNvSpPr>
            <a:spLocks noGrp="1"/>
          </p:cNvSpPr>
          <p:nvPr/>
        </p:nvSpPr>
        <p:spPr>
          <a:xfrm>
            <a:off x="1511604" y="4559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A1_bar_GT_9493">
            <a:extLst>
              <a:ext uri="{FF2B5EF4-FFF2-40B4-BE49-F238E27FC236}">
                <a16:creationId xmlns:a16="http://schemas.microsoft.com/office/drawing/2014/main" id="{4CD8537D-A672-4BCB-920B-D016E81F1F65}"/>
              </a:ext>
            </a:extLst>
          </p:cNvPr>
          <p:cNvSpPr>
            <a:spLocks noGrp="1"/>
          </p:cNvSpPr>
          <p:nvPr/>
        </p:nvSpPr>
        <p:spPr>
          <a:xfrm>
            <a:off x="1432840" y="4738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A1_bar_GT_9494">
            <a:extLst>
              <a:ext uri="{FF2B5EF4-FFF2-40B4-BE49-F238E27FC236}">
                <a16:creationId xmlns:a16="http://schemas.microsoft.com/office/drawing/2014/main" id="{29279C35-A833-4CCC-BBA1-B8FDEBE8C6CC}"/>
              </a:ext>
            </a:extLst>
          </p:cNvPr>
          <p:cNvSpPr>
            <a:spLocks noGrp="1"/>
          </p:cNvSpPr>
          <p:nvPr/>
        </p:nvSpPr>
        <p:spPr>
          <a:xfrm>
            <a:off x="1568328" y="29522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A1_bar_GT_9495">
            <a:extLst>
              <a:ext uri="{FF2B5EF4-FFF2-40B4-BE49-F238E27FC236}">
                <a16:creationId xmlns:a16="http://schemas.microsoft.com/office/drawing/2014/main" id="{84D1D965-7555-41ED-AA12-6FDF27E79FE3}"/>
              </a:ext>
            </a:extLst>
          </p:cNvPr>
          <p:cNvSpPr>
            <a:spLocks noGrp="1"/>
          </p:cNvSpPr>
          <p:nvPr/>
        </p:nvSpPr>
        <p:spPr>
          <a:xfrm>
            <a:off x="1643101" y="6063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A1_bar_GT_9496">
            <a:extLst>
              <a:ext uri="{FF2B5EF4-FFF2-40B4-BE49-F238E27FC236}">
                <a16:creationId xmlns:a16="http://schemas.microsoft.com/office/drawing/2014/main" id="{52F3E6F6-3CB9-4BFB-B7D5-456B76BCE112}"/>
              </a:ext>
            </a:extLst>
          </p:cNvPr>
          <p:cNvSpPr>
            <a:spLocks noGrp="1"/>
          </p:cNvSpPr>
          <p:nvPr/>
        </p:nvSpPr>
        <p:spPr>
          <a:xfrm>
            <a:off x="1557325" y="33112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A1_bar_GT_9497">
            <a:extLst>
              <a:ext uri="{FF2B5EF4-FFF2-40B4-BE49-F238E27FC236}">
                <a16:creationId xmlns:a16="http://schemas.microsoft.com/office/drawing/2014/main" id="{E6178A96-2534-4641-AECF-CD56CA9AC5E4}"/>
              </a:ext>
            </a:extLst>
          </p:cNvPr>
          <p:cNvSpPr>
            <a:spLocks noGrp="1"/>
          </p:cNvSpPr>
          <p:nvPr/>
        </p:nvSpPr>
        <p:spPr>
          <a:xfrm>
            <a:off x="1620613" y="49674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A1_bar_GT_9498">
            <a:extLst>
              <a:ext uri="{FF2B5EF4-FFF2-40B4-BE49-F238E27FC236}">
                <a16:creationId xmlns:a16="http://schemas.microsoft.com/office/drawing/2014/main" id="{65E6083D-023F-46B4-BB93-65B4ECCB9EC8}"/>
              </a:ext>
            </a:extLst>
          </p:cNvPr>
          <p:cNvSpPr>
            <a:spLocks noGrp="1"/>
          </p:cNvSpPr>
          <p:nvPr/>
        </p:nvSpPr>
        <p:spPr>
          <a:xfrm>
            <a:off x="1437588" y="46996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A1_bar_GT_9499">
            <a:extLst>
              <a:ext uri="{FF2B5EF4-FFF2-40B4-BE49-F238E27FC236}">
                <a16:creationId xmlns:a16="http://schemas.microsoft.com/office/drawing/2014/main" id="{9EC9D931-6233-4CFB-A26C-1D64D74BF20F}"/>
              </a:ext>
            </a:extLst>
          </p:cNvPr>
          <p:cNvSpPr>
            <a:spLocks noGrp="1"/>
          </p:cNvSpPr>
          <p:nvPr/>
        </p:nvSpPr>
        <p:spPr>
          <a:xfrm>
            <a:off x="1515173" y="30558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A1_bar_GT_9500">
            <a:extLst>
              <a:ext uri="{FF2B5EF4-FFF2-40B4-BE49-F238E27FC236}">
                <a16:creationId xmlns:a16="http://schemas.microsoft.com/office/drawing/2014/main" id="{D6EBB546-BE1F-4EAC-B583-0B00A1527343}"/>
              </a:ext>
            </a:extLst>
          </p:cNvPr>
          <p:cNvSpPr>
            <a:spLocks noGrp="1"/>
          </p:cNvSpPr>
          <p:nvPr/>
        </p:nvSpPr>
        <p:spPr>
          <a:xfrm>
            <a:off x="1595144" y="34599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A1_bar_GT_9501">
            <a:extLst>
              <a:ext uri="{FF2B5EF4-FFF2-40B4-BE49-F238E27FC236}">
                <a16:creationId xmlns:a16="http://schemas.microsoft.com/office/drawing/2014/main" id="{6ACCB4C5-727B-4999-8516-AE3CE47E5503}"/>
              </a:ext>
            </a:extLst>
          </p:cNvPr>
          <p:cNvSpPr>
            <a:spLocks noGrp="1"/>
          </p:cNvSpPr>
          <p:nvPr/>
        </p:nvSpPr>
        <p:spPr>
          <a:xfrm>
            <a:off x="1630171" y="30896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A1_bar_GT_9502">
            <a:extLst>
              <a:ext uri="{FF2B5EF4-FFF2-40B4-BE49-F238E27FC236}">
                <a16:creationId xmlns:a16="http://schemas.microsoft.com/office/drawing/2014/main" id="{EFF0EAD2-97FB-41BC-BF0D-11E8E0C2D8D6}"/>
              </a:ext>
            </a:extLst>
          </p:cNvPr>
          <p:cNvSpPr>
            <a:spLocks noGrp="1"/>
          </p:cNvSpPr>
          <p:nvPr/>
        </p:nvSpPr>
        <p:spPr>
          <a:xfrm>
            <a:off x="1573291" y="4958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A1_bar_GT_9503">
            <a:extLst>
              <a:ext uri="{FF2B5EF4-FFF2-40B4-BE49-F238E27FC236}">
                <a16:creationId xmlns:a16="http://schemas.microsoft.com/office/drawing/2014/main" id="{B167E356-942E-4295-9E9D-645EC8546C95}"/>
              </a:ext>
            </a:extLst>
          </p:cNvPr>
          <p:cNvSpPr>
            <a:spLocks noGrp="1"/>
          </p:cNvSpPr>
          <p:nvPr/>
        </p:nvSpPr>
        <p:spPr>
          <a:xfrm>
            <a:off x="1496105" y="47375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A1_bar_GT_9504">
            <a:extLst>
              <a:ext uri="{FF2B5EF4-FFF2-40B4-BE49-F238E27FC236}">
                <a16:creationId xmlns:a16="http://schemas.microsoft.com/office/drawing/2014/main" id="{682FAA45-B113-451F-B5B1-C5FE7463AF3D}"/>
              </a:ext>
            </a:extLst>
          </p:cNvPr>
          <p:cNvSpPr>
            <a:spLocks noGrp="1"/>
          </p:cNvSpPr>
          <p:nvPr/>
        </p:nvSpPr>
        <p:spPr>
          <a:xfrm>
            <a:off x="1460546" y="4171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A1_bar_GT_9505">
            <a:extLst>
              <a:ext uri="{FF2B5EF4-FFF2-40B4-BE49-F238E27FC236}">
                <a16:creationId xmlns:a16="http://schemas.microsoft.com/office/drawing/2014/main" id="{0B5289C4-6819-4C81-9AD0-275B9B4AFD18}"/>
              </a:ext>
            </a:extLst>
          </p:cNvPr>
          <p:cNvSpPr>
            <a:spLocks noGrp="1"/>
          </p:cNvSpPr>
          <p:nvPr/>
        </p:nvSpPr>
        <p:spPr>
          <a:xfrm>
            <a:off x="1465461" y="47237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A1_bar_GT_9506">
            <a:extLst>
              <a:ext uri="{FF2B5EF4-FFF2-40B4-BE49-F238E27FC236}">
                <a16:creationId xmlns:a16="http://schemas.microsoft.com/office/drawing/2014/main" id="{A92D5829-A640-45BB-A5AF-E720D10CAECA}"/>
              </a:ext>
            </a:extLst>
          </p:cNvPr>
          <p:cNvSpPr>
            <a:spLocks noGrp="1"/>
          </p:cNvSpPr>
          <p:nvPr/>
        </p:nvSpPr>
        <p:spPr>
          <a:xfrm>
            <a:off x="1646823" y="38647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A1_bar_GT_9507">
            <a:extLst>
              <a:ext uri="{FF2B5EF4-FFF2-40B4-BE49-F238E27FC236}">
                <a16:creationId xmlns:a16="http://schemas.microsoft.com/office/drawing/2014/main" id="{AA8411E4-DEA0-4C93-9578-BF39C4D79014}"/>
              </a:ext>
            </a:extLst>
          </p:cNvPr>
          <p:cNvSpPr>
            <a:spLocks noGrp="1"/>
          </p:cNvSpPr>
          <p:nvPr/>
        </p:nvSpPr>
        <p:spPr>
          <a:xfrm>
            <a:off x="1446142" y="3288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A1_bar_GT_9508">
            <a:extLst>
              <a:ext uri="{FF2B5EF4-FFF2-40B4-BE49-F238E27FC236}">
                <a16:creationId xmlns:a16="http://schemas.microsoft.com/office/drawing/2014/main" id="{48021933-63EE-4656-9C98-DDFFE81DFCD9}"/>
              </a:ext>
            </a:extLst>
          </p:cNvPr>
          <p:cNvSpPr>
            <a:spLocks noGrp="1"/>
          </p:cNvSpPr>
          <p:nvPr/>
        </p:nvSpPr>
        <p:spPr>
          <a:xfrm>
            <a:off x="1634317" y="32810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A1_bar_GT_9509">
            <a:extLst>
              <a:ext uri="{FF2B5EF4-FFF2-40B4-BE49-F238E27FC236}">
                <a16:creationId xmlns:a16="http://schemas.microsoft.com/office/drawing/2014/main" id="{B13B94C0-FE52-48CB-9A65-A43404799E96}"/>
              </a:ext>
            </a:extLst>
          </p:cNvPr>
          <p:cNvSpPr>
            <a:spLocks noGrp="1"/>
          </p:cNvSpPr>
          <p:nvPr/>
        </p:nvSpPr>
        <p:spPr>
          <a:xfrm>
            <a:off x="1641278" y="565076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A1_bar_GT_9510">
            <a:extLst>
              <a:ext uri="{FF2B5EF4-FFF2-40B4-BE49-F238E27FC236}">
                <a16:creationId xmlns:a16="http://schemas.microsoft.com/office/drawing/2014/main" id="{6903C9C1-871C-4560-91B7-AC9F606FDA40}"/>
              </a:ext>
            </a:extLst>
          </p:cNvPr>
          <p:cNvSpPr>
            <a:spLocks noGrp="1"/>
          </p:cNvSpPr>
          <p:nvPr/>
        </p:nvSpPr>
        <p:spPr>
          <a:xfrm>
            <a:off x="1444059" y="4070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A1_bar_GT_9511">
            <a:extLst>
              <a:ext uri="{FF2B5EF4-FFF2-40B4-BE49-F238E27FC236}">
                <a16:creationId xmlns:a16="http://schemas.microsoft.com/office/drawing/2014/main" id="{19BC5412-AB44-47A0-94BC-AE0248B55EBF}"/>
              </a:ext>
            </a:extLst>
          </p:cNvPr>
          <p:cNvSpPr>
            <a:spLocks noGrp="1"/>
          </p:cNvSpPr>
          <p:nvPr/>
        </p:nvSpPr>
        <p:spPr>
          <a:xfrm>
            <a:off x="1545872" y="54258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A1_bar_GT_9512">
            <a:extLst>
              <a:ext uri="{FF2B5EF4-FFF2-40B4-BE49-F238E27FC236}">
                <a16:creationId xmlns:a16="http://schemas.microsoft.com/office/drawing/2014/main" id="{ACE5D3B9-B5C8-40D2-A6DD-BFB522CBE618}"/>
              </a:ext>
            </a:extLst>
          </p:cNvPr>
          <p:cNvSpPr>
            <a:spLocks noGrp="1"/>
          </p:cNvSpPr>
          <p:nvPr/>
        </p:nvSpPr>
        <p:spPr>
          <a:xfrm>
            <a:off x="1467083" y="41185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A1_bar_GT_9513">
            <a:extLst>
              <a:ext uri="{FF2B5EF4-FFF2-40B4-BE49-F238E27FC236}">
                <a16:creationId xmlns:a16="http://schemas.microsoft.com/office/drawing/2014/main" id="{7036E4A1-FBFE-4FFE-82D5-28E766ECE690}"/>
              </a:ext>
            </a:extLst>
          </p:cNvPr>
          <p:cNvSpPr>
            <a:spLocks noGrp="1"/>
          </p:cNvSpPr>
          <p:nvPr/>
        </p:nvSpPr>
        <p:spPr>
          <a:xfrm>
            <a:off x="1500902" y="31860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A1_bar_GT_9514">
            <a:extLst>
              <a:ext uri="{FF2B5EF4-FFF2-40B4-BE49-F238E27FC236}">
                <a16:creationId xmlns:a16="http://schemas.microsoft.com/office/drawing/2014/main" id="{8FC1C18B-6A87-4C89-9294-059F381D9EC3}"/>
              </a:ext>
            </a:extLst>
          </p:cNvPr>
          <p:cNvSpPr>
            <a:spLocks noGrp="1"/>
          </p:cNvSpPr>
          <p:nvPr/>
        </p:nvSpPr>
        <p:spPr>
          <a:xfrm>
            <a:off x="1433165" y="36131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A1_bar_GT_9515">
            <a:extLst>
              <a:ext uri="{FF2B5EF4-FFF2-40B4-BE49-F238E27FC236}">
                <a16:creationId xmlns:a16="http://schemas.microsoft.com/office/drawing/2014/main" id="{719591C6-7DA2-4135-98C8-BA352EDC3881}"/>
              </a:ext>
            </a:extLst>
          </p:cNvPr>
          <p:cNvSpPr>
            <a:spLocks noGrp="1"/>
          </p:cNvSpPr>
          <p:nvPr/>
        </p:nvSpPr>
        <p:spPr>
          <a:xfrm>
            <a:off x="1479126" y="4635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A1_bar_GT_9516">
            <a:extLst>
              <a:ext uri="{FF2B5EF4-FFF2-40B4-BE49-F238E27FC236}">
                <a16:creationId xmlns:a16="http://schemas.microsoft.com/office/drawing/2014/main" id="{C4D016A1-2096-402C-B5CB-403E9E1706B6}"/>
              </a:ext>
            </a:extLst>
          </p:cNvPr>
          <p:cNvSpPr>
            <a:spLocks noGrp="1"/>
          </p:cNvSpPr>
          <p:nvPr/>
        </p:nvSpPr>
        <p:spPr>
          <a:xfrm>
            <a:off x="1635369" y="47473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A1_bar_GT_9517">
            <a:extLst>
              <a:ext uri="{FF2B5EF4-FFF2-40B4-BE49-F238E27FC236}">
                <a16:creationId xmlns:a16="http://schemas.microsoft.com/office/drawing/2014/main" id="{BFB1E6B4-BB7C-450F-92B4-8EA056898FB0}"/>
              </a:ext>
            </a:extLst>
          </p:cNvPr>
          <p:cNvSpPr>
            <a:spLocks noGrp="1"/>
          </p:cNvSpPr>
          <p:nvPr/>
        </p:nvSpPr>
        <p:spPr>
          <a:xfrm>
            <a:off x="1630284" y="4211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A1_bar_GT_9518">
            <a:extLst>
              <a:ext uri="{FF2B5EF4-FFF2-40B4-BE49-F238E27FC236}">
                <a16:creationId xmlns:a16="http://schemas.microsoft.com/office/drawing/2014/main" id="{10E09C86-5D69-4195-B478-116D6B88C5AA}"/>
              </a:ext>
            </a:extLst>
          </p:cNvPr>
          <p:cNvSpPr>
            <a:spLocks noGrp="1"/>
          </p:cNvSpPr>
          <p:nvPr/>
        </p:nvSpPr>
        <p:spPr>
          <a:xfrm>
            <a:off x="1488747" y="503442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A1_bar_GT_9519">
            <a:extLst>
              <a:ext uri="{FF2B5EF4-FFF2-40B4-BE49-F238E27FC236}">
                <a16:creationId xmlns:a16="http://schemas.microsoft.com/office/drawing/2014/main" id="{BC176747-3CAE-4FE3-B31D-A40D26DB0A7C}"/>
              </a:ext>
            </a:extLst>
          </p:cNvPr>
          <p:cNvSpPr>
            <a:spLocks noGrp="1"/>
          </p:cNvSpPr>
          <p:nvPr/>
        </p:nvSpPr>
        <p:spPr>
          <a:xfrm>
            <a:off x="1640607" y="3753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A1_bar_GT_9520">
            <a:extLst>
              <a:ext uri="{FF2B5EF4-FFF2-40B4-BE49-F238E27FC236}">
                <a16:creationId xmlns:a16="http://schemas.microsoft.com/office/drawing/2014/main" id="{B27FE75F-C608-428A-BC50-6252D978859F}"/>
              </a:ext>
            </a:extLst>
          </p:cNvPr>
          <p:cNvSpPr>
            <a:spLocks noGrp="1"/>
          </p:cNvSpPr>
          <p:nvPr/>
        </p:nvSpPr>
        <p:spPr>
          <a:xfrm>
            <a:off x="1656237" y="39974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A1_bar_GT_9521">
            <a:extLst>
              <a:ext uri="{FF2B5EF4-FFF2-40B4-BE49-F238E27FC236}">
                <a16:creationId xmlns:a16="http://schemas.microsoft.com/office/drawing/2014/main" id="{1BDA121F-95C4-46F7-B9BB-687F24641097}"/>
              </a:ext>
            </a:extLst>
          </p:cNvPr>
          <p:cNvSpPr>
            <a:spLocks noGrp="1"/>
          </p:cNvSpPr>
          <p:nvPr/>
        </p:nvSpPr>
        <p:spPr>
          <a:xfrm>
            <a:off x="1428252" y="425448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A1_bar_GT_9522">
            <a:extLst>
              <a:ext uri="{FF2B5EF4-FFF2-40B4-BE49-F238E27FC236}">
                <a16:creationId xmlns:a16="http://schemas.microsoft.com/office/drawing/2014/main" id="{80066C97-BC67-42B9-A047-A91621E5893A}"/>
              </a:ext>
            </a:extLst>
          </p:cNvPr>
          <p:cNvSpPr>
            <a:spLocks noGrp="1"/>
          </p:cNvSpPr>
          <p:nvPr/>
        </p:nvSpPr>
        <p:spPr>
          <a:xfrm>
            <a:off x="1440736" y="50367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A1_bar_GT_9523">
            <a:extLst>
              <a:ext uri="{FF2B5EF4-FFF2-40B4-BE49-F238E27FC236}">
                <a16:creationId xmlns:a16="http://schemas.microsoft.com/office/drawing/2014/main" id="{E613348F-F84A-447A-9FC8-E69E6AAA0135}"/>
              </a:ext>
            </a:extLst>
          </p:cNvPr>
          <p:cNvSpPr>
            <a:spLocks noGrp="1"/>
          </p:cNvSpPr>
          <p:nvPr/>
        </p:nvSpPr>
        <p:spPr>
          <a:xfrm>
            <a:off x="1525980" y="57018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A1_bar_GT_9524">
            <a:extLst>
              <a:ext uri="{FF2B5EF4-FFF2-40B4-BE49-F238E27FC236}">
                <a16:creationId xmlns:a16="http://schemas.microsoft.com/office/drawing/2014/main" id="{E3B9B2EB-0BB4-4DC6-9B5C-B9CC7AE9C7FA}"/>
              </a:ext>
            </a:extLst>
          </p:cNvPr>
          <p:cNvSpPr>
            <a:spLocks noGrp="1"/>
          </p:cNvSpPr>
          <p:nvPr/>
        </p:nvSpPr>
        <p:spPr>
          <a:xfrm>
            <a:off x="1512972" y="35887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A1_bar_GT_9525">
            <a:extLst>
              <a:ext uri="{FF2B5EF4-FFF2-40B4-BE49-F238E27FC236}">
                <a16:creationId xmlns:a16="http://schemas.microsoft.com/office/drawing/2014/main" id="{633D1B95-F4EF-47A5-9E29-559EC914780A}"/>
              </a:ext>
            </a:extLst>
          </p:cNvPr>
          <p:cNvSpPr>
            <a:spLocks noGrp="1"/>
          </p:cNvSpPr>
          <p:nvPr/>
        </p:nvSpPr>
        <p:spPr>
          <a:xfrm>
            <a:off x="1570194" y="60978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A1_bar_GT_9526">
            <a:extLst>
              <a:ext uri="{FF2B5EF4-FFF2-40B4-BE49-F238E27FC236}">
                <a16:creationId xmlns:a16="http://schemas.microsoft.com/office/drawing/2014/main" id="{E8FA8E11-BE91-4627-AA89-A60657F5BB90}"/>
              </a:ext>
            </a:extLst>
          </p:cNvPr>
          <p:cNvSpPr>
            <a:spLocks noGrp="1"/>
          </p:cNvSpPr>
          <p:nvPr/>
        </p:nvSpPr>
        <p:spPr>
          <a:xfrm>
            <a:off x="1425604" y="35132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A1_bar_GT_9527">
            <a:extLst>
              <a:ext uri="{FF2B5EF4-FFF2-40B4-BE49-F238E27FC236}">
                <a16:creationId xmlns:a16="http://schemas.microsoft.com/office/drawing/2014/main" id="{B9B7604C-33BD-4D49-ACDF-AC0AE7A98CA1}"/>
              </a:ext>
            </a:extLst>
          </p:cNvPr>
          <p:cNvSpPr>
            <a:spLocks noGrp="1"/>
          </p:cNvSpPr>
          <p:nvPr/>
        </p:nvSpPr>
        <p:spPr>
          <a:xfrm>
            <a:off x="1634979" y="52754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A1_bar_GT_9528">
            <a:extLst>
              <a:ext uri="{FF2B5EF4-FFF2-40B4-BE49-F238E27FC236}">
                <a16:creationId xmlns:a16="http://schemas.microsoft.com/office/drawing/2014/main" id="{FC044984-DB84-49B8-AD43-0A864BBA23DF}"/>
              </a:ext>
            </a:extLst>
          </p:cNvPr>
          <p:cNvSpPr>
            <a:spLocks noGrp="1"/>
          </p:cNvSpPr>
          <p:nvPr/>
        </p:nvSpPr>
        <p:spPr>
          <a:xfrm>
            <a:off x="1622860" y="42991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A1_bar_GT_9529">
            <a:extLst>
              <a:ext uri="{FF2B5EF4-FFF2-40B4-BE49-F238E27FC236}">
                <a16:creationId xmlns:a16="http://schemas.microsoft.com/office/drawing/2014/main" id="{98D6DC18-3895-4C88-89F6-A50F8AD59E91}"/>
              </a:ext>
            </a:extLst>
          </p:cNvPr>
          <p:cNvSpPr>
            <a:spLocks noGrp="1"/>
          </p:cNvSpPr>
          <p:nvPr/>
        </p:nvSpPr>
        <p:spPr>
          <a:xfrm>
            <a:off x="1525256" y="39345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A1_bar_GT_9530">
            <a:extLst>
              <a:ext uri="{FF2B5EF4-FFF2-40B4-BE49-F238E27FC236}">
                <a16:creationId xmlns:a16="http://schemas.microsoft.com/office/drawing/2014/main" id="{76CA81E0-5993-4D71-8827-009B6C597E4F}"/>
              </a:ext>
            </a:extLst>
          </p:cNvPr>
          <p:cNvSpPr>
            <a:spLocks noGrp="1"/>
          </p:cNvSpPr>
          <p:nvPr/>
        </p:nvSpPr>
        <p:spPr>
          <a:xfrm>
            <a:off x="1643106" y="43937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A1_bar_GT_9531">
            <a:extLst>
              <a:ext uri="{FF2B5EF4-FFF2-40B4-BE49-F238E27FC236}">
                <a16:creationId xmlns:a16="http://schemas.microsoft.com/office/drawing/2014/main" id="{6EC56036-BE15-41F8-A6B5-7DDACF778113}"/>
              </a:ext>
            </a:extLst>
          </p:cNvPr>
          <p:cNvSpPr>
            <a:spLocks noGrp="1"/>
          </p:cNvSpPr>
          <p:nvPr/>
        </p:nvSpPr>
        <p:spPr>
          <a:xfrm>
            <a:off x="1510865" y="37340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A1_bar_GT_9532">
            <a:extLst>
              <a:ext uri="{FF2B5EF4-FFF2-40B4-BE49-F238E27FC236}">
                <a16:creationId xmlns:a16="http://schemas.microsoft.com/office/drawing/2014/main" id="{E9B43FAA-D57E-470E-8436-3A05B7C8AEA4}"/>
              </a:ext>
            </a:extLst>
          </p:cNvPr>
          <p:cNvSpPr>
            <a:spLocks noGrp="1"/>
          </p:cNvSpPr>
          <p:nvPr/>
        </p:nvSpPr>
        <p:spPr>
          <a:xfrm>
            <a:off x="1644072" y="31262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A1_bar_GT_9533">
            <a:extLst>
              <a:ext uri="{FF2B5EF4-FFF2-40B4-BE49-F238E27FC236}">
                <a16:creationId xmlns:a16="http://schemas.microsoft.com/office/drawing/2014/main" id="{553C38FC-AC7B-47A5-AFEC-E5FD4122D9AD}"/>
              </a:ext>
            </a:extLst>
          </p:cNvPr>
          <p:cNvSpPr>
            <a:spLocks noGrp="1"/>
          </p:cNvSpPr>
          <p:nvPr/>
        </p:nvSpPr>
        <p:spPr>
          <a:xfrm>
            <a:off x="1439253" y="33047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A1_bar_GT_9534">
            <a:extLst>
              <a:ext uri="{FF2B5EF4-FFF2-40B4-BE49-F238E27FC236}">
                <a16:creationId xmlns:a16="http://schemas.microsoft.com/office/drawing/2014/main" id="{99A8DB30-2ACA-40BA-B08F-6202B84E43B5}"/>
              </a:ext>
            </a:extLst>
          </p:cNvPr>
          <p:cNvSpPr>
            <a:spLocks noGrp="1"/>
          </p:cNvSpPr>
          <p:nvPr/>
        </p:nvSpPr>
        <p:spPr>
          <a:xfrm>
            <a:off x="1541621" y="6097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A1_bar_GT_9535">
            <a:extLst>
              <a:ext uri="{FF2B5EF4-FFF2-40B4-BE49-F238E27FC236}">
                <a16:creationId xmlns:a16="http://schemas.microsoft.com/office/drawing/2014/main" id="{1BD4AC19-DA0F-4FD0-89E1-710D919A30DC}"/>
              </a:ext>
            </a:extLst>
          </p:cNvPr>
          <p:cNvSpPr>
            <a:spLocks noGrp="1"/>
          </p:cNvSpPr>
          <p:nvPr/>
        </p:nvSpPr>
        <p:spPr>
          <a:xfrm>
            <a:off x="1541657" y="364093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A1_bar_GT_9536">
            <a:extLst>
              <a:ext uri="{FF2B5EF4-FFF2-40B4-BE49-F238E27FC236}">
                <a16:creationId xmlns:a16="http://schemas.microsoft.com/office/drawing/2014/main" id="{0C6F8381-19E0-4DCC-808B-72DCDF1D00D5}"/>
              </a:ext>
            </a:extLst>
          </p:cNvPr>
          <p:cNvSpPr>
            <a:spLocks noGrp="1"/>
          </p:cNvSpPr>
          <p:nvPr/>
        </p:nvSpPr>
        <p:spPr>
          <a:xfrm>
            <a:off x="1542281" y="34592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A1_bar_GT_9537">
            <a:extLst>
              <a:ext uri="{FF2B5EF4-FFF2-40B4-BE49-F238E27FC236}">
                <a16:creationId xmlns:a16="http://schemas.microsoft.com/office/drawing/2014/main" id="{80E3B86A-09CC-4241-8951-DA6BC1288432}"/>
              </a:ext>
            </a:extLst>
          </p:cNvPr>
          <p:cNvSpPr>
            <a:spLocks noGrp="1"/>
          </p:cNvSpPr>
          <p:nvPr/>
        </p:nvSpPr>
        <p:spPr>
          <a:xfrm>
            <a:off x="1438354" y="39981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A1_bar_GT_9538">
            <a:extLst>
              <a:ext uri="{FF2B5EF4-FFF2-40B4-BE49-F238E27FC236}">
                <a16:creationId xmlns:a16="http://schemas.microsoft.com/office/drawing/2014/main" id="{631013E1-F435-4B15-8EAA-0B8F02D9247A}"/>
              </a:ext>
            </a:extLst>
          </p:cNvPr>
          <p:cNvSpPr>
            <a:spLocks noGrp="1"/>
          </p:cNvSpPr>
          <p:nvPr/>
        </p:nvSpPr>
        <p:spPr>
          <a:xfrm>
            <a:off x="1567508" y="40695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A1_bar_GT_9539">
            <a:extLst>
              <a:ext uri="{FF2B5EF4-FFF2-40B4-BE49-F238E27FC236}">
                <a16:creationId xmlns:a16="http://schemas.microsoft.com/office/drawing/2014/main" id="{9EB54EB3-1D63-4645-9BFC-E0133F50490C}"/>
              </a:ext>
            </a:extLst>
          </p:cNvPr>
          <p:cNvSpPr>
            <a:spLocks noGrp="1"/>
          </p:cNvSpPr>
          <p:nvPr/>
        </p:nvSpPr>
        <p:spPr>
          <a:xfrm>
            <a:off x="1440185" y="36205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A1_bar_GT_9540">
            <a:extLst>
              <a:ext uri="{FF2B5EF4-FFF2-40B4-BE49-F238E27FC236}">
                <a16:creationId xmlns:a16="http://schemas.microsoft.com/office/drawing/2014/main" id="{0E97A115-AE53-4EB8-97A8-6D98D6D98117}"/>
              </a:ext>
            </a:extLst>
          </p:cNvPr>
          <p:cNvSpPr>
            <a:spLocks noGrp="1"/>
          </p:cNvSpPr>
          <p:nvPr/>
        </p:nvSpPr>
        <p:spPr>
          <a:xfrm>
            <a:off x="1618713" y="34812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A1_bar_GT_9541">
            <a:extLst>
              <a:ext uri="{FF2B5EF4-FFF2-40B4-BE49-F238E27FC236}">
                <a16:creationId xmlns:a16="http://schemas.microsoft.com/office/drawing/2014/main" id="{B6CFEE5D-647B-48D3-B932-A3DBDA1132CA}"/>
              </a:ext>
            </a:extLst>
          </p:cNvPr>
          <p:cNvSpPr>
            <a:spLocks noGrp="1"/>
          </p:cNvSpPr>
          <p:nvPr/>
        </p:nvSpPr>
        <p:spPr>
          <a:xfrm>
            <a:off x="1527338" y="46761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A1_bar_GT_9542">
            <a:extLst>
              <a:ext uri="{FF2B5EF4-FFF2-40B4-BE49-F238E27FC236}">
                <a16:creationId xmlns:a16="http://schemas.microsoft.com/office/drawing/2014/main" id="{9DBDD11A-AF17-4A7F-8AB4-00C3DAFDBB61}"/>
              </a:ext>
            </a:extLst>
          </p:cNvPr>
          <p:cNvSpPr>
            <a:spLocks noGrp="1"/>
          </p:cNvSpPr>
          <p:nvPr/>
        </p:nvSpPr>
        <p:spPr>
          <a:xfrm>
            <a:off x="1624104" y="32410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A1_bar_GT_9543">
            <a:extLst>
              <a:ext uri="{FF2B5EF4-FFF2-40B4-BE49-F238E27FC236}">
                <a16:creationId xmlns:a16="http://schemas.microsoft.com/office/drawing/2014/main" id="{52CA18D2-9319-4873-B080-3BC80E654013}"/>
              </a:ext>
            </a:extLst>
          </p:cNvPr>
          <p:cNvSpPr>
            <a:spLocks noGrp="1"/>
          </p:cNvSpPr>
          <p:nvPr/>
        </p:nvSpPr>
        <p:spPr>
          <a:xfrm>
            <a:off x="1635745" y="38397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A1_bar_GT_9544">
            <a:extLst>
              <a:ext uri="{FF2B5EF4-FFF2-40B4-BE49-F238E27FC236}">
                <a16:creationId xmlns:a16="http://schemas.microsoft.com/office/drawing/2014/main" id="{9B23B32C-917D-4610-9BA4-35E878D1BCAE}"/>
              </a:ext>
            </a:extLst>
          </p:cNvPr>
          <p:cNvSpPr>
            <a:spLocks noGrp="1"/>
          </p:cNvSpPr>
          <p:nvPr/>
        </p:nvSpPr>
        <p:spPr>
          <a:xfrm>
            <a:off x="1596659" y="37386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A1_bar_GT_9545">
            <a:extLst>
              <a:ext uri="{FF2B5EF4-FFF2-40B4-BE49-F238E27FC236}">
                <a16:creationId xmlns:a16="http://schemas.microsoft.com/office/drawing/2014/main" id="{195FB497-DF49-4832-AE0E-47D0D2153858}"/>
              </a:ext>
            </a:extLst>
          </p:cNvPr>
          <p:cNvSpPr>
            <a:spLocks noGrp="1"/>
          </p:cNvSpPr>
          <p:nvPr/>
        </p:nvSpPr>
        <p:spPr>
          <a:xfrm>
            <a:off x="1658410" y="60414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A1_bar_GT_9546">
            <a:extLst>
              <a:ext uri="{FF2B5EF4-FFF2-40B4-BE49-F238E27FC236}">
                <a16:creationId xmlns:a16="http://schemas.microsoft.com/office/drawing/2014/main" id="{196C06EF-E04C-4B36-AB56-C0E911332BA3}"/>
              </a:ext>
            </a:extLst>
          </p:cNvPr>
          <p:cNvSpPr>
            <a:spLocks noGrp="1"/>
          </p:cNvSpPr>
          <p:nvPr/>
        </p:nvSpPr>
        <p:spPr>
          <a:xfrm>
            <a:off x="1453244" y="43358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A1_bar_GT_9547">
            <a:extLst>
              <a:ext uri="{FF2B5EF4-FFF2-40B4-BE49-F238E27FC236}">
                <a16:creationId xmlns:a16="http://schemas.microsoft.com/office/drawing/2014/main" id="{97EE8CDE-41D4-4102-A4BB-F23BD5D48BC7}"/>
              </a:ext>
            </a:extLst>
          </p:cNvPr>
          <p:cNvSpPr>
            <a:spLocks noGrp="1"/>
          </p:cNvSpPr>
          <p:nvPr/>
        </p:nvSpPr>
        <p:spPr>
          <a:xfrm>
            <a:off x="1479151" y="34086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A1_bar_GT_9548">
            <a:extLst>
              <a:ext uri="{FF2B5EF4-FFF2-40B4-BE49-F238E27FC236}">
                <a16:creationId xmlns:a16="http://schemas.microsoft.com/office/drawing/2014/main" id="{880D5478-A62B-40A4-BC16-90CFA7F5B4D2}"/>
              </a:ext>
            </a:extLst>
          </p:cNvPr>
          <p:cNvSpPr>
            <a:spLocks noGrp="1"/>
          </p:cNvSpPr>
          <p:nvPr/>
        </p:nvSpPr>
        <p:spPr>
          <a:xfrm>
            <a:off x="1475929" y="31287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A1_bar_GT_9549">
            <a:extLst>
              <a:ext uri="{FF2B5EF4-FFF2-40B4-BE49-F238E27FC236}">
                <a16:creationId xmlns:a16="http://schemas.microsoft.com/office/drawing/2014/main" id="{583CE186-D641-4660-B85D-2079F4B69F4E}"/>
              </a:ext>
            </a:extLst>
          </p:cNvPr>
          <p:cNvSpPr>
            <a:spLocks noGrp="1"/>
          </p:cNvSpPr>
          <p:nvPr/>
        </p:nvSpPr>
        <p:spPr>
          <a:xfrm>
            <a:off x="1620665" y="43792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A1_bar_GT_9550">
            <a:extLst>
              <a:ext uri="{FF2B5EF4-FFF2-40B4-BE49-F238E27FC236}">
                <a16:creationId xmlns:a16="http://schemas.microsoft.com/office/drawing/2014/main" id="{0FB17380-1818-4C18-AA4D-A0018345C56E}"/>
              </a:ext>
            </a:extLst>
          </p:cNvPr>
          <p:cNvSpPr>
            <a:spLocks noGrp="1"/>
          </p:cNvSpPr>
          <p:nvPr/>
        </p:nvSpPr>
        <p:spPr>
          <a:xfrm>
            <a:off x="1541726" y="60977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A1_bar_GT_9551">
            <a:extLst>
              <a:ext uri="{FF2B5EF4-FFF2-40B4-BE49-F238E27FC236}">
                <a16:creationId xmlns:a16="http://schemas.microsoft.com/office/drawing/2014/main" id="{2EC8A8C0-20B9-4D18-9293-5545E611897E}"/>
              </a:ext>
            </a:extLst>
          </p:cNvPr>
          <p:cNvSpPr>
            <a:spLocks noGrp="1"/>
          </p:cNvSpPr>
          <p:nvPr/>
        </p:nvSpPr>
        <p:spPr>
          <a:xfrm>
            <a:off x="1509020" y="499029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A1_bar_GT_9552">
            <a:extLst>
              <a:ext uri="{FF2B5EF4-FFF2-40B4-BE49-F238E27FC236}">
                <a16:creationId xmlns:a16="http://schemas.microsoft.com/office/drawing/2014/main" id="{2368498E-CC20-4AC8-A305-85A7A505FEB9}"/>
              </a:ext>
            </a:extLst>
          </p:cNvPr>
          <p:cNvSpPr>
            <a:spLocks noGrp="1"/>
          </p:cNvSpPr>
          <p:nvPr/>
        </p:nvSpPr>
        <p:spPr>
          <a:xfrm>
            <a:off x="1644172" y="39354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A1_bar_GT_9553">
            <a:extLst>
              <a:ext uri="{FF2B5EF4-FFF2-40B4-BE49-F238E27FC236}">
                <a16:creationId xmlns:a16="http://schemas.microsoft.com/office/drawing/2014/main" id="{43EE5233-13EB-45AA-98F1-18E6BE07BB54}"/>
              </a:ext>
            </a:extLst>
          </p:cNvPr>
          <p:cNvSpPr>
            <a:spLocks noGrp="1"/>
          </p:cNvSpPr>
          <p:nvPr/>
        </p:nvSpPr>
        <p:spPr>
          <a:xfrm>
            <a:off x="1648384" y="38999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A1_bar_GT_9554">
            <a:extLst>
              <a:ext uri="{FF2B5EF4-FFF2-40B4-BE49-F238E27FC236}">
                <a16:creationId xmlns:a16="http://schemas.microsoft.com/office/drawing/2014/main" id="{3AB87FB5-993A-4005-9126-F45993AFB66A}"/>
              </a:ext>
            </a:extLst>
          </p:cNvPr>
          <p:cNvSpPr>
            <a:spLocks noGrp="1"/>
          </p:cNvSpPr>
          <p:nvPr/>
        </p:nvSpPr>
        <p:spPr>
          <a:xfrm>
            <a:off x="1578352" y="583896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A1_bar_GT_9555">
            <a:extLst>
              <a:ext uri="{FF2B5EF4-FFF2-40B4-BE49-F238E27FC236}">
                <a16:creationId xmlns:a16="http://schemas.microsoft.com/office/drawing/2014/main" id="{E8A7F580-847C-424B-B43F-9A44C9165AD5}"/>
              </a:ext>
            </a:extLst>
          </p:cNvPr>
          <p:cNvSpPr>
            <a:spLocks noGrp="1"/>
          </p:cNvSpPr>
          <p:nvPr/>
        </p:nvSpPr>
        <p:spPr>
          <a:xfrm>
            <a:off x="1634113" y="36915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A1_bar_GT_9556">
            <a:extLst>
              <a:ext uri="{FF2B5EF4-FFF2-40B4-BE49-F238E27FC236}">
                <a16:creationId xmlns:a16="http://schemas.microsoft.com/office/drawing/2014/main" id="{4D1B4E90-3558-43AB-ACB3-3322A32E3829}"/>
              </a:ext>
            </a:extLst>
          </p:cNvPr>
          <p:cNvSpPr>
            <a:spLocks noGrp="1"/>
          </p:cNvSpPr>
          <p:nvPr/>
        </p:nvSpPr>
        <p:spPr>
          <a:xfrm>
            <a:off x="1455777" y="35738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A1_bar_GT_9557">
            <a:extLst>
              <a:ext uri="{FF2B5EF4-FFF2-40B4-BE49-F238E27FC236}">
                <a16:creationId xmlns:a16="http://schemas.microsoft.com/office/drawing/2014/main" id="{BFA4EB63-DFC7-4BAE-9227-63C903555306}"/>
              </a:ext>
            </a:extLst>
          </p:cNvPr>
          <p:cNvSpPr>
            <a:spLocks noGrp="1"/>
          </p:cNvSpPr>
          <p:nvPr/>
        </p:nvSpPr>
        <p:spPr>
          <a:xfrm>
            <a:off x="1450150" y="32236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A1_bar_GT_9558">
            <a:extLst>
              <a:ext uri="{FF2B5EF4-FFF2-40B4-BE49-F238E27FC236}">
                <a16:creationId xmlns:a16="http://schemas.microsoft.com/office/drawing/2014/main" id="{50FE03EA-FA90-4C39-B478-F2005B56DC0E}"/>
              </a:ext>
            </a:extLst>
          </p:cNvPr>
          <p:cNvSpPr>
            <a:spLocks noGrp="1"/>
          </p:cNvSpPr>
          <p:nvPr/>
        </p:nvSpPr>
        <p:spPr>
          <a:xfrm>
            <a:off x="1579435" y="342083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A1_bar_GT_9559">
            <a:extLst>
              <a:ext uri="{FF2B5EF4-FFF2-40B4-BE49-F238E27FC236}">
                <a16:creationId xmlns:a16="http://schemas.microsoft.com/office/drawing/2014/main" id="{E0D269F1-8277-48D4-B697-01DB617093CA}"/>
              </a:ext>
            </a:extLst>
          </p:cNvPr>
          <p:cNvSpPr>
            <a:spLocks noGrp="1"/>
          </p:cNvSpPr>
          <p:nvPr/>
        </p:nvSpPr>
        <p:spPr>
          <a:xfrm>
            <a:off x="1489081" y="519795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A1_bar_GT_9560">
            <a:extLst>
              <a:ext uri="{FF2B5EF4-FFF2-40B4-BE49-F238E27FC236}">
                <a16:creationId xmlns:a16="http://schemas.microsoft.com/office/drawing/2014/main" id="{55A43214-45D8-41C5-A818-A0CAFE571364}"/>
              </a:ext>
            </a:extLst>
          </p:cNvPr>
          <p:cNvSpPr>
            <a:spLocks noGrp="1"/>
          </p:cNvSpPr>
          <p:nvPr/>
        </p:nvSpPr>
        <p:spPr>
          <a:xfrm>
            <a:off x="1583300" y="4301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A1_bar_GT_9561">
            <a:extLst>
              <a:ext uri="{FF2B5EF4-FFF2-40B4-BE49-F238E27FC236}">
                <a16:creationId xmlns:a16="http://schemas.microsoft.com/office/drawing/2014/main" id="{7B85A9D7-6085-44AC-97C3-685A442E93C5}"/>
              </a:ext>
            </a:extLst>
          </p:cNvPr>
          <p:cNvSpPr>
            <a:spLocks noGrp="1"/>
          </p:cNvSpPr>
          <p:nvPr/>
        </p:nvSpPr>
        <p:spPr>
          <a:xfrm>
            <a:off x="1451255" y="4730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A1_bar_GT_9562">
            <a:extLst>
              <a:ext uri="{FF2B5EF4-FFF2-40B4-BE49-F238E27FC236}">
                <a16:creationId xmlns:a16="http://schemas.microsoft.com/office/drawing/2014/main" id="{3C7E562C-9EC0-473C-B3FF-7B4EC7DB0C2F}"/>
              </a:ext>
            </a:extLst>
          </p:cNvPr>
          <p:cNvSpPr>
            <a:spLocks noGrp="1"/>
          </p:cNvSpPr>
          <p:nvPr/>
        </p:nvSpPr>
        <p:spPr>
          <a:xfrm>
            <a:off x="1508416" y="45909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A1_bar_GT_9563">
            <a:extLst>
              <a:ext uri="{FF2B5EF4-FFF2-40B4-BE49-F238E27FC236}">
                <a16:creationId xmlns:a16="http://schemas.microsoft.com/office/drawing/2014/main" id="{932002EE-E4E1-4005-ACD9-9818F41AEFA5}"/>
              </a:ext>
            </a:extLst>
          </p:cNvPr>
          <p:cNvSpPr>
            <a:spLocks noGrp="1"/>
          </p:cNvSpPr>
          <p:nvPr/>
        </p:nvSpPr>
        <p:spPr>
          <a:xfrm>
            <a:off x="1658524" y="379708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A1_bar_GT_9564">
            <a:extLst>
              <a:ext uri="{FF2B5EF4-FFF2-40B4-BE49-F238E27FC236}">
                <a16:creationId xmlns:a16="http://schemas.microsoft.com/office/drawing/2014/main" id="{0132D025-6BED-45FA-91AD-BBC264902D8F}"/>
              </a:ext>
            </a:extLst>
          </p:cNvPr>
          <p:cNvSpPr>
            <a:spLocks noGrp="1"/>
          </p:cNvSpPr>
          <p:nvPr/>
        </p:nvSpPr>
        <p:spPr>
          <a:xfrm>
            <a:off x="1616342" y="34374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A1_bar_GT_9565">
            <a:extLst>
              <a:ext uri="{FF2B5EF4-FFF2-40B4-BE49-F238E27FC236}">
                <a16:creationId xmlns:a16="http://schemas.microsoft.com/office/drawing/2014/main" id="{F17CC855-9200-4098-A3C8-72909C92C0C2}"/>
              </a:ext>
            </a:extLst>
          </p:cNvPr>
          <p:cNvSpPr>
            <a:spLocks noGrp="1"/>
          </p:cNvSpPr>
          <p:nvPr/>
        </p:nvSpPr>
        <p:spPr>
          <a:xfrm>
            <a:off x="1433516" y="47795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A1_bar_GT_9566">
            <a:extLst>
              <a:ext uri="{FF2B5EF4-FFF2-40B4-BE49-F238E27FC236}">
                <a16:creationId xmlns:a16="http://schemas.microsoft.com/office/drawing/2014/main" id="{AE4C5BBE-7EB3-46CD-B5E3-984A59968068}"/>
              </a:ext>
            </a:extLst>
          </p:cNvPr>
          <p:cNvSpPr>
            <a:spLocks noGrp="1"/>
          </p:cNvSpPr>
          <p:nvPr/>
        </p:nvSpPr>
        <p:spPr>
          <a:xfrm>
            <a:off x="1595102" y="353279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A1_bar_GT_9567">
            <a:extLst>
              <a:ext uri="{FF2B5EF4-FFF2-40B4-BE49-F238E27FC236}">
                <a16:creationId xmlns:a16="http://schemas.microsoft.com/office/drawing/2014/main" id="{D9DF4506-41DE-43BB-AE5A-D322854BBF10}"/>
              </a:ext>
            </a:extLst>
          </p:cNvPr>
          <p:cNvSpPr>
            <a:spLocks noGrp="1"/>
          </p:cNvSpPr>
          <p:nvPr/>
        </p:nvSpPr>
        <p:spPr>
          <a:xfrm>
            <a:off x="1543789" y="55838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A1_bar_GT_9568">
            <a:extLst>
              <a:ext uri="{FF2B5EF4-FFF2-40B4-BE49-F238E27FC236}">
                <a16:creationId xmlns:a16="http://schemas.microsoft.com/office/drawing/2014/main" id="{DCF999B9-81BF-42C9-A7C9-663257432BC6}"/>
              </a:ext>
            </a:extLst>
          </p:cNvPr>
          <p:cNvSpPr>
            <a:spLocks noGrp="1"/>
          </p:cNvSpPr>
          <p:nvPr/>
        </p:nvSpPr>
        <p:spPr>
          <a:xfrm>
            <a:off x="1435006" y="36721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A1_bar_GT_9569">
            <a:extLst>
              <a:ext uri="{FF2B5EF4-FFF2-40B4-BE49-F238E27FC236}">
                <a16:creationId xmlns:a16="http://schemas.microsoft.com/office/drawing/2014/main" id="{DB07AC9B-C744-48DA-84CF-77BDCEA36C69}"/>
              </a:ext>
            </a:extLst>
          </p:cNvPr>
          <p:cNvSpPr>
            <a:spLocks noGrp="1"/>
          </p:cNvSpPr>
          <p:nvPr/>
        </p:nvSpPr>
        <p:spPr>
          <a:xfrm>
            <a:off x="1440255" y="43552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A1_bar_GT_9570">
            <a:extLst>
              <a:ext uri="{FF2B5EF4-FFF2-40B4-BE49-F238E27FC236}">
                <a16:creationId xmlns:a16="http://schemas.microsoft.com/office/drawing/2014/main" id="{1E868836-2E53-410C-A9DC-5000A775F211}"/>
              </a:ext>
            </a:extLst>
          </p:cNvPr>
          <p:cNvSpPr>
            <a:spLocks noGrp="1"/>
          </p:cNvSpPr>
          <p:nvPr/>
        </p:nvSpPr>
        <p:spPr>
          <a:xfrm>
            <a:off x="1412282" y="3284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A1_bar_GT_9571">
            <a:extLst>
              <a:ext uri="{FF2B5EF4-FFF2-40B4-BE49-F238E27FC236}">
                <a16:creationId xmlns:a16="http://schemas.microsoft.com/office/drawing/2014/main" id="{E6998876-2AE0-40A7-94B0-4E5CA64131ED}"/>
              </a:ext>
            </a:extLst>
          </p:cNvPr>
          <p:cNvSpPr>
            <a:spLocks noGrp="1"/>
          </p:cNvSpPr>
          <p:nvPr/>
        </p:nvSpPr>
        <p:spPr>
          <a:xfrm>
            <a:off x="1407304" y="34876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A1_bar_GT_9572">
            <a:extLst>
              <a:ext uri="{FF2B5EF4-FFF2-40B4-BE49-F238E27FC236}">
                <a16:creationId xmlns:a16="http://schemas.microsoft.com/office/drawing/2014/main" id="{01546DC0-C034-4EA2-8904-339199A1AACB}"/>
              </a:ext>
            </a:extLst>
          </p:cNvPr>
          <p:cNvSpPr>
            <a:spLocks noGrp="1"/>
          </p:cNvSpPr>
          <p:nvPr/>
        </p:nvSpPr>
        <p:spPr>
          <a:xfrm>
            <a:off x="1642267" y="3926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A1_bar_GT_9573">
            <a:extLst>
              <a:ext uri="{FF2B5EF4-FFF2-40B4-BE49-F238E27FC236}">
                <a16:creationId xmlns:a16="http://schemas.microsoft.com/office/drawing/2014/main" id="{5AE92308-0756-4C1B-8CDD-08BE282D9B6B}"/>
              </a:ext>
            </a:extLst>
          </p:cNvPr>
          <p:cNvSpPr>
            <a:spLocks noGrp="1"/>
          </p:cNvSpPr>
          <p:nvPr/>
        </p:nvSpPr>
        <p:spPr>
          <a:xfrm>
            <a:off x="1491752" y="459393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A1_bar_GT_9574">
            <a:extLst>
              <a:ext uri="{FF2B5EF4-FFF2-40B4-BE49-F238E27FC236}">
                <a16:creationId xmlns:a16="http://schemas.microsoft.com/office/drawing/2014/main" id="{988EC174-F27B-4736-BCC8-9EC7D7F5543B}"/>
              </a:ext>
            </a:extLst>
          </p:cNvPr>
          <p:cNvSpPr>
            <a:spLocks noGrp="1"/>
          </p:cNvSpPr>
          <p:nvPr/>
        </p:nvSpPr>
        <p:spPr>
          <a:xfrm>
            <a:off x="1510768" y="48804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A1_bar_GT_9575">
            <a:extLst>
              <a:ext uri="{FF2B5EF4-FFF2-40B4-BE49-F238E27FC236}">
                <a16:creationId xmlns:a16="http://schemas.microsoft.com/office/drawing/2014/main" id="{CF3B4369-F562-4B04-BB3D-226AFD8D727B}"/>
              </a:ext>
            </a:extLst>
          </p:cNvPr>
          <p:cNvSpPr>
            <a:spLocks noGrp="1"/>
          </p:cNvSpPr>
          <p:nvPr/>
        </p:nvSpPr>
        <p:spPr>
          <a:xfrm>
            <a:off x="1589417" y="4450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A1_bar_GT_9576">
            <a:extLst>
              <a:ext uri="{FF2B5EF4-FFF2-40B4-BE49-F238E27FC236}">
                <a16:creationId xmlns:a16="http://schemas.microsoft.com/office/drawing/2014/main" id="{2352153D-1CE9-4509-9374-B104647DDBEE}"/>
              </a:ext>
            </a:extLst>
          </p:cNvPr>
          <p:cNvSpPr>
            <a:spLocks noGrp="1"/>
          </p:cNvSpPr>
          <p:nvPr/>
        </p:nvSpPr>
        <p:spPr>
          <a:xfrm>
            <a:off x="1604511" y="381441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A1_bar_GT_9577">
            <a:extLst>
              <a:ext uri="{FF2B5EF4-FFF2-40B4-BE49-F238E27FC236}">
                <a16:creationId xmlns:a16="http://schemas.microsoft.com/office/drawing/2014/main" id="{C98A2A2A-AE03-46DB-BEB8-D901942AB08F}"/>
              </a:ext>
            </a:extLst>
          </p:cNvPr>
          <p:cNvSpPr>
            <a:spLocks noGrp="1"/>
          </p:cNvSpPr>
          <p:nvPr/>
        </p:nvSpPr>
        <p:spPr>
          <a:xfrm>
            <a:off x="1453587" y="34125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A1_bar_GT_9578">
            <a:extLst>
              <a:ext uri="{FF2B5EF4-FFF2-40B4-BE49-F238E27FC236}">
                <a16:creationId xmlns:a16="http://schemas.microsoft.com/office/drawing/2014/main" id="{FF536319-4EA9-4A6D-9DA3-E747AAFAE62B}"/>
              </a:ext>
            </a:extLst>
          </p:cNvPr>
          <p:cNvSpPr>
            <a:spLocks noGrp="1"/>
          </p:cNvSpPr>
          <p:nvPr/>
        </p:nvSpPr>
        <p:spPr>
          <a:xfrm>
            <a:off x="1574619" y="45329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A1_bar_GT_9579">
            <a:extLst>
              <a:ext uri="{FF2B5EF4-FFF2-40B4-BE49-F238E27FC236}">
                <a16:creationId xmlns:a16="http://schemas.microsoft.com/office/drawing/2014/main" id="{24F496FB-2FFB-4CC0-A0D4-F35A0EC8524D}"/>
              </a:ext>
            </a:extLst>
          </p:cNvPr>
          <p:cNvSpPr>
            <a:spLocks noGrp="1"/>
          </p:cNvSpPr>
          <p:nvPr/>
        </p:nvSpPr>
        <p:spPr>
          <a:xfrm>
            <a:off x="1508907" y="3867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A1_bar_GT_9580">
            <a:extLst>
              <a:ext uri="{FF2B5EF4-FFF2-40B4-BE49-F238E27FC236}">
                <a16:creationId xmlns:a16="http://schemas.microsoft.com/office/drawing/2014/main" id="{60DA56AA-49FC-4495-9055-FB095AA20D8B}"/>
              </a:ext>
            </a:extLst>
          </p:cNvPr>
          <p:cNvSpPr>
            <a:spLocks noGrp="1"/>
          </p:cNvSpPr>
          <p:nvPr/>
        </p:nvSpPr>
        <p:spPr>
          <a:xfrm>
            <a:off x="1438150" y="345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A1_bar_GT_9581">
            <a:extLst>
              <a:ext uri="{FF2B5EF4-FFF2-40B4-BE49-F238E27FC236}">
                <a16:creationId xmlns:a16="http://schemas.microsoft.com/office/drawing/2014/main" id="{5A9B76AF-2F1F-4E52-A36B-E4EE98733ABF}"/>
              </a:ext>
            </a:extLst>
          </p:cNvPr>
          <p:cNvSpPr>
            <a:spLocks noGrp="1"/>
          </p:cNvSpPr>
          <p:nvPr/>
        </p:nvSpPr>
        <p:spPr>
          <a:xfrm>
            <a:off x="1570097" y="43957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A1_bar_GT_9582">
            <a:extLst>
              <a:ext uri="{FF2B5EF4-FFF2-40B4-BE49-F238E27FC236}">
                <a16:creationId xmlns:a16="http://schemas.microsoft.com/office/drawing/2014/main" id="{8AE7798A-646E-4A7E-9243-D3B72F72A781}"/>
              </a:ext>
            </a:extLst>
          </p:cNvPr>
          <p:cNvSpPr>
            <a:spLocks noGrp="1"/>
          </p:cNvSpPr>
          <p:nvPr/>
        </p:nvSpPr>
        <p:spPr>
          <a:xfrm>
            <a:off x="1591797" y="470362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A1_bar_GT_9583">
            <a:extLst>
              <a:ext uri="{FF2B5EF4-FFF2-40B4-BE49-F238E27FC236}">
                <a16:creationId xmlns:a16="http://schemas.microsoft.com/office/drawing/2014/main" id="{E51FC4FF-E169-442F-9E31-361BAD381E08}"/>
              </a:ext>
            </a:extLst>
          </p:cNvPr>
          <p:cNvSpPr>
            <a:spLocks noGrp="1"/>
          </p:cNvSpPr>
          <p:nvPr/>
        </p:nvSpPr>
        <p:spPr>
          <a:xfrm>
            <a:off x="1610103" y="47401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A1_bar_GT_9584">
            <a:extLst>
              <a:ext uri="{FF2B5EF4-FFF2-40B4-BE49-F238E27FC236}">
                <a16:creationId xmlns:a16="http://schemas.microsoft.com/office/drawing/2014/main" id="{C9E5F22B-CA26-41DA-A763-363BF2FB647C}"/>
              </a:ext>
            </a:extLst>
          </p:cNvPr>
          <p:cNvSpPr>
            <a:spLocks noGrp="1"/>
          </p:cNvSpPr>
          <p:nvPr/>
        </p:nvSpPr>
        <p:spPr>
          <a:xfrm>
            <a:off x="1419706" y="48333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A1_bar_GT_9585">
            <a:extLst>
              <a:ext uri="{FF2B5EF4-FFF2-40B4-BE49-F238E27FC236}">
                <a16:creationId xmlns:a16="http://schemas.microsoft.com/office/drawing/2014/main" id="{369CFBEE-F831-4934-917C-04071EE608A7}"/>
              </a:ext>
            </a:extLst>
          </p:cNvPr>
          <p:cNvSpPr>
            <a:spLocks noGrp="1"/>
          </p:cNvSpPr>
          <p:nvPr/>
        </p:nvSpPr>
        <p:spPr>
          <a:xfrm>
            <a:off x="1518488" y="466616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A1_bar_GT_9586">
            <a:extLst>
              <a:ext uri="{FF2B5EF4-FFF2-40B4-BE49-F238E27FC236}">
                <a16:creationId xmlns:a16="http://schemas.microsoft.com/office/drawing/2014/main" id="{E8C518B6-DBFD-4947-8A93-064AC830B2F4}"/>
              </a:ext>
            </a:extLst>
          </p:cNvPr>
          <p:cNvSpPr>
            <a:spLocks noGrp="1"/>
          </p:cNvSpPr>
          <p:nvPr/>
        </p:nvSpPr>
        <p:spPr>
          <a:xfrm>
            <a:off x="29882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A1_bar_GT_9587">
            <a:extLst>
              <a:ext uri="{FF2B5EF4-FFF2-40B4-BE49-F238E27FC236}">
                <a16:creationId xmlns:a16="http://schemas.microsoft.com/office/drawing/2014/main" id="{879972CC-B02B-4AB9-96B7-0396BF782A8C}"/>
              </a:ext>
            </a:extLst>
          </p:cNvPr>
          <p:cNvSpPr>
            <a:spLocks noGrp="1"/>
          </p:cNvSpPr>
          <p:nvPr/>
        </p:nvSpPr>
        <p:spPr>
          <a:xfrm>
            <a:off x="32137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A1_bar_GT_9588">
            <a:extLst>
              <a:ext uri="{FF2B5EF4-FFF2-40B4-BE49-F238E27FC236}">
                <a16:creationId xmlns:a16="http://schemas.microsoft.com/office/drawing/2014/main" id="{B06F956D-0CCB-4DD3-B8E8-5872279DDC45}"/>
              </a:ext>
            </a:extLst>
          </p:cNvPr>
          <p:cNvSpPr>
            <a:spLocks noGrp="1"/>
          </p:cNvSpPr>
          <p:nvPr/>
        </p:nvSpPr>
        <p:spPr>
          <a:xfrm>
            <a:off x="3190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A1_bar_GT_9589">
            <a:extLst>
              <a:ext uri="{FF2B5EF4-FFF2-40B4-BE49-F238E27FC236}">
                <a16:creationId xmlns:a16="http://schemas.microsoft.com/office/drawing/2014/main" id="{73B773C4-813B-40B9-937F-D0B18B3730FD}"/>
              </a:ext>
            </a:extLst>
          </p:cNvPr>
          <p:cNvSpPr>
            <a:spLocks noGrp="1"/>
          </p:cNvSpPr>
          <p:nvPr/>
        </p:nvSpPr>
        <p:spPr>
          <a:xfrm>
            <a:off x="3014690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A1_bar_GT_9590">
            <a:extLst>
              <a:ext uri="{FF2B5EF4-FFF2-40B4-BE49-F238E27FC236}">
                <a16:creationId xmlns:a16="http://schemas.microsoft.com/office/drawing/2014/main" id="{175831F7-AA28-456F-9AB2-27C9602F9691}"/>
              </a:ext>
            </a:extLst>
          </p:cNvPr>
          <p:cNvSpPr>
            <a:spLocks noGrp="1"/>
          </p:cNvSpPr>
          <p:nvPr/>
        </p:nvSpPr>
        <p:spPr>
          <a:xfrm>
            <a:off x="322056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A1_bar_GT_9591">
            <a:extLst>
              <a:ext uri="{FF2B5EF4-FFF2-40B4-BE49-F238E27FC236}">
                <a16:creationId xmlns:a16="http://schemas.microsoft.com/office/drawing/2014/main" id="{5E0D62E4-4770-4F2B-9F38-A70C66DC188C}"/>
              </a:ext>
            </a:extLst>
          </p:cNvPr>
          <p:cNvSpPr>
            <a:spLocks noGrp="1"/>
          </p:cNvSpPr>
          <p:nvPr/>
        </p:nvSpPr>
        <p:spPr>
          <a:xfrm>
            <a:off x="302928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A1_bar_GT_9592">
            <a:extLst>
              <a:ext uri="{FF2B5EF4-FFF2-40B4-BE49-F238E27FC236}">
                <a16:creationId xmlns:a16="http://schemas.microsoft.com/office/drawing/2014/main" id="{C1A4A699-8A68-4D0C-8DAC-D7061349687D}"/>
              </a:ext>
            </a:extLst>
          </p:cNvPr>
          <p:cNvSpPr>
            <a:spLocks noGrp="1"/>
          </p:cNvSpPr>
          <p:nvPr/>
        </p:nvSpPr>
        <p:spPr>
          <a:xfrm>
            <a:off x="31336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A1_bar_GT_9593">
            <a:extLst>
              <a:ext uri="{FF2B5EF4-FFF2-40B4-BE49-F238E27FC236}">
                <a16:creationId xmlns:a16="http://schemas.microsoft.com/office/drawing/2014/main" id="{623BC86B-507C-4085-8209-4D86DA81B3CC}"/>
              </a:ext>
            </a:extLst>
          </p:cNvPr>
          <p:cNvSpPr>
            <a:spLocks noGrp="1"/>
          </p:cNvSpPr>
          <p:nvPr/>
        </p:nvSpPr>
        <p:spPr>
          <a:xfrm>
            <a:off x="299251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A1_bar_GT_9594">
            <a:extLst>
              <a:ext uri="{FF2B5EF4-FFF2-40B4-BE49-F238E27FC236}">
                <a16:creationId xmlns:a16="http://schemas.microsoft.com/office/drawing/2014/main" id="{A2FFAB14-73F6-40A0-9F26-6814D04CE892}"/>
              </a:ext>
            </a:extLst>
          </p:cNvPr>
          <p:cNvSpPr>
            <a:spLocks noGrp="1"/>
          </p:cNvSpPr>
          <p:nvPr/>
        </p:nvSpPr>
        <p:spPr>
          <a:xfrm>
            <a:off x="3017347" y="49578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A1_bar_GT_9595">
            <a:extLst>
              <a:ext uri="{FF2B5EF4-FFF2-40B4-BE49-F238E27FC236}">
                <a16:creationId xmlns:a16="http://schemas.microsoft.com/office/drawing/2014/main" id="{6AB42211-8D07-40A4-B262-B5E386654745}"/>
              </a:ext>
            </a:extLst>
          </p:cNvPr>
          <p:cNvSpPr>
            <a:spLocks noGrp="1"/>
          </p:cNvSpPr>
          <p:nvPr/>
        </p:nvSpPr>
        <p:spPr>
          <a:xfrm>
            <a:off x="31946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A1_bar_GT_9596">
            <a:extLst>
              <a:ext uri="{FF2B5EF4-FFF2-40B4-BE49-F238E27FC236}">
                <a16:creationId xmlns:a16="http://schemas.microsoft.com/office/drawing/2014/main" id="{819ED337-8AF4-42D4-AD9F-A3A81DB0B4EE}"/>
              </a:ext>
            </a:extLst>
          </p:cNvPr>
          <p:cNvSpPr>
            <a:spLocks noGrp="1"/>
          </p:cNvSpPr>
          <p:nvPr/>
        </p:nvSpPr>
        <p:spPr>
          <a:xfrm>
            <a:off x="3037625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A1_bar_GT_9597">
            <a:extLst>
              <a:ext uri="{FF2B5EF4-FFF2-40B4-BE49-F238E27FC236}">
                <a16:creationId xmlns:a16="http://schemas.microsoft.com/office/drawing/2014/main" id="{B9E7D9D0-0437-46D5-8B2B-18CD440FAC90}"/>
              </a:ext>
            </a:extLst>
          </p:cNvPr>
          <p:cNvSpPr>
            <a:spLocks noGrp="1"/>
          </p:cNvSpPr>
          <p:nvPr/>
        </p:nvSpPr>
        <p:spPr>
          <a:xfrm>
            <a:off x="31441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A1_bar_GT_9598">
            <a:extLst>
              <a:ext uri="{FF2B5EF4-FFF2-40B4-BE49-F238E27FC236}">
                <a16:creationId xmlns:a16="http://schemas.microsoft.com/office/drawing/2014/main" id="{F298D3FF-5DC3-4340-9C0A-F4CF80CFBF4D}"/>
              </a:ext>
            </a:extLst>
          </p:cNvPr>
          <p:cNvSpPr>
            <a:spLocks noGrp="1"/>
          </p:cNvSpPr>
          <p:nvPr/>
        </p:nvSpPr>
        <p:spPr>
          <a:xfrm>
            <a:off x="31178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A1_bar_GT_9599">
            <a:extLst>
              <a:ext uri="{FF2B5EF4-FFF2-40B4-BE49-F238E27FC236}">
                <a16:creationId xmlns:a16="http://schemas.microsoft.com/office/drawing/2014/main" id="{2B3668B9-F40F-43AF-8CDB-90C90B812039}"/>
              </a:ext>
            </a:extLst>
          </p:cNvPr>
          <p:cNvSpPr>
            <a:spLocks noGrp="1"/>
          </p:cNvSpPr>
          <p:nvPr/>
        </p:nvSpPr>
        <p:spPr>
          <a:xfrm>
            <a:off x="2999599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A1_bar_GT_9600">
            <a:extLst>
              <a:ext uri="{FF2B5EF4-FFF2-40B4-BE49-F238E27FC236}">
                <a16:creationId xmlns:a16="http://schemas.microsoft.com/office/drawing/2014/main" id="{BE48017D-0EC1-414A-9FAF-1A78A8052993}"/>
              </a:ext>
            </a:extLst>
          </p:cNvPr>
          <p:cNvSpPr>
            <a:spLocks noGrp="1"/>
          </p:cNvSpPr>
          <p:nvPr/>
        </p:nvSpPr>
        <p:spPr>
          <a:xfrm>
            <a:off x="315296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A1_bar_GT_9601">
            <a:extLst>
              <a:ext uri="{FF2B5EF4-FFF2-40B4-BE49-F238E27FC236}">
                <a16:creationId xmlns:a16="http://schemas.microsoft.com/office/drawing/2014/main" id="{32069A1F-E2CF-47BD-BD67-862BFE460C69}"/>
              </a:ext>
            </a:extLst>
          </p:cNvPr>
          <p:cNvSpPr>
            <a:spLocks noGrp="1"/>
          </p:cNvSpPr>
          <p:nvPr/>
        </p:nvSpPr>
        <p:spPr>
          <a:xfrm>
            <a:off x="299754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A1_bar_GT_9602">
            <a:extLst>
              <a:ext uri="{FF2B5EF4-FFF2-40B4-BE49-F238E27FC236}">
                <a16:creationId xmlns:a16="http://schemas.microsoft.com/office/drawing/2014/main" id="{545C442D-5479-4F36-811C-B47CE652C7C7}"/>
              </a:ext>
            </a:extLst>
          </p:cNvPr>
          <p:cNvSpPr>
            <a:spLocks noGrp="1"/>
          </p:cNvSpPr>
          <p:nvPr/>
        </p:nvSpPr>
        <p:spPr>
          <a:xfrm>
            <a:off x="307729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A1_bar_GT_9603">
            <a:extLst>
              <a:ext uri="{FF2B5EF4-FFF2-40B4-BE49-F238E27FC236}">
                <a16:creationId xmlns:a16="http://schemas.microsoft.com/office/drawing/2014/main" id="{363BEEB1-FF59-418F-A108-D5C0F8A0CF42}"/>
              </a:ext>
            </a:extLst>
          </p:cNvPr>
          <p:cNvSpPr>
            <a:spLocks noGrp="1"/>
          </p:cNvSpPr>
          <p:nvPr/>
        </p:nvSpPr>
        <p:spPr>
          <a:xfrm>
            <a:off x="3180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A1_bar_GT_9604">
            <a:extLst>
              <a:ext uri="{FF2B5EF4-FFF2-40B4-BE49-F238E27FC236}">
                <a16:creationId xmlns:a16="http://schemas.microsoft.com/office/drawing/2014/main" id="{C4A8ED1B-6399-4DCA-A3E9-980E8EBEE8CB}"/>
              </a:ext>
            </a:extLst>
          </p:cNvPr>
          <p:cNvSpPr>
            <a:spLocks noGrp="1"/>
          </p:cNvSpPr>
          <p:nvPr/>
        </p:nvSpPr>
        <p:spPr>
          <a:xfrm>
            <a:off x="3030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A1_bar_GT_9605">
            <a:extLst>
              <a:ext uri="{FF2B5EF4-FFF2-40B4-BE49-F238E27FC236}">
                <a16:creationId xmlns:a16="http://schemas.microsoft.com/office/drawing/2014/main" id="{475B3CFF-EB25-4AE9-8657-D8ED6D13AC40}"/>
              </a:ext>
            </a:extLst>
          </p:cNvPr>
          <p:cNvSpPr>
            <a:spLocks noGrp="1"/>
          </p:cNvSpPr>
          <p:nvPr/>
        </p:nvSpPr>
        <p:spPr>
          <a:xfrm>
            <a:off x="300486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A1_bar_GT_9606">
            <a:extLst>
              <a:ext uri="{FF2B5EF4-FFF2-40B4-BE49-F238E27FC236}">
                <a16:creationId xmlns:a16="http://schemas.microsoft.com/office/drawing/2014/main" id="{8604DA6B-5AE2-41E8-B3EA-32C238853F70}"/>
              </a:ext>
            </a:extLst>
          </p:cNvPr>
          <p:cNvSpPr>
            <a:spLocks noGrp="1"/>
          </p:cNvSpPr>
          <p:nvPr/>
        </p:nvSpPr>
        <p:spPr>
          <a:xfrm>
            <a:off x="2987945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A1_bar_GT_9607">
            <a:extLst>
              <a:ext uri="{FF2B5EF4-FFF2-40B4-BE49-F238E27FC236}">
                <a16:creationId xmlns:a16="http://schemas.microsoft.com/office/drawing/2014/main" id="{08730F13-FFCC-4479-A501-0A546A36907B}"/>
              </a:ext>
            </a:extLst>
          </p:cNvPr>
          <p:cNvSpPr>
            <a:spLocks noGrp="1"/>
          </p:cNvSpPr>
          <p:nvPr/>
        </p:nvSpPr>
        <p:spPr>
          <a:xfrm>
            <a:off x="31029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A1_bar_GT_9608">
            <a:extLst>
              <a:ext uri="{FF2B5EF4-FFF2-40B4-BE49-F238E27FC236}">
                <a16:creationId xmlns:a16="http://schemas.microsoft.com/office/drawing/2014/main" id="{9189F4DE-9EC2-4BEC-8633-FEA9F50DC905}"/>
              </a:ext>
            </a:extLst>
          </p:cNvPr>
          <p:cNvSpPr>
            <a:spLocks noGrp="1"/>
          </p:cNvSpPr>
          <p:nvPr/>
        </p:nvSpPr>
        <p:spPr>
          <a:xfrm>
            <a:off x="3198666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A1_bar_GT_9609">
            <a:extLst>
              <a:ext uri="{FF2B5EF4-FFF2-40B4-BE49-F238E27FC236}">
                <a16:creationId xmlns:a16="http://schemas.microsoft.com/office/drawing/2014/main" id="{E2F2D73C-541F-419C-AF41-C2A6BB063278}"/>
              </a:ext>
            </a:extLst>
          </p:cNvPr>
          <p:cNvSpPr>
            <a:spLocks noGrp="1"/>
          </p:cNvSpPr>
          <p:nvPr/>
        </p:nvSpPr>
        <p:spPr>
          <a:xfrm>
            <a:off x="310064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A1_bar_GT_9610">
            <a:extLst>
              <a:ext uri="{FF2B5EF4-FFF2-40B4-BE49-F238E27FC236}">
                <a16:creationId xmlns:a16="http://schemas.microsoft.com/office/drawing/2014/main" id="{FED3517E-122C-4565-A554-B8A3CDD8B666}"/>
              </a:ext>
            </a:extLst>
          </p:cNvPr>
          <p:cNvSpPr>
            <a:spLocks noGrp="1"/>
          </p:cNvSpPr>
          <p:nvPr/>
        </p:nvSpPr>
        <p:spPr>
          <a:xfrm>
            <a:off x="3130800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A1_bar_GT_9611">
            <a:extLst>
              <a:ext uri="{FF2B5EF4-FFF2-40B4-BE49-F238E27FC236}">
                <a16:creationId xmlns:a16="http://schemas.microsoft.com/office/drawing/2014/main" id="{2B0C26FE-1696-4AB0-8E5D-4ADA4E0FC7A3}"/>
              </a:ext>
            </a:extLst>
          </p:cNvPr>
          <p:cNvSpPr>
            <a:spLocks noGrp="1"/>
          </p:cNvSpPr>
          <p:nvPr/>
        </p:nvSpPr>
        <p:spPr>
          <a:xfrm>
            <a:off x="31977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A1_bar_GT_9612">
            <a:extLst>
              <a:ext uri="{FF2B5EF4-FFF2-40B4-BE49-F238E27FC236}">
                <a16:creationId xmlns:a16="http://schemas.microsoft.com/office/drawing/2014/main" id="{D3F262F4-7046-4EF3-BBDA-98B95B050DF0}"/>
              </a:ext>
            </a:extLst>
          </p:cNvPr>
          <p:cNvSpPr>
            <a:spLocks noGrp="1"/>
          </p:cNvSpPr>
          <p:nvPr/>
        </p:nvSpPr>
        <p:spPr>
          <a:xfrm>
            <a:off x="31792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A1_bar_GT_9613">
            <a:extLst>
              <a:ext uri="{FF2B5EF4-FFF2-40B4-BE49-F238E27FC236}">
                <a16:creationId xmlns:a16="http://schemas.microsoft.com/office/drawing/2014/main" id="{65A3FE41-1229-4CBD-B8C9-79E86C83CC79}"/>
              </a:ext>
            </a:extLst>
          </p:cNvPr>
          <p:cNvSpPr>
            <a:spLocks noGrp="1"/>
          </p:cNvSpPr>
          <p:nvPr/>
        </p:nvSpPr>
        <p:spPr>
          <a:xfrm>
            <a:off x="314105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A1_bar_GT_9614">
            <a:extLst>
              <a:ext uri="{FF2B5EF4-FFF2-40B4-BE49-F238E27FC236}">
                <a16:creationId xmlns:a16="http://schemas.microsoft.com/office/drawing/2014/main" id="{F440FB76-6DAF-4F3B-ADB0-0249A22F6BB5}"/>
              </a:ext>
            </a:extLst>
          </p:cNvPr>
          <p:cNvSpPr>
            <a:spLocks noGrp="1"/>
          </p:cNvSpPr>
          <p:nvPr/>
        </p:nvSpPr>
        <p:spPr>
          <a:xfrm>
            <a:off x="3224339" y="47489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A1_bar_GT_9615">
            <a:extLst>
              <a:ext uri="{FF2B5EF4-FFF2-40B4-BE49-F238E27FC236}">
                <a16:creationId xmlns:a16="http://schemas.microsoft.com/office/drawing/2014/main" id="{879FCEB4-27D3-45D2-8266-EF723EA7520E}"/>
              </a:ext>
            </a:extLst>
          </p:cNvPr>
          <p:cNvSpPr>
            <a:spLocks noGrp="1"/>
          </p:cNvSpPr>
          <p:nvPr/>
        </p:nvSpPr>
        <p:spPr>
          <a:xfrm>
            <a:off x="29953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A1_bar_GT_9616">
            <a:extLst>
              <a:ext uri="{FF2B5EF4-FFF2-40B4-BE49-F238E27FC236}">
                <a16:creationId xmlns:a16="http://schemas.microsoft.com/office/drawing/2014/main" id="{3B628A5A-AB02-40B4-88C7-C5333BE2EA15}"/>
              </a:ext>
            </a:extLst>
          </p:cNvPr>
          <p:cNvSpPr>
            <a:spLocks noGrp="1"/>
          </p:cNvSpPr>
          <p:nvPr/>
        </p:nvSpPr>
        <p:spPr>
          <a:xfrm>
            <a:off x="30510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A1_bar_GT_9617">
            <a:extLst>
              <a:ext uri="{FF2B5EF4-FFF2-40B4-BE49-F238E27FC236}">
                <a16:creationId xmlns:a16="http://schemas.microsoft.com/office/drawing/2014/main" id="{82DF0BD9-F07A-4B13-9C43-2D7570695182}"/>
              </a:ext>
            </a:extLst>
          </p:cNvPr>
          <p:cNvSpPr>
            <a:spLocks noGrp="1"/>
          </p:cNvSpPr>
          <p:nvPr/>
        </p:nvSpPr>
        <p:spPr>
          <a:xfrm>
            <a:off x="3000023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A1_bar_GT_9618">
            <a:extLst>
              <a:ext uri="{FF2B5EF4-FFF2-40B4-BE49-F238E27FC236}">
                <a16:creationId xmlns:a16="http://schemas.microsoft.com/office/drawing/2014/main" id="{9BE81265-902A-4DE8-8AF1-6CDE4216D699}"/>
              </a:ext>
            </a:extLst>
          </p:cNvPr>
          <p:cNvSpPr>
            <a:spLocks noGrp="1"/>
          </p:cNvSpPr>
          <p:nvPr/>
        </p:nvSpPr>
        <p:spPr>
          <a:xfrm>
            <a:off x="30310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A1_bar_GT_9619">
            <a:extLst>
              <a:ext uri="{FF2B5EF4-FFF2-40B4-BE49-F238E27FC236}">
                <a16:creationId xmlns:a16="http://schemas.microsoft.com/office/drawing/2014/main" id="{0E8311D6-A0CA-4935-B42A-AA47CBA2908D}"/>
              </a:ext>
            </a:extLst>
          </p:cNvPr>
          <p:cNvSpPr>
            <a:spLocks noGrp="1"/>
          </p:cNvSpPr>
          <p:nvPr/>
        </p:nvSpPr>
        <p:spPr>
          <a:xfrm>
            <a:off x="302176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A1_bar_GT_9620">
            <a:extLst>
              <a:ext uri="{FF2B5EF4-FFF2-40B4-BE49-F238E27FC236}">
                <a16:creationId xmlns:a16="http://schemas.microsoft.com/office/drawing/2014/main" id="{8C3F0AFC-5680-411B-9BA0-DC79FC0A5C39}"/>
              </a:ext>
            </a:extLst>
          </p:cNvPr>
          <p:cNvSpPr>
            <a:spLocks noGrp="1"/>
          </p:cNvSpPr>
          <p:nvPr/>
        </p:nvSpPr>
        <p:spPr>
          <a:xfrm>
            <a:off x="320956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A1_bar_GT_9621">
            <a:extLst>
              <a:ext uri="{FF2B5EF4-FFF2-40B4-BE49-F238E27FC236}">
                <a16:creationId xmlns:a16="http://schemas.microsoft.com/office/drawing/2014/main" id="{3722493B-3539-4300-A736-966C6202175C}"/>
              </a:ext>
            </a:extLst>
          </p:cNvPr>
          <p:cNvSpPr>
            <a:spLocks noGrp="1"/>
          </p:cNvSpPr>
          <p:nvPr/>
        </p:nvSpPr>
        <p:spPr>
          <a:xfrm>
            <a:off x="316744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A1_bar_GT_9622">
            <a:extLst>
              <a:ext uri="{FF2B5EF4-FFF2-40B4-BE49-F238E27FC236}">
                <a16:creationId xmlns:a16="http://schemas.microsoft.com/office/drawing/2014/main" id="{1030E753-4374-459B-8081-9ABCE6D870EA}"/>
              </a:ext>
            </a:extLst>
          </p:cNvPr>
          <p:cNvSpPr>
            <a:spLocks noGrp="1"/>
          </p:cNvSpPr>
          <p:nvPr/>
        </p:nvSpPr>
        <p:spPr>
          <a:xfrm>
            <a:off x="3075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A1_bar_GT_9623">
            <a:extLst>
              <a:ext uri="{FF2B5EF4-FFF2-40B4-BE49-F238E27FC236}">
                <a16:creationId xmlns:a16="http://schemas.microsoft.com/office/drawing/2014/main" id="{FD204386-92C3-4686-8316-E947D4C677FB}"/>
              </a:ext>
            </a:extLst>
          </p:cNvPr>
          <p:cNvSpPr>
            <a:spLocks noGrp="1"/>
          </p:cNvSpPr>
          <p:nvPr/>
        </p:nvSpPr>
        <p:spPr>
          <a:xfrm>
            <a:off x="32255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A1_bar_GT_9624">
            <a:extLst>
              <a:ext uri="{FF2B5EF4-FFF2-40B4-BE49-F238E27FC236}">
                <a16:creationId xmlns:a16="http://schemas.microsoft.com/office/drawing/2014/main" id="{B8A51411-C9EC-4B95-A6CD-C73994ED0CFA}"/>
              </a:ext>
            </a:extLst>
          </p:cNvPr>
          <p:cNvSpPr>
            <a:spLocks noGrp="1"/>
          </p:cNvSpPr>
          <p:nvPr/>
        </p:nvSpPr>
        <p:spPr>
          <a:xfrm>
            <a:off x="305963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A1_bar_GT_9625">
            <a:extLst>
              <a:ext uri="{FF2B5EF4-FFF2-40B4-BE49-F238E27FC236}">
                <a16:creationId xmlns:a16="http://schemas.microsoft.com/office/drawing/2014/main" id="{8D428790-3FC6-469A-82A3-2C404A4351CB}"/>
              </a:ext>
            </a:extLst>
          </p:cNvPr>
          <p:cNvSpPr>
            <a:spLocks noGrp="1"/>
          </p:cNvSpPr>
          <p:nvPr/>
        </p:nvSpPr>
        <p:spPr>
          <a:xfrm>
            <a:off x="30335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A1_bar_GT_9626">
            <a:extLst>
              <a:ext uri="{FF2B5EF4-FFF2-40B4-BE49-F238E27FC236}">
                <a16:creationId xmlns:a16="http://schemas.microsoft.com/office/drawing/2014/main" id="{49464737-005B-4B6F-ABC2-D7AC507B7E7A}"/>
              </a:ext>
            </a:extLst>
          </p:cNvPr>
          <p:cNvSpPr>
            <a:spLocks noGrp="1"/>
          </p:cNvSpPr>
          <p:nvPr/>
        </p:nvSpPr>
        <p:spPr>
          <a:xfrm>
            <a:off x="305120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A1_bar_GT_9627">
            <a:extLst>
              <a:ext uri="{FF2B5EF4-FFF2-40B4-BE49-F238E27FC236}">
                <a16:creationId xmlns:a16="http://schemas.microsoft.com/office/drawing/2014/main" id="{5C4E040B-A03F-433C-8C8A-1BFA76D12288}"/>
              </a:ext>
            </a:extLst>
          </p:cNvPr>
          <p:cNvSpPr>
            <a:spLocks noGrp="1"/>
          </p:cNvSpPr>
          <p:nvPr/>
        </p:nvSpPr>
        <p:spPr>
          <a:xfrm>
            <a:off x="317092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A1_bar_GT_9628">
            <a:extLst>
              <a:ext uri="{FF2B5EF4-FFF2-40B4-BE49-F238E27FC236}">
                <a16:creationId xmlns:a16="http://schemas.microsoft.com/office/drawing/2014/main" id="{5AF6D236-7EC7-454A-895D-EF87A890FB3B}"/>
              </a:ext>
            </a:extLst>
          </p:cNvPr>
          <p:cNvSpPr>
            <a:spLocks noGrp="1"/>
          </p:cNvSpPr>
          <p:nvPr/>
        </p:nvSpPr>
        <p:spPr>
          <a:xfrm>
            <a:off x="2981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A1_bar_GT_9629">
            <a:extLst>
              <a:ext uri="{FF2B5EF4-FFF2-40B4-BE49-F238E27FC236}">
                <a16:creationId xmlns:a16="http://schemas.microsoft.com/office/drawing/2014/main" id="{F329AE02-7901-4236-9C25-CC030D5CB6B7}"/>
              </a:ext>
            </a:extLst>
          </p:cNvPr>
          <p:cNvSpPr>
            <a:spLocks noGrp="1"/>
          </p:cNvSpPr>
          <p:nvPr/>
        </p:nvSpPr>
        <p:spPr>
          <a:xfrm>
            <a:off x="30510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A1_bar_GT_9630">
            <a:extLst>
              <a:ext uri="{FF2B5EF4-FFF2-40B4-BE49-F238E27FC236}">
                <a16:creationId xmlns:a16="http://schemas.microsoft.com/office/drawing/2014/main" id="{14D38C4A-E570-4A16-8A4D-1E132DBB964A}"/>
              </a:ext>
            </a:extLst>
          </p:cNvPr>
          <p:cNvSpPr>
            <a:spLocks noGrp="1"/>
          </p:cNvSpPr>
          <p:nvPr/>
        </p:nvSpPr>
        <p:spPr>
          <a:xfrm>
            <a:off x="30025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A1_bar_GT_9631">
            <a:extLst>
              <a:ext uri="{FF2B5EF4-FFF2-40B4-BE49-F238E27FC236}">
                <a16:creationId xmlns:a16="http://schemas.microsoft.com/office/drawing/2014/main" id="{28DF2ABA-9F87-4817-939E-9E5B4A01D3E4}"/>
              </a:ext>
            </a:extLst>
          </p:cNvPr>
          <p:cNvSpPr>
            <a:spLocks noGrp="1"/>
          </p:cNvSpPr>
          <p:nvPr/>
        </p:nvSpPr>
        <p:spPr>
          <a:xfrm>
            <a:off x="29904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A1_bar_GT_9632">
            <a:extLst>
              <a:ext uri="{FF2B5EF4-FFF2-40B4-BE49-F238E27FC236}">
                <a16:creationId xmlns:a16="http://schemas.microsoft.com/office/drawing/2014/main" id="{6E9D125C-2D18-4B0B-8B3A-339CCACAFE4C}"/>
              </a:ext>
            </a:extLst>
          </p:cNvPr>
          <p:cNvSpPr>
            <a:spLocks noGrp="1"/>
          </p:cNvSpPr>
          <p:nvPr/>
        </p:nvSpPr>
        <p:spPr>
          <a:xfrm>
            <a:off x="3148436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A1_bar_GT_9633">
            <a:extLst>
              <a:ext uri="{FF2B5EF4-FFF2-40B4-BE49-F238E27FC236}">
                <a16:creationId xmlns:a16="http://schemas.microsoft.com/office/drawing/2014/main" id="{908DB35F-AAA2-44EC-8056-FCE9503A2F0E}"/>
              </a:ext>
            </a:extLst>
          </p:cNvPr>
          <p:cNvSpPr>
            <a:spLocks noGrp="1"/>
          </p:cNvSpPr>
          <p:nvPr/>
        </p:nvSpPr>
        <p:spPr>
          <a:xfrm>
            <a:off x="3073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A1_bar_GT_9634">
            <a:extLst>
              <a:ext uri="{FF2B5EF4-FFF2-40B4-BE49-F238E27FC236}">
                <a16:creationId xmlns:a16="http://schemas.microsoft.com/office/drawing/2014/main" id="{CCB44D75-3D81-4E0D-8418-827F97A53A6E}"/>
              </a:ext>
            </a:extLst>
          </p:cNvPr>
          <p:cNvSpPr>
            <a:spLocks noGrp="1"/>
          </p:cNvSpPr>
          <p:nvPr/>
        </p:nvSpPr>
        <p:spPr>
          <a:xfrm>
            <a:off x="3057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A1_bar_GT_9635">
            <a:extLst>
              <a:ext uri="{FF2B5EF4-FFF2-40B4-BE49-F238E27FC236}">
                <a16:creationId xmlns:a16="http://schemas.microsoft.com/office/drawing/2014/main" id="{F7D6D271-7569-42E4-8DB8-1A6F4BDB8EEE}"/>
              </a:ext>
            </a:extLst>
          </p:cNvPr>
          <p:cNvSpPr>
            <a:spLocks noGrp="1"/>
          </p:cNvSpPr>
          <p:nvPr/>
        </p:nvSpPr>
        <p:spPr>
          <a:xfrm>
            <a:off x="3034658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A1_bar_GT_9636">
            <a:extLst>
              <a:ext uri="{FF2B5EF4-FFF2-40B4-BE49-F238E27FC236}">
                <a16:creationId xmlns:a16="http://schemas.microsoft.com/office/drawing/2014/main" id="{F4B29BCA-268F-4276-8DCB-666909D98464}"/>
              </a:ext>
            </a:extLst>
          </p:cNvPr>
          <p:cNvSpPr>
            <a:spLocks noGrp="1"/>
          </p:cNvSpPr>
          <p:nvPr/>
        </p:nvSpPr>
        <p:spPr>
          <a:xfrm>
            <a:off x="3198177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A1_bar_GT_9637">
            <a:extLst>
              <a:ext uri="{FF2B5EF4-FFF2-40B4-BE49-F238E27FC236}">
                <a16:creationId xmlns:a16="http://schemas.microsoft.com/office/drawing/2014/main" id="{2A35C5E6-60D1-48F7-93F3-375D24C4BC42}"/>
              </a:ext>
            </a:extLst>
          </p:cNvPr>
          <p:cNvSpPr>
            <a:spLocks noGrp="1"/>
          </p:cNvSpPr>
          <p:nvPr/>
        </p:nvSpPr>
        <p:spPr>
          <a:xfrm>
            <a:off x="29856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A1_bar_GT_9638">
            <a:extLst>
              <a:ext uri="{FF2B5EF4-FFF2-40B4-BE49-F238E27FC236}">
                <a16:creationId xmlns:a16="http://schemas.microsoft.com/office/drawing/2014/main" id="{87CBBBC5-461A-4612-9BB3-3DD19BB79841}"/>
              </a:ext>
            </a:extLst>
          </p:cNvPr>
          <p:cNvSpPr>
            <a:spLocks noGrp="1"/>
          </p:cNvSpPr>
          <p:nvPr/>
        </p:nvSpPr>
        <p:spPr>
          <a:xfrm>
            <a:off x="3173446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A1_bar_GT_9639">
            <a:extLst>
              <a:ext uri="{FF2B5EF4-FFF2-40B4-BE49-F238E27FC236}">
                <a16:creationId xmlns:a16="http://schemas.microsoft.com/office/drawing/2014/main" id="{B418D017-0ADA-43AD-811A-4CA5C025161F}"/>
              </a:ext>
            </a:extLst>
          </p:cNvPr>
          <p:cNvSpPr>
            <a:spLocks noGrp="1"/>
          </p:cNvSpPr>
          <p:nvPr/>
        </p:nvSpPr>
        <p:spPr>
          <a:xfrm>
            <a:off x="3222061" y="380003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A1_bar_GT_9640">
            <a:extLst>
              <a:ext uri="{FF2B5EF4-FFF2-40B4-BE49-F238E27FC236}">
                <a16:creationId xmlns:a16="http://schemas.microsoft.com/office/drawing/2014/main" id="{10C93E12-0C3B-4889-A15A-BA484AE8660F}"/>
              </a:ext>
            </a:extLst>
          </p:cNvPr>
          <p:cNvSpPr>
            <a:spLocks noGrp="1"/>
          </p:cNvSpPr>
          <p:nvPr/>
        </p:nvSpPr>
        <p:spPr>
          <a:xfrm>
            <a:off x="3012335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A1_bar_GT_9641">
            <a:extLst>
              <a:ext uri="{FF2B5EF4-FFF2-40B4-BE49-F238E27FC236}">
                <a16:creationId xmlns:a16="http://schemas.microsoft.com/office/drawing/2014/main" id="{F180FFF9-3CBF-479A-8613-8FD454BC4FA5}"/>
              </a:ext>
            </a:extLst>
          </p:cNvPr>
          <p:cNvSpPr>
            <a:spLocks noGrp="1"/>
          </p:cNvSpPr>
          <p:nvPr/>
        </p:nvSpPr>
        <p:spPr>
          <a:xfrm>
            <a:off x="3198810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A1_bar_GT_9642">
            <a:extLst>
              <a:ext uri="{FF2B5EF4-FFF2-40B4-BE49-F238E27FC236}">
                <a16:creationId xmlns:a16="http://schemas.microsoft.com/office/drawing/2014/main" id="{ACF32BBE-4457-4800-A57D-5FF4292D2BA1}"/>
              </a:ext>
            </a:extLst>
          </p:cNvPr>
          <p:cNvSpPr>
            <a:spLocks noGrp="1"/>
          </p:cNvSpPr>
          <p:nvPr/>
        </p:nvSpPr>
        <p:spPr>
          <a:xfrm>
            <a:off x="3167020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A1_bar_GT_9643">
            <a:extLst>
              <a:ext uri="{FF2B5EF4-FFF2-40B4-BE49-F238E27FC236}">
                <a16:creationId xmlns:a16="http://schemas.microsoft.com/office/drawing/2014/main" id="{77167957-B6D6-4284-B051-FE2897ABD8EF}"/>
              </a:ext>
            </a:extLst>
          </p:cNvPr>
          <p:cNvSpPr>
            <a:spLocks noGrp="1"/>
          </p:cNvSpPr>
          <p:nvPr/>
        </p:nvSpPr>
        <p:spPr>
          <a:xfrm>
            <a:off x="30930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A1_bar_GT_9644">
            <a:extLst>
              <a:ext uri="{FF2B5EF4-FFF2-40B4-BE49-F238E27FC236}">
                <a16:creationId xmlns:a16="http://schemas.microsoft.com/office/drawing/2014/main" id="{C937CDE1-AD6D-4525-B140-738FB3D913C2}"/>
              </a:ext>
            </a:extLst>
          </p:cNvPr>
          <p:cNvSpPr>
            <a:spLocks noGrp="1"/>
          </p:cNvSpPr>
          <p:nvPr/>
        </p:nvSpPr>
        <p:spPr>
          <a:xfrm>
            <a:off x="3067041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A1_bar_GT_9645">
            <a:extLst>
              <a:ext uri="{FF2B5EF4-FFF2-40B4-BE49-F238E27FC236}">
                <a16:creationId xmlns:a16="http://schemas.microsoft.com/office/drawing/2014/main" id="{73686086-1DEA-4325-A73F-1973CEAA35A3}"/>
              </a:ext>
            </a:extLst>
          </p:cNvPr>
          <p:cNvSpPr>
            <a:spLocks noGrp="1"/>
          </p:cNvSpPr>
          <p:nvPr/>
        </p:nvSpPr>
        <p:spPr>
          <a:xfrm>
            <a:off x="302888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A1_bar_GT_9646">
            <a:extLst>
              <a:ext uri="{FF2B5EF4-FFF2-40B4-BE49-F238E27FC236}">
                <a16:creationId xmlns:a16="http://schemas.microsoft.com/office/drawing/2014/main" id="{0F066A1C-2B00-4500-86D0-C12F9DC465F2}"/>
              </a:ext>
            </a:extLst>
          </p:cNvPr>
          <p:cNvSpPr>
            <a:spLocks noGrp="1"/>
          </p:cNvSpPr>
          <p:nvPr/>
        </p:nvSpPr>
        <p:spPr>
          <a:xfrm>
            <a:off x="3187797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A1_bar_GT_9647">
            <a:extLst>
              <a:ext uri="{FF2B5EF4-FFF2-40B4-BE49-F238E27FC236}">
                <a16:creationId xmlns:a16="http://schemas.microsoft.com/office/drawing/2014/main" id="{EC23BBE4-0F78-40EF-9A4B-B1B248114390}"/>
              </a:ext>
            </a:extLst>
          </p:cNvPr>
          <p:cNvSpPr>
            <a:spLocks noGrp="1"/>
          </p:cNvSpPr>
          <p:nvPr/>
        </p:nvSpPr>
        <p:spPr>
          <a:xfrm>
            <a:off x="30888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A1_bar_GT_9648">
            <a:extLst>
              <a:ext uri="{FF2B5EF4-FFF2-40B4-BE49-F238E27FC236}">
                <a16:creationId xmlns:a16="http://schemas.microsoft.com/office/drawing/2014/main" id="{1DB02ADC-62A5-49D2-A9F0-32421F68D01E}"/>
              </a:ext>
            </a:extLst>
          </p:cNvPr>
          <p:cNvSpPr>
            <a:spLocks noGrp="1"/>
          </p:cNvSpPr>
          <p:nvPr/>
        </p:nvSpPr>
        <p:spPr>
          <a:xfrm>
            <a:off x="30149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A1_bar_GT_9649">
            <a:extLst>
              <a:ext uri="{FF2B5EF4-FFF2-40B4-BE49-F238E27FC236}">
                <a16:creationId xmlns:a16="http://schemas.microsoft.com/office/drawing/2014/main" id="{5C261AA7-0440-47FF-B1AF-636632D6901D}"/>
              </a:ext>
            </a:extLst>
          </p:cNvPr>
          <p:cNvSpPr>
            <a:spLocks noGrp="1"/>
          </p:cNvSpPr>
          <p:nvPr/>
        </p:nvSpPr>
        <p:spPr>
          <a:xfrm>
            <a:off x="3004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A1_bar_GT_9650">
            <a:extLst>
              <a:ext uri="{FF2B5EF4-FFF2-40B4-BE49-F238E27FC236}">
                <a16:creationId xmlns:a16="http://schemas.microsoft.com/office/drawing/2014/main" id="{26D4F26B-EE3F-43B0-9D6B-6CDCCB2743C3}"/>
              </a:ext>
            </a:extLst>
          </p:cNvPr>
          <p:cNvSpPr>
            <a:spLocks noGrp="1"/>
          </p:cNvSpPr>
          <p:nvPr/>
        </p:nvSpPr>
        <p:spPr>
          <a:xfrm>
            <a:off x="302522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A1_bar_GT_9651">
            <a:extLst>
              <a:ext uri="{FF2B5EF4-FFF2-40B4-BE49-F238E27FC236}">
                <a16:creationId xmlns:a16="http://schemas.microsoft.com/office/drawing/2014/main" id="{2D4D069C-76CE-4ACE-9CA9-C53A037E71F4}"/>
              </a:ext>
            </a:extLst>
          </p:cNvPr>
          <p:cNvSpPr>
            <a:spLocks noGrp="1"/>
          </p:cNvSpPr>
          <p:nvPr/>
        </p:nvSpPr>
        <p:spPr>
          <a:xfrm>
            <a:off x="319765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A1_bar_GT_9652">
            <a:extLst>
              <a:ext uri="{FF2B5EF4-FFF2-40B4-BE49-F238E27FC236}">
                <a16:creationId xmlns:a16="http://schemas.microsoft.com/office/drawing/2014/main" id="{6678E9C8-002E-462E-A4F8-71E89C8A9E2C}"/>
              </a:ext>
            </a:extLst>
          </p:cNvPr>
          <p:cNvSpPr>
            <a:spLocks noGrp="1"/>
          </p:cNvSpPr>
          <p:nvPr/>
        </p:nvSpPr>
        <p:spPr>
          <a:xfrm>
            <a:off x="3120831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A1_bar_GT_9653">
            <a:extLst>
              <a:ext uri="{FF2B5EF4-FFF2-40B4-BE49-F238E27FC236}">
                <a16:creationId xmlns:a16="http://schemas.microsoft.com/office/drawing/2014/main" id="{EF631402-EE35-4640-833A-03066D3D5466}"/>
              </a:ext>
            </a:extLst>
          </p:cNvPr>
          <p:cNvSpPr>
            <a:spLocks noGrp="1"/>
          </p:cNvSpPr>
          <p:nvPr/>
        </p:nvSpPr>
        <p:spPr>
          <a:xfrm>
            <a:off x="303531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A1_bar_GT_9654">
            <a:extLst>
              <a:ext uri="{FF2B5EF4-FFF2-40B4-BE49-F238E27FC236}">
                <a16:creationId xmlns:a16="http://schemas.microsoft.com/office/drawing/2014/main" id="{72806931-1BCE-4F1F-A34A-7EFEBCFD84E6}"/>
              </a:ext>
            </a:extLst>
          </p:cNvPr>
          <p:cNvSpPr>
            <a:spLocks noGrp="1"/>
          </p:cNvSpPr>
          <p:nvPr/>
        </p:nvSpPr>
        <p:spPr>
          <a:xfrm>
            <a:off x="30400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A1_bar_GT_9655">
            <a:extLst>
              <a:ext uri="{FF2B5EF4-FFF2-40B4-BE49-F238E27FC236}">
                <a16:creationId xmlns:a16="http://schemas.microsoft.com/office/drawing/2014/main" id="{E447532D-0B78-4DD2-9C04-D661CC413EA7}"/>
              </a:ext>
            </a:extLst>
          </p:cNvPr>
          <p:cNvSpPr>
            <a:spLocks noGrp="1"/>
          </p:cNvSpPr>
          <p:nvPr/>
        </p:nvSpPr>
        <p:spPr>
          <a:xfrm>
            <a:off x="3105484" y="303789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A1_bar_GT_9656">
            <a:extLst>
              <a:ext uri="{FF2B5EF4-FFF2-40B4-BE49-F238E27FC236}">
                <a16:creationId xmlns:a16="http://schemas.microsoft.com/office/drawing/2014/main" id="{341C3043-3CBC-4972-AE6A-90EEE7D974C5}"/>
              </a:ext>
            </a:extLst>
          </p:cNvPr>
          <p:cNvSpPr>
            <a:spLocks noGrp="1"/>
          </p:cNvSpPr>
          <p:nvPr/>
        </p:nvSpPr>
        <p:spPr>
          <a:xfrm>
            <a:off x="3201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A1_bar_GT_9657">
            <a:extLst>
              <a:ext uri="{FF2B5EF4-FFF2-40B4-BE49-F238E27FC236}">
                <a16:creationId xmlns:a16="http://schemas.microsoft.com/office/drawing/2014/main" id="{04237C0E-93D7-4F9C-8F3A-2CEA72552D75}"/>
              </a:ext>
            </a:extLst>
          </p:cNvPr>
          <p:cNvSpPr>
            <a:spLocks noGrp="1"/>
          </p:cNvSpPr>
          <p:nvPr/>
        </p:nvSpPr>
        <p:spPr>
          <a:xfrm>
            <a:off x="3051204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A1_bar_GT_9658">
            <a:extLst>
              <a:ext uri="{FF2B5EF4-FFF2-40B4-BE49-F238E27FC236}">
                <a16:creationId xmlns:a16="http://schemas.microsoft.com/office/drawing/2014/main" id="{1A7019BB-1CF0-40CB-A18C-1671D0AE25DB}"/>
              </a:ext>
            </a:extLst>
          </p:cNvPr>
          <p:cNvSpPr>
            <a:spLocks noGrp="1"/>
          </p:cNvSpPr>
          <p:nvPr/>
        </p:nvSpPr>
        <p:spPr>
          <a:xfrm>
            <a:off x="319422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A1_bar_GT_9659">
            <a:extLst>
              <a:ext uri="{FF2B5EF4-FFF2-40B4-BE49-F238E27FC236}">
                <a16:creationId xmlns:a16="http://schemas.microsoft.com/office/drawing/2014/main" id="{34E05855-BDA2-410D-9386-91684F7FD9DD}"/>
              </a:ext>
            </a:extLst>
          </p:cNvPr>
          <p:cNvSpPr>
            <a:spLocks noGrp="1"/>
          </p:cNvSpPr>
          <p:nvPr/>
        </p:nvSpPr>
        <p:spPr>
          <a:xfrm>
            <a:off x="312483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A1_bar_GT_9660">
            <a:extLst>
              <a:ext uri="{FF2B5EF4-FFF2-40B4-BE49-F238E27FC236}">
                <a16:creationId xmlns:a16="http://schemas.microsoft.com/office/drawing/2014/main" id="{7798A20C-EA2E-48B0-B2BA-E2E171A47D68}"/>
              </a:ext>
            </a:extLst>
          </p:cNvPr>
          <p:cNvSpPr>
            <a:spLocks noGrp="1"/>
          </p:cNvSpPr>
          <p:nvPr/>
        </p:nvSpPr>
        <p:spPr>
          <a:xfrm>
            <a:off x="3220890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A1_bar_GT_9661">
            <a:extLst>
              <a:ext uri="{FF2B5EF4-FFF2-40B4-BE49-F238E27FC236}">
                <a16:creationId xmlns:a16="http://schemas.microsoft.com/office/drawing/2014/main" id="{70C5FDC4-C3A8-4FB9-848B-4991FAC2E6A8}"/>
              </a:ext>
            </a:extLst>
          </p:cNvPr>
          <p:cNvSpPr>
            <a:spLocks noGrp="1"/>
          </p:cNvSpPr>
          <p:nvPr/>
        </p:nvSpPr>
        <p:spPr>
          <a:xfrm>
            <a:off x="300053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A1_bar_GT_9662">
            <a:extLst>
              <a:ext uri="{FF2B5EF4-FFF2-40B4-BE49-F238E27FC236}">
                <a16:creationId xmlns:a16="http://schemas.microsoft.com/office/drawing/2014/main" id="{4F8CACEF-BC8A-4F45-B49C-7E4518E19E27}"/>
              </a:ext>
            </a:extLst>
          </p:cNvPr>
          <p:cNvSpPr>
            <a:spLocks noGrp="1"/>
          </p:cNvSpPr>
          <p:nvPr/>
        </p:nvSpPr>
        <p:spPr>
          <a:xfrm>
            <a:off x="3091098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A1_bar_GT_9663">
            <a:extLst>
              <a:ext uri="{FF2B5EF4-FFF2-40B4-BE49-F238E27FC236}">
                <a16:creationId xmlns:a16="http://schemas.microsoft.com/office/drawing/2014/main" id="{EBE37269-F913-48F5-900F-30AD4C57A6ED}"/>
              </a:ext>
            </a:extLst>
          </p:cNvPr>
          <p:cNvSpPr>
            <a:spLocks noGrp="1"/>
          </p:cNvSpPr>
          <p:nvPr/>
        </p:nvSpPr>
        <p:spPr>
          <a:xfrm>
            <a:off x="304886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A1_bar_GT_9664">
            <a:extLst>
              <a:ext uri="{FF2B5EF4-FFF2-40B4-BE49-F238E27FC236}">
                <a16:creationId xmlns:a16="http://schemas.microsoft.com/office/drawing/2014/main" id="{A678303F-3AC6-4425-A71E-2F02E61BF3BE}"/>
              </a:ext>
            </a:extLst>
          </p:cNvPr>
          <p:cNvSpPr>
            <a:spLocks noGrp="1"/>
          </p:cNvSpPr>
          <p:nvPr/>
        </p:nvSpPr>
        <p:spPr>
          <a:xfrm>
            <a:off x="31847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A1_bar_GT_9665">
            <a:extLst>
              <a:ext uri="{FF2B5EF4-FFF2-40B4-BE49-F238E27FC236}">
                <a16:creationId xmlns:a16="http://schemas.microsoft.com/office/drawing/2014/main" id="{5871D3C5-1524-432E-AA1D-643F408A062E}"/>
              </a:ext>
            </a:extLst>
          </p:cNvPr>
          <p:cNvSpPr>
            <a:spLocks noGrp="1"/>
          </p:cNvSpPr>
          <p:nvPr/>
        </p:nvSpPr>
        <p:spPr>
          <a:xfrm>
            <a:off x="3226420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A1_bar_GT_9666">
            <a:extLst>
              <a:ext uri="{FF2B5EF4-FFF2-40B4-BE49-F238E27FC236}">
                <a16:creationId xmlns:a16="http://schemas.microsoft.com/office/drawing/2014/main" id="{DBEF96D5-7253-4002-8606-BE22503BDB9F}"/>
              </a:ext>
            </a:extLst>
          </p:cNvPr>
          <p:cNvSpPr>
            <a:spLocks noGrp="1"/>
          </p:cNvSpPr>
          <p:nvPr/>
        </p:nvSpPr>
        <p:spPr>
          <a:xfrm>
            <a:off x="318290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A1_bar_GT_9667">
            <a:extLst>
              <a:ext uri="{FF2B5EF4-FFF2-40B4-BE49-F238E27FC236}">
                <a16:creationId xmlns:a16="http://schemas.microsoft.com/office/drawing/2014/main" id="{7311C043-66BE-469A-83C0-C8F7336CBC65}"/>
              </a:ext>
            </a:extLst>
          </p:cNvPr>
          <p:cNvSpPr>
            <a:spLocks noGrp="1"/>
          </p:cNvSpPr>
          <p:nvPr/>
        </p:nvSpPr>
        <p:spPr>
          <a:xfrm>
            <a:off x="3077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A1_bar_GT_9668">
            <a:extLst>
              <a:ext uri="{FF2B5EF4-FFF2-40B4-BE49-F238E27FC236}">
                <a16:creationId xmlns:a16="http://schemas.microsoft.com/office/drawing/2014/main" id="{67A43D38-14B6-4373-981D-ADF8D3EB64B6}"/>
              </a:ext>
            </a:extLst>
          </p:cNvPr>
          <p:cNvSpPr>
            <a:spLocks noGrp="1"/>
          </p:cNvSpPr>
          <p:nvPr/>
        </p:nvSpPr>
        <p:spPr>
          <a:xfrm>
            <a:off x="30459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A1_bar_GT_9669">
            <a:extLst>
              <a:ext uri="{FF2B5EF4-FFF2-40B4-BE49-F238E27FC236}">
                <a16:creationId xmlns:a16="http://schemas.microsoft.com/office/drawing/2014/main" id="{047ED193-142A-4340-A4DF-EE77D799E88B}"/>
              </a:ext>
            </a:extLst>
          </p:cNvPr>
          <p:cNvSpPr>
            <a:spLocks noGrp="1"/>
          </p:cNvSpPr>
          <p:nvPr/>
        </p:nvSpPr>
        <p:spPr>
          <a:xfrm>
            <a:off x="30662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A1_bar_GT_9670">
            <a:extLst>
              <a:ext uri="{FF2B5EF4-FFF2-40B4-BE49-F238E27FC236}">
                <a16:creationId xmlns:a16="http://schemas.microsoft.com/office/drawing/2014/main" id="{9ED0E490-2DFC-41B9-90C2-CD94A3E3F2FA}"/>
              </a:ext>
            </a:extLst>
          </p:cNvPr>
          <p:cNvSpPr>
            <a:spLocks noGrp="1"/>
          </p:cNvSpPr>
          <p:nvPr/>
        </p:nvSpPr>
        <p:spPr>
          <a:xfrm>
            <a:off x="301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A1_bar_GT_9671">
            <a:extLst>
              <a:ext uri="{FF2B5EF4-FFF2-40B4-BE49-F238E27FC236}">
                <a16:creationId xmlns:a16="http://schemas.microsoft.com/office/drawing/2014/main" id="{494502CD-7155-4BCC-BD08-1B58FB2F36AE}"/>
              </a:ext>
            </a:extLst>
          </p:cNvPr>
          <p:cNvSpPr>
            <a:spLocks noGrp="1"/>
          </p:cNvSpPr>
          <p:nvPr/>
        </p:nvSpPr>
        <p:spPr>
          <a:xfrm>
            <a:off x="3052391" y="431634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A1_bar_GT_9672">
            <a:extLst>
              <a:ext uri="{FF2B5EF4-FFF2-40B4-BE49-F238E27FC236}">
                <a16:creationId xmlns:a16="http://schemas.microsoft.com/office/drawing/2014/main" id="{D2812949-DFE3-4FD6-90D8-95BD5B5F92B7}"/>
              </a:ext>
            </a:extLst>
          </p:cNvPr>
          <p:cNvSpPr>
            <a:spLocks noGrp="1"/>
          </p:cNvSpPr>
          <p:nvPr/>
        </p:nvSpPr>
        <p:spPr>
          <a:xfrm>
            <a:off x="31273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A1_bar_GT_9673">
            <a:extLst>
              <a:ext uri="{FF2B5EF4-FFF2-40B4-BE49-F238E27FC236}">
                <a16:creationId xmlns:a16="http://schemas.microsoft.com/office/drawing/2014/main" id="{61AA39CF-A7BF-4CB2-AC3B-248BED898AEF}"/>
              </a:ext>
            </a:extLst>
          </p:cNvPr>
          <p:cNvSpPr>
            <a:spLocks noGrp="1"/>
          </p:cNvSpPr>
          <p:nvPr/>
        </p:nvSpPr>
        <p:spPr>
          <a:xfrm>
            <a:off x="3068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A1_bar_GT_9674">
            <a:extLst>
              <a:ext uri="{FF2B5EF4-FFF2-40B4-BE49-F238E27FC236}">
                <a16:creationId xmlns:a16="http://schemas.microsoft.com/office/drawing/2014/main" id="{E62893D4-8DD9-401D-9112-BC6D378BEDE0}"/>
              </a:ext>
            </a:extLst>
          </p:cNvPr>
          <p:cNvSpPr>
            <a:spLocks noGrp="1"/>
          </p:cNvSpPr>
          <p:nvPr/>
        </p:nvSpPr>
        <p:spPr>
          <a:xfrm>
            <a:off x="31398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A1_bar_GT_9675">
            <a:extLst>
              <a:ext uri="{FF2B5EF4-FFF2-40B4-BE49-F238E27FC236}">
                <a16:creationId xmlns:a16="http://schemas.microsoft.com/office/drawing/2014/main" id="{A845FDD6-592C-4EE8-A950-0B9D8B2AFA28}"/>
              </a:ext>
            </a:extLst>
          </p:cNvPr>
          <p:cNvSpPr>
            <a:spLocks noGrp="1"/>
          </p:cNvSpPr>
          <p:nvPr/>
        </p:nvSpPr>
        <p:spPr>
          <a:xfrm>
            <a:off x="32211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A1_bar_GT_9676">
            <a:extLst>
              <a:ext uri="{FF2B5EF4-FFF2-40B4-BE49-F238E27FC236}">
                <a16:creationId xmlns:a16="http://schemas.microsoft.com/office/drawing/2014/main" id="{7B9FA982-0CAC-4E50-89D5-7D21F4A617BB}"/>
              </a:ext>
            </a:extLst>
          </p:cNvPr>
          <p:cNvSpPr>
            <a:spLocks noGrp="1"/>
          </p:cNvSpPr>
          <p:nvPr/>
        </p:nvSpPr>
        <p:spPr>
          <a:xfrm>
            <a:off x="3160389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A1_bar_GT_9677">
            <a:extLst>
              <a:ext uri="{FF2B5EF4-FFF2-40B4-BE49-F238E27FC236}">
                <a16:creationId xmlns:a16="http://schemas.microsoft.com/office/drawing/2014/main" id="{A0451B77-D822-416B-BF94-A61693DE2EA1}"/>
              </a:ext>
            </a:extLst>
          </p:cNvPr>
          <p:cNvSpPr>
            <a:spLocks noGrp="1"/>
          </p:cNvSpPr>
          <p:nvPr/>
        </p:nvSpPr>
        <p:spPr>
          <a:xfrm>
            <a:off x="31595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A1_bar_GT_9678">
            <a:extLst>
              <a:ext uri="{FF2B5EF4-FFF2-40B4-BE49-F238E27FC236}">
                <a16:creationId xmlns:a16="http://schemas.microsoft.com/office/drawing/2014/main" id="{A92D8213-AF8C-4C2C-AAA5-EAFCCEBE0672}"/>
              </a:ext>
            </a:extLst>
          </p:cNvPr>
          <p:cNvSpPr>
            <a:spLocks noGrp="1"/>
          </p:cNvSpPr>
          <p:nvPr/>
        </p:nvSpPr>
        <p:spPr>
          <a:xfrm>
            <a:off x="31922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A1_bar_GT_9679">
            <a:extLst>
              <a:ext uri="{FF2B5EF4-FFF2-40B4-BE49-F238E27FC236}">
                <a16:creationId xmlns:a16="http://schemas.microsoft.com/office/drawing/2014/main" id="{BF96173F-DC2D-436A-AD22-3068419CAA97}"/>
              </a:ext>
            </a:extLst>
          </p:cNvPr>
          <p:cNvSpPr>
            <a:spLocks noGrp="1"/>
          </p:cNvSpPr>
          <p:nvPr/>
        </p:nvSpPr>
        <p:spPr>
          <a:xfrm>
            <a:off x="31729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A1_bar_GT_9680">
            <a:extLst>
              <a:ext uri="{FF2B5EF4-FFF2-40B4-BE49-F238E27FC236}">
                <a16:creationId xmlns:a16="http://schemas.microsoft.com/office/drawing/2014/main" id="{A62809AD-D01C-4E2C-9303-4C138A883364}"/>
              </a:ext>
            </a:extLst>
          </p:cNvPr>
          <p:cNvSpPr>
            <a:spLocks noGrp="1"/>
          </p:cNvSpPr>
          <p:nvPr/>
        </p:nvSpPr>
        <p:spPr>
          <a:xfrm>
            <a:off x="314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A1_bar_GT_9681">
            <a:extLst>
              <a:ext uri="{FF2B5EF4-FFF2-40B4-BE49-F238E27FC236}">
                <a16:creationId xmlns:a16="http://schemas.microsoft.com/office/drawing/2014/main" id="{79908538-FAAB-45DC-BA23-EB30DF7E0DEF}"/>
              </a:ext>
            </a:extLst>
          </p:cNvPr>
          <p:cNvSpPr>
            <a:spLocks noGrp="1"/>
          </p:cNvSpPr>
          <p:nvPr/>
        </p:nvSpPr>
        <p:spPr>
          <a:xfrm>
            <a:off x="308867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A1_bar_GT_9682">
            <a:extLst>
              <a:ext uri="{FF2B5EF4-FFF2-40B4-BE49-F238E27FC236}">
                <a16:creationId xmlns:a16="http://schemas.microsoft.com/office/drawing/2014/main" id="{52877A67-1B21-4088-A5BB-3E978139463D}"/>
              </a:ext>
            </a:extLst>
          </p:cNvPr>
          <p:cNvSpPr>
            <a:spLocks noGrp="1"/>
          </p:cNvSpPr>
          <p:nvPr/>
        </p:nvSpPr>
        <p:spPr>
          <a:xfrm>
            <a:off x="319978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A1_bar_GT_9683">
            <a:extLst>
              <a:ext uri="{FF2B5EF4-FFF2-40B4-BE49-F238E27FC236}">
                <a16:creationId xmlns:a16="http://schemas.microsoft.com/office/drawing/2014/main" id="{7E37C472-FDCA-42EE-AE8D-A85F2248E9FF}"/>
              </a:ext>
            </a:extLst>
          </p:cNvPr>
          <p:cNvSpPr>
            <a:spLocks noGrp="1"/>
          </p:cNvSpPr>
          <p:nvPr/>
        </p:nvSpPr>
        <p:spPr>
          <a:xfrm>
            <a:off x="3144880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A1_bar_GT_9684">
            <a:extLst>
              <a:ext uri="{FF2B5EF4-FFF2-40B4-BE49-F238E27FC236}">
                <a16:creationId xmlns:a16="http://schemas.microsoft.com/office/drawing/2014/main" id="{53C2E3D0-643C-4DCF-B763-4EB92609B77B}"/>
              </a:ext>
            </a:extLst>
          </p:cNvPr>
          <p:cNvSpPr>
            <a:spLocks noGrp="1"/>
          </p:cNvSpPr>
          <p:nvPr/>
        </p:nvSpPr>
        <p:spPr>
          <a:xfrm>
            <a:off x="3187101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A1_bar_GT_9685">
            <a:extLst>
              <a:ext uri="{FF2B5EF4-FFF2-40B4-BE49-F238E27FC236}">
                <a16:creationId xmlns:a16="http://schemas.microsoft.com/office/drawing/2014/main" id="{66B4C5BD-71F0-496F-B9F1-C5071BA8F882}"/>
              </a:ext>
            </a:extLst>
          </p:cNvPr>
          <p:cNvSpPr>
            <a:spLocks noGrp="1"/>
          </p:cNvSpPr>
          <p:nvPr/>
        </p:nvSpPr>
        <p:spPr>
          <a:xfrm>
            <a:off x="3020761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A1_bar_GT_9686">
            <a:extLst>
              <a:ext uri="{FF2B5EF4-FFF2-40B4-BE49-F238E27FC236}">
                <a16:creationId xmlns:a16="http://schemas.microsoft.com/office/drawing/2014/main" id="{EF3E319A-D151-41D4-AFFC-3668AAD47676}"/>
              </a:ext>
            </a:extLst>
          </p:cNvPr>
          <p:cNvSpPr>
            <a:spLocks noGrp="1"/>
          </p:cNvSpPr>
          <p:nvPr/>
        </p:nvSpPr>
        <p:spPr>
          <a:xfrm>
            <a:off x="3184820" y="36498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A1_bar_GT_9687">
            <a:extLst>
              <a:ext uri="{FF2B5EF4-FFF2-40B4-BE49-F238E27FC236}">
                <a16:creationId xmlns:a16="http://schemas.microsoft.com/office/drawing/2014/main" id="{52B0C154-FF5C-41B4-A12E-DE7B9440AED1}"/>
              </a:ext>
            </a:extLst>
          </p:cNvPr>
          <p:cNvSpPr>
            <a:spLocks noGrp="1"/>
          </p:cNvSpPr>
          <p:nvPr/>
        </p:nvSpPr>
        <p:spPr>
          <a:xfrm>
            <a:off x="29869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A1_bar_GT_9688">
            <a:extLst>
              <a:ext uri="{FF2B5EF4-FFF2-40B4-BE49-F238E27FC236}">
                <a16:creationId xmlns:a16="http://schemas.microsoft.com/office/drawing/2014/main" id="{2F676BD3-D3D3-4AD9-8A75-2C3D42F14A1C}"/>
              </a:ext>
            </a:extLst>
          </p:cNvPr>
          <p:cNvSpPr>
            <a:spLocks noGrp="1"/>
          </p:cNvSpPr>
          <p:nvPr/>
        </p:nvSpPr>
        <p:spPr>
          <a:xfrm>
            <a:off x="320147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A1_bar_GT_9689">
            <a:extLst>
              <a:ext uri="{FF2B5EF4-FFF2-40B4-BE49-F238E27FC236}">
                <a16:creationId xmlns:a16="http://schemas.microsoft.com/office/drawing/2014/main" id="{97224120-93E1-4B8A-B010-732D1DF2CFDC}"/>
              </a:ext>
            </a:extLst>
          </p:cNvPr>
          <p:cNvSpPr>
            <a:spLocks noGrp="1"/>
          </p:cNvSpPr>
          <p:nvPr/>
        </p:nvSpPr>
        <p:spPr>
          <a:xfrm>
            <a:off x="3001781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A1_bar_GT_9690">
            <a:extLst>
              <a:ext uri="{FF2B5EF4-FFF2-40B4-BE49-F238E27FC236}">
                <a16:creationId xmlns:a16="http://schemas.microsoft.com/office/drawing/2014/main" id="{6AE8B205-F488-42E3-8C20-D0D374A14F18}"/>
              </a:ext>
            </a:extLst>
          </p:cNvPr>
          <p:cNvSpPr>
            <a:spLocks noGrp="1"/>
          </p:cNvSpPr>
          <p:nvPr/>
        </p:nvSpPr>
        <p:spPr>
          <a:xfrm>
            <a:off x="3227906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A1_bar_GT_9691">
            <a:extLst>
              <a:ext uri="{FF2B5EF4-FFF2-40B4-BE49-F238E27FC236}">
                <a16:creationId xmlns:a16="http://schemas.microsoft.com/office/drawing/2014/main" id="{2818E28C-7842-44A0-A677-FB2791D976FF}"/>
              </a:ext>
            </a:extLst>
          </p:cNvPr>
          <p:cNvSpPr>
            <a:spLocks noGrp="1"/>
          </p:cNvSpPr>
          <p:nvPr/>
        </p:nvSpPr>
        <p:spPr>
          <a:xfrm>
            <a:off x="300400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A1_bar_GT_9692">
            <a:extLst>
              <a:ext uri="{FF2B5EF4-FFF2-40B4-BE49-F238E27FC236}">
                <a16:creationId xmlns:a16="http://schemas.microsoft.com/office/drawing/2014/main" id="{C1078612-472A-43C2-BC2B-A19EEE5C75DD}"/>
              </a:ext>
            </a:extLst>
          </p:cNvPr>
          <p:cNvSpPr>
            <a:spLocks noGrp="1"/>
          </p:cNvSpPr>
          <p:nvPr/>
        </p:nvSpPr>
        <p:spPr>
          <a:xfrm>
            <a:off x="316767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A1_bar_GT_9693">
            <a:extLst>
              <a:ext uri="{FF2B5EF4-FFF2-40B4-BE49-F238E27FC236}">
                <a16:creationId xmlns:a16="http://schemas.microsoft.com/office/drawing/2014/main" id="{E1B52917-60DC-4864-A816-888743281717}"/>
              </a:ext>
            </a:extLst>
          </p:cNvPr>
          <p:cNvSpPr>
            <a:spLocks noGrp="1"/>
          </p:cNvSpPr>
          <p:nvPr/>
        </p:nvSpPr>
        <p:spPr>
          <a:xfrm>
            <a:off x="3141336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A1_bar_GT_9694">
            <a:extLst>
              <a:ext uri="{FF2B5EF4-FFF2-40B4-BE49-F238E27FC236}">
                <a16:creationId xmlns:a16="http://schemas.microsoft.com/office/drawing/2014/main" id="{098B92D3-D5ED-43C0-8EC5-269DC3303895}"/>
              </a:ext>
            </a:extLst>
          </p:cNvPr>
          <p:cNvSpPr>
            <a:spLocks noGrp="1"/>
          </p:cNvSpPr>
          <p:nvPr/>
        </p:nvSpPr>
        <p:spPr>
          <a:xfrm>
            <a:off x="3223012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A1_bar_GT_9695">
            <a:extLst>
              <a:ext uri="{FF2B5EF4-FFF2-40B4-BE49-F238E27FC236}">
                <a16:creationId xmlns:a16="http://schemas.microsoft.com/office/drawing/2014/main" id="{9BB57CD1-CB21-404B-888D-99B9EAF1BF3D}"/>
              </a:ext>
            </a:extLst>
          </p:cNvPr>
          <p:cNvSpPr>
            <a:spLocks noGrp="1"/>
          </p:cNvSpPr>
          <p:nvPr/>
        </p:nvSpPr>
        <p:spPr>
          <a:xfrm>
            <a:off x="30858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A1_bar_GT_9696">
            <a:extLst>
              <a:ext uri="{FF2B5EF4-FFF2-40B4-BE49-F238E27FC236}">
                <a16:creationId xmlns:a16="http://schemas.microsoft.com/office/drawing/2014/main" id="{A3E35E14-8C7B-42AD-B468-B473A00E598D}"/>
              </a:ext>
            </a:extLst>
          </p:cNvPr>
          <p:cNvSpPr>
            <a:spLocks noGrp="1"/>
          </p:cNvSpPr>
          <p:nvPr/>
        </p:nvSpPr>
        <p:spPr>
          <a:xfrm>
            <a:off x="30221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A1_bar_GT_9697">
            <a:extLst>
              <a:ext uri="{FF2B5EF4-FFF2-40B4-BE49-F238E27FC236}">
                <a16:creationId xmlns:a16="http://schemas.microsoft.com/office/drawing/2014/main" id="{37735770-D7AB-4017-9086-9EBEA932EBAC}"/>
              </a:ext>
            </a:extLst>
          </p:cNvPr>
          <p:cNvSpPr>
            <a:spLocks noGrp="1"/>
          </p:cNvSpPr>
          <p:nvPr/>
        </p:nvSpPr>
        <p:spPr>
          <a:xfrm>
            <a:off x="30345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A1_bar_GT_9698">
            <a:extLst>
              <a:ext uri="{FF2B5EF4-FFF2-40B4-BE49-F238E27FC236}">
                <a16:creationId xmlns:a16="http://schemas.microsoft.com/office/drawing/2014/main" id="{414E08A2-A102-4634-985E-EA72BDF13E9B}"/>
              </a:ext>
            </a:extLst>
          </p:cNvPr>
          <p:cNvSpPr>
            <a:spLocks noGrp="1"/>
          </p:cNvSpPr>
          <p:nvPr/>
        </p:nvSpPr>
        <p:spPr>
          <a:xfrm>
            <a:off x="3027288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A1_bar_GT_9699">
            <a:extLst>
              <a:ext uri="{FF2B5EF4-FFF2-40B4-BE49-F238E27FC236}">
                <a16:creationId xmlns:a16="http://schemas.microsoft.com/office/drawing/2014/main" id="{E1DDABE9-0C8B-4DE9-B872-AFCF52F9CFF4}"/>
              </a:ext>
            </a:extLst>
          </p:cNvPr>
          <p:cNvSpPr>
            <a:spLocks noGrp="1"/>
          </p:cNvSpPr>
          <p:nvPr/>
        </p:nvSpPr>
        <p:spPr>
          <a:xfrm>
            <a:off x="3065873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A1_bar_GT_9700">
            <a:extLst>
              <a:ext uri="{FF2B5EF4-FFF2-40B4-BE49-F238E27FC236}">
                <a16:creationId xmlns:a16="http://schemas.microsoft.com/office/drawing/2014/main" id="{B1339440-565D-4BF6-8E7C-DA827CB49FF1}"/>
              </a:ext>
            </a:extLst>
          </p:cNvPr>
          <p:cNvSpPr>
            <a:spLocks noGrp="1"/>
          </p:cNvSpPr>
          <p:nvPr/>
        </p:nvSpPr>
        <p:spPr>
          <a:xfrm>
            <a:off x="305941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A1_bar_GT_9701">
            <a:extLst>
              <a:ext uri="{FF2B5EF4-FFF2-40B4-BE49-F238E27FC236}">
                <a16:creationId xmlns:a16="http://schemas.microsoft.com/office/drawing/2014/main" id="{921F7B30-7B9B-4582-AC24-5FC624494D42}"/>
              </a:ext>
            </a:extLst>
          </p:cNvPr>
          <p:cNvSpPr>
            <a:spLocks noGrp="1"/>
          </p:cNvSpPr>
          <p:nvPr/>
        </p:nvSpPr>
        <p:spPr>
          <a:xfrm>
            <a:off x="30388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A1_bar_GT_9702">
            <a:extLst>
              <a:ext uri="{FF2B5EF4-FFF2-40B4-BE49-F238E27FC236}">
                <a16:creationId xmlns:a16="http://schemas.microsoft.com/office/drawing/2014/main" id="{91D1962B-F901-441C-ADD4-C6942155E5AF}"/>
              </a:ext>
            </a:extLst>
          </p:cNvPr>
          <p:cNvSpPr>
            <a:spLocks noGrp="1"/>
          </p:cNvSpPr>
          <p:nvPr/>
        </p:nvSpPr>
        <p:spPr>
          <a:xfrm>
            <a:off x="3218469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A1_bar_GT_9703">
            <a:extLst>
              <a:ext uri="{FF2B5EF4-FFF2-40B4-BE49-F238E27FC236}">
                <a16:creationId xmlns:a16="http://schemas.microsoft.com/office/drawing/2014/main" id="{8BB2FF12-EE07-4150-9667-7A610CF00989}"/>
              </a:ext>
            </a:extLst>
          </p:cNvPr>
          <p:cNvSpPr>
            <a:spLocks noGrp="1"/>
          </p:cNvSpPr>
          <p:nvPr/>
        </p:nvSpPr>
        <p:spPr>
          <a:xfrm>
            <a:off x="320835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A1_bar_GT_9704">
            <a:extLst>
              <a:ext uri="{FF2B5EF4-FFF2-40B4-BE49-F238E27FC236}">
                <a16:creationId xmlns:a16="http://schemas.microsoft.com/office/drawing/2014/main" id="{84D0D097-ACE2-406B-B496-63A8681FF752}"/>
              </a:ext>
            </a:extLst>
          </p:cNvPr>
          <p:cNvSpPr>
            <a:spLocks noGrp="1"/>
          </p:cNvSpPr>
          <p:nvPr/>
        </p:nvSpPr>
        <p:spPr>
          <a:xfrm>
            <a:off x="300138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A1_bar_GT_9705">
            <a:extLst>
              <a:ext uri="{FF2B5EF4-FFF2-40B4-BE49-F238E27FC236}">
                <a16:creationId xmlns:a16="http://schemas.microsoft.com/office/drawing/2014/main" id="{D599463D-A117-47CD-AFC8-5DE9E1A4204A}"/>
              </a:ext>
            </a:extLst>
          </p:cNvPr>
          <p:cNvSpPr>
            <a:spLocks noGrp="1"/>
          </p:cNvSpPr>
          <p:nvPr/>
        </p:nvSpPr>
        <p:spPr>
          <a:xfrm>
            <a:off x="29862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A1_bar_GT_9706">
            <a:extLst>
              <a:ext uri="{FF2B5EF4-FFF2-40B4-BE49-F238E27FC236}">
                <a16:creationId xmlns:a16="http://schemas.microsoft.com/office/drawing/2014/main" id="{3FB59095-B558-4792-9620-58DF7E153DDB}"/>
              </a:ext>
            </a:extLst>
          </p:cNvPr>
          <p:cNvSpPr>
            <a:spLocks noGrp="1"/>
          </p:cNvSpPr>
          <p:nvPr/>
        </p:nvSpPr>
        <p:spPr>
          <a:xfrm>
            <a:off x="29854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A1_bar_GT_9707">
            <a:extLst>
              <a:ext uri="{FF2B5EF4-FFF2-40B4-BE49-F238E27FC236}">
                <a16:creationId xmlns:a16="http://schemas.microsoft.com/office/drawing/2014/main" id="{86D7A9EE-DC74-41D1-9368-4228845AB2B1}"/>
              </a:ext>
            </a:extLst>
          </p:cNvPr>
          <p:cNvSpPr>
            <a:spLocks noGrp="1"/>
          </p:cNvSpPr>
          <p:nvPr/>
        </p:nvSpPr>
        <p:spPr>
          <a:xfrm>
            <a:off x="3213724" y="415481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A1_bar_GT_9708">
            <a:extLst>
              <a:ext uri="{FF2B5EF4-FFF2-40B4-BE49-F238E27FC236}">
                <a16:creationId xmlns:a16="http://schemas.microsoft.com/office/drawing/2014/main" id="{DAED014D-5969-43E6-905F-BE2A78D9E1FA}"/>
              </a:ext>
            </a:extLst>
          </p:cNvPr>
          <p:cNvSpPr>
            <a:spLocks noGrp="1"/>
          </p:cNvSpPr>
          <p:nvPr/>
        </p:nvSpPr>
        <p:spPr>
          <a:xfrm>
            <a:off x="31604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A1_bar_GT_9709">
            <a:extLst>
              <a:ext uri="{FF2B5EF4-FFF2-40B4-BE49-F238E27FC236}">
                <a16:creationId xmlns:a16="http://schemas.microsoft.com/office/drawing/2014/main" id="{687F9175-7780-496E-9CDE-9D38D2B2D4AC}"/>
              </a:ext>
            </a:extLst>
          </p:cNvPr>
          <p:cNvSpPr>
            <a:spLocks noGrp="1"/>
          </p:cNvSpPr>
          <p:nvPr/>
        </p:nvSpPr>
        <p:spPr>
          <a:xfrm>
            <a:off x="310423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A1_bar_GT_9710">
            <a:extLst>
              <a:ext uri="{FF2B5EF4-FFF2-40B4-BE49-F238E27FC236}">
                <a16:creationId xmlns:a16="http://schemas.microsoft.com/office/drawing/2014/main" id="{040E1BC1-0F10-4BD1-A64D-80C4346D74F9}"/>
              </a:ext>
            </a:extLst>
          </p:cNvPr>
          <p:cNvSpPr>
            <a:spLocks noGrp="1"/>
          </p:cNvSpPr>
          <p:nvPr/>
        </p:nvSpPr>
        <p:spPr>
          <a:xfrm>
            <a:off x="3128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A1_bar_GT_9711">
            <a:extLst>
              <a:ext uri="{FF2B5EF4-FFF2-40B4-BE49-F238E27FC236}">
                <a16:creationId xmlns:a16="http://schemas.microsoft.com/office/drawing/2014/main" id="{884E615C-D1C9-421C-ACAF-53B2EF49BFA0}"/>
              </a:ext>
            </a:extLst>
          </p:cNvPr>
          <p:cNvSpPr>
            <a:spLocks noGrp="1"/>
          </p:cNvSpPr>
          <p:nvPr/>
        </p:nvSpPr>
        <p:spPr>
          <a:xfrm>
            <a:off x="3192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A1_bar_GT_9712">
            <a:extLst>
              <a:ext uri="{FF2B5EF4-FFF2-40B4-BE49-F238E27FC236}">
                <a16:creationId xmlns:a16="http://schemas.microsoft.com/office/drawing/2014/main" id="{145B990B-3548-48CE-81D3-E3AB8CED895E}"/>
              </a:ext>
            </a:extLst>
          </p:cNvPr>
          <p:cNvSpPr>
            <a:spLocks noGrp="1"/>
          </p:cNvSpPr>
          <p:nvPr/>
        </p:nvSpPr>
        <p:spPr>
          <a:xfrm>
            <a:off x="3185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A1_bar_GT_9713">
            <a:extLst>
              <a:ext uri="{FF2B5EF4-FFF2-40B4-BE49-F238E27FC236}">
                <a16:creationId xmlns:a16="http://schemas.microsoft.com/office/drawing/2014/main" id="{19DED8EC-9847-4E13-A04A-42992AD3149F}"/>
              </a:ext>
            </a:extLst>
          </p:cNvPr>
          <p:cNvSpPr>
            <a:spLocks noGrp="1"/>
          </p:cNvSpPr>
          <p:nvPr/>
        </p:nvSpPr>
        <p:spPr>
          <a:xfrm>
            <a:off x="303338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A1_bar_GT_9714">
            <a:extLst>
              <a:ext uri="{FF2B5EF4-FFF2-40B4-BE49-F238E27FC236}">
                <a16:creationId xmlns:a16="http://schemas.microsoft.com/office/drawing/2014/main" id="{4052D4D8-A6C0-4465-98F1-21165182C4CF}"/>
              </a:ext>
            </a:extLst>
          </p:cNvPr>
          <p:cNvSpPr>
            <a:spLocks noGrp="1"/>
          </p:cNvSpPr>
          <p:nvPr/>
        </p:nvSpPr>
        <p:spPr>
          <a:xfrm>
            <a:off x="31127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A1_bar_GT_9715">
            <a:extLst>
              <a:ext uri="{FF2B5EF4-FFF2-40B4-BE49-F238E27FC236}">
                <a16:creationId xmlns:a16="http://schemas.microsoft.com/office/drawing/2014/main" id="{5146389B-C8B5-489D-BDEE-16B40C4DF9A6}"/>
              </a:ext>
            </a:extLst>
          </p:cNvPr>
          <p:cNvSpPr>
            <a:spLocks noGrp="1"/>
          </p:cNvSpPr>
          <p:nvPr/>
        </p:nvSpPr>
        <p:spPr>
          <a:xfrm>
            <a:off x="31615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A1_bar_GT_9716">
            <a:extLst>
              <a:ext uri="{FF2B5EF4-FFF2-40B4-BE49-F238E27FC236}">
                <a16:creationId xmlns:a16="http://schemas.microsoft.com/office/drawing/2014/main" id="{99AD061E-3EE6-43EB-AF91-401D59A9F8FA}"/>
              </a:ext>
            </a:extLst>
          </p:cNvPr>
          <p:cNvSpPr>
            <a:spLocks noGrp="1"/>
          </p:cNvSpPr>
          <p:nvPr/>
        </p:nvSpPr>
        <p:spPr>
          <a:xfrm>
            <a:off x="3078170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A1_bar_GT_9717">
            <a:extLst>
              <a:ext uri="{FF2B5EF4-FFF2-40B4-BE49-F238E27FC236}">
                <a16:creationId xmlns:a16="http://schemas.microsoft.com/office/drawing/2014/main" id="{49E73BD1-CDC1-47B6-A2F9-5072D48E9A1A}"/>
              </a:ext>
            </a:extLst>
          </p:cNvPr>
          <p:cNvSpPr>
            <a:spLocks noGrp="1"/>
          </p:cNvSpPr>
          <p:nvPr/>
        </p:nvSpPr>
        <p:spPr>
          <a:xfrm>
            <a:off x="315308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A1_bar_GT_9718">
            <a:extLst>
              <a:ext uri="{FF2B5EF4-FFF2-40B4-BE49-F238E27FC236}">
                <a16:creationId xmlns:a16="http://schemas.microsoft.com/office/drawing/2014/main" id="{3942BECD-1415-40D0-B1EB-40F4224DC803}"/>
              </a:ext>
            </a:extLst>
          </p:cNvPr>
          <p:cNvSpPr>
            <a:spLocks noGrp="1"/>
          </p:cNvSpPr>
          <p:nvPr/>
        </p:nvSpPr>
        <p:spPr>
          <a:xfrm>
            <a:off x="2990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A1_bar_GT_9719">
            <a:extLst>
              <a:ext uri="{FF2B5EF4-FFF2-40B4-BE49-F238E27FC236}">
                <a16:creationId xmlns:a16="http://schemas.microsoft.com/office/drawing/2014/main" id="{5C578C42-0EB8-4972-A11A-A8FD1FD483F5}"/>
              </a:ext>
            </a:extLst>
          </p:cNvPr>
          <p:cNvSpPr>
            <a:spLocks noGrp="1"/>
          </p:cNvSpPr>
          <p:nvPr/>
        </p:nvSpPr>
        <p:spPr>
          <a:xfrm>
            <a:off x="314351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A1_bar_GT_9720">
            <a:extLst>
              <a:ext uri="{FF2B5EF4-FFF2-40B4-BE49-F238E27FC236}">
                <a16:creationId xmlns:a16="http://schemas.microsoft.com/office/drawing/2014/main" id="{3CE61C8C-BED3-45CA-AF70-4CA8EFA3BB68}"/>
              </a:ext>
            </a:extLst>
          </p:cNvPr>
          <p:cNvSpPr>
            <a:spLocks noGrp="1"/>
          </p:cNvSpPr>
          <p:nvPr/>
        </p:nvSpPr>
        <p:spPr>
          <a:xfrm>
            <a:off x="3146416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A1_bar_GT_9721">
            <a:extLst>
              <a:ext uri="{FF2B5EF4-FFF2-40B4-BE49-F238E27FC236}">
                <a16:creationId xmlns:a16="http://schemas.microsoft.com/office/drawing/2014/main" id="{4A6C6B10-2C25-4F90-8924-4A3DF5A8C191}"/>
              </a:ext>
            </a:extLst>
          </p:cNvPr>
          <p:cNvSpPr>
            <a:spLocks noGrp="1"/>
          </p:cNvSpPr>
          <p:nvPr/>
        </p:nvSpPr>
        <p:spPr>
          <a:xfrm>
            <a:off x="31692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A1_bar_GT_9722">
            <a:extLst>
              <a:ext uri="{FF2B5EF4-FFF2-40B4-BE49-F238E27FC236}">
                <a16:creationId xmlns:a16="http://schemas.microsoft.com/office/drawing/2014/main" id="{C891C895-7DFF-4C06-BF7F-49B23F08DA94}"/>
              </a:ext>
            </a:extLst>
          </p:cNvPr>
          <p:cNvSpPr>
            <a:spLocks noGrp="1"/>
          </p:cNvSpPr>
          <p:nvPr/>
        </p:nvSpPr>
        <p:spPr>
          <a:xfrm>
            <a:off x="317983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A1_bar_GT_9723">
            <a:extLst>
              <a:ext uri="{FF2B5EF4-FFF2-40B4-BE49-F238E27FC236}">
                <a16:creationId xmlns:a16="http://schemas.microsoft.com/office/drawing/2014/main" id="{CD7C85BC-685C-4E13-AFC4-321F3B59DAA1}"/>
              </a:ext>
            </a:extLst>
          </p:cNvPr>
          <p:cNvSpPr>
            <a:spLocks noGrp="1"/>
          </p:cNvSpPr>
          <p:nvPr/>
        </p:nvSpPr>
        <p:spPr>
          <a:xfrm>
            <a:off x="300014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A1_bar_GT_9724">
            <a:extLst>
              <a:ext uri="{FF2B5EF4-FFF2-40B4-BE49-F238E27FC236}">
                <a16:creationId xmlns:a16="http://schemas.microsoft.com/office/drawing/2014/main" id="{088D0984-5EA2-44FE-A15C-02E354B09CB4}"/>
              </a:ext>
            </a:extLst>
          </p:cNvPr>
          <p:cNvSpPr>
            <a:spLocks noGrp="1"/>
          </p:cNvSpPr>
          <p:nvPr/>
        </p:nvSpPr>
        <p:spPr>
          <a:xfrm>
            <a:off x="3096261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A1_bar_GT_9725">
            <a:extLst>
              <a:ext uri="{FF2B5EF4-FFF2-40B4-BE49-F238E27FC236}">
                <a16:creationId xmlns:a16="http://schemas.microsoft.com/office/drawing/2014/main" id="{8077878C-FE73-463B-A133-AA55A9A7D3E2}"/>
              </a:ext>
            </a:extLst>
          </p:cNvPr>
          <p:cNvSpPr>
            <a:spLocks noGrp="1"/>
          </p:cNvSpPr>
          <p:nvPr/>
        </p:nvSpPr>
        <p:spPr>
          <a:xfrm>
            <a:off x="311181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A1_bar_GT_9726">
            <a:extLst>
              <a:ext uri="{FF2B5EF4-FFF2-40B4-BE49-F238E27FC236}">
                <a16:creationId xmlns:a16="http://schemas.microsoft.com/office/drawing/2014/main" id="{28A9D4B0-E310-40AD-BE10-F95D8D299989}"/>
              </a:ext>
            </a:extLst>
          </p:cNvPr>
          <p:cNvSpPr>
            <a:spLocks noGrp="1"/>
          </p:cNvSpPr>
          <p:nvPr/>
        </p:nvSpPr>
        <p:spPr>
          <a:xfrm>
            <a:off x="303658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A1_bar_GT_9727">
            <a:extLst>
              <a:ext uri="{FF2B5EF4-FFF2-40B4-BE49-F238E27FC236}">
                <a16:creationId xmlns:a16="http://schemas.microsoft.com/office/drawing/2014/main" id="{748D9BEC-FC20-4DE9-92AA-2F95D869DC2A}"/>
              </a:ext>
            </a:extLst>
          </p:cNvPr>
          <p:cNvSpPr>
            <a:spLocks noGrp="1"/>
          </p:cNvSpPr>
          <p:nvPr/>
        </p:nvSpPr>
        <p:spPr>
          <a:xfrm>
            <a:off x="320507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A1_bar_GT_9728">
            <a:extLst>
              <a:ext uri="{FF2B5EF4-FFF2-40B4-BE49-F238E27FC236}">
                <a16:creationId xmlns:a16="http://schemas.microsoft.com/office/drawing/2014/main" id="{88D2EA4F-A697-43E6-96D2-916B0AEF7723}"/>
              </a:ext>
            </a:extLst>
          </p:cNvPr>
          <p:cNvSpPr>
            <a:spLocks noGrp="1"/>
          </p:cNvSpPr>
          <p:nvPr/>
        </p:nvSpPr>
        <p:spPr>
          <a:xfrm>
            <a:off x="3191272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A1_bar_GT_9729">
            <a:extLst>
              <a:ext uri="{FF2B5EF4-FFF2-40B4-BE49-F238E27FC236}">
                <a16:creationId xmlns:a16="http://schemas.microsoft.com/office/drawing/2014/main" id="{62ACC167-4475-4ABF-970E-57187CCA8BBA}"/>
              </a:ext>
            </a:extLst>
          </p:cNvPr>
          <p:cNvSpPr>
            <a:spLocks noGrp="1"/>
          </p:cNvSpPr>
          <p:nvPr/>
        </p:nvSpPr>
        <p:spPr>
          <a:xfrm>
            <a:off x="30831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A1_bar_GT_9730">
            <a:extLst>
              <a:ext uri="{FF2B5EF4-FFF2-40B4-BE49-F238E27FC236}">
                <a16:creationId xmlns:a16="http://schemas.microsoft.com/office/drawing/2014/main" id="{EC7502AB-E20A-4698-8F99-AE73A37C5465}"/>
              </a:ext>
            </a:extLst>
          </p:cNvPr>
          <p:cNvSpPr>
            <a:spLocks noGrp="1"/>
          </p:cNvSpPr>
          <p:nvPr/>
        </p:nvSpPr>
        <p:spPr>
          <a:xfrm>
            <a:off x="2997726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A1_bar_GT_9731">
            <a:extLst>
              <a:ext uri="{FF2B5EF4-FFF2-40B4-BE49-F238E27FC236}">
                <a16:creationId xmlns:a16="http://schemas.microsoft.com/office/drawing/2014/main" id="{487203F9-AADD-4FA3-86C9-E5803C07195E}"/>
              </a:ext>
            </a:extLst>
          </p:cNvPr>
          <p:cNvSpPr>
            <a:spLocks noGrp="1"/>
          </p:cNvSpPr>
          <p:nvPr/>
        </p:nvSpPr>
        <p:spPr>
          <a:xfrm>
            <a:off x="3199217" y="49438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A1_bar_GT_9732">
            <a:extLst>
              <a:ext uri="{FF2B5EF4-FFF2-40B4-BE49-F238E27FC236}">
                <a16:creationId xmlns:a16="http://schemas.microsoft.com/office/drawing/2014/main" id="{98B5B0A0-D8A7-49FB-A90E-E24F3F3DEF7F}"/>
              </a:ext>
            </a:extLst>
          </p:cNvPr>
          <p:cNvSpPr>
            <a:spLocks noGrp="1"/>
          </p:cNvSpPr>
          <p:nvPr/>
        </p:nvSpPr>
        <p:spPr>
          <a:xfrm>
            <a:off x="3124107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A1_bar_GT_9733">
            <a:extLst>
              <a:ext uri="{FF2B5EF4-FFF2-40B4-BE49-F238E27FC236}">
                <a16:creationId xmlns:a16="http://schemas.microsoft.com/office/drawing/2014/main" id="{05BD61DB-C0AB-47DD-8CFB-FD27E2A594E4}"/>
              </a:ext>
            </a:extLst>
          </p:cNvPr>
          <p:cNvSpPr>
            <a:spLocks noGrp="1"/>
          </p:cNvSpPr>
          <p:nvPr/>
        </p:nvSpPr>
        <p:spPr>
          <a:xfrm>
            <a:off x="31964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A1_bar_GT_9734">
            <a:extLst>
              <a:ext uri="{FF2B5EF4-FFF2-40B4-BE49-F238E27FC236}">
                <a16:creationId xmlns:a16="http://schemas.microsoft.com/office/drawing/2014/main" id="{AA13F504-CF16-4F68-A5A7-A5755135BE5D}"/>
              </a:ext>
            </a:extLst>
          </p:cNvPr>
          <p:cNvSpPr>
            <a:spLocks noGrp="1"/>
          </p:cNvSpPr>
          <p:nvPr/>
        </p:nvSpPr>
        <p:spPr>
          <a:xfrm>
            <a:off x="3190516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A1_bar_GT_9735">
            <a:extLst>
              <a:ext uri="{FF2B5EF4-FFF2-40B4-BE49-F238E27FC236}">
                <a16:creationId xmlns:a16="http://schemas.microsoft.com/office/drawing/2014/main" id="{93C4B7FE-13CF-4E7E-83D4-56DDAEC36A21}"/>
              </a:ext>
            </a:extLst>
          </p:cNvPr>
          <p:cNvSpPr>
            <a:spLocks noGrp="1"/>
          </p:cNvSpPr>
          <p:nvPr/>
        </p:nvSpPr>
        <p:spPr>
          <a:xfrm>
            <a:off x="3180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A1_bar_GT_9736">
            <a:extLst>
              <a:ext uri="{FF2B5EF4-FFF2-40B4-BE49-F238E27FC236}">
                <a16:creationId xmlns:a16="http://schemas.microsoft.com/office/drawing/2014/main" id="{24E51D7B-19D8-4B70-96B7-024E2AF5EEDD}"/>
              </a:ext>
            </a:extLst>
          </p:cNvPr>
          <p:cNvSpPr>
            <a:spLocks noGrp="1"/>
          </p:cNvSpPr>
          <p:nvPr/>
        </p:nvSpPr>
        <p:spPr>
          <a:xfrm>
            <a:off x="316110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A1_bar_GT_9737">
            <a:extLst>
              <a:ext uri="{FF2B5EF4-FFF2-40B4-BE49-F238E27FC236}">
                <a16:creationId xmlns:a16="http://schemas.microsoft.com/office/drawing/2014/main" id="{D4BF64AF-D309-43C0-A9F8-329407B432D6}"/>
              </a:ext>
            </a:extLst>
          </p:cNvPr>
          <p:cNvSpPr>
            <a:spLocks noGrp="1"/>
          </p:cNvSpPr>
          <p:nvPr/>
        </p:nvSpPr>
        <p:spPr>
          <a:xfrm>
            <a:off x="31028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A1_bar_GT_9738">
            <a:extLst>
              <a:ext uri="{FF2B5EF4-FFF2-40B4-BE49-F238E27FC236}">
                <a16:creationId xmlns:a16="http://schemas.microsoft.com/office/drawing/2014/main" id="{BE2FB592-E698-45E1-B3EA-7FAA831C216D}"/>
              </a:ext>
            </a:extLst>
          </p:cNvPr>
          <p:cNvSpPr>
            <a:spLocks noGrp="1"/>
          </p:cNvSpPr>
          <p:nvPr/>
        </p:nvSpPr>
        <p:spPr>
          <a:xfrm>
            <a:off x="31480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A1_bar_GT_9739">
            <a:extLst>
              <a:ext uri="{FF2B5EF4-FFF2-40B4-BE49-F238E27FC236}">
                <a16:creationId xmlns:a16="http://schemas.microsoft.com/office/drawing/2014/main" id="{5B4FAA90-ADFB-4344-86F2-BB762C677885}"/>
              </a:ext>
            </a:extLst>
          </p:cNvPr>
          <p:cNvSpPr>
            <a:spLocks noGrp="1"/>
          </p:cNvSpPr>
          <p:nvPr/>
        </p:nvSpPr>
        <p:spPr>
          <a:xfrm>
            <a:off x="2989436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A1_bar_GT_9740">
            <a:extLst>
              <a:ext uri="{FF2B5EF4-FFF2-40B4-BE49-F238E27FC236}">
                <a16:creationId xmlns:a16="http://schemas.microsoft.com/office/drawing/2014/main" id="{F5086A5A-4201-4D64-AD8D-58E75F84247A}"/>
              </a:ext>
            </a:extLst>
          </p:cNvPr>
          <p:cNvSpPr>
            <a:spLocks noGrp="1"/>
          </p:cNvSpPr>
          <p:nvPr/>
        </p:nvSpPr>
        <p:spPr>
          <a:xfrm>
            <a:off x="3191917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A1_bar_GT_9741">
            <a:extLst>
              <a:ext uri="{FF2B5EF4-FFF2-40B4-BE49-F238E27FC236}">
                <a16:creationId xmlns:a16="http://schemas.microsoft.com/office/drawing/2014/main" id="{F866D0AE-E7CA-469E-9D4A-8D2B8514A174}"/>
              </a:ext>
            </a:extLst>
          </p:cNvPr>
          <p:cNvSpPr>
            <a:spLocks noGrp="1"/>
          </p:cNvSpPr>
          <p:nvPr/>
        </p:nvSpPr>
        <p:spPr>
          <a:xfrm>
            <a:off x="313258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A1_bar_GT_9742">
            <a:extLst>
              <a:ext uri="{FF2B5EF4-FFF2-40B4-BE49-F238E27FC236}">
                <a16:creationId xmlns:a16="http://schemas.microsoft.com/office/drawing/2014/main" id="{09324EE8-ED6C-4AF0-8C3D-D8E221E3C9AE}"/>
              </a:ext>
            </a:extLst>
          </p:cNvPr>
          <p:cNvSpPr>
            <a:spLocks noGrp="1"/>
          </p:cNvSpPr>
          <p:nvPr/>
        </p:nvSpPr>
        <p:spPr>
          <a:xfrm>
            <a:off x="31069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A1_bar_GT_9743">
            <a:extLst>
              <a:ext uri="{FF2B5EF4-FFF2-40B4-BE49-F238E27FC236}">
                <a16:creationId xmlns:a16="http://schemas.microsoft.com/office/drawing/2014/main" id="{E3D81956-8B3D-486E-BFB8-304EBB0AC33B}"/>
              </a:ext>
            </a:extLst>
          </p:cNvPr>
          <p:cNvSpPr>
            <a:spLocks noGrp="1"/>
          </p:cNvSpPr>
          <p:nvPr/>
        </p:nvSpPr>
        <p:spPr>
          <a:xfrm>
            <a:off x="29940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A1_bar_GT_9744">
            <a:extLst>
              <a:ext uri="{FF2B5EF4-FFF2-40B4-BE49-F238E27FC236}">
                <a16:creationId xmlns:a16="http://schemas.microsoft.com/office/drawing/2014/main" id="{3039FF7E-41E7-4178-8A5E-F26C60B836F7}"/>
              </a:ext>
            </a:extLst>
          </p:cNvPr>
          <p:cNvSpPr>
            <a:spLocks noGrp="1"/>
          </p:cNvSpPr>
          <p:nvPr/>
        </p:nvSpPr>
        <p:spPr>
          <a:xfrm>
            <a:off x="320100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A1_bar_GT_9745">
            <a:extLst>
              <a:ext uri="{FF2B5EF4-FFF2-40B4-BE49-F238E27FC236}">
                <a16:creationId xmlns:a16="http://schemas.microsoft.com/office/drawing/2014/main" id="{B7BDBF31-E95F-420C-97B8-C019A714146A}"/>
              </a:ext>
            </a:extLst>
          </p:cNvPr>
          <p:cNvSpPr>
            <a:spLocks noGrp="1"/>
          </p:cNvSpPr>
          <p:nvPr/>
        </p:nvSpPr>
        <p:spPr>
          <a:xfrm>
            <a:off x="319289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A1_bar_GT_9746">
            <a:extLst>
              <a:ext uri="{FF2B5EF4-FFF2-40B4-BE49-F238E27FC236}">
                <a16:creationId xmlns:a16="http://schemas.microsoft.com/office/drawing/2014/main" id="{5DB8F197-9506-47AA-AD91-447746FD6542}"/>
              </a:ext>
            </a:extLst>
          </p:cNvPr>
          <p:cNvSpPr>
            <a:spLocks noGrp="1"/>
          </p:cNvSpPr>
          <p:nvPr/>
        </p:nvSpPr>
        <p:spPr>
          <a:xfrm>
            <a:off x="2995791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A1_bar_GT_9747">
            <a:extLst>
              <a:ext uri="{FF2B5EF4-FFF2-40B4-BE49-F238E27FC236}">
                <a16:creationId xmlns:a16="http://schemas.microsoft.com/office/drawing/2014/main" id="{2A4E2FD2-98A2-462A-87EA-316056734742}"/>
              </a:ext>
            </a:extLst>
          </p:cNvPr>
          <p:cNvSpPr>
            <a:spLocks noGrp="1"/>
          </p:cNvSpPr>
          <p:nvPr/>
        </p:nvSpPr>
        <p:spPr>
          <a:xfrm>
            <a:off x="3060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A1_bar_GT_9748">
            <a:extLst>
              <a:ext uri="{FF2B5EF4-FFF2-40B4-BE49-F238E27FC236}">
                <a16:creationId xmlns:a16="http://schemas.microsoft.com/office/drawing/2014/main" id="{0458501F-0970-45E1-A4D5-D3AFEC3F3F19}"/>
              </a:ext>
            </a:extLst>
          </p:cNvPr>
          <p:cNvSpPr>
            <a:spLocks noGrp="1"/>
          </p:cNvSpPr>
          <p:nvPr/>
        </p:nvSpPr>
        <p:spPr>
          <a:xfrm>
            <a:off x="318657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A1_bar_GT_9749">
            <a:extLst>
              <a:ext uri="{FF2B5EF4-FFF2-40B4-BE49-F238E27FC236}">
                <a16:creationId xmlns:a16="http://schemas.microsoft.com/office/drawing/2014/main" id="{711DB270-D117-4127-B3F5-33E7F6D16967}"/>
              </a:ext>
            </a:extLst>
          </p:cNvPr>
          <p:cNvSpPr>
            <a:spLocks noGrp="1"/>
          </p:cNvSpPr>
          <p:nvPr/>
        </p:nvSpPr>
        <p:spPr>
          <a:xfrm>
            <a:off x="30085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A1_bar_GT_9750">
            <a:extLst>
              <a:ext uri="{FF2B5EF4-FFF2-40B4-BE49-F238E27FC236}">
                <a16:creationId xmlns:a16="http://schemas.microsoft.com/office/drawing/2014/main" id="{8840BB3C-6CEC-4A72-B6F8-CCFC7C9E043D}"/>
              </a:ext>
            </a:extLst>
          </p:cNvPr>
          <p:cNvSpPr>
            <a:spLocks noGrp="1"/>
          </p:cNvSpPr>
          <p:nvPr/>
        </p:nvSpPr>
        <p:spPr>
          <a:xfrm>
            <a:off x="30185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A1_bar_GT_9751">
            <a:extLst>
              <a:ext uri="{FF2B5EF4-FFF2-40B4-BE49-F238E27FC236}">
                <a16:creationId xmlns:a16="http://schemas.microsoft.com/office/drawing/2014/main" id="{E797E504-A580-49EB-AF57-F29676769898}"/>
              </a:ext>
            </a:extLst>
          </p:cNvPr>
          <p:cNvSpPr>
            <a:spLocks noGrp="1"/>
          </p:cNvSpPr>
          <p:nvPr/>
        </p:nvSpPr>
        <p:spPr>
          <a:xfrm>
            <a:off x="3202263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A1_bar_GT_9752">
            <a:extLst>
              <a:ext uri="{FF2B5EF4-FFF2-40B4-BE49-F238E27FC236}">
                <a16:creationId xmlns:a16="http://schemas.microsoft.com/office/drawing/2014/main" id="{4F9636A6-5A72-4D6E-B13B-90098AFF01C7}"/>
              </a:ext>
            </a:extLst>
          </p:cNvPr>
          <p:cNvSpPr>
            <a:spLocks noGrp="1"/>
          </p:cNvSpPr>
          <p:nvPr/>
        </p:nvSpPr>
        <p:spPr>
          <a:xfrm>
            <a:off x="29966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A1_bar_GT_9753">
            <a:extLst>
              <a:ext uri="{FF2B5EF4-FFF2-40B4-BE49-F238E27FC236}">
                <a16:creationId xmlns:a16="http://schemas.microsoft.com/office/drawing/2014/main" id="{B3F52493-9A3F-4EC0-B9AE-7721327D634F}"/>
              </a:ext>
            </a:extLst>
          </p:cNvPr>
          <p:cNvSpPr>
            <a:spLocks noGrp="1"/>
          </p:cNvSpPr>
          <p:nvPr/>
        </p:nvSpPr>
        <p:spPr>
          <a:xfrm>
            <a:off x="31531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A1_bar_GT_9754">
            <a:extLst>
              <a:ext uri="{FF2B5EF4-FFF2-40B4-BE49-F238E27FC236}">
                <a16:creationId xmlns:a16="http://schemas.microsoft.com/office/drawing/2014/main" id="{A6425688-125B-492E-A048-2CD6F1166B8F}"/>
              </a:ext>
            </a:extLst>
          </p:cNvPr>
          <p:cNvSpPr>
            <a:spLocks noGrp="1"/>
          </p:cNvSpPr>
          <p:nvPr/>
        </p:nvSpPr>
        <p:spPr>
          <a:xfrm>
            <a:off x="3138517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A1_bar_GT_9755">
            <a:extLst>
              <a:ext uri="{FF2B5EF4-FFF2-40B4-BE49-F238E27FC236}">
                <a16:creationId xmlns:a16="http://schemas.microsoft.com/office/drawing/2014/main" id="{5F2C6BF8-D210-4056-BC3A-7C37E5E08574}"/>
              </a:ext>
            </a:extLst>
          </p:cNvPr>
          <p:cNvSpPr>
            <a:spLocks noGrp="1"/>
          </p:cNvSpPr>
          <p:nvPr/>
        </p:nvSpPr>
        <p:spPr>
          <a:xfrm>
            <a:off x="3138604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A1_bar_GT_9756">
            <a:extLst>
              <a:ext uri="{FF2B5EF4-FFF2-40B4-BE49-F238E27FC236}">
                <a16:creationId xmlns:a16="http://schemas.microsoft.com/office/drawing/2014/main" id="{E9DE0EA6-B85C-4E02-9265-B95FFA905465}"/>
              </a:ext>
            </a:extLst>
          </p:cNvPr>
          <p:cNvSpPr>
            <a:spLocks noGrp="1"/>
          </p:cNvSpPr>
          <p:nvPr/>
        </p:nvSpPr>
        <p:spPr>
          <a:xfrm>
            <a:off x="320003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A1_bar_GT_9757">
            <a:extLst>
              <a:ext uri="{FF2B5EF4-FFF2-40B4-BE49-F238E27FC236}">
                <a16:creationId xmlns:a16="http://schemas.microsoft.com/office/drawing/2014/main" id="{AC1AEAAB-658F-4E6C-ADEA-24DE911BA96F}"/>
              </a:ext>
            </a:extLst>
          </p:cNvPr>
          <p:cNvSpPr>
            <a:spLocks noGrp="1"/>
          </p:cNvSpPr>
          <p:nvPr/>
        </p:nvSpPr>
        <p:spPr>
          <a:xfrm>
            <a:off x="3202268" y="522071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A1_bar_GT_9758">
            <a:extLst>
              <a:ext uri="{FF2B5EF4-FFF2-40B4-BE49-F238E27FC236}">
                <a16:creationId xmlns:a16="http://schemas.microsoft.com/office/drawing/2014/main" id="{9979A05F-4128-4098-80EF-2A5E438EE0B3}"/>
              </a:ext>
            </a:extLst>
          </p:cNvPr>
          <p:cNvSpPr>
            <a:spLocks noGrp="1"/>
          </p:cNvSpPr>
          <p:nvPr/>
        </p:nvSpPr>
        <p:spPr>
          <a:xfrm>
            <a:off x="309593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A1_bar_GT_9759">
            <a:extLst>
              <a:ext uri="{FF2B5EF4-FFF2-40B4-BE49-F238E27FC236}">
                <a16:creationId xmlns:a16="http://schemas.microsoft.com/office/drawing/2014/main" id="{80232336-4007-48FE-9BF0-1949296E71B3}"/>
              </a:ext>
            </a:extLst>
          </p:cNvPr>
          <p:cNvSpPr>
            <a:spLocks noGrp="1"/>
          </p:cNvSpPr>
          <p:nvPr/>
        </p:nvSpPr>
        <p:spPr>
          <a:xfrm>
            <a:off x="314065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A1_bar_GT_9760">
            <a:extLst>
              <a:ext uri="{FF2B5EF4-FFF2-40B4-BE49-F238E27FC236}">
                <a16:creationId xmlns:a16="http://schemas.microsoft.com/office/drawing/2014/main" id="{493590C7-87EB-4B3E-968C-0FFDB78B1173}"/>
              </a:ext>
            </a:extLst>
          </p:cNvPr>
          <p:cNvSpPr>
            <a:spLocks noGrp="1"/>
          </p:cNvSpPr>
          <p:nvPr/>
        </p:nvSpPr>
        <p:spPr>
          <a:xfrm>
            <a:off x="32012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A1_bar_GT_9761">
            <a:extLst>
              <a:ext uri="{FF2B5EF4-FFF2-40B4-BE49-F238E27FC236}">
                <a16:creationId xmlns:a16="http://schemas.microsoft.com/office/drawing/2014/main" id="{2BDA75CB-1592-4334-83F0-781929ACD389}"/>
              </a:ext>
            </a:extLst>
          </p:cNvPr>
          <p:cNvSpPr>
            <a:spLocks noGrp="1"/>
          </p:cNvSpPr>
          <p:nvPr/>
        </p:nvSpPr>
        <p:spPr>
          <a:xfrm>
            <a:off x="31398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A1_bar_GT_9762">
            <a:extLst>
              <a:ext uri="{FF2B5EF4-FFF2-40B4-BE49-F238E27FC236}">
                <a16:creationId xmlns:a16="http://schemas.microsoft.com/office/drawing/2014/main" id="{C54690D1-B2CC-4275-8FA6-ECD3E6C1371C}"/>
              </a:ext>
            </a:extLst>
          </p:cNvPr>
          <p:cNvSpPr>
            <a:spLocks noGrp="1"/>
          </p:cNvSpPr>
          <p:nvPr/>
        </p:nvSpPr>
        <p:spPr>
          <a:xfrm>
            <a:off x="3114724" y="52678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A1_bar_GT_9763">
            <a:extLst>
              <a:ext uri="{FF2B5EF4-FFF2-40B4-BE49-F238E27FC236}">
                <a16:creationId xmlns:a16="http://schemas.microsoft.com/office/drawing/2014/main" id="{082A1F8B-B3E2-4BD1-8BB7-2C9BC5EC17CB}"/>
              </a:ext>
            </a:extLst>
          </p:cNvPr>
          <p:cNvSpPr>
            <a:spLocks noGrp="1"/>
          </p:cNvSpPr>
          <p:nvPr/>
        </p:nvSpPr>
        <p:spPr>
          <a:xfrm>
            <a:off x="30937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A1_bar_GT_9764">
            <a:extLst>
              <a:ext uri="{FF2B5EF4-FFF2-40B4-BE49-F238E27FC236}">
                <a16:creationId xmlns:a16="http://schemas.microsoft.com/office/drawing/2014/main" id="{BB23F4A0-C7A6-4153-8443-2487587907A3}"/>
              </a:ext>
            </a:extLst>
          </p:cNvPr>
          <p:cNvSpPr>
            <a:spLocks noGrp="1"/>
          </p:cNvSpPr>
          <p:nvPr/>
        </p:nvSpPr>
        <p:spPr>
          <a:xfrm>
            <a:off x="3104845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A1_bar_GT_9765">
            <a:extLst>
              <a:ext uri="{FF2B5EF4-FFF2-40B4-BE49-F238E27FC236}">
                <a16:creationId xmlns:a16="http://schemas.microsoft.com/office/drawing/2014/main" id="{334FCD70-AFA4-4126-AAE5-CA37FBCA6421}"/>
              </a:ext>
            </a:extLst>
          </p:cNvPr>
          <p:cNvSpPr>
            <a:spLocks noGrp="1"/>
          </p:cNvSpPr>
          <p:nvPr/>
        </p:nvSpPr>
        <p:spPr>
          <a:xfrm>
            <a:off x="4753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A1_bar_GT_9766">
            <a:extLst>
              <a:ext uri="{FF2B5EF4-FFF2-40B4-BE49-F238E27FC236}">
                <a16:creationId xmlns:a16="http://schemas.microsoft.com/office/drawing/2014/main" id="{FC20F4E8-1CE7-4444-B04F-5F50E7532DAB}"/>
              </a:ext>
            </a:extLst>
          </p:cNvPr>
          <p:cNvSpPr>
            <a:spLocks noGrp="1"/>
          </p:cNvSpPr>
          <p:nvPr/>
        </p:nvSpPr>
        <p:spPr>
          <a:xfrm>
            <a:off x="47824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A1_bar_GT_9767">
            <a:extLst>
              <a:ext uri="{FF2B5EF4-FFF2-40B4-BE49-F238E27FC236}">
                <a16:creationId xmlns:a16="http://schemas.microsoft.com/office/drawing/2014/main" id="{F0D8613C-02E7-4714-A4E6-8171A5EF83AE}"/>
              </a:ext>
            </a:extLst>
          </p:cNvPr>
          <p:cNvSpPr>
            <a:spLocks noGrp="1"/>
          </p:cNvSpPr>
          <p:nvPr/>
        </p:nvSpPr>
        <p:spPr>
          <a:xfrm>
            <a:off x="47791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A1_bar_GT_9768">
            <a:extLst>
              <a:ext uri="{FF2B5EF4-FFF2-40B4-BE49-F238E27FC236}">
                <a16:creationId xmlns:a16="http://schemas.microsoft.com/office/drawing/2014/main" id="{22AFFE14-B736-4D94-B4EA-E17F7531E88D}"/>
              </a:ext>
            </a:extLst>
          </p:cNvPr>
          <p:cNvSpPr>
            <a:spLocks noGrp="1"/>
          </p:cNvSpPr>
          <p:nvPr/>
        </p:nvSpPr>
        <p:spPr>
          <a:xfrm>
            <a:off x="476443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A1_bar_GT_9769">
            <a:extLst>
              <a:ext uri="{FF2B5EF4-FFF2-40B4-BE49-F238E27FC236}">
                <a16:creationId xmlns:a16="http://schemas.microsoft.com/office/drawing/2014/main" id="{2E99C2BD-C749-43F8-AB1D-92CA7CD4B17B}"/>
              </a:ext>
            </a:extLst>
          </p:cNvPr>
          <p:cNvSpPr>
            <a:spLocks noGrp="1"/>
          </p:cNvSpPr>
          <p:nvPr/>
        </p:nvSpPr>
        <p:spPr>
          <a:xfrm>
            <a:off x="4659590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A1_bar_GT_9770">
            <a:extLst>
              <a:ext uri="{FF2B5EF4-FFF2-40B4-BE49-F238E27FC236}">
                <a16:creationId xmlns:a16="http://schemas.microsoft.com/office/drawing/2014/main" id="{835F2346-26BD-4D9B-8367-EA5F2BAC8E23}"/>
              </a:ext>
            </a:extLst>
          </p:cNvPr>
          <p:cNvSpPr>
            <a:spLocks noGrp="1"/>
          </p:cNvSpPr>
          <p:nvPr/>
        </p:nvSpPr>
        <p:spPr>
          <a:xfrm>
            <a:off x="45782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A1_bar_GT_9771">
            <a:extLst>
              <a:ext uri="{FF2B5EF4-FFF2-40B4-BE49-F238E27FC236}">
                <a16:creationId xmlns:a16="http://schemas.microsoft.com/office/drawing/2014/main" id="{2DBC23BE-03BC-435D-A0D5-E2361E5D844E}"/>
              </a:ext>
            </a:extLst>
          </p:cNvPr>
          <p:cNvSpPr>
            <a:spLocks noGrp="1"/>
          </p:cNvSpPr>
          <p:nvPr/>
        </p:nvSpPr>
        <p:spPr>
          <a:xfrm>
            <a:off x="472630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A1_bar_GT_9772">
            <a:extLst>
              <a:ext uri="{FF2B5EF4-FFF2-40B4-BE49-F238E27FC236}">
                <a16:creationId xmlns:a16="http://schemas.microsoft.com/office/drawing/2014/main" id="{62080B14-45C8-4943-921A-A2B250D16745}"/>
              </a:ext>
            </a:extLst>
          </p:cNvPr>
          <p:cNvSpPr>
            <a:spLocks noGrp="1"/>
          </p:cNvSpPr>
          <p:nvPr/>
        </p:nvSpPr>
        <p:spPr>
          <a:xfrm>
            <a:off x="4789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A1_bar_GT_9773">
            <a:extLst>
              <a:ext uri="{FF2B5EF4-FFF2-40B4-BE49-F238E27FC236}">
                <a16:creationId xmlns:a16="http://schemas.microsoft.com/office/drawing/2014/main" id="{A355B8B2-1C36-4F29-82AD-8D1C0DBA3DB9}"/>
              </a:ext>
            </a:extLst>
          </p:cNvPr>
          <p:cNvSpPr>
            <a:spLocks noGrp="1"/>
          </p:cNvSpPr>
          <p:nvPr/>
        </p:nvSpPr>
        <p:spPr>
          <a:xfrm>
            <a:off x="4621956" y="55278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A1_bar_GT_9774">
            <a:extLst>
              <a:ext uri="{FF2B5EF4-FFF2-40B4-BE49-F238E27FC236}">
                <a16:creationId xmlns:a16="http://schemas.microsoft.com/office/drawing/2014/main" id="{8D456B2C-8018-498C-AD21-FF2657EB1C8B}"/>
              </a:ext>
            </a:extLst>
          </p:cNvPr>
          <p:cNvSpPr>
            <a:spLocks noGrp="1"/>
          </p:cNvSpPr>
          <p:nvPr/>
        </p:nvSpPr>
        <p:spPr>
          <a:xfrm>
            <a:off x="464626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A1_bar_GT_9775">
            <a:extLst>
              <a:ext uri="{FF2B5EF4-FFF2-40B4-BE49-F238E27FC236}">
                <a16:creationId xmlns:a16="http://schemas.microsoft.com/office/drawing/2014/main" id="{AB0EC2AC-76E1-4447-AFF5-645A4AFDBE7D}"/>
              </a:ext>
            </a:extLst>
          </p:cNvPr>
          <p:cNvSpPr>
            <a:spLocks noGrp="1"/>
          </p:cNvSpPr>
          <p:nvPr/>
        </p:nvSpPr>
        <p:spPr>
          <a:xfrm>
            <a:off x="4594610" y="4335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A1_bar_GT_9776">
            <a:extLst>
              <a:ext uri="{FF2B5EF4-FFF2-40B4-BE49-F238E27FC236}">
                <a16:creationId xmlns:a16="http://schemas.microsoft.com/office/drawing/2014/main" id="{F977BE5D-8255-4A7A-BD37-B8C6A0EC32EB}"/>
              </a:ext>
            </a:extLst>
          </p:cNvPr>
          <p:cNvSpPr>
            <a:spLocks noGrp="1"/>
          </p:cNvSpPr>
          <p:nvPr/>
        </p:nvSpPr>
        <p:spPr>
          <a:xfrm>
            <a:off x="45757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A1_bar_GT_9777">
            <a:extLst>
              <a:ext uri="{FF2B5EF4-FFF2-40B4-BE49-F238E27FC236}">
                <a16:creationId xmlns:a16="http://schemas.microsoft.com/office/drawing/2014/main" id="{6AB3D4F7-8A8C-4837-86E3-09C232295BF4}"/>
              </a:ext>
            </a:extLst>
          </p:cNvPr>
          <p:cNvSpPr>
            <a:spLocks noGrp="1"/>
          </p:cNvSpPr>
          <p:nvPr/>
        </p:nvSpPr>
        <p:spPr>
          <a:xfrm>
            <a:off x="46752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A1_bar_GT_9778">
            <a:extLst>
              <a:ext uri="{FF2B5EF4-FFF2-40B4-BE49-F238E27FC236}">
                <a16:creationId xmlns:a16="http://schemas.microsoft.com/office/drawing/2014/main" id="{9D654723-4BAB-47E9-AE4C-F1D59695B773}"/>
              </a:ext>
            </a:extLst>
          </p:cNvPr>
          <p:cNvSpPr>
            <a:spLocks noGrp="1"/>
          </p:cNvSpPr>
          <p:nvPr/>
        </p:nvSpPr>
        <p:spPr>
          <a:xfrm>
            <a:off x="458819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A1_bar_GT_9779">
            <a:extLst>
              <a:ext uri="{FF2B5EF4-FFF2-40B4-BE49-F238E27FC236}">
                <a16:creationId xmlns:a16="http://schemas.microsoft.com/office/drawing/2014/main" id="{5BF30CD3-4D0B-4784-A370-D7F2153D1197}"/>
              </a:ext>
            </a:extLst>
          </p:cNvPr>
          <p:cNvSpPr>
            <a:spLocks noGrp="1"/>
          </p:cNvSpPr>
          <p:nvPr/>
        </p:nvSpPr>
        <p:spPr>
          <a:xfrm>
            <a:off x="4668543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A1_bar_GT_9780">
            <a:extLst>
              <a:ext uri="{FF2B5EF4-FFF2-40B4-BE49-F238E27FC236}">
                <a16:creationId xmlns:a16="http://schemas.microsoft.com/office/drawing/2014/main" id="{5A61B3DF-4DD9-4ED6-BD7A-17776B2A09DD}"/>
              </a:ext>
            </a:extLst>
          </p:cNvPr>
          <p:cNvSpPr>
            <a:spLocks noGrp="1"/>
          </p:cNvSpPr>
          <p:nvPr/>
        </p:nvSpPr>
        <p:spPr>
          <a:xfrm>
            <a:off x="4693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A1_bar_GT_9781">
            <a:extLst>
              <a:ext uri="{FF2B5EF4-FFF2-40B4-BE49-F238E27FC236}">
                <a16:creationId xmlns:a16="http://schemas.microsoft.com/office/drawing/2014/main" id="{B34A2C9A-8890-4CEB-9580-EC943A3EBCA7}"/>
              </a:ext>
            </a:extLst>
          </p:cNvPr>
          <p:cNvSpPr>
            <a:spLocks noGrp="1"/>
          </p:cNvSpPr>
          <p:nvPr/>
        </p:nvSpPr>
        <p:spPr>
          <a:xfrm>
            <a:off x="475982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A1_bar_GT_9782">
            <a:extLst>
              <a:ext uri="{FF2B5EF4-FFF2-40B4-BE49-F238E27FC236}">
                <a16:creationId xmlns:a16="http://schemas.microsoft.com/office/drawing/2014/main" id="{1226D13E-BE74-4104-B8A1-02B74C1E5533}"/>
              </a:ext>
            </a:extLst>
          </p:cNvPr>
          <p:cNvSpPr>
            <a:spLocks noGrp="1"/>
          </p:cNvSpPr>
          <p:nvPr/>
        </p:nvSpPr>
        <p:spPr>
          <a:xfrm>
            <a:off x="463852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A1_bar_GT_9783">
            <a:extLst>
              <a:ext uri="{FF2B5EF4-FFF2-40B4-BE49-F238E27FC236}">
                <a16:creationId xmlns:a16="http://schemas.microsoft.com/office/drawing/2014/main" id="{D58487CC-9005-4717-9A63-4C027552882B}"/>
              </a:ext>
            </a:extLst>
          </p:cNvPr>
          <p:cNvSpPr>
            <a:spLocks noGrp="1"/>
          </p:cNvSpPr>
          <p:nvPr/>
        </p:nvSpPr>
        <p:spPr>
          <a:xfrm>
            <a:off x="45618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A1_bar_GT_9784">
            <a:extLst>
              <a:ext uri="{FF2B5EF4-FFF2-40B4-BE49-F238E27FC236}">
                <a16:creationId xmlns:a16="http://schemas.microsoft.com/office/drawing/2014/main" id="{89751B75-E26D-4C28-B921-EDEFC4870718}"/>
              </a:ext>
            </a:extLst>
          </p:cNvPr>
          <p:cNvSpPr>
            <a:spLocks noGrp="1"/>
          </p:cNvSpPr>
          <p:nvPr/>
        </p:nvSpPr>
        <p:spPr>
          <a:xfrm>
            <a:off x="46773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A1_bar_GT_9785">
            <a:extLst>
              <a:ext uri="{FF2B5EF4-FFF2-40B4-BE49-F238E27FC236}">
                <a16:creationId xmlns:a16="http://schemas.microsoft.com/office/drawing/2014/main" id="{884F5CB8-1145-45D5-91E9-69C5179F5DC9}"/>
              </a:ext>
            </a:extLst>
          </p:cNvPr>
          <p:cNvSpPr>
            <a:spLocks noGrp="1"/>
          </p:cNvSpPr>
          <p:nvPr/>
        </p:nvSpPr>
        <p:spPr>
          <a:xfrm>
            <a:off x="4654218" y="41744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A1_bar_GT_9786">
            <a:extLst>
              <a:ext uri="{FF2B5EF4-FFF2-40B4-BE49-F238E27FC236}">
                <a16:creationId xmlns:a16="http://schemas.microsoft.com/office/drawing/2014/main" id="{D706372E-50D5-41A8-AA5A-747A1079F7A8}"/>
              </a:ext>
            </a:extLst>
          </p:cNvPr>
          <p:cNvSpPr>
            <a:spLocks noGrp="1"/>
          </p:cNvSpPr>
          <p:nvPr/>
        </p:nvSpPr>
        <p:spPr>
          <a:xfrm>
            <a:off x="46096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A1_bar_GT_9787">
            <a:extLst>
              <a:ext uri="{FF2B5EF4-FFF2-40B4-BE49-F238E27FC236}">
                <a16:creationId xmlns:a16="http://schemas.microsoft.com/office/drawing/2014/main" id="{2BDFB10D-7842-4E64-8FCB-EB512261C96C}"/>
              </a:ext>
            </a:extLst>
          </p:cNvPr>
          <p:cNvSpPr>
            <a:spLocks noGrp="1"/>
          </p:cNvSpPr>
          <p:nvPr/>
        </p:nvSpPr>
        <p:spPr>
          <a:xfrm>
            <a:off x="4692547" y="35799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A1_bar_GT_9788">
            <a:extLst>
              <a:ext uri="{FF2B5EF4-FFF2-40B4-BE49-F238E27FC236}">
                <a16:creationId xmlns:a16="http://schemas.microsoft.com/office/drawing/2014/main" id="{CF909B94-852E-4AB6-A2BA-C6999D6C2C73}"/>
              </a:ext>
            </a:extLst>
          </p:cNvPr>
          <p:cNvSpPr>
            <a:spLocks noGrp="1"/>
          </p:cNvSpPr>
          <p:nvPr/>
        </p:nvSpPr>
        <p:spPr>
          <a:xfrm>
            <a:off x="4576379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A1_bar_GT_9789">
            <a:extLst>
              <a:ext uri="{FF2B5EF4-FFF2-40B4-BE49-F238E27FC236}">
                <a16:creationId xmlns:a16="http://schemas.microsoft.com/office/drawing/2014/main" id="{CC2DBC5B-926E-41F0-AE60-D73D69FA22DC}"/>
              </a:ext>
            </a:extLst>
          </p:cNvPr>
          <p:cNvSpPr>
            <a:spLocks noGrp="1"/>
          </p:cNvSpPr>
          <p:nvPr/>
        </p:nvSpPr>
        <p:spPr>
          <a:xfrm>
            <a:off x="4666552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A1_bar_GT_9790">
            <a:extLst>
              <a:ext uri="{FF2B5EF4-FFF2-40B4-BE49-F238E27FC236}">
                <a16:creationId xmlns:a16="http://schemas.microsoft.com/office/drawing/2014/main" id="{BF3FE4E2-93AE-4755-9EDD-91405C36DF79}"/>
              </a:ext>
            </a:extLst>
          </p:cNvPr>
          <p:cNvSpPr>
            <a:spLocks noGrp="1"/>
          </p:cNvSpPr>
          <p:nvPr/>
        </p:nvSpPr>
        <p:spPr>
          <a:xfrm>
            <a:off x="4586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A1_bar_GT_9791">
            <a:extLst>
              <a:ext uri="{FF2B5EF4-FFF2-40B4-BE49-F238E27FC236}">
                <a16:creationId xmlns:a16="http://schemas.microsoft.com/office/drawing/2014/main" id="{80677E2D-6C15-45DB-8A2F-16717C2DA11E}"/>
              </a:ext>
            </a:extLst>
          </p:cNvPr>
          <p:cNvSpPr>
            <a:spLocks noGrp="1"/>
          </p:cNvSpPr>
          <p:nvPr/>
        </p:nvSpPr>
        <p:spPr>
          <a:xfrm>
            <a:off x="47654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A1_bar_GT_9792">
            <a:extLst>
              <a:ext uri="{FF2B5EF4-FFF2-40B4-BE49-F238E27FC236}">
                <a16:creationId xmlns:a16="http://schemas.microsoft.com/office/drawing/2014/main" id="{40B0EED0-1DD4-4A20-802C-9BD9443ED899}"/>
              </a:ext>
            </a:extLst>
          </p:cNvPr>
          <p:cNvSpPr>
            <a:spLocks noGrp="1"/>
          </p:cNvSpPr>
          <p:nvPr/>
        </p:nvSpPr>
        <p:spPr>
          <a:xfrm>
            <a:off x="4573163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A1_bar_GT_9793">
            <a:extLst>
              <a:ext uri="{FF2B5EF4-FFF2-40B4-BE49-F238E27FC236}">
                <a16:creationId xmlns:a16="http://schemas.microsoft.com/office/drawing/2014/main" id="{AA1B9F41-0CC1-40D7-9605-0E156D8909C7}"/>
              </a:ext>
            </a:extLst>
          </p:cNvPr>
          <p:cNvSpPr>
            <a:spLocks noGrp="1"/>
          </p:cNvSpPr>
          <p:nvPr/>
        </p:nvSpPr>
        <p:spPr>
          <a:xfrm>
            <a:off x="4606820" y="519860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A1_bar_GT_9794">
            <a:extLst>
              <a:ext uri="{FF2B5EF4-FFF2-40B4-BE49-F238E27FC236}">
                <a16:creationId xmlns:a16="http://schemas.microsoft.com/office/drawing/2014/main" id="{522CFC82-941A-4A91-88ED-90FBD26A3156}"/>
              </a:ext>
            </a:extLst>
          </p:cNvPr>
          <p:cNvSpPr>
            <a:spLocks noGrp="1"/>
          </p:cNvSpPr>
          <p:nvPr/>
        </p:nvSpPr>
        <p:spPr>
          <a:xfrm>
            <a:off x="47996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A1_bar_GT_9795">
            <a:extLst>
              <a:ext uri="{FF2B5EF4-FFF2-40B4-BE49-F238E27FC236}">
                <a16:creationId xmlns:a16="http://schemas.microsoft.com/office/drawing/2014/main" id="{290BBB1D-03B7-4883-85C8-8F38637B7584}"/>
              </a:ext>
            </a:extLst>
          </p:cNvPr>
          <p:cNvSpPr>
            <a:spLocks noGrp="1"/>
          </p:cNvSpPr>
          <p:nvPr/>
        </p:nvSpPr>
        <p:spPr>
          <a:xfrm>
            <a:off x="4712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A1_bar_GT_9796">
            <a:extLst>
              <a:ext uri="{FF2B5EF4-FFF2-40B4-BE49-F238E27FC236}">
                <a16:creationId xmlns:a16="http://schemas.microsoft.com/office/drawing/2014/main" id="{F39EF04C-014B-49B5-B101-6ED14E6E7F26}"/>
              </a:ext>
            </a:extLst>
          </p:cNvPr>
          <p:cNvSpPr>
            <a:spLocks noGrp="1"/>
          </p:cNvSpPr>
          <p:nvPr/>
        </p:nvSpPr>
        <p:spPr>
          <a:xfrm>
            <a:off x="4705658" y="497092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A1_bar_GT_9797">
            <a:extLst>
              <a:ext uri="{FF2B5EF4-FFF2-40B4-BE49-F238E27FC236}">
                <a16:creationId xmlns:a16="http://schemas.microsoft.com/office/drawing/2014/main" id="{91BFB732-290C-46AA-9A9C-AF779A4BF47C}"/>
              </a:ext>
            </a:extLst>
          </p:cNvPr>
          <p:cNvSpPr>
            <a:spLocks noGrp="1"/>
          </p:cNvSpPr>
          <p:nvPr/>
        </p:nvSpPr>
        <p:spPr>
          <a:xfrm>
            <a:off x="467702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A1_bar_GT_9798">
            <a:extLst>
              <a:ext uri="{FF2B5EF4-FFF2-40B4-BE49-F238E27FC236}">
                <a16:creationId xmlns:a16="http://schemas.microsoft.com/office/drawing/2014/main" id="{BE0736E2-CFAC-482B-950E-DC5B4DE851FC}"/>
              </a:ext>
            </a:extLst>
          </p:cNvPr>
          <p:cNvSpPr>
            <a:spLocks noGrp="1"/>
          </p:cNvSpPr>
          <p:nvPr/>
        </p:nvSpPr>
        <p:spPr>
          <a:xfrm>
            <a:off x="475812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A1_bar_GT_9799">
            <a:extLst>
              <a:ext uri="{FF2B5EF4-FFF2-40B4-BE49-F238E27FC236}">
                <a16:creationId xmlns:a16="http://schemas.microsoft.com/office/drawing/2014/main" id="{4D7C1BB2-ED22-4AB5-8EEA-B34F634D9D97}"/>
              </a:ext>
            </a:extLst>
          </p:cNvPr>
          <p:cNvSpPr>
            <a:spLocks noGrp="1"/>
          </p:cNvSpPr>
          <p:nvPr/>
        </p:nvSpPr>
        <p:spPr>
          <a:xfrm>
            <a:off x="46354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A1_bar_GT_9800">
            <a:extLst>
              <a:ext uri="{FF2B5EF4-FFF2-40B4-BE49-F238E27FC236}">
                <a16:creationId xmlns:a16="http://schemas.microsoft.com/office/drawing/2014/main" id="{6B2C636C-04AF-474A-A780-CBA3F2F8EF9B}"/>
              </a:ext>
            </a:extLst>
          </p:cNvPr>
          <p:cNvSpPr>
            <a:spLocks noGrp="1"/>
          </p:cNvSpPr>
          <p:nvPr/>
        </p:nvSpPr>
        <p:spPr>
          <a:xfrm>
            <a:off x="46790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A1_bar_GT_9801">
            <a:extLst>
              <a:ext uri="{FF2B5EF4-FFF2-40B4-BE49-F238E27FC236}">
                <a16:creationId xmlns:a16="http://schemas.microsoft.com/office/drawing/2014/main" id="{B182D498-5D50-4369-927A-256C65FA158B}"/>
              </a:ext>
            </a:extLst>
          </p:cNvPr>
          <p:cNvSpPr>
            <a:spLocks noGrp="1"/>
          </p:cNvSpPr>
          <p:nvPr/>
        </p:nvSpPr>
        <p:spPr>
          <a:xfrm>
            <a:off x="46211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A1_bar_GT_9802">
            <a:extLst>
              <a:ext uri="{FF2B5EF4-FFF2-40B4-BE49-F238E27FC236}">
                <a16:creationId xmlns:a16="http://schemas.microsoft.com/office/drawing/2014/main" id="{E74EF81E-FE37-405B-A735-023D7B868D70}"/>
              </a:ext>
            </a:extLst>
          </p:cNvPr>
          <p:cNvSpPr>
            <a:spLocks noGrp="1"/>
          </p:cNvSpPr>
          <p:nvPr/>
        </p:nvSpPr>
        <p:spPr>
          <a:xfrm>
            <a:off x="47851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A1_bar_GT_9803">
            <a:extLst>
              <a:ext uri="{FF2B5EF4-FFF2-40B4-BE49-F238E27FC236}">
                <a16:creationId xmlns:a16="http://schemas.microsoft.com/office/drawing/2014/main" id="{B5879F2C-79C9-43BA-8C31-C17742932390}"/>
              </a:ext>
            </a:extLst>
          </p:cNvPr>
          <p:cNvSpPr>
            <a:spLocks noGrp="1"/>
          </p:cNvSpPr>
          <p:nvPr/>
        </p:nvSpPr>
        <p:spPr>
          <a:xfrm>
            <a:off x="46183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A1_bar_GT_9804">
            <a:extLst>
              <a:ext uri="{FF2B5EF4-FFF2-40B4-BE49-F238E27FC236}">
                <a16:creationId xmlns:a16="http://schemas.microsoft.com/office/drawing/2014/main" id="{1321185D-EF4F-4C0C-8EAE-D5FF0741F3A1}"/>
              </a:ext>
            </a:extLst>
          </p:cNvPr>
          <p:cNvSpPr>
            <a:spLocks noGrp="1"/>
          </p:cNvSpPr>
          <p:nvPr/>
        </p:nvSpPr>
        <p:spPr>
          <a:xfrm>
            <a:off x="4581964" y="334389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A1_bar_GT_9805">
            <a:extLst>
              <a:ext uri="{FF2B5EF4-FFF2-40B4-BE49-F238E27FC236}">
                <a16:creationId xmlns:a16="http://schemas.microsoft.com/office/drawing/2014/main" id="{8A8936A2-FB24-46C6-A090-63C9D4531EC7}"/>
              </a:ext>
            </a:extLst>
          </p:cNvPr>
          <p:cNvSpPr>
            <a:spLocks noGrp="1"/>
          </p:cNvSpPr>
          <p:nvPr/>
        </p:nvSpPr>
        <p:spPr>
          <a:xfrm>
            <a:off x="464501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A1_bar_GT_9806">
            <a:extLst>
              <a:ext uri="{FF2B5EF4-FFF2-40B4-BE49-F238E27FC236}">
                <a16:creationId xmlns:a16="http://schemas.microsoft.com/office/drawing/2014/main" id="{FC590560-07F6-4E2F-B1A1-B3B31BD45EFE}"/>
              </a:ext>
            </a:extLst>
          </p:cNvPr>
          <p:cNvSpPr>
            <a:spLocks noGrp="1"/>
          </p:cNvSpPr>
          <p:nvPr/>
        </p:nvSpPr>
        <p:spPr>
          <a:xfrm>
            <a:off x="474948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A1_bar_GT_9807">
            <a:extLst>
              <a:ext uri="{FF2B5EF4-FFF2-40B4-BE49-F238E27FC236}">
                <a16:creationId xmlns:a16="http://schemas.microsoft.com/office/drawing/2014/main" id="{854A14F4-CFE2-4A1C-8F8E-3A43C3590507}"/>
              </a:ext>
            </a:extLst>
          </p:cNvPr>
          <p:cNvSpPr>
            <a:spLocks noGrp="1"/>
          </p:cNvSpPr>
          <p:nvPr/>
        </p:nvSpPr>
        <p:spPr>
          <a:xfrm>
            <a:off x="46099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A1_bar_GT_9808">
            <a:extLst>
              <a:ext uri="{FF2B5EF4-FFF2-40B4-BE49-F238E27FC236}">
                <a16:creationId xmlns:a16="http://schemas.microsoft.com/office/drawing/2014/main" id="{B0DEE0B0-3059-42A1-8150-4D02E0CED460}"/>
              </a:ext>
            </a:extLst>
          </p:cNvPr>
          <p:cNvSpPr>
            <a:spLocks noGrp="1"/>
          </p:cNvSpPr>
          <p:nvPr/>
        </p:nvSpPr>
        <p:spPr>
          <a:xfrm>
            <a:off x="4718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A1_bar_GT_9809">
            <a:extLst>
              <a:ext uri="{FF2B5EF4-FFF2-40B4-BE49-F238E27FC236}">
                <a16:creationId xmlns:a16="http://schemas.microsoft.com/office/drawing/2014/main" id="{4AD78C84-8834-4D90-9BEE-A531DC9861CC}"/>
              </a:ext>
            </a:extLst>
          </p:cNvPr>
          <p:cNvSpPr>
            <a:spLocks noGrp="1"/>
          </p:cNvSpPr>
          <p:nvPr/>
        </p:nvSpPr>
        <p:spPr>
          <a:xfrm>
            <a:off x="46589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A1_bar_GT_9810">
            <a:extLst>
              <a:ext uri="{FF2B5EF4-FFF2-40B4-BE49-F238E27FC236}">
                <a16:creationId xmlns:a16="http://schemas.microsoft.com/office/drawing/2014/main" id="{F7BEAD33-8731-4E00-850D-C3690A12DE5E}"/>
              </a:ext>
            </a:extLst>
          </p:cNvPr>
          <p:cNvSpPr>
            <a:spLocks noGrp="1"/>
          </p:cNvSpPr>
          <p:nvPr/>
        </p:nvSpPr>
        <p:spPr>
          <a:xfrm>
            <a:off x="47810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A1_bar_GT_9811">
            <a:extLst>
              <a:ext uri="{FF2B5EF4-FFF2-40B4-BE49-F238E27FC236}">
                <a16:creationId xmlns:a16="http://schemas.microsoft.com/office/drawing/2014/main" id="{EEABB4D4-6919-4C4B-9604-80721AE2A01A}"/>
              </a:ext>
            </a:extLst>
          </p:cNvPr>
          <p:cNvSpPr>
            <a:spLocks noGrp="1"/>
          </p:cNvSpPr>
          <p:nvPr/>
        </p:nvSpPr>
        <p:spPr>
          <a:xfrm>
            <a:off x="4711787" y="360242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A1_bar_GT_9812">
            <a:extLst>
              <a:ext uri="{FF2B5EF4-FFF2-40B4-BE49-F238E27FC236}">
                <a16:creationId xmlns:a16="http://schemas.microsoft.com/office/drawing/2014/main" id="{9F3136B9-915C-4145-A988-B29B5E564BC7}"/>
              </a:ext>
            </a:extLst>
          </p:cNvPr>
          <p:cNvSpPr>
            <a:spLocks noGrp="1"/>
          </p:cNvSpPr>
          <p:nvPr/>
        </p:nvSpPr>
        <p:spPr>
          <a:xfrm>
            <a:off x="46005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A1_bar_GT_9813">
            <a:extLst>
              <a:ext uri="{FF2B5EF4-FFF2-40B4-BE49-F238E27FC236}">
                <a16:creationId xmlns:a16="http://schemas.microsoft.com/office/drawing/2014/main" id="{4FA6938D-6759-48C2-94F9-7725069DEA11}"/>
              </a:ext>
            </a:extLst>
          </p:cNvPr>
          <p:cNvSpPr>
            <a:spLocks noGrp="1"/>
          </p:cNvSpPr>
          <p:nvPr/>
        </p:nvSpPr>
        <p:spPr>
          <a:xfrm>
            <a:off x="456550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A1_bar_GT_9814">
            <a:extLst>
              <a:ext uri="{FF2B5EF4-FFF2-40B4-BE49-F238E27FC236}">
                <a16:creationId xmlns:a16="http://schemas.microsoft.com/office/drawing/2014/main" id="{15A6197D-7538-45B2-8D98-10103E24EC01}"/>
              </a:ext>
            </a:extLst>
          </p:cNvPr>
          <p:cNvSpPr>
            <a:spLocks noGrp="1"/>
          </p:cNvSpPr>
          <p:nvPr/>
        </p:nvSpPr>
        <p:spPr>
          <a:xfrm>
            <a:off x="4696827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A1_bar_GT_9815">
            <a:extLst>
              <a:ext uri="{FF2B5EF4-FFF2-40B4-BE49-F238E27FC236}">
                <a16:creationId xmlns:a16="http://schemas.microsoft.com/office/drawing/2014/main" id="{892BB129-DCF6-46BA-BB17-38B753B626CF}"/>
              </a:ext>
            </a:extLst>
          </p:cNvPr>
          <p:cNvSpPr>
            <a:spLocks noGrp="1"/>
          </p:cNvSpPr>
          <p:nvPr/>
        </p:nvSpPr>
        <p:spPr>
          <a:xfrm>
            <a:off x="461731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A1_bar_GT_9816">
            <a:extLst>
              <a:ext uri="{FF2B5EF4-FFF2-40B4-BE49-F238E27FC236}">
                <a16:creationId xmlns:a16="http://schemas.microsoft.com/office/drawing/2014/main" id="{5565D556-C6B6-460B-8AA3-9C276E456025}"/>
              </a:ext>
            </a:extLst>
          </p:cNvPr>
          <p:cNvSpPr>
            <a:spLocks noGrp="1"/>
          </p:cNvSpPr>
          <p:nvPr/>
        </p:nvSpPr>
        <p:spPr>
          <a:xfrm>
            <a:off x="47815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A1_bar_GT_9817">
            <a:extLst>
              <a:ext uri="{FF2B5EF4-FFF2-40B4-BE49-F238E27FC236}">
                <a16:creationId xmlns:a16="http://schemas.microsoft.com/office/drawing/2014/main" id="{C00572D6-A2FB-48DB-966F-74793FC9C082}"/>
              </a:ext>
            </a:extLst>
          </p:cNvPr>
          <p:cNvSpPr>
            <a:spLocks noGrp="1"/>
          </p:cNvSpPr>
          <p:nvPr/>
        </p:nvSpPr>
        <p:spPr>
          <a:xfrm>
            <a:off x="4710927" y="31970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A1_bar_GT_9818">
            <a:extLst>
              <a:ext uri="{FF2B5EF4-FFF2-40B4-BE49-F238E27FC236}">
                <a16:creationId xmlns:a16="http://schemas.microsoft.com/office/drawing/2014/main" id="{DBC310DE-210B-4CE0-B64D-8E6BAC80A6DD}"/>
              </a:ext>
            </a:extLst>
          </p:cNvPr>
          <p:cNvSpPr>
            <a:spLocks noGrp="1"/>
          </p:cNvSpPr>
          <p:nvPr/>
        </p:nvSpPr>
        <p:spPr>
          <a:xfrm>
            <a:off x="4718208" y="383387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A1_bar_GT_9819">
            <a:extLst>
              <a:ext uri="{FF2B5EF4-FFF2-40B4-BE49-F238E27FC236}">
                <a16:creationId xmlns:a16="http://schemas.microsoft.com/office/drawing/2014/main" id="{6BFC09D6-A11C-4E93-BA53-0EA24B8EB4B0}"/>
              </a:ext>
            </a:extLst>
          </p:cNvPr>
          <p:cNvSpPr>
            <a:spLocks noGrp="1"/>
          </p:cNvSpPr>
          <p:nvPr/>
        </p:nvSpPr>
        <p:spPr>
          <a:xfrm>
            <a:off x="4617352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A1_bar_GT_9820">
            <a:extLst>
              <a:ext uri="{FF2B5EF4-FFF2-40B4-BE49-F238E27FC236}">
                <a16:creationId xmlns:a16="http://schemas.microsoft.com/office/drawing/2014/main" id="{53EBEB8D-861E-4842-9F72-2A34DED5F6F7}"/>
              </a:ext>
            </a:extLst>
          </p:cNvPr>
          <p:cNvSpPr>
            <a:spLocks noGrp="1"/>
          </p:cNvSpPr>
          <p:nvPr/>
        </p:nvSpPr>
        <p:spPr>
          <a:xfrm>
            <a:off x="4585593" y="422815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A1_bar_GT_9821">
            <a:extLst>
              <a:ext uri="{FF2B5EF4-FFF2-40B4-BE49-F238E27FC236}">
                <a16:creationId xmlns:a16="http://schemas.microsoft.com/office/drawing/2014/main" id="{C7648B7F-6207-4FD1-9B45-CB04786A5A68}"/>
              </a:ext>
            </a:extLst>
          </p:cNvPr>
          <p:cNvSpPr>
            <a:spLocks noGrp="1"/>
          </p:cNvSpPr>
          <p:nvPr/>
        </p:nvSpPr>
        <p:spPr>
          <a:xfrm>
            <a:off x="4743929" y="42993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A1_bar_GT_9822">
            <a:extLst>
              <a:ext uri="{FF2B5EF4-FFF2-40B4-BE49-F238E27FC236}">
                <a16:creationId xmlns:a16="http://schemas.microsoft.com/office/drawing/2014/main" id="{AC89D713-B0E4-4610-9116-8347322436CD}"/>
              </a:ext>
            </a:extLst>
          </p:cNvPr>
          <p:cNvSpPr>
            <a:spLocks noGrp="1"/>
          </p:cNvSpPr>
          <p:nvPr/>
        </p:nvSpPr>
        <p:spPr>
          <a:xfrm>
            <a:off x="4566130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A1_bar_GT_9823">
            <a:extLst>
              <a:ext uri="{FF2B5EF4-FFF2-40B4-BE49-F238E27FC236}">
                <a16:creationId xmlns:a16="http://schemas.microsoft.com/office/drawing/2014/main" id="{1588F642-44D9-49C7-937E-051FEE010805}"/>
              </a:ext>
            </a:extLst>
          </p:cNvPr>
          <p:cNvSpPr>
            <a:spLocks noGrp="1"/>
          </p:cNvSpPr>
          <p:nvPr/>
        </p:nvSpPr>
        <p:spPr>
          <a:xfrm>
            <a:off x="4562745" y="60142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A1_bar_GT_9824">
            <a:extLst>
              <a:ext uri="{FF2B5EF4-FFF2-40B4-BE49-F238E27FC236}">
                <a16:creationId xmlns:a16="http://schemas.microsoft.com/office/drawing/2014/main" id="{FD153060-BB37-459E-812D-B73FF84846F2}"/>
              </a:ext>
            </a:extLst>
          </p:cNvPr>
          <p:cNvSpPr>
            <a:spLocks noGrp="1"/>
          </p:cNvSpPr>
          <p:nvPr/>
        </p:nvSpPr>
        <p:spPr>
          <a:xfrm>
            <a:off x="472266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A1_bar_GT_9825">
            <a:extLst>
              <a:ext uri="{FF2B5EF4-FFF2-40B4-BE49-F238E27FC236}">
                <a16:creationId xmlns:a16="http://schemas.microsoft.com/office/drawing/2014/main" id="{A2E956D9-B1FF-4131-AFE1-8E5126FE46E7}"/>
              </a:ext>
            </a:extLst>
          </p:cNvPr>
          <p:cNvSpPr>
            <a:spLocks noGrp="1"/>
          </p:cNvSpPr>
          <p:nvPr/>
        </p:nvSpPr>
        <p:spPr>
          <a:xfrm>
            <a:off x="4670616" y="4065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A1_bar_GT_9826">
            <a:extLst>
              <a:ext uri="{FF2B5EF4-FFF2-40B4-BE49-F238E27FC236}">
                <a16:creationId xmlns:a16="http://schemas.microsoft.com/office/drawing/2014/main" id="{F196B9B8-F106-4FCB-B32C-FCDFE23F3E9C}"/>
              </a:ext>
            </a:extLst>
          </p:cNvPr>
          <p:cNvSpPr>
            <a:spLocks noGrp="1"/>
          </p:cNvSpPr>
          <p:nvPr/>
        </p:nvSpPr>
        <p:spPr>
          <a:xfrm>
            <a:off x="4781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A1_bar_GT_9827">
            <a:extLst>
              <a:ext uri="{FF2B5EF4-FFF2-40B4-BE49-F238E27FC236}">
                <a16:creationId xmlns:a16="http://schemas.microsoft.com/office/drawing/2014/main" id="{DE4BD36D-385B-4A01-8B5E-BCBE7F784431}"/>
              </a:ext>
            </a:extLst>
          </p:cNvPr>
          <p:cNvSpPr>
            <a:spLocks noGrp="1"/>
          </p:cNvSpPr>
          <p:nvPr/>
        </p:nvSpPr>
        <p:spPr>
          <a:xfrm>
            <a:off x="47785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A1_bar_GT_9828">
            <a:extLst>
              <a:ext uri="{FF2B5EF4-FFF2-40B4-BE49-F238E27FC236}">
                <a16:creationId xmlns:a16="http://schemas.microsoft.com/office/drawing/2014/main" id="{8EB07EA9-8EDE-4C14-B1F4-4F72E16D2C49}"/>
              </a:ext>
            </a:extLst>
          </p:cNvPr>
          <p:cNvSpPr>
            <a:spLocks noGrp="1"/>
          </p:cNvSpPr>
          <p:nvPr/>
        </p:nvSpPr>
        <p:spPr>
          <a:xfrm>
            <a:off x="45939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A1_bar_GT_9829">
            <a:extLst>
              <a:ext uri="{FF2B5EF4-FFF2-40B4-BE49-F238E27FC236}">
                <a16:creationId xmlns:a16="http://schemas.microsoft.com/office/drawing/2014/main" id="{298C7B4E-CB4D-49E7-A820-0F525B13935A}"/>
              </a:ext>
            </a:extLst>
          </p:cNvPr>
          <p:cNvSpPr>
            <a:spLocks noGrp="1"/>
          </p:cNvSpPr>
          <p:nvPr/>
        </p:nvSpPr>
        <p:spPr>
          <a:xfrm>
            <a:off x="47015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A1_bar_GT_9830">
            <a:extLst>
              <a:ext uri="{FF2B5EF4-FFF2-40B4-BE49-F238E27FC236}">
                <a16:creationId xmlns:a16="http://schemas.microsoft.com/office/drawing/2014/main" id="{030174D1-F15D-41AA-83E4-E71A2AC3002F}"/>
              </a:ext>
            </a:extLst>
          </p:cNvPr>
          <p:cNvSpPr>
            <a:spLocks noGrp="1"/>
          </p:cNvSpPr>
          <p:nvPr/>
        </p:nvSpPr>
        <p:spPr>
          <a:xfrm>
            <a:off x="4675143" y="42356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A1_bar_GT_9831">
            <a:extLst>
              <a:ext uri="{FF2B5EF4-FFF2-40B4-BE49-F238E27FC236}">
                <a16:creationId xmlns:a16="http://schemas.microsoft.com/office/drawing/2014/main" id="{018A977B-1604-41D2-B43E-B8856161FB32}"/>
              </a:ext>
            </a:extLst>
          </p:cNvPr>
          <p:cNvSpPr>
            <a:spLocks noGrp="1"/>
          </p:cNvSpPr>
          <p:nvPr/>
        </p:nvSpPr>
        <p:spPr>
          <a:xfrm>
            <a:off x="4555565" y="45016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A1_bar_GT_9832">
            <a:extLst>
              <a:ext uri="{FF2B5EF4-FFF2-40B4-BE49-F238E27FC236}">
                <a16:creationId xmlns:a16="http://schemas.microsoft.com/office/drawing/2014/main" id="{282F595D-3AC9-4504-93E8-653CBA142BA2}"/>
              </a:ext>
            </a:extLst>
          </p:cNvPr>
          <p:cNvSpPr>
            <a:spLocks noGrp="1"/>
          </p:cNvSpPr>
          <p:nvPr/>
        </p:nvSpPr>
        <p:spPr>
          <a:xfrm>
            <a:off x="48061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A1_bar_GT_9833">
            <a:extLst>
              <a:ext uri="{FF2B5EF4-FFF2-40B4-BE49-F238E27FC236}">
                <a16:creationId xmlns:a16="http://schemas.microsoft.com/office/drawing/2014/main" id="{C645986D-ED26-418A-8FBB-C6D879C4A3D6}"/>
              </a:ext>
            </a:extLst>
          </p:cNvPr>
          <p:cNvSpPr>
            <a:spLocks noGrp="1"/>
          </p:cNvSpPr>
          <p:nvPr/>
        </p:nvSpPr>
        <p:spPr>
          <a:xfrm>
            <a:off x="464295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A1_bar_GT_9834">
            <a:extLst>
              <a:ext uri="{FF2B5EF4-FFF2-40B4-BE49-F238E27FC236}">
                <a16:creationId xmlns:a16="http://schemas.microsoft.com/office/drawing/2014/main" id="{72F21426-A4B7-433B-8EA1-A37B7D2E632B}"/>
              </a:ext>
            </a:extLst>
          </p:cNvPr>
          <p:cNvSpPr>
            <a:spLocks noGrp="1"/>
          </p:cNvSpPr>
          <p:nvPr/>
        </p:nvSpPr>
        <p:spPr>
          <a:xfrm>
            <a:off x="4779108" y="35624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A1_bar_GT_9835">
            <a:extLst>
              <a:ext uri="{FF2B5EF4-FFF2-40B4-BE49-F238E27FC236}">
                <a16:creationId xmlns:a16="http://schemas.microsoft.com/office/drawing/2014/main" id="{32D5B9E9-038B-4B34-8A40-49AE80D65450}"/>
              </a:ext>
            </a:extLst>
          </p:cNvPr>
          <p:cNvSpPr>
            <a:spLocks noGrp="1"/>
          </p:cNvSpPr>
          <p:nvPr/>
        </p:nvSpPr>
        <p:spPr>
          <a:xfrm>
            <a:off x="475435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A1_bar_GT_9836">
            <a:extLst>
              <a:ext uri="{FF2B5EF4-FFF2-40B4-BE49-F238E27FC236}">
                <a16:creationId xmlns:a16="http://schemas.microsoft.com/office/drawing/2014/main" id="{8E4C8987-257B-4DE3-966D-52FF0B12B01D}"/>
              </a:ext>
            </a:extLst>
          </p:cNvPr>
          <p:cNvSpPr>
            <a:spLocks noGrp="1"/>
          </p:cNvSpPr>
          <p:nvPr/>
        </p:nvSpPr>
        <p:spPr>
          <a:xfrm>
            <a:off x="4668632" y="33045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A1_bar_GT_9837">
            <a:extLst>
              <a:ext uri="{FF2B5EF4-FFF2-40B4-BE49-F238E27FC236}">
                <a16:creationId xmlns:a16="http://schemas.microsoft.com/office/drawing/2014/main" id="{D422F51C-F9EF-4A10-B518-F8F489D532C4}"/>
              </a:ext>
            </a:extLst>
          </p:cNvPr>
          <p:cNvSpPr>
            <a:spLocks noGrp="1"/>
          </p:cNvSpPr>
          <p:nvPr/>
        </p:nvSpPr>
        <p:spPr>
          <a:xfrm>
            <a:off x="467394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A1_bar_GT_9838">
            <a:extLst>
              <a:ext uri="{FF2B5EF4-FFF2-40B4-BE49-F238E27FC236}">
                <a16:creationId xmlns:a16="http://schemas.microsoft.com/office/drawing/2014/main" id="{6B5E912D-23A6-4561-9E09-EEDEADD05C7E}"/>
              </a:ext>
            </a:extLst>
          </p:cNvPr>
          <p:cNvSpPr>
            <a:spLocks noGrp="1"/>
          </p:cNvSpPr>
          <p:nvPr/>
        </p:nvSpPr>
        <p:spPr>
          <a:xfrm>
            <a:off x="472451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A1_bar_GT_9839">
            <a:extLst>
              <a:ext uri="{FF2B5EF4-FFF2-40B4-BE49-F238E27FC236}">
                <a16:creationId xmlns:a16="http://schemas.microsoft.com/office/drawing/2014/main" id="{D2F981D5-F405-467F-AD78-018F2A88DD74}"/>
              </a:ext>
            </a:extLst>
          </p:cNvPr>
          <p:cNvSpPr>
            <a:spLocks noGrp="1"/>
          </p:cNvSpPr>
          <p:nvPr/>
        </p:nvSpPr>
        <p:spPr>
          <a:xfrm>
            <a:off x="4716554" y="504603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A1_bar_GT_9840">
            <a:extLst>
              <a:ext uri="{FF2B5EF4-FFF2-40B4-BE49-F238E27FC236}">
                <a16:creationId xmlns:a16="http://schemas.microsoft.com/office/drawing/2014/main" id="{F9CBFFAE-2878-4732-A8E4-D1B80D770119}"/>
              </a:ext>
            </a:extLst>
          </p:cNvPr>
          <p:cNvSpPr>
            <a:spLocks noGrp="1"/>
          </p:cNvSpPr>
          <p:nvPr/>
        </p:nvSpPr>
        <p:spPr>
          <a:xfrm>
            <a:off x="46576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A1_bar_GT_9841">
            <a:extLst>
              <a:ext uri="{FF2B5EF4-FFF2-40B4-BE49-F238E27FC236}">
                <a16:creationId xmlns:a16="http://schemas.microsoft.com/office/drawing/2014/main" id="{75A4E51A-02A5-469C-9FAA-F38150129731}"/>
              </a:ext>
            </a:extLst>
          </p:cNvPr>
          <p:cNvSpPr>
            <a:spLocks noGrp="1"/>
          </p:cNvSpPr>
          <p:nvPr/>
        </p:nvSpPr>
        <p:spPr>
          <a:xfrm>
            <a:off x="467606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A1_bar_GT_9842">
            <a:extLst>
              <a:ext uri="{FF2B5EF4-FFF2-40B4-BE49-F238E27FC236}">
                <a16:creationId xmlns:a16="http://schemas.microsoft.com/office/drawing/2014/main" id="{4757001D-0A19-4EE2-8A60-CA41227FB84D}"/>
              </a:ext>
            </a:extLst>
          </p:cNvPr>
          <p:cNvSpPr>
            <a:spLocks noGrp="1"/>
          </p:cNvSpPr>
          <p:nvPr/>
        </p:nvSpPr>
        <p:spPr>
          <a:xfrm>
            <a:off x="4596066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A1_bar_GT_9843">
            <a:extLst>
              <a:ext uri="{FF2B5EF4-FFF2-40B4-BE49-F238E27FC236}">
                <a16:creationId xmlns:a16="http://schemas.microsoft.com/office/drawing/2014/main" id="{268E8FAD-DD21-4618-B239-EA42BA680ECB}"/>
              </a:ext>
            </a:extLst>
          </p:cNvPr>
          <p:cNvSpPr>
            <a:spLocks noGrp="1"/>
          </p:cNvSpPr>
          <p:nvPr/>
        </p:nvSpPr>
        <p:spPr>
          <a:xfrm>
            <a:off x="47139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A1_bar_GT_9844">
            <a:extLst>
              <a:ext uri="{FF2B5EF4-FFF2-40B4-BE49-F238E27FC236}">
                <a16:creationId xmlns:a16="http://schemas.microsoft.com/office/drawing/2014/main" id="{FEC07159-AC9C-4F30-8005-CE6BF0F46CFB}"/>
              </a:ext>
            </a:extLst>
          </p:cNvPr>
          <p:cNvSpPr>
            <a:spLocks noGrp="1"/>
          </p:cNvSpPr>
          <p:nvPr/>
        </p:nvSpPr>
        <p:spPr>
          <a:xfrm>
            <a:off x="4623772" y="380317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A1_bar_GT_9845">
            <a:extLst>
              <a:ext uri="{FF2B5EF4-FFF2-40B4-BE49-F238E27FC236}">
                <a16:creationId xmlns:a16="http://schemas.microsoft.com/office/drawing/2014/main" id="{5F14E8A1-5037-4F59-96DC-B354BD1B313D}"/>
              </a:ext>
            </a:extLst>
          </p:cNvPr>
          <p:cNvSpPr>
            <a:spLocks noGrp="1"/>
          </p:cNvSpPr>
          <p:nvPr/>
        </p:nvSpPr>
        <p:spPr>
          <a:xfrm>
            <a:off x="474634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A1_bar_GT_9846">
            <a:extLst>
              <a:ext uri="{FF2B5EF4-FFF2-40B4-BE49-F238E27FC236}">
                <a16:creationId xmlns:a16="http://schemas.microsoft.com/office/drawing/2014/main" id="{9F531628-721C-4CA4-BF2F-79A30CA2F6A4}"/>
              </a:ext>
            </a:extLst>
          </p:cNvPr>
          <p:cNvSpPr>
            <a:spLocks noGrp="1"/>
          </p:cNvSpPr>
          <p:nvPr/>
        </p:nvSpPr>
        <p:spPr>
          <a:xfrm>
            <a:off x="46624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A1_bar_GT_9847">
            <a:extLst>
              <a:ext uri="{FF2B5EF4-FFF2-40B4-BE49-F238E27FC236}">
                <a16:creationId xmlns:a16="http://schemas.microsoft.com/office/drawing/2014/main" id="{DFB7525E-F1F7-4609-AA2F-ECEF897BFA64}"/>
              </a:ext>
            </a:extLst>
          </p:cNvPr>
          <p:cNvSpPr>
            <a:spLocks noGrp="1"/>
          </p:cNvSpPr>
          <p:nvPr/>
        </p:nvSpPr>
        <p:spPr>
          <a:xfrm>
            <a:off x="4560911" y="384972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A1_bar_GT_9848">
            <a:extLst>
              <a:ext uri="{FF2B5EF4-FFF2-40B4-BE49-F238E27FC236}">
                <a16:creationId xmlns:a16="http://schemas.microsoft.com/office/drawing/2014/main" id="{9CC36DAA-BC2B-4236-88B8-22A7F00C2604}"/>
              </a:ext>
            </a:extLst>
          </p:cNvPr>
          <p:cNvSpPr>
            <a:spLocks noGrp="1"/>
          </p:cNvSpPr>
          <p:nvPr/>
        </p:nvSpPr>
        <p:spPr>
          <a:xfrm>
            <a:off x="46864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A1_bar_GT_9849">
            <a:extLst>
              <a:ext uri="{FF2B5EF4-FFF2-40B4-BE49-F238E27FC236}">
                <a16:creationId xmlns:a16="http://schemas.microsoft.com/office/drawing/2014/main" id="{7E2170B4-1622-4C20-AAFC-415011B7D9C1}"/>
              </a:ext>
            </a:extLst>
          </p:cNvPr>
          <p:cNvSpPr>
            <a:spLocks noGrp="1"/>
          </p:cNvSpPr>
          <p:nvPr/>
        </p:nvSpPr>
        <p:spPr>
          <a:xfrm>
            <a:off x="465876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A1_bar_GT_9850">
            <a:extLst>
              <a:ext uri="{FF2B5EF4-FFF2-40B4-BE49-F238E27FC236}">
                <a16:creationId xmlns:a16="http://schemas.microsoft.com/office/drawing/2014/main" id="{07D97249-AB3E-4528-A94B-8427593D491D}"/>
              </a:ext>
            </a:extLst>
          </p:cNvPr>
          <p:cNvSpPr>
            <a:spLocks noGrp="1"/>
          </p:cNvSpPr>
          <p:nvPr/>
        </p:nvSpPr>
        <p:spPr>
          <a:xfrm>
            <a:off x="4583071" y="45209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A1_bar_GT_9851">
            <a:extLst>
              <a:ext uri="{FF2B5EF4-FFF2-40B4-BE49-F238E27FC236}">
                <a16:creationId xmlns:a16="http://schemas.microsoft.com/office/drawing/2014/main" id="{417EBA66-CC72-4ACC-8C23-31CAC43DC710}"/>
              </a:ext>
            </a:extLst>
          </p:cNvPr>
          <p:cNvSpPr>
            <a:spLocks noGrp="1"/>
          </p:cNvSpPr>
          <p:nvPr/>
        </p:nvSpPr>
        <p:spPr>
          <a:xfrm>
            <a:off x="479229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A1_bar_GT_9852">
            <a:extLst>
              <a:ext uri="{FF2B5EF4-FFF2-40B4-BE49-F238E27FC236}">
                <a16:creationId xmlns:a16="http://schemas.microsoft.com/office/drawing/2014/main" id="{1E069362-18FC-4A84-A497-ADF99E2EEC4B}"/>
              </a:ext>
            </a:extLst>
          </p:cNvPr>
          <p:cNvSpPr>
            <a:spLocks noGrp="1"/>
          </p:cNvSpPr>
          <p:nvPr/>
        </p:nvSpPr>
        <p:spPr>
          <a:xfrm>
            <a:off x="46034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A1_bar_GT_9853">
            <a:extLst>
              <a:ext uri="{FF2B5EF4-FFF2-40B4-BE49-F238E27FC236}">
                <a16:creationId xmlns:a16="http://schemas.microsoft.com/office/drawing/2014/main" id="{A6E14755-978E-4D5E-B717-3C7E43522FAC}"/>
              </a:ext>
            </a:extLst>
          </p:cNvPr>
          <p:cNvSpPr>
            <a:spLocks noGrp="1"/>
          </p:cNvSpPr>
          <p:nvPr/>
        </p:nvSpPr>
        <p:spPr>
          <a:xfrm>
            <a:off x="46317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A1_bar_GT_9854">
            <a:extLst>
              <a:ext uri="{FF2B5EF4-FFF2-40B4-BE49-F238E27FC236}">
                <a16:creationId xmlns:a16="http://schemas.microsoft.com/office/drawing/2014/main" id="{8B586889-2F52-4C6E-8330-A0DC8A6A2293}"/>
              </a:ext>
            </a:extLst>
          </p:cNvPr>
          <p:cNvSpPr>
            <a:spLocks noGrp="1"/>
          </p:cNvSpPr>
          <p:nvPr/>
        </p:nvSpPr>
        <p:spPr>
          <a:xfrm>
            <a:off x="47157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A1_bar_GT_9855">
            <a:extLst>
              <a:ext uri="{FF2B5EF4-FFF2-40B4-BE49-F238E27FC236}">
                <a16:creationId xmlns:a16="http://schemas.microsoft.com/office/drawing/2014/main" id="{959A022D-39AC-4910-B9A7-DA3567AEF3C9}"/>
              </a:ext>
            </a:extLst>
          </p:cNvPr>
          <p:cNvSpPr>
            <a:spLocks noGrp="1"/>
          </p:cNvSpPr>
          <p:nvPr/>
        </p:nvSpPr>
        <p:spPr>
          <a:xfrm>
            <a:off x="4639466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A1_bar_GT_9856">
            <a:extLst>
              <a:ext uri="{FF2B5EF4-FFF2-40B4-BE49-F238E27FC236}">
                <a16:creationId xmlns:a16="http://schemas.microsoft.com/office/drawing/2014/main" id="{374152AF-EB83-409F-BB5D-3EE367822E1D}"/>
              </a:ext>
            </a:extLst>
          </p:cNvPr>
          <p:cNvSpPr>
            <a:spLocks noGrp="1"/>
          </p:cNvSpPr>
          <p:nvPr/>
        </p:nvSpPr>
        <p:spPr>
          <a:xfrm>
            <a:off x="4721001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A1_bar_GT_9857">
            <a:extLst>
              <a:ext uri="{FF2B5EF4-FFF2-40B4-BE49-F238E27FC236}">
                <a16:creationId xmlns:a16="http://schemas.microsoft.com/office/drawing/2014/main" id="{C07EB09A-ADC4-4602-A7EE-0C857D3908BA}"/>
              </a:ext>
            </a:extLst>
          </p:cNvPr>
          <p:cNvSpPr>
            <a:spLocks noGrp="1"/>
          </p:cNvSpPr>
          <p:nvPr/>
        </p:nvSpPr>
        <p:spPr>
          <a:xfrm>
            <a:off x="461436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A1_bar_GT_9858">
            <a:extLst>
              <a:ext uri="{FF2B5EF4-FFF2-40B4-BE49-F238E27FC236}">
                <a16:creationId xmlns:a16="http://schemas.microsoft.com/office/drawing/2014/main" id="{52C5A4AE-032B-4D08-80E7-743010BE935E}"/>
              </a:ext>
            </a:extLst>
          </p:cNvPr>
          <p:cNvSpPr>
            <a:spLocks noGrp="1"/>
          </p:cNvSpPr>
          <p:nvPr/>
        </p:nvSpPr>
        <p:spPr>
          <a:xfrm>
            <a:off x="4749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A1_bar_GT_9859">
            <a:extLst>
              <a:ext uri="{FF2B5EF4-FFF2-40B4-BE49-F238E27FC236}">
                <a16:creationId xmlns:a16="http://schemas.microsoft.com/office/drawing/2014/main" id="{DFF590FB-865E-4855-95E5-29A759B6644A}"/>
              </a:ext>
            </a:extLst>
          </p:cNvPr>
          <p:cNvSpPr>
            <a:spLocks noGrp="1"/>
          </p:cNvSpPr>
          <p:nvPr/>
        </p:nvSpPr>
        <p:spPr>
          <a:xfrm>
            <a:off x="45675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A1_bar_GT_9860">
            <a:extLst>
              <a:ext uri="{FF2B5EF4-FFF2-40B4-BE49-F238E27FC236}">
                <a16:creationId xmlns:a16="http://schemas.microsoft.com/office/drawing/2014/main" id="{73AF2671-88AE-45B1-AB42-8D08C860D3D6}"/>
              </a:ext>
            </a:extLst>
          </p:cNvPr>
          <p:cNvSpPr>
            <a:spLocks noGrp="1"/>
          </p:cNvSpPr>
          <p:nvPr/>
        </p:nvSpPr>
        <p:spPr>
          <a:xfrm>
            <a:off x="4729831" y="48738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A1_bar_GT_9861">
            <a:extLst>
              <a:ext uri="{FF2B5EF4-FFF2-40B4-BE49-F238E27FC236}">
                <a16:creationId xmlns:a16="http://schemas.microsoft.com/office/drawing/2014/main" id="{7BDFAABD-B76C-47E1-A2DA-C1B7DC9195A1}"/>
              </a:ext>
            </a:extLst>
          </p:cNvPr>
          <p:cNvSpPr>
            <a:spLocks noGrp="1"/>
          </p:cNvSpPr>
          <p:nvPr/>
        </p:nvSpPr>
        <p:spPr>
          <a:xfrm>
            <a:off x="470703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A1_bar_GT_9862">
            <a:extLst>
              <a:ext uri="{FF2B5EF4-FFF2-40B4-BE49-F238E27FC236}">
                <a16:creationId xmlns:a16="http://schemas.microsoft.com/office/drawing/2014/main" id="{77F35187-9E22-4E76-9A2C-ADAF00BBE47A}"/>
              </a:ext>
            </a:extLst>
          </p:cNvPr>
          <p:cNvSpPr>
            <a:spLocks noGrp="1"/>
          </p:cNvSpPr>
          <p:nvPr/>
        </p:nvSpPr>
        <p:spPr>
          <a:xfrm>
            <a:off x="4600244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A1_bar_GT_9863">
            <a:extLst>
              <a:ext uri="{FF2B5EF4-FFF2-40B4-BE49-F238E27FC236}">
                <a16:creationId xmlns:a16="http://schemas.microsoft.com/office/drawing/2014/main" id="{A759EFFA-3BE6-4181-946D-79816635BE93}"/>
              </a:ext>
            </a:extLst>
          </p:cNvPr>
          <p:cNvSpPr>
            <a:spLocks noGrp="1"/>
          </p:cNvSpPr>
          <p:nvPr/>
        </p:nvSpPr>
        <p:spPr>
          <a:xfrm>
            <a:off x="4623572" y="56482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A1_bar_GT_9864">
            <a:extLst>
              <a:ext uri="{FF2B5EF4-FFF2-40B4-BE49-F238E27FC236}">
                <a16:creationId xmlns:a16="http://schemas.microsoft.com/office/drawing/2014/main" id="{C08FF55A-0A6E-4765-B74A-55D19ACF3C80}"/>
              </a:ext>
            </a:extLst>
          </p:cNvPr>
          <p:cNvSpPr>
            <a:spLocks noGrp="1"/>
          </p:cNvSpPr>
          <p:nvPr/>
        </p:nvSpPr>
        <p:spPr>
          <a:xfrm>
            <a:off x="4563492" y="401725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A1_bar_GT_9865">
            <a:extLst>
              <a:ext uri="{FF2B5EF4-FFF2-40B4-BE49-F238E27FC236}">
                <a16:creationId xmlns:a16="http://schemas.microsoft.com/office/drawing/2014/main" id="{97E0DD02-356E-489A-A884-8D6D15BFDF66}"/>
              </a:ext>
            </a:extLst>
          </p:cNvPr>
          <p:cNvSpPr>
            <a:spLocks noGrp="1"/>
          </p:cNvSpPr>
          <p:nvPr/>
        </p:nvSpPr>
        <p:spPr>
          <a:xfrm>
            <a:off x="462187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A1_bar_GT_9866">
            <a:extLst>
              <a:ext uri="{FF2B5EF4-FFF2-40B4-BE49-F238E27FC236}">
                <a16:creationId xmlns:a16="http://schemas.microsoft.com/office/drawing/2014/main" id="{CFBF3B34-9338-4C47-9697-A894FC0A1504}"/>
              </a:ext>
            </a:extLst>
          </p:cNvPr>
          <p:cNvSpPr>
            <a:spLocks noGrp="1"/>
          </p:cNvSpPr>
          <p:nvPr/>
        </p:nvSpPr>
        <p:spPr>
          <a:xfrm>
            <a:off x="47988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A1_bar_GT_9867">
            <a:extLst>
              <a:ext uri="{FF2B5EF4-FFF2-40B4-BE49-F238E27FC236}">
                <a16:creationId xmlns:a16="http://schemas.microsoft.com/office/drawing/2014/main" id="{5FA46965-4C97-40A4-A0AA-31C6F6734EBE}"/>
              </a:ext>
            </a:extLst>
          </p:cNvPr>
          <p:cNvSpPr>
            <a:spLocks noGrp="1"/>
          </p:cNvSpPr>
          <p:nvPr/>
        </p:nvSpPr>
        <p:spPr>
          <a:xfrm>
            <a:off x="474768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A1_bar_GT_9868">
            <a:extLst>
              <a:ext uri="{FF2B5EF4-FFF2-40B4-BE49-F238E27FC236}">
                <a16:creationId xmlns:a16="http://schemas.microsoft.com/office/drawing/2014/main" id="{B8D5A1C8-B49F-4AEE-9BC2-7A93E8047095}"/>
              </a:ext>
            </a:extLst>
          </p:cNvPr>
          <p:cNvSpPr>
            <a:spLocks noGrp="1"/>
          </p:cNvSpPr>
          <p:nvPr/>
        </p:nvSpPr>
        <p:spPr>
          <a:xfrm>
            <a:off x="464812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A1_bar_GT_9869">
            <a:extLst>
              <a:ext uri="{FF2B5EF4-FFF2-40B4-BE49-F238E27FC236}">
                <a16:creationId xmlns:a16="http://schemas.microsoft.com/office/drawing/2014/main" id="{BDDD3435-ADFB-4B73-8213-B0DB6344509A}"/>
              </a:ext>
            </a:extLst>
          </p:cNvPr>
          <p:cNvSpPr>
            <a:spLocks noGrp="1"/>
          </p:cNvSpPr>
          <p:nvPr/>
        </p:nvSpPr>
        <p:spPr>
          <a:xfrm>
            <a:off x="4767030" y="33004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A1_bar_GT_9870">
            <a:extLst>
              <a:ext uri="{FF2B5EF4-FFF2-40B4-BE49-F238E27FC236}">
                <a16:creationId xmlns:a16="http://schemas.microsoft.com/office/drawing/2014/main" id="{E4981BC2-F747-491A-9C53-3EF031C0DDAF}"/>
              </a:ext>
            </a:extLst>
          </p:cNvPr>
          <p:cNvSpPr>
            <a:spLocks noGrp="1"/>
          </p:cNvSpPr>
          <p:nvPr/>
        </p:nvSpPr>
        <p:spPr>
          <a:xfrm>
            <a:off x="4567897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A1_bar_GT_9871">
            <a:extLst>
              <a:ext uri="{FF2B5EF4-FFF2-40B4-BE49-F238E27FC236}">
                <a16:creationId xmlns:a16="http://schemas.microsoft.com/office/drawing/2014/main" id="{A6A10F16-074D-4D4F-8088-28B02B800D72}"/>
              </a:ext>
            </a:extLst>
          </p:cNvPr>
          <p:cNvSpPr>
            <a:spLocks noGrp="1"/>
          </p:cNvSpPr>
          <p:nvPr/>
        </p:nvSpPr>
        <p:spPr>
          <a:xfrm>
            <a:off x="462359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A1_bar_GT_9872">
            <a:extLst>
              <a:ext uri="{FF2B5EF4-FFF2-40B4-BE49-F238E27FC236}">
                <a16:creationId xmlns:a16="http://schemas.microsoft.com/office/drawing/2014/main" id="{A6F960E3-258D-4013-A2D0-7FB5DF71AC9B}"/>
              </a:ext>
            </a:extLst>
          </p:cNvPr>
          <p:cNvSpPr>
            <a:spLocks noGrp="1"/>
          </p:cNvSpPr>
          <p:nvPr/>
        </p:nvSpPr>
        <p:spPr>
          <a:xfrm>
            <a:off x="4650529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A1_bar_GT_9873">
            <a:extLst>
              <a:ext uri="{FF2B5EF4-FFF2-40B4-BE49-F238E27FC236}">
                <a16:creationId xmlns:a16="http://schemas.microsoft.com/office/drawing/2014/main" id="{4645335A-26F5-46C9-9652-7E44CE350179}"/>
              </a:ext>
            </a:extLst>
          </p:cNvPr>
          <p:cNvSpPr>
            <a:spLocks noGrp="1"/>
          </p:cNvSpPr>
          <p:nvPr/>
        </p:nvSpPr>
        <p:spPr>
          <a:xfrm>
            <a:off x="4613094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A1_bar_GT_9874">
            <a:extLst>
              <a:ext uri="{FF2B5EF4-FFF2-40B4-BE49-F238E27FC236}">
                <a16:creationId xmlns:a16="http://schemas.microsoft.com/office/drawing/2014/main" id="{CFFE7283-FA27-4CF3-9DD9-4ADBA7D37DD4}"/>
              </a:ext>
            </a:extLst>
          </p:cNvPr>
          <p:cNvSpPr>
            <a:spLocks noGrp="1"/>
          </p:cNvSpPr>
          <p:nvPr/>
        </p:nvSpPr>
        <p:spPr>
          <a:xfrm>
            <a:off x="4642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A1_bar_GT_9875">
            <a:extLst>
              <a:ext uri="{FF2B5EF4-FFF2-40B4-BE49-F238E27FC236}">
                <a16:creationId xmlns:a16="http://schemas.microsoft.com/office/drawing/2014/main" id="{32AA599E-6CDB-4871-B468-32061505677D}"/>
              </a:ext>
            </a:extLst>
          </p:cNvPr>
          <p:cNvSpPr>
            <a:spLocks noGrp="1"/>
          </p:cNvSpPr>
          <p:nvPr/>
        </p:nvSpPr>
        <p:spPr>
          <a:xfrm>
            <a:off x="45829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A1_bar_GT_9876">
            <a:extLst>
              <a:ext uri="{FF2B5EF4-FFF2-40B4-BE49-F238E27FC236}">
                <a16:creationId xmlns:a16="http://schemas.microsoft.com/office/drawing/2014/main" id="{BD8E83D7-79D1-49C6-9939-6122CAE40A64}"/>
              </a:ext>
            </a:extLst>
          </p:cNvPr>
          <p:cNvSpPr>
            <a:spLocks noGrp="1"/>
          </p:cNvSpPr>
          <p:nvPr/>
        </p:nvSpPr>
        <p:spPr>
          <a:xfrm>
            <a:off x="46313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A1_bar_GT_9877">
            <a:extLst>
              <a:ext uri="{FF2B5EF4-FFF2-40B4-BE49-F238E27FC236}">
                <a16:creationId xmlns:a16="http://schemas.microsoft.com/office/drawing/2014/main" id="{64C63D61-CFFD-42F0-A9A8-66C90F1A7BF1}"/>
              </a:ext>
            </a:extLst>
          </p:cNvPr>
          <p:cNvSpPr>
            <a:spLocks noGrp="1"/>
          </p:cNvSpPr>
          <p:nvPr/>
        </p:nvSpPr>
        <p:spPr>
          <a:xfrm>
            <a:off x="4700933" y="37439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A1_bar_GT_9878">
            <a:extLst>
              <a:ext uri="{FF2B5EF4-FFF2-40B4-BE49-F238E27FC236}">
                <a16:creationId xmlns:a16="http://schemas.microsoft.com/office/drawing/2014/main" id="{FFA160E6-AB40-4C17-969C-A461FA4C0FFC}"/>
              </a:ext>
            </a:extLst>
          </p:cNvPr>
          <p:cNvSpPr>
            <a:spLocks noGrp="1"/>
          </p:cNvSpPr>
          <p:nvPr/>
        </p:nvSpPr>
        <p:spPr>
          <a:xfrm>
            <a:off x="4787096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A1_bar_GT_9879">
            <a:extLst>
              <a:ext uri="{FF2B5EF4-FFF2-40B4-BE49-F238E27FC236}">
                <a16:creationId xmlns:a16="http://schemas.microsoft.com/office/drawing/2014/main" id="{5DAD6E27-3C88-4EC4-B2E2-3626EDF02237}"/>
              </a:ext>
            </a:extLst>
          </p:cNvPr>
          <p:cNvSpPr>
            <a:spLocks noGrp="1"/>
          </p:cNvSpPr>
          <p:nvPr/>
        </p:nvSpPr>
        <p:spPr>
          <a:xfrm>
            <a:off x="4609622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A1_bar_GT_9880">
            <a:extLst>
              <a:ext uri="{FF2B5EF4-FFF2-40B4-BE49-F238E27FC236}">
                <a16:creationId xmlns:a16="http://schemas.microsoft.com/office/drawing/2014/main" id="{26A7C784-CC31-4584-8565-93792BB6554C}"/>
              </a:ext>
            </a:extLst>
          </p:cNvPr>
          <p:cNvSpPr>
            <a:spLocks noGrp="1"/>
          </p:cNvSpPr>
          <p:nvPr/>
        </p:nvSpPr>
        <p:spPr>
          <a:xfrm>
            <a:off x="474827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A1_bar_GT_9881">
            <a:extLst>
              <a:ext uri="{FF2B5EF4-FFF2-40B4-BE49-F238E27FC236}">
                <a16:creationId xmlns:a16="http://schemas.microsoft.com/office/drawing/2014/main" id="{30AF1042-AA90-4CF4-88FC-E6ECD0D05CC2}"/>
              </a:ext>
            </a:extLst>
          </p:cNvPr>
          <p:cNvSpPr>
            <a:spLocks noGrp="1"/>
          </p:cNvSpPr>
          <p:nvPr/>
        </p:nvSpPr>
        <p:spPr>
          <a:xfrm>
            <a:off x="4667323" y="399531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A1_bar_GT_9882">
            <a:extLst>
              <a:ext uri="{FF2B5EF4-FFF2-40B4-BE49-F238E27FC236}">
                <a16:creationId xmlns:a16="http://schemas.microsoft.com/office/drawing/2014/main" id="{5129E97A-F31D-4D41-ACB7-E99E4C4B907C}"/>
              </a:ext>
            </a:extLst>
          </p:cNvPr>
          <p:cNvSpPr>
            <a:spLocks noGrp="1"/>
          </p:cNvSpPr>
          <p:nvPr/>
        </p:nvSpPr>
        <p:spPr>
          <a:xfrm>
            <a:off x="4740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A1_bar_GT_9883">
            <a:extLst>
              <a:ext uri="{FF2B5EF4-FFF2-40B4-BE49-F238E27FC236}">
                <a16:creationId xmlns:a16="http://schemas.microsoft.com/office/drawing/2014/main" id="{864ABC59-7845-4800-B2F1-46E78295ECDD}"/>
              </a:ext>
            </a:extLst>
          </p:cNvPr>
          <p:cNvSpPr>
            <a:spLocks noGrp="1"/>
          </p:cNvSpPr>
          <p:nvPr/>
        </p:nvSpPr>
        <p:spPr>
          <a:xfrm>
            <a:off x="460019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A1_bar_GT_9884">
            <a:extLst>
              <a:ext uri="{FF2B5EF4-FFF2-40B4-BE49-F238E27FC236}">
                <a16:creationId xmlns:a16="http://schemas.microsoft.com/office/drawing/2014/main" id="{53F87DED-9AE8-433B-85DB-2AA42056E010}"/>
              </a:ext>
            </a:extLst>
          </p:cNvPr>
          <p:cNvSpPr>
            <a:spLocks noGrp="1"/>
          </p:cNvSpPr>
          <p:nvPr/>
        </p:nvSpPr>
        <p:spPr>
          <a:xfrm>
            <a:off x="468050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A1_bar_GT_9885">
            <a:extLst>
              <a:ext uri="{FF2B5EF4-FFF2-40B4-BE49-F238E27FC236}">
                <a16:creationId xmlns:a16="http://schemas.microsoft.com/office/drawing/2014/main" id="{146676D1-EE70-4C03-8F1A-679778F78327}"/>
              </a:ext>
            </a:extLst>
          </p:cNvPr>
          <p:cNvSpPr>
            <a:spLocks noGrp="1"/>
          </p:cNvSpPr>
          <p:nvPr/>
        </p:nvSpPr>
        <p:spPr>
          <a:xfrm>
            <a:off x="472922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A1_bar_GT_9886">
            <a:extLst>
              <a:ext uri="{FF2B5EF4-FFF2-40B4-BE49-F238E27FC236}">
                <a16:creationId xmlns:a16="http://schemas.microsoft.com/office/drawing/2014/main" id="{B31D099C-06DE-47A7-B9DE-2C398D0BA8FC}"/>
              </a:ext>
            </a:extLst>
          </p:cNvPr>
          <p:cNvSpPr>
            <a:spLocks noGrp="1"/>
          </p:cNvSpPr>
          <p:nvPr/>
        </p:nvSpPr>
        <p:spPr>
          <a:xfrm>
            <a:off x="4735706" y="42981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A1_bar_GT_9887">
            <a:extLst>
              <a:ext uri="{FF2B5EF4-FFF2-40B4-BE49-F238E27FC236}">
                <a16:creationId xmlns:a16="http://schemas.microsoft.com/office/drawing/2014/main" id="{792ED7DA-1D8D-4AA6-9A17-08F42901299B}"/>
              </a:ext>
            </a:extLst>
          </p:cNvPr>
          <p:cNvSpPr>
            <a:spLocks noGrp="1"/>
          </p:cNvSpPr>
          <p:nvPr/>
        </p:nvSpPr>
        <p:spPr>
          <a:xfrm>
            <a:off x="463866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A1_bar_GT_9888">
            <a:extLst>
              <a:ext uri="{FF2B5EF4-FFF2-40B4-BE49-F238E27FC236}">
                <a16:creationId xmlns:a16="http://schemas.microsoft.com/office/drawing/2014/main" id="{F9C15E89-F642-41E8-A2B3-5C4F9FA3DB9C}"/>
              </a:ext>
            </a:extLst>
          </p:cNvPr>
          <p:cNvSpPr>
            <a:spLocks noGrp="1"/>
          </p:cNvSpPr>
          <p:nvPr/>
        </p:nvSpPr>
        <p:spPr>
          <a:xfrm>
            <a:off x="4571986" y="55286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A1_bar_GT_9889">
            <a:extLst>
              <a:ext uri="{FF2B5EF4-FFF2-40B4-BE49-F238E27FC236}">
                <a16:creationId xmlns:a16="http://schemas.microsoft.com/office/drawing/2014/main" id="{4353DD7B-443B-402B-9E7F-04F8354A0DCC}"/>
              </a:ext>
            </a:extLst>
          </p:cNvPr>
          <p:cNvSpPr>
            <a:spLocks noGrp="1"/>
          </p:cNvSpPr>
          <p:nvPr/>
        </p:nvSpPr>
        <p:spPr>
          <a:xfrm>
            <a:off x="456032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A1_bar_GT_9890">
            <a:extLst>
              <a:ext uri="{FF2B5EF4-FFF2-40B4-BE49-F238E27FC236}">
                <a16:creationId xmlns:a16="http://schemas.microsoft.com/office/drawing/2014/main" id="{14A8187D-8E2F-4B3B-8AF5-75F5289DA228}"/>
              </a:ext>
            </a:extLst>
          </p:cNvPr>
          <p:cNvSpPr>
            <a:spLocks noGrp="1"/>
          </p:cNvSpPr>
          <p:nvPr/>
        </p:nvSpPr>
        <p:spPr>
          <a:xfrm>
            <a:off x="46756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A1_bar_GT_9891">
            <a:extLst>
              <a:ext uri="{FF2B5EF4-FFF2-40B4-BE49-F238E27FC236}">
                <a16:creationId xmlns:a16="http://schemas.microsoft.com/office/drawing/2014/main" id="{F0BD6B33-A2BE-447B-AF6F-42DCA0B98650}"/>
              </a:ext>
            </a:extLst>
          </p:cNvPr>
          <p:cNvSpPr>
            <a:spLocks noGrp="1"/>
          </p:cNvSpPr>
          <p:nvPr/>
        </p:nvSpPr>
        <p:spPr>
          <a:xfrm>
            <a:off x="4767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A1_bar_GT_9892">
            <a:extLst>
              <a:ext uri="{FF2B5EF4-FFF2-40B4-BE49-F238E27FC236}">
                <a16:creationId xmlns:a16="http://schemas.microsoft.com/office/drawing/2014/main" id="{63EBBF85-FB7E-4C19-BAC1-EB1A03786E2C}"/>
              </a:ext>
            </a:extLst>
          </p:cNvPr>
          <p:cNvSpPr>
            <a:spLocks noGrp="1"/>
          </p:cNvSpPr>
          <p:nvPr/>
        </p:nvSpPr>
        <p:spPr>
          <a:xfrm>
            <a:off x="47007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A1_bar_GT_9893">
            <a:extLst>
              <a:ext uri="{FF2B5EF4-FFF2-40B4-BE49-F238E27FC236}">
                <a16:creationId xmlns:a16="http://schemas.microsoft.com/office/drawing/2014/main" id="{BC256EC4-DC1C-4EDE-B6AD-95FAA28DBC09}"/>
              </a:ext>
            </a:extLst>
          </p:cNvPr>
          <p:cNvSpPr>
            <a:spLocks noGrp="1"/>
          </p:cNvSpPr>
          <p:nvPr/>
        </p:nvSpPr>
        <p:spPr>
          <a:xfrm>
            <a:off x="47797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A1_bar_GT_9894">
            <a:extLst>
              <a:ext uri="{FF2B5EF4-FFF2-40B4-BE49-F238E27FC236}">
                <a16:creationId xmlns:a16="http://schemas.microsoft.com/office/drawing/2014/main" id="{EF1A15A3-EBF5-44D8-AAE7-7A38554E820F}"/>
              </a:ext>
            </a:extLst>
          </p:cNvPr>
          <p:cNvSpPr>
            <a:spLocks noGrp="1"/>
          </p:cNvSpPr>
          <p:nvPr/>
        </p:nvSpPr>
        <p:spPr>
          <a:xfrm>
            <a:off x="466816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A1_bar_GT_9895">
            <a:extLst>
              <a:ext uri="{FF2B5EF4-FFF2-40B4-BE49-F238E27FC236}">
                <a16:creationId xmlns:a16="http://schemas.microsoft.com/office/drawing/2014/main" id="{FB503E10-1DA1-4D66-A50F-028FC786A5C3}"/>
              </a:ext>
            </a:extLst>
          </p:cNvPr>
          <p:cNvSpPr>
            <a:spLocks noGrp="1"/>
          </p:cNvSpPr>
          <p:nvPr/>
        </p:nvSpPr>
        <p:spPr>
          <a:xfrm>
            <a:off x="4724172" y="59185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A1_bar_GT_9896">
            <a:extLst>
              <a:ext uri="{FF2B5EF4-FFF2-40B4-BE49-F238E27FC236}">
                <a16:creationId xmlns:a16="http://schemas.microsoft.com/office/drawing/2014/main" id="{A1D65843-FD02-4000-8FF6-4422FDA9B75C}"/>
              </a:ext>
            </a:extLst>
          </p:cNvPr>
          <p:cNvSpPr>
            <a:spLocks noGrp="1"/>
          </p:cNvSpPr>
          <p:nvPr/>
        </p:nvSpPr>
        <p:spPr>
          <a:xfrm>
            <a:off x="45630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A1_bar_GT_9897">
            <a:extLst>
              <a:ext uri="{FF2B5EF4-FFF2-40B4-BE49-F238E27FC236}">
                <a16:creationId xmlns:a16="http://schemas.microsoft.com/office/drawing/2014/main" id="{2BE2826C-FB9F-436D-9081-D34560017D05}"/>
              </a:ext>
            </a:extLst>
          </p:cNvPr>
          <p:cNvSpPr>
            <a:spLocks noGrp="1"/>
          </p:cNvSpPr>
          <p:nvPr/>
        </p:nvSpPr>
        <p:spPr>
          <a:xfrm>
            <a:off x="4783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A1_bar_GT_9898">
            <a:extLst>
              <a:ext uri="{FF2B5EF4-FFF2-40B4-BE49-F238E27FC236}">
                <a16:creationId xmlns:a16="http://schemas.microsoft.com/office/drawing/2014/main" id="{39F1356D-D111-49E7-9A17-D1A9BAEF7CCA}"/>
              </a:ext>
            </a:extLst>
          </p:cNvPr>
          <p:cNvSpPr>
            <a:spLocks noGrp="1"/>
          </p:cNvSpPr>
          <p:nvPr/>
        </p:nvSpPr>
        <p:spPr>
          <a:xfrm>
            <a:off x="455900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A1_bar_GT_9899">
            <a:extLst>
              <a:ext uri="{FF2B5EF4-FFF2-40B4-BE49-F238E27FC236}">
                <a16:creationId xmlns:a16="http://schemas.microsoft.com/office/drawing/2014/main" id="{624327CE-E5F9-4614-A4B4-795C1E29E2FB}"/>
              </a:ext>
            </a:extLst>
          </p:cNvPr>
          <p:cNvSpPr>
            <a:spLocks noGrp="1"/>
          </p:cNvSpPr>
          <p:nvPr/>
        </p:nvSpPr>
        <p:spPr>
          <a:xfrm>
            <a:off x="4710688" y="48414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A1_bar_GT_9900">
            <a:extLst>
              <a:ext uri="{FF2B5EF4-FFF2-40B4-BE49-F238E27FC236}">
                <a16:creationId xmlns:a16="http://schemas.microsoft.com/office/drawing/2014/main" id="{39208543-37FB-457D-937E-EC4053113DF3}"/>
              </a:ext>
            </a:extLst>
          </p:cNvPr>
          <p:cNvSpPr>
            <a:spLocks noGrp="1"/>
          </p:cNvSpPr>
          <p:nvPr/>
        </p:nvSpPr>
        <p:spPr>
          <a:xfrm>
            <a:off x="47378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A1_bar_GT_9901">
            <a:extLst>
              <a:ext uri="{FF2B5EF4-FFF2-40B4-BE49-F238E27FC236}">
                <a16:creationId xmlns:a16="http://schemas.microsoft.com/office/drawing/2014/main" id="{44199911-1A8D-4527-B374-1E8ADDCC5633}"/>
              </a:ext>
            </a:extLst>
          </p:cNvPr>
          <p:cNvSpPr>
            <a:spLocks noGrp="1"/>
          </p:cNvSpPr>
          <p:nvPr/>
        </p:nvSpPr>
        <p:spPr>
          <a:xfrm>
            <a:off x="4775425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A1_bar_GT_9902">
            <a:extLst>
              <a:ext uri="{FF2B5EF4-FFF2-40B4-BE49-F238E27FC236}">
                <a16:creationId xmlns:a16="http://schemas.microsoft.com/office/drawing/2014/main" id="{E8AF6309-B5F3-4BF3-91EB-C924A060F357}"/>
              </a:ext>
            </a:extLst>
          </p:cNvPr>
          <p:cNvSpPr>
            <a:spLocks noGrp="1"/>
          </p:cNvSpPr>
          <p:nvPr/>
        </p:nvSpPr>
        <p:spPr>
          <a:xfrm>
            <a:off x="468176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A1_bar_GT_9903">
            <a:extLst>
              <a:ext uri="{FF2B5EF4-FFF2-40B4-BE49-F238E27FC236}">
                <a16:creationId xmlns:a16="http://schemas.microsoft.com/office/drawing/2014/main" id="{AC8B2ABB-864D-4567-951C-F81664707FD8}"/>
              </a:ext>
            </a:extLst>
          </p:cNvPr>
          <p:cNvSpPr>
            <a:spLocks noGrp="1"/>
          </p:cNvSpPr>
          <p:nvPr/>
        </p:nvSpPr>
        <p:spPr>
          <a:xfrm>
            <a:off x="4769363" y="6081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A1_bar_GT_9904">
            <a:extLst>
              <a:ext uri="{FF2B5EF4-FFF2-40B4-BE49-F238E27FC236}">
                <a16:creationId xmlns:a16="http://schemas.microsoft.com/office/drawing/2014/main" id="{ECC44AC2-0E57-437E-8C44-D9E5F64D1166}"/>
              </a:ext>
            </a:extLst>
          </p:cNvPr>
          <p:cNvSpPr>
            <a:spLocks noGrp="1"/>
          </p:cNvSpPr>
          <p:nvPr/>
        </p:nvSpPr>
        <p:spPr>
          <a:xfrm>
            <a:off x="4677877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A1_bar_GT_9905">
            <a:extLst>
              <a:ext uri="{FF2B5EF4-FFF2-40B4-BE49-F238E27FC236}">
                <a16:creationId xmlns:a16="http://schemas.microsoft.com/office/drawing/2014/main" id="{702DC00C-5058-4FE3-B3AC-473B84CCA687}"/>
              </a:ext>
            </a:extLst>
          </p:cNvPr>
          <p:cNvSpPr>
            <a:spLocks noGrp="1"/>
          </p:cNvSpPr>
          <p:nvPr/>
        </p:nvSpPr>
        <p:spPr>
          <a:xfrm>
            <a:off x="465713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A1_bar_GT_9906">
            <a:extLst>
              <a:ext uri="{FF2B5EF4-FFF2-40B4-BE49-F238E27FC236}">
                <a16:creationId xmlns:a16="http://schemas.microsoft.com/office/drawing/2014/main" id="{A647E485-F05F-4C52-BD1B-30C9FBBD2A6B}"/>
              </a:ext>
            </a:extLst>
          </p:cNvPr>
          <p:cNvSpPr>
            <a:spLocks noGrp="1"/>
          </p:cNvSpPr>
          <p:nvPr/>
        </p:nvSpPr>
        <p:spPr>
          <a:xfrm>
            <a:off x="456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A1_bar_GT_9907">
            <a:extLst>
              <a:ext uri="{FF2B5EF4-FFF2-40B4-BE49-F238E27FC236}">
                <a16:creationId xmlns:a16="http://schemas.microsoft.com/office/drawing/2014/main" id="{3EA5DD02-EFC2-41B0-BD2E-52234FA169C8}"/>
              </a:ext>
            </a:extLst>
          </p:cNvPr>
          <p:cNvSpPr>
            <a:spLocks noGrp="1"/>
          </p:cNvSpPr>
          <p:nvPr/>
        </p:nvSpPr>
        <p:spPr>
          <a:xfrm>
            <a:off x="4610999" y="529431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A1_bar_GT_9908">
            <a:extLst>
              <a:ext uri="{FF2B5EF4-FFF2-40B4-BE49-F238E27FC236}">
                <a16:creationId xmlns:a16="http://schemas.microsoft.com/office/drawing/2014/main" id="{79796663-2B59-4E24-B07C-525F4F056A57}"/>
              </a:ext>
            </a:extLst>
          </p:cNvPr>
          <p:cNvSpPr>
            <a:spLocks noGrp="1"/>
          </p:cNvSpPr>
          <p:nvPr/>
        </p:nvSpPr>
        <p:spPr>
          <a:xfrm>
            <a:off x="468926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A1_bar_GT_9909">
            <a:extLst>
              <a:ext uri="{FF2B5EF4-FFF2-40B4-BE49-F238E27FC236}">
                <a16:creationId xmlns:a16="http://schemas.microsoft.com/office/drawing/2014/main" id="{68E60DDF-C97C-4B67-910F-F0E88AE7DD59}"/>
              </a:ext>
            </a:extLst>
          </p:cNvPr>
          <p:cNvSpPr>
            <a:spLocks noGrp="1"/>
          </p:cNvSpPr>
          <p:nvPr/>
        </p:nvSpPr>
        <p:spPr>
          <a:xfrm>
            <a:off x="4772391" y="51227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A1_bar_GT_9910">
            <a:extLst>
              <a:ext uri="{FF2B5EF4-FFF2-40B4-BE49-F238E27FC236}">
                <a16:creationId xmlns:a16="http://schemas.microsoft.com/office/drawing/2014/main" id="{CF453A11-5486-459F-A97F-CAEFC355785E}"/>
              </a:ext>
            </a:extLst>
          </p:cNvPr>
          <p:cNvSpPr>
            <a:spLocks noGrp="1"/>
          </p:cNvSpPr>
          <p:nvPr/>
        </p:nvSpPr>
        <p:spPr>
          <a:xfrm>
            <a:off x="4758029" y="51536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A1_bar_GT_9911">
            <a:extLst>
              <a:ext uri="{FF2B5EF4-FFF2-40B4-BE49-F238E27FC236}">
                <a16:creationId xmlns:a16="http://schemas.microsoft.com/office/drawing/2014/main" id="{25C2A1EE-8633-4B9D-B2AC-A409EE3F175B}"/>
              </a:ext>
            </a:extLst>
          </p:cNvPr>
          <p:cNvSpPr>
            <a:spLocks noGrp="1"/>
          </p:cNvSpPr>
          <p:nvPr/>
        </p:nvSpPr>
        <p:spPr>
          <a:xfrm>
            <a:off x="4750983" y="43467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A1_bar_GT_9912">
            <a:extLst>
              <a:ext uri="{FF2B5EF4-FFF2-40B4-BE49-F238E27FC236}">
                <a16:creationId xmlns:a16="http://schemas.microsoft.com/office/drawing/2014/main" id="{B977B490-F914-4423-A042-9D246A420629}"/>
              </a:ext>
            </a:extLst>
          </p:cNvPr>
          <p:cNvSpPr>
            <a:spLocks noGrp="1"/>
          </p:cNvSpPr>
          <p:nvPr/>
        </p:nvSpPr>
        <p:spPr>
          <a:xfrm>
            <a:off x="46219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A1_bar_GT_9913">
            <a:extLst>
              <a:ext uri="{FF2B5EF4-FFF2-40B4-BE49-F238E27FC236}">
                <a16:creationId xmlns:a16="http://schemas.microsoft.com/office/drawing/2014/main" id="{DCF0EF16-909C-4B9D-BDB6-2A8170B6B5B7}"/>
              </a:ext>
            </a:extLst>
          </p:cNvPr>
          <p:cNvSpPr>
            <a:spLocks noGrp="1"/>
          </p:cNvSpPr>
          <p:nvPr/>
        </p:nvSpPr>
        <p:spPr>
          <a:xfrm>
            <a:off x="4724583" y="301634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A1_bar_GT_9914">
            <a:extLst>
              <a:ext uri="{FF2B5EF4-FFF2-40B4-BE49-F238E27FC236}">
                <a16:creationId xmlns:a16="http://schemas.microsoft.com/office/drawing/2014/main" id="{3674AA23-D480-4F0F-BE4D-485ECAED044C}"/>
              </a:ext>
            </a:extLst>
          </p:cNvPr>
          <p:cNvSpPr>
            <a:spLocks noGrp="1"/>
          </p:cNvSpPr>
          <p:nvPr/>
        </p:nvSpPr>
        <p:spPr>
          <a:xfrm>
            <a:off x="47271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A1_bar_GT_9915">
            <a:extLst>
              <a:ext uri="{FF2B5EF4-FFF2-40B4-BE49-F238E27FC236}">
                <a16:creationId xmlns:a16="http://schemas.microsoft.com/office/drawing/2014/main" id="{5BCEA8E3-EBCF-4726-832A-80FA3BED15E9}"/>
              </a:ext>
            </a:extLst>
          </p:cNvPr>
          <p:cNvSpPr>
            <a:spLocks noGrp="1"/>
          </p:cNvSpPr>
          <p:nvPr/>
        </p:nvSpPr>
        <p:spPr>
          <a:xfrm>
            <a:off x="477396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A1_bar_GT_9916">
            <a:extLst>
              <a:ext uri="{FF2B5EF4-FFF2-40B4-BE49-F238E27FC236}">
                <a16:creationId xmlns:a16="http://schemas.microsoft.com/office/drawing/2014/main" id="{AE095A7E-B7D4-4EA2-B936-8D7510C76ABC}"/>
              </a:ext>
            </a:extLst>
          </p:cNvPr>
          <p:cNvSpPr>
            <a:spLocks noGrp="1"/>
          </p:cNvSpPr>
          <p:nvPr/>
        </p:nvSpPr>
        <p:spPr>
          <a:xfrm>
            <a:off x="46761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A1_bar_GT_9917">
            <a:extLst>
              <a:ext uri="{FF2B5EF4-FFF2-40B4-BE49-F238E27FC236}">
                <a16:creationId xmlns:a16="http://schemas.microsoft.com/office/drawing/2014/main" id="{5638C51E-1DE0-44BF-8B1A-E98C57C1126C}"/>
              </a:ext>
            </a:extLst>
          </p:cNvPr>
          <p:cNvSpPr>
            <a:spLocks noGrp="1"/>
          </p:cNvSpPr>
          <p:nvPr/>
        </p:nvSpPr>
        <p:spPr>
          <a:xfrm>
            <a:off x="471173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A1_bar_GT_9918">
            <a:extLst>
              <a:ext uri="{FF2B5EF4-FFF2-40B4-BE49-F238E27FC236}">
                <a16:creationId xmlns:a16="http://schemas.microsoft.com/office/drawing/2014/main" id="{6F8D8189-5A8C-460F-BF01-3A721C992B3A}"/>
              </a:ext>
            </a:extLst>
          </p:cNvPr>
          <p:cNvSpPr>
            <a:spLocks noGrp="1"/>
          </p:cNvSpPr>
          <p:nvPr/>
        </p:nvSpPr>
        <p:spPr>
          <a:xfrm>
            <a:off x="4563212" y="37607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A1_bar_GT_9919">
            <a:extLst>
              <a:ext uri="{FF2B5EF4-FFF2-40B4-BE49-F238E27FC236}">
                <a16:creationId xmlns:a16="http://schemas.microsoft.com/office/drawing/2014/main" id="{D4458BB5-1799-4B19-B1B1-718C014AC3AB}"/>
              </a:ext>
            </a:extLst>
          </p:cNvPr>
          <p:cNvSpPr>
            <a:spLocks noGrp="1"/>
          </p:cNvSpPr>
          <p:nvPr/>
        </p:nvSpPr>
        <p:spPr>
          <a:xfrm>
            <a:off x="4712421" y="551708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A1_bar_GT_9920">
            <a:extLst>
              <a:ext uri="{FF2B5EF4-FFF2-40B4-BE49-F238E27FC236}">
                <a16:creationId xmlns:a16="http://schemas.microsoft.com/office/drawing/2014/main" id="{FFFF7CBE-82CB-42CD-95BE-BE199F5C4CBA}"/>
              </a:ext>
            </a:extLst>
          </p:cNvPr>
          <p:cNvSpPr>
            <a:spLocks noGrp="1"/>
          </p:cNvSpPr>
          <p:nvPr/>
        </p:nvSpPr>
        <p:spPr>
          <a:xfrm>
            <a:off x="4796491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A1_bar_GT_9921">
            <a:extLst>
              <a:ext uri="{FF2B5EF4-FFF2-40B4-BE49-F238E27FC236}">
                <a16:creationId xmlns:a16="http://schemas.microsoft.com/office/drawing/2014/main" id="{99748193-C73F-4AD3-A19F-D0C555A95C17}"/>
              </a:ext>
            </a:extLst>
          </p:cNvPr>
          <p:cNvSpPr>
            <a:spLocks noGrp="1"/>
          </p:cNvSpPr>
          <p:nvPr/>
        </p:nvSpPr>
        <p:spPr>
          <a:xfrm>
            <a:off x="46422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A1_bar_GT_9922">
            <a:extLst>
              <a:ext uri="{FF2B5EF4-FFF2-40B4-BE49-F238E27FC236}">
                <a16:creationId xmlns:a16="http://schemas.microsoft.com/office/drawing/2014/main" id="{3B99853E-684A-41A9-9C23-F3D0686669BD}"/>
              </a:ext>
            </a:extLst>
          </p:cNvPr>
          <p:cNvSpPr>
            <a:spLocks noGrp="1"/>
          </p:cNvSpPr>
          <p:nvPr/>
        </p:nvSpPr>
        <p:spPr>
          <a:xfrm>
            <a:off x="46983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A1_bar_GT_9923">
            <a:extLst>
              <a:ext uri="{FF2B5EF4-FFF2-40B4-BE49-F238E27FC236}">
                <a16:creationId xmlns:a16="http://schemas.microsoft.com/office/drawing/2014/main" id="{8D2526DF-C811-4721-A911-677CEFF3995B}"/>
              </a:ext>
            </a:extLst>
          </p:cNvPr>
          <p:cNvSpPr>
            <a:spLocks noGrp="1"/>
          </p:cNvSpPr>
          <p:nvPr/>
        </p:nvSpPr>
        <p:spPr>
          <a:xfrm>
            <a:off x="46510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A1_bar_GT_9924">
            <a:extLst>
              <a:ext uri="{FF2B5EF4-FFF2-40B4-BE49-F238E27FC236}">
                <a16:creationId xmlns:a16="http://schemas.microsoft.com/office/drawing/2014/main" id="{55B698D4-ACB3-4AE1-A96D-850647BE83F8}"/>
              </a:ext>
            </a:extLst>
          </p:cNvPr>
          <p:cNvSpPr>
            <a:spLocks noGrp="1"/>
          </p:cNvSpPr>
          <p:nvPr/>
        </p:nvSpPr>
        <p:spPr>
          <a:xfrm>
            <a:off x="4636795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A1_bar_GT_9925">
            <a:extLst>
              <a:ext uri="{FF2B5EF4-FFF2-40B4-BE49-F238E27FC236}">
                <a16:creationId xmlns:a16="http://schemas.microsoft.com/office/drawing/2014/main" id="{C565D183-3FF1-4263-9D8E-51AF4820C32A}"/>
              </a:ext>
            </a:extLst>
          </p:cNvPr>
          <p:cNvSpPr>
            <a:spLocks noGrp="1"/>
          </p:cNvSpPr>
          <p:nvPr/>
        </p:nvSpPr>
        <p:spPr>
          <a:xfrm>
            <a:off x="4578120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A1_bar_GT_9926">
            <a:extLst>
              <a:ext uri="{FF2B5EF4-FFF2-40B4-BE49-F238E27FC236}">
                <a16:creationId xmlns:a16="http://schemas.microsoft.com/office/drawing/2014/main" id="{D964EC50-5E7F-4CF4-A673-04418B529F5A}"/>
              </a:ext>
            </a:extLst>
          </p:cNvPr>
          <p:cNvSpPr>
            <a:spLocks noGrp="1"/>
          </p:cNvSpPr>
          <p:nvPr/>
        </p:nvSpPr>
        <p:spPr>
          <a:xfrm>
            <a:off x="468881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A1_bar_GT_9927">
            <a:extLst>
              <a:ext uri="{FF2B5EF4-FFF2-40B4-BE49-F238E27FC236}">
                <a16:creationId xmlns:a16="http://schemas.microsoft.com/office/drawing/2014/main" id="{C93C23F3-B362-4713-9C47-95D3739501E5}"/>
              </a:ext>
            </a:extLst>
          </p:cNvPr>
          <p:cNvSpPr>
            <a:spLocks noGrp="1"/>
          </p:cNvSpPr>
          <p:nvPr/>
        </p:nvSpPr>
        <p:spPr>
          <a:xfrm>
            <a:off x="465545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A1_bar_GT_9928">
            <a:extLst>
              <a:ext uri="{FF2B5EF4-FFF2-40B4-BE49-F238E27FC236}">
                <a16:creationId xmlns:a16="http://schemas.microsoft.com/office/drawing/2014/main" id="{D7D4B684-BE8C-41FA-A1AB-D8DA10F65FFB}"/>
              </a:ext>
            </a:extLst>
          </p:cNvPr>
          <p:cNvSpPr>
            <a:spLocks noGrp="1"/>
          </p:cNvSpPr>
          <p:nvPr/>
        </p:nvSpPr>
        <p:spPr>
          <a:xfrm>
            <a:off x="46477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A1_bar_GT_9929">
            <a:extLst>
              <a:ext uri="{FF2B5EF4-FFF2-40B4-BE49-F238E27FC236}">
                <a16:creationId xmlns:a16="http://schemas.microsoft.com/office/drawing/2014/main" id="{1FCD0684-FE8B-42C2-89E8-0BE3FC7B1324}"/>
              </a:ext>
            </a:extLst>
          </p:cNvPr>
          <p:cNvSpPr>
            <a:spLocks noGrp="1"/>
          </p:cNvSpPr>
          <p:nvPr/>
        </p:nvSpPr>
        <p:spPr>
          <a:xfrm>
            <a:off x="45649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A1_bar_GT_9930">
            <a:extLst>
              <a:ext uri="{FF2B5EF4-FFF2-40B4-BE49-F238E27FC236}">
                <a16:creationId xmlns:a16="http://schemas.microsoft.com/office/drawing/2014/main" id="{5CD039F0-96D0-4405-96E9-2DEADB3F6FE5}"/>
              </a:ext>
            </a:extLst>
          </p:cNvPr>
          <p:cNvSpPr>
            <a:spLocks noGrp="1"/>
          </p:cNvSpPr>
          <p:nvPr/>
        </p:nvSpPr>
        <p:spPr>
          <a:xfrm>
            <a:off x="4736545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A1_bar_GT_9931">
            <a:extLst>
              <a:ext uri="{FF2B5EF4-FFF2-40B4-BE49-F238E27FC236}">
                <a16:creationId xmlns:a16="http://schemas.microsoft.com/office/drawing/2014/main" id="{300E0663-23FB-43D8-83B3-BBC0B7EEB009}"/>
              </a:ext>
            </a:extLst>
          </p:cNvPr>
          <p:cNvSpPr>
            <a:spLocks noGrp="1"/>
          </p:cNvSpPr>
          <p:nvPr/>
        </p:nvSpPr>
        <p:spPr>
          <a:xfrm>
            <a:off x="4791306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A1_bar_GT_9932">
            <a:extLst>
              <a:ext uri="{FF2B5EF4-FFF2-40B4-BE49-F238E27FC236}">
                <a16:creationId xmlns:a16="http://schemas.microsoft.com/office/drawing/2014/main" id="{46CABC57-3335-4A7B-934B-24F63149D69C}"/>
              </a:ext>
            </a:extLst>
          </p:cNvPr>
          <p:cNvSpPr>
            <a:spLocks noGrp="1"/>
          </p:cNvSpPr>
          <p:nvPr/>
        </p:nvSpPr>
        <p:spPr>
          <a:xfrm>
            <a:off x="47932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A1_bar_GT_9933">
            <a:extLst>
              <a:ext uri="{FF2B5EF4-FFF2-40B4-BE49-F238E27FC236}">
                <a16:creationId xmlns:a16="http://schemas.microsoft.com/office/drawing/2014/main" id="{EEA7D810-4CB3-4E23-A21B-343D1AE0B37E}"/>
              </a:ext>
            </a:extLst>
          </p:cNvPr>
          <p:cNvSpPr>
            <a:spLocks noGrp="1"/>
          </p:cNvSpPr>
          <p:nvPr/>
        </p:nvSpPr>
        <p:spPr>
          <a:xfrm>
            <a:off x="4665825" y="391207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A1_bar_GT_9934">
            <a:extLst>
              <a:ext uri="{FF2B5EF4-FFF2-40B4-BE49-F238E27FC236}">
                <a16:creationId xmlns:a16="http://schemas.microsoft.com/office/drawing/2014/main" id="{0CE9B3BC-39A8-4858-B945-B31456076BC6}"/>
              </a:ext>
            </a:extLst>
          </p:cNvPr>
          <p:cNvSpPr>
            <a:spLocks noGrp="1"/>
          </p:cNvSpPr>
          <p:nvPr/>
        </p:nvSpPr>
        <p:spPr>
          <a:xfrm>
            <a:off x="4579995" y="420942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A1_bar_GT_9935">
            <a:extLst>
              <a:ext uri="{FF2B5EF4-FFF2-40B4-BE49-F238E27FC236}">
                <a16:creationId xmlns:a16="http://schemas.microsoft.com/office/drawing/2014/main" id="{B9D4DF6A-7DB0-4D8C-8093-D636834CDC2F}"/>
              </a:ext>
            </a:extLst>
          </p:cNvPr>
          <p:cNvSpPr>
            <a:spLocks noGrp="1"/>
          </p:cNvSpPr>
          <p:nvPr/>
        </p:nvSpPr>
        <p:spPr>
          <a:xfrm>
            <a:off x="46978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A1_bar_GT_9936">
            <a:extLst>
              <a:ext uri="{FF2B5EF4-FFF2-40B4-BE49-F238E27FC236}">
                <a16:creationId xmlns:a16="http://schemas.microsoft.com/office/drawing/2014/main" id="{9761612F-6F81-45CB-A7A5-18E166FD6528}"/>
              </a:ext>
            </a:extLst>
          </p:cNvPr>
          <p:cNvSpPr>
            <a:spLocks noGrp="1"/>
          </p:cNvSpPr>
          <p:nvPr/>
        </p:nvSpPr>
        <p:spPr>
          <a:xfrm>
            <a:off x="4696917" y="542710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A1_bar_GT_9937">
            <a:extLst>
              <a:ext uri="{FF2B5EF4-FFF2-40B4-BE49-F238E27FC236}">
                <a16:creationId xmlns:a16="http://schemas.microsoft.com/office/drawing/2014/main" id="{9AC85B29-E7F9-4F9C-97E6-ACCCF5E531A5}"/>
              </a:ext>
            </a:extLst>
          </p:cNvPr>
          <p:cNvSpPr>
            <a:spLocks noGrp="1"/>
          </p:cNvSpPr>
          <p:nvPr/>
        </p:nvSpPr>
        <p:spPr>
          <a:xfrm>
            <a:off x="4735148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A1_bar_GT_9938">
            <a:extLst>
              <a:ext uri="{FF2B5EF4-FFF2-40B4-BE49-F238E27FC236}">
                <a16:creationId xmlns:a16="http://schemas.microsoft.com/office/drawing/2014/main" id="{64BD0309-709D-4EFE-877F-9679AFACBEE6}"/>
              </a:ext>
            </a:extLst>
          </p:cNvPr>
          <p:cNvSpPr>
            <a:spLocks noGrp="1"/>
          </p:cNvSpPr>
          <p:nvPr/>
        </p:nvSpPr>
        <p:spPr>
          <a:xfrm>
            <a:off x="469699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A1_bar_GT_9939">
            <a:extLst>
              <a:ext uri="{FF2B5EF4-FFF2-40B4-BE49-F238E27FC236}">
                <a16:creationId xmlns:a16="http://schemas.microsoft.com/office/drawing/2014/main" id="{01676569-BC5B-4B34-8957-49D2E186FF11}"/>
              </a:ext>
            </a:extLst>
          </p:cNvPr>
          <p:cNvSpPr>
            <a:spLocks noGrp="1"/>
          </p:cNvSpPr>
          <p:nvPr/>
        </p:nvSpPr>
        <p:spPr>
          <a:xfrm>
            <a:off x="47478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A1_bar_GT_9940">
            <a:extLst>
              <a:ext uri="{FF2B5EF4-FFF2-40B4-BE49-F238E27FC236}">
                <a16:creationId xmlns:a16="http://schemas.microsoft.com/office/drawing/2014/main" id="{35AFFC25-221F-485A-B1CD-419A72321689}"/>
              </a:ext>
            </a:extLst>
          </p:cNvPr>
          <p:cNvSpPr>
            <a:spLocks noGrp="1"/>
          </p:cNvSpPr>
          <p:nvPr/>
        </p:nvSpPr>
        <p:spPr>
          <a:xfrm>
            <a:off x="47389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A1_bar_GT_9941">
            <a:extLst>
              <a:ext uri="{FF2B5EF4-FFF2-40B4-BE49-F238E27FC236}">
                <a16:creationId xmlns:a16="http://schemas.microsoft.com/office/drawing/2014/main" id="{885D85A8-AD2D-446E-B8B1-949CA7C92C65}"/>
              </a:ext>
            </a:extLst>
          </p:cNvPr>
          <p:cNvSpPr>
            <a:spLocks noGrp="1"/>
          </p:cNvSpPr>
          <p:nvPr/>
        </p:nvSpPr>
        <p:spPr>
          <a:xfrm>
            <a:off x="4773994" y="53087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A1_bar_GT_9942">
            <a:extLst>
              <a:ext uri="{FF2B5EF4-FFF2-40B4-BE49-F238E27FC236}">
                <a16:creationId xmlns:a16="http://schemas.microsoft.com/office/drawing/2014/main" id="{9B7D85BB-07F9-4D6A-9B1D-6137A2195A61}"/>
              </a:ext>
            </a:extLst>
          </p:cNvPr>
          <p:cNvSpPr>
            <a:spLocks noGrp="1"/>
          </p:cNvSpPr>
          <p:nvPr/>
        </p:nvSpPr>
        <p:spPr>
          <a:xfrm>
            <a:off x="4783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A1_bar_GT_9943">
            <a:extLst>
              <a:ext uri="{FF2B5EF4-FFF2-40B4-BE49-F238E27FC236}">
                <a16:creationId xmlns:a16="http://schemas.microsoft.com/office/drawing/2014/main" id="{34573DC2-BD9C-44DA-9373-C93A07CF8913}"/>
              </a:ext>
            </a:extLst>
          </p:cNvPr>
          <p:cNvSpPr>
            <a:spLocks noGrp="1"/>
          </p:cNvSpPr>
          <p:nvPr/>
        </p:nvSpPr>
        <p:spPr>
          <a:xfrm>
            <a:off x="4706821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A1_bar_GT_9944">
            <a:extLst>
              <a:ext uri="{FF2B5EF4-FFF2-40B4-BE49-F238E27FC236}">
                <a16:creationId xmlns:a16="http://schemas.microsoft.com/office/drawing/2014/main" id="{2B93F399-B85F-4E8E-B4AC-55B1D36784C9}"/>
              </a:ext>
            </a:extLst>
          </p:cNvPr>
          <p:cNvSpPr>
            <a:spLocks noGrp="1"/>
          </p:cNvSpPr>
          <p:nvPr/>
        </p:nvSpPr>
        <p:spPr>
          <a:xfrm>
            <a:off x="636007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A1_bar_GT_9945">
            <a:extLst>
              <a:ext uri="{FF2B5EF4-FFF2-40B4-BE49-F238E27FC236}">
                <a16:creationId xmlns:a16="http://schemas.microsoft.com/office/drawing/2014/main" id="{7953730B-EB12-4C21-B4BB-E7CA8B589E04}"/>
              </a:ext>
            </a:extLst>
          </p:cNvPr>
          <p:cNvSpPr>
            <a:spLocks noGrp="1"/>
          </p:cNvSpPr>
          <p:nvPr/>
        </p:nvSpPr>
        <p:spPr>
          <a:xfrm>
            <a:off x="62964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A1_bar_GT_9946">
            <a:extLst>
              <a:ext uri="{FF2B5EF4-FFF2-40B4-BE49-F238E27FC236}">
                <a16:creationId xmlns:a16="http://schemas.microsoft.com/office/drawing/2014/main" id="{52A198DE-F485-4D33-8EF1-E0AEA30F84CD}"/>
              </a:ext>
            </a:extLst>
          </p:cNvPr>
          <p:cNvSpPr>
            <a:spLocks noGrp="1"/>
          </p:cNvSpPr>
          <p:nvPr/>
        </p:nvSpPr>
        <p:spPr>
          <a:xfrm>
            <a:off x="613642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A1_bar_GT_9947">
            <a:extLst>
              <a:ext uri="{FF2B5EF4-FFF2-40B4-BE49-F238E27FC236}">
                <a16:creationId xmlns:a16="http://schemas.microsoft.com/office/drawing/2014/main" id="{9ED8E7A0-D66A-4B9D-820A-9148D37BFA16}"/>
              </a:ext>
            </a:extLst>
          </p:cNvPr>
          <p:cNvSpPr>
            <a:spLocks noGrp="1"/>
          </p:cNvSpPr>
          <p:nvPr/>
        </p:nvSpPr>
        <p:spPr>
          <a:xfrm>
            <a:off x="616528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A1_bar_GT_9948">
            <a:extLst>
              <a:ext uri="{FF2B5EF4-FFF2-40B4-BE49-F238E27FC236}">
                <a16:creationId xmlns:a16="http://schemas.microsoft.com/office/drawing/2014/main" id="{CCFD7CFE-13B3-496F-9D45-6B84087CDB18}"/>
              </a:ext>
            </a:extLst>
          </p:cNvPr>
          <p:cNvSpPr>
            <a:spLocks noGrp="1"/>
          </p:cNvSpPr>
          <p:nvPr/>
        </p:nvSpPr>
        <p:spPr>
          <a:xfrm>
            <a:off x="6216996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A1_bar_GT_9949">
            <a:extLst>
              <a:ext uri="{FF2B5EF4-FFF2-40B4-BE49-F238E27FC236}">
                <a16:creationId xmlns:a16="http://schemas.microsoft.com/office/drawing/2014/main" id="{C659C4A3-8B25-45D9-96D6-A77FCDE3D3A9}"/>
              </a:ext>
            </a:extLst>
          </p:cNvPr>
          <p:cNvSpPr>
            <a:spLocks noGrp="1"/>
          </p:cNvSpPr>
          <p:nvPr/>
        </p:nvSpPr>
        <p:spPr>
          <a:xfrm>
            <a:off x="626957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A1_bar_GT_9950">
            <a:extLst>
              <a:ext uri="{FF2B5EF4-FFF2-40B4-BE49-F238E27FC236}">
                <a16:creationId xmlns:a16="http://schemas.microsoft.com/office/drawing/2014/main" id="{434FF4B5-CE45-4D68-B29C-747BFBEFFDD4}"/>
              </a:ext>
            </a:extLst>
          </p:cNvPr>
          <p:cNvSpPr>
            <a:spLocks noGrp="1"/>
          </p:cNvSpPr>
          <p:nvPr/>
        </p:nvSpPr>
        <p:spPr>
          <a:xfrm>
            <a:off x="6169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A1_bar_GT_9951">
            <a:extLst>
              <a:ext uri="{FF2B5EF4-FFF2-40B4-BE49-F238E27FC236}">
                <a16:creationId xmlns:a16="http://schemas.microsoft.com/office/drawing/2014/main" id="{E8EEF5C7-E562-44BB-AAEA-8D7FC002F38B}"/>
              </a:ext>
            </a:extLst>
          </p:cNvPr>
          <p:cNvSpPr>
            <a:spLocks noGrp="1"/>
          </p:cNvSpPr>
          <p:nvPr/>
        </p:nvSpPr>
        <p:spPr>
          <a:xfrm>
            <a:off x="62135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A1_bar_GT_9952">
            <a:extLst>
              <a:ext uri="{FF2B5EF4-FFF2-40B4-BE49-F238E27FC236}">
                <a16:creationId xmlns:a16="http://schemas.microsoft.com/office/drawing/2014/main" id="{475C02BD-7DC7-4732-A473-004F31830D6F}"/>
              </a:ext>
            </a:extLst>
          </p:cNvPr>
          <p:cNvSpPr>
            <a:spLocks noGrp="1"/>
          </p:cNvSpPr>
          <p:nvPr/>
        </p:nvSpPr>
        <p:spPr>
          <a:xfrm>
            <a:off x="6278793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A1_bar_GT_9953">
            <a:extLst>
              <a:ext uri="{FF2B5EF4-FFF2-40B4-BE49-F238E27FC236}">
                <a16:creationId xmlns:a16="http://schemas.microsoft.com/office/drawing/2014/main" id="{254666EC-5B22-4D80-B93A-8DFE60AAFFD4}"/>
              </a:ext>
            </a:extLst>
          </p:cNvPr>
          <p:cNvSpPr>
            <a:spLocks noGrp="1"/>
          </p:cNvSpPr>
          <p:nvPr/>
        </p:nvSpPr>
        <p:spPr>
          <a:xfrm>
            <a:off x="62933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A1_bar_GT_9954">
            <a:extLst>
              <a:ext uri="{FF2B5EF4-FFF2-40B4-BE49-F238E27FC236}">
                <a16:creationId xmlns:a16="http://schemas.microsoft.com/office/drawing/2014/main" id="{04D35465-71F9-4F36-AE53-5AA7D1EDF68C}"/>
              </a:ext>
            </a:extLst>
          </p:cNvPr>
          <p:cNvSpPr>
            <a:spLocks noGrp="1"/>
          </p:cNvSpPr>
          <p:nvPr/>
        </p:nvSpPr>
        <p:spPr>
          <a:xfrm>
            <a:off x="634602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A1_bar_GT_9955">
            <a:extLst>
              <a:ext uri="{FF2B5EF4-FFF2-40B4-BE49-F238E27FC236}">
                <a16:creationId xmlns:a16="http://schemas.microsoft.com/office/drawing/2014/main" id="{CD50CEC2-19C4-463F-BFE6-95781D836377}"/>
              </a:ext>
            </a:extLst>
          </p:cNvPr>
          <p:cNvSpPr>
            <a:spLocks noGrp="1"/>
          </p:cNvSpPr>
          <p:nvPr/>
        </p:nvSpPr>
        <p:spPr>
          <a:xfrm>
            <a:off x="631759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A1_bar_GT_9956">
            <a:extLst>
              <a:ext uri="{FF2B5EF4-FFF2-40B4-BE49-F238E27FC236}">
                <a16:creationId xmlns:a16="http://schemas.microsoft.com/office/drawing/2014/main" id="{7668A615-3213-4805-837F-86B8A624EF55}"/>
              </a:ext>
            </a:extLst>
          </p:cNvPr>
          <p:cNvSpPr>
            <a:spLocks noGrp="1"/>
          </p:cNvSpPr>
          <p:nvPr/>
        </p:nvSpPr>
        <p:spPr>
          <a:xfrm>
            <a:off x="6258537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A1_bar_GT_9957">
            <a:extLst>
              <a:ext uri="{FF2B5EF4-FFF2-40B4-BE49-F238E27FC236}">
                <a16:creationId xmlns:a16="http://schemas.microsoft.com/office/drawing/2014/main" id="{2B3D9DD7-DBEA-48BE-A15F-B50C4C7638AC}"/>
              </a:ext>
            </a:extLst>
          </p:cNvPr>
          <p:cNvSpPr>
            <a:spLocks noGrp="1"/>
          </p:cNvSpPr>
          <p:nvPr/>
        </p:nvSpPr>
        <p:spPr>
          <a:xfrm>
            <a:off x="6222316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A1_bar_GT_9958">
            <a:extLst>
              <a:ext uri="{FF2B5EF4-FFF2-40B4-BE49-F238E27FC236}">
                <a16:creationId xmlns:a16="http://schemas.microsoft.com/office/drawing/2014/main" id="{4490E459-93D7-42A7-9924-22F031CC06C5}"/>
              </a:ext>
            </a:extLst>
          </p:cNvPr>
          <p:cNvSpPr>
            <a:spLocks noGrp="1"/>
          </p:cNvSpPr>
          <p:nvPr/>
        </p:nvSpPr>
        <p:spPr>
          <a:xfrm>
            <a:off x="615192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A1_bar_GT_9959">
            <a:extLst>
              <a:ext uri="{FF2B5EF4-FFF2-40B4-BE49-F238E27FC236}">
                <a16:creationId xmlns:a16="http://schemas.microsoft.com/office/drawing/2014/main" id="{9FB4C92F-77DF-470C-8BC8-3248F8DC94A2}"/>
              </a:ext>
            </a:extLst>
          </p:cNvPr>
          <p:cNvSpPr>
            <a:spLocks noGrp="1"/>
          </p:cNvSpPr>
          <p:nvPr/>
        </p:nvSpPr>
        <p:spPr>
          <a:xfrm>
            <a:off x="61359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A1_bar_GT_9960">
            <a:extLst>
              <a:ext uri="{FF2B5EF4-FFF2-40B4-BE49-F238E27FC236}">
                <a16:creationId xmlns:a16="http://schemas.microsoft.com/office/drawing/2014/main" id="{D9DFD2E3-895C-4F7F-866B-7A88919F4FEB}"/>
              </a:ext>
            </a:extLst>
          </p:cNvPr>
          <p:cNvSpPr>
            <a:spLocks noGrp="1"/>
          </p:cNvSpPr>
          <p:nvPr/>
        </p:nvSpPr>
        <p:spPr>
          <a:xfrm>
            <a:off x="63792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A1_bar_GT_9961">
            <a:extLst>
              <a:ext uri="{FF2B5EF4-FFF2-40B4-BE49-F238E27FC236}">
                <a16:creationId xmlns:a16="http://schemas.microsoft.com/office/drawing/2014/main" id="{553C8402-CDFF-4BA1-A6E6-7683365A632F}"/>
              </a:ext>
            </a:extLst>
          </p:cNvPr>
          <p:cNvSpPr>
            <a:spLocks noGrp="1"/>
          </p:cNvSpPr>
          <p:nvPr/>
        </p:nvSpPr>
        <p:spPr>
          <a:xfrm>
            <a:off x="6293253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A1_bar_GT_9962">
            <a:extLst>
              <a:ext uri="{FF2B5EF4-FFF2-40B4-BE49-F238E27FC236}">
                <a16:creationId xmlns:a16="http://schemas.microsoft.com/office/drawing/2014/main" id="{F9D8C64A-8DF3-4456-8615-AE4A6838EBC7}"/>
              </a:ext>
            </a:extLst>
          </p:cNvPr>
          <p:cNvSpPr>
            <a:spLocks noGrp="1"/>
          </p:cNvSpPr>
          <p:nvPr/>
        </p:nvSpPr>
        <p:spPr>
          <a:xfrm>
            <a:off x="615172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A1_bar_GT_9963">
            <a:extLst>
              <a:ext uri="{FF2B5EF4-FFF2-40B4-BE49-F238E27FC236}">
                <a16:creationId xmlns:a16="http://schemas.microsoft.com/office/drawing/2014/main" id="{4A7B3033-FCD3-4B5A-BAB4-2330D86F9C03}"/>
              </a:ext>
            </a:extLst>
          </p:cNvPr>
          <p:cNvSpPr>
            <a:spLocks noGrp="1"/>
          </p:cNvSpPr>
          <p:nvPr/>
        </p:nvSpPr>
        <p:spPr>
          <a:xfrm>
            <a:off x="6191196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A1_bar_GT_9964">
            <a:extLst>
              <a:ext uri="{FF2B5EF4-FFF2-40B4-BE49-F238E27FC236}">
                <a16:creationId xmlns:a16="http://schemas.microsoft.com/office/drawing/2014/main" id="{B7FA9BF6-8E27-4651-9282-37604FF64165}"/>
              </a:ext>
            </a:extLst>
          </p:cNvPr>
          <p:cNvSpPr>
            <a:spLocks noGrp="1"/>
          </p:cNvSpPr>
          <p:nvPr/>
        </p:nvSpPr>
        <p:spPr>
          <a:xfrm>
            <a:off x="6274133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A1_bar_GT_9965">
            <a:extLst>
              <a:ext uri="{FF2B5EF4-FFF2-40B4-BE49-F238E27FC236}">
                <a16:creationId xmlns:a16="http://schemas.microsoft.com/office/drawing/2014/main" id="{982CB113-1F2D-40BF-A05E-9D0975EDFF99}"/>
              </a:ext>
            </a:extLst>
          </p:cNvPr>
          <p:cNvSpPr>
            <a:spLocks noGrp="1"/>
          </p:cNvSpPr>
          <p:nvPr/>
        </p:nvSpPr>
        <p:spPr>
          <a:xfrm>
            <a:off x="6134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A1_bar_GT_9966">
            <a:extLst>
              <a:ext uri="{FF2B5EF4-FFF2-40B4-BE49-F238E27FC236}">
                <a16:creationId xmlns:a16="http://schemas.microsoft.com/office/drawing/2014/main" id="{CC2A787B-3F54-437A-B8BE-6C2F740D98D5}"/>
              </a:ext>
            </a:extLst>
          </p:cNvPr>
          <p:cNvSpPr>
            <a:spLocks noGrp="1"/>
          </p:cNvSpPr>
          <p:nvPr/>
        </p:nvSpPr>
        <p:spPr>
          <a:xfrm>
            <a:off x="6267445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A1_bar_GT_9967">
            <a:extLst>
              <a:ext uri="{FF2B5EF4-FFF2-40B4-BE49-F238E27FC236}">
                <a16:creationId xmlns:a16="http://schemas.microsoft.com/office/drawing/2014/main" id="{171EC0EC-BC1A-4EE3-8795-7C8A2C3039C3}"/>
              </a:ext>
            </a:extLst>
          </p:cNvPr>
          <p:cNvSpPr>
            <a:spLocks noGrp="1"/>
          </p:cNvSpPr>
          <p:nvPr/>
        </p:nvSpPr>
        <p:spPr>
          <a:xfrm>
            <a:off x="6182041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A1_bar_GT_9968">
            <a:extLst>
              <a:ext uri="{FF2B5EF4-FFF2-40B4-BE49-F238E27FC236}">
                <a16:creationId xmlns:a16="http://schemas.microsoft.com/office/drawing/2014/main" id="{9C823729-F56B-4EAD-9C60-700B7297A7AE}"/>
              </a:ext>
            </a:extLst>
          </p:cNvPr>
          <p:cNvSpPr>
            <a:spLocks noGrp="1"/>
          </p:cNvSpPr>
          <p:nvPr/>
        </p:nvSpPr>
        <p:spPr>
          <a:xfrm>
            <a:off x="6180276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A1_bar_GT_9969">
            <a:extLst>
              <a:ext uri="{FF2B5EF4-FFF2-40B4-BE49-F238E27FC236}">
                <a16:creationId xmlns:a16="http://schemas.microsoft.com/office/drawing/2014/main" id="{77EC353F-32D8-4540-B6D9-D5D561B44856}"/>
              </a:ext>
            </a:extLst>
          </p:cNvPr>
          <p:cNvSpPr>
            <a:spLocks noGrp="1"/>
          </p:cNvSpPr>
          <p:nvPr/>
        </p:nvSpPr>
        <p:spPr>
          <a:xfrm>
            <a:off x="63795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A1_bar_GT_9970">
            <a:extLst>
              <a:ext uri="{FF2B5EF4-FFF2-40B4-BE49-F238E27FC236}">
                <a16:creationId xmlns:a16="http://schemas.microsoft.com/office/drawing/2014/main" id="{BDE44BC1-AB5F-4066-9410-F843E2CB2F58}"/>
              </a:ext>
            </a:extLst>
          </p:cNvPr>
          <p:cNvSpPr>
            <a:spLocks noGrp="1"/>
          </p:cNvSpPr>
          <p:nvPr/>
        </p:nvSpPr>
        <p:spPr>
          <a:xfrm>
            <a:off x="621808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A1_bar_GT_9971">
            <a:extLst>
              <a:ext uri="{FF2B5EF4-FFF2-40B4-BE49-F238E27FC236}">
                <a16:creationId xmlns:a16="http://schemas.microsoft.com/office/drawing/2014/main" id="{3D273CA1-A51F-4D22-8219-489D4257DC8B}"/>
              </a:ext>
            </a:extLst>
          </p:cNvPr>
          <p:cNvSpPr>
            <a:spLocks noGrp="1"/>
          </p:cNvSpPr>
          <p:nvPr/>
        </p:nvSpPr>
        <p:spPr>
          <a:xfrm>
            <a:off x="6134079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A1_bar_GT_9972">
            <a:extLst>
              <a:ext uri="{FF2B5EF4-FFF2-40B4-BE49-F238E27FC236}">
                <a16:creationId xmlns:a16="http://schemas.microsoft.com/office/drawing/2014/main" id="{4C0D7306-8D04-4B42-9F45-0E0D0F107AAF}"/>
              </a:ext>
            </a:extLst>
          </p:cNvPr>
          <p:cNvSpPr>
            <a:spLocks noGrp="1"/>
          </p:cNvSpPr>
          <p:nvPr/>
        </p:nvSpPr>
        <p:spPr>
          <a:xfrm>
            <a:off x="6267376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A1_bar_GT_9973">
            <a:extLst>
              <a:ext uri="{FF2B5EF4-FFF2-40B4-BE49-F238E27FC236}">
                <a16:creationId xmlns:a16="http://schemas.microsoft.com/office/drawing/2014/main" id="{6632BF4C-CF0D-48D6-8E57-334993DFCABE}"/>
              </a:ext>
            </a:extLst>
          </p:cNvPr>
          <p:cNvSpPr>
            <a:spLocks noGrp="1"/>
          </p:cNvSpPr>
          <p:nvPr/>
        </p:nvSpPr>
        <p:spPr>
          <a:xfrm>
            <a:off x="63239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A1_bar_GT_9974">
            <a:extLst>
              <a:ext uri="{FF2B5EF4-FFF2-40B4-BE49-F238E27FC236}">
                <a16:creationId xmlns:a16="http://schemas.microsoft.com/office/drawing/2014/main" id="{8ADCA9B0-517D-4F4A-9E35-E3C880C8040A}"/>
              </a:ext>
            </a:extLst>
          </p:cNvPr>
          <p:cNvSpPr>
            <a:spLocks noGrp="1"/>
          </p:cNvSpPr>
          <p:nvPr/>
        </p:nvSpPr>
        <p:spPr>
          <a:xfrm>
            <a:off x="628253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A1_bar_GT_9975">
            <a:extLst>
              <a:ext uri="{FF2B5EF4-FFF2-40B4-BE49-F238E27FC236}">
                <a16:creationId xmlns:a16="http://schemas.microsoft.com/office/drawing/2014/main" id="{03765365-16A5-4917-9962-A0D924C61A10}"/>
              </a:ext>
            </a:extLst>
          </p:cNvPr>
          <p:cNvSpPr>
            <a:spLocks noGrp="1"/>
          </p:cNvSpPr>
          <p:nvPr/>
        </p:nvSpPr>
        <p:spPr>
          <a:xfrm>
            <a:off x="6197359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A1_bar_GT_9976">
            <a:extLst>
              <a:ext uri="{FF2B5EF4-FFF2-40B4-BE49-F238E27FC236}">
                <a16:creationId xmlns:a16="http://schemas.microsoft.com/office/drawing/2014/main" id="{2C445EFC-D065-46D8-9C21-ECBE3814097F}"/>
              </a:ext>
            </a:extLst>
          </p:cNvPr>
          <p:cNvSpPr>
            <a:spLocks noGrp="1"/>
          </p:cNvSpPr>
          <p:nvPr/>
        </p:nvSpPr>
        <p:spPr>
          <a:xfrm>
            <a:off x="61733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A1_bar_GT_9977">
            <a:extLst>
              <a:ext uri="{FF2B5EF4-FFF2-40B4-BE49-F238E27FC236}">
                <a16:creationId xmlns:a16="http://schemas.microsoft.com/office/drawing/2014/main" id="{06E195EA-0C4F-4301-9159-C9C0253F955F}"/>
              </a:ext>
            </a:extLst>
          </p:cNvPr>
          <p:cNvSpPr>
            <a:spLocks noGrp="1"/>
          </p:cNvSpPr>
          <p:nvPr/>
        </p:nvSpPr>
        <p:spPr>
          <a:xfrm>
            <a:off x="623533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A1_bar_GT_9978">
            <a:extLst>
              <a:ext uri="{FF2B5EF4-FFF2-40B4-BE49-F238E27FC236}">
                <a16:creationId xmlns:a16="http://schemas.microsoft.com/office/drawing/2014/main" id="{89C40BE5-0654-46D8-8640-F1741D6D08FF}"/>
              </a:ext>
            </a:extLst>
          </p:cNvPr>
          <p:cNvSpPr>
            <a:spLocks noGrp="1"/>
          </p:cNvSpPr>
          <p:nvPr/>
        </p:nvSpPr>
        <p:spPr>
          <a:xfrm>
            <a:off x="61312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A1_bar_GT_9979">
            <a:extLst>
              <a:ext uri="{FF2B5EF4-FFF2-40B4-BE49-F238E27FC236}">
                <a16:creationId xmlns:a16="http://schemas.microsoft.com/office/drawing/2014/main" id="{8EFC22FE-710C-4680-AF96-B3669223EDA1}"/>
              </a:ext>
            </a:extLst>
          </p:cNvPr>
          <p:cNvSpPr>
            <a:spLocks noGrp="1"/>
          </p:cNvSpPr>
          <p:nvPr/>
        </p:nvSpPr>
        <p:spPr>
          <a:xfrm>
            <a:off x="63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A1_bar_GT_9980">
            <a:extLst>
              <a:ext uri="{FF2B5EF4-FFF2-40B4-BE49-F238E27FC236}">
                <a16:creationId xmlns:a16="http://schemas.microsoft.com/office/drawing/2014/main" id="{274FAD72-723F-4B59-8F05-7F95883BC793}"/>
              </a:ext>
            </a:extLst>
          </p:cNvPr>
          <p:cNvSpPr>
            <a:spLocks noGrp="1"/>
          </p:cNvSpPr>
          <p:nvPr/>
        </p:nvSpPr>
        <p:spPr>
          <a:xfrm>
            <a:off x="62782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A1_bar_GT_9981">
            <a:extLst>
              <a:ext uri="{FF2B5EF4-FFF2-40B4-BE49-F238E27FC236}">
                <a16:creationId xmlns:a16="http://schemas.microsoft.com/office/drawing/2014/main" id="{91D1FA4F-000F-4EAA-B610-585473D1CD5A}"/>
              </a:ext>
            </a:extLst>
          </p:cNvPr>
          <p:cNvSpPr>
            <a:spLocks noGrp="1"/>
          </p:cNvSpPr>
          <p:nvPr/>
        </p:nvSpPr>
        <p:spPr>
          <a:xfrm>
            <a:off x="629931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A1_bar_GT_9982">
            <a:extLst>
              <a:ext uri="{FF2B5EF4-FFF2-40B4-BE49-F238E27FC236}">
                <a16:creationId xmlns:a16="http://schemas.microsoft.com/office/drawing/2014/main" id="{4776CEF5-E965-4ECD-BD7A-AD8771888D44}"/>
              </a:ext>
            </a:extLst>
          </p:cNvPr>
          <p:cNvSpPr>
            <a:spLocks noGrp="1"/>
          </p:cNvSpPr>
          <p:nvPr/>
        </p:nvSpPr>
        <p:spPr>
          <a:xfrm>
            <a:off x="621257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A1_bar_GT_9983">
            <a:extLst>
              <a:ext uri="{FF2B5EF4-FFF2-40B4-BE49-F238E27FC236}">
                <a16:creationId xmlns:a16="http://schemas.microsoft.com/office/drawing/2014/main" id="{D040F309-1385-44D4-8B26-ED50394D3A55}"/>
              </a:ext>
            </a:extLst>
          </p:cNvPr>
          <p:cNvSpPr>
            <a:spLocks noGrp="1"/>
          </p:cNvSpPr>
          <p:nvPr/>
        </p:nvSpPr>
        <p:spPr>
          <a:xfrm>
            <a:off x="6265469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A1_bar_GT_9984">
            <a:extLst>
              <a:ext uri="{FF2B5EF4-FFF2-40B4-BE49-F238E27FC236}">
                <a16:creationId xmlns:a16="http://schemas.microsoft.com/office/drawing/2014/main" id="{87654472-9EA3-493E-9AC6-4C84A43A11C7}"/>
              </a:ext>
            </a:extLst>
          </p:cNvPr>
          <p:cNvSpPr>
            <a:spLocks noGrp="1"/>
          </p:cNvSpPr>
          <p:nvPr/>
        </p:nvSpPr>
        <p:spPr>
          <a:xfrm>
            <a:off x="6317196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A1_bar_GT_9985">
            <a:extLst>
              <a:ext uri="{FF2B5EF4-FFF2-40B4-BE49-F238E27FC236}">
                <a16:creationId xmlns:a16="http://schemas.microsoft.com/office/drawing/2014/main" id="{5A3E5258-C6D8-4CAE-A640-FE288ED1C787}"/>
              </a:ext>
            </a:extLst>
          </p:cNvPr>
          <p:cNvSpPr>
            <a:spLocks noGrp="1"/>
          </p:cNvSpPr>
          <p:nvPr/>
        </p:nvSpPr>
        <p:spPr>
          <a:xfrm>
            <a:off x="619583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A1_bar_GT_9986">
            <a:extLst>
              <a:ext uri="{FF2B5EF4-FFF2-40B4-BE49-F238E27FC236}">
                <a16:creationId xmlns:a16="http://schemas.microsoft.com/office/drawing/2014/main" id="{FCDC71CF-3691-41CE-98B7-1BBB0508EF28}"/>
              </a:ext>
            </a:extLst>
          </p:cNvPr>
          <p:cNvSpPr>
            <a:spLocks noGrp="1"/>
          </p:cNvSpPr>
          <p:nvPr/>
        </p:nvSpPr>
        <p:spPr>
          <a:xfrm>
            <a:off x="615621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A1_bar_GT_9987">
            <a:extLst>
              <a:ext uri="{FF2B5EF4-FFF2-40B4-BE49-F238E27FC236}">
                <a16:creationId xmlns:a16="http://schemas.microsoft.com/office/drawing/2014/main" id="{C1141E1B-5033-4F05-B112-63091DDD5538}"/>
              </a:ext>
            </a:extLst>
          </p:cNvPr>
          <p:cNvSpPr>
            <a:spLocks noGrp="1"/>
          </p:cNvSpPr>
          <p:nvPr/>
        </p:nvSpPr>
        <p:spPr>
          <a:xfrm>
            <a:off x="613804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A1_bar_GT_9988">
            <a:extLst>
              <a:ext uri="{FF2B5EF4-FFF2-40B4-BE49-F238E27FC236}">
                <a16:creationId xmlns:a16="http://schemas.microsoft.com/office/drawing/2014/main" id="{29619F41-DB0D-466B-B360-4B253CDA2C93}"/>
              </a:ext>
            </a:extLst>
          </p:cNvPr>
          <p:cNvSpPr>
            <a:spLocks noGrp="1"/>
          </p:cNvSpPr>
          <p:nvPr/>
        </p:nvSpPr>
        <p:spPr>
          <a:xfrm>
            <a:off x="63498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A1_bar_GT_9989">
            <a:extLst>
              <a:ext uri="{FF2B5EF4-FFF2-40B4-BE49-F238E27FC236}">
                <a16:creationId xmlns:a16="http://schemas.microsoft.com/office/drawing/2014/main" id="{32F001FF-86FD-4BF5-8139-7453ECBEF4A8}"/>
              </a:ext>
            </a:extLst>
          </p:cNvPr>
          <p:cNvSpPr>
            <a:spLocks noGrp="1"/>
          </p:cNvSpPr>
          <p:nvPr/>
        </p:nvSpPr>
        <p:spPr>
          <a:xfrm>
            <a:off x="61286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A1_bar_GT_9990">
            <a:extLst>
              <a:ext uri="{FF2B5EF4-FFF2-40B4-BE49-F238E27FC236}">
                <a16:creationId xmlns:a16="http://schemas.microsoft.com/office/drawing/2014/main" id="{63672704-4D6C-4FA4-9A1A-8C7F5CE7EE98}"/>
              </a:ext>
            </a:extLst>
          </p:cNvPr>
          <p:cNvSpPr>
            <a:spLocks noGrp="1"/>
          </p:cNvSpPr>
          <p:nvPr/>
        </p:nvSpPr>
        <p:spPr>
          <a:xfrm>
            <a:off x="634664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A1_bar_GT_9991">
            <a:extLst>
              <a:ext uri="{FF2B5EF4-FFF2-40B4-BE49-F238E27FC236}">
                <a16:creationId xmlns:a16="http://schemas.microsoft.com/office/drawing/2014/main" id="{331C75FE-74CB-4BBC-9FC3-8D2EEF339253}"/>
              </a:ext>
            </a:extLst>
          </p:cNvPr>
          <p:cNvSpPr>
            <a:spLocks noGrp="1"/>
          </p:cNvSpPr>
          <p:nvPr/>
        </p:nvSpPr>
        <p:spPr>
          <a:xfrm>
            <a:off x="614071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A1_bar_GT_9992">
            <a:extLst>
              <a:ext uri="{FF2B5EF4-FFF2-40B4-BE49-F238E27FC236}">
                <a16:creationId xmlns:a16="http://schemas.microsoft.com/office/drawing/2014/main" id="{849F21E0-DB9F-4122-87E8-4B9762BB12EC}"/>
              </a:ext>
            </a:extLst>
          </p:cNvPr>
          <p:cNvSpPr>
            <a:spLocks noGrp="1"/>
          </p:cNvSpPr>
          <p:nvPr/>
        </p:nvSpPr>
        <p:spPr>
          <a:xfrm>
            <a:off x="62640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A1_bar_GT_9993">
            <a:extLst>
              <a:ext uri="{FF2B5EF4-FFF2-40B4-BE49-F238E27FC236}">
                <a16:creationId xmlns:a16="http://schemas.microsoft.com/office/drawing/2014/main" id="{D0A499BB-141D-44E2-800F-8906B316E4D2}"/>
              </a:ext>
            </a:extLst>
          </p:cNvPr>
          <p:cNvSpPr>
            <a:spLocks noGrp="1"/>
          </p:cNvSpPr>
          <p:nvPr/>
        </p:nvSpPr>
        <p:spPr>
          <a:xfrm>
            <a:off x="6254223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A1_bar_GT_9994">
            <a:extLst>
              <a:ext uri="{FF2B5EF4-FFF2-40B4-BE49-F238E27FC236}">
                <a16:creationId xmlns:a16="http://schemas.microsoft.com/office/drawing/2014/main" id="{3C977653-4121-46B1-AAE6-BBFC956E0A74}"/>
              </a:ext>
            </a:extLst>
          </p:cNvPr>
          <p:cNvSpPr>
            <a:spLocks noGrp="1"/>
          </p:cNvSpPr>
          <p:nvPr/>
        </p:nvSpPr>
        <p:spPr>
          <a:xfrm>
            <a:off x="627747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A1_bar_GT_9995">
            <a:extLst>
              <a:ext uri="{FF2B5EF4-FFF2-40B4-BE49-F238E27FC236}">
                <a16:creationId xmlns:a16="http://schemas.microsoft.com/office/drawing/2014/main" id="{8C1E86AF-8076-482A-BFD2-8E554F4A56B0}"/>
              </a:ext>
            </a:extLst>
          </p:cNvPr>
          <p:cNvSpPr>
            <a:spLocks noGrp="1"/>
          </p:cNvSpPr>
          <p:nvPr/>
        </p:nvSpPr>
        <p:spPr>
          <a:xfrm>
            <a:off x="615880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A1_bar_GT_9996">
            <a:extLst>
              <a:ext uri="{FF2B5EF4-FFF2-40B4-BE49-F238E27FC236}">
                <a16:creationId xmlns:a16="http://schemas.microsoft.com/office/drawing/2014/main" id="{0658DAEB-DB92-4D2A-948E-408883D06AFA}"/>
              </a:ext>
            </a:extLst>
          </p:cNvPr>
          <p:cNvSpPr>
            <a:spLocks noGrp="1"/>
          </p:cNvSpPr>
          <p:nvPr/>
        </p:nvSpPr>
        <p:spPr>
          <a:xfrm>
            <a:off x="6166315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A1_bar_GT_9997">
            <a:extLst>
              <a:ext uri="{FF2B5EF4-FFF2-40B4-BE49-F238E27FC236}">
                <a16:creationId xmlns:a16="http://schemas.microsoft.com/office/drawing/2014/main" id="{FA9A4F67-632D-4812-A9E3-D0D5499963FD}"/>
              </a:ext>
            </a:extLst>
          </p:cNvPr>
          <p:cNvSpPr>
            <a:spLocks noGrp="1"/>
          </p:cNvSpPr>
          <p:nvPr/>
        </p:nvSpPr>
        <p:spPr>
          <a:xfrm>
            <a:off x="6217234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A1_bar_GT_9998">
            <a:extLst>
              <a:ext uri="{FF2B5EF4-FFF2-40B4-BE49-F238E27FC236}">
                <a16:creationId xmlns:a16="http://schemas.microsoft.com/office/drawing/2014/main" id="{8169E82B-9E9A-4F16-8863-388B0672D8EA}"/>
              </a:ext>
            </a:extLst>
          </p:cNvPr>
          <p:cNvSpPr>
            <a:spLocks noGrp="1"/>
          </p:cNvSpPr>
          <p:nvPr/>
        </p:nvSpPr>
        <p:spPr>
          <a:xfrm>
            <a:off x="6154121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A1_bar_GT_9999">
            <a:extLst>
              <a:ext uri="{FF2B5EF4-FFF2-40B4-BE49-F238E27FC236}">
                <a16:creationId xmlns:a16="http://schemas.microsoft.com/office/drawing/2014/main" id="{5356D47F-2964-453A-9D00-E0EA000EF4BF}"/>
              </a:ext>
            </a:extLst>
          </p:cNvPr>
          <p:cNvSpPr>
            <a:spLocks noGrp="1"/>
          </p:cNvSpPr>
          <p:nvPr/>
        </p:nvSpPr>
        <p:spPr>
          <a:xfrm>
            <a:off x="635285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A1_bar_GT_10000">
            <a:extLst>
              <a:ext uri="{FF2B5EF4-FFF2-40B4-BE49-F238E27FC236}">
                <a16:creationId xmlns:a16="http://schemas.microsoft.com/office/drawing/2014/main" id="{2E9807A4-7646-44C3-8FD0-87F4A4962C5D}"/>
              </a:ext>
            </a:extLst>
          </p:cNvPr>
          <p:cNvSpPr>
            <a:spLocks noGrp="1"/>
          </p:cNvSpPr>
          <p:nvPr/>
        </p:nvSpPr>
        <p:spPr>
          <a:xfrm>
            <a:off x="623658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A1_bar_GT_10001">
            <a:extLst>
              <a:ext uri="{FF2B5EF4-FFF2-40B4-BE49-F238E27FC236}">
                <a16:creationId xmlns:a16="http://schemas.microsoft.com/office/drawing/2014/main" id="{8F847A43-CEEE-42E3-9B7A-F25F4EFB837C}"/>
              </a:ext>
            </a:extLst>
          </p:cNvPr>
          <p:cNvSpPr>
            <a:spLocks noGrp="1"/>
          </p:cNvSpPr>
          <p:nvPr/>
        </p:nvSpPr>
        <p:spPr>
          <a:xfrm>
            <a:off x="61963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A1_bar_GT_10002">
            <a:extLst>
              <a:ext uri="{FF2B5EF4-FFF2-40B4-BE49-F238E27FC236}">
                <a16:creationId xmlns:a16="http://schemas.microsoft.com/office/drawing/2014/main" id="{C5627657-48F8-455C-B4FD-FF5C0683F0AF}"/>
              </a:ext>
            </a:extLst>
          </p:cNvPr>
          <p:cNvSpPr>
            <a:spLocks noGrp="1"/>
          </p:cNvSpPr>
          <p:nvPr/>
        </p:nvSpPr>
        <p:spPr>
          <a:xfrm>
            <a:off x="6195171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A1_bar_GT_10003">
            <a:extLst>
              <a:ext uri="{FF2B5EF4-FFF2-40B4-BE49-F238E27FC236}">
                <a16:creationId xmlns:a16="http://schemas.microsoft.com/office/drawing/2014/main" id="{B99D0867-0C01-46C6-A792-143E654EAD5F}"/>
              </a:ext>
            </a:extLst>
          </p:cNvPr>
          <p:cNvSpPr>
            <a:spLocks noGrp="1"/>
          </p:cNvSpPr>
          <p:nvPr/>
        </p:nvSpPr>
        <p:spPr>
          <a:xfrm>
            <a:off x="625948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A1_bar_GT_10004">
            <a:extLst>
              <a:ext uri="{FF2B5EF4-FFF2-40B4-BE49-F238E27FC236}">
                <a16:creationId xmlns:a16="http://schemas.microsoft.com/office/drawing/2014/main" id="{165E6F06-7BB6-4A97-9373-AE308C9E430D}"/>
              </a:ext>
            </a:extLst>
          </p:cNvPr>
          <p:cNvSpPr>
            <a:spLocks noGrp="1"/>
          </p:cNvSpPr>
          <p:nvPr/>
        </p:nvSpPr>
        <p:spPr>
          <a:xfrm>
            <a:off x="6260735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A1_bar_GT_10005">
            <a:extLst>
              <a:ext uri="{FF2B5EF4-FFF2-40B4-BE49-F238E27FC236}">
                <a16:creationId xmlns:a16="http://schemas.microsoft.com/office/drawing/2014/main" id="{79440CE9-865E-4BB5-87DE-5C39EC1EC2F4}"/>
              </a:ext>
            </a:extLst>
          </p:cNvPr>
          <p:cNvSpPr>
            <a:spLocks noGrp="1"/>
          </p:cNvSpPr>
          <p:nvPr/>
        </p:nvSpPr>
        <p:spPr>
          <a:xfrm>
            <a:off x="619681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A1_bar_GT_10006">
            <a:extLst>
              <a:ext uri="{FF2B5EF4-FFF2-40B4-BE49-F238E27FC236}">
                <a16:creationId xmlns:a16="http://schemas.microsoft.com/office/drawing/2014/main" id="{2312D6EB-95A8-4157-9F23-B3ECEF50507C}"/>
              </a:ext>
            </a:extLst>
          </p:cNvPr>
          <p:cNvSpPr>
            <a:spLocks noGrp="1"/>
          </p:cNvSpPr>
          <p:nvPr/>
        </p:nvSpPr>
        <p:spPr>
          <a:xfrm>
            <a:off x="625978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A1_bar_GT_10007">
            <a:extLst>
              <a:ext uri="{FF2B5EF4-FFF2-40B4-BE49-F238E27FC236}">
                <a16:creationId xmlns:a16="http://schemas.microsoft.com/office/drawing/2014/main" id="{85397568-7566-441B-8DD9-BE26D2B23988}"/>
              </a:ext>
            </a:extLst>
          </p:cNvPr>
          <p:cNvSpPr>
            <a:spLocks noGrp="1"/>
          </p:cNvSpPr>
          <p:nvPr/>
        </p:nvSpPr>
        <p:spPr>
          <a:xfrm>
            <a:off x="62967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A1_bar_GT_10008">
            <a:extLst>
              <a:ext uri="{FF2B5EF4-FFF2-40B4-BE49-F238E27FC236}">
                <a16:creationId xmlns:a16="http://schemas.microsoft.com/office/drawing/2014/main" id="{24EDC710-AFD6-4C67-ADFC-6E913DC6A5A0}"/>
              </a:ext>
            </a:extLst>
          </p:cNvPr>
          <p:cNvSpPr>
            <a:spLocks noGrp="1"/>
          </p:cNvSpPr>
          <p:nvPr/>
        </p:nvSpPr>
        <p:spPr>
          <a:xfrm>
            <a:off x="61822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A1_bar_GT_10009">
            <a:extLst>
              <a:ext uri="{FF2B5EF4-FFF2-40B4-BE49-F238E27FC236}">
                <a16:creationId xmlns:a16="http://schemas.microsoft.com/office/drawing/2014/main" id="{F22A4B3F-2BE7-4F4B-980E-7E0CB9F41888}"/>
              </a:ext>
            </a:extLst>
          </p:cNvPr>
          <p:cNvSpPr>
            <a:spLocks noGrp="1"/>
          </p:cNvSpPr>
          <p:nvPr/>
        </p:nvSpPr>
        <p:spPr>
          <a:xfrm>
            <a:off x="617817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A1_bar_GT_10010">
            <a:extLst>
              <a:ext uri="{FF2B5EF4-FFF2-40B4-BE49-F238E27FC236}">
                <a16:creationId xmlns:a16="http://schemas.microsoft.com/office/drawing/2014/main" id="{31900FA7-70B6-4084-8548-A5CFFDCDFEAA}"/>
              </a:ext>
            </a:extLst>
          </p:cNvPr>
          <p:cNvSpPr>
            <a:spLocks noGrp="1"/>
          </p:cNvSpPr>
          <p:nvPr/>
        </p:nvSpPr>
        <p:spPr>
          <a:xfrm>
            <a:off x="6307046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A1_bar_GT_10011">
            <a:extLst>
              <a:ext uri="{FF2B5EF4-FFF2-40B4-BE49-F238E27FC236}">
                <a16:creationId xmlns:a16="http://schemas.microsoft.com/office/drawing/2014/main" id="{7F273240-CE72-499D-8AD9-70343D9B0B88}"/>
              </a:ext>
            </a:extLst>
          </p:cNvPr>
          <p:cNvSpPr>
            <a:spLocks noGrp="1"/>
          </p:cNvSpPr>
          <p:nvPr/>
        </p:nvSpPr>
        <p:spPr>
          <a:xfrm>
            <a:off x="617338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A1_bar_GT_10012">
            <a:extLst>
              <a:ext uri="{FF2B5EF4-FFF2-40B4-BE49-F238E27FC236}">
                <a16:creationId xmlns:a16="http://schemas.microsoft.com/office/drawing/2014/main" id="{DBE5676F-6565-4DBA-8A0A-910952F29146}"/>
              </a:ext>
            </a:extLst>
          </p:cNvPr>
          <p:cNvSpPr>
            <a:spLocks noGrp="1"/>
          </p:cNvSpPr>
          <p:nvPr/>
        </p:nvSpPr>
        <p:spPr>
          <a:xfrm>
            <a:off x="6179750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A1_bar_GT_10013">
            <a:extLst>
              <a:ext uri="{FF2B5EF4-FFF2-40B4-BE49-F238E27FC236}">
                <a16:creationId xmlns:a16="http://schemas.microsoft.com/office/drawing/2014/main" id="{06AB6BEB-F66D-415D-BB18-2A8050FA8852}"/>
              </a:ext>
            </a:extLst>
          </p:cNvPr>
          <p:cNvSpPr>
            <a:spLocks noGrp="1"/>
          </p:cNvSpPr>
          <p:nvPr/>
        </p:nvSpPr>
        <p:spPr>
          <a:xfrm>
            <a:off x="626678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A1_bar_GT_10014">
            <a:extLst>
              <a:ext uri="{FF2B5EF4-FFF2-40B4-BE49-F238E27FC236}">
                <a16:creationId xmlns:a16="http://schemas.microsoft.com/office/drawing/2014/main" id="{CF36D045-BDD0-46FE-8912-47AE1056C20E}"/>
              </a:ext>
            </a:extLst>
          </p:cNvPr>
          <p:cNvSpPr>
            <a:spLocks noGrp="1"/>
          </p:cNvSpPr>
          <p:nvPr/>
        </p:nvSpPr>
        <p:spPr>
          <a:xfrm>
            <a:off x="61762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A1_bar_GT_10015">
            <a:extLst>
              <a:ext uri="{FF2B5EF4-FFF2-40B4-BE49-F238E27FC236}">
                <a16:creationId xmlns:a16="http://schemas.microsoft.com/office/drawing/2014/main" id="{4BD41556-3DE0-4F50-B4D3-CD59BB614A97}"/>
              </a:ext>
            </a:extLst>
          </p:cNvPr>
          <p:cNvSpPr>
            <a:spLocks noGrp="1"/>
          </p:cNvSpPr>
          <p:nvPr/>
        </p:nvSpPr>
        <p:spPr>
          <a:xfrm>
            <a:off x="619990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A1_bar_GT_10016">
            <a:extLst>
              <a:ext uri="{FF2B5EF4-FFF2-40B4-BE49-F238E27FC236}">
                <a16:creationId xmlns:a16="http://schemas.microsoft.com/office/drawing/2014/main" id="{B34A94DC-263B-40AF-8CD1-4A884E587955}"/>
              </a:ext>
            </a:extLst>
          </p:cNvPr>
          <p:cNvSpPr>
            <a:spLocks noGrp="1"/>
          </p:cNvSpPr>
          <p:nvPr/>
        </p:nvSpPr>
        <p:spPr>
          <a:xfrm>
            <a:off x="614402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A1_bar_GT_10017">
            <a:extLst>
              <a:ext uri="{FF2B5EF4-FFF2-40B4-BE49-F238E27FC236}">
                <a16:creationId xmlns:a16="http://schemas.microsoft.com/office/drawing/2014/main" id="{C628B8C8-EC9C-40BD-B574-80FA8AB84FC5}"/>
              </a:ext>
            </a:extLst>
          </p:cNvPr>
          <p:cNvSpPr>
            <a:spLocks noGrp="1"/>
          </p:cNvSpPr>
          <p:nvPr/>
        </p:nvSpPr>
        <p:spPr>
          <a:xfrm>
            <a:off x="621781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A1_bar_GT_10018">
            <a:extLst>
              <a:ext uri="{FF2B5EF4-FFF2-40B4-BE49-F238E27FC236}">
                <a16:creationId xmlns:a16="http://schemas.microsoft.com/office/drawing/2014/main" id="{FE362941-107C-434A-885E-5D9DECEEE81F}"/>
              </a:ext>
            </a:extLst>
          </p:cNvPr>
          <p:cNvSpPr>
            <a:spLocks noGrp="1"/>
          </p:cNvSpPr>
          <p:nvPr/>
        </p:nvSpPr>
        <p:spPr>
          <a:xfrm>
            <a:off x="61471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A1_bar_GT_10019">
            <a:extLst>
              <a:ext uri="{FF2B5EF4-FFF2-40B4-BE49-F238E27FC236}">
                <a16:creationId xmlns:a16="http://schemas.microsoft.com/office/drawing/2014/main" id="{911F0E22-F974-4C64-AB3B-31ABA70608C2}"/>
              </a:ext>
            </a:extLst>
          </p:cNvPr>
          <p:cNvSpPr>
            <a:spLocks noGrp="1"/>
          </p:cNvSpPr>
          <p:nvPr/>
        </p:nvSpPr>
        <p:spPr>
          <a:xfrm>
            <a:off x="6278142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A1_bar_GT_10020">
            <a:extLst>
              <a:ext uri="{FF2B5EF4-FFF2-40B4-BE49-F238E27FC236}">
                <a16:creationId xmlns:a16="http://schemas.microsoft.com/office/drawing/2014/main" id="{90E53CEA-8A2E-424D-A935-C5A8F21DAA1F}"/>
              </a:ext>
            </a:extLst>
          </p:cNvPr>
          <p:cNvSpPr>
            <a:spLocks noGrp="1"/>
          </p:cNvSpPr>
          <p:nvPr/>
        </p:nvSpPr>
        <p:spPr>
          <a:xfrm>
            <a:off x="6340817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A1_bar_GT_10021">
            <a:extLst>
              <a:ext uri="{FF2B5EF4-FFF2-40B4-BE49-F238E27FC236}">
                <a16:creationId xmlns:a16="http://schemas.microsoft.com/office/drawing/2014/main" id="{6B0BA526-4624-490E-8EFB-2AFC575A75F6}"/>
              </a:ext>
            </a:extLst>
          </p:cNvPr>
          <p:cNvSpPr>
            <a:spLocks noGrp="1"/>
          </p:cNvSpPr>
          <p:nvPr/>
        </p:nvSpPr>
        <p:spPr>
          <a:xfrm>
            <a:off x="625210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A1_bar_GT_10022">
            <a:extLst>
              <a:ext uri="{FF2B5EF4-FFF2-40B4-BE49-F238E27FC236}">
                <a16:creationId xmlns:a16="http://schemas.microsoft.com/office/drawing/2014/main" id="{A15BF069-5D45-4905-804E-334D1441311B}"/>
              </a:ext>
            </a:extLst>
          </p:cNvPr>
          <p:cNvSpPr>
            <a:spLocks noGrp="1"/>
          </p:cNvSpPr>
          <p:nvPr/>
        </p:nvSpPr>
        <p:spPr>
          <a:xfrm>
            <a:off x="617509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A1_bar_GT_10023">
            <a:extLst>
              <a:ext uri="{FF2B5EF4-FFF2-40B4-BE49-F238E27FC236}">
                <a16:creationId xmlns:a16="http://schemas.microsoft.com/office/drawing/2014/main" id="{59D60357-A0AB-4CBF-9743-B8544F2E2121}"/>
              </a:ext>
            </a:extLst>
          </p:cNvPr>
          <p:cNvSpPr>
            <a:spLocks noGrp="1"/>
          </p:cNvSpPr>
          <p:nvPr/>
        </p:nvSpPr>
        <p:spPr>
          <a:xfrm>
            <a:off x="6254297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A1_bar_GT_10024">
            <a:extLst>
              <a:ext uri="{FF2B5EF4-FFF2-40B4-BE49-F238E27FC236}">
                <a16:creationId xmlns:a16="http://schemas.microsoft.com/office/drawing/2014/main" id="{A329A5A6-F0C7-4407-8FF7-1EA28212B862}"/>
              </a:ext>
            </a:extLst>
          </p:cNvPr>
          <p:cNvSpPr>
            <a:spLocks noGrp="1"/>
          </p:cNvSpPr>
          <p:nvPr/>
        </p:nvSpPr>
        <p:spPr>
          <a:xfrm>
            <a:off x="625296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A1_bar_GT_10025">
            <a:extLst>
              <a:ext uri="{FF2B5EF4-FFF2-40B4-BE49-F238E27FC236}">
                <a16:creationId xmlns:a16="http://schemas.microsoft.com/office/drawing/2014/main" id="{0298E1E0-A618-4E4C-8A8E-4954FC186534}"/>
              </a:ext>
            </a:extLst>
          </p:cNvPr>
          <p:cNvSpPr>
            <a:spLocks noGrp="1"/>
          </p:cNvSpPr>
          <p:nvPr/>
        </p:nvSpPr>
        <p:spPr>
          <a:xfrm>
            <a:off x="617472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A1_bar_GT_10026">
            <a:extLst>
              <a:ext uri="{FF2B5EF4-FFF2-40B4-BE49-F238E27FC236}">
                <a16:creationId xmlns:a16="http://schemas.microsoft.com/office/drawing/2014/main" id="{1AD968AD-BA2F-4967-9CA8-08FEB40C3114}"/>
              </a:ext>
            </a:extLst>
          </p:cNvPr>
          <p:cNvSpPr>
            <a:spLocks noGrp="1"/>
          </p:cNvSpPr>
          <p:nvPr/>
        </p:nvSpPr>
        <p:spPr>
          <a:xfrm>
            <a:off x="6148436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A1_bar_GT_10027">
            <a:extLst>
              <a:ext uri="{FF2B5EF4-FFF2-40B4-BE49-F238E27FC236}">
                <a16:creationId xmlns:a16="http://schemas.microsoft.com/office/drawing/2014/main" id="{61175438-48AD-4562-A6CC-5CB5E7033A6F}"/>
              </a:ext>
            </a:extLst>
          </p:cNvPr>
          <p:cNvSpPr>
            <a:spLocks noGrp="1"/>
          </p:cNvSpPr>
          <p:nvPr/>
        </p:nvSpPr>
        <p:spPr>
          <a:xfrm>
            <a:off x="62770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A1_bar_GT_10028">
            <a:extLst>
              <a:ext uri="{FF2B5EF4-FFF2-40B4-BE49-F238E27FC236}">
                <a16:creationId xmlns:a16="http://schemas.microsoft.com/office/drawing/2014/main" id="{F18F3071-90D8-4EB4-92B3-5EE550A74F9E}"/>
              </a:ext>
            </a:extLst>
          </p:cNvPr>
          <p:cNvSpPr>
            <a:spLocks noGrp="1"/>
          </p:cNvSpPr>
          <p:nvPr/>
        </p:nvSpPr>
        <p:spPr>
          <a:xfrm>
            <a:off x="634528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A1_bar_GT_10029">
            <a:extLst>
              <a:ext uri="{FF2B5EF4-FFF2-40B4-BE49-F238E27FC236}">
                <a16:creationId xmlns:a16="http://schemas.microsoft.com/office/drawing/2014/main" id="{6F159E74-09E0-403A-9035-0E467D844A53}"/>
              </a:ext>
            </a:extLst>
          </p:cNvPr>
          <p:cNvSpPr>
            <a:spLocks noGrp="1"/>
          </p:cNvSpPr>
          <p:nvPr/>
        </p:nvSpPr>
        <p:spPr>
          <a:xfrm>
            <a:off x="6281324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A1_bar_GT_10030">
            <a:extLst>
              <a:ext uri="{FF2B5EF4-FFF2-40B4-BE49-F238E27FC236}">
                <a16:creationId xmlns:a16="http://schemas.microsoft.com/office/drawing/2014/main" id="{0DFAB95E-5354-4D94-A0FB-012D89E2A46E}"/>
              </a:ext>
            </a:extLst>
          </p:cNvPr>
          <p:cNvSpPr>
            <a:spLocks noGrp="1"/>
          </p:cNvSpPr>
          <p:nvPr/>
        </p:nvSpPr>
        <p:spPr>
          <a:xfrm>
            <a:off x="618559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A1_bar_GT_10031">
            <a:extLst>
              <a:ext uri="{FF2B5EF4-FFF2-40B4-BE49-F238E27FC236}">
                <a16:creationId xmlns:a16="http://schemas.microsoft.com/office/drawing/2014/main" id="{033C81F2-8C5C-46FE-BED6-236B39D6CBA3}"/>
              </a:ext>
            </a:extLst>
          </p:cNvPr>
          <p:cNvSpPr>
            <a:spLocks noGrp="1"/>
          </p:cNvSpPr>
          <p:nvPr/>
        </p:nvSpPr>
        <p:spPr>
          <a:xfrm>
            <a:off x="63408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A1_bar_GT_10032">
            <a:extLst>
              <a:ext uri="{FF2B5EF4-FFF2-40B4-BE49-F238E27FC236}">
                <a16:creationId xmlns:a16="http://schemas.microsoft.com/office/drawing/2014/main" id="{F6B6CC75-4DC2-4160-8598-2FC508DC364C}"/>
              </a:ext>
            </a:extLst>
          </p:cNvPr>
          <p:cNvSpPr>
            <a:spLocks noGrp="1"/>
          </p:cNvSpPr>
          <p:nvPr/>
        </p:nvSpPr>
        <p:spPr>
          <a:xfrm>
            <a:off x="62898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A1_bar_GT_10033">
            <a:extLst>
              <a:ext uri="{FF2B5EF4-FFF2-40B4-BE49-F238E27FC236}">
                <a16:creationId xmlns:a16="http://schemas.microsoft.com/office/drawing/2014/main" id="{E8BCD7DE-A326-4436-ACE6-68E9700C9DD9}"/>
              </a:ext>
            </a:extLst>
          </p:cNvPr>
          <p:cNvSpPr>
            <a:spLocks noGrp="1"/>
          </p:cNvSpPr>
          <p:nvPr/>
        </p:nvSpPr>
        <p:spPr>
          <a:xfrm>
            <a:off x="62746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A1_bar_GT_10034">
            <a:extLst>
              <a:ext uri="{FF2B5EF4-FFF2-40B4-BE49-F238E27FC236}">
                <a16:creationId xmlns:a16="http://schemas.microsoft.com/office/drawing/2014/main" id="{5C2949CA-AC17-4D8B-86E3-4099AD6764C3}"/>
              </a:ext>
            </a:extLst>
          </p:cNvPr>
          <p:cNvSpPr>
            <a:spLocks noGrp="1"/>
          </p:cNvSpPr>
          <p:nvPr/>
        </p:nvSpPr>
        <p:spPr>
          <a:xfrm>
            <a:off x="6263464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A1_bar_GT_10035">
            <a:extLst>
              <a:ext uri="{FF2B5EF4-FFF2-40B4-BE49-F238E27FC236}">
                <a16:creationId xmlns:a16="http://schemas.microsoft.com/office/drawing/2014/main" id="{A05E3A1B-6D28-4C49-AD5B-5C461135407A}"/>
              </a:ext>
            </a:extLst>
          </p:cNvPr>
          <p:cNvSpPr>
            <a:spLocks noGrp="1"/>
          </p:cNvSpPr>
          <p:nvPr/>
        </p:nvSpPr>
        <p:spPr>
          <a:xfrm>
            <a:off x="615341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A1_bar_GT_10036">
            <a:extLst>
              <a:ext uri="{FF2B5EF4-FFF2-40B4-BE49-F238E27FC236}">
                <a16:creationId xmlns:a16="http://schemas.microsoft.com/office/drawing/2014/main" id="{6A3149E8-954A-4DF1-92B3-DB310EECA329}"/>
              </a:ext>
            </a:extLst>
          </p:cNvPr>
          <p:cNvSpPr>
            <a:spLocks noGrp="1"/>
          </p:cNvSpPr>
          <p:nvPr/>
        </p:nvSpPr>
        <p:spPr>
          <a:xfrm>
            <a:off x="63478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A1_bar_GT_10037">
            <a:extLst>
              <a:ext uri="{FF2B5EF4-FFF2-40B4-BE49-F238E27FC236}">
                <a16:creationId xmlns:a16="http://schemas.microsoft.com/office/drawing/2014/main" id="{367F4761-0D6E-4BB8-B9AA-BCA156626137}"/>
              </a:ext>
            </a:extLst>
          </p:cNvPr>
          <p:cNvSpPr>
            <a:spLocks noGrp="1"/>
          </p:cNvSpPr>
          <p:nvPr/>
        </p:nvSpPr>
        <p:spPr>
          <a:xfrm>
            <a:off x="61652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A1_bar_GT_10038">
            <a:extLst>
              <a:ext uri="{FF2B5EF4-FFF2-40B4-BE49-F238E27FC236}">
                <a16:creationId xmlns:a16="http://schemas.microsoft.com/office/drawing/2014/main" id="{0F6DD774-CB3E-4849-AEEF-6AE79BE6DF31}"/>
              </a:ext>
            </a:extLst>
          </p:cNvPr>
          <p:cNvSpPr>
            <a:spLocks noGrp="1"/>
          </p:cNvSpPr>
          <p:nvPr/>
        </p:nvSpPr>
        <p:spPr>
          <a:xfrm>
            <a:off x="61497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A1_bar_GT_10039">
            <a:extLst>
              <a:ext uri="{FF2B5EF4-FFF2-40B4-BE49-F238E27FC236}">
                <a16:creationId xmlns:a16="http://schemas.microsoft.com/office/drawing/2014/main" id="{2C320E90-0196-4D8F-8D62-157EE22A5524}"/>
              </a:ext>
            </a:extLst>
          </p:cNvPr>
          <p:cNvSpPr>
            <a:spLocks noGrp="1"/>
          </p:cNvSpPr>
          <p:nvPr/>
        </p:nvSpPr>
        <p:spPr>
          <a:xfrm>
            <a:off x="63225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A1_bar_GT_10040">
            <a:extLst>
              <a:ext uri="{FF2B5EF4-FFF2-40B4-BE49-F238E27FC236}">
                <a16:creationId xmlns:a16="http://schemas.microsoft.com/office/drawing/2014/main" id="{F5E91D02-CE4F-41A0-A434-17512F245B60}"/>
              </a:ext>
            </a:extLst>
          </p:cNvPr>
          <p:cNvSpPr>
            <a:spLocks noGrp="1"/>
          </p:cNvSpPr>
          <p:nvPr/>
        </p:nvSpPr>
        <p:spPr>
          <a:xfrm>
            <a:off x="6175452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A1_bar_GT_10041">
            <a:extLst>
              <a:ext uri="{FF2B5EF4-FFF2-40B4-BE49-F238E27FC236}">
                <a16:creationId xmlns:a16="http://schemas.microsoft.com/office/drawing/2014/main" id="{219832F6-9920-4F9C-B0BC-70BD3031B429}"/>
              </a:ext>
            </a:extLst>
          </p:cNvPr>
          <p:cNvSpPr>
            <a:spLocks noGrp="1"/>
          </p:cNvSpPr>
          <p:nvPr/>
        </p:nvSpPr>
        <p:spPr>
          <a:xfrm>
            <a:off x="623355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A1_bar_GT_10042">
            <a:extLst>
              <a:ext uri="{FF2B5EF4-FFF2-40B4-BE49-F238E27FC236}">
                <a16:creationId xmlns:a16="http://schemas.microsoft.com/office/drawing/2014/main" id="{4E7D46B4-1F50-4AF1-BC6A-F0BC62D3F5B1}"/>
              </a:ext>
            </a:extLst>
          </p:cNvPr>
          <p:cNvSpPr>
            <a:spLocks noGrp="1"/>
          </p:cNvSpPr>
          <p:nvPr/>
        </p:nvSpPr>
        <p:spPr>
          <a:xfrm>
            <a:off x="626083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A1_bar_GT_10043">
            <a:extLst>
              <a:ext uri="{FF2B5EF4-FFF2-40B4-BE49-F238E27FC236}">
                <a16:creationId xmlns:a16="http://schemas.microsoft.com/office/drawing/2014/main" id="{7B3E2349-8384-42D2-9137-EE3B28768C4C}"/>
              </a:ext>
            </a:extLst>
          </p:cNvPr>
          <p:cNvSpPr>
            <a:spLocks noGrp="1"/>
          </p:cNvSpPr>
          <p:nvPr/>
        </p:nvSpPr>
        <p:spPr>
          <a:xfrm>
            <a:off x="6252836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A1_bar_GT_10044">
            <a:extLst>
              <a:ext uri="{FF2B5EF4-FFF2-40B4-BE49-F238E27FC236}">
                <a16:creationId xmlns:a16="http://schemas.microsoft.com/office/drawing/2014/main" id="{F310B6F1-C5C8-4DE8-A3DD-D7FDE40EDDC5}"/>
              </a:ext>
            </a:extLst>
          </p:cNvPr>
          <p:cNvSpPr>
            <a:spLocks noGrp="1"/>
          </p:cNvSpPr>
          <p:nvPr/>
        </p:nvSpPr>
        <p:spPr>
          <a:xfrm>
            <a:off x="6321444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A1_bar_GT_10045">
            <a:extLst>
              <a:ext uri="{FF2B5EF4-FFF2-40B4-BE49-F238E27FC236}">
                <a16:creationId xmlns:a16="http://schemas.microsoft.com/office/drawing/2014/main" id="{0A9F351B-6607-4158-9E35-EFC67E75106B}"/>
              </a:ext>
            </a:extLst>
          </p:cNvPr>
          <p:cNvSpPr>
            <a:spLocks noGrp="1"/>
          </p:cNvSpPr>
          <p:nvPr/>
        </p:nvSpPr>
        <p:spPr>
          <a:xfrm>
            <a:off x="61984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A1_bar_GT_10046">
            <a:extLst>
              <a:ext uri="{FF2B5EF4-FFF2-40B4-BE49-F238E27FC236}">
                <a16:creationId xmlns:a16="http://schemas.microsoft.com/office/drawing/2014/main" id="{E23DF805-CA15-48ED-B377-FD76B4F2C946}"/>
              </a:ext>
            </a:extLst>
          </p:cNvPr>
          <p:cNvSpPr>
            <a:spLocks noGrp="1"/>
          </p:cNvSpPr>
          <p:nvPr/>
        </p:nvSpPr>
        <p:spPr>
          <a:xfrm>
            <a:off x="62131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A1_bar_GT_10047">
            <a:extLst>
              <a:ext uri="{FF2B5EF4-FFF2-40B4-BE49-F238E27FC236}">
                <a16:creationId xmlns:a16="http://schemas.microsoft.com/office/drawing/2014/main" id="{658D0243-A5F2-4B57-A33B-F16F1A0705EA}"/>
              </a:ext>
            </a:extLst>
          </p:cNvPr>
          <p:cNvSpPr>
            <a:spLocks noGrp="1"/>
          </p:cNvSpPr>
          <p:nvPr/>
        </p:nvSpPr>
        <p:spPr>
          <a:xfrm>
            <a:off x="6176408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A1_bar_GT_10048">
            <a:extLst>
              <a:ext uri="{FF2B5EF4-FFF2-40B4-BE49-F238E27FC236}">
                <a16:creationId xmlns:a16="http://schemas.microsoft.com/office/drawing/2014/main" id="{9960A385-12B6-46AE-96AF-43C421A56233}"/>
              </a:ext>
            </a:extLst>
          </p:cNvPr>
          <p:cNvSpPr>
            <a:spLocks noGrp="1"/>
          </p:cNvSpPr>
          <p:nvPr/>
        </p:nvSpPr>
        <p:spPr>
          <a:xfrm>
            <a:off x="61809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A1_bar_GT_10049">
            <a:extLst>
              <a:ext uri="{FF2B5EF4-FFF2-40B4-BE49-F238E27FC236}">
                <a16:creationId xmlns:a16="http://schemas.microsoft.com/office/drawing/2014/main" id="{54E4EFB7-5055-477F-A409-D583660CAF91}"/>
              </a:ext>
            </a:extLst>
          </p:cNvPr>
          <p:cNvSpPr>
            <a:spLocks noGrp="1"/>
          </p:cNvSpPr>
          <p:nvPr/>
        </p:nvSpPr>
        <p:spPr>
          <a:xfrm>
            <a:off x="6344918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A1_bar_GT_10050">
            <a:extLst>
              <a:ext uri="{FF2B5EF4-FFF2-40B4-BE49-F238E27FC236}">
                <a16:creationId xmlns:a16="http://schemas.microsoft.com/office/drawing/2014/main" id="{4ED306E9-EC29-4978-BACF-0EFC9FB20692}"/>
              </a:ext>
            </a:extLst>
          </p:cNvPr>
          <p:cNvSpPr>
            <a:spLocks noGrp="1"/>
          </p:cNvSpPr>
          <p:nvPr/>
        </p:nvSpPr>
        <p:spPr>
          <a:xfrm>
            <a:off x="626654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A1_bar_GT_10051">
            <a:extLst>
              <a:ext uri="{FF2B5EF4-FFF2-40B4-BE49-F238E27FC236}">
                <a16:creationId xmlns:a16="http://schemas.microsoft.com/office/drawing/2014/main" id="{C018B6AC-2642-4AEA-94EC-05E01E169F79}"/>
              </a:ext>
            </a:extLst>
          </p:cNvPr>
          <p:cNvSpPr>
            <a:spLocks noGrp="1"/>
          </p:cNvSpPr>
          <p:nvPr/>
        </p:nvSpPr>
        <p:spPr>
          <a:xfrm>
            <a:off x="6206140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A1_bar_GT_10052">
            <a:extLst>
              <a:ext uri="{FF2B5EF4-FFF2-40B4-BE49-F238E27FC236}">
                <a16:creationId xmlns:a16="http://schemas.microsoft.com/office/drawing/2014/main" id="{272CA936-D67D-41D3-A14E-C01D0B5617B4}"/>
              </a:ext>
            </a:extLst>
          </p:cNvPr>
          <p:cNvSpPr>
            <a:spLocks noGrp="1"/>
          </p:cNvSpPr>
          <p:nvPr/>
        </p:nvSpPr>
        <p:spPr>
          <a:xfrm>
            <a:off x="6274679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A1_bar_GT_10053">
            <a:extLst>
              <a:ext uri="{FF2B5EF4-FFF2-40B4-BE49-F238E27FC236}">
                <a16:creationId xmlns:a16="http://schemas.microsoft.com/office/drawing/2014/main" id="{91565037-10A4-441A-A8F2-9EC81588A5E8}"/>
              </a:ext>
            </a:extLst>
          </p:cNvPr>
          <p:cNvSpPr>
            <a:spLocks noGrp="1"/>
          </p:cNvSpPr>
          <p:nvPr/>
        </p:nvSpPr>
        <p:spPr>
          <a:xfrm>
            <a:off x="615720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A1_bar_GT_10054">
            <a:extLst>
              <a:ext uri="{FF2B5EF4-FFF2-40B4-BE49-F238E27FC236}">
                <a16:creationId xmlns:a16="http://schemas.microsoft.com/office/drawing/2014/main" id="{8008BAEE-232A-4BC5-A51A-5B0EF3395420}"/>
              </a:ext>
            </a:extLst>
          </p:cNvPr>
          <p:cNvSpPr>
            <a:spLocks noGrp="1"/>
          </p:cNvSpPr>
          <p:nvPr/>
        </p:nvSpPr>
        <p:spPr>
          <a:xfrm>
            <a:off x="63337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A1_bar_GT_10055">
            <a:extLst>
              <a:ext uri="{FF2B5EF4-FFF2-40B4-BE49-F238E27FC236}">
                <a16:creationId xmlns:a16="http://schemas.microsoft.com/office/drawing/2014/main" id="{CBD4BFD8-E5FF-442A-A715-1C6DA6E1AA3D}"/>
              </a:ext>
            </a:extLst>
          </p:cNvPr>
          <p:cNvSpPr>
            <a:spLocks noGrp="1"/>
          </p:cNvSpPr>
          <p:nvPr/>
        </p:nvSpPr>
        <p:spPr>
          <a:xfrm>
            <a:off x="63681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A1_bar_GT_10056">
            <a:extLst>
              <a:ext uri="{FF2B5EF4-FFF2-40B4-BE49-F238E27FC236}">
                <a16:creationId xmlns:a16="http://schemas.microsoft.com/office/drawing/2014/main" id="{EDD968F9-DE1C-48C5-A489-3B4D93057B66}"/>
              </a:ext>
            </a:extLst>
          </p:cNvPr>
          <p:cNvSpPr>
            <a:spLocks noGrp="1"/>
          </p:cNvSpPr>
          <p:nvPr/>
        </p:nvSpPr>
        <p:spPr>
          <a:xfrm>
            <a:off x="6271741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A1_bar_GT_10057">
            <a:extLst>
              <a:ext uri="{FF2B5EF4-FFF2-40B4-BE49-F238E27FC236}">
                <a16:creationId xmlns:a16="http://schemas.microsoft.com/office/drawing/2014/main" id="{B688959A-3524-4675-B0D3-C268C90D656B}"/>
              </a:ext>
            </a:extLst>
          </p:cNvPr>
          <p:cNvSpPr>
            <a:spLocks noGrp="1"/>
          </p:cNvSpPr>
          <p:nvPr/>
        </p:nvSpPr>
        <p:spPr>
          <a:xfrm>
            <a:off x="6370172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A1_bar_GT_10058">
            <a:extLst>
              <a:ext uri="{FF2B5EF4-FFF2-40B4-BE49-F238E27FC236}">
                <a16:creationId xmlns:a16="http://schemas.microsoft.com/office/drawing/2014/main" id="{BBA4CD22-1465-4FCA-95A9-28F9204206F1}"/>
              </a:ext>
            </a:extLst>
          </p:cNvPr>
          <p:cNvSpPr>
            <a:spLocks noGrp="1"/>
          </p:cNvSpPr>
          <p:nvPr/>
        </p:nvSpPr>
        <p:spPr>
          <a:xfrm>
            <a:off x="634408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A1_bar_GT_10059">
            <a:extLst>
              <a:ext uri="{FF2B5EF4-FFF2-40B4-BE49-F238E27FC236}">
                <a16:creationId xmlns:a16="http://schemas.microsoft.com/office/drawing/2014/main" id="{816F7883-B91C-44BD-A7A0-739B4CDB7FDB}"/>
              </a:ext>
            </a:extLst>
          </p:cNvPr>
          <p:cNvSpPr>
            <a:spLocks noGrp="1"/>
          </p:cNvSpPr>
          <p:nvPr/>
        </p:nvSpPr>
        <p:spPr>
          <a:xfrm>
            <a:off x="626453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A1_bar_GT_10060">
            <a:extLst>
              <a:ext uri="{FF2B5EF4-FFF2-40B4-BE49-F238E27FC236}">
                <a16:creationId xmlns:a16="http://schemas.microsoft.com/office/drawing/2014/main" id="{79B3EE7E-897F-4F17-BDA8-A5A5D66A63EC}"/>
              </a:ext>
            </a:extLst>
          </p:cNvPr>
          <p:cNvSpPr>
            <a:spLocks noGrp="1"/>
          </p:cNvSpPr>
          <p:nvPr/>
        </p:nvSpPr>
        <p:spPr>
          <a:xfrm>
            <a:off x="6304424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A1_bar_GT_10061">
            <a:extLst>
              <a:ext uri="{FF2B5EF4-FFF2-40B4-BE49-F238E27FC236}">
                <a16:creationId xmlns:a16="http://schemas.microsoft.com/office/drawing/2014/main" id="{853F86F7-AA02-4636-B422-720D275EB629}"/>
              </a:ext>
            </a:extLst>
          </p:cNvPr>
          <p:cNvSpPr>
            <a:spLocks noGrp="1"/>
          </p:cNvSpPr>
          <p:nvPr/>
        </p:nvSpPr>
        <p:spPr>
          <a:xfrm>
            <a:off x="6251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A1_bar_GT_10062">
            <a:extLst>
              <a:ext uri="{FF2B5EF4-FFF2-40B4-BE49-F238E27FC236}">
                <a16:creationId xmlns:a16="http://schemas.microsoft.com/office/drawing/2014/main" id="{A6D123DB-B34D-478B-8A57-9D335778EC3E}"/>
              </a:ext>
            </a:extLst>
          </p:cNvPr>
          <p:cNvSpPr>
            <a:spLocks noGrp="1"/>
          </p:cNvSpPr>
          <p:nvPr/>
        </p:nvSpPr>
        <p:spPr>
          <a:xfrm>
            <a:off x="634486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A1_bar_GT_10063">
            <a:extLst>
              <a:ext uri="{FF2B5EF4-FFF2-40B4-BE49-F238E27FC236}">
                <a16:creationId xmlns:a16="http://schemas.microsoft.com/office/drawing/2014/main" id="{D46ED28F-ACD3-44D0-B4FB-CD121BADC838}"/>
              </a:ext>
            </a:extLst>
          </p:cNvPr>
          <p:cNvSpPr>
            <a:spLocks noGrp="1"/>
          </p:cNvSpPr>
          <p:nvPr/>
        </p:nvSpPr>
        <p:spPr>
          <a:xfrm>
            <a:off x="628878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A1_bar_GT_10064">
            <a:extLst>
              <a:ext uri="{FF2B5EF4-FFF2-40B4-BE49-F238E27FC236}">
                <a16:creationId xmlns:a16="http://schemas.microsoft.com/office/drawing/2014/main" id="{A6C3A89A-372E-451E-8DA7-502103459A76}"/>
              </a:ext>
            </a:extLst>
          </p:cNvPr>
          <p:cNvSpPr>
            <a:spLocks noGrp="1"/>
          </p:cNvSpPr>
          <p:nvPr/>
        </p:nvSpPr>
        <p:spPr>
          <a:xfrm>
            <a:off x="627992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A1_bar_GT_10065">
            <a:extLst>
              <a:ext uri="{FF2B5EF4-FFF2-40B4-BE49-F238E27FC236}">
                <a16:creationId xmlns:a16="http://schemas.microsoft.com/office/drawing/2014/main" id="{0D0DE5F2-8C33-45E2-B29E-826D87F0AC3E}"/>
              </a:ext>
            </a:extLst>
          </p:cNvPr>
          <p:cNvSpPr>
            <a:spLocks noGrp="1"/>
          </p:cNvSpPr>
          <p:nvPr/>
        </p:nvSpPr>
        <p:spPr>
          <a:xfrm>
            <a:off x="6279090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A1_bar_GT_10066">
            <a:extLst>
              <a:ext uri="{FF2B5EF4-FFF2-40B4-BE49-F238E27FC236}">
                <a16:creationId xmlns:a16="http://schemas.microsoft.com/office/drawing/2014/main" id="{6B8A47D9-DFFB-44B8-8CB6-5DF1B32643C2}"/>
              </a:ext>
            </a:extLst>
          </p:cNvPr>
          <p:cNvSpPr>
            <a:spLocks noGrp="1"/>
          </p:cNvSpPr>
          <p:nvPr/>
        </p:nvSpPr>
        <p:spPr>
          <a:xfrm>
            <a:off x="62537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A1_bar_GT_10067">
            <a:extLst>
              <a:ext uri="{FF2B5EF4-FFF2-40B4-BE49-F238E27FC236}">
                <a16:creationId xmlns:a16="http://schemas.microsoft.com/office/drawing/2014/main" id="{C020994E-15C1-45EC-A9C0-CCE12E6961A2}"/>
              </a:ext>
            </a:extLst>
          </p:cNvPr>
          <p:cNvSpPr>
            <a:spLocks noGrp="1"/>
          </p:cNvSpPr>
          <p:nvPr/>
        </p:nvSpPr>
        <p:spPr>
          <a:xfrm>
            <a:off x="6349863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A1_bar_GT_10068">
            <a:extLst>
              <a:ext uri="{FF2B5EF4-FFF2-40B4-BE49-F238E27FC236}">
                <a16:creationId xmlns:a16="http://schemas.microsoft.com/office/drawing/2014/main" id="{A50C77C5-FC65-454D-8CA2-16B5561CD65C}"/>
              </a:ext>
            </a:extLst>
          </p:cNvPr>
          <p:cNvSpPr>
            <a:spLocks noGrp="1"/>
          </p:cNvSpPr>
          <p:nvPr/>
        </p:nvSpPr>
        <p:spPr>
          <a:xfrm>
            <a:off x="616764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A1_bar_GT_10069">
            <a:extLst>
              <a:ext uri="{FF2B5EF4-FFF2-40B4-BE49-F238E27FC236}">
                <a16:creationId xmlns:a16="http://schemas.microsoft.com/office/drawing/2014/main" id="{B25D0764-818F-4B7A-ACB7-1230FD0EDB11}"/>
              </a:ext>
            </a:extLst>
          </p:cNvPr>
          <p:cNvSpPr>
            <a:spLocks noGrp="1"/>
          </p:cNvSpPr>
          <p:nvPr/>
        </p:nvSpPr>
        <p:spPr>
          <a:xfrm>
            <a:off x="62244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A1_bar_GT_10070">
            <a:extLst>
              <a:ext uri="{FF2B5EF4-FFF2-40B4-BE49-F238E27FC236}">
                <a16:creationId xmlns:a16="http://schemas.microsoft.com/office/drawing/2014/main" id="{26C60929-9D81-4066-BE9B-2C03A9C962E6}"/>
              </a:ext>
            </a:extLst>
          </p:cNvPr>
          <p:cNvSpPr>
            <a:spLocks noGrp="1"/>
          </p:cNvSpPr>
          <p:nvPr/>
        </p:nvSpPr>
        <p:spPr>
          <a:xfrm>
            <a:off x="63089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A1_bar_GT_10071">
            <a:extLst>
              <a:ext uri="{FF2B5EF4-FFF2-40B4-BE49-F238E27FC236}">
                <a16:creationId xmlns:a16="http://schemas.microsoft.com/office/drawing/2014/main" id="{C8446B4A-8A5B-41F9-9F87-2132B266012E}"/>
              </a:ext>
            </a:extLst>
          </p:cNvPr>
          <p:cNvSpPr>
            <a:spLocks noGrp="1"/>
          </p:cNvSpPr>
          <p:nvPr/>
        </p:nvSpPr>
        <p:spPr>
          <a:xfrm>
            <a:off x="618244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A1_bar_GT_10072">
            <a:extLst>
              <a:ext uri="{FF2B5EF4-FFF2-40B4-BE49-F238E27FC236}">
                <a16:creationId xmlns:a16="http://schemas.microsoft.com/office/drawing/2014/main" id="{5AB2C66D-949B-40DA-9A02-A063DBC2374A}"/>
              </a:ext>
            </a:extLst>
          </p:cNvPr>
          <p:cNvSpPr>
            <a:spLocks noGrp="1"/>
          </p:cNvSpPr>
          <p:nvPr/>
        </p:nvSpPr>
        <p:spPr>
          <a:xfrm>
            <a:off x="6314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A1_bar_GT_10073">
            <a:extLst>
              <a:ext uri="{FF2B5EF4-FFF2-40B4-BE49-F238E27FC236}">
                <a16:creationId xmlns:a16="http://schemas.microsoft.com/office/drawing/2014/main" id="{B8A31321-80D2-4EBF-A4C1-62E319968EAD}"/>
              </a:ext>
            </a:extLst>
          </p:cNvPr>
          <p:cNvSpPr>
            <a:spLocks noGrp="1"/>
          </p:cNvSpPr>
          <p:nvPr/>
        </p:nvSpPr>
        <p:spPr>
          <a:xfrm>
            <a:off x="637240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A1_bar_GT_10074">
            <a:extLst>
              <a:ext uri="{FF2B5EF4-FFF2-40B4-BE49-F238E27FC236}">
                <a16:creationId xmlns:a16="http://schemas.microsoft.com/office/drawing/2014/main" id="{2E4BE500-3ECF-4886-A4F5-62D2EB2C5AEE}"/>
              </a:ext>
            </a:extLst>
          </p:cNvPr>
          <p:cNvSpPr>
            <a:spLocks noGrp="1"/>
          </p:cNvSpPr>
          <p:nvPr/>
        </p:nvSpPr>
        <p:spPr>
          <a:xfrm>
            <a:off x="619044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A1_bar_GT_10075">
            <a:extLst>
              <a:ext uri="{FF2B5EF4-FFF2-40B4-BE49-F238E27FC236}">
                <a16:creationId xmlns:a16="http://schemas.microsoft.com/office/drawing/2014/main" id="{9A03CDCE-7CA4-43F9-A58F-19F46F595107}"/>
              </a:ext>
            </a:extLst>
          </p:cNvPr>
          <p:cNvSpPr>
            <a:spLocks noGrp="1"/>
          </p:cNvSpPr>
          <p:nvPr/>
        </p:nvSpPr>
        <p:spPr>
          <a:xfrm>
            <a:off x="634103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A1_bar_GT_10076">
            <a:extLst>
              <a:ext uri="{FF2B5EF4-FFF2-40B4-BE49-F238E27FC236}">
                <a16:creationId xmlns:a16="http://schemas.microsoft.com/office/drawing/2014/main" id="{85471B77-F44C-460F-B73F-1C7DA0A2C200}"/>
              </a:ext>
            </a:extLst>
          </p:cNvPr>
          <p:cNvSpPr>
            <a:spLocks noGrp="1"/>
          </p:cNvSpPr>
          <p:nvPr/>
        </p:nvSpPr>
        <p:spPr>
          <a:xfrm>
            <a:off x="612992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A1_bar_GT_10077">
            <a:extLst>
              <a:ext uri="{FF2B5EF4-FFF2-40B4-BE49-F238E27FC236}">
                <a16:creationId xmlns:a16="http://schemas.microsoft.com/office/drawing/2014/main" id="{D912336A-2FF8-418E-8E16-764E0A4B36E9}"/>
              </a:ext>
            </a:extLst>
          </p:cNvPr>
          <p:cNvSpPr>
            <a:spLocks noGrp="1"/>
          </p:cNvSpPr>
          <p:nvPr/>
        </p:nvSpPr>
        <p:spPr>
          <a:xfrm>
            <a:off x="621365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A1_bar_GT_10078">
            <a:extLst>
              <a:ext uri="{FF2B5EF4-FFF2-40B4-BE49-F238E27FC236}">
                <a16:creationId xmlns:a16="http://schemas.microsoft.com/office/drawing/2014/main" id="{0524557C-592F-4F33-A628-8080E1BB19CB}"/>
              </a:ext>
            </a:extLst>
          </p:cNvPr>
          <p:cNvSpPr>
            <a:spLocks noGrp="1"/>
          </p:cNvSpPr>
          <p:nvPr/>
        </p:nvSpPr>
        <p:spPr>
          <a:xfrm>
            <a:off x="634911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A1_bar_GT_10079">
            <a:extLst>
              <a:ext uri="{FF2B5EF4-FFF2-40B4-BE49-F238E27FC236}">
                <a16:creationId xmlns:a16="http://schemas.microsoft.com/office/drawing/2014/main" id="{2E319772-0DC1-4598-8217-30B888206AB7}"/>
              </a:ext>
            </a:extLst>
          </p:cNvPr>
          <p:cNvSpPr>
            <a:spLocks noGrp="1"/>
          </p:cNvSpPr>
          <p:nvPr/>
        </p:nvSpPr>
        <p:spPr>
          <a:xfrm>
            <a:off x="61895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A1_bar_GT_10080">
            <a:extLst>
              <a:ext uri="{FF2B5EF4-FFF2-40B4-BE49-F238E27FC236}">
                <a16:creationId xmlns:a16="http://schemas.microsoft.com/office/drawing/2014/main" id="{96A8F5BD-C68B-4393-88BA-CB40396E74C3}"/>
              </a:ext>
            </a:extLst>
          </p:cNvPr>
          <p:cNvSpPr>
            <a:spLocks noGrp="1"/>
          </p:cNvSpPr>
          <p:nvPr/>
        </p:nvSpPr>
        <p:spPr>
          <a:xfrm>
            <a:off x="6253306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A1_bar_GT_10081">
            <a:extLst>
              <a:ext uri="{FF2B5EF4-FFF2-40B4-BE49-F238E27FC236}">
                <a16:creationId xmlns:a16="http://schemas.microsoft.com/office/drawing/2014/main" id="{C61EA3E3-77D1-4C78-A4BB-685E146A0E24}"/>
              </a:ext>
            </a:extLst>
          </p:cNvPr>
          <p:cNvSpPr>
            <a:spLocks noGrp="1"/>
          </p:cNvSpPr>
          <p:nvPr/>
        </p:nvSpPr>
        <p:spPr>
          <a:xfrm>
            <a:off x="624710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A1_bar_GT_10082">
            <a:extLst>
              <a:ext uri="{FF2B5EF4-FFF2-40B4-BE49-F238E27FC236}">
                <a16:creationId xmlns:a16="http://schemas.microsoft.com/office/drawing/2014/main" id="{AFBC68EF-7539-4977-8FF3-70FB61F2979C}"/>
              </a:ext>
            </a:extLst>
          </p:cNvPr>
          <p:cNvSpPr>
            <a:spLocks noGrp="1"/>
          </p:cNvSpPr>
          <p:nvPr/>
        </p:nvSpPr>
        <p:spPr>
          <a:xfrm>
            <a:off x="617510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A1_bar_GT_10083">
            <a:extLst>
              <a:ext uri="{FF2B5EF4-FFF2-40B4-BE49-F238E27FC236}">
                <a16:creationId xmlns:a16="http://schemas.microsoft.com/office/drawing/2014/main" id="{757AA040-E15A-4F4D-857D-9350AECB14DB}"/>
              </a:ext>
            </a:extLst>
          </p:cNvPr>
          <p:cNvSpPr>
            <a:spLocks noGrp="1"/>
          </p:cNvSpPr>
          <p:nvPr/>
        </p:nvSpPr>
        <p:spPr>
          <a:xfrm>
            <a:off x="6379965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A1_bar_GT_10084">
            <a:extLst>
              <a:ext uri="{FF2B5EF4-FFF2-40B4-BE49-F238E27FC236}">
                <a16:creationId xmlns:a16="http://schemas.microsoft.com/office/drawing/2014/main" id="{9DFC633B-4669-4E50-80E6-39D6FB30212E}"/>
              </a:ext>
            </a:extLst>
          </p:cNvPr>
          <p:cNvSpPr>
            <a:spLocks noGrp="1"/>
          </p:cNvSpPr>
          <p:nvPr/>
        </p:nvSpPr>
        <p:spPr>
          <a:xfrm>
            <a:off x="6302628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A1_bar_GT_10085">
            <a:extLst>
              <a:ext uri="{FF2B5EF4-FFF2-40B4-BE49-F238E27FC236}">
                <a16:creationId xmlns:a16="http://schemas.microsoft.com/office/drawing/2014/main" id="{13625539-06D4-4B5F-96E4-CFE0A1DCEEB5}"/>
              </a:ext>
            </a:extLst>
          </p:cNvPr>
          <p:cNvSpPr>
            <a:spLocks noGrp="1"/>
          </p:cNvSpPr>
          <p:nvPr/>
        </p:nvSpPr>
        <p:spPr>
          <a:xfrm>
            <a:off x="617917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A1_bar_GT_10086">
            <a:extLst>
              <a:ext uri="{FF2B5EF4-FFF2-40B4-BE49-F238E27FC236}">
                <a16:creationId xmlns:a16="http://schemas.microsoft.com/office/drawing/2014/main" id="{7B55DBDE-AFDE-4B41-B132-6176E7A20487}"/>
              </a:ext>
            </a:extLst>
          </p:cNvPr>
          <p:cNvSpPr>
            <a:spLocks noGrp="1"/>
          </p:cNvSpPr>
          <p:nvPr/>
        </p:nvSpPr>
        <p:spPr>
          <a:xfrm>
            <a:off x="6214443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A1_bar_GT_10087">
            <a:extLst>
              <a:ext uri="{FF2B5EF4-FFF2-40B4-BE49-F238E27FC236}">
                <a16:creationId xmlns:a16="http://schemas.microsoft.com/office/drawing/2014/main" id="{A8E3F942-6EC9-446B-A316-D8F054FBF715}"/>
              </a:ext>
            </a:extLst>
          </p:cNvPr>
          <p:cNvSpPr>
            <a:spLocks noGrp="1"/>
          </p:cNvSpPr>
          <p:nvPr/>
        </p:nvSpPr>
        <p:spPr>
          <a:xfrm>
            <a:off x="616987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A1_bar_GT_10088">
            <a:extLst>
              <a:ext uri="{FF2B5EF4-FFF2-40B4-BE49-F238E27FC236}">
                <a16:creationId xmlns:a16="http://schemas.microsoft.com/office/drawing/2014/main" id="{00BE11D5-0FCC-41CD-B6CD-076282192E13}"/>
              </a:ext>
            </a:extLst>
          </p:cNvPr>
          <p:cNvSpPr>
            <a:spLocks noGrp="1"/>
          </p:cNvSpPr>
          <p:nvPr/>
        </p:nvSpPr>
        <p:spPr>
          <a:xfrm>
            <a:off x="6208248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A1_bar_GT_10089">
            <a:extLst>
              <a:ext uri="{FF2B5EF4-FFF2-40B4-BE49-F238E27FC236}">
                <a16:creationId xmlns:a16="http://schemas.microsoft.com/office/drawing/2014/main" id="{575A721E-5DBD-47BB-8D3A-E0B6947A0ACD}"/>
              </a:ext>
            </a:extLst>
          </p:cNvPr>
          <p:cNvSpPr>
            <a:spLocks noGrp="1"/>
          </p:cNvSpPr>
          <p:nvPr/>
        </p:nvSpPr>
        <p:spPr>
          <a:xfrm>
            <a:off x="6231692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A1_bar_GT_10090">
            <a:extLst>
              <a:ext uri="{FF2B5EF4-FFF2-40B4-BE49-F238E27FC236}">
                <a16:creationId xmlns:a16="http://schemas.microsoft.com/office/drawing/2014/main" id="{5ED6D1A2-48C1-4DDB-9688-E7C4FCA1ECB4}"/>
              </a:ext>
            </a:extLst>
          </p:cNvPr>
          <p:cNvSpPr>
            <a:spLocks noGrp="1"/>
          </p:cNvSpPr>
          <p:nvPr/>
        </p:nvSpPr>
        <p:spPr>
          <a:xfrm>
            <a:off x="6172100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A1_bar_GT_10091">
            <a:extLst>
              <a:ext uri="{FF2B5EF4-FFF2-40B4-BE49-F238E27FC236}">
                <a16:creationId xmlns:a16="http://schemas.microsoft.com/office/drawing/2014/main" id="{08474AB3-487E-4ADF-83DA-6D47FD0FB672}"/>
              </a:ext>
            </a:extLst>
          </p:cNvPr>
          <p:cNvSpPr>
            <a:spLocks noGrp="1"/>
          </p:cNvSpPr>
          <p:nvPr/>
        </p:nvSpPr>
        <p:spPr>
          <a:xfrm>
            <a:off x="617877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A1_bar_GT_10092">
            <a:extLst>
              <a:ext uri="{FF2B5EF4-FFF2-40B4-BE49-F238E27FC236}">
                <a16:creationId xmlns:a16="http://schemas.microsoft.com/office/drawing/2014/main" id="{E9C900D8-49AE-47B1-A78F-2E1DABF42E8D}"/>
              </a:ext>
            </a:extLst>
          </p:cNvPr>
          <p:cNvSpPr>
            <a:spLocks noGrp="1"/>
          </p:cNvSpPr>
          <p:nvPr/>
        </p:nvSpPr>
        <p:spPr>
          <a:xfrm>
            <a:off x="6166061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A1_bar_GT_10093">
            <a:extLst>
              <a:ext uri="{FF2B5EF4-FFF2-40B4-BE49-F238E27FC236}">
                <a16:creationId xmlns:a16="http://schemas.microsoft.com/office/drawing/2014/main" id="{186F21E1-7FF0-42A4-A004-8EA181C832E7}"/>
              </a:ext>
            </a:extLst>
          </p:cNvPr>
          <p:cNvSpPr>
            <a:spLocks noGrp="1"/>
          </p:cNvSpPr>
          <p:nvPr/>
        </p:nvSpPr>
        <p:spPr>
          <a:xfrm>
            <a:off x="635054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A1_bar_GT_10094">
            <a:extLst>
              <a:ext uri="{FF2B5EF4-FFF2-40B4-BE49-F238E27FC236}">
                <a16:creationId xmlns:a16="http://schemas.microsoft.com/office/drawing/2014/main" id="{0454ADCE-A9D2-44FF-80D5-04264091CFA8}"/>
              </a:ext>
            </a:extLst>
          </p:cNvPr>
          <p:cNvSpPr>
            <a:spLocks noGrp="1"/>
          </p:cNvSpPr>
          <p:nvPr/>
        </p:nvSpPr>
        <p:spPr>
          <a:xfrm>
            <a:off x="626517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A1_bar_GT_10095">
            <a:extLst>
              <a:ext uri="{FF2B5EF4-FFF2-40B4-BE49-F238E27FC236}">
                <a16:creationId xmlns:a16="http://schemas.microsoft.com/office/drawing/2014/main" id="{009655A1-C6DB-4071-9BB9-C31C6E5B067B}"/>
              </a:ext>
            </a:extLst>
          </p:cNvPr>
          <p:cNvSpPr>
            <a:spLocks noGrp="1"/>
          </p:cNvSpPr>
          <p:nvPr/>
        </p:nvSpPr>
        <p:spPr>
          <a:xfrm>
            <a:off x="62864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A1_bar_GT_10096">
            <a:extLst>
              <a:ext uri="{FF2B5EF4-FFF2-40B4-BE49-F238E27FC236}">
                <a16:creationId xmlns:a16="http://schemas.microsoft.com/office/drawing/2014/main" id="{CD0306A9-759C-4C45-B344-9740E127B5F5}"/>
              </a:ext>
            </a:extLst>
          </p:cNvPr>
          <p:cNvSpPr>
            <a:spLocks noGrp="1"/>
          </p:cNvSpPr>
          <p:nvPr/>
        </p:nvSpPr>
        <p:spPr>
          <a:xfrm>
            <a:off x="6248362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A1_bar_GT_10097">
            <a:extLst>
              <a:ext uri="{FF2B5EF4-FFF2-40B4-BE49-F238E27FC236}">
                <a16:creationId xmlns:a16="http://schemas.microsoft.com/office/drawing/2014/main" id="{EBCF20C0-AFB2-4C56-AE1E-1CB1707328D4}"/>
              </a:ext>
            </a:extLst>
          </p:cNvPr>
          <p:cNvSpPr>
            <a:spLocks noGrp="1"/>
          </p:cNvSpPr>
          <p:nvPr/>
        </p:nvSpPr>
        <p:spPr>
          <a:xfrm>
            <a:off x="6306266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A1_bar_GT_10098">
            <a:extLst>
              <a:ext uri="{FF2B5EF4-FFF2-40B4-BE49-F238E27FC236}">
                <a16:creationId xmlns:a16="http://schemas.microsoft.com/office/drawing/2014/main" id="{19E5307E-7353-482C-AA12-229CCAED08DA}"/>
              </a:ext>
            </a:extLst>
          </p:cNvPr>
          <p:cNvSpPr>
            <a:spLocks noGrp="1"/>
          </p:cNvSpPr>
          <p:nvPr/>
        </p:nvSpPr>
        <p:spPr>
          <a:xfrm>
            <a:off x="620572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A1_bar_GT_10099">
            <a:extLst>
              <a:ext uri="{FF2B5EF4-FFF2-40B4-BE49-F238E27FC236}">
                <a16:creationId xmlns:a16="http://schemas.microsoft.com/office/drawing/2014/main" id="{1A5B2FE0-E893-4086-A570-A94651B1E41D}"/>
              </a:ext>
            </a:extLst>
          </p:cNvPr>
          <p:cNvSpPr>
            <a:spLocks noGrp="1"/>
          </p:cNvSpPr>
          <p:nvPr/>
        </p:nvSpPr>
        <p:spPr>
          <a:xfrm>
            <a:off x="6339916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A1_bar_GT_10100">
            <a:extLst>
              <a:ext uri="{FF2B5EF4-FFF2-40B4-BE49-F238E27FC236}">
                <a16:creationId xmlns:a16="http://schemas.microsoft.com/office/drawing/2014/main" id="{9A54FFFF-9D44-4D2E-8B62-BF8F896A12D7}"/>
              </a:ext>
            </a:extLst>
          </p:cNvPr>
          <p:cNvSpPr>
            <a:spLocks noGrp="1"/>
          </p:cNvSpPr>
          <p:nvPr/>
        </p:nvSpPr>
        <p:spPr>
          <a:xfrm>
            <a:off x="633607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A1_bar_GT_10101">
            <a:extLst>
              <a:ext uri="{FF2B5EF4-FFF2-40B4-BE49-F238E27FC236}">
                <a16:creationId xmlns:a16="http://schemas.microsoft.com/office/drawing/2014/main" id="{F4B52658-C237-4DC1-B3C8-F777E403E7B4}"/>
              </a:ext>
            </a:extLst>
          </p:cNvPr>
          <p:cNvSpPr>
            <a:spLocks noGrp="1"/>
          </p:cNvSpPr>
          <p:nvPr/>
        </p:nvSpPr>
        <p:spPr>
          <a:xfrm>
            <a:off x="622849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A1_bar_GT_10102">
            <a:extLst>
              <a:ext uri="{FF2B5EF4-FFF2-40B4-BE49-F238E27FC236}">
                <a16:creationId xmlns:a16="http://schemas.microsoft.com/office/drawing/2014/main" id="{D50D22E5-0EFB-4661-A775-03D4AA22EE08}"/>
              </a:ext>
            </a:extLst>
          </p:cNvPr>
          <p:cNvSpPr>
            <a:spLocks noGrp="1"/>
          </p:cNvSpPr>
          <p:nvPr/>
        </p:nvSpPr>
        <p:spPr>
          <a:xfrm>
            <a:off x="619159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A1_bar_GT_10103">
            <a:extLst>
              <a:ext uri="{FF2B5EF4-FFF2-40B4-BE49-F238E27FC236}">
                <a16:creationId xmlns:a16="http://schemas.microsoft.com/office/drawing/2014/main" id="{3E9BD851-AF88-41C7-A23E-2EB3FC37E0CD}"/>
              </a:ext>
            </a:extLst>
          </p:cNvPr>
          <p:cNvSpPr>
            <a:spLocks noGrp="1"/>
          </p:cNvSpPr>
          <p:nvPr/>
        </p:nvSpPr>
        <p:spPr>
          <a:xfrm>
            <a:off x="6227792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A1_bar_GT_10104">
            <a:extLst>
              <a:ext uri="{FF2B5EF4-FFF2-40B4-BE49-F238E27FC236}">
                <a16:creationId xmlns:a16="http://schemas.microsoft.com/office/drawing/2014/main" id="{E2B20947-DC7A-4FC1-BCD0-C0D535647D98}"/>
              </a:ext>
            </a:extLst>
          </p:cNvPr>
          <p:cNvSpPr>
            <a:spLocks noGrp="1"/>
          </p:cNvSpPr>
          <p:nvPr/>
        </p:nvSpPr>
        <p:spPr>
          <a:xfrm>
            <a:off x="6307138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A1_bar_GT_10105">
            <a:extLst>
              <a:ext uri="{FF2B5EF4-FFF2-40B4-BE49-F238E27FC236}">
                <a16:creationId xmlns:a16="http://schemas.microsoft.com/office/drawing/2014/main" id="{88FB575F-D681-4D0C-8E84-CE46767A7EFA}"/>
              </a:ext>
            </a:extLst>
          </p:cNvPr>
          <p:cNvSpPr>
            <a:spLocks noGrp="1"/>
          </p:cNvSpPr>
          <p:nvPr/>
        </p:nvSpPr>
        <p:spPr>
          <a:xfrm>
            <a:off x="616022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A1_bar_GT_10106">
            <a:extLst>
              <a:ext uri="{FF2B5EF4-FFF2-40B4-BE49-F238E27FC236}">
                <a16:creationId xmlns:a16="http://schemas.microsoft.com/office/drawing/2014/main" id="{B161169A-7933-4F2D-8A81-041C50EA2094}"/>
              </a:ext>
            </a:extLst>
          </p:cNvPr>
          <p:cNvSpPr>
            <a:spLocks noGrp="1"/>
          </p:cNvSpPr>
          <p:nvPr/>
        </p:nvSpPr>
        <p:spPr>
          <a:xfrm>
            <a:off x="6207364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A1_bar_GT_10107">
            <a:extLst>
              <a:ext uri="{FF2B5EF4-FFF2-40B4-BE49-F238E27FC236}">
                <a16:creationId xmlns:a16="http://schemas.microsoft.com/office/drawing/2014/main" id="{A183A648-6535-4D48-9178-933EFA66DBD5}"/>
              </a:ext>
            </a:extLst>
          </p:cNvPr>
          <p:cNvSpPr>
            <a:spLocks noGrp="1"/>
          </p:cNvSpPr>
          <p:nvPr/>
        </p:nvSpPr>
        <p:spPr>
          <a:xfrm>
            <a:off x="6376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A1_bar_GT_10108">
            <a:extLst>
              <a:ext uri="{FF2B5EF4-FFF2-40B4-BE49-F238E27FC236}">
                <a16:creationId xmlns:a16="http://schemas.microsoft.com/office/drawing/2014/main" id="{076AB93B-8903-4078-B5C5-FF01C5B1315A}"/>
              </a:ext>
            </a:extLst>
          </p:cNvPr>
          <p:cNvSpPr>
            <a:spLocks noGrp="1"/>
          </p:cNvSpPr>
          <p:nvPr/>
        </p:nvSpPr>
        <p:spPr>
          <a:xfrm>
            <a:off x="621663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A1_bar_GT_10109">
            <a:extLst>
              <a:ext uri="{FF2B5EF4-FFF2-40B4-BE49-F238E27FC236}">
                <a16:creationId xmlns:a16="http://schemas.microsoft.com/office/drawing/2014/main" id="{92C3B8E3-47C6-474D-A654-70A6E6E5558A}"/>
              </a:ext>
            </a:extLst>
          </p:cNvPr>
          <p:cNvSpPr>
            <a:spLocks noGrp="1"/>
          </p:cNvSpPr>
          <p:nvPr/>
        </p:nvSpPr>
        <p:spPr>
          <a:xfrm>
            <a:off x="6250902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A1_bar_GT_10110">
            <a:extLst>
              <a:ext uri="{FF2B5EF4-FFF2-40B4-BE49-F238E27FC236}">
                <a16:creationId xmlns:a16="http://schemas.microsoft.com/office/drawing/2014/main" id="{8DCE921B-8678-4CA1-99D7-3B3575BC44FA}"/>
              </a:ext>
            </a:extLst>
          </p:cNvPr>
          <p:cNvSpPr>
            <a:spLocks noGrp="1"/>
          </p:cNvSpPr>
          <p:nvPr/>
        </p:nvSpPr>
        <p:spPr>
          <a:xfrm>
            <a:off x="6309681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A1_bar_GT_10111">
            <a:extLst>
              <a:ext uri="{FF2B5EF4-FFF2-40B4-BE49-F238E27FC236}">
                <a16:creationId xmlns:a16="http://schemas.microsoft.com/office/drawing/2014/main" id="{A3C39256-19CD-43ED-B2A3-B7094F7B7CF6}"/>
              </a:ext>
            </a:extLst>
          </p:cNvPr>
          <p:cNvSpPr>
            <a:spLocks noGrp="1"/>
          </p:cNvSpPr>
          <p:nvPr/>
        </p:nvSpPr>
        <p:spPr>
          <a:xfrm>
            <a:off x="63616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A1_bar_GT_10112">
            <a:extLst>
              <a:ext uri="{FF2B5EF4-FFF2-40B4-BE49-F238E27FC236}">
                <a16:creationId xmlns:a16="http://schemas.microsoft.com/office/drawing/2014/main" id="{ED35D8F8-2482-4448-BE12-8A6FE4F284D3}"/>
              </a:ext>
            </a:extLst>
          </p:cNvPr>
          <p:cNvSpPr>
            <a:spLocks noGrp="1"/>
          </p:cNvSpPr>
          <p:nvPr/>
        </p:nvSpPr>
        <p:spPr>
          <a:xfrm>
            <a:off x="6268375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A1_bar_GT_10113">
            <a:extLst>
              <a:ext uri="{FF2B5EF4-FFF2-40B4-BE49-F238E27FC236}">
                <a16:creationId xmlns:a16="http://schemas.microsoft.com/office/drawing/2014/main" id="{5C795056-A321-4D23-95B1-4655397607AD}"/>
              </a:ext>
            </a:extLst>
          </p:cNvPr>
          <p:cNvSpPr>
            <a:spLocks noGrp="1"/>
          </p:cNvSpPr>
          <p:nvPr/>
        </p:nvSpPr>
        <p:spPr>
          <a:xfrm>
            <a:off x="61524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A1_bar_GT_10114">
            <a:extLst>
              <a:ext uri="{FF2B5EF4-FFF2-40B4-BE49-F238E27FC236}">
                <a16:creationId xmlns:a16="http://schemas.microsoft.com/office/drawing/2014/main" id="{62654F7C-66F8-4C59-8973-D96FEED8201C}"/>
              </a:ext>
            </a:extLst>
          </p:cNvPr>
          <p:cNvSpPr>
            <a:spLocks noGrp="1"/>
          </p:cNvSpPr>
          <p:nvPr/>
        </p:nvSpPr>
        <p:spPr>
          <a:xfrm>
            <a:off x="626962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A1_bar_GT_10115">
            <a:extLst>
              <a:ext uri="{FF2B5EF4-FFF2-40B4-BE49-F238E27FC236}">
                <a16:creationId xmlns:a16="http://schemas.microsoft.com/office/drawing/2014/main" id="{ACE9E28E-05CB-43F8-9445-04F9F3CB9C22}"/>
              </a:ext>
            </a:extLst>
          </p:cNvPr>
          <p:cNvSpPr>
            <a:spLocks noGrp="1"/>
          </p:cNvSpPr>
          <p:nvPr/>
        </p:nvSpPr>
        <p:spPr>
          <a:xfrm>
            <a:off x="6242011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A1_bar_GT_10116">
            <a:extLst>
              <a:ext uri="{FF2B5EF4-FFF2-40B4-BE49-F238E27FC236}">
                <a16:creationId xmlns:a16="http://schemas.microsoft.com/office/drawing/2014/main" id="{53409159-220A-4CFB-B613-4B51FA179FEE}"/>
              </a:ext>
            </a:extLst>
          </p:cNvPr>
          <p:cNvSpPr>
            <a:spLocks noGrp="1"/>
          </p:cNvSpPr>
          <p:nvPr/>
        </p:nvSpPr>
        <p:spPr>
          <a:xfrm>
            <a:off x="623868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A1_bar_GT_10117">
            <a:extLst>
              <a:ext uri="{FF2B5EF4-FFF2-40B4-BE49-F238E27FC236}">
                <a16:creationId xmlns:a16="http://schemas.microsoft.com/office/drawing/2014/main" id="{E18A8194-102C-4D08-B162-33A587FD7B7E}"/>
              </a:ext>
            </a:extLst>
          </p:cNvPr>
          <p:cNvSpPr>
            <a:spLocks noGrp="1"/>
          </p:cNvSpPr>
          <p:nvPr/>
        </p:nvSpPr>
        <p:spPr>
          <a:xfrm>
            <a:off x="620014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A1_bar_GT_10118">
            <a:extLst>
              <a:ext uri="{FF2B5EF4-FFF2-40B4-BE49-F238E27FC236}">
                <a16:creationId xmlns:a16="http://schemas.microsoft.com/office/drawing/2014/main" id="{85A75BEA-47B7-442B-BEF5-E47E24CCDC5C}"/>
              </a:ext>
            </a:extLst>
          </p:cNvPr>
          <p:cNvSpPr>
            <a:spLocks noGrp="1"/>
          </p:cNvSpPr>
          <p:nvPr/>
        </p:nvSpPr>
        <p:spPr>
          <a:xfrm>
            <a:off x="638085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A1_bar_GT_10119">
            <a:extLst>
              <a:ext uri="{FF2B5EF4-FFF2-40B4-BE49-F238E27FC236}">
                <a16:creationId xmlns:a16="http://schemas.microsoft.com/office/drawing/2014/main" id="{5DD186E1-D829-4AE3-9E31-47163668244B}"/>
              </a:ext>
            </a:extLst>
          </p:cNvPr>
          <p:cNvSpPr>
            <a:spLocks noGrp="1"/>
          </p:cNvSpPr>
          <p:nvPr/>
        </p:nvSpPr>
        <p:spPr>
          <a:xfrm>
            <a:off x="6309527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A1_bar_GT_10120">
            <a:extLst>
              <a:ext uri="{FF2B5EF4-FFF2-40B4-BE49-F238E27FC236}">
                <a16:creationId xmlns:a16="http://schemas.microsoft.com/office/drawing/2014/main" id="{F141E6D9-5C16-489C-BA3D-384352104EF5}"/>
              </a:ext>
            </a:extLst>
          </p:cNvPr>
          <p:cNvSpPr>
            <a:spLocks noGrp="1"/>
          </p:cNvSpPr>
          <p:nvPr/>
        </p:nvSpPr>
        <p:spPr>
          <a:xfrm>
            <a:off x="6288275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A1_bar_GT_10121">
            <a:extLst>
              <a:ext uri="{FF2B5EF4-FFF2-40B4-BE49-F238E27FC236}">
                <a16:creationId xmlns:a16="http://schemas.microsoft.com/office/drawing/2014/main" id="{EBF9D6B8-6187-4A84-8252-544F66027FCA}"/>
              </a:ext>
            </a:extLst>
          </p:cNvPr>
          <p:cNvSpPr>
            <a:spLocks noGrp="1"/>
          </p:cNvSpPr>
          <p:nvPr/>
        </p:nvSpPr>
        <p:spPr>
          <a:xfrm>
            <a:off x="612837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A1_bar_GT_10122">
            <a:extLst>
              <a:ext uri="{FF2B5EF4-FFF2-40B4-BE49-F238E27FC236}">
                <a16:creationId xmlns:a16="http://schemas.microsoft.com/office/drawing/2014/main" id="{5C70A479-B60B-44D6-A9DD-74230335CC11}"/>
              </a:ext>
            </a:extLst>
          </p:cNvPr>
          <p:cNvSpPr>
            <a:spLocks noGrp="1"/>
          </p:cNvSpPr>
          <p:nvPr/>
        </p:nvSpPr>
        <p:spPr>
          <a:xfrm>
            <a:off x="6349986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A1_bar_GT_10123">
            <a:extLst>
              <a:ext uri="{FF2B5EF4-FFF2-40B4-BE49-F238E27FC236}">
                <a16:creationId xmlns:a16="http://schemas.microsoft.com/office/drawing/2014/main" id="{45CCA59A-9A03-454C-B637-3C580ED791EE}"/>
              </a:ext>
            </a:extLst>
          </p:cNvPr>
          <p:cNvSpPr>
            <a:spLocks noGrp="1"/>
          </p:cNvSpPr>
          <p:nvPr/>
        </p:nvSpPr>
        <p:spPr>
          <a:xfrm>
            <a:off x="780253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A1_bar_GT_10124">
            <a:extLst>
              <a:ext uri="{FF2B5EF4-FFF2-40B4-BE49-F238E27FC236}">
                <a16:creationId xmlns:a16="http://schemas.microsoft.com/office/drawing/2014/main" id="{C2BAF986-88B7-45B5-B7AB-20DB6BA37316}"/>
              </a:ext>
            </a:extLst>
          </p:cNvPr>
          <p:cNvSpPr>
            <a:spLocks noGrp="1"/>
          </p:cNvSpPr>
          <p:nvPr/>
        </p:nvSpPr>
        <p:spPr>
          <a:xfrm>
            <a:off x="774759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A1_bar_GT_10125">
            <a:extLst>
              <a:ext uri="{FF2B5EF4-FFF2-40B4-BE49-F238E27FC236}">
                <a16:creationId xmlns:a16="http://schemas.microsoft.com/office/drawing/2014/main" id="{D5950004-A65B-4A48-B582-052C8425593F}"/>
              </a:ext>
            </a:extLst>
          </p:cNvPr>
          <p:cNvSpPr>
            <a:spLocks noGrp="1"/>
          </p:cNvSpPr>
          <p:nvPr/>
        </p:nvSpPr>
        <p:spPr>
          <a:xfrm>
            <a:off x="77890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A1_bar_GT_10126">
            <a:extLst>
              <a:ext uri="{FF2B5EF4-FFF2-40B4-BE49-F238E27FC236}">
                <a16:creationId xmlns:a16="http://schemas.microsoft.com/office/drawing/2014/main" id="{58B94421-B6FD-45DA-8209-F6055238C86C}"/>
              </a:ext>
            </a:extLst>
          </p:cNvPr>
          <p:cNvSpPr>
            <a:spLocks noGrp="1"/>
          </p:cNvSpPr>
          <p:nvPr/>
        </p:nvSpPr>
        <p:spPr>
          <a:xfrm>
            <a:off x="7842175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A1_bar_GT_10127">
            <a:extLst>
              <a:ext uri="{FF2B5EF4-FFF2-40B4-BE49-F238E27FC236}">
                <a16:creationId xmlns:a16="http://schemas.microsoft.com/office/drawing/2014/main" id="{B90583D2-7C64-45FC-B0B8-ED7AE480CFC9}"/>
              </a:ext>
            </a:extLst>
          </p:cNvPr>
          <p:cNvSpPr>
            <a:spLocks noGrp="1"/>
          </p:cNvSpPr>
          <p:nvPr/>
        </p:nvSpPr>
        <p:spPr>
          <a:xfrm>
            <a:off x="7795872" y="428948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A1_bar_GT_10128">
            <a:extLst>
              <a:ext uri="{FF2B5EF4-FFF2-40B4-BE49-F238E27FC236}">
                <a16:creationId xmlns:a16="http://schemas.microsoft.com/office/drawing/2014/main" id="{A239BF80-090D-4515-BCB6-0D236C7726F6}"/>
              </a:ext>
            </a:extLst>
          </p:cNvPr>
          <p:cNvSpPr>
            <a:spLocks noGrp="1"/>
          </p:cNvSpPr>
          <p:nvPr/>
        </p:nvSpPr>
        <p:spPr>
          <a:xfrm>
            <a:off x="774509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A1_bar_GT_10129">
            <a:extLst>
              <a:ext uri="{FF2B5EF4-FFF2-40B4-BE49-F238E27FC236}">
                <a16:creationId xmlns:a16="http://schemas.microsoft.com/office/drawing/2014/main" id="{BF4C6AB5-646A-4AC7-8E52-EEC2A8151520}"/>
              </a:ext>
            </a:extLst>
          </p:cNvPr>
          <p:cNvSpPr>
            <a:spLocks noGrp="1"/>
          </p:cNvSpPr>
          <p:nvPr/>
        </p:nvSpPr>
        <p:spPr>
          <a:xfrm>
            <a:off x="785625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A1_bar_GT_10130">
            <a:extLst>
              <a:ext uri="{FF2B5EF4-FFF2-40B4-BE49-F238E27FC236}">
                <a16:creationId xmlns:a16="http://schemas.microsoft.com/office/drawing/2014/main" id="{B32BAD95-F9A0-421F-8C97-E4A2FE772ED4}"/>
              </a:ext>
            </a:extLst>
          </p:cNvPr>
          <p:cNvSpPr>
            <a:spLocks noGrp="1"/>
          </p:cNvSpPr>
          <p:nvPr/>
        </p:nvSpPr>
        <p:spPr>
          <a:xfrm>
            <a:off x="792899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A1_bar_GT_10131">
            <a:extLst>
              <a:ext uri="{FF2B5EF4-FFF2-40B4-BE49-F238E27FC236}">
                <a16:creationId xmlns:a16="http://schemas.microsoft.com/office/drawing/2014/main" id="{F63CD8CE-251B-401D-8A2B-B1DA0F8C687B}"/>
              </a:ext>
            </a:extLst>
          </p:cNvPr>
          <p:cNvSpPr>
            <a:spLocks noGrp="1"/>
          </p:cNvSpPr>
          <p:nvPr/>
        </p:nvSpPr>
        <p:spPr>
          <a:xfrm>
            <a:off x="7764387" y="60558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A1_bar_GT_10132">
            <a:extLst>
              <a:ext uri="{FF2B5EF4-FFF2-40B4-BE49-F238E27FC236}">
                <a16:creationId xmlns:a16="http://schemas.microsoft.com/office/drawing/2014/main" id="{6CAC2164-8A5F-4138-BB03-A10A4ABDC9AB}"/>
              </a:ext>
            </a:extLst>
          </p:cNvPr>
          <p:cNvSpPr>
            <a:spLocks noGrp="1"/>
          </p:cNvSpPr>
          <p:nvPr/>
        </p:nvSpPr>
        <p:spPr>
          <a:xfrm>
            <a:off x="773139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A1_bar_GT_10133">
            <a:extLst>
              <a:ext uri="{FF2B5EF4-FFF2-40B4-BE49-F238E27FC236}">
                <a16:creationId xmlns:a16="http://schemas.microsoft.com/office/drawing/2014/main" id="{54B8FCB3-ABB9-4455-AC68-155F5D27E884}"/>
              </a:ext>
            </a:extLst>
          </p:cNvPr>
          <p:cNvSpPr>
            <a:spLocks noGrp="1"/>
          </p:cNvSpPr>
          <p:nvPr/>
        </p:nvSpPr>
        <p:spPr>
          <a:xfrm>
            <a:off x="7909165" y="43604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A1_bar_GT_10134">
            <a:extLst>
              <a:ext uri="{FF2B5EF4-FFF2-40B4-BE49-F238E27FC236}">
                <a16:creationId xmlns:a16="http://schemas.microsoft.com/office/drawing/2014/main" id="{699BAD71-6A0B-4D51-BFB8-26443A7EDEDE}"/>
              </a:ext>
            </a:extLst>
          </p:cNvPr>
          <p:cNvSpPr>
            <a:spLocks noGrp="1"/>
          </p:cNvSpPr>
          <p:nvPr/>
        </p:nvSpPr>
        <p:spPr>
          <a:xfrm>
            <a:off x="792811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A1_bar_GT_10135">
            <a:extLst>
              <a:ext uri="{FF2B5EF4-FFF2-40B4-BE49-F238E27FC236}">
                <a16:creationId xmlns:a16="http://schemas.microsoft.com/office/drawing/2014/main" id="{373D9DEB-886A-45C3-832F-6D1F457A5FD5}"/>
              </a:ext>
            </a:extLst>
          </p:cNvPr>
          <p:cNvSpPr>
            <a:spLocks noGrp="1"/>
          </p:cNvSpPr>
          <p:nvPr/>
        </p:nvSpPr>
        <p:spPr>
          <a:xfrm>
            <a:off x="7800626" y="467104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A1_bar_GT_10136">
            <a:extLst>
              <a:ext uri="{FF2B5EF4-FFF2-40B4-BE49-F238E27FC236}">
                <a16:creationId xmlns:a16="http://schemas.microsoft.com/office/drawing/2014/main" id="{AF2DC3A5-CD79-461E-99BC-47E645FD05D5}"/>
              </a:ext>
            </a:extLst>
          </p:cNvPr>
          <p:cNvSpPr>
            <a:spLocks noGrp="1"/>
          </p:cNvSpPr>
          <p:nvPr/>
        </p:nvSpPr>
        <p:spPr>
          <a:xfrm>
            <a:off x="7765628" y="379351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A1_bar_GT_10137">
            <a:extLst>
              <a:ext uri="{FF2B5EF4-FFF2-40B4-BE49-F238E27FC236}">
                <a16:creationId xmlns:a16="http://schemas.microsoft.com/office/drawing/2014/main" id="{8BA797F5-D5B5-4856-BD1F-37BF12DFFF3A}"/>
              </a:ext>
            </a:extLst>
          </p:cNvPr>
          <p:cNvSpPr>
            <a:spLocks noGrp="1"/>
          </p:cNvSpPr>
          <p:nvPr/>
        </p:nvSpPr>
        <p:spPr>
          <a:xfrm>
            <a:off x="781558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A1_bar_GT_10138">
            <a:extLst>
              <a:ext uri="{FF2B5EF4-FFF2-40B4-BE49-F238E27FC236}">
                <a16:creationId xmlns:a16="http://schemas.microsoft.com/office/drawing/2014/main" id="{B5F39AB4-57A3-43EE-8F8E-4953C5248F77}"/>
              </a:ext>
            </a:extLst>
          </p:cNvPr>
          <p:cNvSpPr>
            <a:spLocks noGrp="1"/>
          </p:cNvSpPr>
          <p:nvPr/>
        </p:nvSpPr>
        <p:spPr>
          <a:xfrm>
            <a:off x="792585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A1_bar_GT_10139">
            <a:extLst>
              <a:ext uri="{FF2B5EF4-FFF2-40B4-BE49-F238E27FC236}">
                <a16:creationId xmlns:a16="http://schemas.microsoft.com/office/drawing/2014/main" id="{6EE89BF1-AB0F-4A9D-960D-FB43A63E68BC}"/>
              </a:ext>
            </a:extLst>
          </p:cNvPr>
          <p:cNvSpPr>
            <a:spLocks noGrp="1"/>
          </p:cNvSpPr>
          <p:nvPr/>
        </p:nvSpPr>
        <p:spPr>
          <a:xfrm>
            <a:off x="7912123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A1_bar_GT_10140">
            <a:extLst>
              <a:ext uri="{FF2B5EF4-FFF2-40B4-BE49-F238E27FC236}">
                <a16:creationId xmlns:a16="http://schemas.microsoft.com/office/drawing/2014/main" id="{9597606F-FC7A-45E1-9980-A24A1A57F15B}"/>
              </a:ext>
            </a:extLst>
          </p:cNvPr>
          <p:cNvSpPr>
            <a:spLocks noGrp="1"/>
          </p:cNvSpPr>
          <p:nvPr/>
        </p:nvSpPr>
        <p:spPr>
          <a:xfrm>
            <a:off x="792439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A1_bar_GT_10141">
            <a:extLst>
              <a:ext uri="{FF2B5EF4-FFF2-40B4-BE49-F238E27FC236}">
                <a16:creationId xmlns:a16="http://schemas.microsoft.com/office/drawing/2014/main" id="{2A930A10-F938-4EE4-881B-88D441884828}"/>
              </a:ext>
            </a:extLst>
          </p:cNvPr>
          <p:cNvSpPr>
            <a:spLocks noGrp="1"/>
          </p:cNvSpPr>
          <p:nvPr/>
        </p:nvSpPr>
        <p:spPr>
          <a:xfrm>
            <a:off x="7704352" y="58451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A1_bar_GT_10142">
            <a:extLst>
              <a:ext uri="{FF2B5EF4-FFF2-40B4-BE49-F238E27FC236}">
                <a16:creationId xmlns:a16="http://schemas.microsoft.com/office/drawing/2014/main" id="{E688035E-89AF-46E2-8D81-F159EC95945D}"/>
              </a:ext>
            </a:extLst>
          </p:cNvPr>
          <p:cNvSpPr>
            <a:spLocks noGrp="1"/>
          </p:cNvSpPr>
          <p:nvPr/>
        </p:nvSpPr>
        <p:spPr>
          <a:xfrm>
            <a:off x="7954393" y="456678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A1_bar_GT_10143">
            <a:extLst>
              <a:ext uri="{FF2B5EF4-FFF2-40B4-BE49-F238E27FC236}">
                <a16:creationId xmlns:a16="http://schemas.microsoft.com/office/drawing/2014/main" id="{597D6B75-5D8E-4C5D-8039-81DB5F16679E}"/>
              </a:ext>
            </a:extLst>
          </p:cNvPr>
          <p:cNvSpPr>
            <a:spLocks noGrp="1"/>
          </p:cNvSpPr>
          <p:nvPr/>
        </p:nvSpPr>
        <p:spPr>
          <a:xfrm>
            <a:off x="7775352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A1_bar_GT_10144">
            <a:extLst>
              <a:ext uri="{FF2B5EF4-FFF2-40B4-BE49-F238E27FC236}">
                <a16:creationId xmlns:a16="http://schemas.microsoft.com/office/drawing/2014/main" id="{DD14C758-044B-4860-88E3-23D2658E45CF}"/>
              </a:ext>
            </a:extLst>
          </p:cNvPr>
          <p:cNvSpPr>
            <a:spLocks noGrp="1"/>
          </p:cNvSpPr>
          <p:nvPr/>
        </p:nvSpPr>
        <p:spPr>
          <a:xfrm>
            <a:off x="782032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A1_bar_GT_10145">
            <a:extLst>
              <a:ext uri="{FF2B5EF4-FFF2-40B4-BE49-F238E27FC236}">
                <a16:creationId xmlns:a16="http://schemas.microsoft.com/office/drawing/2014/main" id="{06BE327A-1F2E-4D3B-B518-6C08A6F6E268}"/>
              </a:ext>
            </a:extLst>
          </p:cNvPr>
          <p:cNvSpPr>
            <a:spLocks noGrp="1"/>
          </p:cNvSpPr>
          <p:nvPr/>
        </p:nvSpPr>
        <p:spPr>
          <a:xfrm>
            <a:off x="7870431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A1_bar_GT_10146">
            <a:extLst>
              <a:ext uri="{FF2B5EF4-FFF2-40B4-BE49-F238E27FC236}">
                <a16:creationId xmlns:a16="http://schemas.microsoft.com/office/drawing/2014/main" id="{69FF35D2-5B1B-48DC-B350-148BAD7C7271}"/>
              </a:ext>
            </a:extLst>
          </p:cNvPr>
          <p:cNvSpPr>
            <a:spLocks noGrp="1"/>
          </p:cNvSpPr>
          <p:nvPr/>
        </p:nvSpPr>
        <p:spPr>
          <a:xfrm>
            <a:off x="7721254" y="41307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A1_bar_GT_10147">
            <a:extLst>
              <a:ext uri="{FF2B5EF4-FFF2-40B4-BE49-F238E27FC236}">
                <a16:creationId xmlns:a16="http://schemas.microsoft.com/office/drawing/2014/main" id="{32957D29-E3F0-4648-92A9-B17909E589B5}"/>
              </a:ext>
            </a:extLst>
          </p:cNvPr>
          <p:cNvSpPr>
            <a:spLocks noGrp="1"/>
          </p:cNvSpPr>
          <p:nvPr/>
        </p:nvSpPr>
        <p:spPr>
          <a:xfrm>
            <a:off x="7724297" y="483890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A1_bar_GT_10148">
            <a:extLst>
              <a:ext uri="{FF2B5EF4-FFF2-40B4-BE49-F238E27FC236}">
                <a16:creationId xmlns:a16="http://schemas.microsoft.com/office/drawing/2014/main" id="{2C14AF9D-0317-47AB-AF01-B9C5A8409EE0}"/>
              </a:ext>
            </a:extLst>
          </p:cNvPr>
          <p:cNvSpPr>
            <a:spLocks noGrp="1"/>
          </p:cNvSpPr>
          <p:nvPr/>
        </p:nvSpPr>
        <p:spPr>
          <a:xfrm>
            <a:off x="770378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A1_bar_GT_10149">
            <a:extLst>
              <a:ext uri="{FF2B5EF4-FFF2-40B4-BE49-F238E27FC236}">
                <a16:creationId xmlns:a16="http://schemas.microsoft.com/office/drawing/2014/main" id="{D9B1B97F-EC62-40C3-A356-DDA33CC30007}"/>
              </a:ext>
            </a:extLst>
          </p:cNvPr>
          <p:cNvSpPr>
            <a:spLocks noGrp="1"/>
          </p:cNvSpPr>
          <p:nvPr/>
        </p:nvSpPr>
        <p:spPr>
          <a:xfrm>
            <a:off x="786460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A1_bar_GT_10150">
            <a:extLst>
              <a:ext uri="{FF2B5EF4-FFF2-40B4-BE49-F238E27FC236}">
                <a16:creationId xmlns:a16="http://schemas.microsoft.com/office/drawing/2014/main" id="{71B49A09-424F-4EC2-A465-7438AE2E5BFE}"/>
              </a:ext>
            </a:extLst>
          </p:cNvPr>
          <p:cNvSpPr>
            <a:spLocks noGrp="1"/>
          </p:cNvSpPr>
          <p:nvPr/>
        </p:nvSpPr>
        <p:spPr>
          <a:xfrm>
            <a:off x="7900044" y="538728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A1_bar_GT_10151">
            <a:extLst>
              <a:ext uri="{FF2B5EF4-FFF2-40B4-BE49-F238E27FC236}">
                <a16:creationId xmlns:a16="http://schemas.microsoft.com/office/drawing/2014/main" id="{3D1B15F8-2219-4CE8-AE2F-E2E84A264D41}"/>
              </a:ext>
            </a:extLst>
          </p:cNvPr>
          <p:cNvSpPr>
            <a:spLocks noGrp="1"/>
          </p:cNvSpPr>
          <p:nvPr/>
        </p:nvSpPr>
        <p:spPr>
          <a:xfrm>
            <a:off x="7899582" y="593353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A1_bar_GT_10152">
            <a:extLst>
              <a:ext uri="{FF2B5EF4-FFF2-40B4-BE49-F238E27FC236}">
                <a16:creationId xmlns:a16="http://schemas.microsoft.com/office/drawing/2014/main" id="{B66820AE-5842-48C3-9DC5-D8CED73104E2}"/>
              </a:ext>
            </a:extLst>
          </p:cNvPr>
          <p:cNvSpPr>
            <a:spLocks noGrp="1"/>
          </p:cNvSpPr>
          <p:nvPr/>
        </p:nvSpPr>
        <p:spPr>
          <a:xfrm>
            <a:off x="78897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A1_bar_GT_10153">
            <a:extLst>
              <a:ext uri="{FF2B5EF4-FFF2-40B4-BE49-F238E27FC236}">
                <a16:creationId xmlns:a16="http://schemas.microsoft.com/office/drawing/2014/main" id="{414AD2EA-A449-4003-B87C-B591C7723968}"/>
              </a:ext>
            </a:extLst>
          </p:cNvPr>
          <p:cNvSpPr>
            <a:spLocks noGrp="1"/>
          </p:cNvSpPr>
          <p:nvPr/>
        </p:nvSpPr>
        <p:spPr>
          <a:xfrm>
            <a:off x="772194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A1_bar_GT_10154">
            <a:extLst>
              <a:ext uri="{FF2B5EF4-FFF2-40B4-BE49-F238E27FC236}">
                <a16:creationId xmlns:a16="http://schemas.microsoft.com/office/drawing/2014/main" id="{D2391C0D-5284-47C7-ADD5-7CB974CDD7E3}"/>
              </a:ext>
            </a:extLst>
          </p:cNvPr>
          <p:cNvSpPr>
            <a:spLocks noGrp="1"/>
          </p:cNvSpPr>
          <p:nvPr/>
        </p:nvSpPr>
        <p:spPr>
          <a:xfrm>
            <a:off x="7758330" y="57413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A1_bar_GT_10155">
            <a:extLst>
              <a:ext uri="{FF2B5EF4-FFF2-40B4-BE49-F238E27FC236}">
                <a16:creationId xmlns:a16="http://schemas.microsoft.com/office/drawing/2014/main" id="{80B9DA5F-C7D2-4B9E-8FED-6390FF65851F}"/>
              </a:ext>
            </a:extLst>
          </p:cNvPr>
          <p:cNvSpPr>
            <a:spLocks noGrp="1"/>
          </p:cNvSpPr>
          <p:nvPr/>
        </p:nvSpPr>
        <p:spPr>
          <a:xfrm>
            <a:off x="772959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A1_bar_GT_10156">
            <a:extLst>
              <a:ext uri="{FF2B5EF4-FFF2-40B4-BE49-F238E27FC236}">
                <a16:creationId xmlns:a16="http://schemas.microsoft.com/office/drawing/2014/main" id="{D8C390AC-23E7-4161-81A4-E855D5751DF1}"/>
              </a:ext>
            </a:extLst>
          </p:cNvPr>
          <p:cNvSpPr>
            <a:spLocks noGrp="1"/>
          </p:cNvSpPr>
          <p:nvPr/>
        </p:nvSpPr>
        <p:spPr>
          <a:xfrm>
            <a:off x="7933689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A1_bar_GT_10157">
            <a:extLst>
              <a:ext uri="{FF2B5EF4-FFF2-40B4-BE49-F238E27FC236}">
                <a16:creationId xmlns:a16="http://schemas.microsoft.com/office/drawing/2014/main" id="{2E0CD59F-8759-4C3C-B875-F20A4A872956}"/>
              </a:ext>
            </a:extLst>
          </p:cNvPr>
          <p:cNvSpPr>
            <a:spLocks noGrp="1"/>
          </p:cNvSpPr>
          <p:nvPr/>
        </p:nvSpPr>
        <p:spPr>
          <a:xfrm>
            <a:off x="78858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A1_bar_GT_10158">
            <a:extLst>
              <a:ext uri="{FF2B5EF4-FFF2-40B4-BE49-F238E27FC236}">
                <a16:creationId xmlns:a16="http://schemas.microsoft.com/office/drawing/2014/main" id="{084E1634-3234-43F7-BE00-D8C6B1A00F48}"/>
              </a:ext>
            </a:extLst>
          </p:cNvPr>
          <p:cNvSpPr>
            <a:spLocks noGrp="1"/>
          </p:cNvSpPr>
          <p:nvPr/>
        </p:nvSpPr>
        <p:spPr>
          <a:xfrm>
            <a:off x="7709566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A1_bar_GT_10159">
            <a:extLst>
              <a:ext uri="{FF2B5EF4-FFF2-40B4-BE49-F238E27FC236}">
                <a16:creationId xmlns:a16="http://schemas.microsoft.com/office/drawing/2014/main" id="{9A8469A0-4F8B-4F47-B35B-58FEB6ADA34B}"/>
              </a:ext>
            </a:extLst>
          </p:cNvPr>
          <p:cNvSpPr>
            <a:spLocks noGrp="1"/>
          </p:cNvSpPr>
          <p:nvPr/>
        </p:nvSpPr>
        <p:spPr>
          <a:xfrm>
            <a:off x="791176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A1_bar_GT_10160">
            <a:extLst>
              <a:ext uri="{FF2B5EF4-FFF2-40B4-BE49-F238E27FC236}">
                <a16:creationId xmlns:a16="http://schemas.microsoft.com/office/drawing/2014/main" id="{E9D56840-4C54-461F-9752-E1DD7C072EDC}"/>
              </a:ext>
            </a:extLst>
          </p:cNvPr>
          <p:cNvSpPr>
            <a:spLocks noGrp="1"/>
          </p:cNvSpPr>
          <p:nvPr/>
        </p:nvSpPr>
        <p:spPr>
          <a:xfrm>
            <a:off x="791428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A1_bar_GT_10161">
            <a:extLst>
              <a:ext uri="{FF2B5EF4-FFF2-40B4-BE49-F238E27FC236}">
                <a16:creationId xmlns:a16="http://schemas.microsoft.com/office/drawing/2014/main" id="{1EF15017-587F-4719-A6A7-38DEA245D3BD}"/>
              </a:ext>
            </a:extLst>
          </p:cNvPr>
          <p:cNvSpPr>
            <a:spLocks noGrp="1"/>
          </p:cNvSpPr>
          <p:nvPr/>
        </p:nvSpPr>
        <p:spPr>
          <a:xfrm>
            <a:off x="775455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A1_bar_GT_10162">
            <a:extLst>
              <a:ext uri="{FF2B5EF4-FFF2-40B4-BE49-F238E27FC236}">
                <a16:creationId xmlns:a16="http://schemas.microsoft.com/office/drawing/2014/main" id="{B56511D2-BDD6-4EBF-BDA5-3B5906DF4B6F}"/>
              </a:ext>
            </a:extLst>
          </p:cNvPr>
          <p:cNvSpPr>
            <a:spLocks noGrp="1"/>
          </p:cNvSpPr>
          <p:nvPr/>
        </p:nvSpPr>
        <p:spPr>
          <a:xfrm>
            <a:off x="7750602" y="50290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A1_bar_GT_10163">
            <a:extLst>
              <a:ext uri="{FF2B5EF4-FFF2-40B4-BE49-F238E27FC236}">
                <a16:creationId xmlns:a16="http://schemas.microsoft.com/office/drawing/2014/main" id="{3A6472E5-D3E1-471A-8D78-DB0EB4C79076}"/>
              </a:ext>
            </a:extLst>
          </p:cNvPr>
          <p:cNvSpPr>
            <a:spLocks noGrp="1"/>
          </p:cNvSpPr>
          <p:nvPr/>
        </p:nvSpPr>
        <p:spPr>
          <a:xfrm>
            <a:off x="7763121" y="434930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A1_bar_GT_10164">
            <a:extLst>
              <a:ext uri="{FF2B5EF4-FFF2-40B4-BE49-F238E27FC236}">
                <a16:creationId xmlns:a16="http://schemas.microsoft.com/office/drawing/2014/main" id="{A76F4AD3-6795-4BC4-A11B-E4F866E6570F}"/>
              </a:ext>
            </a:extLst>
          </p:cNvPr>
          <p:cNvSpPr>
            <a:spLocks noGrp="1"/>
          </p:cNvSpPr>
          <p:nvPr/>
        </p:nvSpPr>
        <p:spPr>
          <a:xfrm>
            <a:off x="7822351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A1_bar_GT_10165">
            <a:extLst>
              <a:ext uri="{FF2B5EF4-FFF2-40B4-BE49-F238E27FC236}">
                <a16:creationId xmlns:a16="http://schemas.microsoft.com/office/drawing/2014/main" id="{5D1D08A2-BA13-4E03-837C-1740BB553269}"/>
              </a:ext>
            </a:extLst>
          </p:cNvPr>
          <p:cNvSpPr>
            <a:spLocks noGrp="1"/>
          </p:cNvSpPr>
          <p:nvPr/>
        </p:nvSpPr>
        <p:spPr>
          <a:xfrm>
            <a:off x="786950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A1_bar_GT_10166">
            <a:extLst>
              <a:ext uri="{FF2B5EF4-FFF2-40B4-BE49-F238E27FC236}">
                <a16:creationId xmlns:a16="http://schemas.microsoft.com/office/drawing/2014/main" id="{BAB93BC3-1A67-49F2-B738-45403D51E76E}"/>
              </a:ext>
            </a:extLst>
          </p:cNvPr>
          <p:cNvSpPr>
            <a:spLocks noGrp="1"/>
          </p:cNvSpPr>
          <p:nvPr/>
        </p:nvSpPr>
        <p:spPr>
          <a:xfrm>
            <a:off x="778366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A1_bar_GT_10167">
            <a:extLst>
              <a:ext uri="{FF2B5EF4-FFF2-40B4-BE49-F238E27FC236}">
                <a16:creationId xmlns:a16="http://schemas.microsoft.com/office/drawing/2014/main" id="{2DA52BA3-42AA-424C-8204-B37570F1DDC2}"/>
              </a:ext>
            </a:extLst>
          </p:cNvPr>
          <p:cNvSpPr>
            <a:spLocks noGrp="1"/>
          </p:cNvSpPr>
          <p:nvPr/>
        </p:nvSpPr>
        <p:spPr>
          <a:xfrm>
            <a:off x="790490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A1_bar_GT_10168">
            <a:extLst>
              <a:ext uri="{FF2B5EF4-FFF2-40B4-BE49-F238E27FC236}">
                <a16:creationId xmlns:a16="http://schemas.microsoft.com/office/drawing/2014/main" id="{B127E10F-3D22-4925-AB8B-56157B62F49F}"/>
              </a:ext>
            </a:extLst>
          </p:cNvPr>
          <p:cNvSpPr>
            <a:spLocks noGrp="1"/>
          </p:cNvSpPr>
          <p:nvPr/>
        </p:nvSpPr>
        <p:spPr>
          <a:xfrm>
            <a:off x="77960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A1_bar_GT_10169">
            <a:extLst>
              <a:ext uri="{FF2B5EF4-FFF2-40B4-BE49-F238E27FC236}">
                <a16:creationId xmlns:a16="http://schemas.microsoft.com/office/drawing/2014/main" id="{941EDF4F-5C53-48D0-B1F9-502560A795D4}"/>
              </a:ext>
            </a:extLst>
          </p:cNvPr>
          <p:cNvSpPr>
            <a:spLocks noGrp="1"/>
          </p:cNvSpPr>
          <p:nvPr/>
        </p:nvSpPr>
        <p:spPr>
          <a:xfrm>
            <a:off x="7912209" y="40520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A1_bar_GT_10170">
            <a:extLst>
              <a:ext uri="{FF2B5EF4-FFF2-40B4-BE49-F238E27FC236}">
                <a16:creationId xmlns:a16="http://schemas.microsoft.com/office/drawing/2014/main" id="{6E3A48E3-BAC4-4467-B8B5-2B9E06C728E0}"/>
              </a:ext>
            </a:extLst>
          </p:cNvPr>
          <p:cNvSpPr>
            <a:spLocks noGrp="1"/>
          </p:cNvSpPr>
          <p:nvPr/>
        </p:nvSpPr>
        <p:spPr>
          <a:xfrm>
            <a:off x="787548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A1_bar_GT_10171">
            <a:extLst>
              <a:ext uri="{FF2B5EF4-FFF2-40B4-BE49-F238E27FC236}">
                <a16:creationId xmlns:a16="http://schemas.microsoft.com/office/drawing/2014/main" id="{DC0B7027-0A16-4624-B5CC-7133A13DB920}"/>
              </a:ext>
            </a:extLst>
          </p:cNvPr>
          <p:cNvSpPr>
            <a:spLocks noGrp="1"/>
          </p:cNvSpPr>
          <p:nvPr/>
        </p:nvSpPr>
        <p:spPr>
          <a:xfrm>
            <a:off x="785988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A1_bar_GT_10172">
            <a:extLst>
              <a:ext uri="{FF2B5EF4-FFF2-40B4-BE49-F238E27FC236}">
                <a16:creationId xmlns:a16="http://schemas.microsoft.com/office/drawing/2014/main" id="{147D9AD0-6B58-40F2-89DA-320D03DB40D7}"/>
              </a:ext>
            </a:extLst>
          </p:cNvPr>
          <p:cNvSpPr>
            <a:spLocks noGrp="1"/>
          </p:cNvSpPr>
          <p:nvPr/>
        </p:nvSpPr>
        <p:spPr>
          <a:xfrm>
            <a:off x="7840795" y="373731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A1_bar_GT_10173">
            <a:extLst>
              <a:ext uri="{FF2B5EF4-FFF2-40B4-BE49-F238E27FC236}">
                <a16:creationId xmlns:a16="http://schemas.microsoft.com/office/drawing/2014/main" id="{D07822A1-932B-4A09-97AA-E717032CA908}"/>
              </a:ext>
            </a:extLst>
          </p:cNvPr>
          <p:cNvSpPr>
            <a:spLocks noGrp="1"/>
          </p:cNvSpPr>
          <p:nvPr/>
        </p:nvSpPr>
        <p:spPr>
          <a:xfrm>
            <a:off x="794482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A1_bar_GT_10174">
            <a:extLst>
              <a:ext uri="{FF2B5EF4-FFF2-40B4-BE49-F238E27FC236}">
                <a16:creationId xmlns:a16="http://schemas.microsoft.com/office/drawing/2014/main" id="{B5625FE3-7224-4DF3-9D73-A080FDEAA2CB}"/>
              </a:ext>
            </a:extLst>
          </p:cNvPr>
          <p:cNvSpPr>
            <a:spLocks noGrp="1"/>
          </p:cNvSpPr>
          <p:nvPr/>
        </p:nvSpPr>
        <p:spPr>
          <a:xfrm>
            <a:off x="782313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A1_bar_GT_10175">
            <a:extLst>
              <a:ext uri="{FF2B5EF4-FFF2-40B4-BE49-F238E27FC236}">
                <a16:creationId xmlns:a16="http://schemas.microsoft.com/office/drawing/2014/main" id="{9B020A83-82D5-434C-9028-F84E073ABB83}"/>
              </a:ext>
            </a:extLst>
          </p:cNvPr>
          <p:cNvSpPr>
            <a:spLocks noGrp="1"/>
          </p:cNvSpPr>
          <p:nvPr/>
        </p:nvSpPr>
        <p:spPr>
          <a:xfrm>
            <a:off x="7946290" y="388259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A1_bar_GT_10176">
            <a:extLst>
              <a:ext uri="{FF2B5EF4-FFF2-40B4-BE49-F238E27FC236}">
                <a16:creationId xmlns:a16="http://schemas.microsoft.com/office/drawing/2014/main" id="{C19EB116-8E9E-48A6-8532-30C3392EFC68}"/>
              </a:ext>
            </a:extLst>
          </p:cNvPr>
          <p:cNvSpPr>
            <a:spLocks noGrp="1"/>
          </p:cNvSpPr>
          <p:nvPr/>
        </p:nvSpPr>
        <p:spPr>
          <a:xfrm>
            <a:off x="7833748" y="55940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A1_bar_GT_10177">
            <a:extLst>
              <a:ext uri="{FF2B5EF4-FFF2-40B4-BE49-F238E27FC236}">
                <a16:creationId xmlns:a16="http://schemas.microsoft.com/office/drawing/2014/main" id="{14F87D1D-215D-4BF5-93D7-9816E912C9F6}"/>
              </a:ext>
            </a:extLst>
          </p:cNvPr>
          <p:cNvSpPr>
            <a:spLocks noGrp="1"/>
          </p:cNvSpPr>
          <p:nvPr/>
        </p:nvSpPr>
        <p:spPr>
          <a:xfrm>
            <a:off x="7834516" y="405793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A1_bar_GT_10178">
            <a:extLst>
              <a:ext uri="{FF2B5EF4-FFF2-40B4-BE49-F238E27FC236}">
                <a16:creationId xmlns:a16="http://schemas.microsoft.com/office/drawing/2014/main" id="{F2E5BF05-1F3E-431C-8D04-A5E31033E5EC}"/>
              </a:ext>
            </a:extLst>
          </p:cNvPr>
          <p:cNvSpPr>
            <a:spLocks noGrp="1"/>
          </p:cNvSpPr>
          <p:nvPr/>
        </p:nvSpPr>
        <p:spPr>
          <a:xfrm>
            <a:off x="7708029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A1_bar_GT_10179">
            <a:extLst>
              <a:ext uri="{FF2B5EF4-FFF2-40B4-BE49-F238E27FC236}">
                <a16:creationId xmlns:a16="http://schemas.microsoft.com/office/drawing/2014/main" id="{809F0F71-61F0-4198-A4DB-B8895048ECAE}"/>
              </a:ext>
            </a:extLst>
          </p:cNvPr>
          <p:cNvSpPr>
            <a:spLocks noGrp="1"/>
          </p:cNvSpPr>
          <p:nvPr/>
        </p:nvSpPr>
        <p:spPr>
          <a:xfrm>
            <a:off x="7740151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A1_bar_GT_10180">
            <a:extLst>
              <a:ext uri="{FF2B5EF4-FFF2-40B4-BE49-F238E27FC236}">
                <a16:creationId xmlns:a16="http://schemas.microsoft.com/office/drawing/2014/main" id="{23C1E7B8-A97B-44A6-80C5-4776C202F454}"/>
              </a:ext>
            </a:extLst>
          </p:cNvPr>
          <p:cNvSpPr>
            <a:spLocks noGrp="1"/>
          </p:cNvSpPr>
          <p:nvPr/>
        </p:nvSpPr>
        <p:spPr>
          <a:xfrm>
            <a:off x="782179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A1_bar_GT_10181">
            <a:extLst>
              <a:ext uri="{FF2B5EF4-FFF2-40B4-BE49-F238E27FC236}">
                <a16:creationId xmlns:a16="http://schemas.microsoft.com/office/drawing/2014/main" id="{C547CB3B-EB8C-4605-A413-DA760A121CB1}"/>
              </a:ext>
            </a:extLst>
          </p:cNvPr>
          <p:cNvSpPr>
            <a:spLocks noGrp="1"/>
          </p:cNvSpPr>
          <p:nvPr/>
        </p:nvSpPr>
        <p:spPr>
          <a:xfrm>
            <a:off x="7803120" y="604275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A1_bar_GT_10182">
            <a:extLst>
              <a:ext uri="{FF2B5EF4-FFF2-40B4-BE49-F238E27FC236}">
                <a16:creationId xmlns:a16="http://schemas.microsoft.com/office/drawing/2014/main" id="{EEA676B6-9316-46E6-B289-9E7C8EACBDEB}"/>
              </a:ext>
            </a:extLst>
          </p:cNvPr>
          <p:cNvSpPr>
            <a:spLocks noGrp="1"/>
          </p:cNvSpPr>
          <p:nvPr/>
        </p:nvSpPr>
        <p:spPr>
          <a:xfrm>
            <a:off x="7764548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A1_bar_GT_10183">
            <a:extLst>
              <a:ext uri="{FF2B5EF4-FFF2-40B4-BE49-F238E27FC236}">
                <a16:creationId xmlns:a16="http://schemas.microsoft.com/office/drawing/2014/main" id="{9260A8D8-1E8D-45F6-BECA-CA7C7D1289EE}"/>
              </a:ext>
            </a:extLst>
          </p:cNvPr>
          <p:cNvSpPr>
            <a:spLocks noGrp="1"/>
          </p:cNvSpPr>
          <p:nvPr/>
        </p:nvSpPr>
        <p:spPr>
          <a:xfrm>
            <a:off x="7925472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A1_bar_GT_10184">
            <a:extLst>
              <a:ext uri="{FF2B5EF4-FFF2-40B4-BE49-F238E27FC236}">
                <a16:creationId xmlns:a16="http://schemas.microsoft.com/office/drawing/2014/main" id="{AF8BFF55-6FEF-43B6-953B-642E0A9C5A0A}"/>
              </a:ext>
            </a:extLst>
          </p:cNvPr>
          <p:cNvSpPr>
            <a:spLocks noGrp="1"/>
          </p:cNvSpPr>
          <p:nvPr/>
        </p:nvSpPr>
        <p:spPr>
          <a:xfrm>
            <a:off x="793213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A1_bar_GT_10185">
            <a:extLst>
              <a:ext uri="{FF2B5EF4-FFF2-40B4-BE49-F238E27FC236}">
                <a16:creationId xmlns:a16="http://schemas.microsoft.com/office/drawing/2014/main" id="{89145943-CF9F-41BD-A4B8-487F55063896}"/>
              </a:ext>
            </a:extLst>
          </p:cNvPr>
          <p:cNvSpPr>
            <a:spLocks noGrp="1"/>
          </p:cNvSpPr>
          <p:nvPr/>
        </p:nvSpPr>
        <p:spPr>
          <a:xfrm>
            <a:off x="783940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A1_bar_GT_10186">
            <a:extLst>
              <a:ext uri="{FF2B5EF4-FFF2-40B4-BE49-F238E27FC236}">
                <a16:creationId xmlns:a16="http://schemas.microsoft.com/office/drawing/2014/main" id="{B6A80436-AFA9-4752-91AC-8623D4CC9B50}"/>
              </a:ext>
            </a:extLst>
          </p:cNvPr>
          <p:cNvSpPr>
            <a:spLocks noGrp="1"/>
          </p:cNvSpPr>
          <p:nvPr/>
        </p:nvSpPr>
        <p:spPr>
          <a:xfrm>
            <a:off x="775150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A1_bar_GT_10187">
            <a:extLst>
              <a:ext uri="{FF2B5EF4-FFF2-40B4-BE49-F238E27FC236}">
                <a16:creationId xmlns:a16="http://schemas.microsoft.com/office/drawing/2014/main" id="{FC004C77-C513-44EB-8118-03DC8EDD67E9}"/>
              </a:ext>
            </a:extLst>
          </p:cNvPr>
          <p:cNvSpPr>
            <a:spLocks noGrp="1"/>
          </p:cNvSpPr>
          <p:nvPr/>
        </p:nvSpPr>
        <p:spPr>
          <a:xfrm>
            <a:off x="793016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A1_bar_GT_10188">
            <a:extLst>
              <a:ext uri="{FF2B5EF4-FFF2-40B4-BE49-F238E27FC236}">
                <a16:creationId xmlns:a16="http://schemas.microsoft.com/office/drawing/2014/main" id="{A81393D1-4826-4571-9BCE-95DA9AEA0460}"/>
              </a:ext>
            </a:extLst>
          </p:cNvPr>
          <p:cNvSpPr>
            <a:spLocks noGrp="1"/>
          </p:cNvSpPr>
          <p:nvPr/>
        </p:nvSpPr>
        <p:spPr>
          <a:xfrm>
            <a:off x="7720009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A1_bar_GT_10189">
            <a:extLst>
              <a:ext uri="{FF2B5EF4-FFF2-40B4-BE49-F238E27FC236}">
                <a16:creationId xmlns:a16="http://schemas.microsoft.com/office/drawing/2014/main" id="{540B1E72-31AF-484B-8B7C-D62F7C6DD259}"/>
              </a:ext>
            </a:extLst>
          </p:cNvPr>
          <p:cNvSpPr>
            <a:spLocks noGrp="1"/>
          </p:cNvSpPr>
          <p:nvPr/>
        </p:nvSpPr>
        <p:spPr>
          <a:xfrm>
            <a:off x="7898721" y="580560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A1_bar_GT_10190">
            <a:extLst>
              <a:ext uri="{FF2B5EF4-FFF2-40B4-BE49-F238E27FC236}">
                <a16:creationId xmlns:a16="http://schemas.microsoft.com/office/drawing/2014/main" id="{BC8B4124-7AA2-4114-8547-D54083829CCF}"/>
              </a:ext>
            </a:extLst>
          </p:cNvPr>
          <p:cNvSpPr>
            <a:spLocks noGrp="1"/>
          </p:cNvSpPr>
          <p:nvPr/>
        </p:nvSpPr>
        <p:spPr>
          <a:xfrm>
            <a:off x="78967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A1_bar_GT_10191">
            <a:extLst>
              <a:ext uri="{FF2B5EF4-FFF2-40B4-BE49-F238E27FC236}">
                <a16:creationId xmlns:a16="http://schemas.microsoft.com/office/drawing/2014/main" id="{62CC6526-096E-4DB1-AC22-8FD41DD80118}"/>
              </a:ext>
            </a:extLst>
          </p:cNvPr>
          <p:cNvSpPr>
            <a:spLocks noGrp="1"/>
          </p:cNvSpPr>
          <p:nvPr/>
        </p:nvSpPr>
        <p:spPr>
          <a:xfrm>
            <a:off x="7933494" y="437241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A1_bar_GT_10192">
            <a:extLst>
              <a:ext uri="{FF2B5EF4-FFF2-40B4-BE49-F238E27FC236}">
                <a16:creationId xmlns:a16="http://schemas.microsoft.com/office/drawing/2014/main" id="{543DEC95-E8A8-48FC-8D9B-7152C50EE36F}"/>
              </a:ext>
            </a:extLst>
          </p:cNvPr>
          <p:cNvSpPr>
            <a:spLocks noGrp="1"/>
          </p:cNvSpPr>
          <p:nvPr/>
        </p:nvSpPr>
        <p:spPr>
          <a:xfrm>
            <a:off x="7851157" y="509244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A1_bar_GT_10193">
            <a:extLst>
              <a:ext uri="{FF2B5EF4-FFF2-40B4-BE49-F238E27FC236}">
                <a16:creationId xmlns:a16="http://schemas.microsoft.com/office/drawing/2014/main" id="{1E13213C-27FE-4578-BB4C-972A8427F58D}"/>
              </a:ext>
            </a:extLst>
          </p:cNvPr>
          <p:cNvSpPr>
            <a:spLocks noGrp="1"/>
          </p:cNvSpPr>
          <p:nvPr/>
        </p:nvSpPr>
        <p:spPr>
          <a:xfrm>
            <a:off x="773572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A1_bar_GT_10194">
            <a:extLst>
              <a:ext uri="{FF2B5EF4-FFF2-40B4-BE49-F238E27FC236}">
                <a16:creationId xmlns:a16="http://schemas.microsoft.com/office/drawing/2014/main" id="{AE7B7E8C-71A9-4CB2-9ED5-DFCB540084AF}"/>
              </a:ext>
            </a:extLst>
          </p:cNvPr>
          <p:cNvSpPr>
            <a:spLocks noGrp="1"/>
          </p:cNvSpPr>
          <p:nvPr/>
        </p:nvSpPr>
        <p:spPr>
          <a:xfrm>
            <a:off x="7824845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A1_bar_GT_10195">
            <a:extLst>
              <a:ext uri="{FF2B5EF4-FFF2-40B4-BE49-F238E27FC236}">
                <a16:creationId xmlns:a16="http://schemas.microsoft.com/office/drawing/2014/main" id="{BBFAEFF9-16C3-4F8D-BC99-9D6A7979F29B}"/>
              </a:ext>
            </a:extLst>
          </p:cNvPr>
          <p:cNvSpPr>
            <a:spLocks noGrp="1"/>
          </p:cNvSpPr>
          <p:nvPr/>
        </p:nvSpPr>
        <p:spPr>
          <a:xfrm>
            <a:off x="794814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A1_bar_GT_10196">
            <a:extLst>
              <a:ext uri="{FF2B5EF4-FFF2-40B4-BE49-F238E27FC236}">
                <a16:creationId xmlns:a16="http://schemas.microsoft.com/office/drawing/2014/main" id="{153C8209-1C55-4C7A-B222-1BD3D40A3C33}"/>
              </a:ext>
            </a:extLst>
          </p:cNvPr>
          <p:cNvSpPr>
            <a:spLocks noGrp="1"/>
          </p:cNvSpPr>
          <p:nvPr/>
        </p:nvSpPr>
        <p:spPr>
          <a:xfrm>
            <a:off x="782279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A1_bar_GT_10197">
            <a:extLst>
              <a:ext uri="{FF2B5EF4-FFF2-40B4-BE49-F238E27FC236}">
                <a16:creationId xmlns:a16="http://schemas.microsoft.com/office/drawing/2014/main" id="{23881B60-D1FF-4436-896A-C445F318E6C4}"/>
              </a:ext>
            </a:extLst>
          </p:cNvPr>
          <p:cNvSpPr>
            <a:spLocks noGrp="1"/>
          </p:cNvSpPr>
          <p:nvPr/>
        </p:nvSpPr>
        <p:spPr>
          <a:xfrm>
            <a:off x="79299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A1_bar_GT_10198">
            <a:extLst>
              <a:ext uri="{FF2B5EF4-FFF2-40B4-BE49-F238E27FC236}">
                <a16:creationId xmlns:a16="http://schemas.microsoft.com/office/drawing/2014/main" id="{8D096F00-5510-48F2-AE19-B325327168FE}"/>
              </a:ext>
            </a:extLst>
          </p:cNvPr>
          <p:cNvSpPr>
            <a:spLocks noGrp="1"/>
          </p:cNvSpPr>
          <p:nvPr/>
        </p:nvSpPr>
        <p:spPr>
          <a:xfrm>
            <a:off x="7854366" y="574814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A1_bar_GT_10199">
            <a:extLst>
              <a:ext uri="{FF2B5EF4-FFF2-40B4-BE49-F238E27FC236}">
                <a16:creationId xmlns:a16="http://schemas.microsoft.com/office/drawing/2014/main" id="{1212BC74-A9F3-4AC8-95F0-C0C5C2DB26AC}"/>
              </a:ext>
            </a:extLst>
          </p:cNvPr>
          <p:cNvSpPr>
            <a:spLocks noGrp="1"/>
          </p:cNvSpPr>
          <p:nvPr/>
        </p:nvSpPr>
        <p:spPr>
          <a:xfrm>
            <a:off x="7741584" y="478644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A1_bar_GT_10200">
            <a:extLst>
              <a:ext uri="{FF2B5EF4-FFF2-40B4-BE49-F238E27FC236}">
                <a16:creationId xmlns:a16="http://schemas.microsoft.com/office/drawing/2014/main" id="{6C1ABE54-5650-4285-83CF-11A65449CD90}"/>
              </a:ext>
            </a:extLst>
          </p:cNvPr>
          <p:cNvSpPr>
            <a:spLocks noGrp="1"/>
          </p:cNvSpPr>
          <p:nvPr/>
        </p:nvSpPr>
        <p:spPr>
          <a:xfrm>
            <a:off x="7932664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A1_bar_GT_10201">
            <a:extLst>
              <a:ext uri="{FF2B5EF4-FFF2-40B4-BE49-F238E27FC236}">
                <a16:creationId xmlns:a16="http://schemas.microsoft.com/office/drawing/2014/main" id="{0FFE5576-010F-442A-A1AE-9EAE6BF296FD}"/>
              </a:ext>
            </a:extLst>
          </p:cNvPr>
          <p:cNvSpPr>
            <a:spLocks noGrp="1"/>
          </p:cNvSpPr>
          <p:nvPr/>
        </p:nvSpPr>
        <p:spPr>
          <a:xfrm>
            <a:off x="79197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A1_bar_GT_10202">
            <a:extLst>
              <a:ext uri="{FF2B5EF4-FFF2-40B4-BE49-F238E27FC236}">
                <a16:creationId xmlns:a16="http://schemas.microsoft.com/office/drawing/2014/main" id="{17E46378-CB15-48B5-8976-9ED57C2C1B1E}"/>
              </a:ext>
            </a:extLst>
          </p:cNvPr>
          <p:cNvSpPr>
            <a:spLocks noGrp="1"/>
          </p:cNvSpPr>
          <p:nvPr/>
        </p:nvSpPr>
        <p:spPr>
          <a:xfrm>
            <a:off x="7936361" y="411697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A1_bar_GT_10203">
            <a:extLst>
              <a:ext uri="{FF2B5EF4-FFF2-40B4-BE49-F238E27FC236}">
                <a16:creationId xmlns:a16="http://schemas.microsoft.com/office/drawing/2014/main" id="{826D8BA9-FCEA-4B9F-AC8E-247439D6DDA8}"/>
              </a:ext>
            </a:extLst>
          </p:cNvPr>
          <p:cNvSpPr>
            <a:spLocks noGrp="1"/>
          </p:cNvSpPr>
          <p:nvPr/>
        </p:nvSpPr>
        <p:spPr>
          <a:xfrm>
            <a:off x="7929569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A1_bar_GT_10204">
            <a:extLst>
              <a:ext uri="{FF2B5EF4-FFF2-40B4-BE49-F238E27FC236}">
                <a16:creationId xmlns:a16="http://schemas.microsoft.com/office/drawing/2014/main" id="{23D08D56-B185-4217-8B7C-5899C255F056}"/>
              </a:ext>
            </a:extLst>
          </p:cNvPr>
          <p:cNvSpPr>
            <a:spLocks noGrp="1"/>
          </p:cNvSpPr>
          <p:nvPr/>
        </p:nvSpPr>
        <p:spPr>
          <a:xfrm>
            <a:off x="7730792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A1_bar_GT_10205">
            <a:extLst>
              <a:ext uri="{FF2B5EF4-FFF2-40B4-BE49-F238E27FC236}">
                <a16:creationId xmlns:a16="http://schemas.microsoft.com/office/drawing/2014/main" id="{B2181151-99B5-4D16-A207-3FCF809CE75A}"/>
              </a:ext>
            </a:extLst>
          </p:cNvPr>
          <p:cNvSpPr>
            <a:spLocks noGrp="1"/>
          </p:cNvSpPr>
          <p:nvPr/>
        </p:nvSpPr>
        <p:spPr>
          <a:xfrm>
            <a:off x="7772632" y="572316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A1_bar_GT_10206">
            <a:extLst>
              <a:ext uri="{FF2B5EF4-FFF2-40B4-BE49-F238E27FC236}">
                <a16:creationId xmlns:a16="http://schemas.microsoft.com/office/drawing/2014/main" id="{F6071063-490A-478B-A8FA-F31B2617EC6D}"/>
              </a:ext>
            </a:extLst>
          </p:cNvPr>
          <p:cNvSpPr>
            <a:spLocks noGrp="1"/>
          </p:cNvSpPr>
          <p:nvPr/>
        </p:nvSpPr>
        <p:spPr>
          <a:xfrm>
            <a:off x="77172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A1_bar_GT_10207">
            <a:extLst>
              <a:ext uri="{FF2B5EF4-FFF2-40B4-BE49-F238E27FC236}">
                <a16:creationId xmlns:a16="http://schemas.microsoft.com/office/drawing/2014/main" id="{26AB2725-3689-481E-B44A-AB7034825545}"/>
              </a:ext>
            </a:extLst>
          </p:cNvPr>
          <p:cNvSpPr>
            <a:spLocks noGrp="1"/>
          </p:cNvSpPr>
          <p:nvPr/>
        </p:nvSpPr>
        <p:spPr>
          <a:xfrm>
            <a:off x="791591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A1_bar_GT_10208">
            <a:extLst>
              <a:ext uri="{FF2B5EF4-FFF2-40B4-BE49-F238E27FC236}">
                <a16:creationId xmlns:a16="http://schemas.microsoft.com/office/drawing/2014/main" id="{08AA66A2-4B1D-486B-B69F-03A4B08A699D}"/>
              </a:ext>
            </a:extLst>
          </p:cNvPr>
          <p:cNvSpPr>
            <a:spLocks noGrp="1"/>
          </p:cNvSpPr>
          <p:nvPr/>
        </p:nvSpPr>
        <p:spPr>
          <a:xfrm>
            <a:off x="7762325" y="578165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A1_bar_GT_10209">
            <a:extLst>
              <a:ext uri="{FF2B5EF4-FFF2-40B4-BE49-F238E27FC236}">
                <a16:creationId xmlns:a16="http://schemas.microsoft.com/office/drawing/2014/main" id="{6AECD466-835C-43F0-8EE3-1069A907F055}"/>
              </a:ext>
            </a:extLst>
          </p:cNvPr>
          <p:cNvSpPr>
            <a:spLocks noGrp="1"/>
          </p:cNvSpPr>
          <p:nvPr/>
        </p:nvSpPr>
        <p:spPr>
          <a:xfrm>
            <a:off x="7891193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A1_bar_GT_10210">
            <a:extLst>
              <a:ext uri="{FF2B5EF4-FFF2-40B4-BE49-F238E27FC236}">
                <a16:creationId xmlns:a16="http://schemas.microsoft.com/office/drawing/2014/main" id="{D3E8A22D-330B-42A1-8591-555AC0663B30}"/>
              </a:ext>
            </a:extLst>
          </p:cNvPr>
          <p:cNvSpPr>
            <a:spLocks noGrp="1"/>
          </p:cNvSpPr>
          <p:nvPr/>
        </p:nvSpPr>
        <p:spPr>
          <a:xfrm>
            <a:off x="793714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A1_bar_GT_10211">
            <a:extLst>
              <a:ext uri="{FF2B5EF4-FFF2-40B4-BE49-F238E27FC236}">
                <a16:creationId xmlns:a16="http://schemas.microsoft.com/office/drawing/2014/main" id="{04DAD5D4-9B0C-4334-B208-585165F3085C}"/>
              </a:ext>
            </a:extLst>
          </p:cNvPr>
          <p:cNvSpPr>
            <a:spLocks noGrp="1"/>
          </p:cNvSpPr>
          <p:nvPr/>
        </p:nvSpPr>
        <p:spPr>
          <a:xfrm>
            <a:off x="773857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A1_bar_GT_10212">
            <a:extLst>
              <a:ext uri="{FF2B5EF4-FFF2-40B4-BE49-F238E27FC236}">
                <a16:creationId xmlns:a16="http://schemas.microsoft.com/office/drawing/2014/main" id="{FF56C3C6-DC8B-4DEA-8E74-0BE7F47A4D22}"/>
              </a:ext>
            </a:extLst>
          </p:cNvPr>
          <p:cNvSpPr>
            <a:spLocks noGrp="1"/>
          </p:cNvSpPr>
          <p:nvPr/>
        </p:nvSpPr>
        <p:spPr>
          <a:xfrm>
            <a:off x="7903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A1_bar_GT_10213">
            <a:extLst>
              <a:ext uri="{FF2B5EF4-FFF2-40B4-BE49-F238E27FC236}">
                <a16:creationId xmlns:a16="http://schemas.microsoft.com/office/drawing/2014/main" id="{C9EF291F-9614-47EC-93FA-C04AEB6DD18B}"/>
              </a:ext>
            </a:extLst>
          </p:cNvPr>
          <p:cNvSpPr>
            <a:spLocks noGrp="1"/>
          </p:cNvSpPr>
          <p:nvPr/>
        </p:nvSpPr>
        <p:spPr>
          <a:xfrm>
            <a:off x="7752462" y="532506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A1_bar_GT_10214">
            <a:extLst>
              <a:ext uri="{FF2B5EF4-FFF2-40B4-BE49-F238E27FC236}">
                <a16:creationId xmlns:a16="http://schemas.microsoft.com/office/drawing/2014/main" id="{5BAFE0A2-AD08-4A18-819A-A2D949C57BC3}"/>
              </a:ext>
            </a:extLst>
          </p:cNvPr>
          <p:cNvSpPr>
            <a:spLocks noGrp="1"/>
          </p:cNvSpPr>
          <p:nvPr/>
        </p:nvSpPr>
        <p:spPr>
          <a:xfrm>
            <a:off x="7799139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A1_bar_GT_10215">
            <a:extLst>
              <a:ext uri="{FF2B5EF4-FFF2-40B4-BE49-F238E27FC236}">
                <a16:creationId xmlns:a16="http://schemas.microsoft.com/office/drawing/2014/main" id="{99DCCE15-5C2B-4915-93E0-ABBFE3E03349}"/>
              </a:ext>
            </a:extLst>
          </p:cNvPr>
          <p:cNvSpPr>
            <a:spLocks noGrp="1"/>
          </p:cNvSpPr>
          <p:nvPr/>
        </p:nvSpPr>
        <p:spPr>
          <a:xfrm>
            <a:off x="775913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A1_bar_GT_10216">
            <a:extLst>
              <a:ext uri="{FF2B5EF4-FFF2-40B4-BE49-F238E27FC236}">
                <a16:creationId xmlns:a16="http://schemas.microsoft.com/office/drawing/2014/main" id="{BAEEE1B4-2F24-4946-B4B8-5D5EB03DF5A2}"/>
              </a:ext>
            </a:extLst>
          </p:cNvPr>
          <p:cNvSpPr>
            <a:spLocks noGrp="1"/>
          </p:cNvSpPr>
          <p:nvPr/>
        </p:nvSpPr>
        <p:spPr>
          <a:xfrm>
            <a:off x="774483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A1_bar_GT_10217">
            <a:extLst>
              <a:ext uri="{FF2B5EF4-FFF2-40B4-BE49-F238E27FC236}">
                <a16:creationId xmlns:a16="http://schemas.microsoft.com/office/drawing/2014/main" id="{8A6DCF80-5AE7-4072-A31B-D8895D91E467}"/>
              </a:ext>
            </a:extLst>
          </p:cNvPr>
          <p:cNvSpPr>
            <a:spLocks noGrp="1"/>
          </p:cNvSpPr>
          <p:nvPr/>
        </p:nvSpPr>
        <p:spPr>
          <a:xfrm>
            <a:off x="79260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A1_bar_GT_10218">
            <a:extLst>
              <a:ext uri="{FF2B5EF4-FFF2-40B4-BE49-F238E27FC236}">
                <a16:creationId xmlns:a16="http://schemas.microsoft.com/office/drawing/2014/main" id="{8B75F07B-959E-4075-83B9-3E6FF23AD8EE}"/>
              </a:ext>
            </a:extLst>
          </p:cNvPr>
          <p:cNvSpPr>
            <a:spLocks noGrp="1"/>
          </p:cNvSpPr>
          <p:nvPr/>
        </p:nvSpPr>
        <p:spPr>
          <a:xfrm>
            <a:off x="7763700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A1_bar_GT_10219">
            <a:extLst>
              <a:ext uri="{FF2B5EF4-FFF2-40B4-BE49-F238E27FC236}">
                <a16:creationId xmlns:a16="http://schemas.microsoft.com/office/drawing/2014/main" id="{4C83D26B-C900-47B6-A194-413BF7268D11}"/>
              </a:ext>
            </a:extLst>
          </p:cNvPr>
          <p:cNvSpPr>
            <a:spLocks noGrp="1"/>
          </p:cNvSpPr>
          <p:nvPr/>
        </p:nvSpPr>
        <p:spPr>
          <a:xfrm>
            <a:off x="7718545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A1_bar_GT_10220">
            <a:extLst>
              <a:ext uri="{FF2B5EF4-FFF2-40B4-BE49-F238E27FC236}">
                <a16:creationId xmlns:a16="http://schemas.microsoft.com/office/drawing/2014/main" id="{AABEDFB9-5C66-46D1-9C82-F7BE8ADFC68A}"/>
              </a:ext>
            </a:extLst>
          </p:cNvPr>
          <p:cNvSpPr>
            <a:spLocks noGrp="1"/>
          </p:cNvSpPr>
          <p:nvPr/>
        </p:nvSpPr>
        <p:spPr>
          <a:xfrm>
            <a:off x="7824438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A1_bar_GT_10221">
            <a:extLst>
              <a:ext uri="{FF2B5EF4-FFF2-40B4-BE49-F238E27FC236}">
                <a16:creationId xmlns:a16="http://schemas.microsoft.com/office/drawing/2014/main" id="{B2D18BE7-B653-4E18-9C32-536663622966}"/>
              </a:ext>
            </a:extLst>
          </p:cNvPr>
          <p:cNvSpPr>
            <a:spLocks noGrp="1"/>
          </p:cNvSpPr>
          <p:nvPr/>
        </p:nvSpPr>
        <p:spPr>
          <a:xfrm>
            <a:off x="78556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A1_bar_GT_10222">
            <a:extLst>
              <a:ext uri="{FF2B5EF4-FFF2-40B4-BE49-F238E27FC236}">
                <a16:creationId xmlns:a16="http://schemas.microsoft.com/office/drawing/2014/main" id="{E0154859-B6FB-4A07-B778-6C1CBEC3AA1D}"/>
              </a:ext>
            </a:extLst>
          </p:cNvPr>
          <p:cNvSpPr>
            <a:spLocks noGrp="1"/>
          </p:cNvSpPr>
          <p:nvPr/>
        </p:nvSpPr>
        <p:spPr>
          <a:xfrm>
            <a:off x="7846939" y="51694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A1_bar_GT_10223">
            <a:extLst>
              <a:ext uri="{FF2B5EF4-FFF2-40B4-BE49-F238E27FC236}">
                <a16:creationId xmlns:a16="http://schemas.microsoft.com/office/drawing/2014/main" id="{1A9F7FC1-E4D5-4B8C-B80D-C5D4A8BA1A04}"/>
              </a:ext>
            </a:extLst>
          </p:cNvPr>
          <p:cNvSpPr>
            <a:spLocks noGrp="1"/>
          </p:cNvSpPr>
          <p:nvPr/>
        </p:nvSpPr>
        <p:spPr>
          <a:xfrm>
            <a:off x="7738722" y="485638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A1_bar_GT_10224">
            <a:extLst>
              <a:ext uri="{FF2B5EF4-FFF2-40B4-BE49-F238E27FC236}">
                <a16:creationId xmlns:a16="http://schemas.microsoft.com/office/drawing/2014/main" id="{73C20CEB-ACF2-4AC6-9CD9-BA51FA03F097}"/>
              </a:ext>
            </a:extLst>
          </p:cNvPr>
          <p:cNvSpPr>
            <a:spLocks noGrp="1"/>
          </p:cNvSpPr>
          <p:nvPr/>
        </p:nvSpPr>
        <p:spPr>
          <a:xfrm>
            <a:off x="791614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A1_bar_GT_10225">
            <a:extLst>
              <a:ext uri="{FF2B5EF4-FFF2-40B4-BE49-F238E27FC236}">
                <a16:creationId xmlns:a16="http://schemas.microsoft.com/office/drawing/2014/main" id="{6B1D0F78-8D10-48BF-AFC1-B0D0F5CA1741}"/>
              </a:ext>
            </a:extLst>
          </p:cNvPr>
          <p:cNvSpPr>
            <a:spLocks noGrp="1"/>
          </p:cNvSpPr>
          <p:nvPr/>
        </p:nvSpPr>
        <p:spPr>
          <a:xfrm>
            <a:off x="787006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A1_bar_GT_10226">
            <a:extLst>
              <a:ext uri="{FF2B5EF4-FFF2-40B4-BE49-F238E27FC236}">
                <a16:creationId xmlns:a16="http://schemas.microsoft.com/office/drawing/2014/main" id="{95A79410-AFF3-4C7B-9309-5ED033BB2254}"/>
              </a:ext>
            </a:extLst>
          </p:cNvPr>
          <p:cNvSpPr>
            <a:spLocks noGrp="1"/>
          </p:cNvSpPr>
          <p:nvPr/>
        </p:nvSpPr>
        <p:spPr>
          <a:xfrm>
            <a:off x="7765564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A1_bar_GT_10227">
            <a:extLst>
              <a:ext uri="{FF2B5EF4-FFF2-40B4-BE49-F238E27FC236}">
                <a16:creationId xmlns:a16="http://schemas.microsoft.com/office/drawing/2014/main" id="{165005ED-5AEC-4110-B3EE-253FC837DEA0}"/>
              </a:ext>
            </a:extLst>
          </p:cNvPr>
          <p:cNvSpPr>
            <a:spLocks noGrp="1"/>
          </p:cNvSpPr>
          <p:nvPr/>
        </p:nvSpPr>
        <p:spPr>
          <a:xfrm>
            <a:off x="779100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A1_bar_GT_10228">
            <a:extLst>
              <a:ext uri="{FF2B5EF4-FFF2-40B4-BE49-F238E27FC236}">
                <a16:creationId xmlns:a16="http://schemas.microsoft.com/office/drawing/2014/main" id="{66FD28D8-5221-4781-B4F8-3C9EC2DA74B7}"/>
              </a:ext>
            </a:extLst>
          </p:cNvPr>
          <p:cNvSpPr>
            <a:spLocks noGrp="1"/>
          </p:cNvSpPr>
          <p:nvPr/>
        </p:nvSpPr>
        <p:spPr>
          <a:xfrm>
            <a:off x="7735686" y="396025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A1_bar_GT_10229">
            <a:extLst>
              <a:ext uri="{FF2B5EF4-FFF2-40B4-BE49-F238E27FC236}">
                <a16:creationId xmlns:a16="http://schemas.microsoft.com/office/drawing/2014/main" id="{DAECA7D4-CBB4-426C-A04C-770649F52741}"/>
              </a:ext>
            </a:extLst>
          </p:cNvPr>
          <p:cNvSpPr>
            <a:spLocks noGrp="1"/>
          </p:cNvSpPr>
          <p:nvPr/>
        </p:nvSpPr>
        <p:spPr>
          <a:xfrm>
            <a:off x="77980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A1_bar_GT_10230">
            <a:extLst>
              <a:ext uri="{FF2B5EF4-FFF2-40B4-BE49-F238E27FC236}">
                <a16:creationId xmlns:a16="http://schemas.microsoft.com/office/drawing/2014/main" id="{924C5D59-14BE-4B51-B901-BBCD12D33B45}"/>
              </a:ext>
            </a:extLst>
          </p:cNvPr>
          <p:cNvSpPr>
            <a:spLocks noGrp="1"/>
          </p:cNvSpPr>
          <p:nvPr/>
        </p:nvSpPr>
        <p:spPr>
          <a:xfrm>
            <a:off x="7822701" y="443683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A1_bar_GT_10231">
            <a:extLst>
              <a:ext uri="{FF2B5EF4-FFF2-40B4-BE49-F238E27FC236}">
                <a16:creationId xmlns:a16="http://schemas.microsoft.com/office/drawing/2014/main" id="{ADA20C93-C682-438F-AEF3-FF028DC65C79}"/>
              </a:ext>
            </a:extLst>
          </p:cNvPr>
          <p:cNvSpPr>
            <a:spLocks noGrp="1"/>
          </p:cNvSpPr>
          <p:nvPr/>
        </p:nvSpPr>
        <p:spPr>
          <a:xfrm>
            <a:off x="7907047" y="389468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A1_bar_GT_10232">
            <a:extLst>
              <a:ext uri="{FF2B5EF4-FFF2-40B4-BE49-F238E27FC236}">
                <a16:creationId xmlns:a16="http://schemas.microsoft.com/office/drawing/2014/main" id="{92070A3B-B9B3-4197-9684-2A5F99433EB9}"/>
              </a:ext>
            </a:extLst>
          </p:cNvPr>
          <p:cNvSpPr>
            <a:spLocks noGrp="1"/>
          </p:cNvSpPr>
          <p:nvPr/>
        </p:nvSpPr>
        <p:spPr>
          <a:xfrm>
            <a:off x="776193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A1_bar_GT_10233">
            <a:extLst>
              <a:ext uri="{FF2B5EF4-FFF2-40B4-BE49-F238E27FC236}">
                <a16:creationId xmlns:a16="http://schemas.microsoft.com/office/drawing/2014/main" id="{1D4DE2F9-38F8-4357-81B4-7C66381347E6}"/>
              </a:ext>
            </a:extLst>
          </p:cNvPr>
          <p:cNvSpPr>
            <a:spLocks noGrp="1"/>
          </p:cNvSpPr>
          <p:nvPr/>
        </p:nvSpPr>
        <p:spPr>
          <a:xfrm>
            <a:off x="7782705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A1_bar_GT_10234">
            <a:extLst>
              <a:ext uri="{FF2B5EF4-FFF2-40B4-BE49-F238E27FC236}">
                <a16:creationId xmlns:a16="http://schemas.microsoft.com/office/drawing/2014/main" id="{EB3468DD-70CF-40DB-9C4A-E21967C8D6FA}"/>
              </a:ext>
            </a:extLst>
          </p:cNvPr>
          <p:cNvSpPr>
            <a:spLocks noGrp="1"/>
          </p:cNvSpPr>
          <p:nvPr/>
        </p:nvSpPr>
        <p:spPr>
          <a:xfrm>
            <a:off x="792231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A1_bar_GT_10235">
            <a:extLst>
              <a:ext uri="{FF2B5EF4-FFF2-40B4-BE49-F238E27FC236}">
                <a16:creationId xmlns:a16="http://schemas.microsoft.com/office/drawing/2014/main" id="{4B6E2A17-D8A1-485F-AF37-37E43DDB2EC8}"/>
              </a:ext>
            </a:extLst>
          </p:cNvPr>
          <p:cNvSpPr>
            <a:spLocks noGrp="1"/>
          </p:cNvSpPr>
          <p:nvPr/>
        </p:nvSpPr>
        <p:spPr>
          <a:xfrm>
            <a:off x="7877139" y="407155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A1_bar_GT_10236">
            <a:extLst>
              <a:ext uri="{FF2B5EF4-FFF2-40B4-BE49-F238E27FC236}">
                <a16:creationId xmlns:a16="http://schemas.microsoft.com/office/drawing/2014/main" id="{2A958806-0CD8-49FB-AC85-13A32247AC4E}"/>
              </a:ext>
            </a:extLst>
          </p:cNvPr>
          <p:cNvSpPr>
            <a:spLocks noGrp="1"/>
          </p:cNvSpPr>
          <p:nvPr/>
        </p:nvSpPr>
        <p:spPr>
          <a:xfrm>
            <a:off x="7917397" y="34750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A1_bar_GT_10237">
            <a:extLst>
              <a:ext uri="{FF2B5EF4-FFF2-40B4-BE49-F238E27FC236}">
                <a16:creationId xmlns:a16="http://schemas.microsoft.com/office/drawing/2014/main" id="{463C3A6A-438B-4C34-A0EF-AD958ECA691E}"/>
              </a:ext>
            </a:extLst>
          </p:cNvPr>
          <p:cNvSpPr>
            <a:spLocks noGrp="1"/>
          </p:cNvSpPr>
          <p:nvPr/>
        </p:nvSpPr>
        <p:spPr>
          <a:xfrm>
            <a:off x="790432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A1_bar_GT_10238">
            <a:extLst>
              <a:ext uri="{FF2B5EF4-FFF2-40B4-BE49-F238E27FC236}">
                <a16:creationId xmlns:a16="http://schemas.microsoft.com/office/drawing/2014/main" id="{C57875E1-3643-435A-8BFA-35E6FD1F8A8A}"/>
              </a:ext>
            </a:extLst>
          </p:cNvPr>
          <p:cNvSpPr>
            <a:spLocks noGrp="1"/>
          </p:cNvSpPr>
          <p:nvPr/>
        </p:nvSpPr>
        <p:spPr>
          <a:xfrm>
            <a:off x="7802485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A1_bar_GT_10239">
            <a:extLst>
              <a:ext uri="{FF2B5EF4-FFF2-40B4-BE49-F238E27FC236}">
                <a16:creationId xmlns:a16="http://schemas.microsoft.com/office/drawing/2014/main" id="{731C8D09-D1DB-40E8-ADE4-500720D3C5EE}"/>
              </a:ext>
            </a:extLst>
          </p:cNvPr>
          <p:cNvSpPr>
            <a:spLocks noGrp="1"/>
          </p:cNvSpPr>
          <p:nvPr/>
        </p:nvSpPr>
        <p:spPr>
          <a:xfrm>
            <a:off x="7768105" y="451753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A1_bar_GT_10240">
            <a:extLst>
              <a:ext uri="{FF2B5EF4-FFF2-40B4-BE49-F238E27FC236}">
                <a16:creationId xmlns:a16="http://schemas.microsoft.com/office/drawing/2014/main" id="{C94650B1-41B0-47A7-A44F-4C80CD68B2F2}"/>
              </a:ext>
            </a:extLst>
          </p:cNvPr>
          <p:cNvSpPr>
            <a:spLocks noGrp="1"/>
          </p:cNvSpPr>
          <p:nvPr/>
        </p:nvSpPr>
        <p:spPr>
          <a:xfrm>
            <a:off x="789564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A1_bar_GT_10241">
            <a:extLst>
              <a:ext uri="{FF2B5EF4-FFF2-40B4-BE49-F238E27FC236}">
                <a16:creationId xmlns:a16="http://schemas.microsoft.com/office/drawing/2014/main" id="{0F9BF6B8-F8F2-486A-B205-830C86BAD760}"/>
              </a:ext>
            </a:extLst>
          </p:cNvPr>
          <p:cNvSpPr>
            <a:spLocks noGrp="1"/>
          </p:cNvSpPr>
          <p:nvPr/>
        </p:nvSpPr>
        <p:spPr>
          <a:xfrm>
            <a:off x="794201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A1_bar_GT_10242">
            <a:extLst>
              <a:ext uri="{FF2B5EF4-FFF2-40B4-BE49-F238E27FC236}">
                <a16:creationId xmlns:a16="http://schemas.microsoft.com/office/drawing/2014/main" id="{4BDDFD27-61FD-4B8F-A375-CE83EF222011}"/>
              </a:ext>
            </a:extLst>
          </p:cNvPr>
          <p:cNvSpPr>
            <a:spLocks noGrp="1"/>
          </p:cNvSpPr>
          <p:nvPr/>
        </p:nvSpPr>
        <p:spPr>
          <a:xfrm>
            <a:off x="7786966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A1_bar_GT_10243">
            <a:extLst>
              <a:ext uri="{FF2B5EF4-FFF2-40B4-BE49-F238E27FC236}">
                <a16:creationId xmlns:a16="http://schemas.microsoft.com/office/drawing/2014/main" id="{B0A97A02-01C8-4A20-9566-89C4155C1292}"/>
              </a:ext>
            </a:extLst>
          </p:cNvPr>
          <p:cNvSpPr>
            <a:spLocks noGrp="1"/>
          </p:cNvSpPr>
          <p:nvPr/>
        </p:nvSpPr>
        <p:spPr>
          <a:xfrm>
            <a:off x="7939773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A1_bar_GT_10244">
            <a:extLst>
              <a:ext uri="{FF2B5EF4-FFF2-40B4-BE49-F238E27FC236}">
                <a16:creationId xmlns:a16="http://schemas.microsoft.com/office/drawing/2014/main" id="{52497E30-5E18-469C-BCE4-FC590C284844}"/>
              </a:ext>
            </a:extLst>
          </p:cNvPr>
          <p:cNvSpPr>
            <a:spLocks noGrp="1"/>
          </p:cNvSpPr>
          <p:nvPr/>
        </p:nvSpPr>
        <p:spPr>
          <a:xfrm>
            <a:off x="7890875" y="51206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A1_bar_GT_10245">
            <a:extLst>
              <a:ext uri="{FF2B5EF4-FFF2-40B4-BE49-F238E27FC236}">
                <a16:creationId xmlns:a16="http://schemas.microsoft.com/office/drawing/2014/main" id="{46344893-4FD9-443E-BD25-803F4D9512A5}"/>
              </a:ext>
            </a:extLst>
          </p:cNvPr>
          <p:cNvSpPr>
            <a:spLocks noGrp="1"/>
          </p:cNvSpPr>
          <p:nvPr/>
        </p:nvSpPr>
        <p:spPr>
          <a:xfrm>
            <a:off x="792603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A1_bar_GT_10246">
            <a:extLst>
              <a:ext uri="{FF2B5EF4-FFF2-40B4-BE49-F238E27FC236}">
                <a16:creationId xmlns:a16="http://schemas.microsoft.com/office/drawing/2014/main" id="{796A7F4E-D5A9-4FA4-A96D-BE68E9DAFB05}"/>
              </a:ext>
            </a:extLst>
          </p:cNvPr>
          <p:cNvSpPr>
            <a:spLocks noGrp="1"/>
          </p:cNvSpPr>
          <p:nvPr/>
        </p:nvSpPr>
        <p:spPr>
          <a:xfrm>
            <a:off x="7777084" y="569662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A1_bar_GT_10247">
            <a:extLst>
              <a:ext uri="{FF2B5EF4-FFF2-40B4-BE49-F238E27FC236}">
                <a16:creationId xmlns:a16="http://schemas.microsoft.com/office/drawing/2014/main" id="{85B2446F-C246-46D6-A20B-E467A1B66B4F}"/>
              </a:ext>
            </a:extLst>
          </p:cNvPr>
          <p:cNvSpPr>
            <a:spLocks noGrp="1"/>
          </p:cNvSpPr>
          <p:nvPr/>
        </p:nvSpPr>
        <p:spPr>
          <a:xfrm>
            <a:off x="776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A1_bar_GT_10248">
            <a:extLst>
              <a:ext uri="{FF2B5EF4-FFF2-40B4-BE49-F238E27FC236}">
                <a16:creationId xmlns:a16="http://schemas.microsoft.com/office/drawing/2014/main" id="{01ACE20F-9876-4DE5-B6CD-155C1B5F4BA7}"/>
              </a:ext>
            </a:extLst>
          </p:cNvPr>
          <p:cNvSpPr>
            <a:spLocks noGrp="1"/>
          </p:cNvSpPr>
          <p:nvPr/>
        </p:nvSpPr>
        <p:spPr>
          <a:xfrm>
            <a:off x="7778076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A1_bar_GT_10249">
            <a:extLst>
              <a:ext uri="{FF2B5EF4-FFF2-40B4-BE49-F238E27FC236}">
                <a16:creationId xmlns:a16="http://schemas.microsoft.com/office/drawing/2014/main" id="{01947AB1-80E8-4D1C-872D-94AE8760D6CE}"/>
              </a:ext>
            </a:extLst>
          </p:cNvPr>
          <p:cNvSpPr>
            <a:spLocks noGrp="1"/>
          </p:cNvSpPr>
          <p:nvPr/>
        </p:nvSpPr>
        <p:spPr>
          <a:xfrm>
            <a:off x="7836590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A1_bar_GT_10250">
            <a:extLst>
              <a:ext uri="{FF2B5EF4-FFF2-40B4-BE49-F238E27FC236}">
                <a16:creationId xmlns:a16="http://schemas.microsoft.com/office/drawing/2014/main" id="{B70885B7-84F5-4C3D-8407-2104608452B5}"/>
              </a:ext>
            </a:extLst>
          </p:cNvPr>
          <p:cNvSpPr>
            <a:spLocks noGrp="1"/>
          </p:cNvSpPr>
          <p:nvPr/>
        </p:nvSpPr>
        <p:spPr>
          <a:xfrm>
            <a:off x="7739358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A1_bar_GT_10251">
            <a:extLst>
              <a:ext uri="{FF2B5EF4-FFF2-40B4-BE49-F238E27FC236}">
                <a16:creationId xmlns:a16="http://schemas.microsoft.com/office/drawing/2014/main" id="{6723A0F1-9347-40C1-B750-3A8BFD87455F}"/>
              </a:ext>
            </a:extLst>
          </p:cNvPr>
          <p:cNvSpPr>
            <a:spLocks noGrp="1"/>
          </p:cNvSpPr>
          <p:nvPr/>
        </p:nvSpPr>
        <p:spPr>
          <a:xfrm>
            <a:off x="792138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A1_bar_GT_10252">
            <a:extLst>
              <a:ext uri="{FF2B5EF4-FFF2-40B4-BE49-F238E27FC236}">
                <a16:creationId xmlns:a16="http://schemas.microsoft.com/office/drawing/2014/main" id="{F9A76870-BC4B-4444-82ED-6891A872F719}"/>
              </a:ext>
            </a:extLst>
          </p:cNvPr>
          <p:cNvSpPr>
            <a:spLocks noGrp="1"/>
          </p:cNvSpPr>
          <p:nvPr/>
        </p:nvSpPr>
        <p:spPr>
          <a:xfrm>
            <a:off x="7816864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A1_bar_GT_10253">
            <a:extLst>
              <a:ext uri="{FF2B5EF4-FFF2-40B4-BE49-F238E27FC236}">
                <a16:creationId xmlns:a16="http://schemas.microsoft.com/office/drawing/2014/main" id="{C1BEB699-1A88-40B5-9717-CC0DE5D8C499}"/>
              </a:ext>
            </a:extLst>
          </p:cNvPr>
          <p:cNvSpPr>
            <a:spLocks noGrp="1"/>
          </p:cNvSpPr>
          <p:nvPr/>
        </p:nvSpPr>
        <p:spPr>
          <a:xfrm>
            <a:off x="78591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A1_bar_GT_10254">
            <a:extLst>
              <a:ext uri="{FF2B5EF4-FFF2-40B4-BE49-F238E27FC236}">
                <a16:creationId xmlns:a16="http://schemas.microsoft.com/office/drawing/2014/main" id="{DFE63CF1-4756-4F31-9A61-1D23CD971DB6}"/>
              </a:ext>
            </a:extLst>
          </p:cNvPr>
          <p:cNvSpPr>
            <a:spLocks noGrp="1"/>
          </p:cNvSpPr>
          <p:nvPr/>
        </p:nvSpPr>
        <p:spPr>
          <a:xfrm>
            <a:off x="7901547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A1_bar_GT_10255">
            <a:extLst>
              <a:ext uri="{FF2B5EF4-FFF2-40B4-BE49-F238E27FC236}">
                <a16:creationId xmlns:a16="http://schemas.microsoft.com/office/drawing/2014/main" id="{B46339CC-F509-45F9-878C-FDEC2B8DFAC4}"/>
              </a:ext>
            </a:extLst>
          </p:cNvPr>
          <p:cNvSpPr>
            <a:spLocks noGrp="1"/>
          </p:cNvSpPr>
          <p:nvPr/>
        </p:nvSpPr>
        <p:spPr>
          <a:xfrm>
            <a:off x="770288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A1_bar_GT_10256">
            <a:extLst>
              <a:ext uri="{FF2B5EF4-FFF2-40B4-BE49-F238E27FC236}">
                <a16:creationId xmlns:a16="http://schemas.microsoft.com/office/drawing/2014/main" id="{3F718189-8BD6-4234-9091-523C603B3389}"/>
              </a:ext>
            </a:extLst>
          </p:cNvPr>
          <p:cNvSpPr>
            <a:spLocks noGrp="1"/>
          </p:cNvSpPr>
          <p:nvPr/>
        </p:nvSpPr>
        <p:spPr>
          <a:xfrm>
            <a:off x="7927218" y="45241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A1_bar_GT_10257">
            <a:extLst>
              <a:ext uri="{FF2B5EF4-FFF2-40B4-BE49-F238E27FC236}">
                <a16:creationId xmlns:a16="http://schemas.microsoft.com/office/drawing/2014/main" id="{3C245E6E-CAD6-4A20-9DD9-87D7D6F4462E}"/>
              </a:ext>
            </a:extLst>
          </p:cNvPr>
          <p:cNvSpPr>
            <a:spLocks noGrp="1"/>
          </p:cNvSpPr>
          <p:nvPr/>
        </p:nvSpPr>
        <p:spPr>
          <a:xfrm>
            <a:off x="7814240" y="606507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A1_bar_GT_10258">
            <a:extLst>
              <a:ext uri="{FF2B5EF4-FFF2-40B4-BE49-F238E27FC236}">
                <a16:creationId xmlns:a16="http://schemas.microsoft.com/office/drawing/2014/main" id="{D8C05551-474E-432E-8054-26560E551AD2}"/>
              </a:ext>
            </a:extLst>
          </p:cNvPr>
          <p:cNvSpPr>
            <a:spLocks noGrp="1"/>
          </p:cNvSpPr>
          <p:nvPr/>
        </p:nvSpPr>
        <p:spPr>
          <a:xfrm>
            <a:off x="785015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A1_bar_GT_10259">
            <a:extLst>
              <a:ext uri="{FF2B5EF4-FFF2-40B4-BE49-F238E27FC236}">
                <a16:creationId xmlns:a16="http://schemas.microsoft.com/office/drawing/2014/main" id="{47CE83AE-31B6-48A2-9790-09AE94CB757B}"/>
              </a:ext>
            </a:extLst>
          </p:cNvPr>
          <p:cNvSpPr>
            <a:spLocks noGrp="1"/>
          </p:cNvSpPr>
          <p:nvPr/>
        </p:nvSpPr>
        <p:spPr>
          <a:xfrm>
            <a:off x="7748551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A1_bar_GT_10260">
            <a:extLst>
              <a:ext uri="{FF2B5EF4-FFF2-40B4-BE49-F238E27FC236}">
                <a16:creationId xmlns:a16="http://schemas.microsoft.com/office/drawing/2014/main" id="{894E174F-910C-4DC2-8870-F937DF94D238}"/>
              </a:ext>
            </a:extLst>
          </p:cNvPr>
          <p:cNvSpPr>
            <a:spLocks noGrp="1"/>
          </p:cNvSpPr>
          <p:nvPr/>
        </p:nvSpPr>
        <p:spPr>
          <a:xfrm>
            <a:off x="7871490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A1_bar_GT_10261">
            <a:extLst>
              <a:ext uri="{FF2B5EF4-FFF2-40B4-BE49-F238E27FC236}">
                <a16:creationId xmlns:a16="http://schemas.microsoft.com/office/drawing/2014/main" id="{9DA94AD3-1804-4E32-84D1-D93E047326BA}"/>
              </a:ext>
            </a:extLst>
          </p:cNvPr>
          <p:cNvSpPr>
            <a:spLocks noGrp="1"/>
          </p:cNvSpPr>
          <p:nvPr/>
        </p:nvSpPr>
        <p:spPr>
          <a:xfrm>
            <a:off x="7932917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A1_bar_GT_10262">
            <a:extLst>
              <a:ext uri="{FF2B5EF4-FFF2-40B4-BE49-F238E27FC236}">
                <a16:creationId xmlns:a16="http://schemas.microsoft.com/office/drawing/2014/main" id="{91DE149B-9882-485F-9291-A8ED49101358}"/>
              </a:ext>
            </a:extLst>
          </p:cNvPr>
          <p:cNvSpPr>
            <a:spLocks noGrp="1"/>
          </p:cNvSpPr>
          <p:nvPr/>
        </p:nvSpPr>
        <p:spPr>
          <a:xfrm>
            <a:off x="7718604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A1_bar_GT_10263">
            <a:extLst>
              <a:ext uri="{FF2B5EF4-FFF2-40B4-BE49-F238E27FC236}">
                <a16:creationId xmlns:a16="http://schemas.microsoft.com/office/drawing/2014/main" id="{339C5335-C240-4E25-96CF-7E9F58D24204}"/>
              </a:ext>
            </a:extLst>
          </p:cNvPr>
          <p:cNvSpPr>
            <a:spLocks noGrp="1"/>
          </p:cNvSpPr>
          <p:nvPr/>
        </p:nvSpPr>
        <p:spPr>
          <a:xfrm>
            <a:off x="7709613" y="456496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A1_bar_GT_10264">
            <a:extLst>
              <a:ext uri="{FF2B5EF4-FFF2-40B4-BE49-F238E27FC236}">
                <a16:creationId xmlns:a16="http://schemas.microsoft.com/office/drawing/2014/main" id="{28F1F931-BA2B-4095-9436-AC46A8A3F688}"/>
              </a:ext>
            </a:extLst>
          </p:cNvPr>
          <p:cNvSpPr>
            <a:spLocks noGrp="1"/>
          </p:cNvSpPr>
          <p:nvPr/>
        </p:nvSpPr>
        <p:spPr>
          <a:xfrm>
            <a:off x="787344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A1_bar_GT_10265">
            <a:extLst>
              <a:ext uri="{FF2B5EF4-FFF2-40B4-BE49-F238E27FC236}">
                <a16:creationId xmlns:a16="http://schemas.microsoft.com/office/drawing/2014/main" id="{0688B508-ED44-4B5D-BE27-19CB36C885FB}"/>
              </a:ext>
            </a:extLst>
          </p:cNvPr>
          <p:cNvSpPr>
            <a:spLocks noGrp="1"/>
          </p:cNvSpPr>
          <p:nvPr/>
        </p:nvSpPr>
        <p:spPr>
          <a:xfrm>
            <a:off x="7871069" y="601360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A1_bar_GT_10266">
            <a:extLst>
              <a:ext uri="{FF2B5EF4-FFF2-40B4-BE49-F238E27FC236}">
                <a16:creationId xmlns:a16="http://schemas.microsoft.com/office/drawing/2014/main" id="{48B4EC08-2AF5-4F18-87A4-1486E82C66D3}"/>
              </a:ext>
            </a:extLst>
          </p:cNvPr>
          <p:cNvSpPr>
            <a:spLocks noGrp="1"/>
          </p:cNvSpPr>
          <p:nvPr/>
        </p:nvSpPr>
        <p:spPr>
          <a:xfrm>
            <a:off x="787540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A1_bar_GT_10267">
            <a:extLst>
              <a:ext uri="{FF2B5EF4-FFF2-40B4-BE49-F238E27FC236}">
                <a16:creationId xmlns:a16="http://schemas.microsoft.com/office/drawing/2014/main" id="{C5C15E1C-0FA0-47E6-8252-CE2EE13F838D}"/>
              </a:ext>
            </a:extLst>
          </p:cNvPr>
          <p:cNvSpPr>
            <a:spLocks noGrp="1"/>
          </p:cNvSpPr>
          <p:nvPr/>
        </p:nvSpPr>
        <p:spPr>
          <a:xfrm>
            <a:off x="7897630" y="566509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A1_bar_GT_10268">
            <a:extLst>
              <a:ext uri="{FF2B5EF4-FFF2-40B4-BE49-F238E27FC236}">
                <a16:creationId xmlns:a16="http://schemas.microsoft.com/office/drawing/2014/main" id="{BE550CAC-AAB6-4EF2-AD0C-CABA610AC944}"/>
              </a:ext>
            </a:extLst>
          </p:cNvPr>
          <p:cNvSpPr>
            <a:spLocks noGrp="1"/>
          </p:cNvSpPr>
          <p:nvPr/>
        </p:nvSpPr>
        <p:spPr>
          <a:xfrm>
            <a:off x="7761131" y="6021671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A1_bar_GT_10269">
            <a:extLst>
              <a:ext uri="{FF2B5EF4-FFF2-40B4-BE49-F238E27FC236}">
                <a16:creationId xmlns:a16="http://schemas.microsoft.com/office/drawing/2014/main" id="{9B881CD2-D952-4BB3-89BF-3D8E444F4CD1}"/>
              </a:ext>
            </a:extLst>
          </p:cNvPr>
          <p:cNvSpPr>
            <a:spLocks noGrp="1"/>
          </p:cNvSpPr>
          <p:nvPr/>
        </p:nvSpPr>
        <p:spPr>
          <a:xfrm>
            <a:off x="7721602" y="530951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A1_bar_GT_10270">
            <a:extLst>
              <a:ext uri="{FF2B5EF4-FFF2-40B4-BE49-F238E27FC236}">
                <a16:creationId xmlns:a16="http://schemas.microsoft.com/office/drawing/2014/main" id="{88441289-68E5-40F0-9376-595EE0B844B7}"/>
              </a:ext>
            </a:extLst>
          </p:cNvPr>
          <p:cNvSpPr>
            <a:spLocks noGrp="1"/>
          </p:cNvSpPr>
          <p:nvPr/>
        </p:nvSpPr>
        <p:spPr>
          <a:xfrm>
            <a:off x="7775095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A1_bar_GT_10271">
            <a:extLst>
              <a:ext uri="{FF2B5EF4-FFF2-40B4-BE49-F238E27FC236}">
                <a16:creationId xmlns:a16="http://schemas.microsoft.com/office/drawing/2014/main" id="{FB3A4F31-30C0-4541-9943-77CED42126D5}"/>
              </a:ext>
            </a:extLst>
          </p:cNvPr>
          <p:cNvSpPr>
            <a:spLocks noGrp="1"/>
          </p:cNvSpPr>
          <p:nvPr/>
        </p:nvSpPr>
        <p:spPr>
          <a:xfrm>
            <a:off x="7776049" y="394599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A1_bar_GT_10272">
            <a:extLst>
              <a:ext uri="{FF2B5EF4-FFF2-40B4-BE49-F238E27FC236}">
                <a16:creationId xmlns:a16="http://schemas.microsoft.com/office/drawing/2014/main" id="{7A83DF4D-D7CC-43C2-AEFE-2EC345F971EB}"/>
              </a:ext>
            </a:extLst>
          </p:cNvPr>
          <p:cNvSpPr>
            <a:spLocks noGrp="1"/>
          </p:cNvSpPr>
          <p:nvPr/>
        </p:nvSpPr>
        <p:spPr>
          <a:xfrm>
            <a:off x="79012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A1_bar_GT_10273">
            <a:extLst>
              <a:ext uri="{FF2B5EF4-FFF2-40B4-BE49-F238E27FC236}">
                <a16:creationId xmlns:a16="http://schemas.microsoft.com/office/drawing/2014/main" id="{5EE8A390-05E4-40DA-ACBA-69985A4E8DD5}"/>
              </a:ext>
            </a:extLst>
          </p:cNvPr>
          <p:cNvSpPr>
            <a:spLocks noGrp="1"/>
          </p:cNvSpPr>
          <p:nvPr/>
        </p:nvSpPr>
        <p:spPr>
          <a:xfrm>
            <a:off x="7782905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A1_bar_GT_10274">
            <a:extLst>
              <a:ext uri="{FF2B5EF4-FFF2-40B4-BE49-F238E27FC236}">
                <a16:creationId xmlns:a16="http://schemas.microsoft.com/office/drawing/2014/main" id="{A300B237-BCA2-45C8-A746-3C02A7AA0F99}"/>
              </a:ext>
            </a:extLst>
          </p:cNvPr>
          <p:cNvSpPr>
            <a:spLocks noGrp="1"/>
          </p:cNvSpPr>
          <p:nvPr/>
        </p:nvSpPr>
        <p:spPr>
          <a:xfrm>
            <a:off x="7826973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A1_bar_GT_10275">
            <a:extLst>
              <a:ext uri="{FF2B5EF4-FFF2-40B4-BE49-F238E27FC236}">
                <a16:creationId xmlns:a16="http://schemas.microsoft.com/office/drawing/2014/main" id="{1EEBB684-8C0A-4B49-8DC2-8C132F5DAD16}"/>
              </a:ext>
            </a:extLst>
          </p:cNvPr>
          <p:cNvSpPr>
            <a:spLocks noGrp="1"/>
          </p:cNvSpPr>
          <p:nvPr/>
        </p:nvSpPr>
        <p:spPr>
          <a:xfrm>
            <a:off x="7881890" y="5311010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A1_bar_GT_10276">
            <a:extLst>
              <a:ext uri="{FF2B5EF4-FFF2-40B4-BE49-F238E27FC236}">
                <a16:creationId xmlns:a16="http://schemas.microsoft.com/office/drawing/2014/main" id="{C4EC5693-C396-42CA-9150-043C20E2B59B}"/>
              </a:ext>
            </a:extLst>
          </p:cNvPr>
          <p:cNvSpPr>
            <a:spLocks noGrp="1"/>
          </p:cNvSpPr>
          <p:nvPr/>
        </p:nvSpPr>
        <p:spPr>
          <a:xfrm>
            <a:off x="7712710" y="5015942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A1_bar_GT_10277">
            <a:extLst>
              <a:ext uri="{FF2B5EF4-FFF2-40B4-BE49-F238E27FC236}">
                <a16:creationId xmlns:a16="http://schemas.microsoft.com/office/drawing/2014/main" id="{15B9480C-6641-4D3D-8084-6D15411A74E5}"/>
              </a:ext>
            </a:extLst>
          </p:cNvPr>
          <p:cNvSpPr>
            <a:spLocks noGrp="1"/>
          </p:cNvSpPr>
          <p:nvPr/>
        </p:nvSpPr>
        <p:spPr>
          <a:xfrm>
            <a:off x="7797531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A1_bar_GT_10278">
            <a:extLst>
              <a:ext uri="{FF2B5EF4-FFF2-40B4-BE49-F238E27FC236}">
                <a16:creationId xmlns:a16="http://schemas.microsoft.com/office/drawing/2014/main" id="{FDA3FDED-2849-4030-AEB7-05CD82FF91C5}"/>
              </a:ext>
            </a:extLst>
          </p:cNvPr>
          <p:cNvSpPr>
            <a:spLocks noGrp="1"/>
          </p:cNvSpPr>
          <p:nvPr/>
        </p:nvSpPr>
        <p:spPr>
          <a:xfrm>
            <a:off x="7949940" y="413448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A1_bar_GT_10279">
            <a:extLst>
              <a:ext uri="{FF2B5EF4-FFF2-40B4-BE49-F238E27FC236}">
                <a16:creationId xmlns:a16="http://schemas.microsoft.com/office/drawing/2014/main" id="{255EB324-6B30-4BC3-BD70-22A829094BEE}"/>
              </a:ext>
            </a:extLst>
          </p:cNvPr>
          <p:cNvSpPr>
            <a:spLocks noGrp="1"/>
          </p:cNvSpPr>
          <p:nvPr/>
        </p:nvSpPr>
        <p:spPr>
          <a:xfrm>
            <a:off x="7717484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A1_bar_GT_10280">
            <a:extLst>
              <a:ext uri="{FF2B5EF4-FFF2-40B4-BE49-F238E27FC236}">
                <a16:creationId xmlns:a16="http://schemas.microsoft.com/office/drawing/2014/main" id="{56C089BE-7D50-4417-845E-1143F979F464}"/>
              </a:ext>
            </a:extLst>
          </p:cNvPr>
          <p:cNvSpPr>
            <a:spLocks noGrp="1"/>
          </p:cNvSpPr>
          <p:nvPr/>
        </p:nvSpPr>
        <p:spPr>
          <a:xfrm>
            <a:off x="7799339" y="570443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A1_bar_GT_10281">
            <a:extLst>
              <a:ext uri="{FF2B5EF4-FFF2-40B4-BE49-F238E27FC236}">
                <a16:creationId xmlns:a16="http://schemas.microsoft.com/office/drawing/2014/main" id="{6B1C93A6-03F0-4590-9710-D93517CB9766}"/>
              </a:ext>
            </a:extLst>
          </p:cNvPr>
          <p:cNvSpPr>
            <a:spLocks noGrp="1"/>
          </p:cNvSpPr>
          <p:nvPr/>
        </p:nvSpPr>
        <p:spPr>
          <a:xfrm>
            <a:off x="7876745" y="557329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A1_bar_GT_10282">
            <a:extLst>
              <a:ext uri="{FF2B5EF4-FFF2-40B4-BE49-F238E27FC236}">
                <a16:creationId xmlns:a16="http://schemas.microsoft.com/office/drawing/2014/main" id="{965C3CBA-404B-4E5C-8B1A-C0D5ABE93845}"/>
              </a:ext>
            </a:extLst>
          </p:cNvPr>
          <p:cNvSpPr>
            <a:spLocks noGrp="1"/>
          </p:cNvSpPr>
          <p:nvPr/>
        </p:nvSpPr>
        <p:spPr>
          <a:xfrm>
            <a:off x="7726077" y="5363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A1_bar_GT_10283">
            <a:extLst>
              <a:ext uri="{FF2B5EF4-FFF2-40B4-BE49-F238E27FC236}">
                <a16:creationId xmlns:a16="http://schemas.microsoft.com/office/drawing/2014/main" id="{E9899834-EF2C-4D77-9718-EF297A1B8F08}"/>
              </a:ext>
            </a:extLst>
          </p:cNvPr>
          <p:cNvSpPr>
            <a:spLocks noGrp="1"/>
          </p:cNvSpPr>
          <p:nvPr/>
        </p:nvSpPr>
        <p:spPr>
          <a:xfrm>
            <a:off x="7807503" y="42618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A1_bar_GT_10284">
            <a:extLst>
              <a:ext uri="{FF2B5EF4-FFF2-40B4-BE49-F238E27FC236}">
                <a16:creationId xmlns:a16="http://schemas.microsoft.com/office/drawing/2014/main" id="{E1E11224-252C-4FF4-9EFB-34357AA6ABF7}"/>
              </a:ext>
            </a:extLst>
          </p:cNvPr>
          <p:cNvSpPr>
            <a:spLocks noGrp="1"/>
          </p:cNvSpPr>
          <p:nvPr/>
        </p:nvSpPr>
        <p:spPr>
          <a:xfrm>
            <a:off x="777844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A1_bar_GT_10285">
            <a:extLst>
              <a:ext uri="{FF2B5EF4-FFF2-40B4-BE49-F238E27FC236}">
                <a16:creationId xmlns:a16="http://schemas.microsoft.com/office/drawing/2014/main" id="{1BBEE090-B5D9-428A-8CD4-1F3E8610474A}"/>
              </a:ext>
            </a:extLst>
          </p:cNvPr>
          <p:cNvSpPr>
            <a:spLocks noGrp="1"/>
          </p:cNvSpPr>
          <p:nvPr/>
        </p:nvSpPr>
        <p:spPr>
          <a:xfrm>
            <a:off x="7758749" y="399959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A1_bar_GT_10286">
            <a:extLst>
              <a:ext uri="{FF2B5EF4-FFF2-40B4-BE49-F238E27FC236}">
                <a16:creationId xmlns:a16="http://schemas.microsoft.com/office/drawing/2014/main" id="{6A5FF9D8-B9A3-4DAD-8388-F850EEE0C423}"/>
              </a:ext>
            </a:extLst>
          </p:cNvPr>
          <p:cNvSpPr>
            <a:spLocks noGrp="1"/>
          </p:cNvSpPr>
          <p:nvPr/>
        </p:nvSpPr>
        <p:spPr>
          <a:xfrm>
            <a:off x="780807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A1_bar_GT_10287">
            <a:extLst>
              <a:ext uri="{FF2B5EF4-FFF2-40B4-BE49-F238E27FC236}">
                <a16:creationId xmlns:a16="http://schemas.microsoft.com/office/drawing/2014/main" id="{EC4EFF6E-9F86-478C-B9CB-1AEB02CFA77B}"/>
              </a:ext>
            </a:extLst>
          </p:cNvPr>
          <p:cNvSpPr>
            <a:spLocks noGrp="1"/>
          </p:cNvSpPr>
          <p:nvPr/>
        </p:nvSpPr>
        <p:spPr>
          <a:xfrm>
            <a:off x="77480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A1_bar_GT_10288">
            <a:extLst>
              <a:ext uri="{FF2B5EF4-FFF2-40B4-BE49-F238E27FC236}">
                <a16:creationId xmlns:a16="http://schemas.microsoft.com/office/drawing/2014/main" id="{C4E4C79A-0CA8-41C8-9153-B5C3608AF3C7}"/>
              </a:ext>
            </a:extLst>
          </p:cNvPr>
          <p:cNvSpPr>
            <a:spLocks noGrp="1"/>
          </p:cNvSpPr>
          <p:nvPr/>
        </p:nvSpPr>
        <p:spPr>
          <a:xfrm>
            <a:off x="7759488" y="4805179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A1_bar_GT_10289">
            <a:extLst>
              <a:ext uri="{FF2B5EF4-FFF2-40B4-BE49-F238E27FC236}">
                <a16:creationId xmlns:a16="http://schemas.microsoft.com/office/drawing/2014/main" id="{5B37BEB5-7FDF-4ACC-86B9-375DDD76BD80}"/>
              </a:ext>
            </a:extLst>
          </p:cNvPr>
          <p:cNvSpPr>
            <a:spLocks noGrp="1"/>
          </p:cNvSpPr>
          <p:nvPr/>
        </p:nvSpPr>
        <p:spPr>
          <a:xfrm>
            <a:off x="7857082" y="4312365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A1_bar_GT_10290">
            <a:extLst>
              <a:ext uri="{FF2B5EF4-FFF2-40B4-BE49-F238E27FC236}">
                <a16:creationId xmlns:a16="http://schemas.microsoft.com/office/drawing/2014/main" id="{89587463-D2B7-4ABA-99F2-823E26FC11DD}"/>
              </a:ext>
            </a:extLst>
          </p:cNvPr>
          <p:cNvSpPr>
            <a:spLocks noGrp="1"/>
          </p:cNvSpPr>
          <p:nvPr/>
        </p:nvSpPr>
        <p:spPr>
          <a:xfrm>
            <a:off x="775141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A1_bar_GT_10291">
            <a:extLst>
              <a:ext uri="{FF2B5EF4-FFF2-40B4-BE49-F238E27FC236}">
                <a16:creationId xmlns:a16="http://schemas.microsoft.com/office/drawing/2014/main" id="{20DAE985-12A0-429E-A7E4-F2977CA614CA}"/>
              </a:ext>
            </a:extLst>
          </p:cNvPr>
          <p:cNvSpPr>
            <a:spLocks noGrp="1"/>
          </p:cNvSpPr>
          <p:nvPr/>
        </p:nvSpPr>
        <p:spPr>
          <a:xfrm>
            <a:off x="7874416" y="5285853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A1_bar_GT_10292">
            <a:extLst>
              <a:ext uri="{FF2B5EF4-FFF2-40B4-BE49-F238E27FC236}">
                <a16:creationId xmlns:a16="http://schemas.microsoft.com/office/drawing/2014/main" id="{0485AD50-1C6F-4DEE-9A6D-F11A58CE3CF5}"/>
              </a:ext>
            </a:extLst>
          </p:cNvPr>
          <p:cNvSpPr>
            <a:spLocks noGrp="1"/>
          </p:cNvSpPr>
          <p:nvPr/>
        </p:nvSpPr>
        <p:spPr>
          <a:xfrm>
            <a:off x="7715662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A1_bar_GT_10293">
            <a:extLst>
              <a:ext uri="{FF2B5EF4-FFF2-40B4-BE49-F238E27FC236}">
                <a16:creationId xmlns:a16="http://schemas.microsoft.com/office/drawing/2014/main" id="{08AEB262-AECE-4FE7-B24C-D0F5F414F28E}"/>
              </a:ext>
            </a:extLst>
          </p:cNvPr>
          <p:cNvSpPr>
            <a:spLocks noGrp="1"/>
          </p:cNvSpPr>
          <p:nvPr/>
        </p:nvSpPr>
        <p:spPr>
          <a:xfrm>
            <a:off x="7796112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A1_bar_GT_10294">
            <a:extLst>
              <a:ext uri="{FF2B5EF4-FFF2-40B4-BE49-F238E27FC236}">
                <a16:creationId xmlns:a16="http://schemas.microsoft.com/office/drawing/2014/main" id="{A88F6147-35D4-4E26-8224-C005EDA13CBA}"/>
              </a:ext>
            </a:extLst>
          </p:cNvPr>
          <p:cNvSpPr>
            <a:spLocks noGrp="1"/>
          </p:cNvSpPr>
          <p:nvPr/>
        </p:nvSpPr>
        <p:spPr>
          <a:xfrm>
            <a:off x="7810472" y="584936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A1_bar_GT_10295">
            <a:extLst>
              <a:ext uri="{FF2B5EF4-FFF2-40B4-BE49-F238E27FC236}">
                <a16:creationId xmlns:a16="http://schemas.microsoft.com/office/drawing/2014/main" id="{F4D1CB8B-3240-40AB-8CBE-0FA106395BC9}"/>
              </a:ext>
            </a:extLst>
          </p:cNvPr>
          <p:cNvSpPr>
            <a:spLocks noGrp="1"/>
          </p:cNvSpPr>
          <p:nvPr/>
        </p:nvSpPr>
        <p:spPr>
          <a:xfrm>
            <a:off x="7825810" y="5048727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A1_bar_GT_10296">
            <a:extLst>
              <a:ext uri="{FF2B5EF4-FFF2-40B4-BE49-F238E27FC236}">
                <a16:creationId xmlns:a16="http://schemas.microsoft.com/office/drawing/2014/main" id="{B998DE52-64F6-4CA0-A344-F4F35420FAC7}"/>
              </a:ext>
            </a:extLst>
          </p:cNvPr>
          <p:cNvSpPr>
            <a:spLocks noGrp="1"/>
          </p:cNvSpPr>
          <p:nvPr/>
        </p:nvSpPr>
        <p:spPr>
          <a:xfrm>
            <a:off x="7804899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A1_bar_GT_10297">
            <a:extLst>
              <a:ext uri="{FF2B5EF4-FFF2-40B4-BE49-F238E27FC236}">
                <a16:creationId xmlns:a16="http://schemas.microsoft.com/office/drawing/2014/main" id="{2FDCBD68-1CBE-4392-A187-3BC3685B0FF2}"/>
              </a:ext>
            </a:extLst>
          </p:cNvPr>
          <p:cNvSpPr>
            <a:spLocks noGrp="1"/>
          </p:cNvSpPr>
          <p:nvPr/>
        </p:nvSpPr>
        <p:spPr>
          <a:xfrm>
            <a:off x="7847968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A1_bar_GT_10298">
            <a:extLst>
              <a:ext uri="{FF2B5EF4-FFF2-40B4-BE49-F238E27FC236}">
                <a16:creationId xmlns:a16="http://schemas.microsoft.com/office/drawing/2014/main" id="{8CB09E37-2704-4EAF-8229-D57981BEE687}"/>
              </a:ext>
            </a:extLst>
          </p:cNvPr>
          <p:cNvSpPr>
            <a:spLocks noGrp="1"/>
          </p:cNvSpPr>
          <p:nvPr/>
        </p:nvSpPr>
        <p:spPr>
          <a:xfrm>
            <a:off x="7933751" y="2950466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A1_bar_GT_10299">
            <a:extLst>
              <a:ext uri="{FF2B5EF4-FFF2-40B4-BE49-F238E27FC236}">
                <a16:creationId xmlns:a16="http://schemas.microsoft.com/office/drawing/2014/main" id="{CB6EFDEF-BC46-4B01-97EE-E1B2C9508F4A}"/>
              </a:ext>
            </a:extLst>
          </p:cNvPr>
          <p:cNvSpPr>
            <a:spLocks noGrp="1"/>
          </p:cNvSpPr>
          <p:nvPr/>
        </p:nvSpPr>
        <p:spPr>
          <a:xfrm>
            <a:off x="7747799" y="592617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A1_bar_GT_10300">
            <a:extLst>
              <a:ext uri="{FF2B5EF4-FFF2-40B4-BE49-F238E27FC236}">
                <a16:creationId xmlns:a16="http://schemas.microsoft.com/office/drawing/2014/main" id="{4F370EFF-EE1D-41F1-9FB6-DAAE85ED465B}"/>
              </a:ext>
            </a:extLst>
          </p:cNvPr>
          <p:cNvSpPr>
            <a:spLocks noGrp="1"/>
          </p:cNvSpPr>
          <p:nvPr/>
        </p:nvSpPr>
        <p:spPr>
          <a:xfrm>
            <a:off x="7811264" y="6097858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A1_bar_GT_10301">
            <a:extLst>
              <a:ext uri="{FF2B5EF4-FFF2-40B4-BE49-F238E27FC236}">
                <a16:creationId xmlns:a16="http://schemas.microsoft.com/office/drawing/2014/main" id="{BE7444F1-B431-4C9F-A724-E4A4247D60CB}"/>
              </a:ext>
            </a:extLst>
          </p:cNvPr>
          <p:cNvSpPr>
            <a:spLocks noGrp="1"/>
          </p:cNvSpPr>
          <p:nvPr/>
        </p:nvSpPr>
        <p:spPr>
          <a:xfrm>
            <a:off x="7953882" y="5873044"/>
            <a:ext cx="34385" cy="34385"/>
          </a:xfrm>
          <a:prstGeom prst="ellipse">
            <a:avLst/>
          </a:prstGeom>
          <a:solidFill>
            <a:srgbClr val="007C8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A1_bar_GT_10302">
            <a:extLst>
              <a:ext uri="{FF2B5EF4-FFF2-40B4-BE49-F238E27FC236}">
                <a16:creationId xmlns:a16="http://schemas.microsoft.com/office/drawing/2014/main" id="{5E01CE07-D4F1-4824-957F-9BAD4701D219}"/>
              </a:ext>
            </a:extLst>
          </p:cNvPr>
          <p:cNvSpPr>
            <a:spLocks noGrp="1"/>
          </p:cNvSpPr>
          <p:nvPr/>
        </p:nvSpPr>
        <p:spPr>
          <a:xfrm>
            <a:off x="1836206" y="36800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A1_bar_GT_10303">
            <a:extLst>
              <a:ext uri="{FF2B5EF4-FFF2-40B4-BE49-F238E27FC236}">
                <a16:creationId xmlns:a16="http://schemas.microsoft.com/office/drawing/2014/main" id="{7F4F9462-FE3B-4820-B6D8-DA1D7C3429E9}"/>
              </a:ext>
            </a:extLst>
          </p:cNvPr>
          <p:cNvSpPr>
            <a:spLocks noGrp="1"/>
          </p:cNvSpPr>
          <p:nvPr/>
        </p:nvSpPr>
        <p:spPr>
          <a:xfrm>
            <a:off x="1957138" y="32888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A1_bar_GT_10304">
            <a:extLst>
              <a:ext uri="{FF2B5EF4-FFF2-40B4-BE49-F238E27FC236}">
                <a16:creationId xmlns:a16="http://schemas.microsoft.com/office/drawing/2014/main" id="{6273EA31-1612-44F0-8C30-BC9AD9325366}"/>
              </a:ext>
            </a:extLst>
          </p:cNvPr>
          <p:cNvSpPr>
            <a:spLocks noGrp="1"/>
          </p:cNvSpPr>
          <p:nvPr/>
        </p:nvSpPr>
        <p:spPr>
          <a:xfrm>
            <a:off x="1820424" y="33570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A1_bar_GT_10305">
            <a:extLst>
              <a:ext uri="{FF2B5EF4-FFF2-40B4-BE49-F238E27FC236}">
                <a16:creationId xmlns:a16="http://schemas.microsoft.com/office/drawing/2014/main" id="{3A0D1155-E32F-437C-9898-ABE11A5151F4}"/>
              </a:ext>
            </a:extLst>
          </p:cNvPr>
          <p:cNvSpPr>
            <a:spLocks noGrp="1"/>
          </p:cNvSpPr>
          <p:nvPr/>
        </p:nvSpPr>
        <p:spPr>
          <a:xfrm>
            <a:off x="1916807" y="59192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A1_bar_GT_10306">
            <a:extLst>
              <a:ext uri="{FF2B5EF4-FFF2-40B4-BE49-F238E27FC236}">
                <a16:creationId xmlns:a16="http://schemas.microsoft.com/office/drawing/2014/main" id="{20AA3AB0-D694-48B4-AC7E-B9DFABFCED38}"/>
              </a:ext>
            </a:extLst>
          </p:cNvPr>
          <p:cNvSpPr>
            <a:spLocks noGrp="1"/>
          </p:cNvSpPr>
          <p:nvPr/>
        </p:nvSpPr>
        <p:spPr>
          <a:xfrm>
            <a:off x="2017179" y="34746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A1_bar_GT_10307">
            <a:extLst>
              <a:ext uri="{FF2B5EF4-FFF2-40B4-BE49-F238E27FC236}">
                <a16:creationId xmlns:a16="http://schemas.microsoft.com/office/drawing/2014/main" id="{8F731694-750D-4297-BF82-F7DCCF45846E}"/>
              </a:ext>
            </a:extLst>
          </p:cNvPr>
          <p:cNvSpPr>
            <a:spLocks noGrp="1"/>
          </p:cNvSpPr>
          <p:nvPr/>
        </p:nvSpPr>
        <p:spPr>
          <a:xfrm>
            <a:off x="1933484" y="3536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A1_bar_GT_10308">
            <a:extLst>
              <a:ext uri="{FF2B5EF4-FFF2-40B4-BE49-F238E27FC236}">
                <a16:creationId xmlns:a16="http://schemas.microsoft.com/office/drawing/2014/main" id="{0606B34A-01A7-4E30-B007-115C6DD0622F}"/>
              </a:ext>
            </a:extLst>
          </p:cNvPr>
          <p:cNvSpPr>
            <a:spLocks noGrp="1"/>
          </p:cNvSpPr>
          <p:nvPr/>
        </p:nvSpPr>
        <p:spPr>
          <a:xfrm>
            <a:off x="1880315" y="33257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A1_bar_GT_10309">
            <a:extLst>
              <a:ext uri="{FF2B5EF4-FFF2-40B4-BE49-F238E27FC236}">
                <a16:creationId xmlns:a16="http://schemas.microsoft.com/office/drawing/2014/main" id="{0CBAB5BC-2101-4A85-9DA6-0A0DDD07D147}"/>
              </a:ext>
            </a:extLst>
          </p:cNvPr>
          <p:cNvSpPr>
            <a:spLocks noGrp="1"/>
          </p:cNvSpPr>
          <p:nvPr/>
        </p:nvSpPr>
        <p:spPr>
          <a:xfrm>
            <a:off x="1867920" y="34877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A1_bar_GT_10310">
            <a:extLst>
              <a:ext uri="{FF2B5EF4-FFF2-40B4-BE49-F238E27FC236}">
                <a16:creationId xmlns:a16="http://schemas.microsoft.com/office/drawing/2014/main" id="{3BCB7A47-3972-41EB-9B23-C89AB1206DC9}"/>
              </a:ext>
            </a:extLst>
          </p:cNvPr>
          <p:cNvSpPr>
            <a:spLocks noGrp="1"/>
          </p:cNvSpPr>
          <p:nvPr/>
        </p:nvSpPr>
        <p:spPr>
          <a:xfrm>
            <a:off x="1820950" y="53896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A1_bar_GT_10311">
            <a:extLst>
              <a:ext uri="{FF2B5EF4-FFF2-40B4-BE49-F238E27FC236}">
                <a16:creationId xmlns:a16="http://schemas.microsoft.com/office/drawing/2014/main" id="{2C618776-94F4-4500-B004-C8A0FDC3BA4D}"/>
              </a:ext>
            </a:extLst>
          </p:cNvPr>
          <p:cNvSpPr>
            <a:spLocks noGrp="1"/>
          </p:cNvSpPr>
          <p:nvPr/>
        </p:nvSpPr>
        <p:spPr>
          <a:xfrm>
            <a:off x="1875912" y="3516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A1_bar_GT_10312">
            <a:extLst>
              <a:ext uri="{FF2B5EF4-FFF2-40B4-BE49-F238E27FC236}">
                <a16:creationId xmlns:a16="http://schemas.microsoft.com/office/drawing/2014/main" id="{D7A4F456-D0EE-457B-85AC-DC308E16D155}"/>
              </a:ext>
            </a:extLst>
          </p:cNvPr>
          <p:cNvSpPr>
            <a:spLocks noGrp="1"/>
          </p:cNvSpPr>
          <p:nvPr/>
        </p:nvSpPr>
        <p:spPr>
          <a:xfrm>
            <a:off x="1823092" y="46096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A1_bar_GT_10313">
            <a:extLst>
              <a:ext uri="{FF2B5EF4-FFF2-40B4-BE49-F238E27FC236}">
                <a16:creationId xmlns:a16="http://schemas.microsoft.com/office/drawing/2014/main" id="{3BB734E2-2D1E-4F81-9B43-CDC0B06E5677}"/>
              </a:ext>
            </a:extLst>
          </p:cNvPr>
          <p:cNvSpPr>
            <a:spLocks noGrp="1"/>
          </p:cNvSpPr>
          <p:nvPr/>
        </p:nvSpPr>
        <p:spPr>
          <a:xfrm>
            <a:off x="1925200" y="33739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A1_bar_GT_10314">
            <a:extLst>
              <a:ext uri="{FF2B5EF4-FFF2-40B4-BE49-F238E27FC236}">
                <a16:creationId xmlns:a16="http://schemas.microsoft.com/office/drawing/2014/main" id="{74990607-BA8D-4BE8-AC56-BDFED678D87A}"/>
              </a:ext>
            </a:extLst>
          </p:cNvPr>
          <p:cNvSpPr>
            <a:spLocks noGrp="1"/>
          </p:cNvSpPr>
          <p:nvPr/>
        </p:nvSpPr>
        <p:spPr>
          <a:xfrm>
            <a:off x="1981699" y="34526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A1_bar_GT_10315">
            <a:extLst>
              <a:ext uri="{FF2B5EF4-FFF2-40B4-BE49-F238E27FC236}">
                <a16:creationId xmlns:a16="http://schemas.microsoft.com/office/drawing/2014/main" id="{43626156-E684-4A27-9347-AEE32D6A9257}"/>
              </a:ext>
            </a:extLst>
          </p:cNvPr>
          <p:cNvSpPr>
            <a:spLocks noGrp="1"/>
          </p:cNvSpPr>
          <p:nvPr/>
        </p:nvSpPr>
        <p:spPr>
          <a:xfrm>
            <a:off x="1955334" y="4632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A1_bar_GT_10316">
            <a:extLst>
              <a:ext uri="{FF2B5EF4-FFF2-40B4-BE49-F238E27FC236}">
                <a16:creationId xmlns:a16="http://schemas.microsoft.com/office/drawing/2014/main" id="{A15FA074-3ED0-403E-88B4-9C917D911045}"/>
              </a:ext>
            </a:extLst>
          </p:cNvPr>
          <p:cNvSpPr>
            <a:spLocks noGrp="1"/>
          </p:cNvSpPr>
          <p:nvPr/>
        </p:nvSpPr>
        <p:spPr>
          <a:xfrm>
            <a:off x="2009791" y="34685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A1_bar_GT_10317">
            <a:extLst>
              <a:ext uri="{FF2B5EF4-FFF2-40B4-BE49-F238E27FC236}">
                <a16:creationId xmlns:a16="http://schemas.microsoft.com/office/drawing/2014/main" id="{0BDCC227-3975-44BF-8AED-3F06D37B0DF0}"/>
              </a:ext>
            </a:extLst>
          </p:cNvPr>
          <p:cNvSpPr>
            <a:spLocks noGrp="1"/>
          </p:cNvSpPr>
          <p:nvPr/>
        </p:nvSpPr>
        <p:spPr>
          <a:xfrm>
            <a:off x="1987589" y="36428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A1_bar_GT_10318">
            <a:extLst>
              <a:ext uri="{FF2B5EF4-FFF2-40B4-BE49-F238E27FC236}">
                <a16:creationId xmlns:a16="http://schemas.microsoft.com/office/drawing/2014/main" id="{EEF36222-BA2E-422B-8643-78F61581E386}"/>
              </a:ext>
            </a:extLst>
          </p:cNvPr>
          <p:cNvSpPr>
            <a:spLocks noGrp="1"/>
          </p:cNvSpPr>
          <p:nvPr/>
        </p:nvSpPr>
        <p:spPr>
          <a:xfrm>
            <a:off x="1842931" y="54592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A1_bar_GT_10319">
            <a:extLst>
              <a:ext uri="{FF2B5EF4-FFF2-40B4-BE49-F238E27FC236}">
                <a16:creationId xmlns:a16="http://schemas.microsoft.com/office/drawing/2014/main" id="{A54446DE-3388-400C-9E26-F9CAB995FECE}"/>
              </a:ext>
            </a:extLst>
          </p:cNvPr>
          <p:cNvSpPr>
            <a:spLocks noGrp="1"/>
          </p:cNvSpPr>
          <p:nvPr/>
        </p:nvSpPr>
        <p:spPr>
          <a:xfrm>
            <a:off x="1855865" y="359609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A1_bar_GT_10320">
            <a:extLst>
              <a:ext uri="{FF2B5EF4-FFF2-40B4-BE49-F238E27FC236}">
                <a16:creationId xmlns:a16="http://schemas.microsoft.com/office/drawing/2014/main" id="{D6F63EE0-F651-4EA6-BB89-95BF7DAC9009}"/>
              </a:ext>
            </a:extLst>
          </p:cNvPr>
          <p:cNvSpPr>
            <a:spLocks noGrp="1"/>
          </p:cNvSpPr>
          <p:nvPr/>
        </p:nvSpPr>
        <p:spPr>
          <a:xfrm>
            <a:off x="1986169" y="3635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A1_bar_GT_10321">
            <a:extLst>
              <a:ext uri="{FF2B5EF4-FFF2-40B4-BE49-F238E27FC236}">
                <a16:creationId xmlns:a16="http://schemas.microsoft.com/office/drawing/2014/main" id="{05255ECB-1FDF-4D1F-A20D-18C59B741CCC}"/>
              </a:ext>
            </a:extLst>
          </p:cNvPr>
          <p:cNvSpPr>
            <a:spLocks noGrp="1"/>
          </p:cNvSpPr>
          <p:nvPr/>
        </p:nvSpPr>
        <p:spPr>
          <a:xfrm>
            <a:off x="2015714" y="40404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A1_bar_GT_10322">
            <a:extLst>
              <a:ext uri="{FF2B5EF4-FFF2-40B4-BE49-F238E27FC236}">
                <a16:creationId xmlns:a16="http://schemas.microsoft.com/office/drawing/2014/main" id="{4F51E30A-F92E-484F-B77A-EBBF7BFFA731}"/>
              </a:ext>
            </a:extLst>
          </p:cNvPr>
          <p:cNvSpPr>
            <a:spLocks noGrp="1"/>
          </p:cNvSpPr>
          <p:nvPr/>
        </p:nvSpPr>
        <p:spPr>
          <a:xfrm>
            <a:off x="1982942" y="49000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A1_bar_GT_10323">
            <a:extLst>
              <a:ext uri="{FF2B5EF4-FFF2-40B4-BE49-F238E27FC236}">
                <a16:creationId xmlns:a16="http://schemas.microsoft.com/office/drawing/2014/main" id="{669B4F64-DE90-4899-86E2-F1313840FBA9}"/>
              </a:ext>
            </a:extLst>
          </p:cNvPr>
          <p:cNvSpPr>
            <a:spLocks noGrp="1"/>
          </p:cNvSpPr>
          <p:nvPr/>
        </p:nvSpPr>
        <p:spPr>
          <a:xfrm>
            <a:off x="1817155" y="417319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A1_bar_GT_10324">
            <a:extLst>
              <a:ext uri="{FF2B5EF4-FFF2-40B4-BE49-F238E27FC236}">
                <a16:creationId xmlns:a16="http://schemas.microsoft.com/office/drawing/2014/main" id="{BB9A9D95-94D4-47E2-A70C-211F0684D2BE}"/>
              </a:ext>
            </a:extLst>
          </p:cNvPr>
          <p:cNvSpPr>
            <a:spLocks noGrp="1"/>
          </p:cNvSpPr>
          <p:nvPr/>
        </p:nvSpPr>
        <p:spPr>
          <a:xfrm>
            <a:off x="2017192" y="4248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A1_bar_GT_10325">
            <a:extLst>
              <a:ext uri="{FF2B5EF4-FFF2-40B4-BE49-F238E27FC236}">
                <a16:creationId xmlns:a16="http://schemas.microsoft.com/office/drawing/2014/main" id="{47831BF9-192C-4D2E-B80E-1FC54561B7D1}"/>
              </a:ext>
            </a:extLst>
          </p:cNvPr>
          <p:cNvSpPr>
            <a:spLocks noGrp="1"/>
          </p:cNvSpPr>
          <p:nvPr/>
        </p:nvSpPr>
        <p:spPr>
          <a:xfrm>
            <a:off x="1807516" y="33298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A1_bar_GT_10326">
            <a:extLst>
              <a:ext uri="{FF2B5EF4-FFF2-40B4-BE49-F238E27FC236}">
                <a16:creationId xmlns:a16="http://schemas.microsoft.com/office/drawing/2014/main" id="{DC76500C-ECF0-4B2C-9E0F-BA613327779D}"/>
              </a:ext>
            </a:extLst>
          </p:cNvPr>
          <p:cNvSpPr>
            <a:spLocks noGrp="1"/>
          </p:cNvSpPr>
          <p:nvPr/>
        </p:nvSpPr>
        <p:spPr>
          <a:xfrm>
            <a:off x="1780491" y="44555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A1_bar_GT_10327">
            <a:extLst>
              <a:ext uri="{FF2B5EF4-FFF2-40B4-BE49-F238E27FC236}">
                <a16:creationId xmlns:a16="http://schemas.microsoft.com/office/drawing/2014/main" id="{A012BC02-3841-43D5-B8F4-5286B8F16F23}"/>
              </a:ext>
            </a:extLst>
          </p:cNvPr>
          <p:cNvSpPr>
            <a:spLocks noGrp="1"/>
          </p:cNvSpPr>
          <p:nvPr/>
        </p:nvSpPr>
        <p:spPr>
          <a:xfrm>
            <a:off x="1919378" y="6077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A1_bar_GT_10328">
            <a:extLst>
              <a:ext uri="{FF2B5EF4-FFF2-40B4-BE49-F238E27FC236}">
                <a16:creationId xmlns:a16="http://schemas.microsoft.com/office/drawing/2014/main" id="{F05BBC55-613F-40C0-92D6-F04DFBC1029F}"/>
              </a:ext>
            </a:extLst>
          </p:cNvPr>
          <p:cNvSpPr>
            <a:spLocks noGrp="1"/>
          </p:cNvSpPr>
          <p:nvPr/>
        </p:nvSpPr>
        <p:spPr>
          <a:xfrm>
            <a:off x="1984089" y="52943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A1_bar_GT_10329">
            <a:extLst>
              <a:ext uri="{FF2B5EF4-FFF2-40B4-BE49-F238E27FC236}">
                <a16:creationId xmlns:a16="http://schemas.microsoft.com/office/drawing/2014/main" id="{E025703F-A22C-41B8-BE69-EA1348E5056A}"/>
              </a:ext>
            </a:extLst>
          </p:cNvPr>
          <p:cNvSpPr>
            <a:spLocks noGrp="1"/>
          </p:cNvSpPr>
          <p:nvPr/>
        </p:nvSpPr>
        <p:spPr>
          <a:xfrm>
            <a:off x="1900491" y="42924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A1_bar_GT_10330">
            <a:extLst>
              <a:ext uri="{FF2B5EF4-FFF2-40B4-BE49-F238E27FC236}">
                <a16:creationId xmlns:a16="http://schemas.microsoft.com/office/drawing/2014/main" id="{8AD80E59-0E38-419F-9D34-0350E327C690}"/>
              </a:ext>
            </a:extLst>
          </p:cNvPr>
          <p:cNvSpPr>
            <a:spLocks noGrp="1"/>
          </p:cNvSpPr>
          <p:nvPr/>
        </p:nvSpPr>
        <p:spPr>
          <a:xfrm>
            <a:off x="1861773" y="32571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A1_bar_GT_10331">
            <a:extLst>
              <a:ext uri="{FF2B5EF4-FFF2-40B4-BE49-F238E27FC236}">
                <a16:creationId xmlns:a16="http://schemas.microsoft.com/office/drawing/2014/main" id="{348BF61E-BD01-486A-8767-93E02A7E24E8}"/>
              </a:ext>
            </a:extLst>
          </p:cNvPr>
          <p:cNvSpPr>
            <a:spLocks noGrp="1"/>
          </p:cNvSpPr>
          <p:nvPr/>
        </p:nvSpPr>
        <p:spPr>
          <a:xfrm>
            <a:off x="1893543" y="33400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A1_bar_GT_10332">
            <a:extLst>
              <a:ext uri="{FF2B5EF4-FFF2-40B4-BE49-F238E27FC236}">
                <a16:creationId xmlns:a16="http://schemas.microsoft.com/office/drawing/2014/main" id="{C6057D50-68F7-4CAB-9502-D19805FBCB9B}"/>
              </a:ext>
            </a:extLst>
          </p:cNvPr>
          <p:cNvSpPr>
            <a:spLocks noGrp="1"/>
          </p:cNvSpPr>
          <p:nvPr/>
        </p:nvSpPr>
        <p:spPr>
          <a:xfrm>
            <a:off x="1936885" y="55141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A1_bar_GT_10333">
            <a:extLst>
              <a:ext uri="{FF2B5EF4-FFF2-40B4-BE49-F238E27FC236}">
                <a16:creationId xmlns:a16="http://schemas.microsoft.com/office/drawing/2014/main" id="{B5062D09-8D02-4D00-B312-4FCFD62A9E5A}"/>
              </a:ext>
            </a:extLst>
          </p:cNvPr>
          <p:cNvSpPr>
            <a:spLocks noGrp="1"/>
          </p:cNvSpPr>
          <p:nvPr/>
        </p:nvSpPr>
        <p:spPr>
          <a:xfrm>
            <a:off x="1905356" y="40843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A1_bar_GT_10334">
            <a:extLst>
              <a:ext uri="{FF2B5EF4-FFF2-40B4-BE49-F238E27FC236}">
                <a16:creationId xmlns:a16="http://schemas.microsoft.com/office/drawing/2014/main" id="{55CB5D9D-03AC-4283-BAA4-0E782D424535}"/>
              </a:ext>
            </a:extLst>
          </p:cNvPr>
          <p:cNvSpPr>
            <a:spLocks noGrp="1"/>
          </p:cNvSpPr>
          <p:nvPr/>
        </p:nvSpPr>
        <p:spPr>
          <a:xfrm>
            <a:off x="1835228" y="45425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A1_bar_GT_10335">
            <a:extLst>
              <a:ext uri="{FF2B5EF4-FFF2-40B4-BE49-F238E27FC236}">
                <a16:creationId xmlns:a16="http://schemas.microsoft.com/office/drawing/2014/main" id="{7928C47A-1475-4119-A8DD-6B742751D556}"/>
              </a:ext>
            </a:extLst>
          </p:cNvPr>
          <p:cNvSpPr>
            <a:spLocks noGrp="1"/>
          </p:cNvSpPr>
          <p:nvPr/>
        </p:nvSpPr>
        <p:spPr>
          <a:xfrm>
            <a:off x="1910259" y="5645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A1_bar_GT_10336">
            <a:extLst>
              <a:ext uri="{FF2B5EF4-FFF2-40B4-BE49-F238E27FC236}">
                <a16:creationId xmlns:a16="http://schemas.microsoft.com/office/drawing/2014/main" id="{3176976C-B560-4AD5-872E-134240DE7E3F}"/>
              </a:ext>
            </a:extLst>
          </p:cNvPr>
          <p:cNvSpPr>
            <a:spLocks noGrp="1"/>
          </p:cNvSpPr>
          <p:nvPr/>
        </p:nvSpPr>
        <p:spPr>
          <a:xfrm>
            <a:off x="1939462" y="30894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A1_bar_GT_10337">
            <a:extLst>
              <a:ext uri="{FF2B5EF4-FFF2-40B4-BE49-F238E27FC236}">
                <a16:creationId xmlns:a16="http://schemas.microsoft.com/office/drawing/2014/main" id="{9BF6CC8C-293B-41D9-A435-F1E16C0BA05C}"/>
              </a:ext>
            </a:extLst>
          </p:cNvPr>
          <p:cNvSpPr>
            <a:spLocks noGrp="1"/>
          </p:cNvSpPr>
          <p:nvPr/>
        </p:nvSpPr>
        <p:spPr>
          <a:xfrm>
            <a:off x="1783370" y="60978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A1_bar_GT_10338">
            <a:extLst>
              <a:ext uri="{FF2B5EF4-FFF2-40B4-BE49-F238E27FC236}">
                <a16:creationId xmlns:a16="http://schemas.microsoft.com/office/drawing/2014/main" id="{7130E96F-71C2-4434-BB47-F7A6EB2B58B2}"/>
              </a:ext>
            </a:extLst>
          </p:cNvPr>
          <p:cNvSpPr>
            <a:spLocks noGrp="1"/>
          </p:cNvSpPr>
          <p:nvPr/>
        </p:nvSpPr>
        <p:spPr>
          <a:xfrm>
            <a:off x="1855273" y="50575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A1_bar_GT_10339">
            <a:extLst>
              <a:ext uri="{FF2B5EF4-FFF2-40B4-BE49-F238E27FC236}">
                <a16:creationId xmlns:a16="http://schemas.microsoft.com/office/drawing/2014/main" id="{2FE18C49-C5D6-4838-8A74-0A0C5D5D742D}"/>
              </a:ext>
            </a:extLst>
          </p:cNvPr>
          <p:cNvSpPr>
            <a:spLocks noGrp="1"/>
          </p:cNvSpPr>
          <p:nvPr/>
        </p:nvSpPr>
        <p:spPr>
          <a:xfrm>
            <a:off x="1918225" y="36827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A1_bar_GT_10340">
            <a:extLst>
              <a:ext uri="{FF2B5EF4-FFF2-40B4-BE49-F238E27FC236}">
                <a16:creationId xmlns:a16="http://schemas.microsoft.com/office/drawing/2014/main" id="{4B8A65BB-3DAE-4F2B-BA58-7460C57AB711}"/>
              </a:ext>
            </a:extLst>
          </p:cNvPr>
          <p:cNvSpPr>
            <a:spLocks noGrp="1"/>
          </p:cNvSpPr>
          <p:nvPr/>
        </p:nvSpPr>
        <p:spPr>
          <a:xfrm>
            <a:off x="1811299" y="312398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A1_bar_GT_10341">
            <a:extLst>
              <a:ext uri="{FF2B5EF4-FFF2-40B4-BE49-F238E27FC236}">
                <a16:creationId xmlns:a16="http://schemas.microsoft.com/office/drawing/2014/main" id="{F53CBE9F-9AD9-4E8F-BC05-63BBA1D84960}"/>
              </a:ext>
            </a:extLst>
          </p:cNvPr>
          <p:cNvSpPr>
            <a:spLocks noGrp="1"/>
          </p:cNvSpPr>
          <p:nvPr/>
        </p:nvSpPr>
        <p:spPr>
          <a:xfrm>
            <a:off x="1883235" y="321130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A1_bar_GT_10342">
            <a:extLst>
              <a:ext uri="{FF2B5EF4-FFF2-40B4-BE49-F238E27FC236}">
                <a16:creationId xmlns:a16="http://schemas.microsoft.com/office/drawing/2014/main" id="{D8A695BC-A78E-4FD2-8C6A-A73C6C86BC55}"/>
              </a:ext>
            </a:extLst>
          </p:cNvPr>
          <p:cNvSpPr>
            <a:spLocks noGrp="1"/>
          </p:cNvSpPr>
          <p:nvPr/>
        </p:nvSpPr>
        <p:spPr>
          <a:xfrm>
            <a:off x="1967074" y="41615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A1_bar_GT_10343">
            <a:extLst>
              <a:ext uri="{FF2B5EF4-FFF2-40B4-BE49-F238E27FC236}">
                <a16:creationId xmlns:a16="http://schemas.microsoft.com/office/drawing/2014/main" id="{391ED8B2-5513-417B-80C6-FEA1CDDBE4F8}"/>
              </a:ext>
            </a:extLst>
          </p:cNvPr>
          <p:cNvSpPr>
            <a:spLocks noGrp="1"/>
          </p:cNvSpPr>
          <p:nvPr/>
        </p:nvSpPr>
        <p:spPr>
          <a:xfrm>
            <a:off x="1829685" y="3465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A1_bar_GT_10344">
            <a:extLst>
              <a:ext uri="{FF2B5EF4-FFF2-40B4-BE49-F238E27FC236}">
                <a16:creationId xmlns:a16="http://schemas.microsoft.com/office/drawing/2014/main" id="{DD7EE366-B156-4865-A18E-18859B1F7B5A}"/>
              </a:ext>
            </a:extLst>
          </p:cNvPr>
          <p:cNvSpPr>
            <a:spLocks noGrp="1"/>
          </p:cNvSpPr>
          <p:nvPr/>
        </p:nvSpPr>
        <p:spPr>
          <a:xfrm>
            <a:off x="1869545" y="31673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A1_bar_GT_10345">
            <a:extLst>
              <a:ext uri="{FF2B5EF4-FFF2-40B4-BE49-F238E27FC236}">
                <a16:creationId xmlns:a16="http://schemas.microsoft.com/office/drawing/2014/main" id="{3BE1964E-2ABF-41AD-ACBC-601C3FA14EEB}"/>
              </a:ext>
            </a:extLst>
          </p:cNvPr>
          <p:cNvSpPr>
            <a:spLocks noGrp="1"/>
          </p:cNvSpPr>
          <p:nvPr/>
        </p:nvSpPr>
        <p:spPr>
          <a:xfrm>
            <a:off x="1902100" y="32997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A1_bar_GT_10346">
            <a:extLst>
              <a:ext uri="{FF2B5EF4-FFF2-40B4-BE49-F238E27FC236}">
                <a16:creationId xmlns:a16="http://schemas.microsoft.com/office/drawing/2014/main" id="{F7059E35-BB5D-450E-A584-92B2048CCA76}"/>
              </a:ext>
            </a:extLst>
          </p:cNvPr>
          <p:cNvSpPr>
            <a:spLocks noGrp="1"/>
          </p:cNvSpPr>
          <p:nvPr/>
        </p:nvSpPr>
        <p:spPr>
          <a:xfrm>
            <a:off x="1879626" y="38953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A1_bar_GT_10347">
            <a:extLst>
              <a:ext uri="{FF2B5EF4-FFF2-40B4-BE49-F238E27FC236}">
                <a16:creationId xmlns:a16="http://schemas.microsoft.com/office/drawing/2014/main" id="{41ED95BF-C08D-4402-842B-E3BC45137E4B}"/>
              </a:ext>
            </a:extLst>
          </p:cNvPr>
          <p:cNvSpPr>
            <a:spLocks noGrp="1"/>
          </p:cNvSpPr>
          <p:nvPr/>
        </p:nvSpPr>
        <p:spPr>
          <a:xfrm>
            <a:off x="1833191" y="3171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A1_bar_GT_10348">
            <a:extLst>
              <a:ext uri="{FF2B5EF4-FFF2-40B4-BE49-F238E27FC236}">
                <a16:creationId xmlns:a16="http://schemas.microsoft.com/office/drawing/2014/main" id="{657F4BB3-C1C1-451C-B244-9DF121899CDF}"/>
              </a:ext>
            </a:extLst>
          </p:cNvPr>
          <p:cNvSpPr>
            <a:spLocks noGrp="1"/>
          </p:cNvSpPr>
          <p:nvPr/>
        </p:nvSpPr>
        <p:spPr>
          <a:xfrm>
            <a:off x="1924432" y="45514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A1_bar_GT_10349">
            <a:extLst>
              <a:ext uri="{FF2B5EF4-FFF2-40B4-BE49-F238E27FC236}">
                <a16:creationId xmlns:a16="http://schemas.microsoft.com/office/drawing/2014/main" id="{927F5312-7D9A-4CD6-AA99-4A79E23D14ED}"/>
              </a:ext>
            </a:extLst>
          </p:cNvPr>
          <p:cNvSpPr>
            <a:spLocks noGrp="1"/>
          </p:cNvSpPr>
          <p:nvPr/>
        </p:nvSpPr>
        <p:spPr>
          <a:xfrm>
            <a:off x="1956701" y="3524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A1_bar_GT_10350">
            <a:extLst>
              <a:ext uri="{FF2B5EF4-FFF2-40B4-BE49-F238E27FC236}">
                <a16:creationId xmlns:a16="http://schemas.microsoft.com/office/drawing/2014/main" id="{D32C8FD4-3F78-4111-B22B-3FC9E29CBD52}"/>
              </a:ext>
            </a:extLst>
          </p:cNvPr>
          <p:cNvSpPr>
            <a:spLocks noGrp="1"/>
          </p:cNvSpPr>
          <p:nvPr/>
        </p:nvSpPr>
        <p:spPr>
          <a:xfrm>
            <a:off x="1930144" y="43192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A1_bar_GT_10351">
            <a:extLst>
              <a:ext uri="{FF2B5EF4-FFF2-40B4-BE49-F238E27FC236}">
                <a16:creationId xmlns:a16="http://schemas.microsoft.com/office/drawing/2014/main" id="{32079300-CE66-4609-B2BA-C689947AFEBC}"/>
              </a:ext>
            </a:extLst>
          </p:cNvPr>
          <p:cNvSpPr>
            <a:spLocks noGrp="1"/>
          </p:cNvSpPr>
          <p:nvPr/>
        </p:nvSpPr>
        <p:spPr>
          <a:xfrm>
            <a:off x="1974173" y="338382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A1_bar_GT_10352">
            <a:extLst>
              <a:ext uri="{FF2B5EF4-FFF2-40B4-BE49-F238E27FC236}">
                <a16:creationId xmlns:a16="http://schemas.microsoft.com/office/drawing/2014/main" id="{EB233B00-30C0-4241-8E2E-A39E1970028C}"/>
              </a:ext>
            </a:extLst>
          </p:cNvPr>
          <p:cNvSpPr>
            <a:spLocks noGrp="1"/>
          </p:cNvSpPr>
          <p:nvPr/>
        </p:nvSpPr>
        <p:spPr>
          <a:xfrm>
            <a:off x="1990081" y="38934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A1_bar_GT_10353">
            <a:extLst>
              <a:ext uri="{FF2B5EF4-FFF2-40B4-BE49-F238E27FC236}">
                <a16:creationId xmlns:a16="http://schemas.microsoft.com/office/drawing/2014/main" id="{34682461-AB14-496A-93AB-0B41B22FDD34}"/>
              </a:ext>
            </a:extLst>
          </p:cNvPr>
          <p:cNvSpPr>
            <a:spLocks noGrp="1"/>
          </p:cNvSpPr>
          <p:nvPr/>
        </p:nvSpPr>
        <p:spPr>
          <a:xfrm>
            <a:off x="2004455" y="43723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A1_bar_GT_10354">
            <a:extLst>
              <a:ext uri="{FF2B5EF4-FFF2-40B4-BE49-F238E27FC236}">
                <a16:creationId xmlns:a16="http://schemas.microsoft.com/office/drawing/2014/main" id="{6B7EF38E-0AAF-48A8-9FDA-A2EEE5721510}"/>
              </a:ext>
            </a:extLst>
          </p:cNvPr>
          <p:cNvSpPr>
            <a:spLocks noGrp="1"/>
          </p:cNvSpPr>
          <p:nvPr/>
        </p:nvSpPr>
        <p:spPr>
          <a:xfrm>
            <a:off x="1800365" y="4411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A1_bar_GT_10355">
            <a:extLst>
              <a:ext uri="{FF2B5EF4-FFF2-40B4-BE49-F238E27FC236}">
                <a16:creationId xmlns:a16="http://schemas.microsoft.com/office/drawing/2014/main" id="{7F29DE37-CE36-4499-A829-5ACD1FD7C5C6}"/>
              </a:ext>
            </a:extLst>
          </p:cNvPr>
          <p:cNvSpPr>
            <a:spLocks noGrp="1"/>
          </p:cNvSpPr>
          <p:nvPr/>
        </p:nvSpPr>
        <p:spPr>
          <a:xfrm>
            <a:off x="1792420" y="437520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A1_bar_GT_10356">
            <a:extLst>
              <a:ext uri="{FF2B5EF4-FFF2-40B4-BE49-F238E27FC236}">
                <a16:creationId xmlns:a16="http://schemas.microsoft.com/office/drawing/2014/main" id="{01079FDC-BFB7-4E56-AACB-B9DA6D14F919}"/>
              </a:ext>
            </a:extLst>
          </p:cNvPr>
          <p:cNvSpPr>
            <a:spLocks noGrp="1"/>
          </p:cNvSpPr>
          <p:nvPr/>
        </p:nvSpPr>
        <p:spPr>
          <a:xfrm>
            <a:off x="1869968" y="40828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A1_bar_GT_10357">
            <a:extLst>
              <a:ext uri="{FF2B5EF4-FFF2-40B4-BE49-F238E27FC236}">
                <a16:creationId xmlns:a16="http://schemas.microsoft.com/office/drawing/2014/main" id="{A60A6ADF-BAED-40BB-A86F-45F5D4B9CF81}"/>
              </a:ext>
            </a:extLst>
          </p:cNvPr>
          <p:cNvSpPr>
            <a:spLocks noGrp="1"/>
          </p:cNvSpPr>
          <p:nvPr/>
        </p:nvSpPr>
        <p:spPr>
          <a:xfrm>
            <a:off x="1988545" y="437312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A1_bar_GT_10358">
            <a:extLst>
              <a:ext uri="{FF2B5EF4-FFF2-40B4-BE49-F238E27FC236}">
                <a16:creationId xmlns:a16="http://schemas.microsoft.com/office/drawing/2014/main" id="{3682FED5-54EB-40E3-BC13-F7225B4B8D81}"/>
              </a:ext>
            </a:extLst>
          </p:cNvPr>
          <p:cNvSpPr>
            <a:spLocks noGrp="1"/>
          </p:cNvSpPr>
          <p:nvPr/>
        </p:nvSpPr>
        <p:spPr>
          <a:xfrm>
            <a:off x="1915571" y="42319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A1_bar_GT_10359">
            <a:extLst>
              <a:ext uri="{FF2B5EF4-FFF2-40B4-BE49-F238E27FC236}">
                <a16:creationId xmlns:a16="http://schemas.microsoft.com/office/drawing/2014/main" id="{05AE9BA1-69F5-458B-96A1-F45299A39660}"/>
              </a:ext>
            </a:extLst>
          </p:cNvPr>
          <p:cNvSpPr>
            <a:spLocks noGrp="1"/>
          </p:cNvSpPr>
          <p:nvPr/>
        </p:nvSpPr>
        <p:spPr>
          <a:xfrm>
            <a:off x="2004397" y="31620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A1_bar_GT_10360">
            <a:extLst>
              <a:ext uri="{FF2B5EF4-FFF2-40B4-BE49-F238E27FC236}">
                <a16:creationId xmlns:a16="http://schemas.microsoft.com/office/drawing/2014/main" id="{BE78CBF7-FAC9-42AB-9E1A-B55DCB4CFE69}"/>
              </a:ext>
            </a:extLst>
          </p:cNvPr>
          <p:cNvSpPr>
            <a:spLocks noGrp="1"/>
          </p:cNvSpPr>
          <p:nvPr/>
        </p:nvSpPr>
        <p:spPr>
          <a:xfrm>
            <a:off x="1975931" y="34560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A1_bar_GT_10361">
            <a:extLst>
              <a:ext uri="{FF2B5EF4-FFF2-40B4-BE49-F238E27FC236}">
                <a16:creationId xmlns:a16="http://schemas.microsoft.com/office/drawing/2014/main" id="{CCD1DA14-2522-495B-B801-49F0C7A885E2}"/>
              </a:ext>
            </a:extLst>
          </p:cNvPr>
          <p:cNvSpPr>
            <a:spLocks noGrp="1"/>
          </p:cNvSpPr>
          <p:nvPr/>
        </p:nvSpPr>
        <p:spPr>
          <a:xfrm>
            <a:off x="1803198" y="343662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A1_bar_GT_10362">
            <a:extLst>
              <a:ext uri="{FF2B5EF4-FFF2-40B4-BE49-F238E27FC236}">
                <a16:creationId xmlns:a16="http://schemas.microsoft.com/office/drawing/2014/main" id="{98843C60-DDE1-4246-8668-448F103785B9}"/>
              </a:ext>
            </a:extLst>
          </p:cNvPr>
          <p:cNvSpPr>
            <a:spLocks noGrp="1"/>
          </p:cNvSpPr>
          <p:nvPr/>
        </p:nvSpPr>
        <p:spPr>
          <a:xfrm>
            <a:off x="1819096" y="451375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A1_bar_GT_10363">
            <a:extLst>
              <a:ext uri="{FF2B5EF4-FFF2-40B4-BE49-F238E27FC236}">
                <a16:creationId xmlns:a16="http://schemas.microsoft.com/office/drawing/2014/main" id="{C4845219-375E-4DA9-94F6-6DC73C08FFE4}"/>
              </a:ext>
            </a:extLst>
          </p:cNvPr>
          <p:cNvSpPr>
            <a:spLocks noGrp="1"/>
          </p:cNvSpPr>
          <p:nvPr/>
        </p:nvSpPr>
        <p:spPr>
          <a:xfrm>
            <a:off x="1848217" y="314001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A1_bar_GT_10364">
            <a:extLst>
              <a:ext uri="{FF2B5EF4-FFF2-40B4-BE49-F238E27FC236}">
                <a16:creationId xmlns:a16="http://schemas.microsoft.com/office/drawing/2014/main" id="{584AFC2B-232D-46F4-AA43-4A10856CB08C}"/>
              </a:ext>
            </a:extLst>
          </p:cNvPr>
          <p:cNvSpPr>
            <a:spLocks noGrp="1"/>
          </p:cNvSpPr>
          <p:nvPr/>
        </p:nvSpPr>
        <p:spPr>
          <a:xfrm>
            <a:off x="1876488" y="29799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A1_bar_GT_10365">
            <a:extLst>
              <a:ext uri="{FF2B5EF4-FFF2-40B4-BE49-F238E27FC236}">
                <a16:creationId xmlns:a16="http://schemas.microsoft.com/office/drawing/2014/main" id="{61D57A77-48DB-40D1-B81B-571AB177457D}"/>
              </a:ext>
            </a:extLst>
          </p:cNvPr>
          <p:cNvSpPr>
            <a:spLocks noGrp="1"/>
          </p:cNvSpPr>
          <p:nvPr/>
        </p:nvSpPr>
        <p:spPr>
          <a:xfrm>
            <a:off x="1936996" y="31881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A1_bar_GT_10366">
            <a:extLst>
              <a:ext uri="{FF2B5EF4-FFF2-40B4-BE49-F238E27FC236}">
                <a16:creationId xmlns:a16="http://schemas.microsoft.com/office/drawing/2014/main" id="{5FAD4523-575E-46F3-A4AC-4F979520DEDC}"/>
              </a:ext>
            </a:extLst>
          </p:cNvPr>
          <p:cNvSpPr>
            <a:spLocks noGrp="1"/>
          </p:cNvSpPr>
          <p:nvPr/>
        </p:nvSpPr>
        <p:spPr>
          <a:xfrm>
            <a:off x="1927990" y="35996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A1_bar_GT_10367">
            <a:extLst>
              <a:ext uri="{FF2B5EF4-FFF2-40B4-BE49-F238E27FC236}">
                <a16:creationId xmlns:a16="http://schemas.microsoft.com/office/drawing/2014/main" id="{4C7DE8F9-D13D-477C-AD49-D8827FB5E37D}"/>
              </a:ext>
            </a:extLst>
          </p:cNvPr>
          <p:cNvSpPr>
            <a:spLocks noGrp="1"/>
          </p:cNvSpPr>
          <p:nvPr/>
        </p:nvSpPr>
        <p:spPr>
          <a:xfrm>
            <a:off x="1960273" y="48111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A1_bar_GT_10368">
            <a:extLst>
              <a:ext uri="{FF2B5EF4-FFF2-40B4-BE49-F238E27FC236}">
                <a16:creationId xmlns:a16="http://schemas.microsoft.com/office/drawing/2014/main" id="{6FF294FD-7FD8-410A-8D25-4926A60FB7D2}"/>
              </a:ext>
            </a:extLst>
          </p:cNvPr>
          <p:cNvSpPr>
            <a:spLocks noGrp="1"/>
          </p:cNvSpPr>
          <p:nvPr/>
        </p:nvSpPr>
        <p:spPr>
          <a:xfrm>
            <a:off x="1791252" y="56522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A1_bar_GT_10369">
            <a:extLst>
              <a:ext uri="{FF2B5EF4-FFF2-40B4-BE49-F238E27FC236}">
                <a16:creationId xmlns:a16="http://schemas.microsoft.com/office/drawing/2014/main" id="{12BEFB05-E3A9-4DE3-B1E3-E3BA2FF5F5DC}"/>
              </a:ext>
            </a:extLst>
          </p:cNvPr>
          <p:cNvSpPr>
            <a:spLocks noGrp="1"/>
          </p:cNvSpPr>
          <p:nvPr/>
        </p:nvSpPr>
        <p:spPr>
          <a:xfrm>
            <a:off x="1873754" y="47858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A1_bar_GT_10370">
            <a:extLst>
              <a:ext uri="{FF2B5EF4-FFF2-40B4-BE49-F238E27FC236}">
                <a16:creationId xmlns:a16="http://schemas.microsoft.com/office/drawing/2014/main" id="{9026DC9D-BCDD-456E-ADC5-3029A5CCC8FF}"/>
              </a:ext>
            </a:extLst>
          </p:cNvPr>
          <p:cNvSpPr>
            <a:spLocks noGrp="1"/>
          </p:cNvSpPr>
          <p:nvPr/>
        </p:nvSpPr>
        <p:spPr>
          <a:xfrm>
            <a:off x="1958499" y="39205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A1_bar_GT_10371">
            <a:extLst>
              <a:ext uri="{FF2B5EF4-FFF2-40B4-BE49-F238E27FC236}">
                <a16:creationId xmlns:a16="http://schemas.microsoft.com/office/drawing/2014/main" id="{191123B8-03E5-4B3C-8F3D-2F1479E66FEA}"/>
              </a:ext>
            </a:extLst>
          </p:cNvPr>
          <p:cNvSpPr>
            <a:spLocks noGrp="1"/>
          </p:cNvSpPr>
          <p:nvPr/>
        </p:nvSpPr>
        <p:spPr>
          <a:xfrm>
            <a:off x="1903168" y="51791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A1_bar_GT_10372">
            <a:extLst>
              <a:ext uri="{FF2B5EF4-FFF2-40B4-BE49-F238E27FC236}">
                <a16:creationId xmlns:a16="http://schemas.microsoft.com/office/drawing/2014/main" id="{A268DF8E-7EA8-4FB2-ACD0-F5161352EA69}"/>
              </a:ext>
            </a:extLst>
          </p:cNvPr>
          <p:cNvSpPr>
            <a:spLocks noGrp="1"/>
          </p:cNvSpPr>
          <p:nvPr/>
        </p:nvSpPr>
        <p:spPr>
          <a:xfrm>
            <a:off x="1938651" y="32704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A1_bar_GT_10373">
            <a:extLst>
              <a:ext uri="{FF2B5EF4-FFF2-40B4-BE49-F238E27FC236}">
                <a16:creationId xmlns:a16="http://schemas.microsoft.com/office/drawing/2014/main" id="{DB477373-D227-47BE-A9F2-9B28B09A97B0}"/>
              </a:ext>
            </a:extLst>
          </p:cNvPr>
          <p:cNvSpPr>
            <a:spLocks noGrp="1"/>
          </p:cNvSpPr>
          <p:nvPr/>
        </p:nvSpPr>
        <p:spPr>
          <a:xfrm>
            <a:off x="2006189" y="48112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A1_bar_GT_10374">
            <a:extLst>
              <a:ext uri="{FF2B5EF4-FFF2-40B4-BE49-F238E27FC236}">
                <a16:creationId xmlns:a16="http://schemas.microsoft.com/office/drawing/2014/main" id="{53274F8A-B136-44F4-B6CE-463595BB261B}"/>
              </a:ext>
            </a:extLst>
          </p:cNvPr>
          <p:cNvSpPr>
            <a:spLocks noGrp="1"/>
          </p:cNvSpPr>
          <p:nvPr/>
        </p:nvSpPr>
        <p:spPr>
          <a:xfrm>
            <a:off x="1901356" y="408610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A1_bar_GT_10375">
            <a:extLst>
              <a:ext uri="{FF2B5EF4-FFF2-40B4-BE49-F238E27FC236}">
                <a16:creationId xmlns:a16="http://schemas.microsoft.com/office/drawing/2014/main" id="{DF36E3AD-E821-466E-8090-82D4325E733B}"/>
              </a:ext>
            </a:extLst>
          </p:cNvPr>
          <p:cNvSpPr>
            <a:spLocks noGrp="1"/>
          </p:cNvSpPr>
          <p:nvPr/>
        </p:nvSpPr>
        <p:spPr>
          <a:xfrm>
            <a:off x="1925207" y="30985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A1_bar_GT_10376">
            <a:extLst>
              <a:ext uri="{FF2B5EF4-FFF2-40B4-BE49-F238E27FC236}">
                <a16:creationId xmlns:a16="http://schemas.microsoft.com/office/drawing/2014/main" id="{C7F54DC3-F524-4E3E-ABB1-88B9A3FBDB7D}"/>
              </a:ext>
            </a:extLst>
          </p:cNvPr>
          <p:cNvSpPr>
            <a:spLocks noGrp="1"/>
          </p:cNvSpPr>
          <p:nvPr/>
        </p:nvSpPr>
        <p:spPr>
          <a:xfrm>
            <a:off x="1977626" y="52000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A1_bar_GT_10377">
            <a:extLst>
              <a:ext uri="{FF2B5EF4-FFF2-40B4-BE49-F238E27FC236}">
                <a16:creationId xmlns:a16="http://schemas.microsoft.com/office/drawing/2014/main" id="{C78193ED-6BE6-4B70-A865-C52096BD3498}"/>
              </a:ext>
            </a:extLst>
          </p:cNvPr>
          <p:cNvSpPr>
            <a:spLocks noGrp="1"/>
          </p:cNvSpPr>
          <p:nvPr/>
        </p:nvSpPr>
        <p:spPr>
          <a:xfrm>
            <a:off x="1800759" y="38942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A1_bar_GT_10378">
            <a:extLst>
              <a:ext uri="{FF2B5EF4-FFF2-40B4-BE49-F238E27FC236}">
                <a16:creationId xmlns:a16="http://schemas.microsoft.com/office/drawing/2014/main" id="{71A55D73-2568-48EC-B84B-F27E4CFAD06C}"/>
              </a:ext>
            </a:extLst>
          </p:cNvPr>
          <p:cNvSpPr>
            <a:spLocks noGrp="1"/>
          </p:cNvSpPr>
          <p:nvPr/>
        </p:nvSpPr>
        <p:spPr>
          <a:xfrm>
            <a:off x="1906987" y="520221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A1_bar_GT_10379">
            <a:extLst>
              <a:ext uri="{FF2B5EF4-FFF2-40B4-BE49-F238E27FC236}">
                <a16:creationId xmlns:a16="http://schemas.microsoft.com/office/drawing/2014/main" id="{D1508359-2611-45DF-8F88-40CF0D696A78}"/>
              </a:ext>
            </a:extLst>
          </p:cNvPr>
          <p:cNvSpPr>
            <a:spLocks noGrp="1"/>
          </p:cNvSpPr>
          <p:nvPr/>
        </p:nvSpPr>
        <p:spPr>
          <a:xfrm>
            <a:off x="1966785" y="320340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A1_bar_GT_10380">
            <a:extLst>
              <a:ext uri="{FF2B5EF4-FFF2-40B4-BE49-F238E27FC236}">
                <a16:creationId xmlns:a16="http://schemas.microsoft.com/office/drawing/2014/main" id="{A602FF5B-6BCA-42AB-AC5A-F897505433EB}"/>
              </a:ext>
            </a:extLst>
          </p:cNvPr>
          <p:cNvSpPr>
            <a:spLocks noGrp="1"/>
          </p:cNvSpPr>
          <p:nvPr/>
        </p:nvSpPr>
        <p:spPr>
          <a:xfrm>
            <a:off x="1978013" y="41988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A1_bar_GT_10381">
            <a:extLst>
              <a:ext uri="{FF2B5EF4-FFF2-40B4-BE49-F238E27FC236}">
                <a16:creationId xmlns:a16="http://schemas.microsoft.com/office/drawing/2014/main" id="{21BD8FE2-121B-4D3C-8FAA-4153E808B5B0}"/>
              </a:ext>
            </a:extLst>
          </p:cNvPr>
          <p:cNvSpPr>
            <a:spLocks noGrp="1"/>
          </p:cNvSpPr>
          <p:nvPr/>
        </p:nvSpPr>
        <p:spPr>
          <a:xfrm>
            <a:off x="1849371" y="35632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A1_bar_GT_10382">
            <a:extLst>
              <a:ext uri="{FF2B5EF4-FFF2-40B4-BE49-F238E27FC236}">
                <a16:creationId xmlns:a16="http://schemas.microsoft.com/office/drawing/2014/main" id="{A6350BF4-C017-4672-9AC1-E9FD6F8DCB5D}"/>
              </a:ext>
            </a:extLst>
          </p:cNvPr>
          <p:cNvSpPr>
            <a:spLocks noGrp="1"/>
          </p:cNvSpPr>
          <p:nvPr/>
        </p:nvSpPr>
        <p:spPr>
          <a:xfrm>
            <a:off x="1947910" y="329877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A1_bar_GT_10383">
            <a:extLst>
              <a:ext uri="{FF2B5EF4-FFF2-40B4-BE49-F238E27FC236}">
                <a16:creationId xmlns:a16="http://schemas.microsoft.com/office/drawing/2014/main" id="{972D3CD6-99A1-4C45-9DDF-3E8331F9C1EC}"/>
              </a:ext>
            </a:extLst>
          </p:cNvPr>
          <p:cNvSpPr>
            <a:spLocks noGrp="1"/>
          </p:cNvSpPr>
          <p:nvPr/>
        </p:nvSpPr>
        <p:spPr>
          <a:xfrm>
            <a:off x="1790978" y="38500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A1_bar_GT_10384">
            <a:extLst>
              <a:ext uri="{FF2B5EF4-FFF2-40B4-BE49-F238E27FC236}">
                <a16:creationId xmlns:a16="http://schemas.microsoft.com/office/drawing/2014/main" id="{8B07CCD7-0277-4ABE-87A7-50C3D7B18BFC}"/>
              </a:ext>
            </a:extLst>
          </p:cNvPr>
          <p:cNvSpPr>
            <a:spLocks noGrp="1"/>
          </p:cNvSpPr>
          <p:nvPr/>
        </p:nvSpPr>
        <p:spPr>
          <a:xfrm>
            <a:off x="1845037" y="36247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A1_bar_GT_10385">
            <a:extLst>
              <a:ext uri="{FF2B5EF4-FFF2-40B4-BE49-F238E27FC236}">
                <a16:creationId xmlns:a16="http://schemas.microsoft.com/office/drawing/2014/main" id="{A494C728-2A7F-411A-A07A-02A546EF67FB}"/>
              </a:ext>
            </a:extLst>
          </p:cNvPr>
          <p:cNvSpPr>
            <a:spLocks noGrp="1"/>
          </p:cNvSpPr>
          <p:nvPr/>
        </p:nvSpPr>
        <p:spPr>
          <a:xfrm>
            <a:off x="1977159" y="387625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A1_bar_GT_10386">
            <a:extLst>
              <a:ext uri="{FF2B5EF4-FFF2-40B4-BE49-F238E27FC236}">
                <a16:creationId xmlns:a16="http://schemas.microsoft.com/office/drawing/2014/main" id="{20130615-7ED2-41CE-8254-64573FD14A33}"/>
              </a:ext>
            </a:extLst>
          </p:cNvPr>
          <p:cNvSpPr>
            <a:spLocks noGrp="1"/>
          </p:cNvSpPr>
          <p:nvPr/>
        </p:nvSpPr>
        <p:spPr>
          <a:xfrm>
            <a:off x="2011575" y="32757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A1_bar_GT_10387">
            <a:extLst>
              <a:ext uri="{FF2B5EF4-FFF2-40B4-BE49-F238E27FC236}">
                <a16:creationId xmlns:a16="http://schemas.microsoft.com/office/drawing/2014/main" id="{C9C79714-22BF-493B-9EF1-6B6C7442E4CA}"/>
              </a:ext>
            </a:extLst>
          </p:cNvPr>
          <p:cNvSpPr>
            <a:spLocks noGrp="1"/>
          </p:cNvSpPr>
          <p:nvPr/>
        </p:nvSpPr>
        <p:spPr>
          <a:xfrm>
            <a:off x="1943964" y="45599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A1_bar_GT_10388">
            <a:extLst>
              <a:ext uri="{FF2B5EF4-FFF2-40B4-BE49-F238E27FC236}">
                <a16:creationId xmlns:a16="http://schemas.microsoft.com/office/drawing/2014/main" id="{B8D26D03-046D-495A-A0D1-49649FC6C564}"/>
              </a:ext>
            </a:extLst>
          </p:cNvPr>
          <p:cNvSpPr>
            <a:spLocks noGrp="1"/>
          </p:cNvSpPr>
          <p:nvPr/>
        </p:nvSpPr>
        <p:spPr>
          <a:xfrm>
            <a:off x="1880746" y="47387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A1_bar_GT_10389">
            <a:extLst>
              <a:ext uri="{FF2B5EF4-FFF2-40B4-BE49-F238E27FC236}">
                <a16:creationId xmlns:a16="http://schemas.microsoft.com/office/drawing/2014/main" id="{9819E2C3-652A-4116-A871-B44EC4005FFF}"/>
              </a:ext>
            </a:extLst>
          </p:cNvPr>
          <p:cNvSpPr>
            <a:spLocks noGrp="1"/>
          </p:cNvSpPr>
          <p:nvPr/>
        </p:nvSpPr>
        <p:spPr>
          <a:xfrm>
            <a:off x="1773720" y="295229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A1_bar_GT_10390">
            <a:extLst>
              <a:ext uri="{FF2B5EF4-FFF2-40B4-BE49-F238E27FC236}">
                <a16:creationId xmlns:a16="http://schemas.microsoft.com/office/drawing/2014/main" id="{CF1B1163-DB47-4DAD-A183-2BB9D0595E2C}"/>
              </a:ext>
            </a:extLst>
          </p:cNvPr>
          <p:cNvSpPr>
            <a:spLocks noGrp="1"/>
          </p:cNvSpPr>
          <p:nvPr/>
        </p:nvSpPr>
        <p:spPr>
          <a:xfrm>
            <a:off x="2005139" y="60633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A1_bar_GT_10391">
            <a:extLst>
              <a:ext uri="{FF2B5EF4-FFF2-40B4-BE49-F238E27FC236}">
                <a16:creationId xmlns:a16="http://schemas.microsoft.com/office/drawing/2014/main" id="{94189ED9-1CC9-4A58-AF31-50EE30F520C0}"/>
              </a:ext>
            </a:extLst>
          </p:cNvPr>
          <p:cNvSpPr>
            <a:spLocks noGrp="1"/>
          </p:cNvSpPr>
          <p:nvPr/>
        </p:nvSpPr>
        <p:spPr>
          <a:xfrm>
            <a:off x="1844107" y="33112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A1_bar_GT_10392">
            <a:extLst>
              <a:ext uri="{FF2B5EF4-FFF2-40B4-BE49-F238E27FC236}">
                <a16:creationId xmlns:a16="http://schemas.microsoft.com/office/drawing/2014/main" id="{47FACFCA-E1D3-4CC5-AA81-0BE422015865}"/>
              </a:ext>
            </a:extLst>
          </p:cNvPr>
          <p:cNvSpPr>
            <a:spLocks noGrp="1"/>
          </p:cNvSpPr>
          <p:nvPr/>
        </p:nvSpPr>
        <p:spPr>
          <a:xfrm>
            <a:off x="1994487" y="49674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A1_bar_GT_10393">
            <a:extLst>
              <a:ext uri="{FF2B5EF4-FFF2-40B4-BE49-F238E27FC236}">
                <a16:creationId xmlns:a16="http://schemas.microsoft.com/office/drawing/2014/main" id="{2F7F6E96-EF44-45E5-817D-9709F40DB60E}"/>
              </a:ext>
            </a:extLst>
          </p:cNvPr>
          <p:cNvSpPr>
            <a:spLocks noGrp="1"/>
          </p:cNvSpPr>
          <p:nvPr/>
        </p:nvSpPr>
        <p:spPr>
          <a:xfrm>
            <a:off x="1908338" y="4699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A1_bar_GT_10394">
            <a:extLst>
              <a:ext uri="{FF2B5EF4-FFF2-40B4-BE49-F238E27FC236}">
                <a16:creationId xmlns:a16="http://schemas.microsoft.com/office/drawing/2014/main" id="{5F237746-B223-4334-8507-C2B6CDEF08EF}"/>
              </a:ext>
            </a:extLst>
          </p:cNvPr>
          <p:cNvSpPr>
            <a:spLocks noGrp="1"/>
          </p:cNvSpPr>
          <p:nvPr/>
        </p:nvSpPr>
        <p:spPr>
          <a:xfrm>
            <a:off x="1860155" y="30558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A1_bar_GT_10395">
            <a:extLst>
              <a:ext uri="{FF2B5EF4-FFF2-40B4-BE49-F238E27FC236}">
                <a16:creationId xmlns:a16="http://schemas.microsoft.com/office/drawing/2014/main" id="{E7A32DE6-8096-429D-802C-9F91A0703CF3}"/>
              </a:ext>
            </a:extLst>
          </p:cNvPr>
          <p:cNvSpPr>
            <a:spLocks noGrp="1"/>
          </p:cNvSpPr>
          <p:nvPr/>
        </p:nvSpPr>
        <p:spPr>
          <a:xfrm>
            <a:off x="1983748" y="34599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A1_bar_GT_10396">
            <a:extLst>
              <a:ext uri="{FF2B5EF4-FFF2-40B4-BE49-F238E27FC236}">
                <a16:creationId xmlns:a16="http://schemas.microsoft.com/office/drawing/2014/main" id="{B9F2387F-9788-47C2-89E2-65A716B1B688}"/>
              </a:ext>
            </a:extLst>
          </p:cNvPr>
          <p:cNvSpPr>
            <a:spLocks noGrp="1"/>
          </p:cNvSpPr>
          <p:nvPr/>
        </p:nvSpPr>
        <p:spPr>
          <a:xfrm>
            <a:off x="1928109" y="30896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A1_bar_GT_10397">
            <a:extLst>
              <a:ext uri="{FF2B5EF4-FFF2-40B4-BE49-F238E27FC236}">
                <a16:creationId xmlns:a16="http://schemas.microsoft.com/office/drawing/2014/main" id="{1C0DDB5B-D151-4CE7-A103-AF42CCF71F85}"/>
              </a:ext>
            </a:extLst>
          </p:cNvPr>
          <p:cNvSpPr>
            <a:spLocks noGrp="1"/>
          </p:cNvSpPr>
          <p:nvPr/>
        </p:nvSpPr>
        <p:spPr>
          <a:xfrm>
            <a:off x="1837674" y="495862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A1_bar_GT_10398">
            <a:extLst>
              <a:ext uri="{FF2B5EF4-FFF2-40B4-BE49-F238E27FC236}">
                <a16:creationId xmlns:a16="http://schemas.microsoft.com/office/drawing/2014/main" id="{9993B163-90AF-4F14-AA8B-7421951C135C}"/>
              </a:ext>
            </a:extLst>
          </p:cNvPr>
          <p:cNvSpPr>
            <a:spLocks noGrp="1"/>
          </p:cNvSpPr>
          <p:nvPr/>
        </p:nvSpPr>
        <p:spPr>
          <a:xfrm>
            <a:off x="1801188" y="473757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A1_bar_GT_10399">
            <a:extLst>
              <a:ext uri="{FF2B5EF4-FFF2-40B4-BE49-F238E27FC236}">
                <a16:creationId xmlns:a16="http://schemas.microsoft.com/office/drawing/2014/main" id="{8A3C93EB-53EE-42A2-80B1-572BC1BAF2D1}"/>
              </a:ext>
            </a:extLst>
          </p:cNvPr>
          <p:cNvSpPr>
            <a:spLocks noGrp="1"/>
          </p:cNvSpPr>
          <p:nvPr/>
        </p:nvSpPr>
        <p:spPr>
          <a:xfrm>
            <a:off x="1947768" y="41710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A1_bar_GT_10400">
            <a:extLst>
              <a:ext uri="{FF2B5EF4-FFF2-40B4-BE49-F238E27FC236}">
                <a16:creationId xmlns:a16="http://schemas.microsoft.com/office/drawing/2014/main" id="{00DA8BA7-FB57-4D23-B1D9-74B87E6A64E4}"/>
              </a:ext>
            </a:extLst>
          </p:cNvPr>
          <p:cNvSpPr>
            <a:spLocks noGrp="1"/>
          </p:cNvSpPr>
          <p:nvPr/>
        </p:nvSpPr>
        <p:spPr>
          <a:xfrm>
            <a:off x="1779576" y="47237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A1_bar_GT_10401">
            <a:extLst>
              <a:ext uri="{FF2B5EF4-FFF2-40B4-BE49-F238E27FC236}">
                <a16:creationId xmlns:a16="http://schemas.microsoft.com/office/drawing/2014/main" id="{D6101228-3F00-4F1B-A7B3-F53E6A0EE3DE}"/>
              </a:ext>
            </a:extLst>
          </p:cNvPr>
          <p:cNvSpPr>
            <a:spLocks noGrp="1"/>
          </p:cNvSpPr>
          <p:nvPr/>
        </p:nvSpPr>
        <p:spPr>
          <a:xfrm>
            <a:off x="1865140" y="386477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A1_bar_GT_10402">
            <a:extLst>
              <a:ext uri="{FF2B5EF4-FFF2-40B4-BE49-F238E27FC236}">
                <a16:creationId xmlns:a16="http://schemas.microsoft.com/office/drawing/2014/main" id="{B4126D1B-9C69-45A4-A06C-8FEFA2523B18}"/>
              </a:ext>
            </a:extLst>
          </p:cNvPr>
          <p:cNvSpPr>
            <a:spLocks noGrp="1"/>
          </p:cNvSpPr>
          <p:nvPr/>
        </p:nvSpPr>
        <p:spPr>
          <a:xfrm>
            <a:off x="1871893" y="32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A1_bar_GT_10403">
            <a:extLst>
              <a:ext uri="{FF2B5EF4-FFF2-40B4-BE49-F238E27FC236}">
                <a16:creationId xmlns:a16="http://schemas.microsoft.com/office/drawing/2014/main" id="{EFA21DB6-100B-4192-BEE4-59BBD675C24B}"/>
              </a:ext>
            </a:extLst>
          </p:cNvPr>
          <p:cNvSpPr>
            <a:spLocks noGrp="1"/>
          </p:cNvSpPr>
          <p:nvPr/>
        </p:nvSpPr>
        <p:spPr>
          <a:xfrm>
            <a:off x="1836336" y="32810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A1_bar_GT_10404">
            <a:extLst>
              <a:ext uri="{FF2B5EF4-FFF2-40B4-BE49-F238E27FC236}">
                <a16:creationId xmlns:a16="http://schemas.microsoft.com/office/drawing/2014/main" id="{7DE265F5-43E0-44B0-8942-F6F603C99802}"/>
              </a:ext>
            </a:extLst>
          </p:cNvPr>
          <p:cNvSpPr>
            <a:spLocks noGrp="1"/>
          </p:cNvSpPr>
          <p:nvPr/>
        </p:nvSpPr>
        <p:spPr>
          <a:xfrm>
            <a:off x="1849911" y="56507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A1_bar_GT_10405">
            <a:extLst>
              <a:ext uri="{FF2B5EF4-FFF2-40B4-BE49-F238E27FC236}">
                <a16:creationId xmlns:a16="http://schemas.microsoft.com/office/drawing/2014/main" id="{22934D3D-3DBB-406F-A218-06D486AE546F}"/>
              </a:ext>
            </a:extLst>
          </p:cNvPr>
          <p:cNvSpPr>
            <a:spLocks noGrp="1"/>
          </p:cNvSpPr>
          <p:nvPr/>
        </p:nvSpPr>
        <p:spPr>
          <a:xfrm>
            <a:off x="1920239" y="4070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A1_bar_GT_10406">
            <a:extLst>
              <a:ext uri="{FF2B5EF4-FFF2-40B4-BE49-F238E27FC236}">
                <a16:creationId xmlns:a16="http://schemas.microsoft.com/office/drawing/2014/main" id="{C0201814-3FC1-419C-9C66-E884C35F4AD8}"/>
              </a:ext>
            </a:extLst>
          </p:cNvPr>
          <p:cNvSpPr>
            <a:spLocks noGrp="1"/>
          </p:cNvSpPr>
          <p:nvPr/>
        </p:nvSpPr>
        <p:spPr>
          <a:xfrm>
            <a:off x="1851022" y="542584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A1_bar_GT_10407">
            <a:extLst>
              <a:ext uri="{FF2B5EF4-FFF2-40B4-BE49-F238E27FC236}">
                <a16:creationId xmlns:a16="http://schemas.microsoft.com/office/drawing/2014/main" id="{98B8647B-1EB1-4FA2-BDD7-BE7BFBD49A6D}"/>
              </a:ext>
            </a:extLst>
          </p:cNvPr>
          <p:cNvSpPr>
            <a:spLocks noGrp="1"/>
          </p:cNvSpPr>
          <p:nvPr/>
        </p:nvSpPr>
        <p:spPr>
          <a:xfrm>
            <a:off x="1992154" y="41185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A1_bar_GT_10408">
            <a:extLst>
              <a:ext uri="{FF2B5EF4-FFF2-40B4-BE49-F238E27FC236}">
                <a16:creationId xmlns:a16="http://schemas.microsoft.com/office/drawing/2014/main" id="{7D8263A8-F020-4D7C-8E95-FFFC3AC5F7BC}"/>
              </a:ext>
            </a:extLst>
          </p:cNvPr>
          <p:cNvSpPr>
            <a:spLocks noGrp="1"/>
          </p:cNvSpPr>
          <p:nvPr/>
        </p:nvSpPr>
        <p:spPr>
          <a:xfrm>
            <a:off x="1903156" y="31860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A1_bar_GT_10409">
            <a:extLst>
              <a:ext uri="{FF2B5EF4-FFF2-40B4-BE49-F238E27FC236}">
                <a16:creationId xmlns:a16="http://schemas.microsoft.com/office/drawing/2014/main" id="{675F965B-967C-4395-956A-AA9B80B6A435}"/>
              </a:ext>
            </a:extLst>
          </p:cNvPr>
          <p:cNvSpPr>
            <a:spLocks noGrp="1"/>
          </p:cNvSpPr>
          <p:nvPr/>
        </p:nvSpPr>
        <p:spPr>
          <a:xfrm>
            <a:off x="1849637" y="36131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A1_bar_GT_10410">
            <a:extLst>
              <a:ext uri="{FF2B5EF4-FFF2-40B4-BE49-F238E27FC236}">
                <a16:creationId xmlns:a16="http://schemas.microsoft.com/office/drawing/2014/main" id="{406F9FB2-A01D-49F3-B6E6-698294C5F751}"/>
              </a:ext>
            </a:extLst>
          </p:cNvPr>
          <p:cNvSpPr>
            <a:spLocks noGrp="1"/>
          </p:cNvSpPr>
          <p:nvPr/>
        </p:nvSpPr>
        <p:spPr>
          <a:xfrm>
            <a:off x="1943941" y="463508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A1_bar_GT_10411">
            <a:extLst>
              <a:ext uri="{FF2B5EF4-FFF2-40B4-BE49-F238E27FC236}">
                <a16:creationId xmlns:a16="http://schemas.microsoft.com/office/drawing/2014/main" id="{D3E62742-03F2-4D8E-8199-89D5F9F57965}"/>
              </a:ext>
            </a:extLst>
          </p:cNvPr>
          <p:cNvSpPr>
            <a:spLocks noGrp="1"/>
          </p:cNvSpPr>
          <p:nvPr/>
        </p:nvSpPr>
        <p:spPr>
          <a:xfrm>
            <a:off x="1976124" y="4747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A1_bar_GT_10412">
            <a:extLst>
              <a:ext uri="{FF2B5EF4-FFF2-40B4-BE49-F238E27FC236}">
                <a16:creationId xmlns:a16="http://schemas.microsoft.com/office/drawing/2014/main" id="{DE29EC46-BE08-4168-9D7D-803C1D1DBB59}"/>
              </a:ext>
            </a:extLst>
          </p:cNvPr>
          <p:cNvSpPr>
            <a:spLocks noGrp="1"/>
          </p:cNvSpPr>
          <p:nvPr/>
        </p:nvSpPr>
        <p:spPr>
          <a:xfrm>
            <a:off x="1954168" y="42110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A1_bar_GT_10413">
            <a:extLst>
              <a:ext uri="{FF2B5EF4-FFF2-40B4-BE49-F238E27FC236}">
                <a16:creationId xmlns:a16="http://schemas.microsoft.com/office/drawing/2014/main" id="{E33A86D0-2C18-4BE3-94C0-E9588A9F56C4}"/>
              </a:ext>
            </a:extLst>
          </p:cNvPr>
          <p:cNvSpPr>
            <a:spLocks noGrp="1"/>
          </p:cNvSpPr>
          <p:nvPr/>
        </p:nvSpPr>
        <p:spPr>
          <a:xfrm>
            <a:off x="1890708" y="5034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A1_bar_GT_10414">
            <a:extLst>
              <a:ext uri="{FF2B5EF4-FFF2-40B4-BE49-F238E27FC236}">
                <a16:creationId xmlns:a16="http://schemas.microsoft.com/office/drawing/2014/main" id="{04BD1C82-C120-4C66-8FD1-23239B38E2DA}"/>
              </a:ext>
            </a:extLst>
          </p:cNvPr>
          <p:cNvSpPr>
            <a:spLocks noGrp="1"/>
          </p:cNvSpPr>
          <p:nvPr/>
        </p:nvSpPr>
        <p:spPr>
          <a:xfrm>
            <a:off x="1857102" y="37533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A1_bar_GT_10415">
            <a:extLst>
              <a:ext uri="{FF2B5EF4-FFF2-40B4-BE49-F238E27FC236}">
                <a16:creationId xmlns:a16="http://schemas.microsoft.com/office/drawing/2014/main" id="{A4416A2D-8D44-421C-A83C-4819A5AFB3B0}"/>
              </a:ext>
            </a:extLst>
          </p:cNvPr>
          <p:cNvSpPr>
            <a:spLocks noGrp="1"/>
          </p:cNvSpPr>
          <p:nvPr/>
        </p:nvSpPr>
        <p:spPr>
          <a:xfrm>
            <a:off x="1884989" y="39974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A1_bar_GT_10416">
            <a:extLst>
              <a:ext uri="{FF2B5EF4-FFF2-40B4-BE49-F238E27FC236}">
                <a16:creationId xmlns:a16="http://schemas.microsoft.com/office/drawing/2014/main" id="{FDA2AF39-41B1-47C6-8825-E64CCF649BC7}"/>
              </a:ext>
            </a:extLst>
          </p:cNvPr>
          <p:cNvSpPr>
            <a:spLocks noGrp="1"/>
          </p:cNvSpPr>
          <p:nvPr/>
        </p:nvSpPr>
        <p:spPr>
          <a:xfrm>
            <a:off x="1959611" y="4254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A1_bar_GT_10417">
            <a:extLst>
              <a:ext uri="{FF2B5EF4-FFF2-40B4-BE49-F238E27FC236}">
                <a16:creationId xmlns:a16="http://schemas.microsoft.com/office/drawing/2014/main" id="{9EF22BBE-5A6E-4CB6-AF61-7B0B7DE8B083}"/>
              </a:ext>
            </a:extLst>
          </p:cNvPr>
          <p:cNvSpPr>
            <a:spLocks noGrp="1"/>
          </p:cNvSpPr>
          <p:nvPr/>
        </p:nvSpPr>
        <p:spPr>
          <a:xfrm>
            <a:off x="1779716" y="503671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A1_bar_GT_10418">
            <a:extLst>
              <a:ext uri="{FF2B5EF4-FFF2-40B4-BE49-F238E27FC236}">
                <a16:creationId xmlns:a16="http://schemas.microsoft.com/office/drawing/2014/main" id="{30D40AAB-B238-4D45-8016-40462BF77FC8}"/>
              </a:ext>
            </a:extLst>
          </p:cNvPr>
          <p:cNvSpPr>
            <a:spLocks noGrp="1"/>
          </p:cNvSpPr>
          <p:nvPr/>
        </p:nvSpPr>
        <p:spPr>
          <a:xfrm>
            <a:off x="1814677" y="57018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A1_bar_GT_10419">
            <a:extLst>
              <a:ext uri="{FF2B5EF4-FFF2-40B4-BE49-F238E27FC236}">
                <a16:creationId xmlns:a16="http://schemas.microsoft.com/office/drawing/2014/main" id="{B1724FD5-8439-45FC-89E2-2E22E65E21DC}"/>
              </a:ext>
            </a:extLst>
          </p:cNvPr>
          <p:cNvSpPr>
            <a:spLocks noGrp="1"/>
          </p:cNvSpPr>
          <p:nvPr/>
        </p:nvSpPr>
        <p:spPr>
          <a:xfrm>
            <a:off x="1955070" y="358877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A1_bar_GT_10420">
            <a:extLst>
              <a:ext uri="{FF2B5EF4-FFF2-40B4-BE49-F238E27FC236}">
                <a16:creationId xmlns:a16="http://schemas.microsoft.com/office/drawing/2014/main" id="{C4A922C3-7E97-4420-AD73-776BC93A9FDA}"/>
              </a:ext>
            </a:extLst>
          </p:cNvPr>
          <p:cNvSpPr>
            <a:spLocks noGrp="1"/>
          </p:cNvSpPr>
          <p:nvPr/>
        </p:nvSpPr>
        <p:spPr>
          <a:xfrm>
            <a:off x="1924015" y="60978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A1_bar_GT_10421">
            <a:extLst>
              <a:ext uri="{FF2B5EF4-FFF2-40B4-BE49-F238E27FC236}">
                <a16:creationId xmlns:a16="http://schemas.microsoft.com/office/drawing/2014/main" id="{3A8CCE6F-9F3B-4C2D-836B-EA30B0D16C68}"/>
              </a:ext>
            </a:extLst>
          </p:cNvPr>
          <p:cNvSpPr>
            <a:spLocks noGrp="1"/>
          </p:cNvSpPr>
          <p:nvPr/>
        </p:nvSpPr>
        <p:spPr>
          <a:xfrm>
            <a:off x="1987854" y="35132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A1_bar_GT_10422">
            <a:extLst>
              <a:ext uri="{FF2B5EF4-FFF2-40B4-BE49-F238E27FC236}">
                <a16:creationId xmlns:a16="http://schemas.microsoft.com/office/drawing/2014/main" id="{0FC43BC0-D861-4FD4-884B-F10908F9C314}"/>
              </a:ext>
            </a:extLst>
          </p:cNvPr>
          <p:cNvSpPr>
            <a:spLocks noGrp="1"/>
          </p:cNvSpPr>
          <p:nvPr/>
        </p:nvSpPr>
        <p:spPr>
          <a:xfrm>
            <a:off x="1839461" y="52754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A1_bar_GT_10423">
            <a:extLst>
              <a:ext uri="{FF2B5EF4-FFF2-40B4-BE49-F238E27FC236}">
                <a16:creationId xmlns:a16="http://schemas.microsoft.com/office/drawing/2014/main" id="{6A808DFF-9F8F-45B9-8414-8B3C21DF495C}"/>
              </a:ext>
            </a:extLst>
          </p:cNvPr>
          <p:cNvSpPr>
            <a:spLocks noGrp="1"/>
          </p:cNvSpPr>
          <p:nvPr/>
        </p:nvSpPr>
        <p:spPr>
          <a:xfrm>
            <a:off x="1904657" y="429918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A1_bar_GT_10424">
            <a:extLst>
              <a:ext uri="{FF2B5EF4-FFF2-40B4-BE49-F238E27FC236}">
                <a16:creationId xmlns:a16="http://schemas.microsoft.com/office/drawing/2014/main" id="{D3512B9E-7A18-4B66-B548-594EC296D6B0}"/>
              </a:ext>
            </a:extLst>
          </p:cNvPr>
          <p:cNvSpPr>
            <a:spLocks noGrp="1"/>
          </p:cNvSpPr>
          <p:nvPr/>
        </p:nvSpPr>
        <p:spPr>
          <a:xfrm>
            <a:off x="2017496" y="39345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A1_bar_GT_10425">
            <a:extLst>
              <a:ext uri="{FF2B5EF4-FFF2-40B4-BE49-F238E27FC236}">
                <a16:creationId xmlns:a16="http://schemas.microsoft.com/office/drawing/2014/main" id="{B31A02ED-8425-45CE-B94F-7057738BCA7F}"/>
              </a:ext>
            </a:extLst>
          </p:cNvPr>
          <p:cNvSpPr>
            <a:spLocks noGrp="1"/>
          </p:cNvSpPr>
          <p:nvPr/>
        </p:nvSpPr>
        <p:spPr>
          <a:xfrm>
            <a:off x="1986862" y="43937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A1_bar_GT_10426">
            <a:extLst>
              <a:ext uri="{FF2B5EF4-FFF2-40B4-BE49-F238E27FC236}">
                <a16:creationId xmlns:a16="http://schemas.microsoft.com/office/drawing/2014/main" id="{F6A21F60-5288-4AFF-AAE3-52B2ABCBDE0A}"/>
              </a:ext>
            </a:extLst>
          </p:cNvPr>
          <p:cNvSpPr>
            <a:spLocks noGrp="1"/>
          </p:cNvSpPr>
          <p:nvPr/>
        </p:nvSpPr>
        <p:spPr>
          <a:xfrm>
            <a:off x="1858856" y="37340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A1_bar_GT_10427">
            <a:extLst>
              <a:ext uri="{FF2B5EF4-FFF2-40B4-BE49-F238E27FC236}">
                <a16:creationId xmlns:a16="http://schemas.microsoft.com/office/drawing/2014/main" id="{227C82AD-B10E-4B4C-8F89-A43D501EE6AE}"/>
              </a:ext>
            </a:extLst>
          </p:cNvPr>
          <p:cNvSpPr>
            <a:spLocks noGrp="1"/>
          </p:cNvSpPr>
          <p:nvPr/>
        </p:nvSpPr>
        <p:spPr>
          <a:xfrm>
            <a:off x="1976827" y="31262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A1_bar_GT_10428">
            <a:extLst>
              <a:ext uri="{FF2B5EF4-FFF2-40B4-BE49-F238E27FC236}">
                <a16:creationId xmlns:a16="http://schemas.microsoft.com/office/drawing/2014/main" id="{85456ECA-3234-4C21-8F39-5613DAF216E6}"/>
              </a:ext>
            </a:extLst>
          </p:cNvPr>
          <p:cNvSpPr>
            <a:spLocks noGrp="1"/>
          </p:cNvSpPr>
          <p:nvPr/>
        </p:nvSpPr>
        <p:spPr>
          <a:xfrm>
            <a:off x="1857396" y="33047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A1_bar_GT_10429">
            <a:extLst>
              <a:ext uri="{FF2B5EF4-FFF2-40B4-BE49-F238E27FC236}">
                <a16:creationId xmlns:a16="http://schemas.microsoft.com/office/drawing/2014/main" id="{295B0A26-5BA8-4559-9833-1EC45D9B8D75}"/>
              </a:ext>
            </a:extLst>
          </p:cNvPr>
          <p:cNvSpPr>
            <a:spLocks noGrp="1"/>
          </p:cNvSpPr>
          <p:nvPr/>
        </p:nvSpPr>
        <p:spPr>
          <a:xfrm>
            <a:off x="1915195" y="60978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A1_bar_GT_10430">
            <a:extLst>
              <a:ext uri="{FF2B5EF4-FFF2-40B4-BE49-F238E27FC236}">
                <a16:creationId xmlns:a16="http://schemas.microsoft.com/office/drawing/2014/main" id="{47EB016C-0105-4736-B57A-E686FAB7B0FB}"/>
              </a:ext>
            </a:extLst>
          </p:cNvPr>
          <p:cNvSpPr>
            <a:spLocks noGrp="1"/>
          </p:cNvSpPr>
          <p:nvPr/>
        </p:nvSpPr>
        <p:spPr>
          <a:xfrm>
            <a:off x="1933883" y="36409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A1_bar_GT_10431">
            <a:extLst>
              <a:ext uri="{FF2B5EF4-FFF2-40B4-BE49-F238E27FC236}">
                <a16:creationId xmlns:a16="http://schemas.microsoft.com/office/drawing/2014/main" id="{3C309BCD-93AE-4F32-AD6D-7E69F95A2A55}"/>
              </a:ext>
            </a:extLst>
          </p:cNvPr>
          <p:cNvSpPr>
            <a:spLocks noGrp="1"/>
          </p:cNvSpPr>
          <p:nvPr/>
        </p:nvSpPr>
        <p:spPr>
          <a:xfrm>
            <a:off x="1979910" y="3459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A1_bar_GT_10432">
            <a:extLst>
              <a:ext uri="{FF2B5EF4-FFF2-40B4-BE49-F238E27FC236}">
                <a16:creationId xmlns:a16="http://schemas.microsoft.com/office/drawing/2014/main" id="{C3B303DB-627E-400A-A841-8F864BC7B85A}"/>
              </a:ext>
            </a:extLst>
          </p:cNvPr>
          <p:cNvSpPr>
            <a:spLocks noGrp="1"/>
          </p:cNvSpPr>
          <p:nvPr/>
        </p:nvSpPr>
        <p:spPr>
          <a:xfrm>
            <a:off x="1854848" y="39981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A1_bar_GT_10433">
            <a:extLst>
              <a:ext uri="{FF2B5EF4-FFF2-40B4-BE49-F238E27FC236}">
                <a16:creationId xmlns:a16="http://schemas.microsoft.com/office/drawing/2014/main" id="{97816CBF-BA63-474F-8D74-80C87341081B}"/>
              </a:ext>
            </a:extLst>
          </p:cNvPr>
          <p:cNvSpPr>
            <a:spLocks noGrp="1"/>
          </p:cNvSpPr>
          <p:nvPr/>
        </p:nvSpPr>
        <p:spPr>
          <a:xfrm>
            <a:off x="1990646" y="406957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A1_bar_GT_10434">
            <a:extLst>
              <a:ext uri="{FF2B5EF4-FFF2-40B4-BE49-F238E27FC236}">
                <a16:creationId xmlns:a16="http://schemas.microsoft.com/office/drawing/2014/main" id="{DDA2E1AC-7C91-4FD2-974B-73BEA23C3614}"/>
              </a:ext>
            </a:extLst>
          </p:cNvPr>
          <p:cNvSpPr>
            <a:spLocks noGrp="1"/>
          </p:cNvSpPr>
          <p:nvPr/>
        </p:nvSpPr>
        <p:spPr>
          <a:xfrm>
            <a:off x="1960637" y="36205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A1_bar_GT_10435">
            <a:extLst>
              <a:ext uri="{FF2B5EF4-FFF2-40B4-BE49-F238E27FC236}">
                <a16:creationId xmlns:a16="http://schemas.microsoft.com/office/drawing/2014/main" id="{5E760B94-8165-4D54-B2C4-0BC9EEC031CD}"/>
              </a:ext>
            </a:extLst>
          </p:cNvPr>
          <p:cNvSpPr>
            <a:spLocks noGrp="1"/>
          </p:cNvSpPr>
          <p:nvPr/>
        </p:nvSpPr>
        <p:spPr>
          <a:xfrm>
            <a:off x="1915228" y="34812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A1_bar_GT_10436">
            <a:extLst>
              <a:ext uri="{FF2B5EF4-FFF2-40B4-BE49-F238E27FC236}">
                <a16:creationId xmlns:a16="http://schemas.microsoft.com/office/drawing/2014/main" id="{6A8CB648-B447-4128-BBA8-DB01CFA29F21}"/>
              </a:ext>
            </a:extLst>
          </p:cNvPr>
          <p:cNvSpPr>
            <a:spLocks noGrp="1"/>
          </p:cNvSpPr>
          <p:nvPr/>
        </p:nvSpPr>
        <p:spPr>
          <a:xfrm>
            <a:off x="1849674" y="46761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A1_bar_GT_10437">
            <a:extLst>
              <a:ext uri="{FF2B5EF4-FFF2-40B4-BE49-F238E27FC236}">
                <a16:creationId xmlns:a16="http://schemas.microsoft.com/office/drawing/2014/main" id="{A0A248BE-52DC-4454-B740-A7343FF96AA4}"/>
              </a:ext>
            </a:extLst>
          </p:cNvPr>
          <p:cNvSpPr>
            <a:spLocks noGrp="1"/>
          </p:cNvSpPr>
          <p:nvPr/>
        </p:nvSpPr>
        <p:spPr>
          <a:xfrm>
            <a:off x="1921591" y="32410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A1_bar_GT_10438">
            <a:extLst>
              <a:ext uri="{FF2B5EF4-FFF2-40B4-BE49-F238E27FC236}">
                <a16:creationId xmlns:a16="http://schemas.microsoft.com/office/drawing/2014/main" id="{04CD0C1C-21C7-482E-B29B-B45B34089275}"/>
              </a:ext>
            </a:extLst>
          </p:cNvPr>
          <p:cNvSpPr>
            <a:spLocks noGrp="1"/>
          </p:cNvSpPr>
          <p:nvPr/>
        </p:nvSpPr>
        <p:spPr>
          <a:xfrm>
            <a:off x="1949985" y="38397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A1_bar_GT_10439">
            <a:extLst>
              <a:ext uri="{FF2B5EF4-FFF2-40B4-BE49-F238E27FC236}">
                <a16:creationId xmlns:a16="http://schemas.microsoft.com/office/drawing/2014/main" id="{07768CAD-39CE-4C03-A82A-87B8B53F5B03}"/>
              </a:ext>
            </a:extLst>
          </p:cNvPr>
          <p:cNvSpPr>
            <a:spLocks noGrp="1"/>
          </p:cNvSpPr>
          <p:nvPr/>
        </p:nvSpPr>
        <p:spPr>
          <a:xfrm>
            <a:off x="1965830" y="37386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A1_bar_GT_10440">
            <a:extLst>
              <a:ext uri="{FF2B5EF4-FFF2-40B4-BE49-F238E27FC236}">
                <a16:creationId xmlns:a16="http://schemas.microsoft.com/office/drawing/2014/main" id="{315E387C-E814-4B36-97D8-40FC9F95D0B5}"/>
              </a:ext>
            </a:extLst>
          </p:cNvPr>
          <p:cNvSpPr>
            <a:spLocks noGrp="1"/>
          </p:cNvSpPr>
          <p:nvPr/>
        </p:nvSpPr>
        <p:spPr>
          <a:xfrm>
            <a:off x="1815047" y="60414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A1_bar_GT_10441">
            <a:extLst>
              <a:ext uri="{FF2B5EF4-FFF2-40B4-BE49-F238E27FC236}">
                <a16:creationId xmlns:a16="http://schemas.microsoft.com/office/drawing/2014/main" id="{7DBEDF2F-761D-40FC-AE86-64F62DB62D1E}"/>
              </a:ext>
            </a:extLst>
          </p:cNvPr>
          <p:cNvSpPr>
            <a:spLocks noGrp="1"/>
          </p:cNvSpPr>
          <p:nvPr/>
        </p:nvSpPr>
        <p:spPr>
          <a:xfrm>
            <a:off x="1788133" y="433586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A1_bar_GT_10442">
            <a:extLst>
              <a:ext uri="{FF2B5EF4-FFF2-40B4-BE49-F238E27FC236}">
                <a16:creationId xmlns:a16="http://schemas.microsoft.com/office/drawing/2014/main" id="{985E30C9-80CD-4429-8D46-5DAB8ECB5021}"/>
              </a:ext>
            </a:extLst>
          </p:cNvPr>
          <p:cNvSpPr>
            <a:spLocks noGrp="1"/>
          </p:cNvSpPr>
          <p:nvPr/>
        </p:nvSpPr>
        <p:spPr>
          <a:xfrm>
            <a:off x="1895145" y="340869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A1_bar_GT_10443">
            <a:extLst>
              <a:ext uri="{FF2B5EF4-FFF2-40B4-BE49-F238E27FC236}">
                <a16:creationId xmlns:a16="http://schemas.microsoft.com/office/drawing/2014/main" id="{9F2FFB6E-C92E-4587-BE20-5FBA48F00766}"/>
              </a:ext>
            </a:extLst>
          </p:cNvPr>
          <p:cNvSpPr>
            <a:spLocks noGrp="1"/>
          </p:cNvSpPr>
          <p:nvPr/>
        </p:nvSpPr>
        <p:spPr>
          <a:xfrm>
            <a:off x="1797102" y="31287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A1_bar_GT_10444">
            <a:extLst>
              <a:ext uri="{FF2B5EF4-FFF2-40B4-BE49-F238E27FC236}">
                <a16:creationId xmlns:a16="http://schemas.microsoft.com/office/drawing/2014/main" id="{E480EE31-E8CD-4229-9CC6-EBD58B9D95E9}"/>
              </a:ext>
            </a:extLst>
          </p:cNvPr>
          <p:cNvSpPr>
            <a:spLocks noGrp="1"/>
          </p:cNvSpPr>
          <p:nvPr/>
        </p:nvSpPr>
        <p:spPr>
          <a:xfrm>
            <a:off x="1889635" y="43792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A1_bar_GT_10445">
            <a:extLst>
              <a:ext uri="{FF2B5EF4-FFF2-40B4-BE49-F238E27FC236}">
                <a16:creationId xmlns:a16="http://schemas.microsoft.com/office/drawing/2014/main" id="{D0CD2E59-5ACF-4527-A0E8-8B34B8C28D8B}"/>
              </a:ext>
            </a:extLst>
          </p:cNvPr>
          <p:cNvSpPr>
            <a:spLocks noGrp="1"/>
          </p:cNvSpPr>
          <p:nvPr/>
        </p:nvSpPr>
        <p:spPr>
          <a:xfrm>
            <a:off x="1842066" y="609776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A1_bar_GT_10446">
            <a:extLst>
              <a:ext uri="{FF2B5EF4-FFF2-40B4-BE49-F238E27FC236}">
                <a16:creationId xmlns:a16="http://schemas.microsoft.com/office/drawing/2014/main" id="{0FA54C0A-4472-43CD-8E74-302A11794569}"/>
              </a:ext>
            </a:extLst>
          </p:cNvPr>
          <p:cNvSpPr>
            <a:spLocks noGrp="1"/>
          </p:cNvSpPr>
          <p:nvPr/>
        </p:nvSpPr>
        <p:spPr>
          <a:xfrm>
            <a:off x="2020207" y="499029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A1_bar_GT_10447">
            <a:extLst>
              <a:ext uri="{FF2B5EF4-FFF2-40B4-BE49-F238E27FC236}">
                <a16:creationId xmlns:a16="http://schemas.microsoft.com/office/drawing/2014/main" id="{479A9FCF-8435-47C1-A770-1B31FE4BE261}"/>
              </a:ext>
            </a:extLst>
          </p:cNvPr>
          <p:cNvSpPr>
            <a:spLocks noGrp="1"/>
          </p:cNvSpPr>
          <p:nvPr/>
        </p:nvSpPr>
        <p:spPr>
          <a:xfrm>
            <a:off x="1996249" y="39354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A1_bar_GT_10448">
            <a:extLst>
              <a:ext uri="{FF2B5EF4-FFF2-40B4-BE49-F238E27FC236}">
                <a16:creationId xmlns:a16="http://schemas.microsoft.com/office/drawing/2014/main" id="{FD694F79-1674-4648-B6F5-F0EAC3563970}"/>
              </a:ext>
            </a:extLst>
          </p:cNvPr>
          <p:cNvSpPr>
            <a:spLocks noGrp="1"/>
          </p:cNvSpPr>
          <p:nvPr/>
        </p:nvSpPr>
        <p:spPr>
          <a:xfrm>
            <a:off x="1781319" y="38999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A1_bar_GT_10449">
            <a:extLst>
              <a:ext uri="{FF2B5EF4-FFF2-40B4-BE49-F238E27FC236}">
                <a16:creationId xmlns:a16="http://schemas.microsoft.com/office/drawing/2014/main" id="{16518479-530E-47DE-8AA8-513427A38479}"/>
              </a:ext>
            </a:extLst>
          </p:cNvPr>
          <p:cNvSpPr>
            <a:spLocks noGrp="1"/>
          </p:cNvSpPr>
          <p:nvPr/>
        </p:nvSpPr>
        <p:spPr>
          <a:xfrm>
            <a:off x="2010771" y="583896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A1_bar_GT_10450">
            <a:extLst>
              <a:ext uri="{FF2B5EF4-FFF2-40B4-BE49-F238E27FC236}">
                <a16:creationId xmlns:a16="http://schemas.microsoft.com/office/drawing/2014/main" id="{05B2F248-07EC-4EB5-988F-9AFC0307A7EC}"/>
              </a:ext>
            </a:extLst>
          </p:cNvPr>
          <p:cNvSpPr>
            <a:spLocks noGrp="1"/>
          </p:cNvSpPr>
          <p:nvPr/>
        </p:nvSpPr>
        <p:spPr>
          <a:xfrm>
            <a:off x="1996403" y="36915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A1_bar_GT_10451">
            <a:extLst>
              <a:ext uri="{FF2B5EF4-FFF2-40B4-BE49-F238E27FC236}">
                <a16:creationId xmlns:a16="http://schemas.microsoft.com/office/drawing/2014/main" id="{DDF82B9A-5BC8-4EE4-B439-7FEC0EFDB59D}"/>
              </a:ext>
            </a:extLst>
          </p:cNvPr>
          <p:cNvSpPr>
            <a:spLocks noGrp="1"/>
          </p:cNvSpPr>
          <p:nvPr/>
        </p:nvSpPr>
        <p:spPr>
          <a:xfrm>
            <a:off x="1867168" y="35738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A1_bar_GT_10452">
            <a:extLst>
              <a:ext uri="{FF2B5EF4-FFF2-40B4-BE49-F238E27FC236}">
                <a16:creationId xmlns:a16="http://schemas.microsoft.com/office/drawing/2014/main" id="{40B09A8C-842B-475D-A629-0ACD7E0E6CD0}"/>
              </a:ext>
            </a:extLst>
          </p:cNvPr>
          <p:cNvSpPr>
            <a:spLocks noGrp="1"/>
          </p:cNvSpPr>
          <p:nvPr/>
        </p:nvSpPr>
        <p:spPr>
          <a:xfrm>
            <a:off x="1836018" y="32236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A1_bar_GT_10453">
            <a:extLst>
              <a:ext uri="{FF2B5EF4-FFF2-40B4-BE49-F238E27FC236}">
                <a16:creationId xmlns:a16="http://schemas.microsoft.com/office/drawing/2014/main" id="{7F39BE3E-BCB7-4314-A757-D62387C568C3}"/>
              </a:ext>
            </a:extLst>
          </p:cNvPr>
          <p:cNvSpPr>
            <a:spLocks noGrp="1"/>
          </p:cNvSpPr>
          <p:nvPr/>
        </p:nvSpPr>
        <p:spPr>
          <a:xfrm>
            <a:off x="2007719" y="34208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A1_bar_GT_10454">
            <a:extLst>
              <a:ext uri="{FF2B5EF4-FFF2-40B4-BE49-F238E27FC236}">
                <a16:creationId xmlns:a16="http://schemas.microsoft.com/office/drawing/2014/main" id="{744854E8-1407-44D7-AFBD-9C89501FBAAA}"/>
              </a:ext>
            </a:extLst>
          </p:cNvPr>
          <p:cNvSpPr>
            <a:spLocks noGrp="1"/>
          </p:cNvSpPr>
          <p:nvPr/>
        </p:nvSpPr>
        <p:spPr>
          <a:xfrm>
            <a:off x="1922649" y="519795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A1_bar_GT_10455">
            <a:extLst>
              <a:ext uri="{FF2B5EF4-FFF2-40B4-BE49-F238E27FC236}">
                <a16:creationId xmlns:a16="http://schemas.microsoft.com/office/drawing/2014/main" id="{95832A2C-4132-4F34-B1BD-124B643978AF}"/>
              </a:ext>
            </a:extLst>
          </p:cNvPr>
          <p:cNvSpPr>
            <a:spLocks noGrp="1"/>
          </p:cNvSpPr>
          <p:nvPr/>
        </p:nvSpPr>
        <p:spPr>
          <a:xfrm>
            <a:off x="2018725" y="43012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A1_bar_GT_10456">
            <a:extLst>
              <a:ext uri="{FF2B5EF4-FFF2-40B4-BE49-F238E27FC236}">
                <a16:creationId xmlns:a16="http://schemas.microsoft.com/office/drawing/2014/main" id="{1579F06C-1D61-4B9F-B914-A9BFF9755A58}"/>
              </a:ext>
            </a:extLst>
          </p:cNvPr>
          <p:cNvSpPr>
            <a:spLocks noGrp="1"/>
          </p:cNvSpPr>
          <p:nvPr/>
        </p:nvSpPr>
        <p:spPr>
          <a:xfrm>
            <a:off x="1988869" y="47307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A1_bar_GT_10457">
            <a:extLst>
              <a:ext uri="{FF2B5EF4-FFF2-40B4-BE49-F238E27FC236}">
                <a16:creationId xmlns:a16="http://schemas.microsoft.com/office/drawing/2014/main" id="{EDBCFFA3-BEC3-4A98-A949-186B2F00304B}"/>
              </a:ext>
            </a:extLst>
          </p:cNvPr>
          <p:cNvSpPr>
            <a:spLocks noGrp="1"/>
          </p:cNvSpPr>
          <p:nvPr/>
        </p:nvSpPr>
        <p:spPr>
          <a:xfrm>
            <a:off x="1980097" y="45909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A1_bar_GT_10458">
            <a:extLst>
              <a:ext uri="{FF2B5EF4-FFF2-40B4-BE49-F238E27FC236}">
                <a16:creationId xmlns:a16="http://schemas.microsoft.com/office/drawing/2014/main" id="{08CD7B81-1E30-4962-9406-95157A02E545}"/>
              </a:ext>
            </a:extLst>
          </p:cNvPr>
          <p:cNvSpPr>
            <a:spLocks noGrp="1"/>
          </p:cNvSpPr>
          <p:nvPr/>
        </p:nvSpPr>
        <p:spPr>
          <a:xfrm>
            <a:off x="2008286" y="37970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A1_bar_GT_10459">
            <a:extLst>
              <a:ext uri="{FF2B5EF4-FFF2-40B4-BE49-F238E27FC236}">
                <a16:creationId xmlns:a16="http://schemas.microsoft.com/office/drawing/2014/main" id="{F8CB3AAD-42AA-4624-9C3E-7E2DF4815003}"/>
              </a:ext>
            </a:extLst>
          </p:cNvPr>
          <p:cNvSpPr>
            <a:spLocks noGrp="1"/>
          </p:cNvSpPr>
          <p:nvPr/>
        </p:nvSpPr>
        <p:spPr>
          <a:xfrm>
            <a:off x="1928477" y="3437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A1_bar_GT_10460">
            <a:extLst>
              <a:ext uri="{FF2B5EF4-FFF2-40B4-BE49-F238E27FC236}">
                <a16:creationId xmlns:a16="http://schemas.microsoft.com/office/drawing/2014/main" id="{F3964945-02FD-47F0-BCDC-5AA48048CE72}"/>
              </a:ext>
            </a:extLst>
          </p:cNvPr>
          <p:cNvSpPr>
            <a:spLocks noGrp="1"/>
          </p:cNvSpPr>
          <p:nvPr/>
        </p:nvSpPr>
        <p:spPr>
          <a:xfrm>
            <a:off x="1983529" y="477951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A1_bar_GT_10461">
            <a:extLst>
              <a:ext uri="{FF2B5EF4-FFF2-40B4-BE49-F238E27FC236}">
                <a16:creationId xmlns:a16="http://schemas.microsoft.com/office/drawing/2014/main" id="{2FCD1B95-8E1D-4A14-8589-36980522A55C}"/>
              </a:ext>
            </a:extLst>
          </p:cNvPr>
          <p:cNvSpPr>
            <a:spLocks noGrp="1"/>
          </p:cNvSpPr>
          <p:nvPr/>
        </p:nvSpPr>
        <p:spPr>
          <a:xfrm>
            <a:off x="1794427" y="353279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A1_bar_GT_10462">
            <a:extLst>
              <a:ext uri="{FF2B5EF4-FFF2-40B4-BE49-F238E27FC236}">
                <a16:creationId xmlns:a16="http://schemas.microsoft.com/office/drawing/2014/main" id="{E12C535A-2614-43D0-A84B-33BF52331F6B}"/>
              </a:ext>
            </a:extLst>
          </p:cNvPr>
          <p:cNvSpPr>
            <a:spLocks noGrp="1"/>
          </p:cNvSpPr>
          <p:nvPr/>
        </p:nvSpPr>
        <p:spPr>
          <a:xfrm>
            <a:off x="2004346" y="55838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A1_bar_GT_10463">
            <a:extLst>
              <a:ext uri="{FF2B5EF4-FFF2-40B4-BE49-F238E27FC236}">
                <a16:creationId xmlns:a16="http://schemas.microsoft.com/office/drawing/2014/main" id="{30DAB73F-39CB-49AE-8B6E-C7F42A71E023}"/>
              </a:ext>
            </a:extLst>
          </p:cNvPr>
          <p:cNvSpPr>
            <a:spLocks noGrp="1"/>
          </p:cNvSpPr>
          <p:nvPr/>
        </p:nvSpPr>
        <p:spPr>
          <a:xfrm>
            <a:off x="1899960" y="36721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A1_bar_GT_10464">
            <a:extLst>
              <a:ext uri="{FF2B5EF4-FFF2-40B4-BE49-F238E27FC236}">
                <a16:creationId xmlns:a16="http://schemas.microsoft.com/office/drawing/2014/main" id="{EB0AF13C-35EE-4D6C-B091-49238342C281}"/>
              </a:ext>
            </a:extLst>
          </p:cNvPr>
          <p:cNvSpPr>
            <a:spLocks noGrp="1"/>
          </p:cNvSpPr>
          <p:nvPr/>
        </p:nvSpPr>
        <p:spPr>
          <a:xfrm>
            <a:off x="1974263" y="435524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A1_bar_GT_10465">
            <a:extLst>
              <a:ext uri="{FF2B5EF4-FFF2-40B4-BE49-F238E27FC236}">
                <a16:creationId xmlns:a16="http://schemas.microsoft.com/office/drawing/2014/main" id="{629E823E-F024-426B-B220-4DFCE8DAB8BF}"/>
              </a:ext>
            </a:extLst>
          </p:cNvPr>
          <p:cNvSpPr>
            <a:spLocks noGrp="1"/>
          </p:cNvSpPr>
          <p:nvPr/>
        </p:nvSpPr>
        <p:spPr>
          <a:xfrm>
            <a:off x="1938067" y="32847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A1_bar_GT_10466">
            <a:extLst>
              <a:ext uri="{FF2B5EF4-FFF2-40B4-BE49-F238E27FC236}">
                <a16:creationId xmlns:a16="http://schemas.microsoft.com/office/drawing/2014/main" id="{34D34677-32F1-4E4C-AA50-2B2AE1357607}"/>
              </a:ext>
            </a:extLst>
          </p:cNvPr>
          <p:cNvSpPr>
            <a:spLocks noGrp="1"/>
          </p:cNvSpPr>
          <p:nvPr/>
        </p:nvSpPr>
        <p:spPr>
          <a:xfrm>
            <a:off x="1991387" y="34876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A1_bar_GT_10467">
            <a:extLst>
              <a:ext uri="{FF2B5EF4-FFF2-40B4-BE49-F238E27FC236}">
                <a16:creationId xmlns:a16="http://schemas.microsoft.com/office/drawing/2014/main" id="{B8F7FBC1-C800-4275-8998-CEA5C4515ADE}"/>
              </a:ext>
            </a:extLst>
          </p:cNvPr>
          <p:cNvSpPr>
            <a:spLocks noGrp="1"/>
          </p:cNvSpPr>
          <p:nvPr/>
        </p:nvSpPr>
        <p:spPr>
          <a:xfrm>
            <a:off x="1920699" y="39260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A1_bar_GT_10468">
            <a:extLst>
              <a:ext uri="{FF2B5EF4-FFF2-40B4-BE49-F238E27FC236}">
                <a16:creationId xmlns:a16="http://schemas.microsoft.com/office/drawing/2014/main" id="{9F1E5759-B624-436D-950A-B88A328259B4}"/>
              </a:ext>
            </a:extLst>
          </p:cNvPr>
          <p:cNvSpPr>
            <a:spLocks noGrp="1"/>
          </p:cNvSpPr>
          <p:nvPr/>
        </p:nvSpPr>
        <p:spPr>
          <a:xfrm>
            <a:off x="1871404" y="4593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A1_bar_GT_10469">
            <a:extLst>
              <a:ext uri="{FF2B5EF4-FFF2-40B4-BE49-F238E27FC236}">
                <a16:creationId xmlns:a16="http://schemas.microsoft.com/office/drawing/2014/main" id="{B715D97A-8C56-48E8-B7B7-13093DC7A11E}"/>
              </a:ext>
            </a:extLst>
          </p:cNvPr>
          <p:cNvSpPr>
            <a:spLocks noGrp="1"/>
          </p:cNvSpPr>
          <p:nvPr/>
        </p:nvSpPr>
        <p:spPr>
          <a:xfrm>
            <a:off x="1991285" y="488048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A1_bar_GT_10470">
            <a:extLst>
              <a:ext uri="{FF2B5EF4-FFF2-40B4-BE49-F238E27FC236}">
                <a16:creationId xmlns:a16="http://schemas.microsoft.com/office/drawing/2014/main" id="{86E05B96-A600-40C5-8EAC-EB3C7EAAF631}"/>
              </a:ext>
            </a:extLst>
          </p:cNvPr>
          <p:cNvSpPr>
            <a:spLocks noGrp="1"/>
          </p:cNvSpPr>
          <p:nvPr/>
        </p:nvSpPr>
        <p:spPr>
          <a:xfrm>
            <a:off x="1782755" y="445044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A1_bar_GT_10471">
            <a:extLst>
              <a:ext uri="{FF2B5EF4-FFF2-40B4-BE49-F238E27FC236}">
                <a16:creationId xmlns:a16="http://schemas.microsoft.com/office/drawing/2014/main" id="{C6208A57-A1BC-48FB-9A23-1A3347E54B0D}"/>
              </a:ext>
            </a:extLst>
          </p:cNvPr>
          <p:cNvSpPr>
            <a:spLocks noGrp="1"/>
          </p:cNvSpPr>
          <p:nvPr/>
        </p:nvSpPr>
        <p:spPr>
          <a:xfrm>
            <a:off x="1779309" y="3814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A1_bar_GT_10472">
            <a:extLst>
              <a:ext uri="{FF2B5EF4-FFF2-40B4-BE49-F238E27FC236}">
                <a16:creationId xmlns:a16="http://schemas.microsoft.com/office/drawing/2014/main" id="{1556AD6B-6FE8-4DC6-BBE5-FAD64B294E99}"/>
              </a:ext>
            </a:extLst>
          </p:cNvPr>
          <p:cNvSpPr>
            <a:spLocks noGrp="1"/>
          </p:cNvSpPr>
          <p:nvPr/>
        </p:nvSpPr>
        <p:spPr>
          <a:xfrm>
            <a:off x="1968898" y="34125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A1_bar_GT_10473">
            <a:extLst>
              <a:ext uri="{FF2B5EF4-FFF2-40B4-BE49-F238E27FC236}">
                <a16:creationId xmlns:a16="http://schemas.microsoft.com/office/drawing/2014/main" id="{8C68A90C-569E-4BBA-B466-3AD56F31368A}"/>
              </a:ext>
            </a:extLst>
          </p:cNvPr>
          <p:cNvSpPr>
            <a:spLocks noGrp="1"/>
          </p:cNvSpPr>
          <p:nvPr/>
        </p:nvSpPr>
        <p:spPr>
          <a:xfrm>
            <a:off x="1791530" y="45329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A1_bar_GT_10474">
            <a:extLst>
              <a:ext uri="{FF2B5EF4-FFF2-40B4-BE49-F238E27FC236}">
                <a16:creationId xmlns:a16="http://schemas.microsoft.com/office/drawing/2014/main" id="{D98A9B58-5A3A-498E-B15D-F5B4E7452EF2}"/>
              </a:ext>
            </a:extLst>
          </p:cNvPr>
          <p:cNvSpPr>
            <a:spLocks noGrp="1"/>
          </p:cNvSpPr>
          <p:nvPr/>
        </p:nvSpPr>
        <p:spPr>
          <a:xfrm>
            <a:off x="1795855" y="386705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A1_bar_GT_10475">
            <a:extLst>
              <a:ext uri="{FF2B5EF4-FFF2-40B4-BE49-F238E27FC236}">
                <a16:creationId xmlns:a16="http://schemas.microsoft.com/office/drawing/2014/main" id="{D8BD2925-CC4C-45AF-A591-2EE5BBA188F3}"/>
              </a:ext>
            </a:extLst>
          </p:cNvPr>
          <p:cNvSpPr>
            <a:spLocks noGrp="1"/>
          </p:cNvSpPr>
          <p:nvPr/>
        </p:nvSpPr>
        <p:spPr>
          <a:xfrm>
            <a:off x="1926885" y="345507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A1_bar_GT_10476">
            <a:extLst>
              <a:ext uri="{FF2B5EF4-FFF2-40B4-BE49-F238E27FC236}">
                <a16:creationId xmlns:a16="http://schemas.microsoft.com/office/drawing/2014/main" id="{ABADF9FC-B61F-4578-9858-00C23579E233}"/>
              </a:ext>
            </a:extLst>
          </p:cNvPr>
          <p:cNvSpPr>
            <a:spLocks noGrp="1"/>
          </p:cNvSpPr>
          <p:nvPr/>
        </p:nvSpPr>
        <p:spPr>
          <a:xfrm>
            <a:off x="1872615" y="439572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A1_bar_GT_10477">
            <a:extLst>
              <a:ext uri="{FF2B5EF4-FFF2-40B4-BE49-F238E27FC236}">
                <a16:creationId xmlns:a16="http://schemas.microsoft.com/office/drawing/2014/main" id="{E13CACE6-13A9-4753-822A-AF46EAC64998}"/>
              </a:ext>
            </a:extLst>
          </p:cNvPr>
          <p:cNvSpPr>
            <a:spLocks noGrp="1"/>
          </p:cNvSpPr>
          <p:nvPr/>
        </p:nvSpPr>
        <p:spPr>
          <a:xfrm>
            <a:off x="1936539" y="47036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A1_bar_GT_10478">
            <a:extLst>
              <a:ext uri="{FF2B5EF4-FFF2-40B4-BE49-F238E27FC236}">
                <a16:creationId xmlns:a16="http://schemas.microsoft.com/office/drawing/2014/main" id="{0C4B6BDC-099D-484A-859B-D9A3AC887497}"/>
              </a:ext>
            </a:extLst>
          </p:cNvPr>
          <p:cNvSpPr>
            <a:spLocks noGrp="1"/>
          </p:cNvSpPr>
          <p:nvPr/>
        </p:nvSpPr>
        <p:spPr>
          <a:xfrm>
            <a:off x="1843268" y="47401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A1_bar_GT_10479">
            <a:extLst>
              <a:ext uri="{FF2B5EF4-FFF2-40B4-BE49-F238E27FC236}">
                <a16:creationId xmlns:a16="http://schemas.microsoft.com/office/drawing/2014/main" id="{6843243C-C8D2-4688-866D-FDD9D5405F92}"/>
              </a:ext>
            </a:extLst>
          </p:cNvPr>
          <p:cNvSpPr>
            <a:spLocks noGrp="1"/>
          </p:cNvSpPr>
          <p:nvPr/>
        </p:nvSpPr>
        <p:spPr>
          <a:xfrm>
            <a:off x="1895028" y="483336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A1_bar_GT_10480">
            <a:extLst>
              <a:ext uri="{FF2B5EF4-FFF2-40B4-BE49-F238E27FC236}">
                <a16:creationId xmlns:a16="http://schemas.microsoft.com/office/drawing/2014/main" id="{B1821FB5-0550-4B13-96A5-3D44FCD460C6}"/>
              </a:ext>
            </a:extLst>
          </p:cNvPr>
          <p:cNvSpPr>
            <a:spLocks noGrp="1"/>
          </p:cNvSpPr>
          <p:nvPr/>
        </p:nvSpPr>
        <p:spPr>
          <a:xfrm>
            <a:off x="1847617" y="46661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A1_bar_GT_10481">
            <a:extLst>
              <a:ext uri="{FF2B5EF4-FFF2-40B4-BE49-F238E27FC236}">
                <a16:creationId xmlns:a16="http://schemas.microsoft.com/office/drawing/2014/main" id="{9DC34C6F-458F-487C-800B-7626D043B9E9}"/>
              </a:ext>
            </a:extLst>
          </p:cNvPr>
          <p:cNvSpPr>
            <a:spLocks noGrp="1"/>
          </p:cNvSpPr>
          <p:nvPr/>
        </p:nvSpPr>
        <p:spPr>
          <a:xfrm>
            <a:off x="356490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A1_bar_GT_10482">
            <a:extLst>
              <a:ext uri="{FF2B5EF4-FFF2-40B4-BE49-F238E27FC236}">
                <a16:creationId xmlns:a16="http://schemas.microsoft.com/office/drawing/2014/main" id="{DF4D06B2-2A8D-4A47-B5BE-B2D3AD09A881}"/>
              </a:ext>
            </a:extLst>
          </p:cNvPr>
          <p:cNvSpPr>
            <a:spLocks noGrp="1"/>
          </p:cNvSpPr>
          <p:nvPr/>
        </p:nvSpPr>
        <p:spPr>
          <a:xfrm>
            <a:off x="354597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A1_bar_GT_10483">
            <a:extLst>
              <a:ext uri="{FF2B5EF4-FFF2-40B4-BE49-F238E27FC236}">
                <a16:creationId xmlns:a16="http://schemas.microsoft.com/office/drawing/2014/main" id="{C7485C31-3645-4DC1-AEF8-BDAC1272E198}"/>
              </a:ext>
            </a:extLst>
          </p:cNvPr>
          <p:cNvSpPr>
            <a:spLocks noGrp="1"/>
          </p:cNvSpPr>
          <p:nvPr/>
        </p:nvSpPr>
        <p:spPr>
          <a:xfrm>
            <a:off x="34026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A1_bar_GT_10484">
            <a:extLst>
              <a:ext uri="{FF2B5EF4-FFF2-40B4-BE49-F238E27FC236}">
                <a16:creationId xmlns:a16="http://schemas.microsoft.com/office/drawing/2014/main" id="{AC5E2971-6083-4BDE-8650-7B51A284D681}"/>
              </a:ext>
            </a:extLst>
          </p:cNvPr>
          <p:cNvSpPr>
            <a:spLocks noGrp="1"/>
          </p:cNvSpPr>
          <p:nvPr/>
        </p:nvSpPr>
        <p:spPr>
          <a:xfrm>
            <a:off x="3478115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A1_bar_GT_10485">
            <a:extLst>
              <a:ext uri="{FF2B5EF4-FFF2-40B4-BE49-F238E27FC236}">
                <a16:creationId xmlns:a16="http://schemas.microsoft.com/office/drawing/2014/main" id="{3D393131-0863-4EDC-9088-6E5B4711820B}"/>
              </a:ext>
            </a:extLst>
          </p:cNvPr>
          <p:cNvSpPr>
            <a:spLocks noGrp="1"/>
          </p:cNvSpPr>
          <p:nvPr/>
        </p:nvSpPr>
        <p:spPr>
          <a:xfrm>
            <a:off x="336631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A1_bar_GT_10486">
            <a:extLst>
              <a:ext uri="{FF2B5EF4-FFF2-40B4-BE49-F238E27FC236}">
                <a16:creationId xmlns:a16="http://schemas.microsoft.com/office/drawing/2014/main" id="{E6C3A455-7C0D-451B-BF89-EE5619C5E2C9}"/>
              </a:ext>
            </a:extLst>
          </p:cNvPr>
          <p:cNvSpPr>
            <a:spLocks noGrp="1"/>
          </p:cNvSpPr>
          <p:nvPr/>
        </p:nvSpPr>
        <p:spPr>
          <a:xfrm>
            <a:off x="34234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A1_bar_GT_10487">
            <a:extLst>
              <a:ext uri="{FF2B5EF4-FFF2-40B4-BE49-F238E27FC236}">
                <a16:creationId xmlns:a16="http://schemas.microsoft.com/office/drawing/2014/main" id="{6A257170-C809-47A3-A85E-76239AA3B82D}"/>
              </a:ext>
            </a:extLst>
          </p:cNvPr>
          <p:cNvSpPr>
            <a:spLocks noGrp="1"/>
          </p:cNvSpPr>
          <p:nvPr/>
        </p:nvSpPr>
        <p:spPr>
          <a:xfrm>
            <a:off x="35363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A1_bar_GT_10488">
            <a:extLst>
              <a:ext uri="{FF2B5EF4-FFF2-40B4-BE49-F238E27FC236}">
                <a16:creationId xmlns:a16="http://schemas.microsoft.com/office/drawing/2014/main" id="{CF1FCBB0-9102-41F8-BF4F-644718D14A4A}"/>
              </a:ext>
            </a:extLst>
          </p:cNvPr>
          <p:cNvSpPr>
            <a:spLocks noGrp="1"/>
          </p:cNvSpPr>
          <p:nvPr/>
        </p:nvSpPr>
        <p:spPr>
          <a:xfrm>
            <a:off x="34977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A1_bar_GT_10489">
            <a:extLst>
              <a:ext uri="{FF2B5EF4-FFF2-40B4-BE49-F238E27FC236}">
                <a16:creationId xmlns:a16="http://schemas.microsoft.com/office/drawing/2014/main" id="{F7FA5560-9258-45AE-85A1-86580BCEB90A}"/>
              </a:ext>
            </a:extLst>
          </p:cNvPr>
          <p:cNvSpPr>
            <a:spLocks noGrp="1"/>
          </p:cNvSpPr>
          <p:nvPr/>
        </p:nvSpPr>
        <p:spPr>
          <a:xfrm>
            <a:off x="3347600" y="4419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A1_bar_GT_10490">
            <a:extLst>
              <a:ext uri="{FF2B5EF4-FFF2-40B4-BE49-F238E27FC236}">
                <a16:creationId xmlns:a16="http://schemas.microsoft.com/office/drawing/2014/main" id="{9822A584-C3E7-404E-9F28-5B48DB910F18}"/>
              </a:ext>
            </a:extLst>
          </p:cNvPr>
          <p:cNvSpPr>
            <a:spLocks noGrp="1"/>
          </p:cNvSpPr>
          <p:nvPr/>
        </p:nvSpPr>
        <p:spPr>
          <a:xfrm>
            <a:off x="34875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A1_bar_GT_10491">
            <a:extLst>
              <a:ext uri="{FF2B5EF4-FFF2-40B4-BE49-F238E27FC236}">
                <a16:creationId xmlns:a16="http://schemas.microsoft.com/office/drawing/2014/main" id="{FBE99F2D-B6B6-48CD-8F37-332D0EAA1C39}"/>
              </a:ext>
            </a:extLst>
          </p:cNvPr>
          <p:cNvSpPr>
            <a:spLocks noGrp="1"/>
          </p:cNvSpPr>
          <p:nvPr/>
        </p:nvSpPr>
        <p:spPr>
          <a:xfrm>
            <a:off x="3506567" y="34076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A1_bar_GT_10492">
            <a:extLst>
              <a:ext uri="{FF2B5EF4-FFF2-40B4-BE49-F238E27FC236}">
                <a16:creationId xmlns:a16="http://schemas.microsoft.com/office/drawing/2014/main" id="{47F9015A-2C97-4FD2-9053-4DA8F9C0CC08}"/>
              </a:ext>
            </a:extLst>
          </p:cNvPr>
          <p:cNvSpPr>
            <a:spLocks noGrp="1"/>
          </p:cNvSpPr>
          <p:nvPr/>
        </p:nvSpPr>
        <p:spPr>
          <a:xfrm>
            <a:off x="35875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A1_bar_GT_10493">
            <a:extLst>
              <a:ext uri="{FF2B5EF4-FFF2-40B4-BE49-F238E27FC236}">
                <a16:creationId xmlns:a16="http://schemas.microsoft.com/office/drawing/2014/main" id="{C00B3004-F2CD-4A5C-B07A-75EAFCF3D323}"/>
              </a:ext>
            </a:extLst>
          </p:cNvPr>
          <p:cNvSpPr>
            <a:spLocks noGrp="1"/>
          </p:cNvSpPr>
          <p:nvPr/>
        </p:nvSpPr>
        <p:spPr>
          <a:xfrm>
            <a:off x="358587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A1_bar_GT_10494">
            <a:extLst>
              <a:ext uri="{FF2B5EF4-FFF2-40B4-BE49-F238E27FC236}">
                <a16:creationId xmlns:a16="http://schemas.microsoft.com/office/drawing/2014/main" id="{7B713206-B5F2-48AB-8CCC-4560E1FB1AF3}"/>
              </a:ext>
            </a:extLst>
          </p:cNvPr>
          <p:cNvSpPr>
            <a:spLocks noGrp="1"/>
          </p:cNvSpPr>
          <p:nvPr/>
        </p:nvSpPr>
        <p:spPr>
          <a:xfrm>
            <a:off x="3424336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A1_bar_GT_10495">
            <a:extLst>
              <a:ext uri="{FF2B5EF4-FFF2-40B4-BE49-F238E27FC236}">
                <a16:creationId xmlns:a16="http://schemas.microsoft.com/office/drawing/2014/main" id="{B3ABE8F0-3BE9-459A-90CF-20ADD2026498}"/>
              </a:ext>
            </a:extLst>
          </p:cNvPr>
          <p:cNvSpPr>
            <a:spLocks noGrp="1"/>
          </p:cNvSpPr>
          <p:nvPr/>
        </p:nvSpPr>
        <p:spPr>
          <a:xfrm>
            <a:off x="346199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A1_bar_GT_10496">
            <a:extLst>
              <a:ext uri="{FF2B5EF4-FFF2-40B4-BE49-F238E27FC236}">
                <a16:creationId xmlns:a16="http://schemas.microsoft.com/office/drawing/2014/main" id="{F61AF4A5-1CC7-4081-96FE-48424793784B}"/>
              </a:ext>
            </a:extLst>
          </p:cNvPr>
          <p:cNvSpPr>
            <a:spLocks noGrp="1"/>
          </p:cNvSpPr>
          <p:nvPr/>
        </p:nvSpPr>
        <p:spPr>
          <a:xfrm>
            <a:off x="339419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A1_bar_GT_10497">
            <a:extLst>
              <a:ext uri="{FF2B5EF4-FFF2-40B4-BE49-F238E27FC236}">
                <a16:creationId xmlns:a16="http://schemas.microsoft.com/office/drawing/2014/main" id="{B3D0EB48-F1F9-4A26-8669-9159F84A2F37}"/>
              </a:ext>
            </a:extLst>
          </p:cNvPr>
          <p:cNvSpPr>
            <a:spLocks noGrp="1"/>
          </p:cNvSpPr>
          <p:nvPr/>
        </p:nvSpPr>
        <p:spPr>
          <a:xfrm>
            <a:off x="337324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A1_bar_GT_10498">
            <a:extLst>
              <a:ext uri="{FF2B5EF4-FFF2-40B4-BE49-F238E27FC236}">
                <a16:creationId xmlns:a16="http://schemas.microsoft.com/office/drawing/2014/main" id="{3545BE7B-1ABB-4B66-B32F-D380A44B3B8F}"/>
              </a:ext>
            </a:extLst>
          </p:cNvPr>
          <p:cNvSpPr>
            <a:spLocks noGrp="1"/>
          </p:cNvSpPr>
          <p:nvPr/>
        </p:nvSpPr>
        <p:spPr>
          <a:xfrm>
            <a:off x="35036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A1_bar_GT_10499">
            <a:extLst>
              <a:ext uri="{FF2B5EF4-FFF2-40B4-BE49-F238E27FC236}">
                <a16:creationId xmlns:a16="http://schemas.microsoft.com/office/drawing/2014/main" id="{16646197-8238-4905-8510-DB07E0AE053D}"/>
              </a:ext>
            </a:extLst>
          </p:cNvPr>
          <p:cNvSpPr>
            <a:spLocks noGrp="1"/>
          </p:cNvSpPr>
          <p:nvPr/>
        </p:nvSpPr>
        <p:spPr>
          <a:xfrm>
            <a:off x="3431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A1_bar_GT_10500">
            <a:extLst>
              <a:ext uri="{FF2B5EF4-FFF2-40B4-BE49-F238E27FC236}">
                <a16:creationId xmlns:a16="http://schemas.microsoft.com/office/drawing/2014/main" id="{CA257DEA-3FF2-4314-850B-A1E6B702106C}"/>
              </a:ext>
            </a:extLst>
          </p:cNvPr>
          <p:cNvSpPr>
            <a:spLocks noGrp="1"/>
          </p:cNvSpPr>
          <p:nvPr/>
        </p:nvSpPr>
        <p:spPr>
          <a:xfrm>
            <a:off x="35757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A1_bar_GT_10501">
            <a:extLst>
              <a:ext uri="{FF2B5EF4-FFF2-40B4-BE49-F238E27FC236}">
                <a16:creationId xmlns:a16="http://schemas.microsoft.com/office/drawing/2014/main" id="{F4FB2B80-7C83-4B36-84C8-D0B2A7FEBBA6}"/>
              </a:ext>
            </a:extLst>
          </p:cNvPr>
          <p:cNvSpPr>
            <a:spLocks noGrp="1"/>
          </p:cNvSpPr>
          <p:nvPr/>
        </p:nvSpPr>
        <p:spPr>
          <a:xfrm>
            <a:off x="3461795" y="4518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A1_bar_GT_10502">
            <a:extLst>
              <a:ext uri="{FF2B5EF4-FFF2-40B4-BE49-F238E27FC236}">
                <a16:creationId xmlns:a16="http://schemas.microsoft.com/office/drawing/2014/main" id="{3BBEDE01-7BE6-4989-8756-9724F95B06EB}"/>
              </a:ext>
            </a:extLst>
          </p:cNvPr>
          <p:cNvSpPr>
            <a:spLocks noGrp="1"/>
          </p:cNvSpPr>
          <p:nvPr/>
        </p:nvSpPr>
        <p:spPr>
          <a:xfrm>
            <a:off x="3398353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A1_bar_GT_10503">
            <a:extLst>
              <a:ext uri="{FF2B5EF4-FFF2-40B4-BE49-F238E27FC236}">
                <a16:creationId xmlns:a16="http://schemas.microsoft.com/office/drawing/2014/main" id="{D564A0BC-22D4-4ECD-AC09-F155AD30692F}"/>
              </a:ext>
            </a:extLst>
          </p:cNvPr>
          <p:cNvSpPr>
            <a:spLocks noGrp="1"/>
          </p:cNvSpPr>
          <p:nvPr/>
        </p:nvSpPr>
        <p:spPr>
          <a:xfrm>
            <a:off x="3541113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A1_bar_GT_10504">
            <a:extLst>
              <a:ext uri="{FF2B5EF4-FFF2-40B4-BE49-F238E27FC236}">
                <a16:creationId xmlns:a16="http://schemas.microsoft.com/office/drawing/2014/main" id="{06E09F17-DB31-4C0B-8D5C-D25C0F7ED459}"/>
              </a:ext>
            </a:extLst>
          </p:cNvPr>
          <p:cNvSpPr>
            <a:spLocks noGrp="1"/>
          </p:cNvSpPr>
          <p:nvPr/>
        </p:nvSpPr>
        <p:spPr>
          <a:xfrm>
            <a:off x="3556009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A1_bar_GT_10505">
            <a:extLst>
              <a:ext uri="{FF2B5EF4-FFF2-40B4-BE49-F238E27FC236}">
                <a16:creationId xmlns:a16="http://schemas.microsoft.com/office/drawing/2014/main" id="{E067B0DD-EC08-4C77-A53B-B040F0AF7C6D}"/>
              </a:ext>
            </a:extLst>
          </p:cNvPr>
          <p:cNvSpPr>
            <a:spLocks noGrp="1"/>
          </p:cNvSpPr>
          <p:nvPr/>
        </p:nvSpPr>
        <p:spPr>
          <a:xfrm>
            <a:off x="3442438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A1_bar_GT_10506">
            <a:extLst>
              <a:ext uri="{FF2B5EF4-FFF2-40B4-BE49-F238E27FC236}">
                <a16:creationId xmlns:a16="http://schemas.microsoft.com/office/drawing/2014/main" id="{E79821FE-5ACA-449C-A253-3DBCDDA5AFCC}"/>
              </a:ext>
            </a:extLst>
          </p:cNvPr>
          <p:cNvSpPr>
            <a:spLocks noGrp="1"/>
          </p:cNvSpPr>
          <p:nvPr/>
        </p:nvSpPr>
        <p:spPr>
          <a:xfrm>
            <a:off x="33711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A1_bar_GT_10507">
            <a:extLst>
              <a:ext uri="{FF2B5EF4-FFF2-40B4-BE49-F238E27FC236}">
                <a16:creationId xmlns:a16="http://schemas.microsoft.com/office/drawing/2014/main" id="{72F911FE-9860-45C7-9F2A-AA533428263F}"/>
              </a:ext>
            </a:extLst>
          </p:cNvPr>
          <p:cNvSpPr>
            <a:spLocks noGrp="1"/>
          </p:cNvSpPr>
          <p:nvPr/>
        </p:nvSpPr>
        <p:spPr>
          <a:xfrm>
            <a:off x="3346916" y="5400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A1_bar_GT_10508">
            <a:extLst>
              <a:ext uri="{FF2B5EF4-FFF2-40B4-BE49-F238E27FC236}">
                <a16:creationId xmlns:a16="http://schemas.microsoft.com/office/drawing/2014/main" id="{7A9A0DE8-773A-4F62-AA07-93C0FCACC0BB}"/>
              </a:ext>
            </a:extLst>
          </p:cNvPr>
          <p:cNvSpPr>
            <a:spLocks noGrp="1"/>
          </p:cNvSpPr>
          <p:nvPr/>
        </p:nvSpPr>
        <p:spPr>
          <a:xfrm>
            <a:off x="3580520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A1_bar_GT_10509">
            <a:extLst>
              <a:ext uri="{FF2B5EF4-FFF2-40B4-BE49-F238E27FC236}">
                <a16:creationId xmlns:a16="http://schemas.microsoft.com/office/drawing/2014/main" id="{ECA48764-117B-4371-80C2-FE5BAE87342D}"/>
              </a:ext>
            </a:extLst>
          </p:cNvPr>
          <p:cNvSpPr>
            <a:spLocks noGrp="1"/>
          </p:cNvSpPr>
          <p:nvPr/>
        </p:nvSpPr>
        <p:spPr>
          <a:xfrm>
            <a:off x="3468552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A1_bar_GT_10510">
            <a:extLst>
              <a:ext uri="{FF2B5EF4-FFF2-40B4-BE49-F238E27FC236}">
                <a16:creationId xmlns:a16="http://schemas.microsoft.com/office/drawing/2014/main" id="{A29CA4F3-CA1C-4C1E-99A6-8A73EE85A79D}"/>
              </a:ext>
            </a:extLst>
          </p:cNvPr>
          <p:cNvSpPr>
            <a:spLocks noGrp="1"/>
          </p:cNvSpPr>
          <p:nvPr/>
        </p:nvSpPr>
        <p:spPr>
          <a:xfrm>
            <a:off x="344822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A1_bar_GT_10511">
            <a:extLst>
              <a:ext uri="{FF2B5EF4-FFF2-40B4-BE49-F238E27FC236}">
                <a16:creationId xmlns:a16="http://schemas.microsoft.com/office/drawing/2014/main" id="{8841DEE6-E6EC-4B16-B987-F8E75BD5D753}"/>
              </a:ext>
            </a:extLst>
          </p:cNvPr>
          <p:cNvSpPr>
            <a:spLocks noGrp="1"/>
          </p:cNvSpPr>
          <p:nvPr/>
        </p:nvSpPr>
        <p:spPr>
          <a:xfrm>
            <a:off x="358905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A1_bar_GT_10512">
            <a:extLst>
              <a:ext uri="{FF2B5EF4-FFF2-40B4-BE49-F238E27FC236}">
                <a16:creationId xmlns:a16="http://schemas.microsoft.com/office/drawing/2014/main" id="{82F6FB2D-0A65-4887-8B48-A2F6F1F14A4E}"/>
              </a:ext>
            </a:extLst>
          </p:cNvPr>
          <p:cNvSpPr>
            <a:spLocks noGrp="1"/>
          </p:cNvSpPr>
          <p:nvPr/>
        </p:nvSpPr>
        <p:spPr>
          <a:xfrm>
            <a:off x="3535747" y="4747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A1_bar_GT_10513">
            <a:extLst>
              <a:ext uri="{FF2B5EF4-FFF2-40B4-BE49-F238E27FC236}">
                <a16:creationId xmlns:a16="http://schemas.microsoft.com/office/drawing/2014/main" id="{A2A489D3-4B47-4F08-A629-0AAE490BD236}"/>
              </a:ext>
            </a:extLst>
          </p:cNvPr>
          <p:cNvSpPr>
            <a:spLocks noGrp="1"/>
          </p:cNvSpPr>
          <p:nvPr/>
        </p:nvSpPr>
        <p:spPr>
          <a:xfrm>
            <a:off x="35346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A1_bar_GT_10514">
            <a:extLst>
              <a:ext uri="{FF2B5EF4-FFF2-40B4-BE49-F238E27FC236}">
                <a16:creationId xmlns:a16="http://schemas.microsoft.com/office/drawing/2014/main" id="{F815CD50-6949-4D7A-ADFF-2F908765541F}"/>
              </a:ext>
            </a:extLst>
          </p:cNvPr>
          <p:cNvSpPr>
            <a:spLocks noGrp="1"/>
          </p:cNvSpPr>
          <p:nvPr/>
        </p:nvSpPr>
        <p:spPr>
          <a:xfrm>
            <a:off x="3381800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A1_bar_GT_10515">
            <a:extLst>
              <a:ext uri="{FF2B5EF4-FFF2-40B4-BE49-F238E27FC236}">
                <a16:creationId xmlns:a16="http://schemas.microsoft.com/office/drawing/2014/main" id="{D480487D-7C58-4A5E-89DD-26DEB52E77BA}"/>
              </a:ext>
            </a:extLst>
          </p:cNvPr>
          <p:cNvSpPr>
            <a:spLocks noGrp="1"/>
          </p:cNvSpPr>
          <p:nvPr/>
        </p:nvSpPr>
        <p:spPr>
          <a:xfrm>
            <a:off x="343938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A1_bar_GT_10516">
            <a:extLst>
              <a:ext uri="{FF2B5EF4-FFF2-40B4-BE49-F238E27FC236}">
                <a16:creationId xmlns:a16="http://schemas.microsoft.com/office/drawing/2014/main" id="{706116F4-0CD8-492A-AF9F-57F96E0C7F8F}"/>
              </a:ext>
            </a:extLst>
          </p:cNvPr>
          <p:cNvSpPr>
            <a:spLocks noGrp="1"/>
          </p:cNvSpPr>
          <p:nvPr/>
        </p:nvSpPr>
        <p:spPr>
          <a:xfrm>
            <a:off x="352739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A1_bar_GT_10517">
            <a:extLst>
              <a:ext uri="{FF2B5EF4-FFF2-40B4-BE49-F238E27FC236}">
                <a16:creationId xmlns:a16="http://schemas.microsoft.com/office/drawing/2014/main" id="{8AB16E41-D620-4A12-B4DA-2DD6259B034D}"/>
              </a:ext>
            </a:extLst>
          </p:cNvPr>
          <p:cNvSpPr>
            <a:spLocks noGrp="1"/>
          </p:cNvSpPr>
          <p:nvPr/>
        </p:nvSpPr>
        <p:spPr>
          <a:xfrm>
            <a:off x="345247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A1_bar_GT_10518">
            <a:extLst>
              <a:ext uri="{FF2B5EF4-FFF2-40B4-BE49-F238E27FC236}">
                <a16:creationId xmlns:a16="http://schemas.microsoft.com/office/drawing/2014/main" id="{03F754E4-6E6E-4F6A-9A29-7A546465F59C}"/>
              </a:ext>
            </a:extLst>
          </p:cNvPr>
          <p:cNvSpPr>
            <a:spLocks noGrp="1"/>
          </p:cNvSpPr>
          <p:nvPr/>
        </p:nvSpPr>
        <p:spPr>
          <a:xfrm>
            <a:off x="35007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A1_bar_GT_10519">
            <a:extLst>
              <a:ext uri="{FF2B5EF4-FFF2-40B4-BE49-F238E27FC236}">
                <a16:creationId xmlns:a16="http://schemas.microsoft.com/office/drawing/2014/main" id="{DE7118EB-894E-493F-8328-FC214947CF91}"/>
              </a:ext>
            </a:extLst>
          </p:cNvPr>
          <p:cNvSpPr>
            <a:spLocks noGrp="1"/>
          </p:cNvSpPr>
          <p:nvPr/>
        </p:nvSpPr>
        <p:spPr>
          <a:xfrm>
            <a:off x="33421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A1_bar_GT_10520">
            <a:extLst>
              <a:ext uri="{FF2B5EF4-FFF2-40B4-BE49-F238E27FC236}">
                <a16:creationId xmlns:a16="http://schemas.microsoft.com/office/drawing/2014/main" id="{C20BDB43-9E6B-41CA-BEB9-D397EEF855B8}"/>
              </a:ext>
            </a:extLst>
          </p:cNvPr>
          <p:cNvSpPr>
            <a:spLocks noGrp="1"/>
          </p:cNvSpPr>
          <p:nvPr/>
        </p:nvSpPr>
        <p:spPr>
          <a:xfrm>
            <a:off x="34618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A1_bar_GT_10521">
            <a:extLst>
              <a:ext uri="{FF2B5EF4-FFF2-40B4-BE49-F238E27FC236}">
                <a16:creationId xmlns:a16="http://schemas.microsoft.com/office/drawing/2014/main" id="{C9234160-1E84-4B89-8CB2-30F2BC368E41}"/>
              </a:ext>
            </a:extLst>
          </p:cNvPr>
          <p:cNvSpPr>
            <a:spLocks noGrp="1"/>
          </p:cNvSpPr>
          <p:nvPr/>
        </p:nvSpPr>
        <p:spPr>
          <a:xfrm>
            <a:off x="3425843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A1_bar_GT_10522">
            <a:extLst>
              <a:ext uri="{FF2B5EF4-FFF2-40B4-BE49-F238E27FC236}">
                <a16:creationId xmlns:a16="http://schemas.microsoft.com/office/drawing/2014/main" id="{C76AB6A6-E54F-406F-B170-B1CA253611BD}"/>
              </a:ext>
            </a:extLst>
          </p:cNvPr>
          <p:cNvSpPr>
            <a:spLocks noGrp="1"/>
          </p:cNvSpPr>
          <p:nvPr/>
        </p:nvSpPr>
        <p:spPr>
          <a:xfrm>
            <a:off x="347240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A1_bar_GT_10523">
            <a:extLst>
              <a:ext uri="{FF2B5EF4-FFF2-40B4-BE49-F238E27FC236}">
                <a16:creationId xmlns:a16="http://schemas.microsoft.com/office/drawing/2014/main" id="{9498D937-51C8-4BC2-BC7A-2F608ED2A466}"/>
              </a:ext>
            </a:extLst>
          </p:cNvPr>
          <p:cNvSpPr>
            <a:spLocks noGrp="1"/>
          </p:cNvSpPr>
          <p:nvPr/>
        </p:nvSpPr>
        <p:spPr>
          <a:xfrm>
            <a:off x="33946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A1_bar_GT_10524">
            <a:extLst>
              <a:ext uri="{FF2B5EF4-FFF2-40B4-BE49-F238E27FC236}">
                <a16:creationId xmlns:a16="http://schemas.microsoft.com/office/drawing/2014/main" id="{32200486-85D1-4ACA-AEC7-314CDFC0733E}"/>
              </a:ext>
            </a:extLst>
          </p:cNvPr>
          <p:cNvSpPr>
            <a:spLocks noGrp="1"/>
          </p:cNvSpPr>
          <p:nvPr/>
        </p:nvSpPr>
        <p:spPr>
          <a:xfrm>
            <a:off x="337992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A1_bar_GT_10525">
            <a:extLst>
              <a:ext uri="{FF2B5EF4-FFF2-40B4-BE49-F238E27FC236}">
                <a16:creationId xmlns:a16="http://schemas.microsoft.com/office/drawing/2014/main" id="{141BA62A-DF28-435D-8EBD-8A6048D85DC4}"/>
              </a:ext>
            </a:extLst>
          </p:cNvPr>
          <p:cNvSpPr>
            <a:spLocks noGrp="1"/>
          </p:cNvSpPr>
          <p:nvPr/>
        </p:nvSpPr>
        <p:spPr>
          <a:xfrm>
            <a:off x="35316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A1_bar_GT_10526">
            <a:extLst>
              <a:ext uri="{FF2B5EF4-FFF2-40B4-BE49-F238E27FC236}">
                <a16:creationId xmlns:a16="http://schemas.microsoft.com/office/drawing/2014/main" id="{442F1CF7-55D3-4446-8B2C-6A4D497E8DCC}"/>
              </a:ext>
            </a:extLst>
          </p:cNvPr>
          <p:cNvSpPr>
            <a:spLocks noGrp="1"/>
          </p:cNvSpPr>
          <p:nvPr/>
        </p:nvSpPr>
        <p:spPr>
          <a:xfrm>
            <a:off x="337524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A1_bar_GT_10527">
            <a:extLst>
              <a:ext uri="{FF2B5EF4-FFF2-40B4-BE49-F238E27FC236}">
                <a16:creationId xmlns:a16="http://schemas.microsoft.com/office/drawing/2014/main" id="{86FF98A8-DBF9-4B57-8141-148B9F92DD5A}"/>
              </a:ext>
            </a:extLst>
          </p:cNvPr>
          <p:cNvSpPr>
            <a:spLocks noGrp="1"/>
          </p:cNvSpPr>
          <p:nvPr/>
        </p:nvSpPr>
        <p:spPr>
          <a:xfrm>
            <a:off x="338984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A1_bar_GT_10528">
            <a:extLst>
              <a:ext uri="{FF2B5EF4-FFF2-40B4-BE49-F238E27FC236}">
                <a16:creationId xmlns:a16="http://schemas.microsoft.com/office/drawing/2014/main" id="{4EF62C77-A321-4513-BC47-1339951A7503}"/>
              </a:ext>
            </a:extLst>
          </p:cNvPr>
          <p:cNvSpPr>
            <a:spLocks noGrp="1"/>
          </p:cNvSpPr>
          <p:nvPr/>
        </p:nvSpPr>
        <p:spPr>
          <a:xfrm>
            <a:off x="35330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A1_bar_GT_10529">
            <a:extLst>
              <a:ext uri="{FF2B5EF4-FFF2-40B4-BE49-F238E27FC236}">
                <a16:creationId xmlns:a16="http://schemas.microsoft.com/office/drawing/2014/main" id="{AB0F645C-729C-4A12-91F0-7007DD70DA9A}"/>
              </a:ext>
            </a:extLst>
          </p:cNvPr>
          <p:cNvSpPr>
            <a:spLocks noGrp="1"/>
          </p:cNvSpPr>
          <p:nvPr/>
        </p:nvSpPr>
        <p:spPr>
          <a:xfrm>
            <a:off x="35899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A1_bar_GT_10530">
            <a:extLst>
              <a:ext uri="{FF2B5EF4-FFF2-40B4-BE49-F238E27FC236}">
                <a16:creationId xmlns:a16="http://schemas.microsoft.com/office/drawing/2014/main" id="{29802D45-762E-4409-93B1-DF6EC94223A9}"/>
              </a:ext>
            </a:extLst>
          </p:cNvPr>
          <p:cNvSpPr>
            <a:spLocks noGrp="1"/>
          </p:cNvSpPr>
          <p:nvPr/>
        </p:nvSpPr>
        <p:spPr>
          <a:xfrm>
            <a:off x="3515154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A1_bar_GT_10531">
            <a:extLst>
              <a:ext uri="{FF2B5EF4-FFF2-40B4-BE49-F238E27FC236}">
                <a16:creationId xmlns:a16="http://schemas.microsoft.com/office/drawing/2014/main" id="{58A13802-BAFB-4873-8A77-35F21B4EED97}"/>
              </a:ext>
            </a:extLst>
          </p:cNvPr>
          <p:cNvSpPr>
            <a:spLocks noGrp="1"/>
          </p:cNvSpPr>
          <p:nvPr/>
        </p:nvSpPr>
        <p:spPr>
          <a:xfrm>
            <a:off x="3459370" y="33438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A1_bar_GT_10532">
            <a:extLst>
              <a:ext uri="{FF2B5EF4-FFF2-40B4-BE49-F238E27FC236}">
                <a16:creationId xmlns:a16="http://schemas.microsoft.com/office/drawing/2014/main" id="{4F1F7140-055D-4773-8E75-03DF415BE040}"/>
              </a:ext>
            </a:extLst>
          </p:cNvPr>
          <p:cNvSpPr>
            <a:spLocks noGrp="1"/>
          </p:cNvSpPr>
          <p:nvPr/>
        </p:nvSpPr>
        <p:spPr>
          <a:xfrm>
            <a:off x="34128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A1_bar_GT_10533">
            <a:extLst>
              <a:ext uri="{FF2B5EF4-FFF2-40B4-BE49-F238E27FC236}">
                <a16:creationId xmlns:a16="http://schemas.microsoft.com/office/drawing/2014/main" id="{472E8213-E1EA-4FB0-9FA5-0CA42E4B37C9}"/>
              </a:ext>
            </a:extLst>
          </p:cNvPr>
          <p:cNvSpPr>
            <a:spLocks noGrp="1"/>
          </p:cNvSpPr>
          <p:nvPr/>
        </p:nvSpPr>
        <p:spPr>
          <a:xfrm>
            <a:off x="3520831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A1_bar_GT_10534">
            <a:extLst>
              <a:ext uri="{FF2B5EF4-FFF2-40B4-BE49-F238E27FC236}">
                <a16:creationId xmlns:a16="http://schemas.microsoft.com/office/drawing/2014/main" id="{93E9032C-5001-45EA-8A3E-C84EA5D5A343}"/>
              </a:ext>
            </a:extLst>
          </p:cNvPr>
          <p:cNvSpPr>
            <a:spLocks noGrp="1"/>
          </p:cNvSpPr>
          <p:nvPr/>
        </p:nvSpPr>
        <p:spPr>
          <a:xfrm>
            <a:off x="3549612" y="3953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A1_bar_GT_10535">
            <a:extLst>
              <a:ext uri="{FF2B5EF4-FFF2-40B4-BE49-F238E27FC236}">
                <a16:creationId xmlns:a16="http://schemas.microsoft.com/office/drawing/2014/main" id="{FA64141E-ED66-4234-8744-8E0E36036BD7}"/>
              </a:ext>
            </a:extLst>
          </p:cNvPr>
          <p:cNvSpPr>
            <a:spLocks noGrp="1"/>
          </p:cNvSpPr>
          <p:nvPr/>
        </p:nvSpPr>
        <p:spPr>
          <a:xfrm>
            <a:off x="3544795" y="43233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A1_bar_GT_10536">
            <a:extLst>
              <a:ext uri="{FF2B5EF4-FFF2-40B4-BE49-F238E27FC236}">
                <a16:creationId xmlns:a16="http://schemas.microsoft.com/office/drawing/2014/main" id="{5DFE59B8-C3A9-4617-A6AA-098DAA287905}"/>
              </a:ext>
            </a:extLst>
          </p:cNvPr>
          <p:cNvSpPr>
            <a:spLocks noGrp="1"/>
          </p:cNvSpPr>
          <p:nvPr/>
        </p:nvSpPr>
        <p:spPr>
          <a:xfrm>
            <a:off x="3467940" y="39746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A1_bar_GT_10537">
            <a:extLst>
              <a:ext uri="{FF2B5EF4-FFF2-40B4-BE49-F238E27FC236}">
                <a16:creationId xmlns:a16="http://schemas.microsoft.com/office/drawing/2014/main" id="{DCC8C6C1-0018-41EC-8C7A-775106DF8CD5}"/>
              </a:ext>
            </a:extLst>
          </p:cNvPr>
          <p:cNvSpPr>
            <a:spLocks noGrp="1"/>
          </p:cNvSpPr>
          <p:nvPr/>
        </p:nvSpPr>
        <p:spPr>
          <a:xfrm>
            <a:off x="3387650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A1_bar_GT_10538">
            <a:extLst>
              <a:ext uri="{FF2B5EF4-FFF2-40B4-BE49-F238E27FC236}">
                <a16:creationId xmlns:a16="http://schemas.microsoft.com/office/drawing/2014/main" id="{796B7CC8-A1C8-40F8-8D76-762FC16AFF8F}"/>
              </a:ext>
            </a:extLst>
          </p:cNvPr>
          <p:cNvSpPr>
            <a:spLocks noGrp="1"/>
          </p:cNvSpPr>
          <p:nvPr/>
        </p:nvSpPr>
        <p:spPr>
          <a:xfrm>
            <a:off x="35732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A1_bar_GT_10539">
            <a:extLst>
              <a:ext uri="{FF2B5EF4-FFF2-40B4-BE49-F238E27FC236}">
                <a16:creationId xmlns:a16="http://schemas.microsoft.com/office/drawing/2014/main" id="{030AF4E4-E015-43DD-AE61-BA72F75105A8}"/>
              </a:ext>
            </a:extLst>
          </p:cNvPr>
          <p:cNvSpPr>
            <a:spLocks noGrp="1"/>
          </p:cNvSpPr>
          <p:nvPr/>
        </p:nvSpPr>
        <p:spPr>
          <a:xfrm>
            <a:off x="3393961" y="5991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A1_bar_GT_10540">
            <a:extLst>
              <a:ext uri="{FF2B5EF4-FFF2-40B4-BE49-F238E27FC236}">
                <a16:creationId xmlns:a16="http://schemas.microsoft.com/office/drawing/2014/main" id="{E3AD6226-CB4E-40FE-8A2E-CD18EB9F9195}"/>
              </a:ext>
            </a:extLst>
          </p:cNvPr>
          <p:cNvSpPr>
            <a:spLocks noGrp="1"/>
          </p:cNvSpPr>
          <p:nvPr/>
        </p:nvSpPr>
        <p:spPr>
          <a:xfrm>
            <a:off x="341234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A1_bar_GT_10541">
            <a:extLst>
              <a:ext uri="{FF2B5EF4-FFF2-40B4-BE49-F238E27FC236}">
                <a16:creationId xmlns:a16="http://schemas.microsoft.com/office/drawing/2014/main" id="{D4498AE3-C505-49E5-8211-14D0B7D676D0}"/>
              </a:ext>
            </a:extLst>
          </p:cNvPr>
          <p:cNvSpPr>
            <a:spLocks noGrp="1"/>
          </p:cNvSpPr>
          <p:nvPr/>
        </p:nvSpPr>
        <p:spPr>
          <a:xfrm>
            <a:off x="3358890" y="3602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A1_bar_GT_10542">
            <a:extLst>
              <a:ext uri="{FF2B5EF4-FFF2-40B4-BE49-F238E27FC236}">
                <a16:creationId xmlns:a16="http://schemas.microsoft.com/office/drawing/2014/main" id="{8BE9C575-1F2D-4B60-AB1C-DDD139FBAA0A}"/>
              </a:ext>
            </a:extLst>
          </p:cNvPr>
          <p:cNvSpPr>
            <a:spLocks noGrp="1"/>
          </p:cNvSpPr>
          <p:nvPr/>
        </p:nvSpPr>
        <p:spPr>
          <a:xfrm>
            <a:off x="359248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A1_bar_GT_10543">
            <a:extLst>
              <a:ext uri="{FF2B5EF4-FFF2-40B4-BE49-F238E27FC236}">
                <a16:creationId xmlns:a16="http://schemas.microsoft.com/office/drawing/2014/main" id="{6B44FE41-D9C5-4E66-807A-0761AE42E5C3}"/>
              </a:ext>
            </a:extLst>
          </p:cNvPr>
          <p:cNvSpPr>
            <a:spLocks noGrp="1"/>
          </p:cNvSpPr>
          <p:nvPr/>
        </p:nvSpPr>
        <p:spPr>
          <a:xfrm>
            <a:off x="34462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A1_bar_GT_10544">
            <a:extLst>
              <a:ext uri="{FF2B5EF4-FFF2-40B4-BE49-F238E27FC236}">
                <a16:creationId xmlns:a16="http://schemas.microsoft.com/office/drawing/2014/main" id="{FCBFA771-2A00-407C-81A1-A4AAA5AB1E0E}"/>
              </a:ext>
            </a:extLst>
          </p:cNvPr>
          <p:cNvSpPr>
            <a:spLocks noGrp="1"/>
          </p:cNvSpPr>
          <p:nvPr/>
        </p:nvSpPr>
        <p:spPr>
          <a:xfrm>
            <a:off x="33499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A1_bar_GT_10545">
            <a:extLst>
              <a:ext uri="{FF2B5EF4-FFF2-40B4-BE49-F238E27FC236}">
                <a16:creationId xmlns:a16="http://schemas.microsoft.com/office/drawing/2014/main" id="{984EA0B3-DE43-4660-9AA6-B1F2ACE4D32D}"/>
              </a:ext>
            </a:extLst>
          </p:cNvPr>
          <p:cNvSpPr>
            <a:spLocks noGrp="1"/>
          </p:cNvSpPr>
          <p:nvPr/>
        </p:nvSpPr>
        <p:spPr>
          <a:xfrm>
            <a:off x="34569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A1_bar_GT_10546">
            <a:extLst>
              <a:ext uri="{FF2B5EF4-FFF2-40B4-BE49-F238E27FC236}">
                <a16:creationId xmlns:a16="http://schemas.microsoft.com/office/drawing/2014/main" id="{E461E00C-96A4-4A6E-893B-5410C57A2CDC}"/>
              </a:ext>
            </a:extLst>
          </p:cNvPr>
          <p:cNvSpPr>
            <a:spLocks noGrp="1"/>
          </p:cNvSpPr>
          <p:nvPr/>
        </p:nvSpPr>
        <p:spPr>
          <a:xfrm>
            <a:off x="3381743" y="38965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A1_bar_GT_10547">
            <a:extLst>
              <a:ext uri="{FF2B5EF4-FFF2-40B4-BE49-F238E27FC236}">
                <a16:creationId xmlns:a16="http://schemas.microsoft.com/office/drawing/2014/main" id="{B134AA1A-DA05-41AE-869E-0D6D4884C252}"/>
              </a:ext>
            </a:extLst>
          </p:cNvPr>
          <p:cNvSpPr>
            <a:spLocks noGrp="1"/>
          </p:cNvSpPr>
          <p:nvPr/>
        </p:nvSpPr>
        <p:spPr>
          <a:xfrm>
            <a:off x="3383745" y="5760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A1_bar_GT_10548">
            <a:extLst>
              <a:ext uri="{FF2B5EF4-FFF2-40B4-BE49-F238E27FC236}">
                <a16:creationId xmlns:a16="http://schemas.microsoft.com/office/drawing/2014/main" id="{C0F5FC42-A63C-4EE0-8DCA-D1F605BDC75A}"/>
              </a:ext>
            </a:extLst>
          </p:cNvPr>
          <p:cNvSpPr>
            <a:spLocks noGrp="1"/>
          </p:cNvSpPr>
          <p:nvPr/>
        </p:nvSpPr>
        <p:spPr>
          <a:xfrm>
            <a:off x="353159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A1_bar_GT_10549">
            <a:extLst>
              <a:ext uri="{FF2B5EF4-FFF2-40B4-BE49-F238E27FC236}">
                <a16:creationId xmlns:a16="http://schemas.microsoft.com/office/drawing/2014/main" id="{CBD8546A-E501-4575-968F-9E53E9484180}"/>
              </a:ext>
            </a:extLst>
          </p:cNvPr>
          <p:cNvSpPr>
            <a:spLocks noGrp="1"/>
          </p:cNvSpPr>
          <p:nvPr/>
        </p:nvSpPr>
        <p:spPr>
          <a:xfrm>
            <a:off x="342683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A1_bar_GT_10550">
            <a:extLst>
              <a:ext uri="{FF2B5EF4-FFF2-40B4-BE49-F238E27FC236}">
                <a16:creationId xmlns:a16="http://schemas.microsoft.com/office/drawing/2014/main" id="{43626FB1-BD24-452B-969A-F45EC4ABA41C}"/>
              </a:ext>
            </a:extLst>
          </p:cNvPr>
          <p:cNvSpPr>
            <a:spLocks noGrp="1"/>
          </p:cNvSpPr>
          <p:nvPr/>
        </p:nvSpPr>
        <p:spPr>
          <a:xfrm>
            <a:off x="3362584" y="50809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A1_bar_GT_10551">
            <a:extLst>
              <a:ext uri="{FF2B5EF4-FFF2-40B4-BE49-F238E27FC236}">
                <a16:creationId xmlns:a16="http://schemas.microsoft.com/office/drawing/2014/main" id="{96DE7CAF-0E9F-4447-B1BD-B3ACD8CB1353}"/>
              </a:ext>
            </a:extLst>
          </p:cNvPr>
          <p:cNvSpPr>
            <a:spLocks noGrp="1"/>
          </p:cNvSpPr>
          <p:nvPr/>
        </p:nvSpPr>
        <p:spPr>
          <a:xfrm>
            <a:off x="357937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A1_bar_GT_10552">
            <a:extLst>
              <a:ext uri="{FF2B5EF4-FFF2-40B4-BE49-F238E27FC236}">
                <a16:creationId xmlns:a16="http://schemas.microsoft.com/office/drawing/2014/main" id="{2450FCDA-71D3-459C-BB4A-1318518BB7EB}"/>
              </a:ext>
            </a:extLst>
          </p:cNvPr>
          <p:cNvSpPr>
            <a:spLocks noGrp="1"/>
          </p:cNvSpPr>
          <p:nvPr/>
        </p:nvSpPr>
        <p:spPr>
          <a:xfrm>
            <a:off x="3459134" y="3107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A1_bar_GT_10553">
            <a:extLst>
              <a:ext uri="{FF2B5EF4-FFF2-40B4-BE49-F238E27FC236}">
                <a16:creationId xmlns:a16="http://schemas.microsoft.com/office/drawing/2014/main" id="{57D85E00-DDEA-4633-921F-13E27EC6BF6A}"/>
              </a:ext>
            </a:extLst>
          </p:cNvPr>
          <p:cNvSpPr>
            <a:spLocks noGrp="1"/>
          </p:cNvSpPr>
          <p:nvPr/>
        </p:nvSpPr>
        <p:spPr>
          <a:xfrm>
            <a:off x="3420560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A1_bar_GT_10554">
            <a:extLst>
              <a:ext uri="{FF2B5EF4-FFF2-40B4-BE49-F238E27FC236}">
                <a16:creationId xmlns:a16="http://schemas.microsoft.com/office/drawing/2014/main" id="{CA4568D8-C553-461A-A695-3006718762E4}"/>
              </a:ext>
            </a:extLst>
          </p:cNvPr>
          <p:cNvSpPr>
            <a:spLocks noGrp="1"/>
          </p:cNvSpPr>
          <p:nvPr/>
        </p:nvSpPr>
        <p:spPr>
          <a:xfrm>
            <a:off x="35790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A1_bar_GT_10555">
            <a:extLst>
              <a:ext uri="{FF2B5EF4-FFF2-40B4-BE49-F238E27FC236}">
                <a16:creationId xmlns:a16="http://schemas.microsoft.com/office/drawing/2014/main" id="{827DC7A4-0B3B-475E-982D-D80C41291428}"/>
              </a:ext>
            </a:extLst>
          </p:cNvPr>
          <p:cNvSpPr>
            <a:spLocks noGrp="1"/>
          </p:cNvSpPr>
          <p:nvPr/>
        </p:nvSpPr>
        <p:spPr>
          <a:xfrm>
            <a:off x="3477271" y="52270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A1_bar_GT_10556">
            <a:extLst>
              <a:ext uri="{FF2B5EF4-FFF2-40B4-BE49-F238E27FC236}">
                <a16:creationId xmlns:a16="http://schemas.microsoft.com/office/drawing/2014/main" id="{01567D93-C345-44AD-9265-541A86878539}"/>
              </a:ext>
            </a:extLst>
          </p:cNvPr>
          <p:cNvSpPr>
            <a:spLocks noGrp="1"/>
          </p:cNvSpPr>
          <p:nvPr/>
        </p:nvSpPr>
        <p:spPr>
          <a:xfrm>
            <a:off x="33480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A1_bar_GT_10557">
            <a:extLst>
              <a:ext uri="{FF2B5EF4-FFF2-40B4-BE49-F238E27FC236}">
                <a16:creationId xmlns:a16="http://schemas.microsoft.com/office/drawing/2014/main" id="{3F4EEF54-0662-4F90-B9B9-3398CC12CC39}"/>
              </a:ext>
            </a:extLst>
          </p:cNvPr>
          <p:cNvSpPr>
            <a:spLocks noGrp="1"/>
          </p:cNvSpPr>
          <p:nvPr/>
        </p:nvSpPr>
        <p:spPr>
          <a:xfrm>
            <a:off x="337754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A1_bar_GT_10558">
            <a:extLst>
              <a:ext uri="{FF2B5EF4-FFF2-40B4-BE49-F238E27FC236}">
                <a16:creationId xmlns:a16="http://schemas.microsoft.com/office/drawing/2014/main" id="{A5E63FA1-ED40-44CA-A617-2F1803338D6D}"/>
              </a:ext>
            </a:extLst>
          </p:cNvPr>
          <p:cNvSpPr>
            <a:spLocks noGrp="1"/>
          </p:cNvSpPr>
          <p:nvPr/>
        </p:nvSpPr>
        <p:spPr>
          <a:xfrm>
            <a:off x="3481202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A1_bar_GT_10559">
            <a:extLst>
              <a:ext uri="{FF2B5EF4-FFF2-40B4-BE49-F238E27FC236}">
                <a16:creationId xmlns:a16="http://schemas.microsoft.com/office/drawing/2014/main" id="{DF54E524-DB36-44AD-8264-0F65923D1AFA}"/>
              </a:ext>
            </a:extLst>
          </p:cNvPr>
          <p:cNvSpPr>
            <a:spLocks noGrp="1"/>
          </p:cNvSpPr>
          <p:nvPr/>
        </p:nvSpPr>
        <p:spPr>
          <a:xfrm>
            <a:off x="339301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A1_bar_GT_10560">
            <a:extLst>
              <a:ext uri="{FF2B5EF4-FFF2-40B4-BE49-F238E27FC236}">
                <a16:creationId xmlns:a16="http://schemas.microsoft.com/office/drawing/2014/main" id="{012F808D-1533-4C0E-9E14-62DB7CE7A818}"/>
              </a:ext>
            </a:extLst>
          </p:cNvPr>
          <p:cNvSpPr>
            <a:spLocks noGrp="1"/>
          </p:cNvSpPr>
          <p:nvPr/>
        </p:nvSpPr>
        <p:spPr>
          <a:xfrm>
            <a:off x="347506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A1_bar_GT_10561">
            <a:extLst>
              <a:ext uri="{FF2B5EF4-FFF2-40B4-BE49-F238E27FC236}">
                <a16:creationId xmlns:a16="http://schemas.microsoft.com/office/drawing/2014/main" id="{78C51C33-2908-4437-9672-ED06D0935F5F}"/>
              </a:ext>
            </a:extLst>
          </p:cNvPr>
          <p:cNvSpPr>
            <a:spLocks noGrp="1"/>
          </p:cNvSpPr>
          <p:nvPr/>
        </p:nvSpPr>
        <p:spPr>
          <a:xfrm>
            <a:off x="354163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A1_bar_GT_10562">
            <a:extLst>
              <a:ext uri="{FF2B5EF4-FFF2-40B4-BE49-F238E27FC236}">
                <a16:creationId xmlns:a16="http://schemas.microsoft.com/office/drawing/2014/main" id="{A36DE6A3-94BF-4AB0-9444-CCCEFB765B37}"/>
              </a:ext>
            </a:extLst>
          </p:cNvPr>
          <p:cNvSpPr>
            <a:spLocks noGrp="1"/>
          </p:cNvSpPr>
          <p:nvPr/>
        </p:nvSpPr>
        <p:spPr>
          <a:xfrm>
            <a:off x="340971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A1_bar_GT_10563">
            <a:extLst>
              <a:ext uri="{FF2B5EF4-FFF2-40B4-BE49-F238E27FC236}">
                <a16:creationId xmlns:a16="http://schemas.microsoft.com/office/drawing/2014/main" id="{D518C0F4-42E8-4CB4-B22A-76C5E54CBA44}"/>
              </a:ext>
            </a:extLst>
          </p:cNvPr>
          <p:cNvSpPr>
            <a:spLocks noGrp="1"/>
          </p:cNvSpPr>
          <p:nvPr/>
        </p:nvSpPr>
        <p:spPr>
          <a:xfrm>
            <a:off x="358082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A1_bar_GT_10564">
            <a:extLst>
              <a:ext uri="{FF2B5EF4-FFF2-40B4-BE49-F238E27FC236}">
                <a16:creationId xmlns:a16="http://schemas.microsoft.com/office/drawing/2014/main" id="{64EB9404-27EB-4E8B-8FDD-F7DCF2E93132}"/>
              </a:ext>
            </a:extLst>
          </p:cNvPr>
          <p:cNvSpPr>
            <a:spLocks noGrp="1"/>
          </p:cNvSpPr>
          <p:nvPr/>
        </p:nvSpPr>
        <p:spPr>
          <a:xfrm>
            <a:off x="35422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A1_bar_GT_10565">
            <a:extLst>
              <a:ext uri="{FF2B5EF4-FFF2-40B4-BE49-F238E27FC236}">
                <a16:creationId xmlns:a16="http://schemas.microsoft.com/office/drawing/2014/main" id="{CE2B5B66-BD4C-4ED0-A868-729A9C573C40}"/>
              </a:ext>
            </a:extLst>
          </p:cNvPr>
          <p:cNvSpPr>
            <a:spLocks noGrp="1"/>
          </p:cNvSpPr>
          <p:nvPr/>
        </p:nvSpPr>
        <p:spPr>
          <a:xfrm>
            <a:off x="3353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A1_bar_GT_10566">
            <a:extLst>
              <a:ext uri="{FF2B5EF4-FFF2-40B4-BE49-F238E27FC236}">
                <a16:creationId xmlns:a16="http://schemas.microsoft.com/office/drawing/2014/main" id="{7E1F3477-E391-4B75-B03D-1C68BD45C591}"/>
              </a:ext>
            </a:extLst>
          </p:cNvPr>
          <p:cNvSpPr>
            <a:spLocks noGrp="1"/>
          </p:cNvSpPr>
          <p:nvPr/>
        </p:nvSpPr>
        <p:spPr>
          <a:xfrm>
            <a:off x="3511856" y="53160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A1_bar_GT_10567">
            <a:extLst>
              <a:ext uri="{FF2B5EF4-FFF2-40B4-BE49-F238E27FC236}">
                <a16:creationId xmlns:a16="http://schemas.microsoft.com/office/drawing/2014/main" id="{8CE1A1BC-8051-4F1B-A77D-8430BC7917FE}"/>
              </a:ext>
            </a:extLst>
          </p:cNvPr>
          <p:cNvSpPr>
            <a:spLocks noGrp="1"/>
          </p:cNvSpPr>
          <p:nvPr/>
        </p:nvSpPr>
        <p:spPr>
          <a:xfrm>
            <a:off x="3585909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A1_bar_GT_10568">
            <a:extLst>
              <a:ext uri="{FF2B5EF4-FFF2-40B4-BE49-F238E27FC236}">
                <a16:creationId xmlns:a16="http://schemas.microsoft.com/office/drawing/2014/main" id="{92C27ED3-584B-4487-8C1C-9EE5A1D5D44E}"/>
              </a:ext>
            </a:extLst>
          </p:cNvPr>
          <p:cNvSpPr>
            <a:spLocks noGrp="1"/>
          </p:cNvSpPr>
          <p:nvPr/>
        </p:nvSpPr>
        <p:spPr>
          <a:xfrm>
            <a:off x="33491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A1_bar_GT_10569">
            <a:extLst>
              <a:ext uri="{FF2B5EF4-FFF2-40B4-BE49-F238E27FC236}">
                <a16:creationId xmlns:a16="http://schemas.microsoft.com/office/drawing/2014/main" id="{8E60AE06-C3B7-4CCC-83FA-6330B3A5EF83}"/>
              </a:ext>
            </a:extLst>
          </p:cNvPr>
          <p:cNvSpPr>
            <a:spLocks noGrp="1"/>
          </p:cNvSpPr>
          <p:nvPr/>
        </p:nvSpPr>
        <p:spPr>
          <a:xfrm>
            <a:off x="349980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A1_bar_GT_10570">
            <a:extLst>
              <a:ext uri="{FF2B5EF4-FFF2-40B4-BE49-F238E27FC236}">
                <a16:creationId xmlns:a16="http://schemas.microsoft.com/office/drawing/2014/main" id="{74A5032C-CC3A-4CAB-ABC7-578845CC0803}"/>
              </a:ext>
            </a:extLst>
          </p:cNvPr>
          <p:cNvSpPr>
            <a:spLocks noGrp="1"/>
          </p:cNvSpPr>
          <p:nvPr/>
        </p:nvSpPr>
        <p:spPr>
          <a:xfrm>
            <a:off x="35484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A1_bar_GT_10571">
            <a:extLst>
              <a:ext uri="{FF2B5EF4-FFF2-40B4-BE49-F238E27FC236}">
                <a16:creationId xmlns:a16="http://schemas.microsoft.com/office/drawing/2014/main" id="{741B0995-228C-4F54-96A3-F9703B7006EC}"/>
              </a:ext>
            </a:extLst>
          </p:cNvPr>
          <p:cNvSpPr>
            <a:spLocks noGrp="1"/>
          </p:cNvSpPr>
          <p:nvPr/>
        </p:nvSpPr>
        <p:spPr>
          <a:xfrm>
            <a:off x="3458868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A1_bar_GT_10572">
            <a:extLst>
              <a:ext uri="{FF2B5EF4-FFF2-40B4-BE49-F238E27FC236}">
                <a16:creationId xmlns:a16="http://schemas.microsoft.com/office/drawing/2014/main" id="{74B3A310-2070-451B-B370-14A77E0592F7}"/>
              </a:ext>
            </a:extLst>
          </p:cNvPr>
          <p:cNvSpPr>
            <a:spLocks noGrp="1"/>
          </p:cNvSpPr>
          <p:nvPr/>
        </p:nvSpPr>
        <p:spPr>
          <a:xfrm>
            <a:off x="344371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A1_bar_GT_10573">
            <a:extLst>
              <a:ext uri="{FF2B5EF4-FFF2-40B4-BE49-F238E27FC236}">
                <a16:creationId xmlns:a16="http://schemas.microsoft.com/office/drawing/2014/main" id="{807A6A4B-3B69-4AE5-983B-D534CF177F10}"/>
              </a:ext>
            </a:extLst>
          </p:cNvPr>
          <p:cNvSpPr>
            <a:spLocks noGrp="1"/>
          </p:cNvSpPr>
          <p:nvPr/>
        </p:nvSpPr>
        <p:spPr>
          <a:xfrm>
            <a:off x="35268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A1_bar_GT_10574">
            <a:extLst>
              <a:ext uri="{FF2B5EF4-FFF2-40B4-BE49-F238E27FC236}">
                <a16:creationId xmlns:a16="http://schemas.microsoft.com/office/drawing/2014/main" id="{56316B5C-145D-451B-AE87-E971590A7475}"/>
              </a:ext>
            </a:extLst>
          </p:cNvPr>
          <p:cNvSpPr>
            <a:spLocks noGrp="1"/>
          </p:cNvSpPr>
          <p:nvPr/>
        </p:nvSpPr>
        <p:spPr>
          <a:xfrm>
            <a:off x="35461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A1_bar_GT_10575">
            <a:extLst>
              <a:ext uri="{FF2B5EF4-FFF2-40B4-BE49-F238E27FC236}">
                <a16:creationId xmlns:a16="http://schemas.microsoft.com/office/drawing/2014/main" id="{C8CEEE47-77E8-41E0-BD65-6F6F128C420C}"/>
              </a:ext>
            </a:extLst>
          </p:cNvPr>
          <p:cNvSpPr>
            <a:spLocks noGrp="1"/>
          </p:cNvSpPr>
          <p:nvPr/>
        </p:nvSpPr>
        <p:spPr>
          <a:xfrm>
            <a:off x="337358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A1_bar_GT_10576">
            <a:extLst>
              <a:ext uri="{FF2B5EF4-FFF2-40B4-BE49-F238E27FC236}">
                <a16:creationId xmlns:a16="http://schemas.microsoft.com/office/drawing/2014/main" id="{71A81531-8259-4698-95BA-23916331069E}"/>
              </a:ext>
            </a:extLst>
          </p:cNvPr>
          <p:cNvSpPr>
            <a:spLocks noGrp="1"/>
          </p:cNvSpPr>
          <p:nvPr/>
        </p:nvSpPr>
        <p:spPr>
          <a:xfrm>
            <a:off x="33651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A1_bar_GT_10577">
            <a:extLst>
              <a:ext uri="{FF2B5EF4-FFF2-40B4-BE49-F238E27FC236}">
                <a16:creationId xmlns:a16="http://schemas.microsoft.com/office/drawing/2014/main" id="{1C8AFC60-BE9E-4E36-A2E7-13D124FFC876}"/>
              </a:ext>
            </a:extLst>
          </p:cNvPr>
          <p:cNvSpPr>
            <a:spLocks noGrp="1"/>
          </p:cNvSpPr>
          <p:nvPr/>
        </p:nvSpPr>
        <p:spPr>
          <a:xfrm>
            <a:off x="33581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A1_bar_GT_10578">
            <a:extLst>
              <a:ext uri="{FF2B5EF4-FFF2-40B4-BE49-F238E27FC236}">
                <a16:creationId xmlns:a16="http://schemas.microsoft.com/office/drawing/2014/main" id="{24569456-A8F1-49BB-A0E1-5AF971619E7C}"/>
              </a:ext>
            </a:extLst>
          </p:cNvPr>
          <p:cNvSpPr>
            <a:spLocks noGrp="1"/>
          </p:cNvSpPr>
          <p:nvPr/>
        </p:nvSpPr>
        <p:spPr>
          <a:xfrm>
            <a:off x="354936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A1_bar_GT_10579">
            <a:extLst>
              <a:ext uri="{FF2B5EF4-FFF2-40B4-BE49-F238E27FC236}">
                <a16:creationId xmlns:a16="http://schemas.microsoft.com/office/drawing/2014/main" id="{DC9FDBA1-B2EE-4C51-A109-54F2E089E109}"/>
              </a:ext>
            </a:extLst>
          </p:cNvPr>
          <p:cNvSpPr>
            <a:spLocks noGrp="1"/>
          </p:cNvSpPr>
          <p:nvPr/>
        </p:nvSpPr>
        <p:spPr>
          <a:xfrm>
            <a:off x="3568781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A1_bar_GT_10580">
            <a:extLst>
              <a:ext uri="{FF2B5EF4-FFF2-40B4-BE49-F238E27FC236}">
                <a16:creationId xmlns:a16="http://schemas.microsoft.com/office/drawing/2014/main" id="{D192A862-3A95-4C46-99C8-AAE97BE558C6}"/>
              </a:ext>
            </a:extLst>
          </p:cNvPr>
          <p:cNvSpPr>
            <a:spLocks noGrp="1"/>
          </p:cNvSpPr>
          <p:nvPr/>
        </p:nvSpPr>
        <p:spPr>
          <a:xfrm>
            <a:off x="3471926" y="37576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A1_bar_GT_10581">
            <a:extLst>
              <a:ext uri="{FF2B5EF4-FFF2-40B4-BE49-F238E27FC236}">
                <a16:creationId xmlns:a16="http://schemas.microsoft.com/office/drawing/2014/main" id="{D5660C8E-614B-40D0-9DFE-803F43BBC4BE}"/>
              </a:ext>
            </a:extLst>
          </p:cNvPr>
          <p:cNvSpPr>
            <a:spLocks noGrp="1"/>
          </p:cNvSpPr>
          <p:nvPr/>
        </p:nvSpPr>
        <p:spPr>
          <a:xfrm>
            <a:off x="3541191" y="3649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A1_bar_GT_10582">
            <a:extLst>
              <a:ext uri="{FF2B5EF4-FFF2-40B4-BE49-F238E27FC236}">
                <a16:creationId xmlns:a16="http://schemas.microsoft.com/office/drawing/2014/main" id="{5E0FE853-FB7A-4C2D-A96D-A3992EFC91DE}"/>
              </a:ext>
            </a:extLst>
          </p:cNvPr>
          <p:cNvSpPr>
            <a:spLocks noGrp="1"/>
          </p:cNvSpPr>
          <p:nvPr/>
        </p:nvSpPr>
        <p:spPr>
          <a:xfrm>
            <a:off x="35093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A1_bar_GT_10583">
            <a:extLst>
              <a:ext uri="{FF2B5EF4-FFF2-40B4-BE49-F238E27FC236}">
                <a16:creationId xmlns:a16="http://schemas.microsoft.com/office/drawing/2014/main" id="{74B0B0AC-B997-459E-8AB7-7A94E136DBCF}"/>
              </a:ext>
            </a:extLst>
          </p:cNvPr>
          <p:cNvSpPr>
            <a:spLocks noGrp="1"/>
          </p:cNvSpPr>
          <p:nvPr/>
        </p:nvSpPr>
        <p:spPr>
          <a:xfrm>
            <a:off x="338135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A1_bar_GT_10584">
            <a:extLst>
              <a:ext uri="{FF2B5EF4-FFF2-40B4-BE49-F238E27FC236}">
                <a16:creationId xmlns:a16="http://schemas.microsoft.com/office/drawing/2014/main" id="{55A623D0-83F6-4036-84EC-9D9DFECE61AB}"/>
              </a:ext>
            </a:extLst>
          </p:cNvPr>
          <p:cNvSpPr>
            <a:spLocks noGrp="1"/>
          </p:cNvSpPr>
          <p:nvPr/>
        </p:nvSpPr>
        <p:spPr>
          <a:xfrm>
            <a:off x="3579963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A1_bar_GT_10585">
            <a:extLst>
              <a:ext uri="{FF2B5EF4-FFF2-40B4-BE49-F238E27FC236}">
                <a16:creationId xmlns:a16="http://schemas.microsoft.com/office/drawing/2014/main" id="{A122ED64-9356-4B1D-A552-47120B524F55}"/>
              </a:ext>
            </a:extLst>
          </p:cNvPr>
          <p:cNvSpPr>
            <a:spLocks noGrp="1"/>
          </p:cNvSpPr>
          <p:nvPr/>
        </p:nvSpPr>
        <p:spPr>
          <a:xfrm>
            <a:off x="3515814" y="2969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A1_bar_GT_10586">
            <a:extLst>
              <a:ext uri="{FF2B5EF4-FFF2-40B4-BE49-F238E27FC236}">
                <a16:creationId xmlns:a16="http://schemas.microsoft.com/office/drawing/2014/main" id="{06292EBD-CE87-4C1A-9049-3A43EF18BB25}"/>
              </a:ext>
            </a:extLst>
          </p:cNvPr>
          <p:cNvSpPr>
            <a:spLocks noGrp="1"/>
          </p:cNvSpPr>
          <p:nvPr/>
        </p:nvSpPr>
        <p:spPr>
          <a:xfrm>
            <a:off x="3564035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A1_bar_GT_10587">
            <a:extLst>
              <a:ext uri="{FF2B5EF4-FFF2-40B4-BE49-F238E27FC236}">
                <a16:creationId xmlns:a16="http://schemas.microsoft.com/office/drawing/2014/main" id="{7371DB23-ED18-44CF-B4FD-ACA92CE41A45}"/>
              </a:ext>
            </a:extLst>
          </p:cNvPr>
          <p:cNvSpPr>
            <a:spLocks noGrp="1"/>
          </p:cNvSpPr>
          <p:nvPr/>
        </p:nvSpPr>
        <p:spPr>
          <a:xfrm>
            <a:off x="358280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A1_bar_GT_10588">
            <a:extLst>
              <a:ext uri="{FF2B5EF4-FFF2-40B4-BE49-F238E27FC236}">
                <a16:creationId xmlns:a16="http://schemas.microsoft.com/office/drawing/2014/main" id="{A6C56B70-45E7-4F80-8A11-F36B6514169F}"/>
              </a:ext>
            </a:extLst>
          </p:cNvPr>
          <p:cNvSpPr>
            <a:spLocks noGrp="1"/>
          </p:cNvSpPr>
          <p:nvPr/>
        </p:nvSpPr>
        <p:spPr>
          <a:xfrm>
            <a:off x="3511986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A1_bar_GT_10589">
            <a:extLst>
              <a:ext uri="{FF2B5EF4-FFF2-40B4-BE49-F238E27FC236}">
                <a16:creationId xmlns:a16="http://schemas.microsoft.com/office/drawing/2014/main" id="{78F07A70-5200-44D8-B04B-FD0A48A5F001}"/>
              </a:ext>
            </a:extLst>
          </p:cNvPr>
          <p:cNvSpPr>
            <a:spLocks noGrp="1"/>
          </p:cNvSpPr>
          <p:nvPr/>
        </p:nvSpPr>
        <p:spPr>
          <a:xfrm>
            <a:off x="352841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A1_bar_GT_10590">
            <a:extLst>
              <a:ext uri="{FF2B5EF4-FFF2-40B4-BE49-F238E27FC236}">
                <a16:creationId xmlns:a16="http://schemas.microsoft.com/office/drawing/2014/main" id="{7B8B6562-41B1-4B8E-86F2-F55D95EC15E5}"/>
              </a:ext>
            </a:extLst>
          </p:cNvPr>
          <p:cNvSpPr>
            <a:spLocks noGrp="1"/>
          </p:cNvSpPr>
          <p:nvPr/>
        </p:nvSpPr>
        <p:spPr>
          <a:xfrm>
            <a:off x="351397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A1_bar_GT_10591">
            <a:extLst>
              <a:ext uri="{FF2B5EF4-FFF2-40B4-BE49-F238E27FC236}">
                <a16:creationId xmlns:a16="http://schemas.microsoft.com/office/drawing/2014/main" id="{7097B185-6446-431F-ACD9-DE856516D0A8}"/>
              </a:ext>
            </a:extLst>
          </p:cNvPr>
          <p:cNvSpPr>
            <a:spLocks noGrp="1"/>
          </p:cNvSpPr>
          <p:nvPr/>
        </p:nvSpPr>
        <p:spPr>
          <a:xfrm>
            <a:off x="33827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A1_bar_GT_10592">
            <a:extLst>
              <a:ext uri="{FF2B5EF4-FFF2-40B4-BE49-F238E27FC236}">
                <a16:creationId xmlns:a16="http://schemas.microsoft.com/office/drawing/2014/main" id="{67B236F1-E33F-4100-A25A-8EDB36060ADC}"/>
              </a:ext>
            </a:extLst>
          </p:cNvPr>
          <p:cNvSpPr>
            <a:spLocks noGrp="1"/>
          </p:cNvSpPr>
          <p:nvPr/>
        </p:nvSpPr>
        <p:spPr>
          <a:xfrm>
            <a:off x="3440028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A1_bar_GT_10593">
            <a:extLst>
              <a:ext uri="{FF2B5EF4-FFF2-40B4-BE49-F238E27FC236}">
                <a16:creationId xmlns:a16="http://schemas.microsoft.com/office/drawing/2014/main" id="{0251CBD1-72E8-49E7-826E-8497B29C1954}"/>
              </a:ext>
            </a:extLst>
          </p:cNvPr>
          <p:cNvSpPr>
            <a:spLocks noGrp="1"/>
          </p:cNvSpPr>
          <p:nvPr/>
        </p:nvSpPr>
        <p:spPr>
          <a:xfrm>
            <a:off x="3370220" y="3828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A1_bar_GT_10594">
            <a:extLst>
              <a:ext uri="{FF2B5EF4-FFF2-40B4-BE49-F238E27FC236}">
                <a16:creationId xmlns:a16="http://schemas.microsoft.com/office/drawing/2014/main" id="{C6FAC8A3-B182-4D63-9DB2-C34AFE2DE5F7}"/>
              </a:ext>
            </a:extLst>
          </p:cNvPr>
          <p:cNvSpPr>
            <a:spLocks noGrp="1"/>
          </p:cNvSpPr>
          <p:nvPr/>
        </p:nvSpPr>
        <p:spPr>
          <a:xfrm>
            <a:off x="3398386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A1_bar_GT_10595">
            <a:extLst>
              <a:ext uri="{FF2B5EF4-FFF2-40B4-BE49-F238E27FC236}">
                <a16:creationId xmlns:a16="http://schemas.microsoft.com/office/drawing/2014/main" id="{E9C4C46B-86A2-4610-A240-92F455673A83}"/>
              </a:ext>
            </a:extLst>
          </p:cNvPr>
          <p:cNvSpPr>
            <a:spLocks noGrp="1"/>
          </p:cNvSpPr>
          <p:nvPr/>
        </p:nvSpPr>
        <p:spPr>
          <a:xfrm>
            <a:off x="3586277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A1_bar_GT_10596">
            <a:extLst>
              <a:ext uri="{FF2B5EF4-FFF2-40B4-BE49-F238E27FC236}">
                <a16:creationId xmlns:a16="http://schemas.microsoft.com/office/drawing/2014/main" id="{436A50B0-56ED-4E13-B67A-B8F3EE5E66B2}"/>
              </a:ext>
            </a:extLst>
          </p:cNvPr>
          <p:cNvSpPr>
            <a:spLocks noGrp="1"/>
          </p:cNvSpPr>
          <p:nvPr/>
        </p:nvSpPr>
        <p:spPr>
          <a:xfrm>
            <a:off x="347042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A1_bar_GT_10597">
            <a:extLst>
              <a:ext uri="{FF2B5EF4-FFF2-40B4-BE49-F238E27FC236}">
                <a16:creationId xmlns:a16="http://schemas.microsoft.com/office/drawing/2014/main" id="{A367B8C3-7863-47FA-ACDE-1857A3671E2B}"/>
              </a:ext>
            </a:extLst>
          </p:cNvPr>
          <p:cNvSpPr>
            <a:spLocks noGrp="1"/>
          </p:cNvSpPr>
          <p:nvPr/>
        </p:nvSpPr>
        <p:spPr>
          <a:xfrm>
            <a:off x="3425642" y="41696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A1_bar_GT_10598">
            <a:extLst>
              <a:ext uri="{FF2B5EF4-FFF2-40B4-BE49-F238E27FC236}">
                <a16:creationId xmlns:a16="http://schemas.microsoft.com/office/drawing/2014/main" id="{28D71B1E-6C27-44CB-A3B7-B1C07130C716}"/>
              </a:ext>
            </a:extLst>
          </p:cNvPr>
          <p:cNvSpPr>
            <a:spLocks noGrp="1"/>
          </p:cNvSpPr>
          <p:nvPr/>
        </p:nvSpPr>
        <p:spPr>
          <a:xfrm>
            <a:off x="33745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A1_bar_GT_10599">
            <a:extLst>
              <a:ext uri="{FF2B5EF4-FFF2-40B4-BE49-F238E27FC236}">
                <a16:creationId xmlns:a16="http://schemas.microsoft.com/office/drawing/2014/main" id="{1A0AD88E-B0D1-4777-8757-6F30E3C85F3F}"/>
              </a:ext>
            </a:extLst>
          </p:cNvPr>
          <p:cNvSpPr>
            <a:spLocks noGrp="1"/>
          </p:cNvSpPr>
          <p:nvPr/>
        </p:nvSpPr>
        <p:spPr>
          <a:xfrm>
            <a:off x="35395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A1_bar_GT_10600">
            <a:extLst>
              <a:ext uri="{FF2B5EF4-FFF2-40B4-BE49-F238E27FC236}">
                <a16:creationId xmlns:a16="http://schemas.microsoft.com/office/drawing/2014/main" id="{B0136889-8657-4238-9102-5DC858364EBA}"/>
              </a:ext>
            </a:extLst>
          </p:cNvPr>
          <p:cNvSpPr>
            <a:spLocks noGrp="1"/>
          </p:cNvSpPr>
          <p:nvPr/>
        </p:nvSpPr>
        <p:spPr>
          <a:xfrm>
            <a:off x="34648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A1_bar_GT_10601">
            <a:extLst>
              <a:ext uri="{FF2B5EF4-FFF2-40B4-BE49-F238E27FC236}">
                <a16:creationId xmlns:a16="http://schemas.microsoft.com/office/drawing/2014/main" id="{8566CF4D-431C-4172-806B-ED2EE4246B43}"/>
              </a:ext>
            </a:extLst>
          </p:cNvPr>
          <p:cNvSpPr>
            <a:spLocks noGrp="1"/>
          </p:cNvSpPr>
          <p:nvPr/>
        </p:nvSpPr>
        <p:spPr>
          <a:xfrm>
            <a:off x="351722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A1_bar_GT_10602">
            <a:extLst>
              <a:ext uri="{FF2B5EF4-FFF2-40B4-BE49-F238E27FC236}">
                <a16:creationId xmlns:a16="http://schemas.microsoft.com/office/drawing/2014/main" id="{C63A60CD-84D4-4C48-90FB-A81E66CE58D7}"/>
              </a:ext>
            </a:extLst>
          </p:cNvPr>
          <p:cNvSpPr>
            <a:spLocks noGrp="1"/>
          </p:cNvSpPr>
          <p:nvPr/>
        </p:nvSpPr>
        <p:spPr>
          <a:xfrm>
            <a:off x="3540862" y="4208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A1_bar_GT_10603">
            <a:extLst>
              <a:ext uri="{FF2B5EF4-FFF2-40B4-BE49-F238E27FC236}">
                <a16:creationId xmlns:a16="http://schemas.microsoft.com/office/drawing/2014/main" id="{DAAD5806-DCA1-418B-A999-134C0C5D5776}"/>
              </a:ext>
            </a:extLst>
          </p:cNvPr>
          <p:cNvSpPr>
            <a:spLocks noGrp="1"/>
          </p:cNvSpPr>
          <p:nvPr/>
        </p:nvSpPr>
        <p:spPr>
          <a:xfrm>
            <a:off x="35037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A1_bar_GT_10604">
            <a:extLst>
              <a:ext uri="{FF2B5EF4-FFF2-40B4-BE49-F238E27FC236}">
                <a16:creationId xmlns:a16="http://schemas.microsoft.com/office/drawing/2014/main" id="{C57310C7-628B-433A-9D0F-FF4E2ACEC3DA}"/>
              </a:ext>
            </a:extLst>
          </p:cNvPr>
          <p:cNvSpPr>
            <a:spLocks noGrp="1"/>
          </p:cNvSpPr>
          <p:nvPr/>
        </p:nvSpPr>
        <p:spPr>
          <a:xfrm>
            <a:off x="3376782" y="50907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A1_bar_GT_10605">
            <a:extLst>
              <a:ext uri="{FF2B5EF4-FFF2-40B4-BE49-F238E27FC236}">
                <a16:creationId xmlns:a16="http://schemas.microsoft.com/office/drawing/2014/main" id="{E563CBD1-2248-486E-8107-E3A4ABE9ECDF}"/>
              </a:ext>
            </a:extLst>
          </p:cNvPr>
          <p:cNvSpPr>
            <a:spLocks noGrp="1"/>
          </p:cNvSpPr>
          <p:nvPr/>
        </p:nvSpPr>
        <p:spPr>
          <a:xfrm>
            <a:off x="34776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A1_bar_GT_10606">
            <a:extLst>
              <a:ext uri="{FF2B5EF4-FFF2-40B4-BE49-F238E27FC236}">
                <a16:creationId xmlns:a16="http://schemas.microsoft.com/office/drawing/2014/main" id="{3939F347-D178-4F6B-AD7C-BF3E6819A85F}"/>
              </a:ext>
            </a:extLst>
          </p:cNvPr>
          <p:cNvSpPr>
            <a:spLocks noGrp="1"/>
          </p:cNvSpPr>
          <p:nvPr/>
        </p:nvSpPr>
        <p:spPr>
          <a:xfrm>
            <a:off x="34022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A1_bar_GT_10607">
            <a:extLst>
              <a:ext uri="{FF2B5EF4-FFF2-40B4-BE49-F238E27FC236}">
                <a16:creationId xmlns:a16="http://schemas.microsoft.com/office/drawing/2014/main" id="{3B2523A3-84C4-4EBD-9935-A5225EAB6088}"/>
              </a:ext>
            </a:extLst>
          </p:cNvPr>
          <p:cNvSpPr>
            <a:spLocks noGrp="1"/>
          </p:cNvSpPr>
          <p:nvPr/>
        </p:nvSpPr>
        <p:spPr>
          <a:xfrm>
            <a:off x="3483032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A1_bar_GT_10608">
            <a:extLst>
              <a:ext uri="{FF2B5EF4-FFF2-40B4-BE49-F238E27FC236}">
                <a16:creationId xmlns:a16="http://schemas.microsoft.com/office/drawing/2014/main" id="{B50B33B9-DC81-4C21-85D7-398B5E763475}"/>
              </a:ext>
            </a:extLst>
          </p:cNvPr>
          <p:cNvSpPr>
            <a:spLocks noGrp="1"/>
          </p:cNvSpPr>
          <p:nvPr/>
        </p:nvSpPr>
        <p:spPr>
          <a:xfrm>
            <a:off x="34269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A1_bar_GT_10609">
            <a:extLst>
              <a:ext uri="{FF2B5EF4-FFF2-40B4-BE49-F238E27FC236}">
                <a16:creationId xmlns:a16="http://schemas.microsoft.com/office/drawing/2014/main" id="{CE448039-9BF0-47B2-8155-FC3617427BE7}"/>
              </a:ext>
            </a:extLst>
          </p:cNvPr>
          <p:cNvSpPr>
            <a:spLocks noGrp="1"/>
          </p:cNvSpPr>
          <p:nvPr/>
        </p:nvSpPr>
        <p:spPr>
          <a:xfrm>
            <a:off x="35950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A1_bar_GT_10610">
            <a:extLst>
              <a:ext uri="{FF2B5EF4-FFF2-40B4-BE49-F238E27FC236}">
                <a16:creationId xmlns:a16="http://schemas.microsoft.com/office/drawing/2014/main" id="{B7827375-D1BE-4858-9FC5-7CA2C9F587E0}"/>
              </a:ext>
            </a:extLst>
          </p:cNvPr>
          <p:cNvSpPr>
            <a:spLocks noGrp="1"/>
          </p:cNvSpPr>
          <p:nvPr/>
        </p:nvSpPr>
        <p:spPr>
          <a:xfrm>
            <a:off x="355463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A1_bar_GT_10611">
            <a:extLst>
              <a:ext uri="{FF2B5EF4-FFF2-40B4-BE49-F238E27FC236}">
                <a16:creationId xmlns:a16="http://schemas.microsoft.com/office/drawing/2014/main" id="{6C173279-0B83-4F52-AC3F-B3AAB37A7ADC}"/>
              </a:ext>
            </a:extLst>
          </p:cNvPr>
          <p:cNvSpPr>
            <a:spLocks noGrp="1"/>
          </p:cNvSpPr>
          <p:nvPr/>
        </p:nvSpPr>
        <p:spPr>
          <a:xfrm>
            <a:off x="3475385" y="55770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A1_bar_GT_10612">
            <a:extLst>
              <a:ext uri="{FF2B5EF4-FFF2-40B4-BE49-F238E27FC236}">
                <a16:creationId xmlns:a16="http://schemas.microsoft.com/office/drawing/2014/main" id="{883CCC00-8941-4392-9F52-AD70FAE6EF77}"/>
              </a:ext>
            </a:extLst>
          </p:cNvPr>
          <p:cNvSpPr>
            <a:spLocks noGrp="1"/>
          </p:cNvSpPr>
          <p:nvPr/>
        </p:nvSpPr>
        <p:spPr>
          <a:xfrm>
            <a:off x="345503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A1_bar_GT_10613">
            <a:extLst>
              <a:ext uri="{FF2B5EF4-FFF2-40B4-BE49-F238E27FC236}">
                <a16:creationId xmlns:a16="http://schemas.microsoft.com/office/drawing/2014/main" id="{114BEEE4-CEB3-49AA-B6AF-7F3F2C81355F}"/>
              </a:ext>
            </a:extLst>
          </p:cNvPr>
          <p:cNvSpPr>
            <a:spLocks noGrp="1"/>
          </p:cNvSpPr>
          <p:nvPr/>
        </p:nvSpPr>
        <p:spPr>
          <a:xfrm>
            <a:off x="35116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A1_bar_GT_10614">
            <a:extLst>
              <a:ext uri="{FF2B5EF4-FFF2-40B4-BE49-F238E27FC236}">
                <a16:creationId xmlns:a16="http://schemas.microsoft.com/office/drawing/2014/main" id="{00DC3136-A14A-497E-B1B9-2DB4D133CF43}"/>
              </a:ext>
            </a:extLst>
          </p:cNvPr>
          <p:cNvSpPr>
            <a:spLocks noGrp="1"/>
          </p:cNvSpPr>
          <p:nvPr/>
        </p:nvSpPr>
        <p:spPr>
          <a:xfrm>
            <a:off x="336579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A1_bar_GT_10615">
            <a:extLst>
              <a:ext uri="{FF2B5EF4-FFF2-40B4-BE49-F238E27FC236}">
                <a16:creationId xmlns:a16="http://schemas.microsoft.com/office/drawing/2014/main" id="{12498281-EE3F-4FC7-AE90-DBC080C9B4A7}"/>
              </a:ext>
            </a:extLst>
          </p:cNvPr>
          <p:cNvSpPr>
            <a:spLocks noGrp="1"/>
          </p:cNvSpPr>
          <p:nvPr/>
        </p:nvSpPr>
        <p:spPr>
          <a:xfrm>
            <a:off x="3437888" y="46138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A1_bar_GT_10616">
            <a:extLst>
              <a:ext uri="{FF2B5EF4-FFF2-40B4-BE49-F238E27FC236}">
                <a16:creationId xmlns:a16="http://schemas.microsoft.com/office/drawing/2014/main" id="{CE4375BD-8565-4DE6-A903-4F9E5DB1C19C}"/>
              </a:ext>
            </a:extLst>
          </p:cNvPr>
          <p:cNvSpPr>
            <a:spLocks noGrp="1"/>
          </p:cNvSpPr>
          <p:nvPr/>
        </p:nvSpPr>
        <p:spPr>
          <a:xfrm>
            <a:off x="34461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A1_bar_GT_10617">
            <a:extLst>
              <a:ext uri="{FF2B5EF4-FFF2-40B4-BE49-F238E27FC236}">
                <a16:creationId xmlns:a16="http://schemas.microsoft.com/office/drawing/2014/main" id="{E79CFDD1-30AF-477A-872B-E268CB049E33}"/>
              </a:ext>
            </a:extLst>
          </p:cNvPr>
          <p:cNvSpPr>
            <a:spLocks noGrp="1"/>
          </p:cNvSpPr>
          <p:nvPr/>
        </p:nvSpPr>
        <p:spPr>
          <a:xfrm>
            <a:off x="3544099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A1_bar_GT_10618">
            <a:extLst>
              <a:ext uri="{FF2B5EF4-FFF2-40B4-BE49-F238E27FC236}">
                <a16:creationId xmlns:a16="http://schemas.microsoft.com/office/drawing/2014/main" id="{26C2759D-4D76-4C73-A17D-8841842E863D}"/>
              </a:ext>
            </a:extLst>
          </p:cNvPr>
          <p:cNvSpPr>
            <a:spLocks noGrp="1"/>
          </p:cNvSpPr>
          <p:nvPr/>
        </p:nvSpPr>
        <p:spPr>
          <a:xfrm>
            <a:off x="351410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A1_bar_GT_10619">
            <a:extLst>
              <a:ext uri="{FF2B5EF4-FFF2-40B4-BE49-F238E27FC236}">
                <a16:creationId xmlns:a16="http://schemas.microsoft.com/office/drawing/2014/main" id="{3A82A614-76C7-4DDA-BB1D-106082C21291}"/>
              </a:ext>
            </a:extLst>
          </p:cNvPr>
          <p:cNvSpPr>
            <a:spLocks noGrp="1"/>
          </p:cNvSpPr>
          <p:nvPr/>
        </p:nvSpPr>
        <p:spPr>
          <a:xfrm>
            <a:off x="341775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A1_bar_GT_10620">
            <a:extLst>
              <a:ext uri="{FF2B5EF4-FFF2-40B4-BE49-F238E27FC236}">
                <a16:creationId xmlns:a16="http://schemas.microsoft.com/office/drawing/2014/main" id="{61662D22-1290-43AA-B582-7D9B6F6F52C0}"/>
              </a:ext>
            </a:extLst>
          </p:cNvPr>
          <p:cNvSpPr>
            <a:spLocks noGrp="1"/>
          </p:cNvSpPr>
          <p:nvPr/>
        </p:nvSpPr>
        <p:spPr>
          <a:xfrm>
            <a:off x="3558750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A1_bar_GT_10621">
            <a:extLst>
              <a:ext uri="{FF2B5EF4-FFF2-40B4-BE49-F238E27FC236}">
                <a16:creationId xmlns:a16="http://schemas.microsoft.com/office/drawing/2014/main" id="{79F6B4E7-200E-4FFE-A6B1-F308F5BC005C}"/>
              </a:ext>
            </a:extLst>
          </p:cNvPr>
          <p:cNvSpPr>
            <a:spLocks noGrp="1"/>
          </p:cNvSpPr>
          <p:nvPr/>
        </p:nvSpPr>
        <p:spPr>
          <a:xfrm>
            <a:off x="3503211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A1_bar_GT_10622">
            <a:extLst>
              <a:ext uri="{FF2B5EF4-FFF2-40B4-BE49-F238E27FC236}">
                <a16:creationId xmlns:a16="http://schemas.microsoft.com/office/drawing/2014/main" id="{2D687DAF-F157-4E85-94C1-B50C549B4628}"/>
              </a:ext>
            </a:extLst>
          </p:cNvPr>
          <p:cNvSpPr>
            <a:spLocks noGrp="1"/>
          </p:cNvSpPr>
          <p:nvPr/>
        </p:nvSpPr>
        <p:spPr>
          <a:xfrm>
            <a:off x="345375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A1_bar_GT_10623">
            <a:extLst>
              <a:ext uri="{FF2B5EF4-FFF2-40B4-BE49-F238E27FC236}">
                <a16:creationId xmlns:a16="http://schemas.microsoft.com/office/drawing/2014/main" id="{DE9FB29B-CDC6-43A2-8AA6-D745A368E25C}"/>
              </a:ext>
            </a:extLst>
          </p:cNvPr>
          <p:cNvSpPr>
            <a:spLocks noGrp="1"/>
          </p:cNvSpPr>
          <p:nvPr/>
        </p:nvSpPr>
        <p:spPr>
          <a:xfrm>
            <a:off x="3534845" y="48766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A1_bar_GT_10624">
            <a:extLst>
              <a:ext uri="{FF2B5EF4-FFF2-40B4-BE49-F238E27FC236}">
                <a16:creationId xmlns:a16="http://schemas.microsoft.com/office/drawing/2014/main" id="{AF91B3C1-DC73-475D-ADD2-2482D5576DFB}"/>
              </a:ext>
            </a:extLst>
          </p:cNvPr>
          <p:cNvSpPr>
            <a:spLocks noGrp="1"/>
          </p:cNvSpPr>
          <p:nvPr/>
        </p:nvSpPr>
        <p:spPr>
          <a:xfrm>
            <a:off x="34407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A1_bar_GT_10625">
            <a:extLst>
              <a:ext uri="{FF2B5EF4-FFF2-40B4-BE49-F238E27FC236}">
                <a16:creationId xmlns:a16="http://schemas.microsoft.com/office/drawing/2014/main" id="{B8AE07F2-74F3-4D67-BBB5-3A577D0A465A}"/>
              </a:ext>
            </a:extLst>
          </p:cNvPr>
          <p:cNvSpPr>
            <a:spLocks noGrp="1"/>
          </p:cNvSpPr>
          <p:nvPr/>
        </p:nvSpPr>
        <p:spPr>
          <a:xfrm>
            <a:off x="3496020" y="57831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A1_bar_GT_10626">
            <a:extLst>
              <a:ext uri="{FF2B5EF4-FFF2-40B4-BE49-F238E27FC236}">
                <a16:creationId xmlns:a16="http://schemas.microsoft.com/office/drawing/2014/main" id="{B906E412-998C-44E6-A83E-8D4001D7F238}"/>
              </a:ext>
            </a:extLst>
          </p:cNvPr>
          <p:cNvSpPr>
            <a:spLocks noGrp="1"/>
          </p:cNvSpPr>
          <p:nvPr/>
        </p:nvSpPr>
        <p:spPr>
          <a:xfrm>
            <a:off x="3485028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A1_bar_GT_10627">
            <a:extLst>
              <a:ext uri="{FF2B5EF4-FFF2-40B4-BE49-F238E27FC236}">
                <a16:creationId xmlns:a16="http://schemas.microsoft.com/office/drawing/2014/main" id="{FFB46EF5-DC2C-4310-9DA4-22EEA5B37154}"/>
              </a:ext>
            </a:extLst>
          </p:cNvPr>
          <p:cNvSpPr>
            <a:spLocks noGrp="1"/>
          </p:cNvSpPr>
          <p:nvPr/>
        </p:nvSpPr>
        <p:spPr>
          <a:xfrm>
            <a:off x="3366122" y="3942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A1_bar_GT_10628">
            <a:extLst>
              <a:ext uri="{FF2B5EF4-FFF2-40B4-BE49-F238E27FC236}">
                <a16:creationId xmlns:a16="http://schemas.microsoft.com/office/drawing/2014/main" id="{3431D243-5991-4A04-887D-1581EA444C71}"/>
              </a:ext>
            </a:extLst>
          </p:cNvPr>
          <p:cNvSpPr>
            <a:spLocks noGrp="1"/>
          </p:cNvSpPr>
          <p:nvPr/>
        </p:nvSpPr>
        <p:spPr>
          <a:xfrm>
            <a:off x="354990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A1_bar_GT_10629">
            <a:extLst>
              <a:ext uri="{FF2B5EF4-FFF2-40B4-BE49-F238E27FC236}">
                <a16:creationId xmlns:a16="http://schemas.microsoft.com/office/drawing/2014/main" id="{FF832A45-DD02-46D8-B72E-A9E537126F82}"/>
              </a:ext>
            </a:extLst>
          </p:cNvPr>
          <p:cNvSpPr>
            <a:spLocks noGrp="1"/>
          </p:cNvSpPr>
          <p:nvPr/>
        </p:nvSpPr>
        <p:spPr>
          <a:xfrm>
            <a:off x="3480847" y="30163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A1_bar_GT_10630">
            <a:extLst>
              <a:ext uri="{FF2B5EF4-FFF2-40B4-BE49-F238E27FC236}">
                <a16:creationId xmlns:a16="http://schemas.microsoft.com/office/drawing/2014/main" id="{938FE106-8C74-4010-B230-0BE7030BBB5D}"/>
              </a:ext>
            </a:extLst>
          </p:cNvPr>
          <p:cNvSpPr>
            <a:spLocks noGrp="1"/>
          </p:cNvSpPr>
          <p:nvPr/>
        </p:nvSpPr>
        <p:spPr>
          <a:xfrm>
            <a:off x="344411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A1_bar_GT_10631">
            <a:extLst>
              <a:ext uri="{FF2B5EF4-FFF2-40B4-BE49-F238E27FC236}">
                <a16:creationId xmlns:a16="http://schemas.microsoft.com/office/drawing/2014/main" id="{23A879E5-4CB1-4E69-8E20-40DD4A9BA0EC}"/>
              </a:ext>
            </a:extLst>
          </p:cNvPr>
          <p:cNvSpPr>
            <a:spLocks noGrp="1"/>
          </p:cNvSpPr>
          <p:nvPr/>
        </p:nvSpPr>
        <p:spPr>
          <a:xfrm>
            <a:off x="346600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A1_bar_GT_10632">
            <a:extLst>
              <a:ext uri="{FF2B5EF4-FFF2-40B4-BE49-F238E27FC236}">
                <a16:creationId xmlns:a16="http://schemas.microsoft.com/office/drawing/2014/main" id="{5B320815-929E-4951-BEBA-53FC966BB527}"/>
              </a:ext>
            </a:extLst>
          </p:cNvPr>
          <p:cNvSpPr>
            <a:spLocks noGrp="1"/>
          </p:cNvSpPr>
          <p:nvPr/>
        </p:nvSpPr>
        <p:spPr>
          <a:xfrm>
            <a:off x="34487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A1_bar_GT_10633">
            <a:extLst>
              <a:ext uri="{FF2B5EF4-FFF2-40B4-BE49-F238E27FC236}">
                <a16:creationId xmlns:a16="http://schemas.microsoft.com/office/drawing/2014/main" id="{E65FA47D-CCD6-43B5-B876-C574A14073FB}"/>
              </a:ext>
            </a:extLst>
          </p:cNvPr>
          <p:cNvSpPr>
            <a:spLocks noGrp="1"/>
          </p:cNvSpPr>
          <p:nvPr/>
        </p:nvSpPr>
        <p:spPr>
          <a:xfrm>
            <a:off x="3442594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A1_bar_GT_10634">
            <a:extLst>
              <a:ext uri="{FF2B5EF4-FFF2-40B4-BE49-F238E27FC236}">
                <a16:creationId xmlns:a16="http://schemas.microsoft.com/office/drawing/2014/main" id="{BB784BC7-8F26-42C8-8B71-9499910695C0}"/>
              </a:ext>
            </a:extLst>
          </p:cNvPr>
          <p:cNvSpPr>
            <a:spLocks noGrp="1"/>
          </p:cNvSpPr>
          <p:nvPr/>
        </p:nvSpPr>
        <p:spPr>
          <a:xfrm>
            <a:off x="3542500" y="4314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A1_bar_GT_10635">
            <a:extLst>
              <a:ext uri="{FF2B5EF4-FFF2-40B4-BE49-F238E27FC236}">
                <a16:creationId xmlns:a16="http://schemas.microsoft.com/office/drawing/2014/main" id="{55D83882-355D-4D50-94EC-63039E3A8F99}"/>
              </a:ext>
            </a:extLst>
          </p:cNvPr>
          <p:cNvSpPr>
            <a:spLocks noGrp="1"/>
          </p:cNvSpPr>
          <p:nvPr/>
        </p:nvSpPr>
        <p:spPr>
          <a:xfrm>
            <a:off x="3458165" y="57481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A1_bar_GT_10636">
            <a:extLst>
              <a:ext uri="{FF2B5EF4-FFF2-40B4-BE49-F238E27FC236}">
                <a16:creationId xmlns:a16="http://schemas.microsoft.com/office/drawing/2014/main" id="{35A7E0B8-D194-4E98-9890-FA7FF39801E4}"/>
              </a:ext>
            </a:extLst>
          </p:cNvPr>
          <p:cNvSpPr>
            <a:spLocks noGrp="1"/>
          </p:cNvSpPr>
          <p:nvPr/>
        </p:nvSpPr>
        <p:spPr>
          <a:xfrm>
            <a:off x="3441171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A1_bar_GT_10637">
            <a:extLst>
              <a:ext uri="{FF2B5EF4-FFF2-40B4-BE49-F238E27FC236}">
                <a16:creationId xmlns:a16="http://schemas.microsoft.com/office/drawing/2014/main" id="{C34FF8A7-38D1-4F97-87E0-D6F5C11BA401}"/>
              </a:ext>
            </a:extLst>
          </p:cNvPr>
          <p:cNvSpPr>
            <a:spLocks noGrp="1"/>
          </p:cNvSpPr>
          <p:nvPr/>
        </p:nvSpPr>
        <p:spPr>
          <a:xfrm>
            <a:off x="35392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A1_bar_GT_10638">
            <a:extLst>
              <a:ext uri="{FF2B5EF4-FFF2-40B4-BE49-F238E27FC236}">
                <a16:creationId xmlns:a16="http://schemas.microsoft.com/office/drawing/2014/main" id="{BE14F37D-F348-4038-92A3-987D07D4EBAD}"/>
              </a:ext>
            </a:extLst>
          </p:cNvPr>
          <p:cNvSpPr>
            <a:spLocks noGrp="1"/>
          </p:cNvSpPr>
          <p:nvPr/>
        </p:nvSpPr>
        <p:spPr>
          <a:xfrm>
            <a:off x="3420090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A1_bar_GT_10639">
            <a:extLst>
              <a:ext uri="{FF2B5EF4-FFF2-40B4-BE49-F238E27FC236}">
                <a16:creationId xmlns:a16="http://schemas.microsoft.com/office/drawing/2014/main" id="{70662EE3-9766-411D-B5C2-5FB7ACF6936A}"/>
              </a:ext>
            </a:extLst>
          </p:cNvPr>
          <p:cNvSpPr>
            <a:spLocks noGrp="1"/>
          </p:cNvSpPr>
          <p:nvPr/>
        </p:nvSpPr>
        <p:spPr>
          <a:xfrm>
            <a:off x="34053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A1_bar_GT_10640">
            <a:extLst>
              <a:ext uri="{FF2B5EF4-FFF2-40B4-BE49-F238E27FC236}">
                <a16:creationId xmlns:a16="http://schemas.microsoft.com/office/drawing/2014/main" id="{2A29ECE9-3CAD-4BCB-B94A-F4706EE57639}"/>
              </a:ext>
            </a:extLst>
          </p:cNvPr>
          <p:cNvSpPr>
            <a:spLocks noGrp="1"/>
          </p:cNvSpPr>
          <p:nvPr/>
        </p:nvSpPr>
        <p:spPr>
          <a:xfrm>
            <a:off x="3344032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A1_bar_GT_10641">
            <a:extLst>
              <a:ext uri="{FF2B5EF4-FFF2-40B4-BE49-F238E27FC236}">
                <a16:creationId xmlns:a16="http://schemas.microsoft.com/office/drawing/2014/main" id="{586936E7-0E89-4B23-BA6B-A99C7C6449A2}"/>
              </a:ext>
            </a:extLst>
          </p:cNvPr>
          <p:cNvSpPr>
            <a:spLocks noGrp="1"/>
          </p:cNvSpPr>
          <p:nvPr/>
        </p:nvSpPr>
        <p:spPr>
          <a:xfrm>
            <a:off x="3579048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A1_bar_GT_10642">
            <a:extLst>
              <a:ext uri="{FF2B5EF4-FFF2-40B4-BE49-F238E27FC236}">
                <a16:creationId xmlns:a16="http://schemas.microsoft.com/office/drawing/2014/main" id="{3391A67F-3F84-4575-91E2-7B75D84E50E3}"/>
              </a:ext>
            </a:extLst>
          </p:cNvPr>
          <p:cNvSpPr>
            <a:spLocks noGrp="1"/>
          </p:cNvSpPr>
          <p:nvPr/>
        </p:nvSpPr>
        <p:spPr>
          <a:xfrm>
            <a:off x="3379991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A1_bar_GT_10643">
            <a:extLst>
              <a:ext uri="{FF2B5EF4-FFF2-40B4-BE49-F238E27FC236}">
                <a16:creationId xmlns:a16="http://schemas.microsoft.com/office/drawing/2014/main" id="{A70396B8-5E36-4C2D-8A1E-B3519CF13A7B}"/>
              </a:ext>
            </a:extLst>
          </p:cNvPr>
          <p:cNvSpPr>
            <a:spLocks noGrp="1"/>
          </p:cNvSpPr>
          <p:nvPr/>
        </p:nvSpPr>
        <p:spPr>
          <a:xfrm>
            <a:off x="344576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A1_bar_GT_10644">
            <a:extLst>
              <a:ext uri="{FF2B5EF4-FFF2-40B4-BE49-F238E27FC236}">
                <a16:creationId xmlns:a16="http://schemas.microsoft.com/office/drawing/2014/main" id="{383EE6DC-F978-482D-8574-52940034A135}"/>
              </a:ext>
            </a:extLst>
          </p:cNvPr>
          <p:cNvSpPr>
            <a:spLocks noGrp="1"/>
          </p:cNvSpPr>
          <p:nvPr/>
        </p:nvSpPr>
        <p:spPr>
          <a:xfrm>
            <a:off x="34982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A1_bar_GT_10645">
            <a:extLst>
              <a:ext uri="{FF2B5EF4-FFF2-40B4-BE49-F238E27FC236}">
                <a16:creationId xmlns:a16="http://schemas.microsoft.com/office/drawing/2014/main" id="{2AB54F12-7802-4966-9F35-69C7EA48B028}"/>
              </a:ext>
            </a:extLst>
          </p:cNvPr>
          <p:cNvSpPr>
            <a:spLocks noGrp="1"/>
          </p:cNvSpPr>
          <p:nvPr/>
        </p:nvSpPr>
        <p:spPr>
          <a:xfrm>
            <a:off x="3471498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A1_bar_GT_10646">
            <a:extLst>
              <a:ext uri="{FF2B5EF4-FFF2-40B4-BE49-F238E27FC236}">
                <a16:creationId xmlns:a16="http://schemas.microsoft.com/office/drawing/2014/main" id="{7F2243DD-1138-487D-B70D-2003C22DCFA9}"/>
              </a:ext>
            </a:extLst>
          </p:cNvPr>
          <p:cNvSpPr>
            <a:spLocks noGrp="1"/>
          </p:cNvSpPr>
          <p:nvPr/>
        </p:nvSpPr>
        <p:spPr>
          <a:xfrm>
            <a:off x="3399221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A1_bar_GT_10647">
            <a:extLst>
              <a:ext uri="{FF2B5EF4-FFF2-40B4-BE49-F238E27FC236}">
                <a16:creationId xmlns:a16="http://schemas.microsoft.com/office/drawing/2014/main" id="{AAC94C0C-4CA5-47CC-B37D-44ED18380D15}"/>
              </a:ext>
            </a:extLst>
          </p:cNvPr>
          <p:cNvSpPr>
            <a:spLocks noGrp="1"/>
          </p:cNvSpPr>
          <p:nvPr/>
        </p:nvSpPr>
        <p:spPr>
          <a:xfrm>
            <a:off x="3473975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A1_bar_GT_10648">
            <a:extLst>
              <a:ext uri="{FF2B5EF4-FFF2-40B4-BE49-F238E27FC236}">
                <a16:creationId xmlns:a16="http://schemas.microsoft.com/office/drawing/2014/main" id="{5D9F6F2D-3801-4CC7-94D9-A14F539A958D}"/>
              </a:ext>
            </a:extLst>
          </p:cNvPr>
          <p:cNvSpPr>
            <a:spLocks noGrp="1"/>
          </p:cNvSpPr>
          <p:nvPr/>
        </p:nvSpPr>
        <p:spPr>
          <a:xfrm>
            <a:off x="348944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A1_bar_GT_10649">
            <a:extLst>
              <a:ext uri="{FF2B5EF4-FFF2-40B4-BE49-F238E27FC236}">
                <a16:creationId xmlns:a16="http://schemas.microsoft.com/office/drawing/2014/main" id="{9AFFA1A6-87EA-406F-8263-567C469F0E61}"/>
              </a:ext>
            </a:extLst>
          </p:cNvPr>
          <p:cNvSpPr>
            <a:spLocks noGrp="1"/>
          </p:cNvSpPr>
          <p:nvPr/>
        </p:nvSpPr>
        <p:spPr>
          <a:xfrm>
            <a:off x="3362213" y="42836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A1_bar_GT_10650">
            <a:extLst>
              <a:ext uri="{FF2B5EF4-FFF2-40B4-BE49-F238E27FC236}">
                <a16:creationId xmlns:a16="http://schemas.microsoft.com/office/drawing/2014/main" id="{09532347-451B-41C1-B3EA-D5C952EE970D}"/>
              </a:ext>
            </a:extLst>
          </p:cNvPr>
          <p:cNvSpPr>
            <a:spLocks noGrp="1"/>
          </p:cNvSpPr>
          <p:nvPr/>
        </p:nvSpPr>
        <p:spPr>
          <a:xfrm>
            <a:off x="3449990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A1_bar_GT_10651">
            <a:extLst>
              <a:ext uri="{FF2B5EF4-FFF2-40B4-BE49-F238E27FC236}">
                <a16:creationId xmlns:a16="http://schemas.microsoft.com/office/drawing/2014/main" id="{EA2E0E01-F66B-4A72-A8AC-6D4A1A3A933E}"/>
              </a:ext>
            </a:extLst>
          </p:cNvPr>
          <p:cNvSpPr>
            <a:spLocks noGrp="1"/>
          </p:cNvSpPr>
          <p:nvPr/>
        </p:nvSpPr>
        <p:spPr>
          <a:xfrm>
            <a:off x="34428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A1_bar_GT_10652">
            <a:extLst>
              <a:ext uri="{FF2B5EF4-FFF2-40B4-BE49-F238E27FC236}">
                <a16:creationId xmlns:a16="http://schemas.microsoft.com/office/drawing/2014/main" id="{F5006F54-EDB1-4651-9466-11A4A62D7107}"/>
              </a:ext>
            </a:extLst>
          </p:cNvPr>
          <p:cNvSpPr>
            <a:spLocks noGrp="1"/>
          </p:cNvSpPr>
          <p:nvPr/>
        </p:nvSpPr>
        <p:spPr>
          <a:xfrm>
            <a:off x="3511435" y="542710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A1_bar_GT_10653">
            <a:extLst>
              <a:ext uri="{FF2B5EF4-FFF2-40B4-BE49-F238E27FC236}">
                <a16:creationId xmlns:a16="http://schemas.microsoft.com/office/drawing/2014/main" id="{DADD664D-61CB-4A1F-A7C5-0DCB2057A71F}"/>
              </a:ext>
            </a:extLst>
          </p:cNvPr>
          <p:cNvSpPr>
            <a:spLocks noGrp="1"/>
          </p:cNvSpPr>
          <p:nvPr/>
        </p:nvSpPr>
        <p:spPr>
          <a:xfrm>
            <a:off x="352186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A1_bar_GT_10654">
            <a:extLst>
              <a:ext uri="{FF2B5EF4-FFF2-40B4-BE49-F238E27FC236}">
                <a16:creationId xmlns:a16="http://schemas.microsoft.com/office/drawing/2014/main" id="{4E19E238-2FD0-43D9-8B22-316DEE5C4E58}"/>
              </a:ext>
            </a:extLst>
          </p:cNvPr>
          <p:cNvSpPr>
            <a:spLocks noGrp="1"/>
          </p:cNvSpPr>
          <p:nvPr/>
        </p:nvSpPr>
        <p:spPr>
          <a:xfrm>
            <a:off x="3514391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A1_bar_GT_10655">
            <a:extLst>
              <a:ext uri="{FF2B5EF4-FFF2-40B4-BE49-F238E27FC236}">
                <a16:creationId xmlns:a16="http://schemas.microsoft.com/office/drawing/2014/main" id="{280F618D-F9A9-4AC2-8E30-7502DE13B515}"/>
              </a:ext>
            </a:extLst>
          </p:cNvPr>
          <p:cNvSpPr>
            <a:spLocks noGrp="1"/>
          </p:cNvSpPr>
          <p:nvPr/>
        </p:nvSpPr>
        <p:spPr>
          <a:xfrm>
            <a:off x="34254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A1_bar_GT_10656">
            <a:extLst>
              <a:ext uri="{FF2B5EF4-FFF2-40B4-BE49-F238E27FC236}">
                <a16:creationId xmlns:a16="http://schemas.microsoft.com/office/drawing/2014/main" id="{4A8315C6-8F13-4FA1-8637-AC4307D584AE}"/>
              </a:ext>
            </a:extLst>
          </p:cNvPr>
          <p:cNvSpPr>
            <a:spLocks noGrp="1"/>
          </p:cNvSpPr>
          <p:nvPr/>
        </p:nvSpPr>
        <p:spPr>
          <a:xfrm>
            <a:off x="349930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A1_bar_GT_10657">
            <a:extLst>
              <a:ext uri="{FF2B5EF4-FFF2-40B4-BE49-F238E27FC236}">
                <a16:creationId xmlns:a16="http://schemas.microsoft.com/office/drawing/2014/main" id="{5D16273A-6736-468B-AD47-84DF98519BC9}"/>
              </a:ext>
            </a:extLst>
          </p:cNvPr>
          <p:cNvSpPr>
            <a:spLocks noGrp="1"/>
          </p:cNvSpPr>
          <p:nvPr/>
        </p:nvSpPr>
        <p:spPr>
          <a:xfrm>
            <a:off x="3494313" y="60433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A1_bar_GT_10658">
            <a:extLst>
              <a:ext uri="{FF2B5EF4-FFF2-40B4-BE49-F238E27FC236}">
                <a16:creationId xmlns:a16="http://schemas.microsoft.com/office/drawing/2014/main" id="{20E5EB9C-0726-4DB8-B75C-11AD100E1A50}"/>
              </a:ext>
            </a:extLst>
          </p:cNvPr>
          <p:cNvSpPr>
            <a:spLocks noGrp="1"/>
          </p:cNvSpPr>
          <p:nvPr/>
        </p:nvSpPr>
        <p:spPr>
          <a:xfrm>
            <a:off x="33978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A1_bar_GT_10659">
            <a:extLst>
              <a:ext uri="{FF2B5EF4-FFF2-40B4-BE49-F238E27FC236}">
                <a16:creationId xmlns:a16="http://schemas.microsoft.com/office/drawing/2014/main" id="{37E04F33-BBFC-46DD-8FB4-2713F4E050F6}"/>
              </a:ext>
            </a:extLst>
          </p:cNvPr>
          <p:cNvSpPr>
            <a:spLocks noGrp="1"/>
          </p:cNvSpPr>
          <p:nvPr/>
        </p:nvSpPr>
        <p:spPr>
          <a:xfrm>
            <a:off x="351808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A1_bar_GT_10660">
            <a:extLst>
              <a:ext uri="{FF2B5EF4-FFF2-40B4-BE49-F238E27FC236}">
                <a16:creationId xmlns:a16="http://schemas.microsoft.com/office/drawing/2014/main" id="{DEAF58B1-C85D-4DFA-9861-B6942CB96E8C}"/>
              </a:ext>
            </a:extLst>
          </p:cNvPr>
          <p:cNvSpPr>
            <a:spLocks noGrp="1"/>
          </p:cNvSpPr>
          <p:nvPr/>
        </p:nvSpPr>
        <p:spPr>
          <a:xfrm>
            <a:off x="512869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A1_bar_GT_10661">
            <a:extLst>
              <a:ext uri="{FF2B5EF4-FFF2-40B4-BE49-F238E27FC236}">
                <a16:creationId xmlns:a16="http://schemas.microsoft.com/office/drawing/2014/main" id="{C70B58E5-DA93-4E4A-B6ED-FDC4D670D4B8}"/>
              </a:ext>
            </a:extLst>
          </p:cNvPr>
          <p:cNvSpPr>
            <a:spLocks noGrp="1"/>
          </p:cNvSpPr>
          <p:nvPr/>
        </p:nvSpPr>
        <p:spPr>
          <a:xfrm>
            <a:off x="4970271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A1_bar_GT_10662">
            <a:extLst>
              <a:ext uri="{FF2B5EF4-FFF2-40B4-BE49-F238E27FC236}">
                <a16:creationId xmlns:a16="http://schemas.microsoft.com/office/drawing/2014/main" id="{3289D7A3-3003-44C9-BC9D-E86215322138}"/>
              </a:ext>
            </a:extLst>
          </p:cNvPr>
          <p:cNvSpPr>
            <a:spLocks noGrp="1"/>
          </p:cNvSpPr>
          <p:nvPr/>
        </p:nvSpPr>
        <p:spPr>
          <a:xfrm>
            <a:off x="49776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A1_bar_GT_10663">
            <a:extLst>
              <a:ext uri="{FF2B5EF4-FFF2-40B4-BE49-F238E27FC236}">
                <a16:creationId xmlns:a16="http://schemas.microsoft.com/office/drawing/2014/main" id="{5CAB42A2-2D5A-4336-8F5B-0277E60B95ED}"/>
              </a:ext>
            </a:extLst>
          </p:cNvPr>
          <p:cNvSpPr>
            <a:spLocks noGrp="1"/>
          </p:cNvSpPr>
          <p:nvPr/>
        </p:nvSpPr>
        <p:spPr>
          <a:xfrm>
            <a:off x="5066314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A1_bar_GT_10664">
            <a:extLst>
              <a:ext uri="{FF2B5EF4-FFF2-40B4-BE49-F238E27FC236}">
                <a16:creationId xmlns:a16="http://schemas.microsoft.com/office/drawing/2014/main" id="{CC0BA247-5693-454B-A49B-44DACE84BD72}"/>
              </a:ext>
            </a:extLst>
          </p:cNvPr>
          <p:cNvSpPr>
            <a:spLocks noGrp="1"/>
          </p:cNvSpPr>
          <p:nvPr/>
        </p:nvSpPr>
        <p:spPr>
          <a:xfrm>
            <a:off x="496700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A1_bar_GT_10665">
            <a:extLst>
              <a:ext uri="{FF2B5EF4-FFF2-40B4-BE49-F238E27FC236}">
                <a16:creationId xmlns:a16="http://schemas.microsoft.com/office/drawing/2014/main" id="{B9135B91-9848-46D3-A066-896FC4AF93E2}"/>
              </a:ext>
            </a:extLst>
          </p:cNvPr>
          <p:cNvSpPr>
            <a:spLocks noGrp="1"/>
          </p:cNvSpPr>
          <p:nvPr/>
        </p:nvSpPr>
        <p:spPr>
          <a:xfrm>
            <a:off x="49929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A1_bar_GT_10666">
            <a:extLst>
              <a:ext uri="{FF2B5EF4-FFF2-40B4-BE49-F238E27FC236}">
                <a16:creationId xmlns:a16="http://schemas.microsoft.com/office/drawing/2014/main" id="{167F30FA-1B3D-43A7-B35C-068D8BF0A5D0}"/>
              </a:ext>
            </a:extLst>
          </p:cNvPr>
          <p:cNvSpPr>
            <a:spLocks noGrp="1"/>
          </p:cNvSpPr>
          <p:nvPr/>
        </p:nvSpPr>
        <p:spPr>
          <a:xfrm>
            <a:off x="50998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A1_bar_GT_10667">
            <a:extLst>
              <a:ext uri="{FF2B5EF4-FFF2-40B4-BE49-F238E27FC236}">
                <a16:creationId xmlns:a16="http://schemas.microsoft.com/office/drawing/2014/main" id="{5C96C538-E9D6-4715-AD53-DA935A17595B}"/>
              </a:ext>
            </a:extLst>
          </p:cNvPr>
          <p:cNvSpPr>
            <a:spLocks noGrp="1"/>
          </p:cNvSpPr>
          <p:nvPr/>
        </p:nvSpPr>
        <p:spPr>
          <a:xfrm>
            <a:off x="49407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A1_bar_GT_10668">
            <a:extLst>
              <a:ext uri="{FF2B5EF4-FFF2-40B4-BE49-F238E27FC236}">
                <a16:creationId xmlns:a16="http://schemas.microsoft.com/office/drawing/2014/main" id="{7F8579B2-80B1-449F-81D5-02BD1FAF0B58}"/>
              </a:ext>
            </a:extLst>
          </p:cNvPr>
          <p:cNvSpPr>
            <a:spLocks noGrp="1"/>
          </p:cNvSpPr>
          <p:nvPr/>
        </p:nvSpPr>
        <p:spPr>
          <a:xfrm>
            <a:off x="5006338" y="52585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A1_bar_GT_10669">
            <a:extLst>
              <a:ext uri="{FF2B5EF4-FFF2-40B4-BE49-F238E27FC236}">
                <a16:creationId xmlns:a16="http://schemas.microsoft.com/office/drawing/2014/main" id="{FFB47B42-F2F8-458B-96C3-7B2F57766E81}"/>
              </a:ext>
            </a:extLst>
          </p:cNvPr>
          <p:cNvSpPr>
            <a:spLocks noGrp="1"/>
          </p:cNvSpPr>
          <p:nvPr/>
        </p:nvSpPr>
        <p:spPr>
          <a:xfrm>
            <a:off x="49691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A1_bar_GT_10670">
            <a:extLst>
              <a:ext uri="{FF2B5EF4-FFF2-40B4-BE49-F238E27FC236}">
                <a16:creationId xmlns:a16="http://schemas.microsoft.com/office/drawing/2014/main" id="{D8EF1354-7FD0-4865-B06E-60A4C84D3DE6}"/>
              </a:ext>
            </a:extLst>
          </p:cNvPr>
          <p:cNvSpPr>
            <a:spLocks noGrp="1"/>
          </p:cNvSpPr>
          <p:nvPr/>
        </p:nvSpPr>
        <p:spPr>
          <a:xfrm>
            <a:off x="4968979" y="34076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A1_bar_GT_10671">
            <a:extLst>
              <a:ext uri="{FF2B5EF4-FFF2-40B4-BE49-F238E27FC236}">
                <a16:creationId xmlns:a16="http://schemas.microsoft.com/office/drawing/2014/main" id="{C34AB2EC-B688-49AE-AA74-5577DA956C92}"/>
              </a:ext>
            </a:extLst>
          </p:cNvPr>
          <p:cNvSpPr>
            <a:spLocks noGrp="1"/>
          </p:cNvSpPr>
          <p:nvPr/>
        </p:nvSpPr>
        <p:spPr>
          <a:xfrm>
            <a:off x="51192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A1_bar_GT_10672">
            <a:extLst>
              <a:ext uri="{FF2B5EF4-FFF2-40B4-BE49-F238E27FC236}">
                <a16:creationId xmlns:a16="http://schemas.microsoft.com/office/drawing/2014/main" id="{1E8695A5-684C-4D10-8DD7-60DECFDAA4A5}"/>
              </a:ext>
            </a:extLst>
          </p:cNvPr>
          <p:cNvSpPr>
            <a:spLocks noGrp="1"/>
          </p:cNvSpPr>
          <p:nvPr/>
        </p:nvSpPr>
        <p:spPr>
          <a:xfrm>
            <a:off x="50820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A1_bar_GT_10673">
            <a:extLst>
              <a:ext uri="{FF2B5EF4-FFF2-40B4-BE49-F238E27FC236}">
                <a16:creationId xmlns:a16="http://schemas.microsoft.com/office/drawing/2014/main" id="{3E3FE1C8-D033-4C78-B7FF-1714A46421D4}"/>
              </a:ext>
            </a:extLst>
          </p:cNvPr>
          <p:cNvSpPr>
            <a:spLocks noGrp="1"/>
          </p:cNvSpPr>
          <p:nvPr/>
        </p:nvSpPr>
        <p:spPr>
          <a:xfrm>
            <a:off x="497451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A1_bar_GT_10674">
            <a:extLst>
              <a:ext uri="{FF2B5EF4-FFF2-40B4-BE49-F238E27FC236}">
                <a16:creationId xmlns:a16="http://schemas.microsoft.com/office/drawing/2014/main" id="{E04A5552-0111-47EC-8138-BE9776890AE5}"/>
              </a:ext>
            </a:extLst>
          </p:cNvPr>
          <p:cNvSpPr>
            <a:spLocks noGrp="1"/>
          </p:cNvSpPr>
          <p:nvPr/>
        </p:nvSpPr>
        <p:spPr>
          <a:xfrm>
            <a:off x="491767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A1_bar_GT_10675">
            <a:extLst>
              <a:ext uri="{FF2B5EF4-FFF2-40B4-BE49-F238E27FC236}">
                <a16:creationId xmlns:a16="http://schemas.microsoft.com/office/drawing/2014/main" id="{C737FEAD-9C48-49F8-8767-1A405381A4DC}"/>
              </a:ext>
            </a:extLst>
          </p:cNvPr>
          <p:cNvSpPr>
            <a:spLocks noGrp="1"/>
          </p:cNvSpPr>
          <p:nvPr/>
        </p:nvSpPr>
        <p:spPr>
          <a:xfrm>
            <a:off x="511110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A1_bar_GT_10676">
            <a:extLst>
              <a:ext uri="{FF2B5EF4-FFF2-40B4-BE49-F238E27FC236}">
                <a16:creationId xmlns:a16="http://schemas.microsoft.com/office/drawing/2014/main" id="{914EBADB-578A-4132-937F-B0073EEC5182}"/>
              </a:ext>
            </a:extLst>
          </p:cNvPr>
          <p:cNvSpPr>
            <a:spLocks noGrp="1"/>
          </p:cNvSpPr>
          <p:nvPr/>
        </p:nvSpPr>
        <p:spPr>
          <a:xfrm>
            <a:off x="504789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A1_bar_GT_10677">
            <a:extLst>
              <a:ext uri="{FF2B5EF4-FFF2-40B4-BE49-F238E27FC236}">
                <a16:creationId xmlns:a16="http://schemas.microsoft.com/office/drawing/2014/main" id="{6632E2EB-16F7-4D9C-849F-B6437F57DB70}"/>
              </a:ext>
            </a:extLst>
          </p:cNvPr>
          <p:cNvSpPr>
            <a:spLocks noGrp="1"/>
          </p:cNvSpPr>
          <p:nvPr/>
        </p:nvSpPr>
        <p:spPr>
          <a:xfrm>
            <a:off x="50633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A1_bar_GT_10678">
            <a:extLst>
              <a:ext uri="{FF2B5EF4-FFF2-40B4-BE49-F238E27FC236}">
                <a16:creationId xmlns:a16="http://schemas.microsoft.com/office/drawing/2014/main" id="{D8FA642B-7EAE-43BF-922E-5C0BAEBD7800}"/>
              </a:ext>
            </a:extLst>
          </p:cNvPr>
          <p:cNvSpPr>
            <a:spLocks noGrp="1"/>
          </p:cNvSpPr>
          <p:nvPr/>
        </p:nvSpPr>
        <p:spPr>
          <a:xfrm>
            <a:off x="504473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A1_bar_GT_10679">
            <a:extLst>
              <a:ext uri="{FF2B5EF4-FFF2-40B4-BE49-F238E27FC236}">
                <a16:creationId xmlns:a16="http://schemas.microsoft.com/office/drawing/2014/main" id="{18E52CD1-8E67-4FF6-A64A-0DA9F63C0965}"/>
              </a:ext>
            </a:extLst>
          </p:cNvPr>
          <p:cNvSpPr>
            <a:spLocks noGrp="1"/>
          </p:cNvSpPr>
          <p:nvPr/>
        </p:nvSpPr>
        <p:spPr>
          <a:xfrm>
            <a:off x="498554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A1_bar_GT_10680">
            <a:extLst>
              <a:ext uri="{FF2B5EF4-FFF2-40B4-BE49-F238E27FC236}">
                <a16:creationId xmlns:a16="http://schemas.microsoft.com/office/drawing/2014/main" id="{492A7479-BD6C-4528-B14D-4F0D3A069FB4}"/>
              </a:ext>
            </a:extLst>
          </p:cNvPr>
          <p:cNvSpPr>
            <a:spLocks noGrp="1"/>
          </p:cNvSpPr>
          <p:nvPr/>
        </p:nvSpPr>
        <p:spPr>
          <a:xfrm>
            <a:off x="5057267" y="4518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A1_bar_GT_10681">
            <a:extLst>
              <a:ext uri="{FF2B5EF4-FFF2-40B4-BE49-F238E27FC236}">
                <a16:creationId xmlns:a16="http://schemas.microsoft.com/office/drawing/2014/main" id="{C3F5AD32-9AAB-41CB-8147-46F488B13DBF}"/>
              </a:ext>
            </a:extLst>
          </p:cNvPr>
          <p:cNvSpPr>
            <a:spLocks noGrp="1"/>
          </p:cNvSpPr>
          <p:nvPr/>
        </p:nvSpPr>
        <p:spPr>
          <a:xfrm>
            <a:off x="500447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A1_bar_GT_10682">
            <a:extLst>
              <a:ext uri="{FF2B5EF4-FFF2-40B4-BE49-F238E27FC236}">
                <a16:creationId xmlns:a16="http://schemas.microsoft.com/office/drawing/2014/main" id="{7249E297-8F9B-44F5-91D8-F94C1CB6D0F8}"/>
              </a:ext>
            </a:extLst>
          </p:cNvPr>
          <p:cNvSpPr>
            <a:spLocks noGrp="1"/>
          </p:cNvSpPr>
          <p:nvPr/>
        </p:nvSpPr>
        <p:spPr>
          <a:xfrm>
            <a:off x="5099305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A1_bar_GT_10683">
            <a:extLst>
              <a:ext uri="{FF2B5EF4-FFF2-40B4-BE49-F238E27FC236}">
                <a16:creationId xmlns:a16="http://schemas.microsoft.com/office/drawing/2014/main" id="{63A7E284-99D8-43D5-BC06-189A3F06A92B}"/>
              </a:ext>
            </a:extLst>
          </p:cNvPr>
          <p:cNvSpPr>
            <a:spLocks noGrp="1"/>
          </p:cNvSpPr>
          <p:nvPr/>
        </p:nvSpPr>
        <p:spPr>
          <a:xfrm>
            <a:off x="5052117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A1_bar_GT_10684">
            <a:extLst>
              <a:ext uri="{FF2B5EF4-FFF2-40B4-BE49-F238E27FC236}">
                <a16:creationId xmlns:a16="http://schemas.microsoft.com/office/drawing/2014/main" id="{E8C1F3DD-BE0F-48B0-86B2-C93E933B8251}"/>
              </a:ext>
            </a:extLst>
          </p:cNvPr>
          <p:cNvSpPr>
            <a:spLocks noGrp="1"/>
          </p:cNvSpPr>
          <p:nvPr/>
        </p:nvSpPr>
        <p:spPr>
          <a:xfrm>
            <a:off x="5128755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A1_bar_GT_10685">
            <a:extLst>
              <a:ext uri="{FF2B5EF4-FFF2-40B4-BE49-F238E27FC236}">
                <a16:creationId xmlns:a16="http://schemas.microsoft.com/office/drawing/2014/main" id="{213970AF-4C6B-4DB6-8ED0-3F24B5D3526E}"/>
              </a:ext>
            </a:extLst>
          </p:cNvPr>
          <p:cNvSpPr>
            <a:spLocks noGrp="1"/>
          </p:cNvSpPr>
          <p:nvPr/>
        </p:nvSpPr>
        <p:spPr>
          <a:xfrm>
            <a:off x="51179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A1_bar_GT_10686">
            <a:extLst>
              <a:ext uri="{FF2B5EF4-FFF2-40B4-BE49-F238E27FC236}">
                <a16:creationId xmlns:a16="http://schemas.microsoft.com/office/drawing/2014/main" id="{0B332B8C-1B1D-475D-8EDA-23174C126E52}"/>
              </a:ext>
            </a:extLst>
          </p:cNvPr>
          <p:cNvSpPr>
            <a:spLocks noGrp="1"/>
          </p:cNvSpPr>
          <p:nvPr/>
        </p:nvSpPr>
        <p:spPr>
          <a:xfrm>
            <a:off x="4936916" y="540093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A1_bar_GT_10687">
            <a:extLst>
              <a:ext uri="{FF2B5EF4-FFF2-40B4-BE49-F238E27FC236}">
                <a16:creationId xmlns:a16="http://schemas.microsoft.com/office/drawing/2014/main" id="{7FF2A9D3-8DBC-4062-A5A4-306CE60E2CA7}"/>
              </a:ext>
            </a:extLst>
          </p:cNvPr>
          <p:cNvSpPr>
            <a:spLocks noGrp="1"/>
          </p:cNvSpPr>
          <p:nvPr/>
        </p:nvSpPr>
        <p:spPr>
          <a:xfrm>
            <a:off x="4919263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A1_bar_GT_10688">
            <a:extLst>
              <a:ext uri="{FF2B5EF4-FFF2-40B4-BE49-F238E27FC236}">
                <a16:creationId xmlns:a16="http://schemas.microsoft.com/office/drawing/2014/main" id="{A73A5F64-6541-464C-AC00-1A9057DECBB7}"/>
              </a:ext>
            </a:extLst>
          </p:cNvPr>
          <p:cNvSpPr>
            <a:spLocks noGrp="1"/>
          </p:cNvSpPr>
          <p:nvPr/>
        </p:nvSpPr>
        <p:spPr>
          <a:xfrm>
            <a:off x="4929271" y="51986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A1_bar_GT_10689">
            <a:extLst>
              <a:ext uri="{FF2B5EF4-FFF2-40B4-BE49-F238E27FC236}">
                <a16:creationId xmlns:a16="http://schemas.microsoft.com/office/drawing/2014/main" id="{575B607A-4479-48A8-80B7-BF1CAAABBC9D}"/>
              </a:ext>
            </a:extLst>
          </p:cNvPr>
          <p:cNvSpPr>
            <a:spLocks noGrp="1"/>
          </p:cNvSpPr>
          <p:nvPr/>
        </p:nvSpPr>
        <p:spPr>
          <a:xfrm>
            <a:off x="50498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A1_bar_GT_10690">
            <a:extLst>
              <a:ext uri="{FF2B5EF4-FFF2-40B4-BE49-F238E27FC236}">
                <a16:creationId xmlns:a16="http://schemas.microsoft.com/office/drawing/2014/main" id="{D94833D8-1EED-4A50-84F9-118C37770312}"/>
              </a:ext>
            </a:extLst>
          </p:cNvPr>
          <p:cNvSpPr>
            <a:spLocks noGrp="1"/>
          </p:cNvSpPr>
          <p:nvPr/>
        </p:nvSpPr>
        <p:spPr>
          <a:xfrm>
            <a:off x="50625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A1_bar_GT_10691">
            <a:extLst>
              <a:ext uri="{FF2B5EF4-FFF2-40B4-BE49-F238E27FC236}">
                <a16:creationId xmlns:a16="http://schemas.microsoft.com/office/drawing/2014/main" id="{CCDD00E2-CE99-4B33-9AAC-9293BF6FA10C}"/>
              </a:ext>
            </a:extLst>
          </p:cNvPr>
          <p:cNvSpPr>
            <a:spLocks noGrp="1"/>
          </p:cNvSpPr>
          <p:nvPr/>
        </p:nvSpPr>
        <p:spPr>
          <a:xfrm>
            <a:off x="5038682" y="47470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A1_bar_GT_10692">
            <a:extLst>
              <a:ext uri="{FF2B5EF4-FFF2-40B4-BE49-F238E27FC236}">
                <a16:creationId xmlns:a16="http://schemas.microsoft.com/office/drawing/2014/main" id="{B61FADFE-FCA6-480B-A225-450600CC3551}"/>
              </a:ext>
            </a:extLst>
          </p:cNvPr>
          <p:cNvSpPr>
            <a:spLocks noGrp="1"/>
          </p:cNvSpPr>
          <p:nvPr/>
        </p:nvSpPr>
        <p:spPr>
          <a:xfrm>
            <a:off x="509540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A1_bar_GT_10693">
            <a:extLst>
              <a:ext uri="{FF2B5EF4-FFF2-40B4-BE49-F238E27FC236}">
                <a16:creationId xmlns:a16="http://schemas.microsoft.com/office/drawing/2014/main" id="{0A36888D-BAE7-4BD1-940A-09DFAD5E5520}"/>
              </a:ext>
            </a:extLst>
          </p:cNvPr>
          <p:cNvSpPr>
            <a:spLocks noGrp="1"/>
          </p:cNvSpPr>
          <p:nvPr/>
        </p:nvSpPr>
        <p:spPr>
          <a:xfrm>
            <a:off x="4992437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A1_bar_GT_10694">
            <a:extLst>
              <a:ext uri="{FF2B5EF4-FFF2-40B4-BE49-F238E27FC236}">
                <a16:creationId xmlns:a16="http://schemas.microsoft.com/office/drawing/2014/main" id="{F16B41EB-962C-492F-923F-E2A5403683AF}"/>
              </a:ext>
            </a:extLst>
          </p:cNvPr>
          <p:cNvSpPr>
            <a:spLocks noGrp="1"/>
          </p:cNvSpPr>
          <p:nvPr/>
        </p:nvSpPr>
        <p:spPr>
          <a:xfrm>
            <a:off x="510284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A1_bar_GT_10695">
            <a:extLst>
              <a:ext uri="{FF2B5EF4-FFF2-40B4-BE49-F238E27FC236}">
                <a16:creationId xmlns:a16="http://schemas.microsoft.com/office/drawing/2014/main" id="{D5D79751-87A7-4CD7-BA2D-9BA3E5759748}"/>
              </a:ext>
            </a:extLst>
          </p:cNvPr>
          <p:cNvSpPr>
            <a:spLocks noGrp="1"/>
          </p:cNvSpPr>
          <p:nvPr/>
        </p:nvSpPr>
        <p:spPr>
          <a:xfrm>
            <a:off x="502979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A1_bar_GT_10696">
            <a:extLst>
              <a:ext uri="{FF2B5EF4-FFF2-40B4-BE49-F238E27FC236}">
                <a16:creationId xmlns:a16="http://schemas.microsoft.com/office/drawing/2014/main" id="{EBA83C09-252B-4987-92AA-86C93E71462D}"/>
              </a:ext>
            </a:extLst>
          </p:cNvPr>
          <p:cNvSpPr>
            <a:spLocks noGrp="1"/>
          </p:cNvSpPr>
          <p:nvPr/>
        </p:nvSpPr>
        <p:spPr>
          <a:xfrm>
            <a:off x="502868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A1_bar_GT_10697">
            <a:extLst>
              <a:ext uri="{FF2B5EF4-FFF2-40B4-BE49-F238E27FC236}">
                <a16:creationId xmlns:a16="http://schemas.microsoft.com/office/drawing/2014/main" id="{A390FFC3-7974-45FC-80A9-AFCB5AAFF142}"/>
              </a:ext>
            </a:extLst>
          </p:cNvPr>
          <p:cNvSpPr>
            <a:spLocks noGrp="1"/>
          </p:cNvSpPr>
          <p:nvPr/>
        </p:nvSpPr>
        <p:spPr>
          <a:xfrm>
            <a:off x="51606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A1_bar_GT_10698">
            <a:extLst>
              <a:ext uri="{FF2B5EF4-FFF2-40B4-BE49-F238E27FC236}">
                <a16:creationId xmlns:a16="http://schemas.microsoft.com/office/drawing/2014/main" id="{3602B5C5-22DC-4BF5-B097-CEA4B30BB36D}"/>
              </a:ext>
            </a:extLst>
          </p:cNvPr>
          <p:cNvSpPr>
            <a:spLocks noGrp="1"/>
          </p:cNvSpPr>
          <p:nvPr/>
        </p:nvSpPr>
        <p:spPr>
          <a:xfrm>
            <a:off x="50090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A1_bar_GT_10699">
            <a:extLst>
              <a:ext uri="{FF2B5EF4-FFF2-40B4-BE49-F238E27FC236}">
                <a16:creationId xmlns:a16="http://schemas.microsoft.com/office/drawing/2014/main" id="{AE3D491D-4E1E-475E-8BA0-81D6F5F7E740}"/>
              </a:ext>
            </a:extLst>
          </p:cNvPr>
          <p:cNvSpPr>
            <a:spLocks noGrp="1"/>
          </p:cNvSpPr>
          <p:nvPr/>
        </p:nvSpPr>
        <p:spPr>
          <a:xfrm>
            <a:off x="5051760" y="33438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A1_bar_GT_10700">
            <a:extLst>
              <a:ext uri="{FF2B5EF4-FFF2-40B4-BE49-F238E27FC236}">
                <a16:creationId xmlns:a16="http://schemas.microsoft.com/office/drawing/2014/main" id="{B27E4CD2-6E10-464C-8CEE-CD54CEF5156A}"/>
              </a:ext>
            </a:extLst>
          </p:cNvPr>
          <p:cNvSpPr>
            <a:spLocks noGrp="1"/>
          </p:cNvSpPr>
          <p:nvPr/>
        </p:nvSpPr>
        <p:spPr>
          <a:xfrm>
            <a:off x="5012521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A1_bar_GT_10701">
            <a:extLst>
              <a:ext uri="{FF2B5EF4-FFF2-40B4-BE49-F238E27FC236}">
                <a16:creationId xmlns:a16="http://schemas.microsoft.com/office/drawing/2014/main" id="{EB6D2C20-C738-4324-B419-07AEFC8642A1}"/>
              </a:ext>
            </a:extLst>
          </p:cNvPr>
          <p:cNvSpPr>
            <a:spLocks noGrp="1"/>
          </p:cNvSpPr>
          <p:nvPr/>
        </p:nvSpPr>
        <p:spPr>
          <a:xfrm>
            <a:off x="499938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A1_bar_GT_10702">
            <a:extLst>
              <a:ext uri="{FF2B5EF4-FFF2-40B4-BE49-F238E27FC236}">
                <a16:creationId xmlns:a16="http://schemas.microsoft.com/office/drawing/2014/main" id="{197C330F-DF87-49FC-B8C7-8609FB28B649}"/>
              </a:ext>
            </a:extLst>
          </p:cNvPr>
          <p:cNvSpPr>
            <a:spLocks noGrp="1"/>
          </p:cNvSpPr>
          <p:nvPr/>
        </p:nvSpPr>
        <p:spPr>
          <a:xfrm>
            <a:off x="513840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A1_bar_GT_10703">
            <a:extLst>
              <a:ext uri="{FF2B5EF4-FFF2-40B4-BE49-F238E27FC236}">
                <a16:creationId xmlns:a16="http://schemas.microsoft.com/office/drawing/2014/main" id="{E398BC94-92BD-43FE-8C20-F490216CE9AF}"/>
              </a:ext>
            </a:extLst>
          </p:cNvPr>
          <p:cNvSpPr>
            <a:spLocks noGrp="1"/>
          </p:cNvSpPr>
          <p:nvPr/>
        </p:nvSpPr>
        <p:spPr>
          <a:xfrm>
            <a:off x="503366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A1_bar_GT_10704">
            <a:extLst>
              <a:ext uri="{FF2B5EF4-FFF2-40B4-BE49-F238E27FC236}">
                <a16:creationId xmlns:a16="http://schemas.microsoft.com/office/drawing/2014/main" id="{42BC37CE-0342-4D72-9B41-A8E38265BC49}"/>
              </a:ext>
            </a:extLst>
          </p:cNvPr>
          <p:cNvSpPr>
            <a:spLocks noGrp="1"/>
          </p:cNvSpPr>
          <p:nvPr/>
        </p:nvSpPr>
        <p:spPr>
          <a:xfrm>
            <a:off x="50429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A1_bar_GT_10705">
            <a:extLst>
              <a:ext uri="{FF2B5EF4-FFF2-40B4-BE49-F238E27FC236}">
                <a16:creationId xmlns:a16="http://schemas.microsoft.com/office/drawing/2014/main" id="{A202016F-D72E-4116-84C2-5F642A91AD5C}"/>
              </a:ext>
            </a:extLst>
          </p:cNvPr>
          <p:cNvSpPr>
            <a:spLocks noGrp="1"/>
          </p:cNvSpPr>
          <p:nvPr/>
        </p:nvSpPr>
        <p:spPr>
          <a:xfrm>
            <a:off x="49294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A1_bar_GT_10706">
            <a:extLst>
              <a:ext uri="{FF2B5EF4-FFF2-40B4-BE49-F238E27FC236}">
                <a16:creationId xmlns:a16="http://schemas.microsoft.com/office/drawing/2014/main" id="{073C16E4-9260-4D60-AEE7-4033330FE8A4}"/>
              </a:ext>
            </a:extLst>
          </p:cNvPr>
          <p:cNvSpPr>
            <a:spLocks noGrp="1"/>
          </p:cNvSpPr>
          <p:nvPr/>
        </p:nvSpPr>
        <p:spPr>
          <a:xfrm>
            <a:off x="504813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A1_bar_GT_10707">
            <a:extLst>
              <a:ext uri="{FF2B5EF4-FFF2-40B4-BE49-F238E27FC236}">
                <a16:creationId xmlns:a16="http://schemas.microsoft.com/office/drawing/2014/main" id="{7BC126D7-66E0-4A9A-AE06-750CBA6D612B}"/>
              </a:ext>
            </a:extLst>
          </p:cNvPr>
          <p:cNvSpPr>
            <a:spLocks noGrp="1"/>
          </p:cNvSpPr>
          <p:nvPr/>
        </p:nvSpPr>
        <p:spPr>
          <a:xfrm>
            <a:off x="50702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A1_bar_GT_10708">
            <a:extLst>
              <a:ext uri="{FF2B5EF4-FFF2-40B4-BE49-F238E27FC236}">
                <a16:creationId xmlns:a16="http://schemas.microsoft.com/office/drawing/2014/main" id="{6B0239ED-6F26-45E6-A03A-6367A4B50E96}"/>
              </a:ext>
            </a:extLst>
          </p:cNvPr>
          <p:cNvSpPr>
            <a:spLocks noGrp="1"/>
          </p:cNvSpPr>
          <p:nvPr/>
        </p:nvSpPr>
        <p:spPr>
          <a:xfrm>
            <a:off x="495888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A1_bar_GT_10709">
            <a:extLst>
              <a:ext uri="{FF2B5EF4-FFF2-40B4-BE49-F238E27FC236}">
                <a16:creationId xmlns:a16="http://schemas.microsoft.com/office/drawing/2014/main" id="{9E9F899C-DF51-4A5E-B14F-6C2BA458B122}"/>
              </a:ext>
            </a:extLst>
          </p:cNvPr>
          <p:cNvSpPr>
            <a:spLocks noGrp="1"/>
          </p:cNvSpPr>
          <p:nvPr/>
        </p:nvSpPr>
        <p:spPr>
          <a:xfrm>
            <a:off x="5042005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A1_bar_GT_10710">
            <a:extLst>
              <a:ext uri="{FF2B5EF4-FFF2-40B4-BE49-F238E27FC236}">
                <a16:creationId xmlns:a16="http://schemas.microsoft.com/office/drawing/2014/main" id="{0858C80C-6E3F-4E01-A1F5-016EFF4684B4}"/>
              </a:ext>
            </a:extLst>
          </p:cNvPr>
          <p:cNvSpPr>
            <a:spLocks noGrp="1"/>
          </p:cNvSpPr>
          <p:nvPr/>
        </p:nvSpPr>
        <p:spPr>
          <a:xfrm>
            <a:off x="5132604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A1_bar_GT_10711">
            <a:extLst>
              <a:ext uri="{FF2B5EF4-FFF2-40B4-BE49-F238E27FC236}">
                <a16:creationId xmlns:a16="http://schemas.microsoft.com/office/drawing/2014/main" id="{4EF1E1AE-A6FE-4495-B908-226DF7FDFC1C}"/>
              </a:ext>
            </a:extLst>
          </p:cNvPr>
          <p:cNvSpPr>
            <a:spLocks noGrp="1"/>
          </p:cNvSpPr>
          <p:nvPr/>
        </p:nvSpPr>
        <p:spPr>
          <a:xfrm>
            <a:off x="50119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A1_bar_GT_10712">
            <a:extLst>
              <a:ext uri="{FF2B5EF4-FFF2-40B4-BE49-F238E27FC236}">
                <a16:creationId xmlns:a16="http://schemas.microsoft.com/office/drawing/2014/main" id="{1A5B96B4-2DAD-428C-B158-46341EDC74C1}"/>
              </a:ext>
            </a:extLst>
          </p:cNvPr>
          <p:cNvSpPr>
            <a:spLocks noGrp="1"/>
          </p:cNvSpPr>
          <p:nvPr/>
        </p:nvSpPr>
        <p:spPr>
          <a:xfrm>
            <a:off x="5110468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A1_bar_GT_10713">
            <a:extLst>
              <a:ext uri="{FF2B5EF4-FFF2-40B4-BE49-F238E27FC236}">
                <a16:creationId xmlns:a16="http://schemas.microsoft.com/office/drawing/2014/main" id="{82AA2942-3C96-49D6-96E7-B58CFA06257E}"/>
              </a:ext>
            </a:extLst>
          </p:cNvPr>
          <p:cNvSpPr>
            <a:spLocks noGrp="1"/>
          </p:cNvSpPr>
          <p:nvPr/>
        </p:nvSpPr>
        <p:spPr>
          <a:xfrm>
            <a:off x="5043999" y="39534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A1_bar_GT_10714">
            <a:extLst>
              <a:ext uri="{FF2B5EF4-FFF2-40B4-BE49-F238E27FC236}">
                <a16:creationId xmlns:a16="http://schemas.microsoft.com/office/drawing/2014/main" id="{15AA825C-4DDE-486C-8FCB-11119460D67E}"/>
              </a:ext>
            </a:extLst>
          </p:cNvPr>
          <p:cNvSpPr>
            <a:spLocks noGrp="1"/>
          </p:cNvSpPr>
          <p:nvPr/>
        </p:nvSpPr>
        <p:spPr>
          <a:xfrm>
            <a:off x="5063370" y="43233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A1_bar_GT_10715">
            <a:extLst>
              <a:ext uri="{FF2B5EF4-FFF2-40B4-BE49-F238E27FC236}">
                <a16:creationId xmlns:a16="http://schemas.microsoft.com/office/drawing/2014/main" id="{AF558C7B-D1E9-4089-A147-143A409A1128}"/>
              </a:ext>
            </a:extLst>
          </p:cNvPr>
          <p:cNvSpPr>
            <a:spLocks noGrp="1"/>
          </p:cNvSpPr>
          <p:nvPr/>
        </p:nvSpPr>
        <p:spPr>
          <a:xfrm>
            <a:off x="4999338" y="39746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A1_bar_GT_10716">
            <a:extLst>
              <a:ext uri="{FF2B5EF4-FFF2-40B4-BE49-F238E27FC236}">
                <a16:creationId xmlns:a16="http://schemas.microsoft.com/office/drawing/2014/main" id="{D3663C60-3BEA-4E42-82E3-27F0183055FE}"/>
              </a:ext>
            </a:extLst>
          </p:cNvPr>
          <p:cNvSpPr>
            <a:spLocks noGrp="1"/>
          </p:cNvSpPr>
          <p:nvPr/>
        </p:nvSpPr>
        <p:spPr>
          <a:xfrm>
            <a:off x="5078249" y="51986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A1_bar_GT_10717">
            <a:extLst>
              <a:ext uri="{FF2B5EF4-FFF2-40B4-BE49-F238E27FC236}">
                <a16:creationId xmlns:a16="http://schemas.microsoft.com/office/drawing/2014/main" id="{E29EC112-06F1-452D-99C7-7A3845D440C4}"/>
              </a:ext>
            </a:extLst>
          </p:cNvPr>
          <p:cNvSpPr>
            <a:spLocks noGrp="1"/>
          </p:cNvSpPr>
          <p:nvPr/>
        </p:nvSpPr>
        <p:spPr>
          <a:xfrm>
            <a:off x="514694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A1_bar_GT_10718">
            <a:extLst>
              <a:ext uri="{FF2B5EF4-FFF2-40B4-BE49-F238E27FC236}">
                <a16:creationId xmlns:a16="http://schemas.microsoft.com/office/drawing/2014/main" id="{D125ED9F-2569-4E79-945D-2B20F669FE1F}"/>
              </a:ext>
            </a:extLst>
          </p:cNvPr>
          <p:cNvSpPr>
            <a:spLocks noGrp="1"/>
          </p:cNvSpPr>
          <p:nvPr/>
        </p:nvSpPr>
        <p:spPr>
          <a:xfrm>
            <a:off x="5077728" y="60022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A1_bar_GT_10719">
            <a:extLst>
              <a:ext uri="{FF2B5EF4-FFF2-40B4-BE49-F238E27FC236}">
                <a16:creationId xmlns:a16="http://schemas.microsoft.com/office/drawing/2014/main" id="{D6989B3A-B37D-484F-AD02-3BBEA0BC965A}"/>
              </a:ext>
            </a:extLst>
          </p:cNvPr>
          <p:cNvSpPr>
            <a:spLocks noGrp="1"/>
          </p:cNvSpPr>
          <p:nvPr/>
        </p:nvSpPr>
        <p:spPr>
          <a:xfrm>
            <a:off x="497473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A1_bar_GT_10720">
            <a:extLst>
              <a:ext uri="{FF2B5EF4-FFF2-40B4-BE49-F238E27FC236}">
                <a16:creationId xmlns:a16="http://schemas.microsoft.com/office/drawing/2014/main" id="{D79EAADB-50A3-4AC9-A4D2-038D8EBDC51E}"/>
              </a:ext>
            </a:extLst>
          </p:cNvPr>
          <p:cNvSpPr>
            <a:spLocks noGrp="1"/>
          </p:cNvSpPr>
          <p:nvPr/>
        </p:nvSpPr>
        <p:spPr>
          <a:xfrm>
            <a:off x="4948820" y="3602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A1_bar_GT_10721">
            <a:extLst>
              <a:ext uri="{FF2B5EF4-FFF2-40B4-BE49-F238E27FC236}">
                <a16:creationId xmlns:a16="http://schemas.microsoft.com/office/drawing/2014/main" id="{CD5EF7DC-5F13-4B14-BEEC-1BA2F4A3045B}"/>
              </a:ext>
            </a:extLst>
          </p:cNvPr>
          <p:cNvSpPr>
            <a:spLocks noGrp="1"/>
          </p:cNvSpPr>
          <p:nvPr/>
        </p:nvSpPr>
        <p:spPr>
          <a:xfrm>
            <a:off x="51173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A1_bar_GT_10722">
            <a:extLst>
              <a:ext uri="{FF2B5EF4-FFF2-40B4-BE49-F238E27FC236}">
                <a16:creationId xmlns:a16="http://schemas.microsoft.com/office/drawing/2014/main" id="{82C5614B-2590-4B74-ABE6-9B721612FDE6}"/>
              </a:ext>
            </a:extLst>
          </p:cNvPr>
          <p:cNvSpPr>
            <a:spLocks noGrp="1"/>
          </p:cNvSpPr>
          <p:nvPr/>
        </p:nvSpPr>
        <p:spPr>
          <a:xfrm>
            <a:off x="503449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A1_bar_GT_10723">
            <a:extLst>
              <a:ext uri="{FF2B5EF4-FFF2-40B4-BE49-F238E27FC236}">
                <a16:creationId xmlns:a16="http://schemas.microsoft.com/office/drawing/2014/main" id="{AD4CAB92-DF37-4E64-A985-02F37AA09D71}"/>
              </a:ext>
            </a:extLst>
          </p:cNvPr>
          <p:cNvSpPr>
            <a:spLocks noGrp="1"/>
          </p:cNvSpPr>
          <p:nvPr/>
        </p:nvSpPr>
        <p:spPr>
          <a:xfrm>
            <a:off x="515695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A1_bar_GT_10724">
            <a:extLst>
              <a:ext uri="{FF2B5EF4-FFF2-40B4-BE49-F238E27FC236}">
                <a16:creationId xmlns:a16="http://schemas.microsoft.com/office/drawing/2014/main" id="{D08B6A9C-E08F-47C7-9273-6F3697598664}"/>
              </a:ext>
            </a:extLst>
          </p:cNvPr>
          <p:cNvSpPr>
            <a:spLocks noGrp="1"/>
          </p:cNvSpPr>
          <p:nvPr/>
        </p:nvSpPr>
        <p:spPr>
          <a:xfrm>
            <a:off x="510469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A1_bar_GT_10725">
            <a:extLst>
              <a:ext uri="{FF2B5EF4-FFF2-40B4-BE49-F238E27FC236}">
                <a16:creationId xmlns:a16="http://schemas.microsoft.com/office/drawing/2014/main" id="{2A03425F-33A9-40A9-859A-1C64DC14A250}"/>
              </a:ext>
            </a:extLst>
          </p:cNvPr>
          <p:cNvSpPr>
            <a:spLocks noGrp="1"/>
          </p:cNvSpPr>
          <p:nvPr/>
        </p:nvSpPr>
        <p:spPr>
          <a:xfrm>
            <a:off x="5027880" y="38965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A1_bar_GT_10726">
            <a:extLst>
              <a:ext uri="{FF2B5EF4-FFF2-40B4-BE49-F238E27FC236}">
                <a16:creationId xmlns:a16="http://schemas.microsoft.com/office/drawing/2014/main" id="{59EB1D56-6F79-41EC-B210-F84C228794BA}"/>
              </a:ext>
            </a:extLst>
          </p:cNvPr>
          <p:cNvSpPr>
            <a:spLocks noGrp="1"/>
          </p:cNvSpPr>
          <p:nvPr/>
        </p:nvSpPr>
        <p:spPr>
          <a:xfrm>
            <a:off x="5083351" y="576063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A1_bar_GT_10727">
            <a:extLst>
              <a:ext uri="{FF2B5EF4-FFF2-40B4-BE49-F238E27FC236}">
                <a16:creationId xmlns:a16="http://schemas.microsoft.com/office/drawing/2014/main" id="{2AC7F074-2791-447D-A075-0BB4D2780120}"/>
              </a:ext>
            </a:extLst>
          </p:cNvPr>
          <p:cNvSpPr>
            <a:spLocks noGrp="1"/>
          </p:cNvSpPr>
          <p:nvPr/>
        </p:nvSpPr>
        <p:spPr>
          <a:xfrm>
            <a:off x="495269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A1_bar_GT_10728">
            <a:extLst>
              <a:ext uri="{FF2B5EF4-FFF2-40B4-BE49-F238E27FC236}">
                <a16:creationId xmlns:a16="http://schemas.microsoft.com/office/drawing/2014/main" id="{617BE366-1C0E-4C2B-BB61-AA0D419F49DB}"/>
              </a:ext>
            </a:extLst>
          </p:cNvPr>
          <p:cNvSpPr>
            <a:spLocks noGrp="1"/>
          </p:cNvSpPr>
          <p:nvPr/>
        </p:nvSpPr>
        <p:spPr>
          <a:xfrm>
            <a:off x="50745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A1_bar_GT_10729">
            <a:extLst>
              <a:ext uri="{FF2B5EF4-FFF2-40B4-BE49-F238E27FC236}">
                <a16:creationId xmlns:a16="http://schemas.microsoft.com/office/drawing/2014/main" id="{D2294549-EEC1-4F56-BC3E-A89CB5AEC139}"/>
              </a:ext>
            </a:extLst>
          </p:cNvPr>
          <p:cNvSpPr>
            <a:spLocks noGrp="1"/>
          </p:cNvSpPr>
          <p:nvPr/>
        </p:nvSpPr>
        <p:spPr>
          <a:xfrm>
            <a:off x="4990177" y="52558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A1_bar_GT_10730">
            <a:extLst>
              <a:ext uri="{FF2B5EF4-FFF2-40B4-BE49-F238E27FC236}">
                <a16:creationId xmlns:a16="http://schemas.microsoft.com/office/drawing/2014/main" id="{1F9A339D-FF1E-450D-882F-2D50C5692A98}"/>
              </a:ext>
            </a:extLst>
          </p:cNvPr>
          <p:cNvSpPr>
            <a:spLocks noGrp="1"/>
          </p:cNvSpPr>
          <p:nvPr/>
        </p:nvSpPr>
        <p:spPr>
          <a:xfrm>
            <a:off x="494815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A1_bar_GT_10731">
            <a:extLst>
              <a:ext uri="{FF2B5EF4-FFF2-40B4-BE49-F238E27FC236}">
                <a16:creationId xmlns:a16="http://schemas.microsoft.com/office/drawing/2014/main" id="{5A945FC3-E87E-4049-B62D-981733326A61}"/>
              </a:ext>
            </a:extLst>
          </p:cNvPr>
          <p:cNvSpPr>
            <a:spLocks noGrp="1"/>
          </p:cNvSpPr>
          <p:nvPr/>
        </p:nvSpPr>
        <p:spPr>
          <a:xfrm>
            <a:off x="5015441" y="3107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A1_bar_GT_10732">
            <a:extLst>
              <a:ext uri="{FF2B5EF4-FFF2-40B4-BE49-F238E27FC236}">
                <a16:creationId xmlns:a16="http://schemas.microsoft.com/office/drawing/2014/main" id="{6EF34E5C-8411-4E72-BF57-62048873929E}"/>
              </a:ext>
            </a:extLst>
          </p:cNvPr>
          <p:cNvSpPr>
            <a:spLocks noGrp="1"/>
          </p:cNvSpPr>
          <p:nvPr/>
        </p:nvSpPr>
        <p:spPr>
          <a:xfrm>
            <a:off x="5107464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A1_bar_GT_10733">
            <a:extLst>
              <a:ext uri="{FF2B5EF4-FFF2-40B4-BE49-F238E27FC236}">
                <a16:creationId xmlns:a16="http://schemas.microsoft.com/office/drawing/2014/main" id="{FC234FB7-3045-4309-A243-4DCAF6D654A3}"/>
              </a:ext>
            </a:extLst>
          </p:cNvPr>
          <p:cNvSpPr>
            <a:spLocks noGrp="1"/>
          </p:cNvSpPr>
          <p:nvPr/>
        </p:nvSpPr>
        <p:spPr>
          <a:xfrm>
            <a:off x="510558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A1_bar_GT_10734">
            <a:extLst>
              <a:ext uri="{FF2B5EF4-FFF2-40B4-BE49-F238E27FC236}">
                <a16:creationId xmlns:a16="http://schemas.microsoft.com/office/drawing/2014/main" id="{BFE845ED-B6F5-4EAB-A990-529844AB86AA}"/>
              </a:ext>
            </a:extLst>
          </p:cNvPr>
          <p:cNvSpPr>
            <a:spLocks noGrp="1"/>
          </p:cNvSpPr>
          <p:nvPr/>
        </p:nvSpPr>
        <p:spPr>
          <a:xfrm>
            <a:off x="4957630" y="52270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A1_bar_GT_10735">
            <a:extLst>
              <a:ext uri="{FF2B5EF4-FFF2-40B4-BE49-F238E27FC236}">
                <a16:creationId xmlns:a16="http://schemas.microsoft.com/office/drawing/2014/main" id="{0A8ECA12-A3D5-4D3C-8BE4-9D797946EC19}"/>
              </a:ext>
            </a:extLst>
          </p:cNvPr>
          <p:cNvSpPr>
            <a:spLocks noGrp="1"/>
          </p:cNvSpPr>
          <p:nvPr/>
        </p:nvSpPr>
        <p:spPr>
          <a:xfrm>
            <a:off x="505604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A1_bar_GT_10736">
            <a:extLst>
              <a:ext uri="{FF2B5EF4-FFF2-40B4-BE49-F238E27FC236}">
                <a16:creationId xmlns:a16="http://schemas.microsoft.com/office/drawing/2014/main" id="{4F971C86-6952-4ED1-9248-7419F8D005D9}"/>
              </a:ext>
            </a:extLst>
          </p:cNvPr>
          <p:cNvSpPr>
            <a:spLocks noGrp="1"/>
          </p:cNvSpPr>
          <p:nvPr/>
        </p:nvSpPr>
        <p:spPr>
          <a:xfrm>
            <a:off x="506203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A1_bar_GT_10737">
            <a:extLst>
              <a:ext uri="{FF2B5EF4-FFF2-40B4-BE49-F238E27FC236}">
                <a16:creationId xmlns:a16="http://schemas.microsoft.com/office/drawing/2014/main" id="{628C3849-BC94-4C7C-BC2D-C7A41B120360}"/>
              </a:ext>
            </a:extLst>
          </p:cNvPr>
          <p:cNvSpPr>
            <a:spLocks noGrp="1"/>
          </p:cNvSpPr>
          <p:nvPr/>
        </p:nvSpPr>
        <p:spPr>
          <a:xfrm>
            <a:off x="504495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A1_bar_GT_10738">
            <a:extLst>
              <a:ext uri="{FF2B5EF4-FFF2-40B4-BE49-F238E27FC236}">
                <a16:creationId xmlns:a16="http://schemas.microsoft.com/office/drawing/2014/main" id="{4899E6CC-0CE7-4E8C-AC0A-7B2ED57824B6}"/>
              </a:ext>
            </a:extLst>
          </p:cNvPr>
          <p:cNvSpPr>
            <a:spLocks noGrp="1"/>
          </p:cNvSpPr>
          <p:nvPr/>
        </p:nvSpPr>
        <p:spPr>
          <a:xfrm>
            <a:off x="5145071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A1_bar_GT_10739">
            <a:extLst>
              <a:ext uri="{FF2B5EF4-FFF2-40B4-BE49-F238E27FC236}">
                <a16:creationId xmlns:a16="http://schemas.microsoft.com/office/drawing/2014/main" id="{857FFFAD-B114-49E8-801C-5D4C95A18F9A}"/>
              </a:ext>
            </a:extLst>
          </p:cNvPr>
          <p:cNvSpPr>
            <a:spLocks noGrp="1"/>
          </p:cNvSpPr>
          <p:nvPr/>
        </p:nvSpPr>
        <p:spPr>
          <a:xfrm>
            <a:off x="508448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A1_bar_GT_10740">
            <a:extLst>
              <a:ext uri="{FF2B5EF4-FFF2-40B4-BE49-F238E27FC236}">
                <a16:creationId xmlns:a16="http://schemas.microsoft.com/office/drawing/2014/main" id="{22C4258E-EB7A-4E4D-9314-CE2407A297D8}"/>
              </a:ext>
            </a:extLst>
          </p:cNvPr>
          <p:cNvSpPr>
            <a:spLocks noGrp="1"/>
          </p:cNvSpPr>
          <p:nvPr/>
        </p:nvSpPr>
        <p:spPr>
          <a:xfrm>
            <a:off x="504110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A1_bar_GT_10741">
            <a:extLst>
              <a:ext uri="{FF2B5EF4-FFF2-40B4-BE49-F238E27FC236}">
                <a16:creationId xmlns:a16="http://schemas.microsoft.com/office/drawing/2014/main" id="{D9E6F63A-E3DB-493C-B334-29DA1A1461C0}"/>
              </a:ext>
            </a:extLst>
          </p:cNvPr>
          <p:cNvSpPr>
            <a:spLocks noGrp="1"/>
          </p:cNvSpPr>
          <p:nvPr/>
        </p:nvSpPr>
        <p:spPr>
          <a:xfrm>
            <a:off x="5003685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A1_bar_GT_10742">
            <a:extLst>
              <a:ext uri="{FF2B5EF4-FFF2-40B4-BE49-F238E27FC236}">
                <a16:creationId xmlns:a16="http://schemas.microsoft.com/office/drawing/2014/main" id="{02A0F624-DB22-439D-B4ED-0AF82B95E60C}"/>
              </a:ext>
            </a:extLst>
          </p:cNvPr>
          <p:cNvSpPr>
            <a:spLocks noGrp="1"/>
          </p:cNvSpPr>
          <p:nvPr/>
        </p:nvSpPr>
        <p:spPr>
          <a:xfrm>
            <a:off x="5088460" y="384972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A1_bar_GT_10743">
            <a:extLst>
              <a:ext uri="{FF2B5EF4-FFF2-40B4-BE49-F238E27FC236}">
                <a16:creationId xmlns:a16="http://schemas.microsoft.com/office/drawing/2014/main" id="{ED475BC6-36ED-48BC-A093-C2B439095FC2}"/>
              </a:ext>
            </a:extLst>
          </p:cNvPr>
          <p:cNvSpPr>
            <a:spLocks noGrp="1"/>
          </p:cNvSpPr>
          <p:nvPr/>
        </p:nvSpPr>
        <p:spPr>
          <a:xfrm>
            <a:off x="510724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A1_bar_GT_10744">
            <a:extLst>
              <a:ext uri="{FF2B5EF4-FFF2-40B4-BE49-F238E27FC236}">
                <a16:creationId xmlns:a16="http://schemas.microsoft.com/office/drawing/2014/main" id="{7EC2C24C-269A-4718-88E2-919B2EE9520D}"/>
              </a:ext>
            </a:extLst>
          </p:cNvPr>
          <p:cNvSpPr>
            <a:spLocks noGrp="1"/>
          </p:cNvSpPr>
          <p:nvPr/>
        </p:nvSpPr>
        <p:spPr>
          <a:xfrm>
            <a:off x="499913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A1_bar_GT_10745">
            <a:extLst>
              <a:ext uri="{FF2B5EF4-FFF2-40B4-BE49-F238E27FC236}">
                <a16:creationId xmlns:a16="http://schemas.microsoft.com/office/drawing/2014/main" id="{AA6D045C-028F-499F-813E-1F7FDEE7AECD}"/>
              </a:ext>
            </a:extLst>
          </p:cNvPr>
          <p:cNvSpPr>
            <a:spLocks noGrp="1"/>
          </p:cNvSpPr>
          <p:nvPr/>
        </p:nvSpPr>
        <p:spPr>
          <a:xfrm>
            <a:off x="4949982" y="531600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A1_bar_GT_10746">
            <a:extLst>
              <a:ext uri="{FF2B5EF4-FFF2-40B4-BE49-F238E27FC236}">
                <a16:creationId xmlns:a16="http://schemas.microsoft.com/office/drawing/2014/main" id="{11A62505-0F73-4CB1-ADF8-10FC9D55E304}"/>
              </a:ext>
            </a:extLst>
          </p:cNvPr>
          <p:cNvSpPr>
            <a:spLocks noGrp="1"/>
          </p:cNvSpPr>
          <p:nvPr/>
        </p:nvSpPr>
        <p:spPr>
          <a:xfrm>
            <a:off x="4968327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A1_bar_GT_10747">
            <a:extLst>
              <a:ext uri="{FF2B5EF4-FFF2-40B4-BE49-F238E27FC236}">
                <a16:creationId xmlns:a16="http://schemas.microsoft.com/office/drawing/2014/main" id="{29F77EB7-93A1-4D26-ACF1-348AF362E273}"/>
              </a:ext>
            </a:extLst>
          </p:cNvPr>
          <p:cNvSpPr>
            <a:spLocks noGrp="1"/>
          </p:cNvSpPr>
          <p:nvPr/>
        </p:nvSpPr>
        <p:spPr>
          <a:xfrm>
            <a:off x="49924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A1_bar_GT_10748">
            <a:extLst>
              <a:ext uri="{FF2B5EF4-FFF2-40B4-BE49-F238E27FC236}">
                <a16:creationId xmlns:a16="http://schemas.microsoft.com/office/drawing/2014/main" id="{D33CFC51-4A35-4493-ACAE-77B7ED6EFDE9}"/>
              </a:ext>
            </a:extLst>
          </p:cNvPr>
          <p:cNvSpPr>
            <a:spLocks noGrp="1"/>
          </p:cNvSpPr>
          <p:nvPr/>
        </p:nvSpPr>
        <p:spPr>
          <a:xfrm>
            <a:off x="503862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A1_bar_GT_10749">
            <a:extLst>
              <a:ext uri="{FF2B5EF4-FFF2-40B4-BE49-F238E27FC236}">
                <a16:creationId xmlns:a16="http://schemas.microsoft.com/office/drawing/2014/main" id="{2F1EFEC9-8CE5-4484-AE47-5731A00A21A8}"/>
              </a:ext>
            </a:extLst>
          </p:cNvPr>
          <p:cNvSpPr>
            <a:spLocks noGrp="1"/>
          </p:cNvSpPr>
          <p:nvPr/>
        </p:nvSpPr>
        <p:spPr>
          <a:xfrm>
            <a:off x="513474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A1_bar_GT_10750">
            <a:extLst>
              <a:ext uri="{FF2B5EF4-FFF2-40B4-BE49-F238E27FC236}">
                <a16:creationId xmlns:a16="http://schemas.microsoft.com/office/drawing/2014/main" id="{137FC9BA-F3A2-49EA-A640-F9D894B36A32}"/>
              </a:ext>
            </a:extLst>
          </p:cNvPr>
          <p:cNvSpPr>
            <a:spLocks noGrp="1"/>
          </p:cNvSpPr>
          <p:nvPr/>
        </p:nvSpPr>
        <p:spPr>
          <a:xfrm>
            <a:off x="4919276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A1_bar_GT_10751">
            <a:extLst>
              <a:ext uri="{FF2B5EF4-FFF2-40B4-BE49-F238E27FC236}">
                <a16:creationId xmlns:a16="http://schemas.microsoft.com/office/drawing/2014/main" id="{441D6261-5BFD-4709-BD90-9A0723051262}"/>
              </a:ext>
            </a:extLst>
          </p:cNvPr>
          <p:cNvSpPr>
            <a:spLocks noGrp="1"/>
          </p:cNvSpPr>
          <p:nvPr/>
        </p:nvSpPr>
        <p:spPr>
          <a:xfrm>
            <a:off x="4992153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A1_bar_GT_10752">
            <a:extLst>
              <a:ext uri="{FF2B5EF4-FFF2-40B4-BE49-F238E27FC236}">
                <a16:creationId xmlns:a16="http://schemas.microsoft.com/office/drawing/2014/main" id="{99A00F8B-F38D-41CE-ACC3-815198D09916}"/>
              </a:ext>
            </a:extLst>
          </p:cNvPr>
          <p:cNvSpPr>
            <a:spLocks noGrp="1"/>
          </p:cNvSpPr>
          <p:nvPr/>
        </p:nvSpPr>
        <p:spPr>
          <a:xfrm>
            <a:off x="506212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A1_bar_GT_10753">
            <a:extLst>
              <a:ext uri="{FF2B5EF4-FFF2-40B4-BE49-F238E27FC236}">
                <a16:creationId xmlns:a16="http://schemas.microsoft.com/office/drawing/2014/main" id="{9A6C280D-38BD-4339-A586-52D14DEA00EC}"/>
              </a:ext>
            </a:extLst>
          </p:cNvPr>
          <p:cNvSpPr>
            <a:spLocks noGrp="1"/>
          </p:cNvSpPr>
          <p:nvPr/>
        </p:nvSpPr>
        <p:spPr>
          <a:xfrm>
            <a:off x="500212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A1_bar_GT_10754">
            <a:extLst>
              <a:ext uri="{FF2B5EF4-FFF2-40B4-BE49-F238E27FC236}">
                <a16:creationId xmlns:a16="http://schemas.microsoft.com/office/drawing/2014/main" id="{3B4F57FD-22EB-48A8-979D-711FAB858DF6}"/>
              </a:ext>
            </a:extLst>
          </p:cNvPr>
          <p:cNvSpPr>
            <a:spLocks noGrp="1"/>
          </p:cNvSpPr>
          <p:nvPr/>
        </p:nvSpPr>
        <p:spPr>
          <a:xfrm>
            <a:off x="497415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A1_bar_GT_10755">
            <a:extLst>
              <a:ext uri="{FF2B5EF4-FFF2-40B4-BE49-F238E27FC236}">
                <a16:creationId xmlns:a16="http://schemas.microsoft.com/office/drawing/2014/main" id="{8045F9AC-5F70-46E7-BA3D-4006E0A06456}"/>
              </a:ext>
            </a:extLst>
          </p:cNvPr>
          <p:cNvSpPr>
            <a:spLocks noGrp="1"/>
          </p:cNvSpPr>
          <p:nvPr/>
        </p:nvSpPr>
        <p:spPr>
          <a:xfrm>
            <a:off x="514800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A1_bar_GT_10756">
            <a:extLst>
              <a:ext uri="{FF2B5EF4-FFF2-40B4-BE49-F238E27FC236}">
                <a16:creationId xmlns:a16="http://schemas.microsoft.com/office/drawing/2014/main" id="{B5402D2B-8597-4AD8-A2EC-FF4622D27D71}"/>
              </a:ext>
            </a:extLst>
          </p:cNvPr>
          <p:cNvSpPr>
            <a:spLocks noGrp="1"/>
          </p:cNvSpPr>
          <p:nvPr/>
        </p:nvSpPr>
        <p:spPr>
          <a:xfrm>
            <a:off x="49910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A1_bar_GT_10757">
            <a:extLst>
              <a:ext uri="{FF2B5EF4-FFF2-40B4-BE49-F238E27FC236}">
                <a16:creationId xmlns:a16="http://schemas.microsoft.com/office/drawing/2014/main" id="{5D2787CB-E3FD-4452-829E-91E801323FC6}"/>
              </a:ext>
            </a:extLst>
          </p:cNvPr>
          <p:cNvSpPr>
            <a:spLocks noGrp="1"/>
          </p:cNvSpPr>
          <p:nvPr/>
        </p:nvSpPr>
        <p:spPr>
          <a:xfrm>
            <a:off x="509711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A1_bar_GT_10758">
            <a:extLst>
              <a:ext uri="{FF2B5EF4-FFF2-40B4-BE49-F238E27FC236}">
                <a16:creationId xmlns:a16="http://schemas.microsoft.com/office/drawing/2014/main" id="{78F8467A-EB95-4200-879F-D1FEB3A7E7ED}"/>
              </a:ext>
            </a:extLst>
          </p:cNvPr>
          <p:cNvSpPr>
            <a:spLocks noGrp="1"/>
          </p:cNvSpPr>
          <p:nvPr/>
        </p:nvSpPr>
        <p:spPr>
          <a:xfrm>
            <a:off x="4934038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A1_bar_GT_10759">
            <a:extLst>
              <a:ext uri="{FF2B5EF4-FFF2-40B4-BE49-F238E27FC236}">
                <a16:creationId xmlns:a16="http://schemas.microsoft.com/office/drawing/2014/main" id="{B75A631D-B9BB-4AC4-AF1D-2568E6BAA1FD}"/>
              </a:ext>
            </a:extLst>
          </p:cNvPr>
          <p:cNvSpPr>
            <a:spLocks noGrp="1"/>
          </p:cNvSpPr>
          <p:nvPr/>
        </p:nvSpPr>
        <p:spPr>
          <a:xfrm>
            <a:off x="5057699" y="37576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A1_bar_GT_10760">
            <a:extLst>
              <a:ext uri="{FF2B5EF4-FFF2-40B4-BE49-F238E27FC236}">
                <a16:creationId xmlns:a16="http://schemas.microsoft.com/office/drawing/2014/main" id="{E65C652B-2F68-4062-84B1-92BCC46818A7}"/>
              </a:ext>
            </a:extLst>
          </p:cNvPr>
          <p:cNvSpPr>
            <a:spLocks noGrp="1"/>
          </p:cNvSpPr>
          <p:nvPr/>
        </p:nvSpPr>
        <p:spPr>
          <a:xfrm>
            <a:off x="491690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A1_bar_GT_10761">
            <a:extLst>
              <a:ext uri="{FF2B5EF4-FFF2-40B4-BE49-F238E27FC236}">
                <a16:creationId xmlns:a16="http://schemas.microsoft.com/office/drawing/2014/main" id="{29468E48-628D-4A6E-8291-7C09F45215ED}"/>
              </a:ext>
            </a:extLst>
          </p:cNvPr>
          <p:cNvSpPr>
            <a:spLocks noGrp="1"/>
          </p:cNvSpPr>
          <p:nvPr/>
        </p:nvSpPr>
        <p:spPr>
          <a:xfrm>
            <a:off x="501757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A1_bar_GT_10762">
            <a:extLst>
              <a:ext uri="{FF2B5EF4-FFF2-40B4-BE49-F238E27FC236}">
                <a16:creationId xmlns:a16="http://schemas.microsoft.com/office/drawing/2014/main" id="{E634A118-7F63-482E-8F2E-6B1F3F631626}"/>
              </a:ext>
            </a:extLst>
          </p:cNvPr>
          <p:cNvSpPr>
            <a:spLocks noGrp="1"/>
          </p:cNvSpPr>
          <p:nvPr/>
        </p:nvSpPr>
        <p:spPr>
          <a:xfrm>
            <a:off x="49630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A1_bar_GT_10763">
            <a:extLst>
              <a:ext uri="{FF2B5EF4-FFF2-40B4-BE49-F238E27FC236}">
                <a16:creationId xmlns:a16="http://schemas.microsoft.com/office/drawing/2014/main" id="{7130D5CF-5F67-49E8-AC85-7977B5B67695}"/>
              </a:ext>
            </a:extLst>
          </p:cNvPr>
          <p:cNvSpPr>
            <a:spLocks noGrp="1"/>
          </p:cNvSpPr>
          <p:nvPr/>
        </p:nvSpPr>
        <p:spPr>
          <a:xfrm>
            <a:off x="5025542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A1_bar_GT_10764">
            <a:extLst>
              <a:ext uri="{FF2B5EF4-FFF2-40B4-BE49-F238E27FC236}">
                <a16:creationId xmlns:a16="http://schemas.microsoft.com/office/drawing/2014/main" id="{AAC9998C-0376-44F6-BF12-EF9D0750A0DD}"/>
              </a:ext>
            </a:extLst>
          </p:cNvPr>
          <p:cNvSpPr>
            <a:spLocks noGrp="1"/>
          </p:cNvSpPr>
          <p:nvPr/>
        </p:nvSpPr>
        <p:spPr>
          <a:xfrm>
            <a:off x="5112106" y="2969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A1_bar_GT_10765">
            <a:extLst>
              <a:ext uri="{FF2B5EF4-FFF2-40B4-BE49-F238E27FC236}">
                <a16:creationId xmlns:a16="http://schemas.microsoft.com/office/drawing/2014/main" id="{80033451-A432-4363-ABBB-59ED44ABB67C}"/>
              </a:ext>
            </a:extLst>
          </p:cNvPr>
          <p:cNvSpPr>
            <a:spLocks noGrp="1"/>
          </p:cNvSpPr>
          <p:nvPr/>
        </p:nvSpPr>
        <p:spPr>
          <a:xfrm>
            <a:off x="5072526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A1_bar_GT_10766">
            <a:extLst>
              <a:ext uri="{FF2B5EF4-FFF2-40B4-BE49-F238E27FC236}">
                <a16:creationId xmlns:a16="http://schemas.microsoft.com/office/drawing/2014/main" id="{62D459B4-5367-4B83-86ED-21308F36F956}"/>
              </a:ext>
            </a:extLst>
          </p:cNvPr>
          <p:cNvSpPr>
            <a:spLocks noGrp="1"/>
          </p:cNvSpPr>
          <p:nvPr/>
        </p:nvSpPr>
        <p:spPr>
          <a:xfrm>
            <a:off x="503112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A1_bar_GT_10767">
            <a:extLst>
              <a:ext uri="{FF2B5EF4-FFF2-40B4-BE49-F238E27FC236}">
                <a16:creationId xmlns:a16="http://schemas.microsoft.com/office/drawing/2014/main" id="{7FCEE1D2-427F-45FE-8370-BD5E204310B3}"/>
              </a:ext>
            </a:extLst>
          </p:cNvPr>
          <p:cNvSpPr>
            <a:spLocks noGrp="1"/>
          </p:cNvSpPr>
          <p:nvPr/>
        </p:nvSpPr>
        <p:spPr>
          <a:xfrm>
            <a:off x="5138373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A1_bar_GT_10768">
            <a:extLst>
              <a:ext uri="{FF2B5EF4-FFF2-40B4-BE49-F238E27FC236}">
                <a16:creationId xmlns:a16="http://schemas.microsoft.com/office/drawing/2014/main" id="{3DF8D8C2-5F20-4C53-9C94-966B615B75F2}"/>
              </a:ext>
            </a:extLst>
          </p:cNvPr>
          <p:cNvSpPr>
            <a:spLocks noGrp="1"/>
          </p:cNvSpPr>
          <p:nvPr/>
        </p:nvSpPr>
        <p:spPr>
          <a:xfrm>
            <a:off x="5023442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A1_bar_GT_10769">
            <a:extLst>
              <a:ext uri="{FF2B5EF4-FFF2-40B4-BE49-F238E27FC236}">
                <a16:creationId xmlns:a16="http://schemas.microsoft.com/office/drawing/2014/main" id="{9160E226-0F25-4CC9-9DBE-C8F0F772AA25}"/>
              </a:ext>
            </a:extLst>
          </p:cNvPr>
          <p:cNvSpPr>
            <a:spLocks noGrp="1"/>
          </p:cNvSpPr>
          <p:nvPr/>
        </p:nvSpPr>
        <p:spPr>
          <a:xfrm>
            <a:off x="514880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A1_bar_GT_10770">
            <a:extLst>
              <a:ext uri="{FF2B5EF4-FFF2-40B4-BE49-F238E27FC236}">
                <a16:creationId xmlns:a16="http://schemas.microsoft.com/office/drawing/2014/main" id="{B25DFACB-BB72-4905-8379-78D014F251B5}"/>
              </a:ext>
            </a:extLst>
          </p:cNvPr>
          <p:cNvSpPr>
            <a:spLocks noGrp="1"/>
          </p:cNvSpPr>
          <p:nvPr/>
        </p:nvSpPr>
        <p:spPr>
          <a:xfrm>
            <a:off x="51373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A1_bar_GT_10771">
            <a:extLst>
              <a:ext uri="{FF2B5EF4-FFF2-40B4-BE49-F238E27FC236}">
                <a16:creationId xmlns:a16="http://schemas.microsoft.com/office/drawing/2014/main" id="{116AE0CE-776E-4292-B835-8E2EAE5284ED}"/>
              </a:ext>
            </a:extLst>
          </p:cNvPr>
          <p:cNvSpPr>
            <a:spLocks noGrp="1"/>
          </p:cNvSpPr>
          <p:nvPr/>
        </p:nvSpPr>
        <p:spPr>
          <a:xfrm>
            <a:off x="5130597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A1_bar_GT_10772">
            <a:extLst>
              <a:ext uri="{FF2B5EF4-FFF2-40B4-BE49-F238E27FC236}">
                <a16:creationId xmlns:a16="http://schemas.microsoft.com/office/drawing/2014/main" id="{951222D7-10A7-4B67-A532-FC058A3ACDF8}"/>
              </a:ext>
            </a:extLst>
          </p:cNvPr>
          <p:cNvSpPr>
            <a:spLocks noGrp="1"/>
          </p:cNvSpPr>
          <p:nvPr/>
        </p:nvSpPr>
        <p:spPr>
          <a:xfrm>
            <a:off x="5070903" y="38282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A1_bar_GT_10773">
            <a:extLst>
              <a:ext uri="{FF2B5EF4-FFF2-40B4-BE49-F238E27FC236}">
                <a16:creationId xmlns:a16="http://schemas.microsoft.com/office/drawing/2014/main" id="{EF9080B8-5646-45FB-A552-B7D74811440C}"/>
              </a:ext>
            </a:extLst>
          </p:cNvPr>
          <p:cNvSpPr>
            <a:spLocks noGrp="1"/>
          </p:cNvSpPr>
          <p:nvPr/>
        </p:nvSpPr>
        <p:spPr>
          <a:xfrm>
            <a:off x="5056988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A1_bar_GT_10774">
            <a:extLst>
              <a:ext uri="{FF2B5EF4-FFF2-40B4-BE49-F238E27FC236}">
                <a16:creationId xmlns:a16="http://schemas.microsoft.com/office/drawing/2014/main" id="{0A15BB2B-0A77-45E1-A1F4-737E8BDD1617}"/>
              </a:ext>
            </a:extLst>
          </p:cNvPr>
          <p:cNvSpPr>
            <a:spLocks noGrp="1"/>
          </p:cNvSpPr>
          <p:nvPr/>
        </p:nvSpPr>
        <p:spPr>
          <a:xfrm>
            <a:off x="496789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A1_bar_GT_10775">
            <a:extLst>
              <a:ext uri="{FF2B5EF4-FFF2-40B4-BE49-F238E27FC236}">
                <a16:creationId xmlns:a16="http://schemas.microsoft.com/office/drawing/2014/main" id="{25E4A393-1383-47EB-9FE0-7CE5E8C17BB8}"/>
              </a:ext>
            </a:extLst>
          </p:cNvPr>
          <p:cNvSpPr>
            <a:spLocks noGrp="1"/>
          </p:cNvSpPr>
          <p:nvPr/>
        </p:nvSpPr>
        <p:spPr>
          <a:xfrm>
            <a:off x="493701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A1_bar_GT_10776">
            <a:extLst>
              <a:ext uri="{FF2B5EF4-FFF2-40B4-BE49-F238E27FC236}">
                <a16:creationId xmlns:a16="http://schemas.microsoft.com/office/drawing/2014/main" id="{64F0BF8E-8A54-4BDA-94F8-041CA8245A06}"/>
              </a:ext>
            </a:extLst>
          </p:cNvPr>
          <p:cNvSpPr>
            <a:spLocks noGrp="1"/>
          </p:cNvSpPr>
          <p:nvPr/>
        </p:nvSpPr>
        <p:spPr>
          <a:xfrm>
            <a:off x="5141330" y="41696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A1_bar_GT_10777">
            <a:extLst>
              <a:ext uri="{FF2B5EF4-FFF2-40B4-BE49-F238E27FC236}">
                <a16:creationId xmlns:a16="http://schemas.microsoft.com/office/drawing/2014/main" id="{A376CA9E-DDD8-4FF2-8A13-34B5AEAB2519}"/>
              </a:ext>
            </a:extLst>
          </p:cNvPr>
          <p:cNvSpPr>
            <a:spLocks noGrp="1"/>
          </p:cNvSpPr>
          <p:nvPr/>
        </p:nvSpPr>
        <p:spPr>
          <a:xfrm>
            <a:off x="50620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A1_bar_GT_10778">
            <a:extLst>
              <a:ext uri="{FF2B5EF4-FFF2-40B4-BE49-F238E27FC236}">
                <a16:creationId xmlns:a16="http://schemas.microsoft.com/office/drawing/2014/main" id="{9B4ADF29-A9F5-486A-B027-CD62E235FE3F}"/>
              </a:ext>
            </a:extLst>
          </p:cNvPr>
          <p:cNvSpPr>
            <a:spLocks noGrp="1"/>
          </p:cNvSpPr>
          <p:nvPr/>
        </p:nvSpPr>
        <p:spPr>
          <a:xfrm>
            <a:off x="508133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A1_bar_GT_10779">
            <a:extLst>
              <a:ext uri="{FF2B5EF4-FFF2-40B4-BE49-F238E27FC236}">
                <a16:creationId xmlns:a16="http://schemas.microsoft.com/office/drawing/2014/main" id="{25DF17D0-BE39-4EFC-92A1-F443D31D5957}"/>
              </a:ext>
            </a:extLst>
          </p:cNvPr>
          <p:cNvSpPr>
            <a:spLocks noGrp="1"/>
          </p:cNvSpPr>
          <p:nvPr/>
        </p:nvSpPr>
        <p:spPr>
          <a:xfrm>
            <a:off x="503854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A1_bar_GT_10780">
            <a:extLst>
              <a:ext uri="{FF2B5EF4-FFF2-40B4-BE49-F238E27FC236}">
                <a16:creationId xmlns:a16="http://schemas.microsoft.com/office/drawing/2014/main" id="{30A55767-2057-44E3-BB35-92796652E946}"/>
              </a:ext>
            </a:extLst>
          </p:cNvPr>
          <p:cNvSpPr>
            <a:spLocks noGrp="1"/>
          </p:cNvSpPr>
          <p:nvPr/>
        </p:nvSpPr>
        <p:spPr>
          <a:xfrm>
            <a:off x="498910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A1_bar_GT_10781">
            <a:extLst>
              <a:ext uri="{FF2B5EF4-FFF2-40B4-BE49-F238E27FC236}">
                <a16:creationId xmlns:a16="http://schemas.microsoft.com/office/drawing/2014/main" id="{8711BE3B-2DCC-451D-A93D-F7D097A3F261}"/>
              </a:ext>
            </a:extLst>
          </p:cNvPr>
          <p:cNvSpPr>
            <a:spLocks noGrp="1"/>
          </p:cNvSpPr>
          <p:nvPr/>
        </p:nvSpPr>
        <p:spPr>
          <a:xfrm>
            <a:off x="4929412" y="43457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A1_bar_GT_10782">
            <a:extLst>
              <a:ext uri="{FF2B5EF4-FFF2-40B4-BE49-F238E27FC236}">
                <a16:creationId xmlns:a16="http://schemas.microsoft.com/office/drawing/2014/main" id="{36136E1D-06B8-4F1D-9E5D-45749617B300}"/>
              </a:ext>
            </a:extLst>
          </p:cNvPr>
          <p:cNvSpPr>
            <a:spLocks noGrp="1"/>
          </p:cNvSpPr>
          <p:nvPr/>
        </p:nvSpPr>
        <p:spPr>
          <a:xfrm>
            <a:off x="512135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A1_bar_GT_10783">
            <a:extLst>
              <a:ext uri="{FF2B5EF4-FFF2-40B4-BE49-F238E27FC236}">
                <a16:creationId xmlns:a16="http://schemas.microsoft.com/office/drawing/2014/main" id="{1460CE56-452D-4459-8F47-85FC5772A8F9}"/>
              </a:ext>
            </a:extLst>
          </p:cNvPr>
          <p:cNvSpPr>
            <a:spLocks noGrp="1"/>
          </p:cNvSpPr>
          <p:nvPr/>
        </p:nvSpPr>
        <p:spPr>
          <a:xfrm>
            <a:off x="4973281" y="524372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A1_bar_GT_10784">
            <a:extLst>
              <a:ext uri="{FF2B5EF4-FFF2-40B4-BE49-F238E27FC236}">
                <a16:creationId xmlns:a16="http://schemas.microsoft.com/office/drawing/2014/main" id="{7BFA9100-D5F3-440C-9268-CA63233703CA}"/>
              </a:ext>
            </a:extLst>
          </p:cNvPr>
          <p:cNvSpPr>
            <a:spLocks noGrp="1"/>
          </p:cNvSpPr>
          <p:nvPr/>
        </p:nvSpPr>
        <p:spPr>
          <a:xfrm>
            <a:off x="49840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A1_bar_GT_10785">
            <a:extLst>
              <a:ext uri="{FF2B5EF4-FFF2-40B4-BE49-F238E27FC236}">
                <a16:creationId xmlns:a16="http://schemas.microsoft.com/office/drawing/2014/main" id="{65835AB4-6B4F-4721-84DD-78DAB2FCFC17}"/>
              </a:ext>
            </a:extLst>
          </p:cNvPr>
          <p:cNvSpPr>
            <a:spLocks noGrp="1"/>
          </p:cNvSpPr>
          <p:nvPr/>
        </p:nvSpPr>
        <p:spPr>
          <a:xfrm>
            <a:off x="491808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A1_bar_GT_10786">
            <a:extLst>
              <a:ext uri="{FF2B5EF4-FFF2-40B4-BE49-F238E27FC236}">
                <a16:creationId xmlns:a16="http://schemas.microsoft.com/office/drawing/2014/main" id="{D340C1BF-D737-464B-880B-12AF8171C4DF}"/>
              </a:ext>
            </a:extLst>
          </p:cNvPr>
          <p:cNvSpPr>
            <a:spLocks noGrp="1"/>
          </p:cNvSpPr>
          <p:nvPr/>
        </p:nvSpPr>
        <p:spPr>
          <a:xfrm>
            <a:off x="5140654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A1_bar_GT_10787">
            <a:extLst>
              <a:ext uri="{FF2B5EF4-FFF2-40B4-BE49-F238E27FC236}">
                <a16:creationId xmlns:a16="http://schemas.microsoft.com/office/drawing/2014/main" id="{EA69D08E-698F-4D7E-8CBE-6DC14533B910}"/>
              </a:ext>
            </a:extLst>
          </p:cNvPr>
          <p:cNvSpPr>
            <a:spLocks noGrp="1"/>
          </p:cNvSpPr>
          <p:nvPr/>
        </p:nvSpPr>
        <p:spPr>
          <a:xfrm>
            <a:off x="503758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A1_bar_GT_10788">
            <a:extLst>
              <a:ext uri="{FF2B5EF4-FFF2-40B4-BE49-F238E27FC236}">
                <a16:creationId xmlns:a16="http://schemas.microsoft.com/office/drawing/2014/main" id="{C86D382B-E288-4F92-ADC3-2A242348F823}"/>
              </a:ext>
            </a:extLst>
          </p:cNvPr>
          <p:cNvSpPr>
            <a:spLocks noGrp="1"/>
          </p:cNvSpPr>
          <p:nvPr/>
        </p:nvSpPr>
        <p:spPr>
          <a:xfrm>
            <a:off x="50398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A1_bar_GT_10789">
            <a:extLst>
              <a:ext uri="{FF2B5EF4-FFF2-40B4-BE49-F238E27FC236}">
                <a16:creationId xmlns:a16="http://schemas.microsoft.com/office/drawing/2014/main" id="{45F5A0C7-18FC-4EF8-92FF-F3A32EFD535A}"/>
              </a:ext>
            </a:extLst>
          </p:cNvPr>
          <p:cNvSpPr>
            <a:spLocks noGrp="1"/>
          </p:cNvSpPr>
          <p:nvPr/>
        </p:nvSpPr>
        <p:spPr>
          <a:xfrm>
            <a:off x="4952130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A1_bar_GT_10790">
            <a:extLst>
              <a:ext uri="{FF2B5EF4-FFF2-40B4-BE49-F238E27FC236}">
                <a16:creationId xmlns:a16="http://schemas.microsoft.com/office/drawing/2014/main" id="{83EF7E6A-D765-44E2-8E1B-889A51A153E6}"/>
              </a:ext>
            </a:extLst>
          </p:cNvPr>
          <p:cNvSpPr>
            <a:spLocks noGrp="1"/>
          </p:cNvSpPr>
          <p:nvPr/>
        </p:nvSpPr>
        <p:spPr>
          <a:xfrm>
            <a:off x="5089428" y="557703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A1_bar_GT_10791">
            <a:extLst>
              <a:ext uri="{FF2B5EF4-FFF2-40B4-BE49-F238E27FC236}">
                <a16:creationId xmlns:a16="http://schemas.microsoft.com/office/drawing/2014/main" id="{C24BF4EA-CBEF-4B32-B89E-E09FACA7791A}"/>
              </a:ext>
            </a:extLst>
          </p:cNvPr>
          <p:cNvSpPr>
            <a:spLocks noGrp="1"/>
          </p:cNvSpPr>
          <p:nvPr/>
        </p:nvSpPr>
        <p:spPr>
          <a:xfrm>
            <a:off x="500525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A1_bar_GT_10792">
            <a:extLst>
              <a:ext uri="{FF2B5EF4-FFF2-40B4-BE49-F238E27FC236}">
                <a16:creationId xmlns:a16="http://schemas.microsoft.com/office/drawing/2014/main" id="{34A498AC-6B11-4397-863D-C3D05552E381}"/>
              </a:ext>
            </a:extLst>
          </p:cNvPr>
          <p:cNvSpPr>
            <a:spLocks noGrp="1"/>
          </p:cNvSpPr>
          <p:nvPr/>
        </p:nvSpPr>
        <p:spPr>
          <a:xfrm>
            <a:off x="49914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A1_bar_GT_10793">
            <a:extLst>
              <a:ext uri="{FF2B5EF4-FFF2-40B4-BE49-F238E27FC236}">
                <a16:creationId xmlns:a16="http://schemas.microsoft.com/office/drawing/2014/main" id="{80C9650D-42FA-43AD-B854-A4EDFF48AB0B}"/>
              </a:ext>
            </a:extLst>
          </p:cNvPr>
          <p:cNvSpPr>
            <a:spLocks noGrp="1"/>
          </p:cNvSpPr>
          <p:nvPr/>
        </p:nvSpPr>
        <p:spPr>
          <a:xfrm>
            <a:off x="513772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A1_bar_GT_10794">
            <a:extLst>
              <a:ext uri="{FF2B5EF4-FFF2-40B4-BE49-F238E27FC236}">
                <a16:creationId xmlns:a16="http://schemas.microsoft.com/office/drawing/2014/main" id="{3110C943-3434-4B3A-91C9-519DBF3B9791}"/>
              </a:ext>
            </a:extLst>
          </p:cNvPr>
          <p:cNvSpPr>
            <a:spLocks noGrp="1"/>
          </p:cNvSpPr>
          <p:nvPr/>
        </p:nvSpPr>
        <p:spPr>
          <a:xfrm>
            <a:off x="5155680" y="46138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A1_bar_GT_10795">
            <a:extLst>
              <a:ext uri="{FF2B5EF4-FFF2-40B4-BE49-F238E27FC236}">
                <a16:creationId xmlns:a16="http://schemas.microsoft.com/office/drawing/2014/main" id="{4276594E-AB74-48EE-B591-C0C93F8FEDC2}"/>
              </a:ext>
            </a:extLst>
          </p:cNvPr>
          <p:cNvSpPr>
            <a:spLocks noGrp="1"/>
          </p:cNvSpPr>
          <p:nvPr/>
        </p:nvSpPr>
        <p:spPr>
          <a:xfrm>
            <a:off x="49603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A1_bar_GT_10796">
            <a:extLst>
              <a:ext uri="{FF2B5EF4-FFF2-40B4-BE49-F238E27FC236}">
                <a16:creationId xmlns:a16="http://schemas.microsoft.com/office/drawing/2014/main" id="{DC83154B-6AB6-4309-8E07-50F57B68ED64}"/>
              </a:ext>
            </a:extLst>
          </p:cNvPr>
          <p:cNvSpPr>
            <a:spLocks noGrp="1"/>
          </p:cNvSpPr>
          <p:nvPr/>
        </p:nvSpPr>
        <p:spPr>
          <a:xfrm>
            <a:off x="5099765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A1_bar_GT_10797">
            <a:extLst>
              <a:ext uri="{FF2B5EF4-FFF2-40B4-BE49-F238E27FC236}">
                <a16:creationId xmlns:a16="http://schemas.microsoft.com/office/drawing/2014/main" id="{694031E4-D964-4A5B-B1BB-421F74E5E1A2}"/>
              </a:ext>
            </a:extLst>
          </p:cNvPr>
          <p:cNvSpPr>
            <a:spLocks noGrp="1"/>
          </p:cNvSpPr>
          <p:nvPr/>
        </p:nvSpPr>
        <p:spPr>
          <a:xfrm>
            <a:off x="5166932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A1_bar_GT_10798">
            <a:extLst>
              <a:ext uri="{FF2B5EF4-FFF2-40B4-BE49-F238E27FC236}">
                <a16:creationId xmlns:a16="http://schemas.microsoft.com/office/drawing/2014/main" id="{E2DE7555-BC4F-46A5-8EAB-9A028F3FE49D}"/>
              </a:ext>
            </a:extLst>
          </p:cNvPr>
          <p:cNvSpPr>
            <a:spLocks noGrp="1"/>
          </p:cNvSpPr>
          <p:nvPr/>
        </p:nvSpPr>
        <p:spPr>
          <a:xfrm>
            <a:off x="500305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A1_bar_GT_10799">
            <a:extLst>
              <a:ext uri="{FF2B5EF4-FFF2-40B4-BE49-F238E27FC236}">
                <a16:creationId xmlns:a16="http://schemas.microsoft.com/office/drawing/2014/main" id="{7F45EB8C-8E27-4502-85A7-22A4E7DB13BE}"/>
              </a:ext>
            </a:extLst>
          </p:cNvPr>
          <p:cNvSpPr>
            <a:spLocks noGrp="1"/>
          </p:cNvSpPr>
          <p:nvPr/>
        </p:nvSpPr>
        <p:spPr>
          <a:xfrm>
            <a:off x="5045213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A1_bar_GT_10800">
            <a:extLst>
              <a:ext uri="{FF2B5EF4-FFF2-40B4-BE49-F238E27FC236}">
                <a16:creationId xmlns:a16="http://schemas.microsoft.com/office/drawing/2014/main" id="{B807FF86-A862-4D6F-86D1-30867438A8A7}"/>
              </a:ext>
            </a:extLst>
          </p:cNvPr>
          <p:cNvSpPr>
            <a:spLocks noGrp="1"/>
          </p:cNvSpPr>
          <p:nvPr/>
        </p:nvSpPr>
        <p:spPr>
          <a:xfrm>
            <a:off x="497322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A1_bar_GT_10801">
            <a:extLst>
              <a:ext uri="{FF2B5EF4-FFF2-40B4-BE49-F238E27FC236}">
                <a16:creationId xmlns:a16="http://schemas.microsoft.com/office/drawing/2014/main" id="{E2301D6C-5DCE-4E38-9AA9-069B7A259FBC}"/>
              </a:ext>
            </a:extLst>
          </p:cNvPr>
          <p:cNvSpPr>
            <a:spLocks noGrp="1"/>
          </p:cNvSpPr>
          <p:nvPr/>
        </p:nvSpPr>
        <p:spPr>
          <a:xfrm>
            <a:off x="51011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A1_bar_GT_10802">
            <a:extLst>
              <a:ext uri="{FF2B5EF4-FFF2-40B4-BE49-F238E27FC236}">
                <a16:creationId xmlns:a16="http://schemas.microsoft.com/office/drawing/2014/main" id="{4477B37B-45E5-4A95-A83B-136744282C36}"/>
              </a:ext>
            </a:extLst>
          </p:cNvPr>
          <p:cNvSpPr>
            <a:spLocks noGrp="1"/>
          </p:cNvSpPr>
          <p:nvPr/>
        </p:nvSpPr>
        <p:spPr>
          <a:xfrm>
            <a:off x="4927661" y="48766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A1_bar_GT_10803">
            <a:extLst>
              <a:ext uri="{FF2B5EF4-FFF2-40B4-BE49-F238E27FC236}">
                <a16:creationId xmlns:a16="http://schemas.microsoft.com/office/drawing/2014/main" id="{57D7B3D2-1155-4C49-9F56-2B4972C57FBA}"/>
              </a:ext>
            </a:extLst>
          </p:cNvPr>
          <p:cNvSpPr>
            <a:spLocks noGrp="1"/>
          </p:cNvSpPr>
          <p:nvPr/>
        </p:nvSpPr>
        <p:spPr>
          <a:xfrm>
            <a:off x="508884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A1_bar_GT_10804">
            <a:extLst>
              <a:ext uri="{FF2B5EF4-FFF2-40B4-BE49-F238E27FC236}">
                <a16:creationId xmlns:a16="http://schemas.microsoft.com/office/drawing/2014/main" id="{13819C07-BE0D-4144-B48F-6F16CD04E23E}"/>
              </a:ext>
            </a:extLst>
          </p:cNvPr>
          <p:cNvSpPr>
            <a:spLocks noGrp="1"/>
          </p:cNvSpPr>
          <p:nvPr/>
        </p:nvSpPr>
        <p:spPr>
          <a:xfrm>
            <a:off x="5011913" y="57831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A1_bar_GT_10805">
            <a:extLst>
              <a:ext uri="{FF2B5EF4-FFF2-40B4-BE49-F238E27FC236}">
                <a16:creationId xmlns:a16="http://schemas.microsoft.com/office/drawing/2014/main" id="{CBBA8625-F23C-4560-9E9F-A21BE2D3CA60}"/>
              </a:ext>
            </a:extLst>
          </p:cNvPr>
          <p:cNvSpPr>
            <a:spLocks noGrp="1"/>
          </p:cNvSpPr>
          <p:nvPr/>
        </p:nvSpPr>
        <p:spPr>
          <a:xfrm>
            <a:off x="4933638" y="525855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A1_bar_GT_10806">
            <a:extLst>
              <a:ext uri="{FF2B5EF4-FFF2-40B4-BE49-F238E27FC236}">
                <a16:creationId xmlns:a16="http://schemas.microsoft.com/office/drawing/2014/main" id="{75C972BD-F18C-4D99-AB4E-FC19031CF6CA}"/>
              </a:ext>
            </a:extLst>
          </p:cNvPr>
          <p:cNvSpPr>
            <a:spLocks noGrp="1"/>
          </p:cNvSpPr>
          <p:nvPr/>
        </p:nvSpPr>
        <p:spPr>
          <a:xfrm>
            <a:off x="5016350" y="3942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A1_bar_GT_10807">
            <a:extLst>
              <a:ext uri="{FF2B5EF4-FFF2-40B4-BE49-F238E27FC236}">
                <a16:creationId xmlns:a16="http://schemas.microsoft.com/office/drawing/2014/main" id="{545D2E87-44D4-4D45-9129-BFF74F0AB29B}"/>
              </a:ext>
            </a:extLst>
          </p:cNvPr>
          <p:cNvSpPr>
            <a:spLocks noGrp="1"/>
          </p:cNvSpPr>
          <p:nvPr/>
        </p:nvSpPr>
        <p:spPr>
          <a:xfrm>
            <a:off x="51066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A1_bar_GT_10808">
            <a:extLst>
              <a:ext uri="{FF2B5EF4-FFF2-40B4-BE49-F238E27FC236}">
                <a16:creationId xmlns:a16="http://schemas.microsoft.com/office/drawing/2014/main" id="{C996EF6A-7D18-4D7F-B16C-29B75EE06248}"/>
              </a:ext>
            </a:extLst>
          </p:cNvPr>
          <p:cNvSpPr>
            <a:spLocks noGrp="1"/>
          </p:cNvSpPr>
          <p:nvPr/>
        </p:nvSpPr>
        <p:spPr>
          <a:xfrm>
            <a:off x="5028376" y="301634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A1_bar_GT_10809">
            <a:extLst>
              <a:ext uri="{FF2B5EF4-FFF2-40B4-BE49-F238E27FC236}">
                <a16:creationId xmlns:a16="http://schemas.microsoft.com/office/drawing/2014/main" id="{B32EE9A2-FA38-4E94-8F10-D7063D92326E}"/>
              </a:ext>
            </a:extLst>
          </p:cNvPr>
          <p:cNvSpPr>
            <a:spLocks noGrp="1"/>
          </p:cNvSpPr>
          <p:nvPr/>
        </p:nvSpPr>
        <p:spPr>
          <a:xfrm>
            <a:off x="50263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A1_bar_GT_10810">
            <a:extLst>
              <a:ext uri="{FF2B5EF4-FFF2-40B4-BE49-F238E27FC236}">
                <a16:creationId xmlns:a16="http://schemas.microsoft.com/office/drawing/2014/main" id="{34E61102-4035-4267-B2E1-6798834A4E8D}"/>
              </a:ext>
            </a:extLst>
          </p:cNvPr>
          <p:cNvSpPr>
            <a:spLocks noGrp="1"/>
          </p:cNvSpPr>
          <p:nvPr/>
        </p:nvSpPr>
        <p:spPr>
          <a:xfrm>
            <a:off x="503272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A1_bar_GT_10811">
            <a:extLst>
              <a:ext uri="{FF2B5EF4-FFF2-40B4-BE49-F238E27FC236}">
                <a16:creationId xmlns:a16="http://schemas.microsoft.com/office/drawing/2014/main" id="{CC0E9E52-BD83-4DFE-9FFE-ED36D9C3AA7F}"/>
              </a:ext>
            </a:extLst>
          </p:cNvPr>
          <p:cNvSpPr>
            <a:spLocks noGrp="1"/>
          </p:cNvSpPr>
          <p:nvPr/>
        </p:nvSpPr>
        <p:spPr>
          <a:xfrm>
            <a:off x="509440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A1_bar_GT_10812">
            <a:extLst>
              <a:ext uri="{FF2B5EF4-FFF2-40B4-BE49-F238E27FC236}">
                <a16:creationId xmlns:a16="http://schemas.microsoft.com/office/drawing/2014/main" id="{FD21EC0E-39D0-4B3B-9336-0B350431778E}"/>
              </a:ext>
            </a:extLst>
          </p:cNvPr>
          <p:cNvSpPr>
            <a:spLocks noGrp="1"/>
          </p:cNvSpPr>
          <p:nvPr/>
        </p:nvSpPr>
        <p:spPr>
          <a:xfrm>
            <a:off x="5136081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A1_bar_GT_10813">
            <a:extLst>
              <a:ext uri="{FF2B5EF4-FFF2-40B4-BE49-F238E27FC236}">
                <a16:creationId xmlns:a16="http://schemas.microsoft.com/office/drawing/2014/main" id="{193D71C4-F252-4AA8-A2BF-F4DBC82B3ED1}"/>
              </a:ext>
            </a:extLst>
          </p:cNvPr>
          <p:cNvSpPr>
            <a:spLocks noGrp="1"/>
          </p:cNvSpPr>
          <p:nvPr/>
        </p:nvSpPr>
        <p:spPr>
          <a:xfrm>
            <a:off x="4950441" y="431408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A1_bar_GT_10814">
            <a:extLst>
              <a:ext uri="{FF2B5EF4-FFF2-40B4-BE49-F238E27FC236}">
                <a16:creationId xmlns:a16="http://schemas.microsoft.com/office/drawing/2014/main" id="{6268BC27-ECA6-4398-A565-87AD2868D669}"/>
              </a:ext>
            </a:extLst>
          </p:cNvPr>
          <p:cNvSpPr>
            <a:spLocks noGrp="1"/>
          </p:cNvSpPr>
          <p:nvPr/>
        </p:nvSpPr>
        <p:spPr>
          <a:xfrm>
            <a:off x="5044573" y="574814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A1_bar_GT_10815">
            <a:extLst>
              <a:ext uri="{FF2B5EF4-FFF2-40B4-BE49-F238E27FC236}">
                <a16:creationId xmlns:a16="http://schemas.microsoft.com/office/drawing/2014/main" id="{99137DE9-6FDA-417B-A0C9-4B4C145C0CFE}"/>
              </a:ext>
            </a:extLst>
          </p:cNvPr>
          <p:cNvSpPr>
            <a:spLocks noGrp="1"/>
          </p:cNvSpPr>
          <p:nvPr/>
        </p:nvSpPr>
        <p:spPr>
          <a:xfrm>
            <a:off x="4983998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A1_bar_GT_10816">
            <a:extLst>
              <a:ext uri="{FF2B5EF4-FFF2-40B4-BE49-F238E27FC236}">
                <a16:creationId xmlns:a16="http://schemas.microsoft.com/office/drawing/2014/main" id="{44A00B47-79D8-4A87-93B9-22BBD47F5CAB}"/>
              </a:ext>
            </a:extLst>
          </p:cNvPr>
          <p:cNvSpPr>
            <a:spLocks noGrp="1"/>
          </p:cNvSpPr>
          <p:nvPr/>
        </p:nvSpPr>
        <p:spPr>
          <a:xfrm>
            <a:off x="501416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A1_bar_GT_10817">
            <a:extLst>
              <a:ext uri="{FF2B5EF4-FFF2-40B4-BE49-F238E27FC236}">
                <a16:creationId xmlns:a16="http://schemas.microsoft.com/office/drawing/2014/main" id="{CDFCD30E-ADC1-4643-8B9A-D6EF261588A3}"/>
              </a:ext>
            </a:extLst>
          </p:cNvPr>
          <p:cNvSpPr>
            <a:spLocks noGrp="1"/>
          </p:cNvSpPr>
          <p:nvPr/>
        </p:nvSpPr>
        <p:spPr>
          <a:xfrm>
            <a:off x="499842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A1_bar_GT_10818">
            <a:extLst>
              <a:ext uri="{FF2B5EF4-FFF2-40B4-BE49-F238E27FC236}">
                <a16:creationId xmlns:a16="http://schemas.microsoft.com/office/drawing/2014/main" id="{95A122A7-D4B2-4EED-9182-7F8CFFF69145}"/>
              </a:ext>
            </a:extLst>
          </p:cNvPr>
          <p:cNvSpPr>
            <a:spLocks noGrp="1"/>
          </p:cNvSpPr>
          <p:nvPr/>
        </p:nvSpPr>
        <p:spPr>
          <a:xfrm>
            <a:off x="5023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A1_bar_GT_10819">
            <a:extLst>
              <a:ext uri="{FF2B5EF4-FFF2-40B4-BE49-F238E27FC236}">
                <a16:creationId xmlns:a16="http://schemas.microsoft.com/office/drawing/2014/main" id="{D41CAAC7-F5E5-44AE-872C-139AD37582F4}"/>
              </a:ext>
            </a:extLst>
          </p:cNvPr>
          <p:cNvSpPr>
            <a:spLocks noGrp="1"/>
          </p:cNvSpPr>
          <p:nvPr/>
        </p:nvSpPr>
        <p:spPr>
          <a:xfrm>
            <a:off x="5017387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A1_bar_GT_10820">
            <a:extLst>
              <a:ext uri="{FF2B5EF4-FFF2-40B4-BE49-F238E27FC236}">
                <a16:creationId xmlns:a16="http://schemas.microsoft.com/office/drawing/2014/main" id="{E46FCB42-992D-44E7-B9E8-BC44978D6327}"/>
              </a:ext>
            </a:extLst>
          </p:cNvPr>
          <p:cNvSpPr>
            <a:spLocks noGrp="1"/>
          </p:cNvSpPr>
          <p:nvPr/>
        </p:nvSpPr>
        <p:spPr>
          <a:xfrm>
            <a:off x="4982326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A1_bar_GT_10821">
            <a:extLst>
              <a:ext uri="{FF2B5EF4-FFF2-40B4-BE49-F238E27FC236}">
                <a16:creationId xmlns:a16="http://schemas.microsoft.com/office/drawing/2014/main" id="{606FD974-11D8-4118-955A-6CF2062D4A9B}"/>
              </a:ext>
            </a:extLst>
          </p:cNvPr>
          <p:cNvSpPr>
            <a:spLocks noGrp="1"/>
          </p:cNvSpPr>
          <p:nvPr/>
        </p:nvSpPr>
        <p:spPr>
          <a:xfrm>
            <a:off x="5149013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A1_bar_GT_10822">
            <a:extLst>
              <a:ext uri="{FF2B5EF4-FFF2-40B4-BE49-F238E27FC236}">
                <a16:creationId xmlns:a16="http://schemas.microsoft.com/office/drawing/2014/main" id="{E6CCA3B9-E176-48AB-90A8-8A5F9B3A7AF6}"/>
              </a:ext>
            </a:extLst>
          </p:cNvPr>
          <p:cNvSpPr>
            <a:spLocks noGrp="1"/>
          </p:cNvSpPr>
          <p:nvPr/>
        </p:nvSpPr>
        <p:spPr>
          <a:xfrm>
            <a:off x="500440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A1_bar_GT_10823">
            <a:extLst>
              <a:ext uri="{FF2B5EF4-FFF2-40B4-BE49-F238E27FC236}">
                <a16:creationId xmlns:a16="http://schemas.microsoft.com/office/drawing/2014/main" id="{2226BB61-DF08-4972-BC52-86E28C2E5E65}"/>
              </a:ext>
            </a:extLst>
          </p:cNvPr>
          <p:cNvSpPr>
            <a:spLocks noGrp="1"/>
          </p:cNvSpPr>
          <p:nvPr/>
        </p:nvSpPr>
        <p:spPr>
          <a:xfrm>
            <a:off x="508397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A1_bar_GT_10824">
            <a:extLst>
              <a:ext uri="{FF2B5EF4-FFF2-40B4-BE49-F238E27FC236}">
                <a16:creationId xmlns:a16="http://schemas.microsoft.com/office/drawing/2014/main" id="{5C9A8C8D-A8C4-4CA8-AC01-82093D4B3149}"/>
              </a:ext>
            </a:extLst>
          </p:cNvPr>
          <p:cNvSpPr>
            <a:spLocks noGrp="1"/>
          </p:cNvSpPr>
          <p:nvPr/>
        </p:nvSpPr>
        <p:spPr>
          <a:xfrm>
            <a:off x="5165894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A1_bar_GT_10825">
            <a:extLst>
              <a:ext uri="{FF2B5EF4-FFF2-40B4-BE49-F238E27FC236}">
                <a16:creationId xmlns:a16="http://schemas.microsoft.com/office/drawing/2014/main" id="{C17C5160-BD16-4266-B6DD-6A7D0CA4604D}"/>
              </a:ext>
            </a:extLst>
          </p:cNvPr>
          <p:cNvSpPr>
            <a:spLocks noGrp="1"/>
          </p:cNvSpPr>
          <p:nvPr/>
        </p:nvSpPr>
        <p:spPr>
          <a:xfrm>
            <a:off x="516706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A1_bar_GT_10826">
            <a:extLst>
              <a:ext uri="{FF2B5EF4-FFF2-40B4-BE49-F238E27FC236}">
                <a16:creationId xmlns:a16="http://schemas.microsoft.com/office/drawing/2014/main" id="{39D8B1EB-17C6-4476-88B2-40A91E5AC172}"/>
              </a:ext>
            </a:extLst>
          </p:cNvPr>
          <p:cNvSpPr>
            <a:spLocks noGrp="1"/>
          </p:cNvSpPr>
          <p:nvPr/>
        </p:nvSpPr>
        <p:spPr>
          <a:xfrm>
            <a:off x="5142114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A1_bar_GT_10827">
            <a:extLst>
              <a:ext uri="{FF2B5EF4-FFF2-40B4-BE49-F238E27FC236}">
                <a16:creationId xmlns:a16="http://schemas.microsoft.com/office/drawing/2014/main" id="{7F5E9F3F-19DD-41F4-BD51-EB0A51C7B4C4}"/>
              </a:ext>
            </a:extLst>
          </p:cNvPr>
          <p:cNvSpPr>
            <a:spLocks noGrp="1"/>
          </p:cNvSpPr>
          <p:nvPr/>
        </p:nvSpPr>
        <p:spPr>
          <a:xfrm>
            <a:off x="508967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A1_bar_GT_10828">
            <a:extLst>
              <a:ext uri="{FF2B5EF4-FFF2-40B4-BE49-F238E27FC236}">
                <a16:creationId xmlns:a16="http://schemas.microsoft.com/office/drawing/2014/main" id="{5D46C33D-43EE-4BB9-837A-A301C3AB0D2E}"/>
              </a:ext>
            </a:extLst>
          </p:cNvPr>
          <p:cNvSpPr>
            <a:spLocks noGrp="1"/>
          </p:cNvSpPr>
          <p:nvPr/>
        </p:nvSpPr>
        <p:spPr>
          <a:xfrm>
            <a:off x="5017692" y="42836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A1_bar_GT_10829">
            <a:extLst>
              <a:ext uri="{FF2B5EF4-FFF2-40B4-BE49-F238E27FC236}">
                <a16:creationId xmlns:a16="http://schemas.microsoft.com/office/drawing/2014/main" id="{71B2208D-2576-44CA-8366-A56084738DE9}"/>
              </a:ext>
            </a:extLst>
          </p:cNvPr>
          <p:cNvSpPr>
            <a:spLocks noGrp="1"/>
          </p:cNvSpPr>
          <p:nvPr/>
        </p:nvSpPr>
        <p:spPr>
          <a:xfrm>
            <a:off x="4922981" y="420942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A1_bar_GT_10830">
            <a:extLst>
              <a:ext uri="{FF2B5EF4-FFF2-40B4-BE49-F238E27FC236}">
                <a16:creationId xmlns:a16="http://schemas.microsoft.com/office/drawing/2014/main" id="{98008F50-E58E-433A-B655-F9FEAF14E76C}"/>
              </a:ext>
            </a:extLst>
          </p:cNvPr>
          <p:cNvSpPr>
            <a:spLocks noGrp="1"/>
          </p:cNvSpPr>
          <p:nvPr/>
        </p:nvSpPr>
        <p:spPr>
          <a:xfrm>
            <a:off x="49488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A1_bar_GT_10831">
            <a:extLst>
              <a:ext uri="{FF2B5EF4-FFF2-40B4-BE49-F238E27FC236}">
                <a16:creationId xmlns:a16="http://schemas.microsoft.com/office/drawing/2014/main" id="{8FF54AE9-B535-4E60-A6A7-80838A23EC6A}"/>
              </a:ext>
            </a:extLst>
          </p:cNvPr>
          <p:cNvSpPr>
            <a:spLocks noGrp="1"/>
          </p:cNvSpPr>
          <p:nvPr/>
        </p:nvSpPr>
        <p:spPr>
          <a:xfrm>
            <a:off x="4972362" y="55818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A1_bar_GT_10832">
            <a:extLst>
              <a:ext uri="{FF2B5EF4-FFF2-40B4-BE49-F238E27FC236}">
                <a16:creationId xmlns:a16="http://schemas.microsoft.com/office/drawing/2014/main" id="{EF5E6D35-2885-40C2-8C60-47F165704995}"/>
              </a:ext>
            </a:extLst>
          </p:cNvPr>
          <p:cNvSpPr>
            <a:spLocks noGrp="1"/>
          </p:cNvSpPr>
          <p:nvPr/>
        </p:nvSpPr>
        <p:spPr>
          <a:xfrm>
            <a:off x="5088307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A1_bar_GT_10833">
            <a:extLst>
              <a:ext uri="{FF2B5EF4-FFF2-40B4-BE49-F238E27FC236}">
                <a16:creationId xmlns:a16="http://schemas.microsoft.com/office/drawing/2014/main" id="{C34C1372-515F-4E40-B22C-5301A35F6EA1}"/>
              </a:ext>
            </a:extLst>
          </p:cNvPr>
          <p:cNvSpPr>
            <a:spLocks noGrp="1"/>
          </p:cNvSpPr>
          <p:nvPr/>
        </p:nvSpPr>
        <p:spPr>
          <a:xfrm>
            <a:off x="5020475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A1_bar_GT_10834">
            <a:extLst>
              <a:ext uri="{FF2B5EF4-FFF2-40B4-BE49-F238E27FC236}">
                <a16:creationId xmlns:a16="http://schemas.microsoft.com/office/drawing/2014/main" id="{ACB6A75B-0C02-4C7B-92B3-3A6C74D00878}"/>
              </a:ext>
            </a:extLst>
          </p:cNvPr>
          <p:cNvSpPr>
            <a:spLocks noGrp="1"/>
          </p:cNvSpPr>
          <p:nvPr/>
        </p:nvSpPr>
        <p:spPr>
          <a:xfrm>
            <a:off x="506379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A1_bar_GT_10835">
            <a:extLst>
              <a:ext uri="{FF2B5EF4-FFF2-40B4-BE49-F238E27FC236}">
                <a16:creationId xmlns:a16="http://schemas.microsoft.com/office/drawing/2014/main" id="{B8E83DBF-7F45-42B1-A1BD-E4736BEABD29}"/>
              </a:ext>
            </a:extLst>
          </p:cNvPr>
          <p:cNvSpPr>
            <a:spLocks noGrp="1"/>
          </p:cNvSpPr>
          <p:nvPr/>
        </p:nvSpPr>
        <p:spPr>
          <a:xfrm>
            <a:off x="5086340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A1_bar_GT_10836">
            <a:extLst>
              <a:ext uri="{FF2B5EF4-FFF2-40B4-BE49-F238E27FC236}">
                <a16:creationId xmlns:a16="http://schemas.microsoft.com/office/drawing/2014/main" id="{9057547A-5957-46EC-8058-925CD2113638}"/>
              </a:ext>
            </a:extLst>
          </p:cNvPr>
          <p:cNvSpPr>
            <a:spLocks noGrp="1"/>
          </p:cNvSpPr>
          <p:nvPr/>
        </p:nvSpPr>
        <p:spPr>
          <a:xfrm>
            <a:off x="5151473" y="604335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A1_bar_GT_10837">
            <a:extLst>
              <a:ext uri="{FF2B5EF4-FFF2-40B4-BE49-F238E27FC236}">
                <a16:creationId xmlns:a16="http://schemas.microsoft.com/office/drawing/2014/main" id="{15E878F1-C69A-475A-BCAA-2F65B03CDA6C}"/>
              </a:ext>
            </a:extLst>
          </p:cNvPr>
          <p:cNvSpPr>
            <a:spLocks noGrp="1"/>
          </p:cNvSpPr>
          <p:nvPr/>
        </p:nvSpPr>
        <p:spPr>
          <a:xfrm>
            <a:off x="500968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A1_bar_GT_10838">
            <a:extLst>
              <a:ext uri="{FF2B5EF4-FFF2-40B4-BE49-F238E27FC236}">
                <a16:creationId xmlns:a16="http://schemas.microsoft.com/office/drawing/2014/main" id="{5A311959-263B-4F40-81F2-117FC34FC80C}"/>
              </a:ext>
            </a:extLst>
          </p:cNvPr>
          <p:cNvSpPr>
            <a:spLocks noGrp="1"/>
          </p:cNvSpPr>
          <p:nvPr/>
        </p:nvSpPr>
        <p:spPr>
          <a:xfrm>
            <a:off x="49883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A1_bar_GT_10839">
            <a:extLst>
              <a:ext uri="{FF2B5EF4-FFF2-40B4-BE49-F238E27FC236}">
                <a16:creationId xmlns:a16="http://schemas.microsoft.com/office/drawing/2014/main" id="{2D195490-F8BD-4A1B-ADDF-2AD62857A5BC}"/>
              </a:ext>
            </a:extLst>
          </p:cNvPr>
          <p:cNvSpPr>
            <a:spLocks noGrp="1"/>
          </p:cNvSpPr>
          <p:nvPr/>
        </p:nvSpPr>
        <p:spPr>
          <a:xfrm>
            <a:off x="66817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A1_bar_GT_10840">
            <a:extLst>
              <a:ext uri="{FF2B5EF4-FFF2-40B4-BE49-F238E27FC236}">
                <a16:creationId xmlns:a16="http://schemas.microsoft.com/office/drawing/2014/main" id="{006869E8-FD27-4F52-81E9-D5528600DBEF}"/>
              </a:ext>
            </a:extLst>
          </p:cNvPr>
          <p:cNvSpPr>
            <a:spLocks noGrp="1"/>
          </p:cNvSpPr>
          <p:nvPr/>
        </p:nvSpPr>
        <p:spPr>
          <a:xfrm>
            <a:off x="664776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A1_bar_GT_10841">
            <a:extLst>
              <a:ext uri="{FF2B5EF4-FFF2-40B4-BE49-F238E27FC236}">
                <a16:creationId xmlns:a16="http://schemas.microsoft.com/office/drawing/2014/main" id="{8D1A8CB2-9F3E-4688-A3DE-5825BAC41A6A}"/>
              </a:ext>
            </a:extLst>
          </p:cNvPr>
          <p:cNvSpPr>
            <a:spLocks noGrp="1"/>
          </p:cNvSpPr>
          <p:nvPr/>
        </p:nvSpPr>
        <p:spPr>
          <a:xfrm>
            <a:off x="65747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A1_bar_GT_10842">
            <a:extLst>
              <a:ext uri="{FF2B5EF4-FFF2-40B4-BE49-F238E27FC236}">
                <a16:creationId xmlns:a16="http://schemas.microsoft.com/office/drawing/2014/main" id="{E613A8DD-E21B-4486-B9CC-B122DF7BFE6E}"/>
              </a:ext>
            </a:extLst>
          </p:cNvPr>
          <p:cNvSpPr>
            <a:spLocks noGrp="1"/>
          </p:cNvSpPr>
          <p:nvPr/>
        </p:nvSpPr>
        <p:spPr>
          <a:xfrm>
            <a:off x="6532293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A1_bar_GT_10843">
            <a:extLst>
              <a:ext uri="{FF2B5EF4-FFF2-40B4-BE49-F238E27FC236}">
                <a16:creationId xmlns:a16="http://schemas.microsoft.com/office/drawing/2014/main" id="{198229F2-0331-44EA-A0D2-C035C1D30848}"/>
              </a:ext>
            </a:extLst>
          </p:cNvPr>
          <p:cNvSpPr>
            <a:spLocks noGrp="1"/>
          </p:cNvSpPr>
          <p:nvPr/>
        </p:nvSpPr>
        <p:spPr>
          <a:xfrm>
            <a:off x="6545263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A1_bar_GT_10844">
            <a:extLst>
              <a:ext uri="{FF2B5EF4-FFF2-40B4-BE49-F238E27FC236}">
                <a16:creationId xmlns:a16="http://schemas.microsoft.com/office/drawing/2014/main" id="{A003F18D-CF98-4409-97A9-66229B700411}"/>
              </a:ext>
            </a:extLst>
          </p:cNvPr>
          <p:cNvSpPr>
            <a:spLocks noGrp="1"/>
          </p:cNvSpPr>
          <p:nvPr/>
        </p:nvSpPr>
        <p:spPr>
          <a:xfrm>
            <a:off x="65468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A1_bar_GT_10845">
            <a:extLst>
              <a:ext uri="{FF2B5EF4-FFF2-40B4-BE49-F238E27FC236}">
                <a16:creationId xmlns:a16="http://schemas.microsoft.com/office/drawing/2014/main" id="{E73ABFA5-D579-43CE-85D0-2785098584CB}"/>
              </a:ext>
            </a:extLst>
          </p:cNvPr>
          <p:cNvSpPr>
            <a:spLocks noGrp="1"/>
          </p:cNvSpPr>
          <p:nvPr/>
        </p:nvSpPr>
        <p:spPr>
          <a:xfrm>
            <a:off x="66048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A1_bar_GT_10846">
            <a:extLst>
              <a:ext uri="{FF2B5EF4-FFF2-40B4-BE49-F238E27FC236}">
                <a16:creationId xmlns:a16="http://schemas.microsoft.com/office/drawing/2014/main" id="{8E1152AB-AAE6-4BC7-A807-1E1B5C068961}"/>
              </a:ext>
            </a:extLst>
          </p:cNvPr>
          <p:cNvSpPr>
            <a:spLocks noGrp="1"/>
          </p:cNvSpPr>
          <p:nvPr/>
        </p:nvSpPr>
        <p:spPr>
          <a:xfrm>
            <a:off x="649763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A1_bar_GT_10847">
            <a:extLst>
              <a:ext uri="{FF2B5EF4-FFF2-40B4-BE49-F238E27FC236}">
                <a16:creationId xmlns:a16="http://schemas.microsoft.com/office/drawing/2014/main" id="{929BA8C4-4AA7-4C6C-A902-3C0EFAF22F09}"/>
              </a:ext>
            </a:extLst>
          </p:cNvPr>
          <p:cNvSpPr>
            <a:spLocks noGrp="1"/>
          </p:cNvSpPr>
          <p:nvPr/>
        </p:nvSpPr>
        <p:spPr>
          <a:xfrm>
            <a:off x="6664047" y="58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A1_bar_GT_10848">
            <a:extLst>
              <a:ext uri="{FF2B5EF4-FFF2-40B4-BE49-F238E27FC236}">
                <a16:creationId xmlns:a16="http://schemas.microsoft.com/office/drawing/2014/main" id="{4E394C78-E2A5-4A89-831B-7C055990BB9F}"/>
              </a:ext>
            </a:extLst>
          </p:cNvPr>
          <p:cNvSpPr>
            <a:spLocks noGrp="1"/>
          </p:cNvSpPr>
          <p:nvPr/>
        </p:nvSpPr>
        <p:spPr>
          <a:xfrm>
            <a:off x="66828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A1_bar_GT_10849">
            <a:extLst>
              <a:ext uri="{FF2B5EF4-FFF2-40B4-BE49-F238E27FC236}">
                <a16:creationId xmlns:a16="http://schemas.microsoft.com/office/drawing/2014/main" id="{A60A286E-F1BC-45FB-843A-0133D515B3F7}"/>
              </a:ext>
            </a:extLst>
          </p:cNvPr>
          <p:cNvSpPr>
            <a:spLocks noGrp="1"/>
          </p:cNvSpPr>
          <p:nvPr/>
        </p:nvSpPr>
        <p:spPr>
          <a:xfrm>
            <a:off x="6516663" y="39440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A1_bar_GT_10850">
            <a:extLst>
              <a:ext uri="{FF2B5EF4-FFF2-40B4-BE49-F238E27FC236}">
                <a16:creationId xmlns:a16="http://schemas.microsoft.com/office/drawing/2014/main" id="{A06D3438-4B9D-4849-B7D2-CD93BAA60F1E}"/>
              </a:ext>
            </a:extLst>
          </p:cNvPr>
          <p:cNvSpPr>
            <a:spLocks noGrp="1"/>
          </p:cNvSpPr>
          <p:nvPr/>
        </p:nvSpPr>
        <p:spPr>
          <a:xfrm>
            <a:off x="66257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A1_bar_GT_10851">
            <a:extLst>
              <a:ext uri="{FF2B5EF4-FFF2-40B4-BE49-F238E27FC236}">
                <a16:creationId xmlns:a16="http://schemas.microsoft.com/office/drawing/2014/main" id="{85150FBC-511D-4AED-8E8C-9B0E0AC1DB3B}"/>
              </a:ext>
            </a:extLst>
          </p:cNvPr>
          <p:cNvSpPr>
            <a:spLocks noGrp="1"/>
          </p:cNvSpPr>
          <p:nvPr/>
        </p:nvSpPr>
        <p:spPr>
          <a:xfrm>
            <a:off x="6726096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A1_bar_GT_10852">
            <a:extLst>
              <a:ext uri="{FF2B5EF4-FFF2-40B4-BE49-F238E27FC236}">
                <a16:creationId xmlns:a16="http://schemas.microsoft.com/office/drawing/2014/main" id="{5296AECD-6414-4A64-A090-D7ADEAB46870}"/>
              </a:ext>
            </a:extLst>
          </p:cNvPr>
          <p:cNvSpPr>
            <a:spLocks noGrp="1"/>
          </p:cNvSpPr>
          <p:nvPr/>
        </p:nvSpPr>
        <p:spPr>
          <a:xfrm>
            <a:off x="672118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A1_bar_GT_10853">
            <a:extLst>
              <a:ext uri="{FF2B5EF4-FFF2-40B4-BE49-F238E27FC236}">
                <a16:creationId xmlns:a16="http://schemas.microsoft.com/office/drawing/2014/main" id="{1F505461-9DB2-40B0-A732-9F3CFBA9B516}"/>
              </a:ext>
            </a:extLst>
          </p:cNvPr>
          <p:cNvSpPr>
            <a:spLocks noGrp="1"/>
          </p:cNvSpPr>
          <p:nvPr/>
        </p:nvSpPr>
        <p:spPr>
          <a:xfrm>
            <a:off x="653380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A1_bar_GT_10854">
            <a:extLst>
              <a:ext uri="{FF2B5EF4-FFF2-40B4-BE49-F238E27FC236}">
                <a16:creationId xmlns:a16="http://schemas.microsoft.com/office/drawing/2014/main" id="{CCF77BB4-2A0F-4990-A073-83E21A9AE69F}"/>
              </a:ext>
            </a:extLst>
          </p:cNvPr>
          <p:cNvSpPr>
            <a:spLocks noGrp="1"/>
          </p:cNvSpPr>
          <p:nvPr/>
        </p:nvSpPr>
        <p:spPr>
          <a:xfrm>
            <a:off x="653333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A1_bar_GT_10855">
            <a:extLst>
              <a:ext uri="{FF2B5EF4-FFF2-40B4-BE49-F238E27FC236}">
                <a16:creationId xmlns:a16="http://schemas.microsoft.com/office/drawing/2014/main" id="{E9667383-0B57-424D-81D0-1C265A9A4518}"/>
              </a:ext>
            </a:extLst>
          </p:cNvPr>
          <p:cNvSpPr>
            <a:spLocks noGrp="1"/>
          </p:cNvSpPr>
          <p:nvPr/>
        </p:nvSpPr>
        <p:spPr>
          <a:xfrm>
            <a:off x="652207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A1_bar_GT_10856">
            <a:extLst>
              <a:ext uri="{FF2B5EF4-FFF2-40B4-BE49-F238E27FC236}">
                <a16:creationId xmlns:a16="http://schemas.microsoft.com/office/drawing/2014/main" id="{F74B9A6D-5C56-4534-BAC2-983790B8CE26}"/>
              </a:ext>
            </a:extLst>
          </p:cNvPr>
          <p:cNvSpPr>
            <a:spLocks noGrp="1"/>
          </p:cNvSpPr>
          <p:nvPr/>
        </p:nvSpPr>
        <p:spPr>
          <a:xfrm>
            <a:off x="665094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A1_bar_GT_10857">
            <a:extLst>
              <a:ext uri="{FF2B5EF4-FFF2-40B4-BE49-F238E27FC236}">
                <a16:creationId xmlns:a16="http://schemas.microsoft.com/office/drawing/2014/main" id="{0502FCF5-BD95-430B-BFD0-CD911CEB5683}"/>
              </a:ext>
            </a:extLst>
          </p:cNvPr>
          <p:cNvSpPr>
            <a:spLocks noGrp="1"/>
          </p:cNvSpPr>
          <p:nvPr/>
        </p:nvSpPr>
        <p:spPr>
          <a:xfrm>
            <a:off x="6630203" y="35045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A1_bar_GT_10858">
            <a:extLst>
              <a:ext uri="{FF2B5EF4-FFF2-40B4-BE49-F238E27FC236}">
                <a16:creationId xmlns:a16="http://schemas.microsoft.com/office/drawing/2014/main" id="{05074913-FD68-4283-9E80-864A20E07EEF}"/>
              </a:ext>
            </a:extLst>
          </p:cNvPr>
          <p:cNvSpPr>
            <a:spLocks noGrp="1"/>
          </p:cNvSpPr>
          <p:nvPr/>
        </p:nvSpPr>
        <p:spPr>
          <a:xfrm>
            <a:off x="6538517" y="48796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A1_bar_GT_10859">
            <a:extLst>
              <a:ext uri="{FF2B5EF4-FFF2-40B4-BE49-F238E27FC236}">
                <a16:creationId xmlns:a16="http://schemas.microsoft.com/office/drawing/2014/main" id="{F764E050-ECD2-4646-B798-A7D9EB6276BA}"/>
              </a:ext>
            </a:extLst>
          </p:cNvPr>
          <p:cNvSpPr>
            <a:spLocks noGrp="1"/>
          </p:cNvSpPr>
          <p:nvPr/>
        </p:nvSpPr>
        <p:spPr>
          <a:xfrm>
            <a:off x="672692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A1_bar_GT_10860">
            <a:extLst>
              <a:ext uri="{FF2B5EF4-FFF2-40B4-BE49-F238E27FC236}">
                <a16:creationId xmlns:a16="http://schemas.microsoft.com/office/drawing/2014/main" id="{D89E6DBD-8E9D-4C7E-8600-281072E102A5}"/>
              </a:ext>
            </a:extLst>
          </p:cNvPr>
          <p:cNvSpPr>
            <a:spLocks noGrp="1"/>
          </p:cNvSpPr>
          <p:nvPr/>
        </p:nvSpPr>
        <p:spPr>
          <a:xfrm>
            <a:off x="6555912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A1_bar_GT_10861">
            <a:extLst>
              <a:ext uri="{FF2B5EF4-FFF2-40B4-BE49-F238E27FC236}">
                <a16:creationId xmlns:a16="http://schemas.microsoft.com/office/drawing/2014/main" id="{108EDD00-4E89-4EC4-A3E4-C46223A911EB}"/>
              </a:ext>
            </a:extLst>
          </p:cNvPr>
          <p:cNvSpPr>
            <a:spLocks noGrp="1"/>
          </p:cNvSpPr>
          <p:nvPr/>
        </p:nvSpPr>
        <p:spPr>
          <a:xfrm>
            <a:off x="6629111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A1_bar_GT_10862">
            <a:extLst>
              <a:ext uri="{FF2B5EF4-FFF2-40B4-BE49-F238E27FC236}">
                <a16:creationId xmlns:a16="http://schemas.microsoft.com/office/drawing/2014/main" id="{F6F8865F-CCD7-4048-8096-0FE17B1DFD6F}"/>
              </a:ext>
            </a:extLst>
          </p:cNvPr>
          <p:cNvSpPr>
            <a:spLocks noGrp="1"/>
          </p:cNvSpPr>
          <p:nvPr/>
        </p:nvSpPr>
        <p:spPr>
          <a:xfrm>
            <a:off x="6574768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A1_bar_GT_10863">
            <a:extLst>
              <a:ext uri="{FF2B5EF4-FFF2-40B4-BE49-F238E27FC236}">
                <a16:creationId xmlns:a16="http://schemas.microsoft.com/office/drawing/2014/main" id="{66C43672-5F28-4031-9A5A-D91C274368DF}"/>
              </a:ext>
            </a:extLst>
          </p:cNvPr>
          <p:cNvSpPr>
            <a:spLocks noGrp="1"/>
          </p:cNvSpPr>
          <p:nvPr/>
        </p:nvSpPr>
        <p:spPr>
          <a:xfrm>
            <a:off x="6644963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A1_bar_GT_10864">
            <a:extLst>
              <a:ext uri="{FF2B5EF4-FFF2-40B4-BE49-F238E27FC236}">
                <a16:creationId xmlns:a16="http://schemas.microsoft.com/office/drawing/2014/main" id="{CEDD0904-8954-4F14-8203-74669D59BC21}"/>
              </a:ext>
            </a:extLst>
          </p:cNvPr>
          <p:cNvSpPr>
            <a:spLocks noGrp="1"/>
          </p:cNvSpPr>
          <p:nvPr/>
        </p:nvSpPr>
        <p:spPr>
          <a:xfrm>
            <a:off x="67316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A1_bar_GT_10865">
            <a:extLst>
              <a:ext uri="{FF2B5EF4-FFF2-40B4-BE49-F238E27FC236}">
                <a16:creationId xmlns:a16="http://schemas.microsoft.com/office/drawing/2014/main" id="{D3E4BEE2-FBF5-4016-809E-C64A7693DF8E}"/>
              </a:ext>
            </a:extLst>
          </p:cNvPr>
          <p:cNvSpPr>
            <a:spLocks noGrp="1"/>
          </p:cNvSpPr>
          <p:nvPr/>
        </p:nvSpPr>
        <p:spPr>
          <a:xfrm>
            <a:off x="6698904" y="583557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A1_bar_GT_10866">
            <a:extLst>
              <a:ext uri="{FF2B5EF4-FFF2-40B4-BE49-F238E27FC236}">
                <a16:creationId xmlns:a16="http://schemas.microsoft.com/office/drawing/2014/main" id="{BD0DF3E0-3D39-4502-B7B0-A248FA707DCE}"/>
              </a:ext>
            </a:extLst>
          </p:cNvPr>
          <p:cNvSpPr>
            <a:spLocks noGrp="1"/>
          </p:cNvSpPr>
          <p:nvPr/>
        </p:nvSpPr>
        <p:spPr>
          <a:xfrm>
            <a:off x="6521610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A1_bar_GT_10867">
            <a:extLst>
              <a:ext uri="{FF2B5EF4-FFF2-40B4-BE49-F238E27FC236}">
                <a16:creationId xmlns:a16="http://schemas.microsoft.com/office/drawing/2014/main" id="{FF935178-901C-46E9-B925-544501C4D121}"/>
              </a:ext>
            </a:extLst>
          </p:cNvPr>
          <p:cNvSpPr>
            <a:spLocks noGrp="1"/>
          </p:cNvSpPr>
          <p:nvPr/>
        </p:nvSpPr>
        <p:spPr>
          <a:xfrm>
            <a:off x="6716575" y="56707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A1_bar_GT_10868">
            <a:extLst>
              <a:ext uri="{FF2B5EF4-FFF2-40B4-BE49-F238E27FC236}">
                <a16:creationId xmlns:a16="http://schemas.microsoft.com/office/drawing/2014/main" id="{F9C3E782-4DA2-497E-973A-99551589F704}"/>
              </a:ext>
            </a:extLst>
          </p:cNvPr>
          <p:cNvSpPr>
            <a:spLocks noGrp="1"/>
          </p:cNvSpPr>
          <p:nvPr/>
        </p:nvSpPr>
        <p:spPr>
          <a:xfrm>
            <a:off x="656161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A1_bar_GT_10869">
            <a:extLst>
              <a:ext uri="{FF2B5EF4-FFF2-40B4-BE49-F238E27FC236}">
                <a16:creationId xmlns:a16="http://schemas.microsoft.com/office/drawing/2014/main" id="{B6BF9CF2-45A8-44AC-92CF-1669BA5F37CF}"/>
              </a:ext>
            </a:extLst>
          </p:cNvPr>
          <p:cNvSpPr>
            <a:spLocks noGrp="1"/>
          </p:cNvSpPr>
          <p:nvPr/>
        </p:nvSpPr>
        <p:spPr>
          <a:xfrm>
            <a:off x="67177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A1_bar_GT_10870">
            <a:extLst>
              <a:ext uri="{FF2B5EF4-FFF2-40B4-BE49-F238E27FC236}">
                <a16:creationId xmlns:a16="http://schemas.microsoft.com/office/drawing/2014/main" id="{E155BC6E-F65A-42A3-9831-6425D45CDF34}"/>
              </a:ext>
            </a:extLst>
          </p:cNvPr>
          <p:cNvSpPr>
            <a:spLocks noGrp="1"/>
          </p:cNvSpPr>
          <p:nvPr/>
        </p:nvSpPr>
        <p:spPr>
          <a:xfrm>
            <a:off x="6702344" y="602292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A1_bar_GT_10871">
            <a:extLst>
              <a:ext uri="{FF2B5EF4-FFF2-40B4-BE49-F238E27FC236}">
                <a16:creationId xmlns:a16="http://schemas.microsoft.com/office/drawing/2014/main" id="{F2DDDEB2-84B5-4348-A258-9F306F161D4B}"/>
              </a:ext>
            </a:extLst>
          </p:cNvPr>
          <p:cNvSpPr>
            <a:spLocks noGrp="1"/>
          </p:cNvSpPr>
          <p:nvPr/>
        </p:nvSpPr>
        <p:spPr>
          <a:xfrm>
            <a:off x="65586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A1_bar_GT_10872">
            <a:extLst>
              <a:ext uri="{FF2B5EF4-FFF2-40B4-BE49-F238E27FC236}">
                <a16:creationId xmlns:a16="http://schemas.microsoft.com/office/drawing/2014/main" id="{03091ED3-E118-43E1-947D-FCCF342EEF43}"/>
              </a:ext>
            </a:extLst>
          </p:cNvPr>
          <p:cNvSpPr>
            <a:spLocks noGrp="1"/>
          </p:cNvSpPr>
          <p:nvPr/>
        </p:nvSpPr>
        <p:spPr>
          <a:xfrm>
            <a:off x="6576263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A1_bar_GT_10873">
            <a:extLst>
              <a:ext uri="{FF2B5EF4-FFF2-40B4-BE49-F238E27FC236}">
                <a16:creationId xmlns:a16="http://schemas.microsoft.com/office/drawing/2014/main" id="{43F5F881-3968-4138-8090-AC2E5036EFCA}"/>
              </a:ext>
            </a:extLst>
          </p:cNvPr>
          <p:cNvSpPr>
            <a:spLocks noGrp="1"/>
          </p:cNvSpPr>
          <p:nvPr/>
        </p:nvSpPr>
        <p:spPr>
          <a:xfrm>
            <a:off x="65716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A1_bar_GT_10874">
            <a:extLst>
              <a:ext uri="{FF2B5EF4-FFF2-40B4-BE49-F238E27FC236}">
                <a16:creationId xmlns:a16="http://schemas.microsoft.com/office/drawing/2014/main" id="{86BAEA3C-6DCA-4B70-A78E-A19BE790427A}"/>
              </a:ext>
            </a:extLst>
          </p:cNvPr>
          <p:cNvSpPr>
            <a:spLocks noGrp="1"/>
          </p:cNvSpPr>
          <p:nvPr/>
        </p:nvSpPr>
        <p:spPr>
          <a:xfrm>
            <a:off x="667347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A1_bar_GT_10875">
            <a:extLst>
              <a:ext uri="{FF2B5EF4-FFF2-40B4-BE49-F238E27FC236}">
                <a16:creationId xmlns:a16="http://schemas.microsoft.com/office/drawing/2014/main" id="{65FE2578-54E3-4D95-BAF3-7EAEC4477C68}"/>
              </a:ext>
            </a:extLst>
          </p:cNvPr>
          <p:cNvSpPr>
            <a:spLocks noGrp="1"/>
          </p:cNvSpPr>
          <p:nvPr/>
        </p:nvSpPr>
        <p:spPr>
          <a:xfrm>
            <a:off x="652474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A1_bar_GT_10876">
            <a:extLst>
              <a:ext uri="{FF2B5EF4-FFF2-40B4-BE49-F238E27FC236}">
                <a16:creationId xmlns:a16="http://schemas.microsoft.com/office/drawing/2014/main" id="{EDA5D6D0-D313-4202-935B-2C9D926B4183}"/>
              </a:ext>
            </a:extLst>
          </p:cNvPr>
          <p:cNvSpPr>
            <a:spLocks noGrp="1"/>
          </p:cNvSpPr>
          <p:nvPr/>
        </p:nvSpPr>
        <p:spPr>
          <a:xfrm>
            <a:off x="67276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A1_bar_GT_10877">
            <a:extLst>
              <a:ext uri="{FF2B5EF4-FFF2-40B4-BE49-F238E27FC236}">
                <a16:creationId xmlns:a16="http://schemas.microsoft.com/office/drawing/2014/main" id="{D5F554CA-8464-408D-8B04-BC915F6C81D3}"/>
              </a:ext>
            </a:extLst>
          </p:cNvPr>
          <p:cNvSpPr>
            <a:spLocks noGrp="1"/>
          </p:cNvSpPr>
          <p:nvPr/>
        </p:nvSpPr>
        <p:spPr>
          <a:xfrm>
            <a:off x="655725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A1_bar_GT_10878">
            <a:extLst>
              <a:ext uri="{FF2B5EF4-FFF2-40B4-BE49-F238E27FC236}">
                <a16:creationId xmlns:a16="http://schemas.microsoft.com/office/drawing/2014/main" id="{8177E4E4-6E8D-4860-B935-EDF1C1DF386D}"/>
              </a:ext>
            </a:extLst>
          </p:cNvPr>
          <p:cNvSpPr>
            <a:spLocks noGrp="1"/>
          </p:cNvSpPr>
          <p:nvPr/>
        </p:nvSpPr>
        <p:spPr>
          <a:xfrm>
            <a:off x="6517232" y="47012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A1_bar_GT_10879">
            <a:extLst>
              <a:ext uri="{FF2B5EF4-FFF2-40B4-BE49-F238E27FC236}">
                <a16:creationId xmlns:a16="http://schemas.microsoft.com/office/drawing/2014/main" id="{9F052276-8050-4E3E-887D-505C46BFB575}"/>
              </a:ext>
            </a:extLst>
          </p:cNvPr>
          <p:cNvSpPr>
            <a:spLocks noGrp="1"/>
          </p:cNvSpPr>
          <p:nvPr/>
        </p:nvSpPr>
        <p:spPr>
          <a:xfrm>
            <a:off x="6507119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A1_bar_GT_10880">
            <a:extLst>
              <a:ext uri="{FF2B5EF4-FFF2-40B4-BE49-F238E27FC236}">
                <a16:creationId xmlns:a16="http://schemas.microsoft.com/office/drawing/2014/main" id="{D22E77A9-4F86-4179-A2A4-358961AFBACF}"/>
              </a:ext>
            </a:extLst>
          </p:cNvPr>
          <p:cNvSpPr>
            <a:spLocks noGrp="1"/>
          </p:cNvSpPr>
          <p:nvPr/>
        </p:nvSpPr>
        <p:spPr>
          <a:xfrm>
            <a:off x="663817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A1_bar_GT_10881">
            <a:extLst>
              <a:ext uri="{FF2B5EF4-FFF2-40B4-BE49-F238E27FC236}">
                <a16:creationId xmlns:a16="http://schemas.microsoft.com/office/drawing/2014/main" id="{65B2538A-5E26-4171-822F-F424CFB71E58}"/>
              </a:ext>
            </a:extLst>
          </p:cNvPr>
          <p:cNvSpPr>
            <a:spLocks noGrp="1"/>
          </p:cNvSpPr>
          <p:nvPr/>
        </p:nvSpPr>
        <p:spPr>
          <a:xfrm>
            <a:off x="65168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A1_bar_GT_10882">
            <a:extLst>
              <a:ext uri="{FF2B5EF4-FFF2-40B4-BE49-F238E27FC236}">
                <a16:creationId xmlns:a16="http://schemas.microsoft.com/office/drawing/2014/main" id="{F8ED61B4-3035-43A5-AE39-420368BEA1FD}"/>
              </a:ext>
            </a:extLst>
          </p:cNvPr>
          <p:cNvSpPr>
            <a:spLocks noGrp="1"/>
          </p:cNvSpPr>
          <p:nvPr/>
        </p:nvSpPr>
        <p:spPr>
          <a:xfrm>
            <a:off x="654061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A1_bar_GT_10883">
            <a:extLst>
              <a:ext uri="{FF2B5EF4-FFF2-40B4-BE49-F238E27FC236}">
                <a16:creationId xmlns:a16="http://schemas.microsoft.com/office/drawing/2014/main" id="{2A43DD60-5FF1-4448-96B1-B0191ADABC10}"/>
              </a:ext>
            </a:extLst>
          </p:cNvPr>
          <p:cNvSpPr>
            <a:spLocks noGrp="1"/>
          </p:cNvSpPr>
          <p:nvPr/>
        </p:nvSpPr>
        <p:spPr>
          <a:xfrm>
            <a:off x="672908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A1_bar_GT_10884">
            <a:extLst>
              <a:ext uri="{FF2B5EF4-FFF2-40B4-BE49-F238E27FC236}">
                <a16:creationId xmlns:a16="http://schemas.microsoft.com/office/drawing/2014/main" id="{A2D431A3-8C00-4801-924D-954605DF00A4}"/>
              </a:ext>
            </a:extLst>
          </p:cNvPr>
          <p:cNvSpPr>
            <a:spLocks noGrp="1"/>
          </p:cNvSpPr>
          <p:nvPr/>
        </p:nvSpPr>
        <p:spPr>
          <a:xfrm>
            <a:off x="64978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A1_bar_GT_10885">
            <a:extLst>
              <a:ext uri="{FF2B5EF4-FFF2-40B4-BE49-F238E27FC236}">
                <a16:creationId xmlns:a16="http://schemas.microsoft.com/office/drawing/2014/main" id="{6A5CB667-9449-479E-AC1C-ABE8EDA22063}"/>
              </a:ext>
            </a:extLst>
          </p:cNvPr>
          <p:cNvSpPr>
            <a:spLocks noGrp="1"/>
          </p:cNvSpPr>
          <p:nvPr/>
        </p:nvSpPr>
        <p:spPr>
          <a:xfrm>
            <a:off x="6737829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A1_bar_GT_10886">
            <a:extLst>
              <a:ext uri="{FF2B5EF4-FFF2-40B4-BE49-F238E27FC236}">
                <a16:creationId xmlns:a16="http://schemas.microsoft.com/office/drawing/2014/main" id="{8A111F4C-E949-441B-9F75-3141045AD6CC}"/>
              </a:ext>
            </a:extLst>
          </p:cNvPr>
          <p:cNvSpPr>
            <a:spLocks noGrp="1"/>
          </p:cNvSpPr>
          <p:nvPr/>
        </p:nvSpPr>
        <p:spPr>
          <a:xfrm>
            <a:off x="66321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A1_bar_GT_10887">
            <a:extLst>
              <a:ext uri="{FF2B5EF4-FFF2-40B4-BE49-F238E27FC236}">
                <a16:creationId xmlns:a16="http://schemas.microsoft.com/office/drawing/2014/main" id="{2974E635-6287-4147-A552-5B4CBBDD20BE}"/>
              </a:ext>
            </a:extLst>
          </p:cNvPr>
          <p:cNvSpPr>
            <a:spLocks noGrp="1"/>
          </p:cNvSpPr>
          <p:nvPr/>
        </p:nvSpPr>
        <p:spPr>
          <a:xfrm>
            <a:off x="652086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A1_bar_GT_10888">
            <a:extLst>
              <a:ext uri="{FF2B5EF4-FFF2-40B4-BE49-F238E27FC236}">
                <a16:creationId xmlns:a16="http://schemas.microsoft.com/office/drawing/2014/main" id="{DF1D1007-7602-40FC-A887-22881C8EE5FA}"/>
              </a:ext>
            </a:extLst>
          </p:cNvPr>
          <p:cNvSpPr>
            <a:spLocks noGrp="1"/>
          </p:cNvSpPr>
          <p:nvPr/>
        </p:nvSpPr>
        <p:spPr>
          <a:xfrm>
            <a:off x="6679456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A1_bar_GT_10889">
            <a:extLst>
              <a:ext uri="{FF2B5EF4-FFF2-40B4-BE49-F238E27FC236}">
                <a16:creationId xmlns:a16="http://schemas.microsoft.com/office/drawing/2014/main" id="{CB4407FE-C1FB-4F17-8EEE-42B3461D6AD3}"/>
              </a:ext>
            </a:extLst>
          </p:cNvPr>
          <p:cNvSpPr>
            <a:spLocks noGrp="1"/>
          </p:cNvSpPr>
          <p:nvPr/>
        </p:nvSpPr>
        <p:spPr>
          <a:xfrm>
            <a:off x="661742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A1_bar_GT_10890">
            <a:extLst>
              <a:ext uri="{FF2B5EF4-FFF2-40B4-BE49-F238E27FC236}">
                <a16:creationId xmlns:a16="http://schemas.microsoft.com/office/drawing/2014/main" id="{F57CFE28-1F7F-4E3C-91F6-3F49A31F25B5}"/>
              </a:ext>
            </a:extLst>
          </p:cNvPr>
          <p:cNvSpPr>
            <a:spLocks noGrp="1"/>
          </p:cNvSpPr>
          <p:nvPr/>
        </p:nvSpPr>
        <p:spPr>
          <a:xfrm>
            <a:off x="667363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A1_bar_GT_10891">
            <a:extLst>
              <a:ext uri="{FF2B5EF4-FFF2-40B4-BE49-F238E27FC236}">
                <a16:creationId xmlns:a16="http://schemas.microsoft.com/office/drawing/2014/main" id="{F5666DDB-F4CC-4695-B139-B4A8AD32C029}"/>
              </a:ext>
            </a:extLst>
          </p:cNvPr>
          <p:cNvSpPr>
            <a:spLocks noGrp="1"/>
          </p:cNvSpPr>
          <p:nvPr/>
        </p:nvSpPr>
        <p:spPr>
          <a:xfrm>
            <a:off x="6604766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A1_bar_GT_10892">
            <a:extLst>
              <a:ext uri="{FF2B5EF4-FFF2-40B4-BE49-F238E27FC236}">
                <a16:creationId xmlns:a16="http://schemas.microsoft.com/office/drawing/2014/main" id="{F305BA0C-C11E-4B63-B239-E7F665853714}"/>
              </a:ext>
            </a:extLst>
          </p:cNvPr>
          <p:cNvSpPr>
            <a:spLocks noGrp="1"/>
          </p:cNvSpPr>
          <p:nvPr/>
        </p:nvSpPr>
        <p:spPr>
          <a:xfrm>
            <a:off x="6664491" y="58873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A1_bar_GT_10893">
            <a:extLst>
              <a:ext uri="{FF2B5EF4-FFF2-40B4-BE49-F238E27FC236}">
                <a16:creationId xmlns:a16="http://schemas.microsoft.com/office/drawing/2014/main" id="{F48086D3-DCDD-4824-BB69-304FC4EE4985}"/>
              </a:ext>
            </a:extLst>
          </p:cNvPr>
          <p:cNvSpPr>
            <a:spLocks noGrp="1"/>
          </p:cNvSpPr>
          <p:nvPr/>
        </p:nvSpPr>
        <p:spPr>
          <a:xfrm>
            <a:off x="6556916" y="44617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A1_bar_GT_10894">
            <a:extLst>
              <a:ext uri="{FF2B5EF4-FFF2-40B4-BE49-F238E27FC236}">
                <a16:creationId xmlns:a16="http://schemas.microsoft.com/office/drawing/2014/main" id="{B864BDF2-C25F-4EEE-AE5C-B2417B6AAEB9}"/>
              </a:ext>
            </a:extLst>
          </p:cNvPr>
          <p:cNvSpPr>
            <a:spLocks noGrp="1"/>
          </p:cNvSpPr>
          <p:nvPr/>
        </p:nvSpPr>
        <p:spPr>
          <a:xfrm>
            <a:off x="6662936" y="60104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A1_bar_GT_10895">
            <a:extLst>
              <a:ext uri="{FF2B5EF4-FFF2-40B4-BE49-F238E27FC236}">
                <a16:creationId xmlns:a16="http://schemas.microsoft.com/office/drawing/2014/main" id="{013FE8BD-77DE-4E83-B967-B8599147657E}"/>
              </a:ext>
            </a:extLst>
          </p:cNvPr>
          <p:cNvSpPr>
            <a:spLocks noGrp="1"/>
          </p:cNvSpPr>
          <p:nvPr/>
        </p:nvSpPr>
        <p:spPr>
          <a:xfrm>
            <a:off x="6692219" y="58730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A1_bar_GT_10896">
            <a:extLst>
              <a:ext uri="{FF2B5EF4-FFF2-40B4-BE49-F238E27FC236}">
                <a16:creationId xmlns:a16="http://schemas.microsoft.com/office/drawing/2014/main" id="{3D39220C-4FAF-4A12-A313-EC4B1F9437EC}"/>
              </a:ext>
            </a:extLst>
          </p:cNvPr>
          <p:cNvSpPr>
            <a:spLocks noGrp="1"/>
          </p:cNvSpPr>
          <p:nvPr/>
        </p:nvSpPr>
        <p:spPr>
          <a:xfrm>
            <a:off x="674252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A1_bar_GT_10897">
            <a:extLst>
              <a:ext uri="{FF2B5EF4-FFF2-40B4-BE49-F238E27FC236}">
                <a16:creationId xmlns:a16="http://schemas.microsoft.com/office/drawing/2014/main" id="{C9BC046E-2BD6-4436-BADB-15B63F1F32EA}"/>
              </a:ext>
            </a:extLst>
          </p:cNvPr>
          <p:cNvSpPr>
            <a:spLocks noGrp="1"/>
          </p:cNvSpPr>
          <p:nvPr/>
        </p:nvSpPr>
        <p:spPr>
          <a:xfrm>
            <a:off x="6491042" y="60235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A1_bar_GT_10898">
            <a:extLst>
              <a:ext uri="{FF2B5EF4-FFF2-40B4-BE49-F238E27FC236}">
                <a16:creationId xmlns:a16="http://schemas.microsoft.com/office/drawing/2014/main" id="{89BF1609-14EA-4DCE-8E87-226ABF1D1FA3}"/>
              </a:ext>
            </a:extLst>
          </p:cNvPr>
          <p:cNvSpPr>
            <a:spLocks noGrp="1"/>
          </p:cNvSpPr>
          <p:nvPr/>
        </p:nvSpPr>
        <p:spPr>
          <a:xfrm>
            <a:off x="663428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A1_bar_GT_10899">
            <a:extLst>
              <a:ext uri="{FF2B5EF4-FFF2-40B4-BE49-F238E27FC236}">
                <a16:creationId xmlns:a16="http://schemas.microsoft.com/office/drawing/2014/main" id="{2414D0C8-2C11-4D2D-AD26-0CB425669BD0}"/>
              </a:ext>
            </a:extLst>
          </p:cNvPr>
          <p:cNvSpPr>
            <a:spLocks noGrp="1"/>
          </p:cNvSpPr>
          <p:nvPr/>
        </p:nvSpPr>
        <p:spPr>
          <a:xfrm>
            <a:off x="650590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A1_bar_GT_10900">
            <a:extLst>
              <a:ext uri="{FF2B5EF4-FFF2-40B4-BE49-F238E27FC236}">
                <a16:creationId xmlns:a16="http://schemas.microsoft.com/office/drawing/2014/main" id="{76FBD10C-4532-4270-8CF0-EF62B6B4A4BD}"/>
              </a:ext>
            </a:extLst>
          </p:cNvPr>
          <p:cNvSpPr>
            <a:spLocks noGrp="1"/>
          </p:cNvSpPr>
          <p:nvPr/>
        </p:nvSpPr>
        <p:spPr>
          <a:xfrm>
            <a:off x="669299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A1_bar_GT_10901">
            <a:extLst>
              <a:ext uri="{FF2B5EF4-FFF2-40B4-BE49-F238E27FC236}">
                <a16:creationId xmlns:a16="http://schemas.microsoft.com/office/drawing/2014/main" id="{A6702544-B47B-49BF-ABC7-76D6AC16452A}"/>
              </a:ext>
            </a:extLst>
          </p:cNvPr>
          <p:cNvSpPr>
            <a:spLocks noGrp="1"/>
          </p:cNvSpPr>
          <p:nvPr/>
        </p:nvSpPr>
        <p:spPr>
          <a:xfrm>
            <a:off x="65234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A1_bar_GT_10902">
            <a:extLst>
              <a:ext uri="{FF2B5EF4-FFF2-40B4-BE49-F238E27FC236}">
                <a16:creationId xmlns:a16="http://schemas.microsoft.com/office/drawing/2014/main" id="{5F6FF399-5CA1-4E31-B439-9C00FD51B72C}"/>
              </a:ext>
            </a:extLst>
          </p:cNvPr>
          <p:cNvSpPr>
            <a:spLocks noGrp="1"/>
          </p:cNvSpPr>
          <p:nvPr/>
        </p:nvSpPr>
        <p:spPr>
          <a:xfrm>
            <a:off x="66240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A1_bar_GT_10903">
            <a:extLst>
              <a:ext uri="{FF2B5EF4-FFF2-40B4-BE49-F238E27FC236}">
                <a16:creationId xmlns:a16="http://schemas.microsoft.com/office/drawing/2014/main" id="{5EF956A0-DF00-4ABA-B299-13DDC7577A17}"/>
              </a:ext>
            </a:extLst>
          </p:cNvPr>
          <p:cNvSpPr>
            <a:spLocks noGrp="1"/>
          </p:cNvSpPr>
          <p:nvPr/>
        </p:nvSpPr>
        <p:spPr>
          <a:xfrm>
            <a:off x="67185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A1_bar_GT_10904">
            <a:extLst>
              <a:ext uri="{FF2B5EF4-FFF2-40B4-BE49-F238E27FC236}">
                <a16:creationId xmlns:a16="http://schemas.microsoft.com/office/drawing/2014/main" id="{22AD3856-F6FD-4FD6-A099-51E9892C16B0}"/>
              </a:ext>
            </a:extLst>
          </p:cNvPr>
          <p:cNvSpPr>
            <a:spLocks noGrp="1"/>
          </p:cNvSpPr>
          <p:nvPr/>
        </p:nvSpPr>
        <p:spPr>
          <a:xfrm>
            <a:off x="6490601" y="4736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A1_bar_GT_10905">
            <a:extLst>
              <a:ext uri="{FF2B5EF4-FFF2-40B4-BE49-F238E27FC236}">
                <a16:creationId xmlns:a16="http://schemas.microsoft.com/office/drawing/2014/main" id="{1E194829-1025-442B-9E96-72E532D36376}"/>
              </a:ext>
            </a:extLst>
          </p:cNvPr>
          <p:cNvSpPr>
            <a:spLocks noGrp="1"/>
          </p:cNvSpPr>
          <p:nvPr/>
        </p:nvSpPr>
        <p:spPr>
          <a:xfrm>
            <a:off x="6531040" y="59212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A1_bar_GT_10906">
            <a:extLst>
              <a:ext uri="{FF2B5EF4-FFF2-40B4-BE49-F238E27FC236}">
                <a16:creationId xmlns:a16="http://schemas.microsoft.com/office/drawing/2014/main" id="{5E4DAB2B-F7E0-4018-80EB-8640E11DB9FE}"/>
              </a:ext>
            </a:extLst>
          </p:cNvPr>
          <p:cNvSpPr>
            <a:spLocks noGrp="1"/>
          </p:cNvSpPr>
          <p:nvPr/>
        </p:nvSpPr>
        <p:spPr>
          <a:xfrm>
            <a:off x="657287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A1_bar_GT_10907">
            <a:extLst>
              <a:ext uri="{FF2B5EF4-FFF2-40B4-BE49-F238E27FC236}">
                <a16:creationId xmlns:a16="http://schemas.microsoft.com/office/drawing/2014/main" id="{EA0D4693-85DE-4583-8ED6-B18AC9B47B17}"/>
              </a:ext>
            </a:extLst>
          </p:cNvPr>
          <p:cNvSpPr>
            <a:spLocks noGrp="1"/>
          </p:cNvSpPr>
          <p:nvPr/>
        </p:nvSpPr>
        <p:spPr>
          <a:xfrm>
            <a:off x="6512401" y="4745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A1_bar_GT_10908">
            <a:extLst>
              <a:ext uri="{FF2B5EF4-FFF2-40B4-BE49-F238E27FC236}">
                <a16:creationId xmlns:a16="http://schemas.microsoft.com/office/drawing/2014/main" id="{72337030-0F16-4770-8E6D-8DB45215FF09}"/>
              </a:ext>
            </a:extLst>
          </p:cNvPr>
          <p:cNvSpPr>
            <a:spLocks noGrp="1"/>
          </p:cNvSpPr>
          <p:nvPr/>
        </p:nvSpPr>
        <p:spPr>
          <a:xfrm>
            <a:off x="6652555" y="54598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A1_bar_GT_10909">
            <a:extLst>
              <a:ext uri="{FF2B5EF4-FFF2-40B4-BE49-F238E27FC236}">
                <a16:creationId xmlns:a16="http://schemas.microsoft.com/office/drawing/2014/main" id="{CF93FADF-BB4F-4F2E-AFBE-42EFA477D97F}"/>
              </a:ext>
            </a:extLst>
          </p:cNvPr>
          <p:cNvSpPr>
            <a:spLocks noGrp="1"/>
          </p:cNvSpPr>
          <p:nvPr/>
        </p:nvSpPr>
        <p:spPr>
          <a:xfrm>
            <a:off x="67072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A1_bar_GT_10910">
            <a:extLst>
              <a:ext uri="{FF2B5EF4-FFF2-40B4-BE49-F238E27FC236}">
                <a16:creationId xmlns:a16="http://schemas.microsoft.com/office/drawing/2014/main" id="{BC36E763-5363-4D49-BE4C-E130B25E1BE7}"/>
              </a:ext>
            </a:extLst>
          </p:cNvPr>
          <p:cNvSpPr>
            <a:spLocks noGrp="1"/>
          </p:cNvSpPr>
          <p:nvPr/>
        </p:nvSpPr>
        <p:spPr>
          <a:xfrm>
            <a:off x="6599579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A1_bar_GT_10911">
            <a:extLst>
              <a:ext uri="{FF2B5EF4-FFF2-40B4-BE49-F238E27FC236}">
                <a16:creationId xmlns:a16="http://schemas.microsoft.com/office/drawing/2014/main" id="{71D3FD32-F3F9-4C46-B209-FF7D0E4244AD}"/>
              </a:ext>
            </a:extLst>
          </p:cNvPr>
          <p:cNvSpPr>
            <a:spLocks noGrp="1"/>
          </p:cNvSpPr>
          <p:nvPr/>
        </p:nvSpPr>
        <p:spPr>
          <a:xfrm>
            <a:off x="660612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A1_bar_GT_10912">
            <a:extLst>
              <a:ext uri="{FF2B5EF4-FFF2-40B4-BE49-F238E27FC236}">
                <a16:creationId xmlns:a16="http://schemas.microsoft.com/office/drawing/2014/main" id="{EEAF946F-221A-4F67-863A-E89B3DE8CFC2}"/>
              </a:ext>
            </a:extLst>
          </p:cNvPr>
          <p:cNvSpPr>
            <a:spLocks noGrp="1"/>
          </p:cNvSpPr>
          <p:nvPr/>
        </p:nvSpPr>
        <p:spPr>
          <a:xfrm>
            <a:off x="64976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A1_bar_GT_10913">
            <a:extLst>
              <a:ext uri="{FF2B5EF4-FFF2-40B4-BE49-F238E27FC236}">
                <a16:creationId xmlns:a16="http://schemas.microsoft.com/office/drawing/2014/main" id="{29409D21-3563-4C94-8860-A295F57802C9}"/>
              </a:ext>
            </a:extLst>
          </p:cNvPr>
          <p:cNvSpPr>
            <a:spLocks noGrp="1"/>
          </p:cNvSpPr>
          <p:nvPr/>
        </p:nvSpPr>
        <p:spPr>
          <a:xfrm>
            <a:off x="673637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A1_bar_GT_10914">
            <a:extLst>
              <a:ext uri="{FF2B5EF4-FFF2-40B4-BE49-F238E27FC236}">
                <a16:creationId xmlns:a16="http://schemas.microsoft.com/office/drawing/2014/main" id="{CE76AB02-EC4C-45D3-B11A-9947B14035DD}"/>
              </a:ext>
            </a:extLst>
          </p:cNvPr>
          <p:cNvSpPr>
            <a:spLocks noGrp="1"/>
          </p:cNvSpPr>
          <p:nvPr/>
        </p:nvSpPr>
        <p:spPr>
          <a:xfrm>
            <a:off x="6644746" y="4961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A1_bar_GT_10915">
            <a:extLst>
              <a:ext uri="{FF2B5EF4-FFF2-40B4-BE49-F238E27FC236}">
                <a16:creationId xmlns:a16="http://schemas.microsoft.com/office/drawing/2014/main" id="{93139AAD-77F6-43BC-A990-A208364AB6BD}"/>
              </a:ext>
            </a:extLst>
          </p:cNvPr>
          <p:cNvSpPr>
            <a:spLocks noGrp="1"/>
          </p:cNvSpPr>
          <p:nvPr/>
        </p:nvSpPr>
        <p:spPr>
          <a:xfrm>
            <a:off x="657949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A1_bar_GT_10916">
            <a:extLst>
              <a:ext uri="{FF2B5EF4-FFF2-40B4-BE49-F238E27FC236}">
                <a16:creationId xmlns:a16="http://schemas.microsoft.com/office/drawing/2014/main" id="{5FE28FA8-049A-44BD-8323-9DBC635EA534}"/>
              </a:ext>
            </a:extLst>
          </p:cNvPr>
          <p:cNvSpPr>
            <a:spLocks noGrp="1"/>
          </p:cNvSpPr>
          <p:nvPr/>
        </p:nvSpPr>
        <p:spPr>
          <a:xfrm>
            <a:off x="6666826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A1_bar_GT_10917">
            <a:extLst>
              <a:ext uri="{FF2B5EF4-FFF2-40B4-BE49-F238E27FC236}">
                <a16:creationId xmlns:a16="http://schemas.microsoft.com/office/drawing/2014/main" id="{FC7B442E-DBD7-4D51-876D-65D1A66DCDB7}"/>
              </a:ext>
            </a:extLst>
          </p:cNvPr>
          <p:cNvSpPr>
            <a:spLocks noGrp="1"/>
          </p:cNvSpPr>
          <p:nvPr/>
        </p:nvSpPr>
        <p:spPr>
          <a:xfrm>
            <a:off x="660616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A1_bar_GT_10918">
            <a:extLst>
              <a:ext uri="{FF2B5EF4-FFF2-40B4-BE49-F238E27FC236}">
                <a16:creationId xmlns:a16="http://schemas.microsoft.com/office/drawing/2014/main" id="{736A3B60-4FA2-4147-A674-96F6121D8875}"/>
              </a:ext>
            </a:extLst>
          </p:cNvPr>
          <p:cNvSpPr>
            <a:spLocks noGrp="1"/>
          </p:cNvSpPr>
          <p:nvPr/>
        </p:nvSpPr>
        <p:spPr>
          <a:xfrm>
            <a:off x="6631778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A1_bar_GT_10919">
            <a:extLst>
              <a:ext uri="{FF2B5EF4-FFF2-40B4-BE49-F238E27FC236}">
                <a16:creationId xmlns:a16="http://schemas.microsoft.com/office/drawing/2014/main" id="{701309DA-4053-4F00-83E2-3D6B13696253}"/>
              </a:ext>
            </a:extLst>
          </p:cNvPr>
          <p:cNvSpPr>
            <a:spLocks noGrp="1"/>
          </p:cNvSpPr>
          <p:nvPr/>
        </p:nvSpPr>
        <p:spPr>
          <a:xfrm>
            <a:off x="650865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A1_bar_GT_10920">
            <a:extLst>
              <a:ext uri="{FF2B5EF4-FFF2-40B4-BE49-F238E27FC236}">
                <a16:creationId xmlns:a16="http://schemas.microsoft.com/office/drawing/2014/main" id="{415F1025-E129-4FD2-BCBA-25305ECD107D}"/>
              </a:ext>
            </a:extLst>
          </p:cNvPr>
          <p:cNvSpPr>
            <a:spLocks noGrp="1"/>
          </p:cNvSpPr>
          <p:nvPr/>
        </p:nvSpPr>
        <p:spPr>
          <a:xfrm>
            <a:off x="6625519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A1_bar_GT_10921">
            <a:extLst>
              <a:ext uri="{FF2B5EF4-FFF2-40B4-BE49-F238E27FC236}">
                <a16:creationId xmlns:a16="http://schemas.microsoft.com/office/drawing/2014/main" id="{F7DD4DD8-5AC7-47A5-AE98-5C132C60348F}"/>
              </a:ext>
            </a:extLst>
          </p:cNvPr>
          <p:cNvSpPr>
            <a:spLocks noGrp="1"/>
          </p:cNvSpPr>
          <p:nvPr/>
        </p:nvSpPr>
        <p:spPr>
          <a:xfrm>
            <a:off x="6687750" y="5423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A1_bar_GT_10922">
            <a:extLst>
              <a:ext uri="{FF2B5EF4-FFF2-40B4-BE49-F238E27FC236}">
                <a16:creationId xmlns:a16="http://schemas.microsoft.com/office/drawing/2014/main" id="{5C503756-8C00-468D-A9F6-41734B8231E0}"/>
              </a:ext>
            </a:extLst>
          </p:cNvPr>
          <p:cNvSpPr>
            <a:spLocks noGrp="1"/>
          </p:cNvSpPr>
          <p:nvPr/>
        </p:nvSpPr>
        <p:spPr>
          <a:xfrm>
            <a:off x="651041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A1_bar_GT_10923">
            <a:extLst>
              <a:ext uri="{FF2B5EF4-FFF2-40B4-BE49-F238E27FC236}">
                <a16:creationId xmlns:a16="http://schemas.microsoft.com/office/drawing/2014/main" id="{4719A61F-92AB-4F52-BADB-98FF5CBD8FBD}"/>
              </a:ext>
            </a:extLst>
          </p:cNvPr>
          <p:cNvSpPr>
            <a:spLocks noGrp="1"/>
          </p:cNvSpPr>
          <p:nvPr/>
        </p:nvSpPr>
        <p:spPr>
          <a:xfrm>
            <a:off x="664692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A1_bar_GT_10924">
            <a:extLst>
              <a:ext uri="{FF2B5EF4-FFF2-40B4-BE49-F238E27FC236}">
                <a16:creationId xmlns:a16="http://schemas.microsoft.com/office/drawing/2014/main" id="{67BAAF24-01C9-4F93-B000-8352F8759EFA}"/>
              </a:ext>
            </a:extLst>
          </p:cNvPr>
          <p:cNvSpPr>
            <a:spLocks noGrp="1"/>
          </p:cNvSpPr>
          <p:nvPr/>
        </p:nvSpPr>
        <p:spPr>
          <a:xfrm>
            <a:off x="6579513" y="5914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A1_bar_GT_10925">
            <a:extLst>
              <a:ext uri="{FF2B5EF4-FFF2-40B4-BE49-F238E27FC236}">
                <a16:creationId xmlns:a16="http://schemas.microsoft.com/office/drawing/2014/main" id="{7E420F7B-4E72-4623-B067-FDB58EBD278B}"/>
              </a:ext>
            </a:extLst>
          </p:cNvPr>
          <p:cNvSpPr>
            <a:spLocks noGrp="1"/>
          </p:cNvSpPr>
          <p:nvPr/>
        </p:nvSpPr>
        <p:spPr>
          <a:xfrm>
            <a:off x="6625897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A1_bar_GT_10926">
            <a:extLst>
              <a:ext uri="{FF2B5EF4-FFF2-40B4-BE49-F238E27FC236}">
                <a16:creationId xmlns:a16="http://schemas.microsoft.com/office/drawing/2014/main" id="{4F02344B-30AC-49CE-98C9-B48D2451BE87}"/>
              </a:ext>
            </a:extLst>
          </p:cNvPr>
          <p:cNvSpPr>
            <a:spLocks noGrp="1"/>
          </p:cNvSpPr>
          <p:nvPr/>
        </p:nvSpPr>
        <p:spPr>
          <a:xfrm>
            <a:off x="6663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A1_bar_GT_10927">
            <a:extLst>
              <a:ext uri="{FF2B5EF4-FFF2-40B4-BE49-F238E27FC236}">
                <a16:creationId xmlns:a16="http://schemas.microsoft.com/office/drawing/2014/main" id="{26474510-1428-43D1-901E-BBFB39499223}"/>
              </a:ext>
            </a:extLst>
          </p:cNvPr>
          <p:cNvSpPr>
            <a:spLocks noGrp="1"/>
          </p:cNvSpPr>
          <p:nvPr/>
        </p:nvSpPr>
        <p:spPr>
          <a:xfrm>
            <a:off x="667884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A1_bar_GT_10928">
            <a:extLst>
              <a:ext uri="{FF2B5EF4-FFF2-40B4-BE49-F238E27FC236}">
                <a16:creationId xmlns:a16="http://schemas.microsoft.com/office/drawing/2014/main" id="{3A316A6B-AFEA-4529-9902-F7EAB1211A93}"/>
              </a:ext>
            </a:extLst>
          </p:cNvPr>
          <p:cNvSpPr>
            <a:spLocks noGrp="1"/>
          </p:cNvSpPr>
          <p:nvPr/>
        </p:nvSpPr>
        <p:spPr>
          <a:xfrm>
            <a:off x="658459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A1_bar_GT_10929">
            <a:extLst>
              <a:ext uri="{FF2B5EF4-FFF2-40B4-BE49-F238E27FC236}">
                <a16:creationId xmlns:a16="http://schemas.microsoft.com/office/drawing/2014/main" id="{9A6B2872-3AA7-47A9-B018-306DE221A755}"/>
              </a:ext>
            </a:extLst>
          </p:cNvPr>
          <p:cNvSpPr>
            <a:spLocks noGrp="1"/>
          </p:cNvSpPr>
          <p:nvPr/>
        </p:nvSpPr>
        <p:spPr>
          <a:xfrm>
            <a:off x="6522323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A1_bar_GT_10930">
            <a:extLst>
              <a:ext uri="{FF2B5EF4-FFF2-40B4-BE49-F238E27FC236}">
                <a16:creationId xmlns:a16="http://schemas.microsoft.com/office/drawing/2014/main" id="{22DC5E98-1677-4B5E-9EB9-66AE607A60DB}"/>
              </a:ext>
            </a:extLst>
          </p:cNvPr>
          <p:cNvSpPr>
            <a:spLocks noGrp="1"/>
          </p:cNvSpPr>
          <p:nvPr/>
        </p:nvSpPr>
        <p:spPr>
          <a:xfrm>
            <a:off x="6536487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A1_bar_GT_10931">
            <a:extLst>
              <a:ext uri="{FF2B5EF4-FFF2-40B4-BE49-F238E27FC236}">
                <a16:creationId xmlns:a16="http://schemas.microsoft.com/office/drawing/2014/main" id="{E11513F7-5DF1-4DB0-A854-3AE2BF5D7AE4}"/>
              </a:ext>
            </a:extLst>
          </p:cNvPr>
          <p:cNvSpPr>
            <a:spLocks noGrp="1"/>
          </p:cNvSpPr>
          <p:nvPr/>
        </p:nvSpPr>
        <p:spPr>
          <a:xfrm>
            <a:off x="663926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A1_bar_GT_10932">
            <a:extLst>
              <a:ext uri="{FF2B5EF4-FFF2-40B4-BE49-F238E27FC236}">
                <a16:creationId xmlns:a16="http://schemas.microsoft.com/office/drawing/2014/main" id="{588A71CC-4FA3-4A08-9FD6-A684DE0AE61A}"/>
              </a:ext>
            </a:extLst>
          </p:cNvPr>
          <p:cNvSpPr>
            <a:spLocks noGrp="1"/>
          </p:cNvSpPr>
          <p:nvPr/>
        </p:nvSpPr>
        <p:spPr>
          <a:xfrm>
            <a:off x="660669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A1_bar_GT_10933">
            <a:extLst>
              <a:ext uri="{FF2B5EF4-FFF2-40B4-BE49-F238E27FC236}">
                <a16:creationId xmlns:a16="http://schemas.microsoft.com/office/drawing/2014/main" id="{856C4E24-39C7-4428-92B3-728603162C5C}"/>
              </a:ext>
            </a:extLst>
          </p:cNvPr>
          <p:cNvSpPr>
            <a:spLocks noGrp="1"/>
          </p:cNvSpPr>
          <p:nvPr/>
        </p:nvSpPr>
        <p:spPr>
          <a:xfrm>
            <a:off x="672992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A1_bar_GT_10934">
            <a:extLst>
              <a:ext uri="{FF2B5EF4-FFF2-40B4-BE49-F238E27FC236}">
                <a16:creationId xmlns:a16="http://schemas.microsoft.com/office/drawing/2014/main" id="{5AB4000E-ED04-4BE9-A9F2-E85FF560E4BF}"/>
              </a:ext>
            </a:extLst>
          </p:cNvPr>
          <p:cNvSpPr>
            <a:spLocks noGrp="1"/>
          </p:cNvSpPr>
          <p:nvPr/>
        </p:nvSpPr>
        <p:spPr>
          <a:xfrm>
            <a:off x="659055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A1_bar_GT_10935">
            <a:extLst>
              <a:ext uri="{FF2B5EF4-FFF2-40B4-BE49-F238E27FC236}">
                <a16:creationId xmlns:a16="http://schemas.microsoft.com/office/drawing/2014/main" id="{BC8469D9-1161-45C0-BB24-E834BD0C536C}"/>
              </a:ext>
            </a:extLst>
          </p:cNvPr>
          <p:cNvSpPr>
            <a:spLocks noGrp="1"/>
          </p:cNvSpPr>
          <p:nvPr/>
        </p:nvSpPr>
        <p:spPr>
          <a:xfrm>
            <a:off x="66095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A1_bar_GT_10936">
            <a:extLst>
              <a:ext uri="{FF2B5EF4-FFF2-40B4-BE49-F238E27FC236}">
                <a16:creationId xmlns:a16="http://schemas.microsoft.com/office/drawing/2014/main" id="{03736862-3A85-4B4F-A51A-741C7CA6C777}"/>
              </a:ext>
            </a:extLst>
          </p:cNvPr>
          <p:cNvSpPr>
            <a:spLocks noGrp="1"/>
          </p:cNvSpPr>
          <p:nvPr/>
        </p:nvSpPr>
        <p:spPr>
          <a:xfrm>
            <a:off x="6718235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A1_bar_GT_10937">
            <a:extLst>
              <a:ext uri="{FF2B5EF4-FFF2-40B4-BE49-F238E27FC236}">
                <a16:creationId xmlns:a16="http://schemas.microsoft.com/office/drawing/2014/main" id="{C7D35A18-949D-4844-B5BC-914F84A05EB8}"/>
              </a:ext>
            </a:extLst>
          </p:cNvPr>
          <p:cNvSpPr>
            <a:spLocks noGrp="1"/>
          </p:cNvSpPr>
          <p:nvPr/>
        </p:nvSpPr>
        <p:spPr>
          <a:xfrm>
            <a:off x="6625675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A1_bar_GT_10938">
            <a:extLst>
              <a:ext uri="{FF2B5EF4-FFF2-40B4-BE49-F238E27FC236}">
                <a16:creationId xmlns:a16="http://schemas.microsoft.com/office/drawing/2014/main" id="{28878DF4-5F3A-4574-8009-BDB25B6EE518}"/>
              </a:ext>
            </a:extLst>
          </p:cNvPr>
          <p:cNvSpPr>
            <a:spLocks noGrp="1"/>
          </p:cNvSpPr>
          <p:nvPr/>
        </p:nvSpPr>
        <p:spPr>
          <a:xfrm>
            <a:off x="6638840" y="51185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A1_bar_GT_10939">
            <a:extLst>
              <a:ext uri="{FF2B5EF4-FFF2-40B4-BE49-F238E27FC236}">
                <a16:creationId xmlns:a16="http://schemas.microsoft.com/office/drawing/2014/main" id="{3BF8CE19-CE24-45FB-8F31-D7D314682E71}"/>
              </a:ext>
            </a:extLst>
          </p:cNvPr>
          <p:cNvSpPr>
            <a:spLocks noGrp="1"/>
          </p:cNvSpPr>
          <p:nvPr/>
        </p:nvSpPr>
        <p:spPr>
          <a:xfrm>
            <a:off x="6505162" y="45649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A1_bar_GT_10940">
            <a:extLst>
              <a:ext uri="{FF2B5EF4-FFF2-40B4-BE49-F238E27FC236}">
                <a16:creationId xmlns:a16="http://schemas.microsoft.com/office/drawing/2014/main" id="{6485D79C-1798-4BF6-ADAE-0A95E8FA0A6E}"/>
              </a:ext>
            </a:extLst>
          </p:cNvPr>
          <p:cNvSpPr>
            <a:spLocks noGrp="1"/>
          </p:cNvSpPr>
          <p:nvPr/>
        </p:nvSpPr>
        <p:spPr>
          <a:xfrm>
            <a:off x="650544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A1_bar_GT_10941">
            <a:extLst>
              <a:ext uri="{FF2B5EF4-FFF2-40B4-BE49-F238E27FC236}">
                <a16:creationId xmlns:a16="http://schemas.microsoft.com/office/drawing/2014/main" id="{C26BE733-959E-4A36-838E-D3FB368B9466}"/>
              </a:ext>
            </a:extLst>
          </p:cNvPr>
          <p:cNvSpPr>
            <a:spLocks noGrp="1"/>
          </p:cNvSpPr>
          <p:nvPr/>
        </p:nvSpPr>
        <p:spPr>
          <a:xfrm>
            <a:off x="669474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A1_bar_GT_10942">
            <a:extLst>
              <a:ext uri="{FF2B5EF4-FFF2-40B4-BE49-F238E27FC236}">
                <a16:creationId xmlns:a16="http://schemas.microsoft.com/office/drawing/2014/main" id="{1A8C5F9A-8643-467C-9192-5E726A0F9311}"/>
              </a:ext>
            </a:extLst>
          </p:cNvPr>
          <p:cNvSpPr>
            <a:spLocks noGrp="1"/>
          </p:cNvSpPr>
          <p:nvPr/>
        </p:nvSpPr>
        <p:spPr>
          <a:xfrm>
            <a:off x="6577488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A1_bar_GT_10943">
            <a:extLst>
              <a:ext uri="{FF2B5EF4-FFF2-40B4-BE49-F238E27FC236}">
                <a16:creationId xmlns:a16="http://schemas.microsoft.com/office/drawing/2014/main" id="{3E46029E-8407-46EB-AF30-92484F4B9DD5}"/>
              </a:ext>
            </a:extLst>
          </p:cNvPr>
          <p:cNvSpPr>
            <a:spLocks noGrp="1"/>
          </p:cNvSpPr>
          <p:nvPr/>
        </p:nvSpPr>
        <p:spPr>
          <a:xfrm>
            <a:off x="653235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A1_bar_GT_10944">
            <a:extLst>
              <a:ext uri="{FF2B5EF4-FFF2-40B4-BE49-F238E27FC236}">
                <a16:creationId xmlns:a16="http://schemas.microsoft.com/office/drawing/2014/main" id="{10DAB3F5-55AA-4A3E-9BA5-9D25DF010123}"/>
              </a:ext>
            </a:extLst>
          </p:cNvPr>
          <p:cNvSpPr>
            <a:spLocks noGrp="1"/>
          </p:cNvSpPr>
          <p:nvPr/>
        </p:nvSpPr>
        <p:spPr>
          <a:xfrm>
            <a:off x="6611975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A1_bar_GT_10945">
            <a:extLst>
              <a:ext uri="{FF2B5EF4-FFF2-40B4-BE49-F238E27FC236}">
                <a16:creationId xmlns:a16="http://schemas.microsoft.com/office/drawing/2014/main" id="{B3512675-6F8E-4526-B7DE-C5043D685E1D}"/>
              </a:ext>
            </a:extLst>
          </p:cNvPr>
          <p:cNvSpPr>
            <a:spLocks noGrp="1"/>
          </p:cNvSpPr>
          <p:nvPr/>
        </p:nvSpPr>
        <p:spPr>
          <a:xfrm>
            <a:off x="660571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A1_bar_GT_10946">
            <a:extLst>
              <a:ext uri="{FF2B5EF4-FFF2-40B4-BE49-F238E27FC236}">
                <a16:creationId xmlns:a16="http://schemas.microsoft.com/office/drawing/2014/main" id="{0106BA4B-3E10-4FD4-A938-667E48C1D30E}"/>
              </a:ext>
            </a:extLst>
          </p:cNvPr>
          <p:cNvSpPr>
            <a:spLocks noGrp="1"/>
          </p:cNvSpPr>
          <p:nvPr/>
        </p:nvSpPr>
        <p:spPr>
          <a:xfrm>
            <a:off x="6636541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A1_bar_GT_10947">
            <a:extLst>
              <a:ext uri="{FF2B5EF4-FFF2-40B4-BE49-F238E27FC236}">
                <a16:creationId xmlns:a16="http://schemas.microsoft.com/office/drawing/2014/main" id="{2887C709-E0F5-4816-A56C-FC3226D4D687}"/>
              </a:ext>
            </a:extLst>
          </p:cNvPr>
          <p:cNvSpPr>
            <a:spLocks noGrp="1"/>
          </p:cNvSpPr>
          <p:nvPr/>
        </p:nvSpPr>
        <p:spPr>
          <a:xfrm>
            <a:off x="6533753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A1_bar_GT_10948">
            <a:extLst>
              <a:ext uri="{FF2B5EF4-FFF2-40B4-BE49-F238E27FC236}">
                <a16:creationId xmlns:a16="http://schemas.microsoft.com/office/drawing/2014/main" id="{378AFED4-8E67-41D6-8071-749B5FEBAB9F}"/>
              </a:ext>
            </a:extLst>
          </p:cNvPr>
          <p:cNvSpPr>
            <a:spLocks noGrp="1"/>
          </p:cNvSpPr>
          <p:nvPr/>
        </p:nvSpPr>
        <p:spPr>
          <a:xfrm>
            <a:off x="654372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A1_bar_GT_10949">
            <a:extLst>
              <a:ext uri="{FF2B5EF4-FFF2-40B4-BE49-F238E27FC236}">
                <a16:creationId xmlns:a16="http://schemas.microsoft.com/office/drawing/2014/main" id="{659D54D1-47D4-4399-9969-F152CF3684DD}"/>
              </a:ext>
            </a:extLst>
          </p:cNvPr>
          <p:cNvSpPr>
            <a:spLocks noGrp="1"/>
          </p:cNvSpPr>
          <p:nvPr/>
        </p:nvSpPr>
        <p:spPr>
          <a:xfrm>
            <a:off x="651844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A1_bar_GT_10950">
            <a:extLst>
              <a:ext uri="{FF2B5EF4-FFF2-40B4-BE49-F238E27FC236}">
                <a16:creationId xmlns:a16="http://schemas.microsoft.com/office/drawing/2014/main" id="{A149B914-0A19-4820-B895-A82F66229174}"/>
              </a:ext>
            </a:extLst>
          </p:cNvPr>
          <p:cNvSpPr>
            <a:spLocks noGrp="1"/>
          </p:cNvSpPr>
          <p:nvPr/>
        </p:nvSpPr>
        <p:spPr>
          <a:xfrm>
            <a:off x="6491476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A1_bar_GT_10951">
            <a:extLst>
              <a:ext uri="{FF2B5EF4-FFF2-40B4-BE49-F238E27FC236}">
                <a16:creationId xmlns:a16="http://schemas.microsoft.com/office/drawing/2014/main" id="{3C2821E3-6F31-4956-81DC-F89CE66BA9E4}"/>
              </a:ext>
            </a:extLst>
          </p:cNvPr>
          <p:cNvSpPr>
            <a:spLocks noGrp="1"/>
          </p:cNvSpPr>
          <p:nvPr/>
        </p:nvSpPr>
        <p:spPr>
          <a:xfrm>
            <a:off x="6561876" y="42094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A1_bar_GT_10952">
            <a:extLst>
              <a:ext uri="{FF2B5EF4-FFF2-40B4-BE49-F238E27FC236}">
                <a16:creationId xmlns:a16="http://schemas.microsoft.com/office/drawing/2014/main" id="{A1F62A66-BD25-42EE-94FF-0B0F9A6E8339}"/>
              </a:ext>
            </a:extLst>
          </p:cNvPr>
          <p:cNvSpPr>
            <a:spLocks noGrp="1"/>
          </p:cNvSpPr>
          <p:nvPr/>
        </p:nvSpPr>
        <p:spPr>
          <a:xfrm>
            <a:off x="6734141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A1_bar_GT_10953">
            <a:extLst>
              <a:ext uri="{FF2B5EF4-FFF2-40B4-BE49-F238E27FC236}">
                <a16:creationId xmlns:a16="http://schemas.microsoft.com/office/drawing/2014/main" id="{9477E946-C1B5-4272-9EB3-2D5F9552AE07}"/>
              </a:ext>
            </a:extLst>
          </p:cNvPr>
          <p:cNvSpPr>
            <a:spLocks noGrp="1"/>
          </p:cNvSpPr>
          <p:nvPr/>
        </p:nvSpPr>
        <p:spPr>
          <a:xfrm>
            <a:off x="6529133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A1_bar_GT_10954">
            <a:extLst>
              <a:ext uri="{FF2B5EF4-FFF2-40B4-BE49-F238E27FC236}">
                <a16:creationId xmlns:a16="http://schemas.microsoft.com/office/drawing/2014/main" id="{87F736BC-3710-45F6-A6B0-A817C80D35AF}"/>
              </a:ext>
            </a:extLst>
          </p:cNvPr>
          <p:cNvSpPr>
            <a:spLocks noGrp="1"/>
          </p:cNvSpPr>
          <p:nvPr/>
        </p:nvSpPr>
        <p:spPr>
          <a:xfrm>
            <a:off x="6571373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A1_bar_GT_10955">
            <a:extLst>
              <a:ext uri="{FF2B5EF4-FFF2-40B4-BE49-F238E27FC236}">
                <a16:creationId xmlns:a16="http://schemas.microsoft.com/office/drawing/2014/main" id="{02536D7B-FA74-4C6B-9E3A-33001B83ECCB}"/>
              </a:ext>
            </a:extLst>
          </p:cNvPr>
          <p:cNvSpPr>
            <a:spLocks noGrp="1"/>
          </p:cNvSpPr>
          <p:nvPr/>
        </p:nvSpPr>
        <p:spPr>
          <a:xfrm>
            <a:off x="6602378" y="46242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A1_bar_GT_10956">
            <a:extLst>
              <a:ext uri="{FF2B5EF4-FFF2-40B4-BE49-F238E27FC236}">
                <a16:creationId xmlns:a16="http://schemas.microsoft.com/office/drawing/2014/main" id="{F116ED85-EAC0-4992-A1BC-F950E151ECC8}"/>
              </a:ext>
            </a:extLst>
          </p:cNvPr>
          <p:cNvSpPr>
            <a:spLocks noGrp="1"/>
          </p:cNvSpPr>
          <p:nvPr/>
        </p:nvSpPr>
        <p:spPr>
          <a:xfrm>
            <a:off x="666701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A1_bar_GT_10957">
            <a:extLst>
              <a:ext uri="{FF2B5EF4-FFF2-40B4-BE49-F238E27FC236}">
                <a16:creationId xmlns:a16="http://schemas.microsoft.com/office/drawing/2014/main" id="{03B4015A-5C4E-4754-B437-16F6D03524F9}"/>
              </a:ext>
            </a:extLst>
          </p:cNvPr>
          <p:cNvSpPr>
            <a:spLocks noGrp="1"/>
          </p:cNvSpPr>
          <p:nvPr/>
        </p:nvSpPr>
        <p:spPr>
          <a:xfrm>
            <a:off x="662051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A1_bar_GT_10958">
            <a:extLst>
              <a:ext uri="{FF2B5EF4-FFF2-40B4-BE49-F238E27FC236}">
                <a16:creationId xmlns:a16="http://schemas.microsoft.com/office/drawing/2014/main" id="{27AC51A6-3AD3-419F-ADC0-0BB16D0CBE41}"/>
              </a:ext>
            </a:extLst>
          </p:cNvPr>
          <p:cNvSpPr>
            <a:spLocks noGrp="1"/>
          </p:cNvSpPr>
          <p:nvPr/>
        </p:nvSpPr>
        <p:spPr>
          <a:xfrm>
            <a:off x="665682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A1_bar_GT_10959">
            <a:extLst>
              <a:ext uri="{FF2B5EF4-FFF2-40B4-BE49-F238E27FC236}">
                <a16:creationId xmlns:a16="http://schemas.microsoft.com/office/drawing/2014/main" id="{ED20F6F5-95BA-4772-A871-20BE328A46D4}"/>
              </a:ext>
            </a:extLst>
          </p:cNvPr>
          <p:cNvSpPr>
            <a:spLocks noGrp="1"/>
          </p:cNvSpPr>
          <p:nvPr/>
        </p:nvSpPr>
        <p:spPr>
          <a:xfrm>
            <a:off x="653694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A1_bar_GT_10960">
            <a:extLst>
              <a:ext uri="{FF2B5EF4-FFF2-40B4-BE49-F238E27FC236}">
                <a16:creationId xmlns:a16="http://schemas.microsoft.com/office/drawing/2014/main" id="{DFEE2A56-4B68-48D5-AD64-022C40858BB0}"/>
              </a:ext>
            </a:extLst>
          </p:cNvPr>
          <p:cNvSpPr>
            <a:spLocks noGrp="1"/>
          </p:cNvSpPr>
          <p:nvPr/>
        </p:nvSpPr>
        <p:spPr>
          <a:xfrm>
            <a:off x="6585626" y="4888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A1_bar_GT_10961">
            <a:extLst>
              <a:ext uri="{FF2B5EF4-FFF2-40B4-BE49-F238E27FC236}">
                <a16:creationId xmlns:a16="http://schemas.microsoft.com/office/drawing/2014/main" id="{E69550EC-8680-4CA5-A8DA-CE6D2BF39641}"/>
              </a:ext>
            </a:extLst>
          </p:cNvPr>
          <p:cNvSpPr>
            <a:spLocks noGrp="1"/>
          </p:cNvSpPr>
          <p:nvPr/>
        </p:nvSpPr>
        <p:spPr>
          <a:xfrm>
            <a:off x="653690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A1_bar_GT_10962">
            <a:extLst>
              <a:ext uri="{FF2B5EF4-FFF2-40B4-BE49-F238E27FC236}">
                <a16:creationId xmlns:a16="http://schemas.microsoft.com/office/drawing/2014/main" id="{F0F60214-0185-4D36-BFC2-F6F02D2921F9}"/>
              </a:ext>
            </a:extLst>
          </p:cNvPr>
          <p:cNvSpPr>
            <a:spLocks noGrp="1"/>
          </p:cNvSpPr>
          <p:nvPr/>
        </p:nvSpPr>
        <p:spPr>
          <a:xfrm>
            <a:off x="6602891" y="58601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A1_bar_GT_10963">
            <a:extLst>
              <a:ext uri="{FF2B5EF4-FFF2-40B4-BE49-F238E27FC236}">
                <a16:creationId xmlns:a16="http://schemas.microsoft.com/office/drawing/2014/main" id="{AC585557-2C5C-45C4-B71F-91172D187091}"/>
              </a:ext>
            </a:extLst>
          </p:cNvPr>
          <p:cNvSpPr>
            <a:spLocks noGrp="1"/>
          </p:cNvSpPr>
          <p:nvPr/>
        </p:nvSpPr>
        <p:spPr>
          <a:xfrm>
            <a:off x="657641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A1_bar_GT_10964">
            <a:extLst>
              <a:ext uri="{FF2B5EF4-FFF2-40B4-BE49-F238E27FC236}">
                <a16:creationId xmlns:a16="http://schemas.microsoft.com/office/drawing/2014/main" id="{CD099B7D-4DAC-46F3-A6CC-DA85A0FFEDB1}"/>
              </a:ext>
            </a:extLst>
          </p:cNvPr>
          <p:cNvSpPr>
            <a:spLocks noGrp="1"/>
          </p:cNvSpPr>
          <p:nvPr/>
        </p:nvSpPr>
        <p:spPr>
          <a:xfrm>
            <a:off x="668228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A1_bar_GT_10965">
            <a:extLst>
              <a:ext uri="{FF2B5EF4-FFF2-40B4-BE49-F238E27FC236}">
                <a16:creationId xmlns:a16="http://schemas.microsoft.com/office/drawing/2014/main" id="{0966FE9E-FB05-4F73-B2D7-01A98FB5EE91}"/>
              </a:ext>
            </a:extLst>
          </p:cNvPr>
          <p:cNvSpPr>
            <a:spLocks noGrp="1"/>
          </p:cNvSpPr>
          <p:nvPr/>
        </p:nvSpPr>
        <p:spPr>
          <a:xfrm>
            <a:off x="6706226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A1_bar_GT_10966">
            <a:extLst>
              <a:ext uri="{FF2B5EF4-FFF2-40B4-BE49-F238E27FC236}">
                <a16:creationId xmlns:a16="http://schemas.microsoft.com/office/drawing/2014/main" id="{04FF4E0E-AA2C-4C0A-93E0-33B854FDD018}"/>
              </a:ext>
            </a:extLst>
          </p:cNvPr>
          <p:cNvSpPr>
            <a:spLocks noGrp="1"/>
          </p:cNvSpPr>
          <p:nvPr/>
        </p:nvSpPr>
        <p:spPr>
          <a:xfrm>
            <a:off x="673715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A1_bar_GT_10967">
            <a:extLst>
              <a:ext uri="{FF2B5EF4-FFF2-40B4-BE49-F238E27FC236}">
                <a16:creationId xmlns:a16="http://schemas.microsoft.com/office/drawing/2014/main" id="{8D5CE595-6840-4B8C-A5C8-127A87F98882}"/>
              </a:ext>
            </a:extLst>
          </p:cNvPr>
          <p:cNvSpPr>
            <a:spLocks noGrp="1"/>
          </p:cNvSpPr>
          <p:nvPr/>
        </p:nvSpPr>
        <p:spPr>
          <a:xfrm>
            <a:off x="66726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A1_bar_GT_10968">
            <a:extLst>
              <a:ext uri="{FF2B5EF4-FFF2-40B4-BE49-F238E27FC236}">
                <a16:creationId xmlns:a16="http://schemas.microsoft.com/office/drawing/2014/main" id="{ACB0A99A-2916-41D1-BDCB-C84D277F9230}"/>
              </a:ext>
            </a:extLst>
          </p:cNvPr>
          <p:cNvSpPr>
            <a:spLocks noGrp="1"/>
          </p:cNvSpPr>
          <p:nvPr/>
        </p:nvSpPr>
        <p:spPr>
          <a:xfrm>
            <a:off x="650792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A1_bar_GT_10969">
            <a:extLst>
              <a:ext uri="{FF2B5EF4-FFF2-40B4-BE49-F238E27FC236}">
                <a16:creationId xmlns:a16="http://schemas.microsoft.com/office/drawing/2014/main" id="{410F7296-51EB-4726-80D8-12C85AD721BF}"/>
              </a:ext>
            </a:extLst>
          </p:cNvPr>
          <p:cNvSpPr>
            <a:spLocks noGrp="1"/>
          </p:cNvSpPr>
          <p:nvPr/>
        </p:nvSpPr>
        <p:spPr>
          <a:xfrm>
            <a:off x="658038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A1_bar_GT_10970">
            <a:extLst>
              <a:ext uri="{FF2B5EF4-FFF2-40B4-BE49-F238E27FC236}">
                <a16:creationId xmlns:a16="http://schemas.microsoft.com/office/drawing/2014/main" id="{58F8E496-149F-44B8-B96F-C5063B695516}"/>
              </a:ext>
            </a:extLst>
          </p:cNvPr>
          <p:cNvSpPr>
            <a:spLocks noGrp="1"/>
          </p:cNvSpPr>
          <p:nvPr/>
        </p:nvSpPr>
        <p:spPr>
          <a:xfrm>
            <a:off x="662855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A1_bar_GT_10971">
            <a:extLst>
              <a:ext uri="{FF2B5EF4-FFF2-40B4-BE49-F238E27FC236}">
                <a16:creationId xmlns:a16="http://schemas.microsoft.com/office/drawing/2014/main" id="{CAD8C59F-B295-42A0-BF58-7D4869CF7CE4}"/>
              </a:ext>
            </a:extLst>
          </p:cNvPr>
          <p:cNvSpPr>
            <a:spLocks noGrp="1"/>
          </p:cNvSpPr>
          <p:nvPr/>
        </p:nvSpPr>
        <p:spPr>
          <a:xfrm>
            <a:off x="65958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A1_bar_GT_10972">
            <a:extLst>
              <a:ext uri="{FF2B5EF4-FFF2-40B4-BE49-F238E27FC236}">
                <a16:creationId xmlns:a16="http://schemas.microsoft.com/office/drawing/2014/main" id="{AD8AB9F6-1A0E-488C-9443-807189EB9F54}"/>
              </a:ext>
            </a:extLst>
          </p:cNvPr>
          <p:cNvSpPr>
            <a:spLocks noGrp="1"/>
          </p:cNvSpPr>
          <p:nvPr/>
        </p:nvSpPr>
        <p:spPr>
          <a:xfrm>
            <a:off x="6640915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A1_bar_GT_10973">
            <a:extLst>
              <a:ext uri="{FF2B5EF4-FFF2-40B4-BE49-F238E27FC236}">
                <a16:creationId xmlns:a16="http://schemas.microsoft.com/office/drawing/2014/main" id="{C5DC350F-DB02-4521-AC48-395AA470595C}"/>
              </a:ext>
            </a:extLst>
          </p:cNvPr>
          <p:cNvSpPr>
            <a:spLocks noGrp="1"/>
          </p:cNvSpPr>
          <p:nvPr/>
        </p:nvSpPr>
        <p:spPr>
          <a:xfrm>
            <a:off x="65875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A1_bar_GT_10974">
            <a:extLst>
              <a:ext uri="{FF2B5EF4-FFF2-40B4-BE49-F238E27FC236}">
                <a16:creationId xmlns:a16="http://schemas.microsoft.com/office/drawing/2014/main" id="{F63706DA-BC48-4CC1-B94E-160CBB6A5CFC}"/>
              </a:ext>
            </a:extLst>
          </p:cNvPr>
          <p:cNvSpPr>
            <a:spLocks noGrp="1"/>
          </p:cNvSpPr>
          <p:nvPr/>
        </p:nvSpPr>
        <p:spPr>
          <a:xfrm>
            <a:off x="660253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A1_bar_GT_10975">
            <a:extLst>
              <a:ext uri="{FF2B5EF4-FFF2-40B4-BE49-F238E27FC236}">
                <a16:creationId xmlns:a16="http://schemas.microsoft.com/office/drawing/2014/main" id="{B0F67F06-4285-405C-AAE1-287E45C260A6}"/>
              </a:ext>
            </a:extLst>
          </p:cNvPr>
          <p:cNvSpPr>
            <a:spLocks noGrp="1"/>
          </p:cNvSpPr>
          <p:nvPr/>
        </p:nvSpPr>
        <p:spPr>
          <a:xfrm>
            <a:off x="6703392" y="42356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A1_bar_GT_10976">
            <a:extLst>
              <a:ext uri="{FF2B5EF4-FFF2-40B4-BE49-F238E27FC236}">
                <a16:creationId xmlns:a16="http://schemas.microsoft.com/office/drawing/2014/main" id="{E9878FEA-F49C-4D5F-85EA-DF447B8A3213}"/>
              </a:ext>
            </a:extLst>
          </p:cNvPr>
          <p:cNvSpPr>
            <a:spLocks noGrp="1"/>
          </p:cNvSpPr>
          <p:nvPr/>
        </p:nvSpPr>
        <p:spPr>
          <a:xfrm>
            <a:off x="651471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A1_bar_GT_10977">
            <a:extLst>
              <a:ext uri="{FF2B5EF4-FFF2-40B4-BE49-F238E27FC236}">
                <a16:creationId xmlns:a16="http://schemas.microsoft.com/office/drawing/2014/main" id="{46FA692D-B268-4707-B343-D14E6B532D28}"/>
              </a:ext>
            </a:extLst>
          </p:cNvPr>
          <p:cNvSpPr>
            <a:spLocks noGrp="1"/>
          </p:cNvSpPr>
          <p:nvPr/>
        </p:nvSpPr>
        <p:spPr>
          <a:xfrm>
            <a:off x="661484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A1_bar_GT_10978">
            <a:extLst>
              <a:ext uri="{FF2B5EF4-FFF2-40B4-BE49-F238E27FC236}">
                <a16:creationId xmlns:a16="http://schemas.microsoft.com/office/drawing/2014/main" id="{60C83908-11C8-4B2F-A96F-F43CA576E097}"/>
              </a:ext>
            </a:extLst>
          </p:cNvPr>
          <p:cNvSpPr>
            <a:spLocks noGrp="1"/>
          </p:cNvSpPr>
          <p:nvPr/>
        </p:nvSpPr>
        <p:spPr>
          <a:xfrm>
            <a:off x="6616915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A1_bar_GT_10979">
            <a:extLst>
              <a:ext uri="{FF2B5EF4-FFF2-40B4-BE49-F238E27FC236}">
                <a16:creationId xmlns:a16="http://schemas.microsoft.com/office/drawing/2014/main" id="{13AB8B6D-EBDC-4341-AB14-C21619B9141F}"/>
              </a:ext>
            </a:extLst>
          </p:cNvPr>
          <p:cNvSpPr>
            <a:spLocks noGrp="1"/>
          </p:cNvSpPr>
          <p:nvPr/>
        </p:nvSpPr>
        <p:spPr>
          <a:xfrm>
            <a:off x="6534875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A1_bar_GT_10980">
            <a:extLst>
              <a:ext uri="{FF2B5EF4-FFF2-40B4-BE49-F238E27FC236}">
                <a16:creationId xmlns:a16="http://schemas.microsoft.com/office/drawing/2014/main" id="{7AE2742B-EBA5-48B1-B064-F7499C0C1A92}"/>
              </a:ext>
            </a:extLst>
          </p:cNvPr>
          <p:cNvSpPr>
            <a:spLocks noGrp="1"/>
          </p:cNvSpPr>
          <p:nvPr/>
        </p:nvSpPr>
        <p:spPr>
          <a:xfrm>
            <a:off x="661717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A1_bar_GT_10981">
            <a:extLst>
              <a:ext uri="{FF2B5EF4-FFF2-40B4-BE49-F238E27FC236}">
                <a16:creationId xmlns:a16="http://schemas.microsoft.com/office/drawing/2014/main" id="{E9C4E960-6B3D-4A75-ADBF-B67B543A766E}"/>
              </a:ext>
            </a:extLst>
          </p:cNvPr>
          <p:cNvSpPr>
            <a:spLocks noGrp="1"/>
          </p:cNvSpPr>
          <p:nvPr/>
        </p:nvSpPr>
        <p:spPr>
          <a:xfrm>
            <a:off x="6684556" y="60643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A1_bar_GT_10982">
            <a:extLst>
              <a:ext uri="{FF2B5EF4-FFF2-40B4-BE49-F238E27FC236}">
                <a16:creationId xmlns:a16="http://schemas.microsoft.com/office/drawing/2014/main" id="{1142AC4C-26E4-4D62-95DD-7F828E8ECEF0}"/>
              </a:ext>
            </a:extLst>
          </p:cNvPr>
          <p:cNvSpPr>
            <a:spLocks noGrp="1"/>
          </p:cNvSpPr>
          <p:nvPr/>
        </p:nvSpPr>
        <p:spPr>
          <a:xfrm>
            <a:off x="662766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A1_bar_GT_10983">
            <a:extLst>
              <a:ext uri="{FF2B5EF4-FFF2-40B4-BE49-F238E27FC236}">
                <a16:creationId xmlns:a16="http://schemas.microsoft.com/office/drawing/2014/main" id="{A609B6E3-08C1-4DF9-82B0-75F7B0647793}"/>
              </a:ext>
            </a:extLst>
          </p:cNvPr>
          <p:cNvSpPr>
            <a:spLocks noGrp="1"/>
          </p:cNvSpPr>
          <p:nvPr/>
        </p:nvSpPr>
        <p:spPr>
          <a:xfrm>
            <a:off x="6704775" y="5940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A1_bar_GT_10984">
            <a:extLst>
              <a:ext uri="{FF2B5EF4-FFF2-40B4-BE49-F238E27FC236}">
                <a16:creationId xmlns:a16="http://schemas.microsoft.com/office/drawing/2014/main" id="{F0BF188E-3130-4F42-AB9B-63384ADE1ABF}"/>
              </a:ext>
            </a:extLst>
          </p:cNvPr>
          <p:cNvSpPr>
            <a:spLocks noGrp="1"/>
          </p:cNvSpPr>
          <p:nvPr/>
        </p:nvSpPr>
        <p:spPr>
          <a:xfrm>
            <a:off x="6585805" y="6015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A1_bar_GT_10985">
            <a:extLst>
              <a:ext uri="{FF2B5EF4-FFF2-40B4-BE49-F238E27FC236}">
                <a16:creationId xmlns:a16="http://schemas.microsoft.com/office/drawing/2014/main" id="{8F20CCB5-6364-4285-8F6A-2AEE99B46FC6}"/>
              </a:ext>
            </a:extLst>
          </p:cNvPr>
          <p:cNvSpPr>
            <a:spLocks noGrp="1"/>
          </p:cNvSpPr>
          <p:nvPr/>
        </p:nvSpPr>
        <p:spPr>
          <a:xfrm>
            <a:off x="6541156" y="5220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A1_bar_GT_10986">
            <a:extLst>
              <a:ext uri="{FF2B5EF4-FFF2-40B4-BE49-F238E27FC236}">
                <a16:creationId xmlns:a16="http://schemas.microsoft.com/office/drawing/2014/main" id="{BAE860A5-5714-4965-A40B-88C963F3EF24}"/>
              </a:ext>
            </a:extLst>
          </p:cNvPr>
          <p:cNvSpPr>
            <a:spLocks noGrp="1"/>
          </p:cNvSpPr>
          <p:nvPr/>
        </p:nvSpPr>
        <p:spPr>
          <a:xfrm>
            <a:off x="671906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A1_bar_GT_10987">
            <a:extLst>
              <a:ext uri="{FF2B5EF4-FFF2-40B4-BE49-F238E27FC236}">
                <a16:creationId xmlns:a16="http://schemas.microsoft.com/office/drawing/2014/main" id="{2BFCEC53-49ED-4F3A-9E1F-97B0ADA7EB73}"/>
              </a:ext>
            </a:extLst>
          </p:cNvPr>
          <p:cNvSpPr>
            <a:spLocks noGrp="1"/>
          </p:cNvSpPr>
          <p:nvPr/>
        </p:nvSpPr>
        <p:spPr>
          <a:xfrm>
            <a:off x="6579031" y="32968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A1_bar_GT_10988">
            <a:extLst>
              <a:ext uri="{FF2B5EF4-FFF2-40B4-BE49-F238E27FC236}">
                <a16:creationId xmlns:a16="http://schemas.microsoft.com/office/drawing/2014/main" id="{DB9927AC-FF72-4B3E-AF8D-23E88215B993}"/>
              </a:ext>
            </a:extLst>
          </p:cNvPr>
          <p:cNvSpPr>
            <a:spLocks noGrp="1"/>
          </p:cNvSpPr>
          <p:nvPr/>
        </p:nvSpPr>
        <p:spPr>
          <a:xfrm>
            <a:off x="64916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A1_bar_GT_10989">
            <a:extLst>
              <a:ext uri="{FF2B5EF4-FFF2-40B4-BE49-F238E27FC236}">
                <a16:creationId xmlns:a16="http://schemas.microsoft.com/office/drawing/2014/main" id="{B4F86F8A-C3F3-41C2-85F3-33F5819357F6}"/>
              </a:ext>
            </a:extLst>
          </p:cNvPr>
          <p:cNvSpPr>
            <a:spLocks noGrp="1"/>
          </p:cNvSpPr>
          <p:nvPr/>
        </p:nvSpPr>
        <p:spPr>
          <a:xfrm>
            <a:off x="671819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A1_bar_GT_10990">
            <a:extLst>
              <a:ext uri="{FF2B5EF4-FFF2-40B4-BE49-F238E27FC236}">
                <a16:creationId xmlns:a16="http://schemas.microsoft.com/office/drawing/2014/main" id="{64CF6813-0C15-48BA-8F48-CA31B723B088}"/>
              </a:ext>
            </a:extLst>
          </p:cNvPr>
          <p:cNvSpPr>
            <a:spLocks noGrp="1"/>
          </p:cNvSpPr>
          <p:nvPr/>
        </p:nvSpPr>
        <p:spPr>
          <a:xfrm>
            <a:off x="67028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A1_bar_GT_10991">
            <a:extLst>
              <a:ext uri="{FF2B5EF4-FFF2-40B4-BE49-F238E27FC236}">
                <a16:creationId xmlns:a16="http://schemas.microsoft.com/office/drawing/2014/main" id="{50FC2467-8FCF-45CE-B2C4-08979985410E}"/>
              </a:ext>
            </a:extLst>
          </p:cNvPr>
          <p:cNvSpPr>
            <a:spLocks noGrp="1"/>
          </p:cNvSpPr>
          <p:nvPr/>
        </p:nvSpPr>
        <p:spPr>
          <a:xfrm>
            <a:off x="6693258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A1_bar_GT_10992">
            <a:extLst>
              <a:ext uri="{FF2B5EF4-FFF2-40B4-BE49-F238E27FC236}">
                <a16:creationId xmlns:a16="http://schemas.microsoft.com/office/drawing/2014/main" id="{8D7CE1D3-A4A1-4CF4-BAE2-FF3A9311D554}"/>
              </a:ext>
            </a:extLst>
          </p:cNvPr>
          <p:cNvSpPr>
            <a:spLocks noGrp="1"/>
          </p:cNvSpPr>
          <p:nvPr/>
        </p:nvSpPr>
        <p:spPr>
          <a:xfrm>
            <a:off x="6687892" y="55751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A1_bar_GT_10993">
            <a:extLst>
              <a:ext uri="{FF2B5EF4-FFF2-40B4-BE49-F238E27FC236}">
                <a16:creationId xmlns:a16="http://schemas.microsoft.com/office/drawing/2014/main" id="{0A1D11E9-E624-47C1-BC70-DA680925CDBB}"/>
              </a:ext>
            </a:extLst>
          </p:cNvPr>
          <p:cNvSpPr>
            <a:spLocks noGrp="1"/>
          </p:cNvSpPr>
          <p:nvPr/>
        </p:nvSpPr>
        <p:spPr>
          <a:xfrm>
            <a:off x="673863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A1_bar_GT_10994">
            <a:extLst>
              <a:ext uri="{FF2B5EF4-FFF2-40B4-BE49-F238E27FC236}">
                <a16:creationId xmlns:a16="http://schemas.microsoft.com/office/drawing/2014/main" id="{180EBC65-43CD-4A2F-8525-5C3D333B8069}"/>
              </a:ext>
            </a:extLst>
          </p:cNvPr>
          <p:cNvSpPr>
            <a:spLocks noGrp="1"/>
          </p:cNvSpPr>
          <p:nvPr/>
        </p:nvSpPr>
        <p:spPr>
          <a:xfrm>
            <a:off x="6700004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A1_bar_GT_10995">
            <a:extLst>
              <a:ext uri="{FF2B5EF4-FFF2-40B4-BE49-F238E27FC236}">
                <a16:creationId xmlns:a16="http://schemas.microsoft.com/office/drawing/2014/main" id="{6BF22901-3157-4C37-BE8C-6D24FFD3FB6D}"/>
              </a:ext>
            </a:extLst>
          </p:cNvPr>
          <p:cNvSpPr>
            <a:spLocks noGrp="1"/>
          </p:cNvSpPr>
          <p:nvPr/>
        </p:nvSpPr>
        <p:spPr>
          <a:xfrm>
            <a:off x="664623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A1_bar_GT_10996">
            <a:extLst>
              <a:ext uri="{FF2B5EF4-FFF2-40B4-BE49-F238E27FC236}">
                <a16:creationId xmlns:a16="http://schemas.microsoft.com/office/drawing/2014/main" id="{4F451AEA-601D-458E-A895-D6943F046D65}"/>
              </a:ext>
            </a:extLst>
          </p:cNvPr>
          <p:cNvSpPr>
            <a:spLocks noGrp="1"/>
          </p:cNvSpPr>
          <p:nvPr/>
        </p:nvSpPr>
        <p:spPr>
          <a:xfrm>
            <a:off x="6494699" y="57044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A1_bar_GT_10997">
            <a:extLst>
              <a:ext uri="{FF2B5EF4-FFF2-40B4-BE49-F238E27FC236}">
                <a16:creationId xmlns:a16="http://schemas.microsoft.com/office/drawing/2014/main" id="{9B5DEFFE-829A-4F90-BE7E-2585B7ECED90}"/>
              </a:ext>
            </a:extLst>
          </p:cNvPr>
          <p:cNvSpPr>
            <a:spLocks noGrp="1"/>
          </p:cNvSpPr>
          <p:nvPr/>
        </p:nvSpPr>
        <p:spPr>
          <a:xfrm>
            <a:off x="6510564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A1_bar_GT_10998">
            <a:extLst>
              <a:ext uri="{FF2B5EF4-FFF2-40B4-BE49-F238E27FC236}">
                <a16:creationId xmlns:a16="http://schemas.microsoft.com/office/drawing/2014/main" id="{F4ECD0CE-0AC4-4867-945B-86A3FCDF7272}"/>
              </a:ext>
            </a:extLst>
          </p:cNvPr>
          <p:cNvSpPr>
            <a:spLocks noGrp="1"/>
          </p:cNvSpPr>
          <p:nvPr/>
        </p:nvSpPr>
        <p:spPr>
          <a:xfrm>
            <a:off x="6556371" y="5363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A1_bar_GT_10999">
            <a:extLst>
              <a:ext uri="{FF2B5EF4-FFF2-40B4-BE49-F238E27FC236}">
                <a16:creationId xmlns:a16="http://schemas.microsoft.com/office/drawing/2014/main" id="{7650A8D4-DC8B-4478-974B-E3A246A8A6D4}"/>
              </a:ext>
            </a:extLst>
          </p:cNvPr>
          <p:cNvSpPr>
            <a:spLocks noGrp="1"/>
          </p:cNvSpPr>
          <p:nvPr/>
        </p:nvSpPr>
        <p:spPr>
          <a:xfrm>
            <a:off x="6545807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A1_bar_GT_11000">
            <a:extLst>
              <a:ext uri="{FF2B5EF4-FFF2-40B4-BE49-F238E27FC236}">
                <a16:creationId xmlns:a16="http://schemas.microsoft.com/office/drawing/2014/main" id="{A6AC549F-FB2A-4E46-A6E2-C21EB8DE120A}"/>
              </a:ext>
            </a:extLst>
          </p:cNvPr>
          <p:cNvSpPr>
            <a:spLocks noGrp="1"/>
          </p:cNvSpPr>
          <p:nvPr/>
        </p:nvSpPr>
        <p:spPr>
          <a:xfrm>
            <a:off x="6500617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A1_bar_GT_11001">
            <a:extLst>
              <a:ext uri="{FF2B5EF4-FFF2-40B4-BE49-F238E27FC236}">
                <a16:creationId xmlns:a16="http://schemas.microsoft.com/office/drawing/2014/main" id="{585226D9-A83C-4F26-B12B-543C64B5DC16}"/>
              </a:ext>
            </a:extLst>
          </p:cNvPr>
          <p:cNvSpPr>
            <a:spLocks noGrp="1"/>
          </p:cNvSpPr>
          <p:nvPr/>
        </p:nvSpPr>
        <p:spPr>
          <a:xfrm>
            <a:off x="656709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A1_bar_GT_11002">
            <a:extLst>
              <a:ext uri="{FF2B5EF4-FFF2-40B4-BE49-F238E27FC236}">
                <a16:creationId xmlns:a16="http://schemas.microsoft.com/office/drawing/2014/main" id="{EC5190F4-0AF6-4C9B-A764-B26A3BB9E3AB}"/>
              </a:ext>
            </a:extLst>
          </p:cNvPr>
          <p:cNvSpPr>
            <a:spLocks noGrp="1"/>
          </p:cNvSpPr>
          <p:nvPr/>
        </p:nvSpPr>
        <p:spPr>
          <a:xfrm>
            <a:off x="672372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A1_bar_GT_11003">
            <a:extLst>
              <a:ext uri="{FF2B5EF4-FFF2-40B4-BE49-F238E27FC236}">
                <a16:creationId xmlns:a16="http://schemas.microsoft.com/office/drawing/2014/main" id="{37E4A70E-67D6-41E3-BED9-C6C35A6FF408}"/>
              </a:ext>
            </a:extLst>
          </p:cNvPr>
          <p:cNvSpPr>
            <a:spLocks noGrp="1"/>
          </p:cNvSpPr>
          <p:nvPr/>
        </p:nvSpPr>
        <p:spPr>
          <a:xfrm>
            <a:off x="6639273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A1_bar_GT_11004">
            <a:extLst>
              <a:ext uri="{FF2B5EF4-FFF2-40B4-BE49-F238E27FC236}">
                <a16:creationId xmlns:a16="http://schemas.microsoft.com/office/drawing/2014/main" id="{EA783EE4-9ABC-40D1-B690-AFA7A8A76EAC}"/>
              </a:ext>
            </a:extLst>
          </p:cNvPr>
          <p:cNvSpPr>
            <a:spLocks noGrp="1"/>
          </p:cNvSpPr>
          <p:nvPr/>
        </p:nvSpPr>
        <p:spPr>
          <a:xfrm>
            <a:off x="650268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A1_bar_GT_11005">
            <a:extLst>
              <a:ext uri="{FF2B5EF4-FFF2-40B4-BE49-F238E27FC236}">
                <a16:creationId xmlns:a16="http://schemas.microsoft.com/office/drawing/2014/main" id="{5FCE54B8-63CA-476E-9F70-526BD82AD0F5}"/>
              </a:ext>
            </a:extLst>
          </p:cNvPr>
          <p:cNvSpPr>
            <a:spLocks noGrp="1"/>
          </p:cNvSpPr>
          <p:nvPr/>
        </p:nvSpPr>
        <p:spPr>
          <a:xfrm>
            <a:off x="6659500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A1_bar_GT_11006">
            <a:extLst>
              <a:ext uri="{FF2B5EF4-FFF2-40B4-BE49-F238E27FC236}">
                <a16:creationId xmlns:a16="http://schemas.microsoft.com/office/drawing/2014/main" id="{4E39727A-629E-4D91-A56F-8BC628103570}"/>
              </a:ext>
            </a:extLst>
          </p:cNvPr>
          <p:cNvSpPr>
            <a:spLocks noGrp="1"/>
          </p:cNvSpPr>
          <p:nvPr/>
        </p:nvSpPr>
        <p:spPr>
          <a:xfrm>
            <a:off x="655696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A1_bar_GT_11007">
            <a:extLst>
              <a:ext uri="{FF2B5EF4-FFF2-40B4-BE49-F238E27FC236}">
                <a16:creationId xmlns:a16="http://schemas.microsoft.com/office/drawing/2014/main" id="{55FEB072-ECB3-41F5-AB6C-007175219E48}"/>
              </a:ext>
            </a:extLst>
          </p:cNvPr>
          <p:cNvSpPr>
            <a:spLocks noGrp="1"/>
          </p:cNvSpPr>
          <p:nvPr/>
        </p:nvSpPr>
        <p:spPr>
          <a:xfrm>
            <a:off x="6691019" y="47109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A1_bar_GT_11008">
            <a:extLst>
              <a:ext uri="{FF2B5EF4-FFF2-40B4-BE49-F238E27FC236}">
                <a16:creationId xmlns:a16="http://schemas.microsoft.com/office/drawing/2014/main" id="{8C4ABD82-EC8C-4D5E-AB2D-6370ABC246E9}"/>
              </a:ext>
            </a:extLst>
          </p:cNvPr>
          <p:cNvSpPr>
            <a:spLocks noGrp="1"/>
          </p:cNvSpPr>
          <p:nvPr/>
        </p:nvSpPr>
        <p:spPr>
          <a:xfrm>
            <a:off x="672562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A1_bar_GT_11009">
            <a:extLst>
              <a:ext uri="{FF2B5EF4-FFF2-40B4-BE49-F238E27FC236}">
                <a16:creationId xmlns:a16="http://schemas.microsoft.com/office/drawing/2014/main" id="{1E997F32-1485-481F-AC09-894884FFC0EE}"/>
              </a:ext>
            </a:extLst>
          </p:cNvPr>
          <p:cNvSpPr>
            <a:spLocks noGrp="1"/>
          </p:cNvSpPr>
          <p:nvPr/>
        </p:nvSpPr>
        <p:spPr>
          <a:xfrm>
            <a:off x="669878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A1_bar_GT_11010">
            <a:extLst>
              <a:ext uri="{FF2B5EF4-FFF2-40B4-BE49-F238E27FC236}">
                <a16:creationId xmlns:a16="http://schemas.microsoft.com/office/drawing/2014/main" id="{3AD750C4-507E-44AA-AC01-3D0B2DD3AFEC}"/>
              </a:ext>
            </a:extLst>
          </p:cNvPr>
          <p:cNvSpPr>
            <a:spLocks noGrp="1"/>
          </p:cNvSpPr>
          <p:nvPr/>
        </p:nvSpPr>
        <p:spPr>
          <a:xfrm>
            <a:off x="6622687" y="59946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A1_bar_GT_11011">
            <a:extLst>
              <a:ext uri="{FF2B5EF4-FFF2-40B4-BE49-F238E27FC236}">
                <a16:creationId xmlns:a16="http://schemas.microsoft.com/office/drawing/2014/main" id="{7F50AC27-2263-437B-9372-78A77FDBA67C}"/>
              </a:ext>
            </a:extLst>
          </p:cNvPr>
          <p:cNvSpPr>
            <a:spLocks noGrp="1"/>
          </p:cNvSpPr>
          <p:nvPr/>
        </p:nvSpPr>
        <p:spPr>
          <a:xfrm>
            <a:off x="649554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A1_bar_GT_11012">
            <a:extLst>
              <a:ext uri="{FF2B5EF4-FFF2-40B4-BE49-F238E27FC236}">
                <a16:creationId xmlns:a16="http://schemas.microsoft.com/office/drawing/2014/main" id="{D73F50DC-378F-4EA1-B7BB-5FDC53B3E262}"/>
              </a:ext>
            </a:extLst>
          </p:cNvPr>
          <p:cNvSpPr>
            <a:spLocks noGrp="1"/>
          </p:cNvSpPr>
          <p:nvPr/>
        </p:nvSpPr>
        <p:spPr>
          <a:xfrm>
            <a:off x="6502565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A1_bar_GT_11013">
            <a:extLst>
              <a:ext uri="{FF2B5EF4-FFF2-40B4-BE49-F238E27FC236}">
                <a16:creationId xmlns:a16="http://schemas.microsoft.com/office/drawing/2014/main" id="{B9911ECC-7B95-4CA5-A079-94755DDD7EE1}"/>
              </a:ext>
            </a:extLst>
          </p:cNvPr>
          <p:cNvSpPr>
            <a:spLocks noGrp="1"/>
          </p:cNvSpPr>
          <p:nvPr/>
        </p:nvSpPr>
        <p:spPr>
          <a:xfrm>
            <a:off x="67009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A1_bar_GT_11014">
            <a:extLst>
              <a:ext uri="{FF2B5EF4-FFF2-40B4-BE49-F238E27FC236}">
                <a16:creationId xmlns:a16="http://schemas.microsoft.com/office/drawing/2014/main" id="{A994F833-5D61-4DEB-9097-29EE9DEC8E8F}"/>
              </a:ext>
            </a:extLst>
          </p:cNvPr>
          <p:cNvSpPr>
            <a:spLocks noGrp="1"/>
          </p:cNvSpPr>
          <p:nvPr/>
        </p:nvSpPr>
        <p:spPr>
          <a:xfrm>
            <a:off x="664285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A1_bar_GT_11015">
            <a:extLst>
              <a:ext uri="{FF2B5EF4-FFF2-40B4-BE49-F238E27FC236}">
                <a16:creationId xmlns:a16="http://schemas.microsoft.com/office/drawing/2014/main" id="{571A583E-FAB4-4530-9DFE-137C9057064B}"/>
              </a:ext>
            </a:extLst>
          </p:cNvPr>
          <p:cNvSpPr>
            <a:spLocks noGrp="1"/>
          </p:cNvSpPr>
          <p:nvPr/>
        </p:nvSpPr>
        <p:spPr>
          <a:xfrm>
            <a:off x="6537470" y="6084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A1_bar_GT_11016">
            <a:extLst>
              <a:ext uri="{FF2B5EF4-FFF2-40B4-BE49-F238E27FC236}">
                <a16:creationId xmlns:a16="http://schemas.microsoft.com/office/drawing/2014/main" id="{361294CC-5E7B-4995-8F48-D683C779FBC8}"/>
              </a:ext>
            </a:extLst>
          </p:cNvPr>
          <p:cNvSpPr>
            <a:spLocks noGrp="1"/>
          </p:cNvSpPr>
          <p:nvPr/>
        </p:nvSpPr>
        <p:spPr>
          <a:xfrm>
            <a:off x="662925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A1_bar_GT_11017">
            <a:extLst>
              <a:ext uri="{FF2B5EF4-FFF2-40B4-BE49-F238E27FC236}">
                <a16:creationId xmlns:a16="http://schemas.microsoft.com/office/drawing/2014/main" id="{B1EC1B33-6FFF-4F08-84DF-7DE13DDDCA8A}"/>
              </a:ext>
            </a:extLst>
          </p:cNvPr>
          <p:cNvSpPr>
            <a:spLocks noGrp="1"/>
          </p:cNvSpPr>
          <p:nvPr/>
        </p:nvSpPr>
        <p:spPr>
          <a:xfrm>
            <a:off x="653443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A1_bar_GT_11018">
            <a:extLst>
              <a:ext uri="{FF2B5EF4-FFF2-40B4-BE49-F238E27FC236}">
                <a16:creationId xmlns:a16="http://schemas.microsoft.com/office/drawing/2014/main" id="{C94751B7-0303-452E-9E99-2FC2329C52FC}"/>
              </a:ext>
            </a:extLst>
          </p:cNvPr>
          <p:cNvSpPr>
            <a:spLocks noGrp="1"/>
          </p:cNvSpPr>
          <p:nvPr/>
        </p:nvSpPr>
        <p:spPr>
          <a:xfrm>
            <a:off x="828713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A1_bar_GT_11019">
            <a:extLst>
              <a:ext uri="{FF2B5EF4-FFF2-40B4-BE49-F238E27FC236}">
                <a16:creationId xmlns:a16="http://schemas.microsoft.com/office/drawing/2014/main" id="{5D01B4EA-2950-4557-908A-FBE0A682B0E2}"/>
              </a:ext>
            </a:extLst>
          </p:cNvPr>
          <p:cNvSpPr>
            <a:spLocks noGrp="1"/>
          </p:cNvSpPr>
          <p:nvPr/>
        </p:nvSpPr>
        <p:spPr>
          <a:xfrm>
            <a:off x="8169870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A1_bar_GT_11020">
            <a:extLst>
              <a:ext uri="{FF2B5EF4-FFF2-40B4-BE49-F238E27FC236}">
                <a16:creationId xmlns:a16="http://schemas.microsoft.com/office/drawing/2014/main" id="{C35C562D-87E1-4EF1-9B03-25CB3C351E62}"/>
              </a:ext>
            </a:extLst>
          </p:cNvPr>
          <p:cNvSpPr>
            <a:spLocks noGrp="1"/>
          </p:cNvSpPr>
          <p:nvPr/>
        </p:nvSpPr>
        <p:spPr>
          <a:xfrm>
            <a:off x="816980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A1_bar_GT_11021">
            <a:extLst>
              <a:ext uri="{FF2B5EF4-FFF2-40B4-BE49-F238E27FC236}">
                <a16:creationId xmlns:a16="http://schemas.microsoft.com/office/drawing/2014/main" id="{5B9F63B5-F85D-44F0-A0C0-05EF193227BB}"/>
              </a:ext>
            </a:extLst>
          </p:cNvPr>
          <p:cNvSpPr>
            <a:spLocks noGrp="1"/>
          </p:cNvSpPr>
          <p:nvPr/>
        </p:nvSpPr>
        <p:spPr>
          <a:xfrm>
            <a:off x="8086645" y="594798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A1_bar_GT_11022">
            <a:extLst>
              <a:ext uri="{FF2B5EF4-FFF2-40B4-BE49-F238E27FC236}">
                <a16:creationId xmlns:a16="http://schemas.microsoft.com/office/drawing/2014/main" id="{1555E2E5-D79C-4291-BB22-324C8D2B117E}"/>
              </a:ext>
            </a:extLst>
          </p:cNvPr>
          <p:cNvSpPr>
            <a:spLocks noGrp="1"/>
          </p:cNvSpPr>
          <p:nvPr/>
        </p:nvSpPr>
        <p:spPr>
          <a:xfrm>
            <a:off x="8190196" y="430454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A1_bar_GT_11023">
            <a:extLst>
              <a:ext uri="{FF2B5EF4-FFF2-40B4-BE49-F238E27FC236}">
                <a16:creationId xmlns:a16="http://schemas.microsoft.com/office/drawing/2014/main" id="{DDD4755F-C599-4BC8-867D-F332F68A67DF}"/>
              </a:ext>
            </a:extLst>
          </p:cNvPr>
          <p:cNvSpPr>
            <a:spLocks noGrp="1"/>
          </p:cNvSpPr>
          <p:nvPr/>
        </p:nvSpPr>
        <p:spPr>
          <a:xfrm>
            <a:off x="81124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A1_bar_GT_11024">
            <a:extLst>
              <a:ext uri="{FF2B5EF4-FFF2-40B4-BE49-F238E27FC236}">
                <a16:creationId xmlns:a16="http://schemas.microsoft.com/office/drawing/2014/main" id="{7A7CE86D-4E53-48F8-BD35-C704C4E4844A}"/>
              </a:ext>
            </a:extLst>
          </p:cNvPr>
          <p:cNvSpPr>
            <a:spLocks noGrp="1"/>
          </p:cNvSpPr>
          <p:nvPr/>
        </p:nvSpPr>
        <p:spPr>
          <a:xfrm>
            <a:off x="83150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A1_bar_GT_11025">
            <a:extLst>
              <a:ext uri="{FF2B5EF4-FFF2-40B4-BE49-F238E27FC236}">
                <a16:creationId xmlns:a16="http://schemas.microsoft.com/office/drawing/2014/main" id="{F79382FF-1B1F-4D94-B162-198A808496CB}"/>
              </a:ext>
            </a:extLst>
          </p:cNvPr>
          <p:cNvSpPr>
            <a:spLocks noGrp="1"/>
          </p:cNvSpPr>
          <p:nvPr/>
        </p:nvSpPr>
        <p:spPr>
          <a:xfrm>
            <a:off x="819592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A1_bar_GT_11026">
            <a:extLst>
              <a:ext uri="{FF2B5EF4-FFF2-40B4-BE49-F238E27FC236}">
                <a16:creationId xmlns:a16="http://schemas.microsoft.com/office/drawing/2014/main" id="{6549BEA7-03A3-4F08-AFDD-2B812DFCAC2B}"/>
              </a:ext>
            </a:extLst>
          </p:cNvPr>
          <p:cNvSpPr>
            <a:spLocks noGrp="1"/>
          </p:cNvSpPr>
          <p:nvPr/>
        </p:nvSpPr>
        <p:spPr>
          <a:xfrm>
            <a:off x="8274057" y="5888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A1_bar_GT_11027">
            <a:extLst>
              <a:ext uri="{FF2B5EF4-FFF2-40B4-BE49-F238E27FC236}">
                <a16:creationId xmlns:a16="http://schemas.microsoft.com/office/drawing/2014/main" id="{D17DC787-2BDB-44C1-B748-01ED518C1322}"/>
              </a:ext>
            </a:extLst>
          </p:cNvPr>
          <p:cNvSpPr>
            <a:spLocks noGrp="1"/>
          </p:cNvSpPr>
          <p:nvPr/>
        </p:nvSpPr>
        <p:spPr>
          <a:xfrm>
            <a:off x="830866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A1_bar_GT_11028">
            <a:extLst>
              <a:ext uri="{FF2B5EF4-FFF2-40B4-BE49-F238E27FC236}">
                <a16:creationId xmlns:a16="http://schemas.microsoft.com/office/drawing/2014/main" id="{6F43A3BD-E2CC-4BCA-8F9D-2C5D4F93CFF7}"/>
              </a:ext>
            </a:extLst>
          </p:cNvPr>
          <p:cNvSpPr>
            <a:spLocks noGrp="1"/>
          </p:cNvSpPr>
          <p:nvPr/>
        </p:nvSpPr>
        <p:spPr>
          <a:xfrm>
            <a:off x="8091379" y="394405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A1_bar_GT_11029">
            <a:extLst>
              <a:ext uri="{FF2B5EF4-FFF2-40B4-BE49-F238E27FC236}">
                <a16:creationId xmlns:a16="http://schemas.microsoft.com/office/drawing/2014/main" id="{9637C429-9595-4D60-A038-F4643CAA7785}"/>
              </a:ext>
            </a:extLst>
          </p:cNvPr>
          <p:cNvSpPr>
            <a:spLocks noGrp="1"/>
          </p:cNvSpPr>
          <p:nvPr/>
        </p:nvSpPr>
        <p:spPr>
          <a:xfrm>
            <a:off x="815266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A1_bar_GT_11030">
            <a:extLst>
              <a:ext uri="{FF2B5EF4-FFF2-40B4-BE49-F238E27FC236}">
                <a16:creationId xmlns:a16="http://schemas.microsoft.com/office/drawing/2014/main" id="{9F08B1F1-F62B-4CD2-A2F5-831C8BC2C8E4}"/>
              </a:ext>
            </a:extLst>
          </p:cNvPr>
          <p:cNvSpPr>
            <a:spLocks noGrp="1"/>
          </p:cNvSpPr>
          <p:nvPr/>
        </p:nvSpPr>
        <p:spPr>
          <a:xfrm>
            <a:off x="8134364" y="35799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A1_bar_GT_11031">
            <a:extLst>
              <a:ext uri="{FF2B5EF4-FFF2-40B4-BE49-F238E27FC236}">
                <a16:creationId xmlns:a16="http://schemas.microsoft.com/office/drawing/2014/main" id="{C9BBFB57-1598-46DC-90C4-245C51FC43F8}"/>
              </a:ext>
            </a:extLst>
          </p:cNvPr>
          <p:cNvSpPr>
            <a:spLocks noGrp="1"/>
          </p:cNvSpPr>
          <p:nvPr/>
        </p:nvSpPr>
        <p:spPr>
          <a:xfrm>
            <a:off x="8207453" y="37935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A1_bar_GT_11032">
            <a:extLst>
              <a:ext uri="{FF2B5EF4-FFF2-40B4-BE49-F238E27FC236}">
                <a16:creationId xmlns:a16="http://schemas.microsoft.com/office/drawing/2014/main" id="{730062DD-7863-4581-B110-5D5EEB025C7F}"/>
              </a:ext>
            </a:extLst>
          </p:cNvPr>
          <p:cNvSpPr>
            <a:spLocks noGrp="1"/>
          </p:cNvSpPr>
          <p:nvPr/>
        </p:nvSpPr>
        <p:spPr>
          <a:xfrm>
            <a:off x="81178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A1_bar_GT_11033">
            <a:extLst>
              <a:ext uri="{FF2B5EF4-FFF2-40B4-BE49-F238E27FC236}">
                <a16:creationId xmlns:a16="http://schemas.microsoft.com/office/drawing/2014/main" id="{CBA53126-B75B-4A0C-9C5A-4016D8A1EB26}"/>
              </a:ext>
            </a:extLst>
          </p:cNvPr>
          <p:cNvSpPr>
            <a:spLocks noGrp="1"/>
          </p:cNvSpPr>
          <p:nvPr/>
        </p:nvSpPr>
        <p:spPr>
          <a:xfrm>
            <a:off x="821925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A1_bar_GT_11034">
            <a:extLst>
              <a:ext uri="{FF2B5EF4-FFF2-40B4-BE49-F238E27FC236}">
                <a16:creationId xmlns:a16="http://schemas.microsoft.com/office/drawing/2014/main" id="{FDA3DAB9-2DC5-477D-BBB0-D66885732A00}"/>
              </a:ext>
            </a:extLst>
          </p:cNvPr>
          <p:cNvSpPr>
            <a:spLocks noGrp="1"/>
          </p:cNvSpPr>
          <p:nvPr/>
        </p:nvSpPr>
        <p:spPr>
          <a:xfrm>
            <a:off x="829541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A1_bar_GT_11035">
            <a:extLst>
              <a:ext uri="{FF2B5EF4-FFF2-40B4-BE49-F238E27FC236}">
                <a16:creationId xmlns:a16="http://schemas.microsoft.com/office/drawing/2014/main" id="{A5FDA602-0992-47A6-BCD0-D23848008405}"/>
              </a:ext>
            </a:extLst>
          </p:cNvPr>
          <p:cNvSpPr>
            <a:spLocks noGrp="1"/>
          </p:cNvSpPr>
          <p:nvPr/>
        </p:nvSpPr>
        <p:spPr>
          <a:xfrm>
            <a:off x="827199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A1_bar_GT_11036">
            <a:extLst>
              <a:ext uri="{FF2B5EF4-FFF2-40B4-BE49-F238E27FC236}">
                <a16:creationId xmlns:a16="http://schemas.microsoft.com/office/drawing/2014/main" id="{A3968729-1AEA-42C5-89E6-340136F4322C}"/>
              </a:ext>
            </a:extLst>
          </p:cNvPr>
          <p:cNvSpPr>
            <a:spLocks noGrp="1"/>
          </p:cNvSpPr>
          <p:nvPr/>
        </p:nvSpPr>
        <p:spPr>
          <a:xfrm>
            <a:off x="8281740" y="350456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A1_bar_GT_11037">
            <a:extLst>
              <a:ext uri="{FF2B5EF4-FFF2-40B4-BE49-F238E27FC236}">
                <a16:creationId xmlns:a16="http://schemas.microsoft.com/office/drawing/2014/main" id="{50800DEA-F68D-456F-88B0-17BCE8F22603}"/>
              </a:ext>
            </a:extLst>
          </p:cNvPr>
          <p:cNvSpPr>
            <a:spLocks noGrp="1"/>
          </p:cNvSpPr>
          <p:nvPr/>
        </p:nvSpPr>
        <p:spPr>
          <a:xfrm>
            <a:off x="8166549" y="48796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A1_bar_GT_11038">
            <a:extLst>
              <a:ext uri="{FF2B5EF4-FFF2-40B4-BE49-F238E27FC236}">
                <a16:creationId xmlns:a16="http://schemas.microsoft.com/office/drawing/2014/main" id="{61EDB365-983F-48EE-AB9B-E53248C5989D}"/>
              </a:ext>
            </a:extLst>
          </p:cNvPr>
          <p:cNvSpPr>
            <a:spLocks noGrp="1"/>
          </p:cNvSpPr>
          <p:nvPr/>
        </p:nvSpPr>
        <p:spPr>
          <a:xfrm>
            <a:off x="8290152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A1_bar_GT_11039">
            <a:extLst>
              <a:ext uri="{FF2B5EF4-FFF2-40B4-BE49-F238E27FC236}">
                <a16:creationId xmlns:a16="http://schemas.microsoft.com/office/drawing/2014/main" id="{E54C4F4A-EEAB-407B-9AE4-DC55364BAC1F}"/>
              </a:ext>
            </a:extLst>
          </p:cNvPr>
          <p:cNvSpPr>
            <a:spLocks noGrp="1"/>
          </p:cNvSpPr>
          <p:nvPr/>
        </p:nvSpPr>
        <p:spPr>
          <a:xfrm>
            <a:off x="819836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A1_bar_GT_11040">
            <a:extLst>
              <a:ext uri="{FF2B5EF4-FFF2-40B4-BE49-F238E27FC236}">
                <a16:creationId xmlns:a16="http://schemas.microsoft.com/office/drawing/2014/main" id="{1B3B3611-02F9-49E7-9142-FDB44C20481E}"/>
              </a:ext>
            </a:extLst>
          </p:cNvPr>
          <p:cNvSpPr>
            <a:spLocks noGrp="1"/>
          </p:cNvSpPr>
          <p:nvPr/>
        </p:nvSpPr>
        <p:spPr>
          <a:xfrm>
            <a:off x="8227339" y="483890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A1_bar_GT_11041">
            <a:extLst>
              <a:ext uri="{FF2B5EF4-FFF2-40B4-BE49-F238E27FC236}">
                <a16:creationId xmlns:a16="http://schemas.microsoft.com/office/drawing/2014/main" id="{A4B88697-C04D-474A-8B67-8E29A93F47C6}"/>
              </a:ext>
            </a:extLst>
          </p:cNvPr>
          <p:cNvSpPr>
            <a:spLocks noGrp="1"/>
          </p:cNvSpPr>
          <p:nvPr/>
        </p:nvSpPr>
        <p:spPr>
          <a:xfrm>
            <a:off x="8166327" y="413073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A1_bar_GT_11042">
            <a:extLst>
              <a:ext uri="{FF2B5EF4-FFF2-40B4-BE49-F238E27FC236}">
                <a16:creationId xmlns:a16="http://schemas.microsoft.com/office/drawing/2014/main" id="{3B4BFC45-5E18-486A-B8CE-1B8458AAE855}"/>
              </a:ext>
            </a:extLst>
          </p:cNvPr>
          <p:cNvSpPr>
            <a:spLocks noGrp="1"/>
          </p:cNvSpPr>
          <p:nvPr/>
        </p:nvSpPr>
        <p:spPr>
          <a:xfrm>
            <a:off x="8303281" y="39340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A1_bar_GT_11043">
            <a:extLst>
              <a:ext uri="{FF2B5EF4-FFF2-40B4-BE49-F238E27FC236}">
                <a16:creationId xmlns:a16="http://schemas.microsoft.com/office/drawing/2014/main" id="{5D1432FA-288D-4D15-8D04-59D8F51B4744}"/>
              </a:ext>
            </a:extLst>
          </p:cNvPr>
          <p:cNvSpPr>
            <a:spLocks noGrp="1"/>
          </p:cNvSpPr>
          <p:nvPr/>
        </p:nvSpPr>
        <p:spPr>
          <a:xfrm>
            <a:off x="82517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A1_bar_GT_11044">
            <a:extLst>
              <a:ext uri="{FF2B5EF4-FFF2-40B4-BE49-F238E27FC236}">
                <a16:creationId xmlns:a16="http://schemas.microsoft.com/office/drawing/2014/main" id="{1BA97041-921B-4471-AD82-555431B05D40}"/>
              </a:ext>
            </a:extLst>
          </p:cNvPr>
          <p:cNvSpPr>
            <a:spLocks noGrp="1"/>
          </p:cNvSpPr>
          <p:nvPr/>
        </p:nvSpPr>
        <p:spPr>
          <a:xfrm>
            <a:off x="8095702" y="583557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A1_bar_GT_11045">
            <a:extLst>
              <a:ext uri="{FF2B5EF4-FFF2-40B4-BE49-F238E27FC236}">
                <a16:creationId xmlns:a16="http://schemas.microsoft.com/office/drawing/2014/main" id="{1B18A3BC-F3CF-47C1-8106-D2DCE1A4DFD6}"/>
              </a:ext>
            </a:extLst>
          </p:cNvPr>
          <p:cNvSpPr>
            <a:spLocks noGrp="1"/>
          </p:cNvSpPr>
          <p:nvPr/>
        </p:nvSpPr>
        <p:spPr>
          <a:xfrm>
            <a:off x="8291243" y="51668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A1_bar_GT_11046">
            <a:extLst>
              <a:ext uri="{FF2B5EF4-FFF2-40B4-BE49-F238E27FC236}">
                <a16:creationId xmlns:a16="http://schemas.microsoft.com/office/drawing/2014/main" id="{A0A9967E-B35F-474B-84DB-41CD315FC2B7}"/>
              </a:ext>
            </a:extLst>
          </p:cNvPr>
          <p:cNvSpPr>
            <a:spLocks noGrp="1"/>
          </p:cNvSpPr>
          <p:nvPr/>
        </p:nvSpPr>
        <p:spPr>
          <a:xfrm>
            <a:off x="8283198" y="567071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A1_bar_GT_11047">
            <a:extLst>
              <a:ext uri="{FF2B5EF4-FFF2-40B4-BE49-F238E27FC236}">
                <a16:creationId xmlns:a16="http://schemas.microsoft.com/office/drawing/2014/main" id="{D78C778A-7AC3-4A77-AC22-D4D0B94F38CB}"/>
              </a:ext>
            </a:extLst>
          </p:cNvPr>
          <p:cNvSpPr>
            <a:spLocks noGrp="1"/>
          </p:cNvSpPr>
          <p:nvPr/>
        </p:nvSpPr>
        <p:spPr>
          <a:xfrm>
            <a:off x="819715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A1_bar_GT_11048">
            <a:extLst>
              <a:ext uri="{FF2B5EF4-FFF2-40B4-BE49-F238E27FC236}">
                <a16:creationId xmlns:a16="http://schemas.microsoft.com/office/drawing/2014/main" id="{333B23C4-D1B6-40C7-8FE6-CDAEF30FA7C0}"/>
              </a:ext>
            </a:extLst>
          </p:cNvPr>
          <p:cNvSpPr>
            <a:spLocks noGrp="1"/>
          </p:cNvSpPr>
          <p:nvPr/>
        </p:nvSpPr>
        <p:spPr>
          <a:xfrm>
            <a:off x="823014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A1_bar_GT_11049">
            <a:extLst>
              <a:ext uri="{FF2B5EF4-FFF2-40B4-BE49-F238E27FC236}">
                <a16:creationId xmlns:a16="http://schemas.microsoft.com/office/drawing/2014/main" id="{650D94B4-A758-448C-A64C-75D0030E0658}"/>
              </a:ext>
            </a:extLst>
          </p:cNvPr>
          <p:cNvSpPr>
            <a:spLocks noGrp="1"/>
          </p:cNvSpPr>
          <p:nvPr/>
        </p:nvSpPr>
        <p:spPr>
          <a:xfrm>
            <a:off x="8147433" y="602292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A1_bar_GT_11050">
            <a:extLst>
              <a:ext uri="{FF2B5EF4-FFF2-40B4-BE49-F238E27FC236}">
                <a16:creationId xmlns:a16="http://schemas.microsoft.com/office/drawing/2014/main" id="{554B622A-4279-4444-91BD-A9FD2BDCB135}"/>
              </a:ext>
            </a:extLst>
          </p:cNvPr>
          <p:cNvSpPr>
            <a:spLocks noGrp="1"/>
          </p:cNvSpPr>
          <p:nvPr/>
        </p:nvSpPr>
        <p:spPr>
          <a:xfrm>
            <a:off x="807988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A1_bar_GT_11051">
            <a:extLst>
              <a:ext uri="{FF2B5EF4-FFF2-40B4-BE49-F238E27FC236}">
                <a16:creationId xmlns:a16="http://schemas.microsoft.com/office/drawing/2014/main" id="{48CA8C8F-BCA2-4F70-8E1C-7DC57B492E44}"/>
              </a:ext>
            </a:extLst>
          </p:cNvPr>
          <p:cNvSpPr>
            <a:spLocks noGrp="1"/>
          </p:cNvSpPr>
          <p:nvPr/>
        </p:nvSpPr>
        <p:spPr>
          <a:xfrm>
            <a:off x="8275250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A1_bar_GT_11052">
            <a:extLst>
              <a:ext uri="{FF2B5EF4-FFF2-40B4-BE49-F238E27FC236}">
                <a16:creationId xmlns:a16="http://schemas.microsoft.com/office/drawing/2014/main" id="{5F4987AF-2088-4E09-AAB0-7716728398FA}"/>
              </a:ext>
            </a:extLst>
          </p:cNvPr>
          <p:cNvSpPr>
            <a:spLocks noGrp="1"/>
          </p:cNvSpPr>
          <p:nvPr/>
        </p:nvSpPr>
        <p:spPr>
          <a:xfrm>
            <a:off x="829056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A1_bar_GT_11053">
            <a:extLst>
              <a:ext uri="{FF2B5EF4-FFF2-40B4-BE49-F238E27FC236}">
                <a16:creationId xmlns:a16="http://schemas.microsoft.com/office/drawing/2014/main" id="{0177ED12-B531-49F2-9311-D5CD466F2793}"/>
              </a:ext>
            </a:extLst>
          </p:cNvPr>
          <p:cNvSpPr>
            <a:spLocks noGrp="1"/>
          </p:cNvSpPr>
          <p:nvPr/>
        </p:nvSpPr>
        <p:spPr>
          <a:xfrm>
            <a:off x="823519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A1_bar_GT_11054">
            <a:extLst>
              <a:ext uri="{FF2B5EF4-FFF2-40B4-BE49-F238E27FC236}">
                <a16:creationId xmlns:a16="http://schemas.microsoft.com/office/drawing/2014/main" id="{57CE234A-4E50-439E-912B-3CC786C9C930}"/>
              </a:ext>
            </a:extLst>
          </p:cNvPr>
          <p:cNvSpPr>
            <a:spLocks noGrp="1"/>
          </p:cNvSpPr>
          <p:nvPr/>
        </p:nvSpPr>
        <p:spPr>
          <a:xfrm>
            <a:off x="825933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A1_bar_GT_11055">
            <a:extLst>
              <a:ext uri="{FF2B5EF4-FFF2-40B4-BE49-F238E27FC236}">
                <a16:creationId xmlns:a16="http://schemas.microsoft.com/office/drawing/2014/main" id="{34B26582-4FD5-4B15-83B0-0B578BE6F215}"/>
              </a:ext>
            </a:extLst>
          </p:cNvPr>
          <p:cNvSpPr>
            <a:spLocks noGrp="1"/>
          </p:cNvSpPr>
          <p:nvPr/>
        </p:nvSpPr>
        <p:spPr>
          <a:xfrm>
            <a:off x="818081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A1_bar_GT_11056">
            <a:extLst>
              <a:ext uri="{FF2B5EF4-FFF2-40B4-BE49-F238E27FC236}">
                <a16:creationId xmlns:a16="http://schemas.microsoft.com/office/drawing/2014/main" id="{01BBF365-31F2-4B70-B9A0-B08251CBA840}"/>
              </a:ext>
            </a:extLst>
          </p:cNvPr>
          <p:cNvSpPr>
            <a:spLocks noGrp="1"/>
          </p:cNvSpPr>
          <p:nvPr/>
        </p:nvSpPr>
        <p:spPr>
          <a:xfrm>
            <a:off x="822193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A1_bar_GT_11057">
            <a:extLst>
              <a:ext uri="{FF2B5EF4-FFF2-40B4-BE49-F238E27FC236}">
                <a16:creationId xmlns:a16="http://schemas.microsoft.com/office/drawing/2014/main" id="{7B4CBCA8-F8BE-4551-BE8E-BE171867AD41}"/>
              </a:ext>
            </a:extLst>
          </p:cNvPr>
          <p:cNvSpPr>
            <a:spLocks noGrp="1"/>
          </p:cNvSpPr>
          <p:nvPr/>
        </p:nvSpPr>
        <p:spPr>
          <a:xfrm>
            <a:off x="8148906" y="470120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A1_bar_GT_11058">
            <a:extLst>
              <a:ext uri="{FF2B5EF4-FFF2-40B4-BE49-F238E27FC236}">
                <a16:creationId xmlns:a16="http://schemas.microsoft.com/office/drawing/2014/main" id="{21B322F2-EB71-4916-9685-203A7F96B707}"/>
              </a:ext>
            </a:extLst>
          </p:cNvPr>
          <p:cNvSpPr>
            <a:spLocks noGrp="1"/>
          </p:cNvSpPr>
          <p:nvPr/>
        </p:nvSpPr>
        <p:spPr>
          <a:xfrm>
            <a:off x="8310831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A1_bar_GT_11059">
            <a:extLst>
              <a:ext uri="{FF2B5EF4-FFF2-40B4-BE49-F238E27FC236}">
                <a16:creationId xmlns:a16="http://schemas.microsoft.com/office/drawing/2014/main" id="{7A07556A-3EED-4F30-A81A-F9D4AAC019D5}"/>
              </a:ext>
            </a:extLst>
          </p:cNvPr>
          <p:cNvSpPr>
            <a:spLocks noGrp="1"/>
          </p:cNvSpPr>
          <p:nvPr/>
        </p:nvSpPr>
        <p:spPr>
          <a:xfrm>
            <a:off x="8261296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A1_bar_GT_11060">
            <a:extLst>
              <a:ext uri="{FF2B5EF4-FFF2-40B4-BE49-F238E27FC236}">
                <a16:creationId xmlns:a16="http://schemas.microsoft.com/office/drawing/2014/main" id="{AEE671BB-ED30-4F3B-9884-1C53FBCC03BC}"/>
              </a:ext>
            </a:extLst>
          </p:cNvPr>
          <p:cNvSpPr>
            <a:spLocks noGrp="1"/>
          </p:cNvSpPr>
          <p:nvPr/>
        </p:nvSpPr>
        <p:spPr>
          <a:xfrm>
            <a:off x="816682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A1_bar_GT_11061">
            <a:extLst>
              <a:ext uri="{FF2B5EF4-FFF2-40B4-BE49-F238E27FC236}">
                <a16:creationId xmlns:a16="http://schemas.microsoft.com/office/drawing/2014/main" id="{477AE6E7-9EB7-497E-828A-D944FA7E1201}"/>
              </a:ext>
            </a:extLst>
          </p:cNvPr>
          <p:cNvSpPr>
            <a:spLocks noGrp="1"/>
          </p:cNvSpPr>
          <p:nvPr/>
        </p:nvSpPr>
        <p:spPr>
          <a:xfrm>
            <a:off x="82413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A1_bar_GT_11062">
            <a:extLst>
              <a:ext uri="{FF2B5EF4-FFF2-40B4-BE49-F238E27FC236}">
                <a16:creationId xmlns:a16="http://schemas.microsoft.com/office/drawing/2014/main" id="{2CD51DCB-3D55-40F4-B2B7-279A8E2BDB86}"/>
              </a:ext>
            </a:extLst>
          </p:cNvPr>
          <p:cNvSpPr>
            <a:spLocks noGrp="1"/>
          </p:cNvSpPr>
          <p:nvPr/>
        </p:nvSpPr>
        <p:spPr>
          <a:xfrm>
            <a:off x="824855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A1_bar_GT_11063">
            <a:extLst>
              <a:ext uri="{FF2B5EF4-FFF2-40B4-BE49-F238E27FC236}">
                <a16:creationId xmlns:a16="http://schemas.microsoft.com/office/drawing/2014/main" id="{44292D17-FC84-47CC-91B9-5A21F4455167}"/>
              </a:ext>
            </a:extLst>
          </p:cNvPr>
          <p:cNvSpPr>
            <a:spLocks noGrp="1"/>
          </p:cNvSpPr>
          <p:nvPr/>
        </p:nvSpPr>
        <p:spPr>
          <a:xfrm>
            <a:off x="807521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A1_bar_GT_11064">
            <a:extLst>
              <a:ext uri="{FF2B5EF4-FFF2-40B4-BE49-F238E27FC236}">
                <a16:creationId xmlns:a16="http://schemas.microsoft.com/office/drawing/2014/main" id="{61066105-AF1F-4B00-8B07-12AB60D661BB}"/>
              </a:ext>
            </a:extLst>
          </p:cNvPr>
          <p:cNvSpPr>
            <a:spLocks noGrp="1"/>
          </p:cNvSpPr>
          <p:nvPr/>
        </p:nvSpPr>
        <p:spPr>
          <a:xfrm>
            <a:off x="8244515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A1_bar_GT_11065">
            <a:extLst>
              <a:ext uri="{FF2B5EF4-FFF2-40B4-BE49-F238E27FC236}">
                <a16:creationId xmlns:a16="http://schemas.microsoft.com/office/drawing/2014/main" id="{1C943F24-7B85-4F4A-9C53-598631EF7317}"/>
              </a:ext>
            </a:extLst>
          </p:cNvPr>
          <p:cNvSpPr>
            <a:spLocks noGrp="1"/>
          </p:cNvSpPr>
          <p:nvPr/>
        </p:nvSpPr>
        <p:spPr>
          <a:xfrm>
            <a:off x="83024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A1_bar_GT_11066">
            <a:extLst>
              <a:ext uri="{FF2B5EF4-FFF2-40B4-BE49-F238E27FC236}">
                <a16:creationId xmlns:a16="http://schemas.microsoft.com/office/drawing/2014/main" id="{D3F6D91E-B757-4071-9671-BF198DED1B8E}"/>
              </a:ext>
            </a:extLst>
          </p:cNvPr>
          <p:cNvSpPr>
            <a:spLocks noGrp="1"/>
          </p:cNvSpPr>
          <p:nvPr/>
        </p:nvSpPr>
        <p:spPr>
          <a:xfrm>
            <a:off x="815271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A1_bar_GT_11067">
            <a:extLst>
              <a:ext uri="{FF2B5EF4-FFF2-40B4-BE49-F238E27FC236}">
                <a16:creationId xmlns:a16="http://schemas.microsoft.com/office/drawing/2014/main" id="{0EF9CBB4-88D0-4164-971B-2A79C34457DD}"/>
              </a:ext>
            </a:extLst>
          </p:cNvPr>
          <p:cNvSpPr>
            <a:spLocks noGrp="1"/>
          </p:cNvSpPr>
          <p:nvPr/>
        </p:nvSpPr>
        <p:spPr>
          <a:xfrm>
            <a:off x="8270631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A1_bar_GT_11068">
            <a:extLst>
              <a:ext uri="{FF2B5EF4-FFF2-40B4-BE49-F238E27FC236}">
                <a16:creationId xmlns:a16="http://schemas.microsoft.com/office/drawing/2014/main" id="{E818109F-664A-45E9-A561-9FEEDF357088}"/>
              </a:ext>
            </a:extLst>
          </p:cNvPr>
          <p:cNvSpPr>
            <a:spLocks noGrp="1"/>
          </p:cNvSpPr>
          <p:nvPr/>
        </p:nvSpPr>
        <p:spPr>
          <a:xfrm>
            <a:off x="825260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A1_bar_GT_11069">
            <a:extLst>
              <a:ext uri="{FF2B5EF4-FFF2-40B4-BE49-F238E27FC236}">
                <a16:creationId xmlns:a16="http://schemas.microsoft.com/office/drawing/2014/main" id="{2F8B1261-EBA0-494F-8830-7B95CF6DA681}"/>
              </a:ext>
            </a:extLst>
          </p:cNvPr>
          <p:cNvSpPr>
            <a:spLocks noGrp="1"/>
          </p:cNvSpPr>
          <p:nvPr/>
        </p:nvSpPr>
        <p:spPr>
          <a:xfrm>
            <a:off x="8212257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A1_bar_GT_11070">
            <a:extLst>
              <a:ext uri="{FF2B5EF4-FFF2-40B4-BE49-F238E27FC236}">
                <a16:creationId xmlns:a16="http://schemas.microsoft.com/office/drawing/2014/main" id="{EB8090A4-A711-4DA1-B7F3-49D70837614F}"/>
              </a:ext>
            </a:extLst>
          </p:cNvPr>
          <p:cNvSpPr>
            <a:spLocks noGrp="1"/>
          </p:cNvSpPr>
          <p:nvPr/>
        </p:nvSpPr>
        <p:spPr>
          <a:xfrm>
            <a:off x="8263119" y="345101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A1_bar_GT_11071">
            <a:extLst>
              <a:ext uri="{FF2B5EF4-FFF2-40B4-BE49-F238E27FC236}">
                <a16:creationId xmlns:a16="http://schemas.microsoft.com/office/drawing/2014/main" id="{1F67FB1B-62FB-4683-B6F4-B269F9F43753}"/>
              </a:ext>
            </a:extLst>
          </p:cNvPr>
          <p:cNvSpPr>
            <a:spLocks noGrp="1"/>
          </p:cNvSpPr>
          <p:nvPr/>
        </p:nvSpPr>
        <p:spPr>
          <a:xfrm>
            <a:off x="8147648" y="58873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A1_bar_GT_11072">
            <a:extLst>
              <a:ext uri="{FF2B5EF4-FFF2-40B4-BE49-F238E27FC236}">
                <a16:creationId xmlns:a16="http://schemas.microsoft.com/office/drawing/2014/main" id="{373266BA-D9C9-42F5-A8EB-B740785ECD83}"/>
              </a:ext>
            </a:extLst>
          </p:cNvPr>
          <p:cNvSpPr>
            <a:spLocks noGrp="1"/>
          </p:cNvSpPr>
          <p:nvPr/>
        </p:nvSpPr>
        <p:spPr>
          <a:xfrm>
            <a:off x="8172488" y="44617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A1_bar_GT_11073">
            <a:extLst>
              <a:ext uri="{FF2B5EF4-FFF2-40B4-BE49-F238E27FC236}">
                <a16:creationId xmlns:a16="http://schemas.microsoft.com/office/drawing/2014/main" id="{69B6075B-B7D8-4518-AA07-72E9105082E3}"/>
              </a:ext>
            </a:extLst>
          </p:cNvPr>
          <p:cNvSpPr>
            <a:spLocks noGrp="1"/>
          </p:cNvSpPr>
          <p:nvPr/>
        </p:nvSpPr>
        <p:spPr>
          <a:xfrm>
            <a:off x="8098088" y="60104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A1_bar_GT_11074">
            <a:extLst>
              <a:ext uri="{FF2B5EF4-FFF2-40B4-BE49-F238E27FC236}">
                <a16:creationId xmlns:a16="http://schemas.microsoft.com/office/drawing/2014/main" id="{988C8152-6BD3-4C39-A691-641AA8AAE4FB}"/>
              </a:ext>
            </a:extLst>
          </p:cNvPr>
          <p:cNvSpPr>
            <a:spLocks noGrp="1"/>
          </p:cNvSpPr>
          <p:nvPr/>
        </p:nvSpPr>
        <p:spPr>
          <a:xfrm>
            <a:off x="8243767" y="58730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A1_bar_GT_11075">
            <a:extLst>
              <a:ext uri="{FF2B5EF4-FFF2-40B4-BE49-F238E27FC236}">
                <a16:creationId xmlns:a16="http://schemas.microsoft.com/office/drawing/2014/main" id="{F531F99B-DCC4-41E3-89A9-E99457689F50}"/>
              </a:ext>
            </a:extLst>
          </p:cNvPr>
          <p:cNvSpPr>
            <a:spLocks noGrp="1"/>
          </p:cNvSpPr>
          <p:nvPr/>
        </p:nvSpPr>
        <p:spPr>
          <a:xfrm>
            <a:off x="8264659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A1_bar_GT_11076">
            <a:extLst>
              <a:ext uri="{FF2B5EF4-FFF2-40B4-BE49-F238E27FC236}">
                <a16:creationId xmlns:a16="http://schemas.microsoft.com/office/drawing/2014/main" id="{697A4911-6A66-402E-9B7B-A37FEB379A4D}"/>
              </a:ext>
            </a:extLst>
          </p:cNvPr>
          <p:cNvSpPr>
            <a:spLocks noGrp="1"/>
          </p:cNvSpPr>
          <p:nvPr/>
        </p:nvSpPr>
        <p:spPr>
          <a:xfrm>
            <a:off x="8170020" y="602352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A1_bar_GT_11077">
            <a:extLst>
              <a:ext uri="{FF2B5EF4-FFF2-40B4-BE49-F238E27FC236}">
                <a16:creationId xmlns:a16="http://schemas.microsoft.com/office/drawing/2014/main" id="{2A6BE3B8-5422-4048-89ED-2FCE3A22FDD4}"/>
              </a:ext>
            </a:extLst>
          </p:cNvPr>
          <p:cNvSpPr>
            <a:spLocks noGrp="1"/>
          </p:cNvSpPr>
          <p:nvPr/>
        </p:nvSpPr>
        <p:spPr>
          <a:xfrm>
            <a:off x="8278674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A1_bar_GT_11078">
            <a:extLst>
              <a:ext uri="{FF2B5EF4-FFF2-40B4-BE49-F238E27FC236}">
                <a16:creationId xmlns:a16="http://schemas.microsoft.com/office/drawing/2014/main" id="{68B01D1F-C9F7-418C-99C4-33119C0A4FD0}"/>
              </a:ext>
            </a:extLst>
          </p:cNvPr>
          <p:cNvSpPr>
            <a:spLocks noGrp="1"/>
          </p:cNvSpPr>
          <p:nvPr/>
        </p:nvSpPr>
        <p:spPr>
          <a:xfrm>
            <a:off x="8261535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A1_bar_GT_11079">
            <a:extLst>
              <a:ext uri="{FF2B5EF4-FFF2-40B4-BE49-F238E27FC236}">
                <a16:creationId xmlns:a16="http://schemas.microsoft.com/office/drawing/2014/main" id="{E4F6101A-3F38-4054-9A17-259A32DFE988}"/>
              </a:ext>
            </a:extLst>
          </p:cNvPr>
          <p:cNvSpPr>
            <a:spLocks noGrp="1"/>
          </p:cNvSpPr>
          <p:nvPr/>
        </p:nvSpPr>
        <p:spPr>
          <a:xfrm>
            <a:off x="82952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A1_bar_GT_11080">
            <a:extLst>
              <a:ext uri="{FF2B5EF4-FFF2-40B4-BE49-F238E27FC236}">
                <a16:creationId xmlns:a16="http://schemas.microsoft.com/office/drawing/2014/main" id="{93D5648F-6658-4AF9-B33E-2BDAAAB838AB}"/>
              </a:ext>
            </a:extLst>
          </p:cNvPr>
          <p:cNvSpPr>
            <a:spLocks noGrp="1"/>
          </p:cNvSpPr>
          <p:nvPr/>
        </p:nvSpPr>
        <p:spPr>
          <a:xfrm>
            <a:off x="83104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A1_bar_GT_11081">
            <a:extLst>
              <a:ext uri="{FF2B5EF4-FFF2-40B4-BE49-F238E27FC236}">
                <a16:creationId xmlns:a16="http://schemas.microsoft.com/office/drawing/2014/main" id="{3712013B-5C21-4191-AE0F-A2A6C26F120D}"/>
              </a:ext>
            </a:extLst>
          </p:cNvPr>
          <p:cNvSpPr>
            <a:spLocks noGrp="1"/>
          </p:cNvSpPr>
          <p:nvPr/>
        </p:nvSpPr>
        <p:spPr>
          <a:xfrm>
            <a:off x="829991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A1_bar_GT_11082">
            <a:extLst>
              <a:ext uri="{FF2B5EF4-FFF2-40B4-BE49-F238E27FC236}">
                <a16:creationId xmlns:a16="http://schemas.microsoft.com/office/drawing/2014/main" id="{E23D5E1C-F0EA-414D-9E32-98EF6B3A2CC1}"/>
              </a:ext>
            </a:extLst>
          </p:cNvPr>
          <p:cNvSpPr>
            <a:spLocks noGrp="1"/>
          </p:cNvSpPr>
          <p:nvPr/>
        </p:nvSpPr>
        <p:spPr>
          <a:xfrm>
            <a:off x="825126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A1_bar_GT_11083">
            <a:extLst>
              <a:ext uri="{FF2B5EF4-FFF2-40B4-BE49-F238E27FC236}">
                <a16:creationId xmlns:a16="http://schemas.microsoft.com/office/drawing/2014/main" id="{46C7415E-4764-4E7E-A4D5-4264D717D865}"/>
              </a:ext>
            </a:extLst>
          </p:cNvPr>
          <p:cNvSpPr>
            <a:spLocks noGrp="1"/>
          </p:cNvSpPr>
          <p:nvPr/>
        </p:nvSpPr>
        <p:spPr>
          <a:xfrm>
            <a:off x="8295022" y="47364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A1_bar_GT_11084">
            <a:extLst>
              <a:ext uri="{FF2B5EF4-FFF2-40B4-BE49-F238E27FC236}">
                <a16:creationId xmlns:a16="http://schemas.microsoft.com/office/drawing/2014/main" id="{2B63BAAD-BB98-45B1-A7FC-E7EF8E4A1074}"/>
              </a:ext>
            </a:extLst>
          </p:cNvPr>
          <p:cNvSpPr>
            <a:spLocks noGrp="1"/>
          </p:cNvSpPr>
          <p:nvPr/>
        </p:nvSpPr>
        <p:spPr>
          <a:xfrm>
            <a:off x="8105336" y="592121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A1_bar_GT_11085">
            <a:extLst>
              <a:ext uri="{FF2B5EF4-FFF2-40B4-BE49-F238E27FC236}">
                <a16:creationId xmlns:a16="http://schemas.microsoft.com/office/drawing/2014/main" id="{046F819D-369E-4928-B96B-D655F4073C22}"/>
              </a:ext>
            </a:extLst>
          </p:cNvPr>
          <p:cNvSpPr>
            <a:spLocks noGrp="1"/>
          </p:cNvSpPr>
          <p:nvPr/>
        </p:nvSpPr>
        <p:spPr>
          <a:xfrm>
            <a:off x="8142257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A1_bar_GT_11086">
            <a:extLst>
              <a:ext uri="{FF2B5EF4-FFF2-40B4-BE49-F238E27FC236}">
                <a16:creationId xmlns:a16="http://schemas.microsoft.com/office/drawing/2014/main" id="{8F7C404B-C035-43BB-93C1-0F75EA404236}"/>
              </a:ext>
            </a:extLst>
          </p:cNvPr>
          <p:cNvSpPr>
            <a:spLocks noGrp="1"/>
          </p:cNvSpPr>
          <p:nvPr/>
        </p:nvSpPr>
        <p:spPr>
          <a:xfrm>
            <a:off x="8086528" y="474522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A1_bar_GT_11087">
            <a:extLst>
              <a:ext uri="{FF2B5EF4-FFF2-40B4-BE49-F238E27FC236}">
                <a16:creationId xmlns:a16="http://schemas.microsoft.com/office/drawing/2014/main" id="{9DEA2A74-403B-4E0D-89C7-E48E9BFE1256}"/>
              </a:ext>
            </a:extLst>
          </p:cNvPr>
          <p:cNvSpPr>
            <a:spLocks noGrp="1"/>
          </p:cNvSpPr>
          <p:nvPr/>
        </p:nvSpPr>
        <p:spPr>
          <a:xfrm>
            <a:off x="8250190" y="545984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A1_bar_GT_11088">
            <a:extLst>
              <a:ext uri="{FF2B5EF4-FFF2-40B4-BE49-F238E27FC236}">
                <a16:creationId xmlns:a16="http://schemas.microsoft.com/office/drawing/2014/main" id="{C69E0AEB-59F1-44E2-A0B0-EEAB8461FE5A}"/>
              </a:ext>
            </a:extLst>
          </p:cNvPr>
          <p:cNvSpPr>
            <a:spLocks noGrp="1"/>
          </p:cNvSpPr>
          <p:nvPr/>
        </p:nvSpPr>
        <p:spPr>
          <a:xfrm>
            <a:off x="8126162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A1_bar_GT_11089">
            <a:extLst>
              <a:ext uri="{FF2B5EF4-FFF2-40B4-BE49-F238E27FC236}">
                <a16:creationId xmlns:a16="http://schemas.microsoft.com/office/drawing/2014/main" id="{51C7269F-84D3-414C-91C2-BBD1B9DBA714}"/>
              </a:ext>
            </a:extLst>
          </p:cNvPr>
          <p:cNvSpPr>
            <a:spLocks noGrp="1"/>
          </p:cNvSpPr>
          <p:nvPr/>
        </p:nvSpPr>
        <p:spPr>
          <a:xfrm>
            <a:off x="8151913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A1_bar_GT_11090">
            <a:extLst>
              <a:ext uri="{FF2B5EF4-FFF2-40B4-BE49-F238E27FC236}">
                <a16:creationId xmlns:a16="http://schemas.microsoft.com/office/drawing/2014/main" id="{CEC54C87-5165-415A-97EA-F6F2076E53DB}"/>
              </a:ext>
            </a:extLst>
          </p:cNvPr>
          <p:cNvSpPr>
            <a:spLocks noGrp="1"/>
          </p:cNvSpPr>
          <p:nvPr/>
        </p:nvSpPr>
        <p:spPr>
          <a:xfrm>
            <a:off x="808826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A1_bar_GT_11091">
            <a:extLst>
              <a:ext uri="{FF2B5EF4-FFF2-40B4-BE49-F238E27FC236}">
                <a16:creationId xmlns:a16="http://schemas.microsoft.com/office/drawing/2014/main" id="{6F148F47-B622-4ACD-8207-B6FC485BDF81}"/>
              </a:ext>
            </a:extLst>
          </p:cNvPr>
          <p:cNvSpPr>
            <a:spLocks noGrp="1"/>
          </p:cNvSpPr>
          <p:nvPr/>
        </p:nvSpPr>
        <p:spPr>
          <a:xfrm>
            <a:off x="814669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A1_bar_GT_11092">
            <a:extLst>
              <a:ext uri="{FF2B5EF4-FFF2-40B4-BE49-F238E27FC236}">
                <a16:creationId xmlns:a16="http://schemas.microsoft.com/office/drawing/2014/main" id="{F010FE5E-6080-4F25-98BB-3D455598D6DB}"/>
              </a:ext>
            </a:extLst>
          </p:cNvPr>
          <p:cNvSpPr>
            <a:spLocks noGrp="1"/>
          </p:cNvSpPr>
          <p:nvPr/>
        </p:nvSpPr>
        <p:spPr>
          <a:xfrm>
            <a:off x="8181385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A1_bar_GT_11093">
            <a:extLst>
              <a:ext uri="{FF2B5EF4-FFF2-40B4-BE49-F238E27FC236}">
                <a16:creationId xmlns:a16="http://schemas.microsoft.com/office/drawing/2014/main" id="{48906279-F866-492A-B0D8-08D17A7FF992}"/>
              </a:ext>
            </a:extLst>
          </p:cNvPr>
          <p:cNvSpPr>
            <a:spLocks noGrp="1"/>
          </p:cNvSpPr>
          <p:nvPr/>
        </p:nvSpPr>
        <p:spPr>
          <a:xfrm>
            <a:off x="8063545" y="496130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A1_bar_GT_11094">
            <a:extLst>
              <a:ext uri="{FF2B5EF4-FFF2-40B4-BE49-F238E27FC236}">
                <a16:creationId xmlns:a16="http://schemas.microsoft.com/office/drawing/2014/main" id="{019061DB-02E9-4D78-8C08-DBD3D552BCE3}"/>
              </a:ext>
            </a:extLst>
          </p:cNvPr>
          <p:cNvSpPr>
            <a:spLocks noGrp="1"/>
          </p:cNvSpPr>
          <p:nvPr/>
        </p:nvSpPr>
        <p:spPr>
          <a:xfrm>
            <a:off x="827135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A1_bar_GT_11095">
            <a:extLst>
              <a:ext uri="{FF2B5EF4-FFF2-40B4-BE49-F238E27FC236}">
                <a16:creationId xmlns:a16="http://schemas.microsoft.com/office/drawing/2014/main" id="{6982B77E-D782-4B1E-82CC-9C5479882ABF}"/>
              </a:ext>
            </a:extLst>
          </p:cNvPr>
          <p:cNvSpPr>
            <a:spLocks noGrp="1"/>
          </p:cNvSpPr>
          <p:nvPr/>
        </p:nvSpPr>
        <p:spPr>
          <a:xfrm>
            <a:off x="8167281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A1_bar_GT_11096">
            <a:extLst>
              <a:ext uri="{FF2B5EF4-FFF2-40B4-BE49-F238E27FC236}">
                <a16:creationId xmlns:a16="http://schemas.microsoft.com/office/drawing/2014/main" id="{21363FEE-24FE-4B7F-8260-8F7B932E16F1}"/>
              </a:ext>
            </a:extLst>
          </p:cNvPr>
          <p:cNvSpPr>
            <a:spLocks noGrp="1"/>
          </p:cNvSpPr>
          <p:nvPr/>
        </p:nvSpPr>
        <p:spPr>
          <a:xfrm>
            <a:off x="813030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A1_bar_GT_11097">
            <a:extLst>
              <a:ext uri="{FF2B5EF4-FFF2-40B4-BE49-F238E27FC236}">
                <a16:creationId xmlns:a16="http://schemas.microsoft.com/office/drawing/2014/main" id="{559C0EFF-1B77-4779-8A28-2C89D54DEC89}"/>
              </a:ext>
            </a:extLst>
          </p:cNvPr>
          <p:cNvSpPr>
            <a:spLocks noGrp="1"/>
          </p:cNvSpPr>
          <p:nvPr/>
        </p:nvSpPr>
        <p:spPr>
          <a:xfrm>
            <a:off x="8158651" y="352499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A1_bar_GT_11098">
            <a:extLst>
              <a:ext uri="{FF2B5EF4-FFF2-40B4-BE49-F238E27FC236}">
                <a16:creationId xmlns:a16="http://schemas.microsoft.com/office/drawing/2014/main" id="{A625F288-2B53-4FA6-AE12-AB92436885EA}"/>
              </a:ext>
            </a:extLst>
          </p:cNvPr>
          <p:cNvSpPr>
            <a:spLocks noGrp="1"/>
          </p:cNvSpPr>
          <p:nvPr/>
        </p:nvSpPr>
        <p:spPr>
          <a:xfrm>
            <a:off x="826036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A1_bar_GT_11099">
            <a:extLst>
              <a:ext uri="{FF2B5EF4-FFF2-40B4-BE49-F238E27FC236}">
                <a16:creationId xmlns:a16="http://schemas.microsoft.com/office/drawing/2014/main" id="{DB48BE83-D88A-45B6-989C-A34980EA3778}"/>
              </a:ext>
            </a:extLst>
          </p:cNvPr>
          <p:cNvSpPr>
            <a:spLocks noGrp="1"/>
          </p:cNvSpPr>
          <p:nvPr/>
        </p:nvSpPr>
        <p:spPr>
          <a:xfrm>
            <a:off x="8265444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A1_bar_GT_11100">
            <a:extLst>
              <a:ext uri="{FF2B5EF4-FFF2-40B4-BE49-F238E27FC236}">
                <a16:creationId xmlns:a16="http://schemas.microsoft.com/office/drawing/2014/main" id="{FD28F7EA-FC30-40C4-91BE-D8378C049775}"/>
              </a:ext>
            </a:extLst>
          </p:cNvPr>
          <p:cNvSpPr>
            <a:spLocks noGrp="1"/>
          </p:cNvSpPr>
          <p:nvPr/>
        </p:nvSpPr>
        <p:spPr>
          <a:xfrm>
            <a:off x="8187995" y="542341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A1_bar_GT_11101">
            <a:extLst>
              <a:ext uri="{FF2B5EF4-FFF2-40B4-BE49-F238E27FC236}">
                <a16:creationId xmlns:a16="http://schemas.microsoft.com/office/drawing/2014/main" id="{30392230-F761-47A7-86AB-8070E30CA1D5}"/>
              </a:ext>
            </a:extLst>
          </p:cNvPr>
          <p:cNvSpPr>
            <a:spLocks noGrp="1"/>
          </p:cNvSpPr>
          <p:nvPr/>
        </p:nvSpPr>
        <p:spPr>
          <a:xfrm>
            <a:off x="822713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A1_bar_GT_11102">
            <a:extLst>
              <a:ext uri="{FF2B5EF4-FFF2-40B4-BE49-F238E27FC236}">
                <a16:creationId xmlns:a16="http://schemas.microsoft.com/office/drawing/2014/main" id="{5217D6E0-B6B0-4C64-96DC-6B72521352D1}"/>
              </a:ext>
            </a:extLst>
          </p:cNvPr>
          <p:cNvSpPr>
            <a:spLocks noGrp="1"/>
          </p:cNvSpPr>
          <p:nvPr/>
        </p:nvSpPr>
        <p:spPr>
          <a:xfrm>
            <a:off x="8189925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A1_bar_GT_11103">
            <a:extLst>
              <a:ext uri="{FF2B5EF4-FFF2-40B4-BE49-F238E27FC236}">
                <a16:creationId xmlns:a16="http://schemas.microsoft.com/office/drawing/2014/main" id="{36FACADB-62BE-47B1-899A-2D11CF823005}"/>
              </a:ext>
            </a:extLst>
          </p:cNvPr>
          <p:cNvSpPr>
            <a:spLocks noGrp="1"/>
          </p:cNvSpPr>
          <p:nvPr/>
        </p:nvSpPr>
        <p:spPr>
          <a:xfrm>
            <a:off x="8125522" y="591483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A1_bar_GT_11104">
            <a:extLst>
              <a:ext uri="{FF2B5EF4-FFF2-40B4-BE49-F238E27FC236}">
                <a16:creationId xmlns:a16="http://schemas.microsoft.com/office/drawing/2014/main" id="{90F247AF-5E1B-482F-B032-894B2D5799BD}"/>
              </a:ext>
            </a:extLst>
          </p:cNvPr>
          <p:cNvSpPr>
            <a:spLocks noGrp="1"/>
          </p:cNvSpPr>
          <p:nvPr/>
        </p:nvSpPr>
        <p:spPr>
          <a:xfrm>
            <a:off x="8200744" y="434930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A1_bar_GT_11105">
            <a:extLst>
              <a:ext uri="{FF2B5EF4-FFF2-40B4-BE49-F238E27FC236}">
                <a16:creationId xmlns:a16="http://schemas.microsoft.com/office/drawing/2014/main" id="{CEAB9C97-42D9-4070-9DA9-FD8990A7A338}"/>
              </a:ext>
            </a:extLst>
          </p:cNvPr>
          <p:cNvSpPr>
            <a:spLocks noGrp="1"/>
          </p:cNvSpPr>
          <p:nvPr/>
        </p:nvSpPr>
        <p:spPr>
          <a:xfrm>
            <a:off x="810711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A1_bar_GT_11106">
            <a:extLst>
              <a:ext uri="{FF2B5EF4-FFF2-40B4-BE49-F238E27FC236}">
                <a16:creationId xmlns:a16="http://schemas.microsoft.com/office/drawing/2014/main" id="{F77A29E5-EFB1-4C10-909E-B2F1755641DE}"/>
              </a:ext>
            </a:extLst>
          </p:cNvPr>
          <p:cNvSpPr>
            <a:spLocks noGrp="1"/>
          </p:cNvSpPr>
          <p:nvPr/>
        </p:nvSpPr>
        <p:spPr>
          <a:xfrm>
            <a:off x="829694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A1_bar_GT_11107">
            <a:extLst>
              <a:ext uri="{FF2B5EF4-FFF2-40B4-BE49-F238E27FC236}">
                <a16:creationId xmlns:a16="http://schemas.microsoft.com/office/drawing/2014/main" id="{5E1C0BD4-96B8-4697-9BC6-1C423E74BEDD}"/>
              </a:ext>
            </a:extLst>
          </p:cNvPr>
          <p:cNvSpPr>
            <a:spLocks noGrp="1"/>
          </p:cNvSpPr>
          <p:nvPr/>
        </p:nvSpPr>
        <p:spPr>
          <a:xfrm>
            <a:off x="8078430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A1_bar_GT_11108">
            <a:extLst>
              <a:ext uri="{FF2B5EF4-FFF2-40B4-BE49-F238E27FC236}">
                <a16:creationId xmlns:a16="http://schemas.microsoft.com/office/drawing/2014/main" id="{00C38652-CE85-46C4-9B1B-D06B7B94DDE0}"/>
              </a:ext>
            </a:extLst>
          </p:cNvPr>
          <p:cNvSpPr>
            <a:spLocks noGrp="1"/>
          </p:cNvSpPr>
          <p:nvPr/>
        </p:nvSpPr>
        <p:spPr>
          <a:xfrm>
            <a:off x="8287293" y="45897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A1_bar_GT_11109">
            <a:extLst>
              <a:ext uri="{FF2B5EF4-FFF2-40B4-BE49-F238E27FC236}">
                <a16:creationId xmlns:a16="http://schemas.microsoft.com/office/drawing/2014/main" id="{C90C8E4B-0EC4-4817-BEEF-39AC11EB6792}"/>
              </a:ext>
            </a:extLst>
          </p:cNvPr>
          <p:cNvSpPr>
            <a:spLocks noGrp="1"/>
          </p:cNvSpPr>
          <p:nvPr/>
        </p:nvSpPr>
        <p:spPr>
          <a:xfrm>
            <a:off x="8199356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A1_bar_GT_11110">
            <a:extLst>
              <a:ext uri="{FF2B5EF4-FFF2-40B4-BE49-F238E27FC236}">
                <a16:creationId xmlns:a16="http://schemas.microsoft.com/office/drawing/2014/main" id="{662265ED-B6DD-432B-9932-9427E3775888}"/>
              </a:ext>
            </a:extLst>
          </p:cNvPr>
          <p:cNvSpPr>
            <a:spLocks noGrp="1"/>
          </p:cNvSpPr>
          <p:nvPr/>
        </p:nvSpPr>
        <p:spPr>
          <a:xfrm>
            <a:off x="816215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A1_bar_GT_11111">
            <a:extLst>
              <a:ext uri="{FF2B5EF4-FFF2-40B4-BE49-F238E27FC236}">
                <a16:creationId xmlns:a16="http://schemas.microsoft.com/office/drawing/2014/main" id="{23F8EC52-DBDA-4B45-8305-027B88ABC5D9}"/>
              </a:ext>
            </a:extLst>
          </p:cNvPr>
          <p:cNvSpPr>
            <a:spLocks noGrp="1"/>
          </p:cNvSpPr>
          <p:nvPr/>
        </p:nvSpPr>
        <p:spPr>
          <a:xfrm>
            <a:off x="814598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A1_bar_GT_11112">
            <a:extLst>
              <a:ext uri="{FF2B5EF4-FFF2-40B4-BE49-F238E27FC236}">
                <a16:creationId xmlns:a16="http://schemas.microsoft.com/office/drawing/2014/main" id="{63D860C5-7DE3-452F-A93C-2F2365485A53}"/>
              </a:ext>
            </a:extLst>
          </p:cNvPr>
          <p:cNvSpPr>
            <a:spLocks noGrp="1"/>
          </p:cNvSpPr>
          <p:nvPr/>
        </p:nvSpPr>
        <p:spPr>
          <a:xfrm>
            <a:off x="807767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A1_bar_GT_11113">
            <a:extLst>
              <a:ext uri="{FF2B5EF4-FFF2-40B4-BE49-F238E27FC236}">
                <a16:creationId xmlns:a16="http://schemas.microsoft.com/office/drawing/2014/main" id="{33052F07-A757-4374-87FD-9540CAF6AA34}"/>
              </a:ext>
            </a:extLst>
          </p:cNvPr>
          <p:cNvSpPr>
            <a:spLocks noGrp="1"/>
          </p:cNvSpPr>
          <p:nvPr/>
        </p:nvSpPr>
        <p:spPr>
          <a:xfrm>
            <a:off x="8090310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A1_bar_GT_11114">
            <a:extLst>
              <a:ext uri="{FF2B5EF4-FFF2-40B4-BE49-F238E27FC236}">
                <a16:creationId xmlns:a16="http://schemas.microsoft.com/office/drawing/2014/main" id="{30029EB1-0564-4B1F-877A-4EC5F1AF264A}"/>
              </a:ext>
            </a:extLst>
          </p:cNvPr>
          <p:cNvSpPr>
            <a:spLocks noGrp="1"/>
          </p:cNvSpPr>
          <p:nvPr/>
        </p:nvSpPr>
        <p:spPr>
          <a:xfrm>
            <a:off x="810387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A1_bar_GT_11115">
            <a:extLst>
              <a:ext uri="{FF2B5EF4-FFF2-40B4-BE49-F238E27FC236}">
                <a16:creationId xmlns:a16="http://schemas.microsoft.com/office/drawing/2014/main" id="{EEF8DF0E-37F5-459E-89ED-FDA0E058131F}"/>
              </a:ext>
            </a:extLst>
          </p:cNvPr>
          <p:cNvSpPr>
            <a:spLocks noGrp="1"/>
          </p:cNvSpPr>
          <p:nvPr/>
        </p:nvSpPr>
        <p:spPr>
          <a:xfrm>
            <a:off x="826590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A1_bar_GT_11116">
            <a:extLst>
              <a:ext uri="{FF2B5EF4-FFF2-40B4-BE49-F238E27FC236}">
                <a16:creationId xmlns:a16="http://schemas.microsoft.com/office/drawing/2014/main" id="{1011AE59-2138-4CE6-81C4-4604F731FE14}"/>
              </a:ext>
            </a:extLst>
          </p:cNvPr>
          <p:cNvSpPr>
            <a:spLocks noGrp="1"/>
          </p:cNvSpPr>
          <p:nvPr/>
        </p:nvSpPr>
        <p:spPr>
          <a:xfrm>
            <a:off x="8109217" y="564823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A1_bar_GT_11117">
            <a:extLst>
              <a:ext uri="{FF2B5EF4-FFF2-40B4-BE49-F238E27FC236}">
                <a16:creationId xmlns:a16="http://schemas.microsoft.com/office/drawing/2014/main" id="{978C55D9-3BD4-4DF7-858D-FAF44553E8D5}"/>
              </a:ext>
            </a:extLst>
          </p:cNvPr>
          <p:cNvSpPr>
            <a:spLocks noGrp="1"/>
          </p:cNvSpPr>
          <p:nvPr/>
        </p:nvSpPr>
        <p:spPr>
          <a:xfrm>
            <a:off x="8312086" y="51185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A1_bar_GT_11118">
            <a:extLst>
              <a:ext uri="{FF2B5EF4-FFF2-40B4-BE49-F238E27FC236}">
                <a16:creationId xmlns:a16="http://schemas.microsoft.com/office/drawing/2014/main" id="{CEC9730E-D3EF-40D3-8172-EEEB43DD51AD}"/>
              </a:ext>
            </a:extLst>
          </p:cNvPr>
          <p:cNvSpPr>
            <a:spLocks noGrp="1"/>
          </p:cNvSpPr>
          <p:nvPr/>
        </p:nvSpPr>
        <p:spPr>
          <a:xfrm>
            <a:off x="8311623" y="45649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A1_bar_GT_11119">
            <a:extLst>
              <a:ext uri="{FF2B5EF4-FFF2-40B4-BE49-F238E27FC236}">
                <a16:creationId xmlns:a16="http://schemas.microsoft.com/office/drawing/2014/main" id="{C3407B7A-E26B-4D75-B805-7E5396C2D49E}"/>
              </a:ext>
            </a:extLst>
          </p:cNvPr>
          <p:cNvSpPr>
            <a:spLocks noGrp="1"/>
          </p:cNvSpPr>
          <p:nvPr/>
        </p:nvSpPr>
        <p:spPr>
          <a:xfrm>
            <a:off x="815269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A1_bar_GT_11120">
            <a:extLst>
              <a:ext uri="{FF2B5EF4-FFF2-40B4-BE49-F238E27FC236}">
                <a16:creationId xmlns:a16="http://schemas.microsoft.com/office/drawing/2014/main" id="{86746C11-A364-4FBC-A72A-C1A400328545}"/>
              </a:ext>
            </a:extLst>
          </p:cNvPr>
          <p:cNvSpPr>
            <a:spLocks noGrp="1"/>
          </p:cNvSpPr>
          <p:nvPr/>
        </p:nvSpPr>
        <p:spPr>
          <a:xfrm>
            <a:off x="812012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A1_bar_GT_11121">
            <a:extLst>
              <a:ext uri="{FF2B5EF4-FFF2-40B4-BE49-F238E27FC236}">
                <a16:creationId xmlns:a16="http://schemas.microsoft.com/office/drawing/2014/main" id="{8399423D-D8FD-4349-9351-BDF3C84DADE8}"/>
              </a:ext>
            </a:extLst>
          </p:cNvPr>
          <p:cNvSpPr>
            <a:spLocks noGrp="1"/>
          </p:cNvSpPr>
          <p:nvPr/>
        </p:nvSpPr>
        <p:spPr>
          <a:xfrm>
            <a:off x="8251491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A1_bar_GT_11122">
            <a:extLst>
              <a:ext uri="{FF2B5EF4-FFF2-40B4-BE49-F238E27FC236}">
                <a16:creationId xmlns:a16="http://schemas.microsoft.com/office/drawing/2014/main" id="{9DADC732-A8B3-4413-AFE9-B973E870FFFC}"/>
              </a:ext>
            </a:extLst>
          </p:cNvPr>
          <p:cNvSpPr>
            <a:spLocks noGrp="1"/>
          </p:cNvSpPr>
          <p:nvPr/>
        </p:nvSpPr>
        <p:spPr>
          <a:xfrm>
            <a:off x="8308646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A1_bar_GT_11123">
            <a:extLst>
              <a:ext uri="{FF2B5EF4-FFF2-40B4-BE49-F238E27FC236}">
                <a16:creationId xmlns:a16="http://schemas.microsoft.com/office/drawing/2014/main" id="{7CD6D618-218C-4A3F-AB57-31B61FA7D550}"/>
              </a:ext>
            </a:extLst>
          </p:cNvPr>
          <p:cNvSpPr>
            <a:spLocks noGrp="1"/>
          </p:cNvSpPr>
          <p:nvPr/>
        </p:nvSpPr>
        <p:spPr>
          <a:xfrm>
            <a:off x="8081531" y="32127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A1_bar_GT_11124">
            <a:extLst>
              <a:ext uri="{FF2B5EF4-FFF2-40B4-BE49-F238E27FC236}">
                <a16:creationId xmlns:a16="http://schemas.microsoft.com/office/drawing/2014/main" id="{BD2B4750-44D7-4508-A751-1DCFFD1C79B0}"/>
              </a:ext>
            </a:extLst>
          </p:cNvPr>
          <p:cNvSpPr>
            <a:spLocks noGrp="1"/>
          </p:cNvSpPr>
          <p:nvPr/>
        </p:nvSpPr>
        <p:spPr>
          <a:xfrm>
            <a:off x="808421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A1_bar_GT_11125">
            <a:extLst>
              <a:ext uri="{FF2B5EF4-FFF2-40B4-BE49-F238E27FC236}">
                <a16:creationId xmlns:a16="http://schemas.microsoft.com/office/drawing/2014/main" id="{EE0FF368-1B2F-4542-94AB-60AE2F254B4D}"/>
              </a:ext>
            </a:extLst>
          </p:cNvPr>
          <p:cNvSpPr>
            <a:spLocks noGrp="1"/>
          </p:cNvSpPr>
          <p:nvPr/>
        </p:nvSpPr>
        <p:spPr>
          <a:xfrm>
            <a:off x="8141102" y="465508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A1_bar_GT_11126">
            <a:extLst>
              <a:ext uri="{FF2B5EF4-FFF2-40B4-BE49-F238E27FC236}">
                <a16:creationId xmlns:a16="http://schemas.microsoft.com/office/drawing/2014/main" id="{8490291C-7001-4653-9C82-77B1F75DF2DB}"/>
              </a:ext>
            </a:extLst>
          </p:cNvPr>
          <p:cNvSpPr>
            <a:spLocks noGrp="1"/>
          </p:cNvSpPr>
          <p:nvPr/>
        </p:nvSpPr>
        <p:spPr>
          <a:xfrm>
            <a:off x="8202363" y="37373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A1_bar_GT_11127">
            <a:extLst>
              <a:ext uri="{FF2B5EF4-FFF2-40B4-BE49-F238E27FC236}">
                <a16:creationId xmlns:a16="http://schemas.microsoft.com/office/drawing/2014/main" id="{80BDEF09-87B5-4385-A49A-DED04DC366B6}"/>
              </a:ext>
            </a:extLst>
          </p:cNvPr>
          <p:cNvSpPr>
            <a:spLocks noGrp="1"/>
          </p:cNvSpPr>
          <p:nvPr/>
        </p:nvSpPr>
        <p:spPr>
          <a:xfrm>
            <a:off x="8069487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A1_bar_GT_11128">
            <a:extLst>
              <a:ext uri="{FF2B5EF4-FFF2-40B4-BE49-F238E27FC236}">
                <a16:creationId xmlns:a16="http://schemas.microsoft.com/office/drawing/2014/main" id="{9B511B2F-376F-4CD0-B57F-0B19BB86A52B}"/>
              </a:ext>
            </a:extLst>
          </p:cNvPr>
          <p:cNvSpPr>
            <a:spLocks noGrp="1"/>
          </p:cNvSpPr>
          <p:nvPr/>
        </p:nvSpPr>
        <p:spPr>
          <a:xfrm>
            <a:off x="8197383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A1_bar_GT_11129">
            <a:extLst>
              <a:ext uri="{FF2B5EF4-FFF2-40B4-BE49-F238E27FC236}">
                <a16:creationId xmlns:a16="http://schemas.microsoft.com/office/drawing/2014/main" id="{91B97D86-27C6-4E58-8B8E-9F4E31CDCEDC}"/>
              </a:ext>
            </a:extLst>
          </p:cNvPr>
          <p:cNvSpPr>
            <a:spLocks noGrp="1"/>
          </p:cNvSpPr>
          <p:nvPr/>
        </p:nvSpPr>
        <p:spPr>
          <a:xfrm>
            <a:off x="8221394" y="426187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A1_bar_GT_11130">
            <a:extLst>
              <a:ext uri="{FF2B5EF4-FFF2-40B4-BE49-F238E27FC236}">
                <a16:creationId xmlns:a16="http://schemas.microsoft.com/office/drawing/2014/main" id="{BEA37030-6A14-4585-BE7A-CD769A09E6DA}"/>
              </a:ext>
            </a:extLst>
          </p:cNvPr>
          <p:cNvSpPr>
            <a:spLocks noGrp="1"/>
          </p:cNvSpPr>
          <p:nvPr/>
        </p:nvSpPr>
        <p:spPr>
          <a:xfrm>
            <a:off x="8137703" y="420949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A1_bar_GT_11131">
            <a:extLst>
              <a:ext uri="{FF2B5EF4-FFF2-40B4-BE49-F238E27FC236}">
                <a16:creationId xmlns:a16="http://schemas.microsoft.com/office/drawing/2014/main" id="{1464981E-8905-49C7-9650-DA21AF25DCF7}"/>
              </a:ext>
            </a:extLst>
          </p:cNvPr>
          <p:cNvSpPr>
            <a:spLocks noGrp="1"/>
          </p:cNvSpPr>
          <p:nvPr/>
        </p:nvSpPr>
        <p:spPr>
          <a:xfrm>
            <a:off x="8120132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A1_bar_GT_11132">
            <a:extLst>
              <a:ext uri="{FF2B5EF4-FFF2-40B4-BE49-F238E27FC236}">
                <a16:creationId xmlns:a16="http://schemas.microsoft.com/office/drawing/2014/main" id="{8EACF2CE-7D83-4956-8B46-B6942C7D895F}"/>
              </a:ext>
            </a:extLst>
          </p:cNvPr>
          <p:cNvSpPr>
            <a:spLocks noGrp="1"/>
          </p:cNvSpPr>
          <p:nvPr/>
        </p:nvSpPr>
        <p:spPr>
          <a:xfrm>
            <a:off x="813132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A1_bar_GT_11133">
            <a:extLst>
              <a:ext uri="{FF2B5EF4-FFF2-40B4-BE49-F238E27FC236}">
                <a16:creationId xmlns:a16="http://schemas.microsoft.com/office/drawing/2014/main" id="{CAEAECEE-827F-4FF0-876D-B8289AD3E7EB}"/>
              </a:ext>
            </a:extLst>
          </p:cNvPr>
          <p:cNvSpPr>
            <a:spLocks noGrp="1"/>
          </p:cNvSpPr>
          <p:nvPr/>
        </p:nvSpPr>
        <p:spPr>
          <a:xfrm>
            <a:off x="8136567" y="491758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A1_bar_GT_11134">
            <a:extLst>
              <a:ext uri="{FF2B5EF4-FFF2-40B4-BE49-F238E27FC236}">
                <a16:creationId xmlns:a16="http://schemas.microsoft.com/office/drawing/2014/main" id="{4711C918-A647-4221-8297-C624092020A6}"/>
              </a:ext>
            </a:extLst>
          </p:cNvPr>
          <p:cNvSpPr>
            <a:spLocks noGrp="1"/>
          </p:cNvSpPr>
          <p:nvPr/>
        </p:nvSpPr>
        <p:spPr>
          <a:xfrm>
            <a:off x="8165898" y="46242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A1_bar_GT_11135">
            <a:extLst>
              <a:ext uri="{FF2B5EF4-FFF2-40B4-BE49-F238E27FC236}">
                <a16:creationId xmlns:a16="http://schemas.microsoft.com/office/drawing/2014/main" id="{C5125964-CCFF-4F1A-B4D6-D3B95BB14F97}"/>
              </a:ext>
            </a:extLst>
          </p:cNvPr>
          <p:cNvSpPr>
            <a:spLocks noGrp="1"/>
          </p:cNvSpPr>
          <p:nvPr/>
        </p:nvSpPr>
        <p:spPr>
          <a:xfrm>
            <a:off x="828080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A1_bar_GT_11136">
            <a:extLst>
              <a:ext uri="{FF2B5EF4-FFF2-40B4-BE49-F238E27FC236}">
                <a16:creationId xmlns:a16="http://schemas.microsoft.com/office/drawing/2014/main" id="{145F564F-C7B7-4A31-A31A-65B5A200B673}"/>
              </a:ext>
            </a:extLst>
          </p:cNvPr>
          <p:cNvSpPr>
            <a:spLocks noGrp="1"/>
          </p:cNvSpPr>
          <p:nvPr/>
        </p:nvSpPr>
        <p:spPr>
          <a:xfrm>
            <a:off x="807424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A1_bar_GT_11137">
            <a:extLst>
              <a:ext uri="{FF2B5EF4-FFF2-40B4-BE49-F238E27FC236}">
                <a16:creationId xmlns:a16="http://schemas.microsoft.com/office/drawing/2014/main" id="{711D129E-94C6-440F-B8FE-2C015F211A90}"/>
              </a:ext>
            </a:extLst>
          </p:cNvPr>
          <p:cNvSpPr>
            <a:spLocks noGrp="1"/>
          </p:cNvSpPr>
          <p:nvPr/>
        </p:nvSpPr>
        <p:spPr>
          <a:xfrm>
            <a:off x="808516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A1_bar_GT_11138">
            <a:extLst>
              <a:ext uri="{FF2B5EF4-FFF2-40B4-BE49-F238E27FC236}">
                <a16:creationId xmlns:a16="http://schemas.microsoft.com/office/drawing/2014/main" id="{781FC55B-4331-4B3A-8B9A-87BA4E846242}"/>
              </a:ext>
            </a:extLst>
          </p:cNvPr>
          <p:cNvSpPr>
            <a:spLocks noGrp="1"/>
          </p:cNvSpPr>
          <p:nvPr/>
        </p:nvSpPr>
        <p:spPr>
          <a:xfrm>
            <a:off x="824424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A1_bar_GT_11139">
            <a:extLst>
              <a:ext uri="{FF2B5EF4-FFF2-40B4-BE49-F238E27FC236}">
                <a16:creationId xmlns:a16="http://schemas.microsoft.com/office/drawing/2014/main" id="{B7150E13-7C25-4A16-8689-954706A5A9F3}"/>
              </a:ext>
            </a:extLst>
          </p:cNvPr>
          <p:cNvSpPr>
            <a:spLocks noGrp="1"/>
          </p:cNvSpPr>
          <p:nvPr/>
        </p:nvSpPr>
        <p:spPr>
          <a:xfrm>
            <a:off x="8244474" y="488824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A1_bar_GT_11140">
            <a:extLst>
              <a:ext uri="{FF2B5EF4-FFF2-40B4-BE49-F238E27FC236}">
                <a16:creationId xmlns:a16="http://schemas.microsoft.com/office/drawing/2014/main" id="{458671AE-3FF0-4A72-A1D8-61DE0EB3A350}"/>
              </a:ext>
            </a:extLst>
          </p:cNvPr>
          <p:cNvSpPr>
            <a:spLocks noGrp="1"/>
          </p:cNvSpPr>
          <p:nvPr/>
        </p:nvSpPr>
        <p:spPr>
          <a:xfrm>
            <a:off x="8075129" y="557329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A1_bar_GT_11141">
            <a:extLst>
              <a:ext uri="{FF2B5EF4-FFF2-40B4-BE49-F238E27FC236}">
                <a16:creationId xmlns:a16="http://schemas.microsoft.com/office/drawing/2014/main" id="{3B76DA21-B279-47C7-BE1F-0CD571666971}"/>
              </a:ext>
            </a:extLst>
          </p:cNvPr>
          <p:cNvSpPr>
            <a:spLocks noGrp="1"/>
          </p:cNvSpPr>
          <p:nvPr/>
        </p:nvSpPr>
        <p:spPr>
          <a:xfrm>
            <a:off x="8192920" y="586016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A1_bar_GT_11142">
            <a:extLst>
              <a:ext uri="{FF2B5EF4-FFF2-40B4-BE49-F238E27FC236}">
                <a16:creationId xmlns:a16="http://schemas.microsoft.com/office/drawing/2014/main" id="{7F3A3AB4-699E-4B56-8891-EED425C24BEE}"/>
              </a:ext>
            </a:extLst>
          </p:cNvPr>
          <p:cNvSpPr>
            <a:spLocks noGrp="1"/>
          </p:cNvSpPr>
          <p:nvPr/>
        </p:nvSpPr>
        <p:spPr>
          <a:xfrm>
            <a:off x="81346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A1_bar_GT_11143">
            <a:extLst>
              <a:ext uri="{FF2B5EF4-FFF2-40B4-BE49-F238E27FC236}">
                <a16:creationId xmlns:a16="http://schemas.microsoft.com/office/drawing/2014/main" id="{F118FA14-6485-42A7-A1A6-DFFE6E514298}"/>
              </a:ext>
            </a:extLst>
          </p:cNvPr>
          <p:cNvSpPr>
            <a:spLocks noGrp="1"/>
          </p:cNvSpPr>
          <p:nvPr/>
        </p:nvSpPr>
        <p:spPr>
          <a:xfrm>
            <a:off x="8282731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A1_bar_GT_11144">
            <a:extLst>
              <a:ext uri="{FF2B5EF4-FFF2-40B4-BE49-F238E27FC236}">
                <a16:creationId xmlns:a16="http://schemas.microsoft.com/office/drawing/2014/main" id="{CC34B353-9967-405F-82C3-13D388BA271F}"/>
              </a:ext>
            </a:extLst>
          </p:cNvPr>
          <p:cNvSpPr>
            <a:spLocks noGrp="1"/>
          </p:cNvSpPr>
          <p:nvPr/>
        </p:nvSpPr>
        <p:spPr>
          <a:xfrm>
            <a:off x="814880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A1_bar_GT_11145">
            <a:extLst>
              <a:ext uri="{FF2B5EF4-FFF2-40B4-BE49-F238E27FC236}">
                <a16:creationId xmlns:a16="http://schemas.microsoft.com/office/drawing/2014/main" id="{BAD42F53-45AB-4C66-90F5-ADD032E4236C}"/>
              </a:ext>
            </a:extLst>
          </p:cNvPr>
          <p:cNvSpPr>
            <a:spLocks noGrp="1"/>
          </p:cNvSpPr>
          <p:nvPr/>
        </p:nvSpPr>
        <p:spPr>
          <a:xfrm>
            <a:off x="814961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A1_bar_GT_11146">
            <a:extLst>
              <a:ext uri="{FF2B5EF4-FFF2-40B4-BE49-F238E27FC236}">
                <a16:creationId xmlns:a16="http://schemas.microsoft.com/office/drawing/2014/main" id="{DFE15E3C-5DA6-4ADC-A3D4-201FED08C4A1}"/>
              </a:ext>
            </a:extLst>
          </p:cNvPr>
          <p:cNvSpPr>
            <a:spLocks noGrp="1"/>
          </p:cNvSpPr>
          <p:nvPr/>
        </p:nvSpPr>
        <p:spPr>
          <a:xfrm>
            <a:off x="825931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A1_bar_GT_11147">
            <a:extLst>
              <a:ext uri="{FF2B5EF4-FFF2-40B4-BE49-F238E27FC236}">
                <a16:creationId xmlns:a16="http://schemas.microsoft.com/office/drawing/2014/main" id="{8C2C2054-54B4-4F16-B7F6-E3D4B0967011}"/>
              </a:ext>
            </a:extLst>
          </p:cNvPr>
          <p:cNvSpPr>
            <a:spLocks noGrp="1"/>
          </p:cNvSpPr>
          <p:nvPr/>
        </p:nvSpPr>
        <p:spPr>
          <a:xfrm>
            <a:off x="8255951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A1_bar_GT_11148">
            <a:extLst>
              <a:ext uri="{FF2B5EF4-FFF2-40B4-BE49-F238E27FC236}">
                <a16:creationId xmlns:a16="http://schemas.microsoft.com/office/drawing/2014/main" id="{C7ABFA5F-BF14-45A4-B0F1-41A8A96110B6}"/>
              </a:ext>
            </a:extLst>
          </p:cNvPr>
          <p:cNvSpPr>
            <a:spLocks noGrp="1"/>
          </p:cNvSpPr>
          <p:nvPr/>
        </p:nvSpPr>
        <p:spPr>
          <a:xfrm>
            <a:off x="823927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A1_bar_GT_11149">
            <a:extLst>
              <a:ext uri="{FF2B5EF4-FFF2-40B4-BE49-F238E27FC236}">
                <a16:creationId xmlns:a16="http://schemas.microsoft.com/office/drawing/2014/main" id="{BB1E359F-7426-4127-8940-80613793BB40}"/>
              </a:ext>
            </a:extLst>
          </p:cNvPr>
          <p:cNvSpPr>
            <a:spLocks noGrp="1"/>
          </p:cNvSpPr>
          <p:nvPr/>
        </p:nvSpPr>
        <p:spPr>
          <a:xfrm>
            <a:off x="8201958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A1_bar_GT_11150">
            <a:extLst>
              <a:ext uri="{FF2B5EF4-FFF2-40B4-BE49-F238E27FC236}">
                <a16:creationId xmlns:a16="http://schemas.microsoft.com/office/drawing/2014/main" id="{07BEBB34-B1D2-4559-A963-EACB4D1E619A}"/>
              </a:ext>
            </a:extLst>
          </p:cNvPr>
          <p:cNvSpPr>
            <a:spLocks noGrp="1"/>
          </p:cNvSpPr>
          <p:nvPr/>
        </p:nvSpPr>
        <p:spPr>
          <a:xfrm>
            <a:off x="808726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A1_bar_GT_11151">
            <a:extLst>
              <a:ext uri="{FF2B5EF4-FFF2-40B4-BE49-F238E27FC236}">
                <a16:creationId xmlns:a16="http://schemas.microsoft.com/office/drawing/2014/main" id="{FC67D4B0-0954-4EF7-BDE3-1A04B54A1576}"/>
              </a:ext>
            </a:extLst>
          </p:cNvPr>
          <p:cNvSpPr>
            <a:spLocks noGrp="1"/>
          </p:cNvSpPr>
          <p:nvPr/>
        </p:nvSpPr>
        <p:spPr>
          <a:xfrm>
            <a:off x="8243119" y="452416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A1_bar_GT_11152">
            <a:extLst>
              <a:ext uri="{FF2B5EF4-FFF2-40B4-BE49-F238E27FC236}">
                <a16:creationId xmlns:a16="http://schemas.microsoft.com/office/drawing/2014/main" id="{77156321-57D9-4066-99C3-7F32A3B98293}"/>
              </a:ext>
            </a:extLst>
          </p:cNvPr>
          <p:cNvSpPr>
            <a:spLocks noGrp="1"/>
          </p:cNvSpPr>
          <p:nvPr/>
        </p:nvSpPr>
        <p:spPr>
          <a:xfrm>
            <a:off x="819107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A1_bar_GT_11153">
            <a:extLst>
              <a:ext uri="{FF2B5EF4-FFF2-40B4-BE49-F238E27FC236}">
                <a16:creationId xmlns:a16="http://schemas.microsoft.com/office/drawing/2014/main" id="{3F8A2B15-D9E8-4208-B7E0-92236F35220F}"/>
              </a:ext>
            </a:extLst>
          </p:cNvPr>
          <p:cNvSpPr>
            <a:spLocks noGrp="1"/>
          </p:cNvSpPr>
          <p:nvPr/>
        </p:nvSpPr>
        <p:spPr>
          <a:xfrm>
            <a:off x="806889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A1_bar_GT_11154">
            <a:extLst>
              <a:ext uri="{FF2B5EF4-FFF2-40B4-BE49-F238E27FC236}">
                <a16:creationId xmlns:a16="http://schemas.microsoft.com/office/drawing/2014/main" id="{49BAB97D-54B1-4A9C-89D3-7578CB270C5D}"/>
              </a:ext>
            </a:extLst>
          </p:cNvPr>
          <p:cNvSpPr>
            <a:spLocks noGrp="1"/>
          </p:cNvSpPr>
          <p:nvPr/>
        </p:nvSpPr>
        <p:spPr>
          <a:xfrm>
            <a:off x="8087562" y="423565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A1_bar_GT_11155">
            <a:extLst>
              <a:ext uri="{FF2B5EF4-FFF2-40B4-BE49-F238E27FC236}">
                <a16:creationId xmlns:a16="http://schemas.microsoft.com/office/drawing/2014/main" id="{FE2AB980-FF64-401C-B813-313A41D44CAF}"/>
              </a:ext>
            </a:extLst>
          </p:cNvPr>
          <p:cNvSpPr>
            <a:spLocks noGrp="1"/>
          </p:cNvSpPr>
          <p:nvPr/>
        </p:nvSpPr>
        <p:spPr>
          <a:xfrm>
            <a:off x="8245019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A1_bar_GT_11156">
            <a:extLst>
              <a:ext uri="{FF2B5EF4-FFF2-40B4-BE49-F238E27FC236}">
                <a16:creationId xmlns:a16="http://schemas.microsoft.com/office/drawing/2014/main" id="{3E240361-05CE-4094-B6B7-FA4A4000ACCE}"/>
              </a:ext>
            </a:extLst>
          </p:cNvPr>
          <p:cNvSpPr>
            <a:spLocks noGrp="1"/>
          </p:cNvSpPr>
          <p:nvPr/>
        </p:nvSpPr>
        <p:spPr>
          <a:xfrm>
            <a:off x="811969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A1_bar_GT_11157">
            <a:extLst>
              <a:ext uri="{FF2B5EF4-FFF2-40B4-BE49-F238E27FC236}">
                <a16:creationId xmlns:a16="http://schemas.microsoft.com/office/drawing/2014/main" id="{283D021B-3A52-49CA-A1A2-020500141DDD}"/>
              </a:ext>
            </a:extLst>
          </p:cNvPr>
          <p:cNvSpPr>
            <a:spLocks noGrp="1"/>
          </p:cNvSpPr>
          <p:nvPr/>
        </p:nvSpPr>
        <p:spPr>
          <a:xfrm>
            <a:off x="8118269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A1_bar_GT_11158">
            <a:extLst>
              <a:ext uri="{FF2B5EF4-FFF2-40B4-BE49-F238E27FC236}">
                <a16:creationId xmlns:a16="http://schemas.microsoft.com/office/drawing/2014/main" id="{D8DE87F6-7696-4EE6-94D4-E8FA3E6B5D58}"/>
              </a:ext>
            </a:extLst>
          </p:cNvPr>
          <p:cNvSpPr>
            <a:spLocks noGrp="1"/>
          </p:cNvSpPr>
          <p:nvPr/>
        </p:nvSpPr>
        <p:spPr>
          <a:xfrm>
            <a:off x="8130206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A1_bar_GT_11159">
            <a:extLst>
              <a:ext uri="{FF2B5EF4-FFF2-40B4-BE49-F238E27FC236}">
                <a16:creationId xmlns:a16="http://schemas.microsoft.com/office/drawing/2014/main" id="{53A638DB-286F-45A0-95D4-21FFFC902E98}"/>
              </a:ext>
            </a:extLst>
          </p:cNvPr>
          <p:cNvSpPr>
            <a:spLocks noGrp="1"/>
          </p:cNvSpPr>
          <p:nvPr/>
        </p:nvSpPr>
        <p:spPr>
          <a:xfrm>
            <a:off x="8084694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A1_bar_GT_11160">
            <a:extLst>
              <a:ext uri="{FF2B5EF4-FFF2-40B4-BE49-F238E27FC236}">
                <a16:creationId xmlns:a16="http://schemas.microsoft.com/office/drawing/2014/main" id="{7CFE4241-5009-420D-8535-DACE537D3689}"/>
              </a:ext>
            </a:extLst>
          </p:cNvPr>
          <p:cNvSpPr>
            <a:spLocks noGrp="1"/>
          </p:cNvSpPr>
          <p:nvPr/>
        </p:nvSpPr>
        <p:spPr>
          <a:xfrm>
            <a:off x="8146528" y="606434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A1_bar_GT_11161">
            <a:extLst>
              <a:ext uri="{FF2B5EF4-FFF2-40B4-BE49-F238E27FC236}">
                <a16:creationId xmlns:a16="http://schemas.microsoft.com/office/drawing/2014/main" id="{990ACB9F-935E-46B5-B485-31D02BE77BA7}"/>
              </a:ext>
            </a:extLst>
          </p:cNvPr>
          <p:cNvSpPr>
            <a:spLocks noGrp="1"/>
          </p:cNvSpPr>
          <p:nvPr/>
        </p:nvSpPr>
        <p:spPr>
          <a:xfrm>
            <a:off x="829144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A1_bar_GT_11162">
            <a:extLst>
              <a:ext uri="{FF2B5EF4-FFF2-40B4-BE49-F238E27FC236}">
                <a16:creationId xmlns:a16="http://schemas.microsoft.com/office/drawing/2014/main" id="{EA11650F-88E3-4580-B61A-CCCFBDF8F219}"/>
              </a:ext>
            </a:extLst>
          </p:cNvPr>
          <p:cNvSpPr>
            <a:spLocks noGrp="1"/>
          </p:cNvSpPr>
          <p:nvPr/>
        </p:nvSpPr>
        <p:spPr>
          <a:xfrm>
            <a:off x="8084776" y="594048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A1_bar_GT_11163">
            <a:extLst>
              <a:ext uri="{FF2B5EF4-FFF2-40B4-BE49-F238E27FC236}">
                <a16:creationId xmlns:a16="http://schemas.microsoft.com/office/drawing/2014/main" id="{F7B691D4-15FE-4FD5-8EB1-EC85AA184A14}"/>
              </a:ext>
            </a:extLst>
          </p:cNvPr>
          <p:cNvSpPr>
            <a:spLocks noGrp="1"/>
          </p:cNvSpPr>
          <p:nvPr/>
        </p:nvSpPr>
        <p:spPr>
          <a:xfrm>
            <a:off x="8169351" y="601542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A1_bar_GT_11164">
            <a:extLst>
              <a:ext uri="{FF2B5EF4-FFF2-40B4-BE49-F238E27FC236}">
                <a16:creationId xmlns:a16="http://schemas.microsoft.com/office/drawing/2014/main" id="{AA2DC285-86F9-4F11-8032-835FA151662A}"/>
              </a:ext>
            </a:extLst>
          </p:cNvPr>
          <p:cNvSpPr>
            <a:spLocks noGrp="1"/>
          </p:cNvSpPr>
          <p:nvPr/>
        </p:nvSpPr>
        <p:spPr>
          <a:xfrm>
            <a:off x="8132884" y="522049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A1_bar_GT_11165">
            <a:extLst>
              <a:ext uri="{FF2B5EF4-FFF2-40B4-BE49-F238E27FC236}">
                <a16:creationId xmlns:a16="http://schemas.microsoft.com/office/drawing/2014/main" id="{C7ED54D9-734E-42A3-9643-162AB285B65B}"/>
              </a:ext>
            </a:extLst>
          </p:cNvPr>
          <p:cNvSpPr>
            <a:spLocks noGrp="1"/>
          </p:cNvSpPr>
          <p:nvPr/>
        </p:nvSpPr>
        <p:spPr>
          <a:xfrm>
            <a:off x="8294178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A1_bar_GT_11166">
            <a:extLst>
              <a:ext uri="{FF2B5EF4-FFF2-40B4-BE49-F238E27FC236}">
                <a16:creationId xmlns:a16="http://schemas.microsoft.com/office/drawing/2014/main" id="{548916DA-D9F9-4538-98EB-9C1C2D0AF6CA}"/>
              </a:ext>
            </a:extLst>
          </p:cNvPr>
          <p:cNvSpPr>
            <a:spLocks noGrp="1"/>
          </p:cNvSpPr>
          <p:nvPr/>
        </p:nvSpPr>
        <p:spPr>
          <a:xfrm>
            <a:off x="8080833" y="329681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A1_bar_GT_11167">
            <a:extLst>
              <a:ext uri="{FF2B5EF4-FFF2-40B4-BE49-F238E27FC236}">
                <a16:creationId xmlns:a16="http://schemas.microsoft.com/office/drawing/2014/main" id="{C898EDE5-582C-43A9-A4F2-D1F15C3F81C3}"/>
              </a:ext>
            </a:extLst>
          </p:cNvPr>
          <p:cNvSpPr>
            <a:spLocks noGrp="1"/>
          </p:cNvSpPr>
          <p:nvPr/>
        </p:nvSpPr>
        <p:spPr>
          <a:xfrm>
            <a:off x="8202043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A1_bar_GT_11168">
            <a:extLst>
              <a:ext uri="{FF2B5EF4-FFF2-40B4-BE49-F238E27FC236}">
                <a16:creationId xmlns:a16="http://schemas.microsoft.com/office/drawing/2014/main" id="{466CF54E-A9A2-478A-9F6F-FF5D9CDDE553}"/>
              </a:ext>
            </a:extLst>
          </p:cNvPr>
          <p:cNvSpPr>
            <a:spLocks noGrp="1"/>
          </p:cNvSpPr>
          <p:nvPr/>
        </p:nvSpPr>
        <p:spPr>
          <a:xfrm>
            <a:off x="8224985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A1_bar_GT_11169">
            <a:extLst>
              <a:ext uri="{FF2B5EF4-FFF2-40B4-BE49-F238E27FC236}">
                <a16:creationId xmlns:a16="http://schemas.microsoft.com/office/drawing/2014/main" id="{65C67D4D-EE04-44A9-8201-0DA260B96F10}"/>
              </a:ext>
            </a:extLst>
          </p:cNvPr>
          <p:cNvSpPr>
            <a:spLocks noGrp="1"/>
          </p:cNvSpPr>
          <p:nvPr/>
        </p:nvSpPr>
        <p:spPr>
          <a:xfrm>
            <a:off x="8283289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A1_bar_GT_11170">
            <a:extLst>
              <a:ext uri="{FF2B5EF4-FFF2-40B4-BE49-F238E27FC236}">
                <a16:creationId xmlns:a16="http://schemas.microsoft.com/office/drawing/2014/main" id="{5FD2DCB4-1A50-4175-87E0-D7686A3C4BC4}"/>
              </a:ext>
            </a:extLst>
          </p:cNvPr>
          <p:cNvSpPr>
            <a:spLocks noGrp="1"/>
          </p:cNvSpPr>
          <p:nvPr/>
        </p:nvSpPr>
        <p:spPr>
          <a:xfrm>
            <a:off x="8280460" y="5311010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A1_bar_GT_11171">
            <a:extLst>
              <a:ext uri="{FF2B5EF4-FFF2-40B4-BE49-F238E27FC236}">
                <a16:creationId xmlns:a16="http://schemas.microsoft.com/office/drawing/2014/main" id="{D5566AA3-F607-4B4C-B6EE-530DE1F96762}"/>
              </a:ext>
            </a:extLst>
          </p:cNvPr>
          <p:cNvSpPr>
            <a:spLocks noGrp="1"/>
          </p:cNvSpPr>
          <p:nvPr/>
        </p:nvSpPr>
        <p:spPr>
          <a:xfrm>
            <a:off x="8305769" y="55751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A1_bar_GT_11172">
            <a:extLst>
              <a:ext uri="{FF2B5EF4-FFF2-40B4-BE49-F238E27FC236}">
                <a16:creationId xmlns:a16="http://schemas.microsoft.com/office/drawing/2014/main" id="{E7C7464C-B4A4-41D0-885E-19F685349683}"/>
              </a:ext>
            </a:extLst>
          </p:cNvPr>
          <p:cNvSpPr>
            <a:spLocks noGrp="1"/>
          </p:cNvSpPr>
          <p:nvPr/>
        </p:nvSpPr>
        <p:spPr>
          <a:xfrm>
            <a:off x="8211091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A1_bar_GT_11173">
            <a:extLst>
              <a:ext uri="{FF2B5EF4-FFF2-40B4-BE49-F238E27FC236}">
                <a16:creationId xmlns:a16="http://schemas.microsoft.com/office/drawing/2014/main" id="{DF147ECA-BD9E-4614-B089-9E62A4056923}"/>
              </a:ext>
            </a:extLst>
          </p:cNvPr>
          <p:cNvSpPr>
            <a:spLocks noGrp="1"/>
          </p:cNvSpPr>
          <p:nvPr/>
        </p:nvSpPr>
        <p:spPr>
          <a:xfrm>
            <a:off x="8255471" y="457661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A1_bar_GT_11174">
            <a:extLst>
              <a:ext uri="{FF2B5EF4-FFF2-40B4-BE49-F238E27FC236}">
                <a16:creationId xmlns:a16="http://schemas.microsoft.com/office/drawing/2014/main" id="{BCC8698F-D43E-433F-9811-BA5A62968B72}"/>
              </a:ext>
            </a:extLst>
          </p:cNvPr>
          <p:cNvSpPr>
            <a:spLocks noGrp="1"/>
          </p:cNvSpPr>
          <p:nvPr/>
        </p:nvSpPr>
        <p:spPr>
          <a:xfrm>
            <a:off x="8145256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A1_bar_GT_11175">
            <a:extLst>
              <a:ext uri="{FF2B5EF4-FFF2-40B4-BE49-F238E27FC236}">
                <a16:creationId xmlns:a16="http://schemas.microsoft.com/office/drawing/2014/main" id="{343D33B0-9B3C-43A4-BF26-E4227EB70D0F}"/>
              </a:ext>
            </a:extLst>
          </p:cNvPr>
          <p:cNvSpPr>
            <a:spLocks noGrp="1"/>
          </p:cNvSpPr>
          <p:nvPr/>
        </p:nvSpPr>
        <p:spPr>
          <a:xfrm>
            <a:off x="8242693" y="570443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A1_bar_GT_11176">
            <a:extLst>
              <a:ext uri="{FF2B5EF4-FFF2-40B4-BE49-F238E27FC236}">
                <a16:creationId xmlns:a16="http://schemas.microsoft.com/office/drawing/2014/main" id="{BB9F0A68-66B3-4059-A70C-7D5D059B05DD}"/>
              </a:ext>
            </a:extLst>
          </p:cNvPr>
          <p:cNvSpPr>
            <a:spLocks noGrp="1"/>
          </p:cNvSpPr>
          <p:nvPr/>
        </p:nvSpPr>
        <p:spPr>
          <a:xfrm>
            <a:off x="8085325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A1_bar_GT_11177">
            <a:extLst>
              <a:ext uri="{FF2B5EF4-FFF2-40B4-BE49-F238E27FC236}">
                <a16:creationId xmlns:a16="http://schemas.microsoft.com/office/drawing/2014/main" id="{4C98C12C-F821-4CB9-9880-CEEDD2275ABA}"/>
              </a:ext>
            </a:extLst>
          </p:cNvPr>
          <p:cNvSpPr>
            <a:spLocks noGrp="1"/>
          </p:cNvSpPr>
          <p:nvPr/>
        </p:nvSpPr>
        <p:spPr>
          <a:xfrm>
            <a:off x="8088750" y="5363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A1_bar_GT_11178">
            <a:extLst>
              <a:ext uri="{FF2B5EF4-FFF2-40B4-BE49-F238E27FC236}">
                <a16:creationId xmlns:a16="http://schemas.microsoft.com/office/drawing/2014/main" id="{227936BA-41B6-4A32-A815-F5B3DF0DB1F3}"/>
              </a:ext>
            </a:extLst>
          </p:cNvPr>
          <p:cNvSpPr>
            <a:spLocks noGrp="1"/>
          </p:cNvSpPr>
          <p:nvPr/>
        </p:nvSpPr>
        <p:spPr>
          <a:xfrm>
            <a:off x="8112183" y="5179869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A1_bar_GT_11179">
            <a:extLst>
              <a:ext uri="{FF2B5EF4-FFF2-40B4-BE49-F238E27FC236}">
                <a16:creationId xmlns:a16="http://schemas.microsoft.com/office/drawing/2014/main" id="{8D8A88CF-B21E-4E82-B530-72A8ED48EBC8}"/>
              </a:ext>
            </a:extLst>
          </p:cNvPr>
          <p:cNvSpPr>
            <a:spLocks noGrp="1"/>
          </p:cNvSpPr>
          <p:nvPr/>
        </p:nvSpPr>
        <p:spPr>
          <a:xfrm>
            <a:off x="8243213" y="3548471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A1_bar_GT_11180">
            <a:extLst>
              <a:ext uri="{FF2B5EF4-FFF2-40B4-BE49-F238E27FC236}">
                <a16:creationId xmlns:a16="http://schemas.microsoft.com/office/drawing/2014/main" id="{341D9247-98C1-44C7-A9A2-333D10D6D5C5}"/>
              </a:ext>
            </a:extLst>
          </p:cNvPr>
          <p:cNvSpPr>
            <a:spLocks noGrp="1"/>
          </p:cNvSpPr>
          <p:nvPr/>
        </p:nvSpPr>
        <p:spPr>
          <a:xfrm>
            <a:off x="8228688" y="399959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A1_bar_GT_11181">
            <a:extLst>
              <a:ext uri="{FF2B5EF4-FFF2-40B4-BE49-F238E27FC236}">
                <a16:creationId xmlns:a16="http://schemas.microsoft.com/office/drawing/2014/main" id="{8AD78B70-F5E9-48BF-B0F8-CE0BCC91B15C}"/>
              </a:ext>
            </a:extLst>
          </p:cNvPr>
          <p:cNvSpPr>
            <a:spLocks noGrp="1"/>
          </p:cNvSpPr>
          <p:nvPr/>
        </p:nvSpPr>
        <p:spPr>
          <a:xfrm>
            <a:off x="83046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A1_bar_GT_11182">
            <a:extLst>
              <a:ext uri="{FF2B5EF4-FFF2-40B4-BE49-F238E27FC236}">
                <a16:creationId xmlns:a16="http://schemas.microsoft.com/office/drawing/2014/main" id="{8A15FC21-2EF8-4C41-94B2-0363ABA7C308}"/>
              </a:ext>
            </a:extLst>
          </p:cNvPr>
          <p:cNvSpPr>
            <a:spLocks noGrp="1"/>
          </p:cNvSpPr>
          <p:nvPr/>
        </p:nvSpPr>
        <p:spPr>
          <a:xfrm>
            <a:off x="8134017" y="347503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A1_bar_GT_11183">
            <a:extLst>
              <a:ext uri="{FF2B5EF4-FFF2-40B4-BE49-F238E27FC236}">
                <a16:creationId xmlns:a16="http://schemas.microsoft.com/office/drawing/2014/main" id="{5180BBA5-01FA-4D91-992E-C364980F2B4D}"/>
              </a:ext>
            </a:extLst>
          </p:cNvPr>
          <p:cNvSpPr>
            <a:spLocks noGrp="1"/>
          </p:cNvSpPr>
          <p:nvPr/>
        </p:nvSpPr>
        <p:spPr>
          <a:xfrm>
            <a:off x="8173804" y="474897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A1_bar_GT_11184">
            <a:extLst>
              <a:ext uri="{FF2B5EF4-FFF2-40B4-BE49-F238E27FC236}">
                <a16:creationId xmlns:a16="http://schemas.microsoft.com/office/drawing/2014/main" id="{D05B5BB9-1AA8-4B24-819A-FB2ACD3C7171}"/>
              </a:ext>
            </a:extLst>
          </p:cNvPr>
          <p:cNvSpPr>
            <a:spLocks noGrp="1"/>
          </p:cNvSpPr>
          <p:nvPr/>
        </p:nvSpPr>
        <p:spPr>
          <a:xfrm>
            <a:off x="8223601" y="463846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A1_bar_GT_11185">
            <a:extLst>
              <a:ext uri="{FF2B5EF4-FFF2-40B4-BE49-F238E27FC236}">
                <a16:creationId xmlns:a16="http://schemas.microsoft.com/office/drawing/2014/main" id="{434F408F-082E-4C06-8D12-F8149E1FE9D6}"/>
              </a:ext>
            </a:extLst>
          </p:cNvPr>
          <p:cNvSpPr>
            <a:spLocks noGrp="1"/>
          </p:cNvSpPr>
          <p:nvPr/>
        </p:nvSpPr>
        <p:spPr>
          <a:xfrm>
            <a:off x="83160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A1_bar_GT_11186">
            <a:extLst>
              <a:ext uri="{FF2B5EF4-FFF2-40B4-BE49-F238E27FC236}">
                <a16:creationId xmlns:a16="http://schemas.microsoft.com/office/drawing/2014/main" id="{3186831A-C892-4570-9DA4-59E9B95294FF}"/>
              </a:ext>
            </a:extLst>
          </p:cNvPr>
          <p:cNvSpPr>
            <a:spLocks noGrp="1"/>
          </p:cNvSpPr>
          <p:nvPr/>
        </p:nvSpPr>
        <p:spPr>
          <a:xfrm>
            <a:off x="8292520" y="4710952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A1_bar_GT_11187">
            <a:extLst>
              <a:ext uri="{FF2B5EF4-FFF2-40B4-BE49-F238E27FC236}">
                <a16:creationId xmlns:a16="http://schemas.microsoft.com/office/drawing/2014/main" id="{8874A6D3-F423-4A62-9192-0714382F063B}"/>
              </a:ext>
            </a:extLst>
          </p:cNvPr>
          <p:cNvSpPr>
            <a:spLocks noGrp="1"/>
          </p:cNvSpPr>
          <p:nvPr/>
        </p:nvSpPr>
        <p:spPr>
          <a:xfrm>
            <a:off x="8180984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A1_bar_GT_11188">
            <a:extLst>
              <a:ext uri="{FF2B5EF4-FFF2-40B4-BE49-F238E27FC236}">
                <a16:creationId xmlns:a16="http://schemas.microsoft.com/office/drawing/2014/main" id="{53D302CF-1F58-4A27-9893-79F0F7B678F6}"/>
              </a:ext>
            </a:extLst>
          </p:cNvPr>
          <p:cNvSpPr>
            <a:spLocks noGrp="1"/>
          </p:cNvSpPr>
          <p:nvPr/>
        </p:nvSpPr>
        <p:spPr>
          <a:xfrm>
            <a:off x="8094412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A1_bar_GT_11189">
            <a:extLst>
              <a:ext uri="{FF2B5EF4-FFF2-40B4-BE49-F238E27FC236}">
                <a16:creationId xmlns:a16="http://schemas.microsoft.com/office/drawing/2014/main" id="{06E34FAC-176A-4929-8C45-6D8F736D4020}"/>
              </a:ext>
            </a:extLst>
          </p:cNvPr>
          <p:cNvSpPr>
            <a:spLocks noGrp="1"/>
          </p:cNvSpPr>
          <p:nvPr/>
        </p:nvSpPr>
        <p:spPr>
          <a:xfrm>
            <a:off x="8251375" y="5994665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A1_bar_GT_11190">
            <a:extLst>
              <a:ext uri="{FF2B5EF4-FFF2-40B4-BE49-F238E27FC236}">
                <a16:creationId xmlns:a16="http://schemas.microsoft.com/office/drawing/2014/main" id="{6F4831C2-EA91-4FD0-A674-BCCC0597EED3}"/>
              </a:ext>
            </a:extLst>
          </p:cNvPr>
          <p:cNvSpPr>
            <a:spLocks noGrp="1"/>
          </p:cNvSpPr>
          <p:nvPr/>
        </p:nvSpPr>
        <p:spPr>
          <a:xfrm>
            <a:off x="8267268" y="5048727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A1_bar_GT_11191">
            <a:extLst>
              <a:ext uri="{FF2B5EF4-FFF2-40B4-BE49-F238E27FC236}">
                <a16:creationId xmlns:a16="http://schemas.microsoft.com/office/drawing/2014/main" id="{533CDC4E-7342-4F79-8F92-2D5472A23714}"/>
              </a:ext>
            </a:extLst>
          </p:cNvPr>
          <p:cNvSpPr>
            <a:spLocks noGrp="1"/>
          </p:cNvSpPr>
          <p:nvPr/>
        </p:nvSpPr>
        <p:spPr>
          <a:xfrm>
            <a:off x="8180581" y="3025404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A1_bar_GT_11192">
            <a:extLst>
              <a:ext uri="{FF2B5EF4-FFF2-40B4-BE49-F238E27FC236}">
                <a16:creationId xmlns:a16="http://schemas.microsoft.com/office/drawing/2014/main" id="{DCF888E3-9D04-4DB0-9E25-AA2E570ECB67}"/>
              </a:ext>
            </a:extLst>
          </p:cNvPr>
          <p:cNvSpPr>
            <a:spLocks noGrp="1"/>
          </p:cNvSpPr>
          <p:nvPr/>
        </p:nvSpPr>
        <p:spPr>
          <a:xfrm>
            <a:off x="8290538" y="2950466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A1_bar_GT_11193">
            <a:extLst>
              <a:ext uri="{FF2B5EF4-FFF2-40B4-BE49-F238E27FC236}">
                <a16:creationId xmlns:a16="http://schemas.microsoft.com/office/drawing/2014/main" id="{7111A471-1A69-48D6-ACAA-855FE2CA2BCF}"/>
              </a:ext>
            </a:extLst>
          </p:cNvPr>
          <p:cNvSpPr>
            <a:spLocks noGrp="1"/>
          </p:cNvSpPr>
          <p:nvPr/>
        </p:nvSpPr>
        <p:spPr>
          <a:xfrm>
            <a:off x="821572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A1_bar_GT_11194">
            <a:extLst>
              <a:ext uri="{FF2B5EF4-FFF2-40B4-BE49-F238E27FC236}">
                <a16:creationId xmlns:a16="http://schemas.microsoft.com/office/drawing/2014/main" id="{991234F0-2012-4DD9-BC22-A71D618F0209}"/>
              </a:ext>
            </a:extLst>
          </p:cNvPr>
          <p:cNvSpPr>
            <a:spLocks noGrp="1"/>
          </p:cNvSpPr>
          <p:nvPr/>
        </p:nvSpPr>
        <p:spPr>
          <a:xfrm>
            <a:off x="8082881" y="6084233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A1_bar_GT_11195">
            <a:extLst>
              <a:ext uri="{FF2B5EF4-FFF2-40B4-BE49-F238E27FC236}">
                <a16:creationId xmlns:a16="http://schemas.microsoft.com/office/drawing/2014/main" id="{F9C3450F-5849-43B8-9BC0-F627C6E93295}"/>
              </a:ext>
            </a:extLst>
          </p:cNvPr>
          <p:cNvSpPr>
            <a:spLocks noGrp="1"/>
          </p:cNvSpPr>
          <p:nvPr/>
        </p:nvSpPr>
        <p:spPr>
          <a:xfrm>
            <a:off x="8276243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A1_bar_GT_11196">
            <a:extLst>
              <a:ext uri="{FF2B5EF4-FFF2-40B4-BE49-F238E27FC236}">
                <a16:creationId xmlns:a16="http://schemas.microsoft.com/office/drawing/2014/main" id="{B259019A-43B9-4BE7-AE66-648F3056DE22}"/>
              </a:ext>
            </a:extLst>
          </p:cNvPr>
          <p:cNvSpPr>
            <a:spLocks noGrp="1"/>
          </p:cNvSpPr>
          <p:nvPr/>
        </p:nvSpPr>
        <p:spPr>
          <a:xfrm>
            <a:off x="8212262" y="6097858"/>
            <a:ext cx="34385" cy="34385"/>
          </a:xfrm>
          <a:prstGeom prst="ellipse">
            <a:avLst/>
          </a:prstGeom>
          <a:solidFill>
            <a:srgbClr val="DB9955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A1_bar_GT_11197">
            <a:extLst>
              <a:ext uri="{FF2B5EF4-FFF2-40B4-BE49-F238E27FC236}">
                <a16:creationId xmlns:a16="http://schemas.microsoft.com/office/drawing/2014/main" id="{322737D2-377F-42EA-A0E9-FA82F97C75CD}"/>
              </a:ext>
            </a:extLst>
          </p:cNvPr>
          <p:cNvSpPr>
            <a:spLocks noGrp="1"/>
          </p:cNvSpPr>
          <p:nvPr/>
        </p:nvSpPr>
        <p:spPr>
          <a:xfrm>
            <a:off x="2290773" y="46410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A1_bar_GT_11198">
            <a:extLst>
              <a:ext uri="{FF2B5EF4-FFF2-40B4-BE49-F238E27FC236}">
                <a16:creationId xmlns:a16="http://schemas.microsoft.com/office/drawing/2014/main" id="{AF8E15A5-93BB-4D70-A5C8-01CE2666E6B0}"/>
              </a:ext>
            </a:extLst>
          </p:cNvPr>
          <p:cNvSpPr>
            <a:spLocks noGrp="1"/>
          </p:cNvSpPr>
          <p:nvPr/>
        </p:nvSpPr>
        <p:spPr>
          <a:xfrm>
            <a:off x="2198589" y="609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A1_bar_GT_11199">
            <a:extLst>
              <a:ext uri="{FF2B5EF4-FFF2-40B4-BE49-F238E27FC236}">
                <a16:creationId xmlns:a16="http://schemas.microsoft.com/office/drawing/2014/main" id="{EACE7D48-B3B2-4588-9FBA-1B99F5C75667}"/>
              </a:ext>
            </a:extLst>
          </p:cNvPr>
          <p:cNvSpPr>
            <a:spLocks noGrp="1"/>
          </p:cNvSpPr>
          <p:nvPr/>
        </p:nvSpPr>
        <p:spPr>
          <a:xfrm>
            <a:off x="2199613" y="474991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A1_bar_GT_11200">
            <a:extLst>
              <a:ext uri="{FF2B5EF4-FFF2-40B4-BE49-F238E27FC236}">
                <a16:creationId xmlns:a16="http://schemas.microsoft.com/office/drawing/2014/main" id="{02D5CF56-9827-46DF-99ED-2F47B0D3B490}"/>
              </a:ext>
            </a:extLst>
          </p:cNvPr>
          <p:cNvSpPr>
            <a:spLocks noGrp="1"/>
          </p:cNvSpPr>
          <p:nvPr/>
        </p:nvSpPr>
        <p:spPr>
          <a:xfrm>
            <a:off x="2362946" y="5894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A1_bar_GT_11201">
            <a:extLst>
              <a:ext uri="{FF2B5EF4-FFF2-40B4-BE49-F238E27FC236}">
                <a16:creationId xmlns:a16="http://schemas.microsoft.com/office/drawing/2014/main" id="{DEFD8C82-AC02-4150-BEF2-5E3DF78F09F4}"/>
              </a:ext>
            </a:extLst>
          </p:cNvPr>
          <p:cNvSpPr>
            <a:spLocks noGrp="1"/>
          </p:cNvSpPr>
          <p:nvPr/>
        </p:nvSpPr>
        <p:spPr>
          <a:xfrm>
            <a:off x="2278201" y="37859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A1_bar_GT_11202">
            <a:extLst>
              <a:ext uri="{FF2B5EF4-FFF2-40B4-BE49-F238E27FC236}">
                <a16:creationId xmlns:a16="http://schemas.microsoft.com/office/drawing/2014/main" id="{DEA8C5E2-CA49-4335-8A51-1329BB0100B5}"/>
              </a:ext>
            </a:extLst>
          </p:cNvPr>
          <p:cNvSpPr>
            <a:spLocks noGrp="1"/>
          </p:cNvSpPr>
          <p:nvPr/>
        </p:nvSpPr>
        <p:spPr>
          <a:xfrm>
            <a:off x="2284357" y="60500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A1_bar_GT_11203">
            <a:extLst>
              <a:ext uri="{FF2B5EF4-FFF2-40B4-BE49-F238E27FC236}">
                <a16:creationId xmlns:a16="http://schemas.microsoft.com/office/drawing/2014/main" id="{D7382D7F-0AD6-4641-B52C-7058A6A8C2BE}"/>
              </a:ext>
            </a:extLst>
          </p:cNvPr>
          <p:cNvSpPr>
            <a:spLocks noGrp="1"/>
          </p:cNvSpPr>
          <p:nvPr/>
        </p:nvSpPr>
        <p:spPr>
          <a:xfrm>
            <a:off x="2277988" y="60156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A1_bar_GT_11204">
            <a:extLst>
              <a:ext uri="{FF2B5EF4-FFF2-40B4-BE49-F238E27FC236}">
                <a16:creationId xmlns:a16="http://schemas.microsoft.com/office/drawing/2014/main" id="{A643EE85-B3EB-4B7A-9D2A-6151279AD4F8}"/>
              </a:ext>
            </a:extLst>
          </p:cNvPr>
          <p:cNvSpPr>
            <a:spLocks noGrp="1"/>
          </p:cNvSpPr>
          <p:nvPr/>
        </p:nvSpPr>
        <p:spPr>
          <a:xfrm>
            <a:off x="2135118" y="367872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A1_bar_GT_11205">
            <a:extLst>
              <a:ext uri="{FF2B5EF4-FFF2-40B4-BE49-F238E27FC236}">
                <a16:creationId xmlns:a16="http://schemas.microsoft.com/office/drawing/2014/main" id="{845EC547-718C-4E68-899E-07899A6330E5}"/>
              </a:ext>
            </a:extLst>
          </p:cNvPr>
          <p:cNvSpPr>
            <a:spLocks noGrp="1"/>
          </p:cNvSpPr>
          <p:nvPr/>
        </p:nvSpPr>
        <p:spPr>
          <a:xfrm>
            <a:off x="2145561" y="47240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A1_bar_GT_11206">
            <a:extLst>
              <a:ext uri="{FF2B5EF4-FFF2-40B4-BE49-F238E27FC236}">
                <a16:creationId xmlns:a16="http://schemas.microsoft.com/office/drawing/2014/main" id="{75B5D357-9BB5-48C3-A75F-BF5E54634F9A}"/>
              </a:ext>
            </a:extLst>
          </p:cNvPr>
          <p:cNvSpPr>
            <a:spLocks noGrp="1"/>
          </p:cNvSpPr>
          <p:nvPr/>
        </p:nvSpPr>
        <p:spPr>
          <a:xfrm>
            <a:off x="2319069" y="39820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A1_bar_GT_11207">
            <a:extLst>
              <a:ext uri="{FF2B5EF4-FFF2-40B4-BE49-F238E27FC236}">
                <a16:creationId xmlns:a16="http://schemas.microsoft.com/office/drawing/2014/main" id="{2BC2D726-6419-4C63-B218-41886489553A}"/>
              </a:ext>
            </a:extLst>
          </p:cNvPr>
          <p:cNvSpPr>
            <a:spLocks noGrp="1"/>
          </p:cNvSpPr>
          <p:nvPr/>
        </p:nvSpPr>
        <p:spPr>
          <a:xfrm>
            <a:off x="2216411" y="40881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A1_bar_GT_11208">
            <a:extLst>
              <a:ext uri="{FF2B5EF4-FFF2-40B4-BE49-F238E27FC236}">
                <a16:creationId xmlns:a16="http://schemas.microsoft.com/office/drawing/2014/main" id="{C8EABE95-D396-486D-8752-99E7AA98B91D}"/>
              </a:ext>
            </a:extLst>
          </p:cNvPr>
          <p:cNvSpPr>
            <a:spLocks noGrp="1"/>
          </p:cNvSpPr>
          <p:nvPr/>
        </p:nvSpPr>
        <p:spPr>
          <a:xfrm>
            <a:off x="2245829" y="55367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A1_bar_GT_11209">
            <a:extLst>
              <a:ext uri="{FF2B5EF4-FFF2-40B4-BE49-F238E27FC236}">
                <a16:creationId xmlns:a16="http://schemas.microsoft.com/office/drawing/2014/main" id="{DB3FE28E-5FD7-44EC-925D-A85654317679}"/>
              </a:ext>
            </a:extLst>
          </p:cNvPr>
          <p:cNvSpPr>
            <a:spLocks noGrp="1"/>
          </p:cNvSpPr>
          <p:nvPr/>
        </p:nvSpPr>
        <p:spPr>
          <a:xfrm>
            <a:off x="2286058" y="39750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A1_bar_GT_11210">
            <a:extLst>
              <a:ext uri="{FF2B5EF4-FFF2-40B4-BE49-F238E27FC236}">
                <a16:creationId xmlns:a16="http://schemas.microsoft.com/office/drawing/2014/main" id="{B9B9C747-23FE-4801-AC8F-08AD652D1A46}"/>
              </a:ext>
            </a:extLst>
          </p:cNvPr>
          <p:cNvSpPr>
            <a:spLocks noGrp="1"/>
          </p:cNvSpPr>
          <p:nvPr/>
        </p:nvSpPr>
        <p:spPr>
          <a:xfrm>
            <a:off x="2250325" y="50398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A1_bar_GT_11211">
            <a:extLst>
              <a:ext uri="{FF2B5EF4-FFF2-40B4-BE49-F238E27FC236}">
                <a16:creationId xmlns:a16="http://schemas.microsoft.com/office/drawing/2014/main" id="{80A774B2-5447-4B24-BA13-E3691EA05FC4}"/>
              </a:ext>
            </a:extLst>
          </p:cNvPr>
          <p:cNvSpPr>
            <a:spLocks noGrp="1"/>
          </p:cNvSpPr>
          <p:nvPr/>
        </p:nvSpPr>
        <p:spPr>
          <a:xfrm>
            <a:off x="2212138" y="55555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A1_bar_GT_11212">
            <a:extLst>
              <a:ext uri="{FF2B5EF4-FFF2-40B4-BE49-F238E27FC236}">
                <a16:creationId xmlns:a16="http://schemas.microsoft.com/office/drawing/2014/main" id="{E752CBF8-9CD6-42CF-88EE-280208542F87}"/>
              </a:ext>
            </a:extLst>
          </p:cNvPr>
          <p:cNvSpPr>
            <a:spLocks noGrp="1"/>
          </p:cNvSpPr>
          <p:nvPr/>
        </p:nvSpPr>
        <p:spPr>
          <a:xfrm>
            <a:off x="2377144" y="40910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A1_bar_GT_11213">
            <a:extLst>
              <a:ext uri="{FF2B5EF4-FFF2-40B4-BE49-F238E27FC236}">
                <a16:creationId xmlns:a16="http://schemas.microsoft.com/office/drawing/2014/main" id="{EE7FBCD3-76CA-413E-915D-594F31086C1A}"/>
              </a:ext>
            </a:extLst>
          </p:cNvPr>
          <p:cNvSpPr>
            <a:spLocks noGrp="1"/>
          </p:cNvSpPr>
          <p:nvPr/>
        </p:nvSpPr>
        <p:spPr>
          <a:xfrm>
            <a:off x="2196991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A1_bar_GT_11214">
            <a:extLst>
              <a:ext uri="{FF2B5EF4-FFF2-40B4-BE49-F238E27FC236}">
                <a16:creationId xmlns:a16="http://schemas.microsoft.com/office/drawing/2014/main" id="{E2FB5D7D-70B9-46B2-AA0C-EF6370C6F976}"/>
              </a:ext>
            </a:extLst>
          </p:cNvPr>
          <p:cNvSpPr>
            <a:spLocks noGrp="1"/>
          </p:cNvSpPr>
          <p:nvPr/>
        </p:nvSpPr>
        <p:spPr>
          <a:xfrm>
            <a:off x="2356695" y="440891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A1_bar_GT_11215">
            <a:extLst>
              <a:ext uri="{FF2B5EF4-FFF2-40B4-BE49-F238E27FC236}">
                <a16:creationId xmlns:a16="http://schemas.microsoft.com/office/drawing/2014/main" id="{886ED31D-ED00-4AC5-8219-EA95E8E62987}"/>
              </a:ext>
            </a:extLst>
          </p:cNvPr>
          <p:cNvSpPr>
            <a:spLocks noGrp="1"/>
          </p:cNvSpPr>
          <p:nvPr/>
        </p:nvSpPr>
        <p:spPr>
          <a:xfrm>
            <a:off x="2151799" y="44365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A1_bar_GT_11216">
            <a:extLst>
              <a:ext uri="{FF2B5EF4-FFF2-40B4-BE49-F238E27FC236}">
                <a16:creationId xmlns:a16="http://schemas.microsoft.com/office/drawing/2014/main" id="{2C47C69C-13CB-4B2D-A35E-873AB61B664C}"/>
              </a:ext>
            </a:extLst>
          </p:cNvPr>
          <p:cNvSpPr>
            <a:spLocks noGrp="1"/>
          </p:cNvSpPr>
          <p:nvPr/>
        </p:nvSpPr>
        <p:spPr>
          <a:xfrm>
            <a:off x="2251440" y="46403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A1_bar_GT_11217">
            <a:extLst>
              <a:ext uri="{FF2B5EF4-FFF2-40B4-BE49-F238E27FC236}">
                <a16:creationId xmlns:a16="http://schemas.microsoft.com/office/drawing/2014/main" id="{66A88BD0-8E5A-49E5-A644-FD28EA73C528}"/>
              </a:ext>
            </a:extLst>
          </p:cNvPr>
          <p:cNvSpPr>
            <a:spLocks noGrp="1"/>
          </p:cNvSpPr>
          <p:nvPr/>
        </p:nvSpPr>
        <p:spPr>
          <a:xfrm>
            <a:off x="2140330" y="5275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A1_bar_GT_11218">
            <a:extLst>
              <a:ext uri="{FF2B5EF4-FFF2-40B4-BE49-F238E27FC236}">
                <a16:creationId xmlns:a16="http://schemas.microsoft.com/office/drawing/2014/main" id="{611F88E9-437C-4B65-AE0D-E2569AA834EA}"/>
              </a:ext>
            </a:extLst>
          </p:cNvPr>
          <p:cNvSpPr>
            <a:spLocks noGrp="1"/>
          </p:cNvSpPr>
          <p:nvPr/>
        </p:nvSpPr>
        <p:spPr>
          <a:xfrm>
            <a:off x="2177194" y="60977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A1_bar_GT_11219">
            <a:extLst>
              <a:ext uri="{FF2B5EF4-FFF2-40B4-BE49-F238E27FC236}">
                <a16:creationId xmlns:a16="http://schemas.microsoft.com/office/drawing/2014/main" id="{71D7EC7F-E092-4C68-B8EA-63E4F7E27258}"/>
              </a:ext>
            </a:extLst>
          </p:cNvPr>
          <p:cNvSpPr>
            <a:spLocks noGrp="1"/>
          </p:cNvSpPr>
          <p:nvPr/>
        </p:nvSpPr>
        <p:spPr>
          <a:xfrm>
            <a:off x="2193071" y="47175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A1_bar_GT_11220">
            <a:extLst>
              <a:ext uri="{FF2B5EF4-FFF2-40B4-BE49-F238E27FC236}">
                <a16:creationId xmlns:a16="http://schemas.microsoft.com/office/drawing/2014/main" id="{56AE494D-C754-4768-B399-B2D9802B46FC}"/>
              </a:ext>
            </a:extLst>
          </p:cNvPr>
          <p:cNvSpPr>
            <a:spLocks noGrp="1"/>
          </p:cNvSpPr>
          <p:nvPr/>
        </p:nvSpPr>
        <p:spPr>
          <a:xfrm>
            <a:off x="2260080" y="35677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A1_bar_GT_11221">
            <a:extLst>
              <a:ext uri="{FF2B5EF4-FFF2-40B4-BE49-F238E27FC236}">
                <a16:creationId xmlns:a16="http://schemas.microsoft.com/office/drawing/2014/main" id="{1C90FD0D-C149-4E80-A3AB-4C9301507879}"/>
              </a:ext>
            </a:extLst>
          </p:cNvPr>
          <p:cNvSpPr>
            <a:spLocks noGrp="1"/>
          </p:cNvSpPr>
          <p:nvPr/>
        </p:nvSpPr>
        <p:spPr>
          <a:xfrm>
            <a:off x="2290207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A1_bar_GT_11222">
            <a:extLst>
              <a:ext uri="{FF2B5EF4-FFF2-40B4-BE49-F238E27FC236}">
                <a16:creationId xmlns:a16="http://schemas.microsoft.com/office/drawing/2014/main" id="{2AC72168-82A4-4D97-A6F3-129CD73563C2}"/>
              </a:ext>
            </a:extLst>
          </p:cNvPr>
          <p:cNvSpPr>
            <a:spLocks noGrp="1"/>
          </p:cNvSpPr>
          <p:nvPr/>
        </p:nvSpPr>
        <p:spPr>
          <a:xfrm>
            <a:off x="2368575" y="6026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A1_bar_GT_11223">
            <a:extLst>
              <a:ext uri="{FF2B5EF4-FFF2-40B4-BE49-F238E27FC236}">
                <a16:creationId xmlns:a16="http://schemas.microsoft.com/office/drawing/2014/main" id="{72BDEBE9-41B3-4490-A1F7-17C508BA0128}"/>
              </a:ext>
            </a:extLst>
          </p:cNvPr>
          <p:cNvSpPr>
            <a:spLocks noGrp="1"/>
          </p:cNvSpPr>
          <p:nvPr/>
        </p:nvSpPr>
        <p:spPr>
          <a:xfrm>
            <a:off x="2246190" y="53459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A1_bar_GT_11224">
            <a:extLst>
              <a:ext uri="{FF2B5EF4-FFF2-40B4-BE49-F238E27FC236}">
                <a16:creationId xmlns:a16="http://schemas.microsoft.com/office/drawing/2014/main" id="{F7AD1416-69AE-4C43-B9D0-F4C449A722C9}"/>
              </a:ext>
            </a:extLst>
          </p:cNvPr>
          <p:cNvSpPr>
            <a:spLocks noGrp="1"/>
          </p:cNvSpPr>
          <p:nvPr/>
        </p:nvSpPr>
        <p:spPr>
          <a:xfrm>
            <a:off x="2272366" y="46619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A1_bar_GT_11225">
            <a:extLst>
              <a:ext uri="{FF2B5EF4-FFF2-40B4-BE49-F238E27FC236}">
                <a16:creationId xmlns:a16="http://schemas.microsoft.com/office/drawing/2014/main" id="{3689B4B7-8AFD-4A2F-855E-C6785C5F7F88}"/>
              </a:ext>
            </a:extLst>
          </p:cNvPr>
          <p:cNvSpPr>
            <a:spLocks noGrp="1"/>
          </p:cNvSpPr>
          <p:nvPr/>
        </p:nvSpPr>
        <p:spPr>
          <a:xfrm>
            <a:off x="2167358" y="35291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A1_bar_GT_11226">
            <a:extLst>
              <a:ext uri="{FF2B5EF4-FFF2-40B4-BE49-F238E27FC236}">
                <a16:creationId xmlns:a16="http://schemas.microsoft.com/office/drawing/2014/main" id="{73DD8088-95B7-4C8C-BEE1-1F4CE0A37420}"/>
              </a:ext>
            </a:extLst>
          </p:cNvPr>
          <p:cNvSpPr>
            <a:spLocks noGrp="1"/>
          </p:cNvSpPr>
          <p:nvPr/>
        </p:nvSpPr>
        <p:spPr>
          <a:xfrm>
            <a:off x="2349541" y="35643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A1_bar_GT_11227">
            <a:extLst>
              <a:ext uri="{FF2B5EF4-FFF2-40B4-BE49-F238E27FC236}">
                <a16:creationId xmlns:a16="http://schemas.microsoft.com/office/drawing/2014/main" id="{3B9C6CD1-F59D-419C-81FE-96BDC1DB3D35}"/>
              </a:ext>
            </a:extLst>
          </p:cNvPr>
          <p:cNvSpPr>
            <a:spLocks noGrp="1"/>
          </p:cNvSpPr>
          <p:nvPr/>
        </p:nvSpPr>
        <p:spPr>
          <a:xfrm>
            <a:off x="2372678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A1_bar_GT_11228">
            <a:extLst>
              <a:ext uri="{FF2B5EF4-FFF2-40B4-BE49-F238E27FC236}">
                <a16:creationId xmlns:a16="http://schemas.microsoft.com/office/drawing/2014/main" id="{6CD007EC-ADF4-4208-893E-A9C15F0D89B0}"/>
              </a:ext>
            </a:extLst>
          </p:cNvPr>
          <p:cNvSpPr>
            <a:spLocks noGrp="1"/>
          </p:cNvSpPr>
          <p:nvPr/>
        </p:nvSpPr>
        <p:spPr>
          <a:xfrm>
            <a:off x="2232623" y="40887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A1_bar_GT_11229">
            <a:extLst>
              <a:ext uri="{FF2B5EF4-FFF2-40B4-BE49-F238E27FC236}">
                <a16:creationId xmlns:a16="http://schemas.microsoft.com/office/drawing/2014/main" id="{56E987ED-2D26-4A75-85C7-CEB354B531B1}"/>
              </a:ext>
            </a:extLst>
          </p:cNvPr>
          <p:cNvSpPr>
            <a:spLocks noGrp="1"/>
          </p:cNvSpPr>
          <p:nvPr/>
        </p:nvSpPr>
        <p:spPr>
          <a:xfrm>
            <a:off x="2181588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A1_bar_GT_11230">
            <a:extLst>
              <a:ext uri="{FF2B5EF4-FFF2-40B4-BE49-F238E27FC236}">
                <a16:creationId xmlns:a16="http://schemas.microsoft.com/office/drawing/2014/main" id="{28A63103-BAB2-4D82-8621-A521E8D684B2}"/>
              </a:ext>
            </a:extLst>
          </p:cNvPr>
          <p:cNvSpPr>
            <a:spLocks noGrp="1"/>
          </p:cNvSpPr>
          <p:nvPr/>
        </p:nvSpPr>
        <p:spPr>
          <a:xfrm>
            <a:off x="2343918" y="4932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A1_bar_GT_11231">
            <a:extLst>
              <a:ext uri="{FF2B5EF4-FFF2-40B4-BE49-F238E27FC236}">
                <a16:creationId xmlns:a16="http://schemas.microsoft.com/office/drawing/2014/main" id="{9A3A3700-2292-4D19-8019-049F2094AE23}"/>
              </a:ext>
            </a:extLst>
          </p:cNvPr>
          <p:cNvSpPr>
            <a:spLocks noGrp="1"/>
          </p:cNvSpPr>
          <p:nvPr/>
        </p:nvSpPr>
        <p:spPr>
          <a:xfrm>
            <a:off x="2232051" y="43462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A1_bar_GT_11232">
            <a:extLst>
              <a:ext uri="{FF2B5EF4-FFF2-40B4-BE49-F238E27FC236}">
                <a16:creationId xmlns:a16="http://schemas.microsoft.com/office/drawing/2014/main" id="{77696AC7-18AB-43D4-904C-98824CE79004}"/>
              </a:ext>
            </a:extLst>
          </p:cNvPr>
          <p:cNvSpPr>
            <a:spLocks noGrp="1"/>
          </p:cNvSpPr>
          <p:nvPr/>
        </p:nvSpPr>
        <p:spPr>
          <a:xfrm>
            <a:off x="2160034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A1_bar_GT_11233">
            <a:extLst>
              <a:ext uri="{FF2B5EF4-FFF2-40B4-BE49-F238E27FC236}">
                <a16:creationId xmlns:a16="http://schemas.microsoft.com/office/drawing/2014/main" id="{00C23AE0-D079-4A0D-B3F0-F3F20957A207}"/>
              </a:ext>
            </a:extLst>
          </p:cNvPr>
          <p:cNvSpPr>
            <a:spLocks noGrp="1"/>
          </p:cNvSpPr>
          <p:nvPr/>
        </p:nvSpPr>
        <p:spPr>
          <a:xfrm>
            <a:off x="2317432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A1_bar_GT_11234">
            <a:extLst>
              <a:ext uri="{FF2B5EF4-FFF2-40B4-BE49-F238E27FC236}">
                <a16:creationId xmlns:a16="http://schemas.microsoft.com/office/drawing/2014/main" id="{DAFADA90-C45B-4F86-BC88-43018D596EDF}"/>
              </a:ext>
            </a:extLst>
          </p:cNvPr>
          <p:cNvSpPr>
            <a:spLocks noGrp="1"/>
          </p:cNvSpPr>
          <p:nvPr/>
        </p:nvSpPr>
        <p:spPr>
          <a:xfrm>
            <a:off x="2309546" y="44313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A1_bar_GT_11235">
            <a:extLst>
              <a:ext uri="{FF2B5EF4-FFF2-40B4-BE49-F238E27FC236}">
                <a16:creationId xmlns:a16="http://schemas.microsoft.com/office/drawing/2014/main" id="{10CC0F90-0833-4E4D-A90A-D100D27A7599}"/>
              </a:ext>
            </a:extLst>
          </p:cNvPr>
          <p:cNvSpPr>
            <a:spLocks noGrp="1"/>
          </p:cNvSpPr>
          <p:nvPr/>
        </p:nvSpPr>
        <p:spPr>
          <a:xfrm>
            <a:off x="2289839" y="435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A1_bar_GT_11236">
            <a:extLst>
              <a:ext uri="{FF2B5EF4-FFF2-40B4-BE49-F238E27FC236}">
                <a16:creationId xmlns:a16="http://schemas.microsoft.com/office/drawing/2014/main" id="{705A868A-BCA7-4C31-A29F-CAD5EA173B21}"/>
              </a:ext>
            </a:extLst>
          </p:cNvPr>
          <p:cNvSpPr>
            <a:spLocks noGrp="1"/>
          </p:cNvSpPr>
          <p:nvPr/>
        </p:nvSpPr>
        <p:spPr>
          <a:xfrm>
            <a:off x="2243085" y="3447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A1_bar_GT_11237">
            <a:extLst>
              <a:ext uri="{FF2B5EF4-FFF2-40B4-BE49-F238E27FC236}">
                <a16:creationId xmlns:a16="http://schemas.microsoft.com/office/drawing/2014/main" id="{4C0ACFE5-739E-499E-A3D9-D15C8A6EC69D}"/>
              </a:ext>
            </a:extLst>
          </p:cNvPr>
          <p:cNvSpPr>
            <a:spLocks noGrp="1"/>
          </p:cNvSpPr>
          <p:nvPr/>
        </p:nvSpPr>
        <p:spPr>
          <a:xfrm>
            <a:off x="2340671" y="5237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A1_bar_GT_11238">
            <a:extLst>
              <a:ext uri="{FF2B5EF4-FFF2-40B4-BE49-F238E27FC236}">
                <a16:creationId xmlns:a16="http://schemas.microsoft.com/office/drawing/2014/main" id="{AA3E5B1D-7E91-4FF7-A3B6-5D798F640DF7}"/>
              </a:ext>
            </a:extLst>
          </p:cNvPr>
          <p:cNvSpPr>
            <a:spLocks noGrp="1"/>
          </p:cNvSpPr>
          <p:nvPr/>
        </p:nvSpPr>
        <p:spPr>
          <a:xfrm>
            <a:off x="2317042" y="35887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A1_bar_GT_11239">
            <a:extLst>
              <a:ext uri="{FF2B5EF4-FFF2-40B4-BE49-F238E27FC236}">
                <a16:creationId xmlns:a16="http://schemas.microsoft.com/office/drawing/2014/main" id="{31DF66E2-DFAD-4076-BD09-4D67AB0B06C5}"/>
              </a:ext>
            </a:extLst>
          </p:cNvPr>
          <p:cNvSpPr>
            <a:spLocks noGrp="1"/>
          </p:cNvSpPr>
          <p:nvPr/>
        </p:nvSpPr>
        <p:spPr>
          <a:xfrm>
            <a:off x="2166841" y="60978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A1_bar_GT_11240">
            <a:extLst>
              <a:ext uri="{FF2B5EF4-FFF2-40B4-BE49-F238E27FC236}">
                <a16:creationId xmlns:a16="http://schemas.microsoft.com/office/drawing/2014/main" id="{3A342E60-D6A7-4005-A8FA-F0C4AEA21858}"/>
              </a:ext>
            </a:extLst>
          </p:cNvPr>
          <p:cNvSpPr>
            <a:spLocks noGrp="1"/>
          </p:cNvSpPr>
          <p:nvPr/>
        </p:nvSpPr>
        <p:spPr>
          <a:xfrm>
            <a:off x="2157807" y="47065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A1_bar_GT_11241">
            <a:extLst>
              <a:ext uri="{FF2B5EF4-FFF2-40B4-BE49-F238E27FC236}">
                <a16:creationId xmlns:a16="http://schemas.microsoft.com/office/drawing/2014/main" id="{71785B52-EBC2-4223-B6E0-2930D5EBF819}"/>
              </a:ext>
            </a:extLst>
          </p:cNvPr>
          <p:cNvSpPr>
            <a:spLocks noGrp="1"/>
          </p:cNvSpPr>
          <p:nvPr/>
        </p:nvSpPr>
        <p:spPr>
          <a:xfrm>
            <a:off x="2208834" y="60978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A1_bar_GT_11242">
            <a:extLst>
              <a:ext uri="{FF2B5EF4-FFF2-40B4-BE49-F238E27FC236}">
                <a16:creationId xmlns:a16="http://schemas.microsoft.com/office/drawing/2014/main" id="{B1C1ABE0-A529-47E4-80D6-574A46F6DB49}"/>
              </a:ext>
            </a:extLst>
          </p:cNvPr>
          <p:cNvSpPr>
            <a:spLocks noGrp="1"/>
          </p:cNvSpPr>
          <p:nvPr/>
        </p:nvSpPr>
        <p:spPr>
          <a:xfrm>
            <a:off x="2250667" y="3793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A1_bar_GT_11243">
            <a:extLst>
              <a:ext uri="{FF2B5EF4-FFF2-40B4-BE49-F238E27FC236}">
                <a16:creationId xmlns:a16="http://schemas.microsoft.com/office/drawing/2014/main" id="{DF442935-FE78-44F9-A8A8-11A3F1ED80BD}"/>
              </a:ext>
            </a:extLst>
          </p:cNvPr>
          <p:cNvSpPr>
            <a:spLocks noGrp="1"/>
          </p:cNvSpPr>
          <p:nvPr/>
        </p:nvSpPr>
        <p:spPr>
          <a:xfrm>
            <a:off x="2264862" y="43133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A1_bar_GT_11244">
            <a:extLst>
              <a:ext uri="{FF2B5EF4-FFF2-40B4-BE49-F238E27FC236}">
                <a16:creationId xmlns:a16="http://schemas.microsoft.com/office/drawing/2014/main" id="{7D1D325F-E07E-448D-A8EE-5FBA207C206D}"/>
              </a:ext>
            </a:extLst>
          </p:cNvPr>
          <p:cNvSpPr>
            <a:spLocks noGrp="1"/>
          </p:cNvSpPr>
          <p:nvPr/>
        </p:nvSpPr>
        <p:spPr>
          <a:xfrm>
            <a:off x="2262311" y="60946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A1_bar_GT_11245">
            <a:extLst>
              <a:ext uri="{FF2B5EF4-FFF2-40B4-BE49-F238E27FC236}">
                <a16:creationId xmlns:a16="http://schemas.microsoft.com/office/drawing/2014/main" id="{F885A9C2-139F-4F9B-836A-8C042AB99852}"/>
              </a:ext>
            </a:extLst>
          </p:cNvPr>
          <p:cNvSpPr>
            <a:spLocks noGrp="1"/>
          </p:cNvSpPr>
          <p:nvPr/>
        </p:nvSpPr>
        <p:spPr>
          <a:xfrm>
            <a:off x="2311175" y="51563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A1_bar_GT_11246">
            <a:extLst>
              <a:ext uri="{FF2B5EF4-FFF2-40B4-BE49-F238E27FC236}">
                <a16:creationId xmlns:a16="http://schemas.microsoft.com/office/drawing/2014/main" id="{8E7E51B5-17A7-49CB-B691-7B3D65FDB273}"/>
              </a:ext>
            </a:extLst>
          </p:cNvPr>
          <p:cNvSpPr>
            <a:spLocks noGrp="1"/>
          </p:cNvSpPr>
          <p:nvPr/>
        </p:nvSpPr>
        <p:spPr>
          <a:xfrm>
            <a:off x="2333672" y="36935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A1_bar_GT_11247">
            <a:extLst>
              <a:ext uri="{FF2B5EF4-FFF2-40B4-BE49-F238E27FC236}">
                <a16:creationId xmlns:a16="http://schemas.microsoft.com/office/drawing/2014/main" id="{991F0453-85CF-4403-9268-A5593808E014}"/>
              </a:ext>
            </a:extLst>
          </p:cNvPr>
          <p:cNvSpPr>
            <a:spLocks noGrp="1"/>
          </p:cNvSpPr>
          <p:nvPr/>
        </p:nvSpPr>
        <p:spPr>
          <a:xfrm>
            <a:off x="2335976" y="49546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A1_bar_GT_11248">
            <a:extLst>
              <a:ext uri="{FF2B5EF4-FFF2-40B4-BE49-F238E27FC236}">
                <a16:creationId xmlns:a16="http://schemas.microsoft.com/office/drawing/2014/main" id="{B8471D27-340B-47F3-BC4D-D1ACED42F34C}"/>
              </a:ext>
            </a:extLst>
          </p:cNvPr>
          <p:cNvSpPr>
            <a:spLocks noGrp="1"/>
          </p:cNvSpPr>
          <p:nvPr/>
        </p:nvSpPr>
        <p:spPr>
          <a:xfrm>
            <a:off x="2131051" y="60977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A1_bar_GT_11249">
            <a:extLst>
              <a:ext uri="{FF2B5EF4-FFF2-40B4-BE49-F238E27FC236}">
                <a16:creationId xmlns:a16="http://schemas.microsoft.com/office/drawing/2014/main" id="{A0D12B91-2D5D-4E3E-A11E-913C16199E60}"/>
              </a:ext>
            </a:extLst>
          </p:cNvPr>
          <p:cNvSpPr>
            <a:spLocks noGrp="1"/>
          </p:cNvSpPr>
          <p:nvPr/>
        </p:nvSpPr>
        <p:spPr>
          <a:xfrm>
            <a:off x="2252664" y="4747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A1_bar_GT_11250">
            <a:extLst>
              <a:ext uri="{FF2B5EF4-FFF2-40B4-BE49-F238E27FC236}">
                <a16:creationId xmlns:a16="http://schemas.microsoft.com/office/drawing/2014/main" id="{CA9A42B1-A44E-411A-8590-4E8DE6AE3334}"/>
              </a:ext>
            </a:extLst>
          </p:cNvPr>
          <p:cNvSpPr>
            <a:spLocks noGrp="1"/>
          </p:cNvSpPr>
          <p:nvPr/>
        </p:nvSpPr>
        <p:spPr>
          <a:xfrm>
            <a:off x="2240351" y="45570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A1_bar_GT_11251">
            <a:extLst>
              <a:ext uri="{FF2B5EF4-FFF2-40B4-BE49-F238E27FC236}">
                <a16:creationId xmlns:a16="http://schemas.microsoft.com/office/drawing/2014/main" id="{7883F30E-4116-4D7F-AE93-B9D55778898D}"/>
              </a:ext>
            </a:extLst>
          </p:cNvPr>
          <p:cNvSpPr>
            <a:spLocks noGrp="1"/>
          </p:cNvSpPr>
          <p:nvPr/>
        </p:nvSpPr>
        <p:spPr>
          <a:xfrm>
            <a:off x="2294460" y="51425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A1_bar_GT_11252">
            <a:extLst>
              <a:ext uri="{FF2B5EF4-FFF2-40B4-BE49-F238E27FC236}">
                <a16:creationId xmlns:a16="http://schemas.microsoft.com/office/drawing/2014/main" id="{0F83B868-E7D7-4CFD-ACA3-6E56F2F1ACF3}"/>
              </a:ext>
            </a:extLst>
          </p:cNvPr>
          <p:cNvSpPr>
            <a:spLocks noGrp="1"/>
          </p:cNvSpPr>
          <p:nvPr/>
        </p:nvSpPr>
        <p:spPr>
          <a:xfrm>
            <a:off x="2167985" y="4600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A1_bar_GT_11253">
            <a:extLst>
              <a:ext uri="{FF2B5EF4-FFF2-40B4-BE49-F238E27FC236}">
                <a16:creationId xmlns:a16="http://schemas.microsoft.com/office/drawing/2014/main" id="{817E9FD4-75B2-4C5E-ABE1-88184FB62999}"/>
              </a:ext>
            </a:extLst>
          </p:cNvPr>
          <p:cNvSpPr>
            <a:spLocks noGrp="1"/>
          </p:cNvSpPr>
          <p:nvPr/>
        </p:nvSpPr>
        <p:spPr>
          <a:xfrm>
            <a:off x="2286714" y="4539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A1_bar_GT_11254">
            <a:extLst>
              <a:ext uri="{FF2B5EF4-FFF2-40B4-BE49-F238E27FC236}">
                <a16:creationId xmlns:a16="http://schemas.microsoft.com/office/drawing/2014/main" id="{2C864EEE-BFBF-4AC5-808D-0C124932E63D}"/>
              </a:ext>
            </a:extLst>
          </p:cNvPr>
          <p:cNvSpPr>
            <a:spLocks noGrp="1"/>
          </p:cNvSpPr>
          <p:nvPr/>
        </p:nvSpPr>
        <p:spPr>
          <a:xfrm>
            <a:off x="2371152" y="34333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A1_bar_GT_11255">
            <a:extLst>
              <a:ext uri="{FF2B5EF4-FFF2-40B4-BE49-F238E27FC236}">
                <a16:creationId xmlns:a16="http://schemas.microsoft.com/office/drawing/2014/main" id="{DAA24BF7-81B0-4150-BB4A-85ECC7A86495}"/>
              </a:ext>
            </a:extLst>
          </p:cNvPr>
          <p:cNvSpPr>
            <a:spLocks noGrp="1"/>
          </p:cNvSpPr>
          <p:nvPr/>
        </p:nvSpPr>
        <p:spPr>
          <a:xfrm>
            <a:off x="2200290" y="34844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A1_bar_GT_11256">
            <a:extLst>
              <a:ext uri="{FF2B5EF4-FFF2-40B4-BE49-F238E27FC236}">
                <a16:creationId xmlns:a16="http://schemas.microsoft.com/office/drawing/2014/main" id="{FDC41BC9-BEA6-442E-905C-7B34AFC46853}"/>
              </a:ext>
            </a:extLst>
          </p:cNvPr>
          <p:cNvSpPr>
            <a:spLocks noGrp="1"/>
          </p:cNvSpPr>
          <p:nvPr/>
        </p:nvSpPr>
        <p:spPr>
          <a:xfrm>
            <a:off x="2130916" y="36460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A1_bar_GT_11257">
            <a:extLst>
              <a:ext uri="{FF2B5EF4-FFF2-40B4-BE49-F238E27FC236}">
                <a16:creationId xmlns:a16="http://schemas.microsoft.com/office/drawing/2014/main" id="{4CFFBBB2-E7B2-4315-AE89-2A7C1D324216}"/>
              </a:ext>
            </a:extLst>
          </p:cNvPr>
          <p:cNvSpPr>
            <a:spLocks noGrp="1"/>
          </p:cNvSpPr>
          <p:nvPr/>
        </p:nvSpPr>
        <p:spPr>
          <a:xfrm>
            <a:off x="2359535" y="4117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A1_bar_GT_11258">
            <a:extLst>
              <a:ext uri="{FF2B5EF4-FFF2-40B4-BE49-F238E27FC236}">
                <a16:creationId xmlns:a16="http://schemas.microsoft.com/office/drawing/2014/main" id="{44E146BC-7A05-453A-A8B5-7152DE05674C}"/>
              </a:ext>
            </a:extLst>
          </p:cNvPr>
          <p:cNvSpPr>
            <a:spLocks noGrp="1"/>
          </p:cNvSpPr>
          <p:nvPr/>
        </p:nvSpPr>
        <p:spPr>
          <a:xfrm>
            <a:off x="2383191" y="3545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A1_bar_GT_11259">
            <a:extLst>
              <a:ext uri="{FF2B5EF4-FFF2-40B4-BE49-F238E27FC236}">
                <a16:creationId xmlns:a16="http://schemas.microsoft.com/office/drawing/2014/main" id="{560B447A-F5B0-414E-B7D4-2144E09BFC37}"/>
              </a:ext>
            </a:extLst>
          </p:cNvPr>
          <p:cNvSpPr>
            <a:spLocks noGrp="1"/>
          </p:cNvSpPr>
          <p:nvPr/>
        </p:nvSpPr>
        <p:spPr>
          <a:xfrm>
            <a:off x="2220806" y="46015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A1_bar_GT_11260">
            <a:extLst>
              <a:ext uri="{FF2B5EF4-FFF2-40B4-BE49-F238E27FC236}">
                <a16:creationId xmlns:a16="http://schemas.microsoft.com/office/drawing/2014/main" id="{3D5B7E93-F78F-4914-AA0A-CC877865EEAD}"/>
              </a:ext>
            </a:extLst>
          </p:cNvPr>
          <p:cNvSpPr>
            <a:spLocks noGrp="1"/>
          </p:cNvSpPr>
          <p:nvPr/>
        </p:nvSpPr>
        <p:spPr>
          <a:xfrm>
            <a:off x="2357145" y="609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A1_bar_GT_11261">
            <a:extLst>
              <a:ext uri="{FF2B5EF4-FFF2-40B4-BE49-F238E27FC236}">
                <a16:creationId xmlns:a16="http://schemas.microsoft.com/office/drawing/2014/main" id="{E5A82AED-9D4C-436C-BCE6-65BE30B67F35}"/>
              </a:ext>
            </a:extLst>
          </p:cNvPr>
          <p:cNvSpPr>
            <a:spLocks noGrp="1"/>
          </p:cNvSpPr>
          <p:nvPr/>
        </p:nvSpPr>
        <p:spPr>
          <a:xfrm>
            <a:off x="2294893" y="42664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A1_bar_GT_11262">
            <a:extLst>
              <a:ext uri="{FF2B5EF4-FFF2-40B4-BE49-F238E27FC236}">
                <a16:creationId xmlns:a16="http://schemas.microsoft.com/office/drawing/2014/main" id="{AAABE52E-1F89-44A6-9D87-B3B4FCEC5775}"/>
              </a:ext>
            </a:extLst>
          </p:cNvPr>
          <p:cNvSpPr>
            <a:spLocks noGrp="1"/>
          </p:cNvSpPr>
          <p:nvPr/>
        </p:nvSpPr>
        <p:spPr>
          <a:xfrm>
            <a:off x="2222217" y="60874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A1_bar_GT_11263">
            <a:extLst>
              <a:ext uri="{FF2B5EF4-FFF2-40B4-BE49-F238E27FC236}">
                <a16:creationId xmlns:a16="http://schemas.microsoft.com/office/drawing/2014/main" id="{AF81B2B2-10A2-4425-9E1A-BBF296244E74}"/>
              </a:ext>
            </a:extLst>
          </p:cNvPr>
          <p:cNvSpPr>
            <a:spLocks noGrp="1"/>
          </p:cNvSpPr>
          <p:nvPr/>
        </p:nvSpPr>
        <p:spPr>
          <a:xfrm>
            <a:off x="2251605" y="5514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A1_bar_GT_11264">
            <a:extLst>
              <a:ext uri="{FF2B5EF4-FFF2-40B4-BE49-F238E27FC236}">
                <a16:creationId xmlns:a16="http://schemas.microsoft.com/office/drawing/2014/main" id="{5624A380-FA51-459C-A714-350DAD610FFB}"/>
              </a:ext>
            </a:extLst>
          </p:cNvPr>
          <p:cNvSpPr>
            <a:spLocks noGrp="1"/>
          </p:cNvSpPr>
          <p:nvPr/>
        </p:nvSpPr>
        <p:spPr>
          <a:xfrm>
            <a:off x="2322924" y="560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A1_bar_GT_11265">
            <a:extLst>
              <a:ext uri="{FF2B5EF4-FFF2-40B4-BE49-F238E27FC236}">
                <a16:creationId xmlns:a16="http://schemas.microsoft.com/office/drawing/2014/main" id="{CE3F8633-6029-44F7-99DD-3AB9E3897D1C}"/>
              </a:ext>
            </a:extLst>
          </p:cNvPr>
          <p:cNvSpPr>
            <a:spLocks noGrp="1"/>
          </p:cNvSpPr>
          <p:nvPr/>
        </p:nvSpPr>
        <p:spPr>
          <a:xfrm>
            <a:off x="2262362" y="4145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A1_bar_GT_11266">
            <a:extLst>
              <a:ext uri="{FF2B5EF4-FFF2-40B4-BE49-F238E27FC236}">
                <a16:creationId xmlns:a16="http://schemas.microsoft.com/office/drawing/2014/main" id="{E9727796-B2E2-437F-9BC5-93F0DF8615A6}"/>
              </a:ext>
            </a:extLst>
          </p:cNvPr>
          <p:cNvSpPr>
            <a:spLocks noGrp="1"/>
          </p:cNvSpPr>
          <p:nvPr/>
        </p:nvSpPr>
        <p:spPr>
          <a:xfrm>
            <a:off x="2288619" y="54256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A1_bar_GT_11267">
            <a:extLst>
              <a:ext uri="{FF2B5EF4-FFF2-40B4-BE49-F238E27FC236}">
                <a16:creationId xmlns:a16="http://schemas.microsoft.com/office/drawing/2014/main" id="{04DE53F1-7F2F-42BA-A886-8849B9C6FC59}"/>
              </a:ext>
            </a:extLst>
          </p:cNvPr>
          <p:cNvSpPr>
            <a:spLocks noGrp="1"/>
          </p:cNvSpPr>
          <p:nvPr/>
        </p:nvSpPr>
        <p:spPr>
          <a:xfrm>
            <a:off x="2218043" y="3407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A1_bar_GT_11268">
            <a:extLst>
              <a:ext uri="{FF2B5EF4-FFF2-40B4-BE49-F238E27FC236}">
                <a16:creationId xmlns:a16="http://schemas.microsoft.com/office/drawing/2014/main" id="{FC5A754C-7A94-453F-BCC4-869848B71B32}"/>
              </a:ext>
            </a:extLst>
          </p:cNvPr>
          <p:cNvSpPr>
            <a:spLocks noGrp="1"/>
          </p:cNvSpPr>
          <p:nvPr/>
        </p:nvSpPr>
        <p:spPr>
          <a:xfrm>
            <a:off x="2316916" y="50553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A1_bar_GT_11269">
            <a:extLst>
              <a:ext uri="{FF2B5EF4-FFF2-40B4-BE49-F238E27FC236}">
                <a16:creationId xmlns:a16="http://schemas.microsoft.com/office/drawing/2014/main" id="{66D0CCB7-4896-441E-B9A8-73BBFBDEE2C6}"/>
              </a:ext>
            </a:extLst>
          </p:cNvPr>
          <p:cNvSpPr>
            <a:spLocks noGrp="1"/>
          </p:cNvSpPr>
          <p:nvPr/>
        </p:nvSpPr>
        <p:spPr>
          <a:xfrm>
            <a:off x="2379477" y="59848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A1_bar_GT_11270">
            <a:extLst>
              <a:ext uri="{FF2B5EF4-FFF2-40B4-BE49-F238E27FC236}">
                <a16:creationId xmlns:a16="http://schemas.microsoft.com/office/drawing/2014/main" id="{9B4A3741-05F0-4F98-8231-116BBA22BD7C}"/>
              </a:ext>
            </a:extLst>
          </p:cNvPr>
          <p:cNvSpPr>
            <a:spLocks noGrp="1"/>
          </p:cNvSpPr>
          <p:nvPr/>
        </p:nvSpPr>
        <p:spPr>
          <a:xfrm>
            <a:off x="2372284" y="39142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A1_bar_GT_11271">
            <a:extLst>
              <a:ext uri="{FF2B5EF4-FFF2-40B4-BE49-F238E27FC236}">
                <a16:creationId xmlns:a16="http://schemas.microsoft.com/office/drawing/2014/main" id="{E18F3A61-BEF0-4C9D-9C8B-98A95D79F843}"/>
              </a:ext>
            </a:extLst>
          </p:cNvPr>
          <p:cNvSpPr>
            <a:spLocks noGrp="1"/>
          </p:cNvSpPr>
          <p:nvPr/>
        </p:nvSpPr>
        <p:spPr>
          <a:xfrm>
            <a:off x="2316766" y="56907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A1_bar_GT_11272">
            <a:extLst>
              <a:ext uri="{FF2B5EF4-FFF2-40B4-BE49-F238E27FC236}">
                <a16:creationId xmlns:a16="http://schemas.microsoft.com/office/drawing/2014/main" id="{A82A7F80-EF25-4755-AB6A-504063C18ACD}"/>
              </a:ext>
            </a:extLst>
          </p:cNvPr>
          <p:cNvSpPr>
            <a:spLocks noGrp="1"/>
          </p:cNvSpPr>
          <p:nvPr/>
        </p:nvSpPr>
        <p:spPr>
          <a:xfrm>
            <a:off x="2190602" y="59322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A1_bar_GT_11273">
            <a:extLst>
              <a:ext uri="{FF2B5EF4-FFF2-40B4-BE49-F238E27FC236}">
                <a16:creationId xmlns:a16="http://schemas.microsoft.com/office/drawing/2014/main" id="{10695E94-9AE5-47BE-9AF4-01F4956F1CF5}"/>
              </a:ext>
            </a:extLst>
          </p:cNvPr>
          <p:cNvSpPr>
            <a:spLocks noGrp="1"/>
          </p:cNvSpPr>
          <p:nvPr/>
        </p:nvSpPr>
        <p:spPr>
          <a:xfrm>
            <a:off x="2224383" y="53039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A1_bar_GT_11274">
            <a:extLst>
              <a:ext uri="{FF2B5EF4-FFF2-40B4-BE49-F238E27FC236}">
                <a16:creationId xmlns:a16="http://schemas.microsoft.com/office/drawing/2014/main" id="{DB407216-7CFE-47CD-9B82-E3E0DE36D157}"/>
              </a:ext>
            </a:extLst>
          </p:cNvPr>
          <p:cNvSpPr>
            <a:spLocks noGrp="1"/>
          </p:cNvSpPr>
          <p:nvPr/>
        </p:nvSpPr>
        <p:spPr>
          <a:xfrm>
            <a:off x="2320383" y="36884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A1_bar_GT_11275">
            <a:extLst>
              <a:ext uri="{FF2B5EF4-FFF2-40B4-BE49-F238E27FC236}">
                <a16:creationId xmlns:a16="http://schemas.microsoft.com/office/drawing/2014/main" id="{38237074-516F-4EF5-A46E-397D051659E3}"/>
              </a:ext>
            </a:extLst>
          </p:cNvPr>
          <p:cNvSpPr>
            <a:spLocks noGrp="1"/>
          </p:cNvSpPr>
          <p:nvPr/>
        </p:nvSpPr>
        <p:spPr>
          <a:xfrm>
            <a:off x="2152263" y="52044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A1_bar_GT_11276">
            <a:extLst>
              <a:ext uri="{FF2B5EF4-FFF2-40B4-BE49-F238E27FC236}">
                <a16:creationId xmlns:a16="http://schemas.microsoft.com/office/drawing/2014/main" id="{3EEE06CC-2CB9-4375-819C-288BE330D768}"/>
              </a:ext>
            </a:extLst>
          </p:cNvPr>
          <p:cNvSpPr>
            <a:spLocks noGrp="1"/>
          </p:cNvSpPr>
          <p:nvPr/>
        </p:nvSpPr>
        <p:spPr>
          <a:xfrm>
            <a:off x="2212701" y="36826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A1_bar_GT_11277">
            <a:extLst>
              <a:ext uri="{FF2B5EF4-FFF2-40B4-BE49-F238E27FC236}">
                <a16:creationId xmlns:a16="http://schemas.microsoft.com/office/drawing/2014/main" id="{2B7F66F0-67A3-4AEB-A03A-90C78D601E6F}"/>
              </a:ext>
            </a:extLst>
          </p:cNvPr>
          <p:cNvSpPr>
            <a:spLocks noGrp="1"/>
          </p:cNvSpPr>
          <p:nvPr/>
        </p:nvSpPr>
        <p:spPr>
          <a:xfrm>
            <a:off x="2212973" y="35594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A1_bar_GT_11278">
            <a:extLst>
              <a:ext uri="{FF2B5EF4-FFF2-40B4-BE49-F238E27FC236}">
                <a16:creationId xmlns:a16="http://schemas.microsoft.com/office/drawing/2014/main" id="{C123950F-9F12-46CB-B476-1AEF5D7AFF4E}"/>
              </a:ext>
            </a:extLst>
          </p:cNvPr>
          <p:cNvSpPr>
            <a:spLocks noGrp="1"/>
          </p:cNvSpPr>
          <p:nvPr/>
        </p:nvSpPr>
        <p:spPr>
          <a:xfrm>
            <a:off x="2241895" y="4490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A1_bar_GT_11279">
            <a:extLst>
              <a:ext uri="{FF2B5EF4-FFF2-40B4-BE49-F238E27FC236}">
                <a16:creationId xmlns:a16="http://schemas.microsoft.com/office/drawing/2014/main" id="{4911C569-9C6C-4910-8530-AC4ABEB25B51}"/>
              </a:ext>
            </a:extLst>
          </p:cNvPr>
          <p:cNvSpPr>
            <a:spLocks noGrp="1"/>
          </p:cNvSpPr>
          <p:nvPr/>
        </p:nvSpPr>
        <p:spPr>
          <a:xfrm>
            <a:off x="2135243" y="37722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A1_bar_GT_11280">
            <a:extLst>
              <a:ext uri="{FF2B5EF4-FFF2-40B4-BE49-F238E27FC236}">
                <a16:creationId xmlns:a16="http://schemas.microsoft.com/office/drawing/2014/main" id="{F22875BE-F42E-430C-8913-2D0C48B00B61}"/>
              </a:ext>
            </a:extLst>
          </p:cNvPr>
          <p:cNvSpPr>
            <a:spLocks noGrp="1"/>
          </p:cNvSpPr>
          <p:nvPr/>
        </p:nvSpPr>
        <p:spPr>
          <a:xfrm>
            <a:off x="2298838" y="55615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A1_bar_GT_11281">
            <a:extLst>
              <a:ext uri="{FF2B5EF4-FFF2-40B4-BE49-F238E27FC236}">
                <a16:creationId xmlns:a16="http://schemas.microsoft.com/office/drawing/2014/main" id="{15708EC8-1F11-437B-8251-2785CE308838}"/>
              </a:ext>
            </a:extLst>
          </p:cNvPr>
          <p:cNvSpPr>
            <a:spLocks noGrp="1"/>
          </p:cNvSpPr>
          <p:nvPr/>
        </p:nvSpPr>
        <p:spPr>
          <a:xfrm>
            <a:off x="2229178" y="35877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A1_bar_GT_11282">
            <a:extLst>
              <a:ext uri="{FF2B5EF4-FFF2-40B4-BE49-F238E27FC236}">
                <a16:creationId xmlns:a16="http://schemas.microsoft.com/office/drawing/2014/main" id="{C3DB2642-0970-43B2-8BD2-3BC0769B5A99}"/>
              </a:ext>
            </a:extLst>
          </p:cNvPr>
          <p:cNvSpPr>
            <a:spLocks noGrp="1"/>
          </p:cNvSpPr>
          <p:nvPr/>
        </p:nvSpPr>
        <p:spPr>
          <a:xfrm>
            <a:off x="2306810" y="492908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A1_bar_GT_11283">
            <a:extLst>
              <a:ext uri="{FF2B5EF4-FFF2-40B4-BE49-F238E27FC236}">
                <a16:creationId xmlns:a16="http://schemas.microsoft.com/office/drawing/2014/main" id="{763AABCA-85EF-4B9C-A308-30EDFF01411A}"/>
              </a:ext>
            </a:extLst>
          </p:cNvPr>
          <p:cNvSpPr>
            <a:spLocks noGrp="1"/>
          </p:cNvSpPr>
          <p:nvPr/>
        </p:nvSpPr>
        <p:spPr>
          <a:xfrm>
            <a:off x="2190221" y="60978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A1_bar_GT_11284">
            <a:extLst>
              <a:ext uri="{FF2B5EF4-FFF2-40B4-BE49-F238E27FC236}">
                <a16:creationId xmlns:a16="http://schemas.microsoft.com/office/drawing/2014/main" id="{37E56810-BB73-4F47-8CA3-3483C7356D88}"/>
              </a:ext>
            </a:extLst>
          </p:cNvPr>
          <p:cNvSpPr>
            <a:spLocks noGrp="1"/>
          </p:cNvSpPr>
          <p:nvPr/>
        </p:nvSpPr>
        <p:spPr>
          <a:xfrm>
            <a:off x="2198590" y="34351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A1_bar_GT_11285">
            <a:extLst>
              <a:ext uri="{FF2B5EF4-FFF2-40B4-BE49-F238E27FC236}">
                <a16:creationId xmlns:a16="http://schemas.microsoft.com/office/drawing/2014/main" id="{D8FDDBA5-3CAB-4D96-9312-8411D778BF25}"/>
              </a:ext>
            </a:extLst>
          </p:cNvPr>
          <p:cNvSpPr>
            <a:spLocks noGrp="1"/>
          </p:cNvSpPr>
          <p:nvPr/>
        </p:nvSpPr>
        <p:spPr>
          <a:xfrm>
            <a:off x="2310535" y="609781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A1_bar_GT_11286">
            <a:extLst>
              <a:ext uri="{FF2B5EF4-FFF2-40B4-BE49-F238E27FC236}">
                <a16:creationId xmlns:a16="http://schemas.microsoft.com/office/drawing/2014/main" id="{C45F7727-3DDC-4D7C-91D6-6C73CA53FE8D}"/>
              </a:ext>
            </a:extLst>
          </p:cNvPr>
          <p:cNvSpPr>
            <a:spLocks noGrp="1"/>
          </p:cNvSpPr>
          <p:nvPr/>
        </p:nvSpPr>
        <p:spPr>
          <a:xfrm>
            <a:off x="2187982" y="36711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A1_bar_GT_11287">
            <a:extLst>
              <a:ext uri="{FF2B5EF4-FFF2-40B4-BE49-F238E27FC236}">
                <a16:creationId xmlns:a16="http://schemas.microsoft.com/office/drawing/2014/main" id="{D0F4B87C-7848-442A-92BF-2BE9C24D4DC0}"/>
              </a:ext>
            </a:extLst>
          </p:cNvPr>
          <p:cNvSpPr>
            <a:spLocks noGrp="1"/>
          </p:cNvSpPr>
          <p:nvPr/>
        </p:nvSpPr>
        <p:spPr>
          <a:xfrm>
            <a:off x="2202479" y="54958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A1_bar_GT_11288">
            <a:extLst>
              <a:ext uri="{FF2B5EF4-FFF2-40B4-BE49-F238E27FC236}">
                <a16:creationId xmlns:a16="http://schemas.microsoft.com/office/drawing/2014/main" id="{A152738A-96BE-4856-A587-FC0AE05ECA46}"/>
              </a:ext>
            </a:extLst>
          </p:cNvPr>
          <p:cNvSpPr>
            <a:spLocks noGrp="1"/>
          </p:cNvSpPr>
          <p:nvPr/>
        </p:nvSpPr>
        <p:spPr>
          <a:xfrm>
            <a:off x="2344164" y="59783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A1_bar_GT_11289">
            <a:extLst>
              <a:ext uri="{FF2B5EF4-FFF2-40B4-BE49-F238E27FC236}">
                <a16:creationId xmlns:a16="http://schemas.microsoft.com/office/drawing/2014/main" id="{40CF141A-538E-4716-98B4-462435CA4308}"/>
              </a:ext>
            </a:extLst>
          </p:cNvPr>
          <p:cNvSpPr>
            <a:spLocks noGrp="1"/>
          </p:cNvSpPr>
          <p:nvPr/>
        </p:nvSpPr>
        <p:spPr>
          <a:xfrm>
            <a:off x="2139785" y="60976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A1_bar_GT_11290">
            <a:extLst>
              <a:ext uri="{FF2B5EF4-FFF2-40B4-BE49-F238E27FC236}">
                <a16:creationId xmlns:a16="http://schemas.microsoft.com/office/drawing/2014/main" id="{5A4A1727-2258-4C94-8A9D-8D8B48D84D20}"/>
              </a:ext>
            </a:extLst>
          </p:cNvPr>
          <p:cNvSpPr>
            <a:spLocks noGrp="1"/>
          </p:cNvSpPr>
          <p:nvPr/>
        </p:nvSpPr>
        <p:spPr>
          <a:xfrm>
            <a:off x="2213005" y="3930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A1_bar_GT_11291">
            <a:extLst>
              <a:ext uri="{FF2B5EF4-FFF2-40B4-BE49-F238E27FC236}">
                <a16:creationId xmlns:a16="http://schemas.microsoft.com/office/drawing/2014/main" id="{8FA7D274-F520-499B-A5EF-3A166759F45E}"/>
              </a:ext>
            </a:extLst>
          </p:cNvPr>
          <p:cNvSpPr>
            <a:spLocks noGrp="1"/>
          </p:cNvSpPr>
          <p:nvPr/>
        </p:nvSpPr>
        <p:spPr>
          <a:xfrm>
            <a:off x="2134768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A1_bar_GT_11292">
            <a:extLst>
              <a:ext uri="{FF2B5EF4-FFF2-40B4-BE49-F238E27FC236}">
                <a16:creationId xmlns:a16="http://schemas.microsoft.com/office/drawing/2014/main" id="{7176BB10-B6AC-4428-B072-F1ADD25F6D4D}"/>
              </a:ext>
            </a:extLst>
          </p:cNvPr>
          <p:cNvSpPr>
            <a:spLocks noGrp="1"/>
          </p:cNvSpPr>
          <p:nvPr/>
        </p:nvSpPr>
        <p:spPr>
          <a:xfrm>
            <a:off x="2193156" y="49255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A1_bar_GT_11293">
            <a:extLst>
              <a:ext uri="{FF2B5EF4-FFF2-40B4-BE49-F238E27FC236}">
                <a16:creationId xmlns:a16="http://schemas.microsoft.com/office/drawing/2014/main" id="{D40B3097-75E0-4462-85FA-3EE3A5A25206}"/>
              </a:ext>
            </a:extLst>
          </p:cNvPr>
          <p:cNvSpPr>
            <a:spLocks noGrp="1"/>
          </p:cNvSpPr>
          <p:nvPr/>
        </p:nvSpPr>
        <p:spPr>
          <a:xfrm>
            <a:off x="2217285" y="42784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A1_bar_GT_11294">
            <a:extLst>
              <a:ext uri="{FF2B5EF4-FFF2-40B4-BE49-F238E27FC236}">
                <a16:creationId xmlns:a16="http://schemas.microsoft.com/office/drawing/2014/main" id="{8EEB2453-318A-4E95-9C84-1A38DA9ECE88}"/>
              </a:ext>
            </a:extLst>
          </p:cNvPr>
          <p:cNvSpPr>
            <a:spLocks noGrp="1"/>
          </p:cNvSpPr>
          <p:nvPr/>
        </p:nvSpPr>
        <p:spPr>
          <a:xfrm>
            <a:off x="2283547" y="4459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A1_bar_GT_11295">
            <a:extLst>
              <a:ext uri="{FF2B5EF4-FFF2-40B4-BE49-F238E27FC236}">
                <a16:creationId xmlns:a16="http://schemas.microsoft.com/office/drawing/2014/main" id="{E30FB775-8085-4AC0-AF24-FE135107054D}"/>
              </a:ext>
            </a:extLst>
          </p:cNvPr>
          <p:cNvSpPr>
            <a:spLocks noGrp="1"/>
          </p:cNvSpPr>
          <p:nvPr/>
        </p:nvSpPr>
        <p:spPr>
          <a:xfrm>
            <a:off x="2161164" y="51714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A1_bar_GT_11296">
            <a:extLst>
              <a:ext uri="{FF2B5EF4-FFF2-40B4-BE49-F238E27FC236}">
                <a16:creationId xmlns:a16="http://schemas.microsoft.com/office/drawing/2014/main" id="{CE4112A8-D895-45C2-B5DD-C282EE63A628}"/>
              </a:ext>
            </a:extLst>
          </p:cNvPr>
          <p:cNvSpPr>
            <a:spLocks noGrp="1"/>
          </p:cNvSpPr>
          <p:nvPr/>
        </p:nvSpPr>
        <p:spPr>
          <a:xfrm>
            <a:off x="2142230" y="41357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A1_bar_GT_11297">
            <a:extLst>
              <a:ext uri="{FF2B5EF4-FFF2-40B4-BE49-F238E27FC236}">
                <a16:creationId xmlns:a16="http://schemas.microsoft.com/office/drawing/2014/main" id="{ED79BD10-F8A2-43BE-8614-36A415A8DEED}"/>
              </a:ext>
            </a:extLst>
          </p:cNvPr>
          <p:cNvSpPr>
            <a:spLocks noGrp="1"/>
          </p:cNvSpPr>
          <p:nvPr/>
        </p:nvSpPr>
        <p:spPr>
          <a:xfrm>
            <a:off x="2354071" y="3560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A1_bar_GT_11298">
            <a:extLst>
              <a:ext uri="{FF2B5EF4-FFF2-40B4-BE49-F238E27FC236}">
                <a16:creationId xmlns:a16="http://schemas.microsoft.com/office/drawing/2014/main" id="{619FAD05-62F8-4752-8C2C-A84B7D616370}"/>
              </a:ext>
            </a:extLst>
          </p:cNvPr>
          <p:cNvSpPr>
            <a:spLocks noGrp="1"/>
          </p:cNvSpPr>
          <p:nvPr/>
        </p:nvSpPr>
        <p:spPr>
          <a:xfrm>
            <a:off x="2287861" y="44664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A1_bar_GT_11299">
            <a:extLst>
              <a:ext uri="{FF2B5EF4-FFF2-40B4-BE49-F238E27FC236}">
                <a16:creationId xmlns:a16="http://schemas.microsoft.com/office/drawing/2014/main" id="{217CF0B2-BE4B-4E79-803D-84CC8AE6432C}"/>
              </a:ext>
            </a:extLst>
          </p:cNvPr>
          <p:cNvSpPr>
            <a:spLocks noGrp="1"/>
          </p:cNvSpPr>
          <p:nvPr/>
        </p:nvSpPr>
        <p:spPr>
          <a:xfrm>
            <a:off x="2283482" y="60978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A1_bar_GT_11300">
            <a:extLst>
              <a:ext uri="{FF2B5EF4-FFF2-40B4-BE49-F238E27FC236}">
                <a16:creationId xmlns:a16="http://schemas.microsoft.com/office/drawing/2014/main" id="{01789623-7331-4A5B-98BF-ACC83306B336}"/>
              </a:ext>
            </a:extLst>
          </p:cNvPr>
          <p:cNvSpPr>
            <a:spLocks noGrp="1"/>
          </p:cNvSpPr>
          <p:nvPr/>
        </p:nvSpPr>
        <p:spPr>
          <a:xfrm>
            <a:off x="2195915" y="5223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A1_bar_GT_11301">
            <a:extLst>
              <a:ext uri="{FF2B5EF4-FFF2-40B4-BE49-F238E27FC236}">
                <a16:creationId xmlns:a16="http://schemas.microsoft.com/office/drawing/2014/main" id="{550CDABE-2A76-4658-A19B-579BF8B60F9D}"/>
              </a:ext>
            </a:extLst>
          </p:cNvPr>
          <p:cNvSpPr>
            <a:spLocks noGrp="1"/>
          </p:cNvSpPr>
          <p:nvPr/>
        </p:nvSpPr>
        <p:spPr>
          <a:xfrm>
            <a:off x="2168680" y="502859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A1_bar_GT_11302">
            <a:extLst>
              <a:ext uri="{FF2B5EF4-FFF2-40B4-BE49-F238E27FC236}">
                <a16:creationId xmlns:a16="http://schemas.microsoft.com/office/drawing/2014/main" id="{A4E88AFF-5C16-4765-8FE2-3220F40C7926}"/>
              </a:ext>
            </a:extLst>
          </p:cNvPr>
          <p:cNvSpPr>
            <a:spLocks noGrp="1"/>
          </p:cNvSpPr>
          <p:nvPr/>
        </p:nvSpPr>
        <p:spPr>
          <a:xfrm>
            <a:off x="2232311" y="5483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A1_bar_GT_11303">
            <a:extLst>
              <a:ext uri="{FF2B5EF4-FFF2-40B4-BE49-F238E27FC236}">
                <a16:creationId xmlns:a16="http://schemas.microsoft.com/office/drawing/2014/main" id="{593BBAAC-623D-425B-8299-C2A1EFB755D9}"/>
              </a:ext>
            </a:extLst>
          </p:cNvPr>
          <p:cNvSpPr>
            <a:spLocks noGrp="1"/>
          </p:cNvSpPr>
          <p:nvPr/>
        </p:nvSpPr>
        <p:spPr>
          <a:xfrm>
            <a:off x="2148409" y="3578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A1_bar_GT_11304">
            <a:extLst>
              <a:ext uri="{FF2B5EF4-FFF2-40B4-BE49-F238E27FC236}">
                <a16:creationId xmlns:a16="http://schemas.microsoft.com/office/drawing/2014/main" id="{BF0E6389-579A-40A6-A629-2A0F5968CD35}"/>
              </a:ext>
            </a:extLst>
          </p:cNvPr>
          <p:cNvSpPr>
            <a:spLocks noGrp="1"/>
          </p:cNvSpPr>
          <p:nvPr/>
        </p:nvSpPr>
        <p:spPr>
          <a:xfrm>
            <a:off x="2192404" y="38380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A1_bar_GT_11305">
            <a:extLst>
              <a:ext uri="{FF2B5EF4-FFF2-40B4-BE49-F238E27FC236}">
                <a16:creationId xmlns:a16="http://schemas.microsoft.com/office/drawing/2014/main" id="{D004029D-58C1-424B-961C-62BE3EE22248}"/>
              </a:ext>
            </a:extLst>
          </p:cNvPr>
          <p:cNvSpPr>
            <a:spLocks noGrp="1"/>
          </p:cNvSpPr>
          <p:nvPr/>
        </p:nvSpPr>
        <p:spPr>
          <a:xfrm>
            <a:off x="2359492" y="59040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A1_bar_GT_11306">
            <a:extLst>
              <a:ext uri="{FF2B5EF4-FFF2-40B4-BE49-F238E27FC236}">
                <a16:creationId xmlns:a16="http://schemas.microsoft.com/office/drawing/2014/main" id="{3B2168A4-9D65-4CF5-8F05-9C44A136B7EA}"/>
              </a:ext>
            </a:extLst>
          </p:cNvPr>
          <p:cNvSpPr>
            <a:spLocks noGrp="1"/>
          </p:cNvSpPr>
          <p:nvPr/>
        </p:nvSpPr>
        <p:spPr>
          <a:xfrm>
            <a:off x="2296364" y="52478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A1_bar_GT_11307">
            <a:extLst>
              <a:ext uri="{FF2B5EF4-FFF2-40B4-BE49-F238E27FC236}">
                <a16:creationId xmlns:a16="http://schemas.microsoft.com/office/drawing/2014/main" id="{EF80EA62-7846-4EB9-A538-3F99762972E6}"/>
              </a:ext>
            </a:extLst>
          </p:cNvPr>
          <p:cNvSpPr>
            <a:spLocks noGrp="1"/>
          </p:cNvSpPr>
          <p:nvPr/>
        </p:nvSpPr>
        <p:spPr>
          <a:xfrm>
            <a:off x="2310180" y="56801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A1_bar_GT_11308">
            <a:extLst>
              <a:ext uri="{FF2B5EF4-FFF2-40B4-BE49-F238E27FC236}">
                <a16:creationId xmlns:a16="http://schemas.microsoft.com/office/drawing/2014/main" id="{B34F1CC3-0CB4-42AB-A53C-98ED47037E42}"/>
              </a:ext>
            </a:extLst>
          </p:cNvPr>
          <p:cNvSpPr>
            <a:spLocks noGrp="1"/>
          </p:cNvSpPr>
          <p:nvPr/>
        </p:nvSpPr>
        <p:spPr>
          <a:xfrm>
            <a:off x="2326183" y="51800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A1_bar_GT_11309">
            <a:extLst>
              <a:ext uri="{FF2B5EF4-FFF2-40B4-BE49-F238E27FC236}">
                <a16:creationId xmlns:a16="http://schemas.microsoft.com/office/drawing/2014/main" id="{0E2B4275-20B9-44BD-8C32-91A532475F51}"/>
              </a:ext>
            </a:extLst>
          </p:cNvPr>
          <p:cNvSpPr>
            <a:spLocks noGrp="1"/>
          </p:cNvSpPr>
          <p:nvPr/>
        </p:nvSpPr>
        <p:spPr>
          <a:xfrm>
            <a:off x="2165869" y="43904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A1_bar_GT_11310">
            <a:extLst>
              <a:ext uri="{FF2B5EF4-FFF2-40B4-BE49-F238E27FC236}">
                <a16:creationId xmlns:a16="http://schemas.microsoft.com/office/drawing/2014/main" id="{665AA976-CB6E-4A58-9473-74A8782BFF95}"/>
              </a:ext>
            </a:extLst>
          </p:cNvPr>
          <p:cNvSpPr>
            <a:spLocks noGrp="1"/>
          </p:cNvSpPr>
          <p:nvPr/>
        </p:nvSpPr>
        <p:spPr>
          <a:xfrm>
            <a:off x="2250815" y="420061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A1_bar_GT_11311">
            <a:extLst>
              <a:ext uri="{FF2B5EF4-FFF2-40B4-BE49-F238E27FC236}">
                <a16:creationId xmlns:a16="http://schemas.microsoft.com/office/drawing/2014/main" id="{9746C480-E489-4186-9087-C058CEE6B1C0}"/>
              </a:ext>
            </a:extLst>
          </p:cNvPr>
          <p:cNvSpPr>
            <a:spLocks noGrp="1"/>
          </p:cNvSpPr>
          <p:nvPr/>
        </p:nvSpPr>
        <p:spPr>
          <a:xfrm>
            <a:off x="2374573" y="43846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A1_bar_GT_11312">
            <a:extLst>
              <a:ext uri="{FF2B5EF4-FFF2-40B4-BE49-F238E27FC236}">
                <a16:creationId xmlns:a16="http://schemas.microsoft.com/office/drawing/2014/main" id="{0EEE6877-65A3-4EDB-8E19-0FBB2A07442B}"/>
              </a:ext>
            </a:extLst>
          </p:cNvPr>
          <p:cNvSpPr>
            <a:spLocks noGrp="1"/>
          </p:cNvSpPr>
          <p:nvPr/>
        </p:nvSpPr>
        <p:spPr>
          <a:xfrm>
            <a:off x="2295140" y="57527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A1_bar_GT_11313">
            <a:extLst>
              <a:ext uri="{FF2B5EF4-FFF2-40B4-BE49-F238E27FC236}">
                <a16:creationId xmlns:a16="http://schemas.microsoft.com/office/drawing/2014/main" id="{0487FC41-F670-48DF-8A65-1AB852A7505E}"/>
              </a:ext>
            </a:extLst>
          </p:cNvPr>
          <p:cNvSpPr>
            <a:spLocks noGrp="1"/>
          </p:cNvSpPr>
          <p:nvPr/>
        </p:nvSpPr>
        <p:spPr>
          <a:xfrm>
            <a:off x="2193293" y="5858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A1_bar_GT_11314">
            <a:extLst>
              <a:ext uri="{FF2B5EF4-FFF2-40B4-BE49-F238E27FC236}">
                <a16:creationId xmlns:a16="http://schemas.microsoft.com/office/drawing/2014/main" id="{C8AE03D8-03DE-4194-A06E-983E165DC32D}"/>
              </a:ext>
            </a:extLst>
          </p:cNvPr>
          <p:cNvSpPr>
            <a:spLocks noGrp="1"/>
          </p:cNvSpPr>
          <p:nvPr/>
        </p:nvSpPr>
        <p:spPr>
          <a:xfrm>
            <a:off x="2145316" y="4633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A1_bar_GT_11315">
            <a:extLst>
              <a:ext uri="{FF2B5EF4-FFF2-40B4-BE49-F238E27FC236}">
                <a16:creationId xmlns:a16="http://schemas.microsoft.com/office/drawing/2014/main" id="{ADBD6F9F-57BD-4162-AAB8-E19A8E71EE73}"/>
              </a:ext>
            </a:extLst>
          </p:cNvPr>
          <p:cNvSpPr>
            <a:spLocks noGrp="1"/>
          </p:cNvSpPr>
          <p:nvPr/>
        </p:nvSpPr>
        <p:spPr>
          <a:xfrm>
            <a:off x="2288445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A1_bar_GT_11316">
            <a:extLst>
              <a:ext uri="{FF2B5EF4-FFF2-40B4-BE49-F238E27FC236}">
                <a16:creationId xmlns:a16="http://schemas.microsoft.com/office/drawing/2014/main" id="{13089A69-12D1-4FEC-A0F7-C35E80ADABCF}"/>
              </a:ext>
            </a:extLst>
          </p:cNvPr>
          <p:cNvSpPr>
            <a:spLocks noGrp="1"/>
          </p:cNvSpPr>
          <p:nvPr/>
        </p:nvSpPr>
        <p:spPr>
          <a:xfrm>
            <a:off x="2183485" y="3708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A1_bar_GT_11317">
            <a:extLst>
              <a:ext uri="{FF2B5EF4-FFF2-40B4-BE49-F238E27FC236}">
                <a16:creationId xmlns:a16="http://schemas.microsoft.com/office/drawing/2014/main" id="{3C97EBF1-02AB-499B-ACF7-DFB63464F973}"/>
              </a:ext>
            </a:extLst>
          </p:cNvPr>
          <p:cNvSpPr>
            <a:spLocks noGrp="1"/>
          </p:cNvSpPr>
          <p:nvPr/>
        </p:nvSpPr>
        <p:spPr>
          <a:xfrm>
            <a:off x="2265003" y="58780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A1_bar_GT_11318">
            <a:extLst>
              <a:ext uri="{FF2B5EF4-FFF2-40B4-BE49-F238E27FC236}">
                <a16:creationId xmlns:a16="http://schemas.microsoft.com/office/drawing/2014/main" id="{9E884340-6AD7-4B12-8730-E40C1F0F8C4C}"/>
              </a:ext>
            </a:extLst>
          </p:cNvPr>
          <p:cNvSpPr>
            <a:spLocks noGrp="1"/>
          </p:cNvSpPr>
          <p:nvPr/>
        </p:nvSpPr>
        <p:spPr>
          <a:xfrm>
            <a:off x="2233200" y="45672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A1_bar_GT_11319">
            <a:extLst>
              <a:ext uri="{FF2B5EF4-FFF2-40B4-BE49-F238E27FC236}">
                <a16:creationId xmlns:a16="http://schemas.microsoft.com/office/drawing/2014/main" id="{30CA05F9-AC78-4277-AF08-1876AEBFA93F}"/>
              </a:ext>
            </a:extLst>
          </p:cNvPr>
          <p:cNvSpPr>
            <a:spLocks noGrp="1"/>
          </p:cNvSpPr>
          <p:nvPr/>
        </p:nvSpPr>
        <p:spPr>
          <a:xfrm>
            <a:off x="2178154" y="5166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A1_bar_GT_11320">
            <a:extLst>
              <a:ext uri="{FF2B5EF4-FFF2-40B4-BE49-F238E27FC236}">
                <a16:creationId xmlns:a16="http://schemas.microsoft.com/office/drawing/2014/main" id="{9E4D0A06-D6D8-49CB-8CB1-F9326D83259C}"/>
              </a:ext>
            </a:extLst>
          </p:cNvPr>
          <p:cNvSpPr>
            <a:spLocks noGrp="1"/>
          </p:cNvSpPr>
          <p:nvPr/>
        </p:nvSpPr>
        <p:spPr>
          <a:xfrm>
            <a:off x="2278966" y="43441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A1_bar_GT_11321">
            <a:extLst>
              <a:ext uri="{FF2B5EF4-FFF2-40B4-BE49-F238E27FC236}">
                <a16:creationId xmlns:a16="http://schemas.microsoft.com/office/drawing/2014/main" id="{DABE152C-ACEB-417D-8E43-4A6495C5B7FD}"/>
              </a:ext>
            </a:extLst>
          </p:cNvPr>
          <p:cNvSpPr>
            <a:spLocks noGrp="1"/>
          </p:cNvSpPr>
          <p:nvPr/>
        </p:nvSpPr>
        <p:spPr>
          <a:xfrm>
            <a:off x="2345352" y="47200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A1_bar_GT_11322">
            <a:extLst>
              <a:ext uri="{FF2B5EF4-FFF2-40B4-BE49-F238E27FC236}">
                <a16:creationId xmlns:a16="http://schemas.microsoft.com/office/drawing/2014/main" id="{55B9A9A5-9332-4579-9FC0-2625C7AD4A6F}"/>
              </a:ext>
            </a:extLst>
          </p:cNvPr>
          <p:cNvSpPr>
            <a:spLocks noGrp="1"/>
          </p:cNvSpPr>
          <p:nvPr/>
        </p:nvSpPr>
        <p:spPr>
          <a:xfrm>
            <a:off x="2316957" y="3888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A1_bar_GT_11323">
            <a:extLst>
              <a:ext uri="{FF2B5EF4-FFF2-40B4-BE49-F238E27FC236}">
                <a16:creationId xmlns:a16="http://schemas.microsoft.com/office/drawing/2014/main" id="{6110E70C-D6FC-4FDC-BC77-9D06B39AF2A4}"/>
              </a:ext>
            </a:extLst>
          </p:cNvPr>
          <p:cNvSpPr>
            <a:spLocks noGrp="1"/>
          </p:cNvSpPr>
          <p:nvPr/>
        </p:nvSpPr>
        <p:spPr>
          <a:xfrm>
            <a:off x="2158204" y="56410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A1_bar_GT_11324">
            <a:extLst>
              <a:ext uri="{FF2B5EF4-FFF2-40B4-BE49-F238E27FC236}">
                <a16:creationId xmlns:a16="http://schemas.microsoft.com/office/drawing/2014/main" id="{E2666C6E-1433-493A-9D1D-AE9F7D5CD7FC}"/>
              </a:ext>
            </a:extLst>
          </p:cNvPr>
          <p:cNvSpPr>
            <a:spLocks noGrp="1"/>
          </p:cNvSpPr>
          <p:nvPr/>
        </p:nvSpPr>
        <p:spPr>
          <a:xfrm>
            <a:off x="2348065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A1_bar_GT_11325">
            <a:extLst>
              <a:ext uri="{FF2B5EF4-FFF2-40B4-BE49-F238E27FC236}">
                <a16:creationId xmlns:a16="http://schemas.microsoft.com/office/drawing/2014/main" id="{0F9A79D4-BB4E-4E73-AE6D-23F6ED51A3C2}"/>
              </a:ext>
            </a:extLst>
          </p:cNvPr>
          <p:cNvSpPr>
            <a:spLocks noGrp="1"/>
          </p:cNvSpPr>
          <p:nvPr/>
        </p:nvSpPr>
        <p:spPr>
          <a:xfrm>
            <a:off x="2279276" y="60888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A1_bar_GT_11326">
            <a:extLst>
              <a:ext uri="{FF2B5EF4-FFF2-40B4-BE49-F238E27FC236}">
                <a16:creationId xmlns:a16="http://schemas.microsoft.com/office/drawing/2014/main" id="{255425AB-04F3-403A-A499-70DA404E319B}"/>
              </a:ext>
            </a:extLst>
          </p:cNvPr>
          <p:cNvSpPr>
            <a:spLocks noGrp="1"/>
          </p:cNvSpPr>
          <p:nvPr/>
        </p:nvSpPr>
        <p:spPr>
          <a:xfrm>
            <a:off x="2277755" y="3488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A1_bar_GT_11327">
            <a:extLst>
              <a:ext uri="{FF2B5EF4-FFF2-40B4-BE49-F238E27FC236}">
                <a16:creationId xmlns:a16="http://schemas.microsoft.com/office/drawing/2014/main" id="{886C1F99-5850-4D6F-A5CC-2AAE1FA567FA}"/>
              </a:ext>
            </a:extLst>
          </p:cNvPr>
          <p:cNvSpPr>
            <a:spLocks noGrp="1"/>
          </p:cNvSpPr>
          <p:nvPr/>
        </p:nvSpPr>
        <p:spPr>
          <a:xfrm>
            <a:off x="2134509" y="413362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A1_bar_GT_11328">
            <a:extLst>
              <a:ext uri="{FF2B5EF4-FFF2-40B4-BE49-F238E27FC236}">
                <a16:creationId xmlns:a16="http://schemas.microsoft.com/office/drawing/2014/main" id="{60B9E8B9-2447-406F-9C32-E765C93F876A}"/>
              </a:ext>
            </a:extLst>
          </p:cNvPr>
          <p:cNvSpPr>
            <a:spLocks noGrp="1"/>
          </p:cNvSpPr>
          <p:nvPr/>
        </p:nvSpPr>
        <p:spPr>
          <a:xfrm>
            <a:off x="2134349" y="41771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A1_bar_GT_11329">
            <a:extLst>
              <a:ext uri="{FF2B5EF4-FFF2-40B4-BE49-F238E27FC236}">
                <a16:creationId xmlns:a16="http://schemas.microsoft.com/office/drawing/2014/main" id="{43BDEBE3-9A4E-46F7-BE66-7D0C63CA62D1}"/>
              </a:ext>
            </a:extLst>
          </p:cNvPr>
          <p:cNvSpPr>
            <a:spLocks noGrp="1"/>
          </p:cNvSpPr>
          <p:nvPr/>
        </p:nvSpPr>
        <p:spPr>
          <a:xfrm>
            <a:off x="2365472" y="41030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A1_bar_GT_11330">
            <a:extLst>
              <a:ext uri="{FF2B5EF4-FFF2-40B4-BE49-F238E27FC236}">
                <a16:creationId xmlns:a16="http://schemas.microsoft.com/office/drawing/2014/main" id="{727DAEE9-9AEA-440D-BD3F-DCDBC4A418E8}"/>
              </a:ext>
            </a:extLst>
          </p:cNvPr>
          <p:cNvSpPr>
            <a:spLocks noGrp="1"/>
          </p:cNvSpPr>
          <p:nvPr/>
        </p:nvSpPr>
        <p:spPr>
          <a:xfrm>
            <a:off x="2157371" y="37727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A1_bar_GT_11331">
            <a:extLst>
              <a:ext uri="{FF2B5EF4-FFF2-40B4-BE49-F238E27FC236}">
                <a16:creationId xmlns:a16="http://schemas.microsoft.com/office/drawing/2014/main" id="{15282E1B-6491-43B3-9396-5B7FBB5C67AC}"/>
              </a:ext>
            </a:extLst>
          </p:cNvPr>
          <p:cNvSpPr>
            <a:spLocks noGrp="1"/>
          </p:cNvSpPr>
          <p:nvPr/>
        </p:nvSpPr>
        <p:spPr>
          <a:xfrm>
            <a:off x="2231676" y="47974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A1_bar_GT_11332">
            <a:extLst>
              <a:ext uri="{FF2B5EF4-FFF2-40B4-BE49-F238E27FC236}">
                <a16:creationId xmlns:a16="http://schemas.microsoft.com/office/drawing/2014/main" id="{D8F913F2-F18D-4281-AE7C-EB80C77EF243}"/>
              </a:ext>
            </a:extLst>
          </p:cNvPr>
          <p:cNvSpPr>
            <a:spLocks noGrp="1"/>
          </p:cNvSpPr>
          <p:nvPr/>
        </p:nvSpPr>
        <p:spPr>
          <a:xfrm>
            <a:off x="2304701" y="33896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A1_bar_GT_11333">
            <a:extLst>
              <a:ext uri="{FF2B5EF4-FFF2-40B4-BE49-F238E27FC236}">
                <a16:creationId xmlns:a16="http://schemas.microsoft.com/office/drawing/2014/main" id="{ADFE2072-2702-45DE-995C-045C260629A6}"/>
              </a:ext>
            </a:extLst>
          </p:cNvPr>
          <p:cNvSpPr>
            <a:spLocks noGrp="1"/>
          </p:cNvSpPr>
          <p:nvPr/>
        </p:nvSpPr>
        <p:spPr>
          <a:xfrm>
            <a:off x="2231464" y="49937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A1_bar_GT_11334">
            <a:extLst>
              <a:ext uri="{FF2B5EF4-FFF2-40B4-BE49-F238E27FC236}">
                <a16:creationId xmlns:a16="http://schemas.microsoft.com/office/drawing/2014/main" id="{42A8E2D2-6A1C-4DD7-8128-FDB75C53B0FA}"/>
              </a:ext>
            </a:extLst>
          </p:cNvPr>
          <p:cNvSpPr>
            <a:spLocks noGrp="1"/>
          </p:cNvSpPr>
          <p:nvPr/>
        </p:nvSpPr>
        <p:spPr>
          <a:xfrm>
            <a:off x="2157820" y="41032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A1_bar_GT_11335">
            <a:extLst>
              <a:ext uri="{FF2B5EF4-FFF2-40B4-BE49-F238E27FC236}">
                <a16:creationId xmlns:a16="http://schemas.microsoft.com/office/drawing/2014/main" id="{F208DFB4-C6C0-4ABD-BD79-0B54119E3312}"/>
              </a:ext>
            </a:extLst>
          </p:cNvPr>
          <p:cNvSpPr>
            <a:spLocks noGrp="1"/>
          </p:cNvSpPr>
          <p:nvPr/>
        </p:nvSpPr>
        <p:spPr>
          <a:xfrm>
            <a:off x="2344559" y="56593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A1_bar_GT_11336">
            <a:extLst>
              <a:ext uri="{FF2B5EF4-FFF2-40B4-BE49-F238E27FC236}">
                <a16:creationId xmlns:a16="http://schemas.microsoft.com/office/drawing/2014/main" id="{D0F7890B-9D65-483D-B38F-2AAE503134B7}"/>
              </a:ext>
            </a:extLst>
          </p:cNvPr>
          <p:cNvSpPr>
            <a:spLocks noGrp="1"/>
          </p:cNvSpPr>
          <p:nvPr/>
        </p:nvSpPr>
        <p:spPr>
          <a:xfrm>
            <a:off x="2150931" y="464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A1_bar_GT_11337">
            <a:extLst>
              <a:ext uri="{FF2B5EF4-FFF2-40B4-BE49-F238E27FC236}">
                <a16:creationId xmlns:a16="http://schemas.microsoft.com/office/drawing/2014/main" id="{B496C7D8-429E-4D81-B3CF-F53675105B10}"/>
              </a:ext>
            </a:extLst>
          </p:cNvPr>
          <p:cNvSpPr>
            <a:spLocks noGrp="1"/>
          </p:cNvSpPr>
          <p:nvPr/>
        </p:nvSpPr>
        <p:spPr>
          <a:xfrm>
            <a:off x="2301741" y="37676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A1_bar_GT_11338">
            <a:extLst>
              <a:ext uri="{FF2B5EF4-FFF2-40B4-BE49-F238E27FC236}">
                <a16:creationId xmlns:a16="http://schemas.microsoft.com/office/drawing/2014/main" id="{D792CA10-B743-47F4-82AB-AE03D6D901EE}"/>
              </a:ext>
            </a:extLst>
          </p:cNvPr>
          <p:cNvSpPr>
            <a:spLocks noGrp="1"/>
          </p:cNvSpPr>
          <p:nvPr/>
        </p:nvSpPr>
        <p:spPr>
          <a:xfrm>
            <a:off x="2334034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A1_bar_GT_11339">
            <a:extLst>
              <a:ext uri="{FF2B5EF4-FFF2-40B4-BE49-F238E27FC236}">
                <a16:creationId xmlns:a16="http://schemas.microsoft.com/office/drawing/2014/main" id="{5AFA389B-A476-4EF3-AE16-69CDF0C5719C}"/>
              </a:ext>
            </a:extLst>
          </p:cNvPr>
          <p:cNvSpPr>
            <a:spLocks noGrp="1"/>
          </p:cNvSpPr>
          <p:nvPr/>
        </p:nvSpPr>
        <p:spPr>
          <a:xfrm>
            <a:off x="2286774" y="4620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A1_bar_GT_11340">
            <a:extLst>
              <a:ext uri="{FF2B5EF4-FFF2-40B4-BE49-F238E27FC236}">
                <a16:creationId xmlns:a16="http://schemas.microsoft.com/office/drawing/2014/main" id="{EB84CE10-DFAF-40F6-A840-C37A0973551C}"/>
              </a:ext>
            </a:extLst>
          </p:cNvPr>
          <p:cNvSpPr>
            <a:spLocks noGrp="1"/>
          </p:cNvSpPr>
          <p:nvPr/>
        </p:nvSpPr>
        <p:spPr>
          <a:xfrm>
            <a:off x="2205964" y="60977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A1_bar_GT_11341">
            <a:extLst>
              <a:ext uri="{FF2B5EF4-FFF2-40B4-BE49-F238E27FC236}">
                <a16:creationId xmlns:a16="http://schemas.microsoft.com/office/drawing/2014/main" id="{97BBEFCF-2D03-47DF-B7DC-619DD1607183}"/>
              </a:ext>
            </a:extLst>
          </p:cNvPr>
          <p:cNvSpPr>
            <a:spLocks noGrp="1"/>
          </p:cNvSpPr>
          <p:nvPr/>
        </p:nvSpPr>
        <p:spPr>
          <a:xfrm>
            <a:off x="2365357" y="45713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A1_bar_GT_11342">
            <a:extLst>
              <a:ext uri="{FF2B5EF4-FFF2-40B4-BE49-F238E27FC236}">
                <a16:creationId xmlns:a16="http://schemas.microsoft.com/office/drawing/2014/main" id="{66D3ED29-5365-4668-98EA-15DCFC9C2902}"/>
              </a:ext>
            </a:extLst>
          </p:cNvPr>
          <p:cNvSpPr>
            <a:spLocks noGrp="1"/>
          </p:cNvSpPr>
          <p:nvPr/>
        </p:nvSpPr>
        <p:spPr>
          <a:xfrm>
            <a:off x="2164498" y="43108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A1_bar_GT_11343">
            <a:extLst>
              <a:ext uri="{FF2B5EF4-FFF2-40B4-BE49-F238E27FC236}">
                <a16:creationId xmlns:a16="http://schemas.microsoft.com/office/drawing/2014/main" id="{AC28B427-42FC-4A7C-864F-8B1459B203B3}"/>
              </a:ext>
            </a:extLst>
          </p:cNvPr>
          <p:cNvSpPr>
            <a:spLocks noGrp="1"/>
          </p:cNvSpPr>
          <p:nvPr/>
        </p:nvSpPr>
        <p:spPr>
          <a:xfrm>
            <a:off x="2351786" y="45276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A1_bar_GT_11344">
            <a:extLst>
              <a:ext uri="{FF2B5EF4-FFF2-40B4-BE49-F238E27FC236}">
                <a16:creationId xmlns:a16="http://schemas.microsoft.com/office/drawing/2014/main" id="{0B997425-9BB9-4A23-8AE5-F66DC17CD2EB}"/>
              </a:ext>
            </a:extLst>
          </p:cNvPr>
          <p:cNvSpPr>
            <a:spLocks noGrp="1"/>
          </p:cNvSpPr>
          <p:nvPr/>
        </p:nvSpPr>
        <p:spPr>
          <a:xfrm>
            <a:off x="2222795" y="59187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A1_bar_GT_11345">
            <a:extLst>
              <a:ext uri="{FF2B5EF4-FFF2-40B4-BE49-F238E27FC236}">
                <a16:creationId xmlns:a16="http://schemas.microsoft.com/office/drawing/2014/main" id="{0CF78860-D25B-4092-9836-50A92896976B}"/>
              </a:ext>
            </a:extLst>
          </p:cNvPr>
          <p:cNvSpPr>
            <a:spLocks noGrp="1"/>
          </p:cNvSpPr>
          <p:nvPr/>
        </p:nvSpPr>
        <p:spPr>
          <a:xfrm>
            <a:off x="2230474" y="40108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A1_bar_GT_11346">
            <a:extLst>
              <a:ext uri="{FF2B5EF4-FFF2-40B4-BE49-F238E27FC236}">
                <a16:creationId xmlns:a16="http://schemas.microsoft.com/office/drawing/2014/main" id="{3F8CF4AE-AC7C-4492-AF99-20ED20325A3B}"/>
              </a:ext>
            </a:extLst>
          </p:cNvPr>
          <p:cNvSpPr>
            <a:spLocks noGrp="1"/>
          </p:cNvSpPr>
          <p:nvPr/>
        </p:nvSpPr>
        <p:spPr>
          <a:xfrm>
            <a:off x="2329694" y="38498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A1_bar_GT_11347">
            <a:extLst>
              <a:ext uri="{FF2B5EF4-FFF2-40B4-BE49-F238E27FC236}">
                <a16:creationId xmlns:a16="http://schemas.microsoft.com/office/drawing/2014/main" id="{921DDF0F-F6E0-4769-A089-CB1AB24DE812}"/>
              </a:ext>
            </a:extLst>
          </p:cNvPr>
          <p:cNvSpPr>
            <a:spLocks noGrp="1"/>
          </p:cNvSpPr>
          <p:nvPr/>
        </p:nvSpPr>
        <p:spPr>
          <a:xfrm>
            <a:off x="2196264" y="34128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A1_bar_GT_11348">
            <a:extLst>
              <a:ext uri="{FF2B5EF4-FFF2-40B4-BE49-F238E27FC236}">
                <a16:creationId xmlns:a16="http://schemas.microsoft.com/office/drawing/2014/main" id="{E7116AB2-D651-44FB-9519-C44FE0AAB853}"/>
              </a:ext>
            </a:extLst>
          </p:cNvPr>
          <p:cNvSpPr>
            <a:spLocks noGrp="1"/>
          </p:cNvSpPr>
          <p:nvPr/>
        </p:nvSpPr>
        <p:spPr>
          <a:xfrm>
            <a:off x="2186451" y="6097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A1_bar_GT_11349">
            <a:extLst>
              <a:ext uri="{FF2B5EF4-FFF2-40B4-BE49-F238E27FC236}">
                <a16:creationId xmlns:a16="http://schemas.microsoft.com/office/drawing/2014/main" id="{EC220327-1730-4368-971A-6B807790E690}"/>
              </a:ext>
            </a:extLst>
          </p:cNvPr>
          <p:cNvSpPr>
            <a:spLocks noGrp="1"/>
          </p:cNvSpPr>
          <p:nvPr/>
        </p:nvSpPr>
        <p:spPr>
          <a:xfrm>
            <a:off x="2242393" y="581918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A1_bar_GT_11350">
            <a:extLst>
              <a:ext uri="{FF2B5EF4-FFF2-40B4-BE49-F238E27FC236}">
                <a16:creationId xmlns:a16="http://schemas.microsoft.com/office/drawing/2014/main" id="{26F3A4D2-B426-414E-A5AC-5FD066D7CD3A}"/>
              </a:ext>
            </a:extLst>
          </p:cNvPr>
          <p:cNvSpPr>
            <a:spLocks noGrp="1"/>
          </p:cNvSpPr>
          <p:nvPr/>
        </p:nvSpPr>
        <p:spPr>
          <a:xfrm>
            <a:off x="2171727" y="45891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A1_bar_GT_11351">
            <a:extLst>
              <a:ext uri="{FF2B5EF4-FFF2-40B4-BE49-F238E27FC236}">
                <a16:creationId xmlns:a16="http://schemas.microsoft.com/office/drawing/2014/main" id="{41416008-A14C-43DE-BE3B-3BFD7E975007}"/>
              </a:ext>
            </a:extLst>
          </p:cNvPr>
          <p:cNvSpPr>
            <a:spLocks noGrp="1"/>
          </p:cNvSpPr>
          <p:nvPr/>
        </p:nvSpPr>
        <p:spPr>
          <a:xfrm>
            <a:off x="2266368" y="4761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A1_bar_GT_11352">
            <a:extLst>
              <a:ext uri="{FF2B5EF4-FFF2-40B4-BE49-F238E27FC236}">
                <a16:creationId xmlns:a16="http://schemas.microsoft.com/office/drawing/2014/main" id="{C3C6CAD0-4E7C-42BB-85D1-554F7D795C50}"/>
              </a:ext>
            </a:extLst>
          </p:cNvPr>
          <p:cNvSpPr>
            <a:spLocks noGrp="1"/>
          </p:cNvSpPr>
          <p:nvPr/>
        </p:nvSpPr>
        <p:spPr>
          <a:xfrm>
            <a:off x="2245507" y="447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A1_bar_GT_11353">
            <a:extLst>
              <a:ext uri="{FF2B5EF4-FFF2-40B4-BE49-F238E27FC236}">
                <a16:creationId xmlns:a16="http://schemas.microsoft.com/office/drawing/2014/main" id="{B85C7252-A385-40AF-B08D-73E3AA280836}"/>
              </a:ext>
            </a:extLst>
          </p:cNvPr>
          <p:cNvSpPr>
            <a:spLocks noGrp="1"/>
          </p:cNvSpPr>
          <p:nvPr/>
        </p:nvSpPr>
        <p:spPr>
          <a:xfrm>
            <a:off x="2309298" y="52528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A1_bar_GT_11354">
            <a:extLst>
              <a:ext uri="{FF2B5EF4-FFF2-40B4-BE49-F238E27FC236}">
                <a16:creationId xmlns:a16="http://schemas.microsoft.com/office/drawing/2014/main" id="{A48A9F01-0DF0-4B80-8C77-F39DF9C640F8}"/>
              </a:ext>
            </a:extLst>
          </p:cNvPr>
          <p:cNvSpPr>
            <a:spLocks noGrp="1"/>
          </p:cNvSpPr>
          <p:nvPr/>
        </p:nvSpPr>
        <p:spPr>
          <a:xfrm>
            <a:off x="2294225" y="40921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A1_bar_GT_11355">
            <a:extLst>
              <a:ext uri="{FF2B5EF4-FFF2-40B4-BE49-F238E27FC236}">
                <a16:creationId xmlns:a16="http://schemas.microsoft.com/office/drawing/2014/main" id="{5ACE7552-2E63-46E8-9C59-849E4345C9D1}"/>
              </a:ext>
            </a:extLst>
          </p:cNvPr>
          <p:cNvSpPr>
            <a:spLocks noGrp="1"/>
          </p:cNvSpPr>
          <p:nvPr/>
        </p:nvSpPr>
        <p:spPr>
          <a:xfrm>
            <a:off x="2207704" y="52000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A1_bar_GT_11356">
            <a:extLst>
              <a:ext uri="{FF2B5EF4-FFF2-40B4-BE49-F238E27FC236}">
                <a16:creationId xmlns:a16="http://schemas.microsoft.com/office/drawing/2014/main" id="{C6FD9F29-FDBF-4C7F-83C6-0E6EAB1B48B6}"/>
              </a:ext>
            </a:extLst>
          </p:cNvPr>
          <p:cNvSpPr>
            <a:spLocks noGrp="1"/>
          </p:cNvSpPr>
          <p:nvPr/>
        </p:nvSpPr>
        <p:spPr>
          <a:xfrm>
            <a:off x="2307635" y="3924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A1_bar_GT_11357">
            <a:extLst>
              <a:ext uri="{FF2B5EF4-FFF2-40B4-BE49-F238E27FC236}">
                <a16:creationId xmlns:a16="http://schemas.microsoft.com/office/drawing/2014/main" id="{D557CB3C-C52D-4B4B-A1EC-D8A4A3505901}"/>
              </a:ext>
            </a:extLst>
          </p:cNvPr>
          <p:cNvSpPr>
            <a:spLocks noGrp="1"/>
          </p:cNvSpPr>
          <p:nvPr/>
        </p:nvSpPr>
        <p:spPr>
          <a:xfrm>
            <a:off x="2333509" y="51685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A1_bar_GT_11358">
            <a:extLst>
              <a:ext uri="{FF2B5EF4-FFF2-40B4-BE49-F238E27FC236}">
                <a16:creationId xmlns:a16="http://schemas.microsoft.com/office/drawing/2014/main" id="{4E843A94-21A7-4500-8E86-A0FF5E778528}"/>
              </a:ext>
            </a:extLst>
          </p:cNvPr>
          <p:cNvSpPr>
            <a:spLocks noGrp="1"/>
          </p:cNvSpPr>
          <p:nvPr/>
        </p:nvSpPr>
        <p:spPr>
          <a:xfrm>
            <a:off x="2195706" y="45664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A1_bar_GT_11359">
            <a:extLst>
              <a:ext uri="{FF2B5EF4-FFF2-40B4-BE49-F238E27FC236}">
                <a16:creationId xmlns:a16="http://schemas.microsoft.com/office/drawing/2014/main" id="{BDB4217E-2209-4F6C-AE7C-396782D364BC}"/>
              </a:ext>
            </a:extLst>
          </p:cNvPr>
          <p:cNvSpPr>
            <a:spLocks noGrp="1"/>
          </p:cNvSpPr>
          <p:nvPr/>
        </p:nvSpPr>
        <p:spPr>
          <a:xfrm>
            <a:off x="2160530" y="584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A1_bar_GT_11360">
            <a:extLst>
              <a:ext uri="{FF2B5EF4-FFF2-40B4-BE49-F238E27FC236}">
                <a16:creationId xmlns:a16="http://schemas.microsoft.com/office/drawing/2014/main" id="{CA30E28F-8F52-410A-857F-CE071C66B7BF}"/>
              </a:ext>
            </a:extLst>
          </p:cNvPr>
          <p:cNvSpPr>
            <a:spLocks noGrp="1"/>
          </p:cNvSpPr>
          <p:nvPr/>
        </p:nvSpPr>
        <p:spPr>
          <a:xfrm>
            <a:off x="2202217" y="3587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A1_bar_GT_11361">
            <a:extLst>
              <a:ext uri="{FF2B5EF4-FFF2-40B4-BE49-F238E27FC236}">
                <a16:creationId xmlns:a16="http://schemas.microsoft.com/office/drawing/2014/main" id="{711DC391-90AB-4CC7-A871-1477A3629D92}"/>
              </a:ext>
            </a:extLst>
          </p:cNvPr>
          <p:cNvSpPr>
            <a:spLocks noGrp="1"/>
          </p:cNvSpPr>
          <p:nvPr/>
        </p:nvSpPr>
        <p:spPr>
          <a:xfrm>
            <a:off x="2182132" y="54295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A1_bar_GT_11362">
            <a:extLst>
              <a:ext uri="{FF2B5EF4-FFF2-40B4-BE49-F238E27FC236}">
                <a16:creationId xmlns:a16="http://schemas.microsoft.com/office/drawing/2014/main" id="{33323052-8F17-4DBA-BA26-3DC4E1D049AA}"/>
              </a:ext>
            </a:extLst>
          </p:cNvPr>
          <p:cNvSpPr>
            <a:spLocks noGrp="1"/>
          </p:cNvSpPr>
          <p:nvPr/>
        </p:nvSpPr>
        <p:spPr>
          <a:xfrm>
            <a:off x="2195899" y="4092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A1_bar_GT_11363">
            <a:extLst>
              <a:ext uri="{FF2B5EF4-FFF2-40B4-BE49-F238E27FC236}">
                <a16:creationId xmlns:a16="http://schemas.microsoft.com/office/drawing/2014/main" id="{4EC8A76A-F535-402F-A848-94005DE1521C}"/>
              </a:ext>
            </a:extLst>
          </p:cNvPr>
          <p:cNvSpPr>
            <a:spLocks noGrp="1"/>
          </p:cNvSpPr>
          <p:nvPr/>
        </p:nvSpPr>
        <p:spPr>
          <a:xfrm>
            <a:off x="2380023" y="51632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A1_bar_GT_11364">
            <a:extLst>
              <a:ext uri="{FF2B5EF4-FFF2-40B4-BE49-F238E27FC236}">
                <a16:creationId xmlns:a16="http://schemas.microsoft.com/office/drawing/2014/main" id="{DF757C18-662D-49B5-83DD-7A62E15BE138}"/>
              </a:ext>
            </a:extLst>
          </p:cNvPr>
          <p:cNvSpPr>
            <a:spLocks noGrp="1"/>
          </p:cNvSpPr>
          <p:nvPr/>
        </p:nvSpPr>
        <p:spPr>
          <a:xfrm>
            <a:off x="2286528" y="52056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A1_bar_GT_11365">
            <a:extLst>
              <a:ext uri="{FF2B5EF4-FFF2-40B4-BE49-F238E27FC236}">
                <a16:creationId xmlns:a16="http://schemas.microsoft.com/office/drawing/2014/main" id="{B7DA78AF-2385-4F4F-B477-0A9F229D0C9C}"/>
              </a:ext>
            </a:extLst>
          </p:cNvPr>
          <p:cNvSpPr>
            <a:spLocks noGrp="1"/>
          </p:cNvSpPr>
          <p:nvPr/>
        </p:nvSpPr>
        <p:spPr>
          <a:xfrm>
            <a:off x="2167593" y="52580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A1_bar_GT_11366">
            <a:extLst>
              <a:ext uri="{FF2B5EF4-FFF2-40B4-BE49-F238E27FC236}">
                <a16:creationId xmlns:a16="http://schemas.microsoft.com/office/drawing/2014/main" id="{4D5B5D1D-8A65-45F6-9689-D6ED26D84FE5}"/>
              </a:ext>
            </a:extLst>
          </p:cNvPr>
          <p:cNvSpPr>
            <a:spLocks noGrp="1"/>
          </p:cNvSpPr>
          <p:nvPr/>
        </p:nvSpPr>
        <p:spPr>
          <a:xfrm>
            <a:off x="2370787" y="45180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A1_bar_GT_11367">
            <a:extLst>
              <a:ext uri="{FF2B5EF4-FFF2-40B4-BE49-F238E27FC236}">
                <a16:creationId xmlns:a16="http://schemas.microsoft.com/office/drawing/2014/main" id="{D9A7D5EA-3530-44EA-91E9-6B0D2E4C668A}"/>
              </a:ext>
            </a:extLst>
          </p:cNvPr>
          <p:cNvSpPr>
            <a:spLocks noGrp="1"/>
          </p:cNvSpPr>
          <p:nvPr/>
        </p:nvSpPr>
        <p:spPr>
          <a:xfrm>
            <a:off x="2284600" y="35292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A1_bar_GT_11368">
            <a:extLst>
              <a:ext uri="{FF2B5EF4-FFF2-40B4-BE49-F238E27FC236}">
                <a16:creationId xmlns:a16="http://schemas.microsoft.com/office/drawing/2014/main" id="{7DAB8EDA-2F5E-4158-9476-FC3ED6EB4284}"/>
              </a:ext>
            </a:extLst>
          </p:cNvPr>
          <p:cNvSpPr>
            <a:spLocks noGrp="1"/>
          </p:cNvSpPr>
          <p:nvPr/>
        </p:nvSpPr>
        <p:spPr>
          <a:xfrm>
            <a:off x="2305960" y="5322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A1_bar_GT_11369">
            <a:extLst>
              <a:ext uri="{FF2B5EF4-FFF2-40B4-BE49-F238E27FC236}">
                <a16:creationId xmlns:a16="http://schemas.microsoft.com/office/drawing/2014/main" id="{2A7CE9E4-C080-4499-8852-4A9A85F09212}"/>
              </a:ext>
            </a:extLst>
          </p:cNvPr>
          <p:cNvSpPr>
            <a:spLocks noGrp="1"/>
          </p:cNvSpPr>
          <p:nvPr/>
        </p:nvSpPr>
        <p:spPr>
          <a:xfrm>
            <a:off x="2234799" y="55548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A1_bar_GT_11370">
            <a:extLst>
              <a:ext uri="{FF2B5EF4-FFF2-40B4-BE49-F238E27FC236}">
                <a16:creationId xmlns:a16="http://schemas.microsoft.com/office/drawing/2014/main" id="{F3082FF8-100E-443A-8B47-2EFCB214BF7A}"/>
              </a:ext>
            </a:extLst>
          </p:cNvPr>
          <p:cNvSpPr>
            <a:spLocks noGrp="1"/>
          </p:cNvSpPr>
          <p:nvPr/>
        </p:nvSpPr>
        <p:spPr>
          <a:xfrm>
            <a:off x="2196603" y="42010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A1_bar_GT_11371">
            <a:extLst>
              <a:ext uri="{FF2B5EF4-FFF2-40B4-BE49-F238E27FC236}">
                <a16:creationId xmlns:a16="http://schemas.microsoft.com/office/drawing/2014/main" id="{E128F49C-91B5-44BA-A81D-40AD8FF74CBB}"/>
              </a:ext>
            </a:extLst>
          </p:cNvPr>
          <p:cNvSpPr>
            <a:spLocks noGrp="1"/>
          </p:cNvSpPr>
          <p:nvPr/>
        </p:nvSpPr>
        <p:spPr>
          <a:xfrm>
            <a:off x="2365243" y="57442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A1_bar_GT_11372">
            <a:extLst>
              <a:ext uri="{FF2B5EF4-FFF2-40B4-BE49-F238E27FC236}">
                <a16:creationId xmlns:a16="http://schemas.microsoft.com/office/drawing/2014/main" id="{4A4BBAF6-7617-4B89-9403-221013CF22AF}"/>
              </a:ext>
            </a:extLst>
          </p:cNvPr>
          <p:cNvSpPr>
            <a:spLocks noGrp="1"/>
          </p:cNvSpPr>
          <p:nvPr/>
        </p:nvSpPr>
        <p:spPr>
          <a:xfrm>
            <a:off x="2248288" y="50745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A1_bar_GT_11373">
            <a:extLst>
              <a:ext uri="{FF2B5EF4-FFF2-40B4-BE49-F238E27FC236}">
                <a16:creationId xmlns:a16="http://schemas.microsoft.com/office/drawing/2014/main" id="{4B4F8BC8-F120-4400-9A95-3A637BBC5CD7}"/>
              </a:ext>
            </a:extLst>
          </p:cNvPr>
          <p:cNvSpPr>
            <a:spLocks noGrp="1"/>
          </p:cNvSpPr>
          <p:nvPr/>
        </p:nvSpPr>
        <p:spPr>
          <a:xfrm>
            <a:off x="2142505" y="5400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A1_bar_GT_11374">
            <a:extLst>
              <a:ext uri="{FF2B5EF4-FFF2-40B4-BE49-F238E27FC236}">
                <a16:creationId xmlns:a16="http://schemas.microsoft.com/office/drawing/2014/main" id="{59B26EF0-837F-41C7-A9A0-0B296BE39B31}"/>
              </a:ext>
            </a:extLst>
          </p:cNvPr>
          <p:cNvSpPr>
            <a:spLocks noGrp="1"/>
          </p:cNvSpPr>
          <p:nvPr/>
        </p:nvSpPr>
        <p:spPr>
          <a:xfrm>
            <a:off x="2269546" y="58425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A1_bar_GT_11375">
            <a:extLst>
              <a:ext uri="{FF2B5EF4-FFF2-40B4-BE49-F238E27FC236}">
                <a16:creationId xmlns:a16="http://schemas.microsoft.com/office/drawing/2014/main" id="{EC00450C-A6BE-47B4-9F9C-EA07E4773200}"/>
              </a:ext>
            </a:extLst>
          </p:cNvPr>
          <p:cNvSpPr>
            <a:spLocks noGrp="1"/>
          </p:cNvSpPr>
          <p:nvPr/>
        </p:nvSpPr>
        <p:spPr>
          <a:xfrm>
            <a:off x="2376192" y="498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A1_bar_GT_11376">
            <a:extLst>
              <a:ext uri="{FF2B5EF4-FFF2-40B4-BE49-F238E27FC236}">
                <a16:creationId xmlns:a16="http://schemas.microsoft.com/office/drawing/2014/main" id="{E1086F54-CD6E-421A-BBAB-25E46BCD91EB}"/>
              </a:ext>
            </a:extLst>
          </p:cNvPr>
          <p:cNvSpPr>
            <a:spLocks noGrp="1"/>
          </p:cNvSpPr>
          <p:nvPr/>
        </p:nvSpPr>
        <p:spPr>
          <a:xfrm>
            <a:off x="3828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A1_bar_GT_11377">
            <a:extLst>
              <a:ext uri="{FF2B5EF4-FFF2-40B4-BE49-F238E27FC236}">
                <a16:creationId xmlns:a16="http://schemas.microsoft.com/office/drawing/2014/main" id="{2506DCF4-E6ED-4242-BCFC-C8504ED4B505}"/>
              </a:ext>
            </a:extLst>
          </p:cNvPr>
          <p:cNvSpPr>
            <a:spLocks noGrp="1"/>
          </p:cNvSpPr>
          <p:nvPr/>
        </p:nvSpPr>
        <p:spPr>
          <a:xfrm>
            <a:off x="39204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A1_bar_GT_11378">
            <a:extLst>
              <a:ext uri="{FF2B5EF4-FFF2-40B4-BE49-F238E27FC236}">
                <a16:creationId xmlns:a16="http://schemas.microsoft.com/office/drawing/2014/main" id="{22F18E2E-33C2-4F2E-BE0D-E592C32D24FC}"/>
              </a:ext>
            </a:extLst>
          </p:cNvPr>
          <p:cNvSpPr>
            <a:spLocks noGrp="1"/>
          </p:cNvSpPr>
          <p:nvPr/>
        </p:nvSpPr>
        <p:spPr>
          <a:xfrm>
            <a:off x="37044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A1_bar_GT_11379">
            <a:extLst>
              <a:ext uri="{FF2B5EF4-FFF2-40B4-BE49-F238E27FC236}">
                <a16:creationId xmlns:a16="http://schemas.microsoft.com/office/drawing/2014/main" id="{BC53B08F-D53E-485D-895B-D3818AB5CB32}"/>
              </a:ext>
            </a:extLst>
          </p:cNvPr>
          <p:cNvSpPr>
            <a:spLocks noGrp="1"/>
          </p:cNvSpPr>
          <p:nvPr/>
        </p:nvSpPr>
        <p:spPr>
          <a:xfrm>
            <a:off x="386446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A1_bar_GT_11380">
            <a:extLst>
              <a:ext uri="{FF2B5EF4-FFF2-40B4-BE49-F238E27FC236}">
                <a16:creationId xmlns:a16="http://schemas.microsoft.com/office/drawing/2014/main" id="{00893B27-0885-4362-96A8-207AE35D72CC}"/>
              </a:ext>
            </a:extLst>
          </p:cNvPr>
          <p:cNvSpPr>
            <a:spLocks noGrp="1"/>
          </p:cNvSpPr>
          <p:nvPr/>
        </p:nvSpPr>
        <p:spPr>
          <a:xfrm>
            <a:off x="3926941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A1_bar_GT_11381">
            <a:extLst>
              <a:ext uri="{FF2B5EF4-FFF2-40B4-BE49-F238E27FC236}">
                <a16:creationId xmlns:a16="http://schemas.microsoft.com/office/drawing/2014/main" id="{3B9D6281-283D-4E68-A710-7746F07F4DB5}"/>
              </a:ext>
            </a:extLst>
          </p:cNvPr>
          <p:cNvSpPr>
            <a:spLocks noGrp="1"/>
          </p:cNvSpPr>
          <p:nvPr/>
        </p:nvSpPr>
        <p:spPr>
          <a:xfrm>
            <a:off x="38697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A1_bar_GT_11382">
            <a:extLst>
              <a:ext uri="{FF2B5EF4-FFF2-40B4-BE49-F238E27FC236}">
                <a16:creationId xmlns:a16="http://schemas.microsoft.com/office/drawing/2014/main" id="{334F12CD-1568-4BC3-A7B8-2F4954F9DEC7}"/>
              </a:ext>
            </a:extLst>
          </p:cNvPr>
          <p:cNvSpPr>
            <a:spLocks noGrp="1"/>
          </p:cNvSpPr>
          <p:nvPr/>
        </p:nvSpPr>
        <p:spPr>
          <a:xfrm>
            <a:off x="38889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A1_bar_GT_11383">
            <a:extLst>
              <a:ext uri="{FF2B5EF4-FFF2-40B4-BE49-F238E27FC236}">
                <a16:creationId xmlns:a16="http://schemas.microsoft.com/office/drawing/2014/main" id="{FA2AF401-7E8F-4A0D-A1B2-0444EC9AD9EB}"/>
              </a:ext>
            </a:extLst>
          </p:cNvPr>
          <p:cNvSpPr>
            <a:spLocks noGrp="1"/>
          </p:cNvSpPr>
          <p:nvPr/>
        </p:nvSpPr>
        <p:spPr>
          <a:xfrm>
            <a:off x="39440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A1_bar_GT_11384">
            <a:extLst>
              <a:ext uri="{FF2B5EF4-FFF2-40B4-BE49-F238E27FC236}">
                <a16:creationId xmlns:a16="http://schemas.microsoft.com/office/drawing/2014/main" id="{CED1CDF4-1183-4A74-903B-3CE4C18B7307}"/>
              </a:ext>
            </a:extLst>
          </p:cNvPr>
          <p:cNvSpPr>
            <a:spLocks noGrp="1"/>
          </p:cNvSpPr>
          <p:nvPr/>
        </p:nvSpPr>
        <p:spPr>
          <a:xfrm>
            <a:off x="3892602" y="44192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A1_bar_GT_11385">
            <a:extLst>
              <a:ext uri="{FF2B5EF4-FFF2-40B4-BE49-F238E27FC236}">
                <a16:creationId xmlns:a16="http://schemas.microsoft.com/office/drawing/2014/main" id="{64C6705D-0146-4BCD-A0FE-A0B9D55006C4}"/>
              </a:ext>
            </a:extLst>
          </p:cNvPr>
          <p:cNvSpPr>
            <a:spLocks noGrp="1"/>
          </p:cNvSpPr>
          <p:nvPr/>
        </p:nvSpPr>
        <p:spPr>
          <a:xfrm>
            <a:off x="374640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A1_bar_GT_11386">
            <a:extLst>
              <a:ext uri="{FF2B5EF4-FFF2-40B4-BE49-F238E27FC236}">
                <a16:creationId xmlns:a16="http://schemas.microsoft.com/office/drawing/2014/main" id="{BB182DB4-E0C9-47A6-AE1B-202D024F5641}"/>
              </a:ext>
            </a:extLst>
          </p:cNvPr>
          <p:cNvSpPr>
            <a:spLocks noGrp="1"/>
          </p:cNvSpPr>
          <p:nvPr/>
        </p:nvSpPr>
        <p:spPr>
          <a:xfrm>
            <a:off x="3728045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A1_bar_GT_11387">
            <a:extLst>
              <a:ext uri="{FF2B5EF4-FFF2-40B4-BE49-F238E27FC236}">
                <a16:creationId xmlns:a16="http://schemas.microsoft.com/office/drawing/2014/main" id="{A36556E8-FB66-4E73-846D-640BBCC3CD6F}"/>
              </a:ext>
            </a:extLst>
          </p:cNvPr>
          <p:cNvSpPr>
            <a:spLocks noGrp="1"/>
          </p:cNvSpPr>
          <p:nvPr/>
        </p:nvSpPr>
        <p:spPr>
          <a:xfrm>
            <a:off x="3848194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A1_bar_GT_11388">
            <a:extLst>
              <a:ext uri="{FF2B5EF4-FFF2-40B4-BE49-F238E27FC236}">
                <a16:creationId xmlns:a16="http://schemas.microsoft.com/office/drawing/2014/main" id="{511C6F86-EAEC-4A50-B752-CAE17A77D58C}"/>
              </a:ext>
            </a:extLst>
          </p:cNvPr>
          <p:cNvSpPr>
            <a:spLocks noGrp="1"/>
          </p:cNvSpPr>
          <p:nvPr/>
        </p:nvSpPr>
        <p:spPr>
          <a:xfrm>
            <a:off x="389553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A1_bar_GT_11389">
            <a:extLst>
              <a:ext uri="{FF2B5EF4-FFF2-40B4-BE49-F238E27FC236}">
                <a16:creationId xmlns:a16="http://schemas.microsoft.com/office/drawing/2014/main" id="{B2CBBAED-D992-4558-B863-D87F04838A6A}"/>
              </a:ext>
            </a:extLst>
          </p:cNvPr>
          <p:cNvSpPr>
            <a:spLocks noGrp="1"/>
          </p:cNvSpPr>
          <p:nvPr/>
        </p:nvSpPr>
        <p:spPr>
          <a:xfrm>
            <a:off x="382569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A1_bar_GT_11390">
            <a:extLst>
              <a:ext uri="{FF2B5EF4-FFF2-40B4-BE49-F238E27FC236}">
                <a16:creationId xmlns:a16="http://schemas.microsoft.com/office/drawing/2014/main" id="{48FF8E58-D443-45AA-84C1-D2F4791D88DC}"/>
              </a:ext>
            </a:extLst>
          </p:cNvPr>
          <p:cNvSpPr>
            <a:spLocks noGrp="1"/>
          </p:cNvSpPr>
          <p:nvPr/>
        </p:nvSpPr>
        <p:spPr>
          <a:xfrm>
            <a:off x="373265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A1_bar_GT_11391">
            <a:extLst>
              <a:ext uri="{FF2B5EF4-FFF2-40B4-BE49-F238E27FC236}">
                <a16:creationId xmlns:a16="http://schemas.microsoft.com/office/drawing/2014/main" id="{0DB51DC0-A654-483F-87C4-8860188F40FB}"/>
              </a:ext>
            </a:extLst>
          </p:cNvPr>
          <p:cNvSpPr>
            <a:spLocks noGrp="1"/>
          </p:cNvSpPr>
          <p:nvPr/>
        </p:nvSpPr>
        <p:spPr>
          <a:xfrm>
            <a:off x="387698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A1_bar_GT_11392">
            <a:extLst>
              <a:ext uri="{FF2B5EF4-FFF2-40B4-BE49-F238E27FC236}">
                <a16:creationId xmlns:a16="http://schemas.microsoft.com/office/drawing/2014/main" id="{A1F395B6-2B31-4830-9B8A-4E0A09B20CA2}"/>
              </a:ext>
            </a:extLst>
          </p:cNvPr>
          <p:cNvSpPr>
            <a:spLocks noGrp="1"/>
          </p:cNvSpPr>
          <p:nvPr/>
        </p:nvSpPr>
        <p:spPr>
          <a:xfrm>
            <a:off x="39514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A1_bar_GT_11393">
            <a:extLst>
              <a:ext uri="{FF2B5EF4-FFF2-40B4-BE49-F238E27FC236}">
                <a16:creationId xmlns:a16="http://schemas.microsoft.com/office/drawing/2014/main" id="{7A1E3053-7FDE-45EF-9DAD-D104D203A5BF}"/>
              </a:ext>
            </a:extLst>
          </p:cNvPr>
          <p:cNvSpPr>
            <a:spLocks noGrp="1"/>
          </p:cNvSpPr>
          <p:nvPr/>
        </p:nvSpPr>
        <p:spPr>
          <a:xfrm>
            <a:off x="3781676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A1_bar_GT_11394">
            <a:extLst>
              <a:ext uri="{FF2B5EF4-FFF2-40B4-BE49-F238E27FC236}">
                <a16:creationId xmlns:a16="http://schemas.microsoft.com/office/drawing/2014/main" id="{BDE671EA-65D3-44A7-9B04-23E74B2854F4}"/>
              </a:ext>
            </a:extLst>
          </p:cNvPr>
          <p:cNvSpPr>
            <a:spLocks noGrp="1"/>
          </p:cNvSpPr>
          <p:nvPr/>
        </p:nvSpPr>
        <p:spPr>
          <a:xfrm>
            <a:off x="3867269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A1_bar_GT_11395">
            <a:extLst>
              <a:ext uri="{FF2B5EF4-FFF2-40B4-BE49-F238E27FC236}">
                <a16:creationId xmlns:a16="http://schemas.microsoft.com/office/drawing/2014/main" id="{017346D6-0D9A-45F7-9699-851727C95EEE}"/>
              </a:ext>
            </a:extLst>
          </p:cNvPr>
          <p:cNvSpPr>
            <a:spLocks noGrp="1"/>
          </p:cNvSpPr>
          <p:nvPr/>
        </p:nvSpPr>
        <p:spPr>
          <a:xfrm>
            <a:off x="372049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A1_bar_GT_11396">
            <a:extLst>
              <a:ext uri="{FF2B5EF4-FFF2-40B4-BE49-F238E27FC236}">
                <a16:creationId xmlns:a16="http://schemas.microsoft.com/office/drawing/2014/main" id="{F74EB40C-06EA-47E8-B496-49A443DB7887}"/>
              </a:ext>
            </a:extLst>
          </p:cNvPr>
          <p:cNvSpPr>
            <a:spLocks noGrp="1"/>
          </p:cNvSpPr>
          <p:nvPr/>
        </p:nvSpPr>
        <p:spPr>
          <a:xfrm>
            <a:off x="3922386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A1_bar_GT_11397">
            <a:extLst>
              <a:ext uri="{FF2B5EF4-FFF2-40B4-BE49-F238E27FC236}">
                <a16:creationId xmlns:a16="http://schemas.microsoft.com/office/drawing/2014/main" id="{F2955918-12C9-4719-8C1B-56C4229F1E65}"/>
              </a:ext>
            </a:extLst>
          </p:cNvPr>
          <p:cNvSpPr>
            <a:spLocks noGrp="1"/>
          </p:cNvSpPr>
          <p:nvPr/>
        </p:nvSpPr>
        <p:spPr>
          <a:xfrm>
            <a:off x="3890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A1_bar_GT_11398">
            <a:extLst>
              <a:ext uri="{FF2B5EF4-FFF2-40B4-BE49-F238E27FC236}">
                <a16:creationId xmlns:a16="http://schemas.microsoft.com/office/drawing/2014/main" id="{EA538B8A-717E-4BBE-9510-FD91243F435E}"/>
              </a:ext>
            </a:extLst>
          </p:cNvPr>
          <p:cNvSpPr>
            <a:spLocks noGrp="1"/>
          </p:cNvSpPr>
          <p:nvPr/>
        </p:nvSpPr>
        <p:spPr>
          <a:xfrm>
            <a:off x="3755880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A1_bar_GT_11399">
            <a:extLst>
              <a:ext uri="{FF2B5EF4-FFF2-40B4-BE49-F238E27FC236}">
                <a16:creationId xmlns:a16="http://schemas.microsoft.com/office/drawing/2014/main" id="{B7DBEF8B-0016-464A-8CD5-F8C814B67CE7}"/>
              </a:ext>
            </a:extLst>
          </p:cNvPr>
          <p:cNvSpPr>
            <a:spLocks noGrp="1"/>
          </p:cNvSpPr>
          <p:nvPr/>
        </p:nvSpPr>
        <p:spPr>
          <a:xfrm>
            <a:off x="38348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A1_bar_GT_11400">
            <a:extLst>
              <a:ext uri="{FF2B5EF4-FFF2-40B4-BE49-F238E27FC236}">
                <a16:creationId xmlns:a16="http://schemas.microsoft.com/office/drawing/2014/main" id="{80F9555E-6D7B-4F0D-9596-266DA4161BED}"/>
              </a:ext>
            </a:extLst>
          </p:cNvPr>
          <p:cNvSpPr>
            <a:spLocks noGrp="1"/>
          </p:cNvSpPr>
          <p:nvPr/>
        </p:nvSpPr>
        <p:spPr>
          <a:xfrm>
            <a:off x="39254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A1_bar_GT_11401">
            <a:extLst>
              <a:ext uri="{FF2B5EF4-FFF2-40B4-BE49-F238E27FC236}">
                <a16:creationId xmlns:a16="http://schemas.microsoft.com/office/drawing/2014/main" id="{C953DAE5-7FC0-4C7F-9C3B-329589A9D3B2}"/>
              </a:ext>
            </a:extLst>
          </p:cNvPr>
          <p:cNvSpPr>
            <a:spLocks noGrp="1"/>
          </p:cNvSpPr>
          <p:nvPr/>
        </p:nvSpPr>
        <p:spPr>
          <a:xfrm>
            <a:off x="3792383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A1_bar_GT_11402">
            <a:extLst>
              <a:ext uri="{FF2B5EF4-FFF2-40B4-BE49-F238E27FC236}">
                <a16:creationId xmlns:a16="http://schemas.microsoft.com/office/drawing/2014/main" id="{54F85464-431C-4BBB-9699-DEB23F9F23CB}"/>
              </a:ext>
            </a:extLst>
          </p:cNvPr>
          <p:cNvSpPr>
            <a:spLocks noGrp="1"/>
          </p:cNvSpPr>
          <p:nvPr/>
        </p:nvSpPr>
        <p:spPr>
          <a:xfrm>
            <a:off x="3799102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A1_bar_GT_11403">
            <a:extLst>
              <a:ext uri="{FF2B5EF4-FFF2-40B4-BE49-F238E27FC236}">
                <a16:creationId xmlns:a16="http://schemas.microsoft.com/office/drawing/2014/main" id="{6E38E80C-342D-48F8-ADE0-17786C984EF9}"/>
              </a:ext>
            </a:extLst>
          </p:cNvPr>
          <p:cNvSpPr>
            <a:spLocks noGrp="1"/>
          </p:cNvSpPr>
          <p:nvPr/>
        </p:nvSpPr>
        <p:spPr>
          <a:xfrm>
            <a:off x="3762578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A1_bar_GT_11404">
            <a:extLst>
              <a:ext uri="{FF2B5EF4-FFF2-40B4-BE49-F238E27FC236}">
                <a16:creationId xmlns:a16="http://schemas.microsoft.com/office/drawing/2014/main" id="{9C780E49-4053-4391-9F27-4C010E3F18D5}"/>
              </a:ext>
            </a:extLst>
          </p:cNvPr>
          <p:cNvSpPr>
            <a:spLocks noGrp="1"/>
          </p:cNvSpPr>
          <p:nvPr/>
        </p:nvSpPr>
        <p:spPr>
          <a:xfrm>
            <a:off x="3837711" y="50861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A1_bar_GT_11405">
            <a:extLst>
              <a:ext uri="{FF2B5EF4-FFF2-40B4-BE49-F238E27FC236}">
                <a16:creationId xmlns:a16="http://schemas.microsoft.com/office/drawing/2014/main" id="{F4C66D2C-B6A3-44A3-B3DE-2729F19FF3D7}"/>
              </a:ext>
            </a:extLst>
          </p:cNvPr>
          <p:cNvSpPr>
            <a:spLocks noGrp="1"/>
          </p:cNvSpPr>
          <p:nvPr/>
        </p:nvSpPr>
        <p:spPr>
          <a:xfrm>
            <a:off x="37440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A1_bar_GT_11406">
            <a:extLst>
              <a:ext uri="{FF2B5EF4-FFF2-40B4-BE49-F238E27FC236}">
                <a16:creationId xmlns:a16="http://schemas.microsoft.com/office/drawing/2014/main" id="{74A60E1C-5835-4245-B089-F1FE2FDAA662}"/>
              </a:ext>
            </a:extLst>
          </p:cNvPr>
          <p:cNvSpPr>
            <a:spLocks noGrp="1"/>
          </p:cNvSpPr>
          <p:nvPr/>
        </p:nvSpPr>
        <p:spPr>
          <a:xfrm>
            <a:off x="3777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A1_bar_GT_11407">
            <a:extLst>
              <a:ext uri="{FF2B5EF4-FFF2-40B4-BE49-F238E27FC236}">
                <a16:creationId xmlns:a16="http://schemas.microsoft.com/office/drawing/2014/main" id="{ABC69C35-D52D-42F4-9AD8-F9BCCBBA4863}"/>
              </a:ext>
            </a:extLst>
          </p:cNvPr>
          <p:cNvSpPr>
            <a:spLocks noGrp="1"/>
          </p:cNvSpPr>
          <p:nvPr/>
        </p:nvSpPr>
        <p:spPr>
          <a:xfrm>
            <a:off x="394786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A1_bar_GT_11408">
            <a:extLst>
              <a:ext uri="{FF2B5EF4-FFF2-40B4-BE49-F238E27FC236}">
                <a16:creationId xmlns:a16="http://schemas.microsoft.com/office/drawing/2014/main" id="{3BEE4D93-DA23-4696-8C19-A8EABE0EA7CC}"/>
              </a:ext>
            </a:extLst>
          </p:cNvPr>
          <p:cNvSpPr>
            <a:spLocks noGrp="1"/>
          </p:cNvSpPr>
          <p:nvPr/>
        </p:nvSpPr>
        <p:spPr>
          <a:xfrm>
            <a:off x="38003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A1_bar_GT_11409">
            <a:extLst>
              <a:ext uri="{FF2B5EF4-FFF2-40B4-BE49-F238E27FC236}">
                <a16:creationId xmlns:a16="http://schemas.microsoft.com/office/drawing/2014/main" id="{F3B4C218-FE49-4A94-8CB5-DC3453B44245}"/>
              </a:ext>
            </a:extLst>
          </p:cNvPr>
          <p:cNvSpPr>
            <a:spLocks noGrp="1"/>
          </p:cNvSpPr>
          <p:nvPr/>
        </p:nvSpPr>
        <p:spPr>
          <a:xfrm>
            <a:off x="38383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A1_bar_GT_11410">
            <a:extLst>
              <a:ext uri="{FF2B5EF4-FFF2-40B4-BE49-F238E27FC236}">
                <a16:creationId xmlns:a16="http://schemas.microsoft.com/office/drawing/2014/main" id="{38964678-06F4-46DE-BD67-0EE52F9D4EB7}"/>
              </a:ext>
            </a:extLst>
          </p:cNvPr>
          <p:cNvSpPr>
            <a:spLocks noGrp="1"/>
          </p:cNvSpPr>
          <p:nvPr/>
        </p:nvSpPr>
        <p:spPr>
          <a:xfrm>
            <a:off x="39352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A1_bar_GT_11411">
            <a:extLst>
              <a:ext uri="{FF2B5EF4-FFF2-40B4-BE49-F238E27FC236}">
                <a16:creationId xmlns:a16="http://schemas.microsoft.com/office/drawing/2014/main" id="{A0271E13-40A3-471E-BD66-75877D48BD5C}"/>
              </a:ext>
            </a:extLst>
          </p:cNvPr>
          <p:cNvSpPr>
            <a:spLocks noGrp="1"/>
          </p:cNvSpPr>
          <p:nvPr/>
        </p:nvSpPr>
        <p:spPr>
          <a:xfrm>
            <a:off x="3892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A1_bar_GT_11412">
            <a:extLst>
              <a:ext uri="{FF2B5EF4-FFF2-40B4-BE49-F238E27FC236}">
                <a16:creationId xmlns:a16="http://schemas.microsoft.com/office/drawing/2014/main" id="{79F38565-82A1-43C2-8F16-6451A3BD7D4C}"/>
              </a:ext>
            </a:extLst>
          </p:cNvPr>
          <p:cNvSpPr>
            <a:spLocks noGrp="1"/>
          </p:cNvSpPr>
          <p:nvPr/>
        </p:nvSpPr>
        <p:spPr>
          <a:xfrm>
            <a:off x="3853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A1_bar_GT_11413">
            <a:extLst>
              <a:ext uri="{FF2B5EF4-FFF2-40B4-BE49-F238E27FC236}">
                <a16:creationId xmlns:a16="http://schemas.microsoft.com/office/drawing/2014/main" id="{069174C4-FD46-4D3D-8DA8-66FD9E129510}"/>
              </a:ext>
            </a:extLst>
          </p:cNvPr>
          <p:cNvSpPr>
            <a:spLocks noGrp="1"/>
          </p:cNvSpPr>
          <p:nvPr/>
        </p:nvSpPr>
        <p:spPr>
          <a:xfrm>
            <a:off x="3775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A1_bar_GT_11414">
            <a:extLst>
              <a:ext uri="{FF2B5EF4-FFF2-40B4-BE49-F238E27FC236}">
                <a16:creationId xmlns:a16="http://schemas.microsoft.com/office/drawing/2014/main" id="{0258A8E6-BA6C-41E5-86F2-A209503BF711}"/>
              </a:ext>
            </a:extLst>
          </p:cNvPr>
          <p:cNvSpPr>
            <a:spLocks noGrp="1"/>
          </p:cNvSpPr>
          <p:nvPr/>
        </p:nvSpPr>
        <p:spPr>
          <a:xfrm>
            <a:off x="384102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A1_bar_GT_11415">
            <a:extLst>
              <a:ext uri="{FF2B5EF4-FFF2-40B4-BE49-F238E27FC236}">
                <a16:creationId xmlns:a16="http://schemas.microsoft.com/office/drawing/2014/main" id="{F57C9937-E32E-4BC8-ADAC-670AF15F3A98}"/>
              </a:ext>
            </a:extLst>
          </p:cNvPr>
          <p:cNvSpPr>
            <a:spLocks noGrp="1"/>
          </p:cNvSpPr>
          <p:nvPr/>
        </p:nvSpPr>
        <p:spPr>
          <a:xfrm>
            <a:off x="370611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A1_bar_GT_11416">
            <a:extLst>
              <a:ext uri="{FF2B5EF4-FFF2-40B4-BE49-F238E27FC236}">
                <a16:creationId xmlns:a16="http://schemas.microsoft.com/office/drawing/2014/main" id="{C356103D-5EE7-4757-A8CB-38E47667A394}"/>
              </a:ext>
            </a:extLst>
          </p:cNvPr>
          <p:cNvSpPr>
            <a:spLocks noGrp="1"/>
          </p:cNvSpPr>
          <p:nvPr/>
        </p:nvSpPr>
        <p:spPr>
          <a:xfrm>
            <a:off x="376825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A1_bar_GT_11417">
            <a:extLst>
              <a:ext uri="{FF2B5EF4-FFF2-40B4-BE49-F238E27FC236}">
                <a16:creationId xmlns:a16="http://schemas.microsoft.com/office/drawing/2014/main" id="{256BC9C6-42F8-45FE-A6F0-34A3688A51BC}"/>
              </a:ext>
            </a:extLst>
          </p:cNvPr>
          <p:cNvSpPr>
            <a:spLocks noGrp="1"/>
          </p:cNvSpPr>
          <p:nvPr/>
        </p:nvSpPr>
        <p:spPr>
          <a:xfrm>
            <a:off x="384751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A1_bar_GT_11418">
            <a:extLst>
              <a:ext uri="{FF2B5EF4-FFF2-40B4-BE49-F238E27FC236}">
                <a16:creationId xmlns:a16="http://schemas.microsoft.com/office/drawing/2014/main" id="{1CCC4634-1B15-42BF-9A68-5DB276FD2F71}"/>
              </a:ext>
            </a:extLst>
          </p:cNvPr>
          <p:cNvSpPr>
            <a:spLocks noGrp="1"/>
          </p:cNvSpPr>
          <p:nvPr/>
        </p:nvSpPr>
        <p:spPr>
          <a:xfrm>
            <a:off x="37970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A1_bar_GT_11419">
            <a:extLst>
              <a:ext uri="{FF2B5EF4-FFF2-40B4-BE49-F238E27FC236}">
                <a16:creationId xmlns:a16="http://schemas.microsoft.com/office/drawing/2014/main" id="{1A05E435-B7E4-4123-AF72-818C2B0108D7}"/>
              </a:ext>
            </a:extLst>
          </p:cNvPr>
          <p:cNvSpPr>
            <a:spLocks noGrp="1"/>
          </p:cNvSpPr>
          <p:nvPr/>
        </p:nvSpPr>
        <p:spPr>
          <a:xfrm>
            <a:off x="3902090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A1_bar_GT_11420">
            <a:extLst>
              <a:ext uri="{FF2B5EF4-FFF2-40B4-BE49-F238E27FC236}">
                <a16:creationId xmlns:a16="http://schemas.microsoft.com/office/drawing/2014/main" id="{8EDCF366-EC07-45CC-9EDA-A0F8E1E5CAEF}"/>
              </a:ext>
            </a:extLst>
          </p:cNvPr>
          <p:cNvSpPr>
            <a:spLocks noGrp="1"/>
          </p:cNvSpPr>
          <p:nvPr/>
        </p:nvSpPr>
        <p:spPr>
          <a:xfrm>
            <a:off x="3781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A1_bar_GT_11421">
            <a:extLst>
              <a:ext uri="{FF2B5EF4-FFF2-40B4-BE49-F238E27FC236}">
                <a16:creationId xmlns:a16="http://schemas.microsoft.com/office/drawing/2014/main" id="{20645DB3-ADAB-4285-99ED-D9BF238992BF}"/>
              </a:ext>
            </a:extLst>
          </p:cNvPr>
          <p:cNvSpPr>
            <a:spLocks noGrp="1"/>
          </p:cNvSpPr>
          <p:nvPr/>
        </p:nvSpPr>
        <p:spPr>
          <a:xfrm>
            <a:off x="387944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A1_bar_GT_11422">
            <a:extLst>
              <a:ext uri="{FF2B5EF4-FFF2-40B4-BE49-F238E27FC236}">
                <a16:creationId xmlns:a16="http://schemas.microsoft.com/office/drawing/2014/main" id="{A635004E-C307-4B07-A709-A4A007A51ADC}"/>
              </a:ext>
            </a:extLst>
          </p:cNvPr>
          <p:cNvSpPr>
            <a:spLocks noGrp="1"/>
          </p:cNvSpPr>
          <p:nvPr/>
        </p:nvSpPr>
        <p:spPr>
          <a:xfrm>
            <a:off x="3743886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A1_bar_GT_11423">
            <a:extLst>
              <a:ext uri="{FF2B5EF4-FFF2-40B4-BE49-F238E27FC236}">
                <a16:creationId xmlns:a16="http://schemas.microsoft.com/office/drawing/2014/main" id="{93F03234-68F1-4B44-9843-3B98329C224C}"/>
              </a:ext>
            </a:extLst>
          </p:cNvPr>
          <p:cNvSpPr>
            <a:spLocks noGrp="1"/>
          </p:cNvSpPr>
          <p:nvPr/>
        </p:nvSpPr>
        <p:spPr>
          <a:xfrm>
            <a:off x="37765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A1_bar_GT_11424">
            <a:extLst>
              <a:ext uri="{FF2B5EF4-FFF2-40B4-BE49-F238E27FC236}">
                <a16:creationId xmlns:a16="http://schemas.microsoft.com/office/drawing/2014/main" id="{BE1AD1FB-D1BD-4295-8F36-6D2A698A330B}"/>
              </a:ext>
            </a:extLst>
          </p:cNvPr>
          <p:cNvSpPr>
            <a:spLocks noGrp="1"/>
          </p:cNvSpPr>
          <p:nvPr/>
        </p:nvSpPr>
        <p:spPr>
          <a:xfrm>
            <a:off x="389956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A1_bar_GT_11425">
            <a:extLst>
              <a:ext uri="{FF2B5EF4-FFF2-40B4-BE49-F238E27FC236}">
                <a16:creationId xmlns:a16="http://schemas.microsoft.com/office/drawing/2014/main" id="{AD0E3697-749E-4C5C-B7C5-1685941634EE}"/>
              </a:ext>
            </a:extLst>
          </p:cNvPr>
          <p:cNvSpPr>
            <a:spLocks noGrp="1"/>
          </p:cNvSpPr>
          <p:nvPr/>
        </p:nvSpPr>
        <p:spPr>
          <a:xfrm>
            <a:off x="3739458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A1_bar_GT_11426">
            <a:extLst>
              <a:ext uri="{FF2B5EF4-FFF2-40B4-BE49-F238E27FC236}">
                <a16:creationId xmlns:a16="http://schemas.microsoft.com/office/drawing/2014/main" id="{EC71F74D-081C-4B4F-9796-70D590DDCEBB}"/>
              </a:ext>
            </a:extLst>
          </p:cNvPr>
          <p:cNvSpPr>
            <a:spLocks noGrp="1"/>
          </p:cNvSpPr>
          <p:nvPr/>
        </p:nvSpPr>
        <p:spPr>
          <a:xfrm>
            <a:off x="3825296" y="47677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A1_bar_GT_11427">
            <a:extLst>
              <a:ext uri="{FF2B5EF4-FFF2-40B4-BE49-F238E27FC236}">
                <a16:creationId xmlns:a16="http://schemas.microsoft.com/office/drawing/2014/main" id="{2988FADB-D2DA-4A21-87B2-364D8099DB6A}"/>
              </a:ext>
            </a:extLst>
          </p:cNvPr>
          <p:cNvSpPr>
            <a:spLocks noGrp="1"/>
          </p:cNvSpPr>
          <p:nvPr/>
        </p:nvSpPr>
        <p:spPr>
          <a:xfrm>
            <a:off x="3725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A1_bar_GT_11428">
            <a:extLst>
              <a:ext uri="{FF2B5EF4-FFF2-40B4-BE49-F238E27FC236}">
                <a16:creationId xmlns:a16="http://schemas.microsoft.com/office/drawing/2014/main" id="{7E261527-ACDB-48D8-9903-BCBC78FA138B}"/>
              </a:ext>
            </a:extLst>
          </p:cNvPr>
          <p:cNvSpPr>
            <a:spLocks noGrp="1"/>
          </p:cNvSpPr>
          <p:nvPr/>
        </p:nvSpPr>
        <p:spPr>
          <a:xfrm>
            <a:off x="3845698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A1_bar_GT_11429">
            <a:extLst>
              <a:ext uri="{FF2B5EF4-FFF2-40B4-BE49-F238E27FC236}">
                <a16:creationId xmlns:a16="http://schemas.microsoft.com/office/drawing/2014/main" id="{38C1D73B-A374-4734-BC50-2FFD05061401}"/>
              </a:ext>
            </a:extLst>
          </p:cNvPr>
          <p:cNvSpPr>
            <a:spLocks noGrp="1"/>
          </p:cNvSpPr>
          <p:nvPr/>
        </p:nvSpPr>
        <p:spPr>
          <a:xfrm>
            <a:off x="3738940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A1_bar_GT_11430">
            <a:extLst>
              <a:ext uri="{FF2B5EF4-FFF2-40B4-BE49-F238E27FC236}">
                <a16:creationId xmlns:a16="http://schemas.microsoft.com/office/drawing/2014/main" id="{CEAFDE77-23C2-48C3-961B-B655D922718F}"/>
              </a:ext>
            </a:extLst>
          </p:cNvPr>
          <p:cNvSpPr>
            <a:spLocks noGrp="1"/>
          </p:cNvSpPr>
          <p:nvPr/>
        </p:nvSpPr>
        <p:spPr>
          <a:xfrm>
            <a:off x="383890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A1_bar_GT_11431">
            <a:extLst>
              <a:ext uri="{FF2B5EF4-FFF2-40B4-BE49-F238E27FC236}">
                <a16:creationId xmlns:a16="http://schemas.microsoft.com/office/drawing/2014/main" id="{2CBE2D06-C0B8-4BAF-9EEE-6F75964B9F76}"/>
              </a:ext>
            </a:extLst>
          </p:cNvPr>
          <p:cNvSpPr>
            <a:spLocks noGrp="1"/>
          </p:cNvSpPr>
          <p:nvPr/>
        </p:nvSpPr>
        <p:spPr>
          <a:xfrm>
            <a:off x="3932163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A1_bar_GT_11432">
            <a:extLst>
              <a:ext uri="{FF2B5EF4-FFF2-40B4-BE49-F238E27FC236}">
                <a16:creationId xmlns:a16="http://schemas.microsoft.com/office/drawing/2014/main" id="{F8E1DB46-4E80-4A0E-90BC-BAE9FB24DBDF}"/>
              </a:ext>
            </a:extLst>
          </p:cNvPr>
          <p:cNvSpPr>
            <a:spLocks noGrp="1"/>
          </p:cNvSpPr>
          <p:nvPr/>
        </p:nvSpPr>
        <p:spPr>
          <a:xfrm>
            <a:off x="386598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A1_bar_GT_11433">
            <a:extLst>
              <a:ext uri="{FF2B5EF4-FFF2-40B4-BE49-F238E27FC236}">
                <a16:creationId xmlns:a16="http://schemas.microsoft.com/office/drawing/2014/main" id="{9EAC6BC2-7D08-4670-A2F1-BA2DCB0A8059}"/>
              </a:ext>
            </a:extLst>
          </p:cNvPr>
          <p:cNvSpPr>
            <a:spLocks noGrp="1"/>
          </p:cNvSpPr>
          <p:nvPr/>
        </p:nvSpPr>
        <p:spPr>
          <a:xfrm>
            <a:off x="37714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A1_bar_GT_11434">
            <a:extLst>
              <a:ext uri="{FF2B5EF4-FFF2-40B4-BE49-F238E27FC236}">
                <a16:creationId xmlns:a16="http://schemas.microsoft.com/office/drawing/2014/main" id="{FDC8E432-D620-4B62-8C2E-D2AF39BE1FBD}"/>
              </a:ext>
            </a:extLst>
          </p:cNvPr>
          <p:cNvSpPr>
            <a:spLocks noGrp="1"/>
          </p:cNvSpPr>
          <p:nvPr/>
        </p:nvSpPr>
        <p:spPr>
          <a:xfrm>
            <a:off x="3806404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A1_bar_GT_11435">
            <a:extLst>
              <a:ext uri="{FF2B5EF4-FFF2-40B4-BE49-F238E27FC236}">
                <a16:creationId xmlns:a16="http://schemas.microsoft.com/office/drawing/2014/main" id="{1CC32A4C-3548-4A5E-ABAF-FAD316DE8C29}"/>
              </a:ext>
            </a:extLst>
          </p:cNvPr>
          <p:cNvSpPr>
            <a:spLocks noGrp="1"/>
          </p:cNvSpPr>
          <p:nvPr/>
        </p:nvSpPr>
        <p:spPr>
          <a:xfrm>
            <a:off x="39151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A1_bar_GT_11436">
            <a:extLst>
              <a:ext uri="{FF2B5EF4-FFF2-40B4-BE49-F238E27FC236}">
                <a16:creationId xmlns:a16="http://schemas.microsoft.com/office/drawing/2014/main" id="{E1387DD8-5541-453A-A6F2-9AE34CE8C24F}"/>
              </a:ext>
            </a:extLst>
          </p:cNvPr>
          <p:cNvSpPr>
            <a:spLocks noGrp="1"/>
          </p:cNvSpPr>
          <p:nvPr/>
        </p:nvSpPr>
        <p:spPr>
          <a:xfrm>
            <a:off x="391982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A1_bar_GT_11437">
            <a:extLst>
              <a:ext uri="{FF2B5EF4-FFF2-40B4-BE49-F238E27FC236}">
                <a16:creationId xmlns:a16="http://schemas.microsoft.com/office/drawing/2014/main" id="{F106F85B-4E4B-4B13-AD95-835625CBEAAE}"/>
              </a:ext>
            </a:extLst>
          </p:cNvPr>
          <p:cNvSpPr>
            <a:spLocks noGrp="1"/>
          </p:cNvSpPr>
          <p:nvPr/>
        </p:nvSpPr>
        <p:spPr>
          <a:xfrm>
            <a:off x="379013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A1_bar_GT_11438">
            <a:extLst>
              <a:ext uri="{FF2B5EF4-FFF2-40B4-BE49-F238E27FC236}">
                <a16:creationId xmlns:a16="http://schemas.microsoft.com/office/drawing/2014/main" id="{2E855D16-41E0-4E68-99FF-BAF0DF14A535}"/>
              </a:ext>
            </a:extLst>
          </p:cNvPr>
          <p:cNvSpPr>
            <a:spLocks noGrp="1"/>
          </p:cNvSpPr>
          <p:nvPr/>
        </p:nvSpPr>
        <p:spPr>
          <a:xfrm>
            <a:off x="371688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A1_bar_GT_11439">
            <a:extLst>
              <a:ext uri="{FF2B5EF4-FFF2-40B4-BE49-F238E27FC236}">
                <a16:creationId xmlns:a16="http://schemas.microsoft.com/office/drawing/2014/main" id="{30DAE717-9982-4982-829C-5043FE018CF8}"/>
              </a:ext>
            </a:extLst>
          </p:cNvPr>
          <p:cNvSpPr>
            <a:spLocks noGrp="1"/>
          </p:cNvSpPr>
          <p:nvPr/>
        </p:nvSpPr>
        <p:spPr>
          <a:xfrm>
            <a:off x="37231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A1_bar_GT_11440">
            <a:extLst>
              <a:ext uri="{FF2B5EF4-FFF2-40B4-BE49-F238E27FC236}">
                <a16:creationId xmlns:a16="http://schemas.microsoft.com/office/drawing/2014/main" id="{75ED0661-B6FC-42B5-84E0-AD6E504BD046}"/>
              </a:ext>
            </a:extLst>
          </p:cNvPr>
          <p:cNvSpPr>
            <a:spLocks noGrp="1"/>
          </p:cNvSpPr>
          <p:nvPr/>
        </p:nvSpPr>
        <p:spPr>
          <a:xfrm>
            <a:off x="376324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A1_bar_GT_11441">
            <a:extLst>
              <a:ext uri="{FF2B5EF4-FFF2-40B4-BE49-F238E27FC236}">
                <a16:creationId xmlns:a16="http://schemas.microsoft.com/office/drawing/2014/main" id="{2AF48370-A7CC-4F39-BBE4-6E21F3BE29C1}"/>
              </a:ext>
            </a:extLst>
          </p:cNvPr>
          <p:cNvSpPr>
            <a:spLocks noGrp="1"/>
          </p:cNvSpPr>
          <p:nvPr/>
        </p:nvSpPr>
        <p:spPr>
          <a:xfrm>
            <a:off x="37882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A1_bar_GT_11442">
            <a:extLst>
              <a:ext uri="{FF2B5EF4-FFF2-40B4-BE49-F238E27FC236}">
                <a16:creationId xmlns:a16="http://schemas.microsoft.com/office/drawing/2014/main" id="{E110CA0C-C26F-4A79-A3C3-6DD70E8E3CCB}"/>
              </a:ext>
            </a:extLst>
          </p:cNvPr>
          <p:cNvSpPr>
            <a:spLocks noGrp="1"/>
          </p:cNvSpPr>
          <p:nvPr/>
        </p:nvSpPr>
        <p:spPr>
          <a:xfrm>
            <a:off x="3713122" y="54934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A1_bar_GT_11443">
            <a:extLst>
              <a:ext uri="{FF2B5EF4-FFF2-40B4-BE49-F238E27FC236}">
                <a16:creationId xmlns:a16="http://schemas.microsoft.com/office/drawing/2014/main" id="{CD0026E9-BC86-43D3-8476-FB855B771763}"/>
              </a:ext>
            </a:extLst>
          </p:cNvPr>
          <p:cNvSpPr>
            <a:spLocks noGrp="1"/>
          </p:cNvSpPr>
          <p:nvPr/>
        </p:nvSpPr>
        <p:spPr>
          <a:xfrm>
            <a:off x="38058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A1_bar_GT_11444">
            <a:extLst>
              <a:ext uri="{FF2B5EF4-FFF2-40B4-BE49-F238E27FC236}">
                <a16:creationId xmlns:a16="http://schemas.microsoft.com/office/drawing/2014/main" id="{C86A5F41-1E82-46D1-BF48-9130983D2F6B}"/>
              </a:ext>
            </a:extLst>
          </p:cNvPr>
          <p:cNvSpPr>
            <a:spLocks noGrp="1"/>
          </p:cNvSpPr>
          <p:nvPr/>
        </p:nvSpPr>
        <p:spPr>
          <a:xfrm>
            <a:off x="386999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A1_bar_GT_11445">
            <a:extLst>
              <a:ext uri="{FF2B5EF4-FFF2-40B4-BE49-F238E27FC236}">
                <a16:creationId xmlns:a16="http://schemas.microsoft.com/office/drawing/2014/main" id="{774E6A26-5AB3-44DD-95C0-DDE834A452ED}"/>
              </a:ext>
            </a:extLst>
          </p:cNvPr>
          <p:cNvSpPr>
            <a:spLocks noGrp="1"/>
          </p:cNvSpPr>
          <p:nvPr/>
        </p:nvSpPr>
        <p:spPr>
          <a:xfrm>
            <a:off x="3732681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A1_bar_GT_11446">
            <a:extLst>
              <a:ext uri="{FF2B5EF4-FFF2-40B4-BE49-F238E27FC236}">
                <a16:creationId xmlns:a16="http://schemas.microsoft.com/office/drawing/2014/main" id="{E4688D8F-927E-4E64-BCD7-10074992E968}"/>
              </a:ext>
            </a:extLst>
          </p:cNvPr>
          <p:cNvSpPr>
            <a:spLocks noGrp="1"/>
          </p:cNvSpPr>
          <p:nvPr/>
        </p:nvSpPr>
        <p:spPr>
          <a:xfrm>
            <a:off x="37883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A1_bar_GT_11447">
            <a:extLst>
              <a:ext uri="{FF2B5EF4-FFF2-40B4-BE49-F238E27FC236}">
                <a16:creationId xmlns:a16="http://schemas.microsoft.com/office/drawing/2014/main" id="{7E55AB9A-C0D0-4072-8FCD-BB9752D996CF}"/>
              </a:ext>
            </a:extLst>
          </p:cNvPr>
          <p:cNvSpPr>
            <a:spLocks noGrp="1"/>
          </p:cNvSpPr>
          <p:nvPr/>
        </p:nvSpPr>
        <p:spPr>
          <a:xfrm>
            <a:off x="3932869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A1_bar_GT_11448">
            <a:extLst>
              <a:ext uri="{FF2B5EF4-FFF2-40B4-BE49-F238E27FC236}">
                <a16:creationId xmlns:a16="http://schemas.microsoft.com/office/drawing/2014/main" id="{5BDD0197-8D05-4DE7-9154-219CF49DE864}"/>
              </a:ext>
            </a:extLst>
          </p:cNvPr>
          <p:cNvSpPr>
            <a:spLocks noGrp="1"/>
          </p:cNvSpPr>
          <p:nvPr/>
        </p:nvSpPr>
        <p:spPr>
          <a:xfrm>
            <a:off x="377782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A1_bar_GT_11449">
            <a:extLst>
              <a:ext uri="{FF2B5EF4-FFF2-40B4-BE49-F238E27FC236}">
                <a16:creationId xmlns:a16="http://schemas.microsoft.com/office/drawing/2014/main" id="{3EAE6A3E-D0EA-4D9D-A261-CF8459F7F1D1}"/>
              </a:ext>
            </a:extLst>
          </p:cNvPr>
          <p:cNvSpPr>
            <a:spLocks noGrp="1"/>
          </p:cNvSpPr>
          <p:nvPr/>
        </p:nvSpPr>
        <p:spPr>
          <a:xfrm>
            <a:off x="387692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A1_bar_GT_11450">
            <a:extLst>
              <a:ext uri="{FF2B5EF4-FFF2-40B4-BE49-F238E27FC236}">
                <a16:creationId xmlns:a16="http://schemas.microsoft.com/office/drawing/2014/main" id="{9EA7963E-76EF-4938-BBB3-0925389506FA}"/>
              </a:ext>
            </a:extLst>
          </p:cNvPr>
          <p:cNvSpPr>
            <a:spLocks noGrp="1"/>
          </p:cNvSpPr>
          <p:nvPr/>
        </p:nvSpPr>
        <p:spPr>
          <a:xfrm>
            <a:off x="391230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A1_bar_GT_11451">
            <a:extLst>
              <a:ext uri="{FF2B5EF4-FFF2-40B4-BE49-F238E27FC236}">
                <a16:creationId xmlns:a16="http://schemas.microsoft.com/office/drawing/2014/main" id="{D8D3E522-9FDA-4404-A9D9-7B8B421EFA4D}"/>
              </a:ext>
            </a:extLst>
          </p:cNvPr>
          <p:cNvSpPr>
            <a:spLocks noGrp="1"/>
          </p:cNvSpPr>
          <p:nvPr/>
        </p:nvSpPr>
        <p:spPr>
          <a:xfrm>
            <a:off x="37041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A1_bar_GT_11452">
            <a:extLst>
              <a:ext uri="{FF2B5EF4-FFF2-40B4-BE49-F238E27FC236}">
                <a16:creationId xmlns:a16="http://schemas.microsoft.com/office/drawing/2014/main" id="{A21DC834-DED3-4280-9E78-F9F3C7A8FCA9}"/>
              </a:ext>
            </a:extLst>
          </p:cNvPr>
          <p:cNvSpPr>
            <a:spLocks noGrp="1"/>
          </p:cNvSpPr>
          <p:nvPr/>
        </p:nvSpPr>
        <p:spPr>
          <a:xfrm>
            <a:off x="39265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A1_bar_GT_11453">
            <a:extLst>
              <a:ext uri="{FF2B5EF4-FFF2-40B4-BE49-F238E27FC236}">
                <a16:creationId xmlns:a16="http://schemas.microsoft.com/office/drawing/2014/main" id="{3870415A-55E9-403F-8BF4-7044A496EA66}"/>
              </a:ext>
            </a:extLst>
          </p:cNvPr>
          <p:cNvSpPr>
            <a:spLocks noGrp="1"/>
          </p:cNvSpPr>
          <p:nvPr/>
        </p:nvSpPr>
        <p:spPr>
          <a:xfrm>
            <a:off x="376915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A1_bar_GT_11454">
            <a:extLst>
              <a:ext uri="{FF2B5EF4-FFF2-40B4-BE49-F238E27FC236}">
                <a16:creationId xmlns:a16="http://schemas.microsoft.com/office/drawing/2014/main" id="{2781E3B5-D831-480B-BFAA-07573F3BDD4F}"/>
              </a:ext>
            </a:extLst>
          </p:cNvPr>
          <p:cNvSpPr>
            <a:spLocks noGrp="1"/>
          </p:cNvSpPr>
          <p:nvPr/>
        </p:nvSpPr>
        <p:spPr>
          <a:xfrm>
            <a:off x="37215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A1_bar_GT_11455">
            <a:extLst>
              <a:ext uri="{FF2B5EF4-FFF2-40B4-BE49-F238E27FC236}">
                <a16:creationId xmlns:a16="http://schemas.microsoft.com/office/drawing/2014/main" id="{358C1FEF-F929-4543-BD08-3D2C33C6E46A}"/>
              </a:ext>
            </a:extLst>
          </p:cNvPr>
          <p:cNvSpPr>
            <a:spLocks noGrp="1"/>
          </p:cNvSpPr>
          <p:nvPr/>
        </p:nvSpPr>
        <p:spPr>
          <a:xfrm>
            <a:off x="3731848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A1_bar_GT_11456">
            <a:extLst>
              <a:ext uri="{FF2B5EF4-FFF2-40B4-BE49-F238E27FC236}">
                <a16:creationId xmlns:a16="http://schemas.microsoft.com/office/drawing/2014/main" id="{650DA90B-FFBA-44F9-B911-F502E563EBB0}"/>
              </a:ext>
            </a:extLst>
          </p:cNvPr>
          <p:cNvSpPr>
            <a:spLocks noGrp="1"/>
          </p:cNvSpPr>
          <p:nvPr/>
        </p:nvSpPr>
        <p:spPr>
          <a:xfrm>
            <a:off x="386650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A1_bar_GT_11457">
            <a:extLst>
              <a:ext uri="{FF2B5EF4-FFF2-40B4-BE49-F238E27FC236}">
                <a16:creationId xmlns:a16="http://schemas.microsoft.com/office/drawing/2014/main" id="{6DF849C9-C4EB-458D-9E0F-B6C960B1E1FE}"/>
              </a:ext>
            </a:extLst>
          </p:cNvPr>
          <p:cNvSpPr>
            <a:spLocks noGrp="1"/>
          </p:cNvSpPr>
          <p:nvPr/>
        </p:nvSpPr>
        <p:spPr>
          <a:xfrm>
            <a:off x="378095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A1_bar_GT_11458">
            <a:extLst>
              <a:ext uri="{FF2B5EF4-FFF2-40B4-BE49-F238E27FC236}">
                <a16:creationId xmlns:a16="http://schemas.microsoft.com/office/drawing/2014/main" id="{A307615E-8F16-458E-A9BD-A8910538164C}"/>
              </a:ext>
            </a:extLst>
          </p:cNvPr>
          <p:cNvSpPr>
            <a:spLocks noGrp="1"/>
          </p:cNvSpPr>
          <p:nvPr/>
        </p:nvSpPr>
        <p:spPr>
          <a:xfrm>
            <a:off x="38738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A1_bar_GT_11459">
            <a:extLst>
              <a:ext uri="{FF2B5EF4-FFF2-40B4-BE49-F238E27FC236}">
                <a16:creationId xmlns:a16="http://schemas.microsoft.com/office/drawing/2014/main" id="{3B1C99DD-FC2F-48F7-B22F-921920A83F69}"/>
              </a:ext>
            </a:extLst>
          </p:cNvPr>
          <p:cNvSpPr>
            <a:spLocks noGrp="1"/>
          </p:cNvSpPr>
          <p:nvPr/>
        </p:nvSpPr>
        <p:spPr>
          <a:xfrm>
            <a:off x="38465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A1_bar_GT_11460">
            <a:extLst>
              <a:ext uri="{FF2B5EF4-FFF2-40B4-BE49-F238E27FC236}">
                <a16:creationId xmlns:a16="http://schemas.microsoft.com/office/drawing/2014/main" id="{F5FD6C08-8FBB-4D9B-931B-A8AE075A5C26}"/>
              </a:ext>
            </a:extLst>
          </p:cNvPr>
          <p:cNvSpPr>
            <a:spLocks noGrp="1"/>
          </p:cNvSpPr>
          <p:nvPr/>
        </p:nvSpPr>
        <p:spPr>
          <a:xfrm>
            <a:off x="39546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A1_bar_GT_11461">
            <a:extLst>
              <a:ext uri="{FF2B5EF4-FFF2-40B4-BE49-F238E27FC236}">
                <a16:creationId xmlns:a16="http://schemas.microsoft.com/office/drawing/2014/main" id="{1245D6B3-484A-4EE8-B52A-15EA9D7A0C4C}"/>
              </a:ext>
            </a:extLst>
          </p:cNvPr>
          <p:cNvSpPr>
            <a:spLocks noGrp="1"/>
          </p:cNvSpPr>
          <p:nvPr/>
        </p:nvSpPr>
        <p:spPr>
          <a:xfrm>
            <a:off x="3908026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A1_bar_GT_11462">
            <a:extLst>
              <a:ext uri="{FF2B5EF4-FFF2-40B4-BE49-F238E27FC236}">
                <a16:creationId xmlns:a16="http://schemas.microsoft.com/office/drawing/2014/main" id="{8A8161F9-8EE8-45EB-A26B-147E9A5B79CD}"/>
              </a:ext>
            </a:extLst>
          </p:cNvPr>
          <p:cNvSpPr>
            <a:spLocks noGrp="1"/>
          </p:cNvSpPr>
          <p:nvPr/>
        </p:nvSpPr>
        <p:spPr>
          <a:xfrm>
            <a:off x="38952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A1_bar_GT_11463">
            <a:extLst>
              <a:ext uri="{FF2B5EF4-FFF2-40B4-BE49-F238E27FC236}">
                <a16:creationId xmlns:a16="http://schemas.microsoft.com/office/drawing/2014/main" id="{3ADFA2B7-FE88-4F6D-9BA6-E6BADA76A77E}"/>
              </a:ext>
            </a:extLst>
          </p:cNvPr>
          <p:cNvSpPr>
            <a:spLocks noGrp="1"/>
          </p:cNvSpPr>
          <p:nvPr/>
        </p:nvSpPr>
        <p:spPr>
          <a:xfrm>
            <a:off x="3880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A1_bar_GT_11464">
            <a:extLst>
              <a:ext uri="{FF2B5EF4-FFF2-40B4-BE49-F238E27FC236}">
                <a16:creationId xmlns:a16="http://schemas.microsoft.com/office/drawing/2014/main" id="{75DF192A-C4CD-4E97-B326-EB34FAA62AF5}"/>
              </a:ext>
            </a:extLst>
          </p:cNvPr>
          <p:cNvSpPr>
            <a:spLocks noGrp="1"/>
          </p:cNvSpPr>
          <p:nvPr/>
        </p:nvSpPr>
        <p:spPr>
          <a:xfrm>
            <a:off x="37153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A1_bar_GT_11465">
            <a:extLst>
              <a:ext uri="{FF2B5EF4-FFF2-40B4-BE49-F238E27FC236}">
                <a16:creationId xmlns:a16="http://schemas.microsoft.com/office/drawing/2014/main" id="{8CD955FB-1A52-4494-B600-862DBF12DA48}"/>
              </a:ext>
            </a:extLst>
          </p:cNvPr>
          <p:cNvSpPr>
            <a:spLocks noGrp="1"/>
          </p:cNvSpPr>
          <p:nvPr/>
        </p:nvSpPr>
        <p:spPr>
          <a:xfrm>
            <a:off x="3713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A1_bar_GT_11466">
            <a:extLst>
              <a:ext uri="{FF2B5EF4-FFF2-40B4-BE49-F238E27FC236}">
                <a16:creationId xmlns:a16="http://schemas.microsoft.com/office/drawing/2014/main" id="{7DAFDCDF-42CD-4053-A48A-87E9AF901C66}"/>
              </a:ext>
            </a:extLst>
          </p:cNvPr>
          <p:cNvSpPr>
            <a:spLocks noGrp="1"/>
          </p:cNvSpPr>
          <p:nvPr/>
        </p:nvSpPr>
        <p:spPr>
          <a:xfrm>
            <a:off x="3834973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A1_bar_GT_11467">
            <a:extLst>
              <a:ext uri="{FF2B5EF4-FFF2-40B4-BE49-F238E27FC236}">
                <a16:creationId xmlns:a16="http://schemas.microsoft.com/office/drawing/2014/main" id="{0B419F2B-33B1-46C0-BC12-F72FDC617D45}"/>
              </a:ext>
            </a:extLst>
          </p:cNvPr>
          <p:cNvSpPr>
            <a:spLocks noGrp="1"/>
          </p:cNvSpPr>
          <p:nvPr/>
        </p:nvSpPr>
        <p:spPr>
          <a:xfrm>
            <a:off x="3857869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A1_bar_GT_11468">
            <a:extLst>
              <a:ext uri="{FF2B5EF4-FFF2-40B4-BE49-F238E27FC236}">
                <a16:creationId xmlns:a16="http://schemas.microsoft.com/office/drawing/2014/main" id="{788F88CE-871C-4C1B-86E2-5CCADADF9BFC}"/>
              </a:ext>
            </a:extLst>
          </p:cNvPr>
          <p:cNvSpPr>
            <a:spLocks noGrp="1"/>
          </p:cNvSpPr>
          <p:nvPr/>
        </p:nvSpPr>
        <p:spPr>
          <a:xfrm>
            <a:off x="378079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A1_bar_GT_11469">
            <a:extLst>
              <a:ext uri="{FF2B5EF4-FFF2-40B4-BE49-F238E27FC236}">
                <a16:creationId xmlns:a16="http://schemas.microsoft.com/office/drawing/2014/main" id="{A650E3C0-B300-48BA-8508-BFBEC09C816B}"/>
              </a:ext>
            </a:extLst>
          </p:cNvPr>
          <p:cNvSpPr>
            <a:spLocks noGrp="1"/>
          </p:cNvSpPr>
          <p:nvPr/>
        </p:nvSpPr>
        <p:spPr>
          <a:xfrm>
            <a:off x="383852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A1_bar_GT_11470">
            <a:extLst>
              <a:ext uri="{FF2B5EF4-FFF2-40B4-BE49-F238E27FC236}">
                <a16:creationId xmlns:a16="http://schemas.microsoft.com/office/drawing/2014/main" id="{DFDC08C4-960A-4A47-A6E7-A43AA44E48EA}"/>
              </a:ext>
            </a:extLst>
          </p:cNvPr>
          <p:cNvSpPr>
            <a:spLocks noGrp="1"/>
          </p:cNvSpPr>
          <p:nvPr/>
        </p:nvSpPr>
        <p:spPr>
          <a:xfrm>
            <a:off x="38806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A1_bar_GT_11471">
            <a:extLst>
              <a:ext uri="{FF2B5EF4-FFF2-40B4-BE49-F238E27FC236}">
                <a16:creationId xmlns:a16="http://schemas.microsoft.com/office/drawing/2014/main" id="{BBD5DD61-A47E-456A-975D-F820FBC3C488}"/>
              </a:ext>
            </a:extLst>
          </p:cNvPr>
          <p:cNvSpPr>
            <a:spLocks noGrp="1"/>
          </p:cNvSpPr>
          <p:nvPr/>
        </p:nvSpPr>
        <p:spPr>
          <a:xfrm>
            <a:off x="3922809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A1_bar_GT_11472">
            <a:extLst>
              <a:ext uri="{FF2B5EF4-FFF2-40B4-BE49-F238E27FC236}">
                <a16:creationId xmlns:a16="http://schemas.microsoft.com/office/drawing/2014/main" id="{9196CF3D-1845-478B-B1DF-43546B6E64F1}"/>
              </a:ext>
            </a:extLst>
          </p:cNvPr>
          <p:cNvSpPr>
            <a:spLocks noGrp="1"/>
          </p:cNvSpPr>
          <p:nvPr/>
        </p:nvSpPr>
        <p:spPr>
          <a:xfrm>
            <a:off x="38665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A1_bar_GT_11473">
            <a:extLst>
              <a:ext uri="{FF2B5EF4-FFF2-40B4-BE49-F238E27FC236}">
                <a16:creationId xmlns:a16="http://schemas.microsoft.com/office/drawing/2014/main" id="{730DDB07-BC2F-4324-ADF5-0A17127612E2}"/>
              </a:ext>
            </a:extLst>
          </p:cNvPr>
          <p:cNvSpPr>
            <a:spLocks noGrp="1"/>
          </p:cNvSpPr>
          <p:nvPr/>
        </p:nvSpPr>
        <p:spPr>
          <a:xfrm>
            <a:off x="37041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A1_bar_GT_11474">
            <a:extLst>
              <a:ext uri="{FF2B5EF4-FFF2-40B4-BE49-F238E27FC236}">
                <a16:creationId xmlns:a16="http://schemas.microsoft.com/office/drawing/2014/main" id="{3FB9F808-8DD6-4B4A-8CB6-0552E7269ED0}"/>
              </a:ext>
            </a:extLst>
          </p:cNvPr>
          <p:cNvSpPr>
            <a:spLocks noGrp="1"/>
          </p:cNvSpPr>
          <p:nvPr/>
        </p:nvSpPr>
        <p:spPr>
          <a:xfrm>
            <a:off x="3856419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A1_bar_GT_11475">
            <a:extLst>
              <a:ext uri="{FF2B5EF4-FFF2-40B4-BE49-F238E27FC236}">
                <a16:creationId xmlns:a16="http://schemas.microsoft.com/office/drawing/2014/main" id="{7CD1AB96-370D-4E18-B121-7EDE7C6D7A7E}"/>
              </a:ext>
            </a:extLst>
          </p:cNvPr>
          <p:cNvSpPr>
            <a:spLocks noGrp="1"/>
          </p:cNvSpPr>
          <p:nvPr/>
        </p:nvSpPr>
        <p:spPr>
          <a:xfrm>
            <a:off x="373106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A1_bar_GT_11476">
            <a:extLst>
              <a:ext uri="{FF2B5EF4-FFF2-40B4-BE49-F238E27FC236}">
                <a16:creationId xmlns:a16="http://schemas.microsoft.com/office/drawing/2014/main" id="{9A1832C1-C78E-4B7B-9BCF-40637DD19794}"/>
              </a:ext>
            </a:extLst>
          </p:cNvPr>
          <p:cNvSpPr>
            <a:spLocks noGrp="1"/>
          </p:cNvSpPr>
          <p:nvPr/>
        </p:nvSpPr>
        <p:spPr>
          <a:xfrm>
            <a:off x="3786199" y="36498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A1_bar_GT_11477">
            <a:extLst>
              <a:ext uri="{FF2B5EF4-FFF2-40B4-BE49-F238E27FC236}">
                <a16:creationId xmlns:a16="http://schemas.microsoft.com/office/drawing/2014/main" id="{63F9D7BD-4C67-4BA2-A918-65DC6FF4DCB9}"/>
              </a:ext>
            </a:extLst>
          </p:cNvPr>
          <p:cNvSpPr>
            <a:spLocks noGrp="1"/>
          </p:cNvSpPr>
          <p:nvPr/>
        </p:nvSpPr>
        <p:spPr>
          <a:xfrm>
            <a:off x="37269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A1_bar_GT_11478">
            <a:extLst>
              <a:ext uri="{FF2B5EF4-FFF2-40B4-BE49-F238E27FC236}">
                <a16:creationId xmlns:a16="http://schemas.microsoft.com/office/drawing/2014/main" id="{75C2C14F-9C54-4564-AB89-078AF99A4A0E}"/>
              </a:ext>
            </a:extLst>
          </p:cNvPr>
          <p:cNvSpPr>
            <a:spLocks noGrp="1"/>
          </p:cNvSpPr>
          <p:nvPr/>
        </p:nvSpPr>
        <p:spPr>
          <a:xfrm>
            <a:off x="3758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A1_bar_GT_11479">
            <a:extLst>
              <a:ext uri="{FF2B5EF4-FFF2-40B4-BE49-F238E27FC236}">
                <a16:creationId xmlns:a16="http://schemas.microsoft.com/office/drawing/2014/main" id="{A7A94B1D-BF4A-4ADB-885C-EFF12706D236}"/>
              </a:ext>
            </a:extLst>
          </p:cNvPr>
          <p:cNvSpPr>
            <a:spLocks noGrp="1"/>
          </p:cNvSpPr>
          <p:nvPr/>
        </p:nvSpPr>
        <p:spPr>
          <a:xfrm>
            <a:off x="375980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A1_bar_GT_11480">
            <a:extLst>
              <a:ext uri="{FF2B5EF4-FFF2-40B4-BE49-F238E27FC236}">
                <a16:creationId xmlns:a16="http://schemas.microsoft.com/office/drawing/2014/main" id="{10E6DF4D-6727-4500-BE58-DB1422DC3DAB}"/>
              </a:ext>
            </a:extLst>
          </p:cNvPr>
          <p:cNvSpPr>
            <a:spLocks noGrp="1"/>
          </p:cNvSpPr>
          <p:nvPr/>
        </p:nvSpPr>
        <p:spPr>
          <a:xfrm>
            <a:off x="374568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A1_bar_GT_11481">
            <a:extLst>
              <a:ext uri="{FF2B5EF4-FFF2-40B4-BE49-F238E27FC236}">
                <a16:creationId xmlns:a16="http://schemas.microsoft.com/office/drawing/2014/main" id="{076BFA34-8569-4AA2-901F-5E52A61178E1}"/>
              </a:ext>
            </a:extLst>
          </p:cNvPr>
          <p:cNvSpPr>
            <a:spLocks noGrp="1"/>
          </p:cNvSpPr>
          <p:nvPr/>
        </p:nvSpPr>
        <p:spPr>
          <a:xfrm>
            <a:off x="38172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A1_bar_GT_11482">
            <a:extLst>
              <a:ext uri="{FF2B5EF4-FFF2-40B4-BE49-F238E27FC236}">
                <a16:creationId xmlns:a16="http://schemas.microsoft.com/office/drawing/2014/main" id="{B804D713-6831-49A3-80E5-654719CA7ACB}"/>
              </a:ext>
            </a:extLst>
          </p:cNvPr>
          <p:cNvSpPr>
            <a:spLocks noGrp="1"/>
          </p:cNvSpPr>
          <p:nvPr/>
        </p:nvSpPr>
        <p:spPr>
          <a:xfrm>
            <a:off x="384489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A1_bar_GT_11483">
            <a:extLst>
              <a:ext uri="{FF2B5EF4-FFF2-40B4-BE49-F238E27FC236}">
                <a16:creationId xmlns:a16="http://schemas.microsoft.com/office/drawing/2014/main" id="{4AEBADC5-AD78-4390-AFD7-9E7987378E6F}"/>
              </a:ext>
            </a:extLst>
          </p:cNvPr>
          <p:cNvSpPr>
            <a:spLocks noGrp="1"/>
          </p:cNvSpPr>
          <p:nvPr/>
        </p:nvSpPr>
        <p:spPr>
          <a:xfrm>
            <a:off x="3840656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A1_bar_GT_11484">
            <a:extLst>
              <a:ext uri="{FF2B5EF4-FFF2-40B4-BE49-F238E27FC236}">
                <a16:creationId xmlns:a16="http://schemas.microsoft.com/office/drawing/2014/main" id="{B43445D5-2349-43BE-9942-E896611BB5E6}"/>
              </a:ext>
            </a:extLst>
          </p:cNvPr>
          <p:cNvSpPr>
            <a:spLocks noGrp="1"/>
          </p:cNvSpPr>
          <p:nvPr/>
        </p:nvSpPr>
        <p:spPr>
          <a:xfrm>
            <a:off x="388507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A1_bar_GT_11485">
            <a:extLst>
              <a:ext uri="{FF2B5EF4-FFF2-40B4-BE49-F238E27FC236}">
                <a16:creationId xmlns:a16="http://schemas.microsoft.com/office/drawing/2014/main" id="{C4965F29-49D6-4B60-9383-544F2DA4AD04}"/>
              </a:ext>
            </a:extLst>
          </p:cNvPr>
          <p:cNvSpPr>
            <a:spLocks noGrp="1"/>
          </p:cNvSpPr>
          <p:nvPr/>
        </p:nvSpPr>
        <p:spPr>
          <a:xfrm>
            <a:off x="371541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A1_bar_GT_11486">
            <a:extLst>
              <a:ext uri="{FF2B5EF4-FFF2-40B4-BE49-F238E27FC236}">
                <a16:creationId xmlns:a16="http://schemas.microsoft.com/office/drawing/2014/main" id="{8ADC5C53-9019-462E-B871-7A0ECD175976}"/>
              </a:ext>
            </a:extLst>
          </p:cNvPr>
          <p:cNvSpPr>
            <a:spLocks noGrp="1"/>
          </p:cNvSpPr>
          <p:nvPr/>
        </p:nvSpPr>
        <p:spPr>
          <a:xfrm>
            <a:off x="386527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A1_bar_GT_11487">
            <a:extLst>
              <a:ext uri="{FF2B5EF4-FFF2-40B4-BE49-F238E27FC236}">
                <a16:creationId xmlns:a16="http://schemas.microsoft.com/office/drawing/2014/main" id="{763BDFC3-EBC9-4B9B-A0AA-B419C26F1A28}"/>
              </a:ext>
            </a:extLst>
          </p:cNvPr>
          <p:cNvSpPr>
            <a:spLocks noGrp="1"/>
          </p:cNvSpPr>
          <p:nvPr/>
        </p:nvSpPr>
        <p:spPr>
          <a:xfrm>
            <a:off x="3726217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A1_bar_GT_11488">
            <a:extLst>
              <a:ext uri="{FF2B5EF4-FFF2-40B4-BE49-F238E27FC236}">
                <a16:creationId xmlns:a16="http://schemas.microsoft.com/office/drawing/2014/main" id="{AFF5F5D5-BDBA-432D-830F-1ADA543A7B86}"/>
              </a:ext>
            </a:extLst>
          </p:cNvPr>
          <p:cNvSpPr>
            <a:spLocks noGrp="1"/>
          </p:cNvSpPr>
          <p:nvPr/>
        </p:nvSpPr>
        <p:spPr>
          <a:xfrm>
            <a:off x="3740052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A1_bar_GT_11489">
            <a:extLst>
              <a:ext uri="{FF2B5EF4-FFF2-40B4-BE49-F238E27FC236}">
                <a16:creationId xmlns:a16="http://schemas.microsoft.com/office/drawing/2014/main" id="{5AB28D24-100E-4EC9-A7C7-A1F104D9CE55}"/>
              </a:ext>
            </a:extLst>
          </p:cNvPr>
          <p:cNvSpPr>
            <a:spLocks noGrp="1"/>
          </p:cNvSpPr>
          <p:nvPr/>
        </p:nvSpPr>
        <p:spPr>
          <a:xfrm>
            <a:off x="3755252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A1_bar_GT_11490">
            <a:extLst>
              <a:ext uri="{FF2B5EF4-FFF2-40B4-BE49-F238E27FC236}">
                <a16:creationId xmlns:a16="http://schemas.microsoft.com/office/drawing/2014/main" id="{4B720DBF-2CF0-4716-99EC-526784B6837A}"/>
              </a:ext>
            </a:extLst>
          </p:cNvPr>
          <p:cNvSpPr>
            <a:spLocks noGrp="1"/>
          </p:cNvSpPr>
          <p:nvPr/>
        </p:nvSpPr>
        <p:spPr>
          <a:xfrm>
            <a:off x="382496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A1_bar_GT_11491">
            <a:extLst>
              <a:ext uri="{FF2B5EF4-FFF2-40B4-BE49-F238E27FC236}">
                <a16:creationId xmlns:a16="http://schemas.microsoft.com/office/drawing/2014/main" id="{8C5A9C70-8EDF-4635-9F8F-D7E4786891FF}"/>
              </a:ext>
            </a:extLst>
          </p:cNvPr>
          <p:cNvSpPr>
            <a:spLocks noGrp="1"/>
          </p:cNvSpPr>
          <p:nvPr/>
        </p:nvSpPr>
        <p:spPr>
          <a:xfrm>
            <a:off x="3902054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A1_bar_GT_11492">
            <a:extLst>
              <a:ext uri="{FF2B5EF4-FFF2-40B4-BE49-F238E27FC236}">
                <a16:creationId xmlns:a16="http://schemas.microsoft.com/office/drawing/2014/main" id="{573278EE-55DA-4F96-AB73-4A5EEBECA47B}"/>
              </a:ext>
            </a:extLst>
          </p:cNvPr>
          <p:cNvSpPr>
            <a:spLocks noGrp="1"/>
          </p:cNvSpPr>
          <p:nvPr/>
        </p:nvSpPr>
        <p:spPr>
          <a:xfrm>
            <a:off x="3724532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A1_bar_GT_11493">
            <a:extLst>
              <a:ext uri="{FF2B5EF4-FFF2-40B4-BE49-F238E27FC236}">
                <a16:creationId xmlns:a16="http://schemas.microsoft.com/office/drawing/2014/main" id="{12EC1DA7-F814-43F8-B4B9-B79779F3B152}"/>
              </a:ext>
            </a:extLst>
          </p:cNvPr>
          <p:cNvSpPr>
            <a:spLocks noGrp="1"/>
          </p:cNvSpPr>
          <p:nvPr/>
        </p:nvSpPr>
        <p:spPr>
          <a:xfrm>
            <a:off x="37349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A1_bar_GT_11494">
            <a:extLst>
              <a:ext uri="{FF2B5EF4-FFF2-40B4-BE49-F238E27FC236}">
                <a16:creationId xmlns:a16="http://schemas.microsoft.com/office/drawing/2014/main" id="{C4CD706D-69C2-476B-AE99-0C04A2B2ECE8}"/>
              </a:ext>
            </a:extLst>
          </p:cNvPr>
          <p:cNvSpPr>
            <a:spLocks noGrp="1"/>
          </p:cNvSpPr>
          <p:nvPr/>
        </p:nvSpPr>
        <p:spPr>
          <a:xfrm>
            <a:off x="37061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A1_bar_GT_11495">
            <a:extLst>
              <a:ext uri="{FF2B5EF4-FFF2-40B4-BE49-F238E27FC236}">
                <a16:creationId xmlns:a16="http://schemas.microsoft.com/office/drawing/2014/main" id="{B32AC10B-932D-403F-92DB-9E6006C66094}"/>
              </a:ext>
            </a:extLst>
          </p:cNvPr>
          <p:cNvSpPr>
            <a:spLocks noGrp="1"/>
          </p:cNvSpPr>
          <p:nvPr/>
        </p:nvSpPr>
        <p:spPr>
          <a:xfrm>
            <a:off x="38641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A1_bar_GT_11496">
            <a:extLst>
              <a:ext uri="{FF2B5EF4-FFF2-40B4-BE49-F238E27FC236}">
                <a16:creationId xmlns:a16="http://schemas.microsoft.com/office/drawing/2014/main" id="{1B3EC3EC-310F-469A-A958-5A4FE7B916C2}"/>
              </a:ext>
            </a:extLst>
          </p:cNvPr>
          <p:cNvSpPr>
            <a:spLocks noGrp="1"/>
          </p:cNvSpPr>
          <p:nvPr/>
        </p:nvSpPr>
        <p:spPr>
          <a:xfrm>
            <a:off x="37895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A1_bar_GT_11497">
            <a:extLst>
              <a:ext uri="{FF2B5EF4-FFF2-40B4-BE49-F238E27FC236}">
                <a16:creationId xmlns:a16="http://schemas.microsoft.com/office/drawing/2014/main" id="{5B47945B-4802-4A97-A801-2C374F211145}"/>
              </a:ext>
            </a:extLst>
          </p:cNvPr>
          <p:cNvSpPr>
            <a:spLocks noGrp="1"/>
          </p:cNvSpPr>
          <p:nvPr/>
        </p:nvSpPr>
        <p:spPr>
          <a:xfrm>
            <a:off x="3747536" y="4337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A1_bar_GT_11498">
            <a:extLst>
              <a:ext uri="{FF2B5EF4-FFF2-40B4-BE49-F238E27FC236}">
                <a16:creationId xmlns:a16="http://schemas.microsoft.com/office/drawing/2014/main" id="{06A890B6-8483-45C6-A996-7411C68A243F}"/>
              </a:ext>
            </a:extLst>
          </p:cNvPr>
          <p:cNvSpPr>
            <a:spLocks noGrp="1"/>
          </p:cNvSpPr>
          <p:nvPr/>
        </p:nvSpPr>
        <p:spPr>
          <a:xfrm>
            <a:off x="39174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A1_bar_GT_11499">
            <a:extLst>
              <a:ext uri="{FF2B5EF4-FFF2-40B4-BE49-F238E27FC236}">
                <a16:creationId xmlns:a16="http://schemas.microsoft.com/office/drawing/2014/main" id="{7E69E1C5-A709-4BA0-85AB-9FC97A150A73}"/>
              </a:ext>
            </a:extLst>
          </p:cNvPr>
          <p:cNvSpPr>
            <a:spLocks noGrp="1"/>
          </p:cNvSpPr>
          <p:nvPr/>
        </p:nvSpPr>
        <p:spPr>
          <a:xfrm>
            <a:off x="3754124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A1_bar_GT_11500">
            <a:extLst>
              <a:ext uri="{FF2B5EF4-FFF2-40B4-BE49-F238E27FC236}">
                <a16:creationId xmlns:a16="http://schemas.microsoft.com/office/drawing/2014/main" id="{9F105B80-E80F-4D50-80A5-C0A9033FF2D1}"/>
              </a:ext>
            </a:extLst>
          </p:cNvPr>
          <p:cNvSpPr>
            <a:spLocks noGrp="1"/>
          </p:cNvSpPr>
          <p:nvPr/>
        </p:nvSpPr>
        <p:spPr>
          <a:xfrm>
            <a:off x="3720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A1_bar_GT_11501">
            <a:extLst>
              <a:ext uri="{FF2B5EF4-FFF2-40B4-BE49-F238E27FC236}">
                <a16:creationId xmlns:a16="http://schemas.microsoft.com/office/drawing/2014/main" id="{1F0D309C-60A0-4213-990B-00CF3C633F1A}"/>
              </a:ext>
            </a:extLst>
          </p:cNvPr>
          <p:cNvSpPr>
            <a:spLocks noGrp="1"/>
          </p:cNvSpPr>
          <p:nvPr/>
        </p:nvSpPr>
        <p:spPr>
          <a:xfrm>
            <a:off x="37373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A1_bar_GT_11502">
            <a:extLst>
              <a:ext uri="{FF2B5EF4-FFF2-40B4-BE49-F238E27FC236}">
                <a16:creationId xmlns:a16="http://schemas.microsoft.com/office/drawing/2014/main" id="{8D6B7C31-5F09-4476-9875-8C46213ADFB9}"/>
              </a:ext>
            </a:extLst>
          </p:cNvPr>
          <p:cNvSpPr>
            <a:spLocks noGrp="1"/>
          </p:cNvSpPr>
          <p:nvPr/>
        </p:nvSpPr>
        <p:spPr>
          <a:xfrm>
            <a:off x="382095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A1_bar_GT_11503">
            <a:extLst>
              <a:ext uri="{FF2B5EF4-FFF2-40B4-BE49-F238E27FC236}">
                <a16:creationId xmlns:a16="http://schemas.microsoft.com/office/drawing/2014/main" id="{DE816967-CACD-405E-B933-5D2C15C2A5F6}"/>
              </a:ext>
            </a:extLst>
          </p:cNvPr>
          <p:cNvSpPr>
            <a:spLocks noGrp="1"/>
          </p:cNvSpPr>
          <p:nvPr/>
        </p:nvSpPr>
        <p:spPr>
          <a:xfrm>
            <a:off x="38845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A1_bar_GT_11504">
            <a:extLst>
              <a:ext uri="{FF2B5EF4-FFF2-40B4-BE49-F238E27FC236}">
                <a16:creationId xmlns:a16="http://schemas.microsoft.com/office/drawing/2014/main" id="{897AA96C-93E6-4C40-AC0D-F3487AB34A92}"/>
              </a:ext>
            </a:extLst>
          </p:cNvPr>
          <p:cNvSpPr>
            <a:spLocks noGrp="1"/>
          </p:cNvSpPr>
          <p:nvPr/>
        </p:nvSpPr>
        <p:spPr>
          <a:xfrm>
            <a:off x="37972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A1_bar_GT_11505">
            <a:extLst>
              <a:ext uri="{FF2B5EF4-FFF2-40B4-BE49-F238E27FC236}">
                <a16:creationId xmlns:a16="http://schemas.microsoft.com/office/drawing/2014/main" id="{2E97844C-BF0B-4822-83A2-7D0E9BBA543E}"/>
              </a:ext>
            </a:extLst>
          </p:cNvPr>
          <p:cNvSpPr>
            <a:spLocks noGrp="1"/>
          </p:cNvSpPr>
          <p:nvPr/>
        </p:nvSpPr>
        <p:spPr>
          <a:xfrm>
            <a:off x="376973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A1_bar_GT_11506">
            <a:extLst>
              <a:ext uri="{FF2B5EF4-FFF2-40B4-BE49-F238E27FC236}">
                <a16:creationId xmlns:a16="http://schemas.microsoft.com/office/drawing/2014/main" id="{72858876-206C-43C7-BE2C-2AD8120207F0}"/>
              </a:ext>
            </a:extLst>
          </p:cNvPr>
          <p:cNvSpPr>
            <a:spLocks noGrp="1"/>
          </p:cNvSpPr>
          <p:nvPr/>
        </p:nvSpPr>
        <p:spPr>
          <a:xfrm>
            <a:off x="39130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A1_bar_GT_11507">
            <a:extLst>
              <a:ext uri="{FF2B5EF4-FFF2-40B4-BE49-F238E27FC236}">
                <a16:creationId xmlns:a16="http://schemas.microsoft.com/office/drawing/2014/main" id="{50AB09B6-EE41-40A0-8282-56D4F9311AE5}"/>
              </a:ext>
            </a:extLst>
          </p:cNvPr>
          <p:cNvSpPr>
            <a:spLocks noGrp="1"/>
          </p:cNvSpPr>
          <p:nvPr/>
        </p:nvSpPr>
        <p:spPr>
          <a:xfrm>
            <a:off x="390489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A1_bar_GT_11508">
            <a:extLst>
              <a:ext uri="{FF2B5EF4-FFF2-40B4-BE49-F238E27FC236}">
                <a16:creationId xmlns:a16="http://schemas.microsoft.com/office/drawing/2014/main" id="{4EF68EBB-121A-4C7D-87DF-B8129836A951}"/>
              </a:ext>
            </a:extLst>
          </p:cNvPr>
          <p:cNvSpPr>
            <a:spLocks noGrp="1"/>
          </p:cNvSpPr>
          <p:nvPr/>
        </p:nvSpPr>
        <p:spPr>
          <a:xfrm>
            <a:off x="39417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A1_bar_GT_11509">
            <a:extLst>
              <a:ext uri="{FF2B5EF4-FFF2-40B4-BE49-F238E27FC236}">
                <a16:creationId xmlns:a16="http://schemas.microsoft.com/office/drawing/2014/main" id="{2FA84EEB-578B-48A6-9153-60192C9F1D63}"/>
              </a:ext>
            </a:extLst>
          </p:cNvPr>
          <p:cNvSpPr>
            <a:spLocks noGrp="1"/>
          </p:cNvSpPr>
          <p:nvPr/>
        </p:nvSpPr>
        <p:spPr>
          <a:xfrm>
            <a:off x="3834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A1_bar_GT_11510">
            <a:extLst>
              <a:ext uri="{FF2B5EF4-FFF2-40B4-BE49-F238E27FC236}">
                <a16:creationId xmlns:a16="http://schemas.microsoft.com/office/drawing/2014/main" id="{6F01B6E5-2CD2-4363-907A-084EFB51B389}"/>
              </a:ext>
            </a:extLst>
          </p:cNvPr>
          <p:cNvSpPr>
            <a:spLocks noGrp="1"/>
          </p:cNvSpPr>
          <p:nvPr/>
        </p:nvSpPr>
        <p:spPr>
          <a:xfrm>
            <a:off x="3918515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A1_bar_GT_11511">
            <a:extLst>
              <a:ext uri="{FF2B5EF4-FFF2-40B4-BE49-F238E27FC236}">
                <a16:creationId xmlns:a16="http://schemas.microsoft.com/office/drawing/2014/main" id="{1ACB06F2-5B55-47A9-A3F0-C841E0F792E3}"/>
              </a:ext>
            </a:extLst>
          </p:cNvPr>
          <p:cNvSpPr>
            <a:spLocks noGrp="1"/>
          </p:cNvSpPr>
          <p:nvPr/>
        </p:nvSpPr>
        <p:spPr>
          <a:xfrm>
            <a:off x="374637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A1_bar_GT_11512">
            <a:extLst>
              <a:ext uri="{FF2B5EF4-FFF2-40B4-BE49-F238E27FC236}">
                <a16:creationId xmlns:a16="http://schemas.microsoft.com/office/drawing/2014/main" id="{100C64F4-BCFE-4B98-9B31-29DE0C15F49E}"/>
              </a:ext>
            </a:extLst>
          </p:cNvPr>
          <p:cNvSpPr>
            <a:spLocks noGrp="1"/>
          </p:cNvSpPr>
          <p:nvPr/>
        </p:nvSpPr>
        <p:spPr>
          <a:xfrm>
            <a:off x="3838580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A1_bar_GT_11513">
            <a:extLst>
              <a:ext uri="{FF2B5EF4-FFF2-40B4-BE49-F238E27FC236}">
                <a16:creationId xmlns:a16="http://schemas.microsoft.com/office/drawing/2014/main" id="{EF272A8C-2E2D-4C39-863C-38B6C2F80937}"/>
              </a:ext>
            </a:extLst>
          </p:cNvPr>
          <p:cNvSpPr>
            <a:spLocks noGrp="1"/>
          </p:cNvSpPr>
          <p:nvPr/>
        </p:nvSpPr>
        <p:spPr>
          <a:xfrm>
            <a:off x="3887085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A1_bar_GT_11514">
            <a:extLst>
              <a:ext uri="{FF2B5EF4-FFF2-40B4-BE49-F238E27FC236}">
                <a16:creationId xmlns:a16="http://schemas.microsoft.com/office/drawing/2014/main" id="{6ADC690A-C06E-4DF2-B364-06BB169B9163}"/>
              </a:ext>
            </a:extLst>
          </p:cNvPr>
          <p:cNvSpPr>
            <a:spLocks noGrp="1"/>
          </p:cNvSpPr>
          <p:nvPr/>
        </p:nvSpPr>
        <p:spPr>
          <a:xfrm>
            <a:off x="3895188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A1_bar_GT_11515">
            <a:extLst>
              <a:ext uri="{FF2B5EF4-FFF2-40B4-BE49-F238E27FC236}">
                <a16:creationId xmlns:a16="http://schemas.microsoft.com/office/drawing/2014/main" id="{919F6D12-EB44-4964-8DFC-6ED73CAD09A0}"/>
              </a:ext>
            </a:extLst>
          </p:cNvPr>
          <p:cNvSpPr>
            <a:spLocks noGrp="1"/>
          </p:cNvSpPr>
          <p:nvPr/>
        </p:nvSpPr>
        <p:spPr>
          <a:xfrm>
            <a:off x="384292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A1_bar_GT_11516">
            <a:extLst>
              <a:ext uri="{FF2B5EF4-FFF2-40B4-BE49-F238E27FC236}">
                <a16:creationId xmlns:a16="http://schemas.microsoft.com/office/drawing/2014/main" id="{E0B7E9EA-5285-43D2-B0DF-A89970D9EE02}"/>
              </a:ext>
            </a:extLst>
          </p:cNvPr>
          <p:cNvSpPr>
            <a:spLocks noGrp="1"/>
          </p:cNvSpPr>
          <p:nvPr/>
        </p:nvSpPr>
        <p:spPr>
          <a:xfrm>
            <a:off x="37046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A1_bar_GT_11517">
            <a:extLst>
              <a:ext uri="{FF2B5EF4-FFF2-40B4-BE49-F238E27FC236}">
                <a16:creationId xmlns:a16="http://schemas.microsoft.com/office/drawing/2014/main" id="{1E907BD1-6CCC-41F2-8771-221F8DA828F4}"/>
              </a:ext>
            </a:extLst>
          </p:cNvPr>
          <p:cNvSpPr>
            <a:spLocks noGrp="1"/>
          </p:cNvSpPr>
          <p:nvPr/>
        </p:nvSpPr>
        <p:spPr>
          <a:xfrm>
            <a:off x="37617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A1_bar_GT_11518">
            <a:extLst>
              <a:ext uri="{FF2B5EF4-FFF2-40B4-BE49-F238E27FC236}">
                <a16:creationId xmlns:a16="http://schemas.microsoft.com/office/drawing/2014/main" id="{2DF69064-EFE5-44C7-92B2-E15D15DA5535}"/>
              </a:ext>
            </a:extLst>
          </p:cNvPr>
          <p:cNvSpPr>
            <a:spLocks noGrp="1"/>
          </p:cNvSpPr>
          <p:nvPr/>
        </p:nvSpPr>
        <p:spPr>
          <a:xfrm>
            <a:off x="3717565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A1_bar_GT_11519">
            <a:extLst>
              <a:ext uri="{FF2B5EF4-FFF2-40B4-BE49-F238E27FC236}">
                <a16:creationId xmlns:a16="http://schemas.microsoft.com/office/drawing/2014/main" id="{572C0BE2-D816-433A-99F9-8F6EDC6FFF35}"/>
              </a:ext>
            </a:extLst>
          </p:cNvPr>
          <p:cNvSpPr>
            <a:spLocks noGrp="1"/>
          </p:cNvSpPr>
          <p:nvPr/>
        </p:nvSpPr>
        <p:spPr>
          <a:xfrm>
            <a:off x="38540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A1_bar_GT_11520">
            <a:extLst>
              <a:ext uri="{FF2B5EF4-FFF2-40B4-BE49-F238E27FC236}">
                <a16:creationId xmlns:a16="http://schemas.microsoft.com/office/drawing/2014/main" id="{0623B381-B233-4E47-BA99-6D2984C3B201}"/>
              </a:ext>
            </a:extLst>
          </p:cNvPr>
          <p:cNvSpPr>
            <a:spLocks noGrp="1"/>
          </p:cNvSpPr>
          <p:nvPr/>
        </p:nvSpPr>
        <p:spPr>
          <a:xfrm>
            <a:off x="3850153" y="49713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A1_bar_GT_11521">
            <a:extLst>
              <a:ext uri="{FF2B5EF4-FFF2-40B4-BE49-F238E27FC236}">
                <a16:creationId xmlns:a16="http://schemas.microsoft.com/office/drawing/2014/main" id="{D933B485-FF89-4F0F-98E7-32C7621C12F5}"/>
              </a:ext>
            </a:extLst>
          </p:cNvPr>
          <p:cNvSpPr>
            <a:spLocks noGrp="1"/>
          </p:cNvSpPr>
          <p:nvPr/>
        </p:nvSpPr>
        <p:spPr>
          <a:xfrm>
            <a:off x="3889321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A1_bar_GT_11522">
            <a:extLst>
              <a:ext uri="{FF2B5EF4-FFF2-40B4-BE49-F238E27FC236}">
                <a16:creationId xmlns:a16="http://schemas.microsoft.com/office/drawing/2014/main" id="{BD49338A-A73A-4B19-A2FE-0C76A5FD42E6}"/>
              </a:ext>
            </a:extLst>
          </p:cNvPr>
          <p:cNvSpPr>
            <a:spLocks noGrp="1"/>
          </p:cNvSpPr>
          <p:nvPr/>
        </p:nvSpPr>
        <p:spPr>
          <a:xfrm>
            <a:off x="3921652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A1_bar_GT_11523">
            <a:extLst>
              <a:ext uri="{FF2B5EF4-FFF2-40B4-BE49-F238E27FC236}">
                <a16:creationId xmlns:a16="http://schemas.microsoft.com/office/drawing/2014/main" id="{78399B23-8CCF-4DD5-914B-5488A899435D}"/>
              </a:ext>
            </a:extLst>
          </p:cNvPr>
          <p:cNvSpPr>
            <a:spLocks noGrp="1"/>
          </p:cNvSpPr>
          <p:nvPr/>
        </p:nvSpPr>
        <p:spPr>
          <a:xfrm>
            <a:off x="3917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A1_bar_GT_11524">
            <a:extLst>
              <a:ext uri="{FF2B5EF4-FFF2-40B4-BE49-F238E27FC236}">
                <a16:creationId xmlns:a16="http://schemas.microsoft.com/office/drawing/2014/main" id="{435C453B-F282-4472-8DE4-1F642393B2B3}"/>
              </a:ext>
            </a:extLst>
          </p:cNvPr>
          <p:cNvSpPr>
            <a:spLocks noGrp="1"/>
          </p:cNvSpPr>
          <p:nvPr/>
        </p:nvSpPr>
        <p:spPr>
          <a:xfrm>
            <a:off x="3746908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A1_bar_GT_11525">
            <a:extLst>
              <a:ext uri="{FF2B5EF4-FFF2-40B4-BE49-F238E27FC236}">
                <a16:creationId xmlns:a16="http://schemas.microsoft.com/office/drawing/2014/main" id="{D3B6DC51-921D-49BC-B3F8-857556E7C82A}"/>
              </a:ext>
            </a:extLst>
          </p:cNvPr>
          <p:cNvSpPr>
            <a:spLocks noGrp="1"/>
          </p:cNvSpPr>
          <p:nvPr/>
        </p:nvSpPr>
        <p:spPr>
          <a:xfrm>
            <a:off x="37515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A1_bar_GT_11526">
            <a:extLst>
              <a:ext uri="{FF2B5EF4-FFF2-40B4-BE49-F238E27FC236}">
                <a16:creationId xmlns:a16="http://schemas.microsoft.com/office/drawing/2014/main" id="{F38D51EC-DBEE-436F-9726-4789A1AD0B17}"/>
              </a:ext>
            </a:extLst>
          </p:cNvPr>
          <p:cNvSpPr>
            <a:spLocks noGrp="1"/>
          </p:cNvSpPr>
          <p:nvPr/>
        </p:nvSpPr>
        <p:spPr>
          <a:xfrm>
            <a:off x="388857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A1_bar_GT_11527">
            <a:extLst>
              <a:ext uri="{FF2B5EF4-FFF2-40B4-BE49-F238E27FC236}">
                <a16:creationId xmlns:a16="http://schemas.microsoft.com/office/drawing/2014/main" id="{93ACF751-0F51-4533-A58A-853BEB08A3EF}"/>
              </a:ext>
            </a:extLst>
          </p:cNvPr>
          <p:cNvSpPr>
            <a:spLocks noGrp="1"/>
          </p:cNvSpPr>
          <p:nvPr/>
        </p:nvSpPr>
        <p:spPr>
          <a:xfrm>
            <a:off x="38958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A1_bar_GT_11528">
            <a:extLst>
              <a:ext uri="{FF2B5EF4-FFF2-40B4-BE49-F238E27FC236}">
                <a16:creationId xmlns:a16="http://schemas.microsoft.com/office/drawing/2014/main" id="{1A27ED9E-D372-4A61-94F0-B6B3B36E0913}"/>
              </a:ext>
            </a:extLst>
          </p:cNvPr>
          <p:cNvSpPr>
            <a:spLocks noGrp="1"/>
          </p:cNvSpPr>
          <p:nvPr/>
        </p:nvSpPr>
        <p:spPr>
          <a:xfrm>
            <a:off x="37060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A1_bar_GT_11529">
            <a:extLst>
              <a:ext uri="{FF2B5EF4-FFF2-40B4-BE49-F238E27FC236}">
                <a16:creationId xmlns:a16="http://schemas.microsoft.com/office/drawing/2014/main" id="{B021B4F1-B93A-482D-81CD-69BE4F994205}"/>
              </a:ext>
            </a:extLst>
          </p:cNvPr>
          <p:cNvSpPr>
            <a:spLocks noGrp="1"/>
          </p:cNvSpPr>
          <p:nvPr/>
        </p:nvSpPr>
        <p:spPr>
          <a:xfrm>
            <a:off x="3822900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A1_bar_GT_11530">
            <a:extLst>
              <a:ext uri="{FF2B5EF4-FFF2-40B4-BE49-F238E27FC236}">
                <a16:creationId xmlns:a16="http://schemas.microsoft.com/office/drawing/2014/main" id="{C3A3495C-07DA-4616-850E-7955CC82BCF4}"/>
              </a:ext>
            </a:extLst>
          </p:cNvPr>
          <p:cNvSpPr>
            <a:spLocks noGrp="1"/>
          </p:cNvSpPr>
          <p:nvPr/>
        </p:nvSpPr>
        <p:spPr>
          <a:xfrm>
            <a:off x="376175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A1_bar_GT_11531">
            <a:extLst>
              <a:ext uri="{FF2B5EF4-FFF2-40B4-BE49-F238E27FC236}">
                <a16:creationId xmlns:a16="http://schemas.microsoft.com/office/drawing/2014/main" id="{D087ED44-FC5D-4DD6-8DB4-0F25C7376697}"/>
              </a:ext>
            </a:extLst>
          </p:cNvPr>
          <p:cNvSpPr>
            <a:spLocks noGrp="1"/>
          </p:cNvSpPr>
          <p:nvPr/>
        </p:nvSpPr>
        <p:spPr>
          <a:xfrm>
            <a:off x="385773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A1_bar_GT_11532">
            <a:extLst>
              <a:ext uri="{FF2B5EF4-FFF2-40B4-BE49-F238E27FC236}">
                <a16:creationId xmlns:a16="http://schemas.microsoft.com/office/drawing/2014/main" id="{2FC565B3-AD1B-416D-9453-F62A204CF57C}"/>
              </a:ext>
            </a:extLst>
          </p:cNvPr>
          <p:cNvSpPr>
            <a:spLocks noGrp="1"/>
          </p:cNvSpPr>
          <p:nvPr/>
        </p:nvSpPr>
        <p:spPr>
          <a:xfrm>
            <a:off x="375487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A1_bar_GT_11533">
            <a:extLst>
              <a:ext uri="{FF2B5EF4-FFF2-40B4-BE49-F238E27FC236}">
                <a16:creationId xmlns:a16="http://schemas.microsoft.com/office/drawing/2014/main" id="{27B7EF27-A034-4CEE-A71D-EFB4E3FB845F}"/>
              </a:ext>
            </a:extLst>
          </p:cNvPr>
          <p:cNvSpPr>
            <a:spLocks noGrp="1"/>
          </p:cNvSpPr>
          <p:nvPr/>
        </p:nvSpPr>
        <p:spPr>
          <a:xfrm>
            <a:off x="380851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A1_bar_GT_11534">
            <a:extLst>
              <a:ext uri="{FF2B5EF4-FFF2-40B4-BE49-F238E27FC236}">
                <a16:creationId xmlns:a16="http://schemas.microsoft.com/office/drawing/2014/main" id="{8F813092-1A68-4117-959D-72B270534945}"/>
              </a:ext>
            </a:extLst>
          </p:cNvPr>
          <p:cNvSpPr>
            <a:spLocks noGrp="1"/>
          </p:cNvSpPr>
          <p:nvPr/>
        </p:nvSpPr>
        <p:spPr>
          <a:xfrm>
            <a:off x="3940552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A1_bar_GT_11535">
            <a:extLst>
              <a:ext uri="{FF2B5EF4-FFF2-40B4-BE49-F238E27FC236}">
                <a16:creationId xmlns:a16="http://schemas.microsoft.com/office/drawing/2014/main" id="{13B8CE6A-32D2-48A9-9E3E-8B2B6DADDB3C}"/>
              </a:ext>
            </a:extLst>
          </p:cNvPr>
          <p:cNvSpPr>
            <a:spLocks noGrp="1"/>
          </p:cNvSpPr>
          <p:nvPr/>
        </p:nvSpPr>
        <p:spPr>
          <a:xfrm>
            <a:off x="3832025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A1_bar_GT_11536">
            <a:extLst>
              <a:ext uri="{FF2B5EF4-FFF2-40B4-BE49-F238E27FC236}">
                <a16:creationId xmlns:a16="http://schemas.microsoft.com/office/drawing/2014/main" id="{5BF483D0-F7BC-4990-864D-C3460AEEE5E4}"/>
              </a:ext>
            </a:extLst>
          </p:cNvPr>
          <p:cNvSpPr>
            <a:spLocks noGrp="1"/>
          </p:cNvSpPr>
          <p:nvPr/>
        </p:nvSpPr>
        <p:spPr>
          <a:xfrm>
            <a:off x="39284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A1_bar_GT_11537">
            <a:extLst>
              <a:ext uri="{FF2B5EF4-FFF2-40B4-BE49-F238E27FC236}">
                <a16:creationId xmlns:a16="http://schemas.microsoft.com/office/drawing/2014/main" id="{D1D77469-7B97-4D17-AAE6-2E9AC2D639D9}"/>
              </a:ext>
            </a:extLst>
          </p:cNvPr>
          <p:cNvSpPr>
            <a:spLocks noGrp="1"/>
          </p:cNvSpPr>
          <p:nvPr/>
        </p:nvSpPr>
        <p:spPr>
          <a:xfrm>
            <a:off x="3782632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A1_bar_GT_11538">
            <a:extLst>
              <a:ext uri="{FF2B5EF4-FFF2-40B4-BE49-F238E27FC236}">
                <a16:creationId xmlns:a16="http://schemas.microsoft.com/office/drawing/2014/main" id="{BB39AA04-7C53-4195-B615-CD489AA44543}"/>
              </a:ext>
            </a:extLst>
          </p:cNvPr>
          <p:cNvSpPr>
            <a:spLocks noGrp="1"/>
          </p:cNvSpPr>
          <p:nvPr/>
        </p:nvSpPr>
        <p:spPr>
          <a:xfrm>
            <a:off x="37845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A1_bar_GT_11539">
            <a:extLst>
              <a:ext uri="{FF2B5EF4-FFF2-40B4-BE49-F238E27FC236}">
                <a16:creationId xmlns:a16="http://schemas.microsoft.com/office/drawing/2014/main" id="{C210CE9C-F0F4-4EA7-880D-A34F57915ED9}"/>
              </a:ext>
            </a:extLst>
          </p:cNvPr>
          <p:cNvSpPr>
            <a:spLocks noGrp="1"/>
          </p:cNvSpPr>
          <p:nvPr/>
        </p:nvSpPr>
        <p:spPr>
          <a:xfrm>
            <a:off x="378013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A1_bar_GT_11540">
            <a:extLst>
              <a:ext uri="{FF2B5EF4-FFF2-40B4-BE49-F238E27FC236}">
                <a16:creationId xmlns:a16="http://schemas.microsoft.com/office/drawing/2014/main" id="{1FE77EA1-8FBD-4582-B4BD-5CB3CCFFF5E9}"/>
              </a:ext>
            </a:extLst>
          </p:cNvPr>
          <p:cNvSpPr>
            <a:spLocks noGrp="1"/>
          </p:cNvSpPr>
          <p:nvPr/>
        </p:nvSpPr>
        <p:spPr>
          <a:xfrm>
            <a:off x="37943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A1_bar_GT_11541">
            <a:extLst>
              <a:ext uri="{FF2B5EF4-FFF2-40B4-BE49-F238E27FC236}">
                <a16:creationId xmlns:a16="http://schemas.microsoft.com/office/drawing/2014/main" id="{D931C543-FF57-4D36-8CD9-5533B5E0A662}"/>
              </a:ext>
            </a:extLst>
          </p:cNvPr>
          <p:cNvSpPr>
            <a:spLocks noGrp="1"/>
          </p:cNvSpPr>
          <p:nvPr/>
        </p:nvSpPr>
        <p:spPr>
          <a:xfrm>
            <a:off x="3857632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A1_bar_GT_11542">
            <a:extLst>
              <a:ext uri="{FF2B5EF4-FFF2-40B4-BE49-F238E27FC236}">
                <a16:creationId xmlns:a16="http://schemas.microsoft.com/office/drawing/2014/main" id="{38BEBE6E-D451-4169-A1DC-500595ECA781}"/>
              </a:ext>
            </a:extLst>
          </p:cNvPr>
          <p:cNvSpPr>
            <a:spLocks noGrp="1"/>
          </p:cNvSpPr>
          <p:nvPr/>
        </p:nvSpPr>
        <p:spPr>
          <a:xfrm>
            <a:off x="3729485" y="5279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A1_bar_GT_11543">
            <a:extLst>
              <a:ext uri="{FF2B5EF4-FFF2-40B4-BE49-F238E27FC236}">
                <a16:creationId xmlns:a16="http://schemas.microsoft.com/office/drawing/2014/main" id="{890218D2-AA32-44F7-8A1A-60DC4891A5F9}"/>
              </a:ext>
            </a:extLst>
          </p:cNvPr>
          <p:cNvSpPr>
            <a:spLocks noGrp="1"/>
          </p:cNvSpPr>
          <p:nvPr/>
        </p:nvSpPr>
        <p:spPr>
          <a:xfrm>
            <a:off x="38483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A1_bar_GT_11544">
            <a:extLst>
              <a:ext uri="{FF2B5EF4-FFF2-40B4-BE49-F238E27FC236}">
                <a16:creationId xmlns:a16="http://schemas.microsoft.com/office/drawing/2014/main" id="{FAB1AD44-C2B2-4C4F-8C11-11ABC554C392}"/>
              </a:ext>
            </a:extLst>
          </p:cNvPr>
          <p:cNvSpPr>
            <a:spLocks noGrp="1"/>
          </p:cNvSpPr>
          <p:nvPr/>
        </p:nvSpPr>
        <p:spPr>
          <a:xfrm>
            <a:off x="3932190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A1_bar_GT_11545">
            <a:extLst>
              <a:ext uri="{FF2B5EF4-FFF2-40B4-BE49-F238E27FC236}">
                <a16:creationId xmlns:a16="http://schemas.microsoft.com/office/drawing/2014/main" id="{DC6F431D-EA52-41B3-968A-E11AE6C081C8}"/>
              </a:ext>
            </a:extLst>
          </p:cNvPr>
          <p:cNvSpPr>
            <a:spLocks noGrp="1"/>
          </p:cNvSpPr>
          <p:nvPr/>
        </p:nvSpPr>
        <p:spPr>
          <a:xfrm>
            <a:off x="385895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A1_bar_GT_11546">
            <a:extLst>
              <a:ext uri="{FF2B5EF4-FFF2-40B4-BE49-F238E27FC236}">
                <a16:creationId xmlns:a16="http://schemas.microsoft.com/office/drawing/2014/main" id="{7BFBF1FF-3732-424A-96FD-026C58F43BF1}"/>
              </a:ext>
            </a:extLst>
          </p:cNvPr>
          <p:cNvSpPr>
            <a:spLocks noGrp="1"/>
          </p:cNvSpPr>
          <p:nvPr/>
        </p:nvSpPr>
        <p:spPr>
          <a:xfrm>
            <a:off x="3885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A1_bar_GT_11547">
            <a:extLst>
              <a:ext uri="{FF2B5EF4-FFF2-40B4-BE49-F238E27FC236}">
                <a16:creationId xmlns:a16="http://schemas.microsoft.com/office/drawing/2014/main" id="{6C39E851-641C-4D15-B705-66917478F1BB}"/>
              </a:ext>
            </a:extLst>
          </p:cNvPr>
          <p:cNvSpPr>
            <a:spLocks noGrp="1"/>
          </p:cNvSpPr>
          <p:nvPr/>
        </p:nvSpPr>
        <p:spPr>
          <a:xfrm>
            <a:off x="3765295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A1_bar_GT_11548">
            <a:extLst>
              <a:ext uri="{FF2B5EF4-FFF2-40B4-BE49-F238E27FC236}">
                <a16:creationId xmlns:a16="http://schemas.microsoft.com/office/drawing/2014/main" id="{D2583EC7-B02E-4665-BFCB-4D9C29F22D67}"/>
              </a:ext>
            </a:extLst>
          </p:cNvPr>
          <p:cNvSpPr>
            <a:spLocks noGrp="1"/>
          </p:cNvSpPr>
          <p:nvPr/>
        </p:nvSpPr>
        <p:spPr>
          <a:xfrm>
            <a:off x="37785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A1_bar_GT_11549">
            <a:extLst>
              <a:ext uri="{FF2B5EF4-FFF2-40B4-BE49-F238E27FC236}">
                <a16:creationId xmlns:a16="http://schemas.microsoft.com/office/drawing/2014/main" id="{5CEE0596-6439-43F9-A367-224F413A5005}"/>
              </a:ext>
            </a:extLst>
          </p:cNvPr>
          <p:cNvSpPr>
            <a:spLocks noGrp="1"/>
          </p:cNvSpPr>
          <p:nvPr/>
        </p:nvSpPr>
        <p:spPr>
          <a:xfrm>
            <a:off x="387527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A1_bar_GT_11550">
            <a:extLst>
              <a:ext uri="{FF2B5EF4-FFF2-40B4-BE49-F238E27FC236}">
                <a16:creationId xmlns:a16="http://schemas.microsoft.com/office/drawing/2014/main" id="{A4FABB15-5C41-4E0D-B9AA-965B7305980C}"/>
              </a:ext>
            </a:extLst>
          </p:cNvPr>
          <p:cNvSpPr>
            <a:spLocks noGrp="1"/>
          </p:cNvSpPr>
          <p:nvPr/>
        </p:nvSpPr>
        <p:spPr>
          <a:xfrm>
            <a:off x="3727814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A1_bar_GT_11551">
            <a:extLst>
              <a:ext uri="{FF2B5EF4-FFF2-40B4-BE49-F238E27FC236}">
                <a16:creationId xmlns:a16="http://schemas.microsoft.com/office/drawing/2014/main" id="{4C6E3430-7F9E-4175-947E-5C857EC78F2C}"/>
              </a:ext>
            </a:extLst>
          </p:cNvPr>
          <p:cNvSpPr>
            <a:spLocks noGrp="1"/>
          </p:cNvSpPr>
          <p:nvPr/>
        </p:nvSpPr>
        <p:spPr>
          <a:xfrm>
            <a:off x="38980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A1_bar_GT_11552">
            <a:extLst>
              <a:ext uri="{FF2B5EF4-FFF2-40B4-BE49-F238E27FC236}">
                <a16:creationId xmlns:a16="http://schemas.microsoft.com/office/drawing/2014/main" id="{17E73CEE-3714-48E3-A809-0ACBA4D25700}"/>
              </a:ext>
            </a:extLst>
          </p:cNvPr>
          <p:cNvSpPr>
            <a:spLocks noGrp="1"/>
          </p:cNvSpPr>
          <p:nvPr/>
        </p:nvSpPr>
        <p:spPr>
          <a:xfrm>
            <a:off x="3826430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A1_bar_GT_11553">
            <a:extLst>
              <a:ext uri="{FF2B5EF4-FFF2-40B4-BE49-F238E27FC236}">
                <a16:creationId xmlns:a16="http://schemas.microsoft.com/office/drawing/2014/main" id="{10E93C72-8F5F-49BA-A7EA-DC40E757E64E}"/>
              </a:ext>
            </a:extLst>
          </p:cNvPr>
          <p:cNvSpPr>
            <a:spLocks noGrp="1"/>
          </p:cNvSpPr>
          <p:nvPr/>
        </p:nvSpPr>
        <p:spPr>
          <a:xfrm>
            <a:off x="37307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A1_bar_GT_11554">
            <a:extLst>
              <a:ext uri="{FF2B5EF4-FFF2-40B4-BE49-F238E27FC236}">
                <a16:creationId xmlns:a16="http://schemas.microsoft.com/office/drawing/2014/main" id="{1E6F4D95-5BAB-47B7-A987-29D8CC44711B}"/>
              </a:ext>
            </a:extLst>
          </p:cNvPr>
          <p:cNvSpPr>
            <a:spLocks noGrp="1"/>
          </p:cNvSpPr>
          <p:nvPr/>
        </p:nvSpPr>
        <p:spPr>
          <a:xfrm>
            <a:off x="3800003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A1_bar_GT_11555">
            <a:extLst>
              <a:ext uri="{FF2B5EF4-FFF2-40B4-BE49-F238E27FC236}">
                <a16:creationId xmlns:a16="http://schemas.microsoft.com/office/drawing/2014/main" id="{76359644-70D9-49AD-8E35-63B3552060E5}"/>
              </a:ext>
            </a:extLst>
          </p:cNvPr>
          <p:cNvSpPr>
            <a:spLocks noGrp="1"/>
          </p:cNvSpPr>
          <p:nvPr/>
        </p:nvSpPr>
        <p:spPr>
          <a:xfrm>
            <a:off x="53457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A1_bar_GT_11556">
            <a:extLst>
              <a:ext uri="{FF2B5EF4-FFF2-40B4-BE49-F238E27FC236}">
                <a16:creationId xmlns:a16="http://schemas.microsoft.com/office/drawing/2014/main" id="{F2BF8C1E-3BF7-4734-9EF7-3CAC799BBB3A}"/>
              </a:ext>
            </a:extLst>
          </p:cNvPr>
          <p:cNvSpPr>
            <a:spLocks noGrp="1"/>
          </p:cNvSpPr>
          <p:nvPr/>
        </p:nvSpPr>
        <p:spPr>
          <a:xfrm>
            <a:off x="54386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A1_bar_GT_11557">
            <a:extLst>
              <a:ext uri="{FF2B5EF4-FFF2-40B4-BE49-F238E27FC236}">
                <a16:creationId xmlns:a16="http://schemas.microsoft.com/office/drawing/2014/main" id="{3BE3868F-BE20-4F3F-BD94-11D8AA80070E}"/>
              </a:ext>
            </a:extLst>
          </p:cNvPr>
          <p:cNvSpPr>
            <a:spLocks noGrp="1"/>
          </p:cNvSpPr>
          <p:nvPr/>
        </p:nvSpPr>
        <p:spPr>
          <a:xfrm>
            <a:off x="54585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A1_bar_GT_11558">
            <a:extLst>
              <a:ext uri="{FF2B5EF4-FFF2-40B4-BE49-F238E27FC236}">
                <a16:creationId xmlns:a16="http://schemas.microsoft.com/office/drawing/2014/main" id="{BE90486F-5959-437E-A005-9C8CD7ED5079}"/>
              </a:ext>
            </a:extLst>
          </p:cNvPr>
          <p:cNvSpPr>
            <a:spLocks noGrp="1"/>
          </p:cNvSpPr>
          <p:nvPr/>
        </p:nvSpPr>
        <p:spPr>
          <a:xfrm>
            <a:off x="5530869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A1_bar_GT_11559">
            <a:extLst>
              <a:ext uri="{FF2B5EF4-FFF2-40B4-BE49-F238E27FC236}">
                <a16:creationId xmlns:a16="http://schemas.microsoft.com/office/drawing/2014/main" id="{6D670A2D-BEB6-4370-854E-208CDB406613}"/>
              </a:ext>
            </a:extLst>
          </p:cNvPr>
          <p:cNvSpPr>
            <a:spLocks noGrp="1"/>
          </p:cNvSpPr>
          <p:nvPr/>
        </p:nvSpPr>
        <p:spPr>
          <a:xfrm>
            <a:off x="5278588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A1_bar_GT_11560">
            <a:extLst>
              <a:ext uri="{FF2B5EF4-FFF2-40B4-BE49-F238E27FC236}">
                <a16:creationId xmlns:a16="http://schemas.microsoft.com/office/drawing/2014/main" id="{2E0A4026-00BC-40B0-8526-DE987036DEF8}"/>
              </a:ext>
            </a:extLst>
          </p:cNvPr>
          <p:cNvSpPr>
            <a:spLocks noGrp="1"/>
          </p:cNvSpPr>
          <p:nvPr/>
        </p:nvSpPr>
        <p:spPr>
          <a:xfrm>
            <a:off x="53335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A1_bar_GT_11561">
            <a:extLst>
              <a:ext uri="{FF2B5EF4-FFF2-40B4-BE49-F238E27FC236}">
                <a16:creationId xmlns:a16="http://schemas.microsoft.com/office/drawing/2014/main" id="{9EA67EA3-8223-4692-8237-5E5AC1216D77}"/>
              </a:ext>
            </a:extLst>
          </p:cNvPr>
          <p:cNvSpPr>
            <a:spLocks noGrp="1"/>
          </p:cNvSpPr>
          <p:nvPr/>
        </p:nvSpPr>
        <p:spPr>
          <a:xfrm>
            <a:off x="53087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A1_bar_GT_11562">
            <a:extLst>
              <a:ext uri="{FF2B5EF4-FFF2-40B4-BE49-F238E27FC236}">
                <a16:creationId xmlns:a16="http://schemas.microsoft.com/office/drawing/2014/main" id="{739375A5-4962-48BF-844A-06E2FF6FD902}"/>
              </a:ext>
            </a:extLst>
          </p:cNvPr>
          <p:cNvSpPr>
            <a:spLocks noGrp="1"/>
          </p:cNvSpPr>
          <p:nvPr/>
        </p:nvSpPr>
        <p:spPr>
          <a:xfrm>
            <a:off x="54173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A1_bar_GT_11563">
            <a:extLst>
              <a:ext uri="{FF2B5EF4-FFF2-40B4-BE49-F238E27FC236}">
                <a16:creationId xmlns:a16="http://schemas.microsoft.com/office/drawing/2014/main" id="{A9E99551-221D-4584-BC7B-8172A0BE9915}"/>
              </a:ext>
            </a:extLst>
          </p:cNvPr>
          <p:cNvSpPr>
            <a:spLocks noGrp="1"/>
          </p:cNvSpPr>
          <p:nvPr/>
        </p:nvSpPr>
        <p:spPr>
          <a:xfrm>
            <a:off x="5407602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A1_bar_GT_11564">
            <a:extLst>
              <a:ext uri="{FF2B5EF4-FFF2-40B4-BE49-F238E27FC236}">
                <a16:creationId xmlns:a16="http://schemas.microsoft.com/office/drawing/2014/main" id="{1C05ECEF-EFA4-4B89-A78E-898130964371}"/>
              </a:ext>
            </a:extLst>
          </p:cNvPr>
          <p:cNvSpPr>
            <a:spLocks noGrp="1"/>
          </p:cNvSpPr>
          <p:nvPr/>
        </p:nvSpPr>
        <p:spPr>
          <a:xfrm>
            <a:off x="54693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A1_bar_GT_11565">
            <a:extLst>
              <a:ext uri="{FF2B5EF4-FFF2-40B4-BE49-F238E27FC236}">
                <a16:creationId xmlns:a16="http://schemas.microsoft.com/office/drawing/2014/main" id="{F3DF2FFA-90C2-4999-A021-D2FA7F1965A4}"/>
              </a:ext>
            </a:extLst>
          </p:cNvPr>
          <p:cNvSpPr>
            <a:spLocks noGrp="1"/>
          </p:cNvSpPr>
          <p:nvPr/>
        </p:nvSpPr>
        <p:spPr>
          <a:xfrm>
            <a:off x="5492179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A1_bar_GT_11566">
            <a:extLst>
              <a:ext uri="{FF2B5EF4-FFF2-40B4-BE49-F238E27FC236}">
                <a16:creationId xmlns:a16="http://schemas.microsoft.com/office/drawing/2014/main" id="{D3B0580A-7D09-41DC-8BBF-65793BE23EE0}"/>
              </a:ext>
            </a:extLst>
          </p:cNvPr>
          <p:cNvSpPr>
            <a:spLocks noGrp="1"/>
          </p:cNvSpPr>
          <p:nvPr/>
        </p:nvSpPr>
        <p:spPr>
          <a:xfrm>
            <a:off x="5513412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A1_bar_GT_11567">
            <a:extLst>
              <a:ext uri="{FF2B5EF4-FFF2-40B4-BE49-F238E27FC236}">
                <a16:creationId xmlns:a16="http://schemas.microsoft.com/office/drawing/2014/main" id="{9185923E-B1F0-422D-A72D-8BA670F94D96}"/>
              </a:ext>
            </a:extLst>
          </p:cNvPr>
          <p:cNvSpPr>
            <a:spLocks noGrp="1"/>
          </p:cNvSpPr>
          <p:nvPr/>
        </p:nvSpPr>
        <p:spPr>
          <a:xfrm>
            <a:off x="538392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A1_bar_GT_11568">
            <a:extLst>
              <a:ext uri="{FF2B5EF4-FFF2-40B4-BE49-F238E27FC236}">
                <a16:creationId xmlns:a16="http://schemas.microsoft.com/office/drawing/2014/main" id="{08FC1CA9-9E5F-49F1-A969-4D4FCD5B9E23}"/>
              </a:ext>
            </a:extLst>
          </p:cNvPr>
          <p:cNvSpPr>
            <a:spLocks noGrp="1"/>
          </p:cNvSpPr>
          <p:nvPr/>
        </p:nvSpPr>
        <p:spPr>
          <a:xfrm>
            <a:off x="547889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A1_bar_GT_11569">
            <a:extLst>
              <a:ext uri="{FF2B5EF4-FFF2-40B4-BE49-F238E27FC236}">
                <a16:creationId xmlns:a16="http://schemas.microsoft.com/office/drawing/2014/main" id="{0763B632-8AC0-42AD-AB70-76CF2F0E26CC}"/>
              </a:ext>
            </a:extLst>
          </p:cNvPr>
          <p:cNvSpPr>
            <a:spLocks noGrp="1"/>
          </p:cNvSpPr>
          <p:nvPr/>
        </p:nvSpPr>
        <p:spPr>
          <a:xfrm>
            <a:off x="55168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A1_bar_GT_11570">
            <a:extLst>
              <a:ext uri="{FF2B5EF4-FFF2-40B4-BE49-F238E27FC236}">
                <a16:creationId xmlns:a16="http://schemas.microsoft.com/office/drawing/2014/main" id="{D81B35C2-45F3-4C35-8338-B30508F6E9F5}"/>
              </a:ext>
            </a:extLst>
          </p:cNvPr>
          <p:cNvSpPr>
            <a:spLocks noGrp="1"/>
          </p:cNvSpPr>
          <p:nvPr/>
        </p:nvSpPr>
        <p:spPr>
          <a:xfrm>
            <a:off x="54260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A1_bar_GT_11571">
            <a:extLst>
              <a:ext uri="{FF2B5EF4-FFF2-40B4-BE49-F238E27FC236}">
                <a16:creationId xmlns:a16="http://schemas.microsoft.com/office/drawing/2014/main" id="{B7DBF050-1DAE-4DB8-9054-8ADCED2BA491}"/>
              </a:ext>
            </a:extLst>
          </p:cNvPr>
          <p:cNvSpPr>
            <a:spLocks noGrp="1"/>
          </p:cNvSpPr>
          <p:nvPr/>
        </p:nvSpPr>
        <p:spPr>
          <a:xfrm>
            <a:off x="54035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A1_bar_GT_11572">
            <a:extLst>
              <a:ext uri="{FF2B5EF4-FFF2-40B4-BE49-F238E27FC236}">
                <a16:creationId xmlns:a16="http://schemas.microsoft.com/office/drawing/2014/main" id="{D58B4602-F976-4D72-82FF-624963FF264E}"/>
              </a:ext>
            </a:extLst>
          </p:cNvPr>
          <p:cNvSpPr>
            <a:spLocks noGrp="1"/>
          </p:cNvSpPr>
          <p:nvPr/>
        </p:nvSpPr>
        <p:spPr>
          <a:xfrm>
            <a:off x="532580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A1_bar_GT_11573">
            <a:extLst>
              <a:ext uri="{FF2B5EF4-FFF2-40B4-BE49-F238E27FC236}">
                <a16:creationId xmlns:a16="http://schemas.microsoft.com/office/drawing/2014/main" id="{E3967301-0435-422E-8D86-44B9CA576C49}"/>
              </a:ext>
            </a:extLst>
          </p:cNvPr>
          <p:cNvSpPr>
            <a:spLocks noGrp="1"/>
          </p:cNvSpPr>
          <p:nvPr/>
        </p:nvSpPr>
        <p:spPr>
          <a:xfrm>
            <a:off x="5324325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A1_bar_GT_11574">
            <a:extLst>
              <a:ext uri="{FF2B5EF4-FFF2-40B4-BE49-F238E27FC236}">
                <a16:creationId xmlns:a16="http://schemas.microsoft.com/office/drawing/2014/main" id="{9230AF5F-6D21-4EB2-B254-F930023966D9}"/>
              </a:ext>
            </a:extLst>
          </p:cNvPr>
          <p:cNvSpPr>
            <a:spLocks noGrp="1"/>
          </p:cNvSpPr>
          <p:nvPr/>
        </p:nvSpPr>
        <p:spPr>
          <a:xfrm>
            <a:off x="54183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A1_bar_GT_11575">
            <a:extLst>
              <a:ext uri="{FF2B5EF4-FFF2-40B4-BE49-F238E27FC236}">
                <a16:creationId xmlns:a16="http://schemas.microsoft.com/office/drawing/2014/main" id="{B9D6BBCC-7783-43FA-BB6F-EFE0CCD2F3CF}"/>
              </a:ext>
            </a:extLst>
          </p:cNvPr>
          <p:cNvSpPr>
            <a:spLocks noGrp="1"/>
          </p:cNvSpPr>
          <p:nvPr/>
        </p:nvSpPr>
        <p:spPr>
          <a:xfrm>
            <a:off x="5496930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A1_bar_GT_11576">
            <a:extLst>
              <a:ext uri="{FF2B5EF4-FFF2-40B4-BE49-F238E27FC236}">
                <a16:creationId xmlns:a16="http://schemas.microsoft.com/office/drawing/2014/main" id="{70B09931-B0BB-446C-9EE7-46A9DFF8CE09}"/>
              </a:ext>
            </a:extLst>
          </p:cNvPr>
          <p:cNvSpPr>
            <a:spLocks noGrp="1"/>
          </p:cNvSpPr>
          <p:nvPr/>
        </p:nvSpPr>
        <p:spPr>
          <a:xfrm>
            <a:off x="54795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A1_bar_GT_11577">
            <a:extLst>
              <a:ext uri="{FF2B5EF4-FFF2-40B4-BE49-F238E27FC236}">
                <a16:creationId xmlns:a16="http://schemas.microsoft.com/office/drawing/2014/main" id="{BBAB1C86-15E5-46A3-BCDE-DA01F59A16F7}"/>
              </a:ext>
            </a:extLst>
          </p:cNvPr>
          <p:cNvSpPr>
            <a:spLocks noGrp="1"/>
          </p:cNvSpPr>
          <p:nvPr/>
        </p:nvSpPr>
        <p:spPr>
          <a:xfrm>
            <a:off x="5432063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A1_bar_GT_11578">
            <a:extLst>
              <a:ext uri="{FF2B5EF4-FFF2-40B4-BE49-F238E27FC236}">
                <a16:creationId xmlns:a16="http://schemas.microsoft.com/office/drawing/2014/main" id="{B629830C-0464-421C-8614-F2BE4E574911}"/>
              </a:ext>
            </a:extLst>
          </p:cNvPr>
          <p:cNvSpPr>
            <a:spLocks noGrp="1"/>
          </p:cNvSpPr>
          <p:nvPr/>
        </p:nvSpPr>
        <p:spPr>
          <a:xfrm>
            <a:off x="5393157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A1_bar_GT_11579">
            <a:extLst>
              <a:ext uri="{FF2B5EF4-FFF2-40B4-BE49-F238E27FC236}">
                <a16:creationId xmlns:a16="http://schemas.microsoft.com/office/drawing/2014/main" id="{DE2D8063-E921-49BA-B2A1-E5B3A54D2019}"/>
              </a:ext>
            </a:extLst>
          </p:cNvPr>
          <p:cNvSpPr>
            <a:spLocks noGrp="1"/>
          </p:cNvSpPr>
          <p:nvPr/>
        </p:nvSpPr>
        <p:spPr>
          <a:xfrm>
            <a:off x="54724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A1_bar_GT_11580">
            <a:extLst>
              <a:ext uri="{FF2B5EF4-FFF2-40B4-BE49-F238E27FC236}">
                <a16:creationId xmlns:a16="http://schemas.microsoft.com/office/drawing/2014/main" id="{74988ED9-40CE-4E48-8F63-B02A5C09A3BC}"/>
              </a:ext>
            </a:extLst>
          </p:cNvPr>
          <p:cNvSpPr>
            <a:spLocks noGrp="1"/>
          </p:cNvSpPr>
          <p:nvPr/>
        </p:nvSpPr>
        <p:spPr>
          <a:xfrm>
            <a:off x="550894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A1_bar_GT_11581">
            <a:extLst>
              <a:ext uri="{FF2B5EF4-FFF2-40B4-BE49-F238E27FC236}">
                <a16:creationId xmlns:a16="http://schemas.microsoft.com/office/drawing/2014/main" id="{8C1F40C9-9E11-4F9B-BC37-BE4AFC9F832E}"/>
              </a:ext>
            </a:extLst>
          </p:cNvPr>
          <p:cNvSpPr>
            <a:spLocks noGrp="1"/>
          </p:cNvSpPr>
          <p:nvPr/>
        </p:nvSpPr>
        <p:spPr>
          <a:xfrm>
            <a:off x="5395008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A1_bar_GT_11582">
            <a:extLst>
              <a:ext uri="{FF2B5EF4-FFF2-40B4-BE49-F238E27FC236}">
                <a16:creationId xmlns:a16="http://schemas.microsoft.com/office/drawing/2014/main" id="{4E6FF2C6-3F20-4CA2-A406-D3A047D38317}"/>
              </a:ext>
            </a:extLst>
          </p:cNvPr>
          <p:cNvSpPr>
            <a:spLocks noGrp="1"/>
          </p:cNvSpPr>
          <p:nvPr/>
        </p:nvSpPr>
        <p:spPr>
          <a:xfrm>
            <a:off x="5341546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A1_bar_GT_11583">
            <a:extLst>
              <a:ext uri="{FF2B5EF4-FFF2-40B4-BE49-F238E27FC236}">
                <a16:creationId xmlns:a16="http://schemas.microsoft.com/office/drawing/2014/main" id="{EB3005E4-8E0C-47C4-BB3E-C0537CE5499D}"/>
              </a:ext>
            </a:extLst>
          </p:cNvPr>
          <p:cNvSpPr>
            <a:spLocks noGrp="1"/>
          </p:cNvSpPr>
          <p:nvPr/>
        </p:nvSpPr>
        <p:spPr>
          <a:xfrm>
            <a:off x="5473106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A1_bar_GT_11584">
            <a:extLst>
              <a:ext uri="{FF2B5EF4-FFF2-40B4-BE49-F238E27FC236}">
                <a16:creationId xmlns:a16="http://schemas.microsoft.com/office/drawing/2014/main" id="{3310E58F-9EEA-472E-B105-ECF8B57BDD16}"/>
              </a:ext>
            </a:extLst>
          </p:cNvPr>
          <p:cNvSpPr>
            <a:spLocks noGrp="1"/>
          </p:cNvSpPr>
          <p:nvPr/>
        </p:nvSpPr>
        <p:spPr>
          <a:xfrm>
            <a:off x="549691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A1_bar_GT_11585">
            <a:extLst>
              <a:ext uri="{FF2B5EF4-FFF2-40B4-BE49-F238E27FC236}">
                <a16:creationId xmlns:a16="http://schemas.microsoft.com/office/drawing/2014/main" id="{38BB91ED-07D1-46C2-BC1B-4529571DC35B}"/>
              </a:ext>
            </a:extLst>
          </p:cNvPr>
          <p:cNvSpPr>
            <a:spLocks noGrp="1"/>
          </p:cNvSpPr>
          <p:nvPr/>
        </p:nvSpPr>
        <p:spPr>
          <a:xfrm>
            <a:off x="53627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A1_bar_GT_11586">
            <a:extLst>
              <a:ext uri="{FF2B5EF4-FFF2-40B4-BE49-F238E27FC236}">
                <a16:creationId xmlns:a16="http://schemas.microsoft.com/office/drawing/2014/main" id="{10B6E24C-F851-48E0-B76B-CFF5A20DE70E}"/>
              </a:ext>
            </a:extLst>
          </p:cNvPr>
          <p:cNvSpPr>
            <a:spLocks noGrp="1"/>
          </p:cNvSpPr>
          <p:nvPr/>
        </p:nvSpPr>
        <p:spPr>
          <a:xfrm>
            <a:off x="5428340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A1_bar_GT_11587">
            <a:extLst>
              <a:ext uri="{FF2B5EF4-FFF2-40B4-BE49-F238E27FC236}">
                <a16:creationId xmlns:a16="http://schemas.microsoft.com/office/drawing/2014/main" id="{0EEBEF62-4A3A-43C8-96B2-0C7D38345EEA}"/>
              </a:ext>
            </a:extLst>
          </p:cNvPr>
          <p:cNvSpPr>
            <a:spLocks noGrp="1"/>
          </p:cNvSpPr>
          <p:nvPr/>
        </p:nvSpPr>
        <p:spPr>
          <a:xfrm>
            <a:off x="541829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A1_bar_GT_11588">
            <a:extLst>
              <a:ext uri="{FF2B5EF4-FFF2-40B4-BE49-F238E27FC236}">
                <a16:creationId xmlns:a16="http://schemas.microsoft.com/office/drawing/2014/main" id="{B6B14583-4B3C-46CE-BA17-CA536E021450}"/>
              </a:ext>
            </a:extLst>
          </p:cNvPr>
          <p:cNvSpPr>
            <a:spLocks noGrp="1"/>
          </p:cNvSpPr>
          <p:nvPr/>
        </p:nvSpPr>
        <p:spPr>
          <a:xfrm>
            <a:off x="545981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A1_bar_GT_11589">
            <a:extLst>
              <a:ext uri="{FF2B5EF4-FFF2-40B4-BE49-F238E27FC236}">
                <a16:creationId xmlns:a16="http://schemas.microsoft.com/office/drawing/2014/main" id="{3A403613-99A9-4440-9404-97B4A03C390D}"/>
              </a:ext>
            </a:extLst>
          </p:cNvPr>
          <p:cNvSpPr>
            <a:spLocks noGrp="1"/>
          </p:cNvSpPr>
          <p:nvPr/>
        </p:nvSpPr>
        <p:spPr>
          <a:xfrm>
            <a:off x="53692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A1_bar_GT_11590">
            <a:extLst>
              <a:ext uri="{FF2B5EF4-FFF2-40B4-BE49-F238E27FC236}">
                <a16:creationId xmlns:a16="http://schemas.microsoft.com/office/drawing/2014/main" id="{5D26DC75-493E-4D5A-97BD-D9AD0F488F42}"/>
              </a:ext>
            </a:extLst>
          </p:cNvPr>
          <p:cNvSpPr>
            <a:spLocks noGrp="1"/>
          </p:cNvSpPr>
          <p:nvPr/>
        </p:nvSpPr>
        <p:spPr>
          <a:xfrm>
            <a:off x="55099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A1_bar_GT_11591">
            <a:extLst>
              <a:ext uri="{FF2B5EF4-FFF2-40B4-BE49-F238E27FC236}">
                <a16:creationId xmlns:a16="http://schemas.microsoft.com/office/drawing/2014/main" id="{13719D8E-D429-4810-99E6-7969A4154823}"/>
              </a:ext>
            </a:extLst>
          </p:cNvPr>
          <p:cNvSpPr>
            <a:spLocks noGrp="1"/>
          </p:cNvSpPr>
          <p:nvPr/>
        </p:nvSpPr>
        <p:spPr>
          <a:xfrm>
            <a:off x="53723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A1_bar_GT_11592">
            <a:extLst>
              <a:ext uri="{FF2B5EF4-FFF2-40B4-BE49-F238E27FC236}">
                <a16:creationId xmlns:a16="http://schemas.microsoft.com/office/drawing/2014/main" id="{300D0B3E-037F-4805-BFBE-C2BEF831B27E}"/>
              </a:ext>
            </a:extLst>
          </p:cNvPr>
          <p:cNvSpPr>
            <a:spLocks noGrp="1"/>
          </p:cNvSpPr>
          <p:nvPr/>
        </p:nvSpPr>
        <p:spPr>
          <a:xfrm>
            <a:off x="5415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A1_bar_GT_11593">
            <a:extLst>
              <a:ext uri="{FF2B5EF4-FFF2-40B4-BE49-F238E27FC236}">
                <a16:creationId xmlns:a16="http://schemas.microsoft.com/office/drawing/2014/main" id="{68F49E88-B89C-49D5-AA95-5BC5D4BB3E7E}"/>
              </a:ext>
            </a:extLst>
          </p:cNvPr>
          <p:cNvSpPr>
            <a:spLocks noGrp="1"/>
          </p:cNvSpPr>
          <p:nvPr/>
        </p:nvSpPr>
        <p:spPr>
          <a:xfrm>
            <a:off x="532322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A1_bar_GT_11594">
            <a:extLst>
              <a:ext uri="{FF2B5EF4-FFF2-40B4-BE49-F238E27FC236}">
                <a16:creationId xmlns:a16="http://schemas.microsoft.com/office/drawing/2014/main" id="{01A9FB8D-66B5-400A-8FC2-8DFBA37957CA}"/>
              </a:ext>
            </a:extLst>
          </p:cNvPr>
          <p:cNvSpPr>
            <a:spLocks noGrp="1"/>
          </p:cNvSpPr>
          <p:nvPr/>
        </p:nvSpPr>
        <p:spPr>
          <a:xfrm>
            <a:off x="5345186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A1_bar_GT_11595">
            <a:extLst>
              <a:ext uri="{FF2B5EF4-FFF2-40B4-BE49-F238E27FC236}">
                <a16:creationId xmlns:a16="http://schemas.microsoft.com/office/drawing/2014/main" id="{5F515D64-56C3-4144-A46F-54FBF8BCAF4B}"/>
              </a:ext>
            </a:extLst>
          </p:cNvPr>
          <p:cNvSpPr>
            <a:spLocks noGrp="1"/>
          </p:cNvSpPr>
          <p:nvPr/>
        </p:nvSpPr>
        <p:spPr>
          <a:xfrm>
            <a:off x="54370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A1_bar_GT_11596">
            <a:extLst>
              <a:ext uri="{FF2B5EF4-FFF2-40B4-BE49-F238E27FC236}">
                <a16:creationId xmlns:a16="http://schemas.microsoft.com/office/drawing/2014/main" id="{69BA197A-C915-4FBB-9FC0-6BB5FFA47BB6}"/>
              </a:ext>
            </a:extLst>
          </p:cNvPr>
          <p:cNvSpPr>
            <a:spLocks noGrp="1"/>
          </p:cNvSpPr>
          <p:nvPr/>
        </p:nvSpPr>
        <p:spPr>
          <a:xfrm>
            <a:off x="550453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A1_bar_GT_11597">
            <a:extLst>
              <a:ext uri="{FF2B5EF4-FFF2-40B4-BE49-F238E27FC236}">
                <a16:creationId xmlns:a16="http://schemas.microsoft.com/office/drawing/2014/main" id="{5A712348-73EA-4D0A-A4B3-B0C036EB9011}"/>
              </a:ext>
            </a:extLst>
          </p:cNvPr>
          <p:cNvSpPr>
            <a:spLocks noGrp="1"/>
          </p:cNvSpPr>
          <p:nvPr/>
        </p:nvSpPr>
        <p:spPr>
          <a:xfrm>
            <a:off x="5496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A1_bar_GT_11598">
            <a:extLst>
              <a:ext uri="{FF2B5EF4-FFF2-40B4-BE49-F238E27FC236}">
                <a16:creationId xmlns:a16="http://schemas.microsoft.com/office/drawing/2014/main" id="{E1404614-B318-4FDA-AADE-E6FDD0249CAB}"/>
              </a:ext>
            </a:extLst>
          </p:cNvPr>
          <p:cNvSpPr>
            <a:spLocks noGrp="1"/>
          </p:cNvSpPr>
          <p:nvPr/>
        </p:nvSpPr>
        <p:spPr>
          <a:xfrm>
            <a:off x="5496614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A1_bar_GT_11599">
            <a:extLst>
              <a:ext uri="{FF2B5EF4-FFF2-40B4-BE49-F238E27FC236}">
                <a16:creationId xmlns:a16="http://schemas.microsoft.com/office/drawing/2014/main" id="{FEFF239C-10A8-4B6A-9EC9-BB64D42FCCD7}"/>
              </a:ext>
            </a:extLst>
          </p:cNvPr>
          <p:cNvSpPr>
            <a:spLocks noGrp="1"/>
          </p:cNvSpPr>
          <p:nvPr/>
        </p:nvSpPr>
        <p:spPr>
          <a:xfrm>
            <a:off x="54165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A1_bar_GT_11600">
            <a:extLst>
              <a:ext uri="{FF2B5EF4-FFF2-40B4-BE49-F238E27FC236}">
                <a16:creationId xmlns:a16="http://schemas.microsoft.com/office/drawing/2014/main" id="{139E5D5E-B322-44C8-856E-974108CF6061}"/>
              </a:ext>
            </a:extLst>
          </p:cNvPr>
          <p:cNvSpPr>
            <a:spLocks noGrp="1"/>
          </p:cNvSpPr>
          <p:nvPr/>
        </p:nvSpPr>
        <p:spPr>
          <a:xfrm>
            <a:off x="541217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A1_bar_GT_11601">
            <a:extLst>
              <a:ext uri="{FF2B5EF4-FFF2-40B4-BE49-F238E27FC236}">
                <a16:creationId xmlns:a16="http://schemas.microsoft.com/office/drawing/2014/main" id="{AB4FC37C-8A5A-43D8-A965-551D53E84806}"/>
              </a:ext>
            </a:extLst>
          </p:cNvPr>
          <p:cNvSpPr>
            <a:spLocks noGrp="1"/>
          </p:cNvSpPr>
          <p:nvPr/>
        </p:nvSpPr>
        <p:spPr>
          <a:xfrm>
            <a:off x="5458617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A1_bar_GT_11602">
            <a:extLst>
              <a:ext uri="{FF2B5EF4-FFF2-40B4-BE49-F238E27FC236}">
                <a16:creationId xmlns:a16="http://schemas.microsoft.com/office/drawing/2014/main" id="{6BC3CB38-D600-424E-9DC2-1CB5B1C9B63F}"/>
              </a:ext>
            </a:extLst>
          </p:cNvPr>
          <p:cNvSpPr>
            <a:spLocks noGrp="1"/>
          </p:cNvSpPr>
          <p:nvPr/>
        </p:nvSpPr>
        <p:spPr>
          <a:xfrm>
            <a:off x="54970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A1_bar_GT_11603">
            <a:extLst>
              <a:ext uri="{FF2B5EF4-FFF2-40B4-BE49-F238E27FC236}">
                <a16:creationId xmlns:a16="http://schemas.microsoft.com/office/drawing/2014/main" id="{DFB4C359-813B-4745-B1F4-96AA655B4EDB}"/>
              </a:ext>
            </a:extLst>
          </p:cNvPr>
          <p:cNvSpPr>
            <a:spLocks noGrp="1"/>
          </p:cNvSpPr>
          <p:nvPr/>
        </p:nvSpPr>
        <p:spPr>
          <a:xfrm>
            <a:off x="54200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A1_bar_GT_11604">
            <a:extLst>
              <a:ext uri="{FF2B5EF4-FFF2-40B4-BE49-F238E27FC236}">
                <a16:creationId xmlns:a16="http://schemas.microsoft.com/office/drawing/2014/main" id="{FEF80DE3-E8C1-452C-966D-727B117E48B9}"/>
              </a:ext>
            </a:extLst>
          </p:cNvPr>
          <p:cNvSpPr>
            <a:spLocks noGrp="1"/>
          </p:cNvSpPr>
          <p:nvPr/>
        </p:nvSpPr>
        <p:spPr>
          <a:xfrm>
            <a:off x="547817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A1_bar_GT_11605">
            <a:extLst>
              <a:ext uri="{FF2B5EF4-FFF2-40B4-BE49-F238E27FC236}">
                <a16:creationId xmlns:a16="http://schemas.microsoft.com/office/drawing/2014/main" id="{EC175B45-D180-496B-8C55-D995A776C6E0}"/>
              </a:ext>
            </a:extLst>
          </p:cNvPr>
          <p:cNvSpPr>
            <a:spLocks noGrp="1"/>
          </p:cNvSpPr>
          <p:nvPr/>
        </p:nvSpPr>
        <p:spPr>
          <a:xfrm>
            <a:off x="5498524" y="52360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A1_bar_GT_11606">
            <a:extLst>
              <a:ext uri="{FF2B5EF4-FFF2-40B4-BE49-F238E27FC236}">
                <a16:creationId xmlns:a16="http://schemas.microsoft.com/office/drawing/2014/main" id="{C5181B8A-6556-4B84-9507-F647C540B326}"/>
              </a:ext>
            </a:extLst>
          </p:cNvPr>
          <p:cNvSpPr>
            <a:spLocks noGrp="1"/>
          </p:cNvSpPr>
          <p:nvPr/>
        </p:nvSpPr>
        <p:spPr>
          <a:xfrm>
            <a:off x="55003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A1_bar_GT_11607">
            <a:extLst>
              <a:ext uri="{FF2B5EF4-FFF2-40B4-BE49-F238E27FC236}">
                <a16:creationId xmlns:a16="http://schemas.microsoft.com/office/drawing/2014/main" id="{209D4B75-60D4-4B9E-AD24-42437A1C1ADF}"/>
              </a:ext>
            </a:extLst>
          </p:cNvPr>
          <p:cNvSpPr>
            <a:spLocks noGrp="1"/>
          </p:cNvSpPr>
          <p:nvPr/>
        </p:nvSpPr>
        <p:spPr>
          <a:xfrm>
            <a:off x="5432487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A1_bar_GT_11608">
            <a:extLst>
              <a:ext uri="{FF2B5EF4-FFF2-40B4-BE49-F238E27FC236}">
                <a16:creationId xmlns:a16="http://schemas.microsoft.com/office/drawing/2014/main" id="{CD7B6465-4103-4A79-A4A1-F8583A7E1C8E}"/>
              </a:ext>
            </a:extLst>
          </p:cNvPr>
          <p:cNvSpPr>
            <a:spLocks noGrp="1"/>
          </p:cNvSpPr>
          <p:nvPr/>
        </p:nvSpPr>
        <p:spPr>
          <a:xfrm>
            <a:off x="5351746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A1_bar_GT_11609">
            <a:extLst>
              <a:ext uri="{FF2B5EF4-FFF2-40B4-BE49-F238E27FC236}">
                <a16:creationId xmlns:a16="http://schemas.microsoft.com/office/drawing/2014/main" id="{C5CC2D28-A00A-4FD2-AD1D-9B3631DAB66C}"/>
              </a:ext>
            </a:extLst>
          </p:cNvPr>
          <p:cNvSpPr>
            <a:spLocks noGrp="1"/>
          </p:cNvSpPr>
          <p:nvPr/>
        </p:nvSpPr>
        <p:spPr>
          <a:xfrm>
            <a:off x="53144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A1_bar_GT_11610">
            <a:extLst>
              <a:ext uri="{FF2B5EF4-FFF2-40B4-BE49-F238E27FC236}">
                <a16:creationId xmlns:a16="http://schemas.microsoft.com/office/drawing/2014/main" id="{60604E64-B446-488F-B4D5-AB6A317B946E}"/>
              </a:ext>
            </a:extLst>
          </p:cNvPr>
          <p:cNvSpPr>
            <a:spLocks noGrp="1"/>
          </p:cNvSpPr>
          <p:nvPr/>
        </p:nvSpPr>
        <p:spPr>
          <a:xfrm>
            <a:off x="5389695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A1_bar_GT_11611">
            <a:extLst>
              <a:ext uri="{FF2B5EF4-FFF2-40B4-BE49-F238E27FC236}">
                <a16:creationId xmlns:a16="http://schemas.microsoft.com/office/drawing/2014/main" id="{A076D6FD-0B8E-4035-850E-0646889B8BD1}"/>
              </a:ext>
            </a:extLst>
          </p:cNvPr>
          <p:cNvSpPr>
            <a:spLocks noGrp="1"/>
          </p:cNvSpPr>
          <p:nvPr/>
        </p:nvSpPr>
        <p:spPr>
          <a:xfrm>
            <a:off x="549180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A1_bar_GT_11612">
            <a:extLst>
              <a:ext uri="{FF2B5EF4-FFF2-40B4-BE49-F238E27FC236}">
                <a16:creationId xmlns:a16="http://schemas.microsoft.com/office/drawing/2014/main" id="{25D8DE6A-47E6-4048-B54E-A195BAB55A49}"/>
              </a:ext>
            </a:extLst>
          </p:cNvPr>
          <p:cNvSpPr>
            <a:spLocks noGrp="1"/>
          </p:cNvSpPr>
          <p:nvPr/>
        </p:nvSpPr>
        <p:spPr>
          <a:xfrm>
            <a:off x="541875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A1_bar_GT_11613">
            <a:extLst>
              <a:ext uri="{FF2B5EF4-FFF2-40B4-BE49-F238E27FC236}">
                <a16:creationId xmlns:a16="http://schemas.microsoft.com/office/drawing/2014/main" id="{8EA679C7-6042-4F09-980E-A25878691415}"/>
              </a:ext>
            </a:extLst>
          </p:cNvPr>
          <p:cNvSpPr>
            <a:spLocks noGrp="1"/>
          </p:cNvSpPr>
          <p:nvPr/>
        </p:nvSpPr>
        <p:spPr>
          <a:xfrm>
            <a:off x="5344832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A1_bar_GT_11614">
            <a:extLst>
              <a:ext uri="{FF2B5EF4-FFF2-40B4-BE49-F238E27FC236}">
                <a16:creationId xmlns:a16="http://schemas.microsoft.com/office/drawing/2014/main" id="{FB01B76B-BBA9-4E84-B1DB-DE27B4AC5DC2}"/>
              </a:ext>
            </a:extLst>
          </p:cNvPr>
          <p:cNvSpPr>
            <a:spLocks noGrp="1"/>
          </p:cNvSpPr>
          <p:nvPr/>
        </p:nvSpPr>
        <p:spPr>
          <a:xfrm>
            <a:off x="55059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A1_bar_GT_11615">
            <a:extLst>
              <a:ext uri="{FF2B5EF4-FFF2-40B4-BE49-F238E27FC236}">
                <a16:creationId xmlns:a16="http://schemas.microsoft.com/office/drawing/2014/main" id="{BE308AA6-FE90-45F5-BFC1-5C0EA28D2EB3}"/>
              </a:ext>
            </a:extLst>
          </p:cNvPr>
          <p:cNvSpPr>
            <a:spLocks noGrp="1"/>
          </p:cNvSpPr>
          <p:nvPr/>
        </p:nvSpPr>
        <p:spPr>
          <a:xfrm>
            <a:off x="538655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A1_bar_GT_11616">
            <a:extLst>
              <a:ext uri="{FF2B5EF4-FFF2-40B4-BE49-F238E27FC236}">
                <a16:creationId xmlns:a16="http://schemas.microsoft.com/office/drawing/2014/main" id="{4FCF1A78-1038-4994-B51F-9794598DD387}"/>
              </a:ext>
            </a:extLst>
          </p:cNvPr>
          <p:cNvSpPr>
            <a:spLocks noGrp="1"/>
          </p:cNvSpPr>
          <p:nvPr/>
        </p:nvSpPr>
        <p:spPr>
          <a:xfrm>
            <a:off x="53166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A1_bar_GT_11617">
            <a:extLst>
              <a:ext uri="{FF2B5EF4-FFF2-40B4-BE49-F238E27FC236}">
                <a16:creationId xmlns:a16="http://schemas.microsoft.com/office/drawing/2014/main" id="{0CA2487A-0DF4-46C1-BB08-3BD2E066C3DF}"/>
              </a:ext>
            </a:extLst>
          </p:cNvPr>
          <p:cNvSpPr>
            <a:spLocks noGrp="1"/>
          </p:cNvSpPr>
          <p:nvPr/>
        </p:nvSpPr>
        <p:spPr>
          <a:xfrm>
            <a:off x="54421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A1_bar_GT_11618">
            <a:extLst>
              <a:ext uri="{FF2B5EF4-FFF2-40B4-BE49-F238E27FC236}">
                <a16:creationId xmlns:a16="http://schemas.microsoft.com/office/drawing/2014/main" id="{04054796-1D49-41B0-9891-E0FB04858198}"/>
              </a:ext>
            </a:extLst>
          </p:cNvPr>
          <p:cNvSpPr>
            <a:spLocks noGrp="1"/>
          </p:cNvSpPr>
          <p:nvPr/>
        </p:nvSpPr>
        <p:spPr>
          <a:xfrm>
            <a:off x="54672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A1_bar_GT_11619">
            <a:extLst>
              <a:ext uri="{FF2B5EF4-FFF2-40B4-BE49-F238E27FC236}">
                <a16:creationId xmlns:a16="http://schemas.microsoft.com/office/drawing/2014/main" id="{444D7E65-FBD8-40FF-B13E-FDF726DB7D21}"/>
              </a:ext>
            </a:extLst>
          </p:cNvPr>
          <p:cNvSpPr>
            <a:spLocks noGrp="1"/>
          </p:cNvSpPr>
          <p:nvPr/>
        </p:nvSpPr>
        <p:spPr>
          <a:xfrm>
            <a:off x="54287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A1_bar_GT_11620">
            <a:extLst>
              <a:ext uri="{FF2B5EF4-FFF2-40B4-BE49-F238E27FC236}">
                <a16:creationId xmlns:a16="http://schemas.microsoft.com/office/drawing/2014/main" id="{08742652-C8F4-43C5-95AF-17F1BF048190}"/>
              </a:ext>
            </a:extLst>
          </p:cNvPr>
          <p:cNvSpPr>
            <a:spLocks noGrp="1"/>
          </p:cNvSpPr>
          <p:nvPr/>
        </p:nvSpPr>
        <p:spPr>
          <a:xfrm>
            <a:off x="5357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A1_bar_GT_11621">
            <a:extLst>
              <a:ext uri="{FF2B5EF4-FFF2-40B4-BE49-F238E27FC236}">
                <a16:creationId xmlns:a16="http://schemas.microsoft.com/office/drawing/2014/main" id="{F1593B12-B280-4E84-A76B-62EB4A207852}"/>
              </a:ext>
            </a:extLst>
          </p:cNvPr>
          <p:cNvSpPr>
            <a:spLocks noGrp="1"/>
          </p:cNvSpPr>
          <p:nvPr/>
        </p:nvSpPr>
        <p:spPr>
          <a:xfrm>
            <a:off x="5428260" y="56219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A1_bar_GT_11622">
            <a:extLst>
              <a:ext uri="{FF2B5EF4-FFF2-40B4-BE49-F238E27FC236}">
                <a16:creationId xmlns:a16="http://schemas.microsoft.com/office/drawing/2014/main" id="{610B801C-1A1B-4A8A-88B4-E6EFEED8023D}"/>
              </a:ext>
            </a:extLst>
          </p:cNvPr>
          <p:cNvSpPr>
            <a:spLocks noGrp="1"/>
          </p:cNvSpPr>
          <p:nvPr/>
        </p:nvSpPr>
        <p:spPr>
          <a:xfrm>
            <a:off x="548700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A1_bar_GT_11623">
            <a:extLst>
              <a:ext uri="{FF2B5EF4-FFF2-40B4-BE49-F238E27FC236}">
                <a16:creationId xmlns:a16="http://schemas.microsoft.com/office/drawing/2014/main" id="{E29F940A-8C95-4D80-AC16-A8F49A7C7493}"/>
              </a:ext>
            </a:extLst>
          </p:cNvPr>
          <p:cNvSpPr>
            <a:spLocks noGrp="1"/>
          </p:cNvSpPr>
          <p:nvPr/>
        </p:nvSpPr>
        <p:spPr>
          <a:xfrm>
            <a:off x="54091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A1_bar_GT_11624">
            <a:extLst>
              <a:ext uri="{FF2B5EF4-FFF2-40B4-BE49-F238E27FC236}">
                <a16:creationId xmlns:a16="http://schemas.microsoft.com/office/drawing/2014/main" id="{24470ADD-DDD5-4CE4-AF82-EAE0D2A951E6}"/>
              </a:ext>
            </a:extLst>
          </p:cNvPr>
          <p:cNvSpPr>
            <a:spLocks noGrp="1"/>
          </p:cNvSpPr>
          <p:nvPr/>
        </p:nvSpPr>
        <p:spPr>
          <a:xfrm>
            <a:off x="5430273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A1_bar_GT_11625">
            <a:extLst>
              <a:ext uri="{FF2B5EF4-FFF2-40B4-BE49-F238E27FC236}">
                <a16:creationId xmlns:a16="http://schemas.microsoft.com/office/drawing/2014/main" id="{C77BC9B2-2EE7-4606-9650-E8FA5B2C01ED}"/>
              </a:ext>
            </a:extLst>
          </p:cNvPr>
          <p:cNvSpPr>
            <a:spLocks noGrp="1"/>
          </p:cNvSpPr>
          <p:nvPr/>
        </p:nvSpPr>
        <p:spPr>
          <a:xfrm>
            <a:off x="535808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A1_bar_GT_11626">
            <a:extLst>
              <a:ext uri="{FF2B5EF4-FFF2-40B4-BE49-F238E27FC236}">
                <a16:creationId xmlns:a16="http://schemas.microsoft.com/office/drawing/2014/main" id="{EF890A65-C7BF-4921-AAF1-F48C3B20353D}"/>
              </a:ext>
            </a:extLst>
          </p:cNvPr>
          <p:cNvSpPr>
            <a:spLocks noGrp="1"/>
          </p:cNvSpPr>
          <p:nvPr/>
        </p:nvSpPr>
        <p:spPr>
          <a:xfrm>
            <a:off x="5358511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A1_bar_GT_11627">
            <a:extLst>
              <a:ext uri="{FF2B5EF4-FFF2-40B4-BE49-F238E27FC236}">
                <a16:creationId xmlns:a16="http://schemas.microsoft.com/office/drawing/2014/main" id="{F131E3E5-548F-412C-A8B5-C70CCB53CE2F}"/>
              </a:ext>
            </a:extLst>
          </p:cNvPr>
          <p:cNvSpPr>
            <a:spLocks noGrp="1"/>
          </p:cNvSpPr>
          <p:nvPr/>
        </p:nvSpPr>
        <p:spPr>
          <a:xfrm>
            <a:off x="547698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A1_bar_GT_11628">
            <a:extLst>
              <a:ext uri="{FF2B5EF4-FFF2-40B4-BE49-F238E27FC236}">
                <a16:creationId xmlns:a16="http://schemas.microsoft.com/office/drawing/2014/main" id="{9FC33109-7E60-486A-9BCE-E7099DF98BB4}"/>
              </a:ext>
            </a:extLst>
          </p:cNvPr>
          <p:cNvSpPr>
            <a:spLocks noGrp="1"/>
          </p:cNvSpPr>
          <p:nvPr/>
        </p:nvSpPr>
        <p:spPr>
          <a:xfrm>
            <a:off x="540438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A1_bar_GT_11629">
            <a:extLst>
              <a:ext uri="{FF2B5EF4-FFF2-40B4-BE49-F238E27FC236}">
                <a16:creationId xmlns:a16="http://schemas.microsoft.com/office/drawing/2014/main" id="{ABF47C6B-9BC2-445E-A892-D16C44D3E5C7}"/>
              </a:ext>
            </a:extLst>
          </p:cNvPr>
          <p:cNvSpPr>
            <a:spLocks noGrp="1"/>
          </p:cNvSpPr>
          <p:nvPr/>
        </p:nvSpPr>
        <p:spPr>
          <a:xfrm>
            <a:off x="542899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A1_bar_GT_11630">
            <a:extLst>
              <a:ext uri="{FF2B5EF4-FFF2-40B4-BE49-F238E27FC236}">
                <a16:creationId xmlns:a16="http://schemas.microsoft.com/office/drawing/2014/main" id="{33C2A71E-8B0E-4FE6-A9C8-EB674D7AF453}"/>
              </a:ext>
            </a:extLst>
          </p:cNvPr>
          <p:cNvSpPr>
            <a:spLocks noGrp="1"/>
          </p:cNvSpPr>
          <p:nvPr/>
        </p:nvSpPr>
        <p:spPr>
          <a:xfrm>
            <a:off x="540663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A1_bar_GT_11631">
            <a:extLst>
              <a:ext uri="{FF2B5EF4-FFF2-40B4-BE49-F238E27FC236}">
                <a16:creationId xmlns:a16="http://schemas.microsoft.com/office/drawing/2014/main" id="{D106C626-05F3-4768-B478-1165A96DB832}"/>
              </a:ext>
            </a:extLst>
          </p:cNvPr>
          <p:cNvSpPr>
            <a:spLocks noGrp="1"/>
          </p:cNvSpPr>
          <p:nvPr/>
        </p:nvSpPr>
        <p:spPr>
          <a:xfrm>
            <a:off x="548076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A1_bar_GT_11632">
            <a:extLst>
              <a:ext uri="{FF2B5EF4-FFF2-40B4-BE49-F238E27FC236}">
                <a16:creationId xmlns:a16="http://schemas.microsoft.com/office/drawing/2014/main" id="{486DF75A-47BC-43C9-BCC3-7BDDC0D4B06C}"/>
              </a:ext>
            </a:extLst>
          </p:cNvPr>
          <p:cNvSpPr>
            <a:spLocks noGrp="1"/>
          </p:cNvSpPr>
          <p:nvPr/>
        </p:nvSpPr>
        <p:spPr>
          <a:xfrm>
            <a:off x="53708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A1_bar_GT_11633">
            <a:extLst>
              <a:ext uri="{FF2B5EF4-FFF2-40B4-BE49-F238E27FC236}">
                <a16:creationId xmlns:a16="http://schemas.microsoft.com/office/drawing/2014/main" id="{489E5E01-E57F-4C9A-AB4A-AE615377DD43}"/>
              </a:ext>
            </a:extLst>
          </p:cNvPr>
          <p:cNvSpPr>
            <a:spLocks noGrp="1"/>
          </p:cNvSpPr>
          <p:nvPr/>
        </p:nvSpPr>
        <p:spPr>
          <a:xfrm>
            <a:off x="547554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A1_bar_GT_11634">
            <a:extLst>
              <a:ext uri="{FF2B5EF4-FFF2-40B4-BE49-F238E27FC236}">
                <a16:creationId xmlns:a16="http://schemas.microsoft.com/office/drawing/2014/main" id="{27098691-647D-4B02-888D-95BC678AB5BB}"/>
              </a:ext>
            </a:extLst>
          </p:cNvPr>
          <p:cNvSpPr>
            <a:spLocks noGrp="1"/>
          </p:cNvSpPr>
          <p:nvPr/>
        </p:nvSpPr>
        <p:spPr>
          <a:xfrm>
            <a:off x="5478542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A1_bar_GT_11635">
            <a:extLst>
              <a:ext uri="{FF2B5EF4-FFF2-40B4-BE49-F238E27FC236}">
                <a16:creationId xmlns:a16="http://schemas.microsoft.com/office/drawing/2014/main" id="{9AA5C31F-E2B2-427B-8918-EF811A0269F1}"/>
              </a:ext>
            </a:extLst>
          </p:cNvPr>
          <p:cNvSpPr>
            <a:spLocks noGrp="1"/>
          </p:cNvSpPr>
          <p:nvPr/>
        </p:nvSpPr>
        <p:spPr>
          <a:xfrm>
            <a:off x="52980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A1_bar_GT_11636">
            <a:extLst>
              <a:ext uri="{FF2B5EF4-FFF2-40B4-BE49-F238E27FC236}">
                <a16:creationId xmlns:a16="http://schemas.microsoft.com/office/drawing/2014/main" id="{9EFC6DBD-742C-4B64-9BBB-F6BD1511A29C}"/>
              </a:ext>
            </a:extLst>
          </p:cNvPr>
          <p:cNvSpPr>
            <a:spLocks noGrp="1"/>
          </p:cNvSpPr>
          <p:nvPr/>
        </p:nvSpPr>
        <p:spPr>
          <a:xfrm>
            <a:off x="53810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A1_bar_GT_11637">
            <a:extLst>
              <a:ext uri="{FF2B5EF4-FFF2-40B4-BE49-F238E27FC236}">
                <a16:creationId xmlns:a16="http://schemas.microsoft.com/office/drawing/2014/main" id="{48E0042E-6411-4C6E-ADF1-F20BEA3B499C}"/>
              </a:ext>
            </a:extLst>
          </p:cNvPr>
          <p:cNvSpPr>
            <a:spLocks noGrp="1"/>
          </p:cNvSpPr>
          <p:nvPr/>
        </p:nvSpPr>
        <p:spPr>
          <a:xfrm>
            <a:off x="5293015" y="384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A1_bar_GT_11638">
            <a:extLst>
              <a:ext uri="{FF2B5EF4-FFF2-40B4-BE49-F238E27FC236}">
                <a16:creationId xmlns:a16="http://schemas.microsoft.com/office/drawing/2014/main" id="{DB9CA2D8-B9BB-4CB9-8745-A739A910DFF9}"/>
              </a:ext>
            </a:extLst>
          </p:cNvPr>
          <p:cNvSpPr>
            <a:spLocks noGrp="1"/>
          </p:cNvSpPr>
          <p:nvPr/>
        </p:nvSpPr>
        <p:spPr>
          <a:xfrm>
            <a:off x="54726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A1_bar_GT_11639">
            <a:extLst>
              <a:ext uri="{FF2B5EF4-FFF2-40B4-BE49-F238E27FC236}">
                <a16:creationId xmlns:a16="http://schemas.microsoft.com/office/drawing/2014/main" id="{D5970CA4-D583-4517-B0AB-01D426FF2B59}"/>
              </a:ext>
            </a:extLst>
          </p:cNvPr>
          <p:cNvSpPr>
            <a:spLocks noGrp="1"/>
          </p:cNvSpPr>
          <p:nvPr/>
        </p:nvSpPr>
        <p:spPr>
          <a:xfrm>
            <a:off x="53398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A1_bar_GT_11640">
            <a:extLst>
              <a:ext uri="{FF2B5EF4-FFF2-40B4-BE49-F238E27FC236}">
                <a16:creationId xmlns:a16="http://schemas.microsoft.com/office/drawing/2014/main" id="{836FAA1F-D9B8-407D-88F4-48282E079D66}"/>
              </a:ext>
            </a:extLst>
          </p:cNvPr>
          <p:cNvSpPr>
            <a:spLocks noGrp="1"/>
          </p:cNvSpPr>
          <p:nvPr/>
        </p:nvSpPr>
        <p:spPr>
          <a:xfrm>
            <a:off x="5439791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A1_bar_GT_11641">
            <a:extLst>
              <a:ext uri="{FF2B5EF4-FFF2-40B4-BE49-F238E27FC236}">
                <a16:creationId xmlns:a16="http://schemas.microsoft.com/office/drawing/2014/main" id="{BAA1ECC9-251D-4120-886E-C6249B40FCA9}"/>
              </a:ext>
            </a:extLst>
          </p:cNvPr>
          <p:cNvSpPr>
            <a:spLocks noGrp="1"/>
          </p:cNvSpPr>
          <p:nvPr/>
        </p:nvSpPr>
        <p:spPr>
          <a:xfrm>
            <a:off x="53860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A1_bar_GT_11642">
            <a:extLst>
              <a:ext uri="{FF2B5EF4-FFF2-40B4-BE49-F238E27FC236}">
                <a16:creationId xmlns:a16="http://schemas.microsoft.com/office/drawing/2014/main" id="{1FF3FEC3-9A2D-49A6-950F-CA9CEE37A3D3}"/>
              </a:ext>
            </a:extLst>
          </p:cNvPr>
          <p:cNvSpPr>
            <a:spLocks noGrp="1"/>
          </p:cNvSpPr>
          <p:nvPr/>
        </p:nvSpPr>
        <p:spPr>
          <a:xfrm>
            <a:off x="54534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A1_bar_GT_11643">
            <a:extLst>
              <a:ext uri="{FF2B5EF4-FFF2-40B4-BE49-F238E27FC236}">
                <a16:creationId xmlns:a16="http://schemas.microsoft.com/office/drawing/2014/main" id="{0E47D184-DC8F-448B-9CCF-A05B3A790CC2}"/>
              </a:ext>
            </a:extLst>
          </p:cNvPr>
          <p:cNvSpPr>
            <a:spLocks noGrp="1"/>
          </p:cNvSpPr>
          <p:nvPr/>
        </p:nvSpPr>
        <p:spPr>
          <a:xfrm>
            <a:off x="52947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A1_bar_GT_11644">
            <a:extLst>
              <a:ext uri="{FF2B5EF4-FFF2-40B4-BE49-F238E27FC236}">
                <a16:creationId xmlns:a16="http://schemas.microsoft.com/office/drawing/2014/main" id="{CB0EED9A-AD61-4663-99FC-3F27A4CC0082}"/>
              </a:ext>
            </a:extLst>
          </p:cNvPr>
          <p:cNvSpPr>
            <a:spLocks noGrp="1"/>
          </p:cNvSpPr>
          <p:nvPr/>
        </p:nvSpPr>
        <p:spPr>
          <a:xfrm>
            <a:off x="55145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A1_bar_GT_11645">
            <a:extLst>
              <a:ext uri="{FF2B5EF4-FFF2-40B4-BE49-F238E27FC236}">
                <a16:creationId xmlns:a16="http://schemas.microsoft.com/office/drawing/2014/main" id="{F2F3B4B0-5A7A-4B24-81F3-67B1E4E21871}"/>
              </a:ext>
            </a:extLst>
          </p:cNvPr>
          <p:cNvSpPr>
            <a:spLocks noGrp="1"/>
          </p:cNvSpPr>
          <p:nvPr/>
        </p:nvSpPr>
        <p:spPr>
          <a:xfrm>
            <a:off x="5411020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A1_bar_GT_11646">
            <a:extLst>
              <a:ext uri="{FF2B5EF4-FFF2-40B4-BE49-F238E27FC236}">
                <a16:creationId xmlns:a16="http://schemas.microsoft.com/office/drawing/2014/main" id="{C7F44213-E64F-4CFB-9A25-E0EB4A8C8E12}"/>
              </a:ext>
            </a:extLst>
          </p:cNvPr>
          <p:cNvSpPr>
            <a:spLocks noGrp="1"/>
          </p:cNvSpPr>
          <p:nvPr/>
        </p:nvSpPr>
        <p:spPr>
          <a:xfrm>
            <a:off x="538283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A1_bar_GT_11647">
            <a:extLst>
              <a:ext uri="{FF2B5EF4-FFF2-40B4-BE49-F238E27FC236}">
                <a16:creationId xmlns:a16="http://schemas.microsoft.com/office/drawing/2014/main" id="{FFB42A8E-2A8B-4FA2-B25C-66D4243A4D28}"/>
              </a:ext>
            </a:extLst>
          </p:cNvPr>
          <p:cNvSpPr>
            <a:spLocks noGrp="1"/>
          </p:cNvSpPr>
          <p:nvPr/>
        </p:nvSpPr>
        <p:spPr>
          <a:xfrm>
            <a:off x="54909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A1_bar_GT_11648">
            <a:extLst>
              <a:ext uri="{FF2B5EF4-FFF2-40B4-BE49-F238E27FC236}">
                <a16:creationId xmlns:a16="http://schemas.microsoft.com/office/drawing/2014/main" id="{33728DC2-C7C4-4A99-B6BB-34BEE2D13046}"/>
              </a:ext>
            </a:extLst>
          </p:cNvPr>
          <p:cNvSpPr>
            <a:spLocks noGrp="1"/>
          </p:cNvSpPr>
          <p:nvPr/>
        </p:nvSpPr>
        <p:spPr>
          <a:xfrm>
            <a:off x="550070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A1_bar_GT_11649">
            <a:extLst>
              <a:ext uri="{FF2B5EF4-FFF2-40B4-BE49-F238E27FC236}">
                <a16:creationId xmlns:a16="http://schemas.microsoft.com/office/drawing/2014/main" id="{B42AF8FC-F3C2-4680-8CB3-A0EB4FEEC95B}"/>
              </a:ext>
            </a:extLst>
          </p:cNvPr>
          <p:cNvSpPr>
            <a:spLocks noGrp="1"/>
          </p:cNvSpPr>
          <p:nvPr/>
        </p:nvSpPr>
        <p:spPr>
          <a:xfrm>
            <a:off x="55219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A1_bar_GT_11650">
            <a:extLst>
              <a:ext uri="{FF2B5EF4-FFF2-40B4-BE49-F238E27FC236}">
                <a16:creationId xmlns:a16="http://schemas.microsoft.com/office/drawing/2014/main" id="{AF26EDBB-338D-4656-9B14-C57E8FF957E9}"/>
              </a:ext>
            </a:extLst>
          </p:cNvPr>
          <p:cNvSpPr>
            <a:spLocks noGrp="1"/>
          </p:cNvSpPr>
          <p:nvPr/>
        </p:nvSpPr>
        <p:spPr>
          <a:xfrm>
            <a:off x="5518116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A1_bar_GT_11651">
            <a:extLst>
              <a:ext uri="{FF2B5EF4-FFF2-40B4-BE49-F238E27FC236}">
                <a16:creationId xmlns:a16="http://schemas.microsoft.com/office/drawing/2014/main" id="{3614417A-0655-4D32-9208-35E82B18E84F}"/>
              </a:ext>
            </a:extLst>
          </p:cNvPr>
          <p:cNvSpPr>
            <a:spLocks noGrp="1"/>
          </p:cNvSpPr>
          <p:nvPr/>
        </p:nvSpPr>
        <p:spPr>
          <a:xfrm>
            <a:off x="54590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A1_bar_GT_11652">
            <a:extLst>
              <a:ext uri="{FF2B5EF4-FFF2-40B4-BE49-F238E27FC236}">
                <a16:creationId xmlns:a16="http://schemas.microsoft.com/office/drawing/2014/main" id="{50632062-8105-4507-B76E-858FA7343B5C}"/>
              </a:ext>
            </a:extLst>
          </p:cNvPr>
          <p:cNvSpPr>
            <a:spLocks noGrp="1"/>
          </p:cNvSpPr>
          <p:nvPr/>
        </p:nvSpPr>
        <p:spPr>
          <a:xfrm>
            <a:off x="541256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A1_bar_GT_11653">
            <a:extLst>
              <a:ext uri="{FF2B5EF4-FFF2-40B4-BE49-F238E27FC236}">
                <a16:creationId xmlns:a16="http://schemas.microsoft.com/office/drawing/2014/main" id="{3E5FF9E3-89D6-49D6-84CB-9237A0174FA0}"/>
              </a:ext>
            </a:extLst>
          </p:cNvPr>
          <p:cNvSpPr>
            <a:spLocks noGrp="1"/>
          </p:cNvSpPr>
          <p:nvPr/>
        </p:nvSpPr>
        <p:spPr>
          <a:xfrm>
            <a:off x="5486946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A1_bar_GT_11654">
            <a:extLst>
              <a:ext uri="{FF2B5EF4-FFF2-40B4-BE49-F238E27FC236}">
                <a16:creationId xmlns:a16="http://schemas.microsoft.com/office/drawing/2014/main" id="{A12039A8-9960-4458-A196-0844305E678C}"/>
              </a:ext>
            </a:extLst>
          </p:cNvPr>
          <p:cNvSpPr>
            <a:spLocks noGrp="1"/>
          </p:cNvSpPr>
          <p:nvPr/>
        </p:nvSpPr>
        <p:spPr>
          <a:xfrm>
            <a:off x="549023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A1_bar_GT_11655">
            <a:extLst>
              <a:ext uri="{FF2B5EF4-FFF2-40B4-BE49-F238E27FC236}">
                <a16:creationId xmlns:a16="http://schemas.microsoft.com/office/drawing/2014/main" id="{9B2F3F77-89BC-4360-AC99-4356F065C950}"/>
              </a:ext>
            </a:extLst>
          </p:cNvPr>
          <p:cNvSpPr>
            <a:spLocks noGrp="1"/>
          </p:cNvSpPr>
          <p:nvPr/>
        </p:nvSpPr>
        <p:spPr>
          <a:xfrm>
            <a:off x="552272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A1_bar_GT_11656">
            <a:extLst>
              <a:ext uri="{FF2B5EF4-FFF2-40B4-BE49-F238E27FC236}">
                <a16:creationId xmlns:a16="http://schemas.microsoft.com/office/drawing/2014/main" id="{F706B8C4-3FE2-487B-AF69-47EE9CD2D9A4}"/>
              </a:ext>
            </a:extLst>
          </p:cNvPr>
          <p:cNvSpPr>
            <a:spLocks noGrp="1"/>
          </p:cNvSpPr>
          <p:nvPr/>
        </p:nvSpPr>
        <p:spPr>
          <a:xfrm>
            <a:off x="5484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A1_bar_GT_11657">
            <a:extLst>
              <a:ext uri="{FF2B5EF4-FFF2-40B4-BE49-F238E27FC236}">
                <a16:creationId xmlns:a16="http://schemas.microsoft.com/office/drawing/2014/main" id="{FD4AB971-A582-4643-B725-44E3B6518BDB}"/>
              </a:ext>
            </a:extLst>
          </p:cNvPr>
          <p:cNvSpPr>
            <a:spLocks noGrp="1"/>
          </p:cNvSpPr>
          <p:nvPr/>
        </p:nvSpPr>
        <p:spPr>
          <a:xfrm>
            <a:off x="52875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A1_bar_GT_11658">
            <a:extLst>
              <a:ext uri="{FF2B5EF4-FFF2-40B4-BE49-F238E27FC236}">
                <a16:creationId xmlns:a16="http://schemas.microsoft.com/office/drawing/2014/main" id="{C7F55050-09F0-4069-A5CE-F9FF1506F8F7}"/>
              </a:ext>
            </a:extLst>
          </p:cNvPr>
          <p:cNvSpPr>
            <a:spLocks noGrp="1"/>
          </p:cNvSpPr>
          <p:nvPr/>
        </p:nvSpPr>
        <p:spPr>
          <a:xfrm>
            <a:off x="53564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A1_bar_GT_11659">
            <a:extLst>
              <a:ext uri="{FF2B5EF4-FFF2-40B4-BE49-F238E27FC236}">
                <a16:creationId xmlns:a16="http://schemas.microsoft.com/office/drawing/2014/main" id="{7F97D4A0-1B76-4FA1-9029-BF4456526DBC}"/>
              </a:ext>
            </a:extLst>
          </p:cNvPr>
          <p:cNvSpPr>
            <a:spLocks noGrp="1"/>
          </p:cNvSpPr>
          <p:nvPr/>
        </p:nvSpPr>
        <p:spPr>
          <a:xfrm>
            <a:off x="542288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A1_bar_GT_11660">
            <a:extLst>
              <a:ext uri="{FF2B5EF4-FFF2-40B4-BE49-F238E27FC236}">
                <a16:creationId xmlns:a16="http://schemas.microsoft.com/office/drawing/2014/main" id="{8DC830CD-3323-4B45-A9C6-BE1B724FC2EA}"/>
              </a:ext>
            </a:extLst>
          </p:cNvPr>
          <p:cNvSpPr>
            <a:spLocks noGrp="1"/>
          </p:cNvSpPr>
          <p:nvPr/>
        </p:nvSpPr>
        <p:spPr>
          <a:xfrm>
            <a:off x="53322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A1_bar_GT_11661">
            <a:extLst>
              <a:ext uri="{FF2B5EF4-FFF2-40B4-BE49-F238E27FC236}">
                <a16:creationId xmlns:a16="http://schemas.microsoft.com/office/drawing/2014/main" id="{C34329CE-E2F5-495A-A634-5081FDD8226B}"/>
              </a:ext>
            </a:extLst>
          </p:cNvPr>
          <p:cNvSpPr>
            <a:spLocks noGrp="1"/>
          </p:cNvSpPr>
          <p:nvPr/>
        </p:nvSpPr>
        <p:spPr>
          <a:xfrm>
            <a:off x="550408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A1_bar_GT_11662">
            <a:extLst>
              <a:ext uri="{FF2B5EF4-FFF2-40B4-BE49-F238E27FC236}">
                <a16:creationId xmlns:a16="http://schemas.microsoft.com/office/drawing/2014/main" id="{85A8E9B8-1A72-481B-89BC-F3137C659635}"/>
              </a:ext>
            </a:extLst>
          </p:cNvPr>
          <p:cNvSpPr>
            <a:spLocks noGrp="1"/>
          </p:cNvSpPr>
          <p:nvPr/>
        </p:nvSpPr>
        <p:spPr>
          <a:xfrm>
            <a:off x="528392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A1_bar_GT_11663">
            <a:extLst>
              <a:ext uri="{FF2B5EF4-FFF2-40B4-BE49-F238E27FC236}">
                <a16:creationId xmlns:a16="http://schemas.microsoft.com/office/drawing/2014/main" id="{9F9A8AF7-CDE3-4DDA-B0A3-9F7BF067D9E3}"/>
              </a:ext>
            </a:extLst>
          </p:cNvPr>
          <p:cNvSpPr>
            <a:spLocks noGrp="1"/>
          </p:cNvSpPr>
          <p:nvPr/>
        </p:nvSpPr>
        <p:spPr>
          <a:xfrm>
            <a:off x="540993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A1_bar_GT_11664">
            <a:extLst>
              <a:ext uri="{FF2B5EF4-FFF2-40B4-BE49-F238E27FC236}">
                <a16:creationId xmlns:a16="http://schemas.microsoft.com/office/drawing/2014/main" id="{087707AE-DD24-4967-B76D-030D274A4E32}"/>
              </a:ext>
            </a:extLst>
          </p:cNvPr>
          <p:cNvSpPr>
            <a:spLocks noGrp="1"/>
          </p:cNvSpPr>
          <p:nvPr/>
        </p:nvSpPr>
        <p:spPr>
          <a:xfrm>
            <a:off x="53320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A1_bar_GT_11665">
            <a:extLst>
              <a:ext uri="{FF2B5EF4-FFF2-40B4-BE49-F238E27FC236}">
                <a16:creationId xmlns:a16="http://schemas.microsoft.com/office/drawing/2014/main" id="{46D08384-789E-43F2-949D-6F68A9233DDD}"/>
              </a:ext>
            </a:extLst>
          </p:cNvPr>
          <p:cNvSpPr>
            <a:spLocks noGrp="1"/>
          </p:cNvSpPr>
          <p:nvPr/>
        </p:nvSpPr>
        <p:spPr>
          <a:xfrm>
            <a:off x="54795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A1_bar_GT_11666">
            <a:extLst>
              <a:ext uri="{FF2B5EF4-FFF2-40B4-BE49-F238E27FC236}">
                <a16:creationId xmlns:a16="http://schemas.microsoft.com/office/drawing/2014/main" id="{E769CC24-FE14-4BA5-954B-C8C7C2B0D541}"/>
              </a:ext>
            </a:extLst>
          </p:cNvPr>
          <p:cNvSpPr>
            <a:spLocks noGrp="1"/>
          </p:cNvSpPr>
          <p:nvPr/>
        </p:nvSpPr>
        <p:spPr>
          <a:xfrm>
            <a:off x="5439323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A1_bar_GT_11667">
            <a:extLst>
              <a:ext uri="{FF2B5EF4-FFF2-40B4-BE49-F238E27FC236}">
                <a16:creationId xmlns:a16="http://schemas.microsoft.com/office/drawing/2014/main" id="{C51CD885-B36F-4B8A-BDAE-C38BADFF3DD7}"/>
              </a:ext>
            </a:extLst>
          </p:cNvPr>
          <p:cNvSpPr>
            <a:spLocks noGrp="1"/>
          </p:cNvSpPr>
          <p:nvPr/>
        </p:nvSpPr>
        <p:spPr>
          <a:xfrm>
            <a:off x="5401876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A1_bar_GT_11668">
            <a:extLst>
              <a:ext uri="{FF2B5EF4-FFF2-40B4-BE49-F238E27FC236}">
                <a16:creationId xmlns:a16="http://schemas.microsoft.com/office/drawing/2014/main" id="{96AF7825-6543-45AA-8B99-C1A18EFAA201}"/>
              </a:ext>
            </a:extLst>
          </p:cNvPr>
          <p:cNvSpPr>
            <a:spLocks noGrp="1"/>
          </p:cNvSpPr>
          <p:nvPr/>
        </p:nvSpPr>
        <p:spPr>
          <a:xfrm>
            <a:off x="5369111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A1_bar_GT_11669">
            <a:extLst>
              <a:ext uri="{FF2B5EF4-FFF2-40B4-BE49-F238E27FC236}">
                <a16:creationId xmlns:a16="http://schemas.microsoft.com/office/drawing/2014/main" id="{F7C81D8A-B7A4-4DF5-B840-87DEE4F20116}"/>
              </a:ext>
            </a:extLst>
          </p:cNvPr>
          <p:cNvSpPr>
            <a:spLocks noGrp="1"/>
          </p:cNvSpPr>
          <p:nvPr/>
        </p:nvSpPr>
        <p:spPr>
          <a:xfrm>
            <a:off x="550046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A1_bar_GT_11670">
            <a:extLst>
              <a:ext uri="{FF2B5EF4-FFF2-40B4-BE49-F238E27FC236}">
                <a16:creationId xmlns:a16="http://schemas.microsoft.com/office/drawing/2014/main" id="{9D19AD39-268F-4565-BD47-3216D5E78CB5}"/>
              </a:ext>
            </a:extLst>
          </p:cNvPr>
          <p:cNvSpPr>
            <a:spLocks noGrp="1"/>
          </p:cNvSpPr>
          <p:nvPr/>
        </p:nvSpPr>
        <p:spPr>
          <a:xfrm>
            <a:off x="5470901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A1_bar_GT_11671">
            <a:extLst>
              <a:ext uri="{FF2B5EF4-FFF2-40B4-BE49-F238E27FC236}">
                <a16:creationId xmlns:a16="http://schemas.microsoft.com/office/drawing/2014/main" id="{BDFB5814-AE34-4154-B700-B4528376E42D}"/>
              </a:ext>
            </a:extLst>
          </p:cNvPr>
          <p:cNvSpPr>
            <a:spLocks noGrp="1"/>
          </p:cNvSpPr>
          <p:nvPr/>
        </p:nvSpPr>
        <p:spPr>
          <a:xfrm>
            <a:off x="5282658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A1_bar_GT_11672">
            <a:extLst>
              <a:ext uri="{FF2B5EF4-FFF2-40B4-BE49-F238E27FC236}">
                <a16:creationId xmlns:a16="http://schemas.microsoft.com/office/drawing/2014/main" id="{FCD4F2ED-476F-4A23-BF99-11663A5A14E2}"/>
              </a:ext>
            </a:extLst>
          </p:cNvPr>
          <p:cNvSpPr>
            <a:spLocks noGrp="1"/>
          </p:cNvSpPr>
          <p:nvPr/>
        </p:nvSpPr>
        <p:spPr>
          <a:xfrm>
            <a:off x="5474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A1_bar_GT_11673">
            <a:extLst>
              <a:ext uri="{FF2B5EF4-FFF2-40B4-BE49-F238E27FC236}">
                <a16:creationId xmlns:a16="http://schemas.microsoft.com/office/drawing/2014/main" id="{DEF92BB9-479E-4729-B07E-2DB3477E60E3}"/>
              </a:ext>
            </a:extLst>
          </p:cNvPr>
          <p:cNvSpPr>
            <a:spLocks noGrp="1"/>
          </p:cNvSpPr>
          <p:nvPr/>
        </p:nvSpPr>
        <p:spPr>
          <a:xfrm>
            <a:off x="53778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A1_bar_GT_11674">
            <a:extLst>
              <a:ext uri="{FF2B5EF4-FFF2-40B4-BE49-F238E27FC236}">
                <a16:creationId xmlns:a16="http://schemas.microsoft.com/office/drawing/2014/main" id="{60FA799E-1FDE-4E23-88D8-EC673B4D5F3E}"/>
              </a:ext>
            </a:extLst>
          </p:cNvPr>
          <p:cNvSpPr>
            <a:spLocks noGrp="1"/>
          </p:cNvSpPr>
          <p:nvPr/>
        </p:nvSpPr>
        <p:spPr>
          <a:xfrm>
            <a:off x="546131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A1_bar_GT_11675">
            <a:extLst>
              <a:ext uri="{FF2B5EF4-FFF2-40B4-BE49-F238E27FC236}">
                <a16:creationId xmlns:a16="http://schemas.microsoft.com/office/drawing/2014/main" id="{DB2D6EE7-7575-4246-A1FB-E6DD4A8476FB}"/>
              </a:ext>
            </a:extLst>
          </p:cNvPr>
          <p:cNvSpPr>
            <a:spLocks noGrp="1"/>
          </p:cNvSpPr>
          <p:nvPr/>
        </p:nvSpPr>
        <p:spPr>
          <a:xfrm>
            <a:off x="55205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A1_bar_GT_11676">
            <a:extLst>
              <a:ext uri="{FF2B5EF4-FFF2-40B4-BE49-F238E27FC236}">
                <a16:creationId xmlns:a16="http://schemas.microsoft.com/office/drawing/2014/main" id="{7E819224-8D50-4FEA-929F-BA793EB83232}"/>
              </a:ext>
            </a:extLst>
          </p:cNvPr>
          <p:cNvSpPr>
            <a:spLocks noGrp="1"/>
          </p:cNvSpPr>
          <p:nvPr/>
        </p:nvSpPr>
        <p:spPr>
          <a:xfrm>
            <a:off x="5293835" y="445424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A1_bar_GT_11677">
            <a:extLst>
              <a:ext uri="{FF2B5EF4-FFF2-40B4-BE49-F238E27FC236}">
                <a16:creationId xmlns:a16="http://schemas.microsoft.com/office/drawing/2014/main" id="{F37BA0E6-4DD6-4C5B-BEF5-856DA00DAEC2}"/>
              </a:ext>
            </a:extLst>
          </p:cNvPr>
          <p:cNvSpPr>
            <a:spLocks noGrp="1"/>
          </p:cNvSpPr>
          <p:nvPr/>
        </p:nvSpPr>
        <p:spPr>
          <a:xfrm>
            <a:off x="54770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A1_bar_GT_11678">
            <a:extLst>
              <a:ext uri="{FF2B5EF4-FFF2-40B4-BE49-F238E27FC236}">
                <a16:creationId xmlns:a16="http://schemas.microsoft.com/office/drawing/2014/main" id="{B9BA8C47-AFF5-4CE9-9EDA-A47A27A94B0E}"/>
              </a:ext>
            </a:extLst>
          </p:cNvPr>
          <p:cNvSpPr>
            <a:spLocks noGrp="1"/>
          </p:cNvSpPr>
          <p:nvPr/>
        </p:nvSpPr>
        <p:spPr>
          <a:xfrm>
            <a:off x="5451925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A1_bar_GT_11679">
            <a:extLst>
              <a:ext uri="{FF2B5EF4-FFF2-40B4-BE49-F238E27FC236}">
                <a16:creationId xmlns:a16="http://schemas.microsoft.com/office/drawing/2014/main" id="{2AC0B66D-4E30-4C3F-BF08-7D80614EAA2B}"/>
              </a:ext>
            </a:extLst>
          </p:cNvPr>
          <p:cNvSpPr>
            <a:spLocks noGrp="1"/>
          </p:cNvSpPr>
          <p:nvPr/>
        </p:nvSpPr>
        <p:spPr>
          <a:xfrm>
            <a:off x="54809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A1_bar_GT_11680">
            <a:extLst>
              <a:ext uri="{FF2B5EF4-FFF2-40B4-BE49-F238E27FC236}">
                <a16:creationId xmlns:a16="http://schemas.microsoft.com/office/drawing/2014/main" id="{5EF407D9-ED3D-4360-94F0-A753BB419C82}"/>
              </a:ext>
            </a:extLst>
          </p:cNvPr>
          <p:cNvSpPr>
            <a:spLocks noGrp="1"/>
          </p:cNvSpPr>
          <p:nvPr/>
        </p:nvSpPr>
        <p:spPr>
          <a:xfrm>
            <a:off x="536139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A1_bar_GT_11681">
            <a:extLst>
              <a:ext uri="{FF2B5EF4-FFF2-40B4-BE49-F238E27FC236}">
                <a16:creationId xmlns:a16="http://schemas.microsoft.com/office/drawing/2014/main" id="{C23FF169-C144-46E7-A5CC-07F9B7BD2642}"/>
              </a:ext>
            </a:extLst>
          </p:cNvPr>
          <p:cNvSpPr>
            <a:spLocks noGrp="1"/>
          </p:cNvSpPr>
          <p:nvPr/>
        </p:nvSpPr>
        <p:spPr>
          <a:xfrm>
            <a:off x="544300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A1_bar_GT_11682">
            <a:extLst>
              <a:ext uri="{FF2B5EF4-FFF2-40B4-BE49-F238E27FC236}">
                <a16:creationId xmlns:a16="http://schemas.microsoft.com/office/drawing/2014/main" id="{FE981167-16BB-4630-8742-A803CB3DD6E0}"/>
              </a:ext>
            </a:extLst>
          </p:cNvPr>
          <p:cNvSpPr>
            <a:spLocks noGrp="1"/>
          </p:cNvSpPr>
          <p:nvPr/>
        </p:nvSpPr>
        <p:spPr>
          <a:xfrm>
            <a:off x="54690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A1_bar_GT_11683">
            <a:extLst>
              <a:ext uri="{FF2B5EF4-FFF2-40B4-BE49-F238E27FC236}">
                <a16:creationId xmlns:a16="http://schemas.microsoft.com/office/drawing/2014/main" id="{FCBCC4EF-A904-429F-A868-BB6A257B2B62}"/>
              </a:ext>
            </a:extLst>
          </p:cNvPr>
          <p:cNvSpPr>
            <a:spLocks noGrp="1"/>
          </p:cNvSpPr>
          <p:nvPr/>
        </p:nvSpPr>
        <p:spPr>
          <a:xfrm>
            <a:off x="54871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A1_bar_GT_11684">
            <a:extLst>
              <a:ext uri="{FF2B5EF4-FFF2-40B4-BE49-F238E27FC236}">
                <a16:creationId xmlns:a16="http://schemas.microsoft.com/office/drawing/2014/main" id="{79EF285F-C12A-4FFF-A302-0461DB1D718C}"/>
              </a:ext>
            </a:extLst>
          </p:cNvPr>
          <p:cNvSpPr>
            <a:spLocks noGrp="1"/>
          </p:cNvSpPr>
          <p:nvPr/>
        </p:nvSpPr>
        <p:spPr>
          <a:xfrm>
            <a:off x="53252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A1_bar_GT_11685">
            <a:extLst>
              <a:ext uri="{FF2B5EF4-FFF2-40B4-BE49-F238E27FC236}">
                <a16:creationId xmlns:a16="http://schemas.microsoft.com/office/drawing/2014/main" id="{E4C80B09-6497-48E4-A7DC-CD0490E026C3}"/>
              </a:ext>
            </a:extLst>
          </p:cNvPr>
          <p:cNvSpPr>
            <a:spLocks noGrp="1"/>
          </p:cNvSpPr>
          <p:nvPr/>
        </p:nvSpPr>
        <p:spPr>
          <a:xfrm>
            <a:off x="53944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A1_bar_GT_11686">
            <a:extLst>
              <a:ext uri="{FF2B5EF4-FFF2-40B4-BE49-F238E27FC236}">
                <a16:creationId xmlns:a16="http://schemas.microsoft.com/office/drawing/2014/main" id="{B1A0E3FD-3EB2-4655-BB26-C936FA3313A4}"/>
              </a:ext>
            </a:extLst>
          </p:cNvPr>
          <p:cNvSpPr>
            <a:spLocks noGrp="1"/>
          </p:cNvSpPr>
          <p:nvPr/>
        </p:nvSpPr>
        <p:spPr>
          <a:xfrm>
            <a:off x="531513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A1_bar_GT_11687">
            <a:extLst>
              <a:ext uri="{FF2B5EF4-FFF2-40B4-BE49-F238E27FC236}">
                <a16:creationId xmlns:a16="http://schemas.microsoft.com/office/drawing/2014/main" id="{CC216822-3BD3-4BB8-A05A-88486A9D4B3C}"/>
              </a:ext>
            </a:extLst>
          </p:cNvPr>
          <p:cNvSpPr>
            <a:spLocks noGrp="1"/>
          </p:cNvSpPr>
          <p:nvPr/>
        </p:nvSpPr>
        <p:spPr>
          <a:xfrm>
            <a:off x="53194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A1_bar_GT_11688">
            <a:extLst>
              <a:ext uri="{FF2B5EF4-FFF2-40B4-BE49-F238E27FC236}">
                <a16:creationId xmlns:a16="http://schemas.microsoft.com/office/drawing/2014/main" id="{79F846A0-2765-43E3-9D31-E749CDBB8FD2}"/>
              </a:ext>
            </a:extLst>
          </p:cNvPr>
          <p:cNvSpPr>
            <a:spLocks noGrp="1"/>
          </p:cNvSpPr>
          <p:nvPr/>
        </p:nvSpPr>
        <p:spPr>
          <a:xfrm>
            <a:off x="54313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A1_bar_GT_11689">
            <a:extLst>
              <a:ext uri="{FF2B5EF4-FFF2-40B4-BE49-F238E27FC236}">
                <a16:creationId xmlns:a16="http://schemas.microsoft.com/office/drawing/2014/main" id="{970D0B2D-B398-4C28-8502-DE0068C1D3A8}"/>
              </a:ext>
            </a:extLst>
          </p:cNvPr>
          <p:cNvSpPr>
            <a:spLocks noGrp="1"/>
          </p:cNvSpPr>
          <p:nvPr/>
        </p:nvSpPr>
        <p:spPr>
          <a:xfrm>
            <a:off x="5513878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A1_bar_GT_11690">
            <a:extLst>
              <a:ext uri="{FF2B5EF4-FFF2-40B4-BE49-F238E27FC236}">
                <a16:creationId xmlns:a16="http://schemas.microsoft.com/office/drawing/2014/main" id="{4B27843E-6376-4FAB-A017-10C5CDFADEE8}"/>
              </a:ext>
            </a:extLst>
          </p:cNvPr>
          <p:cNvSpPr>
            <a:spLocks noGrp="1"/>
          </p:cNvSpPr>
          <p:nvPr/>
        </p:nvSpPr>
        <p:spPr>
          <a:xfrm>
            <a:off x="53705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A1_bar_GT_11691">
            <a:extLst>
              <a:ext uri="{FF2B5EF4-FFF2-40B4-BE49-F238E27FC236}">
                <a16:creationId xmlns:a16="http://schemas.microsoft.com/office/drawing/2014/main" id="{B499CFED-F399-43BF-AB7F-25E8B79057C0}"/>
              </a:ext>
            </a:extLst>
          </p:cNvPr>
          <p:cNvSpPr>
            <a:spLocks noGrp="1"/>
          </p:cNvSpPr>
          <p:nvPr/>
        </p:nvSpPr>
        <p:spPr>
          <a:xfrm>
            <a:off x="5410152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A1_bar_GT_11692">
            <a:extLst>
              <a:ext uri="{FF2B5EF4-FFF2-40B4-BE49-F238E27FC236}">
                <a16:creationId xmlns:a16="http://schemas.microsoft.com/office/drawing/2014/main" id="{ABF20654-ECD0-4CAB-AF09-7238A2294B28}"/>
              </a:ext>
            </a:extLst>
          </p:cNvPr>
          <p:cNvSpPr>
            <a:spLocks noGrp="1"/>
          </p:cNvSpPr>
          <p:nvPr/>
        </p:nvSpPr>
        <p:spPr>
          <a:xfrm>
            <a:off x="536989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A1_bar_GT_11693">
            <a:extLst>
              <a:ext uri="{FF2B5EF4-FFF2-40B4-BE49-F238E27FC236}">
                <a16:creationId xmlns:a16="http://schemas.microsoft.com/office/drawing/2014/main" id="{5273D5E7-54E4-402A-BC04-2E5FEEB90E87}"/>
              </a:ext>
            </a:extLst>
          </p:cNvPr>
          <p:cNvSpPr>
            <a:spLocks noGrp="1"/>
          </p:cNvSpPr>
          <p:nvPr/>
        </p:nvSpPr>
        <p:spPr>
          <a:xfrm>
            <a:off x="5309224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A1_bar_GT_11694">
            <a:extLst>
              <a:ext uri="{FF2B5EF4-FFF2-40B4-BE49-F238E27FC236}">
                <a16:creationId xmlns:a16="http://schemas.microsoft.com/office/drawing/2014/main" id="{EB50EC61-A5FE-4CD2-B19E-3DF87A6A73A3}"/>
              </a:ext>
            </a:extLst>
          </p:cNvPr>
          <p:cNvSpPr>
            <a:spLocks noGrp="1"/>
          </p:cNvSpPr>
          <p:nvPr/>
        </p:nvSpPr>
        <p:spPr>
          <a:xfrm>
            <a:off x="5493119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A1_bar_GT_11695">
            <a:extLst>
              <a:ext uri="{FF2B5EF4-FFF2-40B4-BE49-F238E27FC236}">
                <a16:creationId xmlns:a16="http://schemas.microsoft.com/office/drawing/2014/main" id="{57F591F1-858C-480A-9BDD-B52BE59F0E9E}"/>
              </a:ext>
            </a:extLst>
          </p:cNvPr>
          <p:cNvSpPr>
            <a:spLocks noGrp="1"/>
          </p:cNvSpPr>
          <p:nvPr/>
        </p:nvSpPr>
        <p:spPr>
          <a:xfrm>
            <a:off x="550015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A1_bar_GT_11696">
            <a:extLst>
              <a:ext uri="{FF2B5EF4-FFF2-40B4-BE49-F238E27FC236}">
                <a16:creationId xmlns:a16="http://schemas.microsoft.com/office/drawing/2014/main" id="{D74646DC-572A-4164-9CE4-E2FC5BD02379}"/>
              </a:ext>
            </a:extLst>
          </p:cNvPr>
          <p:cNvSpPr>
            <a:spLocks noGrp="1"/>
          </p:cNvSpPr>
          <p:nvPr/>
        </p:nvSpPr>
        <p:spPr>
          <a:xfrm>
            <a:off x="54185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A1_bar_GT_11697">
            <a:extLst>
              <a:ext uri="{FF2B5EF4-FFF2-40B4-BE49-F238E27FC236}">
                <a16:creationId xmlns:a16="http://schemas.microsoft.com/office/drawing/2014/main" id="{31A7D863-2E72-4253-B52D-BBCB3BE7CDF5}"/>
              </a:ext>
            </a:extLst>
          </p:cNvPr>
          <p:cNvSpPr>
            <a:spLocks noGrp="1"/>
          </p:cNvSpPr>
          <p:nvPr/>
        </p:nvSpPr>
        <p:spPr>
          <a:xfrm>
            <a:off x="5412760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A1_bar_GT_11698">
            <a:extLst>
              <a:ext uri="{FF2B5EF4-FFF2-40B4-BE49-F238E27FC236}">
                <a16:creationId xmlns:a16="http://schemas.microsoft.com/office/drawing/2014/main" id="{B30E1242-AEE3-4F59-B28B-56E29B0F1A96}"/>
              </a:ext>
            </a:extLst>
          </p:cNvPr>
          <p:cNvSpPr>
            <a:spLocks noGrp="1"/>
          </p:cNvSpPr>
          <p:nvPr/>
        </p:nvSpPr>
        <p:spPr>
          <a:xfrm>
            <a:off x="54222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A1_bar_GT_11699">
            <a:extLst>
              <a:ext uri="{FF2B5EF4-FFF2-40B4-BE49-F238E27FC236}">
                <a16:creationId xmlns:a16="http://schemas.microsoft.com/office/drawing/2014/main" id="{FFF61A9E-F9BE-4D9B-B026-9A68ACE50BC4}"/>
              </a:ext>
            </a:extLst>
          </p:cNvPr>
          <p:cNvSpPr>
            <a:spLocks noGrp="1"/>
          </p:cNvSpPr>
          <p:nvPr/>
        </p:nvSpPr>
        <p:spPr>
          <a:xfrm>
            <a:off x="5348501" y="52074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A1_bar_GT_11700">
            <a:extLst>
              <a:ext uri="{FF2B5EF4-FFF2-40B4-BE49-F238E27FC236}">
                <a16:creationId xmlns:a16="http://schemas.microsoft.com/office/drawing/2014/main" id="{12675506-BD6B-4178-8DA5-197AC2CE84A0}"/>
              </a:ext>
            </a:extLst>
          </p:cNvPr>
          <p:cNvSpPr>
            <a:spLocks noGrp="1"/>
          </p:cNvSpPr>
          <p:nvPr/>
        </p:nvSpPr>
        <p:spPr>
          <a:xfrm>
            <a:off x="5521419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A1_bar_GT_11701">
            <a:extLst>
              <a:ext uri="{FF2B5EF4-FFF2-40B4-BE49-F238E27FC236}">
                <a16:creationId xmlns:a16="http://schemas.microsoft.com/office/drawing/2014/main" id="{090BDADC-5009-440E-A176-D5848F7DDC79}"/>
              </a:ext>
            </a:extLst>
          </p:cNvPr>
          <p:cNvSpPr>
            <a:spLocks noGrp="1"/>
          </p:cNvSpPr>
          <p:nvPr/>
        </p:nvSpPr>
        <p:spPr>
          <a:xfrm>
            <a:off x="5287603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A1_bar_GT_11702">
            <a:extLst>
              <a:ext uri="{FF2B5EF4-FFF2-40B4-BE49-F238E27FC236}">
                <a16:creationId xmlns:a16="http://schemas.microsoft.com/office/drawing/2014/main" id="{1B2510DF-3262-44EC-B61D-6E81B8FBDAE1}"/>
              </a:ext>
            </a:extLst>
          </p:cNvPr>
          <p:cNvSpPr>
            <a:spLocks noGrp="1"/>
          </p:cNvSpPr>
          <p:nvPr/>
        </p:nvSpPr>
        <p:spPr>
          <a:xfrm>
            <a:off x="53377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A1_bar_GT_11703">
            <a:extLst>
              <a:ext uri="{FF2B5EF4-FFF2-40B4-BE49-F238E27FC236}">
                <a16:creationId xmlns:a16="http://schemas.microsoft.com/office/drawing/2014/main" id="{EE97E03E-11B6-4DDE-83DB-50EF9DE63E99}"/>
              </a:ext>
            </a:extLst>
          </p:cNvPr>
          <p:cNvSpPr>
            <a:spLocks noGrp="1"/>
          </p:cNvSpPr>
          <p:nvPr/>
        </p:nvSpPr>
        <p:spPr>
          <a:xfrm>
            <a:off x="5384600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A1_bar_GT_11704">
            <a:extLst>
              <a:ext uri="{FF2B5EF4-FFF2-40B4-BE49-F238E27FC236}">
                <a16:creationId xmlns:a16="http://schemas.microsoft.com/office/drawing/2014/main" id="{60236406-D29E-4135-8AC4-68C7F814A05D}"/>
              </a:ext>
            </a:extLst>
          </p:cNvPr>
          <p:cNvSpPr>
            <a:spLocks noGrp="1"/>
          </p:cNvSpPr>
          <p:nvPr/>
        </p:nvSpPr>
        <p:spPr>
          <a:xfrm>
            <a:off x="531907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A1_bar_GT_11705">
            <a:extLst>
              <a:ext uri="{FF2B5EF4-FFF2-40B4-BE49-F238E27FC236}">
                <a16:creationId xmlns:a16="http://schemas.microsoft.com/office/drawing/2014/main" id="{1907FC53-D8A2-4E48-908E-9DEF8C33B8B6}"/>
              </a:ext>
            </a:extLst>
          </p:cNvPr>
          <p:cNvSpPr>
            <a:spLocks noGrp="1"/>
          </p:cNvSpPr>
          <p:nvPr/>
        </p:nvSpPr>
        <p:spPr>
          <a:xfrm>
            <a:off x="552150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A1_bar_GT_11706">
            <a:extLst>
              <a:ext uri="{FF2B5EF4-FFF2-40B4-BE49-F238E27FC236}">
                <a16:creationId xmlns:a16="http://schemas.microsoft.com/office/drawing/2014/main" id="{99ACDA08-56F8-46B6-A4BA-A572D1E8DC53}"/>
              </a:ext>
            </a:extLst>
          </p:cNvPr>
          <p:cNvSpPr>
            <a:spLocks noGrp="1"/>
          </p:cNvSpPr>
          <p:nvPr/>
        </p:nvSpPr>
        <p:spPr>
          <a:xfrm>
            <a:off x="5490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A1_bar_GT_11707">
            <a:extLst>
              <a:ext uri="{FF2B5EF4-FFF2-40B4-BE49-F238E27FC236}">
                <a16:creationId xmlns:a16="http://schemas.microsoft.com/office/drawing/2014/main" id="{77E6C0E5-B35A-4C94-923C-B993F0C995B2}"/>
              </a:ext>
            </a:extLst>
          </p:cNvPr>
          <p:cNvSpPr>
            <a:spLocks noGrp="1"/>
          </p:cNvSpPr>
          <p:nvPr/>
        </p:nvSpPr>
        <p:spPr>
          <a:xfrm>
            <a:off x="528815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A1_bar_GT_11708">
            <a:extLst>
              <a:ext uri="{FF2B5EF4-FFF2-40B4-BE49-F238E27FC236}">
                <a16:creationId xmlns:a16="http://schemas.microsoft.com/office/drawing/2014/main" id="{B63D8764-BD2D-4431-81E4-39D1A72BD46E}"/>
              </a:ext>
            </a:extLst>
          </p:cNvPr>
          <p:cNvSpPr>
            <a:spLocks noGrp="1"/>
          </p:cNvSpPr>
          <p:nvPr/>
        </p:nvSpPr>
        <p:spPr>
          <a:xfrm>
            <a:off x="5347944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A1_bar_GT_11709">
            <a:extLst>
              <a:ext uri="{FF2B5EF4-FFF2-40B4-BE49-F238E27FC236}">
                <a16:creationId xmlns:a16="http://schemas.microsoft.com/office/drawing/2014/main" id="{41339E26-8C7A-4068-B3E9-4F00FC7012C5}"/>
              </a:ext>
            </a:extLst>
          </p:cNvPr>
          <p:cNvSpPr>
            <a:spLocks noGrp="1"/>
          </p:cNvSpPr>
          <p:nvPr/>
        </p:nvSpPr>
        <p:spPr>
          <a:xfrm>
            <a:off x="530429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A1_bar_GT_11710">
            <a:extLst>
              <a:ext uri="{FF2B5EF4-FFF2-40B4-BE49-F238E27FC236}">
                <a16:creationId xmlns:a16="http://schemas.microsoft.com/office/drawing/2014/main" id="{0E939365-8496-404C-89C0-28CE6B472283}"/>
              </a:ext>
            </a:extLst>
          </p:cNvPr>
          <p:cNvSpPr>
            <a:spLocks noGrp="1"/>
          </p:cNvSpPr>
          <p:nvPr/>
        </p:nvSpPr>
        <p:spPr>
          <a:xfrm>
            <a:off x="5443461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A1_bar_GT_11711">
            <a:extLst>
              <a:ext uri="{FF2B5EF4-FFF2-40B4-BE49-F238E27FC236}">
                <a16:creationId xmlns:a16="http://schemas.microsoft.com/office/drawing/2014/main" id="{217ECDB4-522A-4498-ACA3-C2301BA2F789}"/>
              </a:ext>
            </a:extLst>
          </p:cNvPr>
          <p:cNvSpPr>
            <a:spLocks noGrp="1"/>
          </p:cNvSpPr>
          <p:nvPr/>
        </p:nvSpPr>
        <p:spPr>
          <a:xfrm>
            <a:off x="5450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A1_bar_GT_11712">
            <a:extLst>
              <a:ext uri="{FF2B5EF4-FFF2-40B4-BE49-F238E27FC236}">
                <a16:creationId xmlns:a16="http://schemas.microsoft.com/office/drawing/2014/main" id="{99813512-41DA-4BD2-B83B-C7CEE38E83D1}"/>
              </a:ext>
            </a:extLst>
          </p:cNvPr>
          <p:cNvSpPr>
            <a:spLocks noGrp="1"/>
          </p:cNvSpPr>
          <p:nvPr/>
        </p:nvSpPr>
        <p:spPr>
          <a:xfrm>
            <a:off x="546253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A1_bar_GT_11713">
            <a:extLst>
              <a:ext uri="{FF2B5EF4-FFF2-40B4-BE49-F238E27FC236}">
                <a16:creationId xmlns:a16="http://schemas.microsoft.com/office/drawing/2014/main" id="{65135C34-5794-46E2-B43E-1B98617A8F1A}"/>
              </a:ext>
            </a:extLst>
          </p:cNvPr>
          <p:cNvSpPr>
            <a:spLocks noGrp="1"/>
          </p:cNvSpPr>
          <p:nvPr/>
        </p:nvSpPr>
        <p:spPr>
          <a:xfrm>
            <a:off x="5404593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A1_bar_GT_11714">
            <a:extLst>
              <a:ext uri="{FF2B5EF4-FFF2-40B4-BE49-F238E27FC236}">
                <a16:creationId xmlns:a16="http://schemas.microsoft.com/office/drawing/2014/main" id="{E7F6E1F2-A38E-4487-82BD-0F862B2E3F14}"/>
              </a:ext>
            </a:extLst>
          </p:cNvPr>
          <p:cNvSpPr>
            <a:spLocks noGrp="1"/>
          </p:cNvSpPr>
          <p:nvPr/>
        </p:nvSpPr>
        <p:spPr>
          <a:xfrm>
            <a:off x="5403368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A1_bar_GT_11715">
            <a:extLst>
              <a:ext uri="{FF2B5EF4-FFF2-40B4-BE49-F238E27FC236}">
                <a16:creationId xmlns:a16="http://schemas.microsoft.com/office/drawing/2014/main" id="{00544EFE-D8AA-41A3-A304-201DF935A27A}"/>
              </a:ext>
            </a:extLst>
          </p:cNvPr>
          <p:cNvSpPr>
            <a:spLocks noGrp="1"/>
          </p:cNvSpPr>
          <p:nvPr/>
        </p:nvSpPr>
        <p:spPr>
          <a:xfrm>
            <a:off x="5456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A1_bar_GT_11716">
            <a:extLst>
              <a:ext uri="{FF2B5EF4-FFF2-40B4-BE49-F238E27FC236}">
                <a16:creationId xmlns:a16="http://schemas.microsoft.com/office/drawing/2014/main" id="{0F3A0EFE-FE72-4B3A-AB66-AB57DB86BAD7}"/>
              </a:ext>
            </a:extLst>
          </p:cNvPr>
          <p:cNvSpPr>
            <a:spLocks noGrp="1"/>
          </p:cNvSpPr>
          <p:nvPr/>
        </p:nvSpPr>
        <p:spPr>
          <a:xfrm>
            <a:off x="5466777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A1_bar_GT_11717">
            <a:extLst>
              <a:ext uri="{FF2B5EF4-FFF2-40B4-BE49-F238E27FC236}">
                <a16:creationId xmlns:a16="http://schemas.microsoft.com/office/drawing/2014/main" id="{2FACFEEC-62FC-49C1-817D-9FD5DA8CAA28}"/>
              </a:ext>
            </a:extLst>
          </p:cNvPr>
          <p:cNvSpPr>
            <a:spLocks noGrp="1"/>
          </p:cNvSpPr>
          <p:nvPr/>
        </p:nvSpPr>
        <p:spPr>
          <a:xfrm>
            <a:off x="5489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A1_bar_GT_11718">
            <a:extLst>
              <a:ext uri="{FF2B5EF4-FFF2-40B4-BE49-F238E27FC236}">
                <a16:creationId xmlns:a16="http://schemas.microsoft.com/office/drawing/2014/main" id="{5D8E6AF8-DFE0-4B42-B296-B926C00638A4}"/>
              </a:ext>
            </a:extLst>
          </p:cNvPr>
          <p:cNvSpPr>
            <a:spLocks noGrp="1"/>
          </p:cNvSpPr>
          <p:nvPr/>
        </p:nvSpPr>
        <p:spPr>
          <a:xfrm>
            <a:off x="5395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A1_bar_GT_11719">
            <a:extLst>
              <a:ext uri="{FF2B5EF4-FFF2-40B4-BE49-F238E27FC236}">
                <a16:creationId xmlns:a16="http://schemas.microsoft.com/office/drawing/2014/main" id="{0C979E9C-204F-43A2-9315-BF2E0F14B6AC}"/>
              </a:ext>
            </a:extLst>
          </p:cNvPr>
          <p:cNvSpPr>
            <a:spLocks noGrp="1"/>
          </p:cNvSpPr>
          <p:nvPr/>
        </p:nvSpPr>
        <p:spPr>
          <a:xfrm>
            <a:off x="528350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A1_bar_GT_11720">
            <a:extLst>
              <a:ext uri="{FF2B5EF4-FFF2-40B4-BE49-F238E27FC236}">
                <a16:creationId xmlns:a16="http://schemas.microsoft.com/office/drawing/2014/main" id="{F8CD2306-F4CB-4E7C-A78D-9A688BF762C8}"/>
              </a:ext>
            </a:extLst>
          </p:cNvPr>
          <p:cNvSpPr>
            <a:spLocks noGrp="1"/>
          </p:cNvSpPr>
          <p:nvPr/>
        </p:nvSpPr>
        <p:spPr>
          <a:xfrm>
            <a:off x="54209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A1_bar_GT_11721">
            <a:extLst>
              <a:ext uri="{FF2B5EF4-FFF2-40B4-BE49-F238E27FC236}">
                <a16:creationId xmlns:a16="http://schemas.microsoft.com/office/drawing/2014/main" id="{B1900108-946A-4084-95D2-F6DB94DDC33B}"/>
              </a:ext>
            </a:extLst>
          </p:cNvPr>
          <p:cNvSpPr>
            <a:spLocks noGrp="1"/>
          </p:cNvSpPr>
          <p:nvPr/>
        </p:nvSpPr>
        <p:spPr>
          <a:xfrm>
            <a:off x="5449124" y="53923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A1_bar_GT_11722">
            <a:extLst>
              <a:ext uri="{FF2B5EF4-FFF2-40B4-BE49-F238E27FC236}">
                <a16:creationId xmlns:a16="http://schemas.microsoft.com/office/drawing/2014/main" id="{9C261787-2AC0-47D3-8F7C-6A5482147C28}"/>
              </a:ext>
            </a:extLst>
          </p:cNvPr>
          <p:cNvSpPr>
            <a:spLocks noGrp="1"/>
          </p:cNvSpPr>
          <p:nvPr/>
        </p:nvSpPr>
        <p:spPr>
          <a:xfrm>
            <a:off x="54700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A1_bar_GT_11723">
            <a:extLst>
              <a:ext uri="{FF2B5EF4-FFF2-40B4-BE49-F238E27FC236}">
                <a16:creationId xmlns:a16="http://schemas.microsoft.com/office/drawing/2014/main" id="{9736F8D4-545C-4082-A208-3FCEAFD12010}"/>
              </a:ext>
            </a:extLst>
          </p:cNvPr>
          <p:cNvSpPr>
            <a:spLocks noGrp="1"/>
          </p:cNvSpPr>
          <p:nvPr/>
        </p:nvSpPr>
        <p:spPr>
          <a:xfrm>
            <a:off x="5450449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A1_bar_GT_11724">
            <a:extLst>
              <a:ext uri="{FF2B5EF4-FFF2-40B4-BE49-F238E27FC236}">
                <a16:creationId xmlns:a16="http://schemas.microsoft.com/office/drawing/2014/main" id="{304C349C-C5D1-4ADF-B9DC-36E4E6FF9153}"/>
              </a:ext>
            </a:extLst>
          </p:cNvPr>
          <p:cNvSpPr>
            <a:spLocks noGrp="1"/>
          </p:cNvSpPr>
          <p:nvPr/>
        </p:nvSpPr>
        <p:spPr>
          <a:xfrm>
            <a:off x="541608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A1_bar_GT_11725">
            <a:extLst>
              <a:ext uri="{FF2B5EF4-FFF2-40B4-BE49-F238E27FC236}">
                <a16:creationId xmlns:a16="http://schemas.microsoft.com/office/drawing/2014/main" id="{C0D229BA-B1E0-41E2-AF83-F4CF2F552395}"/>
              </a:ext>
            </a:extLst>
          </p:cNvPr>
          <p:cNvSpPr>
            <a:spLocks noGrp="1"/>
          </p:cNvSpPr>
          <p:nvPr/>
        </p:nvSpPr>
        <p:spPr>
          <a:xfrm>
            <a:off x="53162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A1_bar_GT_11726">
            <a:extLst>
              <a:ext uri="{FF2B5EF4-FFF2-40B4-BE49-F238E27FC236}">
                <a16:creationId xmlns:a16="http://schemas.microsoft.com/office/drawing/2014/main" id="{9E1EB66A-4FB9-46AC-B1EA-D8F461A472C7}"/>
              </a:ext>
            </a:extLst>
          </p:cNvPr>
          <p:cNvSpPr>
            <a:spLocks noGrp="1"/>
          </p:cNvSpPr>
          <p:nvPr/>
        </p:nvSpPr>
        <p:spPr>
          <a:xfrm>
            <a:off x="5407668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A1_bar_GT_11727">
            <a:extLst>
              <a:ext uri="{FF2B5EF4-FFF2-40B4-BE49-F238E27FC236}">
                <a16:creationId xmlns:a16="http://schemas.microsoft.com/office/drawing/2014/main" id="{DA49E843-9E43-47FE-A77A-69FC6E690A75}"/>
              </a:ext>
            </a:extLst>
          </p:cNvPr>
          <p:cNvSpPr>
            <a:spLocks noGrp="1"/>
          </p:cNvSpPr>
          <p:nvPr/>
        </p:nvSpPr>
        <p:spPr>
          <a:xfrm>
            <a:off x="53498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A1_bar_GT_11728">
            <a:extLst>
              <a:ext uri="{FF2B5EF4-FFF2-40B4-BE49-F238E27FC236}">
                <a16:creationId xmlns:a16="http://schemas.microsoft.com/office/drawing/2014/main" id="{4355D36F-A933-4B6C-ABF9-95C2C4E60D49}"/>
              </a:ext>
            </a:extLst>
          </p:cNvPr>
          <p:cNvSpPr>
            <a:spLocks noGrp="1"/>
          </p:cNvSpPr>
          <p:nvPr/>
        </p:nvSpPr>
        <p:spPr>
          <a:xfrm>
            <a:off x="5391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A1_bar_GT_11729">
            <a:extLst>
              <a:ext uri="{FF2B5EF4-FFF2-40B4-BE49-F238E27FC236}">
                <a16:creationId xmlns:a16="http://schemas.microsoft.com/office/drawing/2014/main" id="{B26E2A56-0B71-42B1-9D56-9C3FD5AC64C7}"/>
              </a:ext>
            </a:extLst>
          </p:cNvPr>
          <p:cNvSpPr>
            <a:spLocks noGrp="1"/>
          </p:cNvSpPr>
          <p:nvPr/>
        </p:nvSpPr>
        <p:spPr>
          <a:xfrm>
            <a:off x="529423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A1_bar_GT_11730">
            <a:extLst>
              <a:ext uri="{FF2B5EF4-FFF2-40B4-BE49-F238E27FC236}">
                <a16:creationId xmlns:a16="http://schemas.microsoft.com/office/drawing/2014/main" id="{6EF2D367-C48B-4BB4-856E-59C1673AB50D}"/>
              </a:ext>
            </a:extLst>
          </p:cNvPr>
          <p:cNvSpPr>
            <a:spLocks noGrp="1"/>
          </p:cNvSpPr>
          <p:nvPr/>
        </p:nvSpPr>
        <p:spPr>
          <a:xfrm>
            <a:off x="54327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A1_bar_GT_11731">
            <a:extLst>
              <a:ext uri="{FF2B5EF4-FFF2-40B4-BE49-F238E27FC236}">
                <a16:creationId xmlns:a16="http://schemas.microsoft.com/office/drawing/2014/main" id="{BA5AC3EE-86F0-403D-B129-8F73A2633C6B}"/>
              </a:ext>
            </a:extLst>
          </p:cNvPr>
          <p:cNvSpPr>
            <a:spLocks noGrp="1"/>
          </p:cNvSpPr>
          <p:nvPr/>
        </p:nvSpPr>
        <p:spPr>
          <a:xfrm>
            <a:off x="5314949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A1_bar_GT_11732">
            <a:extLst>
              <a:ext uri="{FF2B5EF4-FFF2-40B4-BE49-F238E27FC236}">
                <a16:creationId xmlns:a16="http://schemas.microsoft.com/office/drawing/2014/main" id="{9BC63527-83C9-44D2-B0BB-8855D6CB3272}"/>
              </a:ext>
            </a:extLst>
          </p:cNvPr>
          <p:cNvSpPr>
            <a:spLocks noGrp="1"/>
          </p:cNvSpPr>
          <p:nvPr/>
        </p:nvSpPr>
        <p:spPr>
          <a:xfrm>
            <a:off x="53400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A1_bar_GT_11733">
            <a:extLst>
              <a:ext uri="{FF2B5EF4-FFF2-40B4-BE49-F238E27FC236}">
                <a16:creationId xmlns:a16="http://schemas.microsoft.com/office/drawing/2014/main" id="{1C7A473C-B96C-4509-89D1-2DCF0CE89ED2}"/>
              </a:ext>
            </a:extLst>
          </p:cNvPr>
          <p:cNvSpPr>
            <a:spLocks noGrp="1"/>
          </p:cNvSpPr>
          <p:nvPr/>
        </p:nvSpPr>
        <p:spPr>
          <a:xfrm>
            <a:off x="5496951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A1_bar_GT_11734">
            <a:extLst>
              <a:ext uri="{FF2B5EF4-FFF2-40B4-BE49-F238E27FC236}">
                <a16:creationId xmlns:a16="http://schemas.microsoft.com/office/drawing/2014/main" id="{95A5E75E-B44C-40C3-B724-92B05931DE0B}"/>
              </a:ext>
            </a:extLst>
          </p:cNvPr>
          <p:cNvSpPr>
            <a:spLocks noGrp="1"/>
          </p:cNvSpPr>
          <p:nvPr/>
        </p:nvSpPr>
        <p:spPr>
          <a:xfrm>
            <a:off x="708931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A1_bar_GT_11735">
            <a:extLst>
              <a:ext uri="{FF2B5EF4-FFF2-40B4-BE49-F238E27FC236}">
                <a16:creationId xmlns:a16="http://schemas.microsoft.com/office/drawing/2014/main" id="{D72B6A76-6678-474F-9090-198949FB6E8F}"/>
              </a:ext>
            </a:extLst>
          </p:cNvPr>
          <p:cNvSpPr>
            <a:spLocks noGrp="1"/>
          </p:cNvSpPr>
          <p:nvPr/>
        </p:nvSpPr>
        <p:spPr>
          <a:xfrm>
            <a:off x="69985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A1_bar_GT_11736">
            <a:extLst>
              <a:ext uri="{FF2B5EF4-FFF2-40B4-BE49-F238E27FC236}">
                <a16:creationId xmlns:a16="http://schemas.microsoft.com/office/drawing/2014/main" id="{BC074E36-D098-4D22-BB32-72438D3B6A26}"/>
              </a:ext>
            </a:extLst>
          </p:cNvPr>
          <p:cNvSpPr>
            <a:spLocks noGrp="1"/>
          </p:cNvSpPr>
          <p:nvPr/>
        </p:nvSpPr>
        <p:spPr>
          <a:xfrm>
            <a:off x="70702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A1_bar_GT_11737">
            <a:extLst>
              <a:ext uri="{FF2B5EF4-FFF2-40B4-BE49-F238E27FC236}">
                <a16:creationId xmlns:a16="http://schemas.microsoft.com/office/drawing/2014/main" id="{21AFDB0D-E480-4B2E-ACF9-1BE30B192892}"/>
              </a:ext>
            </a:extLst>
          </p:cNvPr>
          <p:cNvSpPr>
            <a:spLocks noGrp="1"/>
          </p:cNvSpPr>
          <p:nvPr/>
        </p:nvSpPr>
        <p:spPr>
          <a:xfrm>
            <a:off x="7101427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A1_bar_GT_11738">
            <a:extLst>
              <a:ext uri="{FF2B5EF4-FFF2-40B4-BE49-F238E27FC236}">
                <a16:creationId xmlns:a16="http://schemas.microsoft.com/office/drawing/2014/main" id="{C5FF022D-8033-423B-8265-8CF875ABCCF0}"/>
              </a:ext>
            </a:extLst>
          </p:cNvPr>
          <p:cNvSpPr>
            <a:spLocks noGrp="1"/>
          </p:cNvSpPr>
          <p:nvPr/>
        </p:nvSpPr>
        <p:spPr>
          <a:xfrm>
            <a:off x="7024286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A1_bar_GT_11739">
            <a:extLst>
              <a:ext uri="{FF2B5EF4-FFF2-40B4-BE49-F238E27FC236}">
                <a16:creationId xmlns:a16="http://schemas.microsoft.com/office/drawing/2014/main" id="{0E6C21A0-F2C0-4272-B6AE-07B8452AB30D}"/>
              </a:ext>
            </a:extLst>
          </p:cNvPr>
          <p:cNvSpPr>
            <a:spLocks noGrp="1"/>
          </p:cNvSpPr>
          <p:nvPr/>
        </p:nvSpPr>
        <p:spPr>
          <a:xfrm>
            <a:off x="69192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A1_bar_GT_11740">
            <a:extLst>
              <a:ext uri="{FF2B5EF4-FFF2-40B4-BE49-F238E27FC236}">
                <a16:creationId xmlns:a16="http://schemas.microsoft.com/office/drawing/2014/main" id="{9864709C-5FBB-49C1-952C-633FDC283151}"/>
              </a:ext>
            </a:extLst>
          </p:cNvPr>
          <p:cNvSpPr>
            <a:spLocks noGrp="1"/>
          </p:cNvSpPr>
          <p:nvPr/>
        </p:nvSpPr>
        <p:spPr>
          <a:xfrm>
            <a:off x="68910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A1_bar_GT_11741">
            <a:extLst>
              <a:ext uri="{FF2B5EF4-FFF2-40B4-BE49-F238E27FC236}">
                <a16:creationId xmlns:a16="http://schemas.microsoft.com/office/drawing/2014/main" id="{7DE4307D-6508-4ADC-B7DF-2177C27A58F4}"/>
              </a:ext>
            </a:extLst>
          </p:cNvPr>
          <p:cNvSpPr>
            <a:spLocks noGrp="1"/>
          </p:cNvSpPr>
          <p:nvPr/>
        </p:nvSpPr>
        <p:spPr>
          <a:xfrm>
            <a:off x="706753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A1_bar_GT_11742">
            <a:extLst>
              <a:ext uri="{FF2B5EF4-FFF2-40B4-BE49-F238E27FC236}">
                <a16:creationId xmlns:a16="http://schemas.microsoft.com/office/drawing/2014/main" id="{FBB62534-C2D1-48F7-93A7-FD09270206FA}"/>
              </a:ext>
            </a:extLst>
          </p:cNvPr>
          <p:cNvSpPr>
            <a:spLocks noGrp="1"/>
          </p:cNvSpPr>
          <p:nvPr/>
        </p:nvSpPr>
        <p:spPr>
          <a:xfrm>
            <a:off x="6981134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A1_bar_GT_11743">
            <a:extLst>
              <a:ext uri="{FF2B5EF4-FFF2-40B4-BE49-F238E27FC236}">
                <a16:creationId xmlns:a16="http://schemas.microsoft.com/office/drawing/2014/main" id="{0F2D239F-8410-4486-9613-B790A0A11BE3}"/>
              </a:ext>
            </a:extLst>
          </p:cNvPr>
          <p:cNvSpPr>
            <a:spLocks noGrp="1"/>
          </p:cNvSpPr>
          <p:nvPr/>
        </p:nvSpPr>
        <p:spPr>
          <a:xfrm>
            <a:off x="70462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A1_bar_GT_11744">
            <a:extLst>
              <a:ext uri="{FF2B5EF4-FFF2-40B4-BE49-F238E27FC236}">
                <a16:creationId xmlns:a16="http://schemas.microsoft.com/office/drawing/2014/main" id="{0BDAD4B4-A71B-4FB0-ABB7-7F8D99E4326B}"/>
              </a:ext>
            </a:extLst>
          </p:cNvPr>
          <p:cNvSpPr>
            <a:spLocks noGrp="1"/>
          </p:cNvSpPr>
          <p:nvPr/>
        </p:nvSpPr>
        <p:spPr>
          <a:xfrm>
            <a:off x="710000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A1_bar_GT_11745">
            <a:extLst>
              <a:ext uri="{FF2B5EF4-FFF2-40B4-BE49-F238E27FC236}">
                <a16:creationId xmlns:a16="http://schemas.microsoft.com/office/drawing/2014/main" id="{D5C60F5E-1F2B-4757-BE37-62D9D6013D05}"/>
              </a:ext>
            </a:extLst>
          </p:cNvPr>
          <p:cNvSpPr>
            <a:spLocks noGrp="1"/>
          </p:cNvSpPr>
          <p:nvPr/>
        </p:nvSpPr>
        <p:spPr>
          <a:xfrm>
            <a:off x="7010126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A1_bar_GT_11746">
            <a:extLst>
              <a:ext uri="{FF2B5EF4-FFF2-40B4-BE49-F238E27FC236}">
                <a16:creationId xmlns:a16="http://schemas.microsoft.com/office/drawing/2014/main" id="{E36B2A9B-AEFF-4818-9429-DBDDBDF31102}"/>
              </a:ext>
            </a:extLst>
          </p:cNvPr>
          <p:cNvSpPr>
            <a:spLocks noGrp="1"/>
          </p:cNvSpPr>
          <p:nvPr/>
        </p:nvSpPr>
        <p:spPr>
          <a:xfrm>
            <a:off x="696273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A1_bar_GT_11747">
            <a:extLst>
              <a:ext uri="{FF2B5EF4-FFF2-40B4-BE49-F238E27FC236}">
                <a16:creationId xmlns:a16="http://schemas.microsoft.com/office/drawing/2014/main" id="{47623153-7026-43BD-AD57-18E6A74508E7}"/>
              </a:ext>
            </a:extLst>
          </p:cNvPr>
          <p:cNvSpPr>
            <a:spLocks noGrp="1"/>
          </p:cNvSpPr>
          <p:nvPr/>
        </p:nvSpPr>
        <p:spPr>
          <a:xfrm>
            <a:off x="7001904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A1_bar_GT_11748">
            <a:extLst>
              <a:ext uri="{FF2B5EF4-FFF2-40B4-BE49-F238E27FC236}">
                <a16:creationId xmlns:a16="http://schemas.microsoft.com/office/drawing/2014/main" id="{7305482C-4182-44F1-A9E0-7024050CC38F}"/>
              </a:ext>
            </a:extLst>
          </p:cNvPr>
          <p:cNvSpPr>
            <a:spLocks noGrp="1"/>
          </p:cNvSpPr>
          <p:nvPr/>
        </p:nvSpPr>
        <p:spPr>
          <a:xfrm>
            <a:off x="68717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A1_bar_GT_11749">
            <a:extLst>
              <a:ext uri="{FF2B5EF4-FFF2-40B4-BE49-F238E27FC236}">
                <a16:creationId xmlns:a16="http://schemas.microsoft.com/office/drawing/2014/main" id="{8C7688CA-A99A-4AC9-836D-523DB839BE20}"/>
              </a:ext>
            </a:extLst>
          </p:cNvPr>
          <p:cNvSpPr>
            <a:spLocks noGrp="1"/>
          </p:cNvSpPr>
          <p:nvPr/>
        </p:nvSpPr>
        <p:spPr>
          <a:xfrm>
            <a:off x="709279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A1_bar_GT_11750">
            <a:extLst>
              <a:ext uri="{FF2B5EF4-FFF2-40B4-BE49-F238E27FC236}">
                <a16:creationId xmlns:a16="http://schemas.microsoft.com/office/drawing/2014/main" id="{D11D7F8F-5E04-4338-89B2-C47CC86F52E2}"/>
              </a:ext>
            </a:extLst>
          </p:cNvPr>
          <p:cNvSpPr>
            <a:spLocks noGrp="1"/>
          </p:cNvSpPr>
          <p:nvPr/>
        </p:nvSpPr>
        <p:spPr>
          <a:xfrm>
            <a:off x="7014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A1_bar_GT_11751">
            <a:extLst>
              <a:ext uri="{FF2B5EF4-FFF2-40B4-BE49-F238E27FC236}">
                <a16:creationId xmlns:a16="http://schemas.microsoft.com/office/drawing/2014/main" id="{4E2810D0-8FA5-48F2-84E6-47118217CACA}"/>
              </a:ext>
            </a:extLst>
          </p:cNvPr>
          <p:cNvSpPr>
            <a:spLocks noGrp="1"/>
          </p:cNvSpPr>
          <p:nvPr/>
        </p:nvSpPr>
        <p:spPr>
          <a:xfrm>
            <a:off x="69104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A1_bar_GT_11752">
            <a:extLst>
              <a:ext uri="{FF2B5EF4-FFF2-40B4-BE49-F238E27FC236}">
                <a16:creationId xmlns:a16="http://schemas.microsoft.com/office/drawing/2014/main" id="{D0DD8D37-CDF6-4DD3-A248-B75F01BC45CF}"/>
              </a:ext>
            </a:extLst>
          </p:cNvPr>
          <p:cNvSpPr>
            <a:spLocks noGrp="1"/>
          </p:cNvSpPr>
          <p:nvPr/>
        </p:nvSpPr>
        <p:spPr>
          <a:xfrm>
            <a:off x="68687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A1_bar_GT_11753">
            <a:extLst>
              <a:ext uri="{FF2B5EF4-FFF2-40B4-BE49-F238E27FC236}">
                <a16:creationId xmlns:a16="http://schemas.microsoft.com/office/drawing/2014/main" id="{87A209D0-6B70-4563-B522-80C6C4971DC0}"/>
              </a:ext>
            </a:extLst>
          </p:cNvPr>
          <p:cNvSpPr>
            <a:spLocks noGrp="1"/>
          </p:cNvSpPr>
          <p:nvPr/>
        </p:nvSpPr>
        <p:spPr>
          <a:xfrm>
            <a:off x="7057306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A1_bar_GT_11754">
            <a:extLst>
              <a:ext uri="{FF2B5EF4-FFF2-40B4-BE49-F238E27FC236}">
                <a16:creationId xmlns:a16="http://schemas.microsoft.com/office/drawing/2014/main" id="{482D0655-0740-4D15-A4AA-01A0E41C0730}"/>
              </a:ext>
            </a:extLst>
          </p:cNvPr>
          <p:cNvSpPr>
            <a:spLocks noGrp="1"/>
          </p:cNvSpPr>
          <p:nvPr/>
        </p:nvSpPr>
        <p:spPr>
          <a:xfrm>
            <a:off x="7038511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A1_bar_GT_11755">
            <a:extLst>
              <a:ext uri="{FF2B5EF4-FFF2-40B4-BE49-F238E27FC236}">
                <a16:creationId xmlns:a16="http://schemas.microsoft.com/office/drawing/2014/main" id="{6D6638E1-D140-437E-9647-A88078924FE0}"/>
              </a:ext>
            </a:extLst>
          </p:cNvPr>
          <p:cNvSpPr>
            <a:spLocks noGrp="1"/>
          </p:cNvSpPr>
          <p:nvPr/>
        </p:nvSpPr>
        <p:spPr>
          <a:xfrm>
            <a:off x="68743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A1_bar_GT_11756">
            <a:extLst>
              <a:ext uri="{FF2B5EF4-FFF2-40B4-BE49-F238E27FC236}">
                <a16:creationId xmlns:a16="http://schemas.microsoft.com/office/drawing/2014/main" id="{8FB91656-2BA0-4B5C-AC5F-BC08C180730D}"/>
              </a:ext>
            </a:extLst>
          </p:cNvPr>
          <p:cNvSpPr>
            <a:spLocks noGrp="1"/>
          </p:cNvSpPr>
          <p:nvPr/>
        </p:nvSpPr>
        <p:spPr>
          <a:xfrm>
            <a:off x="6908107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A1_bar_GT_11757">
            <a:extLst>
              <a:ext uri="{FF2B5EF4-FFF2-40B4-BE49-F238E27FC236}">
                <a16:creationId xmlns:a16="http://schemas.microsoft.com/office/drawing/2014/main" id="{41BD88EF-4463-4726-BB94-29AADF1A40FF}"/>
              </a:ext>
            </a:extLst>
          </p:cNvPr>
          <p:cNvSpPr>
            <a:spLocks noGrp="1"/>
          </p:cNvSpPr>
          <p:nvPr/>
        </p:nvSpPr>
        <p:spPr>
          <a:xfrm>
            <a:off x="70486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A1_bar_GT_11758">
            <a:extLst>
              <a:ext uri="{FF2B5EF4-FFF2-40B4-BE49-F238E27FC236}">
                <a16:creationId xmlns:a16="http://schemas.microsoft.com/office/drawing/2014/main" id="{7136632A-8BBD-48EF-B76D-A86982B9BF4D}"/>
              </a:ext>
            </a:extLst>
          </p:cNvPr>
          <p:cNvSpPr>
            <a:spLocks noGrp="1"/>
          </p:cNvSpPr>
          <p:nvPr/>
        </p:nvSpPr>
        <p:spPr>
          <a:xfrm>
            <a:off x="699501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A1_bar_GT_11759">
            <a:extLst>
              <a:ext uri="{FF2B5EF4-FFF2-40B4-BE49-F238E27FC236}">
                <a16:creationId xmlns:a16="http://schemas.microsoft.com/office/drawing/2014/main" id="{35A196FD-E421-4AA4-9A00-0746586E42CF}"/>
              </a:ext>
            </a:extLst>
          </p:cNvPr>
          <p:cNvSpPr>
            <a:spLocks noGrp="1"/>
          </p:cNvSpPr>
          <p:nvPr/>
        </p:nvSpPr>
        <p:spPr>
          <a:xfrm>
            <a:off x="710198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A1_bar_GT_11760">
            <a:extLst>
              <a:ext uri="{FF2B5EF4-FFF2-40B4-BE49-F238E27FC236}">
                <a16:creationId xmlns:a16="http://schemas.microsoft.com/office/drawing/2014/main" id="{1ED8E4F3-7337-4567-B5D1-27A7E89BA93F}"/>
              </a:ext>
            </a:extLst>
          </p:cNvPr>
          <p:cNvSpPr>
            <a:spLocks noGrp="1"/>
          </p:cNvSpPr>
          <p:nvPr/>
        </p:nvSpPr>
        <p:spPr>
          <a:xfrm>
            <a:off x="6975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A1_bar_GT_11761">
            <a:extLst>
              <a:ext uri="{FF2B5EF4-FFF2-40B4-BE49-F238E27FC236}">
                <a16:creationId xmlns:a16="http://schemas.microsoft.com/office/drawing/2014/main" id="{54FB4028-EC3E-4CD0-A208-67676833B88E}"/>
              </a:ext>
            </a:extLst>
          </p:cNvPr>
          <p:cNvSpPr>
            <a:spLocks noGrp="1"/>
          </p:cNvSpPr>
          <p:nvPr/>
        </p:nvSpPr>
        <p:spPr>
          <a:xfrm>
            <a:off x="6952359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A1_bar_GT_11762">
            <a:extLst>
              <a:ext uri="{FF2B5EF4-FFF2-40B4-BE49-F238E27FC236}">
                <a16:creationId xmlns:a16="http://schemas.microsoft.com/office/drawing/2014/main" id="{34264F49-EED9-4778-8934-7F4FD79F301C}"/>
              </a:ext>
            </a:extLst>
          </p:cNvPr>
          <p:cNvSpPr>
            <a:spLocks noGrp="1"/>
          </p:cNvSpPr>
          <p:nvPr/>
        </p:nvSpPr>
        <p:spPr>
          <a:xfrm>
            <a:off x="6895850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A1_bar_GT_11763">
            <a:extLst>
              <a:ext uri="{FF2B5EF4-FFF2-40B4-BE49-F238E27FC236}">
                <a16:creationId xmlns:a16="http://schemas.microsoft.com/office/drawing/2014/main" id="{AB255399-CA0E-4A91-A3E6-E2A0C3832131}"/>
              </a:ext>
            </a:extLst>
          </p:cNvPr>
          <p:cNvSpPr>
            <a:spLocks noGrp="1"/>
          </p:cNvSpPr>
          <p:nvPr/>
        </p:nvSpPr>
        <p:spPr>
          <a:xfrm>
            <a:off x="69051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A1_bar_GT_11764">
            <a:extLst>
              <a:ext uri="{FF2B5EF4-FFF2-40B4-BE49-F238E27FC236}">
                <a16:creationId xmlns:a16="http://schemas.microsoft.com/office/drawing/2014/main" id="{F93E3E01-7A2B-4FD1-9A66-1A292426B071}"/>
              </a:ext>
            </a:extLst>
          </p:cNvPr>
          <p:cNvSpPr>
            <a:spLocks noGrp="1"/>
          </p:cNvSpPr>
          <p:nvPr/>
        </p:nvSpPr>
        <p:spPr>
          <a:xfrm>
            <a:off x="686511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A1_bar_GT_11765">
            <a:extLst>
              <a:ext uri="{FF2B5EF4-FFF2-40B4-BE49-F238E27FC236}">
                <a16:creationId xmlns:a16="http://schemas.microsoft.com/office/drawing/2014/main" id="{AD948598-CDF4-4E24-9C5F-5BBDD469DC93}"/>
              </a:ext>
            </a:extLst>
          </p:cNvPr>
          <p:cNvSpPr>
            <a:spLocks noGrp="1"/>
          </p:cNvSpPr>
          <p:nvPr/>
        </p:nvSpPr>
        <p:spPr>
          <a:xfrm>
            <a:off x="702854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A1_bar_GT_11766">
            <a:extLst>
              <a:ext uri="{FF2B5EF4-FFF2-40B4-BE49-F238E27FC236}">
                <a16:creationId xmlns:a16="http://schemas.microsoft.com/office/drawing/2014/main" id="{B4520033-249A-418D-9D83-EF8B5039C3FF}"/>
              </a:ext>
            </a:extLst>
          </p:cNvPr>
          <p:cNvSpPr>
            <a:spLocks noGrp="1"/>
          </p:cNvSpPr>
          <p:nvPr/>
        </p:nvSpPr>
        <p:spPr>
          <a:xfrm>
            <a:off x="68818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A1_bar_GT_11767">
            <a:extLst>
              <a:ext uri="{FF2B5EF4-FFF2-40B4-BE49-F238E27FC236}">
                <a16:creationId xmlns:a16="http://schemas.microsoft.com/office/drawing/2014/main" id="{1CBF297D-6FB7-428B-AF14-F6EEF837F673}"/>
              </a:ext>
            </a:extLst>
          </p:cNvPr>
          <p:cNvSpPr>
            <a:spLocks noGrp="1"/>
          </p:cNvSpPr>
          <p:nvPr/>
        </p:nvSpPr>
        <p:spPr>
          <a:xfrm>
            <a:off x="689928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A1_bar_GT_11768">
            <a:extLst>
              <a:ext uri="{FF2B5EF4-FFF2-40B4-BE49-F238E27FC236}">
                <a16:creationId xmlns:a16="http://schemas.microsoft.com/office/drawing/2014/main" id="{4B653700-9733-4D8D-A328-56837F221484}"/>
              </a:ext>
            </a:extLst>
          </p:cNvPr>
          <p:cNvSpPr>
            <a:spLocks noGrp="1"/>
          </p:cNvSpPr>
          <p:nvPr/>
        </p:nvSpPr>
        <p:spPr>
          <a:xfrm>
            <a:off x="705769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A1_bar_GT_11769">
            <a:extLst>
              <a:ext uri="{FF2B5EF4-FFF2-40B4-BE49-F238E27FC236}">
                <a16:creationId xmlns:a16="http://schemas.microsoft.com/office/drawing/2014/main" id="{C2407C95-EFF6-4193-ADFC-274F55477DDE}"/>
              </a:ext>
            </a:extLst>
          </p:cNvPr>
          <p:cNvSpPr>
            <a:spLocks noGrp="1"/>
          </p:cNvSpPr>
          <p:nvPr/>
        </p:nvSpPr>
        <p:spPr>
          <a:xfrm>
            <a:off x="7016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A1_bar_GT_11770">
            <a:extLst>
              <a:ext uri="{FF2B5EF4-FFF2-40B4-BE49-F238E27FC236}">
                <a16:creationId xmlns:a16="http://schemas.microsoft.com/office/drawing/2014/main" id="{BC96366F-6F1C-452B-BDD6-4172DA2353F5}"/>
              </a:ext>
            </a:extLst>
          </p:cNvPr>
          <p:cNvSpPr>
            <a:spLocks noGrp="1"/>
          </p:cNvSpPr>
          <p:nvPr/>
        </p:nvSpPr>
        <p:spPr>
          <a:xfrm>
            <a:off x="6916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A1_bar_GT_11771">
            <a:extLst>
              <a:ext uri="{FF2B5EF4-FFF2-40B4-BE49-F238E27FC236}">
                <a16:creationId xmlns:a16="http://schemas.microsoft.com/office/drawing/2014/main" id="{EFB5E571-C0DD-4682-BA93-FB1884AE0567}"/>
              </a:ext>
            </a:extLst>
          </p:cNvPr>
          <p:cNvSpPr>
            <a:spLocks noGrp="1"/>
          </p:cNvSpPr>
          <p:nvPr/>
        </p:nvSpPr>
        <p:spPr>
          <a:xfrm>
            <a:off x="702127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A1_bar_GT_11772">
            <a:extLst>
              <a:ext uri="{FF2B5EF4-FFF2-40B4-BE49-F238E27FC236}">
                <a16:creationId xmlns:a16="http://schemas.microsoft.com/office/drawing/2014/main" id="{83489F32-E44F-4656-882D-DB7E899208D9}"/>
              </a:ext>
            </a:extLst>
          </p:cNvPr>
          <p:cNvSpPr>
            <a:spLocks noGrp="1"/>
          </p:cNvSpPr>
          <p:nvPr/>
        </p:nvSpPr>
        <p:spPr>
          <a:xfrm>
            <a:off x="689494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A1_bar_GT_11773">
            <a:extLst>
              <a:ext uri="{FF2B5EF4-FFF2-40B4-BE49-F238E27FC236}">
                <a16:creationId xmlns:a16="http://schemas.microsoft.com/office/drawing/2014/main" id="{EE1C3114-236A-4352-AA43-4E4AC695EC97}"/>
              </a:ext>
            </a:extLst>
          </p:cNvPr>
          <p:cNvSpPr>
            <a:spLocks noGrp="1"/>
          </p:cNvSpPr>
          <p:nvPr/>
        </p:nvSpPr>
        <p:spPr>
          <a:xfrm>
            <a:off x="7036668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A1_bar_GT_11774">
            <a:extLst>
              <a:ext uri="{FF2B5EF4-FFF2-40B4-BE49-F238E27FC236}">
                <a16:creationId xmlns:a16="http://schemas.microsoft.com/office/drawing/2014/main" id="{7F5859FD-1A54-43DB-914C-40D83D56E461}"/>
              </a:ext>
            </a:extLst>
          </p:cNvPr>
          <p:cNvSpPr>
            <a:spLocks noGrp="1"/>
          </p:cNvSpPr>
          <p:nvPr/>
        </p:nvSpPr>
        <p:spPr>
          <a:xfrm>
            <a:off x="685824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A1_bar_GT_11775">
            <a:extLst>
              <a:ext uri="{FF2B5EF4-FFF2-40B4-BE49-F238E27FC236}">
                <a16:creationId xmlns:a16="http://schemas.microsoft.com/office/drawing/2014/main" id="{3A815EF5-1214-422F-8759-9E2E8570AF81}"/>
              </a:ext>
            </a:extLst>
          </p:cNvPr>
          <p:cNvSpPr>
            <a:spLocks noGrp="1"/>
          </p:cNvSpPr>
          <p:nvPr/>
        </p:nvSpPr>
        <p:spPr>
          <a:xfrm>
            <a:off x="68601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A1_bar_GT_11776">
            <a:extLst>
              <a:ext uri="{FF2B5EF4-FFF2-40B4-BE49-F238E27FC236}">
                <a16:creationId xmlns:a16="http://schemas.microsoft.com/office/drawing/2014/main" id="{C29B07FD-E86E-4707-B4D7-2688C1B2B0CD}"/>
              </a:ext>
            </a:extLst>
          </p:cNvPr>
          <p:cNvSpPr>
            <a:spLocks noGrp="1"/>
          </p:cNvSpPr>
          <p:nvPr/>
        </p:nvSpPr>
        <p:spPr>
          <a:xfrm>
            <a:off x="7089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A1_bar_GT_11777">
            <a:extLst>
              <a:ext uri="{FF2B5EF4-FFF2-40B4-BE49-F238E27FC236}">
                <a16:creationId xmlns:a16="http://schemas.microsoft.com/office/drawing/2014/main" id="{0EF31107-E1BC-4C57-A5E0-35553D75C87A}"/>
              </a:ext>
            </a:extLst>
          </p:cNvPr>
          <p:cNvSpPr>
            <a:spLocks noGrp="1"/>
          </p:cNvSpPr>
          <p:nvPr/>
        </p:nvSpPr>
        <p:spPr>
          <a:xfrm>
            <a:off x="703866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A1_bar_GT_11778">
            <a:extLst>
              <a:ext uri="{FF2B5EF4-FFF2-40B4-BE49-F238E27FC236}">
                <a16:creationId xmlns:a16="http://schemas.microsoft.com/office/drawing/2014/main" id="{68349DEB-C6E3-41D4-AAF0-9A52329B89F3}"/>
              </a:ext>
            </a:extLst>
          </p:cNvPr>
          <p:cNvSpPr>
            <a:spLocks noGrp="1"/>
          </p:cNvSpPr>
          <p:nvPr/>
        </p:nvSpPr>
        <p:spPr>
          <a:xfrm>
            <a:off x="70457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A1_bar_GT_11779">
            <a:extLst>
              <a:ext uri="{FF2B5EF4-FFF2-40B4-BE49-F238E27FC236}">
                <a16:creationId xmlns:a16="http://schemas.microsoft.com/office/drawing/2014/main" id="{5636F058-9187-46F5-99C5-057099592861}"/>
              </a:ext>
            </a:extLst>
          </p:cNvPr>
          <p:cNvSpPr>
            <a:spLocks noGrp="1"/>
          </p:cNvSpPr>
          <p:nvPr/>
        </p:nvSpPr>
        <p:spPr>
          <a:xfrm>
            <a:off x="6893052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A1_bar_GT_11780">
            <a:extLst>
              <a:ext uri="{FF2B5EF4-FFF2-40B4-BE49-F238E27FC236}">
                <a16:creationId xmlns:a16="http://schemas.microsoft.com/office/drawing/2014/main" id="{988D565C-47D1-4A50-9F0F-EB0AB0BE5DE3}"/>
              </a:ext>
            </a:extLst>
          </p:cNvPr>
          <p:cNvSpPr>
            <a:spLocks noGrp="1"/>
          </p:cNvSpPr>
          <p:nvPr/>
        </p:nvSpPr>
        <p:spPr>
          <a:xfrm>
            <a:off x="689144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A1_bar_GT_11781">
            <a:extLst>
              <a:ext uri="{FF2B5EF4-FFF2-40B4-BE49-F238E27FC236}">
                <a16:creationId xmlns:a16="http://schemas.microsoft.com/office/drawing/2014/main" id="{C479573C-C421-4E27-A15E-FF1175425528}"/>
              </a:ext>
            </a:extLst>
          </p:cNvPr>
          <p:cNvSpPr>
            <a:spLocks noGrp="1"/>
          </p:cNvSpPr>
          <p:nvPr/>
        </p:nvSpPr>
        <p:spPr>
          <a:xfrm>
            <a:off x="69637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A1_bar_GT_11782">
            <a:extLst>
              <a:ext uri="{FF2B5EF4-FFF2-40B4-BE49-F238E27FC236}">
                <a16:creationId xmlns:a16="http://schemas.microsoft.com/office/drawing/2014/main" id="{B0C7FCCC-0F32-4AFB-974B-B59357CD7AA7}"/>
              </a:ext>
            </a:extLst>
          </p:cNvPr>
          <p:cNvSpPr>
            <a:spLocks noGrp="1"/>
          </p:cNvSpPr>
          <p:nvPr/>
        </p:nvSpPr>
        <p:spPr>
          <a:xfrm>
            <a:off x="689096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A1_bar_GT_11783">
            <a:extLst>
              <a:ext uri="{FF2B5EF4-FFF2-40B4-BE49-F238E27FC236}">
                <a16:creationId xmlns:a16="http://schemas.microsoft.com/office/drawing/2014/main" id="{84238EAB-BCE1-4CFD-8E74-2E9E477C7106}"/>
              </a:ext>
            </a:extLst>
          </p:cNvPr>
          <p:cNvSpPr>
            <a:spLocks noGrp="1"/>
          </p:cNvSpPr>
          <p:nvPr/>
        </p:nvSpPr>
        <p:spPr>
          <a:xfrm>
            <a:off x="686978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A1_bar_GT_11784">
            <a:extLst>
              <a:ext uri="{FF2B5EF4-FFF2-40B4-BE49-F238E27FC236}">
                <a16:creationId xmlns:a16="http://schemas.microsoft.com/office/drawing/2014/main" id="{2DBC121C-9761-4397-BABE-07B069EB0D63}"/>
              </a:ext>
            </a:extLst>
          </p:cNvPr>
          <p:cNvSpPr>
            <a:spLocks noGrp="1"/>
          </p:cNvSpPr>
          <p:nvPr/>
        </p:nvSpPr>
        <p:spPr>
          <a:xfrm>
            <a:off x="691222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A1_bar_GT_11785">
            <a:extLst>
              <a:ext uri="{FF2B5EF4-FFF2-40B4-BE49-F238E27FC236}">
                <a16:creationId xmlns:a16="http://schemas.microsoft.com/office/drawing/2014/main" id="{DF0E0656-4A22-40E8-94E9-5AEECB937B4E}"/>
              </a:ext>
            </a:extLst>
          </p:cNvPr>
          <p:cNvSpPr>
            <a:spLocks noGrp="1"/>
          </p:cNvSpPr>
          <p:nvPr/>
        </p:nvSpPr>
        <p:spPr>
          <a:xfrm>
            <a:off x="69588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A1_bar_GT_11786">
            <a:extLst>
              <a:ext uri="{FF2B5EF4-FFF2-40B4-BE49-F238E27FC236}">
                <a16:creationId xmlns:a16="http://schemas.microsoft.com/office/drawing/2014/main" id="{BBB5FB85-6E2C-480D-A102-A8BF6FA9B03F}"/>
              </a:ext>
            </a:extLst>
          </p:cNvPr>
          <p:cNvSpPr>
            <a:spLocks noGrp="1"/>
          </p:cNvSpPr>
          <p:nvPr/>
        </p:nvSpPr>
        <p:spPr>
          <a:xfrm>
            <a:off x="6962448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A1_bar_GT_11787">
            <a:extLst>
              <a:ext uri="{FF2B5EF4-FFF2-40B4-BE49-F238E27FC236}">
                <a16:creationId xmlns:a16="http://schemas.microsoft.com/office/drawing/2014/main" id="{41A0B0B5-FF62-4BA8-8583-84AF3FB1448A}"/>
              </a:ext>
            </a:extLst>
          </p:cNvPr>
          <p:cNvSpPr>
            <a:spLocks noGrp="1"/>
          </p:cNvSpPr>
          <p:nvPr/>
        </p:nvSpPr>
        <p:spPr>
          <a:xfrm>
            <a:off x="6963964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A1_bar_GT_11788">
            <a:extLst>
              <a:ext uri="{FF2B5EF4-FFF2-40B4-BE49-F238E27FC236}">
                <a16:creationId xmlns:a16="http://schemas.microsoft.com/office/drawing/2014/main" id="{738FC864-A98E-48AE-B788-668FDAD752D0}"/>
              </a:ext>
            </a:extLst>
          </p:cNvPr>
          <p:cNvSpPr>
            <a:spLocks noGrp="1"/>
          </p:cNvSpPr>
          <p:nvPr/>
        </p:nvSpPr>
        <p:spPr>
          <a:xfrm>
            <a:off x="7067975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A1_bar_GT_11789">
            <a:extLst>
              <a:ext uri="{FF2B5EF4-FFF2-40B4-BE49-F238E27FC236}">
                <a16:creationId xmlns:a16="http://schemas.microsoft.com/office/drawing/2014/main" id="{0FB30695-9CEC-47EE-B59F-4CEED587736B}"/>
              </a:ext>
            </a:extLst>
          </p:cNvPr>
          <p:cNvSpPr>
            <a:spLocks noGrp="1"/>
          </p:cNvSpPr>
          <p:nvPr/>
        </p:nvSpPr>
        <p:spPr>
          <a:xfrm>
            <a:off x="6947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A1_bar_GT_11790">
            <a:extLst>
              <a:ext uri="{FF2B5EF4-FFF2-40B4-BE49-F238E27FC236}">
                <a16:creationId xmlns:a16="http://schemas.microsoft.com/office/drawing/2014/main" id="{527DDDAC-D33F-494B-ADB5-887A72B46FE6}"/>
              </a:ext>
            </a:extLst>
          </p:cNvPr>
          <p:cNvSpPr>
            <a:spLocks noGrp="1"/>
          </p:cNvSpPr>
          <p:nvPr/>
        </p:nvSpPr>
        <p:spPr>
          <a:xfrm>
            <a:off x="7018228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A1_bar_GT_11791">
            <a:extLst>
              <a:ext uri="{FF2B5EF4-FFF2-40B4-BE49-F238E27FC236}">
                <a16:creationId xmlns:a16="http://schemas.microsoft.com/office/drawing/2014/main" id="{EC1D8C13-2EF7-4AE7-B39D-A6CF51EFD01F}"/>
              </a:ext>
            </a:extLst>
          </p:cNvPr>
          <p:cNvSpPr>
            <a:spLocks noGrp="1"/>
          </p:cNvSpPr>
          <p:nvPr/>
        </p:nvSpPr>
        <p:spPr>
          <a:xfrm>
            <a:off x="70524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A1_bar_GT_11792">
            <a:extLst>
              <a:ext uri="{FF2B5EF4-FFF2-40B4-BE49-F238E27FC236}">
                <a16:creationId xmlns:a16="http://schemas.microsoft.com/office/drawing/2014/main" id="{E7B151C3-2777-4B1B-A531-C2C2CAD98BC3}"/>
              </a:ext>
            </a:extLst>
          </p:cNvPr>
          <p:cNvSpPr>
            <a:spLocks noGrp="1"/>
          </p:cNvSpPr>
          <p:nvPr/>
        </p:nvSpPr>
        <p:spPr>
          <a:xfrm>
            <a:off x="6960896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A1_bar_GT_11793">
            <a:extLst>
              <a:ext uri="{FF2B5EF4-FFF2-40B4-BE49-F238E27FC236}">
                <a16:creationId xmlns:a16="http://schemas.microsoft.com/office/drawing/2014/main" id="{1084FF76-0D0C-4648-BDC6-5039F00A2D45}"/>
              </a:ext>
            </a:extLst>
          </p:cNvPr>
          <p:cNvSpPr>
            <a:spLocks noGrp="1"/>
          </p:cNvSpPr>
          <p:nvPr/>
        </p:nvSpPr>
        <p:spPr>
          <a:xfrm>
            <a:off x="697148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A1_bar_GT_11794">
            <a:extLst>
              <a:ext uri="{FF2B5EF4-FFF2-40B4-BE49-F238E27FC236}">
                <a16:creationId xmlns:a16="http://schemas.microsoft.com/office/drawing/2014/main" id="{F93DCB37-CC40-41DF-A72F-E0B4E60A3658}"/>
              </a:ext>
            </a:extLst>
          </p:cNvPr>
          <p:cNvSpPr>
            <a:spLocks noGrp="1"/>
          </p:cNvSpPr>
          <p:nvPr/>
        </p:nvSpPr>
        <p:spPr>
          <a:xfrm>
            <a:off x="695458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A1_bar_GT_11795">
            <a:extLst>
              <a:ext uri="{FF2B5EF4-FFF2-40B4-BE49-F238E27FC236}">
                <a16:creationId xmlns:a16="http://schemas.microsoft.com/office/drawing/2014/main" id="{1B33E9F4-2C2C-4C49-92E5-CCB3F092EE08}"/>
              </a:ext>
            </a:extLst>
          </p:cNvPr>
          <p:cNvSpPr>
            <a:spLocks noGrp="1"/>
          </p:cNvSpPr>
          <p:nvPr/>
        </p:nvSpPr>
        <p:spPr>
          <a:xfrm>
            <a:off x="69307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A1_bar_GT_11796">
            <a:extLst>
              <a:ext uri="{FF2B5EF4-FFF2-40B4-BE49-F238E27FC236}">
                <a16:creationId xmlns:a16="http://schemas.microsoft.com/office/drawing/2014/main" id="{2128C5F2-53B8-4953-9796-AE3C55696373}"/>
              </a:ext>
            </a:extLst>
          </p:cNvPr>
          <p:cNvSpPr>
            <a:spLocks noGrp="1"/>
          </p:cNvSpPr>
          <p:nvPr/>
        </p:nvSpPr>
        <p:spPr>
          <a:xfrm>
            <a:off x="699164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A1_bar_GT_11797">
            <a:extLst>
              <a:ext uri="{FF2B5EF4-FFF2-40B4-BE49-F238E27FC236}">
                <a16:creationId xmlns:a16="http://schemas.microsoft.com/office/drawing/2014/main" id="{02C25CD4-957A-480D-8D9B-D74A0B4D3675}"/>
              </a:ext>
            </a:extLst>
          </p:cNvPr>
          <p:cNvSpPr>
            <a:spLocks noGrp="1"/>
          </p:cNvSpPr>
          <p:nvPr/>
        </p:nvSpPr>
        <p:spPr>
          <a:xfrm>
            <a:off x="69385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A1_bar_GT_11798">
            <a:extLst>
              <a:ext uri="{FF2B5EF4-FFF2-40B4-BE49-F238E27FC236}">
                <a16:creationId xmlns:a16="http://schemas.microsoft.com/office/drawing/2014/main" id="{E592C941-EA31-4FC4-8202-FEB6415AECE5}"/>
              </a:ext>
            </a:extLst>
          </p:cNvPr>
          <p:cNvSpPr>
            <a:spLocks noGrp="1"/>
          </p:cNvSpPr>
          <p:nvPr/>
        </p:nvSpPr>
        <p:spPr>
          <a:xfrm>
            <a:off x="68992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A1_bar_GT_11799">
            <a:extLst>
              <a:ext uri="{FF2B5EF4-FFF2-40B4-BE49-F238E27FC236}">
                <a16:creationId xmlns:a16="http://schemas.microsoft.com/office/drawing/2014/main" id="{4D93A349-71F0-465A-9BDF-B619A708CEAD}"/>
              </a:ext>
            </a:extLst>
          </p:cNvPr>
          <p:cNvSpPr>
            <a:spLocks noGrp="1"/>
          </p:cNvSpPr>
          <p:nvPr/>
        </p:nvSpPr>
        <p:spPr>
          <a:xfrm>
            <a:off x="69236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A1_bar_GT_11800">
            <a:extLst>
              <a:ext uri="{FF2B5EF4-FFF2-40B4-BE49-F238E27FC236}">
                <a16:creationId xmlns:a16="http://schemas.microsoft.com/office/drawing/2014/main" id="{FD9319C1-B76D-4ED3-A763-92D6B0A485F0}"/>
              </a:ext>
            </a:extLst>
          </p:cNvPr>
          <p:cNvSpPr>
            <a:spLocks noGrp="1"/>
          </p:cNvSpPr>
          <p:nvPr/>
        </p:nvSpPr>
        <p:spPr>
          <a:xfrm>
            <a:off x="69262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A1_bar_GT_11801">
            <a:extLst>
              <a:ext uri="{FF2B5EF4-FFF2-40B4-BE49-F238E27FC236}">
                <a16:creationId xmlns:a16="http://schemas.microsoft.com/office/drawing/2014/main" id="{2D2831E0-C4B8-4107-9681-44FF2F440D4E}"/>
              </a:ext>
            </a:extLst>
          </p:cNvPr>
          <p:cNvSpPr>
            <a:spLocks noGrp="1"/>
          </p:cNvSpPr>
          <p:nvPr/>
        </p:nvSpPr>
        <p:spPr>
          <a:xfrm>
            <a:off x="70643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A1_bar_GT_11802">
            <a:extLst>
              <a:ext uri="{FF2B5EF4-FFF2-40B4-BE49-F238E27FC236}">
                <a16:creationId xmlns:a16="http://schemas.microsoft.com/office/drawing/2014/main" id="{142B586E-AB94-4691-B50B-5F1CAA5065DB}"/>
              </a:ext>
            </a:extLst>
          </p:cNvPr>
          <p:cNvSpPr>
            <a:spLocks noGrp="1"/>
          </p:cNvSpPr>
          <p:nvPr/>
        </p:nvSpPr>
        <p:spPr>
          <a:xfrm>
            <a:off x="7026414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A1_bar_GT_11803">
            <a:extLst>
              <a:ext uri="{FF2B5EF4-FFF2-40B4-BE49-F238E27FC236}">
                <a16:creationId xmlns:a16="http://schemas.microsoft.com/office/drawing/2014/main" id="{9F9CB7EF-9669-4698-A58E-480659259304}"/>
              </a:ext>
            </a:extLst>
          </p:cNvPr>
          <p:cNvSpPr>
            <a:spLocks noGrp="1"/>
          </p:cNvSpPr>
          <p:nvPr/>
        </p:nvSpPr>
        <p:spPr>
          <a:xfrm>
            <a:off x="6882673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A1_bar_GT_11804">
            <a:extLst>
              <a:ext uri="{FF2B5EF4-FFF2-40B4-BE49-F238E27FC236}">
                <a16:creationId xmlns:a16="http://schemas.microsoft.com/office/drawing/2014/main" id="{E6D5E50E-77CF-447D-B8C9-0C44B3349E46}"/>
              </a:ext>
            </a:extLst>
          </p:cNvPr>
          <p:cNvSpPr>
            <a:spLocks noGrp="1"/>
          </p:cNvSpPr>
          <p:nvPr/>
        </p:nvSpPr>
        <p:spPr>
          <a:xfrm>
            <a:off x="69161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A1_bar_GT_11805">
            <a:extLst>
              <a:ext uri="{FF2B5EF4-FFF2-40B4-BE49-F238E27FC236}">
                <a16:creationId xmlns:a16="http://schemas.microsoft.com/office/drawing/2014/main" id="{15020725-7FDF-4CA1-A013-60C08A222BAE}"/>
              </a:ext>
            </a:extLst>
          </p:cNvPr>
          <p:cNvSpPr>
            <a:spLocks noGrp="1"/>
          </p:cNvSpPr>
          <p:nvPr/>
        </p:nvSpPr>
        <p:spPr>
          <a:xfrm>
            <a:off x="70372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A1_bar_GT_11806">
            <a:extLst>
              <a:ext uri="{FF2B5EF4-FFF2-40B4-BE49-F238E27FC236}">
                <a16:creationId xmlns:a16="http://schemas.microsoft.com/office/drawing/2014/main" id="{6A476FDA-0068-4C86-A81B-8638DF8DC122}"/>
              </a:ext>
            </a:extLst>
          </p:cNvPr>
          <p:cNvSpPr>
            <a:spLocks noGrp="1"/>
          </p:cNvSpPr>
          <p:nvPr/>
        </p:nvSpPr>
        <p:spPr>
          <a:xfrm>
            <a:off x="69421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A1_bar_GT_11807">
            <a:extLst>
              <a:ext uri="{FF2B5EF4-FFF2-40B4-BE49-F238E27FC236}">
                <a16:creationId xmlns:a16="http://schemas.microsoft.com/office/drawing/2014/main" id="{C0262FE4-801C-4F4C-81DF-E3FDAB5839A4}"/>
              </a:ext>
            </a:extLst>
          </p:cNvPr>
          <p:cNvSpPr>
            <a:spLocks noGrp="1"/>
          </p:cNvSpPr>
          <p:nvPr/>
        </p:nvSpPr>
        <p:spPr>
          <a:xfrm>
            <a:off x="707997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A1_bar_GT_11808">
            <a:extLst>
              <a:ext uri="{FF2B5EF4-FFF2-40B4-BE49-F238E27FC236}">
                <a16:creationId xmlns:a16="http://schemas.microsoft.com/office/drawing/2014/main" id="{DB3BB8AB-F65D-4B37-BB03-AE893BA9A118}"/>
              </a:ext>
            </a:extLst>
          </p:cNvPr>
          <p:cNvSpPr>
            <a:spLocks noGrp="1"/>
          </p:cNvSpPr>
          <p:nvPr/>
        </p:nvSpPr>
        <p:spPr>
          <a:xfrm>
            <a:off x="70863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A1_bar_GT_11809">
            <a:extLst>
              <a:ext uri="{FF2B5EF4-FFF2-40B4-BE49-F238E27FC236}">
                <a16:creationId xmlns:a16="http://schemas.microsoft.com/office/drawing/2014/main" id="{5E843A62-82E1-4D6B-8F9B-70912FF77E0D}"/>
              </a:ext>
            </a:extLst>
          </p:cNvPr>
          <p:cNvSpPr>
            <a:spLocks noGrp="1"/>
          </p:cNvSpPr>
          <p:nvPr/>
        </p:nvSpPr>
        <p:spPr>
          <a:xfrm>
            <a:off x="70239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A1_bar_GT_11810">
            <a:extLst>
              <a:ext uri="{FF2B5EF4-FFF2-40B4-BE49-F238E27FC236}">
                <a16:creationId xmlns:a16="http://schemas.microsoft.com/office/drawing/2014/main" id="{08D70A27-15E1-4275-AA66-B3A95644AA98}"/>
              </a:ext>
            </a:extLst>
          </p:cNvPr>
          <p:cNvSpPr>
            <a:spLocks noGrp="1"/>
          </p:cNvSpPr>
          <p:nvPr/>
        </p:nvSpPr>
        <p:spPr>
          <a:xfrm>
            <a:off x="70092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A1_bar_GT_11811">
            <a:extLst>
              <a:ext uri="{FF2B5EF4-FFF2-40B4-BE49-F238E27FC236}">
                <a16:creationId xmlns:a16="http://schemas.microsoft.com/office/drawing/2014/main" id="{5B17EFEB-9271-4789-878A-CCB4C462C086}"/>
              </a:ext>
            </a:extLst>
          </p:cNvPr>
          <p:cNvSpPr>
            <a:spLocks noGrp="1"/>
          </p:cNvSpPr>
          <p:nvPr/>
        </p:nvSpPr>
        <p:spPr>
          <a:xfrm>
            <a:off x="68752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A1_bar_GT_11812">
            <a:extLst>
              <a:ext uri="{FF2B5EF4-FFF2-40B4-BE49-F238E27FC236}">
                <a16:creationId xmlns:a16="http://schemas.microsoft.com/office/drawing/2014/main" id="{614A32D4-77F2-41E8-BFCA-1E7ED768402E}"/>
              </a:ext>
            </a:extLst>
          </p:cNvPr>
          <p:cNvSpPr>
            <a:spLocks noGrp="1"/>
          </p:cNvSpPr>
          <p:nvPr/>
        </p:nvSpPr>
        <p:spPr>
          <a:xfrm>
            <a:off x="70107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A1_bar_GT_11813">
            <a:extLst>
              <a:ext uri="{FF2B5EF4-FFF2-40B4-BE49-F238E27FC236}">
                <a16:creationId xmlns:a16="http://schemas.microsoft.com/office/drawing/2014/main" id="{5C47C3B2-E9E9-4217-92BA-9A6A6D361B30}"/>
              </a:ext>
            </a:extLst>
          </p:cNvPr>
          <p:cNvSpPr>
            <a:spLocks noGrp="1"/>
          </p:cNvSpPr>
          <p:nvPr/>
        </p:nvSpPr>
        <p:spPr>
          <a:xfrm>
            <a:off x="6933277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A1_bar_GT_11814">
            <a:extLst>
              <a:ext uri="{FF2B5EF4-FFF2-40B4-BE49-F238E27FC236}">
                <a16:creationId xmlns:a16="http://schemas.microsoft.com/office/drawing/2014/main" id="{109A0F75-A143-4054-8FA9-44975D948CC6}"/>
              </a:ext>
            </a:extLst>
          </p:cNvPr>
          <p:cNvSpPr>
            <a:spLocks noGrp="1"/>
          </p:cNvSpPr>
          <p:nvPr/>
        </p:nvSpPr>
        <p:spPr>
          <a:xfrm>
            <a:off x="70984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A1_bar_GT_11815">
            <a:extLst>
              <a:ext uri="{FF2B5EF4-FFF2-40B4-BE49-F238E27FC236}">
                <a16:creationId xmlns:a16="http://schemas.microsoft.com/office/drawing/2014/main" id="{A2DBE50F-498C-42FB-83B6-829B69459D67}"/>
              </a:ext>
            </a:extLst>
          </p:cNvPr>
          <p:cNvSpPr>
            <a:spLocks noGrp="1"/>
          </p:cNvSpPr>
          <p:nvPr/>
        </p:nvSpPr>
        <p:spPr>
          <a:xfrm>
            <a:off x="687557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A1_bar_GT_11816">
            <a:extLst>
              <a:ext uri="{FF2B5EF4-FFF2-40B4-BE49-F238E27FC236}">
                <a16:creationId xmlns:a16="http://schemas.microsoft.com/office/drawing/2014/main" id="{78308069-3462-4663-8B61-F80182654CD8}"/>
              </a:ext>
            </a:extLst>
          </p:cNvPr>
          <p:cNvSpPr>
            <a:spLocks noGrp="1"/>
          </p:cNvSpPr>
          <p:nvPr/>
        </p:nvSpPr>
        <p:spPr>
          <a:xfrm>
            <a:off x="7096103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A1_bar_GT_11817">
            <a:extLst>
              <a:ext uri="{FF2B5EF4-FFF2-40B4-BE49-F238E27FC236}">
                <a16:creationId xmlns:a16="http://schemas.microsoft.com/office/drawing/2014/main" id="{9E63EE01-3711-415A-8605-EC6284490A7F}"/>
              </a:ext>
            </a:extLst>
          </p:cNvPr>
          <p:cNvSpPr>
            <a:spLocks noGrp="1"/>
          </p:cNvSpPr>
          <p:nvPr/>
        </p:nvSpPr>
        <p:spPr>
          <a:xfrm>
            <a:off x="70738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A1_bar_GT_11818">
            <a:extLst>
              <a:ext uri="{FF2B5EF4-FFF2-40B4-BE49-F238E27FC236}">
                <a16:creationId xmlns:a16="http://schemas.microsoft.com/office/drawing/2014/main" id="{30EC636A-8110-40D7-B3C8-4BB93C2B7B42}"/>
              </a:ext>
            </a:extLst>
          </p:cNvPr>
          <p:cNvSpPr>
            <a:spLocks noGrp="1"/>
          </p:cNvSpPr>
          <p:nvPr/>
        </p:nvSpPr>
        <p:spPr>
          <a:xfrm>
            <a:off x="70352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A1_bar_GT_11819">
            <a:extLst>
              <a:ext uri="{FF2B5EF4-FFF2-40B4-BE49-F238E27FC236}">
                <a16:creationId xmlns:a16="http://schemas.microsoft.com/office/drawing/2014/main" id="{14DEC9ED-974E-4A97-BBEC-D6863FD75BD4}"/>
              </a:ext>
            </a:extLst>
          </p:cNvPr>
          <p:cNvSpPr>
            <a:spLocks noGrp="1"/>
          </p:cNvSpPr>
          <p:nvPr/>
        </p:nvSpPr>
        <p:spPr>
          <a:xfrm>
            <a:off x="6913942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A1_bar_GT_11820">
            <a:extLst>
              <a:ext uri="{FF2B5EF4-FFF2-40B4-BE49-F238E27FC236}">
                <a16:creationId xmlns:a16="http://schemas.microsoft.com/office/drawing/2014/main" id="{3292C364-4CF2-431D-8E48-34094987ED1A}"/>
              </a:ext>
            </a:extLst>
          </p:cNvPr>
          <p:cNvSpPr>
            <a:spLocks noGrp="1"/>
          </p:cNvSpPr>
          <p:nvPr/>
        </p:nvSpPr>
        <p:spPr>
          <a:xfrm>
            <a:off x="70214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A1_bar_GT_11821">
            <a:extLst>
              <a:ext uri="{FF2B5EF4-FFF2-40B4-BE49-F238E27FC236}">
                <a16:creationId xmlns:a16="http://schemas.microsoft.com/office/drawing/2014/main" id="{33DF0E4B-70BD-45C4-9E56-A2DCE6DA366F}"/>
              </a:ext>
            </a:extLst>
          </p:cNvPr>
          <p:cNvSpPr>
            <a:spLocks noGrp="1"/>
          </p:cNvSpPr>
          <p:nvPr/>
        </p:nvSpPr>
        <p:spPr>
          <a:xfrm>
            <a:off x="694280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A1_bar_GT_11822">
            <a:extLst>
              <a:ext uri="{FF2B5EF4-FFF2-40B4-BE49-F238E27FC236}">
                <a16:creationId xmlns:a16="http://schemas.microsoft.com/office/drawing/2014/main" id="{A4E07CF8-C2DD-4109-B98F-ED3187DA2FEB}"/>
              </a:ext>
            </a:extLst>
          </p:cNvPr>
          <p:cNvSpPr>
            <a:spLocks noGrp="1"/>
          </p:cNvSpPr>
          <p:nvPr/>
        </p:nvSpPr>
        <p:spPr>
          <a:xfrm>
            <a:off x="6852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A1_bar_GT_11823">
            <a:extLst>
              <a:ext uri="{FF2B5EF4-FFF2-40B4-BE49-F238E27FC236}">
                <a16:creationId xmlns:a16="http://schemas.microsoft.com/office/drawing/2014/main" id="{2C50AACE-A538-4650-B5A3-1D36EA5E8888}"/>
              </a:ext>
            </a:extLst>
          </p:cNvPr>
          <p:cNvSpPr>
            <a:spLocks noGrp="1"/>
          </p:cNvSpPr>
          <p:nvPr/>
        </p:nvSpPr>
        <p:spPr>
          <a:xfrm>
            <a:off x="706399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A1_bar_GT_11824">
            <a:extLst>
              <a:ext uri="{FF2B5EF4-FFF2-40B4-BE49-F238E27FC236}">
                <a16:creationId xmlns:a16="http://schemas.microsoft.com/office/drawing/2014/main" id="{5B61ECFD-1D53-421C-BA52-42C00BA33E96}"/>
              </a:ext>
            </a:extLst>
          </p:cNvPr>
          <p:cNvSpPr>
            <a:spLocks noGrp="1"/>
          </p:cNvSpPr>
          <p:nvPr/>
        </p:nvSpPr>
        <p:spPr>
          <a:xfrm>
            <a:off x="6993511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A1_bar_GT_11825">
            <a:extLst>
              <a:ext uri="{FF2B5EF4-FFF2-40B4-BE49-F238E27FC236}">
                <a16:creationId xmlns:a16="http://schemas.microsoft.com/office/drawing/2014/main" id="{10637537-C839-49B9-84CC-B0F1F7141840}"/>
              </a:ext>
            </a:extLst>
          </p:cNvPr>
          <p:cNvSpPr>
            <a:spLocks noGrp="1"/>
          </p:cNvSpPr>
          <p:nvPr/>
        </p:nvSpPr>
        <p:spPr>
          <a:xfrm>
            <a:off x="6984205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A1_bar_GT_11826">
            <a:extLst>
              <a:ext uri="{FF2B5EF4-FFF2-40B4-BE49-F238E27FC236}">
                <a16:creationId xmlns:a16="http://schemas.microsoft.com/office/drawing/2014/main" id="{6CE7FED2-11DB-4532-9F63-9294D8BED735}"/>
              </a:ext>
            </a:extLst>
          </p:cNvPr>
          <p:cNvSpPr>
            <a:spLocks noGrp="1"/>
          </p:cNvSpPr>
          <p:nvPr/>
        </p:nvSpPr>
        <p:spPr>
          <a:xfrm>
            <a:off x="6887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A1_bar_GT_11827">
            <a:extLst>
              <a:ext uri="{FF2B5EF4-FFF2-40B4-BE49-F238E27FC236}">
                <a16:creationId xmlns:a16="http://schemas.microsoft.com/office/drawing/2014/main" id="{D07BC7F5-4242-477A-8511-BBE100333BC2}"/>
              </a:ext>
            </a:extLst>
          </p:cNvPr>
          <p:cNvSpPr>
            <a:spLocks noGrp="1"/>
          </p:cNvSpPr>
          <p:nvPr/>
        </p:nvSpPr>
        <p:spPr>
          <a:xfrm>
            <a:off x="7048055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A1_bar_GT_11828">
            <a:extLst>
              <a:ext uri="{FF2B5EF4-FFF2-40B4-BE49-F238E27FC236}">
                <a16:creationId xmlns:a16="http://schemas.microsoft.com/office/drawing/2014/main" id="{CF274EFD-C050-453E-8FB8-C28ADA37E9CB}"/>
              </a:ext>
            </a:extLst>
          </p:cNvPr>
          <p:cNvSpPr>
            <a:spLocks noGrp="1"/>
          </p:cNvSpPr>
          <p:nvPr/>
        </p:nvSpPr>
        <p:spPr>
          <a:xfrm>
            <a:off x="70810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A1_bar_GT_11829">
            <a:extLst>
              <a:ext uri="{FF2B5EF4-FFF2-40B4-BE49-F238E27FC236}">
                <a16:creationId xmlns:a16="http://schemas.microsoft.com/office/drawing/2014/main" id="{E37E6232-73C1-4D18-A45C-AFEA08EA18B0}"/>
              </a:ext>
            </a:extLst>
          </p:cNvPr>
          <p:cNvSpPr>
            <a:spLocks noGrp="1"/>
          </p:cNvSpPr>
          <p:nvPr/>
        </p:nvSpPr>
        <p:spPr>
          <a:xfrm>
            <a:off x="707865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A1_bar_GT_11830">
            <a:extLst>
              <a:ext uri="{FF2B5EF4-FFF2-40B4-BE49-F238E27FC236}">
                <a16:creationId xmlns:a16="http://schemas.microsoft.com/office/drawing/2014/main" id="{7CF99356-35BD-4FA1-8D35-3BD3165FCC5A}"/>
              </a:ext>
            </a:extLst>
          </p:cNvPr>
          <p:cNvSpPr>
            <a:spLocks noGrp="1"/>
          </p:cNvSpPr>
          <p:nvPr/>
        </p:nvSpPr>
        <p:spPr>
          <a:xfrm>
            <a:off x="697869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A1_bar_GT_11831">
            <a:extLst>
              <a:ext uri="{FF2B5EF4-FFF2-40B4-BE49-F238E27FC236}">
                <a16:creationId xmlns:a16="http://schemas.microsoft.com/office/drawing/2014/main" id="{4304B7A2-5C51-416D-A7DC-9414CC0A22D1}"/>
              </a:ext>
            </a:extLst>
          </p:cNvPr>
          <p:cNvSpPr>
            <a:spLocks noGrp="1"/>
          </p:cNvSpPr>
          <p:nvPr/>
        </p:nvSpPr>
        <p:spPr>
          <a:xfrm>
            <a:off x="701947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A1_bar_GT_11832">
            <a:extLst>
              <a:ext uri="{FF2B5EF4-FFF2-40B4-BE49-F238E27FC236}">
                <a16:creationId xmlns:a16="http://schemas.microsoft.com/office/drawing/2014/main" id="{20EED37E-6FB0-46BE-9FF2-6D2D0A430BD8}"/>
              </a:ext>
            </a:extLst>
          </p:cNvPr>
          <p:cNvSpPr>
            <a:spLocks noGrp="1"/>
          </p:cNvSpPr>
          <p:nvPr/>
        </p:nvSpPr>
        <p:spPr>
          <a:xfrm>
            <a:off x="68541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A1_bar_GT_11833">
            <a:extLst>
              <a:ext uri="{FF2B5EF4-FFF2-40B4-BE49-F238E27FC236}">
                <a16:creationId xmlns:a16="http://schemas.microsoft.com/office/drawing/2014/main" id="{50712B94-B834-41E4-9F40-9E218388925B}"/>
              </a:ext>
            </a:extLst>
          </p:cNvPr>
          <p:cNvSpPr>
            <a:spLocks noGrp="1"/>
          </p:cNvSpPr>
          <p:nvPr/>
        </p:nvSpPr>
        <p:spPr>
          <a:xfrm>
            <a:off x="690411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A1_bar_GT_11834">
            <a:extLst>
              <a:ext uri="{FF2B5EF4-FFF2-40B4-BE49-F238E27FC236}">
                <a16:creationId xmlns:a16="http://schemas.microsoft.com/office/drawing/2014/main" id="{2310C744-9DCC-4C43-8128-9AA3C1F7F9BD}"/>
              </a:ext>
            </a:extLst>
          </p:cNvPr>
          <p:cNvSpPr>
            <a:spLocks noGrp="1"/>
          </p:cNvSpPr>
          <p:nvPr/>
        </p:nvSpPr>
        <p:spPr>
          <a:xfrm>
            <a:off x="7039866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A1_bar_GT_11835">
            <a:extLst>
              <a:ext uri="{FF2B5EF4-FFF2-40B4-BE49-F238E27FC236}">
                <a16:creationId xmlns:a16="http://schemas.microsoft.com/office/drawing/2014/main" id="{732C40CC-9FDA-4CA5-BFFA-A359C76CBC7A}"/>
              </a:ext>
            </a:extLst>
          </p:cNvPr>
          <p:cNvSpPr>
            <a:spLocks noGrp="1"/>
          </p:cNvSpPr>
          <p:nvPr/>
        </p:nvSpPr>
        <p:spPr>
          <a:xfrm>
            <a:off x="7066661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A1_bar_GT_11836">
            <a:extLst>
              <a:ext uri="{FF2B5EF4-FFF2-40B4-BE49-F238E27FC236}">
                <a16:creationId xmlns:a16="http://schemas.microsoft.com/office/drawing/2014/main" id="{1B6A0B1A-2A12-46DE-B35F-C8CCEE7C3C1B}"/>
              </a:ext>
            </a:extLst>
          </p:cNvPr>
          <p:cNvSpPr>
            <a:spLocks noGrp="1"/>
          </p:cNvSpPr>
          <p:nvPr/>
        </p:nvSpPr>
        <p:spPr>
          <a:xfrm>
            <a:off x="7089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A1_bar_GT_11837">
            <a:extLst>
              <a:ext uri="{FF2B5EF4-FFF2-40B4-BE49-F238E27FC236}">
                <a16:creationId xmlns:a16="http://schemas.microsoft.com/office/drawing/2014/main" id="{EB5182C7-9A82-4FD0-8F60-6CF5E584A150}"/>
              </a:ext>
            </a:extLst>
          </p:cNvPr>
          <p:cNvSpPr>
            <a:spLocks noGrp="1"/>
          </p:cNvSpPr>
          <p:nvPr/>
        </p:nvSpPr>
        <p:spPr>
          <a:xfrm>
            <a:off x="687216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A1_bar_GT_11838">
            <a:extLst>
              <a:ext uri="{FF2B5EF4-FFF2-40B4-BE49-F238E27FC236}">
                <a16:creationId xmlns:a16="http://schemas.microsoft.com/office/drawing/2014/main" id="{38D676BD-E36C-494B-A628-0B0DC04AD20D}"/>
              </a:ext>
            </a:extLst>
          </p:cNvPr>
          <p:cNvSpPr>
            <a:spLocks noGrp="1"/>
          </p:cNvSpPr>
          <p:nvPr/>
        </p:nvSpPr>
        <p:spPr>
          <a:xfrm>
            <a:off x="689924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A1_bar_GT_11839">
            <a:extLst>
              <a:ext uri="{FF2B5EF4-FFF2-40B4-BE49-F238E27FC236}">
                <a16:creationId xmlns:a16="http://schemas.microsoft.com/office/drawing/2014/main" id="{06119033-7946-4F38-B361-932AD43E059C}"/>
              </a:ext>
            </a:extLst>
          </p:cNvPr>
          <p:cNvSpPr>
            <a:spLocks noGrp="1"/>
          </p:cNvSpPr>
          <p:nvPr/>
        </p:nvSpPr>
        <p:spPr>
          <a:xfrm>
            <a:off x="69127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A1_bar_GT_11840">
            <a:extLst>
              <a:ext uri="{FF2B5EF4-FFF2-40B4-BE49-F238E27FC236}">
                <a16:creationId xmlns:a16="http://schemas.microsoft.com/office/drawing/2014/main" id="{DB2615BB-7ABA-4603-8284-1BDE66A5EA84}"/>
              </a:ext>
            </a:extLst>
          </p:cNvPr>
          <p:cNvSpPr>
            <a:spLocks noGrp="1"/>
          </p:cNvSpPr>
          <p:nvPr/>
        </p:nvSpPr>
        <p:spPr>
          <a:xfrm>
            <a:off x="70030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A1_bar_GT_11841">
            <a:extLst>
              <a:ext uri="{FF2B5EF4-FFF2-40B4-BE49-F238E27FC236}">
                <a16:creationId xmlns:a16="http://schemas.microsoft.com/office/drawing/2014/main" id="{0981F4C1-94EE-43A9-A8F3-8231C0A6D74B}"/>
              </a:ext>
            </a:extLst>
          </p:cNvPr>
          <p:cNvSpPr>
            <a:spLocks noGrp="1"/>
          </p:cNvSpPr>
          <p:nvPr/>
        </p:nvSpPr>
        <p:spPr>
          <a:xfrm>
            <a:off x="685203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A1_bar_GT_11842">
            <a:extLst>
              <a:ext uri="{FF2B5EF4-FFF2-40B4-BE49-F238E27FC236}">
                <a16:creationId xmlns:a16="http://schemas.microsoft.com/office/drawing/2014/main" id="{A2901DD0-782E-4328-804B-32676F485659}"/>
              </a:ext>
            </a:extLst>
          </p:cNvPr>
          <p:cNvSpPr>
            <a:spLocks noGrp="1"/>
          </p:cNvSpPr>
          <p:nvPr/>
        </p:nvSpPr>
        <p:spPr>
          <a:xfrm>
            <a:off x="704733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A1_bar_GT_11843">
            <a:extLst>
              <a:ext uri="{FF2B5EF4-FFF2-40B4-BE49-F238E27FC236}">
                <a16:creationId xmlns:a16="http://schemas.microsoft.com/office/drawing/2014/main" id="{5BDDC203-5C54-4CCC-90E0-0ED0792FE042}"/>
              </a:ext>
            </a:extLst>
          </p:cNvPr>
          <p:cNvSpPr>
            <a:spLocks noGrp="1"/>
          </p:cNvSpPr>
          <p:nvPr/>
        </p:nvSpPr>
        <p:spPr>
          <a:xfrm>
            <a:off x="70716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A1_bar_GT_11844">
            <a:extLst>
              <a:ext uri="{FF2B5EF4-FFF2-40B4-BE49-F238E27FC236}">
                <a16:creationId xmlns:a16="http://schemas.microsoft.com/office/drawing/2014/main" id="{0D9447D1-E822-4F6E-B2F2-40EC40745E88}"/>
              </a:ext>
            </a:extLst>
          </p:cNvPr>
          <p:cNvSpPr>
            <a:spLocks noGrp="1"/>
          </p:cNvSpPr>
          <p:nvPr/>
        </p:nvSpPr>
        <p:spPr>
          <a:xfrm>
            <a:off x="7045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A1_bar_GT_11845">
            <a:extLst>
              <a:ext uri="{FF2B5EF4-FFF2-40B4-BE49-F238E27FC236}">
                <a16:creationId xmlns:a16="http://schemas.microsoft.com/office/drawing/2014/main" id="{64095EAD-BA7A-4216-A036-09D775D269A0}"/>
              </a:ext>
            </a:extLst>
          </p:cNvPr>
          <p:cNvSpPr>
            <a:spLocks noGrp="1"/>
          </p:cNvSpPr>
          <p:nvPr/>
        </p:nvSpPr>
        <p:spPr>
          <a:xfrm>
            <a:off x="704185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A1_bar_GT_11846">
            <a:extLst>
              <a:ext uri="{FF2B5EF4-FFF2-40B4-BE49-F238E27FC236}">
                <a16:creationId xmlns:a16="http://schemas.microsoft.com/office/drawing/2014/main" id="{AD59B4A9-E282-42BC-A072-FBF8993F6C8B}"/>
              </a:ext>
            </a:extLst>
          </p:cNvPr>
          <p:cNvSpPr>
            <a:spLocks noGrp="1"/>
          </p:cNvSpPr>
          <p:nvPr/>
        </p:nvSpPr>
        <p:spPr>
          <a:xfrm>
            <a:off x="6949601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A1_bar_GT_11847">
            <a:extLst>
              <a:ext uri="{FF2B5EF4-FFF2-40B4-BE49-F238E27FC236}">
                <a16:creationId xmlns:a16="http://schemas.microsoft.com/office/drawing/2014/main" id="{D952B181-F472-487C-8C15-1CAAA48FE53C}"/>
              </a:ext>
            </a:extLst>
          </p:cNvPr>
          <p:cNvSpPr>
            <a:spLocks noGrp="1"/>
          </p:cNvSpPr>
          <p:nvPr/>
        </p:nvSpPr>
        <p:spPr>
          <a:xfrm>
            <a:off x="698860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A1_bar_GT_11848">
            <a:extLst>
              <a:ext uri="{FF2B5EF4-FFF2-40B4-BE49-F238E27FC236}">
                <a16:creationId xmlns:a16="http://schemas.microsoft.com/office/drawing/2014/main" id="{9DE4C22D-C4E6-4B4A-BD3F-43BFC71F65E8}"/>
              </a:ext>
            </a:extLst>
          </p:cNvPr>
          <p:cNvSpPr>
            <a:spLocks noGrp="1"/>
          </p:cNvSpPr>
          <p:nvPr/>
        </p:nvSpPr>
        <p:spPr>
          <a:xfrm>
            <a:off x="70247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A1_bar_GT_11849">
            <a:extLst>
              <a:ext uri="{FF2B5EF4-FFF2-40B4-BE49-F238E27FC236}">
                <a16:creationId xmlns:a16="http://schemas.microsoft.com/office/drawing/2014/main" id="{2154C0B9-3546-4A6E-B3AD-01FA283036AD}"/>
              </a:ext>
            </a:extLst>
          </p:cNvPr>
          <p:cNvSpPr>
            <a:spLocks noGrp="1"/>
          </p:cNvSpPr>
          <p:nvPr/>
        </p:nvSpPr>
        <p:spPr>
          <a:xfrm>
            <a:off x="690428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A1_bar_GT_11850">
            <a:extLst>
              <a:ext uri="{FF2B5EF4-FFF2-40B4-BE49-F238E27FC236}">
                <a16:creationId xmlns:a16="http://schemas.microsoft.com/office/drawing/2014/main" id="{4AA3A0F6-33D5-4414-A2EA-0511E3422628}"/>
              </a:ext>
            </a:extLst>
          </p:cNvPr>
          <p:cNvSpPr>
            <a:spLocks noGrp="1"/>
          </p:cNvSpPr>
          <p:nvPr/>
        </p:nvSpPr>
        <p:spPr>
          <a:xfrm>
            <a:off x="6894058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A1_bar_GT_11851">
            <a:extLst>
              <a:ext uri="{FF2B5EF4-FFF2-40B4-BE49-F238E27FC236}">
                <a16:creationId xmlns:a16="http://schemas.microsoft.com/office/drawing/2014/main" id="{24DD7D64-6A9E-4793-AB4A-0B4B427475A8}"/>
              </a:ext>
            </a:extLst>
          </p:cNvPr>
          <p:cNvSpPr>
            <a:spLocks noGrp="1"/>
          </p:cNvSpPr>
          <p:nvPr/>
        </p:nvSpPr>
        <p:spPr>
          <a:xfrm>
            <a:off x="696948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A1_bar_GT_11852">
            <a:extLst>
              <a:ext uri="{FF2B5EF4-FFF2-40B4-BE49-F238E27FC236}">
                <a16:creationId xmlns:a16="http://schemas.microsoft.com/office/drawing/2014/main" id="{E1C93BE3-0509-4A65-80CE-799B955737A2}"/>
              </a:ext>
            </a:extLst>
          </p:cNvPr>
          <p:cNvSpPr>
            <a:spLocks noGrp="1"/>
          </p:cNvSpPr>
          <p:nvPr/>
        </p:nvSpPr>
        <p:spPr>
          <a:xfrm>
            <a:off x="7019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A1_bar_GT_11853">
            <a:extLst>
              <a:ext uri="{FF2B5EF4-FFF2-40B4-BE49-F238E27FC236}">
                <a16:creationId xmlns:a16="http://schemas.microsoft.com/office/drawing/2014/main" id="{C3A4A998-455E-4634-BE82-D544EDB1080A}"/>
              </a:ext>
            </a:extLst>
          </p:cNvPr>
          <p:cNvSpPr>
            <a:spLocks noGrp="1"/>
          </p:cNvSpPr>
          <p:nvPr/>
        </p:nvSpPr>
        <p:spPr>
          <a:xfrm>
            <a:off x="69195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A1_bar_GT_11854">
            <a:extLst>
              <a:ext uri="{FF2B5EF4-FFF2-40B4-BE49-F238E27FC236}">
                <a16:creationId xmlns:a16="http://schemas.microsoft.com/office/drawing/2014/main" id="{691377CD-C94A-45C8-B439-05AA646440C4}"/>
              </a:ext>
            </a:extLst>
          </p:cNvPr>
          <p:cNvSpPr>
            <a:spLocks noGrp="1"/>
          </p:cNvSpPr>
          <p:nvPr/>
        </p:nvSpPr>
        <p:spPr>
          <a:xfrm>
            <a:off x="7098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A1_bar_GT_11855">
            <a:extLst>
              <a:ext uri="{FF2B5EF4-FFF2-40B4-BE49-F238E27FC236}">
                <a16:creationId xmlns:a16="http://schemas.microsoft.com/office/drawing/2014/main" id="{E36DA638-58FC-4758-A270-7EF16C5FE589}"/>
              </a:ext>
            </a:extLst>
          </p:cNvPr>
          <p:cNvSpPr>
            <a:spLocks noGrp="1"/>
          </p:cNvSpPr>
          <p:nvPr/>
        </p:nvSpPr>
        <p:spPr>
          <a:xfrm>
            <a:off x="7093408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A1_bar_GT_11856">
            <a:extLst>
              <a:ext uri="{FF2B5EF4-FFF2-40B4-BE49-F238E27FC236}">
                <a16:creationId xmlns:a16="http://schemas.microsoft.com/office/drawing/2014/main" id="{A0739398-2BB7-4000-AB77-FD882141ADB3}"/>
              </a:ext>
            </a:extLst>
          </p:cNvPr>
          <p:cNvSpPr>
            <a:spLocks noGrp="1"/>
          </p:cNvSpPr>
          <p:nvPr/>
        </p:nvSpPr>
        <p:spPr>
          <a:xfrm>
            <a:off x="68554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A1_bar_GT_11857">
            <a:extLst>
              <a:ext uri="{FF2B5EF4-FFF2-40B4-BE49-F238E27FC236}">
                <a16:creationId xmlns:a16="http://schemas.microsoft.com/office/drawing/2014/main" id="{C87D8467-9495-4689-B788-AD9ECA0AAA75}"/>
              </a:ext>
            </a:extLst>
          </p:cNvPr>
          <p:cNvSpPr>
            <a:spLocks noGrp="1"/>
          </p:cNvSpPr>
          <p:nvPr/>
        </p:nvSpPr>
        <p:spPr>
          <a:xfrm>
            <a:off x="7050772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A1_bar_GT_11858">
            <a:extLst>
              <a:ext uri="{FF2B5EF4-FFF2-40B4-BE49-F238E27FC236}">
                <a16:creationId xmlns:a16="http://schemas.microsoft.com/office/drawing/2014/main" id="{4F793318-170C-4E93-BBF6-EA4067EE6C4C}"/>
              </a:ext>
            </a:extLst>
          </p:cNvPr>
          <p:cNvSpPr>
            <a:spLocks noGrp="1"/>
          </p:cNvSpPr>
          <p:nvPr/>
        </p:nvSpPr>
        <p:spPr>
          <a:xfrm>
            <a:off x="70508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A1_bar_GT_11859">
            <a:extLst>
              <a:ext uri="{FF2B5EF4-FFF2-40B4-BE49-F238E27FC236}">
                <a16:creationId xmlns:a16="http://schemas.microsoft.com/office/drawing/2014/main" id="{960EF46D-4464-4C31-A1E1-6D937CA12CBD}"/>
              </a:ext>
            </a:extLst>
          </p:cNvPr>
          <p:cNvSpPr>
            <a:spLocks noGrp="1"/>
          </p:cNvSpPr>
          <p:nvPr/>
        </p:nvSpPr>
        <p:spPr>
          <a:xfrm>
            <a:off x="694557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A1_bar_GT_11860">
            <a:extLst>
              <a:ext uri="{FF2B5EF4-FFF2-40B4-BE49-F238E27FC236}">
                <a16:creationId xmlns:a16="http://schemas.microsoft.com/office/drawing/2014/main" id="{302C1B2B-AA08-4BD4-A8A5-C2F7FBC46712}"/>
              </a:ext>
            </a:extLst>
          </p:cNvPr>
          <p:cNvSpPr>
            <a:spLocks noGrp="1"/>
          </p:cNvSpPr>
          <p:nvPr/>
        </p:nvSpPr>
        <p:spPr>
          <a:xfrm>
            <a:off x="6873782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A1_bar_GT_11861">
            <a:extLst>
              <a:ext uri="{FF2B5EF4-FFF2-40B4-BE49-F238E27FC236}">
                <a16:creationId xmlns:a16="http://schemas.microsoft.com/office/drawing/2014/main" id="{40F5EC97-9F04-44FA-BD7E-13C198EAC778}"/>
              </a:ext>
            </a:extLst>
          </p:cNvPr>
          <p:cNvSpPr>
            <a:spLocks noGrp="1"/>
          </p:cNvSpPr>
          <p:nvPr/>
        </p:nvSpPr>
        <p:spPr>
          <a:xfrm>
            <a:off x="6983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A1_bar_GT_11862">
            <a:extLst>
              <a:ext uri="{FF2B5EF4-FFF2-40B4-BE49-F238E27FC236}">
                <a16:creationId xmlns:a16="http://schemas.microsoft.com/office/drawing/2014/main" id="{1AA7C54C-9705-46C5-B7D1-3BC0CB5B80BC}"/>
              </a:ext>
            </a:extLst>
          </p:cNvPr>
          <p:cNvSpPr>
            <a:spLocks noGrp="1"/>
          </p:cNvSpPr>
          <p:nvPr/>
        </p:nvSpPr>
        <p:spPr>
          <a:xfrm>
            <a:off x="69189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A1_bar_GT_11863">
            <a:extLst>
              <a:ext uri="{FF2B5EF4-FFF2-40B4-BE49-F238E27FC236}">
                <a16:creationId xmlns:a16="http://schemas.microsoft.com/office/drawing/2014/main" id="{A7BB7FE6-194D-4F60-9CEA-222886A832AC}"/>
              </a:ext>
            </a:extLst>
          </p:cNvPr>
          <p:cNvSpPr>
            <a:spLocks noGrp="1"/>
          </p:cNvSpPr>
          <p:nvPr/>
        </p:nvSpPr>
        <p:spPr>
          <a:xfrm>
            <a:off x="69582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A1_bar_GT_11864">
            <a:extLst>
              <a:ext uri="{FF2B5EF4-FFF2-40B4-BE49-F238E27FC236}">
                <a16:creationId xmlns:a16="http://schemas.microsoft.com/office/drawing/2014/main" id="{1A6AEA63-10AC-4786-802D-97FB6F2B4F2A}"/>
              </a:ext>
            </a:extLst>
          </p:cNvPr>
          <p:cNvSpPr>
            <a:spLocks noGrp="1"/>
          </p:cNvSpPr>
          <p:nvPr/>
        </p:nvSpPr>
        <p:spPr>
          <a:xfrm>
            <a:off x="70503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A1_bar_GT_11865">
            <a:extLst>
              <a:ext uri="{FF2B5EF4-FFF2-40B4-BE49-F238E27FC236}">
                <a16:creationId xmlns:a16="http://schemas.microsoft.com/office/drawing/2014/main" id="{DB3BB0E6-417C-4407-8D6C-D2157E03816B}"/>
              </a:ext>
            </a:extLst>
          </p:cNvPr>
          <p:cNvSpPr>
            <a:spLocks noGrp="1"/>
          </p:cNvSpPr>
          <p:nvPr/>
        </p:nvSpPr>
        <p:spPr>
          <a:xfrm>
            <a:off x="69928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A1_bar_GT_11866">
            <a:extLst>
              <a:ext uri="{FF2B5EF4-FFF2-40B4-BE49-F238E27FC236}">
                <a16:creationId xmlns:a16="http://schemas.microsoft.com/office/drawing/2014/main" id="{8F163593-3852-4EB3-AA69-2618165EC054}"/>
              </a:ext>
            </a:extLst>
          </p:cNvPr>
          <p:cNvSpPr>
            <a:spLocks noGrp="1"/>
          </p:cNvSpPr>
          <p:nvPr/>
        </p:nvSpPr>
        <p:spPr>
          <a:xfrm>
            <a:off x="6947099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A1_bar_GT_11867">
            <a:extLst>
              <a:ext uri="{FF2B5EF4-FFF2-40B4-BE49-F238E27FC236}">
                <a16:creationId xmlns:a16="http://schemas.microsoft.com/office/drawing/2014/main" id="{76EAEA70-8081-46BF-A054-8D64D88A1837}"/>
              </a:ext>
            </a:extLst>
          </p:cNvPr>
          <p:cNvSpPr>
            <a:spLocks noGrp="1"/>
          </p:cNvSpPr>
          <p:nvPr/>
        </p:nvSpPr>
        <p:spPr>
          <a:xfrm>
            <a:off x="701709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A1_bar_GT_11868">
            <a:extLst>
              <a:ext uri="{FF2B5EF4-FFF2-40B4-BE49-F238E27FC236}">
                <a16:creationId xmlns:a16="http://schemas.microsoft.com/office/drawing/2014/main" id="{8EEF2AA1-AEBA-454B-B336-F368D08266E0}"/>
              </a:ext>
            </a:extLst>
          </p:cNvPr>
          <p:cNvSpPr>
            <a:spLocks noGrp="1"/>
          </p:cNvSpPr>
          <p:nvPr/>
        </p:nvSpPr>
        <p:spPr>
          <a:xfrm>
            <a:off x="69914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A1_bar_GT_11869">
            <a:extLst>
              <a:ext uri="{FF2B5EF4-FFF2-40B4-BE49-F238E27FC236}">
                <a16:creationId xmlns:a16="http://schemas.microsoft.com/office/drawing/2014/main" id="{84C0552E-1D32-4A2A-A1C3-C514605C2AB7}"/>
              </a:ext>
            </a:extLst>
          </p:cNvPr>
          <p:cNvSpPr>
            <a:spLocks noGrp="1"/>
          </p:cNvSpPr>
          <p:nvPr/>
        </p:nvSpPr>
        <p:spPr>
          <a:xfrm>
            <a:off x="70446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A1_bar_GT_11870">
            <a:extLst>
              <a:ext uri="{FF2B5EF4-FFF2-40B4-BE49-F238E27FC236}">
                <a16:creationId xmlns:a16="http://schemas.microsoft.com/office/drawing/2014/main" id="{39DA566C-B999-463E-ABCA-0F304DB6E8BB}"/>
              </a:ext>
            </a:extLst>
          </p:cNvPr>
          <p:cNvSpPr>
            <a:spLocks noGrp="1"/>
          </p:cNvSpPr>
          <p:nvPr/>
        </p:nvSpPr>
        <p:spPr>
          <a:xfrm>
            <a:off x="7085305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A1_bar_GT_11871">
            <a:extLst>
              <a:ext uri="{FF2B5EF4-FFF2-40B4-BE49-F238E27FC236}">
                <a16:creationId xmlns:a16="http://schemas.microsoft.com/office/drawing/2014/main" id="{6AADD36B-DCDE-46A9-8CD1-22A053F66EAC}"/>
              </a:ext>
            </a:extLst>
          </p:cNvPr>
          <p:cNvSpPr>
            <a:spLocks noGrp="1"/>
          </p:cNvSpPr>
          <p:nvPr/>
        </p:nvSpPr>
        <p:spPr>
          <a:xfrm>
            <a:off x="690313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A1_bar_GT_11872">
            <a:extLst>
              <a:ext uri="{FF2B5EF4-FFF2-40B4-BE49-F238E27FC236}">
                <a16:creationId xmlns:a16="http://schemas.microsoft.com/office/drawing/2014/main" id="{57293C19-6BED-4970-802F-15F6EBD746A6}"/>
              </a:ext>
            </a:extLst>
          </p:cNvPr>
          <p:cNvSpPr>
            <a:spLocks noGrp="1"/>
          </p:cNvSpPr>
          <p:nvPr/>
        </p:nvSpPr>
        <p:spPr>
          <a:xfrm>
            <a:off x="69782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A1_bar_GT_11873">
            <a:extLst>
              <a:ext uri="{FF2B5EF4-FFF2-40B4-BE49-F238E27FC236}">
                <a16:creationId xmlns:a16="http://schemas.microsoft.com/office/drawing/2014/main" id="{94B5BE15-335B-4483-8734-3770CF78EB56}"/>
              </a:ext>
            </a:extLst>
          </p:cNvPr>
          <p:cNvSpPr>
            <a:spLocks noGrp="1"/>
          </p:cNvSpPr>
          <p:nvPr/>
        </p:nvSpPr>
        <p:spPr>
          <a:xfrm>
            <a:off x="706997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A1_bar_GT_11874">
            <a:extLst>
              <a:ext uri="{FF2B5EF4-FFF2-40B4-BE49-F238E27FC236}">
                <a16:creationId xmlns:a16="http://schemas.microsoft.com/office/drawing/2014/main" id="{0F7D622F-8C39-4984-AA64-FEBA127E354E}"/>
              </a:ext>
            </a:extLst>
          </p:cNvPr>
          <p:cNvSpPr>
            <a:spLocks noGrp="1"/>
          </p:cNvSpPr>
          <p:nvPr/>
        </p:nvSpPr>
        <p:spPr>
          <a:xfrm>
            <a:off x="6903587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A1_bar_GT_11875">
            <a:extLst>
              <a:ext uri="{FF2B5EF4-FFF2-40B4-BE49-F238E27FC236}">
                <a16:creationId xmlns:a16="http://schemas.microsoft.com/office/drawing/2014/main" id="{7B691A04-7033-4BDB-AE1E-C79249A5BA8F}"/>
              </a:ext>
            </a:extLst>
          </p:cNvPr>
          <p:cNvSpPr>
            <a:spLocks noGrp="1"/>
          </p:cNvSpPr>
          <p:nvPr/>
        </p:nvSpPr>
        <p:spPr>
          <a:xfrm>
            <a:off x="70324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A1_bar_GT_11876">
            <a:extLst>
              <a:ext uri="{FF2B5EF4-FFF2-40B4-BE49-F238E27FC236}">
                <a16:creationId xmlns:a16="http://schemas.microsoft.com/office/drawing/2014/main" id="{31470B07-4F93-439F-84B8-14D7A54573FD}"/>
              </a:ext>
            </a:extLst>
          </p:cNvPr>
          <p:cNvSpPr>
            <a:spLocks noGrp="1"/>
          </p:cNvSpPr>
          <p:nvPr/>
        </p:nvSpPr>
        <p:spPr>
          <a:xfrm>
            <a:off x="68770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A1_bar_GT_11877">
            <a:extLst>
              <a:ext uri="{FF2B5EF4-FFF2-40B4-BE49-F238E27FC236}">
                <a16:creationId xmlns:a16="http://schemas.microsoft.com/office/drawing/2014/main" id="{38A2CC8A-9564-453A-A1E9-EFD5E7316C11}"/>
              </a:ext>
            </a:extLst>
          </p:cNvPr>
          <p:cNvSpPr>
            <a:spLocks noGrp="1"/>
          </p:cNvSpPr>
          <p:nvPr/>
        </p:nvSpPr>
        <p:spPr>
          <a:xfrm>
            <a:off x="6940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A1_bar_GT_11878">
            <a:extLst>
              <a:ext uri="{FF2B5EF4-FFF2-40B4-BE49-F238E27FC236}">
                <a16:creationId xmlns:a16="http://schemas.microsoft.com/office/drawing/2014/main" id="{AC3C9AF8-709B-4FF3-87DD-FDDCA995E7BA}"/>
              </a:ext>
            </a:extLst>
          </p:cNvPr>
          <p:cNvSpPr>
            <a:spLocks noGrp="1"/>
          </p:cNvSpPr>
          <p:nvPr/>
        </p:nvSpPr>
        <p:spPr>
          <a:xfrm>
            <a:off x="708035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A1_bar_GT_11879">
            <a:extLst>
              <a:ext uri="{FF2B5EF4-FFF2-40B4-BE49-F238E27FC236}">
                <a16:creationId xmlns:a16="http://schemas.microsoft.com/office/drawing/2014/main" id="{5A1082CE-161B-444C-96C5-7BC4F7510FDC}"/>
              </a:ext>
            </a:extLst>
          </p:cNvPr>
          <p:cNvSpPr>
            <a:spLocks noGrp="1"/>
          </p:cNvSpPr>
          <p:nvPr/>
        </p:nvSpPr>
        <p:spPr>
          <a:xfrm>
            <a:off x="69001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A1_bar_GT_11880">
            <a:extLst>
              <a:ext uri="{FF2B5EF4-FFF2-40B4-BE49-F238E27FC236}">
                <a16:creationId xmlns:a16="http://schemas.microsoft.com/office/drawing/2014/main" id="{6A197DD4-3353-43AD-944E-ECC4662E0752}"/>
              </a:ext>
            </a:extLst>
          </p:cNvPr>
          <p:cNvSpPr>
            <a:spLocks noGrp="1"/>
          </p:cNvSpPr>
          <p:nvPr/>
        </p:nvSpPr>
        <p:spPr>
          <a:xfrm>
            <a:off x="6954337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A1_bar_GT_11881">
            <a:extLst>
              <a:ext uri="{FF2B5EF4-FFF2-40B4-BE49-F238E27FC236}">
                <a16:creationId xmlns:a16="http://schemas.microsoft.com/office/drawing/2014/main" id="{11DBF669-5D7D-48CF-A8B0-C06D797DA3EF}"/>
              </a:ext>
            </a:extLst>
          </p:cNvPr>
          <p:cNvSpPr>
            <a:spLocks noGrp="1"/>
          </p:cNvSpPr>
          <p:nvPr/>
        </p:nvSpPr>
        <p:spPr>
          <a:xfrm>
            <a:off x="69262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A1_bar_GT_11882">
            <a:extLst>
              <a:ext uri="{FF2B5EF4-FFF2-40B4-BE49-F238E27FC236}">
                <a16:creationId xmlns:a16="http://schemas.microsoft.com/office/drawing/2014/main" id="{DE7E9BF2-A4D3-4DD2-840A-93A9852F55DF}"/>
              </a:ext>
            </a:extLst>
          </p:cNvPr>
          <p:cNvSpPr>
            <a:spLocks noGrp="1"/>
          </p:cNvSpPr>
          <p:nvPr/>
        </p:nvSpPr>
        <p:spPr>
          <a:xfrm>
            <a:off x="6869796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A1_bar_GT_11883">
            <a:extLst>
              <a:ext uri="{FF2B5EF4-FFF2-40B4-BE49-F238E27FC236}">
                <a16:creationId xmlns:a16="http://schemas.microsoft.com/office/drawing/2014/main" id="{00EDEE56-4CE6-498B-9706-2CB1D6B5637A}"/>
              </a:ext>
            </a:extLst>
          </p:cNvPr>
          <p:cNvSpPr>
            <a:spLocks noGrp="1"/>
          </p:cNvSpPr>
          <p:nvPr/>
        </p:nvSpPr>
        <p:spPr>
          <a:xfrm>
            <a:off x="70502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A1_bar_GT_11884">
            <a:extLst>
              <a:ext uri="{FF2B5EF4-FFF2-40B4-BE49-F238E27FC236}">
                <a16:creationId xmlns:a16="http://schemas.microsoft.com/office/drawing/2014/main" id="{C19D508A-85DD-4529-9B8C-B9AECECCA097}"/>
              </a:ext>
            </a:extLst>
          </p:cNvPr>
          <p:cNvSpPr>
            <a:spLocks noGrp="1"/>
          </p:cNvSpPr>
          <p:nvPr/>
        </p:nvSpPr>
        <p:spPr>
          <a:xfrm>
            <a:off x="709245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A1_bar_GT_11885">
            <a:extLst>
              <a:ext uri="{FF2B5EF4-FFF2-40B4-BE49-F238E27FC236}">
                <a16:creationId xmlns:a16="http://schemas.microsoft.com/office/drawing/2014/main" id="{1A6D6D6C-CE2E-4999-B812-E28FE875BBFB}"/>
              </a:ext>
            </a:extLst>
          </p:cNvPr>
          <p:cNvSpPr>
            <a:spLocks noGrp="1"/>
          </p:cNvSpPr>
          <p:nvPr/>
        </p:nvSpPr>
        <p:spPr>
          <a:xfrm>
            <a:off x="69214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A1_bar_GT_11886">
            <a:extLst>
              <a:ext uri="{FF2B5EF4-FFF2-40B4-BE49-F238E27FC236}">
                <a16:creationId xmlns:a16="http://schemas.microsoft.com/office/drawing/2014/main" id="{1320B1EB-7023-48C7-92C9-C63306263DB9}"/>
              </a:ext>
            </a:extLst>
          </p:cNvPr>
          <p:cNvSpPr>
            <a:spLocks noGrp="1"/>
          </p:cNvSpPr>
          <p:nvPr/>
        </p:nvSpPr>
        <p:spPr>
          <a:xfrm>
            <a:off x="70543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A1_bar_GT_11887">
            <a:extLst>
              <a:ext uri="{FF2B5EF4-FFF2-40B4-BE49-F238E27FC236}">
                <a16:creationId xmlns:a16="http://schemas.microsoft.com/office/drawing/2014/main" id="{2A3B4E78-E410-49A7-807F-7D5F3D6FE56A}"/>
              </a:ext>
            </a:extLst>
          </p:cNvPr>
          <p:cNvSpPr>
            <a:spLocks noGrp="1"/>
          </p:cNvSpPr>
          <p:nvPr/>
        </p:nvSpPr>
        <p:spPr>
          <a:xfrm>
            <a:off x="6882901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A1_bar_GT_11888">
            <a:extLst>
              <a:ext uri="{FF2B5EF4-FFF2-40B4-BE49-F238E27FC236}">
                <a16:creationId xmlns:a16="http://schemas.microsoft.com/office/drawing/2014/main" id="{C2975C2E-09A9-4F55-82FF-FE27F07717C9}"/>
              </a:ext>
            </a:extLst>
          </p:cNvPr>
          <p:cNvSpPr>
            <a:spLocks noGrp="1"/>
          </p:cNvSpPr>
          <p:nvPr/>
        </p:nvSpPr>
        <p:spPr>
          <a:xfrm>
            <a:off x="69424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A1_bar_GT_11889">
            <a:extLst>
              <a:ext uri="{FF2B5EF4-FFF2-40B4-BE49-F238E27FC236}">
                <a16:creationId xmlns:a16="http://schemas.microsoft.com/office/drawing/2014/main" id="{D7ABC0B8-04B8-4641-A5E6-B2DF522EC0B9}"/>
              </a:ext>
            </a:extLst>
          </p:cNvPr>
          <p:cNvSpPr>
            <a:spLocks noGrp="1"/>
          </p:cNvSpPr>
          <p:nvPr/>
        </p:nvSpPr>
        <p:spPr>
          <a:xfrm>
            <a:off x="6960338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A1_bar_GT_11890">
            <a:extLst>
              <a:ext uri="{FF2B5EF4-FFF2-40B4-BE49-F238E27FC236}">
                <a16:creationId xmlns:a16="http://schemas.microsoft.com/office/drawing/2014/main" id="{F8104A2E-8F7D-4721-8E82-88E2DD3D963F}"/>
              </a:ext>
            </a:extLst>
          </p:cNvPr>
          <p:cNvSpPr>
            <a:spLocks noGrp="1"/>
          </p:cNvSpPr>
          <p:nvPr/>
        </p:nvSpPr>
        <p:spPr>
          <a:xfrm>
            <a:off x="70264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A1_bar_GT_11891">
            <a:extLst>
              <a:ext uri="{FF2B5EF4-FFF2-40B4-BE49-F238E27FC236}">
                <a16:creationId xmlns:a16="http://schemas.microsoft.com/office/drawing/2014/main" id="{28042F5E-145D-46CC-9EAD-5E5D2FDF00F2}"/>
              </a:ext>
            </a:extLst>
          </p:cNvPr>
          <p:cNvSpPr>
            <a:spLocks noGrp="1"/>
          </p:cNvSpPr>
          <p:nvPr/>
        </p:nvSpPr>
        <p:spPr>
          <a:xfrm>
            <a:off x="68836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A1_bar_GT_11892">
            <a:extLst>
              <a:ext uri="{FF2B5EF4-FFF2-40B4-BE49-F238E27FC236}">
                <a16:creationId xmlns:a16="http://schemas.microsoft.com/office/drawing/2014/main" id="{7D2250C0-F1BA-4333-AF8F-FB06A0B0188B}"/>
              </a:ext>
            </a:extLst>
          </p:cNvPr>
          <p:cNvSpPr>
            <a:spLocks noGrp="1"/>
          </p:cNvSpPr>
          <p:nvPr/>
        </p:nvSpPr>
        <p:spPr>
          <a:xfrm>
            <a:off x="696236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A1_bar_GT_11893">
            <a:extLst>
              <a:ext uri="{FF2B5EF4-FFF2-40B4-BE49-F238E27FC236}">
                <a16:creationId xmlns:a16="http://schemas.microsoft.com/office/drawing/2014/main" id="{197C3A72-A89F-42B7-9618-1226170A6267}"/>
              </a:ext>
            </a:extLst>
          </p:cNvPr>
          <p:cNvSpPr>
            <a:spLocks noGrp="1"/>
          </p:cNvSpPr>
          <p:nvPr/>
        </p:nvSpPr>
        <p:spPr>
          <a:xfrm>
            <a:off x="7083868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A1_bar_GT_11894">
            <a:extLst>
              <a:ext uri="{FF2B5EF4-FFF2-40B4-BE49-F238E27FC236}">
                <a16:creationId xmlns:a16="http://schemas.microsoft.com/office/drawing/2014/main" id="{1DDE9AAE-8D23-4C3E-8879-9584D54EDA67}"/>
              </a:ext>
            </a:extLst>
          </p:cNvPr>
          <p:cNvSpPr>
            <a:spLocks noGrp="1"/>
          </p:cNvSpPr>
          <p:nvPr/>
        </p:nvSpPr>
        <p:spPr>
          <a:xfrm>
            <a:off x="699324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A1_bar_GT_11895">
            <a:extLst>
              <a:ext uri="{FF2B5EF4-FFF2-40B4-BE49-F238E27FC236}">
                <a16:creationId xmlns:a16="http://schemas.microsoft.com/office/drawing/2014/main" id="{0C6E6146-6E27-4D48-AF1F-C24E361EFFBE}"/>
              </a:ext>
            </a:extLst>
          </p:cNvPr>
          <p:cNvSpPr>
            <a:spLocks noGrp="1"/>
          </p:cNvSpPr>
          <p:nvPr/>
        </p:nvSpPr>
        <p:spPr>
          <a:xfrm>
            <a:off x="706037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A1_bar_GT_11896">
            <a:extLst>
              <a:ext uri="{FF2B5EF4-FFF2-40B4-BE49-F238E27FC236}">
                <a16:creationId xmlns:a16="http://schemas.microsoft.com/office/drawing/2014/main" id="{1C2788D4-80F0-4E16-9AC3-A70E1EABA365}"/>
              </a:ext>
            </a:extLst>
          </p:cNvPr>
          <p:cNvSpPr>
            <a:spLocks noGrp="1"/>
          </p:cNvSpPr>
          <p:nvPr/>
        </p:nvSpPr>
        <p:spPr>
          <a:xfrm>
            <a:off x="69090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A1_bar_GT_11897">
            <a:extLst>
              <a:ext uri="{FF2B5EF4-FFF2-40B4-BE49-F238E27FC236}">
                <a16:creationId xmlns:a16="http://schemas.microsoft.com/office/drawing/2014/main" id="{ED85DF48-195A-4ACE-AD87-05589F40DC0A}"/>
              </a:ext>
            </a:extLst>
          </p:cNvPr>
          <p:cNvSpPr>
            <a:spLocks noGrp="1"/>
          </p:cNvSpPr>
          <p:nvPr/>
        </p:nvSpPr>
        <p:spPr>
          <a:xfrm>
            <a:off x="700724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A1_bar_GT_11898">
            <a:extLst>
              <a:ext uri="{FF2B5EF4-FFF2-40B4-BE49-F238E27FC236}">
                <a16:creationId xmlns:a16="http://schemas.microsoft.com/office/drawing/2014/main" id="{11791591-A521-4093-BB39-E04665D6132C}"/>
              </a:ext>
            </a:extLst>
          </p:cNvPr>
          <p:cNvSpPr>
            <a:spLocks noGrp="1"/>
          </p:cNvSpPr>
          <p:nvPr/>
        </p:nvSpPr>
        <p:spPr>
          <a:xfrm>
            <a:off x="68789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A1_bar_GT_11899">
            <a:extLst>
              <a:ext uri="{FF2B5EF4-FFF2-40B4-BE49-F238E27FC236}">
                <a16:creationId xmlns:a16="http://schemas.microsoft.com/office/drawing/2014/main" id="{C26F5189-0673-4C6D-B200-4629150AE216}"/>
              </a:ext>
            </a:extLst>
          </p:cNvPr>
          <p:cNvSpPr>
            <a:spLocks noGrp="1"/>
          </p:cNvSpPr>
          <p:nvPr/>
        </p:nvSpPr>
        <p:spPr>
          <a:xfrm>
            <a:off x="70346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A1_bar_GT_11900">
            <a:extLst>
              <a:ext uri="{FF2B5EF4-FFF2-40B4-BE49-F238E27FC236}">
                <a16:creationId xmlns:a16="http://schemas.microsoft.com/office/drawing/2014/main" id="{0582A92B-12DF-4AC3-8637-1C33B16E9C1B}"/>
              </a:ext>
            </a:extLst>
          </p:cNvPr>
          <p:cNvSpPr>
            <a:spLocks noGrp="1"/>
          </p:cNvSpPr>
          <p:nvPr/>
        </p:nvSpPr>
        <p:spPr>
          <a:xfrm>
            <a:off x="6989326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A1_bar_GT_11901">
            <a:extLst>
              <a:ext uri="{FF2B5EF4-FFF2-40B4-BE49-F238E27FC236}">
                <a16:creationId xmlns:a16="http://schemas.microsoft.com/office/drawing/2014/main" id="{661D1078-C1B7-470A-9EF6-00C9F618F66D}"/>
              </a:ext>
            </a:extLst>
          </p:cNvPr>
          <p:cNvSpPr>
            <a:spLocks noGrp="1"/>
          </p:cNvSpPr>
          <p:nvPr/>
        </p:nvSpPr>
        <p:spPr>
          <a:xfrm>
            <a:off x="7095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A1_bar_GT_11902">
            <a:extLst>
              <a:ext uri="{FF2B5EF4-FFF2-40B4-BE49-F238E27FC236}">
                <a16:creationId xmlns:a16="http://schemas.microsoft.com/office/drawing/2014/main" id="{A569186D-CD44-4F1E-BAAC-DA153575662C}"/>
              </a:ext>
            </a:extLst>
          </p:cNvPr>
          <p:cNvSpPr>
            <a:spLocks noGrp="1"/>
          </p:cNvSpPr>
          <p:nvPr/>
        </p:nvSpPr>
        <p:spPr>
          <a:xfrm>
            <a:off x="7100790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A1_bar_GT_11903">
            <a:extLst>
              <a:ext uri="{FF2B5EF4-FFF2-40B4-BE49-F238E27FC236}">
                <a16:creationId xmlns:a16="http://schemas.microsoft.com/office/drawing/2014/main" id="{C0D0659D-1874-4010-88AD-3A10CF892525}"/>
              </a:ext>
            </a:extLst>
          </p:cNvPr>
          <p:cNvSpPr>
            <a:spLocks noGrp="1"/>
          </p:cNvSpPr>
          <p:nvPr/>
        </p:nvSpPr>
        <p:spPr>
          <a:xfrm>
            <a:off x="705460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A1_bar_GT_11904">
            <a:extLst>
              <a:ext uri="{FF2B5EF4-FFF2-40B4-BE49-F238E27FC236}">
                <a16:creationId xmlns:a16="http://schemas.microsoft.com/office/drawing/2014/main" id="{65A37AF4-406C-4DE1-9824-7380F257544A}"/>
              </a:ext>
            </a:extLst>
          </p:cNvPr>
          <p:cNvSpPr>
            <a:spLocks noGrp="1"/>
          </p:cNvSpPr>
          <p:nvPr/>
        </p:nvSpPr>
        <p:spPr>
          <a:xfrm>
            <a:off x="697440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A1_bar_GT_11905">
            <a:extLst>
              <a:ext uri="{FF2B5EF4-FFF2-40B4-BE49-F238E27FC236}">
                <a16:creationId xmlns:a16="http://schemas.microsoft.com/office/drawing/2014/main" id="{F3259696-BBEA-47EF-A945-428B4DB3B7A0}"/>
              </a:ext>
            </a:extLst>
          </p:cNvPr>
          <p:cNvSpPr>
            <a:spLocks noGrp="1"/>
          </p:cNvSpPr>
          <p:nvPr/>
        </p:nvSpPr>
        <p:spPr>
          <a:xfrm>
            <a:off x="709092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A1_bar_GT_11906">
            <a:extLst>
              <a:ext uri="{FF2B5EF4-FFF2-40B4-BE49-F238E27FC236}">
                <a16:creationId xmlns:a16="http://schemas.microsoft.com/office/drawing/2014/main" id="{AAF1F6BF-20CA-4A26-89E5-2C69FAC58152}"/>
              </a:ext>
            </a:extLst>
          </p:cNvPr>
          <p:cNvSpPr>
            <a:spLocks noGrp="1"/>
          </p:cNvSpPr>
          <p:nvPr/>
        </p:nvSpPr>
        <p:spPr>
          <a:xfrm>
            <a:off x="707659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A1_bar_GT_11907">
            <a:extLst>
              <a:ext uri="{FF2B5EF4-FFF2-40B4-BE49-F238E27FC236}">
                <a16:creationId xmlns:a16="http://schemas.microsoft.com/office/drawing/2014/main" id="{604577CB-F708-4A14-B75E-CFEE5B6CABB6}"/>
              </a:ext>
            </a:extLst>
          </p:cNvPr>
          <p:cNvSpPr>
            <a:spLocks noGrp="1"/>
          </p:cNvSpPr>
          <p:nvPr/>
        </p:nvSpPr>
        <p:spPr>
          <a:xfrm>
            <a:off x="6975831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A1_bar_GT_11908">
            <a:extLst>
              <a:ext uri="{FF2B5EF4-FFF2-40B4-BE49-F238E27FC236}">
                <a16:creationId xmlns:a16="http://schemas.microsoft.com/office/drawing/2014/main" id="{7326D2E2-911C-452D-9775-C05AB3B19AD0}"/>
              </a:ext>
            </a:extLst>
          </p:cNvPr>
          <p:cNvSpPr>
            <a:spLocks noGrp="1"/>
          </p:cNvSpPr>
          <p:nvPr/>
        </p:nvSpPr>
        <p:spPr>
          <a:xfrm>
            <a:off x="70834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A1_bar_GT_11909">
            <a:extLst>
              <a:ext uri="{FF2B5EF4-FFF2-40B4-BE49-F238E27FC236}">
                <a16:creationId xmlns:a16="http://schemas.microsoft.com/office/drawing/2014/main" id="{C1645D7F-EAC7-472B-9AD8-95413168238F}"/>
              </a:ext>
            </a:extLst>
          </p:cNvPr>
          <p:cNvSpPr>
            <a:spLocks noGrp="1"/>
          </p:cNvSpPr>
          <p:nvPr/>
        </p:nvSpPr>
        <p:spPr>
          <a:xfrm>
            <a:off x="69264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A1_bar_GT_11910">
            <a:extLst>
              <a:ext uri="{FF2B5EF4-FFF2-40B4-BE49-F238E27FC236}">
                <a16:creationId xmlns:a16="http://schemas.microsoft.com/office/drawing/2014/main" id="{998C3FFC-7DA2-4F95-B43F-D3A0EB361659}"/>
              </a:ext>
            </a:extLst>
          </p:cNvPr>
          <p:cNvSpPr>
            <a:spLocks noGrp="1"/>
          </p:cNvSpPr>
          <p:nvPr/>
        </p:nvSpPr>
        <p:spPr>
          <a:xfrm>
            <a:off x="6866963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A1_bar_GT_11911">
            <a:extLst>
              <a:ext uri="{FF2B5EF4-FFF2-40B4-BE49-F238E27FC236}">
                <a16:creationId xmlns:a16="http://schemas.microsoft.com/office/drawing/2014/main" id="{BABB55F0-4493-4D30-B1D6-C3CB9510C6FD}"/>
              </a:ext>
            </a:extLst>
          </p:cNvPr>
          <p:cNvSpPr>
            <a:spLocks noGrp="1"/>
          </p:cNvSpPr>
          <p:nvPr/>
        </p:nvSpPr>
        <p:spPr>
          <a:xfrm>
            <a:off x="70682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A1_bar_GT_11912">
            <a:extLst>
              <a:ext uri="{FF2B5EF4-FFF2-40B4-BE49-F238E27FC236}">
                <a16:creationId xmlns:a16="http://schemas.microsoft.com/office/drawing/2014/main" id="{FF1BC916-9177-4BEC-8B08-44CD2E90C5B2}"/>
              </a:ext>
            </a:extLst>
          </p:cNvPr>
          <p:cNvSpPr>
            <a:spLocks noGrp="1"/>
          </p:cNvSpPr>
          <p:nvPr/>
        </p:nvSpPr>
        <p:spPr>
          <a:xfrm>
            <a:off x="686445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A1_bar_GT_11913">
            <a:extLst>
              <a:ext uri="{FF2B5EF4-FFF2-40B4-BE49-F238E27FC236}">
                <a16:creationId xmlns:a16="http://schemas.microsoft.com/office/drawing/2014/main" id="{18DF3687-FA71-4F02-8C09-006F2BC82DEB}"/>
              </a:ext>
            </a:extLst>
          </p:cNvPr>
          <p:cNvSpPr>
            <a:spLocks noGrp="1"/>
          </p:cNvSpPr>
          <p:nvPr/>
        </p:nvSpPr>
        <p:spPr>
          <a:xfrm>
            <a:off x="848606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A1_bar_GT_11914">
            <a:extLst>
              <a:ext uri="{FF2B5EF4-FFF2-40B4-BE49-F238E27FC236}">
                <a16:creationId xmlns:a16="http://schemas.microsoft.com/office/drawing/2014/main" id="{3458B762-B74B-4CE3-8712-E4ABD1452CC2}"/>
              </a:ext>
            </a:extLst>
          </p:cNvPr>
          <p:cNvSpPr>
            <a:spLocks noGrp="1"/>
          </p:cNvSpPr>
          <p:nvPr/>
        </p:nvSpPr>
        <p:spPr>
          <a:xfrm>
            <a:off x="8628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A1_bar_GT_11915">
            <a:extLst>
              <a:ext uri="{FF2B5EF4-FFF2-40B4-BE49-F238E27FC236}">
                <a16:creationId xmlns:a16="http://schemas.microsoft.com/office/drawing/2014/main" id="{E293103E-2613-4F81-8279-C12D9EDB2C29}"/>
              </a:ext>
            </a:extLst>
          </p:cNvPr>
          <p:cNvSpPr>
            <a:spLocks noGrp="1"/>
          </p:cNvSpPr>
          <p:nvPr/>
        </p:nvSpPr>
        <p:spPr>
          <a:xfrm>
            <a:off x="8654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A1_bar_GT_11916">
            <a:extLst>
              <a:ext uri="{FF2B5EF4-FFF2-40B4-BE49-F238E27FC236}">
                <a16:creationId xmlns:a16="http://schemas.microsoft.com/office/drawing/2014/main" id="{A5DFE687-386E-4B7E-BCC6-4E9E2728C347}"/>
              </a:ext>
            </a:extLst>
          </p:cNvPr>
          <p:cNvSpPr>
            <a:spLocks noGrp="1"/>
          </p:cNvSpPr>
          <p:nvPr/>
        </p:nvSpPr>
        <p:spPr>
          <a:xfrm>
            <a:off x="849169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A1_bar_GT_11917">
            <a:extLst>
              <a:ext uri="{FF2B5EF4-FFF2-40B4-BE49-F238E27FC236}">
                <a16:creationId xmlns:a16="http://schemas.microsoft.com/office/drawing/2014/main" id="{FE7BE9AB-07BD-4E9A-A879-2524307F2738}"/>
              </a:ext>
            </a:extLst>
          </p:cNvPr>
          <p:cNvSpPr>
            <a:spLocks noGrp="1"/>
          </p:cNvSpPr>
          <p:nvPr/>
        </p:nvSpPr>
        <p:spPr>
          <a:xfrm>
            <a:off x="8529140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A1_bar_GT_11918">
            <a:extLst>
              <a:ext uri="{FF2B5EF4-FFF2-40B4-BE49-F238E27FC236}">
                <a16:creationId xmlns:a16="http://schemas.microsoft.com/office/drawing/2014/main" id="{247337C7-91D4-49EE-BAD6-B21C09AAE281}"/>
              </a:ext>
            </a:extLst>
          </p:cNvPr>
          <p:cNvSpPr>
            <a:spLocks noGrp="1"/>
          </p:cNvSpPr>
          <p:nvPr/>
        </p:nvSpPr>
        <p:spPr>
          <a:xfrm>
            <a:off x="8584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A1_bar_GT_11919">
            <a:extLst>
              <a:ext uri="{FF2B5EF4-FFF2-40B4-BE49-F238E27FC236}">
                <a16:creationId xmlns:a16="http://schemas.microsoft.com/office/drawing/2014/main" id="{8503C74D-2C3C-4552-92E2-4337275482F3}"/>
              </a:ext>
            </a:extLst>
          </p:cNvPr>
          <p:cNvSpPr>
            <a:spLocks noGrp="1"/>
          </p:cNvSpPr>
          <p:nvPr/>
        </p:nvSpPr>
        <p:spPr>
          <a:xfrm>
            <a:off x="8461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A1_bar_GT_11920">
            <a:extLst>
              <a:ext uri="{FF2B5EF4-FFF2-40B4-BE49-F238E27FC236}">
                <a16:creationId xmlns:a16="http://schemas.microsoft.com/office/drawing/2014/main" id="{05E62A7E-0B41-49B0-BA45-AC1F2A5309D3}"/>
              </a:ext>
            </a:extLst>
          </p:cNvPr>
          <p:cNvSpPr>
            <a:spLocks noGrp="1"/>
          </p:cNvSpPr>
          <p:nvPr/>
        </p:nvSpPr>
        <p:spPr>
          <a:xfrm>
            <a:off x="867311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A1_bar_GT_11921">
            <a:extLst>
              <a:ext uri="{FF2B5EF4-FFF2-40B4-BE49-F238E27FC236}">
                <a16:creationId xmlns:a16="http://schemas.microsoft.com/office/drawing/2014/main" id="{77E34FA8-4DEF-4002-8BA3-CB988C68593C}"/>
              </a:ext>
            </a:extLst>
          </p:cNvPr>
          <p:cNvSpPr>
            <a:spLocks noGrp="1"/>
          </p:cNvSpPr>
          <p:nvPr/>
        </p:nvSpPr>
        <p:spPr>
          <a:xfrm>
            <a:off x="857668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A1_bar_GT_11922">
            <a:extLst>
              <a:ext uri="{FF2B5EF4-FFF2-40B4-BE49-F238E27FC236}">
                <a16:creationId xmlns:a16="http://schemas.microsoft.com/office/drawing/2014/main" id="{25B82044-0E70-4349-9A16-1013EB4374C8}"/>
              </a:ext>
            </a:extLst>
          </p:cNvPr>
          <p:cNvSpPr>
            <a:spLocks noGrp="1"/>
          </p:cNvSpPr>
          <p:nvPr/>
        </p:nvSpPr>
        <p:spPr>
          <a:xfrm>
            <a:off x="847747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A1_bar_GT_11923">
            <a:extLst>
              <a:ext uri="{FF2B5EF4-FFF2-40B4-BE49-F238E27FC236}">
                <a16:creationId xmlns:a16="http://schemas.microsoft.com/office/drawing/2014/main" id="{B00A38D9-0838-4F97-8695-7F0EAF59FCC9}"/>
              </a:ext>
            </a:extLst>
          </p:cNvPr>
          <p:cNvSpPr>
            <a:spLocks noGrp="1"/>
          </p:cNvSpPr>
          <p:nvPr/>
        </p:nvSpPr>
        <p:spPr>
          <a:xfrm>
            <a:off x="843249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A1_bar_GT_11924">
            <a:extLst>
              <a:ext uri="{FF2B5EF4-FFF2-40B4-BE49-F238E27FC236}">
                <a16:creationId xmlns:a16="http://schemas.microsoft.com/office/drawing/2014/main" id="{64353D8D-9F44-408F-8B28-4BDA5A92B2BD}"/>
              </a:ext>
            </a:extLst>
          </p:cNvPr>
          <p:cNvSpPr>
            <a:spLocks noGrp="1"/>
          </p:cNvSpPr>
          <p:nvPr/>
        </p:nvSpPr>
        <p:spPr>
          <a:xfrm>
            <a:off x="848066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A1_bar_GT_11925">
            <a:extLst>
              <a:ext uri="{FF2B5EF4-FFF2-40B4-BE49-F238E27FC236}">
                <a16:creationId xmlns:a16="http://schemas.microsoft.com/office/drawing/2014/main" id="{0CBA7C07-1427-4C41-AD52-2265E2C49129}"/>
              </a:ext>
            </a:extLst>
          </p:cNvPr>
          <p:cNvSpPr>
            <a:spLocks noGrp="1"/>
          </p:cNvSpPr>
          <p:nvPr/>
        </p:nvSpPr>
        <p:spPr>
          <a:xfrm>
            <a:off x="858649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A1_bar_GT_11926">
            <a:extLst>
              <a:ext uri="{FF2B5EF4-FFF2-40B4-BE49-F238E27FC236}">
                <a16:creationId xmlns:a16="http://schemas.microsoft.com/office/drawing/2014/main" id="{40512EEE-73FC-40F5-9240-570030A067FC}"/>
              </a:ext>
            </a:extLst>
          </p:cNvPr>
          <p:cNvSpPr>
            <a:spLocks noGrp="1"/>
          </p:cNvSpPr>
          <p:nvPr/>
        </p:nvSpPr>
        <p:spPr>
          <a:xfrm>
            <a:off x="8585847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A1_bar_GT_11927">
            <a:extLst>
              <a:ext uri="{FF2B5EF4-FFF2-40B4-BE49-F238E27FC236}">
                <a16:creationId xmlns:a16="http://schemas.microsoft.com/office/drawing/2014/main" id="{F22B99F4-0E8B-48A8-A4CD-C82434D5E515}"/>
              </a:ext>
            </a:extLst>
          </p:cNvPr>
          <p:cNvSpPr>
            <a:spLocks noGrp="1"/>
          </p:cNvSpPr>
          <p:nvPr/>
        </p:nvSpPr>
        <p:spPr>
          <a:xfrm>
            <a:off x="853636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A1_bar_GT_11928">
            <a:extLst>
              <a:ext uri="{FF2B5EF4-FFF2-40B4-BE49-F238E27FC236}">
                <a16:creationId xmlns:a16="http://schemas.microsoft.com/office/drawing/2014/main" id="{AAA9C0A1-490B-47A5-B96F-F8FA4E31C067}"/>
              </a:ext>
            </a:extLst>
          </p:cNvPr>
          <p:cNvSpPr>
            <a:spLocks noGrp="1"/>
          </p:cNvSpPr>
          <p:nvPr/>
        </p:nvSpPr>
        <p:spPr>
          <a:xfrm>
            <a:off x="860040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A1_bar_GT_11929">
            <a:extLst>
              <a:ext uri="{FF2B5EF4-FFF2-40B4-BE49-F238E27FC236}">
                <a16:creationId xmlns:a16="http://schemas.microsoft.com/office/drawing/2014/main" id="{3C6CAF72-B7BB-4F3B-9277-7349E2AABBB7}"/>
              </a:ext>
            </a:extLst>
          </p:cNvPr>
          <p:cNvSpPr>
            <a:spLocks noGrp="1"/>
          </p:cNvSpPr>
          <p:nvPr/>
        </p:nvSpPr>
        <p:spPr>
          <a:xfrm>
            <a:off x="8519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A1_bar_GT_11930">
            <a:extLst>
              <a:ext uri="{FF2B5EF4-FFF2-40B4-BE49-F238E27FC236}">
                <a16:creationId xmlns:a16="http://schemas.microsoft.com/office/drawing/2014/main" id="{5FF35C57-B0C6-498F-B4B4-7C21F66B06B3}"/>
              </a:ext>
            </a:extLst>
          </p:cNvPr>
          <p:cNvSpPr>
            <a:spLocks noGrp="1"/>
          </p:cNvSpPr>
          <p:nvPr/>
        </p:nvSpPr>
        <p:spPr>
          <a:xfrm>
            <a:off x="8574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A1_bar_GT_11931">
            <a:extLst>
              <a:ext uri="{FF2B5EF4-FFF2-40B4-BE49-F238E27FC236}">
                <a16:creationId xmlns:a16="http://schemas.microsoft.com/office/drawing/2014/main" id="{61199627-E0F4-4731-8E7C-FD468BBBD4F2}"/>
              </a:ext>
            </a:extLst>
          </p:cNvPr>
          <p:cNvSpPr>
            <a:spLocks noGrp="1"/>
          </p:cNvSpPr>
          <p:nvPr/>
        </p:nvSpPr>
        <p:spPr>
          <a:xfrm>
            <a:off x="8487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A1_bar_GT_11932">
            <a:extLst>
              <a:ext uri="{FF2B5EF4-FFF2-40B4-BE49-F238E27FC236}">
                <a16:creationId xmlns:a16="http://schemas.microsoft.com/office/drawing/2014/main" id="{4AF4CDE4-4046-4BCC-91F2-ED6A72C030B0}"/>
              </a:ext>
            </a:extLst>
          </p:cNvPr>
          <p:cNvSpPr>
            <a:spLocks noGrp="1"/>
          </p:cNvSpPr>
          <p:nvPr/>
        </p:nvSpPr>
        <p:spPr>
          <a:xfrm>
            <a:off x="8453788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A1_bar_GT_11933">
            <a:extLst>
              <a:ext uri="{FF2B5EF4-FFF2-40B4-BE49-F238E27FC236}">
                <a16:creationId xmlns:a16="http://schemas.microsoft.com/office/drawing/2014/main" id="{7A7A6F5C-16E3-402E-B086-45ADA3CED289}"/>
              </a:ext>
            </a:extLst>
          </p:cNvPr>
          <p:cNvSpPr>
            <a:spLocks noGrp="1"/>
          </p:cNvSpPr>
          <p:nvPr/>
        </p:nvSpPr>
        <p:spPr>
          <a:xfrm>
            <a:off x="8443488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A1_bar_GT_11934">
            <a:extLst>
              <a:ext uri="{FF2B5EF4-FFF2-40B4-BE49-F238E27FC236}">
                <a16:creationId xmlns:a16="http://schemas.microsoft.com/office/drawing/2014/main" id="{4C20E5B6-C741-4522-AE28-71C3D5FB0B33}"/>
              </a:ext>
            </a:extLst>
          </p:cNvPr>
          <p:cNvSpPr>
            <a:spLocks noGrp="1"/>
          </p:cNvSpPr>
          <p:nvPr/>
        </p:nvSpPr>
        <p:spPr>
          <a:xfrm>
            <a:off x="854566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A1_bar_GT_11935">
            <a:extLst>
              <a:ext uri="{FF2B5EF4-FFF2-40B4-BE49-F238E27FC236}">
                <a16:creationId xmlns:a16="http://schemas.microsoft.com/office/drawing/2014/main" id="{3D4FB7B6-D130-4328-B03F-BBF06D64F311}"/>
              </a:ext>
            </a:extLst>
          </p:cNvPr>
          <p:cNvSpPr>
            <a:spLocks noGrp="1"/>
          </p:cNvSpPr>
          <p:nvPr/>
        </p:nvSpPr>
        <p:spPr>
          <a:xfrm>
            <a:off x="8577203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A1_bar_GT_11936">
            <a:extLst>
              <a:ext uri="{FF2B5EF4-FFF2-40B4-BE49-F238E27FC236}">
                <a16:creationId xmlns:a16="http://schemas.microsoft.com/office/drawing/2014/main" id="{BB50743F-A6BC-4ACB-AE41-B01D3B5913B6}"/>
              </a:ext>
            </a:extLst>
          </p:cNvPr>
          <p:cNvSpPr>
            <a:spLocks noGrp="1"/>
          </p:cNvSpPr>
          <p:nvPr/>
        </p:nvSpPr>
        <p:spPr>
          <a:xfrm>
            <a:off x="8450958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A1_bar_GT_11937">
            <a:extLst>
              <a:ext uri="{FF2B5EF4-FFF2-40B4-BE49-F238E27FC236}">
                <a16:creationId xmlns:a16="http://schemas.microsoft.com/office/drawing/2014/main" id="{336AB0E8-3123-45DF-83B4-A55FEF58B4C3}"/>
              </a:ext>
            </a:extLst>
          </p:cNvPr>
          <p:cNvSpPr>
            <a:spLocks noGrp="1"/>
          </p:cNvSpPr>
          <p:nvPr/>
        </p:nvSpPr>
        <p:spPr>
          <a:xfrm>
            <a:off x="8583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A1_bar_GT_11938">
            <a:extLst>
              <a:ext uri="{FF2B5EF4-FFF2-40B4-BE49-F238E27FC236}">
                <a16:creationId xmlns:a16="http://schemas.microsoft.com/office/drawing/2014/main" id="{30E09222-45CD-4555-BFA0-9936DD62F72B}"/>
              </a:ext>
            </a:extLst>
          </p:cNvPr>
          <p:cNvSpPr>
            <a:spLocks noGrp="1"/>
          </p:cNvSpPr>
          <p:nvPr/>
        </p:nvSpPr>
        <p:spPr>
          <a:xfrm>
            <a:off x="85071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A1_bar_GT_11939">
            <a:extLst>
              <a:ext uri="{FF2B5EF4-FFF2-40B4-BE49-F238E27FC236}">
                <a16:creationId xmlns:a16="http://schemas.microsoft.com/office/drawing/2014/main" id="{A684B1BD-2C43-4050-893F-549AE4975D28}"/>
              </a:ext>
            </a:extLst>
          </p:cNvPr>
          <p:cNvSpPr>
            <a:spLocks noGrp="1"/>
          </p:cNvSpPr>
          <p:nvPr/>
        </p:nvSpPr>
        <p:spPr>
          <a:xfrm>
            <a:off x="8430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A1_bar_GT_11940">
            <a:extLst>
              <a:ext uri="{FF2B5EF4-FFF2-40B4-BE49-F238E27FC236}">
                <a16:creationId xmlns:a16="http://schemas.microsoft.com/office/drawing/2014/main" id="{B606914F-6E4D-4B6B-8BB6-ADAE3104DA14}"/>
              </a:ext>
            </a:extLst>
          </p:cNvPr>
          <p:cNvSpPr>
            <a:spLocks noGrp="1"/>
          </p:cNvSpPr>
          <p:nvPr/>
        </p:nvSpPr>
        <p:spPr>
          <a:xfrm>
            <a:off x="8429061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A1_bar_GT_11941">
            <a:extLst>
              <a:ext uri="{FF2B5EF4-FFF2-40B4-BE49-F238E27FC236}">
                <a16:creationId xmlns:a16="http://schemas.microsoft.com/office/drawing/2014/main" id="{0523C512-EB2F-4345-950D-0CE68929D9AF}"/>
              </a:ext>
            </a:extLst>
          </p:cNvPr>
          <p:cNvSpPr>
            <a:spLocks noGrp="1"/>
          </p:cNvSpPr>
          <p:nvPr/>
        </p:nvSpPr>
        <p:spPr>
          <a:xfrm>
            <a:off x="8494998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A1_bar_GT_11942">
            <a:extLst>
              <a:ext uri="{FF2B5EF4-FFF2-40B4-BE49-F238E27FC236}">
                <a16:creationId xmlns:a16="http://schemas.microsoft.com/office/drawing/2014/main" id="{949AF2E2-77F7-44AE-A38B-71B13EE1BCA1}"/>
              </a:ext>
            </a:extLst>
          </p:cNvPr>
          <p:cNvSpPr>
            <a:spLocks noGrp="1"/>
          </p:cNvSpPr>
          <p:nvPr/>
        </p:nvSpPr>
        <p:spPr>
          <a:xfrm>
            <a:off x="852875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A1_bar_GT_11943">
            <a:extLst>
              <a:ext uri="{FF2B5EF4-FFF2-40B4-BE49-F238E27FC236}">
                <a16:creationId xmlns:a16="http://schemas.microsoft.com/office/drawing/2014/main" id="{3DF06A21-C6F6-4408-80AB-790BF4AAB98E}"/>
              </a:ext>
            </a:extLst>
          </p:cNvPr>
          <p:cNvSpPr>
            <a:spLocks noGrp="1"/>
          </p:cNvSpPr>
          <p:nvPr/>
        </p:nvSpPr>
        <p:spPr>
          <a:xfrm>
            <a:off x="86232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A1_bar_GT_11944">
            <a:extLst>
              <a:ext uri="{FF2B5EF4-FFF2-40B4-BE49-F238E27FC236}">
                <a16:creationId xmlns:a16="http://schemas.microsoft.com/office/drawing/2014/main" id="{E42AF9D3-7736-4EB6-8B19-0B54E4EF7BC9}"/>
              </a:ext>
            </a:extLst>
          </p:cNvPr>
          <p:cNvSpPr>
            <a:spLocks noGrp="1"/>
          </p:cNvSpPr>
          <p:nvPr/>
        </p:nvSpPr>
        <p:spPr>
          <a:xfrm>
            <a:off x="851385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A1_bar_GT_11945">
            <a:extLst>
              <a:ext uri="{FF2B5EF4-FFF2-40B4-BE49-F238E27FC236}">
                <a16:creationId xmlns:a16="http://schemas.microsoft.com/office/drawing/2014/main" id="{59D906F9-25A1-42FA-BB30-E0C23CF960D0}"/>
              </a:ext>
            </a:extLst>
          </p:cNvPr>
          <p:cNvSpPr>
            <a:spLocks noGrp="1"/>
          </p:cNvSpPr>
          <p:nvPr/>
        </p:nvSpPr>
        <p:spPr>
          <a:xfrm>
            <a:off x="85107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A1_bar_GT_11946">
            <a:extLst>
              <a:ext uri="{FF2B5EF4-FFF2-40B4-BE49-F238E27FC236}">
                <a16:creationId xmlns:a16="http://schemas.microsoft.com/office/drawing/2014/main" id="{98D9844B-94CF-4EA1-B036-132E9BDC0CF0}"/>
              </a:ext>
            </a:extLst>
          </p:cNvPr>
          <p:cNvSpPr>
            <a:spLocks noGrp="1"/>
          </p:cNvSpPr>
          <p:nvPr/>
        </p:nvSpPr>
        <p:spPr>
          <a:xfrm>
            <a:off x="85831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A1_bar_GT_11947">
            <a:extLst>
              <a:ext uri="{FF2B5EF4-FFF2-40B4-BE49-F238E27FC236}">
                <a16:creationId xmlns:a16="http://schemas.microsoft.com/office/drawing/2014/main" id="{81771E59-CBE6-4A8E-987C-7AAE6842B301}"/>
              </a:ext>
            </a:extLst>
          </p:cNvPr>
          <p:cNvSpPr>
            <a:spLocks noGrp="1"/>
          </p:cNvSpPr>
          <p:nvPr/>
        </p:nvSpPr>
        <p:spPr>
          <a:xfrm>
            <a:off x="858498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A1_bar_GT_11948">
            <a:extLst>
              <a:ext uri="{FF2B5EF4-FFF2-40B4-BE49-F238E27FC236}">
                <a16:creationId xmlns:a16="http://schemas.microsoft.com/office/drawing/2014/main" id="{3C4FCC5E-3593-4AAE-BEBF-71F49EC6A182}"/>
              </a:ext>
            </a:extLst>
          </p:cNvPr>
          <p:cNvSpPr>
            <a:spLocks noGrp="1"/>
          </p:cNvSpPr>
          <p:nvPr/>
        </p:nvSpPr>
        <p:spPr>
          <a:xfrm>
            <a:off x="8472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A1_bar_GT_11949">
            <a:extLst>
              <a:ext uri="{FF2B5EF4-FFF2-40B4-BE49-F238E27FC236}">
                <a16:creationId xmlns:a16="http://schemas.microsoft.com/office/drawing/2014/main" id="{3742DFC1-BA3A-412D-8B93-37768CDF6F79}"/>
              </a:ext>
            </a:extLst>
          </p:cNvPr>
          <p:cNvSpPr>
            <a:spLocks noGrp="1"/>
          </p:cNvSpPr>
          <p:nvPr/>
        </p:nvSpPr>
        <p:spPr>
          <a:xfrm>
            <a:off x="84381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A1_bar_GT_11950">
            <a:extLst>
              <a:ext uri="{FF2B5EF4-FFF2-40B4-BE49-F238E27FC236}">
                <a16:creationId xmlns:a16="http://schemas.microsoft.com/office/drawing/2014/main" id="{4DA65ACF-1D4C-47EA-816D-AC95C8BAAC1A}"/>
              </a:ext>
            </a:extLst>
          </p:cNvPr>
          <p:cNvSpPr>
            <a:spLocks noGrp="1"/>
          </p:cNvSpPr>
          <p:nvPr/>
        </p:nvSpPr>
        <p:spPr>
          <a:xfrm>
            <a:off x="84714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A1_bar_GT_11951">
            <a:extLst>
              <a:ext uri="{FF2B5EF4-FFF2-40B4-BE49-F238E27FC236}">
                <a16:creationId xmlns:a16="http://schemas.microsoft.com/office/drawing/2014/main" id="{F51D7A1E-6B64-4D03-89BF-88951E86E9DF}"/>
              </a:ext>
            </a:extLst>
          </p:cNvPr>
          <p:cNvSpPr>
            <a:spLocks noGrp="1"/>
          </p:cNvSpPr>
          <p:nvPr/>
        </p:nvSpPr>
        <p:spPr>
          <a:xfrm>
            <a:off x="866182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A1_bar_GT_11952">
            <a:extLst>
              <a:ext uri="{FF2B5EF4-FFF2-40B4-BE49-F238E27FC236}">
                <a16:creationId xmlns:a16="http://schemas.microsoft.com/office/drawing/2014/main" id="{8C1BE5BC-2A8C-49F0-9A86-A250A644CC0F}"/>
              </a:ext>
            </a:extLst>
          </p:cNvPr>
          <p:cNvSpPr>
            <a:spLocks noGrp="1"/>
          </p:cNvSpPr>
          <p:nvPr/>
        </p:nvSpPr>
        <p:spPr>
          <a:xfrm>
            <a:off x="8605422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A1_bar_GT_11953">
            <a:extLst>
              <a:ext uri="{FF2B5EF4-FFF2-40B4-BE49-F238E27FC236}">
                <a16:creationId xmlns:a16="http://schemas.microsoft.com/office/drawing/2014/main" id="{0418D78D-0DA1-4EE1-A17A-9250CBC4DD05}"/>
              </a:ext>
            </a:extLst>
          </p:cNvPr>
          <p:cNvSpPr>
            <a:spLocks noGrp="1"/>
          </p:cNvSpPr>
          <p:nvPr/>
        </p:nvSpPr>
        <p:spPr>
          <a:xfrm>
            <a:off x="866143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A1_bar_GT_11954">
            <a:extLst>
              <a:ext uri="{FF2B5EF4-FFF2-40B4-BE49-F238E27FC236}">
                <a16:creationId xmlns:a16="http://schemas.microsoft.com/office/drawing/2014/main" id="{10FC3A96-61CA-42FD-A395-51996F5F277E}"/>
              </a:ext>
            </a:extLst>
          </p:cNvPr>
          <p:cNvSpPr>
            <a:spLocks noGrp="1"/>
          </p:cNvSpPr>
          <p:nvPr/>
        </p:nvSpPr>
        <p:spPr>
          <a:xfrm>
            <a:off x="84968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A1_bar_GT_11955">
            <a:extLst>
              <a:ext uri="{FF2B5EF4-FFF2-40B4-BE49-F238E27FC236}">
                <a16:creationId xmlns:a16="http://schemas.microsoft.com/office/drawing/2014/main" id="{CF5733DB-B993-4991-885A-A4B77E7E7717}"/>
              </a:ext>
            </a:extLst>
          </p:cNvPr>
          <p:cNvSpPr>
            <a:spLocks noGrp="1"/>
          </p:cNvSpPr>
          <p:nvPr/>
        </p:nvSpPr>
        <p:spPr>
          <a:xfrm>
            <a:off x="84585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A1_bar_GT_11956">
            <a:extLst>
              <a:ext uri="{FF2B5EF4-FFF2-40B4-BE49-F238E27FC236}">
                <a16:creationId xmlns:a16="http://schemas.microsoft.com/office/drawing/2014/main" id="{6F75548D-F6BD-4FAF-97AE-897FEF79A63D}"/>
              </a:ext>
            </a:extLst>
          </p:cNvPr>
          <p:cNvSpPr>
            <a:spLocks noGrp="1"/>
          </p:cNvSpPr>
          <p:nvPr/>
        </p:nvSpPr>
        <p:spPr>
          <a:xfrm>
            <a:off x="866113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A1_bar_GT_11957">
            <a:extLst>
              <a:ext uri="{FF2B5EF4-FFF2-40B4-BE49-F238E27FC236}">
                <a16:creationId xmlns:a16="http://schemas.microsoft.com/office/drawing/2014/main" id="{FDDE0632-CC15-41F0-BF59-BCB6296ECFB9}"/>
              </a:ext>
            </a:extLst>
          </p:cNvPr>
          <p:cNvSpPr>
            <a:spLocks noGrp="1"/>
          </p:cNvSpPr>
          <p:nvPr/>
        </p:nvSpPr>
        <p:spPr>
          <a:xfrm>
            <a:off x="86649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A1_bar_GT_11958">
            <a:extLst>
              <a:ext uri="{FF2B5EF4-FFF2-40B4-BE49-F238E27FC236}">
                <a16:creationId xmlns:a16="http://schemas.microsoft.com/office/drawing/2014/main" id="{9DB1E22C-11F2-4617-B193-5046B9706EB5}"/>
              </a:ext>
            </a:extLst>
          </p:cNvPr>
          <p:cNvSpPr>
            <a:spLocks noGrp="1"/>
          </p:cNvSpPr>
          <p:nvPr/>
        </p:nvSpPr>
        <p:spPr>
          <a:xfrm>
            <a:off x="860228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A1_bar_GT_11959">
            <a:extLst>
              <a:ext uri="{FF2B5EF4-FFF2-40B4-BE49-F238E27FC236}">
                <a16:creationId xmlns:a16="http://schemas.microsoft.com/office/drawing/2014/main" id="{19903D67-D90F-44EC-BB1A-6D28492669C1}"/>
              </a:ext>
            </a:extLst>
          </p:cNvPr>
          <p:cNvSpPr>
            <a:spLocks noGrp="1"/>
          </p:cNvSpPr>
          <p:nvPr/>
        </p:nvSpPr>
        <p:spPr>
          <a:xfrm>
            <a:off x="852273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A1_bar_GT_11960">
            <a:extLst>
              <a:ext uri="{FF2B5EF4-FFF2-40B4-BE49-F238E27FC236}">
                <a16:creationId xmlns:a16="http://schemas.microsoft.com/office/drawing/2014/main" id="{16ABC846-9F49-4736-99E5-3EA883E7F150}"/>
              </a:ext>
            </a:extLst>
          </p:cNvPr>
          <p:cNvSpPr>
            <a:spLocks noGrp="1"/>
          </p:cNvSpPr>
          <p:nvPr/>
        </p:nvSpPr>
        <p:spPr>
          <a:xfrm>
            <a:off x="8594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A1_bar_GT_11961">
            <a:extLst>
              <a:ext uri="{FF2B5EF4-FFF2-40B4-BE49-F238E27FC236}">
                <a16:creationId xmlns:a16="http://schemas.microsoft.com/office/drawing/2014/main" id="{715EC8DE-115C-403D-9FF5-4EAA57A69E1B}"/>
              </a:ext>
            </a:extLst>
          </p:cNvPr>
          <p:cNvSpPr>
            <a:spLocks noGrp="1"/>
          </p:cNvSpPr>
          <p:nvPr/>
        </p:nvSpPr>
        <p:spPr>
          <a:xfrm>
            <a:off x="84459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A1_bar_GT_11962">
            <a:extLst>
              <a:ext uri="{FF2B5EF4-FFF2-40B4-BE49-F238E27FC236}">
                <a16:creationId xmlns:a16="http://schemas.microsoft.com/office/drawing/2014/main" id="{F8C22109-2F96-4965-92E8-E6D658B096EF}"/>
              </a:ext>
            </a:extLst>
          </p:cNvPr>
          <p:cNvSpPr>
            <a:spLocks noGrp="1"/>
          </p:cNvSpPr>
          <p:nvPr/>
        </p:nvSpPr>
        <p:spPr>
          <a:xfrm>
            <a:off x="860337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A1_bar_GT_11963">
            <a:extLst>
              <a:ext uri="{FF2B5EF4-FFF2-40B4-BE49-F238E27FC236}">
                <a16:creationId xmlns:a16="http://schemas.microsoft.com/office/drawing/2014/main" id="{EDD504CD-E55C-4BED-95E4-FEBCBC3E8AE2}"/>
              </a:ext>
            </a:extLst>
          </p:cNvPr>
          <p:cNvSpPr>
            <a:spLocks noGrp="1"/>
          </p:cNvSpPr>
          <p:nvPr/>
        </p:nvSpPr>
        <p:spPr>
          <a:xfrm>
            <a:off x="8542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A1_bar_GT_11964">
            <a:extLst>
              <a:ext uri="{FF2B5EF4-FFF2-40B4-BE49-F238E27FC236}">
                <a16:creationId xmlns:a16="http://schemas.microsoft.com/office/drawing/2014/main" id="{D4229115-EE8B-4203-8F88-D52A3153F4D4}"/>
              </a:ext>
            </a:extLst>
          </p:cNvPr>
          <p:cNvSpPr>
            <a:spLocks noGrp="1"/>
          </p:cNvSpPr>
          <p:nvPr/>
        </p:nvSpPr>
        <p:spPr>
          <a:xfrm>
            <a:off x="86311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A1_bar_GT_11965">
            <a:extLst>
              <a:ext uri="{FF2B5EF4-FFF2-40B4-BE49-F238E27FC236}">
                <a16:creationId xmlns:a16="http://schemas.microsoft.com/office/drawing/2014/main" id="{22AB441B-2144-4530-9805-C58DE1DDDF54}"/>
              </a:ext>
            </a:extLst>
          </p:cNvPr>
          <p:cNvSpPr>
            <a:spLocks noGrp="1"/>
          </p:cNvSpPr>
          <p:nvPr/>
        </p:nvSpPr>
        <p:spPr>
          <a:xfrm>
            <a:off x="8658176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A1_bar_GT_11966">
            <a:extLst>
              <a:ext uri="{FF2B5EF4-FFF2-40B4-BE49-F238E27FC236}">
                <a16:creationId xmlns:a16="http://schemas.microsoft.com/office/drawing/2014/main" id="{2ECC91C6-EA02-4200-848F-57A9EE18A505}"/>
              </a:ext>
            </a:extLst>
          </p:cNvPr>
          <p:cNvSpPr>
            <a:spLocks noGrp="1"/>
          </p:cNvSpPr>
          <p:nvPr/>
        </p:nvSpPr>
        <p:spPr>
          <a:xfrm>
            <a:off x="8596881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A1_bar_GT_11967">
            <a:extLst>
              <a:ext uri="{FF2B5EF4-FFF2-40B4-BE49-F238E27FC236}">
                <a16:creationId xmlns:a16="http://schemas.microsoft.com/office/drawing/2014/main" id="{29C31F1D-48FB-428F-AECF-6FC4808BDF0B}"/>
              </a:ext>
            </a:extLst>
          </p:cNvPr>
          <p:cNvSpPr>
            <a:spLocks noGrp="1"/>
          </p:cNvSpPr>
          <p:nvPr/>
        </p:nvSpPr>
        <p:spPr>
          <a:xfrm>
            <a:off x="853714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A1_bar_GT_11968">
            <a:extLst>
              <a:ext uri="{FF2B5EF4-FFF2-40B4-BE49-F238E27FC236}">
                <a16:creationId xmlns:a16="http://schemas.microsoft.com/office/drawing/2014/main" id="{ABAC65F4-70F8-412F-AE8F-85CB6D47D3FA}"/>
              </a:ext>
            </a:extLst>
          </p:cNvPr>
          <p:cNvSpPr>
            <a:spLocks noGrp="1"/>
          </p:cNvSpPr>
          <p:nvPr/>
        </p:nvSpPr>
        <p:spPr>
          <a:xfrm>
            <a:off x="84756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A1_bar_GT_11969">
            <a:extLst>
              <a:ext uri="{FF2B5EF4-FFF2-40B4-BE49-F238E27FC236}">
                <a16:creationId xmlns:a16="http://schemas.microsoft.com/office/drawing/2014/main" id="{4E0FC29E-0720-4071-9537-132D0CA955DF}"/>
              </a:ext>
            </a:extLst>
          </p:cNvPr>
          <p:cNvSpPr>
            <a:spLocks noGrp="1"/>
          </p:cNvSpPr>
          <p:nvPr/>
        </p:nvSpPr>
        <p:spPr>
          <a:xfrm>
            <a:off x="8515991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A1_bar_GT_11970">
            <a:extLst>
              <a:ext uri="{FF2B5EF4-FFF2-40B4-BE49-F238E27FC236}">
                <a16:creationId xmlns:a16="http://schemas.microsoft.com/office/drawing/2014/main" id="{52EC983C-DF02-45FC-A877-E058948A101F}"/>
              </a:ext>
            </a:extLst>
          </p:cNvPr>
          <p:cNvSpPr>
            <a:spLocks noGrp="1"/>
          </p:cNvSpPr>
          <p:nvPr/>
        </p:nvSpPr>
        <p:spPr>
          <a:xfrm>
            <a:off x="86184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A1_bar_GT_11971">
            <a:extLst>
              <a:ext uri="{FF2B5EF4-FFF2-40B4-BE49-F238E27FC236}">
                <a16:creationId xmlns:a16="http://schemas.microsoft.com/office/drawing/2014/main" id="{48CBC51A-C471-41BA-A80E-E82194BD7C05}"/>
              </a:ext>
            </a:extLst>
          </p:cNvPr>
          <p:cNvSpPr>
            <a:spLocks noGrp="1"/>
          </p:cNvSpPr>
          <p:nvPr/>
        </p:nvSpPr>
        <p:spPr>
          <a:xfrm>
            <a:off x="8626757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A1_bar_GT_11972">
            <a:extLst>
              <a:ext uri="{FF2B5EF4-FFF2-40B4-BE49-F238E27FC236}">
                <a16:creationId xmlns:a16="http://schemas.microsoft.com/office/drawing/2014/main" id="{83133516-6F18-44EA-804B-A3747AD7D5C4}"/>
              </a:ext>
            </a:extLst>
          </p:cNvPr>
          <p:cNvSpPr>
            <a:spLocks noGrp="1"/>
          </p:cNvSpPr>
          <p:nvPr/>
        </p:nvSpPr>
        <p:spPr>
          <a:xfrm>
            <a:off x="856798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A1_bar_GT_11973">
            <a:extLst>
              <a:ext uri="{FF2B5EF4-FFF2-40B4-BE49-F238E27FC236}">
                <a16:creationId xmlns:a16="http://schemas.microsoft.com/office/drawing/2014/main" id="{54896D9E-CB0A-45F4-A134-C7BBA0660AA5}"/>
              </a:ext>
            </a:extLst>
          </p:cNvPr>
          <p:cNvSpPr>
            <a:spLocks noGrp="1"/>
          </p:cNvSpPr>
          <p:nvPr/>
        </p:nvSpPr>
        <p:spPr>
          <a:xfrm>
            <a:off x="8474205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A1_bar_GT_11974">
            <a:extLst>
              <a:ext uri="{FF2B5EF4-FFF2-40B4-BE49-F238E27FC236}">
                <a16:creationId xmlns:a16="http://schemas.microsoft.com/office/drawing/2014/main" id="{A250EC7E-0DD3-458C-8728-F36F03E5F6B0}"/>
              </a:ext>
            </a:extLst>
          </p:cNvPr>
          <p:cNvSpPr>
            <a:spLocks noGrp="1"/>
          </p:cNvSpPr>
          <p:nvPr/>
        </p:nvSpPr>
        <p:spPr>
          <a:xfrm>
            <a:off x="8588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A1_bar_GT_11975">
            <a:extLst>
              <a:ext uri="{FF2B5EF4-FFF2-40B4-BE49-F238E27FC236}">
                <a16:creationId xmlns:a16="http://schemas.microsoft.com/office/drawing/2014/main" id="{147490C4-1D50-4211-BF28-F7A8FD7BF913}"/>
              </a:ext>
            </a:extLst>
          </p:cNvPr>
          <p:cNvSpPr>
            <a:spLocks noGrp="1"/>
          </p:cNvSpPr>
          <p:nvPr/>
        </p:nvSpPr>
        <p:spPr>
          <a:xfrm>
            <a:off x="85987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A1_bar_GT_11976">
            <a:extLst>
              <a:ext uri="{FF2B5EF4-FFF2-40B4-BE49-F238E27FC236}">
                <a16:creationId xmlns:a16="http://schemas.microsoft.com/office/drawing/2014/main" id="{144EB724-5EB5-453A-A412-600813C6EA23}"/>
              </a:ext>
            </a:extLst>
          </p:cNvPr>
          <p:cNvSpPr>
            <a:spLocks noGrp="1"/>
          </p:cNvSpPr>
          <p:nvPr/>
        </p:nvSpPr>
        <p:spPr>
          <a:xfrm>
            <a:off x="8646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A1_bar_GT_11977">
            <a:extLst>
              <a:ext uri="{FF2B5EF4-FFF2-40B4-BE49-F238E27FC236}">
                <a16:creationId xmlns:a16="http://schemas.microsoft.com/office/drawing/2014/main" id="{A5D45C4D-95F3-4A43-9D29-7FFA313C338D}"/>
              </a:ext>
            </a:extLst>
          </p:cNvPr>
          <p:cNvSpPr>
            <a:spLocks noGrp="1"/>
          </p:cNvSpPr>
          <p:nvPr/>
        </p:nvSpPr>
        <p:spPr>
          <a:xfrm>
            <a:off x="85498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A1_bar_GT_11978">
            <a:extLst>
              <a:ext uri="{FF2B5EF4-FFF2-40B4-BE49-F238E27FC236}">
                <a16:creationId xmlns:a16="http://schemas.microsoft.com/office/drawing/2014/main" id="{EF81E57A-30A1-4F73-AB4C-9F948A591A1F}"/>
              </a:ext>
            </a:extLst>
          </p:cNvPr>
          <p:cNvSpPr>
            <a:spLocks noGrp="1"/>
          </p:cNvSpPr>
          <p:nvPr/>
        </p:nvSpPr>
        <p:spPr>
          <a:xfrm>
            <a:off x="86117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A1_bar_GT_11979">
            <a:extLst>
              <a:ext uri="{FF2B5EF4-FFF2-40B4-BE49-F238E27FC236}">
                <a16:creationId xmlns:a16="http://schemas.microsoft.com/office/drawing/2014/main" id="{1E167C6A-0581-44B3-81B0-B54C452191B3}"/>
              </a:ext>
            </a:extLst>
          </p:cNvPr>
          <p:cNvSpPr>
            <a:spLocks noGrp="1"/>
          </p:cNvSpPr>
          <p:nvPr/>
        </p:nvSpPr>
        <p:spPr>
          <a:xfrm>
            <a:off x="85299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A1_bar_GT_11980">
            <a:extLst>
              <a:ext uri="{FF2B5EF4-FFF2-40B4-BE49-F238E27FC236}">
                <a16:creationId xmlns:a16="http://schemas.microsoft.com/office/drawing/2014/main" id="{7E0F933F-6D10-4ED0-9B69-5B41E4058EC5}"/>
              </a:ext>
            </a:extLst>
          </p:cNvPr>
          <p:cNvSpPr>
            <a:spLocks noGrp="1"/>
          </p:cNvSpPr>
          <p:nvPr/>
        </p:nvSpPr>
        <p:spPr>
          <a:xfrm>
            <a:off x="848206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A1_bar_GT_11981">
            <a:extLst>
              <a:ext uri="{FF2B5EF4-FFF2-40B4-BE49-F238E27FC236}">
                <a16:creationId xmlns:a16="http://schemas.microsoft.com/office/drawing/2014/main" id="{4DB831AF-7D2E-4AE1-A9A7-4D008A0336C9}"/>
              </a:ext>
            </a:extLst>
          </p:cNvPr>
          <p:cNvSpPr>
            <a:spLocks noGrp="1"/>
          </p:cNvSpPr>
          <p:nvPr/>
        </p:nvSpPr>
        <p:spPr>
          <a:xfrm>
            <a:off x="8564803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A1_bar_GT_11982">
            <a:extLst>
              <a:ext uri="{FF2B5EF4-FFF2-40B4-BE49-F238E27FC236}">
                <a16:creationId xmlns:a16="http://schemas.microsoft.com/office/drawing/2014/main" id="{58160609-F041-4404-92EC-DE62012068E0}"/>
              </a:ext>
            </a:extLst>
          </p:cNvPr>
          <p:cNvSpPr>
            <a:spLocks noGrp="1"/>
          </p:cNvSpPr>
          <p:nvPr/>
        </p:nvSpPr>
        <p:spPr>
          <a:xfrm>
            <a:off x="8583690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A1_bar_GT_11983">
            <a:extLst>
              <a:ext uri="{FF2B5EF4-FFF2-40B4-BE49-F238E27FC236}">
                <a16:creationId xmlns:a16="http://schemas.microsoft.com/office/drawing/2014/main" id="{C605350A-B1F0-40E9-9C64-898B3379542A}"/>
              </a:ext>
            </a:extLst>
          </p:cNvPr>
          <p:cNvSpPr>
            <a:spLocks noGrp="1"/>
          </p:cNvSpPr>
          <p:nvPr/>
        </p:nvSpPr>
        <p:spPr>
          <a:xfrm>
            <a:off x="857295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A1_bar_GT_11984">
            <a:extLst>
              <a:ext uri="{FF2B5EF4-FFF2-40B4-BE49-F238E27FC236}">
                <a16:creationId xmlns:a16="http://schemas.microsoft.com/office/drawing/2014/main" id="{C0B5669B-F51E-4101-A2E6-6373B0AB94EE}"/>
              </a:ext>
            </a:extLst>
          </p:cNvPr>
          <p:cNvSpPr>
            <a:spLocks noGrp="1"/>
          </p:cNvSpPr>
          <p:nvPr/>
        </p:nvSpPr>
        <p:spPr>
          <a:xfrm>
            <a:off x="84511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A1_bar_GT_11985">
            <a:extLst>
              <a:ext uri="{FF2B5EF4-FFF2-40B4-BE49-F238E27FC236}">
                <a16:creationId xmlns:a16="http://schemas.microsoft.com/office/drawing/2014/main" id="{BD129C13-7A3A-49F8-844F-5068B81BD385}"/>
              </a:ext>
            </a:extLst>
          </p:cNvPr>
          <p:cNvSpPr>
            <a:spLocks noGrp="1"/>
          </p:cNvSpPr>
          <p:nvPr/>
        </p:nvSpPr>
        <p:spPr>
          <a:xfrm>
            <a:off x="8545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A1_bar_GT_11986">
            <a:extLst>
              <a:ext uri="{FF2B5EF4-FFF2-40B4-BE49-F238E27FC236}">
                <a16:creationId xmlns:a16="http://schemas.microsoft.com/office/drawing/2014/main" id="{6F8F4850-A20B-42B3-BD47-5FEE1D02A3BB}"/>
              </a:ext>
            </a:extLst>
          </p:cNvPr>
          <p:cNvSpPr>
            <a:spLocks noGrp="1"/>
          </p:cNvSpPr>
          <p:nvPr/>
        </p:nvSpPr>
        <p:spPr>
          <a:xfrm>
            <a:off x="86733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A1_bar_GT_11987">
            <a:extLst>
              <a:ext uri="{FF2B5EF4-FFF2-40B4-BE49-F238E27FC236}">
                <a16:creationId xmlns:a16="http://schemas.microsoft.com/office/drawing/2014/main" id="{493AFAE2-6134-4861-B6C0-7B75630E91CE}"/>
              </a:ext>
            </a:extLst>
          </p:cNvPr>
          <p:cNvSpPr>
            <a:spLocks noGrp="1"/>
          </p:cNvSpPr>
          <p:nvPr/>
        </p:nvSpPr>
        <p:spPr>
          <a:xfrm>
            <a:off x="867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A1_bar_GT_11988">
            <a:extLst>
              <a:ext uri="{FF2B5EF4-FFF2-40B4-BE49-F238E27FC236}">
                <a16:creationId xmlns:a16="http://schemas.microsoft.com/office/drawing/2014/main" id="{3930CCB5-BA5A-4BAA-B16C-C02F5F90691A}"/>
              </a:ext>
            </a:extLst>
          </p:cNvPr>
          <p:cNvSpPr>
            <a:spLocks noGrp="1"/>
          </p:cNvSpPr>
          <p:nvPr/>
        </p:nvSpPr>
        <p:spPr>
          <a:xfrm>
            <a:off x="843608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A1_bar_GT_11989">
            <a:extLst>
              <a:ext uri="{FF2B5EF4-FFF2-40B4-BE49-F238E27FC236}">
                <a16:creationId xmlns:a16="http://schemas.microsoft.com/office/drawing/2014/main" id="{B23419AA-E649-4A51-A8FB-DA5E3CCCCC5B}"/>
              </a:ext>
            </a:extLst>
          </p:cNvPr>
          <p:cNvSpPr>
            <a:spLocks noGrp="1"/>
          </p:cNvSpPr>
          <p:nvPr/>
        </p:nvSpPr>
        <p:spPr>
          <a:xfrm>
            <a:off x="86707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A1_bar_GT_11990">
            <a:extLst>
              <a:ext uri="{FF2B5EF4-FFF2-40B4-BE49-F238E27FC236}">
                <a16:creationId xmlns:a16="http://schemas.microsoft.com/office/drawing/2014/main" id="{3EBCEDB6-0E8D-4CA8-9924-6024D5BCE74B}"/>
              </a:ext>
            </a:extLst>
          </p:cNvPr>
          <p:cNvSpPr>
            <a:spLocks noGrp="1"/>
          </p:cNvSpPr>
          <p:nvPr/>
        </p:nvSpPr>
        <p:spPr>
          <a:xfrm>
            <a:off x="8426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A1_bar_GT_11991">
            <a:extLst>
              <a:ext uri="{FF2B5EF4-FFF2-40B4-BE49-F238E27FC236}">
                <a16:creationId xmlns:a16="http://schemas.microsoft.com/office/drawing/2014/main" id="{46FCFC00-5BF8-4AD0-9A36-DC89CDF98AE5}"/>
              </a:ext>
            </a:extLst>
          </p:cNvPr>
          <p:cNvSpPr>
            <a:spLocks noGrp="1"/>
          </p:cNvSpPr>
          <p:nvPr/>
        </p:nvSpPr>
        <p:spPr>
          <a:xfrm>
            <a:off x="8648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A1_bar_GT_11992">
            <a:extLst>
              <a:ext uri="{FF2B5EF4-FFF2-40B4-BE49-F238E27FC236}">
                <a16:creationId xmlns:a16="http://schemas.microsoft.com/office/drawing/2014/main" id="{A7BCBF37-B673-4C5E-BCCD-5D0555AF3940}"/>
              </a:ext>
            </a:extLst>
          </p:cNvPr>
          <p:cNvSpPr>
            <a:spLocks noGrp="1"/>
          </p:cNvSpPr>
          <p:nvPr/>
        </p:nvSpPr>
        <p:spPr>
          <a:xfrm>
            <a:off x="8506971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A1_bar_GT_11993">
            <a:extLst>
              <a:ext uri="{FF2B5EF4-FFF2-40B4-BE49-F238E27FC236}">
                <a16:creationId xmlns:a16="http://schemas.microsoft.com/office/drawing/2014/main" id="{FADF8B53-9F38-449A-9A7E-1C050DA1B8A2}"/>
              </a:ext>
            </a:extLst>
          </p:cNvPr>
          <p:cNvSpPr>
            <a:spLocks noGrp="1"/>
          </p:cNvSpPr>
          <p:nvPr/>
        </p:nvSpPr>
        <p:spPr>
          <a:xfrm>
            <a:off x="843224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A1_bar_GT_11994">
            <a:extLst>
              <a:ext uri="{FF2B5EF4-FFF2-40B4-BE49-F238E27FC236}">
                <a16:creationId xmlns:a16="http://schemas.microsoft.com/office/drawing/2014/main" id="{2E5D3D23-DA69-4D92-B6FA-222AE699B0EB}"/>
              </a:ext>
            </a:extLst>
          </p:cNvPr>
          <p:cNvSpPr>
            <a:spLocks noGrp="1"/>
          </p:cNvSpPr>
          <p:nvPr/>
        </p:nvSpPr>
        <p:spPr>
          <a:xfrm>
            <a:off x="865113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A1_bar_GT_11995">
            <a:extLst>
              <a:ext uri="{FF2B5EF4-FFF2-40B4-BE49-F238E27FC236}">
                <a16:creationId xmlns:a16="http://schemas.microsoft.com/office/drawing/2014/main" id="{7F2A4D6A-6A19-4A9E-82B8-AD7E237FD303}"/>
              </a:ext>
            </a:extLst>
          </p:cNvPr>
          <p:cNvSpPr>
            <a:spLocks noGrp="1"/>
          </p:cNvSpPr>
          <p:nvPr/>
        </p:nvSpPr>
        <p:spPr>
          <a:xfrm>
            <a:off x="8428884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A1_bar_GT_11996">
            <a:extLst>
              <a:ext uri="{FF2B5EF4-FFF2-40B4-BE49-F238E27FC236}">
                <a16:creationId xmlns:a16="http://schemas.microsoft.com/office/drawing/2014/main" id="{42ECE9F3-5AC1-4B02-B7D6-FC5F76CF2E35}"/>
              </a:ext>
            </a:extLst>
          </p:cNvPr>
          <p:cNvSpPr>
            <a:spLocks noGrp="1"/>
          </p:cNvSpPr>
          <p:nvPr/>
        </p:nvSpPr>
        <p:spPr>
          <a:xfrm>
            <a:off x="851461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A1_bar_GT_11997">
            <a:extLst>
              <a:ext uri="{FF2B5EF4-FFF2-40B4-BE49-F238E27FC236}">
                <a16:creationId xmlns:a16="http://schemas.microsoft.com/office/drawing/2014/main" id="{E8343462-5826-495A-9776-4A4317F01E91}"/>
              </a:ext>
            </a:extLst>
          </p:cNvPr>
          <p:cNvSpPr>
            <a:spLocks noGrp="1"/>
          </p:cNvSpPr>
          <p:nvPr/>
        </p:nvSpPr>
        <p:spPr>
          <a:xfrm>
            <a:off x="85094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A1_bar_GT_11998">
            <a:extLst>
              <a:ext uri="{FF2B5EF4-FFF2-40B4-BE49-F238E27FC236}">
                <a16:creationId xmlns:a16="http://schemas.microsoft.com/office/drawing/2014/main" id="{A49CA2E6-5EE5-444E-89B0-D596AB02DBF5}"/>
              </a:ext>
            </a:extLst>
          </p:cNvPr>
          <p:cNvSpPr>
            <a:spLocks noGrp="1"/>
          </p:cNvSpPr>
          <p:nvPr/>
        </p:nvSpPr>
        <p:spPr>
          <a:xfrm>
            <a:off x="8591750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A1_bar_GT_11999">
            <a:extLst>
              <a:ext uri="{FF2B5EF4-FFF2-40B4-BE49-F238E27FC236}">
                <a16:creationId xmlns:a16="http://schemas.microsoft.com/office/drawing/2014/main" id="{D73773A7-B315-4FF8-B929-03640E662153}"/>
              </a:ext>
            </a:extLst>
          </p:cNvPr>
          <p:cNvSpPr>
            <a:spLocks noGrp="1"/>
          </p:cNvSpPr>
          <p:nvPr/>
        </p:nvSpPr>
        <p:spPr>
          <a:xfrm>
            <a:off x="86677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A1_bar_GT_12000">
            <a:extLst>
              <a:ext uri="{FF2B5EF4-FFF2-40B4-BE49-F238E27FC236}">
                <a16:creationId xmlns:a16="http://schemas.microsoft.com/office/drawing/2014/main" id="{1B73DB8C-DED9-411C-BD75-E059DE438F8E}"/>
              </a:ext>
            </a:extLst>
          </p:cNvPr>
          <p:cNvSpPr>
            <a:spLocks noGrp="1"/>
          </p:cNvSpPr>
          <p:nvPr/>
        </p:nvSpPr>
        <p:spPr>
          <a:xfrm>
            <a:off x="858253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A1_bar_GT_12001">
            <a:extLst>
              <a:ext uri="{FF2B5EF4-FFF2-40B4-BE49-F238E27FC236}">
                <a16:creationId xmlns:a16="http://schemas.microsoft.com/office/drawing/2014/main" id="{71ACAA3F-9E2B-47C9-8A0C-0DF128811E09}"/>
              </a:ext>
            </a:extLst>
          </p:cNvPr>
          <p:cNvSpPr>
            <a:spLocks noGrp="1"/>
          </p:cNvSpPr>
          <p:nvPr/>
        </p:nvSpPr>
        <p:spPr>
          <a:xfrm>
            <a:off x="85763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A1_bar_GT_12002">
            <a:extLst>
              <a:ext uri="{FF2B5EF4-FFF2-40B4-BE49-F238E27FC236}">
                <a16:creationId xmlns:a16="http://schemas.microsoft.com/office/drawing/2014/main" id="{159E0B30-925B-4418-A838-5E4F6F2C5A1A}"/>
              </a:ext>
            </a:extLst>
          </p:cNvPr>
          <p:cNvSpPr>
            <a:spLocks noGrp="1"/>
          </p:cNvSpPr>
          <p:nvPr/>
        </p:nvSpPr>
        <p:spPr>
          <a:xfrm>
            <a:off x="84747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A1_bar_GT_12003">
            <a:extLst>
              <a:ext uri="{FF2B5EF4-FFF2-40B4-BE49-F238E27FC236}">
                <a16:creationId xmlns:a16="http://schemas.microsoft.com/office/drawing/2014/main" id="{C4A5ADE0-B11A-4DD8-B6DB-7A0B3B04FA9C}"/>
              </a:ext>
            </a:extLst>
          </p:cNvPr>
          <p:cNvSpPr>
            <a:spLocks noGrp="1"/>
          </p:cNvSpPr>
          <p:nvPr/>
        </p:nvSpPr>
        <p:spPr>
          <a:xfrm>
            <a:off x="8525108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A1_bar_GT_12004">
            <a:extLst>
              <a:ext uri="{FF2B5EF4-FFF2-40B4-BE49-F238E27FC236}">
                <a16:creationId xmlns:a16="http://schemas.microsoft.com/office/drawing/2014/main" id="{8458F1B0-7889-4D35-9CBE-81717C72A9A3}"/>
              </a:ext>
            </a:extLst>
          </p:cNvPr>
          <p:cNvSpPr>
            <a:spLocks noGrp="1"/>
          </p:cNvSpPr>
          <p:nvPr/>
        </p:nvSpPr>
        <p:spPr>
          <a:xfrm>
            <a:off x="8442523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A1_bar_GT_12005">
            <a:extLst>
              <a:ext uri="{FF2B5EF4-FFF2-40B4-BE49-F238E27FC236}">
                <a16:creationId xmlns:a16="http://schemas.microsoft.com/office/drawing/2014/main" id="{D772BAD2-FFE4-4D82-A570-1EF029775C93}"/>
              </a:ext>
            </a:extLst>
          </p:cNvPr>
          <p:cNvSpPr>
            <a:spLocks noGrp="1"/>
          </p:cNvSpPr>
          <p:nvPr/>
        </p:nvSpPr>
        <p:spPr>
          <a:xfrm>
            <a:off x="85731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A1_bar_GT_12006">
            <a:extLst>
              <a:ext uri="{FF2B5EF4-FFF2-40B4-BE49-F238E27FC236}">
                <a16:creationId xmlns:a16="http://schemas.microsoft.com/office/drawing/2014/main" id="{29924323-EC2C-4C4C-9B18-34466EB7DFD7}"/>
              </a:ext>
            </a:extLst>
          </p:cNvPr>
          <p:cNvSpPr>
            <a:spLocks noGrp="1"/>
          </p:cNvSpPr>
          <p:nvPr/>
        </p:nvSpPr>
        <p:spPr>
          <a:xfrm>
            <a:off x="867626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A1_bar_GT_12007">
            <a:extLst>
              <a:ext uri="{FF2B5EF4-FFF2-40B4-BE49-F238E27FC236}">
                <a16:creationId xmlns:a16="http://schemas.microsoft.com/office/drawing/2014/main" id="{0DF36ADA-84E6-40EE-A8F5-0759850086DE}"/>
              </a:ext>
            </a:extLst>
          </p:cNvPr>
          <p:cNvSpPr>
            <a:spLocks noGrp="1"/>
          </p:cNvSpPr>
          <p:nvPr/>
        </p:nvSpPr>
        <p:spPr>
          <a:xfrm>
            <a:off x="85518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A1_bar_GT_12008">
            <a:extLst>
              <a:ext uri="{FF2B5EF4-FFF2-40B4-BE49-F238E27FC236}">
                <a16:creationId xmlns:a16="http://schemas.microsoft.com/office/drawing/2014/main" id="{9FCD8763-4AD1-4251-9FA5-D64C56001D53}"/>
              </a:ext>
            </a:extLst>
          </p:cNvPr>
          <p:cNvSpPr>
            <a:spLocks noGrp="1"/>
          </p:cNvSpPr>
          <p:nvPr/>
        </p:nvSpPr>
        <p:spPr>
          <a:xfrm>
            <a:off x="8482316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A1_bar_GT_12009">
            <a:extLst>
              <a:ext uri="{FF2B5EF4-FFF2-40B4-BE49-F238E27FC236}">
                <a16:creationId xmlns:a16="http://schemas.microsoft.com/office/drawing/2014/main" id="{5D084348-E138-4657-B87D-EA62FEF18CCD}"/>
              </a:ext>
            </a:extLst>
          </p:cNvPr>
          <p:cNvSpPr>
            <a:spLocks noGrp="1"/>
          </p:cNvSpPr>
          <p:nvPr/>
        </p:nvSpPr>
        <p:spPr>
          <a:xfrm>
            <a:off x="852185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A1_bar_GT_12010">
            <a:extLst>
              <a:ext uri="{FF2B5EF4-FFF2-40B4-BE49-F238E27FC236}">
                <a16:creationId xmlns:a16="http://schemas.microsoft.com/office/drawing/2014/main" id="{C9F0BC05-9697-4F60-9E96-195989814988}"/>
              </a:ext>
            </a:extLst>
          </p:cNvPr>
          <p:cNvSpPr>
            <a:spLocks noGrp="1"/>
          </p:cNvSpPr>
          <p:nvPr/>
        </p:nvSpPr>
        <p:spPr>
          <a:xfrm>
            <a:off x="853904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A1_bar_GT_12011">
            <a:extLst>
              <a:ext uri="{FF2B5EF4-FFF2-40B4-BE49-F238E27FC236}">
                <a16:creationId xmlns:a16="http://schemas.microsoft.com/office/drawing/2014/main" id="{07776C5A-47F4-4058-BFB8-BA850B7FD9CF}"/>
              </a:ext>
            </a:extLst>
          </p:cNvPr>
          <p:cNvSpPr>
            <a:spLocks noGrp="1"/>
          </p:cNvSpPr>
          <p:nvPr/>
        </p:nvSpPr>
        <p:spPr>
          <a:xfrm>
            <a:off x="86392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A1_bar_GT_12012">
            <a:extLst>
              <a:ext uri="{FF2B5EF4-FFF2-40B4-BE49-F238E27FC236}">
                <a16:creationId xmlns:a16="http://schemas.microsoft.com/office/drawing/2014/main" id="{C2709351-696C-4742-9D22-85D1675419EF}"/>
              </a:ext>
            </a:extLst>
          </p:cNvPr>
          <p:cNvSpPr>
            <a:spLocks noGrp="1"/>
          </p:cNvSpPr>
          <p:nvPr/>
        </p:nvSpPr>
        <p:spPr>
          <a:xfrm>
            <a:off x="867176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A1_bar_GT_12013">
            <a:extLst>
              <a:ext uri="{FF2B5EF4-FFF2-40B4-BE49-F238E27FC236}">
                <a16:creationId xmlns:a16="http://schemas.microsoft.com/office/drawing/2014/main" id="{2AE61B87-F4E7-4760-B286-3984BF1EF127}"/>
              </a:ext>
            </a:extLst>
          </p:cNvPr>
          <p:cNvSpPr>
            <a:spLocks noGrp="1"/>
          </p:cNvSpPr>
          <p:nvPr/>
        </p:nvSpPr>
        <p:spPr>
          <a:xfrm>
            <a:off x="8499241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A1_bar_GT_12014">
            <a:extLst>
              <a:ext uri="{FF2B5EF4-FFF2-40B4-BE49-F238E27FC236}">
                <a16:creationId xmlns:a16="http://schemas.microsoft.com/office/drawing/2014/main" id="{C4D4BD3F-8D3D-49DB-B77A-F4E01D93B06A}"/>
              </a:ext>
            </a:extLst>
          </p:cNvPr>
          <p:cNvSpPr>
            <a:spLocks noGrp="1"/>
          </p:cNvSpPr>
          <p:nvPr/>
        </p:nvSpPr>
        <p:spPr>
          <a:xfrm>
            <a:off x="8586959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A1_bar_GT_12015">
            <a:extLst>
              <a:ext uri="{FF2B5EF4-FFF2-40B4-BE49-F238E27FC236}">
                <a16:creationId xmlns:a16="http://schemas.microsoft.com/office/drawing/2014/main" id="{C6A947C6-BF5C-41DA-89CA-4F07EED58A63}"/>
              </a:ext>
            </a:extLst>
          </p:cNvPr>
          <p:cNvSpPr>
            <a:spLocks noGrp="1"/>
          </p:cNvSpPr>
          <p:nvPr/>
        </p:nvSpPr>
        <p:spPr>
          <a:xfrm>
            <a:off x="86286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A1_bar_GT_12016">
            <a:extLst>
              <a:ext uri="{FF2B5EF4-FFF2-40B4-BE49-F238E27FC236}">
                <a16:creationId xmlns:a16="http://schemas.microsoft.com/office/drawing/2014/main" id="{E84613E2-D485-49B7-A928-573E7D8B0D37}"/>
              </a:ext>
            </a:extLst>
          </p:cNvPr>
          <p:cNvSpPr>
            <a:spLocks noGrp="1"/>
          </p:cNvSpPr>
          <p:nvPr/>
        </p:nvSpPr>
        <p:spPr>
          <a:xfrm>
            <a:off x="8475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A1_bar_GT_12017">
            <a:extLst>
              <a:ext uri="{FF2B5EF4-FFF2-40B4-BE49-F238E27FC236}">
                <a16:creationId xmlns:a16="http://schemas.microsoft.com/office/drawing/2014/main" id="{1FA7E11E-AF55-44B5-ACC3-410DE78C0240}"/>
              </a:ext>
            </a:extLst>
          </p:cNvPr>
          <p:cNvSpPr>
            <a:spLocks noGrp="1"/>
          </p:cNvSpPr>
          <p:nvPr/>
        </p:nvSpPr>
        <p:spPr>
          <a:xfrm>
            <a:off x="84687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A1_bar_GT_12018">
            <a:extLst>
              <a:ext uri="{FF2B5EF4-FFF2-40B4-BE49-F238E27FC236}">
                <a16:creationId xmlns:a16="http://schemas.microsoft.com/office/drawing/2014/main" id="{6E8DB3CF-9D90-4838-B400-BD73A4F956F4}"/>
              </a:ext>
            </a:extLst>
          </p:cNvPr>
          <p:cNvSpPr>
            <a:spLocks noGrp="1"/>
          </p:cNvSpPr>
          <p:nvPr/>
        </p:nvSpPr>
        <p:spPr>
          <a:xfrm>
            <a:off x="85004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A1_bar_GT_12019">
            <a:extLst>
              <a:ext uri="{FF2B5EF4-FFF2-40B4-BE49-F238E27FC236}">
                <a16:creationId xmlns:a16="http://schemas.microsoft.com/office/drawing/2014/main" id="{CED0BD0C-D1B7-4361-BB4D-D7DA58DD5C17}"/>
              </a:ext>
            </a:extLst>
          </p:cNvPr>
          <p:cNvSpPr>
            <a:spLocks noGrp="1"/>
          </p:cNvSpPr>
          <p:nvPr/>
        </p:nvSpPr>
        <p:spPr>
          <a:xfrm>
            <a:off x="850667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A1_bar_GT_12020">
            <a:extLst>
              <a:ext uri="{FF2B5EF4-FFF2-40B4-BE49-F238E27FC236}">
                <a16:creationId xmlns:a16="http://schemas.microsoft.com/office/drawing/2014/main" id="{F23495AE-5FB7-4A20-AC03-C7F241CAD022}"/>
              </a:ext>
            </a:extLst>
          </p:cNvPr>
          <p:cNvSpPr>
            <a:spLocks noGrp="1"/>
          </p:cNvSpPr>
          <p:nvPr/>
        </p:nvSpPr>
        <p:spPr>
          <a:xfrm>
            <a:off x="8480361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A1_bar_GT_12021">
            <a:extLst>
              <a:ext uri="{FF2B5EF4-FFF2-40B4-BE49-F238E27FC236}">
                <a16:creationId xmlns:a16="http://schemas.microsoft.com/office/drawing/2014/main" id="{819EF68B-742A-4B52-A805-D264AF634C1B}"/>
              </a:ext>
            </a:extLst>
          </p:cNvPr>
          <p:cNvSpPr>
            <a:spLocks noGrp="1"/>
          </p:cNvSpPr>
          <p:nvPr/>
        </p:nvSpPr>
        <p:spPr>
          <a:xfrm>
            <a:off x="8515376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A1_bar_GT_12022">
            <a:extLst>
              <a:ext uri="{FF2B5EF4-FFF2-40B4-BE49-F238E27FC236}">
                <a16:creationId xmlns:a16="http://schemas.microsoft.com/office/drawing/2014/main" id="{73B8F752-2760-42EF-9455-AEF53152DEE5}"/>
              </a:ext>
            </a:extLst>
          </p:cNvPr>
          <p:cNvSpPr>
            <a:spLocks noGrp="1"/>
          </p:cNvSpPr>
          <p:nvPr/>
        </p:nvSpPr>
        <p:spPr>
          <a:xfrm>
            <a:off x="84693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A1_bar_GT_12023">
            <a:extLst>
              <a:ext uri="{FF2B5EF4-FFF2-40B4-BE49-F238E27FC236}">
                <a16:creationId xmlns:a16="http://schemas.microsoft.com/office/drawing/2014/main" id="{C17731A9-840F-4184-9B43-640A9574F26D}"/>
              </a:ext>
            </a:extLst>
          </p:cNvPr>
          <p:cNvSpPr>
            <a:spLocks noGrp="1"/>
          </p:cNvSpPr>
          <p:nvPr/>
        </p:nvSpPr>
        <p:spPr>
          <a:xfrm>
            <a:off x="85963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A1_bar_GT_12024">
            <a:extLst>
              <a:ext uri="{FF2B5EF4-FFF2-40B4-BE49-F238E27FC236}">
                <a16:creationId xmlns:a16="http://schemas.microsoft.com/office/drawing/2014/main" id="{5F08D20C-60D8-469B-8879-E6968D5E58B6}"/>
              </a:ext>
            </a:extLst>
          </p:cNvPr>
          <p:cNvSpPr>
            <a:spLocks noGrp="1"/>
          </p:cNvSpPr>
          <p:nvPr/>
        </p:nvSpPr>
        <p:spPr>
          <a:xfrm>
            <a:off x="854137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A1_bar_GT_12025">
            <a:extLst>
              <a:ext uri="{FF2B5EF4-FFF2-40B4-BE49-F238E27FC236}">
                <a16:creationId xmlns:a16="http://schemas.microsoft.com/office/drawing/2014/main" id="{3546A5DE-A37A-4718-BCD9-8A58965750BF}"/>
              </a:ext>
            </a:extLst>
          </p:cNvPr>
          <p:cNvSpPr>
            <a:spLocks noGrp="1"/>
          </p:cNvSpPr>
          <p:nvPr/>
        </p:nvSpPr>
        <p:spPr>
          <a:xfrm>
            <a:off x="8442714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A1_bar_GT_12026">
            <a:extLst>
              <a:ext uri="{FF2B5EF4-FFF2-40B4-BE49-F238E27FC236}">
                <a16:creationId xmlns:a16="http://schemas.microsoft.com/office/drawing/2014/main" id="{B75503E5-1536-4F36-AFF2-3E51F675E77A}"/>
              </a:ext>
            </a:extLst>
          </p:cNvPr>
          <p:cNvSpPr>
            <a:spLocks noGrp="1"/>
          </p:cNvSpPr>
          <p:nvPr/>
        </p:nvSpPr>
        <p:spPr>
          <a:xfrm>
            <a:off x="8457653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A1_bar_GT_12027">
            <a:extLst>
              <a:ext uri="{FF2B5EF4-FFF2-40B4-BE49-F238E27FC236}">
                <a16:creationId xmlns:a16="http://schemas.microsoft.com/office/drawing/2014/main" id="{0E0A2A93-9C1F-433D-84BB-2E5CB90CB610}"/>
              </a:ext>
            </a:extLst>
          </p:cNvPr>
          <p:cNvSpPr>
            <a:spLocks noGrp="1"/>
          </p:cNvSpPr>
          <p:nvPr/>
        </p:nvSpPr>
        <p:spPr>
          <a:xfrm>
            <a:off x="854818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A1_bar_GT_12028">
            <a:extLst>
              <a:ext uri="{FF2B5EF4-FFF2-40B4-BE49-F238E27FC236}">
                <a16:creationId xmlns:a16="http://schemas.microsoft.com/office/drawing/2014/main" id="{3001C043-95E4-4B62-92CB-76EDAF8E41D8}"/>
              </a:ext>
            </a:extLst>
          </p:cNvPr>
          <p:cNvSpPr>
            <a:spLocks noGrp="1"/>
          </p:cNvSpPr>
          <p:nvPr/>
        </p:nvSpPr>
        <p:spPr>
          <a:xfrm>
            <a:off x="848409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A1_bar_GT_12029">
            <a:extLst>
              <a:ext uri="{FF2B5EF4-FFF2-40B4-BE49-F238E27FC236}">
                <a16:creationId xmlns:a16="http://schemas.microsoft.com/office/drawing/2014/main" id="{198F5820-EDE6-4EC6-94C2-B75365FF4501}"/>
              </a:ext>
            </a:extLst>
          </p:cNvPr>
          <p:cNvSpPr>
            <a:spLocks noGrp="1"/>
          </p:cNvSpPr>
          <p:nvPr/>
        </p:nvSpPr>
        <p:spPr>
          <a:xfrm>
            <a:off x="8651165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A1_bar_GT_12030">
            <a:extLst>
              <a:ext uri="{FF2B5EF4-FFF2-40B4-BE49-F238E27FC236}">
                <a16:creationId xmlns:a16="http://schemas.microsoft.com/office/drawing/2014/main" id="{7B242A57-C6C2-4B5D-A447-9016012A3A67}"/>
              </a:ext>
            </a:extLst>
          </p:cNvPr>
          <p:cNvSpPr>
            <a:spLocks noGrp="1"/>
          </p:cNvSpPr>
          <p:nvPr/>
        </p:nvSpPr>
        <p:spPr>
          <a:xfrm>
            <a:off x="8665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A1_bar_GT_12031">
            <a:extLst>
              <a:ext uri="{FF2B5EF4-FFF2-40B4-BE49-F238E27FC236}">
                <a16:creationId xmlns:a16="http://schemas.microsoft.com/office/drawing/2014/main" id="{AA0379A2-6E18-4623-894F-1BEAE9424946}"/>
              </a:ext>
            </a:extLst>
          </p:cNvPr>
          <p:cNvSpPr>
            <a:spLocks noGrp="1"/>
          </p:cNvSpPr>
          <p:nvPr/>
        </p:nvSpPr>
        <p:spPr>
          <a:xfrm>
            <a:off x="8615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A1_bar_GT_12032">
            <a:extLst>
              <a:ext uri="{FF2B5EF4-FFF2-40B4-BE49-F238E27FC236}">
                <a16:creationId xmlns:a16="http://schemas.microsoft.com/office/drawing/2014/main" id="{04807A29-01F9-4B76-9768-1EA7E22925FA}"/>
              </a:ext>
            </a:extLst>
          </p:cNvPr>
          <p:cNvSpPr>
            <a:spLocks noGrp="1"/>
          </p:cNvSpPr>
          <p:nvPr/>
        </p:nvSpPr>
        <p:spPr>
          <a:xfrm>
            <a:off x="85673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A1_bar_GT_12033">
            <a:extLst>
              <a:ext uri="{FF2B5EF4-FFF2-40B4-BE49-F238E27FC236}">
                <a16:creationId xmlns:a16="http://schemas.microsoft.com/office/drawing/2014/main" id="{F95AC9F3-A70F-4BDE-8C5F-4EEE34D4AEC9}"/>
              </a:ext>
            </a:extLst>
          </p:cNvPr>
          <p:cNvSpPr>
            <a:spLocks noGrp="1"/>
          </p:cNvSpPr>
          <p:nvPr/>
        </p:nvSpPr>
        <p:spPr>
          <a:xfrm>
            <a:off x="849599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A1_bar_GT_12034">
            <a:extLst>
              <a:ext uri="{FF2B5EF4-FFF2-40B4-BE49-F238E27FC236}">
                <a16:creationId xmlns:a16="http://schemas.microsoft.com/office/drawing/2014/main" id="{47CD692F-8A6A-4F6D-BBCB-E4BEA419EE8E}"/>
              </a:ext>
            </a:extLst>
          </p:cNvPr>
          <p:cNvSpPr>
            <a:spLocks noGrp="1"/>
          </p:cNvSpPr>
          <p:nvPr/>
        </p:nvSpPr>
        <p:spPr>
          <a:xfrm>
            <a:off x="8483205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A1_bar_GT_12035">
            <a:extLst>
              <a:ext uri="{FF2B5EF4-FFF2-40B4-BE49-F238E27FC236}">
                <a16:creationId xmlns:a16="http://schemas.microsoft.com/office/drawing/2014/main" id="{78AD68C2-D54D-4314-A782-A178736BECDB}"/>
              </a:ext>
            </a:extLst>
          </p:cNvPr>
          <p:cNvSpPr>
            <a:spLocks noGrp="1"/>
          </p:cNvSpPr>
          <p:nvPr/>
        </p:nvSpPr>
        <p:spPr>
          <a:xfrm>
            <a:off x="8616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A1_bar_GT_12036">
            <a:extLst>
              <a:ext uri="{FF2B5EF4-FFF2-40B4-BE49-F238E27FC236}">
                <a16:creationId xmlns:a16="http://schemas.microsoft.com/office/drawing/2014/main" id="{9FD78B70-5467-469B-98F0-1E932393513B}"/>
              </a:ext>
            </a:extLst>
          </p:cNvPr>
          <p:cNvSpPr>
            <a:spLocks noGrp="1"/>
          </p:cNvSpPr>
          <p:nvPr/>
        </p:nvSpPr>
        <p:spPr>
          <a:xfrm>
            <a:off x="8566464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A1_bar_GT_12037">
            <a:extLst>
              <a:ext uri="{FF2B5EF4-FFF2-40B4-BE49-F238E27FC236}">
                <a16:creationId xmlns:a16="http://schemas.microsoft.com/office/drawing/2014/main" id="{FA91CB45-A460-4D49-8A96-54B8DF04799D}"/>
              </a:ext>
            </a:extLst>
          </p:cNvPr>
          <p:cNvSpPr>
            <a:spLocks noGrp="1"/>
          </p:cNvSpPr>
          <p:nvPr/>
        </p:nvSpPr>
        <p:spPr>
          <a:xfrm>
            <a:off x="86386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A1_bar_GT_12038">
            <a:extLst>
              <a:ext uri="{FF2B5EF4-FFF2-40B4-BE49-F238E27FC236}">
                <a16:creationId xmlns:a16="http://schemas.microsoft.com/office/drawing/2014/main" id="{1D8BB89C-EFBA-4585-8742-7A08C6C7331A}"/>
              </a:ext>
            </a:extLst>
          </p:cNvPr>
          <p:cNvSpPr>
            <a:spLocks noGrp="1"/>
          </p:cNvSpPr>
          <p:nvPr/>
        </p:nvSpPr>
        <p:spPr>
          <a:xfrm>
            <a:off x="86590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A1_bar_GT_12039">
            <a:extLst>
              <a:ext uri="{FF2B5EF4-FFF2-40B4-BE49-F238E27FC236}">
                <a16:creationId xmlns:a16="http://schemas.microsoft.com/office/drawing/2014/main" id="{892438D7-D29D-4F6B-90A1-3412C80EE7E4}"/>
              </a:ext>
            </a:extLst>
          </p:cNvPr>
          <p:cNvSpPr>
            <a:spLocks noGrp="1"/>
          </p:cNvSpPr>
          <p:nvPr/>
        </p:nvSpPr>
        <p:spPr>
          <a:xfrm>
            <a:off x="8637904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A1_bar_GT_12040">
            <a:extLst>
              <a:ext uri="{FF2B5EF4-FFF2-40B4-BE49-F238E27FC236}">
                <a16:creationId xmlns:a16="http://schemas.microsoft.com/office/drawing/2014/main" id="{EE4F8B31-2C4F-493E-8D57-82906179C168}"/>
              </a:ext>
            </a:extLst>
          </p:cNvPr>
          <p:cNvSpPr>
            <a:spLocks noGrp="1"/>
          </p:cNvSpPr>
          <p:nvPr/>
        </p:nvSpPr>
        <p:spPr>
          <a:xfrm>
            <a:off x="86360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A1_bar_GT_12041">
            <a:extLst>
              <a:ext uri="{FF2B5EF4-FFF2-40B4-BE49-F238E27FC236}">
                <a16:creationId xmlns:a16="http://schemas.microsoft.com/office/drawing/2014/main" id="{F197A266-C6EB-4E30-B9AA-7BADEAF50E0B}"/>
              </a:ext>
            </a:extLst>
          </p:cNvPr>
          <p:cNvSpPr>
            <a:spLocks noGrp="1"/>
          </p:cNvSpPr>
          <p:nvPr/>
        </p:nvSpPr>
        <p:spPr>
          <a:xfrm>
            <a:off x="8508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A1_bar_GT_12042">
            <a:extLst>
              <a:ext uri="{FF2B5EF4-FFF2-40B4-BE49-F238E27FC236}">
                <a16:creationId xmlns:a16="http://schemas.microsoft.com/office/drawing/2014/main" id="{4C467692-A229-4194-82BF-0E6B51F618F5}"/>
              </a:ext>
            </a:extLst>
          </p:cNvPr>
          <p:cNvSpPr>
            <a:spLocks noGrp="1"/>
          </p:cNvSpPr>
          <p:nvPr/>
        </p:nvSpPr>
        <p:spPr>
          <a:xfrm>
            <a:off x="85545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A1_bar_GT_12043">
            <a:extLst>
              <a:ext uri="{FF2B5EF4-FFF2-40B4-BE49-F238E27FC236}">
                <a16:creationId xmlns:a16="http://schemas.microsoft.com/office/drawing/2014/main" id="{AA7C9C52-4022-4CA5-BC5C-91F827FA539E}"/>
              </a:ext>
            </a:extLst>
          </p:cNvPr>
          <p:cNvSpPr>
            <a:spLocks noGrp="1"/>
          </p:cNvSpPr>
          <p:nvPr/>
        </p:nvSpPr>
        <p:spPr>
          <a:xfrm>
            <a:off x="86460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A1_bar_GT_12044">
            <a:extLst>
              <a:ext uri="{FF2B5EF4-FFF2-40B4-BE49-F238E27FC236}">
                <a16:creationId xmlns:a16="http://schemas.microsoft.com/office/drawing/2014/main" id="{7E9C9727-1B24-48FD-83C9-13C3D4BE944E}"/>
              </a:ext>
            </a:extLst>
          </p:cNvPr>
          <p:cNvSpPr>
            <a:spLocks noGrp="1"/>
          </p:cNvSpPr>
          <p:nvPr/>
        </p:nvSpPr>
        <p:spPr>
          <a:xfrm>
            <a:off x="86697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A1_bar_GT_12045">
            <a:extLst>
              <a:ext uri="{FF2B5EF4-FFF2-40B4-BE49-F238E27FC236}">
                <a16:creationId xmlns:a16="http://schemas.microsoft.com/office/drawing/2014/main" id="{FAB89A1F-3065-4833-999C-E55605DF80AB}"/>
              </a:ext>
            </a:extLst>
          </p:cNvPr>
          <p:cNvSpPr>
            <a:spLocks noGrp="1"/>
          </p:cNvSpPr>
          <p:nvPr/>
        </p:nvSpPr>
        <p:spPr>
          <a:xfrm>
            <a:off x="852752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A1_bar_GT_12046">
            <a:extLst>
              <a:ext uri="{FF2B5EF4-FFF2-40B4-BE49-F238E27FC236}">
                <a16:creationId xmlns:a16="http://schemas.microsoft.com/office/drawing/2014/main" id="{83D40C6F-3538-4448-83EE-E9CE8BFA8CF3}"/>
              </a:ext>
            </a:extLst>
          </p:cNvPr>
          <p:cNvSpPr>
            <a:spLocks noGrp="1"/>
          </p:cNvSpPr>
          <p:nvPr/>
        </p:nvSpPr>
        <p:spPr>
          <a:xfrm>
            <a:off x="853075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A1_bar_GT_12047">
            <a:extLst>
              <a:ext uri="{FF2B5EF4-FFF2-40B4-BE49-F238E27FC236}">
                <a16:creationId xmlns:a16="http://schemas.microsoft.com/office/drawing/2014/main" id="{2A758383-C8C5-4E3E-B864-BEFD6DF9F575}"/>
              </a:ext>
            </a:extLst>
          </p:cNvPr>
          <p:cNvSpPr>
            <a:spLocks noGrp="1"/>
          </p:cNvSpPr>
          <p:nvPr/>
        </p:nvSpPr>
        <p:spPr>
          <a:xfrm>
            <a:off x="85304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A1_bar_GT_12048">
            <a:extLst>
              <a:ext uri="{FF2B5EF4-FFF2-40B4-BE49-F238E27FC236}">
                <a16:creationId xmlns:a16="http://schemas.microsoft.com/office/drawing/2014/main" id="{BFA8A145-B3D6-4CC6-85A8-864686A6D4EF}"/>
              </a:ext>
            </a:extLst>
          </p:cNvPr>
          <p:cNvSpPr>
            <a:spLocks noGrp="1"/>
          </p:cNvSpPr>
          <p:nvPr/>
        </p:nvSpPr>
        <p:spPr>
          <a:xfrm>
            <a:off x="85470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A1_bar_GT_12049">
            <a:extLst>
              <a:ext uri="{FF2B5EF4-FFF2-40B4-BE49-F238E27FC236}">
                <a16:creationId xmlns:a16="http://schemas.microsoft.com/office/drawing/2014/main" id="{52A3300E-5F6B-492E-80F2-B2C798A9454B}"/>
              </a:ext>
            </a:extLst>
          </p:cNvPr>
          <p:cNvSpPr>
            <a:spLocks noGrp="1"/>
          </p:cNvSpPr>
          <p:nvPr/>
        </p:nvSpPr>
        <p:spPr>
          <a:xfrm>
            <a:off x="8654059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A1_bar_GT_12050">
            <a:extLst>
              <a:ext uri="{FF2B5EF4-FFF2-40B4-BE49-F238E27FC236}">
                <a16:creationId xmlns:a16="http://schemas.microsoft.com/office/drawing/2014/main" id="{D76C6464-48BB-43FC-A881-38EDD48F54C1}"/>
              </a:ext>
            </a:extLst>
          </p:cNvPr>
          <p:cNvSpPr>
            <a:spLocks noGrp="1"/>
          </p:cNvSpPr>
          <p:nvPr/>
        </p:nvSpPr>
        <p:spPr>
          <a:xfrm>
            <a:off x="8663277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A1_bar_GT_12051">
            <a:extLst>
              <a:ext uri="{FF2B5EF4-FFF2-40B4-BE49-F238E27FC236}">
                <a16:creationId xmlns:a16="http://schemas.microsoft.com/office/drawing/2014/main" id="{10D23E7A-BDE7-4202-BE23-982EB8A240CE}"/>
              </a:ext>
            </a:extLst>
          </p:cNvPr>
          <p:cNvSpPr>
            <a:spLocks noGrp="1"/>
          </p:cNvSpPr>
          <p:nvPr/>
        </p:nvSpPr>
        <p:spPr>
          <a:xfrm>
            <a:off x="8666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A1_bar_GT_12052">
            <a:extLst>
              <a:ext uri="{FF2B5EF4-FFF2-40B4-BE49-F238E27FC236}">
                <a16:creationId xmlns:a16="http://schemas.microsoft.com/office/drawing/2014/main" id="{480E5E9A-AC61-4D62-81C1-6931DBB5B4E5}"/>
              </a:ext>
            </a:extLst>
          </p:cNvPr>
          <p:cNvSpPr>
            <a:spLocks noGrp="1"/>
          </p:cNvSpPr>
          <p:nvPr/>
        </p:nvSpPr>
        <p:spPr>
          <a:xfrm>
            <a:off x="8580775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A1_bar_GT_12053">
            <a:extLst>
              <a:ext uri="{FF2B5EF4-FFF2-40B4-BE49-F238E27FC236}">
                <a16:creationId xmlns:a16="http://schemas.microsoft.com/office/drawing/2014/main" id="{77A35E21-77C9-4AFD-BAC0-D7D8A87A7259}"/>
              </a:ext>
            </a:extLst>
          </p:cNvPr>
          <p:cNvSpPr>
            <a:spLocks noGrp="1"/>
          </p:cNvSpPr>
          <p:nvPr/>
        </p:nvSpPr>
        <p:spPr>
          <a:xfrm>
            <a:off x="8654348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A1_bar_GT_12054">
            <a:extLst>
              <a:ext uri="{FF2B5EF4-FFF2-40B4-BE49-F238E27FC236}">
                <a16:creationId xmlns:a16="http://schemas.microsoft.com/office/drawing/2014/main" id="{A7F69E37-A9D6-4022-84ED-06BB79E6BC9C}"/>
              </a:ext>
            </a:extLst>
          </p:cNvPr>
          <p:cNvSpPr>
            <a:spLocks noGrp="1"/>
          </p:cNvSpPr>
          <p:nvPr/>
        </p:nvSpPr>
        <p:spPr>
          <a:xfrm>
            <a:off x="855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A1_bar_GT_12055">
            <a:extLst>
              <a:ext uri="{FF2B5EF4-FFF2-40B4-BE49-F238E27FC236}">
                <a16:creationId xmlns:a16="http://schemas.microsoft.com/office/drawing/2014/main" id="{F54ADBCD-CD44-498D-B7C2-872B32A19492}"/>
              </a:ext>
            </a:extLst>
          </p:cNvPr>
          <p:cNvSpPr>
            <a:spLocks noGrp="1"/>
          </p:cNvSpPr>
          <p:nvPr/>
        </p:nvSpPr>
        <p:spPr>
          <a:xfrm>
            <a:off x="84547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A1_bar_GT_12056">
            <a:extLst>
              <a:ext uri="{FF2B5EF4-FFF2-40B4-BE49-F238E27FC236}">
                <a16:creationId xmlns:a16="http://schemas.microsoft.com/office/drawing/2014/main" id="{FE5BC088-3F2B-495A-8563-BE6985924B23}"/>
              </a:ext>
            </a:extLst>
          </p:cNvPr>
          <p:cNvSpPr>
            <a:spLocks noGrp="1"/>
          </p:cNvSpPr>
          <p:nvPr/>
        </p:nvSpPr>
        <p:spPr>
          <a:xfrm>
            <a:off x="86263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A1_bar_GT_12057">
            <a:extLst>
              <a:ext uri="{FF2B5EF4-FFF2-40B4-BE49-F238E27FC236}">
                <a16:creationId xmlns:a16="http://schemas.microsoft.com/office/drawing/2014/main" id="{6900553B-8657-4CBA-8BB0-2F9E474CCDD7}"/>
              </a:ext>
            </a:extLst>
          </p:cNvPr>
          <p:cNvSpPr>
            <a:spLocks noGrp="1"/>
          </p:cNvSpPr>
          <p:nvPr/>
        </p:nvSpPr>
        <p:spPr>
          <a:xfrm>
            <a:off x="844630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A1_bar_GT_12058">
            <a:extLst>
              <a:ext uri="{FF2B5EF4-FFF2-40B4-BE49-F238E27FC236}">
                <a16:creationId xmlns:a16="http://schemas.microsoft.com/office/drawing/2014/main" id="{F7072DC1-466B-4F83-B3E4-6D77CAA06B19}"/>
              </a:ext>
            </a:extLst>
          </p:cNvPr>
          <p:cNvSpPr>
            <a:spLocks noGrp="1"/>
          </p:cNvSpPr>
          <p:nvPr/>
        </p:nvSpPr>
        <p:spPr>
          <a:xfrm>
            <a:off x="86219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A1_bar_GT_12059">
            <a:extLst>
              <a:ext uri="{FF2B5EF4-FFF2-40B4-BE49-F238E27FC236}">
                <a16:creationId xmlns:a16="http://schemas.microsoft.com/office/drawing/2014/main" id="{1683C5FC-CFB2-4822-B25A-BC24090F8C8A}"/>
              </a:ext>
            </a:extLst>
          </p:cNvPr>
          <p:cNvSpPr>
            <a:spLocks noGrp="1"/>
          </p:cNvSpPr>
          <p:nvPr/>
        </p:nvSpPr>
        <p:spPr>
          <a:xfrm>
            <a:off x="8493563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A1_bar_GT_12060">
            <a:extLst>
              <a:ext uri="{FF2B5EF4-FFF2-40B4-BE49-F238E27FC236}">
                <a16:creationId xmlns:a16="http://schemas.microsoft.com/office/drawing/2014/main" id="{3549B1C1-3E2C-4E32-9501-041811073425}"/>
              </a:ext>
            </a:extLst>
          </p:cNvPr>
          <p:cNvSpPr>
            <a:spLocks noGrp="1"/>
          </p:cNvSpPr>
          <p:nvPr/>
        </p:nvSpPr>
        <p:spPr>
          <a:xfrm>
            <a:off x="8574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A1_bar_GT_12061">
            <a:extLst>
              <a:ext uri="{FF2B5EF4-FFF2-40B4-BE49-F238E27FC236}">
                <a16:creationId xmlns:a16="http://schemas.microsoft.com/office/drawing/2014/main" id="{2E92F221-04FC-438A-A41E-40F8A817ADA7}"/>
              </a:ext>
            </a:extLst>
          </p:cNvPr>
          <p:cNvSpPr>
            <a:spLocks noGrp="1"/>
          </p:cNvSpPr>
          <p:nvPr/>
        </p:nvSpPr>
        <p:spPr>
          <a:xfrm>
            <a:off x="8500561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A1_bar_GT_12062">
            <a:extLst>
              <a:ext uri="{FF2B5EF4-FFF2-40B4-BE49-F238E27FC236}">
                <a16:creationId xmlns:a16="http://schemas.microsoft.com/office/drawing/2014/main" id="{D1AAB15E-BE7A-4965-8479-FE2C90FA068D}"/>
              </a:ext>
            </a:extLst>
          </p:cNvPr>
          <p:cNvSpPr>
            <a:spLocks noGrp="1"/>
          </p:cNvSpPr>
          <p:nvPr/>
        </p:nvSpPr>
        <p:spPr>
          <a:xfrm>
            <a:off x="86336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A1_bar_GT_12063">
            <a:extLst>
              <a:ext uri="{FF2B5EF4-FFF2-40B4-BE49-F238E27FC236}">
                <a16:creationId xmlns:a16="http://schemas.microsoft.com/office/drawing/2014/main" id="{4F21FF5C-A0A9-4241-B935-1EFAA79A7A9A}"/>
              </a:ext>
            </a:extLst>
          </p:cNvPr>
          <p:cNvSpPr>
            <a:spLocks noGrp="1"/>
          </p:cNvSpPr>
          <p:nvPr/>
        </p:nvSpPr>
        <p:spPr>
          <a:xfrm>
            <a:off x="858590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A1_bar_GT_12064">
            <a:extLst>
              <a:ext uri="{FF2B5EF4-FFF2-40B4-BE49-F238E27FC236}">
                <a16:creationId xmlns:a16="http://schemas.microsoft.com/office/drawing/2014/main" id="{5762A631-696C-4C84-AD3D-3D64D9009CE7}"/>
              </a:ext>
            </a:extLst>
          </p:cNvPr>
          <p:cNvSpPr>
            <a:spLocks noGrp="1"/>
          </p:cNvSpPr>
          <p:nvPr/>
        </p:nvSpPr>
        <p:spPr>
          <a:xfrm>
            <a:off x="84509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A1_bar_GT_12065">
            <a:extLst>
              <a:ext uri="{FF2B5EF4-FFF2-40B4-BE49-F238E27FC236}">
                <a16:creationId xmlns:a16="http://schemas.microsoft.com/office/drawing/2014/main" id="{DDFF913F-C7D4-45A0-B20D-0D062B7E21A2}"/>
              </a:ext>
            </a:extLst>
          </p:cNvPr>
          <p:cNvSpPr>
            <a:spLocks noGrp="1"/>
          </p:cNvSpPr>
          <p:nvPr/>
        </p:nvSpPr>
        <p:spPr>
          <a:xfrm>
            <a:off x="8450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A1_bar_GT_12066">
            <a:extLst>
              <a:ext uri="{FF2B5EF4-FFF2-40B4-BE49-F238E27FC236}">
                <a16:creationId xmlns:a16="http://schemas.microsoft.com/office/drawing/2014/main" id="{54043455-0CF2-4A18-9F26-D1B60AF01651}"/>
              </a:ext>
            </a:extLst>
          </p:cNvPr>
          <p:cNvSpPr>
            <a:spLocks noGrp="1"/>
          </p:cNvSpPr>
          <p:nvPr/>
        </p:nvSpPr>
        <p:spPr>
          <a:xfrm>
            <a:off x="8554175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A1_bar_GT_12067">
            <a:extLst>
              <a:ext uri="{FF2B5EF4-FFF2-40B4-BE49-F238E27FC236}">
                <a16:creationId xmlns:a16="http://schemas.microsoft.com/office/drawing/2014/main" id="{85016126-3FF7-4282-B75B-6456D0E93A94}"/>
              </a:ext>
            </a:extLst>
          </p:cNvPr>
          <p:cNvSpPr>
            <a:spLocks noGrp="1"/>
          </p:cNvSpPr>
          <p:nvPr/>
        </p:nvSpPr>
        <p:spPr>
          <a:xfrm>
            <a:off x="8443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A1_bar_GT_12068">
            <a:extLst>
              <a:ext uri="{FF2B5EF4-FFF2-40B4-BE49-F238E27FC236}">
                <a16:creationId xmlns:a16="http://schemas.microsoft.com/office/drawing/2014/main" id="{05189BDC-7A39-4B9B-A8B7-37AEFD257A8B}"/>
              </a:ext>
            </a:extLst>
          </p:cNvPr>
          <p:cNvSpPr>
            <a:spLocks noGrp="1"/>
          </p:cNvSpPr>
          <p:nvPr/>
        </p:nvSpPr>
        <p:spPr>
          <a:xfrm>
            <a:off x="853250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A1_bar_GT_12069">
            <a:extLst>
              <a:ext uri="{FF2B5EF4-FFF2-40B4-BE49-F238E27FC236}">
                <a16:creationId xmlns:a16="http://schemas.microsoft.com/office/drawing/2014/main" id="{A8FBDDA4-269C-4522-900E-48C7F83B4290}"/>
              </a:ext>
            </a:extLst>
          </p:cNvPr>
          <p:cNvSpPr>
            <a:spLocks noGrp="1"/>
          </p:cNvSpPr>
          <p:nvPr/>
        </p:nvSpPr>
        <p:spPr>
          <a:xfrm>
            <a:off x="8628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A1_bar_GT_12070">
            <a:extLst>
              <a:ext uri="{FF2B5EF4-FFF2-40B4-BE49-F238E27FC236}">
                <a16:creationId xmlns:a16="http://schemas.microsoft.com/office/drawing/2014/main" id="{553EAC04-69A4-4217-8464-F6A0753A6708}"/>
              </a:ext>
            </a:extLst>
          </p:cNvPr>
          <p:cNvSpPr>
            <a:spLocks noGrp="1"/>
          </p:cNvSpPr>
          <p:nvPr/>
        </p:nvSpPr>
        <p:spPr>
          <a:xfrm>
            <a:off x="84459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A1_bar_GT_12071">
            <a:extLst>
              <a:ext uri="{FF2B5EF4-FFF2-40B4-BE49-F238E27FC236}">
                <a16:creationId xmlns:a16="http://schemas.microsoft.com/office/drawing/2014/main" id="{A5BDD37A-25A9-478B-A0DC-4932F54DCA03}"/>
              </a:ext>
            </a:extLst>
          </p:cNvPr>
          <p:cNvSpPr>
            <a:spLocks noGrp="1"/>
          </p:cNvSpPr>
          <p:nvPr/>
        </p:nvSpPr>
        <p:spPr>
          <a:xfrm>
            <a:off x="855239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A1_bar_GT_12072">
            <a:extLst>
              <a:ext uri="{FF2B5EF4-FFF2-40B4-BE49-F238E27FC236}">
                <a16:creationId xmlns:a16="http://schemas.microsoft.com/office/drawing/2014/main" id="{E11DE20B-E443-42A2-A70C-E264BB597440}"/>
              </a:ext>
            </a:extLst>
          </p:cNvPr>
          <p:cNvSpPr>
            <a:spLocks noGrp="1"/>
          </p:cNvSpPr>
          <p:nvPr/>
        </p:nvSpPr>
        <p:spPr>
          <a:xfrm>
            <a:off x="8519559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A1_bar_GT_12073">
            <a:extLst>
              <a:ext uri="{FF2B5EF4-FFF2-40B4-BE49-F238E27FC236}">
                <a16:creationId xmlns:a16="http://schemas.microsoft.com/office/drawing/2014/main" id="{000CA683-0865-4158-806E-4FF0092D85D0}"/>
              </a:ext>
            </a:extLst>
          </p:cNvPr>
          <p:cNvSpPr>
            <a:spLocks noGrp="1"/>
          </p:cNvSpPr>
          <p:nvPr/>
        </p:nvSpPr>
        <p:spPr>
          <a:xfrm>
            <a:off x="862926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A1_bar_GT_12074">
            <a:extLst>
              <a:ext uri="{FF2B5EF4-FFF2-40B4-BE49-F238E27FC236}">
                <a16:creationId xmlns:a16="http://schemas.microsoft.com/office/drawing/2014/main" id="{CBB52E84-D718-4FD2-800C-C6E853F3853D}"/>
              </a:ext>
            </a:extLst>
          </p:cNvPr>
          <p:cNvSpPr>
            <a:spLocks noGrp="1"/>
          </p:cNvSpPr>
          <p:nvPr/>
        </p:nvSpPr>
        <p:spPr>
          <a:xfrm>
            <a:off x="846389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A1_bar_GT_12075">
            <a:extLst>
              <a:ext uri="{FF2B5EF4-FFF2-40B4-BE49-F238E27FC236}">
                <a16:creationId xmlns:a16="http://schemas.microsoft.com/office/drawing/2014/main" id="{BA2B1C04-1F4D-4715-8A16-9FBEDAA8EF4C}"/>
              </a:ext>
            </a:extLst>
          </p:cNvPr>
          <p:cNvSpPr>
            <a:spLocks noGrp="1"/>
          </p:cNvSpPr>
          <p:nvPr/>
        </p:nvSpPr>
        <p:spPr>
          <a:xfrm>
            <a:off x="850692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A1_bar_GT_12076">
            <a:extLst>
              <a:ext uri="{FF2B5EF4-FFF2-40B4-BE49-F238E27FC236}">
                <a16:creationId xmlns:a16="http://schemas.microsoft.com/office/drawing/2014/main" id="{40DF1C17-13BF-46CD-85DD-34E9C2B48880}"/>
              </a:ext>
            </a:extLst>
          </p:cNvPr>
          <p:cNvSpPr>
            <a:spLocks noGrp="1"/>
          </p:cNvSpPr>
          <p:nvPr/>
        </p:nvSpPr>
        <p:spPr>
          <a:xfrm>
            <a:off x="86355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A1_bar_GT_12077">
            <a:extLst>
              <a:ext uri="{FF2B5EF4-FFF2-40B4-BE49-F238E27FC236}">
                <a16:creationId xmlns:a16="http://schemas.microsoft.com/office/drawing/2014/main" id="{C60819CC-D520-4C5A-8462-F453F9B1BD5C}"/>
              </a:ext>
            </a:extLst>
          </p:cNvPr>
          <p:cNvSpPr>
            <a:spLocks noGrp="1"/>
          </p:cNvSpPr>
          <p:nvPr/>
        </p:nvSpPr>
        <p:spPr>
          <a:xfrm>
            <a:off x="86595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A1_bar_GT_12078">
            <a:extLst>
              <a:ext uri="{FF2B5EF4-FFF2-40B4-BE49-F238E27FC236}">
                <a16:creationId xmlns:a16="http://schemas.microsoft.com/office/drawing/2014/main" id="{F25DAF69-A1A8-41D7-8658-534F057AFB07}"/>
              </a:ext>
            </a:extLst>
          </p:cNvPr>
          <p:cNvSpPr>
            <a:spLocks noGrp="1"/>
          </p:cNvSpPr>
          <p:nvPr/>
        </p:nvSpPr>
        <p:spPr>
          <a:xfrm>
            <a:off x="8490277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A1_bar_GT_12079">
            <a:extLst>
              <a:ext uri="{FF2B5EF4-FFF2-40B4-BE49-F238E27FC236}">
                <a16:creationId xmlns:a16="http://schemas.microsoft.com/office/drawing/2014/main" id="{94617C18-91B1-4CB9-9691-02D8E51AF7AC}"/>
              </a:ext>
            </a:extLst>
          </p:cNvPr>
          <p:cNvSpPr>
            <a:spLocks noGrp="1"/>
          </p:cNvSpPr>
          <p:nvPr/>
        </p:nvSpPr>
        <p:spPr>
          <a:xfrm>
            <a:off x="8625269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A1_bar_GT_12080">
            <a:extLst>
              <a:ext uri="{FF2B5EF4-FFF2-40B4-BE49-F238E27FC236}">
                <a16:creationId xmlns:a16="http://schemas.microsoft.com/office/drawing/2014/main" id="{D5E8E192-744A-4993-90F5-8F2A6A609061}"/>
              </a:ext>
            </a:extLst>
          </p:cNvPr>
          <p:cNvSpPr>
            <a:spLocks noGrp="1"/>
          </p:cNvSpPr>
          <p:nvPr/>
        </p:nvSpPr>
        <p:spPr>
          <a:xfrm>
            <a:off x="848854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A1_bar_GT_12081">
            <a:extLst>
              <a:ext uri="{FF2B5EF4-FFF2-40B4-BE49-F238E27FC236}">
                <a16:creationId xmlns:a16="http://schemas.microsoft.com/office/drawing/2014/main" id="{580D6944-CC61-4FCE-B908-8C7FA0ACBE3C}"/>
              </a:ext>
            </a:extLst>
          </p:cNvPr>
          <p:cNvSpPr>
            <a:spLocks noGrp="1"/>
          </p:cNvSpPr>
          <p:nvPr/>
        </p:nvSpPr>
        <p:spPr>
          <a:xfrm>
            <a:off x="8644775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A1_bar_GT_12082">
            <a:extLst>
              <a:ext uri="{FF2B5EF4-FFF2-40B4-BE49-F238E27FC236}">
                <a16:creationId xmlns:a16="http://schemas.microsoft.com/office/drawing/2014/main" id="{E4E599E3-D515-41A9-AA88-4A5C31B4C1EE}"/>
              </a:ext>
            </a:extLst>
          </p:cNvPr>
          <p:cNvSpPr>
            <a:spLocks noGrp="1"/>
          </p:cNvSpPr>
          <p:nvPr/>
        </p:nvSpPr>
        <p:spPr>
          <a:xfrm>
            <a:off x="85362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A1_bar_GT_12083">
            <a:extLst>
              <a:ext uri="{FF2B5EF4-FFF2-40B4-BE49-F238E27FC236}">
                <a16:creationId xmlns:a16="http://schemas.microsoft.com/office/drawing/2014/main" id="{A3761003-0549-4992-9F0B-C8E9233AC260}"/>
              </a:ext>
            </a:extLst>
          </p:cNvPr>
          <p:cNvSpPr>
            <a:spLocks noGrp="1"/>
          </p:cNvSpPr>
          <p:nvPr/>
        </p:nvSpPr>
        <p:spPr>
          <a:xfrm>
            <a:off x="8450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A1_bar_GT_12084">
            <a:extLst>
              <a:ext uri="{FF2B5EF4-FFF2-40B4-BE49-F238E27FC236}">
                <a16:creationId xmlns:a16="http://schemas.microsoft.com/office/drawing/2014/main" id="{BFEAD18C-AA30-44F7-96AD-7B8A08976601}"/>
              </a:ext>
            </a:extLst>
          </p:cNvPr>
          <p:cNvSpPr>
            <a:spLocks noGrp="1"/>
          </p:cNvSpPr>
          <p:nvPr/>
        </p:nvSpPr>
        <p:spPr>
          <a:xfrm>
            <a:off x="84881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A1_bar_GT_12085">
            <a:extLst>
              <a:ext uri="{FF2B5EF4-FFF2-40B4-BE49-F238E27FC236}">
                <a16:creationId xmlns:a16="http://schemas.microsoft.com/office/drawing/2014/main" id="{190FF0A9-6BB3-4076-A93B-CB6360012D64}"/>
              </a:ext>
            </a:extLst>
          </p:cNvPr>
          <p:cNvSpPr>
            <a:spLocks noGrp="1"/>
          </p:cNvSpPr>
          <p:nvPr/>
        </p:nvSpPr>
        <p:spPr>
          <a:xfrm>
            <a:off x="86638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A1_bar_GT_12086">
            <a:extLst>
              <a:ext uri="{FF2B5EF4-FFF2-40B4-BE49-F238E27FC236}">
                <a16:creationId xmlns:a16="http://schemas.microsoft.com/office/drawing/2014/main" id="{6F7BE732-DF1D-4D06-AB09-D9E2CE43CF95}"/>
              </a:ext>
            </a:extLst>
          </p:cNvPr>
          <p:cNvSpPr>
            <a:spLocks noGrp="1"/>
          </p:cNvSpPr>
          <p:nvPr/>
        </p:nvSpPr>
        <p:spPr>
          <a:xfrm>
            <a:off x="8509696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A1_bar_GT_12087">
            <a:extLst>
              <a:ext uri="{FF2B5EF4-FFF2-40B4-BE49-F238E27FC236}">
                <a16:creationId xmlns:a16="http://schemas.microsoft.com/office/drawing/2014/main" id="{4945ED4B-7C70-41B0-87A5-110FE08F9E88}"/>
              </a:ext>
            </a:extLst>
          </p:cNvPr>
          <p:cNvSpPr>
            <a:spLocks noGrp="1"/>
          </p:cNvSpPr>
          <p:nvPr/>
        </p:nvSpPr>
        <p:spPr>
          <a:xfrm>
            <a:off x="84765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A1_bar_GT_12088">
            <a:extLst>
              <a:ext uri="{FF2B5EF4-FFF2-40B4-BE49-F238E27FC236}">
                <a16:creationId xmlns:a16="http://schemas.microsoft.com/office/drawing/2014/main" id="{5FEC2D03-3C11-4366-9A7E-71B94255AC20}"/>
              </a:ext>
            </a:extLst>
          </p:cNvPr>
          <p:cNvSpPr>
            <a:spLocks noGrp="1"/>
          </p:cNvSpPr>
          <p:nvPr/>
        </p:nvSpPr>
        <p:spPr>
          <a:xfrm>
            <a:off x="85615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A1_bar_GT_12089">
            <a:extLst>
              <a:ext uri="{FF2B5EF4-FFF2-40B4-BE49-F238E27FC236}">
                <a16:creationId xmlns:a16="http://schemas.microsoft.com/office/drawing/2014/main" id="{2AEDDE75-38F5-4D2F-A73D-D7C1976EF587}"/>
              </a:ext>
            </a:extLst>
          </p:cNvPr>
          <p:cNvSpPr>
            <a:spLocks noGrp="1"/>
          </p:cNvSpPr>
          <p:nvPr/>
        </p:nvSpPr>
        <p:spPr>
          <a:xfrm>
            <a:off x="8449082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A1_bar_GT_12090">
            <a:extLst>
              <a:ext uri="{FF2B5EF4-FFF2-40B4-BE49-F238E27FC236}">
                <a16:creationId xmlns:a16="http://schemas.microsoft.com/office/drawing/2014/main" id="{9FFFC1EB-9784-426B-A111-973CB1766496}"/>
              </a:ext>
            </a:extLst>
          </p:cNvPr>
          <p:cNvSpPr>
            <a:spLocks noGrp="1"/>
          </p:cNvSpPr>
          <p:nvPr/>
        </p:nvSpPr>
        <p:spPr>
          <a:xfrm>
            <a:off x="84425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A1_bar_GT_12091">
            <a:extLst>
              <a:ext uri="{FF2B5EF4-FFF2-40B4-BE49-F238E27FC236}">
                <a16:creationId xmlns:a16="http://schemas.microsoft.com/office/drawing/2014/main" id="{773654AB-8921-40B2-92CC-9ED7FE77A75E}"/>
              </a:ext>
            </a:extLst>
          </p:cNvPr>
          <p:cNvSpPr>
            <a:spLocks noGrp="1"/>
          </p:cNvSpPr>
          <p:nvPr/>
        </p:nvSpPr>
        <p:spPr>
          <a:xfrm>
            <a:off x="859076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A1_bar_GT_12092">
            <a:extLst>
              <a:ext uri="{FF2B5EF4-FFF2-40B4-BE49-F238E27FC236}">
                <a16:creationId xmlns:a16="http://schemas.microsoft.com/office/drawing/2014/main" id="{740C69D1-E028-4DAD-B4B9-636ACA885DC0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A1_bar_GT_12093">
            <a:extLst>
              <a:ext uri="{FF2B5EF4-FFF2-40B4-BE49-F238E27FC236}">
                <a16:creationId xmlns:a16="http://schemas.microsoft.com/office/drawing/2014/main" id="{96305EEA-1FA9-463C-905C-555330AD11BA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A1_bar_GT_12094">
            <a:extLst>
              <a:ext uri="{FF2B5EF4-FFF2-40B4-BE49-F238E27FC236}">
                <a16:creationId xmlns:a16="http://schemas.microsoft.com/office/drawing/2014/main" id="{F6680CC7-8AFC-4254-AB6E-21C280FA1C0A}"/>
              </a:ext>
            </a:extLst>
          </p:cNvPr>
          <p:cNvSpPr>
            <a:spLocks noGrp="1"/>
          </p:cNvSpPr>
          <p:nvPr/>
        </p:nvSpPr>
        <p:spPr>
          <a:xfrm>
            <a:off x="1550055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39" name="A1_bar_GT_12095">
            <a:extLst>
              <a:ext uri="{FF2B5EF4-FFF2-40B4-BE49-F238E27FC236}">
                <a16:creationId xmlns:a16="http://schemas.microsoft.com/office/drawing/2014/main" id="{1841A46C-4B90-4E3E-8B1A-A038091E8143}"/>
              </a:ext>
            </a:extLst>
          </p:cNvPr>
          <p:cNvSpPr>
            <a:spLocks noGrp="1"/>
          </p:cNvSpPr>
          <p:nvPr/>
        </p:nvSpPr>
        <p:spPr>
          <a:xfrm>
            <a:off x="1459560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0" name="A1_bar_GT_12096">
            <a:extLst>
              <a:ext uri="{FF2B5EF4-FFF2-40B4-BE49-F238E27FC236}">
                <a16:creationId xmlns:a16="http://schemas.microsoft.com/office/drawing/2014/main" id="{FBCBB03D-D01F-4EBB-9771-3D52A4847B78}"/>
              </a:ext>
            </a:extLst>
          </p:cNvPr>
          <p:cNvSpPr>
            <a:spLocks noGrp="1"/>
          </p:cNvSpPr>
          <p:nvPr/>
        </p:nvSpPr>
        <p:spPr>
          <a:xfrm>
            <a:off x="1459560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1" name="A1_bar_GT_12097">
            <a:extLst>
              <a:ext uri="{FF2B5EF4-FFF2-40B4-BE49-F238E27FC236}">
                <a16:creationId xmlns:a16="http://schemas.microsoft.com/office/drawing/2014/main" id="{D9B16FE0-9921-420A-AE8F-597939CA9CD6}"/>
              </a:ext>
            </a:extLst>
          </p:cNvPr>
          <p:cNvSpPr>
            <a:spLocks noGrp="1"/>
          </p:cNvSpPr>
          <p:nvPr/>
        </p:nvSpPr>
        <p:spPr>
          <a:xfrm>
            <a:off x="3123878" y="3823652"/>
            <a:ext cx="191" cy="298590"/>
          </a:xfrm>
          <a:custGeom>
            <a:avLst/>
            <a:gdLst/>
            <a:ahLst/>
            <a:cxnLst/>
            <a:rect l="0" t="0" r="0" b="0"/>
            <a:pathLst>
              <a:path w="191" h="298590">
                <a:moveTo>
                  <a:pt x="0" y="29859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2" name="A1_bar_GT_12098">
            <a:extLst>
              <a:ext uri="{FF2B5EF4-FFF2-40B4-BE49-F238E27FC236}">
                <a16:creationId xmlns:a16="http://schemas.microsoft.com/office/drawing/2014/main" id="{FFF9327A-4BB6-41BA-BD4F-C4BF1AC30DD4}"/>
              </a:ext>
            </a:extLst>
          </p:cNvPr>
          <p:cNvSpPr>
            <a:spLocks noGrp="1"/>
          </p:cNvSpPr>
          <p:nvPr/>
        </p:nvSpPr>
        <p:spPr>
          <a:xfrm>
            <a:off x="3033383" y="412224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3" name="A1_bar_GT_12099">
            <a:extLst>
              <a:ext uri="{FF2B5EF4-FFF2-40B4-BE49-F238E27FC236}">
                <a16:creationId xmlns:a16="http://schemas.microsoft.com/office/drawing/2014/main" id="{0601AB12-9BF7-488B-86FE-552EBE4638E9}"/>
              </a:ext>
            </a:extLst>
          </p:cNvPr>
          <p:cNvSpPr>
            <a:spLocks noGrp="1"/>
          </p:cNvSpPr>
          <p:nvPr/>
        </p:nvSpPr>
        <p:spPr>
          <a:xfrm>
            <a:off x="3033383" y="382365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4" name="A1_bar_GT_12100">
            <a:extLst>
              <a:ext uri="{FF2B5EF4-FFF2-40B4-BE49-F238E27FC236}">
                <a16:creationId xmlns:a16="http://schemas.microsoft.com/office/drawing/2014/main" id="{589E3163-8EBF-400E-98F9-F8FE1BAFD5FE}"/>
              </a:ext>
            </a:extLst>
          </p:cNvPr>
          <p:cNvSpPr>
            <a:spLocks noGrp="1"/>
          </p:cNvSpPr>
          <p:nvPr/>
        </p:nvSpPr>
        <p:spPr>
          <a:xfrm>
            <a:off x="4697701" y="3880482"/>
            <a:ext cx="191" cy="298878"/>
          </a:xfrm>
          <a:custGeom>
            <a:avLst/>
            <a:gdLst/>
            <a:ahLst/>
            <a:cxnLst/>
            <a:rect l="0" t="0" r="0" b="0"/>
            <a:pathLst>
              <a:path w="191" h="298878">
                <a:moveTo>
                  <a:pt x="0" y="29887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5" name="A1_bar_GT_12101">
            <a:extLst>
              <a:ext uri="{FF2B5EF4-FFF2-40B4-BE49-F238E27FC236}">
                <a16:creationId xmlns:a16="http://schemas.microsoft.com/office/drawing/2014/main" id="{3FD35C6A-366C-46D3-9150-E4D5793FFC0B}"/>
              </a:ext>
            </a:extLst>
          </p:cNvPr>
          <p:cNvSpPr>
            <a:spLocks noGrp="1"/>
          </p:cNvSpPr>
          <p:nvPr/>
        </p:nvSpPr>
        <p:spPr>
          <a:xfrm>
            <a:off x="4607206" y="417935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6" name="A1_bar_GT_12102">
            <a:extLst>
              <a:ext uri="{FF2B5EF4-FFF2-40B4-BE49-F238E27FC236}">
                <a16:creationId xmlns:a16="http://schemas.microsoft.com/office/drawing/2014/main" id="{BF0141D0-CB1E-46EC-A780-221D7575796A}"/>
              </a:ext>
            </a:extLst>
          </p:cNvPr>
          <p:cNvSpPr>
            <a:spLocks noGrp="1"/>
          </p:cNvSpPr>
          <p:nvPr/>
        </p:nvSpPr>
        <p:spPr>
          <a:xfrm>
            <a:off x="4607206" y="388048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7" name="A1_bar_GT_12103">
            <a:extLst>
              <a:ext uri="{FF2B5EF4-FFF2-40B4-BE49-F238E27FC236}">
                <a16:creationId xmlns:a16="http://schemas.microsoft.com/office/drawing/2014/main" id="{706C3873-2434-4217-8340-E8ADFABD9EBC}"/>
              </a:ext>
            </a:extLst>
          </p:cNvPr>
          <p:cNvSpPr>
            <a:spLocks noGrp="1"/>
          </p:cNvSpPr>
          <p:nvPr/>
        </p:nvSpPr>
        <p:spPr>
          <a:xfrm>
            <a:off x="6271524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8" name="A1_bar_GT_12104">
            <a:extLst>
              <a:ext uri="{FF2B5EF4-FFF2-40B4-BE49-F238E27FC236}">
                <a16:creationId xmlns:a16="http://schemas.microsoft.com/office/drawing/2014/main" id="{52205EF6-45B7-47C6-B06F-A91CAA5D1896}"/>
              </a:ext>
            </a:extLst>
          </p:cNvPr>
          <p:cNvSpPr>
            <a:spLocks noGrp="1"/>
          </p:cNvSpPr>
          <p:nvPr/>
        </p:nvSpPr>
        <p:spPr>
          <a:xfrm>
            <a:off x="6181029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49" name="A1_bar_GT_12105">
            <a:extLst>
              <a:ext uri="{FF2B5EF4-FFF2-40B4-BE49-F238E27FC236}">
                <a16:creationId xmlns:a16="http://schemas.microsoft.com/office/drawing/2014/main" id="{70581FF6-12F7-45B1-8062-6BB158056765}"/>
              </a:ext>
            </a:extLst>
          </p:cNvPr>
          <p:cNvSpPr>
            <a:spLocks noGrp="1"/>
          </p:cNvSpPr>
          <p:nvPr/>
        </p:nvSpPr>
        <p:spPr>
          <a:xfrm>
            <a:off x="6181029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0" name="A1_bar_GT_12106">
            <a:extLst>
              <a:ext uri="{FF2B5EF4-FFF2-40B4-BE49-F238E27FC236}">
                <a16:creationId xmlns:a16="http://schemas.microsoft.com/office/drawing/2014/main" id="{2E4646F3-7D98-4432-937C-2B64CB0804E6}"/>
              </a:ext>
            </a:extLst>
          </p:cNvPr>
          <p:cNvSpPr>
            <a:spLocks noGrp="1"/>
          </p:cNvSpPr>
          <p:nvPr/>
        </p:nvSpPr>
        <p:spPr>
          <a:xfrm>
            <a:off x="7845347" y="4389270"/>
            <a:ext cx="191" cy="349906"/>
          </a:xfrm>
          <a:custGeom>
            <a:avLst/>
            <a:gdLst/>
            <a:ahLst/>
            <a:cxnLst/>
            <a:rect l="0" t="0" r="0" b="0"/>
            <a:pathLst>
              <a:path w="191" h="349906">
                <a:moveTo>
                  <a:pt x="0" y="349906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1" name="A1_bar_GT_12107">
            <a:extLst>
              <a:ext uri="{FF2B5EF4-FFF2-40B4-BE49-F238E27FC236}">
                <a16:creationId xmlns:a16="http://schemas.microsoft.com/office/drawing/2014/main" id="{A27C87E4-5C64-4391-84A9-848A24213D82}"/>
              </a:ext>
            </a:extLst>
          </p:cNvPr>
          <p:cNvSpPr>
            <a:spLocks noGrp="1"/>
          </p:cNvSpPr>
          <p:nvPr/>
        </p:nvSpPr>
        <p:spPr>
          <a:xfrm>
            <a:off x="7754852" y="473917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2" name="A1_bar_GT_12108">
            <a:extLst>
              <a:ext uri="{FF2B5EF4-FFF2-40B4-BE49-F238E27FC236}">
                <a16:creationId xmlns:a16="http://schemas.microsoft.com/office/drawing/2014/main" id="{125EA341-4491-47A0-9CBA-AB1DC677E80C}"/>
              </a:ext>
            </a:extLst>
          </p:cNvPr>
          <p:cNvSpPr>
            <a:spLocks noGrp="1"/>
          </p:cNvSpPr>
          <p:nvPr/>
        </p:nvSpPr>
        <p:spPr>
          <a:xfrm>
            <a:off x="7754852" y="438927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007C83"/>
            </a:solidFill>
            <a:prstDash val="solid"/>
          </a:ln>
        </p:spPr>
      </p:sp>
      <p:sp>
        <p:nvSpPr>
          <p:cNvPr id="2753" name="A1_bar_GT_12109">
            <a:extLst>
              <a:ext uri="{FF2B5EF4-FFF2-40B4-BE49-F238E27FC236}">
                <a16:creationId xmlns:a16="http://schemas.microsoft.com/office/drawing/2014/main" id="{10651A14-10BF-4FAC-A632-382BEF4EAF03}"/>
              </a:ext>
            </a:extLst>
          </p:cNvPr>
          <p:cNvSpPr>
            <a:spLocks noGrp="1"/>
          </p:cNvSpPr>
          <p:nvPr/>
        </p:nvSpPr>
        <p:spPr>
          <a:xfrm>
            <a:off x="1912034" y="4037415"/>
            <a:ext cx="191" cy="236787"/>
          </a:xfrm>
          <a:custGeom>
            <a:avLst/>
            <a:gdLst/>
            <a:ahLst/>
            <a:cxnLst/>
            <a:rect l="0" t="0" r="0" b="0"/>
            <a:pathLst>
              <a:path w="191" h="236787">
                <a:moveTo>
                  <a:pt x="0" y="23678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4" name="A1_bar_GT_12110">
            <a:extLst>
              <a:ext uri="{FF2B5EF4-FFF2-40B4-BE49-F238E27FC236}">
                <a16:creationId xmlns:a16="http://schemas.microsoft.com/office/drawing/2014/main" id="{9C2DC726-A8C0-4AA8-B1EF-745946346A7B}"/>
              </a:ext>
            </a:extLst>
          </p:cNvPr>
          <p:cNvSpPr>
            <a:spLocks noGrp="1"/>
          </p:cNvSpPr>
          <p:nvPr/>
        </p:nvSpPr>
        <p:spPr>
          <a:xfrm>
            <a:off x="1821539" y="427420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5" name="A1_bar_GT_12111">
            <a:extLst>
              <a:ext uri="{FF2B5EF4-FFF2-40B4-BE49-F238E27FC236}">
                <a16:creationId xmlns:a16="http://schemas.microsoft.com/office/drawing/2014/main" id="{3BF9ACAD-83CF-4D79-9900-7632B7AE8263}"/>
              </a:ext>
            </a:extLst>
          </p:cNvPr>
          <p:cNvSpPr>
            <a:spLocks noGrp="1"/>
          </p:cNvSpPr>
          <p:nvPr/>
        </p:nvSpPr>
        <p:spPr>
          <a:xfrm>
            <a:off x="1821539" y="40374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6" name="A1_bar_GT_12112">
            <a:extLst>
              <a:ext uri="{FF2B5EF4-FFF2-40B4-BE49-F238E27FC236}">
                <a16:creationId xmlns:a16="http://schemas.microsoft.com/office/drawing/2014/main" id="{C867AACA-53B2-4299-8E6B-8295D61FB8C4}"/>
              </a:ext>
            </a:extLst>
          </p:cNvPr>
          <p:cNvSpPr>
            <a:spLocks noGrp="1"/>
          </p:cNvSpPr>
          <p:nvPr/>
        </p:nvSpPr>
        <p:spPr>
          <a:xfrm>
            <a:off x="3485857" y="3913975"/>
            <a:ext cx="191" cy="310503"/>
          </a:xfrm>
          <a:custGeom>
            <a:avLst/>
            <a:gdLst/>
            <a:ahLst/>
            <a:cxnLst/>
            <a:rect l="0" t="0" r="0" b="0"/>
            <a:pathLst>
              <a:path w="191" h="310503">
                <a:moveTo>
                  <a:pt x="0" y="3105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7" name="A1_bar_GT_12113">
            <a:extLst>
              <a:ext uri="{FF2B5EF4-FFF2-40B4-BE49-F238E27FC236}">
                <a16:creationId xmlns:a16="http://schemas.microsoft.com/office/drawing/2014/main" id="{B5F27FED-D1CA-4953-A8EB-1245574EE639}"/>
              </a:ext>
            </a:extLst>
          </p:cNvPr>
          <p:cNvSpPr>
            <a:spLocks noGrp="1"/>
          </p:cNvSpPr>
          <p:nvPr/>
        </p:nvSpPr>
        <p:spPr>
          <a:xfrm>
            <a:off x="3395362" y="422447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8" name="A1_bar_GT_12114">
            <a:extLst>
              <a:ext uri="{FF2B5EF4-FFF2-40B4-BE49-F238E27FC236}">
                <a16:creationId xmlns:a16="http://schemas.microsoft.com/office/drawing/2014/main" id="{1EE22F54-501B-49CA-836A-AEA0312A7FB6}"/>
              </a:ext>
            </a:extLst>
          </p:cNvPr>
          <p:cNvSpPr>
            <a:spLocks noGrp="1"/>
          </p:cNvSpPr>
          <p:nvPr/>
        </p:nvSpPr>
        <p:spPr>
          <a:xfrm>
            <a:off x="3395362" y="391397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59" name="A1_bar_GT_12115">
            <a:extLst>
              <a:ext uri="{FF2B5EF4-FFF2-40B4-BE49-F238E27FC236}">
                <a16:creationId xmlns:a16="http://schemas.microsoft.com/office/drawing/2014/main" id="{79648948-AEB4-441D-8AF1-6A49E762C0B6}"/>
              </a:ext>
            </a:extLst>
          </p:cNvPr>
          <p:cNvSpPr>
            <a:spLocks noGrp="1"/>
          </p:cNvSpPr>
          <p:nvPr/>
        </p:nvSpPr>
        <p:spPr>
          <a:xfrm>
            <a:off x="5059680" y="3972556"/>
            <a:ext cx="191" cy="308257"/>
          </a:xfrm>
          <a:custGeom>
            <a:avLst/>
            <a:gdLst/>
            <a:ahLst/>
            <a:cxnLst/>
            <a:rect l="0" t="0" r="0" b="0"/>
            <a:pathLst>
              <a:path w="191" h="308257">
                <a:moveTo>
                  <a:pt x="0" y="308257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0" name="A1_bar_GT_12116">
            <a:extLst>
              <a:ext uri="{FF2B5EF4-FFF2-40B4-BE49-F238E27FC236}">
                <a16:creationId xmlns:a16="http://schemas.microsoft.com/office/drawing/2014/main" id="{9D35D136-4F1E-448D-AB17-2845ACE9C2A7}"/>
              </a:ext>
            </a:extLst>
          </p:cNvPr>
          <p:cNvSpPr>
            <a:spLocks noGrp="1"/>
          </p:cNvSpPr>
          <p:nvPr/>
        </p:nvSpPr>
        <p:spPr>
          <a:xfrm>
            <a:off x="4969185" y="42808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1" name="A1_bar_GT_12117">
            <a:extLst>
              <a:ext uri="{FF2B5EF4-FFF2-40B4-BE49-F238E27FC236}">
                <a16:creationId xmlns:a16="http://schemas.microsoft.com/office/drawing/2014/main" id="{8A30589F-5AEB-4775-B2CB-9BBC994AC8DF}"/>
              </a:ext>
            </a:extLst>
          </p:cNvPr>
          <p:cNvSpPr>
            <a:spLocks noGrp="1"/>
          </p:cNvSpPr>
          <p:nvPr/>
        </p:nvSpPr>
        <p:spPr>
          <a:xfrm>
            <a:off x="4969185" y="3972556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2" name="A1_bar_GT_12118">
            <a:extLst>
              <a:ext uri="{FF2B5EF4-FFF2-40B4-BE49-F238E27FC236}">
                <a16:creationId xmlns:a16="http://schemas.microsoft.com/office/drawing/2014/main" id="{D35B2DB3-1461-484F-94F3-F29E73F53636}"/>
              </a:ext>
            </a:extLst>
          </p:cNvPr>
          <p:cNvSpPr>
            <a:spLocks noGrp="1"/>
          </p:cNvSpPr>
          <p:nvPr/>
        </p:nvSpPr>
        <p:spPr>
          <a:xfrm>
            <a:off x="6633503" y="4410404"/>
            <a:ext cx="191" cy="349723"/>
          </a:xfrm>
          <a:custGeom>
            <a:avLst/>
            <a:gdLst/>
            <a:ahLst/>
            <a:cxnLst/>
            <a:rect l="0" t="0" r="0" b="0"/>
            <a:pathLst>
              <a:path w="191" h="349723">
                <a:moveTo>
                  <a:pt x="0" y="3497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3" name="A1_bar_GT_12119">
            <a:extLst>
              <a:ext uri="{FF2B5EF4-FFF2-40B4-BE49-F238E27FC236}">
                <a16:creationId xmlns:a16="http://schemas.microsoft.com/office/drawing/2014/main" id="{6E43D896-875C-492B-9598-76E762C0E04D}"/>
              </a:ext>
            </a:extLst>
          </p:cNvPr>
          <p:cNvSpPr>
            <a:spLocks noGrp="1"/>
          </p:cNvSpPr>
          <p:nvPr/>
        </p:nvSpPr>
        <p:spPr>
          <a:xfrm>
            <a:off x="6543008" y="47601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4" name="A1_bar_GT_12120">
            <a:extLst>
              <a:ext uri="{FF2B5EF4-FFF2-40B4-BE49-F238E27FC236}">
                <a16:creationId xmlns:a16="http://schemas.microsoft.com/office/drawing/2014/main" id="{B59896AB-63B9-4854-B136-41C4E49C6ED6}"/>
              </a:ext>
            </a:extLst>
          </p:cNvPr>
          <p:cNvSpPr>
            <a:spLocks noGrp="1"/>
          </p:cNvSpPr>
          <p:nvPr/>
        </p:nvSpPr>
        <p:spPr>
          <a:xfrm>
            <a:off x="6543008" y="44104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5" name="A1_bar_GT_12121">
            <a:extLst>
              <a:ext uri="{FF2B5EF4-FFF2-40B4-BE49-F238E27FC236}">
                <a16:creationId xmlns:a16="http://schemas.microsoft.com/office/drawing/2014/main" id="{AB96DF33-843B-4256-B1DE-4E3A8D7B44AB}"/>
              </a:ext>
            </a:extLst>
          </p:cNvPr>
          <p:cNvSpPr>
            <a:spLocks noGrp="1"/>
          </p:cNvSpPr>
          <p:nvPr/>
        </p:nvSpPr>
        <p:spPr>
          <a:xfrm>
            <a:off x="8207326" y="4410404"/>
            <a:ext cx="191" cy="349723"/>
          </a:xfrm>
          <a:custGeom>
            <a:avLst/>
            <a:gdLst/>
            <a:ahLst/>
            <a:cxnLst/>
            <a:rect l="0" t="0" r="0" b="0"/>
            <a:pathLst>
              <a:path w="191" h="349723">
                <a:moveTo>
                  <a:pt x="0" y="3497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6" name="A1_bar_GT_12122">
            <a:extLst>
              <a:ext uri="{FF2B5EF4-FFF2-40B4-BE49-F238E27FC236}">
                <a16:creationId xmlns:a16="http://schemas.microsoft.com/office/drawing/2014/main" id="{30E515FB-62D8-438F-8BB3-D97E07EDAF9C}"/>
              </a:ext>
            </a:extLst>
          </p:cNvPr>
          <p:cNvSpPr>
            <a:spLocks noGrp="1"/>
          </p:cNvSpPr>
          <p:nvPr/>
        </p:nvSpPr>
        <p:spPr>
          <a:xfrm>
            <a:off x="8116831" y="47601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7" name="A1_bar_GT_12123">
            <a:extLst>
              <a:ext uri="{FF2B5EF4-FFF2-40B4-BE49-F238E27FC236}">
                <a16:creationId xmlns:a16="http://schemas.microsoft.com/office/drawing/2014/main" id="{13F42C03-1758-4A08-8101-AFBE7DEADE2C}"/>
              </a:ext>
            </a:extLst>
          </p:cNvPr>
          <p:cNvSpPr>
            <a:spLocks noGrp="1"/>
          </p:cNvSpPr>
          <p:nvPr/>
        </p:nvSpPr>
        <p:spPr>
          <a:xfrm>
            <a:off x="8116831" y="44104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DB9955"/>
            </a:solidFill>
            <a:prstDash val="solid"/>
          </a:ln>
        </p:spPr>
      </p:sp>
      <p:sp>
        <p:nvSpPr>
          <p:cNvPr id="2768" name="A1_bar_GT_12124">
            <a:extLst>
              <a:ext uri="{FF2B5EF4-FFF2-40B4-BE49-F238E27FC236}">
                <a16:creationId xmlns:a16="http://schemas.microsoft.com/office/drawing/2014/main" id="{122B0716-497F-4551-B18B-8C81E5C0CD0C}"/>
              </a:ext>
            </a:extLst>
          </p:cNvPr>
          <p:cNvSpPr>
            <a:spLocks noGrp="1"/>
          </p:cNvSpPr>
          <p:nvPr/>
        </p:nvSpPr>
        <p:spPr>
          <a:xfrm>
            <a:off x="2274013" y="4725115"/>
            <a:ext cx="191" cy="251634"/>
          </a:xfrm>
          <a:custGeom>
            <a:avLst/>
            <a:gdLst/>
            <a:ahLst/>
            <a:cxnLst/>
            <a:rect l="0" t="0" r="0" b="0"/>
            <a:pathLst>
              <a:path w="191" h="251634">
                <a:moveTo>
                  <a:pt x="0" y="251634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69" name="A1_bar_GT_12125">
            <a:extLst>
              <a:ext uri="{FF2B5EF4-FFF2-40B4-BE49-F238E27FC236}">
                <a16:creationId xmlns:a16="http://schemas.microsoft.com/office/drawing/2014/main" id="{9DE66BC1-A221-4E40-B4F1-0C808A49C668}"/>
              </a:ext>
            </a:extLst>
          </p:cNvPr>
          <p:cNvSpPr>
            <a:spLocks noGrp="1"/>
          </p:cNvSpPr>
          <p:nvPr/>
        </p:nvSpPr>
        <p:spPr>
          <a:xfrm>
            <a:off x="2183518" y="49767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0" name="A1_bar_GT_12126">
            <a:extLst>
              <a:ext uri="{FF2B5EF4-FFF2-40B4-BE49-F238E27FC236}">
                <a16:creationId xmlns:a16="http://schemas.microsoft.com/office/drawing/2014/main" id="{030F5909-93D2-4646-945F-FC3201451DE2}"/>
              </a:ext>
            </a:extLst>
          </p:cNvPr>
          <p:cNvSpPr>
            <a:spLocks noGrp="1"/>
          </p:cNvSpPr>
          <p:nvPr/>
        </p:nvSpPr>
        <p:spPr>
          <a:xfrm>
            <a:off x="2183518" y="47251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1" name="A1_bar_GT_12127">
            <a:extLst>
              <a:ext uri="{FF2B5EF4-FFF2-40B4-BE49-F238E27FC236}">
                <a16:creationId xmlns:a16="http://schemas.microsoft.com/office/drawing/2014/main" id="{974A1252-4139-4F0D-AD8B-BA30C5BA19A9}"/>
              </a:ext>
            </a:extLst>
          </p:cNvPr>
          <p:cNvSpPr>
            <a:spLocks noGrp="1"/>
          </p:cNvSpPr>
          <p:nvPr/>
        </p:nvSpPr>
        <p:spPr>
          <a:xfrm>
            <a:off x="3847836" y="4528210"/>
            <a:ext cx="191" cy="325903"/>
          </a:xfrm>
          <a:custGeom>
            <a:avLst/>
            <a:gdLst/>
            <a:ahLst/>
            <a:cxnLst/>
            <a:rect l="0" t="0" r="0" b="0"/>
            <a:pathLst>
              <a:path w="191" h="325903">
                <a:moveTo>
                  <a:pt x="0" y="3259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2" name="A1_bar_GT_12128">
            <a:extLst>
              <a:ext uri="{FF2B5EF4-FFF2-40B4-BE49-F238E27FC236}">
                <a16:creationId xmlns:a16="http://schemas.microsoft.com/office/drawing/2014/main" id="{C9C46237-0382-44AE-AEA8-AE9F34927944}"/>
              </a:ext>
            </a:extLst>
          </p:cNvPr>
          <p:cNvSpPr>
            <a:spLocks noGrp="1"/>
          </p:cNvSpPr>
          <p:nvPr/>
        </p:nvSpPr>
        <p:spPr>
          <a:xfrm>
            <a:off x="3757341" y="48541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3" name="A1_bar_GT_12129">
            <a:extLst>
              <a:ext uri="{FF2B5EF4-FFF2-40B4-BE49-F238E27FC236}">
                <a16:creationId xmlns:a16="http://schemas.microsoft.com/office/drawing/2014/main" id="{9655DBB4-21A0-4D21-A509-4192C830CA68}"/>
              </a:ext>
            </a:extLst>
          </p:cNvPr>
          <p:cNvSpPr>
            <a:spLocks noGrp="1"/>
          </p:cNvSpPr>
          <p:nvPr/>
        </p:nvSpPr>
        <p:spPr>
          <a:xfrm>
            <a:off x="3757341" y="45282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4" name="A1_bar_GT_12130">
            <a:extLst>
              <a:ext uri="{FF2B5EF4-FFF2-40B4-BE49-F238E27FC236}">
                <a16:creationId xmlns:a16="http://schemas.microsoft.com/office/drawing/2014/main" id="{7E9D51BC-B9C2-4C6D-A530-A02011CBB23E}"/>
              </a:ext>
            </a:extLst>
          </p:cNvPr>
          <p:cNvSpPr>
            <a:spLocks noGrp="1"/>
          </p:cNvSpPr>
          <p:nvPr/>
        </p:nvSpPr>
        <p:spPr>
          <a:xfrm>
            <a:off x="5421659" y="4549304"/>
            <a:ext cx="191" cy="324259"/>
          </a:xfrm>
          <a:custGeom>
            <a:avLst/>
            <a:gdLst/>
            <a:ahLst/>
            <a:cxnLst/>
            <a:rect l="0" t="0" r="0" b="0"/>
            <a:pathLst>
              <a:path w="191" h="324259">
                <a:moveTo>
                  <a:pt x="0" y="32425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5" name="A1_bar_GT_12131">
            <a:extLst>
              <a:ext uri="{FF2B5EF4-FFF2-40B4-BE49-F238E27FC236}">
                <a16:creationId xmlns:a16="http://schemas.microsoft.com/office/drawing/2014/main" id="{2177145D-31B8-4AF1-95BF-74FB8DAA667A}"/>
              </a:ext>
            </a:extLst>
          </p:cNvPr>
          <p:cNvSpPr>
            <a:spLocks noGrp="1"/>
          </p:cNvSpPr>
          <p:nvPr/>
        </p:nvSpPr>
        <p:spPr>
          <a:xfrm>
            <a:off x="5331164" y="487356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6" name="A1_bar_GT_12132">
            <a:extLst>
              <a:ext uri="{FF2B5EF4-FFF2-40B4-BE49-F238E27FC236}">
                <a16:creationId xmlns:a16="http://schemas.microsoft.com/office/drawing/2014/main" id="{C88BFA67-BD92-4165-BE67-8F46EA7F7BA3}"/>
              </a:ext>
            </a:extLst>
          </p:cNvPr>
          <p:cNvSpPr>
            <a:spLocks noGrp="1"/>
          </p:cNvSpPr>
          <p:nvPr/>
        </p:nvSpPr>
        <p:spPr>
          <a:xfrm>
            <a:off x="5331164" y="45493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7" name="A1_bar_GT_12133">
            <a:extLst>
              <a:ext uri="{FF2B5EF4-FFF2-40B4-BE49-F238E27FC236}">
                <a16:creationId xmlns:a16="http://schemas.microsoft.com/office/drawing/2014/main" id="{7CBE9213-924F-40D4-9745-078EABF20D47}"/>
              </a:ext>
            </a:extLst>
          </p:cNvPr>
          <p:cNvSpPr>
            <a:spLocks noGrp="1"/>
          </p:cNvSpPr>
          <p:nvPr/>
        </p:nvSpPr>
        <p:spPr>
          <a:xfrm>
            <a:off x="6995482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8" name="A1_bar_GT_12134">
            <a:extLst>
              <a:ext uri="{FF2B5EF4-FFF2-40B4-BE49-F238E27FC236}">
                <a16:creationId xmlns:a16="http://schemas.microsoft.com/office/drawing/2014/main" id="{43696243-9F63-4DD3-92C8-30153BBCBAC4}"/>
              </a:ext>
            </a:extLst>
          </p:cNvPr>
          <p:cNvSpPr>
            <a:spLocks noGrp="1"/>
          </p:cNvSpPr>
          <p:nvPr/>
        </p:nvSpPr>
        <p:spPr>
          <a:xfrm>
            <a:off x="6904988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9" name="A1_bar_GT_12135">
            <a:extLst>
              <a:ext uri="{FF2B5EF4-FFF2-40B4-BE49-F238E27FC236}">
                <a16:creationId xmlns:a16="http://schemas.microsoft.com/office/drawing/2014/main" id="{C8D5A58A-C2C8-4FEB-B709-C51B307D6962}"/>
              </a:ext>
            </a:extLst>
          </p:cNvPr>
          <p:cNvSpPr>
            <a:spLocks noGrp="1"/>
          </p:cNvSpPr>
          <p:nvPr/>
        </p:nvSpPr>
        <p:spPr>
          <a:xfrm>
            <a:off x="6904988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0" name="A1_bar_GT_12136">
            <a:extLst>
              <a:ext uri="{FF2B5EF4-FFF2-40B4-BE49-F238E27FC236}">
                <a16:creationId xmlns:a16="http://schemas.microsoft.com/office/drawing/2014/main" id="{818DC19E-E085-4657-90A8-32955DF2C3CA}"/>
              </a:ext>
            </a:extLst>
          </p:cNvPr>
          <p:cNvSpPr>
            <a:spLocks noGrp="1"/>
          </p:cNvSpPr>
          <p:nvPr/>
        </p:nvSpPr>
        <p:spPr>
          <a:xfrm>
            <a:off x="8569305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1" name="A1_bar_GT_12137">
            <a:extLst>
              <a:ext uri="{FF2B5EF4-FFF2-40B4-BE49-F238E27FC236}">
                <a16:creationId xmlns:a16="http://schemas.microsoft.com/office/drawing/2014/main" id="{4108A5CF-1307-475C-889F-B921730D5A1D}"/>
              </a:ext>
            </a:extLst>
          </p:cNvPr>
          <p:cNvSpPr>
            <a:spLocks noGrp="1"/>
          </p:cNvSpPr>
          <p:nvPr/>
        </p:nvSpPr>
        <p:spPr>
          <a:xfrm>
            <a:off x="8478811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2" name="A1_bar_GT_12138">
            <a:extLst>
              <a:ext uri="{FF2B5EF4-FFF2-40B4-BE49-F238E27FC236}">
                <a16:creationId xmlns:a16="http://schemas.microsoft.com/office/drawing/2014/main" id="{8620AA1D-67B2-46BF-B3E2-71AF5C059BF6}"/>
              </a:ext>
            </a:extLst>
          </p:cNvPr>
          <p:cNvSpPr>
            <a:spLocks noGrp="1"/>
          </p:cNvSpPr>
          <p:nvPr/>
        </p:nvSpPr>
        <p:spPr>
          <a:xfrm>
            <a:off x="8478811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3" name="A1_bar_GT_12139">
            <a:extLst>
              <a:ext uri="{FF2B5EF4-FFF2-40B4-BE49-F238E27FC236}">
                <a16:creationId xmlns:a16="http://schemas.microsoft.com/office/drawing/2014/main" id="{83C6C712-3D73-4380-A343-BFF987F33B74}"/>
              </a:ext>
            </a:extLst>
          </p:cNvPr>
          <p:cNvSpPr>
            <a:spLocks noGrp="1"/>
          </p:cNvSpPr>
          <p:nvPr/>
        </p:nvSpPr>
        <p:spPr>
          <a:xfrm>
            <a:off x="1405263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4" name="A1_bar_GT_12140">
            <a:extLst>
              <a:ext uri="{FF2B5EF4-FFF2-40B4-BE49-F238E27FC236}">
                <a16:creationId xmlns:a16="http://schemas.microsoft.com/office/drawing/2014/main" id="{E630BAF9-30D8-47E5-A301-B96547227674}"/>
              </a:ext>
            </a:extLst>
          </p:cNvPr>
          <p:cNvSpPr>
            <a:spLocks noGrp="1"/>
          </p:cNvSpPr>
          <p:nvPr/>
        </p:nvSpPr>
        <p:spPr>
          <a:xfrm>
            <a:off x="2979086" y="39713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5" name="A1_bar_GT_12141">
            <a:extLst>
              <a:ext uri="{FF2B5EF4-FFF2-40B4-BE49-F238E27FC236}">
                <a16:creationId xmlns:a16="http://schemas.microsoft.com/office/drawing/2014/main" id="{149CDCB9-AF7B-4B58-B2A2-CC48A7FD8005}"/>
              </a:ext>
            </a:extLst>
          </p:cNvPr>
          <p:cNvSpPr>
            <a:spLocks noGrp="1"/>
          </p:cNvSpPr>
          <p:nvPr/>
        </p:nvSpPr>
        <p:spPr>
          <a:xfrm>
            <a:off x="4552909" y="4027815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6" name="A1_bar_GT_12142">
            <a:extLst>
              <a:ext uri="{FF2B5EF4-FFF2-40B4-BE49-F238E27FC236}">
                <a16:creationId xmlns:a16="http://schemas.microsoft.com/office/drawing/2014/main" id="{116546F0-ACB4-42AD-BA9A-0CB24FC62886}"/>
              </a:ext>
            </a:extLst>
          </p:cNvPr>
          <p:cNvSpPr>
            <a:spLocks noGrp="1"/>
          </p:cNvSpPr>
          <p:nvPr/>
        </p:nvSpPr>
        <p:spPr>
          <a:xfrm>
            <a:off x="6126732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7" name="A1_bar_GT_12143">
            <a:extLst>
              <a:ext uri="{FF2B5EF4-FFF2-40B4-BE49-F238E27FC236}">
                <a16:creationId xmlns:a16="http://schemas.microsoft.com/office/drawing/2014/main" id="{7E782BA7-4D65-4ED0-A776-610DB1E5D1AF}"/>
              </a:ext>
            </a:extLst>
          </p:cNvPr>
          <p:cNvSpPr>
            <a:spLocks noGrp="1"/>
          </p:cNvSpPr>
          <p:nvPr/>
        </p:nvSpPr>
        <p:spPr>
          <a:xfrm>
            <a:off x="7700555" y="456232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007C83"/>
            </a:solidFill>
            <a:prstDash val="solid"/>
          </a:ln>
        </p:spPr>
      </p:sp>
      <p:sp>
        <p:nvSpPr>
          <p:cNvPr id="2788" name="A1_bar_GT_12144">
            <a:extLst>
              <a:ext uri="{FF2B5EF4-FFF2-40B4-BE49-F238E27FC236}">
                <a16:creationId xmlns:a16="http://schemas.microsoft.com/office/drawing/2014/main" id="{0C374C91-89A7-4C76-AABD-4E507F4DB427}"/>
              </a:ext>
            </a:extLst>
          </p:cNvPr>
          <p:cNvSpPr>
            <a:spLocks noGrp="1"/>
          </p:cNvSpPr>
          <p:nvPr/>
        </p:nvSpPr>
        <p:spPr>
          <a:xfrm>
            <a:off x="1767242" y="4155423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89" name="A1_bar_GT_12145">
            <a:extLst>
              <a:ext uri="{FF2B5EF4-FFF2-40B4-BE49-F238E27FC236}">
                <a16:creationId xmlns:a16="http://schemas.microsoft.com/office/drawing/2014/main" id="{1C65AF3D-3CDF-4C02-8A0A-635648290664}"/>
              </a:ext>
            </a:extLst>
          </p:cNvPr>
          <p:cNvSpPr>
            <a:spLocks noGrp="1"/>
          </p:cNvSpPr>
          <p:nvPr/>
        </p:nvSpPr>
        <p:spPr>
          <a:xfrm>
            <a:off x="3341065" y="406711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0" name="A1_bar_GT_12146">
            <a:extLst>
              <a:ext uri="{FF2B5EF4-FFF2-40B4-BE49-F238E27FC236}">
                <a16:creationId xmlns:a16="http://schemas.microsoft.com/office/drawing/2014/main" id="{76C01056-352C-449A-BF13-25A7562D9D09}"/>
              </a:ext>
            </a:extLst>
          </p:cNvPr>
          <p:cNvSpPr>
            <a:spLocks noGrp="1"/>
          </p:cNvSpPr>
          <p:nvPr/>
        </p:nvSpPr>
        <p:spPr>
          <a:xfrm>
            <a:off x="4914888" y="41233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1" name="A1_bar_GT_12147">
            <a:extLst>
              <a:ext uri="{FF2B5EF4-FFF2-40B4-BE49-F238E27FC236}">
                <a16:creationId xmlns:a16="http://schemas.microsoft.com/office/drawing/2014/main" id="{0BCE978F-8AED-4D13-A311-818F8D955D84}"/>
              </a:ext>
            </a:extLst>
          </p:cNvPr>
          <p:cNvSpPr>
            <a:spLocks noGrp="1"/>
          </p:cNvSpPr>
          <p:nvPr/>
        </p:nvSpPr>
        <p:spPr>
          <a:xfrm>
            <a:off x="6488711" y="458427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2" name="A1_bar_GT_12148">
            <a:extLst>
              <a:ext uri="{FF2B5EF4-FFF2-40B4-BE49-F238E27FC236}">
                <a16:creationId xmlns:a16="http://schemas.microsoft.com/office/drawing/2014/main" id="{8B59B7E6-25B0-466B-AFEF-939C4CFCA95E}"/>
              </a:ext>
            </a:extLst>
          </p:cNvPr>
          <p:cNvSpPr>
            <a:spLocks noGrp="1"/>
          </p:cNvSpPr>
          <p:nvPr/>
        </p:nvSpPr>
        <p:spPr>
          <a:xfrm>
            <a:off x="8062534" y="4584272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DB9955"/>
            </a:solidFill>
            <a:prstDash val="solid"/>
          </a:ln>
        </p:spPr>
      </p:sp>
      <p:sp>
        <p:nvSpPr>
          <p:cNvPr id="2793" name="A1_bar_GT_12149">
            <a:extLst>
              <a:ext uri="{FF2B5EF4-FFF2-40B4-BE49-F238E27FC236}">
                <a16:creationId xmlns:a16="http://schemas.microsoft.com/office/drawing/2014/main" id="{C8544B09-54B1-4880-A2D9-14A903C36846}"/>
              </a:ext>
            </a:extLst>
          </p:cNvPr>
          <p:cNvSpPr>
            <a:spLocks noGrp="1"/>
          </p:cNvSpPr>
          <p:nvPr/>
        </p:nvSpPr>
        <p:spPr>
          <a:xfrm>
            <a:off x="2129221" y="485100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4" name="A1_bar_GT_12150">
            <a:extLst>
              <a:ext uri="{FF2B5EF4-FFF2-40B4-BE49-F238E27FC236}">
                <a16:creationId xmlns:a16="http://schemas.microsoft.com/office/drawing/2014/main" id="{163ED6A9-4B33-4EAC-80DB-C2FB33FD43BC}"/>
              </a:ext>
            </a:extLst>
          </p:cNvPr>
          <p:cNvSpPr>
            <a:spLocks noGrp="1"/>
          </p:cNvSpPr>
          <p:nvPr/>
        </p:nvSpPr>
        <p:spPr>
          <a:xfrm>
            <a:off x="3703045" y="4691400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5" name="A1_bar_GT_12151">
            <a:extLst>
              <a:ext uri="{FF2B5EF4-FFF2-40B4-BE49-F238E27FC236}">
                <a16:creationId xmlns:a16="http://schemas.microsoft.com/office/drawing/2014/main" id="{986441BD-CF8B-498F-867D-78BE887205B9}"/>
              </a:ext>
            </a:extLst>
          </p:cNvPr>
          <p:cNvSpPr>
            <a:spLocks noGrp="1"/>
          </p:cNvSpPr>
          <p:nvPr/>
        </p:nvSpPr>
        <p:spPr>
          <a:xfrm>
            <a:off x="5276868" y="4711386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6" name="A1_bar_GT_12152">
            <a:extLst>
              <a:ext uri="{FF2B5EF4-FFF2-40B4-BE49-F238E27FC236}">
                <a16:creationId xmlns:a16="http://schemas.microsoft.com/office/drawing/2014/main" id="{73F0FF20-0A52-4140-8A31-1A1366000F7A}"/>
              </a:ext>
            </a:extLst>
          </p:cNvPr>
          <p:cNvSpPr>
            <a:spLocks noGrp="1"/>
          </p:cNvSpPr>
          <p:nvPr/>
        </p:nvSpPr>
        <p:spPr>
          <a:xfrm>
            <a:off x="6850691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7" name="A1_bar_GT_12153">
            <a:extLst>
              <a:ext uri="{FF2B5EF4-FFF2-40B4-BE49-F238E27FC236}">
                <a16:creationId xmlns:a16="http://schemas.microsoft.com/office/drawing/2014/main" id="{B858726C-9FF3-4270-A765-1BCEB58D902C}"/>
              </a:ext>
            </a:extLst>
          </p:cNvPr>
          <p:cNvSpPr>
            <a:spLocks noGrp="1"/>
          </p:cNvSpPr>
          <p:nvPr/>
        </p:nvSpPr>
        <p:spPr>
          <a:xfrm>
            <a:off x="8424514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8" name="text_12154">
            <a:extLst>
              <a:ext uri="{FF2B5EF4-FFF2-40B4-BE49-F238E27FC236}">
                <a16:creationId xmlns:a16="http://schemas.microsoft.com/office/drawing/2014/main" id="{34067FE5-5AE1-430C-BB23-D92E85FF9631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3194050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 dirty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comparison · GT receptor</a:t>
            </a:r>
          </a:p>
        </p:txBody>
      </p:sp>
      <p:sp>
        <p:nvSpPr>
          <p:cNvPr id="2799" name="text_12155">
            <a:extLst>
              <a:ext uri="{FF2B5EF4-FFF2-40B4-BE49-F238E27FC236}">
                <a16:creationId xmlns:a16="http://schemas.microsoft.com/office/drawing/2014/main" id="{3B2B3A1E-5F99-4D76-B65E-1073AA1ADBA7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A1_bar_GT_12156">
            <a:extLst>
              <a:ext uri="{FF2B5EF4-FFF2-40B4-BE49-F238E27FC236}">
                <a16:creationId xmlns:a16="http://schemas.microsoft.com/office/drawing/2014/main" id="{6D976A18-C4AE-4806-A70A-67EF4185D18D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007C8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12157">
            <a:extLst>
              <a:ext uri="{FF2B5EF4-FFF2-40B4-BE49-F238E27FC236}">
                <a16:creationId xmlns:a16="http://schemas.microsoft.com/office/drawing/2014/main" id="{D6EF7485-3AB8-45D9-A2C1-E5BC3783E290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01758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2802" name="A1_bar_GT_12158">
            <a:extLst>
              <a:ext uri="{FF2B5EF4-FFF2-40B4-BE49-F238E27FC236}">
                <a16:creationId xmlns:a16="http://schemas.microsoft.com/office/drawing/2014/main" id="{DE10F27E-C16A-4423-ADB7-78BE60445720}"/>
              </a:ext>
            </a:extLst>
          </p:cNvPr>
          <p:cNvSpPr>
            <a:spLocks noGrp="1"/>
          </p:cNvSpPr>
          <p:nvPr/>
        </p:nvSpPr>
        <p:spPr>
          <a:xfrm>
            <a:off x="2468164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DB9955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12159">
            <a:extLst>
              <a:ext uri="{FF2B5EF4-FFF2-40B4-BE49-F238E27FC236}">
                <a16:creationId xmlns:a16="http://schemas.microsoft.com/office/drawing/2014/main" id="{AEEBFA09-E39A-4348-9D7B-72754F7B2C7B}"/>
              </a:ext>
            </a:extLst>
          </p:cNvPr>
          <p:cNvSpPr>
            <a:spLocks noGrp="1"/>
          </p:cNvSpPr>
          <p:nvPr/>
        </p:nvSpPr>
        <p:spPr>
          <a:xfrm>
            <a:off x="2702761" y="2160866"/>
            <a:ext cx="125761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2804" name="A1_bar_GT_12160">
            <a:extLst>
              <a:ext uri="{FF2B5EF4-FFF2-40B4-BE49-F238E27FC236}">
                <a16:creationId xmlns:a16="http://schemas.microsoft.com/office/drawing/2014/main" id="{FCAB07E8-850B-4BDD-AD6E-8F8EB71004FA}"/>
              </a:ext>
            </a:extLst>
          </p:cNvPr>
          <p:cNvSpPr>
            <a:spLocks noGrp="1"/>
          </p:cNvSpPr>
          <p:nvPr/>
        </p:nvSpPr>
        <p:spPr>
          <a:xfrm>
            <a:off x="4161450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68737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12161">
            <a:extLst>
              <a:ext uri="{FF2B5EF4-FFF2-40B4-BE49-F238E27FC236}">
                <a16:creationId xmlns:a16="http://schemas.microsoft.com/office/drawing/2014/main" id="{44C1244B-CEEF-4EF0-AFAC-F797CC06E203}"/>
              </a:ext>
            </a:extLst>
          </p:cNvPr>
          <p:cNvSpPr>
            <a:spLocks noGrp="1"/>
          </p:cNvSpPr>
          <p:nvPr/>
        </p:nvSpPr>
        <p:spPr>
          <a:xfrm>
            <a:off x="4396047" y="2160866"/>
            <a:ext cx="131947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77231716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A2_polygon_GT_12162">
            <a:extLst>
              <a:ext uri="{FF2B5EF4-FFF2-40B4-BE49-F238E27FC236}">
                <a16:creationId xmlns:a16="http://schemas.microsoft.com/office/drawing/2014/main" id="{0D5B603F-42DE-43C9-A93A-84A9973BC23D}"/>
              </a:ext>
            </a:extLst>
          </p:cNvPr>
          <p:cNvSpPr>
            <a:spLocks noGrp="1"/>
          </p:cNvSpPr>
          <p:nvPr/>
        </p:nvSpPr>
        <p:spPr>
          <a:xfrm>
            <a:off x="383916" y="352425"/>
            <a:ext cx="8757168" cy="8096250"/>
          </a:xfrm>
          <a:custGeom>
            <a:avLst/>
            <a:gdLst/>
            <a:ahLst/>
            <a:cxnLst/>
            <a:rect l="0" t="0" r="0" b="0"/>
            <a:pathLst>
              <a:path w="8757168" h="8096250">
                <a:moveTo>
                  <a:pt x="0" y="8096250"/>
                </a:moveTo>
                <a:lnTo>
                  <a:pt x="8757168" y="8096250"/>
                </a:lnTo>
                <a:lnTo>
                  <a:pt x="8757168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2_polygon_GT_12163">
            <a:extLst>
              <a:ext uri="{FF2B5EF4-FFF2-40B4-BE49-F238E27FC236}">
                <a16:creationId xmlns:a16="http://schemas.microsoft.com/office/drawing/2014/main" id="{10DEF409-4D6B-4EBB-BAEC-B4DEAA240E30}"/>
              </a:ext>
            </a:extLst>
          </p:cNvPr>
          <p:cNvSpPr>
            <a:spLocks noGrp="1"/>
          </p:cNvSpPr>
          <p:nvPr/>
        </p:nvSpPr>
        <p:spPr>
          <a:xfrm>
            <a:off x="2333625" y="1728788"/>
            <a:ext cx="4857750" cy="4857750"/>
          </a:xfrm>
          <a:custGeom>
            <a:avLst/>
            <a:gdLst/>
            <a:ahLst/>
            <a:cxnLst/>
            <a:rect l="0" t="0" r="0" b="0"/>
            <a:pathLst>
              <a:path w="4857750" h="4857750">
                <a:moveTo>
                  <a:pt x="4857750" y="2428875"/>
                </a:moveTo>
                <a:lnTo>
                  <a:pt x="4854812" y="2309447"/>
                </a:lnTo>
                <a:lnTo>
                  <a:pt x="4846026" y="2190521"/>
                </a:lnTo>
                <a:lnTo>
                  <a:pt x="4831434" y="2072310"/>
                </a:lnTo>
                <a:lnTo>
                  <a:pt x="4811079" y="1955025"/>
                </a:lnTo>
                <a:lnTo>
                  <a:pt x="4785002" y="1838878"/>
                </a:lnTo>
                <a:lnTo>
                  <a:pt x="4753245" y="1724082"/>
                </a:lnTo>
                <a:lnTo>
                  <a:pt x="4715852" y="1610846"/>
                </a:lnTo>
                <a:lnTo>
                  <a:pt x="4672863" y="1499385"/>
                </a:lnTo>
                <a:lnTo>
                  <a:pt x="4624445" y="1390172"/>
                </a:lnTo>
                <a:lnTo>
                  <a:pt x="4570817" y="1283661"/>
                </a:lnTo>
                <a:lnTo>
                  <a:pt x="4512099" y="1180032"/>
                </a:lnTo>
                <a:lnTo>
                  <a:pt x="4448410" y="1079465"/>
                </a:lnTo>
                <a:lnTo>
                  <a:pt x="4379870" y="982139"/>
                </a:lnTo>
                <a:lnTo>
                  <a:pt x="4306600" y="888233"/>
                </a:lnTo>
                <a:lnTo>
                  <a:pt x="4228720" y="797927"/>
                </a:lnTo>
                <a:lnTo>
                  <a:pt x="4146349" y="711401"/>
                </a:lnTo>
                <a:lnTo>
                  <a:pt x="4059823" y="629030"/>
                </a:lnTo>
                <a:lnTo>
                  <a:pt x="3969517" y="551150"/>
                </a:lnTo>
                <a:lnTo>
                  <a:pt x="3875611" y="477880"/>
                </a:lnTo>
                <a:lnTo>
                  <a:pt x="3778285" y="409340"/>
                </a:lnTo>
                <a:lnTo>
                  <a:pt x="3677718" y="345651"/>
                </a:lnTo>
                <a:lnTo>
                  <a:pt x="3574089" y="286933"/>
                </a:lnTo>
                <a:lnTo>
                  <a:pt x="3467578" y="233305"/>
                </a:lnTo>
                <a:lnTo>
                  <a:pt x="3358365" y="184887"/>
                </a:lnTo>
                <a:lnTo>
                  <a:pt x="3246904" y="141898"/>
                </a:lnTo>
                <a:lnTo>
                  <a:pt x="3133668" y="104505"/>
                </a:lnTo>
                <a:lnTo>
                  <a:pt x="3018872" y="72748"/>
                </a:lnTo>
                <a:lnTo>
                  <a:pt x="2902725" y="46671"/>
                </a:lnTo>
                <a:lnTo>
                  <a:pt x="2785440" y="26316"/>
                </a:lnTo>
                <a:lnTo>
                  <a:pt x="2667229" y="11724"/>
                </a:lnTo>
                <a:lnTo>
                  <a:pt x="2548303" y="2938"/>
                </a:lnTo>
                <a:lnTo>
                  <a:pt x="2428875" y="0"/>
                </a:lnTo>
                <a:lnTo>
                  <a:pt x="2309447" y="2938"/>
                </a:lnTo>
                <a:lnTo>
                  <a:pt x="2190521" y="11724"/>
                </a:lnTo>
                <a:lnTo>
                  <a:pt x="2072310" y="26316"/>
                </a:lnTo>
                <a:lnTo>
                  <a:pt x="1955025" y="46671"/>
                </a:lnTo>
                <a:lnTo>
                  <a:pt x="1838878" y="72748"/>
                </a:lnTo>
                <a:lnTo>
                  <a:pt x="1724082" y="104505"/>
                </a:lnTo>
                <a:lnTo>
                  <a:pt x="1610846" y="141898"/>
                </a:lnTo>
                <a:lnTo>
                  <a:pt x="1499385" y="184887"/>
                </a:lnTo>
                <a:lnTo>
                  <a:pt x="1390172" y="233305"/>
                </a:lnTo>
                <a:lnTo>
                  <a:pt x="1283661" y="286933"/>
                </a:lnTo>
                <a:lnTo>
                  <a:pt x="1180032" y="345651"/>
                </a:lnTo>
                <a:lnTo>
                  <a:pt x="1079465" y="409340"/>
                </a:lnTo>
                <a:lnTo>
                  <a:pt x="982139" y="477880"/>
                </a:lnTo>
                <a:lnTo>
                  <a:pt x="888233" y="551150"/>
                </a:lnTo>
                <a:lnTo>
                  <a:pt x="797927" y="629030"/>
                </a:lnTo>
                <a:lnTo>
                  <a:pt x="711401" y="711401"/>
                </a:lnTo>
                <a:lnTo>
                  <a:pt x="629030" y="797927"/>
                </a:lnTo>
                <a:lnTo>
                  <a:pt x="551150" y="888233"/>
                </a:lnTo>
                <a:lnTo>
                  <a:pt x="477880" y="982139"/>
                </a:lnTo>
                <a:lnTo>
                  <a:pt x="409340" y="1079465"/>
                </a:lnTo>
                <a:lnTo>
                  <a:pt x="345651" y="1180032"/>
                </a:lnTo>
                <a:lnTo>
                  <a:pt x="286933" y="1283661"/>
                </a:lnTo>
                <a:lnTo>
                  <a:pt x="233305" y="1390172"/>
                </a:lnTo>
                <a:lnTo>
                  <a:pt x="184887" y="1499385"/>
                </a:lnTo>
                <a:lnTo>
                  <a:pt x="141898" y="1610846"/>
                </a:lnTo>
                <a:lnTo>
                  <a:pt x="104505" y="1724082"/>
                </a:lnTo>
                <a:lnTo>
                  <a:pt x="72748" y="1838878"/>
                </a:lnTo>
                <a:lnTo>
                  <a:pt x="46671" y="1955025"/>
                </a:lnTo>
                <a:lnTo>
                  <a:pt x="26316" y="2072310"/>
                </a:lnTo>
                <a:lnTo>
                  <a:pt x="11724" y="2190521"/>
                </a:lnTo>
                <a:lnTo>
                  <a:pt x="2938" y="2309447"/>
                </a:lnTo>
                <a:lnTo>
                  <a:pt x="0" y="2428875"/>
                </a:lnTo>
                <a:lnTo>
                  <a:pt x="2938" y="2548303"/>
                </a:lnTo>
                <a:lnTo>
                  <a:pt x="11724" y="2667229"/>
                </a:lnTo>
                <a:lnTo>
                  <a:pt x="26316" y="2785440"/>
                </a:lnTo>
                <a:lnTo>
                  <a:pt x="46671" y="2902725"/>
                </a:lnTo>
                <a:lnTo>
                  <a:pt x="72748" y="3018872"/>
                </a:lnTo>
                <a:lnTo>
                  <a:pt x="104505" y="3133668"/>
                </a:lnTo>
                <a:lnTo>
                  <a:pt x="141898" y="3246904"/>
                </a:lnTo>
                <a:lnTo>
                  <a:pt x="184887" y="3358365"/>
                </a:lnTo>
                <a:lnTo>
                  <a:pt x="233305" y="3467578"/>
                </a:lnTo>
                <a:lnTo>
                  <a:pt x="286933" y="3574089"/>
                </a:lnTo>
                <a:lnTo>
                  <a:pt x="345651" y="3677718"/>
                </a:lnTo>
                <a:lnTo>
                  <a:pt x="409340" y="3778285"/>
                </a:lnTo>
                <a:lnTo>
                  <a:pt x="477880" y="3875611"/>
                </a:lnTo>
                <a:lnTo>
                  <a:pt x="551150" y="3969517"/>
                </a:lnTo>
                <a:lnTo>
                  <a:pt x="629030" y="4059823"/>
                </a:lnTo>
                <a:lnTo>
                  <a:pt x="711401" y="4146349"/>
                </a:lnTo>
                <a:lnTo>
                  <a:pt x="797927" y="4228720"/>
                </a:lnTo>
                <a:lnTo>
                  <a:pt x="888233" y="4306600"/>
                </a:lnTo>
                <a:lnTo>
                  <a:pt x="982139" y="4379870"/>
                </a:lnTo>
                <a:lnTo>
                  <a:pt x="1079465" y="4448410"/>
                </a:lnTo>
                <a:lnTo>
                  <a:pt x="1180032" y="4512099"/>
                </a:lnTo>
                <a:lnTo>
                  <a:pt x="1283661" y="4570817"/>
                </a:lnTo>
                <a:lnTo>
                  <a:pt x="1390172" y="4624445"/>
                </a:lnTo>
                <a:lnTo>
                  <a:pt x="1499385" y="4672863"/>
                </a:lnTo>
                <a:lnTo>
                  <a:pt x="1610846" y="4715852"/>
                </a:lnTo>
                <a:lnTo>
                  <a:pt x="1724082" y="4753245"/>
                </a:lnTo>
                <a:lnTo>
                  <a:pt x="1838878" y="4785002"/>
                </a:lnTo>
                <a:lnTo>
                  <a:pt x="1955025" y="4811079"/>
                </a:lnTo>
                <a:lnTo>
                  <a:pt x="2072310" y="4831434"/>
                </a:lnTo>
                <a:lnTo>
                  <a:pt x="2190521" y="4846026"/>
                </a:lnTo>
                <a:lnTo>
                  <a:pt x="2309447" y="4854812"/>
                </a:lnTo>
                <a:lnTo>
                  <a:pt x="2428875" y="4857750"/>
                </a:lnTo>
                <a:lnTo>
                  <a:pt x="2548303" y="4854812"/>
                </a:lnTo>
                <a:lnTo>
                  <a:pt x="2667229" y="4846026"/>
                </a:lnTo>
                <a:lnTo>
                  <a:pt x="2785440" y="4831434"/>
                </a:lnTo>
                <a:lnTo>
                  <a:pt x="2902725" y="4811079"/>
                </a:lnTo>
                <a:lnTo>
                  <a:pt x="3018872" y="4785002"/>
                </a:lnTo>
                <a:lnTo>
                  <a:pt x="3133668" y="4753245"/>
                </a:lnTo>
                <a:lnTo>
                  <a:pt x="3246904" y="4715852"/>
                </a:lnTo>
                <a:lnTo>
                  <a:pt x="3358365" y="4672863"/>
                </a:lnTo>
                <a:lnTo>
                  <a:pt x="3467578" y="4624445"/>
                </a:lnTo>
                <a:lnTo>
                  <a:pt x="3574089" y="4570817"/>
                </a:lnTo>
                <a:lnTo>
                  <a:pt x="3677718" y="4512099"/>
                </a:lnTo>
                <a:lnTo>
                  <a:pt x="3778285" y="4448410"/>
                </a:lnTo>
                <a:lnTo>
                  <a:pt x="3875611" y="4379870"/>
                </a:lnTo>
                <a:lnTo>
                  <a:pt x="3969517" y="4306600"/>
                </a:lnTo>
                <a:lnTo>
                  <a:pt x="4059823" y="4228720"/>
                </a:lnTo>
                <a:lnTo>
                  <a:pt x="4146349" y="4146349"/>
                </a:lnTo>
                <a:lnTo>
                  <a:pt x="4228720" y="4059823"/>
                </a:lnTo>
                <a:lnTo>
                  <a:pt x="4306600" y="3969517"/>
                </a:lnTo>
                <a:lnTo>
                  <a:pt x="4379870" y="3875611"/>
                </a:lnTo>
                <a:lnTo>
                  <a:pt x="4448410" y="3778285"/>
                </a:lnTo>
                <a:lnTo>
                  <a:pt x="4512099" y="3677718"/>
                </a:lnTo>
                <a:lnTo>
                  <a:pt x="4570817" y="3574089"/>
                </a:lnTo>
                <a:lnTo>
                  <a:pt x="4624445" y="3467578"/>
                </a:lnTo>
                <a:lnTo>
                  <a:pt x="4672863" y="3358365"/>
                </a:lnTo>
                <a:lnTo>
                  <a:pt x="4715852" y="3246904"/>
                </a:lnTo>
                <a:lnTo>
                  <a:pt x="4753245" y="3133668"/>
                </a:lnTo>
                <a:lnTo>
                  <a:pt x="4785002" y="3018872"/>
                </a:lnTo>
                <a:lnTo>
                  <a:pt x="4811079" y="2902725"/>
                </a:lnTo>
                <a:lnTo>
                  <a:pt x="4831434" y="2785440"/>
                </a:lnTo>
                <a:lnTo>
                  <a:pt x="4846026" y="2667229"/>
                </a:lnTo>
                <a:lnTo>
                  <a:pt x="4854812" y="2548303"/>
                </a:lnTo>
                <a:lnTo>
                  <a:pt x="4857750" y="2428875"/>
                </a:lnTo>
                <a:close/>
                <a:moveTo>
                  <a:pt x="2428875" y="2428875"/>
                </a:move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2_polygon_GT_12164">
            <a:extLst>
              <a:ext uri="{FF2B5EF4-FFF2-40B4-BE49-F238E27FC236}">
                <a16:creationId xmlns:a16="http://schemas.microsoft.com/office/drawing/2014/main" id="{D8419F54-F454-4BFE-97BC-DD80AEDFADA8}"/>
              </a:ext>
            </a:extLst>
          </p:cNvPr>
          <p:cNvSpPr>
            <a:spLocks noGrp="1"/>
          </p:cNvSpPr>
          <p:nvPr/>
        </p:nvSpPr>
        <p:spPr>
          <a:xfrm>
            <a:off x="4300501" y="3671888"/>
            <a:ext cx="923999" cy="878775"/>
          </a:xfrm>
          <a:custGeom>
            <a:avLst/>
            <a:gdLst/>
            <a:ahLst/>
            <a:cxnLst/>
            <a:rect l="0" t="0" r="0" b="0"/>
            <a:pathLst>
              <a:path w="923999" h="878775">
                <a:moveTo>
                  <a:pt x="461999" y="0"/>
                </a:moveTo>
                <a:lnTo>
                  <a:pt x="923999" y="335662"/>
                </a:lnTo>
                <a:lnTo>
                  <a:pt x="747531" y="878775"/>
                </a:lnTo>
                <a:lnTo>
                  <a:pt x="176468" y="878775"/>
                </a:lnTo>
                <a:lnTo>
                  <a:pt x="0" y="335662"/>
                </a:lnTo>
                <a:lnTo>
                  <a:pt x="461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4" name="A2_polygon_GT_12165">
            <a:extLst>
              <a:ext uri="{FF2B5EF4-FFF2-40B4-BE49-F238E27FC236}">
                <a16:creationId xmlns:a16="http://schemas.microsoft.com/office/drawing/2014/main" id="{9871B79D-770C-4D51-AE44-AC16A3470BD4}"/>
              </a:ext>
            </a:extLst>
          </p:cNvPr>
          <p:cNvSpPr>
            <a:spLocks noGrp="1"/>
          </p:cNvSpPr>
          <p:nvPr/>
        </p:nvSpPr>
        <p:spPr>
          <a:xfrm>
            <a:off x="3838501" y="3186113"/>
            <a:ext cx="1847998" cy="1757550"/>
          </a:xfrm>
          <a:custGeom>
            <a:avLst/>
            <a:gdLst/>
            <a:ahLst/>
            <a:cxnLst/>
            <a:rect l="0" t="0" r="0" b="0"/>
            <a:pathLst>
              <a:path w="1847998" h="1757550">
                <a:moveTo>
                  <a:pt x="923999" y="0"/>
                </a:moveTo>
                <a:lnTo>
                  <a:pt x="1847998" y="671325"/>
                </a:lnTo>
                <a:lnTo>
                  <a:pt x="1495062" y="1757550"/>
                </a:lnTo>
                <a:lnTo>
                  <a:pt x="352936" y="1757550"/>
                </a:lnTo>
                <a:lnTo>
                  <a:pt x="0" y="671325"/>
                </a:lnTo>
                <a:lnTo>
                  <a:pt x="923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5" name="A2_polygon_GT_12166">
            <a:extLst>
              <a:ext uri="{FF2B5EF4-FFF2-40B4-BE49-F238E27FC236}">
                <a16:creationId xmlns:a16="http://schemas.microsoft.com/office/drawing/2014/main" id="{3B3FB5F7-BE0C-46ED-8165-9E357B7D4B1E}"/>
              </a:ext>
            </a:extLst>
          </p:cNvPr>
          <p:cNvSpPr>
            <a:spLocks noGrp="1"/>
          </p:cNvSpPr>
          <p:nvPr/>
        </p:nvSpPr>
        <p:spPr>
          <a:xfrm>
            <a:off x="3376502" y="2700338"/>
            <a:ext cx="2771997" cy="2636326"/>
          </a:xfrm>
          <a:custGeom>
            <a:avLst/>
            <a:gdLst/>
            <a:ahLst/>
            <a:cxnLst/>
            <a:rect l="0" t="0" r="0" b="0"/>
            <a:pathLst>
              <a:path w="2771997" h="2636326">
                <a:moveTo>
                  <a:pt x="1385998" y="0"/>
                </a:moveTo>
                <a:lnTo>
                  <a:pt x="2771997" y="1006987"/>
                </a:lnTo>
                <a:lnTo>
                  <a:pt x="2242593" y="2636326"/>
                </a:lnTo>
                <a:lnTo>
                  <a:pt x="529404" y="2636326"/>
                </a:lnTo>
                <a:lnTo>
                  <a:pt x="0" y="1006987"/>
                </a:lnTo>
                <a:lnTo>
                  <a:pt x="1385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6" name="A2_polygon_GT_12167">
            <a:extLst>
              <a:ext uri="{FF2B5EF4-FFF2-40B4-BE49-F238E27FC236}">
                <a16:creationId xmlns:a16="http://schemas.microsoft.com/office/drawing/2014/main" id="{3EEEA609-9462-4AB4-B8FA-BF432089A295}"/>
              </a:ext>
            </a:extLst>
          </p:cNvPr>
          <p:cNvSpPr>
            <a:spLocks noGrp="1"/>
          </p:cNvSpPr>
          <p:nvPr/>
        </p:nvSpPr>
        <p:spPr>
          <a:xfrm>
            <a:off x="2914502" y="2214563"/>
            <a:ext cx="3695996" cy="3515101"/>
          </a:xfrm>
          <a:custGeom>
            <a:avLst/>
            <a:gdLst/>
            <a:ahLst/>
            <a:cxnLst/>
            <a:rect l="0" t="0" r="0" b="0"/>
            <a:pathLst>
              <a:path w="3695996" h="3515101">
                <a:moveTo>
                  <a:pt x="1847998" y="0"/>
                </a:moveTo>
                <a:lnTo>
                  <a:pt x="3695996" y="1342649"/>
                </a:lnTo>
                <a:lnTo>
                  <a:pt x="2990123" y="3515101"/>
                </a:lnTo>
                <a:lnTo>
                  <a:pt x="705872" y="3515101"/>
                </a:lnTo>
                <a:lnTo>
                  <a:pt x="0" y="1342649"/>
                </a:lnTo>
                <a:lnTo>
                  <a:pt x="1847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7" name="A2_polygon_GT_12168">
            <a:extLst>
              <a:ext uri="{FF2B5EF4-FFF2-40B4-BE49-F238E27FC236}">
                <a16:creationId xmlns:a16="http://schemas.microsoft.com/office/drawing/2014/main" id="{3FF4AB5B-8270-46B2-AB1F-EE1F482B1612}"/>
              </a:ext>
            </a:extLst>
          </p:cNvPr>
          <p:cNvSpPr>
            <a:spLocks noGrp="1"/>
          </p:cNvSpPr>
          <p:nvPr/>
        </p:nvSpPr>
        <p:spPr>
          <a:xfrm>
            <a:off x="2452503" y="1728788"/>
            <a:ext cx="4619995" cy="4393876"/>
          </a:xfrm>
          <a:custGeom>
            <a:avLst/>
            <a:gdLst/>
            <a:ahLst/>
            <a:cxnLst/>
            <a:rect l="0" t="0" r="0" b="0"/>
            <a:pathLst>
              <a:path w="4619995" h="4393876">
                <a:moveTo>
                  <a:pt x="2309997" y="0"/>
                </a:moveTo>
                <a:lnTo>
                  <a:pt x="4619995" y="1678311"/>
                </a:lnTo>
                <a:lnTo>
                  <a:pt x="3737654" y="4393876"/>
                </a:lnTo>
                <a:lnTo>
                  <a:pt x="882341" y="4393876"/>
                </a:lnTo>
                <a:lnTo>
                  <a:pt x="0" y="1678311"/>
                </a:lnTo>
                <a:lnTo>
                  <a:pt x="2309997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8" name="A2_polygon_GT_12169">
            <a:extLst>
              <a:ext uri="{FF2B5EF4-FFF2-40B4-BE49-F238E27FC236}">
                <a16:creationId xmlns:a16="http://schemas.microsoft.com/office/drawing/2014/main" id="{95633DCE-FE94-4273-B20F-0A141A5F6DBF}"/>
              </a:ext>
            </a:extLst>
          </p:cNvPr>
          <p:cNvSpPr>
            <a:spLocks noGrp="1"/>
          </p:cNvSpPr>
          <p:nvPr/>
        </p:nvSpPr>
        <p:spPr>
          <a:xfrm>
            <a:off x="3189124" y="2645397"/>
            <a:ext cx="3105282" cy="2481671"/>
          </a:xfrm>
          <a:custGeom>
            <a:avLst/>
            <a:gdLst/>
            <a:ahLst/>
            <a:cxnLst/>
            <a:rect l="0" t="0" r="0" b="0"/>
            <a:pathLst>
              <a:path w="3105282" h="2481671">
                <a:moveTo>
                  <a:pt x="1573376" y="0"/>
                </a:moveTo>
                <a:lnTo>
                  <a:pt x="3105282" y="1014519"/>
                </a:lnTo>
                <a:lnTo>
                  <a:pt x="2277691" y="2481671"/>
                </a:lnTo>
                <a:lnTo>
                  <a:pt x="869062" y="2481671"/>
                </a:lnTo>
                <a:lnTo>
                  <a:pt x="0" y="1001044"/>
                </a:lnTo>
                <a:lnTo>
                  <a:pt x="1573376" y="0"/>
                </a:lnTo>
                <a:close/>
              </a:path>
            </a:pathLst>
          </a:custGeom>
          <a:solidFill>
            <a:srgbClr val="007C83">
              <a:alpha val="6000"/>
            </a:srgbClr>
          </a:solidFill>
          <a:ln w="22949">
            <a:solidFill>
              <a:srgbClr val="007C83">
                <a:alpha val="6000"/>
              </a:srgbClr>
            </a:solidFill>
            <a:prstDash val="solid"/>
          </a:ln>
        </p:spPr>
      </p:sp>
      <p:sp>
        <p:nvSpPr>
          <p:cNvPr id="9" name="A2_polygon_GT_12170">
            <a:extLst>
              <a:ext uri="{FF2B5EF4-FFF2-40B4-BE49-F238E27FC236}">
                <a16:creationId xmlns:a16="http://schemas.microsoft.com/office/drawing/2014/main" id="{4CD89695-A6CA-41B1-A265-1571B3BE0D87}"/>
              </a:ext>
            </a:extLst>
          </p:cNvPr>
          <p:cNvSpPr>
            <a:spLocks noGrp="1"/>
          </p:cNvSpPr>
          <p:nvPr/>
        </p:nvSpPr>
        <p:spPr>
          <a:xfrm>
            <a:off x="3259441" y="2645397"/>
            <a:ext cx="2964826" cy="2467971"/>
          </a:xfrm>
          <a:custGeom>
            <a:avLst/>
            <a:gdLst/>
            <a:ahLst/>
            <a:cxnLst/>
            <a:rect l="0" t="0" r="0" b="0"/>
            <a:pathLst>
              <a:path w="2964826" h="2467971">
                <a:moveTo>
                  <a:pt x="1503059" y="0"/>
                </a:moveTo>
                <a:lnTo>
                  <a:pt x="2964826" y="1037308"/>
                </a:lnTo>
                <a:lnTo>
                  <a:pt x="2197420" y="2467971"/>
                </a:lnTo>
                <a:lnTo>
                  <a:pt x="808698" y="2467971"/>
                </a:lnTo>
                <a:lnTo>
                  <a:pt x="0" y="1023892"/>
                </a:lnTo>
                <a:lnTo>
                  <a:pt x="1503059" y="0"/>
                </a:lnTo>
                <a:close/>
              </a:path>
            </a:pathLst>
          </a:custGeom>
          <a:solidFill>
            <a:srgbClr val="DB9955">
              <a:alpha val="6000"/>
            </a:srgbClr>
          </a:solidFill>
          <a:ln w="22949">
            <a:solidFill>
              <a:srgbClr val="DB9955">
                <a:alpha val="6000"/>
              </a:srgbClr>
            </a:solidFill>
            <a:prstDash val="solid"/>
          </a:ln>
        </p:spPr>
      </p:sp>
      <p:sp>
        <p:nvSpPr>
          <p:cNvPr id="10" name="A2_polygon_GT_12171">
            <a:extLst>
              <a:ext uri="{FF2B5EF4-FFF2-40B4-BE49-F238E27FC236}">
                <a16:creationId xmlns:a16="http://schemas.microsoft.com/office/drawing/2014/main" id="{E86D6528-A203-40F1-8EF3-D59F4F9A0CAE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solidFill>
            <a:srgbClr val="68737D">
              <a:alpha val="6000"/>
            </a:srgbClr>
          </a:solidFill>
          <a:ln w="22949">
            <a:solidFill>
              <a:srgbClr val="68737D">
                <a:alpha val="6000"/>
              </a:srgbClr>
            </a:solidFill>
            <a:prstDash val="solid"/>
          </a:ln>
        </p:spPr>
      </p:sp>
      <p:sp>
        <p:nvSpPr>
          <p:cNvPr id="11" name="A2_polygon_GT_12172">
            <a:extLst>
              <a:ext uri="{FF2B5EF4-FFF2-40B4-BE49-F238E27FC236}">
                <a16:creationId xmlns:a16="http://schemas.microsoft.com/office/drawing/2014/main" id="{D1E606BC-8EFF-4218-862A-3448954C4E5E}"/>
              </a:ext>
            </a:extLst>
          </p:cNvPr>
          <p:cNvSpPr>
            <a:spLocks noGrp="1"/>
          </p:cNvSpPr>
          <p:nvPr/>
        </p:nvSpPr>
        <p:spPr>
          <a:xfrm>
            <a:off x="4762500" y="1728788"/>
            <a:ext cx="191" cy="2428875"/>
          </a:xfrm>
          <a:custGeom>
            <a:avLst/>
            <a:gdLst/>
            <a:ahLst/>
            <a:cxnLst/>
            <a:rect l="0" t="0" r="0" b="0"/>
            <a:pathLst>
              <a:path w="191" h="2428875">
                <a:moveTo>
                  <a:pt x="0" y="2428875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2" name="text_12173">
            <a:extLst>
              <a:ext uri="{FF2B5EF4-FFF2-40B4-BE49-F238E27FC236}">
                <a16:creationId xmlns:a16="http://schemas.microsoft.com/office/drawing/2014/main" id="{F0DB8A15-234F-4E8F-BC79-A844D1D986EF}"/>
              </a:ext>
            </a:extLst>
          </p:cNvPr>
          <p:cNvSpPr>
            <a:spLocks noGrp="1"/>
          </p:cNvSpPr>
          <p:nvPr/>
        </p:nvSpPr>
        <p:spPr>
          <a:xfrm>
            <a:off x="4427704" y="1065063"/>
            <a:ext cx="68102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13" name="text_12174">
            <a:extLst>
              <a:ext uri="{FF2B5EF4-FFF2-40B4-BE49-F238E27FC236}">
                <a16:creationId xmlns:a16="http://schemas.microsoft.com/office/drawing/2014/main" id="{50D700C8-D900-4E6E-88B3-ED37A57DC1AA}"/>
              </a:ext>
            </a:extLst>
          </p:cNvPr>
          <p:cNvSpPr>
            <a:spLocks noGrp="1"/>
          </p:cNvSpPr>
          <p:nvPr/>
        </p:nvSpPr>
        <p:spPr>
          <a:xfrm>
            <a:off x="4481330" y="1234969"/>
            <a:ext cx="573714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14" name="A2_polygon_GT_12175">
            <a:extLst>
              <a:ext uri="{FF2B5EF4-FFF2-40B4-BE49-F238E27FC236}">
                <a16:creationId xmlns:a16="http://schemas.microsoft.com/office/drawing/2014/main" id="{D071BCD5-2545-4750-9359-CD28302AF546}"/>
              </a:ext>
            </a:extLst>
          </p:cNvPr>
          <p:cNvSpPr>
            <a:spLocks noGrp="1"/>
          </p:cNvSpPr>
          <p:nvPr/>
        </p:nvSpPr>
        <p:spPr>
          <a:xfrm>
            <a:off x="4762500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0" y="750564"/>
                </a:moveTo>
                <a:lnTo>
                  <a:pt x="2309997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5" name="text_12176">
            <a:extLst>
              <a:ext uri="{FF2B5EF4-FFF2-40B4-BE49-F238E27FC236}">
                <a16:creationId xmlns:a16="http://schemas.microsoft.com/office/drawing/2014/main" id="{39A9F70B-FA7C-41AA-B6F3-9C586683C42C}"/>
              </a:ext>
            </a:extLst>
          </p:cNvPr>
          <p:cNvSpPr>
            <a:spLocks noGrp="1"/>
          </p:cNvSpPr>
          <p:nvPr/>
        </p:nvSpPr>
        <p:spPr>
          <a:xfrm>
            <a:off x="7135475" y="3084301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2177">
            <a:extLst>
              <a:ext uri="{FF2B5EF4-FFF2-40B4-BE49-F238E27FC236}">
                <a16:creationId xmlns:a16="http://schemas.microsoft.com/office/drawing/2014/main" id="{763056D2-FB84-4D1F-8265-8DEE83DD2543}"/>
              </a:ext>
            </a:extLst>
          </p:cNvPr>
          <p:cNvSpPr>
            <a:spLocks noGrp="1"/>
          </p:cNvSpPr>
          <p:nvPr/>
        </p:nvSpPr>
        <p:spPr>
          <a:xfrm>
            <a:off x="6981034" y="325420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17" name="A2_polygon_GT_12178">
            <a:extLst>
              <a:ext uri="{FF2B5EF4-FFF2-40B4-BE49-F238E27FC236}">
                <a16:creationId xmlns:a16="http://schemas.microsoft.com/office/drawing/2014/main" id="{C5703CA9-00EE-41BD-AF37-3EF8569F9775}"/>
              </a:ext>
            </a:extLst>
          </p:cNvPr>
          <p:cNvSpPr>
            <a:spLocks noGrp="1"/>
          </p:cNvSpPr>
          <p:nvPr/>
        </p:nvSpPr>
        <p:spPr>
          <a:xfrm>
            <a:off x="4762500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0" y="0"/>
                </a:moveTo>
                <a:lnTo>
                  <a:pt x="1427657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8" name="text_12179">
            <a:extLst>
              <a:ext uri="{FF2B5EF4-FFF2-40B4-BE49-F238E27FC236}">
                <a16:creationId xmlns:a16="http://schemas.microsoft.com/office/drawing/2014/main" id="{7BDF7438-CF48-47E0-8B61-8D38C7F99C56}"/>
              </a:ext>
            </a:extLst>
          </p:cNvPr>
          <p:cNvSpPr>
            <a:spLocks noGrp="1"/>
          </p:cNvSpPr>
          <p:nvPr/>
        </p:nvSpPr>
        <p:spPr>
          <a:xfrm>
            <a:off x="6073898" y="6351497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9" name="text_12180">
            <a:extLst>
              <a:ext uri="{FF2B5EF4-FFF2-40B4-BE49-F238E27FC236}">
                <a16:creationId xmlns:a16="http://schemas.microsoft.com/office/drawing/2014/main" id="{264EA1D3-D399-4148-9ACF-A56A8B083BD2}"/>
              </a:ext>
            </a:extLst>
          </p:cNvPr>
          <p:cNvSpPr>
            <a:spLocks noGrp="1"/>
          </p:cNvSpPr>
          <p:nvPr/>
        </p:nvSpPr>
        <p:spPr>
          <a:xfrm>
            <a:off x="5919458" y="652140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0" name="A2_polygon_GT_12181">
            <a:extLst>
              <a:ext uri="{FF2B5EF4-FFF2-40B4-BE49-F238E27FC236}">
                <a16:creationId xmlns:a16="http://schemas.microsoft.com/office/drawing/2014/main" id="{29E0D218-CCD9-4627-BF97-8C97CAD5CE49}"/>
              </a:ext>
            </a:extLst>
          </p:cNvPr>
          <p:cNvSpPr>
            <a:spLocks noGrp="1"/>
          </p:cNvSpPr>
          <p:nvPr/>
        </p:nvSpPr>
        <p:spPr>
          <a:xfrm>
            <a:off x="3334843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1427657" y="0"/>
                </a:moveTo>
                <a:lnTo>
                  <a:pt x="0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1" name="text_12182">
            <a:extLst>
              <a:ext uri="{FF2B5EF4-FFF2-40B4-BE49-F238E27FC236}">
                <a16:creationId xmlns:a16="http://schemas.microsoft.com/office/drawing/2014/main" id="{C9B3CB3F-30E9-4ABC-80A9-7D52C2E97132}"/>
              </a:ext>
            </a:extLst>
          </p:cNvPr>
          <p:cNvSpPr>
            <a:spLocks noGrp="1"/>
          </p:cNvSpPr>
          <p:nvPr/>
        </p:nvSpPr>
        <p:spPr>
          <a:xfrm>
            <a:off x="2696596" y="6351534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2" name="text_12183">
            <a:extLst>
              <a:ext uri="{FF2B5EF4-FFF2-40B4-BE49-F238E27FC236}">
                <a16:creationId xmlns:a16="http://schemas.microsoft.com/office/drawing/2014/main" id="{BC32A353-4426-4053-A90B-DFC9B1056880}"/>
              </a:ext>
            </a:extLst>
          </p:cNvPr>
          <p:cNvSpPr>
            <a:spLocks noGrp="1"/>
          </p:cNvSpPr>
          <p:nvPr/>
        </p:nvSpPr>
        <p:spPr>
          <a:xfrm>
            <a:off x="2484125" y="652332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3" name="A2_polygon_GT_12184">
            <a:extLst>
              <a:ext uri="{FF2B5EF4-FFF2-40B4-BE49-F238E27FC236}">
                <a16:creationId xmlns:a16="http://schemas.microsoft.com/office/drawing/2014/main" id="{92BFC9E8-033D-4A72-90E9-27E0BB1A8229}"/>
              </a:ext>
            </a:extLst>
          </p:cNvPr>
          <p:cNvSpPr>
            <a:spLocks noGrp="1"/>
          </p:cNvSpPr>
          <p:nvPr/>
        </p:nvSpPr>
        <p:spPr>
          <a:xfrm>
            <a:off x="2452503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2309997" y="750564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4" name="text_12185">
            <a:extLst>
              <a:ext uri="{FF2B5EF4-FFF2-40B4-BE49-F238E27FC236}">
                <a16:creationId xmlns:a16="http://schemas.microsoft.com/office/drawing/2014/main" id="{4CAD7097-37DB-4AB8-9C64-7DB96044BE0D}"/>
              </a:ext>
            </a:extLst>
          </p:cNvPr>
          <p:cNvSpPr>
            <a:spLocks noGrp="1"/>
          </p:cNvSpPr>
          <p:nvPr/>
        </p:nvSpPr>
        <p:spPr>
          <a:xfrm>
            <a:off x="1635020" y="3084338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5" name="text_12186">
            <a:extLst>
              <a:ext uri="{FF2B5EF4-FFF2-40B4-BE49-F238E27FC236}">
                <a16:creationId xmlns:a16="http://schemas.microsoft.com/office/drawing/2014/main" id="{8425FE88-5D5D-4D10-A2F6-30141AF38807}"/>
              </a:ext>
            </a:extLst>
          </p:cNvPr>
          <p:cNvSpPr>
            <a:spLocks noGrp="1"/>
          </p:cNvSpPr>
          <p:nvPr/>
        </p:nvSpPr>
        <p:spPr>
          <a:xfrm>
            <a:off x="1422549" y="325612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26" name="text_12187">
            <a:extLst>
              <a:ext uri="{FF2B5EF4-FFF2-40B4-BE49-F238E27FC236}">
                <a16:creationId xmlns:a16="http://schemas.microsoft.com/office/drawing/2014/main" id="{18CD654F-6D1B-44F6-B78F-6A3EF7E0728E}"/>
              </a:ext>
            </a:extLst>
          </p:cNvPr>
          <p:cNvSpPr>
            <a:spLocks noGrp="1"/>
          </p:cNvSpPr>
          <p:nvPr/>
        </p:nvSpPr>
        <p:spPr>
          <a:xfrm>
            <a:off x="4830107" y="354501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7" name="text_12188">
            <a:extLst>
              <a:ext uri="{FF2B5EF4-FFF2-40B4-BE49-F238E27FC236}">
                <a16:creationId xmlns:a16="http://schemas.microsoft.com/office/drawing/2014/main" id="{49C88973-1632-48AE-8568-23B545314468}"/>
              </a:ext>
            </a:extLst>
          </p:cNvPr>
          <p:cNvSpPr>
            <a:spLocks noGrp="1"/>
          </p:cNvSpPr>
          <p:nvPr/>
        </p:nvSpPr>
        <p:spPr>
          <a:xfrm>
            <a:off x="4897714" y="3063963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8" name="text_12189">
            <a:extLst>
              <a:ext uri="{FF2B5EF4-FFF2-40B4-BE49-F238E27FC236}">
                <a16:creationId xmlns:a16="http://schemas.microsoft.com/office/drawing/2014/main" id="{DCAFD639-5B24-4C38-AC38-1CD62D7CCD51}"/>
              </a:ext>
            </a:extLst>
          </p:cNvPr>
          <p:cNvSpPr>
            <a:spLocks noGrp="1"/>
          </p:cNvSpPr>
          <p:nvPr/>
        </p:nvSpPr>
        <p:spPr>
          <a:xfrm>
            <a:off x="4965320" y="2582916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text_12190">
            <a:extLst>
              <a:ext uri="{FF2B5EF4-FFF2-40B4-BE49-F238E27FC236}">
                <a16:creationId xmlns:a16="http://schemas.microsoft.com/office/drawing/2014/main" id="{B4791222-A43F-4476-A5C2-6E7D200103BE}"/>
              </a:ext>
            </a:extLst>
          </p:cNvPr>
          <p:cNvSpPr>
            <a:spLocks noGrp="1"/>
          </p:cNvSpPr>
          <p:nvPr/>
        </p:nvSpPr>
        <p:spPr>
          <a:xfrm>
            <a:off x="5032927" y="2101868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0" name="text_12191">
            <a:extLst>
              <a:ext uri="{FF2B5EF4-FFF2-40B4-BE49-F238E27FC236}">
                <a16:creationId xmlns:a16="http://schemas.microsoft.com/office/drawing/2014/main" id="{6CEC73D2-5440-49A3-9571-411B6B47C98C}"/>
              </a:ext>
            </a:extLst>
          </p:cNvPr>
          <p:cNvSpPr>
            <a:spLocks noGrp="1"/>
          </p:cNvSpPr>
          <p:nvPr/>
        </p:nvSpPr>
        <p:spPr>
          <a:xfrm>
            <a:off x="5100534" y="162082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1" name="A2_polygon_GT_12192">
            <a:extLst>
              <a:ext uri="{FF2B5EF4-FFF2-40B4-BE49-F238E27FC236}">
                <a16:creationId xmlns:a16="http://schemas.microsoft.com/office/drawing/2014/main" id="{02B299F9-25F8-478D-99F9-3CA43AE054EE}"/>
              </a:ext>
            </a:extLst>
          </p:cNvPr>
          <p:cNvSpPr>
            <a:spLocks noGrp="1"/>
          </p:cNvSpPr>
          <p:nvPr/>
        </p:nvSpPr>
        <p:spPr>
          <a:xfrm>
            <a:off x="3189124" y="2645397"/>
            <a:ext cx="3105282" cy="2481671"/>
          </a:xfrm>
          <a:custGeom>
            <a:avLst/>
            <a:gdLst/>
            <a:ahLst/>
            <a:cxnLst/>
            <a:rect l="0" t="0" r="0" b="0"/>
            <a:pathLst>
              <a:path w="3105282" h="2481671">
                <a:moveTo>
                  <a:pt x="1573376" y="0"/>
                </a:moveTo>
                <a:lnTo>
                  <a:pt x="3105282" y="1014519"/>
                </a:lnTo>
                <a:lnTo>
                  <a:pt x="2277691" y="2481671"/>
                </a:lnTo>
                <a:lnTo>
                  <a:pt x="869062" y="2481671"/>
                </a:lnTo>
                <a:lnTo>
                  <a:pt x="0" y="1001044"/>
                </a:lnTo>
                <a:lnTo>
                  <a:pt x="1573376" y="0"/>
                </a:lnTo>
                <a:close/>
              </a:path>
            </a:pathLst>
          </a:custGeom>
          <a:noFill/>
          <a:ln w="26391">
            <a:solidFill>
              <a:srgbClr val="007C83"/>
            </a:solidFill>
            <a:prstDash val="solid"/>
          </a:ln>
        </p:spPr>
      </p:sp>
      <p:sp>
        <p:nvSpPr>
          <p:cNvPr id="32" name="A2_polygon_GT_12193">
            <a:extLst>
              <a:ext uri="{FF2B5EF4-FFF2-40B4-BE49-F238E27FC236}">
                <a16:creationId xmlns:a16="http://schemas.microsoft.com/office/drawing/2014/main" id="{AEF88035-BD9D-484B-B4C0-DAAC1CCAAD10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3" name="A2_polygon_GT_12194">
            <a:extLst>
              <a:ext uri="{FF2B5EF4-FFF2-40B4-BE49-F238E27FC236}">
                <a16:creationId xmlns:a16="http://schemas.microsoft.com/office/drawing/2014/main" id="{9FFD0BD6-3ACC-4730-A405-8CF6BF89D4F6}"/>
              </a:ext>
            </a:extLst>
          </p:cNvPr>
          <p:cNvSpPr>
            <a:spLocks noGrp="1"/>
          </p:cNvSpPr>
          <p:nvPr/>
        </p:nvSpPr>
        <p:spPr>
          <a:xfrm>
            <a:off x="6259983" y="3625493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4" name="A2_polygon_GT_12195">
            <a:extLst>
              <a:ext uri="{FF2B5EF4-FFF2-40B4-BE49-F238E27FC236}">
                <a16:creationId xmlns:a16="http://schemas.microsoft.com/office/drawing/2014/main" id="{4B02181A-8A10-4FE6-AD81-74545CFCCD6F}"/>
              </a:ext>
            </a:extLst>
          </p:cNvPr>
          <p:cNvSpPr>
            <a:spLocks noGrp="1"/>
          </p:cNvSpPr>
          <p:nvPr/>
        </p:nvSpPr>
        <p:spPr>
          <a:xfrm>
            <a:off x="5432392" y="509264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5" name="A2_polygon_GT_12196">
            <a:extLst>
              <a:ext uri="{FF2B5EF4-FFF2-40B4-BE49-F238E27FC236}">
                <a16:creationId xmlns:a16="http://schemas.microsoft.com/office/drawing/2014/main" id="{522BBD32-9BEB-442D-BD1D-F2561B84B094}"/>
              </a:ext>
            </a:extLst>
          </p:cNvPr>
          <p:cNvSpPr>
            <a:spLocks noGrp="1"/>
          </p:cNvSpPr>
          <p:nvPr/>
        </p:nvSpPr>
        <p:spPr>
          <a:xfrm>
            <a:off x="4023763" y="509264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6" name="A2_polygon_GT_12197">
            <a:extLst>
              <a:ext uri="{FF2B5EF4-FFF2-40B4-BE49-F238E27FC236}">
                <a16:creationId xmlns:a16="http://schemas.microsoft.com/office/drawing/2014/main" id="{568DD2EF-969B-4940-9BE7-FB38EF3AEAE8}"/>
              </a:ext>
            </a:extLst>
          </p:cNvPr>
          <p:cNvSpPr>
            <a:spLocks noGrp="1"/>
          </p:cNvSpPr>
          <p:nvPr/>
        </p:nvSpPr>
        <p:spPr>
          <a:xfrm>
            <a:off x="3154701" y="3612019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7" name="A2_polygon_GT_12198">
            <a:extLst>
              <a:ext uri="{FF2B5EF4-FFF2-40B4-BE49-F238E27FC236}">
                <a16:creationId xmlns:a16="http://schemas.microsoft.com/office/drawing/2014/main" id="{4119AA1C-4C52-4035-A298-B54262ABE53C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38" name="A2_polygon_GT_12199">
            <a:extLst>
              <a:ext uri="{FF2B5EF4-FFF2-40B4-BE49-F238E27FC236}">
                <a16:creationId xmlns:a16="http://schemas.microsoft.com/office/drawing/2014/main" id="{0039FD44-C619-43E2-8A14-2DC00D464E3C}"/>
              </a:ext>
            </a:extLst>
          </p:cNvPr>
          <p:cNvSpPr>
            <a:spLocks noGrp="1"/>
          </p:cNvSpPr>
          <p:nvPr/>
        </p:nvSpPr>
        <p:spPr>
          <a:xfrm>
            <a:off x="3259441" y="2645397"/>
            <a:ext cx="2964826" cy="2467971"/>
          </a:xfrm>
          <a:custGeom>
            <a:avLst/>
            <a:gdLst/>
            <a:ahLst/>
            <a:cxnLst/>
            <a:rect l="0" t="0" r="0" b="0"/>
            <a:pathLst>
              <a:path w="2964826" h="2467971">
                <a:moveTo>
                  <a:pt x="1503059" y="0"/>
                </a:moveTo>
                <a:lnTo>
                  <a:pt x="2964826" y="1037308"/>
                </a:lnTo>
                <a:lnTo>
                  <a:pt x="2197420" y="2467971"/>
                </a:lnTo>
                <a:lnTo>
                  <a:pt x="808698" y="2467971"/>
                </a:lnTo>
                <a:lnTo>
                  <a:pt x="0" y="1023892"/>
                </a:lnTo>
                <a:lnTo>
                  <a:pt x="1503059" y="0"/>
                </a:lnTo>
                <a:close/>
              </a:path>
            </a:pathLst>
          </a:custGeom>
          <a:noFill/>
          <a:ln w="26391">
            <a:solidFill>
              <a:srgbClr val="DB9955"/>
            </a:solidFill>
            <a:prstDash val="dash"/>
          </a:ln>
        </p:spPr>
      </p:sp>
      <p:sp>
        <p:nvSpPr>
          <p:cNvPr id="39" name="A2_polygon_GT_12200">
            <a:extLst>
              <a:ext uri="{FF2B5EF4-FFF2-40B4-BE49-F238E27FC236}">
                <a16:creationId xmlns:a16="http://schemas.microsoft.com/office/drawing/2014/main" id="{1B9BBE68-1989-452A-A4BC-EA35317CE940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0" name="A2_polygon_GT_12201">
            <a:extLst>
              <a:ext uri="{FF2B5EF4-FFF2-40B4-BE49-F238E27FC236}">
                <a16:creationId xmlns:a16="http://schemas.microsoft.com/office/drawing/2014/main" id="{BC51455B-33B3-4A12-A91D-C7C8F6599AB7}"/>
              </a:ext>
            </a:extLst>
          </p:cNvPr>
          <p:cNvSpPr>
            <a:spLocks noGrp="1"/>
          </p:cNvSpPr>
          <p:nvPr/>
        </p:nvSpPr>
        <p:spPr>
          <a:xfrm>
            <a:off x="6189845" y="364828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1" name="A2_polygon_GT_12202">
            <a:extLst>
              <a:ext uri="{FF2B5EF4-FFF2-40B4-BE49-F238E27FC236}">
                <a16:creationId xmlns:a16="http://schemas.microsoft.com/office/drawing/2014/main" id="{E5A44FD2-49DF-422E-B607-BEA09D489C9E}"/>
              </a:ext>
            </a:extLst>
          </p:cNvPr>
          <p:cNvSpPr>
            <a:spLocks noGrp="1"/>
          </p:cNvSpPr>
          <p:nvPr/>
        </p:nvSpPr>
        <p:spPr>
          <a:xfrm>
            <a:off x="5422438" y="507894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2" name="A2_polygon_GT_12203">
            <a:extLst>
              <a:ext uri="{FF2B5EF4-FFF2-40B4-BE49-F238E27FC236}">
                <a16:creationId xmlns:a16="http://schemas.microsoft.com/office/drawing/2014/main" id="{CBD12259-6A5D-4D4C-A007-5733DC18F0D4}"/>
              </a:ext>
            </a:extLst>
          </p:cNvPr>
          <p:cNvSpPr>
            <a:spLocks noGrp="1"/>
          </p:cNvSpPr>
          <p:nvPr/>
        </p:nvSpPr>
        <p:spPr>
          <a:xfrm>
            <a:off x="4033716" y="507894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3" name="A2_polygon_GT_12204">
            <a:extLst>
              <a:ext uri="{FF2B5EF4-FFF2-40B4-BE49-F238E27FC236}">
                <a16:creationId xmlns:a16="http://schemas.microsoft.com/office/drawing/2014/main" id="{57C8C9C1-E811-4510-9DE5-D16E8917CA20}"/>
              </a:ext>
            </a:extLst>
          </p:cNvPr>
          <p:cNvSpPr>
            <a:spLocks noGrp="1"/>
          </p:cNvSpPr>
          <p:nvPr/>
        </p:nvSpPr>
        <p:spPr>
          <a:xfrm>
            <a:off x="3225018" y="363486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4" name="A2_polygon_GT_12205">
            <a:extLst>
              <a:ext uri="{FF2B5EF4-FFF2-40B4-BE49-F238E27FC236}">
                <a16:creationId xmlns:a16="http://schemas.microsoft.com/office/drawing/2014/main" id="{33F269F4-4098-4F2B-9202-BB428EB23DC6}"/>
              </a:ext>
            </a:extLst>
          </p:cNvPr>
          <p:cNvSpPr>
            <a:spLocks noGrp="1"/>
          </p:cNvSpPr>
          <p:nvPr/>
        </p:nvSpPr>
        <p:spPr>
          <a:xfrm>
            <a:off x="4728077" y="261097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45" name="A2_polygon_GT_12206">
            <a:extLst>
              <a:ext uri="{FF2B5EF4-FFF2-40B4-BE49-F238E27FC236}">
                <a16:creationId xmlns:a16="http://schemas.microsoft.com/office/drawing/2014/main" id="{DBEBC743-4688-4C4C-A2F1-9CA0311E68D9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46" name="A2_polygon_GT_12207">
            <a:extLst>
              <a:ext uri="{FF2B5EF4-FFF2-40B4-BE49-F238E27FC236}">
                <a16:creationId xmlns:a16="http://schemas.microsoft.com/office/drawing/2014/main" id="{C912FEE9-A5BD-4087-A72E-2750DE5BCC78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7" name="A2_polygon_GT_12208">
            <a:extLst>
              <a:ext uri="{FF2B5EF4-FFF2-40B4-BE49-F238E27FC236}">
                <a16:creationId xmlns:a16="http://schemas.microsoft.com/office/drawing/2014/main" id="{BCD5A81D-07F8-41BC-B809-DC3B1A44B359}"/>
              </a:ext>
            </a:extLst>
          </p:cNvPr>
          <p:cNvSpPr>
            <a:spLocks noGrp="1"/>
          </p:cNvSpPr>
          <p:nvPr/>
        </p:nvSpPr>
        <p:spPr>
          <a:xfrm>
            <a:off x="5758282" y="378850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8" name="A2_polygon_GT_12209">
            <a:extLst>
              <a:ext uri="{FF2B5EF4-FFF2-40B4-BE49-F238E27FC236}">
                <a16:creationId xmlns:a16="http://schemas.microsoft.com/office/drawing/2014/main" id="{9C428CFD-6899-41BC-8661-FE34C00512E9}"/>
              </a:ext>
            </a:extLst>
          </p:cNvPr>
          <p:cNvSpPr>
            <a:spLocks noGrp="1"/>
          </p:cNvSpPr>
          <p:nvPr/>
        </p:nvSpPr>
        <p:spPr>
          <a:xfrm>
            <a:off x="508462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9" name="A2_polygon_GT_12210">
            <a:extLst>
              <a:ext uri="{FF2B5EF4-FFF2-40B4-BE49-F238E27FC236}">
                <a16:creationId xmlns:a16="http://schemas.microsoft.com/office/drawing/2014/main" id="{0E8A756A-78C3-4F17-AC2B-CE463395036C}"/>
              </a:ext>
            </a:extLst>
          </p:cNvPr>
          <p:cNvSpPr>
            <a:spLocks noGrp="1"/>
          </p:cNvSpPr>
          <p:nvPr/>
        </p:nvSpPr>
        <p:spPr>
          <a:xfrm>
            <a:off x="437153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0" name="A2_polygon_GT_12211">
            <a:extLst>
              <a:ext uri="{FF2B5EF4-FFF2-40B4-BE49-F238E27FC236}">
                <a16:creationId xmlns:a16="http://schemas.microsoft.com/office/drawing/2014/main" id="{1C13E6B0-3584-4E5D-AC43-4A46345560D6}"/>
              </a:ext>
            </a:extLst>
          </p:cNvPr>
          <p:cNvSpPr>
            <a:spLocks noGrp="1"/>
          </p:cNvSpPr>
          <p:nvPr/>
        </p:nvSpPr>
        <p:spPr>
          <a:xfrm>
            <a:off x="3683203" y="378374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1" name="A2_polygon_GT_12212">
            <a:extLst>
              <a:ext uri="{FF2B5EF4-FFF2-40B4-BE49-F238E27FC236}">
                <a16:creationId xmlns:a16="http://schemas.microsoft.com/office/drawing/2014/main" id="{9F2B7B40-67D9-401D-995D-E2D1B5B0EBBF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2" name="text_12213">
            <a:extLst>
              <a:ext uri="{FF2B5EF4-FFF2-40B4-BE49-F238E27FC236}">
                <a16:creationId xmlns:a16="http://schemas.microsoft.com/office/drawing/2014/main" id="{B93729BF-43A7-4702-99D3-BEADD3496881}"/>
              </a:ext>
            </a:extLst>
          </p:cNvPr>
          <p:cNvSpPr>
            <a:spLocks noGrp="1"/>
          </p:cNvSpPr>
          <p:nvPr/>
        </p:nvSpPr>
        <p:spPr>
          <a:xfrm>
            <a:off x="953132" y="581077"/>
            <a:ext cx="3556108" cy="2868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80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0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profile · GT receptor</a:t>
            </a:r>
          </a:p>
        </p:txBody>
      </p:sp>
      <p:sp>
        <p:nvSpPr>
          <p:cNvPr id="53" name="text_12214">
            <a:extLst>
              <a:ext uri="{FF2B5EF4-FFF2-40B4-BE49-F238E27FC236}">
                <a16:creationId xmlns:a16="http://schemas.microsoft.com/office/drawing/2014/main" id="{4EC6C194-40C1-4F7C-9D73-FBFA930D1C47}"/>
              </a:ext>
            </a:extLst>
          </p:cNvPr>
          <p:cNvSpPr>
            <a:spLocks noGrp="1"/>
          </p:cNvSpPr>
          <p:nvPr/>
        </p:nvSpPr>
        <p:spPr>
          <a:xfrm>
            <a:off x="996918" y="8020663"/>
            <a:ext cx="4242054" cy="180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138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138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Every axis: macro PRAUC, fixed scale 0–1.</a:t>
            </a:r>
          </a:p>
        </p:txBody>
      </p:sp>
      <p:sp>
        <p:nvSpPr>
          <p:cNvPr id="54" name="A2_polygon_GT_12215">
            <a:extLst>
              <a:ext uri="{FF2B5EF4-FFF2-40B4-BE49-F238E27FC236}">
                <a16:creationId xmlns:a16="http://schemas.microsoft.com/office/drawing/2014/main" id="{BE7B587D-9336-4DC1-98D2-A95E5925B80B}"/>
              </a:ext>
            </a:extLst>
          </p:cNvPr>
          <p:cNvSpPr>
            <a:spLocks noGrp="1"/>
          </p:cNvSpPr>
          <p:nvPr/>
        </p:nvSpPr>
        <p:spPr>
          <a:xfrm>
            <a:off x="1741280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007C83"/>
            </a:solidFill>
            <a:prstDash val="solid"/>
          </a:ln>
        </p:spPr>
      </p:sp>
      <p:sp>
        <p:nvSpPr>
          <p:cNvPr id="55" name="A2_polygon_GT_12216">
            <a:extLst>
              <a:ext uri="{FF2B5EF4-FFF2-40B4-BE49-F238E27FC236}">
                <a16:creationId xmlns:a16="http://schemas.microsoft.com/office/drawing/2014/main" id="{31B60A14-90C3-4850-B873-2A67F730A14B}"/>
              </a:ext>
            </a:extLst>
          </p:cNvPr>
          <p:cNvSpPr>
            <a:spLocks noGrp="1"/>
          </p:cNvSpPr>
          <p:nvPr/>
        </p:nvSpPr>
        <p:spPr>
          <a:xfrm>
            <a:off x="1860613" y="7380072"/>
            <a:ext cx="68846" cy="68846"/>
          </a:xfrm>
          <a:prstGeom prst="ellipse">
            <a:avLst/>
          </a:prstGeom>
          <a:solidFill>
            <a:srgbClr val="007C83"/>
          </a:solidFill>
          <a:ln w="22949">
            <a:solidFill>
              <a:srgbClr val="007C83"/>
            </a:solidFill>
            <a:prstDash val="solid"/>
          </a:ln>
        </p:spPr>
      </p:sp>
      <p:sp>
        <p:nvSpPr>
          <p:cNvPr id="56" name="text_12217">
            <a:extLst>
              <a:ext uri="{FF2B5EF4-FFF2-40B4-BE49-F238E27FC236}">
                <a16:creationId xmlns:a16="http://schemas.microsoft.com/office/drawing/2014/main" id="{5E217F6A-6F53-4684-B881-CFF3219081AC}"/>
              </a:ext>
            </a:extLst>
          </p:cNvPr>
          <p:cNvSpPr>
            <a:spLocks noGrp="1"/>
          </p:cNvSpPr>
          <p:nvPr/>
        </p:nvSpPr>
        <p:spPr>
          <a:xfrm>
            <a:off x="2171795" y="7346843"/>
            <a:ext cx="1267655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57" name="A2_polygon_GT_12218">
            <a:extLst>
              <a:ext uri="{FF2B5EF4-FFF2-40B4-BE49-F238E27FC236}">
                <a16:creationId xmlns:a16="http://schemas.microsoft.com/office/drawing/2014/main" id="{B1C50272-39AB-4D58-AE9C-07571443CFE8}"/>
              </a:ext>
            </a:extLst>
          </p:cNvPr>
          <p:cNvSpPr>
            <a:spLocks noGrp="1"/>
          </p:cNvSpPr>
          <p:nvPr/>
        </p:nvSpPr>
        <p:spPr>
          <a:xfrm>
            <a:off x="3581779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DB9955"/>
            </a:solidFill>
            <a:prstDash val="dash"/>
          </a:ln>
        </p:spPr>
      </p:sp>
      <p:sp>
        <p:nvSpPr>
          <p:cNvPr id="58" name="A2_polygon_GT_12219">
            <a:extLst>
              <a:ext uri="{FF2B5EF4-FFF2-40B4-BE49-F238E27FC236}">
                <a16:creationId xmlns:a16="http://schemas.microsoft.com/office/drawing/2014/main" id="{721B07DE-CD33-4743-9116-A09C121C1655}"/>
              </a:ext>
            </a:extLst>
          </p:cNvPr>
          <p:cNvSpPr>
            <a:spLocks noGrp="1"/>
          </p:cNvSpPr>
          <p:nvPr/>
        </p:nvSpPr>
        <p:spPr>
          <a:xfrm>
            <a:off x="3701112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DB9955"/>
          </a:solidFill>
          <a:ln w="22949">
            <a:solidFill>
              <a:srgbClr val="DB9955"/>
            </a:solidFill>
            <a:prstDash val="solid"/>
          </a:ln>
        </p:spPr>
      </p:sp>
      <p:sp>
        <p:nvSpPr>
          <p:cNvPr id="59" name="text_12220">
            <a:extLst>
              <a:ext uri="{FF2B5EF4-FFF2-40B4-BE49-F238E27FC236}">
                <a16:creationId xmlns:a16="http://schemas.microsoft.com/office/drawing/2014/main" id="{E69BBC81-7BA6-478A-9464-B8706E52EBC5}"/>
              </a:ext>
            </a:extLst>
          </p:cNvPr>
          <p:cNvSpPr>
            <a:spLocks noGrp="1"/>
          </p:cNvSpPr>
          <p:nvPr/>
        </p:nvSpPr>
        <p:spPr>
          <a:xfrm>
            <a:off x="4012294" y="7346843"/>
            <a:ext cx="1566556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60" name="A2_polygon_GT_12221">
            <a:extLst>
              <a:ext uri="{FF2B5EF4-FFF2-40B4-BE49-F238E27FC236}">
                <a16:creationId xmlns:a16="http://schemas.microsoft.com/office/drawing/2014/main" id="{B57D2142-1BBD-4BBE-A334-D5F8FE3CE7AB}"/>
              </a:ext>
            </a:extLst>
          </p:cNvPr>
          <p:cNvSpPr>
            <a:spLocks noGrp="1"/>
          </p:cNvSpPr>
          <p:nvPr/>
        </p:nvSpPr>
        <p:spPr>
          <a:xfrm>
            <a:off x="5721116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61" name="A2_polygon_GT_12222">
            <a:extLst>
              <a:ext uri="{FF2B5EF4-FFF2-40B4-BE49-F238E27FC236}">
                <a16:creationId xmlns:a16="http://schemas.microsoft.com/office/drawing/2014/main" id="{5B114AF2-E240-4B76-9A27-AA664D97784F}"/>
              </a:ext>
            </a:extLst>
          </p:cNvPr>
          <p:cNvSpPr>
            <a:spLocks noGrp="1"/>
          </p:cNvSpPr>
          <p:nvPr/>
        </p:nvSpPr>
        <p:spPr>
          <a:xfrm>
            <a:off x="5840449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62" name="text_12223">
            <a:extLst>
              <a:ext uri="{FF2B5EF4-FFF2-40B4-BE49-F238E27FC236}">
                <a16:creationId xmlns:a16="http://schemas.microsoft.com/office/drawing/2014/main" id="{21B3ABAA-3CA8-4896-85BB-C755EDBB59B9}"/>
              </a:ext>
            </a:extLst>
          </p:cNvPr>
          <p:cNvSpPr>
            <a:spLocks noGrp="1"/>
          </p:cNvSpPr>
          <p:nvPr/>
        </p:nvSpPr>
        <p:spPr>
          <a:xfrm>
            <a:off x="6151631" y="7346843"/>
            <a:ext cx="1643587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5590458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A1_bar_Cryo_12224">
            <a:extLst>
              <a:ext uri="{FF2B5EF4-FFF2-40B4-BE49-F238E27FC236}">
                <a16:creationId xmlns:a16="http://schemas.microsoft.com/office/drawing/2014/main" id="{290D1D2B-D873-4864-BDD0-00847369E187}"/>
              </a:ext>
            </a:extLst>
          </p:cNvPr>
          <p:cNvSpPr>
            <a:spLocks noGrp="1"/>
          </p:cNvSpPr>
          <p:nvPr/>
        </p:nvSpPr>
        <p:spPr>
          <a:xfrm>
            <a:off x="190500" y="1543050"/>
            <a:ext cx="9144000" cy="5715000"/>
          </a:xfrm>
          <a:custGeom>
            <a:avLst/>
            <a:gdLst/>
            <a:ahLst/>
            <a:cxnLst/>
            <a:rect l="0" t="0" r="0" b="0"/>
            <a:pathLst>
              <a:path w="9144000" h="5715000">
                <a:moveTo>
                  <a:pt x="0" y="5715000"/>
                </a:moveTo>
                <a:lnTo>
                  <a:pt x="9144000" y="5715000"/>
                </a:lnTo>
                <a:lnTo>
                  <a:pt x="9144000" y="0"/>
                </a:lnTo>
                <a:lnTo>
                  <a:pt x="0" y="0"/>
                </a:lnTo>
                <a:lnTo>
                  <a:pt x="0" y="571500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1_bar_Cryo_12225">
            <a:extLst>
              <a:ext uri="{FF2B5EF4-FFF2-40B4-BE49-F238E27FC236}">
                <a16:creationId xmlns:a16="http://schemas.microsoft.com/office/drawing/2014/main" id="{FEBF9D20-8C44-4262-9791-FEB742A2D084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8183880" cy="3257550"/>
          </a:xfrm>
          <a:custGeom>
            <a:avLst/>
            <a:gdLst/>
            <a:ahLst/>
            <a:cxnLst/>
            <a:rect l="0" t="0" r="0" b="0"/>
            <a:pathLst>
              <a:path w="8183880" h="3257550">
                <a:moveTo>
                  <a:pt x="0" y="3257550"/>
                </a:moveTo>
                <a:lnTo>
                  <a:pt x="8183880" y="3257550"/>
                </a:lnTo>
                <a:lnTo>
                  <a:pt x="8183880" y="0"/>
                </a:lnTo>
                <a:lnTo>
                  <a:pt x="0" y="0"/>
                </a:lnTo>
                <a:lnTo>
                  <a:pt x="0" y="32575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1_bar_Cryo_12226">
            <a:extLst>
              <a:ext uri="{FF2B5EF4-FFF2-40B4-BE49-F238E27FC236}">
                <a16:creationId xmlns:a16="http://schemas.microsoft.com/office/drawing/2014/main" id="{F3A3E36A-7ECF-4039-8B38-5635D7D1E130}"/>
              </a:ext>
            </a:extLst>
          </p:cNvPr>
          <p:cNvSpPr>
            <a:spLocks noGrp="1"/>
          </p:cNvSpPr>
          <p:nvPr/>
        </p:nvSpPr>
        <p:spPr>
          <a:xfrm>
            <a:off x="1912034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4" name="text_12227">
            <a:extLst>
              <a:ext uri="{FF2B5EF4-FFF2-40B4-BE49-F238E27FC236}">
                <a16:creationId xmlns:a16="http://schemas.microsoft.com/office/drawing/2014/main" id="{AA3F152F-A354-42E1-B17E-3019108727F7}"/>
              </a:ext>
            </a:extLst>
          </p:cNvPr>
          <p:cNvSpPr>
            <a:spLocks noGrp="1"/>
          </p:cNvSpPr>
          <p:nvPr/>
        </p:nvSpPr>
        <p:spPr>
          <a:xfrm>
            <a:off x="1673097" y="6212374"/>
            <a:ext cx="486692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5" name="A1_bar_Cryo_12228">
            <a:extLst>
              <a:ext uri="{FF2B5EF4-FFF2-40B4-BE49-F238E27FC236}">
                <a16:creationId xmlns:a16="http://schemas.microsoft.com/office/drawing/2014/main" id="{5538916C-E098-4607-BC52-6742706FEB33}"/>
              </a:ext>
            </a:extLst>
          </p:cNvPr>
          <p:cNvSpPr>
            <a:spLocks noGrp="1"/>
          </p:cNvSpPr>
          <p:nvPr/>
        </p:nvSpPr>
        <p:spPr>
          <a:xfrm>
            <a:off x="3485857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6" name="text_12229">
            <a:extLst>
              <a:ext uri="{FF2B5EF4-FFF2-40B4-BE49-F238E27FC236}">
                <a16:creationId xmlns:a16="http://schemas.microsoft.com/office/drawing/2014/main" id="{2A6362A3-14F0-4915-AB9D-5350D0647703}"/>
              </a:ext>
            </a:extLst>
          </p:cNvPr>
          <p:cNvSpPr>
            <a:spLocks noGrp="1"/>
          </p:cNvSpPr>
          <p:nvPr/>
        </p:nvSpPr>
        <p:spPr>
          <a:xfrm>
            <a:off x="3237311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7" name="text_12230">
            <a:extLst>
              <a:ext uri="{FF2B5EF4-FFF2-40B4-BE49-F238E27FC236}">
                <a16:creationId xmlns:a16="http://schemas.microsoft.com/office/drawing/2014/main" id="{B3C580EE-3DBB-46F4-B2A2-61BA1EC22D8C}"/>
              </a:ext>
            </a:extLst>
          </p:cNvPr>
          <p:cNvSpPr>
            <a:spLocks noGrp="1"/>
          </p:cNvSpPr>
          <p:nvPr/>
        </p:nvSpPr>
        <p:spPr>
          <a:xfrm>
            <a:off x="3318195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8" name="A1_bar_Cryo_12231">
            <a:extLst>
              <a:ext uri="{FF2B5EF4-FFF2-40B4-BE49-F238E27FC236}">
                <a16:creationId xmlns:a16="http://schemas.microsoft.com/office/drawing/2014/main" id="{4313A094-6587-4D34-8E8A-FDC3B0247F71}"/>
              </a:ext>
            </a:extLst>
          </p:cNvPr>
          <p:cNvSpPr>
            <a:spLocks noGrp="1"/>
          </p:cNvSpPr>
          <p:nvPr/>
        </p:nvSpPr>
        <p:spPr>
          <a:xfrm>
            <a:off x="5059680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9" name="text_12232">
            <a:extLst>
              <a:ext uri="{FF2B5EF4-FFF2-40B4-BE49-F238E27FC236}">
                <a16:creationId xmlns:a16="http://schemas.microsoft.com/office/drawing/2014/main" id="{FBD89D5E-7E50-45A0-AEC3-F7A54497DDC0}"/>
              </a:ext>
            </a:extLst>
          </p:cNvPr>
          <p:cNvSpPr>
            <a:spLocks noGrp="1"/>
          </p:cNvSpPr>
          <p:nvPr/>
        </p:nvSpPr>
        <p:spPr>
          <a:xfrm>
            <a:off x="4769716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0" name="text_12233">
            <a:extLst>
              <a:ext uri="{FF2B5EF4-FFF2-40B4-BE49-F238E27FC236}">
                <a16:creationId xmlns:a16="http://schemas.microsoft.com/office/drawing/2014/main" id="{786F7D8E-041C-455D-82ED-2E90FBF0E9AB}"/>
              </a:ext>
            </a:extLst>
          </p:cNvPr>
          <p:cNvSpPr>
            <a:spLocks noGrp="1"/>
          </p:cNvSpPr>
          <p:nvPr/>
        </p:nvSpPr>
        <p:spPr>
          <a:xfrm>
            <a:off x="4892018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0.3</a:t>
            </a:r>
          </a:p>
        </p:txBody>
      </p:sp>
      <p:sp>
        <p:nvSpPr>
          <p:cNvPr id="11" name="A1_bar_Cryo_12234">
            <a:extLst>
              <a:ext uri="{FF2B5EF4-FFF2-40B4-BE49-F238E27FC236}">
                <a16:creationId xmlns:a16="http://schemas.microsoft.com/office/drawing/2014/main" id="{E6D96B14-FD51-4373-AF83-41AA127739A8}"/>
              </a:ext>
            </a:extLst>
          </p:cNvPr>
          <p:cNvSpPr>
            <a:spLocks noGrp="1"/>
          </p:cNvSpPr>
          <p:nvPr/>
        </p:nvSpPr>
        <p:spPr>
          <a:xfrm>
            <a:off x="6633503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2" name="text_12235">
            <a:extLst>
              <a:ext uri="{FF2B5EF4-FFF2-40B4-BE49-F238E27FC236}">
                <a16:creationId xmlns:a16="http://schemas.microsoft.com/office/drawing/2014/main" id="{E2FF396F-6154-485B-A8CD-0EC3455E2D6E}"/>
              </a:ext>
            </a:extLst>
          </p:cNvPr>
          <p:cNvSpPr>
            <a:spLocks noGrp="1"/>
          </p:cNvSpPr>
          <p:nvPr/>
        </p:nvSpPr>
        <p:spPr>
          <a:xfrm>
            <a:off x="6384957" y="6213771"/>
            <a:ext cx="50583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13" name="text_12236">
            <a:extLst>
              <a:ext uri="{FF2B5EF4-FFF2-40B4-BE49-F238E27FC236}">
                <a16:creationId xmlns:a16="http://schemas.microsoft.com/office/drawing/2014/main" id="{AC28C59A-3D7E-4DE9-AB21-9D88C3BD7CE8}"/>
              </a:ext>
            </a:extLst>
          </p:cNvPr>
          <p:cNvSpPr>
            <a:spLocks noGrp="1"/>
          </p:cNvSpPr>
          <p:nvPr/>
        </p:nvSpPr>
        <p:spPr>
          <a:xfrm>
            <a:off x="6465841" y="6336382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4" name="A1_bar_Cryo_12237">
            <a:extLst>
              <a:ext uri="{FF2B5EF4-FFF2-40B4-BE49-F238E27FC236}">
                <a16:creationId xmlns:a16="http://schemas.microsoft.com/office/drawing/2014/main" id="{F35D9001-EDB6-4AA2-9944-4DECC11BE573}"/>
              </a:ext>
            </a:extLst>
          </p:cNvPr>
          <p:cNvSpPr>
            <a:spLocks noGrp="1"/>
          </p:cNvSpPr>
          <p:nvPr/>
        </p:nvSpPr>
        <p:spPr>
          <a:xfrm>
            <a:off x="8207326" y="6115050"/>
            <a:ext cx="191" cy="44097"/>
          </a:xfrm>
          <a:custGeom>
            <a:avLst/>
            <a:gdLst/>
            <a:ahLst/>
            <a:cxnLst/>
            <a:rect l="0" t="0" r="0" b="0"/>
            <a:pathLst>
              <a:path w="191" h="44097">
                <a:moveTo>
                  <a:pt x="0" y="0"/>
                </a:moveTo>
                <a:lnTo>
                  <a:pt x="0" y="44097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5" name="text_12238">
            <a:extLst>
              <a:ext uri="{FF2B5EF4-FFF2-40B4-BE49-F238E27FC236}">
                <a16:creationId xmlns:a16="http://schemas.microsoft.com/office/drawing/2014/main" id="{B49A7030-5D69-4CDA-B192-6F34A565A970}"/>
              </a:ext>
            </a:extLst>
          </p:cNvPr>
          <p:cNvSpPr>
            <a:spLocks noGrp="1"/>
          </p:cNvSpPr>
          <p:nvPr/>
        </p:nvSpPr>
        <p:spPr>
          <a:xfrm>
            <a:off x="7917362" y="6212374"/>
            <a:ext cx="588733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2239">
            <a:extLst>
              <a:ext uri="{FF2B5EF4-FFF2-40B4-BE49-F238E27FC236}">
                <a16:creationId xmlns:a16="http://schemas.microsoft.com/office/drawing/2014/main" id="{E548D8F8-F587-4EFD-AB63-BE020E449841}"/>
              </a:ext>
            </a:extLst>
          </p:cNvPr>
          <p:cNvSpPr>
            <a:spLocks noGrp="1"/>
          </p:cNvSpPr>
          <p:nvPr/>
        </p:nvSpPr>
        <p:spPr>
          <a:xfrm>
            <a:off x="8039664" y="6333641"/>
            <a:ext cx="344179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τ = 0.6</a:t>
            </a:r>
          </a:p>
        </p:txBody>
      </p:sp>
      <p:sp>
        <p:nvSpPr>
          <p:cNvPr id="17" name="A1_bar_Cryo_12240">
            <a:extLst>
              <a:ext uri="{FF2B5EF4-FFF2-40B4-BE49-F238E27FC236}">
                <a16:creationId xmlns:a16="http://schemas.microsoft.com/office/drawing/2014/main" id="{B35B874C-08D2-4448-80A6-CFC888189AB8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18" name="A1_bar_Cryo_12241">
            <a:extLst>
              <a:ext uri="{FF2B5EF4-FFF2-40B4-BE49-F238E27FC236}">
                <a16:creationId xmlns:a16="http://schemas.microsoft.com/office/drawing/2014/main" id="{A0B982A0-E021-41F8-A963-829A76D6F855}"/>
              </a:ext>
            </a:extLst>
          </p:cNvPr>
          <p:cNvSpPr>
            <a:spLocks noGrp="1"/>
          </p:cNvSpPr>
          <p:nvPr/>
        </p:nvSpPr>
        <p:spPr>
          <a:xfrm>
            <a:off x="923643" y="6115050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19" name="text_12242">
            <a:extLst>
              <a:ext uri="{FF2B5EF4-FFF2-40B4-BE49-F238E27FC236}">
                <a16:creationId xmlns:a16="http://schemas.microsoft.com/office/drawing/2014/main" id="{D109A6C0-A56C-4A9C-9EB4-2B52154D572A}"/>
              </a:ext>
            </a:extLst>
          </p:cNvPr>
          <p:cNvSpPr>
            <a:spLocks noGrp="1"/>
          </p:cNvSpPr>
          <p:nvPr/>
        </p:nvSpPr>
        <p:spPr>
          <a:xfrm>
            <a:off x="702539" y="6065507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0.0</a:t>
            </a:r>
          </a:p>
        </p:txBody>
      </p:sp>
      <p:sp>
        <p:nvSpPr>
          <p:cNvPr id="20" name="A1_bar_Cryo_12243">
            <a:extLst>
              <a:ext uri="{FF2B5EF4-FFF2-40B4-BE49-F238E27FC236}">
                <a16:creationId xmlns:a16="http://schemas.microsoft.com/office/drawing/2014/main" id="{34FE895E-E1DE-4826-BE91-7FA676AECB82}"/>
              </a:ext>
            </a:extLst>
          </p:cNvPr>
          <p:cNvSpPr>
            <a:spLocks noGrp="1"/>
          </p:cNvSpPr>
          <p:nvPr/>
        </p:nvSpPr>
        <p:spPr>
          <a:xfrm>
            <a:off x="967740" y="5485572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1" name="A1_bar_Cryo_12244">
            <a:extLst>
              <a:ext uri="{FF2B5EF4-FFF2-40B4-BE49-F238E27FC236}">
                <a16:creationId xmlns:a16="http://schemas.microsoft.com/office/drawing/2014/main" id="{A3EDBA78-2C4E-4C45-A738-21FED9159D99}"/>
              </a:ext>
            </a:extLst>
          </p:cNvPr>
          <p:cNvSpPr>
            <a:spLocks noGrp="1"/>
          </p:cNvSpPr>
          <p:nvPr/>
        </p:nvSpPr>
        <p:spPr>
          <a:xfrm>
            <a:off x="923643" y="5485572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2" name="text_12245">
            <a:extLst>
              <a:ext uri="{FF2B5EF4-FFF2-40B4-BE49-F238E27FC236}">
                <a16:creationId xmlns:a16="http://schemas.microsoft.com/office/drawing/2014/main" id="{33166F2E-47D8-44BE-A698-29DCBD263BB4}"/>
              </a:ext>
            </a:extLst>
          </p:cNvPr>
          <p:cNvSpPr>
            <a:spLocks noGrp="1"/>
          </p:cNvSpPr>
          <p:nvPr/>
        </p:nvSpPr>
        <p:spPr>
          <a:xfrm>
            <a:off x="702539" y="5436029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3" name="A1_bar_Cryo_12246">
            <a:extLst>
              <a:ext uri="{FF2B5EF4-FFF2-40B4-BE49-F238E27FC236}">
                <a16:creationId xmlns:a16="http://schemas.microsoft.com/office/drawing/2014/main" id="{DCDE3477-D4A0-4F46-96F5-5C6530CDDFB0}"/>
              </a:ext>
            </a:extLst>
          </p:cNvPr>
          <p:cNvSpPr>
            <a:spLocks noGrp="1"/>
          </p:cNvSpPr>
          <p:nvPr/>
        </p:nvSpPr>
        <p:spPr>
          <a:xfrm>
            <a:off x="967740" y="4856093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4" name="A1_bar_Cryo_12247">
            <a:extLst>
              <a:ext uri="{FF2B5EF4-FFF2-40B4-BE49-F238E27FC236}">
                <a16:creationId xmlns:a16="http://schemas.microsoft.com/office/drawing/2014/main" id="{D3753E8A-FF92-4132-B5CD-372924E19F8B}"/>
              </a:ext>
            </a:extLst>
          </p:cNvPr>
          <p:cNvSpPr>
            <a:spLocks noGrp="1"/>
          </p:cNvSpPr>
          <p:nvPr/>
        </p:nvSpPr>
        <p:spPr>
          <a:xfrm>
            <a:off x="923643" y="4856093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5" name="text_12248">
            <a:extLst>
              <a:ext uri="{FF2B5EF4-FFF2-40B4-BE49-F238E27FC236}">
                <a16:creationId xmlns:a16="http://schemas.microsoft.com/office/drawing/2014/main" id="{0C1A8436-A4E0-4889-8E49-794C69D2BE76}"/>
              </a:ext>
            </a:extLst>
          </p:cNvPr>
          <p:cNvSpPr>
            <a:spLocks noGrp="1"/>
          </p:cNvSpPr>
          <p:nvPr/>
        </p:nvSpPr>
        <p:spPr>
          <a:xfrm>
            <a:off x="702539" y="4806551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6" name="A1_bar_Cryo_12249">
            <a:extLst>
              <a:ext uri="{FF2B5EF4-FFF2-40B4-BE49-F238E27FC236}">
                <a16:creationId xmlns:a16="http://schemas.microsoft.com/office/drawing/2014/main" id="{B5A0BF9C-A7D6-4ADD-A1F9-4293C2B4AC44}"/>
              </a:ext>
            </a:extLst>
          </p:cNvPr>
          <p:cNvSpPr>
            <a:spLocks noGrp="1"/>
          </p:cNvSpPr>
          <p:nvPr/>
        </p:nvSpPr>
        <p:spPr>
          <a:xfrm>
            <a:off x="967740" y="4226615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27" name="A1_bar_Cryo_12250">
            <a:extLst>
              <a:ext uri="{FF2B5EF4-FFF2-40B4-BE49-F238E27FC236}">
                <a16:creationId xmlns:a16="http://schemas.microsoft.com/office/drawing/2014/main" id="{A2F8BBB2-1FE7-4BE6-ACD2-D1A464858E75}"/>
              </a:ext>
            </a:extLst>
          </p:cNvPr>
          <p:cNvSpPr>
            <a:spLocks noGrp="1"/>
          </p:cNvSpPr>
          <p:nvPr/>
        </p:nvSpPr>
        <p:spPr>
          <a:xfrm>
            <a:off x="923643" y="4226615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28" name="text_12251">
            <a:extLst>
              <a:ext uri="{FF2B5EF4-FFF2-40B4-BE49-F238E27FC236}">
                <a16:creationId xmlns:a16="http://schemas.microsoft.com/office/drawing/2014/main" id="{90BC3ED2-04E7-49A3-AABA-5979A9407AFA}"/>
              </a:ext>
            </a:extLst>
          </p:cNvPr>
          <p:cNvSpPr>
            <a:spLocks noGrp="1"/>
          </p:cNvSpPr>
          <p:nvPr/>
        </p:nvSpPr>
        <p:spPr>
          <a:xfrm>
            <a:off x="702539" y="4177073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A1_bar_Cryo_12252">
            <a:extLst>
              <a:ext uri="{FF2B5EF4-FFF2-40B4-BE49-F238E27FC236}">
                <a16:creationId xmlns:a16="http://schemas.microsoft.com/office/drawing/2014/main" id="{0EEC78B8-F783-4CE1-A9C1-B30C332F0E81}"/>
              </a:ext>
            </a:extLst>
          </p:cNvPr>
          <p:cNvSpPr>
            <a:spLocks noGrp="1"/>
          </p:cNvSpPr>
          <p:nvPr/>
        </p:nvSpPr>
        <p:spPr>
          <a:xfrm>
            <a:off x="967740" y="3597137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0" name="A1_bar_Cryo_12253">
            <a:extLst>
              <a:ext uri="{FF2B5EF4-FFF2-40B4-BE49-F238E27FC236}">
                <a16:creationId xmlns:a16="http://schemas.microsoft.com/office/drawing/2014/main" id="{EB414105-5BF6-4E09-A0F9-BE7670D11E9E}"/>
              </a:ext>
            </a:extLst>
          </p:cNvPr>
          <p:cNvSpPr>
            <a:spLocks noGrp="1"/>
          </p:cNvSpPr>
          <p:nvPr/>
        </p:nvSpPr>
        <p:spPr>
          <a:xfrm>
            <a:off x="923643" y="3597137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1" name="text_12254">
            <a:extLst>
              <a:ext uri="{FF2B5EF4-FFF2-40B4-BE49-F238E27FC236}">
                <a16:creationId xmlns:a16="http://schemas.microsoft.com/office/drawing/2014/main" id="{B5D1B923-FC39-4E5D-B086-1831B12934DA}"/>
              </a:ext>
            </a:extLst>
          </p:cNvPr>
          <p:cNvSpPr>
            <a:spLocks noGrp="1"/>
          </p:cNvSpPr>
          <p:nvPr/>
        </p:nvSpPr>
        <p:spPr>
          <a:xfrm>
            <a:off x="702539" y="3547594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2" name="A1_bar_Cryo_12255">
            <a:extLst>
              <a:ext uri="{FF2B5EF4-FFF2-40B4-BE49-F238E27FC236}">
                <a16:creationId xmlns:a16="http://schemas.microsoft.com/office/drawing/2014/main" id="{984B5C85-8838-4D8C-99CC-F4AD443E1158}"/>
              </a:ext>
            </a:extLst>
          </p:cNvPr>
          <p:cNvSpPr>
            <a:spLocks noGrp="1"/>
          </p:cNvSpPr>
          <p:nvPr/>
        </p:nvSpPr>
        <p:spPr>
          <a:xfrm>
            <a:off x="967740" y="2967659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7938">
            <a:solidFill>
              <a:srgbClr val="E5E8EA"/>
            </a:solidFill>
            <a:prstDash val="solid"/>
          </a:ln>
        </p:spPr>
      </p:sp>
      <p:sp>
        <p:nvSpPr>
          <p:cNvPr id="33" name="A1_bar_Cryo_12256">
            <a:extLst>
              <a:ext uri="{FF2B5EF4-FFF2-40B4-BE49-F238E27FC236}">
                <a16:creationId xmlns:a16="http://schemas.microsoft.com/office/drawing/2014/main" id="{8323DE82-0A19-4AA1-9C9A-1B6DD4E028F4}"/>
              </a:ext>
            </a:extLst>
          </p:cNvPr>
          <p:cNvSpPr>
            <a:spLocks noGrp="1"/>
          </p:cNvSpPr>
          <p:nvPr/>
        </p:nvSpPr>
        <p:spPr>
          <a:xfrm>
            <a:off x="923643" y="2967659"/>
            <a:ext cx="44097" cy="191"/>
          </a:xfrm>
          <a:custGeom>
            <a:avLst/>
            <a:gdLst/>
            <a:ahLst/>
            <a:cxnLst/>
            <a:rect l="0" t="0" r="0" b="0"/>
            <a:pathLst>
              <a:path w="44097" h="191">
                <a:moveTo>
                  <a:pt x="44097" y="0"/>
                </a:moveTo>
                <a:lnTo>
                  <a:pt x="0" y="0"/>
                </a:lnTo>
              </a:path>
            </a:pathLst>
          </a:custGeom>
          <a:solidFill>
            <a:srgbClr val="000000"/>
          </a:solidFill>
          <a:ln w="10583">
            <a:solidFill>
              <a:srgbClr val="000000"/>
            </a:solidFill>
            <a:prstDash val="solid"/>
          </a:ln>
        </p:spPr>
      </p:sp>
      <p:sp>
        <p:nvSpPr>
          <p:cNvPr id="34" name="text_12257">
            <a:extLst>
              <a:ext uri="{FF2B5EF4-FFF2-40B4-BE49-F238E27FC236}">
                <a16:creationId xmlns:a16="http://schemas.microsoft.com/office/drawing/2014/main" id="{7CE41B2F-4406-4FE1-B050-571B5715F685}"/>
              </a:ext>
            </a:extLst>
          </p:cNvPr>
          <p:cNvSpPr>
            <a:spLocks noGrp="1"/>
          </p:cNvSpPr>
          <p:nvPr/>
        </p:nvSpPr>
        <p:spPr>
          <a:xfrm>
            <a:off x="702539" y="2918116"/>
            <a:ext cx="168187" cy="14331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03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03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5" name="text_12258">
            <a:extLst>
              <a:ext uri="{FF2B5EF4-FFF2-40B4-BE49-F238E27FC236}">
                <a16:creationId xmlns:a16="http://schemas.microsoft.com/office/drawing/2014/main" id="{A6BFE57A-05CF-4001-B066-A4D6E2384DB2}"/>
              </a:ext>
            </a:extLst>
          </p:cNvPr>
          <p:cNvSpPr>
            <a:spLocks noGrp="1"/>
          </p:cNvSpPr>
          <p:nvPr/>
        </p:nvSpPr>
        <p:spPr>
          <a:xfrm rot="-5400000">
            <a:off x="370994" y="4409105"/>
            <a:ext cx="440972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36" name="A1_bar_Cryo_12259">
            <a:extLst>
              <a:ext uri="{FF2B5EF4-FFF2-40B4-BE49-F238E27FC236}">
                <a16:creationId xmlns:a16="http://schemas.microsoft.com/office/drawing/2014/main" id="{E14CEDFF-F752-4B22-A7DE-2C1F0F809B3E}"/>
              </a:ext>
            </a:extLst>
          </p:cNvPr>
          <p:cNvSpPr>
            <a:spLocks noGrp="1"/>
          </p:cNvSpPr>
          <p:nvPr/>
        </p:nvSpPr>
        <p:spPr>
          <a:xfrm>
            <a:off x="1387164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7" name="A1_bar_Cryo_12260">
            <a:extLst>
              <a:ext uri="{FF2B5EF4-FFF2-40B4-BE49-F238E27FC236}">
                <a16:creationId xmlns:a16="http://schemas.microsoft.com/office/drawing/2014/main" id="{31419BB1-CDFE-4AA9-9D5F-BED1D5904B41}"/>
              </a:ext>
            </a:extLst>
          </p:cNvPr>
          <p:cNvSpPr>
            <a:spLocks noGrp="1"/>
          </p:cNvSpPr>
          <p:nvPr/>
        </p:nvSpPr>
        <p:spPr>
          <a:xfrm>
            <a:off x="2960987" y="4369877"/>
            <a:ext cx="325781" cy="1745173"/>
          </a:xfrm>
          <a:custGeom>
            <a:avLst/>
            <a:gdLst/>
            <a:ahLst/>
            <a:cxnLst/>
            <a:rect l="0" t="0" r="0" b="0"/>
            <a:pathLst>
              <a:path w="325781" h="1745173">
                <a:moveTo>
                  <a:pt x="0" y="1745173"/>
                </a:moveTo>
                <a:lnTo>
                  <a:pt x="325781" y="1745173"/>
                </a:lnTo>
                <a:lnTo>
                  <a:pt x="325781" y="0"/>
                </a:lnTo>
                <a:lnTo>
                  <a:pt x="0" y="0"/>
                </a:lnTo>
                <a:lnTo>
                  <a:pt x="0" y="1745173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8" name="A1_bar_Cryo_12261">
            <a:extLst>
              <a:ext uri="{FF2B5EF4-FFF2-40B4-BE49-F238E27FC236}">
                <a16:creationId xmlns:a16="http://schemas.microsoft.com/office/drawing/2014/main" id="{0204CF63-EA1F-4E29-94BF-E5F27AA7192A}"/>
              </a:ext>
            </a:extLst>
          </p:cNvPr>
          <p:cNvSpPr>
            <a:spLocks noGrp="1"/>
          </p:cNvSpPr>
          <p:nvPr/>
        </p:nvSpPr>
        <p:spPr>
          <a:xfrm>
            <a:off x="4534810" y="4412679"/>
            <a:ext cx="325781" cy="1702371"/>
          </a:xfrm>
          <a:custGeom>
            <a:avLst/>
            <a:gdLst/>
            <a:ahLst/>
            <a:cxnLst/>
            <a:rect l="0" t="0" r="0" b="0"/>
            <a:pathLst>
              <a:path w="325781" h="1702371">
                <a:moveTo>
                  <a:pt x="0" y="1702371"/>
                </a:moveTo>
                <a:lnTo>
                  <a:pt x="325781" y="1702371"/>
                </a:lnTo>
                <a:lnTo>
                  <a:pt x="325781" y="0"/>
                </a:lnTo>
                <a:lnTo>
                  <a:pt x="0" y="0"/>
                </a:lnTo>
                <a:lnTo>
                  <a:pt x="0" y="17023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39" name="A1_bar_Cryo_12262">
            <a:extLst>
              <a:ext uri="{FF2B5EF4-FFF2-40B4-BE49-F238E27FC236}">
                <a16:creationId xmlns:a16="http://schemas.microsoft.com/office/drawing/2014/main" id="{78F92BA5-929B-4D07-8A7F-8033355ADF73}"/>
              </a:ext>
            </a:extLst>
          </p:cNvPr>
          <p:cNvSpPr>
            <a:spLocks noGrp="1"/>
          </p:cNvSpPr>
          <p:nvPr/>
        </p:nvSpPr>
        <p:spPr>
          <a:xfrm>
            <a:off x="6108633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0" name="A1_bar_Cryo_12263">
            <a:extLst>
              <a:ext uri="{FF2B5EF4-FFF2-40B4-BE49-F238E27FC236}">
                <a16:creationId xmlns:a16="http://schemas.microsoft.com/office/drawing/2014/main" id="{E8A016CF-4131-4C2E-9326-155EEBC77E1A}"/>
              </a:ext>
            </a:extLst>
          </p:cNvPr>
          <p:cNvSpPr>
            <a:spLocks noGrp="1"/>
          </p:cNvSpPr>
          <p:nvPr/>
        </p:nvSpPr>
        <p:spPr>
          <a:xfrm>
            <a:off x="7682456" y="4931579"/>
            <a:ext cx="325781" cy="1183471"/>
          </a:xfrm>
          <a:custGeom>
            <a:avLst/>
            <a:gdLst/>
            <a:ahLst/>
            <a:cxnLst/>
            <a:rect l="0" t="0" r="0" b="0"/>
            <a:pathLst>
              <a:path w="325781" h="1183471">
                <a:moveTo>
                  <a:pt x="0" y="1183471"/>
                </a:moveTo>
                <a:lnTo>
                  <a:pt x="325781" y="1183471"/>
                </a:lnTo>
                <a:lnTo>
                  <a:pt x="325781" y="0"/>
                </a:lnTo>
                <a:lnTo>
                  <a:pt x="0" y="0"/>
                </a:lnTo>
                <a:lnTo>
                  <a:pt x="0" y="1183471"/>
                </a:lnTo>
                <a:close/>
              </a:path>
            </a:pathLst>
          </a:custGeom>
          <a:solidFill>
            <a:srgbClr val="566AB4">
              <a:alpha val="19000"/>
            </a:srgbClr>
          </a:solidFill>
          <a:ln w="12347">
            <a:solidFill>
              <a:srgbClr val="566AB4">
                <a:alpha val="19000"/>
              </a:srgbClr>
            </a:solidFill>
            <a:prstDash val="solid"/>
          </a:ln>
        </p:spPr>
      </p:sp>
      <p:sp>
        <p:nvSpPr>
          <p:cNvPr id="41" name="A1_bar_Cryo_12264">
            <a:extLst>
              <a:ext uri="{FF2B5EF4-FFF2-40B4-BE49-F238E27FC236}">
                <a16:creationId xmlns:a16="http://schemas.microsoft.com/office/drawing/2014/main" id="{60215FAC-6F1C-452E-9390-85137FA37D86}"/>
              </a:ext>
            </a:extLst>
          </p:cNvPr>
          <p:cNvSpPr>
            <a:spLocks noGrp="1"/>
          </p:cNvSpPr>
          <p:nvPr/>
        </p:nvSpPr>
        <p:spPr>
          <a:xfrm>
            <a:off x="1749143" y="4582368"/>
            <a:ext cx="325781" cy="1532682"/>
          </a:xfrm>
          <a:custGeom>
            <a:avLst/>
            <a:gdLst/>
            <a:ahLst/>
            <a:cxnLst/>
            <a:rect l="0" t="0" r="0" b="0"/>
            <a:pathLst>
              <a:path w="325781" h="1532682">
                <a:moveTo>
                  <a:pt x="0" y="1532682"/>
                </a:moveTo>
                <a:lnTo>
                  <a:pt x="325781" y="1532682"/>
                </a:lnTo>
                <a:lnTo>
                  <a:pt x="325781" y="0"/>
                </a:lnTo>
                <a:lnTo>
                  <a:pt x="0" y="0"/>
                </a:lnTo>
                <a:lnTo>
                  <a:pt x="0" y="1532682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2" name="A1_bar_Cryo_12265">
            <a:extLst>
              <a:ext uri="{FF2B5EF4-FFF2-40B4-BE49-F238E27FC236}">
                <a16:creationId xmlns:a16="http://schemas.microsoft.com/office/drawing/2014/main" id="{01A3BF52-75CB-4879-B7A8-046881F5B92C}"/>
              </a:ext>
            </a:extLst>
          </p:cNvPr>
          <p:cNvSpPr>
            <a:spLocks noGrp="1"/>
          </p:cNvSpPr>
          <p:nvPr/>
        </p:nvSpPr>
        <p:spPr>
          <a:xfrm>
            <a:off x="3322966" y="4382999"/>
            <a:ext cx="325781" cy="1732051"/>
          </a:xfrm>
          <a:custGeom>
            <a:avLst/>
            <a:gdLst/>
            <a:ahLst/>
            <a:cxnLst/>
            <a:rect l="0" t="0" r="0" b="0"/>
            <a:pathLst>
              <a:path w="325781" h="1732051">
                <a:moveTo>
                  <a:pt x="0" y="1732051"/>
                </a:moveTo>
                <a:lnTo>
                  <a:pt x="325781" y="1732051"/>
                </a:lnTo>
                <a:lnTo>
                  <a:pt x="325781" y="0"/>
                </a:lnTo>
                <a:lnTo>
                  <a:pt x="0" y="0"/>
                </a:lnTo>
                <a:lnTo>
                  <a:pt x="0" y="1732051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3" name="A1_bar_Cryo_12266">
            <a:extLst>
              <a:ext uri="{FF2B5EF4-FFF2-40B4-BE49-F238E27FC236}">
                <a16:creationId xmlns:a16="http://schemas.microsoft.com/office/drawing/2014/main" id="{369AA7C9-6E39-4A14-997E-98233EC87EDC}"/>
              </a:ext>
            </a:extLst>
          </p:cNvPr>
          <p:cNvSpPr>
            <a:spLocks noGrp="1"/>
          </p:cNvSpPr>
          <p:nvPr/>
        </p:nvSpPr>
        <p:spPr>
          <a:xfrm>
            <a:off x="4896789" y="4426758"/>
            <a:ext cx="325781" cy="1688292"/>
          </a:xfrm>
          <a:custGeom>
            <a:avLst/>
            <a:gdLst/>
            <a:ahLst/>
            <a:cxnLst/>
            <a:rect l="0" t="0" r="0" b="0"/>
            <a:pathLst>
              <a:path w="325781" h="1688292">
                <a:moveTo>
                  <a:pt x="0" y="1688292"/>
                </a:moveTo>
                <a:lnTo>
                  <a:pt x="325781" y="1688292"/>
                </a:lnTo>
                <a:lnTo>
                  <a:pt x="325781" y="0"/>
                </a:lnTo>
                <a:lnTo>
                  <a:pt x="0" y="0"/>
                </a:lnTo>
                <a:lnTo>
                  <a:pt x="0" y="1688292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4" name="A1_bar_Cryo_12267">
            <a:extLst>
              <a:ext uri="{FF2B5EF4-FFF2-40B4-BE49-F238E27FC236}">
                <a16:creationId xmlns:a16="http://schemas.microsoft.com/office/drawing/2014/main" id="{49390D51-3A17-4297-B79A-51690615E319}"/>
              </a:ext>
            </a:extLst>
          </p:cNvPr>
          <p:cNvSpPr>
            <a:spLocks noGrp="1"/>
          </p:cNvSpPr>
          <p:nvPr/>
        </p:nvSpPr>
        <p:spPr>
          <a:xfrm>
            <a:off x="6470612" y="4883011"/>
            <a:ext cx="325781" cy="1232039"/>
          </a:xfrm>
          <a:custGeom>
            <a:avLst/>
            <a:gdLst/>
            <a:ahLst/>
            <a:cxnLst/>
            <a:rect l="0" t="0" r="0" b="0"/>
            <a:pathLst>
              <a:path w="325781" h="1232039">
                <a:moveTo>
                  <a:pt x="0" y="1232039"/>
                </a:moveTo>
                <a:lnTo>
                  <a:pt x="325781" y="1232039"/>
                </a:lnTo>
                <a:lnTo>
                  <a:pt x="325781" y="0"/>
                </a:lnTo>
                <a:lnTo>
                  <a:pt x="0" y="0"/>
                </a:lnTo>
                <a:lnTo>
                  <a:pt x="0" y="1232039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5" name="A1_bar_Cryo_12268">
            <a:extLst>
              <a:ext uri="{FF2B5EF4-FFF2-40B4-BE49-F238E27FC236}">
                <a16:creationId xmlns:a16="http://schemas.microsoft.com/office/drawing/2014/main" id="{FF273AFF-28CD-483D-A942-16224722B097}"/>
              </a:ext>
            </a:extLst>
          </p:cNvPr>
          <p:cNvSpPr>
            <a:spLocks noGrp="1"/>
          </p:cNvSpPr>
          <p:nvPr/>
        </p:nvSpPr>
        <p:spPr>
          <a:xfrm>
            <a:off x="8044435" y="4883011"/>
            <a:ext cx="325781" cy="1232039"/>
          </a:xfrm>
          <a:custGeom>
            <a:avLst/>
            <a:gdLst/>
            <a:ahLst/>
            <a:cxnLst/>
            <a:rect l="0" t="0" r="0" b="0"/>
            <a:pathLst>
              <a:path w="325781" h="1232039">
                <a:moveTo>
                  <a:pt x="0" y="1232039"/>
                </a:moveTo>
                <a:lnTo>
                  <a:pt x="325781" y="1232039"/>
                </a:lnTo>
                <a:lnTo>
                  <a:pt x="325781" y="0"/>
                </a:lnTo>
                <a:lnTo>
                  <a:pt x="0" y="0"/>
                </a:lnTo>
                <a:lnTo>
                  <a:pt x="0" y="1232039"/>
                </a:lnTo>
                <a:close/>
              </a:path>
            </a:pathLst>
          </a:custGeom>
          <a:solidFill>
            <a:srgbClr val="B876A3">
              <a:alpha val="19000"/>
            </a:srgbClr>
          </a:solidFill>
          <a:ln w="12347">
            <a:solidFill>
              <a:srgbClr val="B876A3">
                <a:alpha val="19000"/>
              </a:srgbClr>
            </a:solidFill>
            <a:prstDash val="solid"/>
          </a:ln>
        </p:spPr>
      </p:sp>
      <p:sp>
        <p:nvSpPr>
          <p:cNvPr id="46" name="A1_bar_Cryo_12269">
            <a:extLst>
              <a:ext uri="{FF2B5EF4-FFF2-40B4-BE49-F238E27FC236}">
                <a16:creationId xmlns:a16="http://schemas.microsoft.com/office/drawing/2014/main" id="{A28804EF-B74C-44B3-B70B-A90C202EFFFA}"/>
              </a:ext>
            </a:extLst>
          </p:cNvPr>
          <p:cNvSpPr>
            <a:spLocks noGrp="1"/>
          </p:cNvSpPr>
          <p:nvPr/>
        </p:nvSpPr>
        <p:spPr>
          <a:xfrm>
            <a:off x="2111122" y="4851001"/>
            <a:ext cx="325781" cy="1264049"/>
          </a:xfrm>
          <a:custGeom>
            <a:avLst/>
            <a:gdLst/>
            <a:ahLst/>
            <a:cxnLst/>
            <a:rect l="0" t="0" r="0" b="0"/>
            <a:pathLst>
              <a:path w="325781" h="1264049">
                <a:moveTo>
                  <a:pt x="0" y="1264049"/>
                </a:moveTo>
                <a:lnTo>
                  <a:pt x="325781" y="1264049"/>
                </a:lnTo>
                <a:lnTo>
                  <a:pt x="325781" y="0"/>
                </a:lnTo>
                <a:lnTo>
                  <a:pt x="0" y="0"/>
                </a:lnTo>
                <a:lnTo>
                  <a:pt x="0" y="1264049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7" name="A1_bar_Cryo_12270">
            <a:extLst>
              <a:ext uri="{FF2B5EF4-FFF2-40B4-BE49-F238E27FC236}">
                <a16:creationId xmlns:a16="http://schemas.microsoft.com/office/drawing/2014/main" id="{3964C737-16D2-48F6-B860-05BD8DDD3B0C}"/>
              </a:ext>
            </a:extLst>
          </p:cNvPr>
          <p:cNvSpPr>
            <a:spLocks noGrp="1"/>
          </p:cNvSpPr>
          <p:nvPr/>
        </p:nvSpPr>
        <p:spPr>
          <a:xfrm>
            <a:off x="3684946" y="4691400"/>
            <a:ext cx="325781" cy="1423650"/>
          </a:xfrm>
          <a:custGeom>
            <a:avLst/>
            <a:gdLst/>
            <a:ahLst/>
            <a:cxnLst/>
            <a:rect l="0" t="0" r="0" b="0"/>
            <a:pathLst>
              <a:path w="325781" h="1423650">
                <a:moveTo>
                  <a:pt x="0" y="1423650"/>
                </a:moveTo>
                <a:lnTo>
                  <a:pt x="325781" y="1423650"/>
                </a:lnTo>
                <a:lnTo>
                  <a:pt x="325781" y="0"/>
                </a:lnTo>
                <a:lnTo>
                  <a:pt x="0" y="0"/>
                </a:lnTo>
                <a:lnTo>
                  <a:pt x="0" y="1423650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8" name="A1_bar_Cryo_12271">
            <a:extLst>
              <a:ext uri="{FF2B5EF4-FFF2-40B4-BE49-F238E27FC236}">
                <a16:creationId xmlns:a16="http://schemas.microsoft.com/office/drawing/2014/main" id="{29468A58-9B87-41B2-9707-1619EB95C404}"/>
              </a:ext>
            </a:extLst>
          </p:cNvPr>
          <p:cNvSpPr>
            <a:spLocks noGrp="1"/>
          </p:cNvSpPr>
          <p:nvPr/>
        </p:nvSpPr>
        <p:spPr>
          <a:xfrm>
            <a:off x="5258769" y="4711386"/>
            <a:ext cx="325781" cy="1403664"/>
          </a:xfrm>
          <a:custGeom>
            <a:avLst/>
            <a:gdLst/>
            <a:ahLst/>
            <a:cxnLst/>
            <a:rect l="0" t="0" r="0" b="0"/>
            <a:pathLst>
              <a:path w="325781" h="1403664">
                <a:moveTo>
                  <a:pt x="0" y="1403664"/>
                </a:moveTo>
                <a:lnTo>
                  <a:pt x="325781" y="1403664"/>
                </a:lnTo>
                <a:lnTo>
                  <a:pt x="325781" y="0"/>
                </a:lnTo>
                <a:lnTo>
                  <a:pt x="0" y="0"/>
                </a:lnTo>
                <a:lnTo>
                  <a:pt x="0" y="1403664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49" name="A1_bar_Cryo_12272">
            <a:extLst>
              <a:ext uri="{FF2B5EF4-FFF2-40B4-BE49-F238E27FC236}">
                <a16:creationId xmlns:a16="http://schemas.microsoft.com/office/drawing/2014/main" id="{CF27739F-3EBF-46D4-938E-6EB75A2B50DF}"/>
              </a:ext>
            </a:extLst>
          </p:cNvPr>
          <p:cNvSpPr>
            <a:spLocks noGrp="1"/>
          </p:cNvSpPr>
          <p:nvPr/>
        </p:nvSpPr>
        <p:spPr>
          <a:xfrm>
            <a:off x="6832592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0" name="A1_bar_Cryo_12273">
            <a:extLst>
              <a:ext uri="{FF2B5EF4-FFF2-40B4-BE49-F238E27FC236}">
                <a16:creationId xmlns:a16="http://schemas.microsoft.com/office/drawing/2014/main" id="{1C316612-A0E3-42C6-934A-0E840CFFA449}"/>
              </a:ext>
            </a:extLst>
          </p:cNvPr>
          <p:cNvSpPr>
            <a:spLocks noGrp="1"/>
          </p:cNvSpPr>
          <p:nvPr/>
        </p:nvSpPr>
        <p:spPr>
          <a:xfrm>
            <a:off x="8406415" y="5329017"/>
            <a:ext cx="325781" cy="786033"/>
          </a:xfrm>
          <a:custGeom>
            <a:avLst/>
            <a:gdLst/>
            <a:ahLst/>
            <a:cxnLst/>
            <a:rect l="0" t="0" r="0" b="0"/>
            <a:pathLst>
              <a:path w="325781" h="786033">
                <a:moveTo>
                  <a:pt x="0" y="786033"/>
                </a:moveTo>
                <a:lnTo>
                  <a:pt x="325781" y="786033"/>
                </a:lnTo>
                <a:lnTo>
                  <a:pt x="325781" y="0"/>
                </a:lnTo>
                <a:lnTo>
                  <a:pt x="0" y="0"/>
                </a:lnTo>
                <a:lnTo>
                  <a:pt x="0" y="786033"/>
                </a:lnTo>
                <a:close/>
              </a:path>
            </a:pathLst>
          </a:custGeom>
          <a:solidFill>
            <a:srgbClr val="68737D">
              <a:alpha val="19000"/>
            </a:srgbClr>
          </a:solidFill>
          <a:ln w="12347">
            <a:solidFill>
              <a:srgbClr val="68737D">
                <a:alpha val="19000"/>
              </a:srgbClr>
            </a:solidFill>
            <a:prstDash val="solid"/>
          </a:ln>
        </p:spPr>
      </p:sp>
      <p:sp>
        <p:nvSpPr>
          <p:cNvPr id="51" name="A1_bar_Cryo_12274">
            <a:extLst>
              <a:ext uri="{FF2B5EF4-FFF2-40B4-BE49-F238E27FC236}">
                <a16:creationId xmlns:a16="http://schemas.microsoft.com/office/drawing/2014/main" id="{411D7CDC-D38D-4FEF-947D-E3BF60E563FA}"/>
              </a:ext>
            </a:extLst>
          </p:cNvPr>
          <p:cNvSpPr>
            <a:spLocks noGrp="1"/>
          </p:cNvSpPr>
          <p:nvPr/>
        </p:nvSpPr>
        <p:spPr>
          <a:xfrm>
            <a:off x="1524439" y="42855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" name="A1_bar_Cryo_12275">
            <a:extLst>
              <a:ext uri="{FF2B5EF4-FFF2-40B4-BE49-F238E27FC236}">
                <a16:creationId xmlns:a16="http://schemas.microsoft.com/office/drawing/2014/main" id="{D0A04966-2E68-43BB-96D6-3BC9D68CE928}"/>
              </a:ext>
            </a:extLst>
          </p:cNvPr>
          <p:cNvSpPr>
            <a:spLocks noGrp="1"/>
          </p:cNvSpPr>
          <p:nvPr/>
        </p:nvSpPr>
        <p:spPr>
          <a:xfrm>
            <a:off x="1546761" y="341742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" name="A1_bar_Cryo_12276">
            <a:extLst>
              <a:ext uri="{FF2B5EF4-FFF2-40B4-BE49-F238E27FC236}">
                <a16:creationId xmlns:a16="http://schemas.microsoft.com/office/drawing/2014/main" id="{214D4B29-E50B-43DE-B7E6-79033AC77EDD}"/>
              </a:ext>
            </a:extLst>
          </p:cNvPr>
          <p:cNvSpPr>
            <a:spLocks noGrp="1"/>
          </p:cNvSpPr>
          <p:nvPr/>
        </p:nvSpPr>
        <p:spPr>
          <a:xfrm>
            <a:off x="1460641" y="35961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" name="A1_bar_Cryo_12277">
            <a:extLst>
              <a:ext uri="{FF2B5EF4-FFF2-40B4-BE49-F238E27FC236}">
                <a16:creationId xmlns:a16="http://schemas.microsoft.com/office/drawing/2014/main" id="{B1EEA850-EB53-4EEB-9608-75F71EAF7405}"/>
              </a:ext>
            </a:extLst>
          </p:cNvPr>
          <p:cNvSpPr>
            <a:spLocks noGrp="1"/>
          </p:cNvSpPr>
          <p:nvPr/>
        </p:nvSpPr>
        <p:spPr>
          <a:xfrm>
            <a:off x="1460845" y="5902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" name="A1_bar_Cryo_12278">
            <a:extLst>
              <a:ext uri="{FF2B5EF4-FFF2-40B4-BE49-F238E27FC236}">
                <a16:creationId xmlns:a16="http://schemas.microsoft.com/office/drawing/2014/main" id="{C46604A7-A481-44CE-A930-1A5922FAF38B}"/>
              </a:ext>
            </a:extLst>
          </p:cNvPr>
          <p:cNvSpPr>
            <a:spLocks noGrp="1"/>
          </p:cNvSpPr>
          <p:nvPr/>
        </p:nvSpPr>
        <p:spPr>
          <a:xfrm>
            <a:off x="1479870" y="38496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" name="A1_bar_Cryo_12279">
            <a:extLst>
              <a:ext uri="{FF2B5EF4-FFF2-40B4-BE49-F238E27FC236}">
                <a16:creationId xmlns:a16="http://schemas.microsoft.com/office/drawing/2014/main" id="{69828B75-EFB5-4088-A642-A2D54C6AA4EE}"/>
              </a:ext>
            </a:extLst>
          </p:cNvPr>
          <p:cNvSpPr>
            <a:spLocks noGrp="1"/>
          </p:cNvSpPr>
          <p:nvPr/>
        </p:nvSpPr>
        <p:spPr>
          <a:xfrm>
            <a:off x="1582876" y="52041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" name="A1_bar_Cryo_12280">
            <a:extLst>
              <a:ext uri="{FF2B5EF4-FFF2-40B4-BE49-F238E27FC236}">
                <a16:creationId xmlns:a16="http://schemas.microsoft.com/office/drawing/2014/main" id="{BC70EF8E-B18B-4533-B85D-B17E6C70B371}"/>
              </a:ext>
            </a:extLst>
          </p:cNvPr>
          <p:cNvSpPr>
            <a:spLocks noGrp="1"/>
          </p:cNvSpPr>
          <p:nvPr/>
        </p:nvSpPr>
        <p:spPr>
          <a:xfrm>
            <a:off x="1642420" y="33852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" name="A1_bar_Cryo_12281">
            <a:extLst>
              <a:ext uri="{FF2B5EF4-FFF2-40B4-BE49-F238E27FC236}">
                <a16:creationId xmlns:a16="http://schemas.microsoft.com/office/drawing/2014/main" id="{A36B5DCC-9CDE-4B43-BF9D-881C9AD6A730}"/>
              </a:ext>
            </a:extLst>
          </p:cNvPr>
          <p:cNvSpPr>
            <a:spLocks noGrp="1"/>
          </p:cNvSpPr>
          <p:nvPr/>
        </p:nvSpPr>
        <p:spPr>
          <a:xfrm>
            <a:off x="1509000" y="34378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" name="A1_bar_Cryo_12282">
            <a:extLst>
              <a:ext uri="{FF2B5EF4-FFF2-40B4-BE49-F238E27FC236}">
                <a16:creationId xmlns:a16="http://schemas.microsoft.com/office/drawing/2014/main" id="{794FBD49-59AF-4461-B197-D621DC5EE1FB}"/>
              </a:ext>
            </a:extLst>
          </p:cNvPr>
          <p:cNvSpPr>
            <a:spLocks noGrp="1"/>
          </p:cNvSpPr>
          <p:nvPr/>
        </p:nvSpPr>
        <p:spPr>
          <a:xfrm>
            <a:off x="1644387" y="4867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" name="A1_bar_Cryo_12283">
            <a:extLst>
              <a:ext uri="{FF2B5EF4-FFF2-40B4-BE49-F238E27FC236}">
                <a16:creationId xmlns:a16="http://schemas.microsoft.com/office/drawing/2014/main" id="{DA9A388F-7CAB-471F-9D31-41BA917CD4F8}"/>
              </a:ext>
            </a:extLst>
          </p:cNvPr>
          <p:cNvSpPr>
            <a:spLocks noGrp="1"/>
          </p:cNvSpPr>
          <p:nvPr/>
        </p:nvSpPr>
        <p:spPr>
          <a:xfrm>
            <a:off x="1643475" y="36320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" name="A1_bar_Cryo_12284">
            <a:extLst>
              <a:ext uri="{FF2B5EF4-FFF2-40B4-BE49-F238E27FC236}">
                <a16:creationId xmlns:a16="http://schemas.microsoft.com/office/drawing/2014/main" id="{8D94B21D-C233-4879-B65F-6E488F5D6244}"/>
              </a:ext>
            </a:extLst>
          </p:cNvPr>
          <p:cNvSpPr>
            <a:spLocks noGrp="1"/>
          </p:cNvSpPr>
          <p:nvPr/>
        </p:nvSpPr>
        <p:spPr>
          <a:xfrm>
            <a:off x="1460819" y="498279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" name="A1_bar_Cryo_12285">
            <a:extLst>
              <a:ext uri="{FF2B5EF4-FFF2-40B4-BE49-F238E27FC236}">
                <a16:creationId xmlns:a16="http://schemas.microsoft.com/office/drawing/2014/main" id="{CB4E50E6-3354-4E61-8125-05F6B5C0E61D}"/>
              </a:ext>
            </a:extLst>
          </p:cNvPr>
          <p:cNvSpPr>
            <a:spLocks noGrp="1"/>
          </p:cNvSpPr>
          <p:nvPr/>
        </p:nvSpPr>
        <p:spPr>
          <a:xfrm>
            <a:off x="1447586" y="44722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" name="A1_bar_Cryo_12286">
            <a:extLst>
              <a:ext uri="{FF2B5EF4-FFF2-40B4-BE49-F238E27FC236}">
                <a16:creationId xmlns:a16="http://schemas.microsoft.com/office/drawing/2014/main" id="{23313D1D-57E7-4ACE-9030-4EB2C4511708}"/>
              </a:ext>
            </a:extLst>
          </p:cNvPr>
          <p:cNvSpPr>
            <a:spLocks noGrp="1"/>
          </p:cNvSpPr>
          <p:nvPr/>
        </p:nvSpPr>
        <p:spPr>
          <a:xfrm>
            <a:off x="1541240" y="45896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" name="A1_bar_Cryo_12287">
            <a:extLst>
              <a:ext uri="{FF2B5EF4-FFF2-40B4-BE49-F238E27FC236}">
                <a16:creationId xmlns:a16="http://schemas.microsoft.com/office/drawing/2014/main" id="{97AF5E65-C3B1-492F-86EB-528938F1A017}"/>
              </a:ext>
            </a:extLst>
          </p:cNvPr>
          <p:cNvSpPr>
            <a:spLocks noGrp="1"/>
          </p:cNvSpPr>
          <p:nvPr/>
        </p:nvSpPr>
        <p:spPr>
          <a:xfrm>
            <a:off x="1498492" y="43234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" name="A1_bar_Cryo_12288">
            <a:extLst>
              <a:ext uri="{FF2B5EF4-FFF2-40B4-BE49-F238E27FC236}">
                <a16:creationId xmlns:a16="http://schemas.microsoft.com/office/drawing/2014/main" id="{4E7E4242-2B04-4404-9CE0-2D96263E5527}"/>
              </a:ext>
            </a:extLst>
          </p:cNvPr>
          <p:cNvSpPr>
            <a:spLocks noGrp="1"/>
          </p:cNvSpPr>
          <p:nvPr/>
        </p:nvSpPr>
        <p:spPr>
          <a:xfrm>
            <a:off x="1498621" y="35446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" name="A1_bar_Cryo_12289">
            <a:extLst>
              <a:ext uri="{FF2B5EF4-FFF2-40B4-BE49-F238E27FC236}">
                <a16:creationId xmlns:a16="http://schemas.microsoft.com/office/drawing/2014/main" id="{0625D3D3-1515-4B7E-AC06-590495B2B333}"/>
              </a:ext>
            </a:extLst>
          </p:cNvPr>
          <p:cNvSpPr>
            <a:spLocks noGrp="1"/>
          </p:cNvSpPr>
          <p:nvPr/>
        </p:nvSpPr>
        <p:spPr>
          <a:xfrm>
            <a:off x="1552605" y="37781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" name="A1_bar_Cryo_12290">
            <a:extLst>
              <a:ext uri="{FF2B5EF4-FFF2-40B4-BE49-F238E27FC236}">
                <a16:creationId xmlns:a16="http://schemas.microsoft.com/office/drawing/2014/main" id="{95238205-5A52-4EDF-A753-1666D6C4576B}"/>
              </a:ext>
            </a:extLst>
          </p:cNvPr>
          <p:cNvSpPr>
            <a:spLocks noGrp="1"/>
          </p:cNvSpPr>
          <p:nvPr/>
        </p:nvSpPr>
        <p:spPr>
          <a:xfrm>
            <a:off x="1617650" y="47360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" name="A1_bar_Cryo_12291">
            <a:extLst>
              <a:ext uri="{FF2B5EF4-FFF2-40B4-BE49-F238E27FC236}">
                <a16:creationId xmlns:a16="http://schemas.microsoft.com/office/drawing/2014/main" id="{B4BC78BA-CF92-46CA-99BE-A32454BE04AB}"/>
              </a:ext>
            </a:extLst>
          </p:cNvPr>
          <p:cNvSpPr>
            <a:spLocks noGrp="1"/>
          </p:cNvSpPr>
          <p:nvPr/>
        </p:nvSpPr>
        <p:spPr>
          <a:xfrm>
            <a:off x="1452179" y="5044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" name="A1_bar_Cryo_12292">
            <a:extLst>
              <a:ext uri="{FF2B5EF4-FFF2-40B4-BE49-F238E27FC236}">
                <a16:creationId xmlns:a16="http://schemas.microsoft.com/office/drawing/2014/main" id="{116AA5A9-63AC-44AE-B314-6D3C0EB5FAE3}"/>
              </a:ext>
            </a:extLst>
          </p:cNvPr>
          <p:cNvSpPr>
            <a:spLocks noGrp="1"/>
          </p:cNvSpPr>
          <p:nvPr/>
        </p:nvSpPr>
        <p:spPr>
          <a:xfrm>
            <a:off x="1439192" y="4136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" name="A1_bar_Cryo_12293">
            <a:extLst>
              <a:ext uri="{FF2B5EF4-FFF2-40B4-BE49-F238E27FC236}">
                <a16:creationId xmlns:a16="http://schemas.microsoft.com/office/drawing/2014/main" id="{2351BF73-A328-4F81-A912-C5A2C729A64F}"/>
              </a:ext>
            </a:extLst>
          </p:cNvPr>
          <p:cNvSpPr>
            <a:spLocks noGrp="1"/>
          </p:cNvSpPr>
          <p:nvPr/>
        </p:nvSpPr>
        <p:spPr>
          <a:xfrm>
            <a:off x="1425798" y="4330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" name="A1_bar_Cryo_12294">
            <a:extLst>
              <a:ext uri="{FF2B5EF4-FFF2-40B4-BE49-F238E27FC236}">
                <a16:creationId xmlns:a16="http://schemas.microsoft.com/office/drawing/2014/main" id="{61E84568-0A51-4652-B250-31123EE2C30B}"/>
              </a:ext>
            </a:extLst>
          </p:cNvPr>
          <p:cNvSpPr>
            <a:spLocks noGrp="1"/>
          </p:cNvSpPr>
          <p:nvPr/>
        </p:nvSpPr>
        <p:spPr>
          <a:xfrm>
            <a:off x="1552142" y="51765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" name="A1_bar_Cryo_12295">
            <a:extLst>
              <a:ext uri="{FF2B5EF4-FFF2-40B4-BE49-F238E27FC236}">
                <a16:creationId xmlns:a16="http://schemas.microsoft.com/office/drawing/2014/main" id="{4F2B2FFB-4A59-4E1F-8BF1-3C0CA47E15D2}"/>
              </a:ext>
            </a:extLst>
          </p:cNvPr>
          <p:cNvSpPr>
            <a:spLocks noGrp="1"/>
          </p:cNvSpPr>
          <p:nvPr/>
        </p:nvSpPr>
        <p:spPr>
          <a:xfrm>
            <a:off x="1494595" y="50357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" name="A1_bar_Cryo_12296">
            <a:extLst>
              <a:ext uri="{FF2B5EF4-FFF2-40B4-BE49-F238E27FC236}">
                <a16:creationId xmlns:a16="http://schemas.microsoft.com/office/drawing/2014/main" id="{9CF9768A-1BFC-4789-8D87-22C2E609DEB1}"/>
              </a:ext>
            </a:extLst>
          </p:cNvPr>
          <p:cNvSpPr>
            <a:spLocks noGrp="1"/>
          </p:cNvSpPr>
          <p:nvPr/>
        </p:nvSpPr>
        <p:spPr>
          <a:xfrm>
            <a:off x="1607837" y="48607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" name="A1_bar_Cryo_12297">
            <a:extLst>
              <a:ext uri="{FF2B5EF4-FFF2-40B4-BE49-F238E27FC236}">
                <a16:creationId xmlns:a16="http://schemas.microsoft.com/office/drawing/2014/main" id="{8188F1B2-2D15-46D4-B4A9-F65E7ED1BEAD}"/>
              </a:ext>
            </a:extLst>
          </p:cNvPr>
          <p:cNvSpPr>
            <a:spLocks noGrp="1"/>
          </p:cNvSpPr>
          <p:nvPr/>
        </p:nvSpPr>
        <p:spPr>
          <a:xfrm>
            <a:off x="1648156" y="33651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" name="A1_bar_Cryo_12298">
            <a:extLst>
              <a:ext uri="{FF2B5EF4-FFF2-40B4-BE49-F238E27FC236}">
                <a16:creationId xmlns:a16="http://schemas.microsoft.com/office/drawing/2014/main" id="{056BD33F-2470-4672-9E0E-7309CD61C5C1}"/>
              </a:ext>
            </a:extLst>
          </p:cNvPr>
          <p:cNvSpPr>
            <a:spLocks noGrp="1"/>
          </p:cNvSpPr>
          <p:nvPr/>
        </p:nvSpPr>
        <p:spPr>
          <a:xfrm>
            <a:off x="1423835" y="60107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" name="A1_bar_Cryo_12299">
            <a:extLst>
              <a:ext uri="{FF2B5EF4-FFF2-40B4-BE49-F238E27FC236}">
                <a16:creationId xmlns:a16="http://schemas.microsoft.com/office/drawing/2014/main" id="{7E055623-0A1B-41F4-953A-849CF655F356}"/>
              </a:ext>
            </a:extLst>
          </p:cNvPr>
          <p:cNvSpPr>
            <a:spLocks noGrp="1"/>
          </p:cNvSpPr>
          <p:nvPr/>
        </p:nvSpPr>
        <p:spPr>
          <a:xfrm>
            <a:off x="1637626" y="60770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" name="A1_bar_Cryo_12300">
            <a:extLst>
              <a:ext uri="{FF2B5EF4-FFF2-40B4-BE49-F238E27FC236}">
                <a16:creationId xmlns:a16="http://schemas.microsoft.com/office/drawing/2014/main" id="{C6E4380A-70A9-4AC2-B3A5-37956FAD636A}"/>
              </a:ext>
            </a:extLst>
          </p:cNvPr>
          <p:cNvSpPr>
            <a:spLocks noGrp="1"/>
          </p:cNvSpPr>
          <p:nvPr/>
        </p:nvSpPr>
        <p:spPr>
          <a:xfrm>
            <a:off x="1484123" y="54490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" name="A1_bar_Cryo_12301">
            <a:extLst>
              <a:ext uri="{FF2B5EF4-FFF2-40B4-BE49-F238E27FC236}">
                <a16:creationId xmlns:a16="http://schemas.microsoft.com/office/drawing/2014/main" id="{72A68E93-AAF7-46DC-8B90-0AF81E5DFF6D}"/>
              </a:ext>
            </a:extLst>
          </p:cNvPr>
          <p:cNvSpPr>
            <a:spLocks noGrp="1"/>
          </p:cNvSpPr>
          <p:nvPr/>
        </p:nvSpPr>
        <p:spPr>
          <a:xfrm>
            <a:off x="1575201" y="46285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" name="A1_bar_Cryo_12302">
            <a:extLst>
              <a:ext uri="{FF2B5EF4-FFF2-40B4-BE49-F238E27FC236}">
                <a16:creationId xmlns:a16="http://schemas.microsoft.com/office/drawing/2014/main" id="{69B77504-16F0-4F2D-9768-9D4CACD58739}"/>
              </a:ext>
            </a:extLst>
          </p:cNvPr>
          <p:cNvSpPr>
            <a:spLocks noGrp="1"/>
          </p:cNvSpPr>
          <p:nvPr/>
        </p:nvSpPr>
        <p:spPr>
          <a:xfrm>
            <a:off x="1435187" y="32852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" name="A1_bar_Cryo_12303">
            <a:extLst>
              <a:ext uri="{FF2B5EF4-FFF2-40B4-BE49-F238E27FC236}">
                <a16:creationId xmlns:a16="http://schemas.microsoft.com/office/drawing/2014/main" id="{55FCA421-432B-4511-B481-6DD03791FC5C}"/>
              </a:ext>
            </a:extLst>
          </p:cNvPr>
          <p:cNvSpPr>
            <a:spLocks noGrp="1"/>
          </p:cNvSpPr>
          <p:nvPr/>
        </p:nvSpPr>
        <p:spPr>
          <a:xfrm>
            <a:off x="1512572" y="33688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" name="A1_bar_Cryo_12304">
            <a:extLst>
              <a:ext uri="{FF2B5EF4-FFF2-40B4-BE49-F238E27FC236}">
                <a16:creationId xmlns:a16="http://schemas.microsoft.com/office/drawing/2014/main" id="{0B081963-24A1-409D-9A2F-0B1138BAEA4F}"/>
              </a:ext>
            </a:extLst>
          </p:cNvPr>
          <p:cNvSpPr>
            <a:spLocks noGrp="1"/>
          </p:cNvSpPr>
          <p:nvPr/>
        </p:nvSpPr>
        <p:spPr>
          <a:xfrm>
            <a:off x="1649228" y="609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" name="A1_bar_Cryo_12305">
            <a:extLst>
              <a:ext uri="{FF2B5EF4-FFF2-40B4-BE49-F238E27FC236}">
                <a16:creationId xmlns:a16="http://schemas.microsoft.com/office/drawing/2014/main" id="{103CE3EE-0175-4626-804C-4571C540ACAE}"/>
              </a:ext>
            </a:extLst>
          </p:cNvPr>
          <p:cNvSpPr>
            <a:spLocks noGrp="1"/>
          </p:cNvSpPr>
          <p:nvPr/>
        </p:nvSpPr>
        <p:spPr>
          <a:xfrm>
            <a:off x="1612777" y="42085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" name="A1_bar_Cryo_12306">
            <a:extLst>
              <a:ext uri="{FF2B5EF4-FFF2-40B4-BE49-F238E27FC236}">
                <a16:creationId xmlns:a16="http://schemas.microsoft.com/office/drawing/2014/main" id="{8986C144-4ADC-434A-957F-8F3DE59488C0}"/>
              </a:ext>
            </a:extLst>
          </p:cNvPr>
          <p:cNvSpPr>
            <a:spLocks noGrp="1"/>
          </p:cNvSpPr>
          <p:nvPr/>
        </p:nvSpPr>
        <p:spPr>
          <a:xfrm>
            <a:off x="1576392" y="59752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" name="A1_bar_Cryo_12307">
            <a:extLst>
              <a:ext uri="{FF2B5EF4-FFF2-40B4-BE49-F238E27FC236}">
                <a16:creationId xmlns:a16="http://schemas.microsoft.com/office/drawing/2014/main" id="{8B534D59-FF2F-478A-B661-69EC1300781E}"/>
              </a:ext>
            </a:extLst>
          </p:cNvPr>
          <p:cNvSpPr>
            <a:spLocks noGrp="1"/>
          </p:cNvSpPr>
          <p:nvPr/>
        </p:nvSpPr>
        <p:spPr>
          <a:xfrm>
            <a:off x="1548727" y="54830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" name="A1_bar_Cryo_12308">
            <a:extLst>
              <a:ext uri="{FF2B5EF4-FFF2-40B4-BE49-F238E27FC236}">
                <a16:creationId xmlns:a16="http://schemas.microsoft.com/office/drawing/2014/main" id="{B6C0C12F-CCA6-4A5B-B9D6-B61EF94D734D}"/>
              </a:ext>
            </a:extLst>
          </p:cNvPr>
          <p:cNvSpPr>
            <a:spLocks noGrp="1"/>
          </p:cNvSpPr>
          <p:nvPr/>
        </p:nvSpPr>
        <p:spPr>
          <a:xfrm>
            <a:off x="1648556" y="46529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" name="A1_bar_Cryo_12309">
            <a:extLst>
              <a:ext uri="{FF2B5EF4-FFF2-40B4-BE49-F238E27FC236}">
                <a16:creationId xmlns:a16="http://schemas.microsoft.com/office/drawing/2014/main" id="{1D79102F-3056-4F7B-BDDC-718B4511B0E8}"/>
              </a:ext>
            </a:extLst>
          </p:cNvPr>
          <p:cNvSpPr>
            <a:spLocks noGrp="1"/>
          </p:cNvSpPr>
          <p:nvPr/>
        </p:nvSpPr>
        <p:spPr>
          <a:xfrm>
            <a:off x="1656245" y="60978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" name="A1_bar_Cryo_12310">
            <a:extLst>
              <a:ext uri="{FF2B5EF4-FFF2-40B4-BE49-F238E27FC236}">
                <a16:creationId xmlns:a16="http://schemas.microsoft.com/office/drawing/2014/main" id="{5C853C87-0350-4667-BEBB-4B65F2BCEBC5}"/>
              </a:ext>
            </a:extLst>
          </p:cNvPr>
          <p:cNvSpPr>
            <a:spLocks noGrp="1"/>
          </p:cNvSpPr>
          <p:nvPr/>
        </p:nvSpPr>
        <p:spPr>
          <a:xfrm>
            <a:off x="1499577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" name="A1_bar_Cryo_12311">
            <a:extLst>
              <a:ext uri="{FF2B5EF4-FFF2-40B4-BE49-F238E27FC236}">
                <a16:creationId xmlns:a16="http://schemas.microsoft.com/office/drawing/2014/main" id="{6E7D4AE5-5716-4742-B0F4-F3E1A55D06E6}"/>
              </a:ext>
            </a:extLst>
          </p:cNvPr>
          <p:cNvSpPr>
            <a:spLocks noGrp="1"/>
          </p:cNvSpPr>
          <p:nvPr/>
        </p:nvSpPr>
        <p:spPr>
          <a:xfrm>
            <a:off x="1488189" y="4663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" name="A1_bar_Cryo_12312">
            <a:extLst>
              <a:ext uri="{FF2B5EF4-FFF2-40B4-BE49-F238E27FC236}">
                <a16:creationId xmlns:a16="http://schemas.microsoft.com/office/drawing/2014/main" id="{7F5CED60-1564-4E5F-9364-660BC090B245}"/>
              </a:ext>
            </a:extLst>
          </p:cNvPr>
          <p:cNvSpPr>
            <a:spLocks noGrp="1"/>
          </p:cNvSpPr>
          <p:nvPr/>
        </p:nvSpPr>
        <p:spPr>
          <a:xfrm>
            <a:off x="1522103" y="3392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" name="A1_bar_Cryo_12313">
            <a:extLst>
              <a:ext uri="{FF2B5EF4-FFF2-40B4-BE49-F238E27FC236}">
                <a16:creationId xmlns:a16="http://schemas.microsoft.com/office/drawing/2014/main" id="{46095851-F301-4BD7-85EF-164656706688}"/>
              </a:ext>
            </a:extLst>
          </p:cNvPr>
          <p:cNvSpPr>
            <a:spLocks noGrp="1"/>
          </p:cNvSpPr>
          <p:nvPr/>
        </p:nvSpPr>
        <p:spPr>
          <a:xfrm>
            <a:off x="1646319" y="32222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" name="A1_bar_Cryo_12314">
            <a:extLst>
              <a:ext uri="{FF2B5EF4-FFF2-40B4-BE49-F238E27FC236}">
                <a16:creationId xmlns:a16="http://schemas.microsoft.com/office/drawing/2014/main" id="{9A500218-F782-4CFC-9C3C-6757A17E34B4}"/>
              </a:ext>
            </a:extLst>
          </p:cNvPr>
          <p:cNvSpPr>
            <a:spLocks noGrp="1"/>
          </p:cNvSpPr>
          <p:nvPr/>
        </p:nvSpPr>
        <p:spPr>
          <a:xfrm>
            <a:off x="1535379" y="600858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" name="A1_bar_Cryo_12315">
            <a:extLst>
              <a:ext uri="{FF2B5EF4-FFF2-40B4-BE49-F238E27FC236}">
                <a16:creationId xmlns:a16="http://schemas.microsoft.com/office/drawing/2014/main" id="{8A99B2C9-B9CC-40B8-88E0-1849C066B746}"/>
              </a:ext>
            </a:extLst>
          </p:cNvPr>
          <p:cNvSpPr>
            <a:spLocks noGrp="1"/>
          </p:cNvSpPr>
          <p:nvPr/>
        </p:nvSpPr>
        <p:spPr>
          <a:xfrm>
            <a:off x="1460638" y="34606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" name="A1_bar_Cryo_12316">
            <a:extLst>
              <a:ext uri="{FF2B5EF4-FFF2-40B4-BE49-F238E27FC236}">
                <a16:creationId xmlns:a16="http://schemas.microsoft.com/office/drawing/2014/main" id="{E684CBAE-4242-4A7D-99B6-5245948FCDCA}"/>
              </a:ext>
            </a:extLst>
          </p:cNvPr>
          <p:cNvSpPr>
            <a:spLocks noGrp="1"/>
          </p:cNvSpPr>
          <p:nvPr/>
        </p:nvSpPr>
        <p:spPr>
          <a:xfrm>
            <a:off x="1482447" y="3888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" name="A1_bar_Cryo_12317">
            <a:extLst>
              <a:ext uri="{FF2B5EF4-FFF2-40B4-BE49-F238E27FC236}">
                <a16:creationId xmlns:a16="http://schemas.microsoft.com/office/drawing/2014/main" id="{737F200E-0F60-46CB-828B-9001B7F1D431}"/>
              </a:ext>
            </a:extLst>
          </p:cNvPr>
          <p:cNvSpPr>
            <a:spLocks noGrp="1"/>
          </p:cNvSpPr>
          <p:nvPr/>
        </p:nvSpPr>
        <p:spPr>
          <a:xfrm>
            <a:off x="1645065" y="40448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" name="A1_bar_Cryo_12318">
            <a:extLst>
              <a:ext uri="{FF2B5EF4-FFF2-40B4-BE49-F238E27FC236}">
                <a16:creationId xmlns:a16="http://schemas.microsoft.com/office/drawing/2014/main" id="{31397145-E073-4BB2-ABBF-67B29F0821B6}"/>
              </a:ext>
            </a:extLst>
          </p:cNvPr>
          <p:cNvSpPr>
            <a:spLocks noGrp="1"/>
          </p:cNvSpPr>
          <p:nvPr/>
        </p:nvSpPr>
        <p:spPr>
          <a:xfrm>
            <a:off x="1476681" y="436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" name="A1_bar_Cryo_12319">
            <a:extLst>
              <a:ext uri="{FF2B5EF4-FFF2-40B4-BE49-F238E27FC236}">
                <a16:creationId xmlns:a16="http://schemas.microsoft.com/office/drawing/2014/main" id="{1C5081C5-6676-4EAA-A817-DD86F56EB79C}"/>
              </a:ext>
            </a:extLst>
          </p:cNvPr>
          <p:cNvSpPr>
            <a:spLocks noGrp="1"/>
          </p:cNvSpPr>
          <p:nvPr/>
        </p:nvSpPr>
        <p:spPr>
          <a:xfrm>
            <a:off x="1648069" y="42112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" name="A1_bar_Cryo_12320">
            <a:extLst>
              <a:ext uri="{FF2B5EF4-FFF2-40B4-BE49-F238E27FC236}">
                <a16:creationId xmlns:a16="http://schemas.microsoft.com/office/drawing/2014/main" id="{6E2E4746-25CD-4C74-8431-9942C1DC049F}"/>
              </a:ext>
            </a:extLst>
          </p:cNvPr>
          <p:cNvSpPr>
            <a:spLocks noGrp="1"/>
          </p:cNvSpPr>
          <p:nvPr/>
        </p:nvSpPr>
        <p:spPr>
          <a:xfrm>
            <a:off x="1437337" y="51289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" name="A1_bar_Cryo_12321">
            <a:extLst>
              <a:ext uri="{FF2B5EF4-FFF2-40B4-BE49-F238E27FC236}">
                <a16:creationId xmlns:a16="http://schemas.microsoft.com/office/drawing/2014/main" id="{7007A9FD-3018-4E36-85A4-EE33FCC653B2}"/>
              </a:ext>
            </a:extLst>
          </p:cNvPr>
          <p:cNvSpPr>
            <a:spLocks noGrp="1"/>
          </p:cNvSpPr>
          <p:nvPr/>
        </p:nvSpPr>
        <p:spPr>
          <a:xfrm>
            <a:off x="1502964" y="60047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" name="A1_bar_Cryo_12322">
            <a:extLst>
              <a:ext uri="{FF2B5EF4-FFF2-40B4-BE49-F238E27FC236}">
                <a16:creationId xmlns:a16="http://schemas.microsoft.com/office/drawing/2014/main" id="{58412BCC-32CD-4DDA-828E-A13030B08915}"/>
              </a:ext>
            </a:extLst>
          </p:cNvPr>
          <p:cNvSpPr>
            <a:spLocks noGrp="1"/>
          </p:cNvSpPr>
          <p:nvPr/>
        </p:nvSpPr>
        <p:spPr>
          <a:xfrm>
            <a:off x="1461716" y="46851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" name="A1_bar_Cryo_12323">
            <a:extLst>
              <a:ext uri="{FF2B5EF4-FFF2-40B4-BE49-F238E27FC236}">
                <a16:creationId xmlns:a16="http://schemas.microsoft.com/office/drawing/2014/main" id="{33F360A5-193F-4AB1-8DFA-3E2284DD24C2}"/>
              </a:ext>
            </a:extLst>
          </p:cNvPr>
          <p:cNvSpPr>
            <a:spLocks noGrp="1"/>
          </p:cNvSpPr>
          <p:nvPr/>
        </p:nvSpPr>
        <p:spPr>
          <a:xfrm>
            <a:off x="1590892" y="34164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" name="A1_bar_Cryo_12324">
            <a:extLst>
              <a:ext uri="{FF2B5EF4-FFF2-40B4-BE49-F238E27FC236}">
                <a16:creationId xmlns:a16="http://schemas.microsoft.com/office/drawing/2014/main" id="{02E7EDE6-EE26-4E0A-AA33-16A62CE7EE2F}"/>
              </a:ext>
            </a:extLst>
          </p:cNvPr>
          <p:cNvSpPr>
            <a:spLocks noGrp="1"/>
          </p:cNvSpPr>
          <p:nvPr/>
        </p:nvSpPr>
        <p:spPr>
          <a:xfrm>
            <a:off x="1658594" y="45413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" name="A1_bar_Cryo_12325">
            <a:extLst>
              <a:ext uri="{FF2B5EF4-FFF2-40B4-BE49-F238E27FC236}">
                <a16:creationId xmlns:a16="http://schemas.microsoft.com/office/drawing/2014/main" id="{DE3EF5C5-4A3F-4830-883D-DCDFE9EFDA85}"/>
              </a:ext>
            </a:extLst>
          </p:cNvPr>
          <p:cNvSpPr>
            <a:spLocks noGrp="1"/>
          </p:cNvSpPr>
          <p:nvPr/>
        </p:nvSpPr>
        <p:spPr>
          <a:xfrm>
            <a:off x="1542291" y="60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" name="A1_bar_Cryo_12326">
            <a:extLst>
              <a:ext uri="{FF2B5EF4-FFF2-40B4-BE49-F238E27FC236}">
                <a16:creationId xmlns:a16="http://schemas.microsoft.com/office/drawing/2014/main" id="{CBBA67B5-AC91-4E27-A8EE-8112CB59392B}"/>
              </a:ext>
            </a:extLst>
          </p:cNvPr>
          <p:cNvSpPr>
            <a:spLocks noGrp="1"/>
          </p:cNvSpPr>
          <p:nvPr/>
        </p:nvSpPr>
        <p:spPr>
          <a:xfrm>
            <a:off x="1618511" y="45501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" name="A1_bar_Cryo_12327">
            <a:extLst>
              <a:ext uri="{FF2B5EF4-FFF2-40B4-BE49-F238E27FC236}">
                <a16:creationId xmlns:a16="http://schemas.microsoft.com/office/drawing/2014/main" id="{F67B331B-F266-4A36-ADBC-0235AED59BFD}"/>
              </a:ext>
            </a:extLst>
          </p:cNvPr>
          <p:cNvSpPr>
            <a:spLocks noGrp="1"/>
          </p:cNvSpPr>
          <p:nvPr/>
        </p:nvSpPr>
        <p:spPr>
          <a:xfrm>
            <a:off x="1517295" y="46455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" name="A1_bar_Cryo_12328">
            <a:extLst>
              <a:ext uri="{FF2B5EF4-FFF2-40B4-BE49-F238E27FC236}">
                <a16:creationId xmlns:a16="http://schemas.microsoft.com/office/drawing/2014/main" id="{F23DA040-3EA3-4DC9-9EAE-FFB4E479C5BA}"/>
              </a:ext>
            </a:extLst>
          </p:cNvPr>
          <p:cNvSpPr>
            <a:spLocks noGrp="1"/>
          </p:cNvSpPr>
          <p:nvPr/>
        </p:nvSpPr>
        <p:spPr>
          <a:xfrm>
            <a:off x="1544143" y="423782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" name="A1_bar_Cryo_12329">
            <a:extLst>
              <a:ext uri="{FF2B5EF4-FFF2-40B4-BE49-F238E27FC236}">
                <a16:creationId xmlns:a16="http://schemas.microsoft.com/office/drawing/2014/main" id="{EFE7BD8F-C9C2-42A7-8FA5-E343A95C896D}"/>
              </a:ext>
            </a:extLst>
          </p:cNvPr>
          <p:cNvSpPr>
            <a:spLocks noGrp="1"/>
          </p:cNvSpPr>
          <p:nvPr/>
        </p:nvSpPr>
        <p:spPr>
          <a:xfrm>
            <a:off x="1412598" y="44084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" name="A1_bar_Cryo_12330">
            <a:extLst>
              <a:ext uri="{FF2B5EF4-FFF2-40B4-BE49-F238E27FC236}">
                <a16:creationId xmlns:a16="http://schemas.microsoft.com/office/drawing/2014/main" id="{A9AD2172-E069-4E0B-BAD9-D9DDBE0784C4}"/>
              </a:ext>
            </a:extLst>
          </p:cNvPr>
          <p:cNvSpPr>
            <a:spLocks noGrp="1"/>
          </p:cNvSpPr>
          <p:nvPr/>
        </p:nvSpPr>
        <p:spPr>
          <a:xfrm>
            <a:off x="1496066" y="43819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" name="A1_bar_Cryo_12331">
            <a:extLst>
              <a:ext uri="{FF2B5EF4-FFF2-40B4-BE49-F238E27FC236}">
                <a16:creationId xmlns:a16="http://schemas.microsoft.com/office/drawing/2014/main" id="{3B4E4E7B-E300-4F99-8B7F-6A9BC52A4C96}"/>
              </a:ext>
            </a:extLst>
          </p:cNvPr>
          <p:cNvSpPr>
            <a:spLocks noGrp="1"/>
          </p:cNvSpPr>
          <p:nvPr/>
        </p:nvSpPr>
        <p:spPr>
          <a:xfrm>
            <a:off x="1633154" y="31870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" name="A1_bar_Cryo_12332">
            <a:extLst>
              <a:ext uri="{FF2B5EF4-FFF2-40B4-BE49-F238E27FC236}">
                <a16:creationId xmlns:a16="http://schemas.microsoft.com/office/drawing/2014/main" id="{7E538879-B843-479C-B7EE-66E087B2D448}"/>
              </a:ext>
            </a:extLst>
          </p:cNvPr>
          <p:cNvSpPr>
            <a:spLocks noGrp="1"/>
          </p:cNvSpPr>
          <p:nvPr/>
        </p:nvSpPr>
        <p:spPr>
          <a:xfrm>
            <a:off x="1633121" y="35211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" name="A1_bar_Cryo_12333">
            <a:extLst>
              <a:ext uri="{FF2B5EF4-FFF2-40B4-BE49-F238E27FC236}">
                <a16:creationId xmlns:a16="http://schemas.microsoft.com/office/drawing/2014/main" id="{CDE6B3D4-51A3-4F36-99BE-39C7E70869FE}"/>
              </a:ext>
            </a:extLst>
          </p:cNvPr>
          <p:cNvSpPr>
            <a:spLocks noGrp="1"/>
          </p:cNvSpPr>
          <p:nvPr/>
        </p:nvSpPr>
        <p:spPr>
          <a:xfrm>
            <a:off x="1479852" y="36536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" name="A1_bar_Cryo_12334">
            <a:extLst>
              <a:ext uri="{FF2B5EF4-FFF2-40B4-BE49-F238E27FC236}">
                <a16:creationId xmlns:a16="http://schemas.microsoft.com/office/drawing/2014/main" id="{A5BBACBB-4277-4B58-BCC6-2D2982C33CA1}"/>
              </a:ext>
            </a:extLst>
          </p:cNvPr>
          <p:cNvSpPr>
            <a:spLocks noGrp="1"/>
          </p:cNvSpPr>
          <p:nvPr/>
        </p:nvSpPr>
        <p:spPr>
          <a:xfrm>
            <a:off x="1457897" y="41912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" name="A1_bar_Cryo_12335">
            <a:extLst>
              <a:ext uri="{FF2B5EF4-FFF2-40B4-BE49-F238E27FC236}">
                <a16:creationId xmlns:a16="http://schemas.microsoft.com/office/drawing/2014/main" id="{79DD1843-BAD9-453A-B09D-33E16ABE53B7}"/>
              </a:ext>
            </a:extLst>
          </p:cNvPr>
          <p:cNvSpPr>
            <a:spLocks noGrp="1"/>
          </p:cNvSpPr>
          <p:nvPr/>
        </p:nvSpPr>
        <p:spPr>
          <a:xfrm>
            <a:off x="1483370" y="32561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" name="A1_bar_Cryo_12336">
            <a:extLst>
              <a:ext uri="{FF2B5EF4-FFF2-40B4-BE49-F238E27FC236}">
                <a16:creationId xmlns:a16="http://schemas.microsoft.com/office/drawing/2014/main" id="{7EC35CD7-0625-416A-8812-38C10A99A1ED}"/>
              </a:ext>
            </a:extLst>
          </p:cNvPr>
          <p:cNvSpPr>
            <a:spLocks noGrp="1"/>
          </p:cNvSpPr>
          <p:nvPr/>
        </p:nvSpPr>
        <p:spPr>
          <a:xfrm>
            <a:off x="1636122" y="48412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" name="A1_bar_Cryo_12337">
            <a:extLst>
              <a:ext uri="{FF2B5EF4-FFF2-40B4-BE49-F238E27FC236}">
                <a16:creationId xmlns:a16="http://schemas.microsoft.com/office/drawing/2014/main" id="{A23E7043-E860-4712-9CC5-21BB9D6D9379}"/>
              </a:ext>
            </a:extLst>
          </p:cNvPr>
          <p:cNvSpPr>
            <a:spLocks noGrp="1"/>
          </p:cNvSpPr>
          <p:nvPr/>
        </p:nvSpPr>
        <p:spPr>
          <a:xfrm>
            <a:off x="1551456" y="58206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" name="A1_bar_Cryo_12338">
            <a:extLst>
              <a:ext uri="{FF2B5EF4-FFF2-40B4-BE49-F238E27FC236}">
                <a16:creationId xmlns:a16="http://schemas.microsoft.com/office/drawing/2014/main" id="{F93F5863-7F4D-4DEE-B207-8827F3FCF530}"/>
              </a:ext>
            </a:extLst>
          </p:cNvPr>
          <p:cNvSpPr>
            <a:spLocks noGrp="1"/>
          </p:cNvSpPr>
          <p:nvPr/>
        </p:nvSpPr>
        <p:spPr>
          <a:xfrm>
            <a:off x="1628444" y="60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" name="A1_bar_Cryo_12339">
            <a:extLst>
              <a:ext uri="{FF2B5EF4-FFF2-40B4-BE49-F238E27FC236}">
                <a16:creationId xmlns:a16="http://schemas.microsoft.com/office/drawing/2014/main" id="{3E0D8042-3DB8-47F9-8DA3-B01DC694B99E}"/>
              </a:ext>
            </a:extLst>
          </p:cNvPr>
          <p:cNvSpPr>
            <a:spLocks noGrp="1"/>
          </p:cNvSpPr>
          <p:nvPr/>
        </p:nvSpPr>
        <p:spPr>
          <a:xfrm>
            <a:off x="1475901" y="55632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" name="A1_bar_Cryo_12340">
            <a:extLst>
              <a:ext uri="{FF2B5EF4-FFF2-40B4-BE49-F238E27FC236}">
                <a16:creationId xmlns:a16="http://schemas.microsoft.com/office/drawing/2014/main" id="{9E229109-7493-41D6-891F-A5A124F35A94}"/>
              </a:ext>
            </a:extLst>
          </p:cNvPr>
          <p:cNvSpPr>
            <a:spLocks noGrp="1"/>
          </p:cNvSpPr>
          <p:nvPr/>
        </p:nvSpPr>
        <p:spPr>
          <a:xfrm>
            <a:off x="1478713" y="57210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" name="A1_bar_Cryo_12341">
            <a:extLst>
              <a:ext uri="{FF2B5EF4-FFF2-40B4-BE49-F238E27FC236}">
                <a16:creationId xmlns:a16="http://schemas.microsoft.com/office/drawing/2014/main" id="{31775D07-5D48-43AF-9F51-2493F61A9327}"/>
              </a:ext>
            </a:extLst>
          </p:cNvPr>
          <p:cNvSpPr>
            <a:spLocks noGrp="1"/>
          </p:cNvSpPr>
          <p:nvPr/>
        </p:nvSpPr>
        <p:spPr>
          <a:xfrm>
            <a:off x="1406861" y="6097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" name="A1_bar_Cryo_12342">
            <a:extLst>
              <a:ext uri="{FF2B5EF4-FFF2-40B4-BE49-F238E27FC236}">
                <a16:creationId xmlns:a16="http://schemas.microsoft.com/office/drawing/2014/main" id="{341DB598-A6BB-4D70-A255-A51C65ABCFB7}"/>
              </a:ext>
            </a:extLst>
          </p:cNvPr>
          <p:cNvSpPr>
            <a:spLocks noGrp="1"/>
          </p:cNvSpPr>
          <p:nvPr/>
        </p:nvSpPr>
        <p:spPr>
          <a:xfrm>
            <a:off x="1492877" y="42437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" name="A1_bar_Cryo_12343">
            <a:extLst>
              <a:ext uri="{FF2B5EF4-FFF2-40B4-BE49-F238E27FC236}">
                <a16:creationId xmlns:a16="http://schemas.microsoft.com/office/drawing/2014/main" id="{1FC589ED-E051-4D24-AB24-0E41B6BD9827}"/>
              </a:ext>
            </a:extLst>
          </p:cNvPr>
          <p:cNvSpPr>
            <a:spLocks noGrp="1"/>
          </p:cNvSpPr>
          <p:nvPr/>
        </p:nvSpPr>
        <p:spPr>
          <a:xfrm>
            <a:off x="1603917" y="52849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" name="A1_bar_Cryo_12344">
            <a:extLst>
              <a:ext uri="{FF2B5EF4-FFF2-40B4-BE49-F238E27FC236}">
                <a16:creationId xmlns:a16="http://schemas.microsoft.com/office/drawing/2014/main" id="{AEB7B9C7-48C3-4024-8895-3C5C6DEFE9B6}"/>
              </a:ext>
            </a:extLst>
          </p:cNvPr>
          <p:cNvSpPr>
            <a:spLocks noGrp="1"/>
          </p:cNvSpPr>
          <p:nvPr/>
        </p:nvSpPr>
        <p:spPr>
          <a:xfrm>
            <a:off x="1487810" y="326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" name="A1_bar_Cryo_12345">
            <a:extLst>
              <a:ext uri="{FF2B5EF4-FFF2-40B4-BE49-F238E27FC236}">
                <a16:creationId xmlns:a16="http://schemas.microsoft.com/office/drawing/2014/main" id="{2C80C336-A1D7-41D5-A47B-68795442CA87}"/>
              </a:ext>
            </a:extLst>
          </p:cNvPr>
          <p:cNvSpPr>
            <a:spLocks noGrp="1"/>
          </p:cNvSpPr>
          <p:nvPr/>
        </p:nvSpPr>
        <p:spPr>
          <a:xfrm>
            <a:off x="1632294" y="47939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" name="A1_bar_Cryo_12346">
            <a:extLst>
              <a:ext uri="{FF2B5EF4-FFF2-40B4-BE49-F238E27FC236}">
                <a16:creationId xmlns:a16="http://schemas.microsoft.com/office/drawing/2014/main" id="{813BC579-DDB0-49A5-A156-B1C16CCF6E96}"/>
              </a:ext>
            </a:extLst>
          </p:cNvPr>
          <p:cNvSpPr>
            <a:spLocks noGrp="1"/>
          </p:cNvSpPr>
          <p:nvPr/>
        </p:nvSpPr>
        <p:spPr>
          <a:xfrm>
            <a:off x="1627519" y="48363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" name="A1_bar_Cryo_12347">
            <a:extLst>
              <a:ext uri="{FF2B5EF4-FFF2-40B4-BE49-F238E27FC236}">
                <a16:creationId xmlns:a16="http://schemas.microsoft.com/office/drawing/2014/main" id="{08758AB1-2D58-4584-A442-A8B19CB8E49C}"/>
              </a:ext>
            </a:extLst>
          </p:cNvPr>
          <p:cNvSpPr>
            <a:spLocks noGrp="1"/>
          </p:cNvSpPr>
          <p:nvPr/>
        </p:nvSpPr>
        <p:spPr>
          <a:xfrm>
            <a:off x="1533953" y="33909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" name="A1_bar_Cryo_12348">
            <a:extLst>
              <a:ext uri="{FF2B5EF4-FFF2-40B4-BE49-F238E27FC236}">
                <a16:creationId xmlns:a16="http://schemas.microsoft.com/office/drawing/2014/main" id="{06280F45-762F-4DAF-8ED9-8CE30ECCEE7A}"/>
              </a:ext>
            </a:extLst>
          </p:cNvPr>
          <p:cNvSpPr>
            <a:spLocks noGrp="1"/>
          </p:cNvSpPr>
          <p:nvPr/>
        </p:nvSpPr>
        <p:spPr>
          <a:xfrm>
            <a:off x="1573746" y="5610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" name="A1_bar_Cryo_12349">
            <a:extLst>
              <a:ext uri="{FF2B5EF4-FFF2-40B4-BE49-F238E27FC236}">
                <a16:creationId xmlns:a16="http://schemas.microsoft.com/office/drawing/2014/main" id="{D7FE8069-D1F3-4AAB-88B7-AB23FABC74BA}"/>
              </a:ext>
            </a:extLst>
          </p:cNvPr>
          <p:cNvSpPr>
            <a:spLocks noGrp="1"/>
          </p:cNvSpPr>
          <p:nvPr/>
        </p:nvSpPr>
        <p:spPr>
          <a:xfrm>
            <a:off x="1445313" y="53435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" name="A1_bar_Cryo_12350">
            <a:extLst>
              <a:ext uri="{FF2B5EF4-FFF2-40B4-BE49-F238E27FC236}">
                <a16:creationId xmlns:a16="http://schemas.microsoft.com/office/drawing/2014/main" id="{67A52ACC-EB33-48A1-A87D-A9B57D14D802}"/>
              </a:ext>
            </a:extLst>
          </p:cNvPr>
          <p:cNvSpPr>
            <a:spLocks noGrp="1"/>
          </p:cNvSpPr>
          <p:nvPr/>
        </p:nvSpPr>
        <p:spPr>
          <a:xfrm>
            <a:off x="1553510" y="59342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" name="A1_bar_Cryo_12351">
            <a:extLst>
              <a:ext uri="{FF2B5EF4-FFF2-40B4-BE49-F238E27FC236}">
                <a16:creationId xmlns:a16="http://schemas.microsoft.com/office/drawing/2014/main" id="{16919AC9-B1A0-47BC-98CD-866649A3593A}"/>
              </a:ext>
            </a:extLst>
          </p:cNvPr>
          <p:cNvSpPr>
            <a:spLocks noGrp="1"/>
          </p:cNvSpPr>
          <p:nvPr/>
        </p:nvSpPr>
        <p:spPr>
          <a:xfrm>
            <a:off x="1574622" y="3315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" name="A1_bar_Cryo_12352">
            <a:extLst>
              <a:ext uri="{FF2B5EF4-FFF2-40B4-BE49-F238E27FC236}">
                <a16:creationId xmlns:a16="http://schemas.microsoft.com/office/drawing/2014/main" id="{584226C6-A54A-4AEE-B200-2518EE5A2985}"/>
              </a:ext>
            </a:extLst>
          </p:cNvPr>
          <p:cNvSpPr>
            <a:spLocks noGrp="1"/>
          </p:cNvSpPr>
          <p:nvPr/>
        </p:nvSpPr>
        <p:spPr>
          <a:xfrm>
            <a:off x="1602977" y="41312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" name="A1_bar_Cryo_12353">
            <a:extLst>
              <a:ext uri="{FF2B5EF4-FFF2-40B4-BE49-F238E27FC236}">
                <a16:creationId xmlns:a16="http://schemas.microsoft.com/office/drawing/2014/main" id="{63428410-A5E4-45FE-8E77-24BF762CA1AC}"/>
              </a:ext>
            </a:extLst>
          </p:cNvPr>
          <p:cNvSpPr>
            <a:spLocks noGrp="1"/>
          </p:cNvSpPr>
          <p:nvPr/>
        </p:nvSpPr>
        <p:spPr>
          <a:xfrm>
            <a:off x="1600298" y="34386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" name="A1_bar_Cryo_12354">
            <a:extLst>
              <a:ext uri="{FF2B5EF4-FFF2-40B4-BE49-F238E27FC236}">
                <a16:creationId xmlns:a16="http://schemas.microsoft.com/office/drawing/2014/main" id="{6823212B-4171-4D86-8707-F11A91D5C64C}"/>
              </a:ext>
            </a:extLst>
          </p:cNvPr>
          <p:cNvSpPr>
            <a:spLocks noGrp="1"/>
          </p:cNvSpPr>
          <p:nvPr/>
        </p:nvSpPr>
        <p:spPr>
          <a:xfrm>
            <a:off x="1616685" y="33348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" name="A1_bar_Cryo_12355">
            <a:extLst>
              <a:ext uri="{FF2B5EF4-FFF2-40B4-BE49-F238E27FC236}">
                <a16:creationId xmlns:a16="http://schemas.microsoft.com/office/drawing/2014/main" id="{EA391D0C-6149-4183-A2F4-5E58D8362648}"/>
              </a:ext>
            </a:extLst>
          </p:cNvPr>
          <p:cNvSpPr>
            <a:spLocks noGrp="1"/>
          </p:cNvSpPr>
          <p:nvPr/>
        </p:nvSpPr>
        <p:spPr>
          <a:xfrm>
            <a:off x="1597983" y="46048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" name="A1_bar_Cryo_12356">
            <a:extLst>
              <a:ext uri="{FF2B5EF4-FFF2-40B4-BE49-F238E27FC236}">
                <a16:creationId xmlns:a16="http://schemas.microsoft.com/office/drawing/2014/main" id="{C6D7834D-F53D-432F-991B-8691405DFDDD}"/>
              </a:ext>
            </a:extLst>
          </p:cNvPr>
          <p:cNvSpPr>
            <a:spLocks noGrp="1"/>
          </p:cNvSpPr>
          <p:nvPr/>
        </p:nvSpPr>
        <p:spPr>
          <a:xfrm>
            <a:off x="1441262" y="36589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" name="A1_bar_Cryo_12357">
            <a:extLst>
              <a:ext uri="{FF2B5EF4-FFF2-40B4-BE49-F238E27FC236}">
                <a16:creationId xmlns:a16="http://schemas.microsoft.com/office/drawing/2014/main" id="{108C67D0-A768-43FF-AA2B-D15795DA7579}"/>
              </a:ext>
            </a:extLst>
          </p:cNvPr>
          <p:cNvSpPr>
            <a:spLocks noGrp="1"/>
          </p:cNvSpPr>
          <p:nvPr/>
        </p:nvSpPr>
        <p:spPr>
          <a:xfrm>
            <a:off x="1436818" y="40275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" name="A1_bar_Cryo_12358">
            <a:extLst>
              <a:ext uri="{FF2B5EF4-FFF2-40B4-BE49-F238E27FC236}">
                <a16:creationId xmlns:a16="http://schemas.microsoft.com/office/drawing/2014/main" id="{778CB7D3-0F7D-497D-B721-991F35459350}"/>
              </a:ext>
            </a:extLst>
          </p:cNvPr>
          <p:cNvSpPr>
            <a:spLocks noGrp="1"/>
          </p:cNvSpPr>
          <p:nvPr/>
        </p:nvSpPr>
        <p:spPr>
          <a:xfrm>
            <a:off x="1564833" y="32906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" name="A1_bar_Cryo_12359">
            <a:extLst>
              <a:ext uri="{FF2B5EF4-FFF2-40B4-BE49-F238E27FC236}">
                <a16:creationId xmlns:a16="http://schemas.microsoft.com/office/drawing/2014/main" id="{010BD434-28A4-44EB-B28E-D4894B309125}"/>
              </a:ext>
            </a:extLst>
          </p:cNvPr>
          <p:cNvSpPr>
            <a:spLocks noGrp="1"/>
          </p:cNvSpPr>
          <p:nvPr/>
        </p:nvSpPr>
        <p:spPr>
          <a:xfrm>
            <a:off x="1656355" y="45631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" name="A1_bar_Cryo_12360">
            <a:extLst>
              <a:ext uri="{FF2B5EF4-FFF2-40B4-BE49-F238E27FC236}">
                <a16:creationId xmlns:a16="http://schemas.microsoft.com/office/drawing/2014/main" id="{A36C417F-96A1-429F-BD78-E8A2213DA792}"/>
              </a:ext>
            </a:extLst>
          </p:cNvPr>
          <p:cNvSpPr>
            <a:spLocks noGrp="1"/>
          </p:cNvSpPr>
          <p:nvPr/>
        </p:nvSpPr>
        <p:spPr>
          <a:xfrm>
            <a:off x="1428194" y="51097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" name="A1_bar_Cryo_12361">
            <a:extLst>
              <a:ext uri="{FF2B5EF4-FFF2-40B4-BE49-F238E27FC236}">
                <a16:creationId xmlns:a16="http://schemas.microsoft.com/office/drawing/2014/main" id="{59CD416E-6051-45C7-AADD-CAC0233790B0}"/>
              </a:ext>
            </a:extLst>
          </p:cNvPr>
          <p:cNvSpPr>
            <a:spLocks noGrp="1"/>
          </p:cNvSpPr>
          <p:nvPr/>
        </p:nvSpPr>
        <p:spPr>
          <a:xfrm>
            <a:off x="1519932" y="29642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" name="A1_bar_Cryo_12362">
            <a:extLst>
              <a:ext uri="{FF2B5EF4-FFF2-40B4-BE49-F238E27FC236}">
                <a16:creationId xmlns:a16="http://schemas.microsoft.com/office/drawing/2014/main" id="{742B3176-FF23-422A-9302-9BCF969199D6}"/>
              </a:ext>
            </a:extLst>
          </p:cNvPr>
          <p:cNvSpPr>
            <a:spLocks noGrp="1"/>
          </p:cNvSpPr>
          <p:nvPr/>
        </p:nvSpPr>
        <p:spPr>
          <a:xfrm>
            <a:off x="1496019" y="59697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" name="A1_bar_Cryo_12363">
            <a:extLst>
              <a:ext uri="{FF2B5EF4-FFF2-40B4-BE49-F238E27FC236}">
                <a16:creationId xmlns:a16="http://schemas.microsoft.com/office/drawing/2014/main" id="{7B7CE1AB-2FE7-4BE0-B37C-259B5BCD6D0C}"/>
              </a:ext>
            </a:extLst>
          </p:cNvPr>
          <p:cNvSpPr>
            <a:spLocks noGrp="1"/>
          </p:cNvSpPr>
          <p:nvPr/>
        </p:nvSpPr>
        <p:spPr>
          <a:xfrm>
            <a:off x="1593824" y="34244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" name="A1_bar_Cryo_12364">
            <a:extLst>
              <a:ext uri="{FF2B5EF4-FFF2-40B4-BE49-F238E27FC236}">
                <a16:creationId xmlns:a16="http://schemas.microsoft.com/office/drawing/2014/main" id="{EDEEF417-59B6-4D71-861D-47C7BFF9F73D}"/>
              </a:ext>
            </a:extLst>
          </p:cNvPr>
          <p:cNvSpPr>
            <a:spLocks noGrp="1"/>
          </p:cNvSpPr>
          <p:nvPr/>
        </p:nvSpPr>
        <p:spPr>
          <a:xfrm>
            <a:off x="1561380" y="49942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" name="A1_bar_Cryo_12365">
            <a:extLst>
              <a:ext uri="{FF2B5EF4-FFF2-40B4-BE49-F238E27FC236}">
                <a16:creationId xmlns:a16="http://schemas.microsoft.com/office/drawing/2014/main" id="{05A1B506-57FC-4DF1-932D-C7B8E35D66C2}"/>
              </a:ext>
            </a:extLst>
          </p:cNvPr>
          <p:cNvSpPr>
            <a:spLocks noGrp="1"/>
          </p:cNvSpPr>
          <p:nvPr/>
        </p:nvSpPr>
        <p:spPr>
          <a:xfrm>
            <a:off x="1456108" y="4909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" name="A1_bar_Cryo_12366">
            <a:extLst>
              <a:ext uri="{FF2B5EF4-FFF2-40B4-BE49-F238E27FC236}">
                <a16:creationId xmlns:a16="http://schemas.microsoft.com/office/drawing/2014/main" id="{41EA09DE-FB83-4A2A-8D3B-E63A31CC7534}"/>
              </a:ext>
            </a:extLst>
          </p:cNvPr>
          <p:cNvSpPr>
            <a:spLocks noGrp="1"/>
          </p:cNvSpPr>
          <p:nvPr/>
        </p:nvSpPr>
        <p:spPr>
          <a:xfrm>
            <a:off x="1443376" y="33196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" name="A1_bar_Cryo_12367">
            <a:extLst>
              <a:ext uri="{FF2B5EF4-FFF2-40B4-BE49-F238E27FC236}">
                <a16:creationId xmlns:a16="http://schemas.microsoft.com/office/drawing/2014/main" id="{F942D209-6752-4C3B-A717-F15A7DC4F267}"/>
              </a:ext>
            </a:extLst>
          </p:cNvPr>
          <p:cNvSpPr>
            <a:spLocks noGrp="1"/>
          </p:cNvSpPr>
          <p:nvPr/>
        </p:nvSpPr>
        <p:spPr>
          <a:xfrm>
            <a:off x="1534631" y="38765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" name="A1_bar_Cryo_12368">
            <a:extLst>
              <a:ext uri="{FF2B5EF4-FFF2-40B4-BE49-F238E27FC236}">
                <a16:creationId xmlns:a16="http://schemas.microsoft.com/office/drawing/2014/main" id="{6CCDB8AB-C1AE-4AA1-A03D-3080977A9D2D}"/>
              </a:ext>
            </a:extLst>
          </p:cNvPr>
          <p:cNvSpPr>
            <a:spLocks noGrp="1"/>
          </p:cNvSpPr>
          <p:nvPr/>
        </p:nvSpPr>
        <p:spPr>
          <a:xfrm>
            <a:off x="1427799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" name="A1_bar_Cryo_12369">
            <a:extLst>
              <a:ext uri="{FF2B5EF4-FFF2-40B4-BE49-F238E27FC236}">
                <a16:creationId xmlns:a16="http://schemas.microsoft.com/office/drawing/2014/main" id="{BF2C0DCD-9289-48D0-A9B6-3E24CB8F53B9}"/>
              </a:ext>
            </a:extLst>
          </p:cNvPr>
          <p:cNvSpPr>
            <a:spLocks noGrp="1"/>
          </p:cNvSpPr>
          <p:nvPr/>
        </p:nvSpPr>
        <p:spPr>
          <a:xfrm>
            <a:off x="1604724" y="53285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" name="A1_bar_Cryo_12370">
            <a:extLst>
              <a:ext uri="{FF2B5EF4-FFF2-40B4-BE49-F238E27FC236}">
                <a16:creationId xmlns:a16="http://schemas.microsoft.com/office/drawing/2014/main" id="{51367680-E36A-4E8A-B61B-6DC73180A6CD}"/>
              </a:ext>
            </a:extLst>
          </p:cNvPr>
          <p:cNvSpPr>
            <a:spLocks noGrp="1"/>
          </p:cNvSpPr>
          <p:nvPr/>
        </p:nvSpPr>
        <p:spPr>
          <a:xfrm>
            <a:off x="1457257" y="49174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" name="A1_bar_Cryo_12371">
            <a:extLst>
              <a:ext uri="{FF2B5EF4-FFF2-40B4-BE49-F238E27FC236}">
                <a16:creationId xmlns:a16="http://schemas.microsoft.com/office/drawing/2014/main" id="{B02ED779-1412-4915-A161-EF6EDF861806}"/>
              </a:ext>
            </a:extLst>
          </p:cNvPr>
          <p:cNvSpPr>
            <a:spLocks noGrp="1"/>
          </p:cNvSpPr>
          <p:nvPr/>
        </p:nvSpPr>
        <p:spPr>
          <a:xfrm>
            <a:off x="1556919" y="47741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" name="A1_bar_Cryo_12372">
            <a:extLst>
              <a:ext uri="{FF2B5EF4-FFF2-40B4-BE49-F238E27FC236}">
                <a16:creationId xmlns:a16="http://schemas.microsoft.com/office/drawing/2014/main" id="{AF397138-6428-4DC7-9C20-656A81CD17F9}"/>
              </a:ext>
            </a:extLst>
          </p:cNvPr>
          <p:cNvSpPr>
            <a:spLocks noGrp="1"/>
          </p:cNvSpPr>
          <p:nvPr/>
        </p:nvSpPr>
        <p:spPr>
          <a:xfrm>
            <a:off x="1447410" y="5015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" name="A1_bar_Cryo_12373">
            <a:extLst>
              <a:ext uri="{FF2B5EF4-FFF2-40B4-BE49-F238E27FC236}">
                <a16:creationId xmlns:a16="http://schemas.microsoft.com/office/drawing/2014/main" id="{153A3424-25A4-4B67-ADEB-DEC0EEC8DC20}"/>
              </a:ext>
            </a:extLst>
          </p:cNvPr>
          <p:cNvSpPr>
            <a:spLocks noGrp="1"/>
          </p:cNvSpPr>
          <p:nvPr/>
        </p:nvSpPr>
        <p:spPr>
          <a:xfrm>
            <a:off x="1487829" y="44137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" name="A1_bar_Cryo_12374">
            <a:extLst>
              <a:ext uri="{FF2B5EF4-FFF2-40B4-BE49-F238E27FC236}">
                <a16:creationId xmlns:a16="http://schemas.microsoft.com/office/drawing/2014/main" id="{9696D647-8DA2-4F15-9665-18371D4B64A3}"/>
              </a:ext>
            </a:extLst>
          </p:cNvPr>
          <p:cNvSpPr>
            <a:spLocks noGrp="1"/>
          </p:cNvSpPr>
          <p:nvPr/>
        </p:nvSpPr>
        <p:spPr>
          <a:xfrm>
            <a:off x="1449410" y="33577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" name="A1_bar_Cryo_12375">
            <a:extLst>
              <a:ext uri="{FF2B5EF4-FFF2-40B4-BE49-F238E27FC236}">
                <a16:creationId xmlns:a16="http://schemas.microsoft.com/office/drawing/2014/main" id="{E0AC5E34-8E57-4931-945A-B1324A889150}"/>
              </a:ext>
            </a:extLst>
          </p:cNvPr>
          <p:cNvSpPr>
            <a:spLocks noGrp="1"/>
          </p:cNvSpPr>
          <p:nvPr/>
        </p:nvSpPr>
        <p:spPr>
          <a:xfrm>
            <a:off x="1534661" y="56747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" name="A1_bar_Cryo_12376">
            <a:extLst>
              <a:ext uri="{FF2B5EF4-FFF2-40B4-BE49-F238E27FC236}">
                <a16:creationId xmlns:a16="http://schemas.microsoft.com/office/drawing/2014/main" id="{01250390-5760-46D9-A885-6C09003CD90F}"/>
              </a:ext>
            </a:extLst>
          </p:cNvPr>
          <p:cNvSpPr>
            <a:spLocks noGrp="1"/>
          </p:cNvSpPr>
          <p:nvPr/>
        </p:nvSpPr>
        <p:spPr>
          <a:xfrm>
            <a:off x="1501676" y="6097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" name="A1_bar_Cryo_12377">
            <a:extLst>
              <a:ext uri="{FF2B5EF4-FFF2-40B4-BE49-F238E27FC236}">
                <a16:creationId xmlns:a16="http://schemas.microsoft.com/office/drawing/2014/main" id="{65D89903-300D-4EB6-9C40-4065CCD1AB16}"/>
              </a:ext>
            </a:extLst>
          </p:cNvPr>
          <p:cNvSpPr>
            <a:spLocks noGrp="1"/>
          </p:cNvSpPr>
          <p:nvPr/>
        </p:nvSpPr>
        <p:spPr>
          <a:xfrm>
            <a:off x="1623685" y="498727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" name="A1_bar_Cryo_12378">
            <a:extLst>
              <a:ext uri="{FF2B5EF4-FFF2-40B4-BE49-F238E27FC236}">
                <a16:creationId xmlns:a16="http://schemas.microsoft.com/office/drawing/2014/main" id="{EBAF8A30-868B-47D8-8EBD-B87EB026003B}"/>
              </a:ext>
            </a:extLst>
          </p:cNvPr>
          <p:cNvSpPr>
            <a:spLocks noGrp="1"/>
          </p:cNvSpPr>
          <p:nvPr/>
        </p:nvSpPr>
        <p:spPr>
          <a:xfrm>
            <a:off x="1432795" y="50965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" name="A1_bar_Cryo_12379">
            <a:extLst>
              <a:ext uri="{FF2B5EF4-FFF2-40B4-BE49-F238E27FC236}">
                <a16:creationId xmlns:a16="http://schemas.microsoft.com/office/drawing/2014/main" id="{F03852ED-2E85-4E85-A619-5C055DA87D94}"/>
              </a:ext>
            </a:extLst>
          </p:cNvPr>
          <p:cNvSpPr>
            <a:spLocks noGrp="1"/>
          </p:cNvSpPr>
          <p:nvPr/>
        </p:nvSpPr>
        <p:spPr>
          <a:xfrm>
            <a:off x="1574660" y="3735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" name="A1_bar_Cryo_12380">
            <a:extLst>
              <a:ext uri="{FF2B5EF4-FFF2-40B4-BE49-F238E27FC236}">
                <a16:creationId xmlns:a16="http://schemas.microsoft.com/office/drawing/2014/main" id="{32E6B018-D44F-47FC-969B-43FBE3AAA454}"/>
              </a:ext>
            </a:extLst>
          </p:cNvPr>
          <p:cNvSpPr>
            <a:spLocks noGrp="1"/>
          </p:cNvSpPr>
          <p:nvPr/>
        </p:nvSpPr>
        <p:spPr>
          <a:xfrm>
            <a:off x="1621400" y="32174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" name="A1_bar_Cryo_12381">
            <a:extLst>
              <a:ext uri="{FF2B5EF4-FFF2-40B4-BE49-F238E27FC236}">
                <a16:creationId xmlns:a16="http://schemas.microsoft.com/office/drawing/2014/main" id="{34B02BD8-F83B-4D4E-B7D4-24CA2C2CF4F9}"/>
              </a:ext>
            </a:extLst>
          </p:cNvPr>
          <p:cNvSpPr>
            <a:spLocks noGrp="1"/>
          </p:cNvSpPr>
          <p:nvPr/>
        </p:nvSpPr>
        <p:spPr>
          <a:xfrm>
            <a:off x="1602320" y="41229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" name="A1_bar_Cryo_12382">
            <a:extLst>
              <a:ext uri="{FF2B5EF4-FFF2-40B4-BE49-F238E27FC236}">
                <a16:creationId xmlns:a16="http://schemas.microsoft.com/office/drawing/2014/main" id="{2363CD7E-0917-43B2-869A-6882F0DF5644}"/>
              </a:ext>
            </a:extLst>
          </p:cNvPr>
          <p:cNvSpPr>
            <a:spLocks noGrp="1"/>
          </p:cNvSpPr>
          <p:nvPr/>
        </p:nvSpPr>
        <p:spPr>
          <a:xfrm>
            <a:off x="1541219" y="47070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" name="A1_bar_Cryo_12383">
            <a:extLst>
              <a:ext uri="{FF2B5EF4-FFF2-40B4-BE49-F238E27FC236}">
                <a16:creationId xmlns:a16="http://schemas.microsoft.com/office/drawing/2014/main" id="{4D9A9E14-4BB2-4F20-B74C-280DEFFCEC82}"/>
              </a:ext>
            </a:extLst>
          </p:cNvPr>
          <p:cNvSpPr>
            <a:spLocks noGrp="1"/>
          </p:cNvSpPr>
          <p:nvPr/>
        </p:nvSpPr>
        <p:spPr>
          <a:xfrm>
            <a:off x="1639394" y="51620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" name="A1_bar_Cryo_12384">
            <a:extLst>
              <a:ext uri="{FF2B5EF4-FFF2-40B4-BE49-F238E27FC236}">
                <a16:creationId xmlns:a16="http://schemas.microsoft.com/office/drawing/2014/main" id="{EF96367B-4BFA-4001-BB10-1976E7BC4D1E}"/>
              </a:ext>
            </a:extLst>
          </p:cNvPr>
          <p:cNvSpPr>
            <a:spLocks noGrp="1"/>
          </p:cNvSpPr>
          <p:nvPr/>
        </p:nvSpPr>
        <p:spPr>
          <a:xfrm>
            <a:off x="1628143" y="53730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" name="A1_bar_Cryo_12385">
            <a:extLst>
              <a:ext uri="{FF2B5EF4-FFF2-40B4-BE49-F238E27FC236}">
                <a16:creationId xmlns:a16="http://schemas.microsoft.com/office/drawing/2014/main" id="{83839B73-2F08-480B-B558-90C74AE2EC88}"/>
              </a:ext>
            </a:extLst>
          </p:cNvPr>
          <p:cNvSpPr>
            <a:spLocks noGrp="1"/>
          </p:cNvSpPr>
          <p:nvPr/>
        </p:nvSpPr>
        <p:spPr>
          <a:xfrm>
            <a:off x="1653432" y="49771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" name="A1_bar_Cryo_12386">
            <a:extLst>
              <a:ext uri="{FF2B5EF4-FFF2-40B4-BE49-F238E27FC236}">
                <a16:creationId xmlns:a16="http://schemas.microsoft.com/office/drawing/2014/main" id="{B1AF9F57-3139-43E1-8E5F-9438D36AFE8D}"/>
              </a:ext>
            </a:extLst>
          </p:cNvPr>
          <p:cNvSpPr>
            <a:spLocks noGrp="1"/>
          </p:cNvSpPr>
          <p:nvPr/>
        </p:nvSpPr>
        <p:spPr>
          <a:xfrm>
            <a:off x="1600153" y="389923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" name="A1_bar_Cryo_12387">
            <a:extLst>
              <a:ext uri="{FF2B5EF4-FFF2-40B4-BE49-F238E27FC236}">
                <a16:creationId xmlns:a16="http://schemas.microsoft.com/office/drawing/2014/main" id="{EC75B1C0-6311-40BE-88CD-20A4EB8576B8}"/>
              </a:ext>
            </a:extLst>
          </p:cNvPr>
          <p:cNvSpPr>
            <a:spLocks noGrp="1"/>
          </p:cNvSpPr>
          <p:nvPr/>
        </p:nvSpPr>
        <p:spPr>
          <a:xfrm>
            <a:off x="1489359" y="36468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" name="A1_bar_Cryo_12388">
            <a:extLst>
              <a:ext uri="{FF2B5EF4-FFF2-40B4-BE49-F238E27FC236}">
                <a16:creationId xmlns:a16="http://schemas.microsoft.com/office/drawing/2014/main" id="{A4B913EA-7703-4512-B548-25808792B5D7}"/>
              </a:ext>
            </a:extLst>
          </p:cNvPr>
          <p:cNvSpPr>
            <a:spLocks noGrp="1"/>
          </p:cNvSpPr>
          <p:nvPr/>
        </p:nvSpPr>
        <p:spPr>
          <a:xfrm>
            <a:off x="1438136" y="4412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" name="A1_bar_Cryo_12389">
            <a:extLst>
              <a:ext uri="{FF2B5EF4-FFF2-40B4-BE49-F238E27FC236}">
                <a16:creationId xmlns:a16="http://schemas.microsoft.com/office/drawing/2014/main" id="{9D2503FB-764A-411B-9DCB-11D813EBB4E1}"/>
              </a:ext>
            </a:extLst>
          </p:cNvPr>
          <p:cNvSpPr>
            <a:spLocks noGrp="1"/>
          </p:cNvSpPr>
          <p:nvPr/>
        </p:nvSpPr>
        <p:spPr>
          <a:xfrm>
            <a:off x="1626544" y="51132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" name="A1_bar_Cryo_12390">
            <a:extLst>
              <a:ext uri="{FF2B5EF4-FFF2-40B4-BE49-F238E27FC236}">
                <a16:creationId xmlns:a16="http://schemas.microsoft.com/office/drawing/2014/main" id="{896074F6-EDB4-4341-A806-D0B59BD6022D}"/>
              </a:ext>
            </a:extLst>
          </p:cNvPr>
          <p:cNvSpPr>
            <a:spLocks noGrp="1"/>
          </p:cNvSpPr>
          <p:nvPr/>
        </p:nvSpPr>
        <p:spPr>
          <a:xfrm>
            <a:off x="1426352" y="5810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" name="A1_bar_Cryo_12391">
            <a:extLst>
              <a:ext uri="{FF2B5EF4-FFF2-40B4-BE49-F238E27FC236}">
                <a16:creationId xmlns:a16="http://schemas.microsoft.com/office/drawing/2014/main" id="{400C5618-C5FA-40DE-A386-22291ED8207C}"/>
              </a:ext>
            </a:extLst>
          </p:cNvPr>
          <p:cNvSpPr>
            <a:spLocks noGrp="1"/>
          </p:cNvSpPr>
          <p:nvPr/>
        </p:nvSpPr>
        <p:spPr>
          <a:xfrm>
            <a:off x="1425147" y="37234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" name="A1_bar_Cryo_12392">
            <a:extLst>
              <a:ext uri="{FF2B5EF4-FFF2-40B4-BE49-F238E27FC236}">
                <a16:creationId xmlns:a16="http://schemas.microsoft.com/office/drawing/2014/main" id="{975C54C8-8A65-4A64-BED9-9FE1CED8FC81}"/>
              </a:ext>
            </a:extLst>
          </p:cNvPr>
          <p:cNvSpPr>
            <a:spLocks noGrp="1"/>
          </p:cNvSpPr>
          <p:nvPr/>
        </p:nvSpPr>
        <p:spPr>
          <a:xfrm>
            <a:off x="1535509" y="60978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" name="A1_bar_Cryo_12393">
            <a:extLst>
              <a:ext uri="{FF2B5EF4-FFF2-40B4-BE49-F238E27FC236}">
                <a16:creationId xmlns:a16="http://schemas.microsoft.com/office/drawing/2014/main" id="{A54205D9-6775-439B-A2CC-EA0C4A7F041A}"/>
              </a:ext>
            </a:extLst>
          </p:cNvPr>
          <p:cNvSpPr>
            <a:spLocks noGrp="1"/>
          </p:cNvSpPr>
          <p:nvPr/>
        </p:nvSpPr>
        <p:spPr>
          <a:xfrm>
            <a:off x="1541651" y="35592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" name="A1_bar_Cryo_12394">
            <a:extLst>
              <a:ext uri="{FF2B5EF4-FFF2-40B4-BE49-F238E27FC236}">
                <a16:creationId xmlns:a16="http://schemas.microsoft.com/office/drawing/2014/main" id="{AE7C6FAC-1ED8-4109-BD89-737ECC3D0612}"/>
              </a:ext>
            </a:extLst>
          </p:cNvPr>
          <p:cNvSpPr>
            <a:spLocks noGrp="1"/>
          </p:cNvSpPr>
          <p:nvPr/>
        </p:nvSpPr>
        <p:spPr>
          <a:xfrm>
            <a:off x="1490684" y="59257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" name="A1_bar_Cryo_12395">
            <a:extLst>
              <a:ext uri="{FF2B5EF4-FFF2-40B4-BE49-F238E27FC236}">
                <a16:creationId xmlns:a16="http://schemas.microsoft.com/office/drawing/2014/main" id="{A8612041-B7C0-489C-B540-31C89097FA98}"/>
              </a:ext>
            </a:extLst>
          </p:cNvPr>
          <p:cNvSpPr>
            <a:spLocks noGrp="1"/>
          </p:cNvSpPr>
          <p:nvPr/>
        </p:nvSpPr>
        <p:spPr>
          <a:xfrm>
            <a:off x="1635647" y="433016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" name="A1_bar_Cryo_12396">
            <a:extLst>
              <a:ext uri="{FF2B5EF4-FFF2-40B4-BE49-F238E27FC236}">
                <a16:creationId xmlns:a16="http://schemas.microsoft.com/office/drawing/2014/main" id="{9DFBF702-34BD-4D02-86B8-6F3F479E91A0}"/>
              </a:ext>
            </a:extLst>
          </p:cNvPr>
          <p:cNvSpPr>
            <a:spLocks noGrp="1"/>
          </p:cNvSpPr>
          <p:nvPr/>
        </p:nvSpPr>
        <p:spPr>
          <a:xfrm>
            <a:off x="1631638" y="4587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" name="A1_bar_Cryo_12397">
            <a:extLst>
              <a:ext uri="{FF2B5EF4-FFF2-40B4-BE49-F238E27FC236}">
                <a16:creationId xmlns:a16="http://schemas.microsoft.com/office/drawing/2014/main" id="{EA0F82D1-2AB3-41B8-8F5B-890FE76A1036}"/>
              </a:ext>
            </a:extLst>
          </p:cNvPr>
          <p:cNvSpPr>
            <a:spLocks noGrp="1"/>
          </p:cNvSpPr>
          <p:nvPr/>
        </p:nvSpPr>
        <p:spPr>
          <a:xfrm>
            <a:off x="1560845" y="45351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" name="A1_bar_Cryo_12398">
            <a:extLst>
              <a:ext uri="{FF2B5EF4-FFF2-40B4-BE49-F238E27FC236}">
                <a16:creationId xmlns:a16="http://schemas.microsoft.com/office/drawing/2014/main" id="{4D6B8E13-36E6-4BA0-A542-A0991B3014C8}"/>
              </a:ext>
            </a:extLst>
          </p:cNvPr>
          <p:cNvSpPr>
            <a:spLocks noGrp="1"/>
          </p:cNvSpPr>
          <p:nvPr/>
        </p:nvSpPr>
        <p:spPr>
          <a:xfrm>
            <a:off x="1561700" y="35234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" name="A1_bar_Cryo_12399">
            <a:extLst>
              <a:ext uri="{FF2B5EF4-FFF2-40B4-BE49-F238E27FC236}">
                <a16:creationId xmlns:a16="http://schemas.microsoft.com/office/drawing/2014/main" id="{CB6F46D6-3C37-4077-94BE-1FF389307190}"/>
              </a:ext>
            </a:extLst>
          </p:cNvPr>
          <p:cNvSpPr>
            <a:spLocks noGrp="1"/>
          </p:cNvSpPr>
          <p:nvPr/>
        </p:nvSpPr>
        <p:spPr>
          <a:xfrm>
            <a:off x="1570989" y="3347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" name="A1_bar_Cryo_12400">
            <a:extLst>
              <a:ext uri="{FF2B5EF4-FFF2-40B4-BE49-F238E27FC236}">
                <a16:creationId xmlns:a16="http://schemas.microsoft.com/office/drawing/2014/main" id="{F3A5B0F5-2226-4696-86B6-8E2E131C73C7}"/>
              </a:ext>
            </a:extLst>
          </p:cNvPr>
          <p:cNvSpPr>
            <a:spLocks noGrp="1"/>
          </p:cNvSpPr>
          <p:nvPr/>
        </p:nvSpPr>
        <p:spPr>
          <a:xfrm>
            <a:off x="1514830" y="57500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" name="A1_bar_Cryo_12401">
            <a:extLst>
              <a:ext uri="{FF2B5EF4-FFF2-40B4-BE49-F238E27FC236}">
                <a16:creationId xmlns:a16="http://schemas.microsoft.com/office/drawing/2014/main" id="{651A3134-3FDA-420C-AEF8-146D35C3C0EB}"/>
              </a:ext>
            </a:extLst>
          </p:cNvPr>
          <p:cNvSpPr>
            <a:spLocks noGrp="1"/>
          </p:cNvSpPr>
          <p:nvPr/>
        </p:nvSpPr>
        <p:spPr>
          <a:xfrm>
            <a:off x="1448373" y="60978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" name="A1_bar_Cryo_12402">
            <a:extLst>
              <a:ext uri="{FF2B5EF4-FFF2-40B4-BE49-F238E27FC236}">
                <a16:creationId xmlns:a16="http://schemas.microsoft.com/office/drawing/2014/main" id="{A40B2C33-0B53-4649-8837-1891FEF443A2}"/>
              </a:ext>
            </a:extLst>
          </p:cNvPr>
          <p:cNvSpPr>
            <a:spLocks noGrp="1"/>
          </p:cNvSpPr>
          <p:nvPr/>
        </p:nvSpPr>
        <p:spPr>
          <a:xfrm>
            <a:off x="1420546" y="4712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" name="A1_bar_Cryo_12403">
            <a:extLst>
              <a:ext uri="{FF2B5EF4-FFF2-40B4-BE49-F238E27FC236}">
                <a16:creationId xmlns:a16="http://schemas.microsoft.com/office/drawing/2014/main" id="{5630EF89-CBA0-4B51-A5A7-0B7A027EADC3}"/>
              </a:ext>
            </a:extLst>
          </p:cNvPr>
          <p:cNvSpPr>
            <a:spLocks noGrp="1"/>
          </p:cNvSpPr>
          <p:nvPr/>
        </p:nvSpPr>
        <p:spPr>
          <a:xfrm>
            <a:off x="1508400" y="351361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" name="A1_bar_Cryo_12404">
            <a:extLst>
              <a:ext uri="{FF2B5EF4-FFF2-40B4-BE49-F238E27FC236}">
                <a16:creationId xmlns:a16="http://schemas.microsoft.com/office/drawing/2014/main" id="{C3238600-A29C-409A-A742-31C920DACF0C}"/>
              </a:ext>
            </a:extLst>
          </p:cNvPr>
          <p:cNvSpPr>
            <a:spLocks noGrp="1"/>
          </p:cNvSpPr>
          <p:nvPr/>
        </p:nvSpPr>
        <p:spPr>
          <a:xfrm>
            <a:off x="1417708" y="3962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" name="A1_bar_Cryo_12405">
            <a:extLst>
              <a:ext uri="{FF2B5EF4-FFF2-40B4-BE49-F238E27FC236}">
                <a16:creationId xmlns:a16="http://schemas.microsoft.com/office/drawing/2014/main" id="{BD824AA9-2EA8-46F9-8139-688FA2727F71}"/>
              </a:ext>
            </a:extLst>
          </p:cNvPr>
          <p:cNvSpPr>
            <a:spLocks noGrp="1"/>
          </p:cNvSpPr>
          <p:nvPr/>
        </p:nvSpPr>
        <p:spPr>
          <a:xfrm>
            <a:off x="1639182" y="45556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" name="A1_bar_Cryo_12406">
            <a:extLst>
              <a:ext uri="{FF2B5EF4-FFF2-40B4-BE49-F238E27FC236}">
                <a16:creationId xmlns:a16="http://schemas.microsoft.com/office/drawing/2014/main" id="{E95CFD02-1EE8-4289-88D2-659443981B2B}"/>
              </a:ext>
            </a:extLst>
          </p:cNvPr>
          <p:cNvSpPr>
            <a:spLocks noGrp="1"/>
          </p:cNvSpPr>
          <p:nvPr/>
        </p:nvSpPr>
        <p:spPr>
          <a:xfrm>
            <a:off x="1506822" y="37483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" name="A1_bar_Cryo_12407">
            <a:extLst>
              <a:ext uri="{FF2B5EF4-FFF2-40B4-BE49-F238E27FC236}">
                <a16:creationId xmlns:a16="http://schemas.microsoft.com/office/drawing/2014/main" id="{05BF93FD-F612-4300-9B4B-E30695EE6800}"/>
              </a:ext>
            </a:extLst>
          </p:cNvPr>
          <p:cNvSpPr>
            <a:spLocks noGrp="1"/>
          </p:cNvSpPr>
          <p:nvPr/>
        </p:nvSpPr>
        <p:spPr>
          <a:xfrm>
            <a:off x="1526471" y="3470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" name="A1_bar_Cryo_12408">
            <a:extLst>
              <a:ext uri="{FF2B5EF4-FFF2-40B4-BE49-F238E27FC236}">
                <a16:creationId xmlns:a16="http://schemas.microsoft.com/office/drawing/2014/main" id="{3F9EF710-65A1-42F2-BEFF-1AA92AF2C186}"/>
              </a:ext>
            </a:extLst>
          </p:cNvPr>
          <p:cNvSpPr>
            <a:spLocks noGrp="1"/>
          </p:cNvSpPr>
          <p:nvPr/>
        </p:nvSpPr>
        <p:spPr>
          <a:xfrm>
            <a:off x="1577631" y="47299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" name="A1_bar_Cryo_12409">
            <a:extLst>
              <a:ext uri="{FF2B5EF4-FFF2-40B4-BE49-F238E27FC236}">
                <a16:creationId xmlns:a16="http://schemas.microsoft.com/office/drawing/2014/main" id="{FDE9DDB4-18A8-4CD7-95D3-20E8D935C837}"/>
              </a:ext>
            </a:extLst>
          </p:cNvPr>
          <p:cNvSpPr>
            <a:spLocks noGrp="1"/>
          </p:cNvSpPr>
          <p:nvPr/>
        </p:nvSpPr>
        <p:spPr>
          <a:xfrm>
            <a:off x="1512156" y="35088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" name="A1_bar_Cryo_12410">
            <a:extLst>
              <a:ext uri="{FF2B5EF4-FFF2-40B4-BE49-F238E27FC236}">
                <a16:creationId xmlns:a16="http://schemas.microsoft.com/office/drawing/2014/main" id="{A4371F27-4971-4E27-847B-008FA5FC9B37}"/>
              </a:ext>
            </a:extLst>
          </p:cNvPr>
          <p:cNvSpPr>
            <a:spLocks noGrp="1"/>
          </p:cNvSpPr>
          <p:nvPr/>
        </p:nvSpPr>
        <p:spPr>
          <a:xfrm>
            <a:off x="1474200" y="44938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" name="A1_bar_Cryo_12411">
            <a:extLst>
              <a:ext uri="{FF2B5EF4-FFF2-40B4-BE49-F238E27FC236}">
                <a16:creationId xmlns:a16="http://schemas.microsoft.com/office/drawing/2014/main" id="{C6676BB0-39C4-4DEC-B8D6-0A00814785F6}"/>
              </a:ext>
            </a:extLst>
          </p:cNvPr>
          <p:cNvSpPr>
            <a:spLocks noGrp="1"/>
          </p:cNvSpPr>
          <p:nvPr/>
        </p:nvSpPr>
        <p:spPr>
          <a:xfrm>
            <a:off x="1624525" y="37462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" name="A1_bar_Cryo_12412">
            <a:extLst>
              <a:ext uri="{FF2B5EF4-FFF2-40B4-BE49-F238E27FC236}">
                <a16:creationId xmlns:a16="http://schemas.microsoft.com/office/drawing/2014/main" id="{E300CC49-8254-4E3D-9A2B-223DE7A93929}"/>
              </a:ext>
            </a:extLst>
          </p:cNvPr>
          <p:cNvSpPr>
            <a:spLocks noGrp="1"/>
          </p:cNvSpPr>
          <p:nvPr/>
        </p:nvSpPr>
        <p:spPr>
          <a:xfrm>
            <a:off x="1466319" y="6021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" name="A1_bar_Cryo_12413">
            <a:extLst>
              <a:ext uri="{FF2B5EF4-FFF2-40B4-BE49-F238E27FC236}">
                <a16:creationId xmlns:a16="http://schemas.microsoft.com/office/drawing/2014/main" id="{FE2FD990-7BC9-4957-9E34-88F2F287BB08}"/>
              </a:ext>
            </a:extLst>
          </p:cNvPr>
          <p:cNvSpPr>
            <a:spLocks noGrp="1"/>
          </p:cNvSpPr>
          <p:nvPr/>
        </p:nvSpPr>
        <p:spPr>
          <a:xfrm>
            <a:off x="1474528" y="4607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" name="A1_bar_Cryo_12414">
            <a:extLst>
              <a:ext uri="{FF2B5EF4-FFF2-40B4-BE49-F238E27FC236}">
                <a16:creationId xmlns:a16="http://schemas.microsoft.com/office/drawing/2014/main" id="{09961724-DCAD-4C7B-B8BA-C542D86F93D1}"/>
              </a:ext>
            </a:extLst>
          </p:cNvPr>
          <p:cNvSpPr>
            <a:spLocks noGrp="1"/>
          </p:cNvSpPr>
          <p:nvPr/>
        </p:nvSpPr>
        <p:spPr>
          <a:xfrm>
            <a:off x="1492636" y="34767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" name="A1_bar_Cryo_12415">
            <a:extLst>
              <a:ext uri="{FF2B5EF4-FFF2-40B4-BE49-F238E27FC236}">
                <a16:creationId xmlns:a16="http://schemas.microsoft.com/office/drawing/2014/main" id="{F85E8263-6C53-42A7-B333-1D4A06AA938F}"/>
              </a:ext>
            </a:extLst>
          </p:cNvPr>
          <p:cNvSpPr>
            <a:spLocks noGrp="1"/>
          </p:cNvSpPr>
          <p:nvPr/>
        </p:nvSpPr>
        <p:spPr>
          <a:xfrm>
            <a:off x="1518601" y="60025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" name="A1_bar_Cryo_12416">
            <a:extLst>
              <a:ext uri="{FF2B5EF4-FFF2-40B4-BE49-F238E27FC236}">
                <a16:creationId xmlns:a16="http://schemas.microsoft.com/office/drawing/2014/main" id="{BDDB271C-6045-4C36-A12E-8311CA12EEDA}"/>
              </a:ext>
            </a:extLst>
          </p:cNvPr>
          <p:cNvSpPr>
            <a:spLocks noGrp="1"/>
          </p:cNvSpPr>
          <p:nvPr/>
        </p:nvSpPr>
        <p:spPr>
          <a:xfrm>
            <a:off x="1415596" y="43305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" name="A1_bar_Cryo_12417">
            <a:extLst>
              <a:ext uri="{FF2B5EF4-FFF2-40B4-BE49-F238E27FC236}">
                <a16:creationId xmlns:a16="http://schemas.microsoft.com/office/drawing/2014/main" id="{99086B17-F91F-4136-8590-EE25BBDE1B8D}"/>
              </a:ext>
            </a:extLst>
          </p:cNvPr>
          <p:cNvSpPr>
            <a:spLocks noGrp="1"/>
          </p:cNvSpPr>
          <p:nvPr/>
        </p:nvSpPr>
        <p:spPr>
          <a:xfrm>
            <a:off x="1643900" y="60693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" name="A1_bar_Cryo_12418">
            <a:extLst>
              <a:ext uri="{FF2B5EF4-FFF2-40B4-BE49-F238E27FC236}">
                <a16:creationId xmlns:a16="http://schemas.microsoft.com/office/drawing/2014/main" id="{4585E836-AF1B-404E-AEDF-1D80A04E6255}"/>
              </a:ext>
            </a:extLst>
          </p:cNvPr>
          <p:cNvSpPr>
            <a:spLocks noGrp="1"/>
          </p:cNvSpPr>
          <p:nvPr/>
        </p:nvSpPr>
        <p:spPr>
          <a:xfrm>
            <a:off x="1545169" y="49501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" name="A1_bar_Cryo_12419">
            <a:extLst>
              <a:ext uri="{FF2B5EF4-FFF2-40B4-BE49-F238E27FC236}">
                <a16:creationId xmlns:a16="http://schemas.microsoft.com/office/drawing/2014/main" id="{E79244DE-DF2E-465B-BE59-3D143A845999}"/>
              </a:ext>
            </a:extLst>
          </p:cNvPr>
          <p:cNvSpPr>
            <a:spLocks noGrp="1"/>
          </p:cNvSpPr>
          <p:nvPr/>
        </p:nvSpPr>
        <p:spPr>
          <a:xfrm>
            <a:off x="1612808" y="515202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" name="A1_bar_Cryo_12420">
            <a:extLst>
              <a:ext uri="{FF2B5EF4-FFF2-40B4-BE49-F238E27FC236}">
                <a16:creationId xmlns:a16="http://schemas.microsoft.com/office/drawing/2014/main" id="{E0739B60-FD21-4D2F-A3CA-ACDF57F0C91D}"/>
              </a:ext>
            </a:extLst>
          </p:cNvPr>
          <p:cNvSpPr>
            <a:spLocks noGrp="1"/>
          </p:cNvSpPr>
          <p:nvPr/>
        </p:nvSpPr>
        <p:spPr>
          <a:xfrm>
            <a:off x="1556713" y="45630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" name="A1_bar_Cryo_12421">
            <a:extLst>
              <a:ext uri="{FF2B5EF4-FFF2-40B4-BE49-F238E27FC236}">
                <a16:creationId xmlns:a16="http://schemas.microsoft.com/office/drawing/2014/main" id="{E943D735-BA23-4906-BA18-6215679DE15A}"/>
              </a:ext>
            </a:extLst>
          </p:cNvPr>
          <p:cNvSpPr>
            <a:spLocks noGrp="1"/>
          </p:cNvSpPr>
          <p:nvPr/>
        </p:nvSpPr>
        <p:spPr>
          <a:xfrm>
            <a:off x="1636470" y="5912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" name="A1_bar_Cryo_12422">
            <a:extLst>
              <a:ext uri="{FF2B5EF4-FFF2-40B4-BE49-F238E27FC236}">
                <a16:creationId xmlns:a16="http://schemas.microsoft.com/office/drawing/2014/main" id="{4E1282BC-FFFC-493D-85E7-A4016ACBB4B0}"/>
              </a:ext>
            </a:extLst>
          </p:cNvPr>
          <p:cNvSpPr>
            <a:spLocks noGrp="1"/>
          </p:cNvSpPr>
          <p:nvPr/>
        </p:nvSpPr>
        <p:spPr>
          <a:xfrm>
            <a:off x="1447786" y="40660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" name="A1_bar_Cryo_12423">
            <a:extLst>
              <a:ext uri="{FF2B5EF4-FFF2-40B4-BE49-F238E27FC236}">
                <a16:creationId xmlns:a16="http://schemas.microsoft.com/office/drawing/2014/main" id="{AAF75006-C219-4AC5-963E-3028A438691C}"/>
              </a:ext>
            </a:extLst>
          </p:cNvPr>
          <p:cNvSpPr>
            <a:spLocks noGrp="1"/>
          </p:cNvSpPr>
          <p:nvPr/>
        </p:nvSpPr>
        <p:spPr>
          <a:xfrm>
            <a:off x="1559332" y="358248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" name="A1_bar_Cryo_12424">
            <a:extLst>
              <a:ext uri="{FF2B5EF4-FFF2-40B4-BE49-F238E27FC236}">
                <a16:creationId xmlns:a16="http://schemas.microsoft.com/office/drawing/2014/main" id="{48BCFF75-1366-4E4C-98D5-5751FA4E147D}"/>
              </a:ext>
            </a:extLst>
          </p:cNvPr>
          <p:cNvSpPr>
            <a:spLocks noGrp="1"/>
          </p:cNvSpPr>
          <p:nvPr/>
        </p:nvSpPr>
        <p:spPr>
          <a:xfrm>
            <a:off x="1497853" y="52214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" name="A1_bar_Cryo_12425">
            <a:extLst>
              <a:ext uri="{FF2B5EF4-FFF2-40B4-BE49-F238E27FC236}">
                <a16:creationId xmlns:a16="http://schemas.microsoft.com/office/drawing/2014/main" id="{F76061FA-B635-4BC1-9EE3-FD8831E7A76E}"/>
              </a:ext>
            </a:extLst>
          </p:cNvPr>
          <p:cNvSpPr>
            <a:spLocks noGrp="1"/>
          </p:cNvSpPr>
          <p:nvPr/>
        </p:nvSpPr>
        <p:spPr>
          <a:xfrm>
            <a:off x="1413203" y="35983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" name="A1_bar_Cryo_12426">
            <a:extLst>
              <a:ext uri="{FF2B5EF4-FFF2-40B4-BE49-F238E27FC236}">
                <a16:creationId xmlns:a16="http://schemas.microsoft.com/office/drawing/2014/main" id="{B3CAD74D-6598-4B3A-908A-5B429D5F7502}"/>
              </a:ext>
            </a:extLst>
          </p:cNvPr>
          <p:cNvSpPr>
            <a:spLocks noGrp="1"/>
          </p:cNvSpPr>
          <p:nvPr/>
        </p:nvSpPr>
        <p:spPr>
          <a:xfrm>
            <a:off x="1555298" y="5426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" name="A1_bar_Cryo_12427">
            <a:extLst>
              <a:ext uri="{FF2B5EF4-FFF2-40B4-BE49-F238E27FC236}">
                <a16:creationId xmlns:a16="http://schemas.microsoft.com/office/drawing/2014/main" id="{B5B3B8AC-B399-481F-B78A-9C5E8AFA5BD2}"/>
              </a:ext>
            </a:extLst>
          </p:cNvPr>
          <p:cNvSpPr>
            <a:spLocks noGrp="1"/>
          </p:cNvSpPr>
          <p:nvPr/>
        </p:nvSpPr>
        <p:spPr>
          <a:xfrm>
            <a:off x="1559071" y="43687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" name="A1_bar_Cryo_12428">
            <a:extLst>
              <a:ext uri="{FF2B5EF4-FFF2-40B4-BE49-F238E27FC236}">
                <a16:creationId xmlns:a16="http://schemas.microsoft.com/office/drawing/2014/main" id="{D300B96A-86A9-4922-880E-9DA0C170B7F1}"/>
              </a:ext>
            </a:extLst>
          </p:cNvPr>
          <p:cNvSpPr>
            <a:spLocks noGrp="1"/>
          </p:cNvSpPr>
          <p:nvPr/>
        </p:nvSpPr>
        <p:spPr>
          <a:xfrm>
            <a:off x="1436082" y="45810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" name="A1_bar_Cryo_12429">
            <a:extLst>
              <a:ext uri="{FF2B5EF4-FFF2-40B4-BE49-F238E27FC236}">
                <a16:creationId xmlns:a16="http://schemas.microsoft.com/office/drawing/2014/main" id="{69E26696-6C8F-4E35-ADF9-296B3C10D663}"/>
              </a:ext>
            </a:extLst>
          </p:cNvPr>
          <p:cNvSpPr>
            <a:spLocks noGrp="1"/>
          </p:cNvSpPr>
          <p:nvPr/>
        </p:nvSpPr>
        <p:spPr>
          <a:xfrm>
            <a:off x="1502691" y="44671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" name="A1_bar_Cryo_12430">
            <a:extLst>
              <a:ext uri="{FF2B5EF4-FFF2-40B4-BE49-F238E27FC236}">
                <a16:creationId xmlns:a16="http://schemas.microsoft.com/office/drawing/2014/main" id="{5D0FC0BB-5853-439D-B908-6F63F7A3071A}"/>
              </a:ext>
            </a:extLst>
          </p:cNvPr>
          <p:cNvSpPr>
            <a:spLocks noGrp="1"/>
          </p:cNvSpPr>
          <p:nvPr/>
        </p:nvSpPr>
        <p:spPr>
          <a:xfrm>
            <a:off x="1519688" y="4034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" name="A1_bar_Cryo_12431">
            <a:extLst>
              <a:ext uri="{FF2B5EF4-FFF2-40B4-BE49-F238E27FC236}">
                <a16:creationId xmlns:a16="http://schemas.microsoft.com/office/drawing/2014/main" id="{756B8F65-40E0-4F36-9939-5D940C3CDF97}"/>
              </a:ext>
            </a:extLst>
          </p:cNvPr>
          <p:cNvSpPr>
            <a:spLocks noGrp="1"/>
          </p:cNvSpPr>
          <p:nvPr/>
        </p:nvSpPr>
        <p:spPr>
          <a:xfrm>
            <a:off x="1431112" y="37854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" name="A1_bar_Cryo_12432">
            <a:extLst>
              <a:ext uri="{FF2B5EF4-FFF2-40B4-BE49-F238E27FC236}">
                <a16:creationId xmlns:a16="http://schemas.microsoft.com/office/drawing/2014/main" id="{49F297B4-5539-4593-B6E3-25F6BE5DAC5D}"/>
              </a:ext>
            </a:extLst>
          </p:cNvPr>
          <p:cNvSpPr>
            <a:spLocks noGrp="1"/>
          </p:cNvSpPr>
          <p:nvPr/>
        </p:nvSpPr>
        <p:spPr>
          <a:xfrm>
            <a:off x="1557832" y="549021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" name="A1_bar_Cryo_12433">
            <a:extLst>
              <a:ext uri="{FF2B5EF4-FFF2-40B4-BE49-F238E27FC236}">
                <a16:creationId xmlns:a16="http://schemas.microsoft.com/office/drawing/2014/main" id="{FEBEB65C-FDAD-47CE-BC16-B7AF4C73C94A}"/>
              </a:ext>
            </a:extLst>
          </p:cNvPr>
          <p:cNvSpPr>
            <a:spLocks noGrp="1"/>
          </p:cNvSpPr>
          <p:nvPr/>
        </p:nvSpPr>
        <p:spPr>
          <a:xfrm>
            <a:off x="1523586" y="35955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" name="A1_bar_Cryo_12434">
            <a:extLst>
              <a:ext uri="{FF2B5EF4-FFF2-40B4-BE49-F238E27FC236}">
                <a16:creationId xmlns:a16="http://schemas.microsoft.com/office/drawing/2014/main" id="{1D4267C6-5A3C-4CC4-9849-8EC98B9164C7}"/>
              </a:ext>
            </a:extLst>
          </p:cNvPr>
          <p:cNvSpPr>
            <a:spLocks noGrp="1"/>
          </p:cNvSpPr>
          <p:nvPr/>
        </p:nvSpPr>
        <p:spPr>
          <a:xfrm>
            <a:off x="1634926" y="55938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" name="A1_bar_Cryo_12435">
            <a:extLst>
              <a:ext uri="{FF2B5EF4-FFF2-40B4-BE49-F238E27FC236}">
                <a16:creationId xmlns:a16="http://schemas.microsoft.com/office/drawing/2014/main" id="{DDBBD0BA-6A61-406F-80D6-5E26E76C112A}"/>
              </a:ext>
            </a:extLst>
          </p:cNvPr>
          <p:cNvSpPr>
            <a:spLocks noGrp="1"/>
          </p:cNvSpPr>
          <p:nvPr/>
        </p:nvSpPr>
        <p:spPr>
          <a:xfrm>
            <a:off x="1620214" y="373719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" name="A1_bar_Cryo_12436">
            <a:extLst>
              <a:ext uri="{FF2B5EF4-FFF2-40B4-BE49-F238E27FC236}">
                <a16:creationId xmlns:a16="http://schemas.microsoft.com/office/drawing/2014/main" id="{38B749C6-8A6D-4B29-9715-4710B911E6DD}"/>
              </a:ext>
            </a:extLst>
          </p:cNvPr>
          <p:cNvSpPr>
            <a:spLocks noGrp="1"/>
          </p:cNvSpPr>
          <p:nvPr/>
        </p:nvSpPr>
        <p:spPr>
          <a:xfrm>
            <a:off x="1645316" y="43670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" name="A1_bar_Cryo_12437">
            <a:extLst>
              <a:ext uri="{FF2B5EF4-FFF2-40B4-BE49-F238E27FC236}">
                <a16:creationId xmlns:a16="http://schemas.microsoft.com/office/drawing/2014/main" id="{FCE99151-77AB-4058-B2B1-6DC56EBEAEAB}"/>
              </a:ext>
            </a:extLst>
          </p:cNvPr>
          <p:cNvSpPr>
            <a:spLocks noGrp="1"/>
          </p:cNvSpPr>
          <p:nvPr/>
        </p:nvSpPr>
        <p:spPr>
          <a:xfrm>
            <a:off x="1415133" y="333301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" name="A1_bar_Cryo_12438">
            <a:extLst>
              <a:ext uri="{FF2B5EF4-FFF2-40B4-BE49-F238E27FC236}">
                <a16:creationId xmlns:a16="http://schemas.microsoft.com/office/drawing/2014/main" id="{B2A360AD-A4BE-47F9-99A4-0DF9CC4E73DC}"/>
              </a:ext>
            </a:extLst>
          </p:cNvPr>
          <p:cNvSpPr>
            <a:spLocks noGrp="1"/>
          </p:cNvSpPr>
          <p:nvPr/>
        </p:nvSpPr>
        <p:spPr>
          <a:xfrm>
            <a:off x="1565992" y="40670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" name="A1_bar_Cryo_12439">
            <a:extLst>
              <a:ext uri="{FF2B5EF4-FFF2-40B4-BE49-F238E27FC236}">
                <a16:creationId xmlns:a16="http://schemas.microsoft.com/office/drawing/2014/main" id="{00077DE5-670B-44B7-BE32-C27A6C06715E}"/>
              </a:ext>
            </a:extLst>
          </p:cNvPr>
          <p:cNvSpPr>
            <a:spLocks noGrp="1"/>
          </p:cNvSpPr>
          <p:nvPr/>
        </p:nvSpPr>
        <p:spPr>
          <a:xfrm>
            <a:off x="1594970" y="39874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" name="A1_bar_Cryo_12440">
            <a:extLst>
              <a:ext uri="{FF2B5EF4-FFF2-40B4-BE49-F238E27FC236}">
                <a16:creationId xmlns:a16="http://schemas.microsoft.com/office/drawing/2014/main" id="{B60A1B02-F341-440F-B522-26DB0645D70F}"/>
              </a:ext>
            </a:extLst>
          </p:cNvPr>
          <p:cNvSpPr>
            <a:spLocks noGrp="1"/>
          </p:cNvSpPr>
          <p:nvPr/>
        </p:nvSpPr>
        <p:spPr>
          <a:xfrm>
            <a:off x="1605001" y="45993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" name="A1_bar_Cryo_12441">
            <a:extLst>
              <a:ext uri="{FF2B5EF4-FFF2-40B4-BE49-F238E27FC236}">
                <a16:creationId xmlns:a16="http://schemas.microsoft.com/office/drawing/2014/main" id="{A4D2558E-70CA-40E6-A571-71825FE32AF7}"/>
              </a:ext>
            </a:extLst>
          </p:cNvPr>
          <p:cNvSpPr>
            <a:spLocks noGrp="1"/>
          </p:cNvSpPr>
          <p:nvPr/>
        </p:nvSpPr>
        <p:spPr>
          <a:xfrm>
            <a:off x="1462838" y="50110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" name="A1_bar_Cryo_12442">
            <a:extLst>
              <a:ext uri="{FF2B5EF4-FFF2-40B4-BE49-F238E27FC236}">
                <a16:creationId xmlns:a16="http://schemas.microsoft.com/office/drawing/2014/main" id="{A92DD519-3CC1-43F8-AD08-5E131EBC1EBA}"/>
              </a:ext>
            </a:extLst>
          </p:cNvPr>
          <p:cNvSpPr>
            <a:spLocks noGrp="1"/>
          </p:cNvSpPr>
          <p:nvPr/>
        </p:nvSpPr>
        <p:spPr>
          <a:xfrm>
            <a:off x="1417094" y="50428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" name="A1_bar_Cryo_12443">
            <a:extLst>
              <a:ext uri="{FF2B5EF4-FFF2-40B4-BE49-F238E27FC236}">
                <a16:creationId xmlns:a16="http://schemas.microsoft.com/office/drawing/2014/main" id="{5D31F821-E6DC-4FD6-B761-CA0A2CCC1604}"/>
              </a:ext>
            </a:extLst>
          </p:cNvPr>
          <p:cNvSpPr>
            <a:spLocks noGrp="1"/>
          </p:cNvSpPr>
          <p:nvPr/>
        </p:nvSpPr>
        <p:spPr>
          <a:xfrm>
            <a:off x="1602213" y="475509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" name="A1_bar_Cryo_12444">
            <a:extLst>
              <a:ext uri="{FF2B5EF4-FFF2-40B4-BE49-F238E27FC236}">
                <a16:creationId xmlns:a16="http://schemas.microsoft.com/office/drawing/2014/main" id="{FFB135AC-5BBD-402D-BFD9-49E92F8B95B5}"/>
              </a:ext>
            </a:extLst>
          </p:cNvPr>
          <p:cNvSpPr>
            <a:spLocks noGrp="1"/>
          </p:cNvSpPr>
          <p:nvPr/>
        </p:nvSpPr>
        <p:spPr>
          <a:xfrm>
            <a:off x="1578016" y="34996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" name="A1_bar_Cryo_12445">
            <a:extLst>
              <a:ext uri="{FF2B5EF4-FFF2-40B4-BE49-F238E27FC236}">
                <a16:creationId xmlns:a16="http://schemas.microsoft.com/office/drawing/2014/main" id="{C850971B-A5FD-4C3C-97D7-83181FA15E2A}"/>
              </a:ext>
            </a:extLst>
          </p:cNvPr>
          <p:cNvSpPr>
            <a:spLocks noGrp="1"/>
          </p:cNvSpPr>
          <p:nvPr/>
        </p:nvSpPr>
        <p:spPr>
          <a:xfrm>
            <a:off x="1517265" y="45574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" name="A1_bar_Cryo_12446">
            <a:extLst>
              <a:ext uri="{FF2B5EF4-FFF2-40B4-BE49-F238E27FC236}">
                <a16:creationId xmlns:a16="http://schemas.microsoft.com/office/drawing/2014/main" id="{3F011A09-6823-4AE7-B3C9-975BD9B765C7}"/>
              </a:ext>
            </a:extLst>
          </p:cNvPr>
          <p:cNvSpPr>
            <a:spLocks noGrp="1"/>
          </p:cNvSpPr>
          <p:nvPr/>
        </p:nvSpPr>
        <p:spPr>
          <a:xfrm>
            <a:off x="1647328" y="49150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" name="A1_bar_Cryo_12447">
            <a:extLst>
              <a:ext uri="{FF2B5EF4-FFF2-40B4-BE49-F238E27FC236}">
                <a16:creationId xmlns:a16="http://schemas.microsoft.com/office/drawing/2014/main" id="{F7608B87-78A4-44AE-847B-6FAFA54AA407}"/>
              </a:ext>
            </a:extLst>
          </p:cNvPr>
          <p:cNvSpPr>
            <a:spLocks noGrp="1"/>
          </p:cNvSpPr>
          <p:nvPr/>
        </p:nvSpPr>
        <p:spPr>
          <a:xfrm>
            <a:off x="1595798" y="37087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" name="A1_bar_Cryo_12448">
            <a:extLst>
              <a:ext uri="{FF2B5EF4-FFF2-40B4-BE49-F238E27FC236}">
                <a16:creationId xmlns:a16="http://schemas.microsoft.com/office/drawing/2014/main" id="{C98768FB-D260-46DB-9662-4DC4BB094B1A}"/>
              </a:ext>
            </a:extLst>
          </p:cNvPr>
          <p:cNvSpPr>
            <a:spLocks noGrp="1"/>
          </p:cNvSpPr>
          <p:nvPr/>
        </p:nvSpPr>
        <p:spPr>
          <a:xfrm>
            <a:off x="1433698" y="50188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" name="A1_bar_Cryo_12449">
            <a:extLst>
              <a:ext uri="{FF2B5EF4-FFF2-40B4-BE49-F238E27FC236}">
                <a16:creationId xmlns:a16="http://schemas.microsoft.com/office/drawing/2014/main" id="{3E48EBDE-6D28-4638-8BF9-29133B602F39}"/>
              </a:ext>
            </a:extLst>
          </p:cNvPr>
          <p:cNvSpPr>
            <a:spLocks noGrp="1"/>
          </p:cNvSpPr>
          <p:nvPr/>
        </p:nvSpPr>
        <p:spPr>
          <a:xfrm>
            <a:off x="1411052" y="606641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" name="A1_bar_Cryo_12450">
            <a:extLst>
              <a:ext uri="{FF2B5EF4-FFF2-40B4-BE49-F238E27FC236}">
                <a16:creationId xmlns:a16="http://schemas.microsoft.com/office/drawing/2014/main" id="{AFF6CF9C-7570-483D-8736-175D9CD2A944}"/>
              </a:ext>
            </a:extLst>
          </p:cNvPr>
          <p:cNvSpPr>
            <a:spLocks noGrp="1"/>
          </p:cNvSpPr>
          <p:nvPr/>
        </p:nvSpPr>
        <p:spPr>
          <a:xfrm>
            <a:off x="1527829" y="50005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" name="A1_bar_Cryo_12451">
            <a:extLst>
              <a:ext uri="{FF2B5EF4-FFF2-40B4-BE49-F238E27FC236}">
                <a16:creationId xmlns:a16="http://schemas.microsoft.com/office/drawing/2014/main" id="{CBBB1DBF-DD3A-4F9D-A770-55B6BBEF8097}"/>
              </a:ext>
            </a:extLst>
          </p:cNvPr>
          <p:cNvSpPr>
            <a:spLocks noGrp="1"/>
          </p:cNvSpPr>
          <p:nvPr/>
        </p:nvSpPr>
        <p:spPr>
          <a:xfrm>
            <a:off x="1618008" y="59336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" name="A1_bar_Cryo_12452">
            <a:extLst>
              <a:ext uri="{FF2B5EF4-FFF2-40B4-BE49-F238E27FC236}">
                <a16:creationId xmlns:a16="http://schemas.microsoft.com/office/drawing/2014/main" id="{C7DE076F-FA13-4E2F-ACE8-C44558FD5BC3}"/>
              </a:ext>
            </a:extLst>
          </p:cNvPr>
          <p:cNvSpPr>
            <a:spLocks noGrp="1"/>
          </p:cNvSpPr>
          <p:nvPr/>
        </p:nvSpPr>
        <p:spPr>
          <a:xfrm>
            <a:off x="1447253" y="46257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" name="A1_bar_Cryo_12453">
            <a:extLst>
              <a:ext uri="{FF2B5EF4-FFF2-40B4-BE49-F238E27FC236}">
                <a16:creationId xmlns:a16="http://schemas.microsoft.com/office/drawing/2014/main" id="{637826B7-246B-4569-8AB6-D4C85B597759}"/>
              </a:ext>
            </a:extLst>
          </p:cNvPr>
          <p:cNvSpPr>
            <a:spLocks noGrp="1"/>
          </p:cNvSpPr>
          <p:nvPr/>
        </p:nvSpPr>
        <p:spPr>
          <a:xfrm>
            <a:off x="31357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" name="A1_bar_Cryo_12454">
            <a:extLst>
              <a:ext uri="{FF2B5EF4-FFF2-40B4-BE49-F238E27FC236}">
                <a16:creationId xmlns:a16="http://schemas.microsoft.com/office/drawing/2014/main" id="{7F6BACE6-9BFD-4EC0-AF6A-12451E9B4840}"/>
              </a:ext>
            </a:extLst>
          </p:cNvPr>
          <p:cNvSpPr>
            <a:spLocks noGrp="1"/>
          </p:cNvSpPr>
          <p:nvPr/>
        </p:nvSpPr>
        <p:spPr>
          <a:xfrm>
            <a:off x="315161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" name="A1_bar_Cryo_12455">
            <a:extLst>
              <a:ext uri="{FF2B5EF4-FFF2-40B4-BE49-F238E27FC236}">
                <a16:creationId xmlns:a16="http://schemas.microsoft.com/office/drawing/2014/main" id="{441979E0-6D63-466E-9F49-591095D19703}"/>
              </a:ext>
            </a:extLst>
          </p:cNvPr>
          <p:cNvSpPr>
            <a:spLocks noGrp="1"/>
          </p:cNvSpPr>
          <p:nvPr/>
        </p:nvSpPr>
        <p:spPr>
          <a:xfrm>
            <a:off x="30633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" name="A1_bar_Cryo_12456">
            <a:extLst>
              <a:ext uri="{FF2B5EF4-FFF2-40B4-BE49-F238E27FC236}">
                <a16:creationId xmlns:a16="http://schemas.microsoft.com/office/drawing/2014/main" id="{DBFAB46B-8064-4FFD-8874-2949E4AE7E8F}"/>
              </a:ext>
            </a:extLst>
          </p:cNvPr>
          <p:cNvSpPr>
            <a:spLocks noGrp="1"/>
          </p:cNvSpPr>
          <p:nvPr/>
        </p:nvSpPr>
        <p:spPr>
          <a:xfrm>
            <a:off x="309882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" name="A1_bar_Cryo_12457">
            <a:extLst>
              <a:ext uri="{FF2B5EF4-FFF2-40B4-BE49-F238E27FC236}">
                <a16:creationId xmlns:a16="http://schemas.microsoft.com/office/drawing/2014/main" id="{43D46A23-3CC1-41AB-9CDE-9E4B046C9638}"/>
              </a:ext>
            </a:extLst>
          </p:cNvPr>
          <p:cNvSpPr>
            <a:spLocks noGrp="1"/>
          </p:cNvSpPr>
          <p:nvPr/>
        </p:nvSpPr>
        <p:spPr>
          <a:xfrm>
            <a:off x="3008966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" name="A1_bar_Cryo_12458">
            <a:extLst>
              <a:ext uri="{FF2B5EF4-FFF2-40B4-BE49-F238E27FC236}">
                <a16:creationId xmlns:a16="http://schemas.microsoft.com/office/drawing/2014/main" id="{18809E1F-C957-4C56-B88D-2D3B7F3E5E41}"/>
              </a:ext>
            </a:extLst>
          </p:cNvPr>
          <p:cNvSpPr>
            <a:spLocks noGrp="1"/>
          </p:cNvSpPr>
          <p:nvPr/>
        </p:nvSpPr>
        <p:spPr>
          <a:xfrm>
            <a:off x="3202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" name="A1_bar_Cryo_12459">
            <a:extLst>
              <a:ext uri="{FF2B5EF4-FFF2-40B4-BE49-F238E27FC236}">
                <a16:creationId xmlns:a16="http://schemas.microsoft.com/office/drawing/2014/main" id="{BAD42C38-2270-454D-9DE1-1E23333DC084}"/>
              </a:ext>
            </a:extLst>
          </p:cNvPr>
          <p:cNvSpPr>
            <a:spLocks noGrp="1"/>
          </p:cNvSpPr>
          <p:nvPr/>
        </p:nvSpPr>
        <p:spPr>
          <a:xfrm>
            <a:off x="298658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" name="A1_bar_Cryo_12460">
            <a:extLst>
              <a:ext uri="{FF2B5EF4-FFF2-40B4-BE49-F238E27FC236}">
                <a16:creationId xmlns:a16="http://schemas.microsoft.com/office/drawing/2014/main" id="{2272A358-2EDB-4F49-B438-BD4B42C6B95E}"/>
              </a:ext>
            </a:extLst>
          </p:cNvPr>
          <p:cNvSpPr>
            <a:spLocks noGrp="1"/>
          </p:cNvSpPr>
          <p:nvPr/>
        </p:nvSpPr>
        <p:spPr>
          <a:xfrm>
            <a:off x="305285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" name="A1_bar_Cryo_12461">
            <a:extLst>
              <a:ext uri="{FF2B5EF4-FFF2-40B4-BE49-F238E27FC236}">
                <a16:creationId xmlns:a16="http://schemas.microsoft.com/office/drawing/2014/main" id="{2F04736A-6103-4A13-BFE2-7422F63BA8C5}"/>
              </a:ext>
            </a:extLst>
          </p:cNvPr>
          <p:cNvSpPr>
            <a:spLocks noGrp="1"/>
          </p:cNvSpPr>
          <p:nvPr/>
        </p:nvSpPr>
        <p:spPr>
          <a:xfrm>
            <a:off x="3169629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" name="A1_bar_Cryo_12462">
            <a:extLst>
              <a:ext uri="{FF2B5EF4-FFF2-40B4-BE49-F238E27FC236}">
                <a16:creationId xmlns:a16="http://schemas.microsoft.com/office/drawing/2014/main" id="{476EDF8B-A54C-4CE8-A4A5-E59B3F338BBC}"/>
              </a:ext>
            </a:extLst>
          </p:cNvPr>
          <p:cNvSpPr>
            <a:spLocks noGrp="1"/>
          </p:cNvSpPr>
          <p:nvPr/>
        </p:nvSpPr>
        <p:spPr>
          <a:xfrm>
            <a:off x="322180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" name="A1_bar_Cryo_12463">
            <a:extLst>
              <a:ext uri="{FF2B5EF4-FFF2-40B4-BE49-F238E27FC236}">
                <a16:creationId xmlns:a16="http://schemas.microsoft.com/office/drawing/2014/main" id="{863790F7-0671-4495-95EA-2923599BA54D}"/>
              </a:ext>
            </a:extLst>
          </p:cNvPr>
          <p:cNvSpPr>
            <a:spLocks noGrp="1"/>
          </p:cNvSpPr>
          <p:nvPr/>
        </p:nvSpPr>
        <p:spPr>
          <a:xfrm>
            <a:off x="3213015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" name="A1_bar_Cryo_12464">
            <a:extLst>
              <a:ext uri="{FF2B5EF4-FFF2-40B4-BE49-F238E27FC236}">
                <a16:creationId xmlns:a16="http://schemas.microsoft.com/office/drawing/2014/main" id="{B3766D73-46AA-4516-9954-0930983A8FFC}"/>
              </a:ext>
            </a:extLst>
          </p:cNvPr>
          <p:cNvSpPr>
            <a:spLocks noGrp="1"/>
          </p:cNvSpPr>
          <p:nvPr/>
        </p:nvSpPr>
        <p:spPr>
          <a:xfrm>
            <a:off x="3165768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" name="A1_bar_Cryo_12465">
            <a:extLst>
              <a:ext uri="{FF2B5EF4-FFF2-40B4-BE49-F238E27FC236}">
                <a16:creationId xmlns:a16="http://schemas.microsoft.com/office/drawing/2014/main" id="{18D4D970-B4CB-422F-92FE-C618328A92DF}"/>
              </a:ext>
            </a:extLst>
          </p:cNvPr>
          <p:cNvSpPr>
            <a:spLocks noGrp="1"/>
          </p:cNvSpPr>
          <p:nvPr/>
        </p:nvSpPr>
        <p:spPr>
          <a:xfrm>
            <a:off x="3019500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" name="A1_bar_Cryo_12466">
            <a:extLst>
              <a:ext uri="{FF2B5EF4-FFF2-40B4-BE49-F238E27FC236}">
                <a16:creationId xmlns:a16="http://schemas.microsoft.com/office/drawing/2014/main" id="{6C941BBE-C318-431D-99AF-8E219C16B518}"/>
              </a:ext>
            </a:extLst>
          </p:cNvPr>
          <p:cNvSpPr>
            <a:spLocks noGrp="1"/>
          </p:cNvSpPr>
          <p:nvPr/>
        </p:nvSpPr>
        <p:spPr>
          <a:xfrm>
            <a:off x="321230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" name="A1_bar_Cryo_12467">
            <a:extLst>
              <a:ext uri="{FF2B5EF4-FFF2-40B4-BE49-F238E27FC236}">
                <a16:creationId xmlns:a16="http://schemas.microsoft.com/office/drawing/2014/main" id="{8E6AA8B1-6506-4126-84CF-2FF561D24716}"/>
              </a:ext>
            </a:extLst>
          </p:cNvPr>
          <p:cNvSpPr>
            <a:spLocks noGrp="1"/>
          </p:cNvSpPr>
          <p:nvPr/>
        </p:nvSpPr>
        <p:spPr>
          <a:xfrm>
            <a:off x="301966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" name="A1_bar_Cryo_12468">
            <a:extLst>
              <a:ext uri="{FF2B5EF4-FFF2-40B4-BE49-F238E27FC236}">
                <a16:creationId xmlns:a16="http://schemas.microsoft.com/office/drawing/2014/main" id="{B36C6B62-B8B9-4C4E-B70B-2C751F827491}"/>
              </a:ext>
            </a:extLst>
          </p:cNvPr>
          <p:cNvSpPr>
            <a:spLocks noGrp="1"/>
          </p:cNvSpPr>
          <p:nvPr/>
        </p:nvSpPr>
        <p:spPr>
          <a:xfrm>
            <a:off x="314618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" name="A1_bar_Cryo_12469">
            <a:extLst>
              <a:ext uri="{FF2B5EF4-FFF2-40B4-BE49-F238E27FC236}">
                <a16:creationId xmlns:a16="http://schemas.microsoft.com/office/drawing/2014/main" id="{0EAFDD05-91E1-4882-9174-A68F019431E1}"/>
              </a:ext>
            </a:extLst>
          </p:cNvPr>
          <p:cNvSpPr>
            <a:spLocks noGrp="1"/>
          </p:cNvSpPr>
          <p:nvPr/>
        </p:nvSpPr>
        <p:spPr>
          <a:xfrm>
            <a:off x="323033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" name="A1_bar_Cryo_12470">
            <a:extLst>
              <a:ext uri="{FF2B5EF4-FFF2-40B4-BE49-F238E27FC236}">
                <a16:creationId xmlns:a16="http://schemas.microsoft.com/office/drawing/2014/main" id="{5F1DE6C3-CE39-45DC-BF70-A6F92BC3A925}"/>
              </a:ext>
            </a:extLst>
          </p:cNvPr>
          <p:cNvSpPr>
            <a:spLocks noGrp="1"/>
          </p:cNvSpPr>
          <p:nvPr/>
        </p:nvSpPr>
        <p:spPr>
          <a:xfrm>
            <a:off x="31064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" name="A1_bar_Cryo_12471">
            <a:extLst>
              <a:ext uri="{FF2B5EF4-FFF2-40B4-BE49-F238E27FC236}">
                <a16:creationId xmlns:a16="http://schemas.microsoft.com/office/drawing/2014/main" id="{6D6AC166-5505-468F-A055-0F3DEE90EB37}"/>
              </a:ext>
            </a:extLst>
          </p:cNvPr>
          <p:cNvSpPr>
            <a:spLocks noGrp="1"/>
          </p:cNvSpPr>
          <p:nvPr/>
        </p:nvSpPr>
        <p:spPr>
          <a:xfrm>
            <a:off x="3221965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" name="A1_bar_Cryo_12472">
            <a:extLst>
              <a:ext uri="{FF2B5EF4-FFF2-40B4-BE49-F238E27FC236}">
                <a16:creationId xmlns:a16="http://schemas.microsoft.com/office/drawing/2014/main" id="{ED5ABF6B-1637-4671-A189-4CCE9EC66744}"/>
              </a:ext>
            </a:extLst>
          </p:cNvPr>
          <p:cNvSpPr>
            <a:spLocks noGrp="1"/>
          </p:cNvSpPr>
          <p:nvPr/>
        </p:nvSpPr>
        <p:spPr>
          <a:xfrm>
            <a:off x="3008221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" name="A1_bar_Cryo_12473">
            <a:extLst>
              <a:ext uri="{FF2B5EF4-FFF2-40B4-BE49-F238E27FC236}">
                <a16:creationId xmlns:a16="http://schemas.microsoft.com/office/drawing/2014/main" id="{4E01EB87-6A62-4D85-983C-ADBAF4B05324}"/>
              </a:ext>
            </a:extLst>
          </p:cNvPr>
          <p:cNvSpPr>
            <a:spLocks noGrp="1"/>
          </p:cNvSpPr>
          <p:nvPr/>
        </p:nvSpPr>
        <p:spPr>
          <a:xfrm>
            <a:off x="3218336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" name="A1_bar_Cryo_12474">
            <a:extLst>
              <a:ext uri="{FF2B5EF4-FFF2-40B4-BE49-F238E27FC236}">
                <a16:creationId xmlns:a16="http://schemas.microsoft.com/office/drawing/2014/main" id="{509152F2-4346-4EE0-B2DF-81A802849725}"/>
              </a:ext>
            </a:extLst>
          </p:cNvPr>
          <p:cNvSpPr>
            <a:spLocks noGrp="1"/>
          </p:cNvSpPr>
          <p:nvPr/>
        </p:nvSpPr>
        <p:spPr>
          <a:xfrm>
            <a:off x="3044854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" name="A1_bar_Cryo_12475">
            <a:extLst>
              <a:ext uri="{FF2B5EF4-FFF2-40B4-BE49-F238E27FC236}">
                <a16:creationId xmlns:a16="http://schemas.microsoft.com/office/drawing/2014/main" id="{CFEC0604-0D85-4AD9-8BB9-8723747D7E78}"/>
              </a:ext>
            </a:extLst>
          </p:cNvPr>
          <p:cNvSpPr>
            <a:spLocks noGrp="1"/>
          </p:cNvSpPr>
          <p:nvPr/>
        </p:nvSpPr>
        <p:spPr>
          <a:xfrm>
            <a:off x="3222845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" name="A1_bar_Cryo_12476">
            <a:extLst>
              <a:ext uri="{FF2B5EF4-FFF2-40B4-BE49-F238E27FC236}">
                <a16:creationId xmlns:a16="http://schemas.microsoft.com/office/drawing/2014/main" id="{CBC63708-1002-4A9A-9BA6-0A42B73BBC0C}"/>
              </a:ext>
            </a:extLst>
          </p:cNvPr>
          <p:cNvSpPr>
            <a:spLocks noGrp="1"/>
          </p:cNvSpPr>
          <p:nvPr/>
        </p:nvSpPr>
        <p:spPr>
          <a:xfrm>
            <a:off x="305951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" name="A1_bar_Cryo_12477">
            <a:extLst>
              <a:ext uri="{FF2B5EF4-FFF2-40B4-BE49-F238E27FC236}">
                <a16:creationId xmlns:a16="http://schemas.microsoft.com/office/drawing/2014/main" id="{40E24D92-8C58-4F1A-87C4-2CBEEFC1D61C}"/>
              </a:ext>
            </a:extLst>
          </p:cNvPr>
          <p:cNvSpPr>
            <a:spLocks noGrp="1"/>
          </p:cNvSpPr>
          <p:nvPr/>
        </p:nvSpPr>
        <p:spPr>
          <a:xfrm>
            <a:off x="310907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" name="A1_bar_Cryo_12478">
            <a:extLst>
              <a:ext uri="{FF2B5EF4-FFF2-40B4-BE49-F238E27FC236}">
                <a16:creationId xmlns:a16="http://schemas.microsoft.com/office/drawing/2014/main" id="{B2FA12F2-271C-4181-95AB-A59D0DFF54B0}"/>
              </a:ext>
            </a:extLst>
          </p:cNvPr>
          <p:cNvSpPr>
            <a:spLocks noGrp="1"/>
          </p:cNvSpPr>
          <p:nvPr/>
        </p:nvSpPr>
        <p:spPr>
          <a:xfrm>
            <a:off x="32017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" name="A1_bar_Cryo_12479">
            <a:extLst>
              <a:ext uri="{FF2B5EF4-FFF2-40B4-BE49-F238E27FC236}">
                <a16:creationId xmlns:a16="http://schemas.microsoft.com/office/drawing/2014/main" id="{56A5C5EE-3445-453B-B15C-10289E0DA684}"/>
              </a:ext>
            </a:extLst>
          </p:cNvPr>
          <p:cNvSpPr>
            <a:spLocks noGrp="1"/>
          </p:cNvSpPr>
          <p:nvPr/>
        </p:nvSpPr>
        <p:spPr>
          <a:xfrm>
            <a:off x="3029016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" name="A1_bar_Cryo_12480">
            <a:extLst>
              <a:ext uri="{FF2B5EF4-FFF2-40B4-BE49-F238E27FC236}">
                <a16:creationId xmlns:a16="http://schemas.microsoft.com/office/drawing/2014/main" id="{20681B3C-2527-406C-9F10-C6C5EF72FD27}"/>
              </a:ext>
            </a:extLst>
          </p:cNvPr>
          <p:cNvSpPr>
            <a:spLocks noGrp="1"/>
          </p:cNvSpPr>
          <p:nvPr/>
        </p:nvSpPr>
        <p:spPr>
          <a:xfrm>
            <a:off x="3113221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" name="A1_bar_Cryo_12481">
            <a:extLst>
              <a:ext uri="{FF2B5EF4-FFF2-40B4-BE49-F238E27FC236}">
                <a16:creationId xmlns:a16="http://schemas.microsoft.com/office/drawing/2014/main" id="{3F15BDF4-2A35-4BB9-AA52-58BED39785B4}"/>
              </a:ext>
            </a:extLst>
          </p:cNvPr>
          <p:cNvSpPr>
            <a:spLocks noGrp="1"/>
          </p:cNvSpPr>
          <p:nvPr/>
        </p:nvSpPr>
        <p:spPr>
          <a:xfrm>
            <a:off x="3107599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" name="A1_bar_Cryo_12482">
            <a:extLst>
              <a:ext uri="{FF2B5EF4-FFF2-40B4-BE49-F238E27FC236}">
                <a16:creationId xmlns:a16="http://schemas.microsoft.com/office/drawing/2014/main" id="{DA399688-1FE8-45D8-8525-9F6336B1C7E2}"/>
              </a:ext>
            </a:extLst>
          </p:cNvPr>
          <p:cNvSpPr>
            <a:spLocks noGrp="1"/>
          </p:cNvSpPr>
          <p:nvPr/>
        </p:nvSpPr>
        <p:spPr>
          <a:xfrm>
            <a:off x="30838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" name="A1_bar_Cryo_12483">
            <a:extLst>
              <a:ext uri="{FF2B5EF4-FFF2-40B4-BE49-F238E27FC236}">
                <a16:creationId xmlns:a16="http://schemas.microsoft.com/office/drawing/2014/main" id="{92D4D300-F960-48DF-9DD9-C45A0B2538FC}"/>
              </a:ext>
            </a:extLst>
          </p:cNvPr>
          <p:cNvSpPr>
            <a:spLocks noGrp="1"/>
          </p:cNvSpPr>
          <p:nvPr/>
        </p:nvSpPr>
        <p:spPr>
          <a:xfrm>
            <a:off x="30775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" name="A1_bar_Cryo_12484">
            <a:extLst>
              <a:ext uri="{FF2B5EF4-FFF2-40B4-BE49-F238E27FC236}">
                <a16:creationId xmlns:a16="http://schemas.microsoft.com/office/drawing/2014/main" id="{916DE7B1-8767-404A-BB0E-B6C1F4FDDAE3}"/>
              </a:ext>
            </a:extLst>
          </p:cNvPr>
          <p:cNvSpPr>
            <a:spLocks noGrp="1"/>
          </p:cNvSpPr>
          <p:nvPr/>
        </p:nvSpPr>
        <p:spPr>
          <a:xfrm>
            <a:off x="3042860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" name="A1_bar_Cryo_12485">
            <a:extLst>
              <a:ext uri="{FF2B5EF4-FFF2-40B4-BE49-F238E27FC236}">
                <a16:creationId xmlns:a16="http://schemas.microsoft.com/office/drawing/2014/main" id="{8272FC7B-5945-4514-93E9-5720E5F707C4}"/>
              </a:ext>
            </a:extLst>
          </p:cNvPr>
          <p:cNvSpPr>
            <a:spLocks noGrp="1"/>
          </p:cNvSpPr>
          <p:nvPr/>
        </p:nvSpPr>
        <p:spPr>
          <a:xfrm>
            <a:off x="321811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" name="A1_bar_Cryo_12486">
            <a:extLst>
              <a:ext uri="{FF2B5EF4-FFF2-40B4-BE49-F238E27FC236}">
                <a16:creationId xmlns:a16="http://schemas.microsoft.com/office/drawing/2014/main" id="{4B94D60F-116D-405E-8C0E-BD74784AD9C8}"/>
              </a:ext>
            </a:extLst>
          </p:cNvPr>
          <p:cNvSpPr>
            <a:spLocks noGrp="1"/>
          </p:cNvSpPr>
          <p:nvPr/>
        </p:nvSpPr>
        <p:spPr>
          <a:xfrm>
            <a:off x="32200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" name="A1_bar_Cryo_12487">
            <a:extLst>
              <a:ext uri="{FF2B5EF4-FFF2-40B4-BE49-F238E27FC236}">
                <a16:creationId xmlns:a16="http://schemas.microsoft.com/office/drawing/2014/main" id="{2A0DB24A-EFB1-4280-9ABF-8E8CDDD8C67F}"/>
              </a:ext>
            </a:extLst>
          </p:cNvPr>
          <p:cNvSpPr>
            <a:spLocks noGrp="1"/>
          </p:cNvSpPr>
          <p:nvPr/>
        </p:nvSpPr>
        <p:spPr>
          <a:xfrm>
            <a:off x="321607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" name="A1_bar_Cryo_12488">
            <a:extLst>
              <a:ext uri="{FF2B5EF4-FFF2-40B4-BE49-F238E27FC236}">
                <a16:creationId xmlns:a16="http://schemas.microsoft.com/office/drawing/2014/main" id="{0E40C104-FACD-4302-9E33-72CB28EC80E5}"/>
              </a:ext>
            </a:extLst>
          </p:cNvPr>
          <p:cNvSpPr>
            <a:spLocks noGrp="1"/>
          </p:cNvSpPr>
          <p:nvPr/>
        </p:nvSpPr>
        <p:spPr>
          <a:xfrm>
            <a:off x="31668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" name="A1_bar_Cryo_12489">
            <a:extLst>
              <a:ext uri="{FF2B5EF4-FFF2-40B4-BE49-F238E27FC236}">
                <a16:creationId xmlns:a16="http://schemas.microsoft.com/office/drawing/2014/main" id="{00D598E8-0834-493F-A042-1B30C9949C43}"/>
              </a:ext>
            </a:extLst>
          </p:cNvPr>
          <p:cNvSpPr>
            <a:spLocks noGrp="1"/>
          </p:cNvSpPr>
          <p:nvPr/>
        </p:nvSpPr>
        <p:spPr>
          <a:xfrm>
            <a:off x="320850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" name="A1_bar_Cryo_12490">
            <a:extLst>
              <a:ext uri="{FF2B5EF4-FFF2-40B4-BE49-F238E27FC236}">
                <a16:creationId xmlns:a16="http://schemas.microsoft.com/office/drawing/2014/main" id="{CBAD3145-D058-4DC5-A1A2-F6C6FE977C9F}"/>
              </a:ext>
            </a:extLst>
          </p:cNvPr>
          <p:cNvSpPr>
            <a:spLocks noGrp="1"/>
          </p:cNvSpPr>
          <p:nvPr/>
        </p:nvSpPr>
        <p:spPr>
          <a:xfrm>
            <a:off x="29974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" name="A1_bar_Cryo_12491">
            <a:extLst>
              <a:ext uri="{FF2B5EF4-FFF2-40B4-BE49-F238E27FC236}">
                <a16:creationId xmlns:a16="http://schemas.microsoft.com/office/drawing/2014/main" id="{DB4338B9-B197-449F-92BD-00B44F996F07}"/>
              </a:ext>
            </a:extLst>
          </p:cNvPr>
          <p:cNvSpPr>
            <a:spLocks noGrp="1"/>
          </p:cNvSpPr>
          <p:nvPr/>
        </p:nvSpPr>
        <p:spPr>
          <a:xfrm>
            <a:off x="29842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" name="A1_bar_Cryo_12492">
            <a:extLst>
              <a:ext uri="{FF2B5EF4-FFF2-40B4-BE49-F238E27FC236}">
                <a16:creationId xmlns:a16="http://schemas.microsoft.com/office/drawing/2014/main" id="{25B86104-38E5-46C4-9BC9-74ABED6312C0}"/>
              </a:ext>
            </a:extLst>
          </p:cNvPr>
          <p:cNvSpPr>
            <a:spLocks noGrp="1"/>
          </p:cNvSpPr>
          <p:nvPr/>
        </p:nvSpPr>
        <p:spPr>
          <a:xfrm>
            <a:off x="31566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" name="A1_bar_Cryo_12493">
            <a:extLst>
              <a:ext uri="{FF2B5EF4-FFF2-40B4-BE49-F238E27FC236}">
                <a16:creationId xmlns:a16="http://schemas.microsoft.com/office/drawing/2014/main" id="{E1E42304-DB66-4151-A923-50DEC75D4524}"/>
              </a:ext>
            </a:extLst>
          </p:cNvPr>
          <p:cNvSpPr>
            <a:spLocks noGrp="1"/>
          </p:cNvSpPr>
          <p:nvPr/>
        </p:nvSpPr>
        <p:spPr>
          <a:xfrm>
            <a:off x="3128932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" name="A1_bar_Cryo_12494">
            <a:extLst>
              <a:ext uri="{FF2B5EF4-FFF2-40B4-BE49-F238E27FC236}">
                <a16:creationId xmlns:a16="http://schemas.microsoft.com/office/drawing/2014/main" id="{00C1C025-CA2A-4F46-A65F-3FEA5B597F3B}"/>
              </a:ext>
            </a:extLst>
          </p:cNvPr>
          <p:cNvSpPr>
            <a:spLocks noGrp="1"/>
          </p:cNvSpPr>
          <p:nvPr/>
        </p:nvSpPr>
        <p:spPr>
          <a:xfrm>
            <a:off x="31427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" name="A1_bar_Cryo_12495">
            <a:extLst>
              <a:ext uri="{FF2B5EF4-FFF2-40B4-BE49-F238E27FC236}">
                <a16:creationId xmlns:a16="http://schemas.microsoft.com/office/drawing/2014/main" id="{85068A70-C2BE-41B2-B34E-7FDD171FED02}"/>
              </a:ext>
            </a:extLst>
          </p:cNvPr>
          <p:cNvSpPr>
            <a:spLocks noGrp="1"/>
          </p:cNvSpPr>
          <p:nvPr/>
        </p:nvSpPr>
        <p:spPr>
          <a:xfrm>
            <a:off x="31464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" name="A1_bar_Cryo_12496">
            <a:extLst>
              <a:ext uri="{FF2B5EF4-FFF2-40B4-BE49-F238E27FC236}">
                <a16:creationId xmlns:a16="http://schemas.microsoft.com/office/drawing/2014/main" id="{66542EF9-8FDC-43A0-84D2-B4062D2FB20F}"/>
              </a:ext>
            </a:extLst>
          </p:cNvPr>
          <p:cNvSpPr>
            <a:spLocks noGrp="1"/>
          </p:cNvSpPr>
          <p:nvPr/>
        </p:nvSpPr>
        <p:spPr>
          <a:xfrm>
            <a:off x="3110429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4" name="A1_bar_Cryo_12497">
            <a:extLst>
              <a:ext uri="{FF2B5EF4-FFF2-40B4-BE49-F238E27FC236}">
                <a16:creationId xmlns:a16="http://schemas.microsoft.com/office/drawing/2014/main" id="{4F5462E6-C899-4C38-B9E6-597FBB7F0945}"/>
              </a:ext>
            </a:extLst>
          </p:cNvPr>
          <p:cNvSpPr>
            <a:spLocks noGrp="1"/>
          </p:cNvSpPr>
          <p:nvPr/>
        </p:nvSpPr>
        <p:spPr>
          <a:xfrm>
            <a:off x="30573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5" name="A1_bar_Cryo_12498">
            <a:extLst>
              <a:ext uri="{FF2B5EF4-FFF2-40B4-BE49-F238E27FC236}">
                <a16:creationId xmlns:a16="http://schemas.microsoft.com/office/drawing/2014/main" id="{0F0C253F-1F35-4061-8E48-58D4388C2929}"/>
              </a:ext>
            </a:extLst>
          </p:cNvPr>
          <p:cNvSpPr>
            <a:spLocks noGrp="1"/>
          </p:cNvSpPr>
          <p:nvPr/>
        </p:nvSpPr>
        <p:spPr>
          <a:xfrm>
            <a:off x="318044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6" name="A1_bar_Cryo_12499">
            <a:extLst>
              <a:ext uri="{FF2B5EF4-FFF2-40B4-BE49-F238E27FC236}">
                <a16:creationId xmlns:a16="http://schemas.microsoft.com/office/drawing/2014/main" id="{A046F8AE-7E6E-45B4-B89C-52E353D04E6E}"/>
              </a:ext>
            </a:extLst>
          </p:cNvPr>
          <p:cNvSpPr>
            <a:spLocks noGrp="1"/>
          </p:cNvSpPr>
          <p:nvPr/>
        </p:nvSpPr>
        <p:spPr>
          <a:xfrm>
            <a:off x="3114960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7" name="A1_bar_Cryo_12500">
            <a:extLst>
              <a:ext uri="{FF2B5EF4-FFF2-40B4-BE49-F238E27FC236}">
                <a16:creationId xmlns:a16="http://schemas.microsoft.com/office/drawing/2014/main" id="{08CC814B-4EF4-4E44-8DF8-1C8A5BB1AE4B}"/>
              </a:ext>
            </a:extLst>
          </p:cNvPr>
          <p:cNvSpPr>
            <a:spLocks noGrp="1"/>
          </p:cNvSpPr>
          <p:nvPr/>
        </p:nvSpPr>
        <p:spPr>
          <a:xfrm>
            <a:off x="2989666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8" name="A1_bar_Cryo_12501">
            <a:extLst>
              <a:ext uri="{FF2B5EF4-FFF2-40B4-BE49-F238E27FC236}">
                <a16:creationId xmlns:a16="http://schemas.microsoft.com/office/drawing/2014/main" id="{4E83A1A0-2877-4250-ABB2-F28E7BD3349E}"/>
              </a:ext>
            </a:extLst>
          </p:cNvPr>
          <p:cNvSpPr>
            <a:spLocks noGrp="1"/>
          </p:cNvSpPr>
          <p:nvPr/>
        </p:nvSpPr>
        <p:spPr>
          <a:xfrm>
            <a:off x="304035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9" name="A1_bar_Cryo_12502">
            <a:extLst>
              <a:ext uri="{FF2B5EF4-FFF2-40B4-BE49-F238E27FC236}">
                <a16:creationId xmlns:a16="http://schemas.microsoft.com/office/drawing/2014/main" id="{4894F7C4-04F1-447E-BCFA-850B4E5BA6CB}"/>
              </a:ext>
            </a:extLst>
          </p:cNvPr>
          <p:cNvSpPr>
            <a:spLocks noGrp="1"/>
          </p:cNvSpPr>
          <p:nvPr/>
        </p:nvSpPr>
        <p:spPr>
          <a:xfrm>
            <a:off x="307877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0" name="A1_bar_Cryo_12503">
            <a:extLst>
              <a:ext uri="{FF2B5EF4-FFF2-40B4-BE49-F238E27FC236}">
                <a16:creationId xmlns:a16="http://schemas.microsoft.com/office/drawing/2014/main" id="{6306D5EC-7EDD-4DB0-8CF9-4E7C71DE6F98}"/>
              </a:ext>
            </a:extLst>
          </p:cNvPr>
          <p:cNvSpPr>
            <a:spLocks noGrp="1"/>
          </p:cNvSpPr>
          <p:nvPr/>
        </p:nvSpPr>
        <p:spPr>
          <a:xfrm>
            <a:off x="3097808" y="469464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1" name="A1_bar_Cryo_12504">
            <a:extLst>
              <a:ext uri="{FF2B5EF4-FFF2-40B4-BE49-F238E27FC236}">
                <a16:creationId xmlns:a16="http://schemas.microsoft.com/office/drawing/2014/main" id="{09C7FCAB-D786-495E-A357-F6E58CCD869B}"/>
              </a:ext>
            </a:extLst>
          </p:cNvPr>
          <p:cNvSpPr>
            <a:spLocks noGrp="1"/>
          </p:cNvSpPr>
          <p:nvPr/>
        </p:nvSpPr>
        <p:spPr>
          <a:xfrm>
            <a:off x="322667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2" name="A1_bar_Cryo_12505">
            <a:extLst>
              <a:ext uri="{FF2B5EF4-FFF2-40B4-BE49-F238E27FC236}">
                <a16:creationId xmlns:a16="http://schemas.microsoft.com/office/drawing/2014/main" id="{11524EC0-622D-44C4-A50B-56BD324E55C3}"/>
              </a:ext>
            </a:extLst>
          </p:cNvPr>
          <p:cNvSpPr>
            <a:spLocks noGrp="1"/>
          </p:cNvSpPr>
          <p:nvPr/>
        </p:nvSpPr>
        <p:spPr>
          <a:xfrm>
            <a:off x="317641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3" name="A1_bar_Cryo_12506">
            <a:extLst>
              <a:ext uri="{FF2B5EF4-FFF2-40B4-BE49-F238E27FC236}">
                <a16:creationId xmlns:a16="http://schemas.microsoft.com/office/drawing/2014/main" id="{7D861218-C0C6-42ED-9EDE-61CB971DBE0F}"/>
              </a:ext>
            </a:extLst>
          </p:cNvPr>
          <p:cNvSpPr>
            <a:spLocks noGrp="1"/>
          </p:cNvSpPr>
          <p:nvPr/>
        </p:nvSpPr>
        <p:spPr>
          <a:xfrm>
            <a:off x="3217075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4" name="A1_bar_Cryo_12507">
            <a:extLst>
              <a:ext uri="{FF2B5EF4-FFF2-40B4-BE49-F238E27FC236}">
                <a16:creationId xmlns:a16="http://schemas.microsoft.com/office/drawing/2014/main" id="{7B41E1C1-D422-45EA-9232-DE77D006F3CA}"/>
              </a:ext>
            </a:extLst>
          </p:cNvPr>
          <p:cNvSpPr>
            <a:spLocks noGrp="1"/>
          </p:cNvSpPr>
          <p:nvPr/>
        </p:nvSpPr>
        <p:spPr>
          <a:xfrm>
            <a:off x="3078787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5" name="A1_bar_Cryo_12508">
            <a:extLst>
              <a:ext uri="{FF2B5EF4-FFF2-40B4-BE49-F238E27FC236}">
                <a16:creationId xmlns:a16="http://schemas.microsoft.com/office/drawing/2014/main" id="{EE27240A-56C9-44F6-B88F-16669CBDEF35}"/>
              </a:ext>
            </a:extLst>
          </p:cNvPr>
          <p:cNvSpPr>
            <a:spLocks noGrp="1"/>
          </p:cNvSpPr>
          <p:nvPr/>
        </p:nvSpPr>
        <p:spPr>
          <a:xfrm>
            <a:off x="3168324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6" name="A1_bar_Cryo_12509">
            <a:extLst>
              <a:ext uri="{FF2B5EF4-FFF2-40B4-BE49-F238E27FC236}">
                <a16:creationId xmlns:a16="http://schemas.microsoft.com/office/drawing/2014/main" id="{A65C76BD-1D96-4D36-83BA-DB670D345DD4}"/>
              </a:ext>
            </a:extLst>
          </p:cNvPr>
          <p:cNvSpPr>
            <a:spLocks noGrp="1"/>
          </p:cNvSpPr>
          <p:nvPr/>
        </p:nvSpPr>
        <p:spPr>
          <a:xfrm>
            <a:off x="3193569" y="42993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7" name="A1_bar_Cryo_12510">
            <a:extLst>
              <a:ext uri="{FF2B5EF4-FFF2-40B4-BE49-F238E27FC236}">
                <a16:creationId xmlns:a16="http://schemas.microsoft.com/office/drawing/2014/main" id="{E4F3C98D-57D5-4794-B24D-6CDEF9CD71CE}"/>
              </a:ext>
            </a:extLst>
          </p:cNvPr>
          <p:cNvSpPr>
            <a:spLocks noGrp="1"/>
          </p:cNvSpPr>
          <p:nvPr/>
        </p:nvSpPr>
        <p:spPr>
          <a:xfrm>
            <a:off x="31346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8" name="A1_bar_Cryo_12511">
            <a:extLst>
              <a:ext uri="{FF2B5EF4-FFF2-40B4-BE49-F238E27FC236}">
                <a16:creationId xmlns:a16="http://schemas.microsoft.com/office/drawing/2014/main" id="{221682B0-810D-4F0A-83D1-0B3AAF63B487}"/>
              </a:ext>
            </a:extLst>
          </p:cNvPr>
          <p:cNvSpPr>
            <a:spLocks noGrp="1"/>
          </p:cNvSpPr>
          <p:nvPr/>
        </p:nvSpPr>
        <p:spPr>
          <a:xfrm>
            <a:off x="3218105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89" name="A1_bar_Cryo_12512">
            <a:extLst>
              <a:ext uri="{FF2B5EF4-FFF2-40B4-BE49-F238E27FC236}">
                <a16:creationId xmlns:a16="http://schemas.microsoft.com/office/drawing/2014/main" id="{7F307950-C6AD-4093-B59B-585B15CFD4FC}"/>
              </a:ext>
            </a:extLst>
          </p:cNvPr>
          <p:cNvSpPr>
            <a:spLocks noGrp="1"/>
          </p:cNvSpPr>
          <p:nvPr/>
        </p:nvSpPr>
        <p:spPr>
          <a:xfrm>
            <a:off x="299115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0" name="A1_bar_Cryo_12513">
            <a:extLst>
              <a:ext uri="{FF2B5EF4-FFF2-40B4-BE49-F238E27FC236}">
                <a16:creationId xmlns:a16="http://schemas.microsoft.com/office/drawing/2014/main" id="{25D9797B-2FF7-4E4D-A57A-5B4887477FE4}"/>
              </a:ext>
            </a:extLst>
          </p:cNvPr>
          <p:cNvSpPr>
            <a:spLocks noGrp="1"/>
          </p:cNvSpPr>
          <p:nvPr/>
        </p:nvSpPr>
        <p:spPr>
          <a:xfrm>
            <a:off x="3064443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1" name="A1_bar_Cryo_12514">
            <a:extLst>
              <a:ext uri="{FF2B5EF4-FFF2-40B4-BE49-F238E27FC236}">
                <a16:creationId xmlns:a16="http://schemas.microsoft.com/office/drawing/2014/main" id="{42D5979E-E28B-49C6-A5C9-65F8BC6869C3}"/>
              </a:ext>
            </a:extLst>
          </p:cNvPr>
          <p:cNvSpPr>
            <a:spLocks noGrp="1"/>
          </p:cNvSpPr>
          <p:nvPr/>
        </p:nvSpPr>
        <p:spPr>
          <a:xfrm>
            <a:off x="318415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2" name="A1_bar_Cryo_12515">
            <a:extLst>
              <a:ext uri="{FF2B5EF4-FFF2-40B4-BE49-F238E27FC236}">
                <a16:creationId xmlns:a16="http://schemas.microsoft.com/office/drawing/2014/main" id="{6B5C0A24-FB46-42F6-9E0B-3B4BF650635D}"/>
              </a:ext>
            </a:extLst>
          </p:cNvPr>
          <p:cNvSpPr>
            <a:spLocks noGrp="1"/>
          </p:cNvSpPr>
          <p:nvPr/>
        </p:nvSpPr>
        <p:spPr>
          <a:xfrm>
            <a:off x="306202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3" name="A1_bar_Cryo_12516">
            <a:extLst>
              <a:ext uri="{FF2B5EF4-FFF2-40B4-BE49-F238E27FC236}">
                <a16:creationId xmlns:a16="http://schemas.microsoft.com/office/drawing/2014/main" id="{A303B083-1DE8-451E-B5B0-4D69432DE5CD}"/>
              </a:ext>
            </a:extLst>
          </p:cNvPr>
          <p:cNvSpPr>
            <a:spLocks noGrp="1"/>
          </p:cNvSpPr>
          <p:nvPr/>
        </p:nvSpPr>
        <p:spPr>
          <a:xfrm>
            <a:off x="3091560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4" name="A1_bar_Cryo_12517">
            <a:extLst>
              <a:ext uri="{FF2B5EF4-FFF2-40B4-BE49-F238E27FC236}">
                <a16:creationId xmlns:a16="http://schemas.microsoft.com/office/drawing/2014/main" id="{C8BFD656-FE2A-4944-964B-BF313F8950D5}"/>
              </a:ext>
            </a:extLst>
          </p:cNvPr>
          <p:cNvSpPr>
            <a:spLocks noGrp="1"/>
          </p:cNvSpPr>
          <p:nvPr/>
        </p:nvSpPr>
        <p:spPr>
          <a:xfrm>
            <a:off x="316488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5" name="A1_bar_Cryo_12518">
            <a:extLst>
              <a:ext uri="{FF2B5EF4-FFF2-40B4-BE49-F238E27FC236}">
                <a16:creationId xmlns:a16="http://schemas.microsoft.com/office/drawing/2014/main" id="{B703375C-9205-4632-A862-165CD0EA1783}"/>
              </a:ext>
            </a:extLst>
          </p:cNvPr>
          <p:cNvSpPr>
            <a:spLocks noGrp="1"/>
          </p:cNvSpPr>
          <p:nvPr/>
        </p:nvSpPr>
        <p:spPr>
          <a:xfrm>
            <a:off x="3136931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6" name="A1_bar_Cryo_12519">
            <a:extLst>
              <a:ext uri="{FF2B5EF4-FFF2-40B4-BE49-F238E27FC236}">
                <a16:creationId xmlns:a16="http://schemas.microsoft.com/office/drawing/2014/main" id="{6C245D94-00F9-45D7-A061-136EB4321F99}"/>
              </a:ext>
            </a:extLst>
          </p:cNvPr>
          <p:cNvSpPr>
            <a:spLocks noGrp="1"/>
          </p:cNvSpPr>
          <p:nvPr/>
        </p:nvSpPr>
        <p:spPr>
          <a:xfrm>
            <a:off x="3100832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7" name="A1_bar_Cryo_12520">
            <a:extLst>
              <a:ext uri="{FF2B5EF4-FFF2-40B4-BE49-F238E27FC236}">
                <a16:creationId xmlns:a16="http://schemas.microsoft.com/office/drawing/2014/main" id="{342C60DE-7385-4F9B-97EB-ECD0B79373C0}"/>
              </a:ext>
            </a:extLst>
          </p:cNvPr>
          <p:cNvSpPr>
            <a:spLocks noGrp="1"/>
          </p:cNvSpPr>
          <p:nvPr/>
        </p:nvSpPr>
        <p:spPr>
          <a:xfrm>
            <a:off x="31476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8" name="A1_bar_Cryo_12521">
            <a:extLst>
              <a:ext uri="{FF2B5EF4-FFF2-40B4-BE49-F238E27FC236}">
                <a16:creationId xmlns:a16="http://schemas.microsoft.com/office/drawing/2014/main" id="{E84299D4-9BC2-4A2E-8066-B2C88E34F49F}"/>
              </a:ext>
            </a:extLst>
          </p:cNvPr>
          <p:cNvSpPr>
            <a:spLocks noGrp="1"/>
          </p:cNvSpPr>
          <p:nvPr/>
        </p:nvSpPr>
        <p:spPr>
          <a:xfrm>
            <a:off x="31628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99" name="A1_bar_Cryo_12522">
            <a:extLst>
              <a:ext uri="{FF2B5EF4-FFF2-40B4-BE49-F238E27FC236}">
                <a16:creationId xmlns:a16="http://schemas.microsoft.com/office/drawing/2014/main" id="{22FE44C1-7F86-45E1-AB43-D65A69A09690}"/>
              </a:ext>
            </a:extLst>
          </p:cNvPr>
          <p:cNvSpPr>
            <a:spLocks noGrp="1"/>
          </p:cNvSpPr>
          <p:nvPr/>
        </p:nvSpPr>
        <p:spPr>
          <a:xfrm>
            <a:off x="3028171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0" name="A1_bar_Cryo_12523">
            <a:extLst>
              <a:ext uri="{FF2B5EF4-FFF2-40B4-BE49-F238E27FC236}">
                <a16:creationId xmlns:a16="http://schemas.microsoft.com/office/drawing/2014/main" id="{E13151DB-D6C1-4534-BB20-5EA3E71DE3E6}"/>
              </a:ext>
            </a:extLst>
          </p:cNvPr>
          <p:cNvSpPr>
            <a:spLocks noGrp="1"/>
          </p:cNvSpPr>
          <p:nvPr/>
        </p:nvSpPr>
        <p:spPr>
          <a:xfrm>
            <a:off x="30827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1" name="A1_bar_Cryo_12524">
            <a:extLst>
              <a:ext uri="{FF2B5EF4-FFF2-40B4-BE49-F238E27FC236}">
                <a16:creationId xmlns:a16="http://schemas.microsoft.com/office/drawing/2014/main" id="{0C4C4442-2743-4202-9926-E4E11D4F4CF7}"/>
              </a:ext>
            </a:extLst>
          </p:cNvPr>
          <p:cNvSpPr>
            <a:spLocks noGrp="1"/>
          </p:cNvSpPr>
          <p:nvPr/>
        </p:nvSpPr>
        <p:spPr>
          <a:xfrm>
            <a:off x="2993423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2" name="A1_bar_Cryo_12525">
            <a:extLst>
              <a:ext uri="{FF2B5EF4-FFF2-40B4-BE49-F238E27FC236}">
                <a16:creationId xmlns:a16="http://schemas.microsoft.com/office/drawing/2014/main" id="{9F4CF7A2-033B-4D1C-82D7-23878C6892E4}"/>
              </a:ext>
            </a:extLst>
          </p:cNvPr>
          <p:cNvSpPr>
            <a:spLocks noGrp="1"/>
          </p:cNvSpPr>
          <p:nvPr/>
        </p:nvSpPr>
        <p:spPr>
          <a:xfrm>
            <a:off x="3197847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3" name="A1_bar_Cryo_12526">
            <a:extLst>
              <a:ext uri="{FF2B5EF4-FFF2-40B4-BE49-F238E27FC236}">
                <a16:creationId xmlns:a16="http://schemas.microsoft.com/office/drawing/2014/main" id="{3A10540C-380A-486B-BE3A-3E99E9131764}"/>
              </a:ext>
            </a:extLst>
          </p:cNvPr>
          <p:cNvSpPr>
            <a:spLocks noGrp="1"/>
          </p:cNvSpPr>
          <p:nvPr/>
        </p:nvSpPr>
        <p:spPr>
          <a:xfrm>
            <a:off x="3131959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4" name="A1_bar_Cryo_12527">
            <a:extLst>
              <a:ext uri="{FF2B5EF4-FFF2-40B4-BE49-F238E27FC236}">
                <a16:creationId xmlns:a16="http://schemas.microsoft.com/office/drawing/2014/main" id="{FA6A23CD-5D72-4125-8CC0-015962938658}"/>
              </a:ext>
            </a:extLst>
          </p:cNvPr>
          <p:cNvSpPr>
            <a:spLocks noGrp="1"/>
          </p:cNvSpPr>
          <p:nvPr/>
        </p:nvSpPr>
        <p:spPr>
          <a:xfrm>
            <a:off x="3046549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5" name="A1_bar_Cryo_12528">
            <a:extLst>
              <a:ext uri="{FF2B5EF4-FFF2-40B4-BE49-F238E27FC236}">
                <a16:creationId xmlns:a16="http://schemas.microsoft.com/office/drawing/2014/main" id="{1DE267D1-7589-48F5-8F14-1BD2A1CC16F3}"/>
              </a:ext>
            </a:extLst>
          </p:cNvPr>
          <p:cNvSpPr>
            <a:spLocks noGrp="1"/>
          </p:cNvSpPr>
          <p:nvPr/>
        </p:nvSpPr>
        <p:spPr>
          <a:xfrm>
            <a:off x="3061922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6" name="A1_bar_Cryo_12529">
            <a:extLst>
              <a:ext uri="{FF2B5EF4-FFF2-40B4-BE49-F238E27FC236}">
                <a16:creationId xmlns:a16="http://schemas.microsoft.com/office/drawing/2014/main" id="{E1D3420E-FC02-4D21-94A7-02AEE6DDAE94}"/>
              </a:ext>
            </a:extLst>
          </p:cNvPr>
          <p:cNvSpPr>
            <a:spLocks noGrp="1"/>
          </p:cNvSpPr>
          <p:nvPr/>
        </p:nvSpPr>
        <p:spPr>
          <a:xfrm>
            <a:off x="31943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7" name="A1_bar_Cryo_12530">
            <a:extLst>
              <a:ext uri="{FF2B5EF4-FFF2-40B4-BE49-F238E27FC236}">
                <a16:creationId xmlns:a16="http://schemas.microsoft.com/office/drawing/2014/main" id="{29DADCC1-AC39-466D-83C3-C0C3B8486AE6}"/>
              </a:ext>
            </a:extLst>
          </p:cNvPr>
          <p:cNvSpPr>
            <a:spLocks noGrp="1"/>
          </p:cNvSpPr>
          <p:nvPr/>
        </p:nvSpPr>
        <p:spPr>
          <a:xfrm>
            <a:off x="317199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8" name="A1_bar_Cryo_12531">
            <a:extLst>
              <a:ext uri="{FF2B5EF4-FFF2-40B4-BE49-F238E27FC236}">
                <a16:creationId xmlns:a16="http://schemas.microsoft.com/office/drawing/2014/main" id="{E00CAA77-4AB9-4E1C-9837-DAC095EFABCD}"/>
              </a:ext>
            </a:extLst>
          </p:cNvPr>
          <p:cNvSpPr>
            <a:spLocks noGrp="1"/>
          </p:cNvSpPr>
          <p:nvPr/>
        </p:nvSpPr>
        <p:spPr>
          <a:xfrm>
            <a:off x="306892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09" name="A1_bar_Cryo_12532">
            <a:extLst>
              <a:ext uri="{FF2B5EF4-FFF2-40B4-BE49-F238E27FC236}">
                <a16:creationId xmlns:a16="http://schemas.microsoft.com/office/drawing/2014/main" id="{091EF3B2-ADE1-4D78-ADB5-D240779B1D2D}"/>
              </a:ext>
            </a:extLst>
          </p:cNvPr>
          <p:cNvSpPr>
            <a:spLocks noGrp="1"/>
          </p:cNvSpPr>
          <p:nvPr/>
        </p:nvSpPr>
        <p:spPr>
          <a:xfrm>
            <a:off x="3045117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0" name="A1_bar_Cryo_12533">
            <a:extLst>
              <a:ext uri="{FF2B5EF4-FFF2-40B4-BE49-F238E27FC236}">
                <a16:creationId xmlns:a16="http://schemas.microsoft.com/office/drawing/2014/main" id="{00977AB9-7269-4617-9328-4493DC2C0B8E}"/>
              </a:ext>
            </a:extLst>
          </p:cNvPr>
          <p:cNvSpPr>
            <a:spLocks noGrp="1"/>
          </p:cNvSpPr>
          <p:nvPr/>
        </p:nvSpPr>
        <p:spPr>
          <a:xfrm>
            <a:off x="314068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1" name="A1_bar_Cryo_12534">
            <a:extLst>
              <a:ext uri="{FF2B5EF4-FFF2-40B4-BE49-F238E27FC236}">
                <a16:creationId xmlns:a16="http://schemas.microsoft.com/office/drawing/2014/main" id="{CE7B7E09-0541-4154-8849-A46B1AC6923C}"/>
              </a:ext>
            </a:extLst>
          </p:cNvPr>
          <p:cNvSpPr>
            <a:spLocks noGrp="1"/>
          </p:cNvSpPr>
          <p:nvPr/>
        </p:nvSpPr>
        <p:spPr>
          <a:xfrm>
            <a:off x="3132318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2" name="A1_bar_Cryo_12535">
            <a:extLst>
              <a:ext uri="{FF2B5EF4-FFF2-40B4-BE49-F238E27FC236}">
                <a16:creationId xmlns:a16="http://schemas.microsoft.com/office/drawing/2014/main" id="{85665238-9F96-4B6C-AD8F-962E1F9C3DA2}"/>
              </a:ext>
            </a:extLst>
          </p:cNvPr>
          <p:cNvSpPr>
            <a:spLocks noGrp="1"/>
          </p:cNvSpPr>
          <p:nvPr/>
        </p:nvSpPr>
        <p:spPr>
          <a:xfrm>
            <a:off x="30368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3" name="A1_bar_Cryo_12536">
            <a:extLst>
              <a:ext uri="{FF2B5EF4-FFF2-40B4-BE49-F238E27FC236}">
                <a16:creationId xmlns:a16="http://schemas.microsoft.com/office/drawing/2014/main" id="{DD456471-909E-47E7-B3D9-7FFA03BB059C}"/>
              </a:ext>
            </a:extLst>
          </p:cNvPr>
          <p:cNvSpPr>
            <a:spLocks noGrp="1"/>
          </p:cNvSpPr>
          <p:nvPr/>
        </p:nvSpPr>
        <p:spPr>
          <a:xfrm>
            <a:off x="32065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4" name="A1_bar_Cryo_12537">
            <a:extLst>
              <a:ext uri="{FF2B5EF4-FFF2-40B4-BE49-F238E27FC236}">
                <a16:creationId xmlns:a16="http://schemas.microsoft.com/office/drawing/2014/main" id="{8679A149-433C-4E23-85CE-33CB46584471}"/>
              </a:ext>
            </a:extLst>
          </p:cNvPr>
          <p:cNvSpPr>
            <a:spLocks noGrp="1"/>
          </p:cNvSpPr>
          <p:nvPr/>
        </p:nvSpPr>
        <p:spPr>
          <a:xfrm>
            <a:off x="30998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5" name="A1_bar_Cryo_12538">
            <a:extLst>
              <a:ext uri="{FF2B5EF4-FFF2-40B4-BE49-F238E27FC236}">
                <a16:creationId xmlns:a16="http://schemas.microsoft.com/office/drawing/2014/main" id="{99BE8309-18A9-4F1B-A4E7-E02B0B5D02D8}"/>
              </a:ext>
            </a:extLst>
          </p:cNvPr>
          <p:cNvSpPr>
            <a:spLocks noGrp="1"/>
          </p:cNvSpPr>
          <p:nvPr/>
        </p:nvSpPr>
        <p:spPr>
          <a:xfrm>
            <a:off x="3051669" y="50483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6" name="A1_bar_Cryo_12539">
            <a:extLst>
              <a:ext uri="{FF2B5EF4-FFF2-40B4-BE49-F238E27FC236}">
                <a16:creationId xmlns:a16="http://schemas.microsoft.com/office/drawing/2014/main" id="{7679461A-8534-4CDD-9CAD-FA3C660392A4}"/>
              </a:ext>
            </a:extLst>
          </p:cNvPr>
          <p:cNvSpPr>
            <a:spLocks noGrp="1"/>
          </p:cNvSpPr>
          <p:nvPr/>
        </p:nvSpPr>
        <p:spPr>
          <a:xfrm>
            <a:off x="3106186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7" name="A1_bar_Cryo_12540">
            <a:extLst>
              <a:ext uri="{FF2B5EF4-FFF2-40B4-BE49-F238E27FC236}">
                <a16:creationId xmlns:a16="http://schemas.microsoft.com/office/drawing/2014/main" id="{A1E4CB40-B501-47E0-AB93-C75BA90FDC37}"/>
              </a:ext>
            </a:extLst>
          </p:cNvPr>
          <p:cNvSpPr>
            <a:spLocks noGrp="1"/>
          </p:cNvSpPr>
          <p:nvPr/>
        </p:nvSpPr>
        <p:spPr>
          <a:xfrm>
            <a:off x="29911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8" name="A1_bar_Cryo_12541">
            <a:extLst>
              <a:ext uri="{FF2B5EF4-FFF2-40B4-BE49-F238E27FC236}">
                <a16:creationId xmlns:a16="http://schemas.microsoft.com/office/drawing/2014/main" id="{8565DDEC-6852-47FC-B603-C7DDD9D72B00}"/>
              </a:ext>
            </a:extLst>
          </p:cNvPr>
          <p:cNvSpPr>
            <a:spLocks noGrp="1"/>
          </p:cNvSpPr>
          <p:nvPr/>
        </p:nvSpPr>
        <p:spPr>
          <a:xfrm>
            <a:off x="2997676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19" name="A1_bar_Cryo_12542">
            <a:extLst>
              <a:ext uri="{FF2B5EF4-FFF2-40B4-BE49-F238E27FC236}">
                <a16:creationId xmlns:a16="http://schemas.microsoft.com/office/drawing/2014/main" id="{CFD7155D-79F3-401E-8F66-4167DE1A3217}"/>
              </a:ext>
            </a:extLst>
          </p:cNvPr>
          <p:cNvSpPr>
            <a:spLocks noGrp="1"/>
          </p:cNvSpPr>
          <p:nvPr/>
        </p:nvSpPr>
        <p:spPr>
          <a:xfrm>
            <a:off x="3065880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0" name="A1_bar_Cryo_12543">
            <a:extLst>
              <a:ext uri="{FF2B5EF4-FFF2-40B4-BE49-F238E27FC236}">
                <a16:creationId xmlns:a16="http://schemas.microsoft.com/office/drawing/2014/main" id="{694DFCE3-A46E-4813-91E4-15FF3B55C83B}"/>
              </a:ext>
            </a:extLst>
          </p:cNvPr>
          <p:cNvSpPr>
            <a:spLocks noGrp="1"/>
          </p:cNvSpPr>
          <p:nvPr/>
        </p:nvSpPr>
        <p:spPr>
          <a:xfrm>
            <a:off x="298923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1" name="A1_bar_Cryo_12544">
            <a:extLst>
              <a:ext uri="{FF2B5EF4-FFF2-40B4-BE49-F238E27FC236}">
                <a16:creationId xmlns:a16="http://schemas.microsoft.com/office/drawing/2014/main" id="{55DFA13D-A6C0-4B94-9178-9C15D1C69051}"/>
              </a:ext>
            </a:extLst>
          </p:cNvPr>
          <p:cNvSpPr>
            <a:spLocks noGrp="1"/>
          </p:cNvSpPr>
          <p:nvPr/>
        </p:nvSpPr>
        <p:spPr>
          <a:xfrm>
            <a:off x="306464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2" name="A1_bar_Cryo_12545">
            <a:extLst>
              <a:ext uri="{FF2B5EF4-FFF2-40B4-BE49-F238E27FC236}">
                <a16:creationId xmlns:a16="http://schemas.microsoft.com/office/drawing/2014/main" id="{DE214FA4-4746-46CD-9B37-0D44CFB2CCCA}"/>
              </a:ext>
            </a:extLst>
          </p:cNvPr>
          <p:cNvSpPr>
            <a:spLocks noGrp="1"/>
          </p:cNvSpPr>
          <p:nvPr/>
        </p:nvSpPr>
        <p:spPr>
          <a:xfrm>
            <a:off x="301347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3" name="A1_bar_Cryo_12546">
            <a:extLst>
              <a:ext uri="{FF2B5EF4-FFF2-40B4-BE49-F238E27FC236}">
                <a16:creationId xmlns:a16="http://schemas.microsoft.com/office/drawing/2014/main" id="{6662C756-6FEF-4365-AD72-C574779209BF}"/>
              </a:ext>
            </a:extLst>
          </p:cNvPr>
          <p:cNvSpPr>
            <a:spLocks noGrp="1"/>
          </p:cNvSpPr>
          <p:nvPr/>
        </p:nvSpPr>
        <p:spPr>
          <a:xfrm>
            <a:off x="3132047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4" name="A1_bar_Cryo_12547">
            <a:extLst>
              <a:ext uri="{FF2B5EF4-FFF2-40B4-BE49-F238E27FC236}">
                <a16:creationId xmlns:a16="http://schemas.microsoft.com/office/drawing/2014/main" id="{36B189BE-0222-4AA8-A1FF-04B83DB6F374}"/>
              </a:ext>
            </a:extLst>
          </p:cNvPr>
          <p:cNvSpPr>
            <a:spLocks noGrp="1"/>
          </p:cNvSpPr>
          <p:nvPr/>
        </p:nvSpPr>
        <p:spPr>
          <a:xfrm>
            <a:off x="31793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5" name="A1_bar_Cryo_12548">
            <a:extLst>
              <a:ext uri="{FF2B5EF4-FFF2-40B4-BE49-F238E27FC236}">
                <a16:creationId xmlns:a16="http://schemas.microsoft.com/office/drawing/2014/main" id="{C7D05236-74C8-443C-819D-AD7D711A21F5}"/>
              </a:ext>
            </a:extLst>
          </p:cNvPr>
          <p:cNvSpPr>
            <a:spLocks noGrp="1"/>
          </p:cNvSpPr>
          <p:nvPr/>
        </p:nvSpPr>
        <p:spPr>
          <a:xfrm>
            <a:off x="3010477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6" name="A1_bar_Cryo_12549">
            <a:extLst>
              <a:ext uri="{FF2B5EF4-FFF2-40B4-BE49-F238E27FC236}">
                <a16:creationId xmlns:a16="http://schemas.microsoft.com/office/drawing/2014/main" id="{5AEEA40B-BDEB-430F-BCF1-E4FEF29A9B07}"/>
              </a:ext>
            </a:extLst>
          </p:cNvPr>
          <p:cNvSpPr>
            <a:spLocks noGrp="1"/>
          </p:cNvSpPr>
          <p:nvPr/>
        </p:nvSpPr>
        <p:spPr>
          <a:xfrm>
            <a:off x="304720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7" name="A1_bar_Cryo_12550">
            <a:extLst>
              <a:ext uri="{FF2B5EF4-FFF2-40B4-BE49-F238E27FC236}">
                <a16:creationId xmlns:a16="http://schemas.microsoft.com/office/drawing/2014/main" id="{45CE2264-CEE5-40D9-BBF4-0A5791113786}"/>
              </a:ext>
            </a:extLst>
          </p:cNvPr>
          <p:cNvSpPr>
            <a:spLocks noGrp="1"/>
          </p:cNvSpPr>
          <p:nvPr/>
        </p:nvSpPr>
        <p:spPr>
          <a:xfrm>
            <a:off x="314795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8" name="A1_bar_Cryo_12551">
            <a:extLst>
              <a:ext uri="{FF2B5EF4-FFF2-40B4-BE49-F238E27FC236}">
                <a16:creationId xmlns:a16="http://schemas.microsoft.com/office/drawing/2014/main" id="{9468306A-86C1-42BE-A183-4D36A093F151}"/>
              </a:ext>
            </a:extLst>
          </p:cNvPr>
          <p:cNvSpPr>
            <a:spLocks noGrp="1"/>
          </p:cNvSpPr>
          <p:nvPr/>
        </p:nvSpPr>
        <p:spPr>
          <a:xfrm>
            <a:off x="3063900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29" name="A1_bar_Cryo_12552">
            <a:extLst>
              <a:ext uri="{FF2B5EF4-FFF2-40B4-BE49-F238E27FC236}">
                <a16:creationId xmlns:a16="http://schemas.microsoft.com/office/drawing/2014/main" id="{9A3F9D39-F59F-4A9E-A54A-589EEAF8A4B4}"/>
              </a:ext>
            </a:extLst>
          </p:cNvPr>
          <p:cNvSpPr>
            <a:spLocks noGrp="1"/>
          </p:cNvSpPr>
          <p:nvPr/>
        </p:nvSpPr>
        <p:spPr>
          <a:xfrm>
            <a:off x="3029262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0" name="A1_bar_Cryo_12553">
            <a:extLst>
              <a:ext uri="{FF2B5EF4-FFF2-40B4-BE49-F238E27FC236}">
                <a16:creationId xmlns:a16="http://schemas.microsoft.com/office/drawing/2014/main" id="{3CA21C78-20B6-46C4-B553-16E87F9D6C80}"/>
              </a:ext>
            </a:extLst>
          </p:cNvPr>
          <p:cNvSpPr>
            <a:spLocks noGrp="1"/>
          </p:cNvSpPr>
          <p:nvPr/>
        </p:nvSpPr>
        <p:spPr>
          <a:xfrm>
            <a:off x="3231948" y="36498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1" name="A1_bar_Cryo_12554">
            <a:extLst>
              <a:ext uri="{FF2B5EF4-FFF2-40B4-BE49-F238E27FC236}">
                <a16:creationId xmlns:a16="http://schemas.microsoft.com/office/drawing/2014/main" id="{5916EBA9-BB42-48A0-9D43-997CDC2C0BDB}"/>
              </a:ext>
            </a:extLst>
          </p:cNvPr>
          <p:cNvSpPr>
            <a:spLocks noGrp="1"/>
          </p:cNvSpPr>
          <p:nvPr/>
        </p:nvSpPr>
        <p:spPr>
          <a:xfrm>
            <a:off x="298648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2" name="A1_bar_Cryo_12555">
            <a:extLst>
              <a:ext uri="{FF2B5EF4-FFF2-40B4-BE49-F238E27FC236}">
                <a16:creationId xmlns:a16="http://schemas.microsoft.com/office/drawing/2014/main" id="{D3DFF99F-7134-4F10-AA7C-2B975FF80E2E}"/>
              </a:ext>
            </a:extLst>
          </p:cNvPr>
          <p:cNvSpPr>
            <a:spLocks noGrp="1"/>
          </p:cNvSpPr>
          <p:nvPr/>
        </p:nvSpPr>
        <p:spPr>
          <a:xfrm>
            <a:off x="317280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3" name="A1_bar_Cryo_12556">
            <a:extLst>
              <a:ext uri="{FF2B5EF4-FFF2-40B4-BE49-F238E27FC236}">
                <a16:creationId xmlns:a16="http://schemas.microsoft.com/office/drawing/2014/main" id="{9450D107-8BD2-4D26-9D92-2B9ACD4F6DEF}"/>
              </a:ext>
            </a:extLst>
          </p:cNvPr>
          <p:cNvSpPr>
            <a:spLocks noGrp="1"/>
          </p:cNvSpPr>
          <p:nvPr/>
        </p:nvSpPr>
        <p:spPr>
          <a:xfrm>
            <a:off x="302202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4" name="A1_bar_Cryo_12557">
            <a:extLst>
              <a:ext uri="{FF2B5EF4-FFF2-40B4-BE49-F238E27FC236}">
                <a16:creationId xmlns:a16="http://schemas.microsoft.com/office/drawing/2014/main" id="{236BB03A-4A8D-4D22-9315-033D59FF9AA2}"/>
              </a:ext>
            </a:extLst>
          </p:cNvPr>
          <p:cNvSpPr>
            <a:spLocks noGrp="1"/>
          </p:cNvSpPr>
          <p:nvPr/>
        </p:nvSpPr>
        <p:spPr>
          <a:xfrm>
            <a:off x="2982908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5" name="A1_bar_Cryo_12558">
            <a:extLst>
              <a:ext uri="{FF2B5EF4-FFF2-40B4-BE49-F238E27FC236}">
                <a16:creationId xmlns:a16="http://schemas.microsoft.com/office/drawing/2014/main" id="{F786F057-3A6F-4F3D-AFE0-3CC01E839CE8}"/>
              </a:ext>
            </a:extLst>
          </p:cNvPr>
          <p:cNvSpPr>
            <a:spLocks noGrp="1"/>
          </p:cNvSpPr>
          <p:nvPr/>
        </p:nvSpPr>
        <p:spPr>
          <a:xfrm>
            <a:off x="3207582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6" name="A1_bar_Cryo_12559">
            <a:extLst>
              <a:ext uri="{FF2B5EF4-FFF2-40B4-BE49-F238E27FC236}">
                <a16:creationId xmlns:a16="http://schemas.microsoft.com/office/drawing/2014/main" id="{D25E6911-8E66-44D0-840A-09FF44E39C85}"/>
              </a:ext>
            </a:extLst>
          </p:cNvPr>
          <p:cNvSpPr>
            <a:spLocks noGrp="1"/>
          </p:cNvSpPr>
          <p:nvPr/>
        </p:nvSpPr>
        <p:spPr>
          <a:xfrm>
            <a:off x="30461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7" name="A1_bar_Cryo_12560">
            <a:extLst>
              <a:ext uri="{FF2B5EF4-FFF2-40B4-BE49-F238E27FC236}">
                <a16:creationId xmlns:a16="http://schemas.microsoft.com/office/drawing/2014/main" id="{CE9D3F21-BBF1-4E41-B0F2-3D4CCC1BF435}"/>
              </a:ext>
            </a:extLst>
          </p:cNvPr>
          <p:cNvSpPr>
            <a:spLocks noGrp="1"/>
          </p:cNvSpPr>
          <p:nvPr/>
        </p:nvSpPr>
        <p:spPr>
          <a:xfrm>
            <a:off x="3089724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8" name="A1_bar_Cryo_12561">
            <a:extLst>
              <a:ext uri="{FF2B5EF4-FFF2-40B4-BE49-F238E27FC236}">
                <a16:creationId xmlns:a16="http://schemas.microsoft.com/office/drawing/2014/main" id="{A6B3943F-2C60-4FF8-A8D5-80F779105312}"/>
              </a:ext>
            </a:extLst>
          </p:cNvPr>
          <p:cNvSpPr>
            <a:spLocks noGrp="1"/>
          </p:cNvSpPr>
          <p:nvPr/>
        </p:nvSpPr>
        <p:spPr>
          <a:xfrm>
            <a:off x="300288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39" name="A1_bar_Cryo_12562">
            <a:extLst>
              <a:ext uri="{FF2B5EF4-FFF2-40B4-BE49-F238E27FC236}">
                <a16:creationId xmlns:a16="http://schemas.microsoft.com/office/drawing/2014/main" id="{E287F7E3-CFFC-4356-9345-3985C450BF02}"/>
              </a:ext>
            </a:extLst>
          </p:cNvPr>
          <p:cNvSpPr>
            <a:spLocks noGrp="1"/>
          </p:cNvSpPr>
          <p:nvPr/>
        </p:nvSpPr>
        <p:spPr>
          <a:xfrm>
            <a:off x="301071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0" name="A1_bar_Cryo_12563">
            <a:extLst>
              <a:ext uri="{FF2B5EF4-FFF2-40B4-BE49-F238E27FC236}">
                <a16:creationId xmlns:a16="http://schemas.microsoft.com/office/drawing/2014/main" id="{70D4D81B-2995-4BD6-A8BE-EAE171B55236}"/>
              </a:ext>
            </a:extLst>
          </p:cNvPr>
          <p:cNvSpPr>
            <a:spLocks noGrp="1"/>
          </p:cNvSpPr>
          <p:nvPr/>
        </p:nvSpPr>
        <p:spPr>
          <a:xfrm>
            <a:off x="3177820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1" name="A1_bar_Cryo_12564">
            <a:extLst>
              <a:ext uri="{FF2B5EF4-FFF2-40B4-BE49-F238E27FC236}">
                <a16:creationId xmlns:a16="http://schemas.microsoft.com/office/drawing/2014/main" id="{B42CF827-DE30-46C7-A0C0-155F0AF30260}"/>
              </a:ext>
            </a:extLst>
          </p:cNvPr>
          <p:cNvSpPr>
            <a:spLocks noGrp="1"/>
          </p:cNvSpPr>
          <p:nvPr/>
        </p:nvSpPr>
        <p:spPr>
          <a:xfrm>
            <a:off x="30880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2" name="A1_bar_Cryo_12565">
            <a:extLst>
              <a:ext uri="{FF2B5EF4-FFF2-40B4-BE49-F238E27FC236}">
                <a16:creationId xmlns:a16="http://schemas.microsoft.com/office/drawing/2014/main" id="{572FE099-6D8C-4FEE-A288-29AC907AE9DC}"/>
              </a:ext>
            </a:extLst>
          </p:cNvPr>
          <p:cNvSpPr>
            <a:spLocks noGrp="1"/>
          </p:cNvSpPr>
          <p:nvPr/>
        </p:nvSpPr>
        <p:spPr>
          <a:xfrm>
            <a:off x="3187946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3" name="A1_bar_Cryo_12566">
            <a:extLst>
              <a:ext uri="{FF2B5EF4-FFF2-40B4-BE49-F238E27FC236}">
                <a16:creationId xmlns:a16="http://schemas.microsoft.com/office/drawing/2014/main" id="{CD8A3059-992B-41C7-9500-0251317CC577}"/>
              </a:ext>
            </a:extLst>
          </p:cNvPr>
          <p:cNvSpPr>
            <a:spLocks noGrp="1"/>
          </p:cNvSpPr>
          <p:nvPr/>
        </p:nvSpPr>
        <p:spPr>
          <a:xfrm>
            <a:off x="3135101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4" name="A1_bar_Cryo_12567">
            <a:extLst>
              <a:ext uri="{FF2B5EF4-FFF2-40B4-BE49-F238E27FC236}">
                <a16:creationId xmlns:a16="http://schemas.microsoft.com/office/drawing/2014/main" id="{A633175E-2094-4D63-984F-820B64DD8A18}"/>
              </a:ext>
            </a:extLst>
          </p:cNvPr>
          <p:cNvSpPr>
            <a:spLocks noGrp="1"/>
          </p:cNvSpPr>
          <p:nvPr/>
        </p:nvSpPr>
        <p:spPr>
          <a:xfrm>
            <a:off x="3029241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5" name="A1_bar_Cryo_12568">
            <a:extLst>
              <a:ext uri="{FF2B5EF4-FFF2-40B4-BE49-F238E27FC236}">
                <a16:creationId xmlns:a16="http://schemas.microsoft.com/office/drawing/2014/main" id="{76E6B3EF-A6A9-4183-AA7F-8565EC665653}"/>
              </a:ext>
            </a:extLst>
          </p:cNvPr>
          <p:cNvSpPr>
            <a:spLocks noGrp="1"/>
          </p:cNvSpPr>
          <p:nvPr/>
        </p:nvSpPr>
        <p:spPr>
          <a:xfrm>
            <a:off x="309493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6" name="A1_bar_Cryo_12569">
            <a:extLst>
              <a:ext uri="{FF2B5EF4-FFF2-40B4-BE49-F238E27FC236}">
                <a16:creationId xmlns:a16="http://schemas.microsoft.com/office/drawing/2014/main" id="{C459B7DE-419E-4944-9EAE-57831557ADD1}"/>
              </a:ext>
            </a:extLst>
          </p:cNvPr>
          <p:cNvSpPr>
            <a:spLocks noGrp="1"/>
          </p:cNvSpPr>
          <p:nvPr/>
        </p:nvSpPr>
        <p:spPr>
          <a:xfrm>
            <a:off x="3111755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7" name="A1_bar_Cryo_12570">
            <a:extLst>
              <a:ext uri="{FF2B5EF4-FFF2-40B4-BE49-F238E27FC236}">
                <a16:creationId xmlns:a16="http://schemas.microsoft.com/office/drawing/2014/main" id="{86B1C57C-24B7-4A1D-9F34-57BFF065B5BE}"/>
              </a:ext>
            </a:extLst>
          </p:cNvPr>
          <p:cNvSpPr>
            <a:spLocks noGrp="1"/>
          </p:cNvSpPr>
          <p:nvPr/>
        </p:nvSpPr>
        <p:spPr>
          <a:xfrm>
            <a:off x="306653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8" name="A1_bar_Cryo_12571">
            <a:extLst>
              <a:ext uri="{FF2B5EF4-FFF2-40B4-BE49-F238E27FC236}">
                <a16:creationId xmlns:a16="http://schemas.microsoft.com/office/drawing/2014/main" id="{17E4E6F6-EB9D-4403-A969-8FABC3825936}"/>
              </a:ext>
            </a:extLst>
          </p:cNvPr>
          <p:cNvSpPr>
            <a:spLocks noGrp="1"/>
          </p:cNvSpPr>
          <p:nvPr/>
        </p:nvSpPr>
        <p:spPr>
          <a:xfrm>
            <a:off x="31821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49" name="A1_bar_Cryo_12572">
            <a:extLst>
              <a:ext uri="{FF2B5EF4-FFF2-40B4-BE49-F238E27FC236}">
                <a16:creationId xmlns:a16="http://schemas.microsoft.com/office/drawing/2014/main" id="{AFF71A9E-D05D-42B0-94BB-70D46C68F90E}"/>
              </a:ext>
            </a:extLst>
          </p:cNvPr>
          <p:cNvSpPr>
            <a:spLocks noGrp="1"/>
          </p:cNvSpPr>
          <p:nvPr/>
        </p:nvSpPr>
        <p:spPr>
          <a:xfrm>
            <a:off x="311944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0" name="A1_bar_Cryo_12573">
            <a:extLst>
              <a:ext uri="{FF2B5EF4-FFF2-40B4-BE49-F238E27FC236}">
                <a16:creationId xmlns:a16="http://schemas.microsoft.com/office/drawing/2014/main" id="{A41DA5AE-9616-46BB-BEF3-0F359984595A}"/>
              </a:ext>
            </a:extLst>
          </p:cNvPr>
          <p:cNvSpPr>
            <a:spLocks noGrp="1"/>
          </p:cNvSpPr>
          <p:nvPr/>
        </p:nvSpPr>
        <p:spPr>
          <a:xfrm>
            <a:off x="2987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1" name="A1_bar_Cryo_12574">
            <a:extLst>
              <a:ext uri="{FF2B5EF4-FFF2-40B4-BE49-F238E27FC236}">
                <a16:creationId xmlns:a16="http://schemas.microsoft.com/office/drawing/2014/main" id="{9023A1D5-8F4A-4EFE-8CD5-E37E34660CCB}"/>
              </a:ext>
            </a:extLst>
          </p:cNvPr>
          <p:cNvSpPr>
            <a:spLocks noGrp="1"/>
          </p:cNvSpPr>
          <p:nvPr/>
        </p:nvSpPr>
        <p:spPr>
          <a:xfrm>
            <a:off x="3130754" y="4207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2" name="A1_bar_Cryo_12575">
            <a:extLst>
              <a:ext uri="{FF2B5EF4-FFF2-40B4-BE49-F238E27FC236}">
                <a16:creationId xmlns:a16="http://schemas.microsoft.com/office/drawing/2014/main" id="{2D69F88C-3EB0-4E77-9E45-94A5B8AB0512}"/>
              </a:ext>
            </a:extLst>
          </p:cNvPr>
          <p:cNvSpPr>
            <a:spLocks noGrp="1"/>
          </p:cNvSpPr>
          <p:nvPr/>
        </p:nvSpPr>
        <p:spPr>
          <a:xfrm>
            <a:off x="3069323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3" name="A1_bar_Cryo_12576">
            <a:extLst>
              <a:ext uri="{FF2B5EF4-FFF2-40B4-BE49-F238E27FC236}">
                <a16:creationId xmlns:a16="http://schemas.microsoft.com/office/drawing/2014/main" id="{7F78AEFC-F153-48B4-9576-45914FC4A701}"/>
              </a:ext>
            </a:extLst>
          </p:cNvPr>
          <p:cNvSpPr>
            <a:spLocks noGrp="1"/>
          </p:cNvSpPr>
          <p:nvPr/>
        </p:nvSpPr>
        <p:spPr>
          <a:xfrm>
            <a:off x="315181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4" name="A1_bar_Cryo_12577">
            <a:extLst>
              <a:ext uri="{FF2B5EF4-FFF2-40B4-BE49-F238E27FC236}">
                <a16:creationId xmlns:a16="http://schemas.microsoft.com/office/drawing/2014/main" id="{2E9EF230-FBA8-483B-89E0-EBB76E97407B}"/>
              </a:ext>
            </a:extLst>
          </p:cNvPr>
          <p:cNvSpPr>
            <a:spLocks noGrp="1"/>
          </p:cNvSpPr>
          <p:nvPr/>
        </p:nvSpPr>
        <p:spPr>
          <a:xfrm>
            <a:off x="31318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5" name="A1_bar_Cryo_12578">
            <a:extLst>
              <a:ext uri="{FF2B5EF4-FFF2-40B4-BE49-F238E27FC236}">
                <a16:creationId xmlns:a16="http://schemas.microsoft.com/office/drawing/2014/main" id="{7A3FA80D-79D4-427B-B87D-4694B5648248}"/>
              </a:ext>
            </a:extLst>
          </p:cNvPr>
          <p:cNvSpPr>
            <a:spLocks noGrp="1"/>
          </p:cNvSpPr>
          <p:nvPr/>
        </p:nvSpPr>
        <p:spPr>
          <a:xfrm>
            <a:off x="31219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6" name="A1_bar_Cryo_12579">
            <a:extLst>
              <a:ext uri="{FF2B5EF4-FFF2-40B4-BE49-F238E27FC236}">
                <a16:creationId xmlns:a16="http://schemas.microsoft.com/office/drawing/2014/main" id="{7D2F3AD0-66AD-425D-B1B7-978AE47482C2}"/>
              </a:ext>
            </a:extLst>
          </p:cNvPr>
          <p:cNvSpPr>
            <a:spLocks noGrp="1"/>
          </p:cNvSpPr>
          <p:nvPr/>
        </p:nvSpPr>
        <p:spPr>
          <a:xfrm>
            <a:off x="3103806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7" name="A1_bar_Cryo_12580">
            <a:extLst>
              <a:ext uri="{FF2B5EF4-FFF2-40B4-BE49-F238E27FC236}">
                <a16:creationId xmlns:a16="http://schemas.microsoft.com/office/drawing/2014/main" id="{73FD4100-FC49-4028-9E1A-7C3E50091F34}"/>
              </a:ext>
            </a:extLst>
          </p:cNvPr>
          <p:cNvSpPr>
            <a:spLocks noGrp="1"/>
          </p:cNvSpPr>
          <p:nvPr/>
        </p:nvSpPr>
        <p:spPr>
          <a:xfrm>
            <a:off x="312051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8" name="A1_bar_Cryo_12581">
            <a:extLst>
              <a:ext uri="{FF2B5EF4-FFF2-40B4-BE49-F238E27FC236}">
                <a16:creationId xmlns:a16="http://schemas.microsoft.com/office/drawing/2014/main" id="{42D63B6E-6A18-4C1D-8523-468823FDD964}"/>
              </a:ext>
            </a:extLst>
          </p:cNvPr>
          <p:cNvSpPr>
            <a:spLocks noGrp="1"/>
          </p:cNvSpPr>
          <p:nvPr/>
        </p:nvSpPr>
        <p:spPr>
          <a:xfrm>
            <a:off x="30066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59" name="A1_bar_Cryo_12582">
            <a:extLst>
              <a:ext uri="{FF2B5EF4-FFF2-40B4-BE49-F238E27FC236}">
                <a16:creationId xmlns:a16="http://schemas.microsoft.com/office/drawing/2014/main" id="{43F3C82C-58BB-4865-A0B9-9F5E2FC7D01D}"/>
              </a:ext>
            </a:extLst>
          </p:cNvPr>
          <p:cNvSpPr>
            <a:spLocks noGrp="1"/>
          </p:cNvSpPr>
          <p:nvPr/>
        </p:nvSpPr>
        <p:spPr>
          <a:xfrm>
            <a:off x="298690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0" name="A1_bar_Cryo_12583">
            <a:extLst>
              <a:ext uri="{FF2B5EF4-FFF2-40B4-BE49-F238E27FC236}">
                <a16:creationId xmlns:a16="http://schemas.microsoft.com/office/drawing/2014/main" id="{6AB6C659-E1DA-4DD4-8395-74BE29698754}"/>
              </a:ext>
            </a:extLst>
          </p:cNvPr>
          <p:cNvSpPr>
            <a:spLocks noGrp="1"/>
          </p:cNvSpPr>
          <p:nvPr/>
        </p:nvSpPr>
        <p:spPr>
          <a:xfrm>
            <a:off x="3069749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1" name="A1_bar_Cryo_12584">
            <a:extLst>
              <a:ext uri="{FF2B5EF4-FFF2-40B4-BE49-F238E27FC236}">
                <a16:creationId xmlns:a16="http://schemas.microsoft.com/office/drawing/2014/main" id="{54E93647-1DC6-42CE-8A29-F86092E3FC08}"/>
              </a:ext>
            </a:extLst>
          </p:cNvPr>
          <p:cNvSpPr>
            <a:spLocks noGrp="1"/>
          </p:cNvSpPr>
          <p:nvPr/>
        </p:nvSpPr>
        <p:spPr>
          <a:xfrm>
            <a:off x="319823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2" name="A1_bar_Cryo_12585">
            <a:extLst>
              <a:ext uri="{FF2B5EF4-FFF2-40B4-BE49-F238E27FC236}">
                <a16:creationId xmlns:a16="http://schemas.microsoft.com/office/drawing/2014/main" id="{44843B90-EDAE-4E4D-BA4C-29F323701BB5}"/>
              </a:ext>
            </a:extLst>
          </p:cNvPr>
          <p:cNvSpPr>
            <a:spLocks noGrp="1"/>
          </p:cNvSpPr>
          <p:nvPr/>
        </p:nvSpPr>
        <p:spPr>
          <a:xfrm>
            <a:off x="30520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3" name="A1_bar_Cryo_12586">
            <a:extLst>
              <a:ext uri="{FF2B5EF4-FFF2-40B4-BE49-F238E27FC236}">
                <a16:creationId xmlns:a16="http://schemas.microsoft.com/office/drawing/2014/main" id="{5290A1F3-3C80-44F2-AA14-3A4D8897AB90}"/>
              </a:ext>
            </a:extLst>
          </p:cNvPr>
          <p:cNvSpPr>
            <a:spLocks noGrp="1"/>
          </p:cNvSpPr>
          <p:nvPr/>
        </p:nvSpPr>
        <p:spPr>
          <a:xfrm>
            <a:off x="304765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4" name="A1_bar_Cryo_12587">
            <a:extLst>
              <a:ext uri="{FF2B5EF4-FFF2-40B4-BE49-F238E27FC236}">
                <a16:creationId xmlns:a16="http://schemas.microsoft.com/office/drawing/2014/main" id="{DF33D7B0-3C81-4059-B659-1283255A8C68}"/>
              </a:ext>
            </a:extLst>
          </p:cNvPr>
          <p:cNvSpPr>
            <a:spLocks noGrp="1"/>
          </p:cNvSpPr>
          <p:nvPr/>
        </p:nvSpPr>
        <p:spPr>
          <a:xfrm>
            <a:off x="3090229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5" name="A1_bar_Cryo_12588">
            <a:extLst>
              <a:ext uri="{FF2B5EF4-FFF2-40B4-BE49-F238E27FC236}">
                <a16:creationId xmlns:a16="http://schemas.microsoft.com/office/drawing/2014/main" id="{20A92431-1FDE-4E16-BC60-93042079A130}"/>
              </a:ext>
            </a:extLst>
          </p:cNvPr>
          <p:cNvSpPr>
            <a:spLocks noGrp="1"/>
          </p:cNvSpPr>
          <p:nvPr/>
        </p:nvSpPr>
        <p:spPr>
          <a:xfrm>
            <a:off x="30673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6" name="A1_bar_Cryo_12589">
            <a:extLst>
              <a:ext uri="{FF2B5EF4-FFF2-40B4-BE49-F238E27FC236}">
                <a16:creationId xmlns:a16="http://schemas.microsoft.com/office/drawing/2014/main" id="{988EB928-0522-4D0D-A238-C282CAE77AAB}"/>
              </a:ext>
            </a:extLst>
          </p:cNvPr>
          <p:cNvSpPr>
            <a:spLocks noGrp="1"/>
          </p:cNvSpPr>
          <p:nvPr/>
        </p:nvSpPr>
        <p:spPr>
          <a:xfrm>
            <a:off x="3093937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7" name="A1_bar_Cryo_12590">
            <a:extLst>
              <a:ext uri="{FF2B5EF4-FFF2-40B4-BE49-F238E27FC236}">
                <a16:creationId xmlns:a16="http://schemas.microsoft.com/office/drawing/2014/main" id="{4EC73F3E-25CB-4710-962B-EE35335235DC}"/>
              </a:ext>
            </a:extLst>
          </p:cNvPr>
          <p:cNvSpPr>
            <a:spLocks noGrp="1"/>
          </p:cNvSpPr>
          <p:nvPr/>
        </p:nvSpPr>
        <p:spPr>
          <a:xfrm>
            <a:off x="323096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8" name="A1_bar_Cryo_12591">
            <a:extLst>
              <a:ext uri="{FF2B5EF4-FFF2-40B4-BE49-F238E27FC236}">
                <a16:creationId xmlns:a16="http://schemas.microsoft.com/office/drawing/2014/main" id="{23E7A8D2-9403-4618-99F4-2B1B57C1D04C}"/>
              </a:ext>
            </a:extLst>
          </p:cNvPr>
          <p:cNvSpPr>
            <a:spLocks noGrp="1"/>
          </p:cNvSpPr>
          <p:nvPr/>
        </p:nvSpPr>
        <p:spPr>
          <a:xfrm>
            <a:off x="29819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69" name="A1_bar_Cryo_12592">
            <a:extLst>
              <a:ext uri="{FF2B5EF4-FFF2-40B4-BE49-F238E27FC236}">
                <a16:creationId xmlns:a16="http://schemas.microsoft.com/office/drawing/2014/main" id="{84A03DD6-B615-4BB0-B4B9-88338585DF87}"/>
              </a:ext>
            </a:extLst>
          </p:cNvPr>
          <p:cNvSpPr>
            <a:spLocks noGrp="1"/>
          </p:cNvSpPr>
          <p:nvPr/>
        </p:nvSpPr>
        <p:spPr>
          <a:xfrm>
            <a:off x="306640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0" name="A1_bar_Cryo_12593">
            <a:extLst>
              <a:ext uri="{FF2B5EF4-FFF2-40B4-BE49-F238E27FC236}">
                <a16:creationId xmlns:a16="http://schemas.microsoft.com/office/drawing/2014/main" id="{D7C815FA-3A76-4EEA-B8C3-A84D5C86949C}"/>
              </a:ext>
            </a:extLst>
          </p:cNvPr>
          <p:cNvSpPr>
            <a:spLocks noGrp="1"/>
          </p:cNvSpPr>
          <p:nvPr/>
        </p:nvSpPr>
        <p:spPr>
          <a:xfrm>
            <a:off x="298970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1" name="A1_bar_Cryo_12594">
            <a:extLst>
              <a:ext uri="{FF2B5EF4-FFF2-40B4-BE49-F238E27FC236}">
                <a16:creationId xmlns:a16="http://schemas.microsoft.com/office/drawing/2014/main" id="{352894EF-7278-496C-9A47-81C6813F911E}"/>
              </a:ext>
            </a:extLst>
          </p:cNvPr>
          <p:cNvSpPr>
            <a:spLocks noGrp="1"/>
          </p:cNvSpPr>
          <p:nvPr/>
        </p:nvSpPr>
        <p:spPr>
          <a:xfrm>
            <a:off x="298104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2" name="A1_bar_Cryo_12595">
            <a:extLst>
              <a:ext uri="{FF2B5EF4-FFF2-40B4-BE49-F238E27FC236}">
                <a16:creationId xmlns:a16="http://schemas.microsoft.com/office/drawing/2014/main" id="{CC1ACE21-8B0A-4A94-82D0-244795772851}"/>
              </a:ext>
            </a:extLst>
          </p:cNvPr>
          <p:cNvSpPr>
            <a:spLocks noGrp="1"/>
          </p:cNvSpPr>
          <p:nvPr/>
        </p:nvSpPr>
        <p:spPr>
          <a:xfrm>
            <a:off x="2990699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3" name="A1_bar_Cryo_12596">
            <a:extLst>
              <a:ext uri="{FF2B5EF4-FFF2-40B4-BE49-F238E27FC236}">
                <a16:creationId xmlns:a16="http://schemas.microsoft.com/office/drawing/2014/main" id="{C195933F-FA3E-4BA9-9428-2887107BCBF6}"/>
              </a:ext>
            </a:extLst>
          </p:cNvPr>
          <p:cNvSpPr>
            <a:spLocks noGrp="1"/>
          </p:cNvSpPr>
          <p:nvPr/>
        </p:nvSpPr>
        <p:spPr>
          <a:xfrm>
            <a:off x="30036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4" name="A1_bar_Cryo_12597">
            <a:extLst>
              <a:ext uri="{FF2B5EF4-FFF2-40B4-BE49-F238E27FC236}">
                <a16:creationId xmlns:a16="http://schemas.microsoft.com/office/drawing/2014/main" id="{47E3302F-2A17-4762-A1C4-5E3729BA1773}"/>
              </a:ext>
            </a:extLst>
          </p:cNvPr>
          <p:cNvSpPr>
            <a:spLocks noGrp="1"/>
          </p:cNvSpPr>
          <p:nvPr/>
        </p:nvSpPr>
        <p:spPr>
          <a:xfrm>
            <a:off x="3196646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5" name="A1_bar_Cryo_12598">
            <a:extLst>
              <a:ext uri="{FF2B5EF4-FFF2-40B4-BE49-F238E27FC236}">
                <a16:creationId xmlns:a16="http://schemas.microsoft.com/office/drawing/2014/main" id="{53089B84-F77F-4860-91D5-696E36C0A7D9}"/>
              </a:ext>
            </a:extLst>
          </p:cNvPr>
          <p:cNvSpPr>
            <a:spLocks noGrp="1"/>
          </p:cNvSpPr>
          <p:nvPr/>
        </p:nvSpPr>
        <p:spPr>
          <a:xfrm>
            <a:off x="3184056" y="584256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6" name="A1_bar_Cryo_12599">
            <a:extLst>
              <a:ext uri="{FF2B5EF4-FFF2-40B4-BE49-F238E27FC236}">
                <a16:creationId xmlns:a16="http://schemas.microsoft.com/office/drawing/2014/main" id="{946DFEC7-ADF9-49C3-912A-ED33548D56A7}"/>
              </a:ext>
            </a:extLst>
          </p:cNvPr>
          <p:cNvSpPr>
            <a:spLocks noGrp="1"/>
          </p:cNvSpPr>
          <p:nvPr/>
        </p:nvSpPr>
        <p:spPr>
          <a:xfrm>
            <a:off x="3070824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7" name="A1_bar_Cryo_12600">
            <a:extLst>
              <a:ext uri="{FF2B5EF4-FFF2-40B4-BE49-F238E27FC236}">
                <a16:creationId xmlns:a16="http://schemas.microsoft.com/office/drawing/2014/main" id="{5F84EE45-FAB9-46F1-8DE4-86C08301D3EF}"/>
              </a:ext>
            </a:extLst>
          </p:cNvPr>
          <p:cNvSpPr>
            <a:spLocks noGrp="1"/>
          </p:cNvSpPr>
          <p:nvPr/>
        </p:nvSpPr>
        <p:spPr>
          <a:xfrm>
            <a:off x="306213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8" name="A1_bar_Cryo_12601">
            <a:extLst>
              <a:ext uri="{FF2B5EF4-FFF2-40B4-BE49-F238E27FC236}">
                <a16:creationId xmlns:a16="http://schemas.microsoft.com/office/drawing/2014/main" id="{D71C3A94-6851-494F-885F-0BC8AF0F620D}"/>
              </a:ext>
            </a:extLst>
          </p:cNvPr>
          <p:cNvSpPr>
            <a:spLocks noGrp="1"/>
          </p:cNvSpPr>
          <p:nvPr/>
        </p:nvSpPr>
        <p:spPr>
          <a:xfrm>
            <a:off x="31841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79" name="A1_bar_Cryo_12602">
            <a:extLst>
              <a:ext uri="{FF2B5EF4-FFF2-40B4-BE49-F238E27FC236}">
                <a16:creationId xmlns:a16="http://schemas.microsoft.com/office/drawing/2014/main" id="{84B53ADE-204E-450D-9454-CBB9C0E34EF8}"/>
              </a:ext>
            </a:extLst>
          </p:cNvPr>
          <p:cNvSpPr>
            <a:spLocks noGrp="1"/>
          </p:cNvSpPr>
          <p:nvPr/>
        </p:nvSpPr>
        <p:spPr>
          <a:xfrm>
            <a:off x="321307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0" name="A1_bar_Cryo_12603">
            <a:extLst>
              <a:ext uri="{FF2B5EF4-FFF2-40B4-BE49-F238E27FC236}">
                <a16:creationId xmlns:a16="http://schemas.microsoft.com/office/drawing/2014/main" id="{F4335BF4-0D5E-4B77-BF7D-BD907003D368}"/>
              </a:ext>
            </a:extLst>
          </p:cNvPr>
          <p:cNvSpPr>
            <a:spLocks noGrp="1"/>
          </p:cNvSpPr>
          <p:nvPr/>
        </p:nvSpPr>
        <p:spPr>
          <a:xfrm>
            <a:off x="319028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1" name="A1_bar_Cryo_12604">
            <a:extLst>
              <a:ext uri="{FF2B5EF4-FFF2-40B4-BE49-F238E27FC236}">
                <a16:creationId xmlns:a16="http://schemas.microsoft.com/office/drawing/2014/main" id="{CBAB64DE-D89F-4A79-9F92-AE7A8931A30F}"/>
              </a:ext>
            </a:extLst>
          </p:cNvPr>
          <p:cNvSpPr>
            <a:spLocks noGrp="1"/>
          </p:cNvSpPr>
          <p:nvPr/>
        </p:nvSpPr>
        <p:spPr>
          <a:xfrm>
            <a:off x="302699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2" name="A1_bar_Cryo_12605">
            <a:extLst>
              <a:ext uri="{FF2B5EF4-FFF2-40B4-BE49-F238E27FC236}">
                <a16:creationId xmlns:a16="http://schemas.microsoft.com/office/drawing/2014/main" id="{3AF98F0E-D927-4098-B6C4-854E05F75B34}"/>
              </a:ext>
            </a:extLst>
          </p:cNvPr>
          <p:cNvSpPr>
            <a:spLocks noGrp="1"/>
          </p:cNvSpPr>
          <p:nvPr/>
        </p:nvSpPr>
        <p:spPr>
          <a:xfrm>
            <a:off x="312414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3" name="A1_bar_Cryo_12606">
            <a:extLst>
              <a:ext uri="{FF2B5EF4-FFF2-40B4-BE49-F238E27FC236}">
                <a16:creationId xmlns:a16="http://schemas.microsoft.com/office/drawing/2014/main" id="{A086C5E9-0E05-4E8A-B5B9-2E2FD0911D51}"/>
              </a:ext>
            </a:extLst>
          </p:cNvPr>
          <p:cNvSpPr>
            <a:spLocks noGrp="1"/>
          </p:cNvSpPr>
          <p:nvPr/>
        </p:nvSpPr>
        <p:spPr>
          <a:xfrm>
            <a:off x="3211354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4" name="A1_bar_Cryo_12607">
            <a:extLst>
              <a:ext uri="{FF2B5EF4-FFF2-40B4-BE49-F238E27FC236}">
                <a16:creationId xmlns:a16="http://schemas.microsoft.com/office/drawing/2014/main" id="{0B73813E-DDC6-45C4-9F7E-5685E8358631}"/>
              </a:ext>
            </a:extLst>
          </p:cNvPr>
          <p:cNvSpPr>
            <a:spLocks noGrp="1"/>
          </p:cNvSpPr>
          <p:nvPr/>
        </p:nvSpPr>
        <p:spPr>
          <a:xfrm>
            <a:off x="3224189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5" name="A1_bar_Cryo_12608">
            <a:extLst>
              <a:ext uri="{FF2B5EF4-FFF2-40B4-BE49-F238E27FC236}">
                <a16:creationId xmlns:a16="http://schemas.microsoft.com/office/drawing/2014/main" id="{7E7A09DC-50EE-4047-BEE2-5E3BF7D083F3}"/>
              </a:ext>
            </a:extLst>
          </p:cNvPr>
          <p:cNvSpPr>
            <a:spLocks noGrp="1"/>
          </p:cNvSpPr>
          <p:nvPr/>
        </p:nvSpPr>
        <p:spPr>
          <a:xfrm>
            <a:off x="3164163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6" name="A1_bar_Cryo_12609">
            <a:extLst>
              <a:ext uri="{FF2B5EF4-FFF2-40B4-BE49-F238E27FC236}">
                <a16:creationId xmlns:a16="http://schemas.microsoft.com/office/drawing/2014/main" id="{9404143F-C76C-41C3-9679-1A44CF7436AC}"/>
              </a:ext>
            </a:extLst>
          </p:cNvPr>
          <p:cNvSpPr>
            <a:spLocks noGrp="1"/>
          </p:cNvSpPr>
          <p:nvPr/>
        </p:nvSpPr>
        <p:spPr>
          <a:xfrm>
            <a:off x="3075050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7" name="A1_bar_Cryo_12610">
            <a:extLst>
              <a:ext uri="{FF2B5EF4-FFF2-40B4-BE49-F238E27FC236}">
                <a16:creationId xmlns:a16="http://schemas.microsoft.com/office/drawing/2014/main" id="{08AC823F-311D-46CB-93DD-35A85E1C1242}"/>
              </a:ext>
            </a:extLst>
          </p:cNvPr>
          <p:cNvSpPr>
            <a:spLocks noGrp="1"/>
          </p:cNvSpPr>
          <p:nvPr/>
        </p:nvSpPr>
        <p:spPr>
          <a:xfrm>
            <a:off x="3176205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8" name="A1_bar_Cryo_12611">
            <a:extLst>
              <a:ext uri="{FF2B5EF4-FFF2-40B4-BE49-F238E27FC236}">
                <a16:creationId xmlns:a16="http://schemas.microsoft.com/office/drawing/2014/main" id="{988B023C-BD91-4446-A680-3FFD0855DE6F}"/>
              </a:ext>
            </a:extLst>
          </p:cNvPr>
          <p:cNvSpPr>
            <a:spLocks noGrp="1"/>
          </p:cNvSpPr>
          <p:nvPr/>
        </p:nvSpPr>
        <p:spPr>
          <a:xfrm>
            <a:off x="3154072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89" name="A1_bar_Cryo_12612">
            <a:extLst>
              <a:ext uri="{FF2B5EF4-FFF2-40B4-BE49-F238E27FC236}">
                <a16:creationId xmlns:a16="http://schemas.microsoft.com/office/drawing/2014/main" id="{D5D52D05-3921-4AEB-926F-AD9A9228144E}"/>
              </a:ext>
            </a:extLst>
          </p:cNvPr>
          <p:cNvSpPr>
            <a:spLocks noGrp="1"/>
          </p:cNvSpPr>
          <p:nvPr/>
        </p:nvSpPr>
        <p:spPr>
          <a:xfrm>
            <a:off x="3231316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0" name="A1_bar_Cryo_12613">
            <a:extLst>
              <a:ext uri="{FF2B5EF4-FFF2-40B4-BE49-F238E27FC236}">
                <a16:creationId xmlns:a16="http://schemas.microsoft.com/office/drawing/2014/main" id="{B543E40A-3992-4D05-81CD-5CB95CDC2287}"/>
              </a:ext>
            </a:extLst>
          </p:cNvPr>
          <p:cNvSpPr>
            <a:spLocks noGrp="1"/>
          </p:cNvSpPr>
          <p:nvPr/>
        </p:nvSpPr>
        <p:spPr>
          <a:xfrm>
            <a:off x="30251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1" name="A1_bar_Cryo_12614">
            <a:extLst>
              <a:ext uri="{FF2B5EF4-FFF2-40B4-BE49-F238E27FC236}">
                <a16:creationId xmlns:a16="http://schemas.microsoft.com/office/drawing/2014/main" id="{BBA11212-B250-446A-87B6-6A900F5FEC50}"/>
              </a:ext>
            </a:extLst>
          </p:cNvPr>
          <p:cNvSpPr>
            <a:spLocks noGrp="1"/>
          </p:cNvSpPr>
          <p:nvPr/>
        </p:nvSpPr>
        <p:spPr>
          <a:xfrm>
            <a:off x="31580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2" name="A1_bar_Cryo_12615">
            <a:extLst>
              <a:ext uri="{FF2B5EF4-FFF2-40B4-BE49-F238E27FC236}">
                <a16:creationId xmlns:a16="http://schemas.microsoft.com/office/drawing/2014/main" id="{49B0627F-F5F7-43DE-8FEC-940EB7113ADD}"/>
              </a:ext>
            </a:extLst>
          </p:cNvPr>
          <p:cNvSpPr>
            <a:spLocks noGrp="1"/>
          </p:cNvSpPr>
          <p:nvPr/>
        </p:nvSpPr>
        <p:spPr>
          <a:xfrm>
            <a:off x="3150148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3" name="A1_bar_Cryo_12616">
            <a:extLst>
              <a:ext uri="{FF2B5EF4-FFF2-40B4-BE49-F238E27FC236}">
                <a16:creationId xmlns:a16="http://schemas.microsoft.com/office/drawing/2014/main" id="{F89E59B9-FB8D-4AD9-B6D3-3A6546C3FE7A}"/>
              </a:ext>
            </a:extLst>
          </p:cNvPr>
          <p:cNvSpPr>
            <a:spLocks noGrp="1"/>
          </p:cNvSpPr>
          <p:nvPr/>
        </p:nvSpPr>
        <p:spPr>
          <a:xfrm>
            <a:off x="3101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4" name="A1_bar_Cryo_12617">
            <a:extLst>
              <a:ext uri="{FF2B5EF4-FFF2-40B4-BE49-F238E27FC236}">
                <a16:creationId xmlns:a16="http://schemas.microsoft.com/office/drawing/2014/main" id="{77E19D24-25E7-40D1-926D-BE46ECEBC9F9}"/>
              </a:ext>
            </a:extLst>
          </p:cNvPr>
          <p:cNvSpPr>
            <a:spLocks noGrp="1"/>
          </p:cNvSpPr>
          <p:nvPr/>
        </p:nvSpPr>
        <p:spPr>
          <a:xfrm>
            <a:off x="308886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5" name="A1_bar_Cryo_12618">
            <a:extLst>
              <a:ext uri="{FF2B5EF4-FFF2-40B4-BE49-F238E27FC236}">
                <a16:creationId xmlns:a16="http://schemas.microsoft.com/office/drawing/2014/main" id="{7D3C8C6D-A274-49DF-99D2-24FD741BBB1C}"/>
              </a:ext>
            </a:extLst>
          </p:cNvPr>
          <p:cNvSpPr>
            <a:spLocks noGrp="1"/>
          </p:cNvSpPr>
          <p:nvPr/>
        </p:nvSpPr>
        <p:spPr>
          <a:xfrm>
            <a:off x="3154532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6" name="A1_bar_Cryo_12619">
            <a:extLst>
              <a:ext uri="{FF2B5EF4-FFF2-40B4-BE49-F238E27FC236}">
                <a16:creationId xmlns:a16="http://schemas.microsoft.com/office/drawing/2014/main" id="{10C159AA-32E3-4CD7-8D8A-973050589606}"/>
              </a:ext>
            </a:extLst>
          </p:cNvPr>
          <p:cNvSpPr>
            <a:spLocks noGrp="1"/>
          </p:cNvSpPr>
          <p:nvPr/>
        </p:nvSpPr>
        <p:spPr>
          <a:xfrm>
            <a:off x="3021762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7" name="A1_bar_Cryo_12620">
            <a:extLst>
              <a:ext uri="{FF2B5EF4-FFF2-40B4-BE49-F238E27FC236}">
                <a16:creationId xmlns:a16="http://schemas.microsoft.com/office/drawing/2014/main" id="{B304FF38-630B-4B27-94A3-14008DB747F5}"/>
              </a:ext>
            </a:extLst>
          </p:cNvPr>
          <p:cNvSpPr>
            <a:spLocks noGrp="1"/>
          </p:cNvSpPr>
          <p:nvPr/>
        </p:nvSpPr>
        <p:spPr>
          <a:xfrm>
            <a:off x="30456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8" name="A1_bar_Cryo_12621">
            <a:extLst>
              <a:ext uri="{FF2B5EF4-FFF2-40B4-BE49-F238E27FC236}">
                <a16:creationId xmlns:a16="http://schemas.microsoft.com/office/drawing/2014/main" id="{5FD4EC8B-FF4D-42EB-BCD3-89D43FA1E80A}"/>
              </a:ext>
            </a:extLst>
          </p:cNvPr>
          <p:cNvSpPr>
            <a:spLocks noGrp="1"/>
          </p:cNvSpPr>
          <p:nvPr/>
        </p:nvSpPr>
        <p:spPr>
          <a:xfrm>
            <a:off x="3162693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399" name="A1_bar_Cryo_12622">
            <a:extLst>
              <a:ext uri="{FF2B5EF4-FFF2-40B4-BE49-F238E27FC236}">
                <a16:creationId xmlns:a16="http://schemas.microsoft.com/office/drawing/2014/main" id="{93D046FA-61D4-4C53-A685-E8E94D5F569B}"/>
              </a:ext>
            </a:extLst>
          </p:cNvPr>
          <p:cNvSpPr>
            <a:spLocks noGrp="1"/>
          </p:cNvSpPr>
          <p:nvPr/>
        </p:nvSpPr>
        <p:spPr>
          <a:xfrm>
            <a:off x="315815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0" name="A1_bar_Cryo_12623">
            <a:extLst>
              <a:ext uri="{FF2B5EF4-FFF2-40B4-BE49-F238E27FC236}">
                <a16:creationId xmlns:a16="http://schemas.microsoft.com/office/drawing/2014/main" id="{AFA3B6EA-FFB9-49AE-8D7C-2981696781D9}"/>
              </a:ext>
            </a:extLst>
          </p:cNvPr>
          <p:cNvSpPr>
            <a:spLocks noGrp="1"/>
          </p:cNvSpPr>
          <p:nvPr/>
        </p:nvSpPr>
        <p:spPr>
          <a:xfrm>
            <a:off x="308642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1" name="A1_bar_Cryo_12624">
            <a:extLst>
              <a:ext uri="{FF2B5EF4-FFF2-40B4-BE49-F238E27FC236}">
                <a16:creationId xmlns:a16="http://schemas.microsoft.com/office/drawing/2014/main" id="{E5A1410C-57C4-490E-AC43-936D3D1D79BD}"/>
              </a:ext>
            </a:extLst>
          </p:cNvPr>
          <p:cNvSpPr>
            <a:spLocks noGrp="1"/>
          </p:cNvSpPr>
          <p:nvPr/>
        </p:nvSpPr>
        <p:spPr>
          <a:xfrm>
            <a:off x="3057051" y="53755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2" name="A1_bar_Cryo_12625">
            <a:extLst>
              <a:ext uri="{FF2B5EF4-FFF2-40B4-BE49-F238E27FC236}">
                <a16:creationId xmlns:a16="http://schemas.microsoft.com/office/drawing/2014/main" id="{A5F7B06C-3F0A-45E6-B31E-86629292488A}"/>
              </a:ext>
            </a:extLst>
          </p:cNvPr>
          <p:cNvSpPr>
            <a:spLocks noGrp="1"/>
          </p:cNvSpPr>
          <p:nvPr/>
        </p:nvSpPr>
        <p:spPr>
          <a:xfrm>
            <a:off x="3075223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3" name="A1_bar_Cryo_12626">
            <a:extLst>
              <a:ext uri="{FF2B5EF4-FFF2-40B4-BE49-F238E27FC236}">
                <a16:creationId xmlns:a16="http://schemas.microsoft.com/office/drawing/2014/main" id="{EAE7DADC-2059-4316-85AA-8E5F7697BD06}"/>
              </a:ext>
            </a:extLst>
          </p:cNvPr>
          <p:cNvSpPr>
            <a:spLocks noGrp="1"/>
          </p:cNvSpPr>
          <p:nvPr/>
        </p:nvSpPr>
        <p:spPr>
          <a:xfrm>
            <a:off x="320913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4" name="A1_bar_Cryo_12627">
            <a:extLst>
              <a:ext uri="{FF2B5EF4-FFF2-40B4-BE49-F238E27FC236}">
                <a16:creationId xmlns:a16="http://schemas.microsoft.com/office/drawing/2014/main" id="{35E58D51-7C5D-4A6B-ABEB-EA368B4A785D}"/>
              </a:ext>
            </a:extLst>
          </p:cNvPr>
          <p:cNvSpPr>
            <a:spLocks noGrp="1"/>
          </p:cNvSpPr>
          <p:nvPr/>
        </p:nvSpPr>
        <p:spPr>
          <a:xfrm>
            <a:off x="320159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5" name="A1_bar_Cryo_12628">
            <a:extLst>
              <a:ext uri="{FF2B5EF4-FFF2-40B4-BE49-F238E27FC236}">
                <a16:creationId xmlns:a16="http://schemas.microsoft.com/office/drawing/2014/main" id="{1152E2CA-EF91-48AF-843F-C833CF984D97}"/>
              </a:ext>
            </a:extLst>
          </p:cNvPr>
          <p:cNvSpPr>
            <a:spLocks noGrp="1"/>
          </p:cNvSpPr>
          <p:nvPr/>
        </p:nvSpPr>
        <p:spPr>
          <a:xfrm>
            <a:off x="31926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6" name="A1_bar_Cryo_12629">
            <a:extLst>
              <a:ext uri="{FF2B5EF4-FFF2-40B4-BE49-F238E27FC236}">
                <a16:creationId xmlns:a16="http://schemas.microsoft.com/office/drawing/2014/main" id="{5ADB3D67-16B6-45AF-B95E-BE1733B546A4}"/>
              </a:ext>
            </a:extLst>
          </p:cNvPr>
          <p:cNvSpPr>
            <a:spLocks noGrp="1"/>
          </p:cNvSpPr>
          <p:nvPr/>
        </p:nvSpPr>
        <p:spPr>
          <a:xfrm>
            <a:off x="3169067" y="470277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7" name="A1_bar_Cryo_12630">
            <a:extLst>
              <a:ext uri="{FF2B5EF4-FFF2-40B4-BE49-F238E27FC236}">
                <a16:creationId xmlns:a16="http://schemas.microsoft.com/office/drawing/2014/main" id="{F6CB4B15-03E7-4F12-9B9D-426CA4970379}"/>
              </a:ext>
            </a:extLst>
          </p:cNvPr>
          <p:cNvSpPr>
            <a:spLocks noGrp="1"/>
          </p:cNvSpPr>
          <p:nvPr/>
        </p:nvSpPr>
        <p:spPr>
          <a:xfrm>
            <a:off x="29969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8" name="A1_bar_Cryo_12631">
            <a:extLst>
              <a:ext uri="{FF2B5EF4-FFF2-40B4-BE49-F238E27FC236}">
                <a16:creationId xmlns:a16="http://schemas.microsoft.com/office/drawing/2014/main" id="{F4CCC59F-8CE9-4EB9-974F-1E73751C91B3}"/>
              </a:ext>
            </a:extLst>
          </p:cNvPr>
          <p:cNvSpPr>
            <a:spLocks noGrp="1"/>
          </p:cNvSpPr>
          <p:nvPr/>
        </p:nvSpPr>
        <p:spPr>
          <a:xfrm>
            <a:off x="3041285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09" name="A1_bar_Cryo_12632">
            <a:extLst>
              <a:ext uri="{FF2B5EF4-FFF2-40B4-BE49-F238E27FC236}">
                <a16:creationId xmlns:a16="http://schemas.microsoft.com/office/drawing/2014/main" id="{3ADE6622-7912-46BC-B754-E57D39C1EE8C}"/>
              </a:ext>
            </a:extLst>
          </p:cNvPr>
          <p:cNvSpPr>
            <a:spLocks noGrp="1"/>
          </p:cNvSpPr>
          <p:nvPr/>
        </p:nvSpPr>
        <p:spPr>
          <a:xfrm>
            <a:off x="46737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0" name="A1_bar_Cryo_12633">
            <a:extLst>
              <a:ext uri="{FF2B5EF4-FFF2-40B4-BE49-F238E27FC236}">
                <a16:creationId xmlns:a16="http://schemas.microsoft.com/office/drawing/2014/main" id="{4E2FF2CF-AA4D-4B77-B416-17621FDB29FF}"/>
              </a:ext>
            </a:extLst>
          </p:cNvPr>
          <p:cNvSpPr>
            <a:spLocks noGrp="1"/>
          </p:cNvSpPr>
          <p:nvPr/>
        </p:nvSpPr>
        <p:spPr>
          <a:xfrm>
            <a:off x="4554011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1" name="A1_bar_Cryo_12634">
            <a:extLst>
              <a:ext uri="{FF2B5EF4-FFF2-40B4-BE49-F238E27FC236}">
                <a16:creationId xmlns:a16="http://schemas.microsoft.com/office/drawing/2014/main" id="{0D0CF53F-C885-4D83-B675-2F4DF661B871}"/>
              </a:ext>
            </a:extLst>
          </p:cNvPr>
          <p:cNvSpPr>
            <a:spLocks noGrp="1"/>
          </p:cNvSpPr>
          <p:nvPr/>
        </p:nvSpPr>
        <p:spPr>
          <a:xfrm>
            <a:off x="472531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2" name="A1_bar_Cryo_12635">
            <a:extLst>
              <a:ext uri="{FF2B5EF4-FFF2-40B4-BE49-F238E27FC236}">
                <a16:creationId xmlns:a16="http://schemas.microsoft.com/office/drawing/2014/main" id="{4BAB432E-98FC-46F0-B46F-271A3B708B8B}"/>
              </a:ext>
            </a:extLst>
          </p:cNvPr>
          <p:cNvSpPr>
            <a:spLocks noGrp="1"/>
          </p:cNvSpPr>
          <p:nvPr/>
        </p:nvSpPr>
        <p:spPr>
          <a:xfrm>
            <a:off x="46593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3" name="A1_bar_Cryo_12636">
            <a:extLst>
              <a:ext uri="{FF2B5EF4-FFF2-40B4-BE49-F238E27FC236}">
                <a16:creationId xmlns:a16="http://schemas.microsoft.com/office/drawing/2014/main" id="{F7F9C058-A3B6-42E1-82B7-9A2F69822EDB}"/>
              </a:ext>
            </a:extLst>
          </p:cNvPr>
          <p:cNvSpPr>
            <a:spLocks noGrp="1"/>
          </p:cNvSpPr>
          <p:nvPr/>
        </p:nvSpPr>
        <p:spPr>
          <a:xfrm>
            <a:off x="4642515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4" name="A1_bar_Cryo_12637">
            <a:extLst>
              <a:ext uri="{FF2B5EF4-FFF2-40B4-BE49-F238E27FC236}">
                <a16:creationId xmlns:a16="http://schemas.microsoft.com/office/drawing/2014/main" id="{BE848353-927E-45BB-AF65-E838EDC728EA}"/>
              </a:ext>
            </a:extLst>
          </p:cNvPr>
          <p:cNvSpPr>
            <a:spLocks noGrp="1"/>
          </p:cNvSpPr>
          <p:nvPr/>
        </p:nvSpPr>
        <p:spPr>
          <a:xfrm>
            <a:off x="46067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5" name="A1_bar_Cryo_12638">
            <a:extLst>
              <a:ext uri="{FF2B5EF4-FFF2-40B4-BE49-F238E27FC236}">
                <a16:creationId xmlns:a16="http://schemas.microsoft.com/office/drawing/2014/main" id="{085D3813-F814-4A5C-A163-BB9CBC2E11D0}"/>
              </a:ext>
            </a:extLst>
          </p:cNvPr>
          <p:cNvSpPr>
            <a:spLocks noGrp="1"/>
          </p:cNvSpPr>
          <p:nvPr/>
        </p:nvSpPr>
        <p:spPr>
          <a:xfrm>
            <a:off x="4627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6" name="A1_bar_Cryo_12639">
            <a:extLst>
              <a:ext uri="{FF2B5EF4-FFF2-40B4-BE49-F238E27FC236}">
                <a16:creationId xmlns:a16="http://schemas.microsoft.com/office/drawing/2014/main" id="{65AF9131-BDEC-420E-BCB0-72FDBB347585}"/>
              </a:ext>
            </a:extLst>
          </p:cNvPr>
          <p:cNvSpPr>
            <a:spLocks noGrp="1"/>
          </p:cNvSpPr>
          <p:nvPr/>
        </p:nvSpPr>
        <p:spPr>
          <a:xfrm>
            <a:off x="461594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7" name="A1_bar_Cryo_12640">
            <a:extLst>
              <a:ext uri="{FF2B5EF4-FFF2-40B4-BE49-F238E27FC236}">
                <a16:creationId xmlns:a16="http://schemas.microsoft.com/office/drawing/2014/main" id="{AA0E6D9F-A054-4F3B-B656-85B91E73911C}"/>
              </a:ext>
            </a:extLst>
          </p:cNvPr>
          <p:cNvSpPr>
            <a:spLocks noGrp="1"/>
          </p:cNvSpPr>
          <p:nvPr/>
        </p:nvSpPr>
        <p:spPr>
          <a:xfrm>
            <a:off x="4603650" y="525855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8" name="A1_bar_Cryo_12641">
            <a:extLst>
              <a:ext uri="{FF2B5EF4-FFF2-40B4-BE49-F238E27FC236}">
                <a16:creationId xmlns:a16="http://schemas.microsoft.com/office/drawing/2014/main" id="{6DCE9EB0-4521-48FF-814A-198EEC4F8F49}"/>
              </a:ext>
            </a:extLst>
          </p:cNvPr>
          <p:cNvSpPr>
            <a:spLocks noGrp="1"/>
          </p:cNvSpPr>
          <p:nvPr/>
        </p:nvSpPr>
        <p:spPr>
          <a:xfrm>
            <a:off x="47600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19" name="A1_bar_Cryo_12642">
            <a:extLst>
              <a:ext uri="{FF2B5EF4-FFF2-40B4-BE49-F238E27FC236}">
                <a16:creationId xmlns:a16="http://schemas.microsoft.com/office/drawing/2014/main" id="{60D15CDE-5D75-48EE-B9DB-C620126D374B}"/>
              </a:ext>
            </a:extLst>
          </p:cNvPr>
          <p:cNvSpPr>
            <a:spLocks noGrp="1"/>
          </p:cNvSpPr>
          <p:nvPr/>
        </p:nvSpPr>
        <p:spPr>
          <a:xfrm>
            <a:off x="4705452" y="45811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0" name="A1_bar_Cryo_12643">
            <a:extLst>
              <a:ext uri="{FF2B5EF4-FFF2-40B4-BE49-F238E27FC236}">
                <a16:creationId xmlns:a16="http://schemas.microsoft.com/office/drawing/2014/main" id="{A8703CFC-5E15-41EA-AD1E-923A1E3362C2}"/>
              </a:ext>
            </a:extLst>
          </p:cNvPr>
          <p:cNvSpPr>
            <a:spLocks noGrp="1"/>
          </p:cNvSpPr>
          <p:nvPr/>
        </p:nvSpPr>
        <p:spPr>
          <a:xfrm>
            <a:off x="4664019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1" name="A1_bar_Cryo_12644">
            <a:extLst>
              <a:ext uri="{FF2B5EF4-FFF2-40B4-BE49-F238E27FC236}">
                <a16:creationId xmlns:a16="http://schemas.microsoft.com/office/drawing/2014/main" id="{8640B94F-1B92-4325-973F-C7FF4543749D}"/>
              </a:ext>
            </a:extLst>
          </p:cNvPr>
          <p:cNvSpPr>
            <a:spLocks noGrp="1"/>
          </p:cNvSpPr>
          <p:nvPr/>
        </p:nvSpPr>
        <p:spPr>
          <a:xfrm>
            <a:off x="4715925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2" name="A1_bar_Cryo_12645">
            <a:extLst>
              <a:ext uri="{FF2B5EF4-FFF2-40B4-BE49-F238E27FC236}">
                <a16:creationId xmlns:a16="http://schemas.microsoft.com/office/drawing/2014/main" id="{43417C55-1559-4B78-A6EF-9C5B09E0D5CF}"/>
              </a:ext>
            </a:extLst>
          </p:cNvPr>
          <p:cNvSpPr>
            <a:spLocks noGrp="1"/>
          </p:cNvSpPr>
          <p:nvPr/>
        </p:nvSpPr>
        <p:spPr>
          <a:xfrm>
            <a:off x="468932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3" name="A1_bar_Cryo_12646">
            <a:extLst>
              <a:ext uri="{FF2B5EF4-FFF2-40B4-BE49-F238E27FC236}">
                <a16:creationId xmlns:a16="http://schemas.microsoft.com/office/drawing/2014/main" id="{C340B5B5-729F-4257-AC4D-FC18692F0B8B}"/>
              </a:ext>
            </a:extLst>
          </p:cNvPr>
          <p:cNvSpPr>
            <a:spLocks noGrp="1"/>
          </p:cNvSpPr>
          <p:nvPr/>
        </p:nvSpPr>
        <p:spPr>
          <a:xfrm>
            <a:off x="470403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4" name="A1_bar_Cryo_12647">
            <a:extLst>
              <a:ext uri="{FF2B5EF4-FFF2-40B4-BE49-F238E27FC236}">
                <a16:creationId xmlns:a16="http://schemas.microsoft.com/office/drawing/2014/main" id="{7DA8581F-CBF8-4B73-AD87-6948E8CD6E3F}"/>
              </a:ext>
            </a:extLst>
          </p:cNvPr>
          <p:cNvSpPr>
            <a:spLocks noGrp="1"/>
          </p:cNvSpPr>
          <p:nvPr/>
        </p:nvSpPr>
        <p:spPr>
          <a:xfrm>
            <a:off x="463338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5" name="A1_bar_Cryo_12648">
            <a:extLst>
              <a:ext uri="{FF2B5EF4-FFF2-40B4-BE49-F238E27FC236}">
                <a16:creationId xmlns:a16="http://schemas.microsoft.com/office/drawing/2014/main" id="{9BD4ABED-B59D-4E07-ACF6-CB0BD40D637A}"/>
              </a:ext>
            </a:extLst>
          </p:cNvPr>
          <p:cNvSpPr>
            <a:spLocks noGrp="1"/>
          </p:cNvSpPr>
          <p:nvPr/>
        </p:nvSpPr>
        <p:spPr>
          <a:xfrm>
            <a:off x="46913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6" name="A1_bar_Cryo_12649">
            <a:extLst>
              <a:ext uri="{FF2B5EF4-FFF2-40B4-BE49-F238E27FC236}">
                <a16:creationId xmlns:a16="http://schemas.microsoft.com/office/drawing/2014/main" id="{15994397-2381-47E8-BA9F-69096292D75D}"/>
              </a:ext>
            </a:extLst>
          </p:cNvPr>
          <p:cNvSpPr>
            <a:spLocks noGrp="1"/>
          </p:cNvSpPr>
          <p:nvPr/>
        </p:nvSpPr>
        <p:spPr>
          <a:xfrm>
            <a:off x="467619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7" name="A1_bar_Cryo_12650">
            <a:extLst>
              <a:ext uri="{FF2B5EF4-FFF2-40B4-BE49-F238E27FC236}">
                <a16:creationId xmlns:a16="http://schemas.microsoft.com/office/drawing/2014/main" id="{8F7AC060-F9C4-44B3-80E6-C87E6E3F63A0}"/>
              </a:ext>
            </a:extLst>
          </p:cNvPr>
          <p:cNvSpPr>
            <a:spLocks noGrp="1"/>
          </p:cNvSpPr>
          <p:nvPr/>
        </p:nvSpPr>
        <p:spPr>
          <a:xfrm>
            <a:off x="4675489" y="308139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8" name="A1_bar_Cryo_12651">
            <a:extLst>
              <a:ext uri="{FF2B5EF4-FFF2-40B4-BE49-F238E27FC236}">
                <a16:creationId xmlns:a16="http://schemas.microsoft.com/office/drawing/2014/main" id="{C61514DE-94A9-4991-B94B-2A6578CA3DE0}"/>
              </a:ext>
            </a:extLst>
          </p:cNvPr>
          <p:cNvSpPr>
            <a:spLocks noGrp="1"/>
          </p:cNvSpPr>
          <p:nvPr/>
        </p:nvSpPr>
        <p:spPr>
          <a:xfrm>
            <a:off x="4780094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29" name="A1_bar_Cryo_12652">
            <a:extLst>
              <a:ext uri="{FF2B5EF4-FFF2-40B4-BE49-F238E27FC236}">
                <a16:creationId xmlns:a16="http://schemas.microsoft.com/office/drawing/2014/main" id="{A4AACA82-A75F-486F-94FB-B9D0D8AFE4A0}"/>
              </a:ext>
            </a:extLst>
          </p:cNvPr>
          <p:cNvSpPr>
            <a:spLocks noGrp="1"/>
          </p:cNvSpPr>
          <p:nvPr/>
        </p:nvSpPr>
        <p:spPr>
          <a:xfrm>
            <a:off x="4728215" y="46544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0" name="A1_bar_Cryo_12653">
            <a:extLst>
              <a:ext uri="{FF2B5EF4-FFF2-40B4-BE49-F238E27FC236}">
                <a16:creationId xmlns:a16="http://schemas.microsoft.com/office/drawing/2014/main" id="{6F5B01CA-3ED2-4AD7-AE9D-C805937B570C}"/>
              </a:ext>
            </a:extLst>
          </p:cNvPr>
          <p:cNvSpPr>
            <a:spLocks noGrp="1"/>
          </p:cNvSpPr>
          <p:nvPr/>
        </p:nvSpPr>
        <p:spPr>
          <a:xfrm>
            <a:off x="4663495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1" name="A1_bar_Cryo_12654">
            <a:extLst>
              <a:ext uri="{FF2B5EF4-FFF2-40B4-BE49-F238E27FC236}">
                <a16:creationId xmlns:a16="http://schemas.microsoft.com/office/drawing/2014/main" id="{1C924CFA-663B-498E-B626-590338EF7F8D}"/>
              </a:ext>
            </a:extLst>
          </p:cNvPr>
          <p:cNvSpPr>
            <a:spLocks noGrp="1"/>
          </p:cNvSpPr>
          <p:nvPr/>
        </p:nvSpPr>
        <p:spPr>
          <a:xfrm>
            <a:off x="4605631" y="35799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2" name="A1_bar_Cryo_12655">
            <a:extLst>
              <a:ext uri="{FF2B5EF4-FFF2-40B4-BE49-F238E27FC236}">
                <a16:creationId xmlns:a16="http://schemas.microsoft.com/office/drawing/2014/main" id="{B1ED65E4-3CE0-48EF-9AC2-CC35BB855042}"/>
              </a:ext>
            </a:extLst>
          </p:cNvPr>
          <p:cNvSpPr>
            <a:spLocks noGrp="1"/>
          </p:cNvSpPr>
          <p:nvPr/>
        </p:nvSpPr>
        <p:spPr>
          <a:xfrm>
            <a:off x="4593286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3" name="A1_bar_Cryo_12656">
            <a:extLst>
              <a:ext uri="{FF2B5EF4-FFF2-40B4-BE49-F238E27FC236}">
                <a16:creationId xmlns:a16="http://schemas.microsoft.com/office/drawing/2014/main" id="{F2C56E68-169F-4A73-96B7-57B071F85AFF}"/>
              </a:ext>
            </a:extLst>
          </p:cNvPr>
          <p:cNvSpPr>
            <a:spLocks noGrp="1"/>
          </p:cNvSpPr>
          <p:nvPr/>
        </p:nvSpPr>
        <p:spPr>
          <a:xfrm>
            <a:off x="471112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4" name="A1_bar_Cryo_12657">
            <a:extLst>
              <a:ext uri="{FF2B5EF4-FFF2-40B4-BE49-F238E27FC236}">
                <a16:creationId xmlns:a16="http://schemas.microsoft.com/office/drawing/2014/main" id="{4879855E-9EDA-4459-82B3-DB13A3AB7BEB}"/>
              </a:ext>
            </a:extLst>
          </p:cNvPr>
          <p:cNvSpPr>
            <a:spLocks noGrp="1"/>
          </p:cNvSpPr>
          <p:nvPr/>
        </p:nvSpPr>
        <p:spPr>
          <a:xfrm>
            <a:off x="46481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5" name="A1_bar_Cryo_12658">
            <a:extLst>
              <a:ext uri="{FF2B5EF4-FFF2-40B4-BE49-F238E27FC236}">
                <a16:creationId xmlns:a16="http://schemas.microsoft.com/office/drawing/2014/main" id="{D132FC79-CA6C-4820-9A8A-23E77523315E}"/>
              </a:ext>
            </a:extLst>
          </p:cNvPr>
          <p:cNvSpPr>
            <a:spLocks noGrp="1"/>
          </p:cNvSpPr>
          <p:nvPr/>
        </p:nvSpPr>
        <p:spPr>
          <a:xfrm>
            <a:off x="4767261" y="47339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6" name="A1_bar_Cryo_12659">
            <a:extLst>
              <a:ext uri="{FF2B5EF4-FFF2-40B4-BE49-F238E27FC236}">
                <a16:creationId xmlns:a16="http://schemas.microsoft.com/office/drawing/2014/main" id="{4193A4A9-4ED8-4D93-9938-17EBD2B495A9}"/>
              </a:ext>
            </a:extLst>
          </p:cNvPr>
          <p:cNvSpPr>
            <a:spLocks noGrp="1"/>
          </p:cNvSpPr>
          <p:nvPr/>
        </p:nvSpPr>
        <p:spPr>
          <a:xfrm>
            <a:off x="476570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7" name="A1_bar_Cryo_12660">
            <a:extLst>
              <a:ext uri="{FF2B5EF4-FFF2-40B4-BE49-F238E27FC236}">
                <a16:creationId xmlns:a16="http://schemas.microsoft.com/office/drawing/2014/main" id="{140ED4BA-79BF-4E20-85D3-D670377F42D2}"/>
              </a:ext>
            </a:extLst>
          </p:cNvPr>
          <p:cNvSpPr>
            <a:spLocks noGrp="1"/>
          </p:cNvSpPr>
          <p:nvPr/>
        </p:nvSpPr>
        <p:spPr>
          <a:xfrm>
            <a:off x="4683418" y="5198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8" name="A1_bar_Cryo_12661">
            <a:extLst>
              <a:ext uri="{FF2B5EF4-FFF2-40B4-BE49-F238E27FC236}">
                <a16:creationId xmlns:a16="http://schemas.microsoft.com/office/drawing/2014/main" id="{5B2AE858-A5BC-40ED-99C8-0A6525595121}"/>
              </a:ext>
            </a:extLst>
          </p:cNvPr>
          <p:cNvSpPr>
            <a:spLocks noGrp="1"/>
          </p:cNvSpPr>
          <p:nvPr/>
        </p:nvSpPr>
        <p:spPr>
          <a:xfrm>
            <a:off x="455556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39" name="A1_bar_Cryo_12662">
            <a:extLst>
              <a:ext uri="{FF2B5EF4-FFF2-40B4-BE49-F238E27FC236}">
                <a16:creationId xmlns:a16="http://schemas.microsoft.com/office/drawing/2014/main" id="{D9648CFD-97F5-40CB-8C93-A4DB7AAAC987}"/>
              </a:ext>
            </a:extLst>
          </p:cNvPr>
          <p:cNvSpPr>
            <a:spLocks noGrp="1"/>
          </p:cNvSpPr>
          <p:nvPr/>
        </p:nvSpPr>
        <p:spPr>
          <a:xfrm>
            <a:off x="47874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0" name="A1_bar_Cryo_12663">
            <a:extLst>
              <a:ext uri="{FF2B5EF4-FFF2-40B4-BE49-F238E27FC236}">
                <a16:creationId xmlns:a16="http://schemas.microsoft.com/office/drawing/2014/main" id="{23424751-5F77-4308-8A07-ABB64A799FD0}"/>
              </a:ext>
            </a:extLst>
          </p:cNvPr>
          <p:cNvSpPr>
            <a:spLocks noGrp="1"/>
          </p:cNvSpPr>
          <p:nvPr/>
        </p:nvSpPr>
        <p:spPr>
          <a:xfrm>
            <a:off x="4608319" y="531260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1" name="A1_bar_Cryo_12664">
            <a:extLst>
              <a:ext uri="{FF2B5EF4-FFF2-40B4-BE49-F238E27FC236}">
                <a16:creationId xmlns:a16="http://schemas.microsoft.com/office/drawing/2014/main" id="{A2303405-D2F8-4708-9022-1FF3208F460F}"/>
              </a:ext>
            </a:extLst>
          </p:cNvPr>
          <p:cNvSpPr>
            <a:spLocks noGrp="1"/>
          </p:cNvSpPr>
          <p:nvPr/>
        </p:nvSpPr>
        <p:spPr>
          <a:xfrm>
            <a:off x="46502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2" name="A1_bar_Cryo_12665">
            <a:extLst>
              <a:ext uri="{FF2B5EF4-FFF2-40B4-BE49-F238E27FC236}">
                <a16:creationId xmlns:a16="http://schemas.microsoft.com/office/drawing/2014/main" id="{EDA21A4D-DF92-486D-A00E-D3F5097B945A}"/>
              </a:ext>
            </a:extLst>
          </p:cNvPr>
          <p:cNvSpPr>
            <a:spLocks noGrp="1"/>
          </p:cNvSpPr>
          <p:nvPr/>
        </p:nvSpPr>
        <p:spPr>
          <a:xfrm>
            <a:off x="4650947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3" name="A1_bar_Cryo_12666">
            <a:extLst>
              <a:ext uri="{FF2B5EF4-FFF2-40B4-BE49-F238E27FC236}">
                <a16:creationId xmlns:a16="http://schemas.microsoft.com/office/drawing/2014/main" id="{DC5A2B12-0A9F-47C4-9F92-DADC51F3A822}"/>
              </a:ext>
            </a:extLst>
          </p:cNvPr>
          <p:cNvSpPr>
            <a:spLocks noGrp="1"/>
          </p:cNvSpPr>
          <p:nvPr/>
        </p:nvSpPr>
        <p:spPr>
          <a:xfrm>
            <a:off x="458980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4" name="A1_bar_Cryo_12667">
            <a:extLst>
              <a:ext uri="{FF2B5EF4-FFF2-40B4-BE49-F238E27FC236}">
                <a16:creationId xmlns:a16="http://schemas.microsoft.com/office/drawing/2014/main" id="{B3E4B6E4-9F45-47AF-AA10-0A877D4B4218}"/>
              </a:ext>
            </a:extLst>
          </p:cNvPr>
          <p:cNvSpPr>
            <a:spLocks noGrp="1"/>
          </p:cNvSpPr>
          <p:nvPr/>
        </p:nvSpPr>
        <p:spPr>
          <a:xfrm>
            <a:off x="463390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5" name="A1_bar_Cryo_12668">
            <a:extLst>
              <a:ext uri="{FF2B5EF4-FFF2-40B4-BE49-F238E27FC236}">
                <a16:creationId xmlns:a16="http://schemas.microsoft.com/office/drawing/2014/main" id="{81A3C504-D426-48B6-A94D-44696B75BD0C}"/>
              </a:ext>
            </a:extLst>
          </p:cNvPr>
          <p:cNvSpPr>
            <a:spLocks noGrp="1"/>
          </p:cNvSpPr>
          <p:nvPr/>
        </p:nvSpPr>
        <p:spPr>
          <a:xfrm>
            <a:off x="463756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6" name="A1_bar_Cryo_12669">
            <a:extLst>
              <a:ext uri="{FF2B5EF4-FFF2-40B4-BE49-F238E27FC236}">
                <a16:creationId xmlns:a16="http://schemas.microsoft.com/office/drawing/2014/main" id="{C40A12E3-604F-4704-A786-783E92427FF4}"/>
              </a:ext>
            </a:extLst>
          </p:cNvPr>
          <p:cNvSpPr>
            <a:spLocks noGrp="1"/>
          </p:cNvSpPr>
          <p:nvPr/>
        </p:nvSpPr>
        <p:spPr>
          <a:xfrm>
            <a:off x="471486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7" name="A1_bar_Cryo_12670">
            <a:extLst>
              <a:ext uri="{FF2B5EF4-FFF2-40B4-BE49-F238E27FC236}">
                <a16:creationId xmlns:a16="http://schemas.microsoft.com/office/drawing/2014/main" id="{7B6ACB56-6885-4B82-BED7-20F2EB4C888C}"/>
              </a:ext>
            </a:extLst>
          </p:cNvPr>
          <p:cNvSpPr>
            <a:spLocks noGrp="1"/>
          </p:cNvSpPr>
          <p:nvPr/>
        </p:nvSpPr>
        <p:spPr>
          <a:xfrm>
            <a:off x="456154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8" name="A1_bar_Cryo_12671">
            <a:extLst>
              <a:ext uri="{FF2B5EF4-FFF2-40B4-BE49-F238E27FC236}">
                <a16:creationId xmlns:a16="http://schemas.microsoft.com/office/drawing/2014/main" id="{7B837AF4-C3B5-45BF-9B71-FCCF656BBA7B}"/>
              </a:ext>
            </a:extLst>
          </p:cNvPr>
          <p:cNvSpPr>
            <a:spLocks noGrp="1"/>
          </p:cNvSpPr>
          <p:nvPr/>
        </p:nvSpPr>
        <p:spPr>
          <a:xfrm>
            <a:off x="4734022" y="334389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49" name="A1_bar_Cryo_12672">
            <a:extLst>
              <a:ext uri="{FF2B5EF4-FFF2-40B4-BE49-F238E27FC236}">
                <a16:creationId xmlns:a16="http://schemas.microsoft.com/office/drawing/2014/main" id="{D792FE76-970E-43E6-ADC8-863AA50B2F51}"/>
              </a:ext>
            </a:extLst>
          </p:cNvPr>
          <p:cNvSpPr>
            <a:spLocks noGrp="1"/>
          </p:cNvSpPr>
          <p:nvPr/>
        </p:nvSpPr>
        <p:spPr>
          <a:xfrm>
            <a:off x="457156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0" name="A1_bar_Cryo_12673">
            <a:extLst>
              <a:ext uri="{FF2B5EF4-FFF2-40B4-BE49-F238E27FC236}">
                <a16:creationId xmlns:a16="http://schemas.microsoft.com/office/drawing/2014/main" id="{33DDD2AC-574C-41C9-960D-44A6123AC224}"/>
              </a:ext>
            </a:extLst>
          </p:cNvPr>
          <p:cNvSpPr>
            <a:spLocks noGrp="1"/>
          </p:cNvSpPr>
          <p:nvPr/>
        </p:nvSpPr>
        <p:spPr>
          <a:xfrm>
            <a:off x="480520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1" name="A1_bar_Cryo_12674">
            <a:extLst>
              <a:ext uri="{FF2B5EF4-FFF2-40B4-BE49-F238E27FC236}">
                <a16:creationId xmlns:a16="http://schemas.microsoft.com/office/drawing/2014/main" id="{EB54C94C-7D08-4FC6-8D5A-5608BAD099A4}"/>
              </a:ext>
            </a:extLst>
          </p:cNvPr>
          <p:cNvSpPr>
            <a:spLocks noGrp="1"/>
          </p:cNvSpPr>
          <p:nvPr/>
        </p:nvSpPr>
        <p:spPr>
          <a:xfrm>
            <a:off x="455552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2" name="A1_bar_Cryo_12675">
            <a:extLst>
              <a:ext uri="{FF2B5EF4-FFF2-40B4-BE49-F238E27FC236}">
                <a16:creationId xmlns:a16="http://schemas.microsoft.com/office/drawing/2014/main" id="{883B3EFB-87CD-4AA2-8E04-9D149D44AE8B}"/>
              </a:ext>
            </a:extLst>
          </p:cNvPr>
          <p:cNvSpPr>
            <a:spLocks noGrp="1"/>
          </p:cNvSpPr>
          <p:nvPr/>
        </p:nvSpPr>
        <p:spPr>
          <a:xfrm>
            <a:off x="470286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3" name="A1_bar_Cryo_12676">
            <a:extLst>
              <a:ext uri="{FF2B5EF4-FFF2-40B4-BE49-F238E27FC236}">
                <a16:creationId xmlns:a16="http://schemas.microsoft.com/office/drawing/2014/main" id="{E180E5AB-07FF-4070-91C3-2398EFE93725}"/>
              </a:ext>
            </a:extLst>
          </p:cNvPr>
          <p:cNvSpPr>
            <a:spLocks noGrp="1"/>
          </p:cNvSpPr>
          <p:nvPr/>
        </p:nvSpPr>
        <p:spPr>
          <a:xfrm>
            <a:off x="475381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4" name="A1_bar_Cryo_12677">
            <a:extLst>
              <a:ext uri="{FF2B5EF4-FFF2-40B4-BE49-F238E27FC236}">
                <a16:creationId xmlns:a16="http://schemas.microsoft.com/office/drawing/2014/main" id="{1E77356B-F354-4120-B4DF-4938C8027F6A}"/>
              </a:ext>
            </a:extLst>
          </p:cNvPr>
          <p:cNvSpPr>
            <a:spLocks noGrp="1"/>
          </p:cNvSpPr>
          <p:nvPr/>
        </p:nvSpPr>
        <p:spPr>
          <a:xfrm>
            <a:off x="47670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5" name="A1_bar_Cryo_12678">
            <a:extLst>
              <a:ext uri="{FF2B5EF4-FFF2-40B4-BE49-F238E27FC236}">
                <a16:creationId xmlns:a16="http://schemas.microsoft.com/office/drawing/2014/main" id="{908E2F14-3D25-462A-9776-FC8BDB675083}"/>
              </a:ext>
            </a:extLst>
          </p:cNvPr>
          <p:cNvSpPr>
            <a:spLocks noGrp="1"/>
          </p:cNvSpPr>
          <p:nvPr/>
        </p:nvSpPr>
        <p:spPr>
          <a:xfrm>
            <a:off x="4633516" y="512979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6" name="A1_bar_Cryo_12679">
            <a:extLst>
              <a:ext uri="{FF2B5EF4-FFF2-40B4-BE49-F238E27FC236}">
                <a16:creationId xmlns:a16="http://schemas.microsoft.com/office/drawing/2014/main" id="{F6A74099-C15A-4E91-A165-06A79731B929}"/>
              </a:ext>
            </a:extLst>
          </p:cNvPr>
          <p:cNvSpPr>
            <a:spLocks noGrp="1"/>
          </p:cNvSpPr>
          <p:nvPr/>
        </p:nvSpPr>
        <p:spPr>
          <a:xfrm>
            <a:off x="464192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7" name="A1_bar_Cryo_12680">
            <a:extLst>
              <a:ext uri="{FF2B5EF4-FFF2-40B4-BE49-F238E27FC236}">
                <a16:creationId xmlns:a16="http://schemas.microsoft.com/office/drawing/2014/main" id="{EEAC6BA3-06D9-44C0-88C1-1C4B6CEB4E24}"/>
              </a:ext>
            </a:extLst>
          </p:cNvPr>
          <p:cNvSpPr>
            <a:spLocks noGrp="1"/>
          </p:cNvSpPr>
          <p:nvPr/>
        </p:nvSpPr>
        <p:spPr>
          <a:xfrm>
            <a:off x="468936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8" name="A1_bar_Cryo_12681">
            <a:extLst>
              <a:ext uri="{FF2B5EF4-FFF2-40B4-BE49-F238E27FC236}">
                <a16:creationId xmlns:a16="http://schemas.microsoft.com/office/drawing/2014/main" id="{B630C34F-2865-49C1-B84F-BB7F1C63C741}"/>
              </a:ext>
            </a:extLst>
          </p:cNvPr>
          <p:cNvSpPr>
            <a:spLocks noGrp="1"/>
          </p:cNvSpPr>
          <p:nvPr/>
        </p:nvSpPr>
        <p:spPr>
          <a:xfrm>
            <a:off x="4604773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59" name="A1_bar_Cryo_12682">
            <a:extLst>
              <a:ext uri="{FF2B5EF4-FFF2-40B4-BE49-F238E27FC236}">
                <a16:creationId xmlns:a16="http://schemas.microsoft.com/office/drawing/2014/main" id="{3982514E-3374-47B9-A0E7-C3D95465C851}"/>
              </a:ext>
            </a:extLst>
          </p:cNvPr>
          <p:cNvSpPr>
            <a:spLocks noGrp="1"/>
          </p:cNvSpPr>
          <p:nvPr/>
        </p:nvSpPr>
        <p:spPr>
          <a:xfrm>
            <a:off x="4699964" y="523560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0" name="A1_bar_Cryo_12683">
            <a:extLst>
              <a:ext uri="{FF2B5EF4-FFF2-40B4-BE49-F238E27FC236}">
                <a16:creationId xmlns:a16="http://schemas.microsoft.com/office/drawing/2014/main" id="{D7C8E363-4F80-411D-8C73-2473ED419BBD}"/>
              </a:ext>
            </a:extLst>
          </p:cNvPr>
          <p:cNvSpPr>
            <a:spLocks noGrp="1"/>
          </p:cNvSpPr>
          <p:nvPr/>
        </p:nvSpPr>
        <p:spPr>
          <a:xfrm>
            <a:off x="456112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1" name="A1_bar_Cryo_12684">
            <a:extLst>
              <a:ext uri="{FF2B5EF4-FFF2-40B4-BE49-F238E27FC236}">
                <a16:creationId xmlns:a16="http://schemas.microsoft.com/office/drawing/2014/main" id="{4618E203-8857-43FF-9199-8E008EC7C74B}"/>
              </a:ext>
            </a:extLst>
          </p:cNvPr>
          <p:cNvSpPr>
            <a:spLocks noGrp="1"/>
          </p:cNvSpPr>
          <p:nvPr/>
        </p:nvSpPr>
        <p:spPr>
          <a:xfrm>
            <a:off x="4605567" y="382572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2" name="A1_bar_Cryo_12685">
            <a:extLst>
              <a:ext uri="{FF2B5EF4-FFF2-40B4-BE49-F238E27FC236}">
                <a16:creationId xmlns:a16="http://schemas.microsoft.com/office/drawing/2014/main" id="{1153BA49-5F13-4A63-8881-507D6C64BCFA}"/>
              </a:ext>
            </a:extLst>
          </p:cNvPr>
          <p:cNvSpPr>
            <a:spLocks noGrp="1"/>
          </p:cNvSpPr>
          <p:nvPr/>
        </p:nvSpPr>
        <p:spPr>
          <a:xfrm>
            <a:off x="4755928" y="39775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3" name="A1_bar_Cryo_12686">
            <a:extLst>
              <a:ext uri="{FF2B5EF4-FFF2-40B4-BE49-F238E27FC236}">
                <a16:creationId xmlns:a16="http://schemas.microsoft.com/office/drawing/2014/main" id="{0CC92F8A-F76A-413A-B589-784C83038580}"/>
              </a:ext>
            </a:extLst>
          </p:cNvPr>
          <p:cNvSpPr>
            <a:spLocks noGrp="1"/>
          </p:cNvSpPr>
          <p:nvPr/>
        </p:nvSpPr>
        <p:spPr>
          <a:xfrm>
            <a:off x="4662449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4" name="A1_bar_Cryo_12687">
            <a:extLst>
              <a:ext uri="{FF2B5EF4-FFF2-40B4-BE49-F238E27FC236}">
                <a16:creationId xmlns:a16="http://schemas.microsoft.com/office/drawing/2014/main" id="{1B8C91A5-ACA4-4A47-B439-6D0279689AE2}"/>
              </a:ext>
            </a:extLst>
          </p:cNvPr>
          <p:cNvSpPr>
            <a:spLocks noGrp="1"/>
          </p:cNvSpPr>
          <p:nvPr/>
        </p:nvSpPr>
        <p:spPr>
          <a:xfrm>
            <a:off x="4727908" y="422815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5" name="A1_bar_Cryo_12688">
            <a:extLst>
              <a:ext uri="{FF2B5EF4-FFF2-40B4-BE49-F238E27FC236}">
                <a16:creationId xmlns:a16="http://schemas.microsoft.com/office/drawing/2014/main" id="{A99502CA-2F50-4373-BA45-BF0FDFC62653}"/>
              </a:ext>
            </a:extLst>
          </p:cNvPr>
          <p:cNvSpPr>
            <a:spLocks noGrp="1"/>
          </p:cNvSpPr>
          <p:nvPr/>
        </p:nvSpPr>
        <p:spPr>
          <a:xfrm>
            <a:off x="4600799" y="474897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6" name="A1_bar_Cryo_12689">
            <a:extLst>
              <a:ext uri="{FF2B5EF4-FFF2-40B4-BE49-F238E27FC236}">
                <a16:creationId xmlns:a16="http://schemas.microsoft.com/office/drawing/2014/main" id="{90364320-5124-40A8-AF61-D3B74BCAAB3D}"/>
              </a:ext>
            </a:extLst>
          </p:cNvPr>
          <p:cNvSpPr>
            <a:spLocks noGrp="1"/>
          </p:cNvSpPr>
          <p:nvPr/>
        </p:nvSpPr>
        <p:spPr>
          <a:xfrm>
            <a:off x="464475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7" name="A1_bar_Cryo_12690">
            <a:extLst>
              <a:ext uri="{FF2B5EF4-FFF2-40B4-BE49-F238E27FC236}">
                <a16:creationId xmlns:a16="http://schemas.microsoft.com/office/drawing/2014/main" id="{A110510A-5367-411F-90FA-FDA202B870EF}"/>
              </a:ext>
            </a:extLst>
          </p:cNvPr>
          <p:cNvSpPr>
            <a:spLocks noGrp="1"/>
          </p:cNvSpPr>
          <p:nvPr/>
        </p:nvSpPr>
        <p:spPr>
          <a:xfrm>
            <a:off x="4684210" y="602536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8" name="A1_bar_Cryo_12691">
            <a:extLst>
              <a:ext uri="{FF2B5EF4-FFF2-40B4-BE49-F238E27FC236}">
                <a16:creationId xmlns:a16="http://schemas.microsoft.com/office/drawing/2014/main" id="{3C111298-4469-4D81-8317-909A474B29D5}"/>
              </a:ext>
            </a:extLst>
          </p:cNvPr>
          <p:cNvSpPr>
            <a:spLocks noGrp="1"/>
          </p:cNvSpPr>
          <p:nvPr/>
        </p:nvSpPr>
        <p:spPr>
          <a:xfrm>
            <a:off x="4598882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69" name="A1_bar_Cryo_12692">
            <a:extLst>
              <a:ext uri="{FF2B5EF4-FFF2-40B4-BE49-F238E27FC236}">
                <a16:creationId xmlns:a16="http://schemas.microsoft.com/office/drawing/2014/main" id="{33409A31-09D2-40C5-95EB-2BF810E8E4CC}"/>
              </a:ext>
            </a:extLst>
          </p:cNvPr>
          <p:cNvSpPr>
            <a:spLocks noGrp="1"/>
          </p:cNvSpPr>
          <p:nvPr/>
        </p:nvSpPr>
        <p:spPr>
          <a:xfrm>
            <a:off x="4661640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0" name="A1_bar_Cryo_12693">
            <a:extLst>
              <a:ext uri="{FF2B5EF4-FFF2-40B4-BE49-F238E27FC236}">
                <a16:creationId xmlns:a16="http://schemas.microsoft.com/office/drawing/2014/main" id="{07C9CAAC-C228-42B2-B55E-F20194115EDA}"/>
              </a:ext>
            </a:extLst>
          </p:cNvPr>
          <p:cNvSpPr>
            <a:spLocks noGrp="1"/>
          </p:cNvSpPr>
          <p:nvPr/>
        </p:nvSpPr>
        <p:spPr>
          <a:xfrm>
            <a:off x="46363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1" name="A1_bar_Cryo_12694">
            <a:extLst>
              <a:ext uri="{FF2B5EF4-FFF2-40B4-BE49-F238E27FC236}">
                <a16:creationId xmlns:a16="http://schemas.microsoft.com/office/drawing/2014/main" id="{FBDEEE90-2F45-4381-99D1-7FE7ED674B48}"/>
              </a:ext>
            </a:extLst>
          </p:cNvPr>
          <p:cNvSpPr>
            <a:spLocks noGrp="1"/>
          </p:cNvSpPr>
          <p:nvPr/>
        </p:nvSpPr>
        <p:spPr>
          <a:xfrm>
            <a:off x="455909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2" name="A1_bar_Cryo_12695">
            <a:extLst>
              <a:ext uri="{FF2B5EF4-FFF2-40B4-BE49-F238E27FC236}">
                <a16:creationId xmlns:a16="http://schemas.microsoft.com/office/drawing/2014/main" id="{8DA0E560-AA00-459E-80FE-A5D5B6251B4F}"/>
              </a:ext>
            </a:extLst>
          </p:cNvPr>
          <p:cNvSpPr>
            <a:spLocks noGrp="1"/>
          </p:cNvSpPr>
          <p:nvPr/>
        </p:nvSpPr>
        <p:spPr>
          <a:xfrm>
            <a:off x="4641279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3" name="A1_bar_Cryo_12696">
            <a:extLst>
              <a:ext uri="{FF2B5EF4-FFF2-40B4-BE49-F238E27FC236}">
                <a16:creationId xmlns:a16="http://schemas.microsoft.com/office/drawing/2014/main" id="{A5757EFA-B286-4C4F-BE1C-C4C4E61F9679}"/>
              </a:ext>
            </a:extLst>
          </p:cNvPr>
          <p:cNvSpPr>
            <a:spLocks noGrp="1"/>
          </p:cNvSpPr>
          <p:nvPr/>
        </p:nvSpPr>
        <p:spPr>
          <a:xfrm>
            <a:off x="46368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4" name="A1_bar_Cryo_12697">
            <a:extLst>
              <a:ext uri="{FF2B5EF4-FFF2-40B4-BE49-F238E27FC236}">
                <a16:creationId xmlns:a16="http://schemas.microsoft.com/office/drawing/2014/main" id="{58F5D77A-B1AC-496E-8C3D-BB8A508AE11C}"/>
              </a:ext>
            </a:extLst>
          </p:cNvPr>
          <p:cNvSpPr>
            <a:spLocks noGrp="1"/>
          </p:cNvSpPr>
          <p:nvPr/>
        </p:nvSpPr>
        <p:spPr>
          <a:xfrm>
            <a:off x="4747116" y="464905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5" name="A1_bar_Cryo_12698">
            <a:extLst>
              <a:ext uri="{FF2B5EF4-FFF2-40B4-BE49-F238E27FC236}">
                <a16:creationId xmlns:a16="http://schemas.microsoft.com/office/drawing/2014/main" id="{268581F8-3450-439B-8533-5D55BEBC63AF}"/>
              </a:ext>
            </a:extLst>
          </p:cNvPr>
          <p:cNvSpPr>
            <a:spLocks noGrp="1"/>
          </p:cNvSpPr>
          <p:nvPr/>
        </p:nvSpPr>
        <p:spPr>
          <a:xfrm>
            <a:off x="4565251" y="39781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6" name="A1_bar_Cryo_12699">
            <a:extLst>
              <a:ext uri="{FF2B5EF4-FFF2-40B4-BE49-F238E27FC236}">
                <a16:creationId xmlns:a16="http://schemas.microsoft.com/office/drawing/2014/main" id="{7D14D71F-B6F3-4AA2-907B-499B9B9E88E3}"/>
              </a:ext>
            </a:extLst>
          </p:cNvPr>
          <p:cNvSpPr>
            <a:spLocks noGrp="1"/>
          </p:cNvSpPr>
          <p:nvPr/>
        </p:nvSpPr>
        <p:spPr>
          <a:xfrm>
            <a:off x="4736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7" name="A1_bar_Cryo_12700">
            <a:extLst>
              <a:ext uri="{FF2B5EF4-FFF2-40B4-BE49-F238E27FC236}">
                <a16:creationId xmlns:a16="http://schemas.microsoft.com/office/drawing/2014/main" id="{9B3C8D18-EED0-4730-A216-BAF278A72F2F}"/>
              </a:ext>
            </a:extLst>
          </p:cNvPr>
          <p:cNvSpPr>
            <a:spLocks noGrp="1"/>
          </p:cNvSpPr>
          <p:nvPr/>
        </p:nvSpPr>
        <p:spPr>
          <a:xfrm>
            <a:off x="468756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8" name="A1_bar_Cryo_12701">
            <a:extLst>
              <a:ext uri="{FF2B5EF4-FFF2-40B4-BE49-F238E27FC236}">
                <a16:creationId xmlns:a16="http://schemas.microsoft.com/office/drawing/2014/main" id="{21493CA2-C9E1-4E43-B3FB-B9C86ED8AC72}"/>
              </a:ext>
            </a:extLst>
          </p:cNvPr>
          <p:cNvSpPr>
            <a:spLocks noGrp="1"/>
          </p:cNvSpPr>
          <p:nvPr/>
        </p:nvSpPr>
        <p:spPr>
          <a:xfrm>
            <a:off x="457068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79" name="A1_bar_Cryo_12702">
            <a:extLst>
              <a:ext uri="{FF2B5EF4-FFF2-40B4-BE49-F238E27FC236}">
                <a16:creationId xmlns:a16="http://schemas.microsoft.com/office/drawing/2014/main" id="{F7B40388-629E-45FE-9F0F-850EC94AFE4E}"/>
              </a:ext>
            </a:extLst>
          </p:cNvPr>
          <p:cNvSpPr>
            <a:spLocks noGrp="1"/>
          </p:cNvSpPr>
          <p:nvPr/>
        </p:nvSpPr>
        <p:spPr>
          <a:xfrm>
            <a:off x="468852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0" name="A1_bar_Cryo_12703">
            <a:extLst>
              <a:ext uri="{FF2B5EF4-FFF2-40B4-BE49-F238E27FC236}">
                <a16:creationId xmlns:a16="http://schemas.microsoft.com/office/drawing/2014/main" id="{7E58C815-628B-4D4D-A692-97B8ED3A12B3}"/>
              </a:ext>
            </a:extLst>
          </p:cNvPr>
          <p:cNvSpPr>
            <a:spLocks noGrp="1"/>
          </p:cNvSpPr>
          <p:nvPr/>
        </p:nvSpPr>
        <p:spPr>
          <a:xfrm>
            <a:off x="4672505" y="310783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1" name="A1_bar_Cryo_12704">
            <a:extLst>
              <a:ext uri="{FF2B5EF4-FFF2-40B4-BE49-F238E27FC236}">
                <a16:creationId xmlns:a16="http://schemas.microsoft.com/office/drawing/2014/main" id="{FADD192C-693F-4F12-A668-6C1E2159C985}"/>
              </a:ext>
            </a:extLst>
          </p:cNvPr>
          <p:cNvSpPr>
            <a:spLocks noGrp="1"/>
          </p:cNvSpPr>
          <p:nvPr/>
        </p:nvSpPr>
        <p:spPr>
          <a:xfrm>
            <a:off x="4598542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2" name="A1_bar_Cryo_12705">
            <a:extLst>
              <a:ext uri="{FF2B5EF4-FFF2-40B4-BE49-F238E27FC236}">
                <a16:creationId xmlns:a16="http://schemas.microsoft.com/office/drawing/2014/main" id="{3C3A2A08-B63C-4DAA-A01E-843D1C655BEE}"/>
              </a:ext>
            </a:extLst>
          </p:cNvPr>
          <p:cNvSpPr>
            <a:spLocks noGrp="1"/>
          </p:cNvSpPr>
          <p:nvPr/>
        </p:nvSpPr>
        <p:spPr>
          <a:xfrm>
            <a:off x="463119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3" name="A1_bar_Cryo_12706">
            <a:extLst>
              <a:ext uri="{FF2B5EF4-FFF2-40B4-BE49-F238E27FC236}">
                <a16:creationId xmlns:a16="http://schemas.microsoft.com/office/drawing/2014/main" id="{CC8E3CFC-B675-47BD-BC00-2660BBBF5965}"/>
              </a:ext>
            </a:extLst>
          </p:cNvPr>
          <p:cNvSpPr>
            <a:spLocks noGrp="1"/>
          </p:cNvSpPr>
          <p:nvPr/>
        </p:nvSpPr>
        <p:spPr>
          <a:xfrm>
            <a:off x="4641876" y="575314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4" name="A1_bar_Cryo_12707">
            <a:extLst>
              <a:ext uri="{FF2B5EF4-FFF2-40B4-BE49-F238E27FC236}">
                <a16:creationId xmlns:a16="http://schemas.microsoft.com/office/drawing/2014/main" id="{8C2C0A78-A800-4461-87F2-4E7A7965D3FC}"/>
              </a:ext>
            </a:extLst>
          </p:cNvPr>
          <p:cNvSpPr>
            <a:spLocks noGrp="1"/>
          </p:cNvSpPr>
          <p:nvPr/>
        </p:nvSpPr>
        <p:spPr>
          <a:xfrm>
            <a:off x="4668334" y="4318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5" name="A1_bar_Cryo_12708">
            <a:extLst>
              <a:ext uri="{FF2B5EF4-FFF2-40B4-BE49-F238E27FC236}">
                <a16:creationId xmlns:a16="http://schemas.microsoft.com/office/drawing/2014/main" id="{20298A54-2428-4B3B-A0D6-520C061E6B48}"/>
              </a:ext>
            </a:extLst>
          </p:cNvPr>
          <p:cNvSpPr>
            <a:spLocks noGrp="1"/>
          </p:cNvSpPr>
          <p:nvPr/>
        </p:nvSpPr>
        <p:spPr>
          <a:xfrm>
            <a:off x="46065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6" name="A1_bar_Cryo_12709">
            <a:extLst>
              <a:ext uri="{FF2B5EF4-FFF2-40B4-BE49-F238E27FC236}">
                <a16:creationId xmlns:a16="http://schemas.microsoft.com/office/drawing/2014/main" id="{36D1327A-BD44-4DB1-B843-473DBEF5E38B}"/>
              </a:ext>
            </a:extLst>
          </p:cNvPr>
          <p:cNvSpPr>
            <a:spLocks noGrp="1"/>
          </p:cNvSpPr>
          <p:nvPr/>
        </p:nvSpPr>
        <p:spPr>
          <a:xfrm>
            <a:off x="4804760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7" name="A1_bar_Cryo_12710">
            <a:extLst>
              <a:ext uri="{FF2B5EF4-FFF2-40B4-BE49-F238E27FC236}">
                <a16:creationId xmlns:a16="http://schemas.microsoft.com/office/drawing/2014/main" id="{2C1C7C7F-783F-47D9-BD24-9C65720B8A7B}"/>
              </a:ext>
            </a:extLst>
          </p:cNvPr>
          <p:cNvSpPr>
            <a:spLocks noGrp="1"/>
          </p:cNvSpPr>
          <p:nvPr/>
        </p:nvSpPr>
        <p:spPr>
          <a:xfrm>
            <a:off x="4775913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8" name="A1_bar_Cryo_12711">
            <a:extLst>
              <a:ext uri="{FF2B5EF4-FFF2-40B4-BE49-F238E27FC236}">
                <a16:creationId xmlns:a16="http://schemas.microsoft.com/office/drawing/2014/main" id="{59C7FE33-D438-4DB0-A3E5-6EF8162B5694}"/>
              </a:ext>
            </a:extLst>
          </p:cNvPr>
          <p:cNvSpPr>
            <a:spLocks noGrp="1"/>
          </p:cNvSpPr>
          <p:nvPr/>
        </p:nvSpPr>
        <p:spPr>
          <a:xfrm>
            <a:off x="4713782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89" name="A1_bar_Cryo_12712">
            <a:extLst>
              <a:ext uri="{FF2B5EF4-FFF2-40B4-BE49-F238E27FC236}">
                <a16:creationId xmlns:a16="http://schemas.microsoft.com/office/drawing/2014/main" id="{41F43DD8-6E92-45AA-82A0-A96625FB610E}"/>
              </a:ext>
            </a:extLst>
          </p:cNvPr>
          <p:cNvSpPr>
            <a:spLocks noGrp="1"/>
          </p:cNvSpPr>
          <p:nvPr/>
        </p:nvSpPr>
        <p:spPr>
          <a:xfrm>
            <a:off x="458523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0" name="A1_bar_Cryo_12713">
            <a:extLst>
              <a:ext uri="{FF2B5EF4-FFF2-40B4-BE49-F238E27FC236}">
                <a16:creationId xmlns:a16="http://schemas.microsoft.com/office/drawing/2014/main" id="{928FBEBF-B1B7-4B32-A464-9566C63DFDFF}"/>
              </a:ext>
            </a:extLst>
          </p:cNvPr>
          <p:cNvSpPr>
            <a:spLocks noGrp="1"/>
          </p:cNvSpPr>
          <p:nvPr/>
        </p:nvSpPr>
        <p:spPr>
          <a:xfrm>
            <a:off x="478683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1" name="A1_bar_Cryo_12714">
            <a:extLst>
              <a:ext uri="{FF2B5EF4-FFF2-40B4-BE49-F238E27FC236}">
                <a16:creationId xmlns:a16="http://schemas.microsoft.com/office/drawing/2014/main" id="{B1D02AC9-3BC1-4728-B613-5CCBFDC6CD42}"/>
              </a:ext>
            </a:extLst>
          </p:cNvPr>
          <p:cNvSpPr>
            <a:spLocks noGrp="1"/>
          </p:cNvSpPr>
          <p:nvPr/>
        </p:nvSpPr>
        <p:spPr>
          <a:xfrm>
            <a:off x="4758263" y="3849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2" name="A1_bar_Cryo_12715">
            <a:extLst>
              <a:ext uri="{FF2B5EF4-FFF2-40B4-BE49-F238E27FC236}">
                <a16:creationId xmlns:a16="http://schemas.microsoft.com/office/drawing/2014/main" id="{5F7858F0-A586-430A-83D7-37CB51146938}"/>
              </a:ext>
            </a:extLst>
          </p:cNvPr>
          <p:cNvSpPr>
            <a:spLocks noGrp="1"/>
          </p:cNvSpPr>
          <p:nvPr/>
        </p:nvSpPr>
        <p:spPr>
          <a:xfrm>
            <a:off x="45651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3" name="A1_bar_Cryo_12716">
            <a:extLst>
              <a:ext uri="{FF2B5EF4-FFF2-40B4-BE49-F238E27FC236}">
                <a16:creationId xmlns:a16="http://schemas.microsoft.com/office/drawing/2014/main" id="{22F0C17C-9C10-472D-8C09-711D4455C2E2}"/>
              </a:ext>
            </a:extLst>
          </p:cNvPr>
          <p:cNvSpPr>
            <a:spLocks noGrp="1"/>
          </p:cNvSpPr>
          <p:nvPr/>
        </p:nvSpPr>
        <p:spPr>
          <a:xfrm>
            <a:off x="46124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4" name="A1_bar_Cryo_12717">
            <a:extLst>
              <a:ext uri="{FF2B5EF4-FFF2-40B4-BE49-F238E27FC236}">
                <a16:creationId xmlns:a16="http://schemas.microsoft.com/office/drawing/2014/main" id="{02785BF4-260F-4F67-B964-6667DB8B6EEC}"/>
              </a:ext>
            </a:extLst>
          </p:cNvPr>
          <p:cNvSpPr>
            <a:spLocks noGrp="1"/>
          </p:cNvSpPr>
          <p:nvPr/>
        </p:nvSpPr>
        <p:spPr>
          <a:xfrm>
            <a:off x="4633209" y="514515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5" name="A1_bar_Cryo_12718">
            <a:extLst>
              <a:ext uri="{FF2B5EF4-FFF2-40B4-BE49-F238E27FC236}">
                <a16:creationId xmlns:a16="http://schemas.microsoft.com/office/drawing/2014/main" id="{55F62EAA-A5DB-4341-8E85-D149B65FF5EA}"/>
              </a:ext>
            </a:extLst>
          </p:cNvPr>
          <p:cNvSpPr>
            <a:spLocks noGrp="1"/>
          </p:cNvSpPr>
          <p:nvPr/>
        </p:nvSpPr>
        <p:spPr>
          <a:xfrm>
            <a:off x="4662404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6" name="A1_bar_Cryo_12719">
            <a:extLst>
              <a:ext uri="{FF2B5EF4-FFF2-40B4-BE49-F238E27FC236}">
                <a16:creationId xmlns:a16="http://schemas.microsoft.com/office/drawing/2014/main" id="{35AFF7E7-9E78-4D6B-81EA-F4113D10F0C9}"/>
              </a:ext>
            </a:extLst>
          </p:cNvPr>
          <p:cNvSpPr>
            <a:spLocks noGrp="1"/>
          </p:cNvSpPr>
          <p:nvPr/>
        </p:nvSpPr>
        <p:spPr>
          <a:xfrm>
            <a:off x="4625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7" name="A1_bar_Cryo_12720">
            <a:extLst>
              <a:ext uri="{FF2B5EF4-FFF2-40B4-BE49-F238E27FC236}">
                <a16:creationId xmlns:a16="http://schemas.microsoft.com/office/drawing/2014/main" id="{56E63335-6D9E-48A8-BFE9-9E0211D88547}"/>
              </a:ext>
            </a:extLst>
          </p:cNvPr>
          <p:cNvSpPr>
            <a:spLocks noGrp="1"/>
          </p:cNvSpPr>
          <p:nvPr/>
        </p:nvSpPr>
        <p:spPr>
          <a:xfrm>
            <a:off x="4781000" y="4777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8" name="A1_bar_Cryo_12721">
            <a:extLst>
              <a:ext uri="{FF2B5EF4-FFF2-40B4-BE49-F238E27FC236}">
                <a16:creationId xmlns:a16="http://schemas.microsoft.com/office/drawing/2014/main" id="{64CEFA80-7DEB-4A4C-AB57-91197E5C65A7}"/>
              </a:ext>
            </a:extLst>
          </p:cNvPr>
          <p:cNvSpPr>
            <a:spLocks noGrp="1"/>
          </p:cNvSpPr>
          <p:nvPr/>
        </p:nvSpPr>
        <p:spPr>
          <a:xfrm>
            <a:off x="4587687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499" name="A1_bar_Cryo_12722">
            <a:extLst>
              <a:ext uri="{FF2B5EF4-FFF2-40B4-BE49-F238E27FC236}">
                <a16:creationId xmlns:a16="http://schemas.microsoft.com/office/drawing/2014/main" id="{B6483E45-B92C-42CB-9302-87D6C3D87C65}"/>
              </a:ext>
            </a:extLst>
          </p:cNvPr>
          <p:cNvSpPr>
            <a:spLocks noGrp="1"/>
          </p:cNvSpPr>
          <p:nvPr/>
        </p:nvSpPr>
        <p:spPr>
          <a:xfrm>
            <a:off x="477568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0" name="A1_bar_Cryo_12723">
            <a:extLst>
              <a:ext uri="{FF2B5EF4-FFF2-40B4-BE49-F238E27FC236}">
                <a16:creationId xmlns:a16="http://schemas.microsoft.com/office/drawing/2014/main" id="{42C3C8D1-A1CC-4843-ACF7-6BA2012CBD1D}"/>
              </a:ext>
            </a:extLst>
          </p:cNvPr>
          <p:cNvSpPr>
            <a:spLocks noGrp="1"/>
          </p:cNvSpPr>
          <p:nvPr/>
        </p:nvSpPr>
        <p:spPr>
          <a:xfrm>
            <a:off x="4638508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1" name="A1_bar_Cryo_12724">
            <a:extLst>
              <a:ext uri="{FF2B5EF4-FFF2-40B4-BE49-F238E27FC236}">
                <a16:creationId xmlns:a16="http://schemas.microsoft.com/office/drawing/2014/main" id="{E0A4BCB4-18AA-439A-A068-78FB1DD1D512}"/>
              </a:ext>
            </a:extLst>
          </p:cNvPr>
          <p:cNvSpPr>
            <a:spLocks noGrp="1"/>
          </p:cNvSpPr>
          <p:nvPr/>
        </p:nvSpPr>
        <p:spPr>
          <a:xfrm>
            <a:off x="47591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2" name="A1_bar_Cryo_12725">
            <a:extLst>
              <a:ext uri="{FF2B5EF4-FFF2-40B4-BE49-F238E27FC236}">
                <a16:creationId xmlns:a16="http://schemas.microsoft.com/office/drawing/2014/main" id="{F697622C-7692-4C63-B3DB-100D2F40B5FD}"/>
              </a:ext>
            </a:extLst>
          </p:cNvPr>
          <p:cNvSpPr>
            <a:spLocks noGrp="1"/>
          </p:cNvSpPr>
          <p:nvPr/>
        </p:nvSpPr>
        <p:spPr>
          <a:xfrm>
            <a:off x="4746202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3" name="A1_bar_Cryo_12726">
            <a:extLst>
              <a:ext uri="{FF2B5EF4-FFF2-40B4-BE49-F238E27FC236}">
                <a16:creationId xmlns:a16="http://schemas.microsoft.com/office/drawing/2014/main" id="{56E616F1-E110-4492-8F44-8EDA3F046068}"/>
              </a:ext>
            </a:extLst>
          </p:cNvPr>
          <p:cNvSpPr>
            <a:spLocks noGrp="1"/>
          </p:cNvSpPr>
          <p:nvPr/>
        </p:nvSpPr>
        <p:spPr>
          <a:xfrm>
            <a:off x="457526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4" name="A1_bar_Cryo_12727">
            <a:extLst>
              <a:ext uri="{FF2B5EF4-FFF2-40B4-BE49-F238E27FC236}">
                <a16:creationId xmlns:a16="http://schemas.microsoft.com/office/drawing/2014/main" id="{52870870-4F31-41CF-A9F0-7208F2A7A8E8}"/>
              </a:ext>
            </a:extLst>
          </p:cNvPr>
          <p:cNvSpPr>
            <a:spLocks noGrp="1"/>
          </p:cNvSpPr>
          <p:nvPr/>
        </p:nvSpPr>
        <p:spPr>
          <a:xfrm>
            <a:off x="4793770" y="522358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5" name="A1_bar_Cryo_12728">
            <a:extLst>
              <a:ext uri="{FF2B5EF4-FFF2-40B4-BE49-F238E27FC236}">
                <a16:creationId xmlns:a16="http://schemas.microsoft.com/office/drawing/2014/main" id="{0E5B9C99-EAA2-4279-B1B6-D6B27240A130}"/>
              </a:ext>
            </a:extLst>
          </p:cNvPr>
          <p:cNvSpPr>
            <a:spLocks noGrp="1"/>
          </p:cNvSpPr>
          <p:nvPr/>
        </p:nvSpPr>
        <p:spPr>
          <a:xfrm>
            <a:off x="479649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6" name="A1_bar_Cryo_12729">
            <a:extLst>
              <a:ext uri="{FF2B5EF4-FFF2-40B4-BE49-F238E27FC236}">
                <a16:creationId xmlns:a16="http://schemas.microsoft.com/office/drawing/2014/main" id="{AC3420AB-D696-4F02-A1CB-A8E85C079766}"/>
              </a:ext>
            </a:extLst>
          </p:cNvPr>
          <p:cNvSpPr>
            <a:spLocks noGrp="1"/>
          </p:cNvSpPr>
          <p:nvPr/>
        </p:nvSpPr>
        <p:spPr>
          <a:xfrm>
            <a:off x="473773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7" name="A1_bar_Cryo_12730">
            <a:extLst>
              <a:ext uri="{FF2B5EF4-FFF2-40B4-BE49-F238E27FC236}">
                <a16:creationId xmlns:a16="http://schemas.microsoft.com/office/drawing/2014/main" id="{1A15D116-E677-4799-8791-2DFF376C32BF}"/>
              </a:ext>
            </a:extLst>
          </p:cNvPr>
          <p:cNvSpPr>
            <a:spLocks noGrp="1"/>
          </p:cNvSpPr>
          <p:nvPr/>
        </p:nvSpPr>
        <p:spPr>
          <a:xfrm>
            <a:off x="4640942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8" name="A1_bar_Cryo_12731">
            <a:extLst>
              <a:ext uri="{FF2B5EF4-FFF2-40B4-BE49-F238E27FC236}">
                <a16:creationId xmlns:a16="http://schemas.microsoft.com/office/drawing/2014/main" id="{DB8B765C-DBF4-41E5-B6AB-4112768CC6F6}"/>
              </a:ext>
            </a:extLst>
          </p:cNvPr>
          <p:cNvSpPr>
            <a:spLocks noGrp="1"/>
          </p:cNvSpPr>
          <p:nvPr/>
        </p:nvSpPr>
        <p:spPr>
          <a:xfrm>
            <a:off x="4738819" y="45916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09" name="A1_bar_Cryo_12732">
            <a:extLst>
              <a:ext uri="{FF2B5EF4-FFF2-40B4-BE49-F238E27FC236}">
                <a16:creationId xmlns:a16="http://schemas.microsoft.com/office/drawing/2014/main" id="{AC954CFF-F852-4568-A2FE-8B9731709F59}"/>
              </a:ext>
            </a:extLst>
          </p:cNvPr>
          <p:cNvSpPr>
            <a:spLocks noGrp="1"/>
          </p:cNvSpPr>
          <p:nvPr/>
        </p:nvSpPr>
        <p:spPr>
          <a:xfrm>
            <a:off x="465295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0" name="A1_bar_Cryo_12733">
            <a:extLst>
              <a:ext uri="{FF2B5EF4-FFF2-40B4-BE49-F238E27FC236}">
                <a16:creationId xmlns:a16="http://schemas.microsoft.com/office/drawing/2014/main" id="{24966B65-0FEB-44C0-A8FA-07F50C350A69}"/>
              </a:ext>
            </a:extLst>
          </p:cNvPr>
          <p:cNvSpPr>
            <a:spLocks noGrp="1"/>
          </p:cNvSpPr>
          <p:nvPr/>
        </p:nvSpPr>
        <p:spPr>
          <a:xfrm>
            <a:off x="476776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1" name="A1_bar_Cryo_12734">
            <a:extLst>
              <a:ext uri="{FF2B5EF4-FFF2-40B4-BE49-F238E27FC236}">
                <a16:creationId xmlns:a16="http://schemas.microsoft.com/office/drawing/2014/main" id="{64A77E6C-E1C2-48DC-AB99-201302A063E8}"/>
              </a:ext>
            </a:extLst>
          </p:cNvPr>
          <p:cNvSpPr>
            <a:spLocks noGrp="1"/>
          </p:cNvSpPr>
          <p:nvPr/>
        </p:nvSpPr>
        <p:spPr>
          <a:xfrm>
            <a:off x="46238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2" name="A1_bar_Cryo_12735">
            <a:extLst>
              <a:ext uri="{FF2B5EF4-FFF2-40B4-BE49-F238E27FC236}">
                <a16:creationId xmlns:a16="http://schemas.microsoft.com/office/drawing/2014/main" id="{44CEE14B-DC72-4736-9E4E-6A40271115EA}"/>
              </a:ext>
            </a:extLst>
          </p:cNvPr>
          <p:cNvSpPr>
            <a:spLocks noGrp="1"/>
          </p:cNvSpPr>
          <p:nvPr/>
        </p:nvSpPr>
        <p:spPr>
          <a:xfrm>
            <a:off x="46408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3" name="A1_bar_Cryo_12736">
            <a:extLst>
              <a:ext uri="{FF2B5EF4-FFF2-40B4-BE49-F238E27FC236}">
                <a16:creationId xmlns:a16="http://schemas.microsoft.com/office/drawing/2014/main" id="{571D5DEB-3C86-4BA3-B88C-B29C5BE1D5E6}"/>
              </a:ext>
            </a:extLst>
          </p:cNvPr>
          <p:cNvSpPr>
            <a:spLocks noGrp="1"/>
          </p:cNvSpPr>
          <p:nvPr/>
        </p:nvSpPr>
        <p:spPr>
          <a:xfrm>
            <a:off x="4770150" y="37133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4" name="A1_bar_Cryo_12737">
            <a:extLst>
              <a:ext uri="{FF2B5EF4-FFF2-40B4-BE49-F238E27FC236}">
                <a16:creationId xmlns:a16="http://schemas.microsoft.com/office/drawing/2014/main" id="{73933809-4F28-4908-A7D1-57BFBDEAC77A}"/>
              </a:ext>
            </a:extLst>
          </p:cNvPr>
          <p:cNvSpPr>
            <a:spLocks noGrp="1"/>
          </p:cNvSpPr>
          <p:nvPr/>
        </p:nvSpPr>
        <p:spPr>
          <a:xfrm>
            <a:off x="4569991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5" name="A1_bar_Cryo_12738">
            <a:extLst>
              <a:ext uri="{FF2B5EF4-FFF2-40B4-BE49-F238E27FC236}">
                <a16:creationId xmlns:a16="http://schemas.microsoft.com/office/drawing/2014/main" id="{43F5F826-80D7-4329-A86B-B5D91195F381}"/>
              </a:ext>
            </a:extLst>
          </p:cNvPr>
          <p:cNvSpPr>
            <a:spLocks noGrp="1"/>
          </p:cNvSpPr>
          <p:nvPr/>
        </p:nvSpPr>
        <p:spPr>
          <a:xfrm>
            <a:off x="470094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6" name="A1_bar_Cryo_12739">
            <a:extLst>
              <a:ext uri="{FF2B5EF4-FFF2-40B4-BE49-F238E27FC236}">
                <a16:creationId xmlns:a16="http://schemas.microsoft.com/office/drawing/2014/main" id="{ADDCC0A8-4FB0-4C78-BAD0-11997E376919}"/>
              </a:ext>
            </a:extLst>
          </p:cNvPr>
          <p:cNvSpPr>
            <a:spLocks noGrp="1"/>
          </p:cNvSpPr>
          <p:nvPr/>
        </p:nvSpPr>
        <p:spPr>
          <a:xfrm>
            <a:off x="4723367" y="51573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7" name="A1_bar_Cryo_12740">
            <a:extLst>
              <a:ext uri="{FF2B5EF4-FFF2-40B4-BE49-F238E27FC236}">
                <a16:creationId xmlns:a16="http://schemas.microsoft.com/office/drawing/2014/main" id="{E853BC38-32C8-4BF2-A243-E17B7A04C51E}"/>
              </a:ext>
            </a:extLst>
          </p:cNvPr>
          <p:cNvSpPr>
            <a:spLocks noGrp="1"/>
          </p:cNvSpPr>
          <p:nvPr/>
        </p:nvSpPr>
        <p:spPr>
          <a:xfrm>
            <a:off x="4686468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8" name="A1_bar_Cryo_12741">
            <a:extLst>
              <a:ext uri="{FF2B5EF4-FFF2-40B4-BE49-F238E27FC236}">
                <a16:creationId xmlns:a16="http://schemas.microsoft.com/office/drawing/2014/main" id="{F0EC332D-4AF3-4EA6-B3EF-D9B505AF9509}"/>
              </a:ext>
            </a:extLst>
          </p:cNvPr>
          <p:cNvSpPr>
            <a:spLocks noGrp="1"/>
          </p:cNvSpPr>
          <p:nvPr/>
        </p:nvSpPr>
        <p:spPr>
          <a:xfrm>
            <a:off x="46746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19" name="A1_bar_Cryo_12742">
            <a:extLst>
              <a:ext uri="{FF2B5EF4-FFF2-40B4-BE49-F238E27FC236}">
                <a16:creationId xmlns:a16="http://schemas.microsoft.com/office/drawing/2014/main" id="{662FDDA4-E1C5-4BB3-B841-579B0B18BBB0}"/>
              </a:ext>
            </a:extLst>
          </p:cNvPr>
          <p:cNvSpPr>
            <a:spLocks noGrp="1"/>
          </p:cNvSpPr>
          <p:nvPr/>
        </p:nvSpPr>
        <p:spPr>
          <a:xfrm>
            <a:off x="4570186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0" name="A1_bar_Cryo_12743">
            <a:extLst>
              <a:ext uri="{FF2B5EF4-FFF2-40B4-BE49-F238E27FC236}">
                <a16:creationId xmlns:a16="http://schemas.microsoft.com/office/drawing/2014/main" id="{B5F659F6-5B51-4F58-8382-6740F34B585F}"/>
              </a:ext>
            </a:extLst>
          </p:cNvPr>
          <p:cNvSpPr>
            <a:spLocks noGrp="1"/>
          </p:cNvSpPr>
          <p:nvPr/>
        </p:nvSpPr>
        <p:spPr>
          <a:xfrm>
            <a:off x="478236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1" name="A1_bar_Cryo_12744">
            <a:extLst>
              <a:ext uri="{FF2B5EF4-FFF2-40B4-BE49-F238E27FC236}">
                <a16:creationId xmlns:a16="http://schemas.microsoft.com/office/drawing/2014/main" id="{19AD04C8-958A-497A-9943-4BAFF960ADA4}"/>
              </a:ext>
            </a:extLst>
          </p:cNvPr>
          <p:cNvSpPr>
            <a:spLocks noGrp="1"/>
          </p:cNvSpPr>
          <p:nvPr/>
        </p:nvSpPr>
        <p:spPr>
          <a:xfrm>
            <a:off x="4582347" y="39003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2" name="A1_bar_Cryo_12745">
            <a:extLst>
              <a:ext uri="{FF2B5EF4-FFF2-40B4-BE49-F238E27FC236}">
                <a16:creationId xmlns:a16="http://schemas.microsoft.com/office/drawing/2014/main" id="{3C8C8192-A704-47BF-B16B-FB3F2DB667AE}"/>
              </a:ext>
            </a:extLst>
          </p:cNvPr>
          <p:cNvSpPr>
            <a:spLocks noGrp="1"/>
          </p:cNvSpPr>
          <p:nvPr/>
        </p:nvSpPr>
        <p:spPr>
          <a:xfrm>
            <a:off x="4647766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3" name="A1_bar_Cryo_12746">
            <a:extLst>
              <a:ext uri="{FF2B5EF4-FFF2-40B4-BE49-F238E27FC236}">
                <a16:creationId xmlns:a16="http://schemas.microsoft.com/office/drawing/2014/main" id="{337187A1-7C2B-45A5-8BEB-D25166350519}"/>
              </a:ext>
            </a:extLst>
          </p:cNvPr>
          <p:cNvSpPr>
            <a:spLocks noGrp="1"/>
          </p:cNvSpPr>
          <p:nvPr/>
        </p:nvSpPr>
        <p:spPr>
          <a:xfrm>
            <a:off x="4675149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4" name="A1_bar_Cryo_12747">
            <a:extLst>
              <a:ext uri="{FF2B5EF4-FFF2-40B4-BE49-F238E27FC236}">
                <a16:creationId xmlns:a16="http://schemas.microsoft.com/office/drawing/2014/main" id="{752319BF-1C2B-4F6A-91D7-A341FE32632D}"/>
              </a:ext>
            </a:extLst>
          </p:cNvPr>
          <p:cNvSpPr>
            <a:spLocks noGrp="1"/>
          </p:cNvSpPr>
          <p:nvPr/>
        </p:nvSpPr>
        <p:spPr>
          <a:xfrm>
            <a:off x="474228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5" name="A1_bar_Cryo_12748">
            <a:extLst>
              <a:ext uri="{FF2B5EF4-FFF2-40B4-BE49-F238E27FC236}">
                <a16:creationId xmlns:a16="http://schemas.microsoft.com/office/drawing/2014/main" id="{D72AEA5E-E987-4561-BB68-70990AF1CCF5}"/>
              </a:ext>
            </a:extLst>
          </p:cNvPr>
          <p:cNvSpPr>
            <a:spLocks noGrp="1"/>
          </p:cNvSpPr>
          <p:nvPr/>
        </p:nvSpPr>
        <p:spPr>
          <a:xfrm>
            <a:off x="4586196" y="48543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6" name="A1_bar_Cryo_12749">
            <a:extLst>
              <a:ext uri="{FF2B5EF4-FFF2-40B4-BE49-F238E27FC236}">
                <a16:creationId xmlns:a16="http://schemas.microsoft.com/office/drawing/2014/main" id="{35574F47-166B-42E9-B2FF-AC69ABC16AE1}"/>
              </a:ext>
            </a:extLst>
          </p:cNvPr>
          <p:cNvSpPr>
            <a:spLocks noGrp="1"/>
          </p:cNvSpPr>
          <p:nvPr/>
        </p:nvSpPr>
        <p:spPr>
          <a:xfrm>
            <a:off x="476126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7" name="A1_bar_Cryo_12750">
            <a:extLst>
              <a:ext uri="{FF2B5EF4-FFF2-40B4-BE49-F238E27FC236}">
                <a16:creationId xmlns:a16="http://schemas.microsoft.com/office/drawing/2014/main" id="{A0B629BB-2563-49F0-94D2-1105766E7681}"/>
              </a:ext>
            </a:extLst>
          </p:cNvPr>
          <p:cNvSpPr>
            <a:spLocks noGrp="1"/>
          </p:cNvSpPr>
          <p:nvPr/>
        </p:nvSpPr>
        <p:spPr>
          <a:xfrm>
            <a:off x="46409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8" name="A1_bar_Cryo_12751">
            <a:extLst>
              <a:ext uri="{FF2B5EF4-FFF2-40B4-BE49-F238E27FC236}">
                <a16:creationId xmlns:a16="http://schemas.microsoft.com/office/drawing/2014/main" id="{0111D518-4FCC-4166-8F4B-824792ABCD13}"/>
              </a:ext>
            </a:extLst>
          </p:cNvPr>
          <p:cNvSpPr>
            <a:spLocks noGrp="1"/>
          </p:cNvSpPr>
          <p:nvPr/>
        </p:nvSpPr>
        <p:spPr>
          <a:xfrm>
            <a:off x="47924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29" name="A1_bar_Cryo_12752">
            <a:extLst>
              <a:ext uri="{FF2B5EF4-FFF2-40B4-BE49-F238E27FC236}">
                <a16:creationId xmlns:a16="http://schemas.microsoft.com/office/drawing/2014/main" id="{12AF9AAA-2C06-4C2A-924D-7A831D7E9CBE}"/>
              </a:ext>
            </a:extLst>
          </p:cNvPr>
          <p:cNvSpPr>
            <a:spLocks noGrp="1"/>
          </p:cNvSpPr>
          <p:nvPr/>
        </p:nvSpPr>
        <p:spPr>
          <a:xfrm>
            <a:off x="466023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0" name="A1_bar_Cryo_12753">
            <a:extLst>
              <a:ext uri="{FF2B5EF4-FFF2-40B4-BE49-F238E27FC236}">
                <a16:creationId xmlns:a16="http://schemas.microsoft.com/office/drawing/2014/main" id="{D06AAA0D-1686-4E02-B65E-8DD0663812C3}"/>
              </a:ext>
            </a:extLst>
          </p:cNvPr>
          <p:cNvSpPr>
            <a:spLocks noGrp="1"/>
          </p:cNvSpPr>
          <p:nvPr/>
        </p:nvSpPr>
        <p:spPr>
          <a:xfrm>
            <a:off x="4672376" y="434543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1" name="A1_bar_Cryo_12754">
            <a:extLst>
              <a:ext uri="{FF2B5EF4-FFF2-40B4-BE49-F238E27FC236}">
                <a16:creationId xmlns:a16="http://schemas.microsoft.com/office/drawing/2014/main" id="{AAE74552-C28F-4367-880D-0762538F2FA1}"/>
              </a:ext>
            </a:extLst>
          </p:cNvPr>
          <p:cNvSpPr>
            <a:spLocks noGrp="1"/>
          </p:cNvSpPr>
          <p:nvPr/>
        </p:nvSpPr>
        <p:spPr>
          <a:xfrm>
            <a:off x="4685239" y="31128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2" name="A1_bar_Cryo_12755">
            <a:extLst>
              <a:ext uri="{FF2B5EF4-FFF2-40B4-BE49-F238E27FC236}">
                <a16:creationId xmlns:a16="http://schemas.microsoft.com/office/drawing/2014/main" id="{F0897F8F-BA69-4493-85F6-45A09F37011B}"/>
              </a:ext>
            </a:extLst>
          </p:cNvPr>
          <p:cNvSpPr>
            <a:spLocks noGrp="1"/>
          </p:cNvSpPr>
          <p:nvPr/>
        </p:nvSpPr>
        <p:spPr>
          <a:xfrm>
            <a:off x="4598849" y="54585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3" name="A1_bar_Cryo_12756">
            <a:extLst>
              <a:ext uri="{FF2B5EF4-FFF2-40B4-BE49-F238E27FC236}">
                <a16:creationId xmlns:a16="http://schemas.microsoft.com/office/drawing/2014/main" id="{CF845FF4-324E-4A31-977E-A7B07A4CC178}"/>
              </a:ext>
            </a:extLst>
          </p:cNvPr>
          <p:cNvSpPr>
            <a:spLocks noGrp="1"/>
          </p:cNvSpPr>
          <p:nvPr/>
        </p:nvSpPr>
        <p:spPr>
          <a:xfrm>
            <a:off x="463203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4" name="A1_bar_Cryo_12757">
            <a:extLst>
              <a:ext uri="{FF2B5EF4-FFF2-40B4-BE49-F238E27FC236}">
                <a16:creationId xmlns:a16="http://schemas.microsoft.com/office/drawing/2014/main" id="{C5545689-481E-412D-B227-B1EE8B24E0F1}"/>
              </a:ext>
            </a:extLst>
          </p:cNvPr>
          <p:cNvSpPr>
            <a:spLocks noGrp="1"/>
          </p:cNvSpPr>
          <p:nvPr/>
        </p:nvSpPr>
        <p:spPr>
          <a:xfrm>
            <a:off x="478041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5" name="A1_bar_Cryo_12758">
            <a:extLst>
              <a:ext uri="{FF2B5EF4-FFF2-40B4-BE49-F238E27FC236}">
                <a16:creationId xmlns:a16="http://schemas.microsoft.com/office/drawing/2014/main" id="{488A9913-37DA-4AFD-B854-A35B59CEB3F2}"/>
              </a:ext>
            </a:extLst>
          </p:cNvPr>
          <p:cNvSpPr>
            <a:spLocks noGrp="1"/>
          </p:cNvSpPr>
          <p:nvPr/>
        </p:nvSpPr>
        <p:spPr>
          <a:xfrm>
            <a:off x="4605101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6" name="A1_bar_Cryo_12759">
            <a:extLst>
              <a:ext uri="{FF2B5EF4-FFF2-40B4-BE49-F238E27FC236}">
                <a16:creationId xmlns:a16="http://schemas.microsoft.com/office/drawing/2014/main" id="{A92D8B09-017A-4A9C-8F20-FEEC7D2B2DBB}"/>
              </a:ext>
            </a:extLst>
          </p:cNvPr>
          <p:cNvSpPr>
            <a:spLocks noGrp="1"/>
          </p:cNvSpPr>
          <p:nvPr/>
        </p:nvSpPr>
        <p:spPr>
          <a:xfrm>
            <a:off x="460731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7" name="A1_bar_Cryo_12760">
            <a:extLst>
              <a:ext uri="{FF2B5EF4-FFF2-40B4-BE49-F238E27FC236}">
                <a16:creationId xmlns:a16="http://schemas.microsoft.com/office/drawing/2014/main" id="{45D20DE7-C0B9-4DED-B641-949ED2EFE808}"/>
              </a:ext>
            </a:extLst>
          </p:cNvPr>
          <p:cNvSpPr>
            <a:spLocks noGrp="1"/>
          </p:cNvSpPr>
          <p:nvPr/>
        </p:nvSpPr>
        <p:spPr>
          <a:xfrm>
            <a:off x="46375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8" name="A1_bar_Cryo_12761">
            <a:extLst>
              <a:ext uri="{FF2B5EF4-FFF2-40B4-BE49-F238E27FC236}">
                <a16:creationId xmlns:a16="http://schemas.microsoft.com/office/drawing/2014/main" id="{5636996D-4EFC-4E4A-9ECC-537C46A2FDC4}"/>
              </a:ext>
            </a:extLst>
          </p:cNvPr>
          <p:cNvSpPr>
            <a:spLocks noGrp="1"/>
          </p:cNvSpPr>
          <p:nvPr/>
        </p:nvSpPr>
        <p:spPr>
          <a:xfrm>
            <a:off x="470107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39" name="A1_bar_Cryo_12762">
            <a:extLst>
              <a:ext uri="{FF2B5EF4-FFF2-40B4-BE49-F238E27FC236}">
                <a16:creationId xmlns:a16="http://schemas.microsoft.com/office/drawing/2014/main" id="{95396E0F-6088-4D32-9E2C-7EBBB51E65FC}"/>
              </a:ext>
            </a:extLst>
          </p:cNvPr>
          <p:cNvSpPr>
            <a:spLocks noGrp="1"/>
          </p:cNvSpPr>
          <p:nvPr/>
        </p:nvSpPr>
        <p:spPr>
          <a:xfrm>
            <a:off x="4794726" y="60791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0" name="A1_bar_Cryo_12763">
            <a:extLst>
              <a:ext uri="{FF2B5EF4-FFF2-40B4-BE49-F238E27FC236}">
                <a16:creationId xmlns:a16="http://schemas.microsoft.com/office/drawing/2014/main" id="{181E1819-A767-4B5F-BD0E-FC96BFC1B9DC}"/>
              </a:ext>
            </a:extLst>
          </p:cNvPr>
          <p:cNvSpPr>
            <a:spLocks noGrp="1"/>
          </p:cNvSpPr>
          <p:nvPr/>
        </p:nvSpPr>
        <p:spPr>
          <a:xfrm>
            <a:off x="4654853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1" name="A1_bar_Cryo_12764">
            <a:extLst>
              <a:ext uri="{FF2B5EF4-FFF2-40B4-BE49-F238E27FC236}">
                <a16:creationId xmlns:a16="http://schemas.microsoft.com/office/drawing/2014/main" id="{0276163D-C14E-488A-AE5E-DD45D1A2DBAB}"/>
              </a:ext>
            </a:extLst>
          </p:cNvPr>
          <p:cNvSpPr>
            <a:spLocks noGrp="1"/>
          </p:cNvSpPr>
          <p:nvPr/>
        </p:nvSpPr>
        <p:spPr>
          <a:xfrm>
            <a:off x="46210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2" name="A1_bar_Cryo_12765">
            <a:extLst>
              <a:ext uri="{FF2B5EF4-FFF2-40B4-BE49-F238E27FC236}">
                <a16:creationId xmlns:a16="http://schemas.microsoft.com/office/drawing/2014/main" id="{06343C93-3ED2-47F0-9A08-92F4BB452429}"/>
              </a:ext>
            </a:extLst>
          </p:cNvPr>
          <p:cNvSpPr>
            <a:spLocks noGrp="1"/>
          </p:cNvSpPr>
          <p:nvPr/>
        </p:nvSpPr>
        <p:spPr>
          <a:xfrm>
            <a:off x="4773865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3" name="A1_bar_Cryo_12766">
            <a:extLst>
              <a:ext uri="{FF2B5EF4-FFF2-40B4-BE49-F238E27FC236}">
                <a16:creationId xmlns:a16="http://schemas.microsoft.com/office/drawing/2014/main" id="{EB5536EF-5B3D-4ECE-A4B0-AC5E51566A75}"/>
              </a:ext>
            </a:extLst>
          </p:cNvPr>
          <p:cNvSpPr>
            <a:spLocks noGrp="1"/>
          </p:cNvSpPr>
          <p:nvPr/>
        </p:nvSpPr>
        <p:spPr>
          <a:xfrm>
            <a:off x="4641715" y="47902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4" name="A1_bar_Cryo_12767">
            <a:extLst>
              <a:ext uri="{FF2B5EF4-FFF2-40B4-BE49-F238E27FC236}">
                <a16:creationId xmlns:a16="http://schemas.microsoft.com/office/drawing/2014/main" id="{47A54EB8-99AD-484F-BF39-D97C6EE524CD}"/>
              </a:ext>
            </a:extLst>
          </p:cNvPr>
          <p:cNvSpPr>
            <a:spLocks noGrp="1"/>
          </p:cNvSpPr>
          <p:nvPr/>
        </p:nvSpPr>
        <p:spPr>
          <a:xfrm>
            <a:off x="476716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5" name="A1_bar_Cryo_12768">
            <a:extLst>
              <a:ext uri="{FF2B5EF4-FFF2-40B4-BE49-F238E27FC236}">
                <a16:creationId xmlns:a16="http://schemas.microsoft.com/office/drawing/2014/main" id="{300E8DBB-4B2F-406B-B999-50E07C7B4F6F}"/>
              </a:ext>
            </a:extLst>
          </p:cNvPr>
          <p:cNvSpPr>
            <a:spLocks noGrp="1"/>
          </p:cNvSpPr>
          <p:nvPr/>
        </p:nvSpPr>
        <p:spPr>
          <a:xfrm>
            <a:off x="4754592" y="467278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6" name="A1_bar_Cryo_12769">
            <a:extLst>
              <a:ext uri="{FF2B5EF4-FFF2-40B4-BE49-F238E27FC236}">
                <a16:creationId xmlns:a16="http://schemas.microsoft.com/office/drawing/2014/main" id="{1674D0B8-5099-466E-A465-2DC9C1D5C421}"/>
              </a:ext>
            </a:extLst>
          </p:cNvPr>
          <p:cNvSpPr>
            <a:spLocks noGrp="1"/>
          </p:cNvSpPr>
          <p:nvPr/>
        </p:nvSpPr>
        <p:spPr>
          <a:xfrm>
            <a:off x="463597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7" name="A1_bar_Cryo_12770">
            <a:extLst>
              <a:ext uri="{FF2B5EF4-FFF2-40B4-BE49-F238E27FC236}">
                <a16:creationId xmlns:a16="http://schemas.microsoft.com/office/drawing/2014/main" id="{7B6F367C-734E-4A43-8DCB-E26019C708C4}"/>
              </a:ext>
            </a:extLst>
          </p:cNvPr>
          <p:cNvSpPr>
            <a:spLocks noGrp="1"/>
          </p:cNvSpPr>
          <p:nvPr/>
        </p:nvSpPr>
        <p:spPr>
          <a:xfrm>
            <a:off x="463676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8" name="A1_bar_Cryo_12771">
            <a:extLst>
              <a:ext uri="{FF2B5EF4-FFF2-40B4-BE49-F238E27FC236}">
                <a16:creationId xmlns:a16="http://schemas.microsoft.com/office/drawing/2014/main" id="{A7A183C0-C441-43B2-8B95-D63B5C8E70D2}"/>
              </a:ext>
            </a:extLst>
          </p:cNvPr>
          <p:cNvSpPr>
            <a:spLocks noGrp="1"/>
          </p:cNvSpPr>
          <p:nvPr/>
        </p:nvSpPr>
        <p:spPr>
          <a:xfrm>
            <a:off x="4761202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49" name="A1_bar_Cryo_12772">
            <a:extLst>
              <a:ext uri="{FF2B5EF4-FFF2-40B4-BE49-F238E27FC236}">
                <a16:creationId xmlns:a16="http://schemas.microsoft.com/office/drawing/2014/main" id="{8A8167BC-118C-444A-8502-66B37B322DBF}"/>
              </a:ext>
            </a:extLst>
          </p:cNvPr>
          <p:cNvSpPr>
            <a:spLocks noGrp="1"/>
          </p:cNvSpPr>
          <p:nvPr/>
        </p:nvSpPr>
        <p:spPr>
          <a:xfrm>
            <a:off x="474091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0" name="A1_bar_Cryo_12773">
            <a:extLst>
              <a:ext uri="{FF2B5EF4-FFF2-40B4-BE49-F238E27FC236}">
                <a16:creationId xmlns:a16="http://schemas.microsoft.com/office/drawing/2014/main" id="{7C973403-2702-406B-BE8C-79977C70CEB6}"/>
              </a:ext>
            </a:extLst>
          </p:cNvPr>
          <p:cNvSpPr>
            <a:spLocks noGrp="1"/>
          </p:cNvSpPr>
          <p:nvPr/>
        </p:nvSpPr>
        <p:spPr>
          <a:xfrm>
            <a:off x="456082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1" name="A1_bar_Cryo_12774">
            <a:extLst>
              <a:ext uri="{FF2B5EF4-FFF2-40B4-BE49-F238E27FC236}">
                <a16:creationId xmlns:a16="http://schemas.microsoft.com/office/drawing/2014/main" id="{E17503A1-F441-4E42-8F6D-6AACB3D5E45C}"/>
              </a:ext>
            </a:extLst>
          </p:cNvPr>
          <p:cNvSpPr>
            <a:spLocks noGrp="1"/>
          </p:cNvSpPr>
          <p:nvPr/>
        </p:nvSpPr>
        <p:spPr>
          <a:xfrm>
            <a:off x="4760109" y="510548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2" name="A1_bar_Cryo_12775">
            <a:extLst>
              <a:ext uri="{FF2B5EF4-FFF2-40B4-BE49-F238E27FC236}">
                <a16:creationId xmlns:a16="http://schemas.microsoft.com/office/drawing/2014/main" id="{F9DC79D0-BD1F-4D45-A30E-4A416F3E8590}"/>
              </a:ext>
            </a:extLst>
          </p:cNvPr>
          <p:cNvSpPr>
            <a:spLocks noGrp="1"/>
          </p:cNvSpPr>
          <p:nvPr/>
        </p:nvSpPr>
        <p:spPr>
          <a:xfrm>
            <a:off x="45874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3" name="A1_bar_Cryo_12776">
            <a:extLst>
              <a:ext uri="{FF2B5EF4-FFF2-40B4-BE49-F238E27FC236}">
                <a16:creationId xmlns:a16="http://schemas.microsoft.com/office/drawing/2014/main" id="{6D934B4A-FDA3-4314-8668-2543616006EA}"/>
              </a:ext>
            </a:extLst>
          </p:cNvPr>
          <p:cNvSpPr>
            <a:spLocks noGrp="1"/>
          </p:cNvSpPr>
          <p:nvPr/>
        </p:nvSpPr>
        <p:spPr>
          <a:xfrm>
            <a:off x="4574790" y="511906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4" name="A1_bar_Cryo_12777">
            <a:extLst>
              <a:ext uri="{FF2B5EF4-FFF2-40B4-BE49-F238E27FC236}">
                <a16:creationId xmlns:a16="http://schemas.microsoft.com/office/drawing/2014/main" id="{CE525752-0CE3-47D6-8D36-345AACF5C20A}"/>
              </a:ext>
            </a:extLst>
          </p:cNvPr>
          <p:cNvSpPr>
            <a:spLocks noGrp="1"/>
          </p:cNvSpPr>
          <p:nvPr/>
        </p:nvSpPr>
        <p:spPr>
          <a:xfrm>
            <a:off x="4723637" y="58775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5" name="A1_bar_Cryo_12778">
            <a:extLst>
              <a:ext uri="{FF2B5EF4-FFF2-40B4-BE49-F238E27FC236}">
                <a16:creationId xmlns:a16="http://schemas.microsoft.com/office/drawing/2014/main" id="{6E1A274F-E06E-428D-892C-AFB9411E24AD}"/>
              </a:ext>
            </a:extLst>
          </p:cNvPr>
          <p:cNvSpPr>
            <a:spLocks noGrp="1"/>
          </p:cNvSpPr>
          <p:nvPr/>
        </p:nvSpPr>
        <p:spPr>
          <a:xfrm>
            <a:off x="4685365" y="40154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6" name="A1_bar_Cryo_12779">
            <a:extLst>
              <a:ext uri="{FF2B5EF4-FFF2-40B4-BE49-F238E27FC236}">
                <a16:creationId xmlns:a16="http://schemas.microsoft.com/office/drawing/2014/main" id="{B067AFD0-AD8F-4279-B4AF-7062F0C60984}"/>
              </a:ext>
            </a:extLst>
          </p:cNvPr>
          <p:cNvSpPr>
            <a:spLocks noGrp="1"/>
          </p:cNvSpPr>
          <p:nvPr/>
        </p:nvSpPr>
        <p:spPr>
          <a:xfrm>
            <a:off x="46361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7" name="A1_bar_Cryo_12780">
            <a:extLst>
              <a:ext uri="{FF2B5EF4-FFF2-40B4-BE49-F238E27FC236}">
                <a16:creationId xmlns:a16="http://schemas.microsoft.com/office/drawing/2014/main" id="{0FBE4004-8597-4140-AB52-F1210AD1A263}"/>
              </a:ext>
            </a:extLst>
          </p:cNvPr>
          <p:cNvSpPr>
            <a:spLocks noGrp="1"/>
          </p:cNvSpPr>
          <p:nvPr/>
        </p:nvSpPr>
        <p:spPr>
          <a:xfrm>
            <a:off x="461809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8" name="A1_bar_Cryo_12781">
            <a:extLst>
              <a:ext uri="{FF2B5EF4-FFF2-40B4-BE49-F238E27FC236}">
                <a16:creationId xmlns:a16="http://schemas.microsoft.com/office/drawing/2014/main" id="{474743B7-8CDE-4D72-9E74-FA911E6201F5}"/>
              </a:ext>
            </a:extLst>
          </p:cNvPr>
          <p:cNvSpPr>
            <a:spLocks noGrp="1"/>
          </p:cNvSpPr>
          <p:nvPr/>
        </p:nvSpPr>
        <p:spPr>
          <a:xfrm>
            <a:off x="472731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59" name="A1_bar_Cryo_12782">
            <a:extLst>
              <a:ext uri="{FF2B5EF4-FFF2-40B4-BE49-F238E27FC236}">
                <a16:creationId xmlns:a16="http://schemas.microsoft.com/office/drawing/2014/main" id="{FF53A59B-250F-43FE-9195-01077F8EDEE1}"/>
              </a:ext>
            </a:extLst>
          </p:cNvPr>
          <p:cNvSpPr>
            <a:spLocks noGrp="1"/>
          </p:cNvSpPr>
          <p:nvPr/>
        </p:nvSpPr>
        <p:spPr>
          <a:xfrm>
            <a:off x="4610537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0" name="A1_bar_Cryo_12783">
            <a:extLst>
              <a:ext uri="{FF2B5EF4-FFF2-40B4-BE49-F238E27FC236}">
                <a16:creationId xmlns:a16="http://schemas.microsoft.com/office/drawing/2014/main" id="{0BAE534C-2DAE-452C-9193-EB915A0983AF}"/>
              </a:ext>
            </a:extLst>
          </p:cNvPr>
          <p:cNvSpPr>
            <a:spLocks noGrp="1"/>
          </p:cNvSpPr>
          <p:nvPr/>
        </p:nvSpPr>
        <p:spPr>
          <a:xfrm>
            <a:off x="47342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1" name="A1_bar_Cryo_12784">
            <a:extLst>
              <a:ext uri="{FF2B5EF4-FFF2-40B4-BE49-F238E27FC236}">
                <a16:creationId xmlns:a16="http://schemas.microsoft.com/office/drawing/2014/main" id="{0DE15FDD-F46E-45C4-80F1-0BFD90E376DB}"/>
              </a:ext>
            </a:extLst>
          </p:cNvPr>
          <p:cNvSpPr>
            <a:spLocks noGrp="1"/>
          </p:cNvSpPr>
          <p:nvPr/>
        </p:nvSpPr>
        <p:spPr>
          <a:xfrm>
            <a:off x="4772746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2" name="A1_bar_Cryo_12785">
            <a:extLst>
              <a:ext uri="{FF2B5EF4-FFF2-40B4-BE49-F238E27FC236}">
                <a16:creationId xmlns:a16="http://schemas.microsoft.com/office/drawing/2014/main" id="{383BEB85-C1F2-4C16-866B-2AFAB4B77601}"/>
              </a:ext>
            </a:extLst>
          </p:cNvPr>
          <p:cNvSpPr>
            <a:spLocks noGrp="1"/>
          </p:cNvSpPr>
          <p:nvPr/>
        </p:nvSpPr>
        <p:spPr>
          <a:xfrm>
            <a:off x="4621775" y="390873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3" name="A1_bar_Cryo_12786">
            <a:extLst>
              <a:ext uri="{FF2B5EF4-FFF2-40B4-BE49-F238E27FC236}">
                <a16:creationId xmlns:a16="http://schemas.microsoft.com/office/drawing/2014/main" id="{5A48018A-C800-4564-9D22-51556A280169}"/>
              </a:ext>
            </a:extLst>
          </p:cNvPr>
          <p:cNvSpPr>
            <a:spLocks noGrp="1"/>
          </p:cNvSpPr>
          <p:nvPr/>
        </p:nvSpPr>
        <p:spPr>
          <a:xfrm>
            <a:off x="4590474" y="543340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4" name="A1_bar_Cryo_12787">
            <a:extLst>
              <a:ext uri="{FF2B5EF4-FFF2-40B4-BE49-F238E27FC236}">
                <a16:creationId xmlns:a16="http://schemas.microsoft.com/office/drawing/2014/main" id="{41124C90-B738-46C3-8DAD-6A65689858D6}"/>
              </a:ext>
            </a:extLst>
          </p:cNvPr>
          <p:cNvSpPr>
            <a:spLocks noGrp="1"/>
          </p:cNvSpPr>
          <p:nvPr/>
        </p:nvSpPr>
        <p:spPr>
          <a:xfrm>
            <a:off x="4672222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5" name="A1_bar_Cryo_12788">
            <a:extLst>
              <a:ext uri="{FF2B5EF4-FFF2-40B4-BE49-F238E27FC236}">
                <a16:creationId xmlns:a16="http://schemas.microsoft.com/office/drawing/2014/main" id="{C3ACBFB0-1FA5-4014-B390-47E067618FE4}"/>
              </a:ext>
            </a:extLst>
          </p:cNvPr>
          <p:cNvSpPr>
            <a:spLocks noGrp="1"/>
          </p:cNvSpPr>
          <p:nvPr/>
        </p:nvSpPr>
        <p:spPr>
          <a:xfrm>
            <a:off x="470030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6" name="A1_bar_Cryo_12789">
            <a:extLst>
              <a:ext uri="{FF2B5EF4-FFF2-40B4-BE49-F238E27FC236}">
                <a16:creationId xmlns:a16="http://schemas.microsoft.com/office/drawing/2014/main" id="{00532523-8E65-42D3-BDDA-FEA575AC1C6E}"/>
              </a:ext>
            </a:extLst>
          </p:cNvPr>
          <p:cNvSpPr>
            <a:spLocks noGrp="1"/>
          </p:cNvSpPr>
          <p:nvPr/>
        </p:nvSpPr>
        <p:spPr>
          <a:xfrm>
            <a:off x="461585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7" name="A1_bar_Cryo_12790">
            <a:extLst>
              <a:ext uri="{FF2B5EF4-FFF2-40B4-BE49-F238E27FC236}">
                <a16:creationId xmlns:a16="http://schemas.microsoft.com/office/drawing/2014/main" id="{DAF87AF8-F7DD-4B9B-82D2-BA74C0DEC0D9}"/>
              </a:ext>
            </a:extLst>
          </p:cNvPr>
          <p:cNvSpPr>
            <a:spLocks noGrp="1"/>
          </p:cNvSpPr>
          <p:nvPr/>
        </p:nvSpPr>
        <p:spPr>
          <a:xfrm>
            <a:off x="4645120" y="51536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8" name="A1_bar_Cryo_12791">
            <a:extLst>
              <a:ext uri="{FF2B5EF4-FFF2-40B4-BE49-F238E27FC236}">
                <a16:creationId xmlns:a16="http://schemas.microsoft.com/office/drawing/2014/main" id="{58AD6795-6D91-4A4D-AF7F-E66C95553576}"/>
              </a:ext>
            </a:extLst>
          </p:cNvPr>
          <p:cNvSpPr>
            <a:spLocks noGrp="1"/>
          </p:cNvSpPr>
          <p:nvPr/>
        </p:nvSpPr>
        <p:spPr>
          <a:xfrm>
            <a:off x="4696245" y="42094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69" name="A1_bar_Cryo_12792">
            <a:extLst>
              <a:ext uri="{FF2B5EF4-FFF2-40B4-BE49-F238E27FC236}">
                <a16:creationId xmlns:a16="http://schemas.microsoft.com/office/drawing/2014/main" id="{FAE156F8-F0FB-4DCB-A22D-7D3AFEAAB804}"/>
              </a:ext>
            </a:extLst>
          </p:cNvPr>
          <p:cNvSpPr>
            <a:spLocks noGrp="1"/>
          </p:cNvSpPr>
          <p:nvPr/>
        </p:nvSpPr>
        <p:spPr>
          <a:xfrm>
            <a:off x="458189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0" name="A1_bar_Cryo_12793">
            <a:extLst>
              <a:ext uri="{FF2B5EF4-FFF2-40B4-BE49-F238E27FC236}">
                <a16:creationId xmlns:a16="http://schemas.microsoft.com/office/drawing/2014/main" id="{FCAB26DF-24A0-4C9C-81E0-E847CC9F2EB4}"/>
              </a:ext>
            </a:extLst>
          </p:cNvPr>
          <p:cNvSpPr>
            <a:spLocks noGrp="1"/>
          </p:cNvSpPr>
          <p:nvPr/>
        </p:nvSpPr>
        <p:spPr>
          <a:xfrm>
            <a:off x="47823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1" name="A1_bar_Cryo_12794">
            <a:extLst>
              <a:ext uri="{FF2B5EF4-FFF2-40B4-BE49-F238E27FC236}">
                <a16:creationId xmlns:a16="http://schemas.microsoft.com/office/drawing/2014/main" id="{1BF4BD76-1779-450E-96A1-14408A70C65B}"/>
              </a:ext>
            </a:extLst>
          </p:cNvPr>
          <p:cNvSpPr>
            <a:spLocks noGrp="1"/>
          </p:cNvSpPr>
          <p:nvPr/>
        </p:nvSpPr>
        <p:spPr>
          <a:xfrm>
            <a:off x="4676173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2" name="A1_bar_Cryo_12795">
            <a:extLst>
              <a:ext uri="{FF2B5EF4-FFF2-40B4-BE49-F238E27FC236}">
                <a16:creationId xmlns:a16="http://schemas.microsoft.com/office/drawing/2014/main" id="{7A4048BE-ADDD-446D-B4B0-BEB6D60BBD4A}"/>
              </a:ext>
            </a:extLst>
          </p:cNvPr>
          <p:cNvSpPr>
            <a:spLocks noGrp="1"/>
          </p:cNvSpPr>
          <p:nvPr/>
        </p:nvSpPr>
        <p:spPr>
          <a:xfrm>
            <a:off x="455792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3" name="A1_bar_Cryo_12796">
            <a:extLst>
              <a:ext uri="{FF2B5EF4-FFF2-40B4-BE49-F238E27FC236}">
                <a16:creationId xmlns:a16="http://schemas.microsoft.com/office/drawing/2014/main" id="{50C65165-EE43-4A6E-82C2-94830E11960F}"/>
              </a:ext>
            </a:extLst>
          </p:cNvPr>
          <p:cNvSpPr>
            <a:spLocks noGrp="1"/>
          </p:cNvSpPr>
          <p:nvPr/>
        </p:nvSpPr>
        <p:spPr>
          <a:xfrm>
            <a:off x="4790322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4" name="A1_bar_Cryo_12797">
            <a:extLst>
              <a:ext uri="{FF2B5EF4-FFF2-40B4-BE49-F238E27FC236}">
                <a16:creationId xmlns:a16="http://schemas.microsoft.com/office/drawing/2014/main" id="{DA70491D-086C-4E1D-9279-3A089133CC64}"/>
              </a:ext>
            </a:extLst>
          </p:cNvPr>
          <p:cNvSpPr>
            <a:spLocks noGrp="1"/>
          </p:cNvSpPr>
          <p:nvPr/>
        </p:nvSpPr>
        <p:spPr>
          <a:xfrm>
            <a:off x="455710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5" name="A1_bar_Cryo_12798">
            <a:extLst>
              <a:ext uri="{FF2B5EF4-FFF2-40B4-BE49-F238E27FC236}">
                <a16:creationId xmlns:a16="http://schemas.microsoft.com/office/drawing/2014/main" id="{B5563170-36B8-44D1-A2E9-2F63C194E9C7}"/>
              </a:ext>
            </a:extLst>
          </p:cNvPr>
          <p:cNvSpPr>
            <a:spLocks noGrp="1"/>
          </p:cNvSpPr>
          <p:nvPr/>
        </p:nvSpPr>
        <p:spPr>
          <a:xfrm>
            <a:off x="4654586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6" name="A1_bar_Cryo_12799">
            <a:extLst>
              <a:ext uri="{FF2B5EF4-FFF2-40B4-BE49-F238E27FC236}">
                <a16:creationId xmlns:a16="http://schemas.microsoft.com/office/drawing/2014/main" id="{3442127D-2F88-43FC-8D58-31FCF48D04F6}"/>
              </a:ext>
            </a:extLst>
          </p:cNvPr>
          <p:cNvSpPr>
            <a:spLocks noGrp="1"/>
          </p:cNvSpPr>
          <p:nvPr/>
        </p:nvSpPr>
        <p:spPr>
          <a:xfrm>
            <a:off x="474739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7" name="A1_bar_Cryo_12800">
            <a:extLst>
              <a:ext uri="{FF2B5EF4-FFF2-40B4-BE49-F238E27FC236}">
                <a16:creationId xmlns:a16="http://schemas.microsoft.com/office/drawing/2014/main" id="{E94044BC-AAFC-4FDD-95E6-7EC7D2146022}"/>
              </a:ext>
            </a:extLst>
          </p:cNvPr>
          <p:cNvSpPr>
            <a:spLocks noGrp="1"/>
          </p:cNvSpPr>
          <p:nvPr/>
        </p:nvSpPr>
        <p:spPr>
          <a:xfrm>
            <a:off x="4744215" y="464713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8" name="A1_bar_Cryo_12801">
            <a:extLst>
              <a:ext uri="{FF2B5EF4-FFF2-40B4-BE49-F238E27FC236}">
                <a16:creationId xmlns:a16="http://schemas.microsoft.com/office/drawing/2014/main" id="{193E6DDE-FA37-4B7B-BC47-256CC87EAFF3}"/>
              </a:ext>
            </a:extLst>
          </p:cNvPr>
          <p:cNvSpPr>
            <a:spLocks noGrp="1"/>
          </p:cNvSpPr>
          <p:nvPr/>
        </p:nvSpPr>
        <p:spPr>
          <a:xfrm>
            <a:off x="4591673" y="48389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79" name="A1_bar_Cryo_12802">
            <a:extLst>
              <a:ext uri="{FF2B5EF4-FFF2-40B4-BE49-F238E27FC236}">
                <a16:creationId xmlns:a16="http://schemas.microsoft.com/office/drawing/2014/main" id="{3B83125C-C689-441E-9DEF-4C675014DCD8}"/>
              </a:ext>
            </a:extLst>
          </p:cNvPr>
          <p:cNvSpPr>
            <a:spLocks noGrp="1"/>
          </p:cNvSpPr>
          <p:nvPr/>
        </p:nvSpPr>
        <p:spPr>
          <a:xfrm>
            <a:off x="467867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0" name="A1_bar_Cryo_12803">
            <a:extLst>
              <a:ext uri="{FF2B5EF4-FFF2-40B4-BE49-F238E27FC236}">
                <a16:creationId xmlns:a16="http://schemas.microsoft.com/office/drawing/2014/main" id="{F5D0E62A-5BDD-4F11-95D6-5829FC856C59}"/>
              </a:ext>
            </a:extLst>
          </p:cNvPr>
          <p:cNvSpPr>
            <a:spLocks noGrp="1"/>
          </p:cNvSpPr>
          <p:nvPr/>
        </p:nvSpPr>
        <p:spPr>
          <a:xfrm>
            <a:off x="4685434" y="54271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1" name="A1_bar_Cryo_12804">
            <a:extLst>
              <a:ext uri="{FF2B5EF4-FFF2-40B4-BE49-F238E27FC236}">
                <a16:creationId xmlns:a16="http://schemas.microsoft.com/office/drawing/2014/main" id="{6A03E367-EE63-4A5D-93AC-1B24A8AAB372}"/>
              </a:ext>
            </a:extLst>
          </p:cNvPr>
          <p:cNvSpPr>
            <a:spLocks noGrp="1"/>
          </p:cNvSpPr>
          <p:nvPr/>
        </p:nvSpPr>
        <p:spPr>
          <a:xfrm>
            <a:off x="4768614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2" name="A1_bar_Cryo_12805">
            <a:extLst>
              <a:ext uri="{FF2B5EF4-FFF2-40B4-BE49-F238E27FC236}">
                <a16:creationId xmlns:a16="http://schemas.microsoft.com/office/drawing/2014/main" id="{3F809BEB-4BE3-425A-9CE7-8287CEBBBEF0}"/>
              </a:ext>
            </a:extLst>
          </p:cNvPr>
          <p:cNvSpPr>
            <a:spLocks noGrp="1"/>
          </p:cNvSpPr>
          <p:nvPr/>
        </p:nvSpPr>
        <p:spPr>
          <a:xfrm>
            <a:off x="456340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3" name="A1_bar_Cryo_12806">
            <a:extLst>
              <a:ext uri="{FF2B5EF4-FFF2-40B4-BE49-F238E27FC236}">
                <a16:creationId xmlns:a16="http://schemas.microsoft.com/office/drawing/2014/main" id="{FA068A9B-0D08-4461-ABAF-9340FD4E49AA}"/>
              </a:ext>
            </a:extLst>
          </p:cNvPr>
          <p:cNvSpPr>
            <a:spLocks noGrp="1"/>
          </p:cNvSpPr>
          <p:nvPr/>
        </p:nvSpPr>
        <p:spPr>
          <a:xfrm>
            <a:off x="461972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4" name="A1_bar_Cryo_12807">
            <a:extLst>
              <a:ext uri="{FF2B5EF4-FFF2-40B4-BE49-F238E27FC236}">
                <a16:creationId xmlns:a16="http://schemas.microsoft.com/office/drawing/2014/main" id="{851A80AF-934C-4EE1-B355-E2CFD5F74760}"/>
              </a:ext>
            </a:extLst>
          </p:cNvPr>
          <p:cNvSpPr>
            <a:spLocks noGrp="1"/>
          </p:cNvSpPr>
          <p:nvPr/>
        </p:nvSpPr>
        <p:spPr>
          <a:xfrm>
            <a:off x="4603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5" name="A1_bar_Cryo_12808">
            <a:extLst>
              <a:ext uri="{FF2B5EF4-FFF2-40B4-BE49-F238E27FC236}">
                <a16:creationId xmlns:a16="http://schemas.microsoft.com/office/drawing/2014/main" id="{EEF4E9C2-469D-4187-A9A7-2627FFE4D2EA}"/>
              </a:ext>
            </a:extLst>
          </p:cNvPr>
          <p:cNvSpPr>
            <a:spLocks noGrp="1"/>
          </p:cNvSpPr>
          <p:nvPr/>
        </p:nvSpPr>
        <p:spPr>
          <a:xfrm>
            <a:off x="4582778" y="486908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6" name="A1_bar_Cryo_12809">
            <a:extLst>
              <a:ext uri="{FF2B5EF4-FFF2-40B4-BE49-F238E27FC236}">
                <a16:creationId xmlns:a16="http://schemas.microsoft.com/office/drawing/2014/main" id="{3016D10D-B6B6-451A-A169-54F8430DA9B2}"/>
              </a:ext>
            </a:extLst>
          </p:cNvPr>
          <p:cNvSpPr>
            <a:spLocks noGrp="1"/>
          </p:cNvSpPr>
          <p:nvPr/>
        </p:nvSpPr>
        <p:spPr>
          <a:xfrm>
            <a:off x="46110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7" name="A1_bar_Cryo_12810">
            <a:extLst>
              <a:ext uri="{FF2B5EF4-FFF2-40B4-BE49-F238E27FC236}">
                <a16:creationId xmlns:a16="http://schemas.microsoft.com/office/drawing/2014/main" id="{CE7FDA87-E836-41DF-916F-B1BBFFD92AF3}"/>
              </a:ext>
            </a:extLst>
          </p:cNvPr>
          <p:cNvSpPr>
            <a:spLocks noGrp="1"/>
          </p:cNvSpPr>
          <p:nvPr/>
        </p:nvSpPr>
        <p:spPr>
          <a:xfrm>
            <a:off x="4595458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8" name="A1_bar_Cryo_12811">
            <a:extLst>
              <a:ext uri="{FF2B5EF4-FFF2-40B4-BE49-F238E27FC236}">
                <a16:creationId xmlns:a16="http://schemas.microsoft.com/office/drawing/2014/main" id="{0A3F8258-A856-4A1A-B503-E63EA631C69B}"/>
              </a:ext>
            </a:extLst>
          </p:cNvPr>
          <p:cNvSpPr>
            <a:spLocks noGrp="1"/>
          </p:cNvSpPr>
          <p:nvPr/>
        </p:nvSpPr>
        <p:spPr>
          <a:xfrm>
            <a:off x="619020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89" name="A1_bar_Cryo_12812">
            <a:extLst>
              <a:ext uri="{FF2B5EF4-FFF2-40B4-BE49-F238E27FC236}">
                <a16:creationId xmlns:a16="http://schemas.microsoft.com/office/drawing/2014/main" id="{526E1E59-57F7-48A9-8A63-A057CDF074E1}"/>
              </a:ext>
            </a:extLst>
          </p:cNvPr>
          <p:cNvSpPr>
            <a:spLocks noGrp="1"/>
          </p:cNvSpPr>
          <p:nvPr/>
        </p:nvSpPr>
        <p:spPr>
          <a:xfrm>
            <a:off x="6221687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0" name="A1_bar_Cryo_12813">
            <a:extLst>
              <a:ext uri="{FF2B5EF4-FFF2-40B4-BE49-F238E27FC236}">
                <a16:creationId xmlns:a16="http://schemas.microsoft.com/office/drawing/2014/main" id="{D1D7A4B6-4780-4306-A333-86D4E8781667}"/>
              </a:ext>
            </a:extLst>
          </p:cNvPr>
          <p:cNvSpPr>
            <a:spLocks noGrp="1"/>
          </p:cNvSpPr>
          <p:nvPr/>
        </p:nvSpPr>
        <p:spPr>
          <a:xfrm>
            <a:off x="62950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1" name="A1_bar_Cryo_12814">
            <a:extLst>
              <a:ext uri="{FF2B5EF4-FFF2-40B4-BE49-F238E27FC236}">
                <a16:creationId xmlns:a16="http://schemas.microsoft.com/office/drawing/2014/main" id="{767C47B3-3A65-4BD4-8A9C-98CA91A74FDB}"/>
              </a:ext>
            </a:extLst>
          </p:cNvPr>
          <p:cNvSpPr>
            <a:spLocks noGrp="1"/>
          </p:cNvSpPr>
          <p:nvPr/>
        </p:nvSpPr>
        <p:spPr>
          <a:xfrm>
            <a:off x="618634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2" name="A1_bar_Cryo_12815">
            <a:extLst>
              <a:ext uri="{FF2B5EF4-FFF2-40B4-BE49-F238E27FC236}">
                <a16:creationId xmlns:a16="http://schemas.microsoft.com/office/drawing/2014/main" id="{E97D884B-EA68-4674-AD4E-AF1E49C58BBB}"/>
              </a:ext>
            </a:extLst>
          </p:cNvPr>
          <p:cNvSpPr>
            <a:spLocks noGrp="1"/>
          </p:cNvSpPr>
          <p:nvPr/>
        </p:nvSpPr>
        <p:spPr>
          <a:xfrm>
            <a:off x="6319667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3" name="A1_bar_Cryo_12816">
            <a:extLst>
              <a:ext uri="{FF2B5EF4-FFF2-40B4-BE49-F238E27FC236}">
                <a16:creationId xmlns:a16="http://schemas.microsoft.com/office/drawing/2014/main" id="{220DD21A-D320-4715-B116-603E8A0BACB7}"/>
              </a:ext>
            </a:extLst>
          </p:cNvPr>
          <p:cNvSpPr>
            <a:spLocks noGrp="1"/>
          </p:cNvSpPr>
          <p:nvPr/>
        </p:nvSpPr>
        <p:spPr>
          <a:xfrm>
            <a:off x="62040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4" name="A1_bar_Cryo_12817">
            <a:extLst>
              <a:ext uri="{FF2B5EF4-FFF2-40B4-BE49-F238E27FC236}">
                <a16:creationId xmlns:a16="http://schemas.microsoft.com/office/drawing/2014/main" id="{5E35FD9C-3C7F-4992-97F5-4950FABCBE7A}"/>
              </a:ext>
            </a:extLst>
          </p:cNvPr>
          <p:cNvSpPr>
            <a:spLocks noGrp="1"/>
          </p:cNvSpPr>
          <p:nvPr/>
        </p:nvSpPr>
        <p:spPr>
          <a:xfrm>
            <a:off x="633665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5" name="A1_bar_Cryo_12818">
            <a:extLst>
              <a:ext uri="{FF2B5EF4-FFF2-40B4-BE49-F238E27FC236}">
                <a16:creationId xmlns:a16="http://schemas.microsoft.com/office/drawing/2014/main" id="{6F1C5F7B-E890-4404-96BC-BA98FF9B3B10}"/>
              </a:ext>
            </a:extLst>
          </p:cNvPr>
          <p:cNvSpPr>
            <a:spLocks noGrp="1"/>
          </p:cNvSpPr>
          <p:nvPr/>
        </p:nvSpPr>
        <p:spPr>
          <a:xfrm>
            <a:off x="61668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6" name="A1_bar_Cryo_12819">
            <a:extLst>
              <a:ext uri="{FF2B5EF4-FFF2-40B4-BE49-F238E27FC236}">
                <a16:creationId xmlns:a16="http://schemas.microsoft.com/office/drawing/2014/main" id="{59C7AAAD-24D8-4D9E-AA3C-ACD6BC3BE2B5}"/>
              </a:ext>
            </a:extLst>
          </p:cNvPr>
          <p:cNvSpPr>
            <a:spLocks noGrp="1"/>
          </p:cNvSpPr>
          <p:nvPr/>
        </p:nvSpPr>
        <p:spPr>
          <a:xfrm>
            <a:off x="6226989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7" name="A1_bar_Cryo_12820">
            <a:extLst>
              <a:ext uri="{FF2B5EF4-FFF2-40B4-BE49-F238E27FC236}">
                <a16:creationId xmlns:a16="http://schemas.microsoft.com/office/drawing/2014/main" id="{E65D531C-CF71-416C-A63C-0707D494FCF0}"/>
              </a:ext>
            </a:extLst>
          </p:cNvPr>
          <p:cNvSpPr>
            <a:spLocks noGrp="1"/>
          </p:cNvSpPr>
          <p:nvPr/>
        </p:nvSpPr>
        <p:spPr>
          <a:xfrm>
            <a:off x="62690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8" name="A1_bar_Cryo_12821">
            <a:extLst>
              <a:ext uri="{FF2B5EF4-FFF2-40B4-BE49-F238E27FC236}">
                <a16:creationId xmlns:a16="http://schemas.microsoft.com/office/drawing/2014/main" id="{8DEDC6A6-10B3-4118-A267-DC3BDC342316}"/>
              </a:ext>
            </a:extLst>
          </p:cNvPr>
          <p:cNvSpPr>
            <a:spLocks noGrp="1"/>
          </p:cNvSpPr>
          <p:nvPr/>
        </p:nvSpPr>
        <p:spPr>
          <a:xfrm>
            <a:off x="6278487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599" name="A1_bar_Cryo_12822">
            <a:extLst>
              <a:ext uri="{FF2B5EF4-FFF2-40B4-BE49-F238E27FC236}">
                <a16:creationId xmlns:a16="http://schemas.microsoft.com/office/drawing/2014/main" id="{8DF9A341-793B-4EC7-8821-587DF92D4CBE}"/>
              </a:ext>
            </a:extLst>
          </p:cNvPr>
          <p:cNvSpPr>
            <a:spLocks noGrp="1"/>
          </p:cNvSpPr>
          <p:nvPr/>
        </p:nvSpPr>
        <p:spPr>
          <a:xfrm>
            <a:off x="6130935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0" name="A1_bar_Cryo_12823">
            <a:extLst>
              <a:ext uri="{FF2B5EF4-FFF2-40B4-BE49-F238E27FC236}">
                <a16:creationId xmlns:a16="http://schemas.microsoft.com/office/drawing/2014/main" id="{C77FF6A6-8E45-4A0C-8F61-5E6DD3BA70C5}"/>
              </a:ext>
            </a:extLst>
          </p:cNvPr>
          <p:cNvSpPr>
            <a:spLocks noGrp="1"/>
          </p:cNvSpPr>
          <p:nvPr/>
        </p:nvSpPr>
        <p:spPr>
          <a:xfrm>
            <a:off x="6232173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1" name="A1_bar_Cryo_12824">
            <a:extLst>
              <a:ext uri="{FF2B5EF4-FFF2-40B4-BE49-F238E27FC236}">
                <a16:creationId xmlns:a16="http://schemas.microsoft.com/office/drawing/2014/main" id="{C7BA9EF5-2B8E-4055-9E31-846B3294BCDF}"/>
              </a:ext>
            </a:extLst>
          </p:cNvPr>
          <p:cNvSpPr>
            <a:spLocks noGrp="1"/>
          </p:cNvSpPr>
          <p:nvPr/>
        </p:nvSpPr>
        <p:spPr>
          <a:xfrm>
            <a:off x="6297172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2" name="A1_bar_Cryo_12825">
            <a:extLst>
              <a:ext uri="{FF2B5EF4-FFF2-40B4-BE49-F238E27FC236}">
                <a16:creationId xmlns:a16="http://schemas.microsoft.com/office/drawing/2014/main" id="{405055DD-2416-41B3-AABE-3F7039D9DEA9}"/>
              </a:ext>
            </a:extLst>
          </p:cNvPr>
          <p:cNvSpPr>
            <a:spLocks noGrp="1"/>
          </p:cNvSpPr>
          <p:nvPr/>
        </p:nvSpPr>
        <p:spPr>
          <a:xfrm>
            <a:off x="62723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3" name="A1_bar_Cryo_12826">
            <a:extLst>
              <a:ext uri="{FF2B5EF4-FFF2-40B4-BE49-F238E27FC236}">
                <a16:creationId xmlns:a16="http://schemas.microsoft.com/office/drawing/2014/main" id="{F433328C-3CEB-49FF-8B37-86567F742513}"/>
              </a:ext>
            </a:extLst>
          </p:cNvPr>
          <p:cNvSpPr>
            <a:spLocks noGrp="1"/>
          </p:cNvSpPr>
          <p:nvPr/>
        </p:nvSpPr>
        <p:spPr>
          <a:xfrm>
            <a:off x="622665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4" name="A1_bar_Cryo_12827">
            <a:extLst>
              <a:ext uri="{FF2B5EF4-FFF2-40B4-BE49-F238E27FC236}">
                <a16:creationId xmlns:a16="http://schemas.microsoft.com/office/drawing/2014/main" id="{95DA6877-6A49-4D34-AEDA-0E0751FBEB7A}"/>
              </a:ext>
            </a:extLst>
          </p:cNvPr>
          <p:cNvSpPr>
            <a:spLocks noGrp="1"/>
          </p:cNvSpPr>
          <p:nvPr/>
        </p:nvSpPr>
        <p:spPr>
          <a:xfrm>
            <a:off x="632239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5" name="A1_bar_Cryo_12828">
            <a:extLst>
              <a:ext uri="{FF2B5EF4-FFF2-40B4-BE49-F238E27FC236}">
                <a16:creationId xmlns:a16="http://schemas.microsoft.com/office/drawing/2014/main" id="{C5E57D22-ADAF-4D69-B10F-F935C96CEC1A}"/>
              </a:ext>
            </a:extLst>
          </p:cNvPr>
          <p:cNvSpPr>
            <a:spLocks noGrp="1"/>
          </p:cNvSpPr>
          <p:nvPr/>
        </p:nvSpPr>
        <p:spPr>
          <a:xfrm>
            <a:off x="63447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6" name="A1_bar_Cryo_12829">
            <a:extLst>
              <a:ext uri="{FF2B5EF4-FFF2-40B4-BE49-F238E27FC236}">
                <a16:creationId xmlns:a16="http://schemas.microsoft.com/office/drawing/2014/main" id="{390C4A1F-7504-4B69-9AC2-E81C5D788C62}"/>
              </a:ext>
            </a:extLst>
          </p:cNvPr>
          <p:cNvSpPr>
            <a:spLocks noGrp="1"/>
          </p:cNvSpPr>
          <p:nvPr/>
        </p:nvSpPr>
        <p:spPr>
          <a:xfrm>
            <a:off x="62146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7" name="A1_bar_Cryo_12830">
            <a:extLst>
              <a:ext uri="{FF2B5EF4-FFF2-40B4-BE49-F238E27FC236}">
                <a16:creationId xmlns:a16="http://schemas.microsoft.com/office/drawing/2014/main" id="{BEC6F3F8-E289-4D8C-B5A0-31962D58F93E}"/>
              </a:ext>
            </a:extLst>
          </p:cNvPr>
          <p:cNvSpPr>
            <a:spLocks noGrp="1"/>
          </p:cNvSpPr>
          <p:nvPr/>
        </p:nvSpPr>
        <p:spPr>
          <a:xfrm>
            <a:off x="6139185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8" name="A1_bar_Cryo_12831">
            <a:extLst>
              <a:ext uri="{FF2B5EF4-FFF2-40B4-BE49-F238E27FC236}">
                <a16:creationId xmlns:a16="http://schemas.microsoft.com/office/drawing/2014/main" id="{76A431C7-249E-4F99-B712-A01144F692BA}"/>
              </a:ext>
            </a:extLst>
          </p:cNvPr>
          <p:cNvSpPr>
            <a:spLocks noGrp="1"/>
          </p:cNvSpPr>
          <p:nvPr/>
        </p:nvSpPr>
        <p:spPr>
          <a:xfrm>
            <a:off x="6283063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09" name="A1_bar_Cryo_12832">
            <a:extLst>
              <a:ext uri="{FF2B5EF4-FFF2-40B4-BE49-F238E27FC236}">
                <a16:creationId xmlns:a16="http://schemas.microsoft.com/office/drawing/2014/main" id="{8469D354-C392-487A-B698-3D287AB6C45F}"/>
              </a:ext>
            </a:extLst>
          </p:cNvPr>
          <p:cNvSpPr>
            <a:spLocks noGrp="1"/>
          </p:cNvSpPr>
          <p:nvPr/>
        </p:nvSpPr>
        <p:spPr>
          <a:xfrm>
            <a:off x="62964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0" name="A1_bar_Cryo_12833">
            <a:extLst>
              <a:ext uri="{FF2B5EF4-FFF2-40B4-BE49-F238E27FC236}">
                <a16:creationId xmlns:a16="http://schemas.microsoft.com/office/drawing/2014/main" id="{F58A7B92-8BF5-4F9E-816C-55943CF29590}"/>
              </a:ext>
            </a:extLst>
          </p:cNvPr>
          <p:cNvSpPr>
            <a:spLocks noGrp="1"/>
          </p:cNvSpPr>
          <p:nvPr/>
        </p:nvSpPr>
        <p:spPr>
          <a:xfrm>
            <a:off x="6321943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1" name="A1_bar_Cryo_12834">
            <a:extLst>
              <a:ext uri="{FF2B5EF4-FFF2-40B4-BE49-F238E27FC236}">
                <a16:creationId xmlns:a16="http://schemas.microsoft.com/office/drawing/2014/main" id="{EB881340-CECA-4718-9350-58700C15354F}"/>
              </a:ext>
            </a:extLst>
          </p:cNvPr>
          <p:cNvSpPr>
            <a:spLocks noGrp="1"/>
          </p:cNvSpPr>
          <p:nvPr/>
        </p:nvSpPr>
        <p:spPr>
          <a:xfrm>
            <a:off x="636387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2" name="A1_bar_Cryo_12835">
            <a:extLst>
              <a:ext uri="{FF2B5EF4-FFF2-40B4-BE49-F238E27FC236}">
                <a16:creationId xmlns:a16="http://schemas.microsoft.com/office/drawing/2014/main" id="{AEBC1914-D833-4F2D-8AA7-3466E0A51B3C}"/>
              </a:ext>
            </a:extLst>
          </p:cNvPr>
          <p:cNvSpPr>
            <a:spLocks noGrp="1"/>
          </p:cNvSpPr>
          <p:nvPr/>
        </p:nvSpPr>
        <p:spPr>
          <a:xfrm>
            <a:off x="6341293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3" name="A1_bar_Cryo_12836">
            <a:extLst>
              <a:ext uri="{FF2B5EF4-FFF2-40B4-BE49-F238E27FC236}">
                <a16:creationId xmlns:a16="http://schemas.microsoft.com/office/drawing/2014/main" id="{77275FE6-459B-4DC9-BE92-F36956B2DD71}"/>
              </a:ext>
            </a:extLst>
          </p:cNvPr>
          <p:cNvSpPr>
            <a:spLocks noGrp="1"/>
          </p:cNvSpPr>
          <p:nvPr/>
        </p:nvSpPr>
        <p:spPr>
          <a:xfrm>
            <a:off x="635882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4" name="A1_bar_Cryo_12837">
            <a:extLst>
              <a:ext uri="{FF2B5EF4-FFF2-40B4-BE49-F238E27FC236}">
                <a16:creationId xmlns:a16="http://schemas.microsoft.com/office/drawing/2014/main" id="{E32BB7A9-0446-4961-B629-AD38D0B20D53}"/>
              </a:ext>
            </a:extLst>
          </p:cNvPr>
          <p:cNvSpPr>
            <a:spLocks noGrp="1"/>
          </p:cNvSpPr>
          <p:nvPr/>
        </p:nvSpPr>
        <p:spPr>
          <a:xfrm>
            <a:off x="61995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5" name="A1_bar_Cryo_12838">
            <a:extLst>
              <a:ext uri="{FF2B5EF4-FFF2-40B4-BE49-F238E27FC236}">
                <a16:creationId xmlns:a16="http://schemas.microsoft.com/office/drawing/2014/main" id="{5B934A9D-BAA1-4D69-B64B-886BA2D89653}"/>
              </a:ext>
            </a:extLst>
          </p:cNvPr>
          <p:cNvSpPr>
            <a:spLocks noGrp="1"/>
          </p:cNvSpPr>
          <p:nvPr/>
        </p:nvSpPr>
        <p:spPr>
          <a:xfrm>
            <a:off x="626310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6" name="A1_bar_Cryo_12839">
            <a:extLst>
              <a:ext uri="{FF2B5EF4-FFF2-40B4-BE49-F238E27FC236}">
                <a16:creationId xmlns:a16="http://schemas.microsoft.com/office/drawing/2014/main" id="{50B02769-602A-4D0F-882F-F13E1C09AA30}"/>
              </a:ext>
            </a:extLst>
          </p:cNvPr>
          <p:cNvSpPr>
            <a:spLocks noGrp="1"/>
          </p:cNvSpPr>
          <p:nvPr/>
        </p:nvSpPr>
        <p:spPr>
          <a:xfrm>
            <a:off x="6367946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7" name="A1_bar_Cryo_12840">
            <a:extLst>
              <a:ext uri="{FF2B5EF4-FFF2-40B4-BE49-F238E27FC236}">
                <a16:creationId xmlns:a16="http://schemas.microsoft.com/office/drawing/2014/main" id="{FC809426-9969-4D55-A617-7C68BCE99B6A}"/>
              </a:ext>
            </a:extLst>
          </p:cNvPr>
          <p:cNvSpPr>
            <a:spLocks noGrp="1"/>
          </p:cNvSpPr>
          <p:nvPr/>
        </p:nvSpPr>
        <p:spPr>
          <a:xfrm>
            <a:off x="631750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8" name="A1_bar_Cryo_12841">
            <a:extLst>
              <a:ext uri="{FF2B5EF4-FFF2-40B4-BE49-F238E27FC236}">
                <a16:creationId xmlns:a16="http://schemas.microsoft.com/office/drawing/2014/main" id="{31902254-5954-40FA-8FA8-5771A7D23872}"/>
              </a:ext>
            </a:extLst>
          </p:cNvPr>
          <p:cNvSpPr>
            <a:spLocks noGrp="1"/>
          </p:cNvSpPr>
          <p:nvPr/>
        </p:nvSpPr>
        <p:spPr>
          <a:xfrm>
            <a:off x="630573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19" name="A1_bar_Cryo_12842">
            <a:extLst>
              <a:ext uri="{FF2B5EF4-FFF2-40B4-BE49-F238E27FC236}">
                <a16:creationId xmlns:a16="http://schemas.microsoft.com/office/drawing/2014/main" id="{B3948906-B70D-4AF4-B68B-9C6A949D6053}"/>
              </a:ext>
            </a:extLst>
          </p:cNvPr>
          <p:cNvSpPr>
            <a:spLocks noGrp="1"/>
          </p:cNvSpPr>
          <p:nvPr/>
        </p:nvSpPr>
        <p:spPr>
          <a:xfrm>
            <a:off x="6362573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0" name="A1_bar_Cryo_12843">
            <a:extLst>
              <a:ext uri="{FF2B5EF4-FFF2-40B4-BE49-F238E27FC236}">
                <a16:creationId xmlns:a16="http://schemas.microsoft.com/office/drawing/2014/main" id="{1F5B9739-EAD1-4D4B-B746-5807EB049D48}"/>
              </a:ext>
            </a:extLst>
          </p:cNvPr>
          <p:cNvSpPr>
            <a:spLocks noGrp="1"/>
          </p:cNvSpPr>
          <p:nvPr/>
        </p:nvSpPr>
        <p:spPr>
          <a:xfrm>
            <a:off x="61920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1" name="A1_bar_Cryo_12844">
            <a:extLst>
              <a:ext uri="{FF2B5EF4-FFF2-40B4-BE49-F238E27FC236}">
                <a16:creationId xmlns:a16="http://schemas.microsoft.com/office/drawing/2014/main" id="{6C795057-769A-4A96-B013-D94CBFE74AA7}"/>
              </a:ext>
            </a:extLst>
          </p:cNvPr>
          <p:cNvSpPr>
            <a:spLocks noGrp="1"/>
          </p:cNvSpPr>
          <p:nvPr/>
        </p:nvSpPr>
        <p:spPr>
          <a:xfrm>
            <a:off x="628016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2" name="A1_bar_Cryo_12845">
            <a:extLst>
              <a:ext uri="{FF2B5EF4-FFF2-40B4-BE49-F238E27FC236}">
                <a16:creationId xmlns:a16="http://schemas.microsoft.com/office/drawing/2014/main" id="{B82DDE7E-D356-463F-8561-31B7C1C06915}"/>
              </a:ext>
            </a:extLst>
          </p:cNvPr>
          <p:cNvSpPr>
            <a:spLocks noGrp="1"/>
          </p:cNvSpPr>
          <p:nvPr/>
        </p:nvSpPr>
        <p:spPr>
          <a:xfrm>
            <a:off x="638072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3" name="A1_bar_Cryo_12846">
            <a:extLst>
              <a:ext uri="{FF2B5EF4-FFF2-40B4-BE49-F238E27FC236}">
                <a16:creationId xmlns:a16="http://schemas.microsoft.com/office/drawing/2014/main" id="{D006ADBC-1734-44FF-9B7D-BC087B0352B9}"/>
              </a:ext>
            </a:extLst>
          </p:cNvPr>
          <p:cNvSpPr>
            <a:spLocks noGrp="1"/>
          </p:cNvSpPr>
          <p:nvPr/>
        </p:nvSpPr>
        <p:spPr>
          <a:xfrm>
            <a:off x="61796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4" name="A1_bar_Cryo_12847">
            <a:extLst>
              <a:ext uri="{FF2B5EF4-FFF2-40B4-BE49-F238E27FC236}">
                <a16:creationId xmlns:a16="http://schemas.microsoft.com/office/drawing/2014/main" id="{29BED82D-5F44-44B1-B0C9-71CC2EE20A94}"/>
              </a:ext>
            </a:extLst>
          </p:cNvPr>
          <p:cNvSpPr>
            <a:spLocks noGrp="1"/>
          </p:cNvSpPr>
          <p:nvPr/>
        </p:nvSpPr>
        <p:spPr>
          <a:xfrm>
            <a:off x="629773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5" name="A1_bar_Cryo_12848">
            <a:extLst>
              <a:ext uri="{FF2B5EF4-FFF2-40B4-BE49-F238E27FC236}">
                <a16:creationId xmlns:a16="http://schemas.microsoft.com/office/drawing/2014/main" id="{AA5A3718-7078-48CE-B057-2FD553C31231}"/>
              </a:ext>
            </a:extLst>
          </p:cNvPr>
          <p:cNvSpPr>
            <a:spLocks noGrp="1"/>
          </p:cNvSpPr>
          <p:nvPr/>
        </p:nvSpPr>
        <p:spPr>
          <a:xfrm>
            <a:off x="63664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6" name="A1_bar_Cryo_12849">
            <a:extLst>
              <a:ext uri="{FF2B5EF4-FFF2-40B4-BE49-F238E27FC236}">
                <a16:creationId xmlns:a16="http://schemas.microsoft.com/office/drawing/2014/main" id="{7A075AE0-8617-4AF5-A2FF-CFDE8C8EE091}"/>
              </a:ext>
            </a:extLst>
          </p:cNvPr>
          <p:cNvSpPr>
            <a:spLocks noGrp="1"/>
          </p:cNvSpPr>
          <p:nvPr/>
        </p:nvSpPr>
        <p:spPr>
          <a:xfrm>
            <a:off x="634720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7" name="A1_bar_Cryo_12850">
            <a:extLst>
              <a:ext uri="{FF2B5EF4-FFF2-40B4-BE49-F238E27FC236}">
                <a16:creationId xmlns:a16="http://schemas.microsoft.com/office/drawing/2014/main" id="{489F5A23-9288-4991-AC78-4F9BFED295D2}"/>
              </a:ext>
            </a:extLst>
          </p:cNvPr>
          <p:cNvSpPr>
            <a:spLocks noGrp="1"/>
          </p:cNvSpPr>
          <p:nvPr/>
        </p:nvSpPr>
        <p:spPr>
          <a:xfrm>
            <a:off x="6296860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8" name="A1_bar_Cryo_12851">
            <a:extLst>
              <a:ext uri="{FF2B5EF4-FFF2-40B4-BE49-F238E27FC236}">
                <a16:creationId xmlns:a16="http://schemas.microsoft.com/office/drawing/2014/main" id="{3A9A1E9E-D2E1-4FAA-85C1-B6C98960D49C}"/>
              </a:ext>
            </a:extLst>
          </p:cNvPr>
          <p:cNvSpPr>
            <a:spLocks noGrp="1"/>
          </p:cNvSpPr>
          <p:nvPr/>
        </p:nvSpPr>
        <p:spPr>
          <a:xfrm>
            <a:off x="619853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29" name="A1_bar_Cryo_12852">
            <a:extLst>
              <a:ext uri="{FF2B5EF4-FFF2-40B4-BE49-F238E27FC236}">
                <a16:creationId xmlns:a16="http://schemas.microsoft.com/office/drawing/2014/main" id="{0547C225-DFC1-4CC3-8B1E-C3CE23C84C24}"/>
              </a:ext>
            </a:extLst>
          </p:cNvPr>
          <p:cNvSpPr>
            <a:spLocks noGrp="1"/>
          </p:cNvSpPr>
          <p:nvPr/>
        </p:nvSpPr>
        <p:spPr>
          <a:xfrm>
            <a:off x="612847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0" name="A1_bar_Cryo_12853">
            <a:extLst>
              <a:ext uri="{FF2B5EF4-FFF2-40B4-BE49-F238E27FC236}">
                <a16:creationId xmlns:a16="http://schemas.microsoft.com/office/drawing/2014/main" id="{16B5F209-5B69-4FB7-A219-541E356D9DED}"/>
              </a:ext>
            </a:extLst>
          </p:cNvPr>
          <p:cNvSpPr>
            <a:spLocks noGrp="1"/>
          </p:cNvSpPr>
          <p:nvPr/>
        </p:nvSpPr>
        <p:spPr>
          <a:xfrm>
            <a:off x="616703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1" name="A1_bar_Cryo_12854">
            <a:extLst>
              <a:ext uri="{FF2B5EF4-FFF2-40B4-BE49-F238E27FC236}">
                <a16:creationId xmlns:a16="http://schemas.microsoft.com/office/drawing/2014/main" id="{4E5CBC04-2855-497D-B9B4-A1170D88259C}"/>
              </a:ext>
            </a:extLst>
          </p:cNvPr>
          <p:cNvSpPr>
            <a:spLocks noGrp="1"/>
          </p:cNvSpPr>
          <p:nvPr/>
        </p:nvSpPr>
        <p:spPr>
          <a:xfrm>
            <a:off x="6153054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2" name="A1_bar_Cryo_12855">
            <a:extLst>
              <a:ext uri="{FF2B5EF4-FFF2-40B4-BE49-F238E27FC236}">
                <a16:creationId xmlns:a16="http://schemas.microsoft.com/office/drawing/2014/main" id="{94ECF524-2251-4F8B-A607-389307C4C03B}"/>
              </a:ext>
            </a:extLst>
          </p:cNvPr>
          <p:cNvSpPr>
            <a:spLocks noGrp="1"/>
          </p:cNvSpPr>
          <p:nvPr/>
        </p:nvSpPr>
        <p:spPr>
          <a:xfrm>
            <a:off x="623847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3" name="A1_bar_Cryo_12856">
            <a:extLst>
              <a:ext uri="{FF2B5EF4-FFF2-40B4-BE49-F238E27FC236}">
                <a16:creationId xmlns:a16="http://schemas.microsoft.com/office/drawing/2014/main" id="{4EDDD8BC-70FF-4E8E-A987-657D57512D0C}"/>
              </a:ext>
            </a:extLst>
          </p:cNvPr>
          <p:cNvSpPr>
            <a:spLocks noGrp="1"/>
          </p:cNvSpPr>
          <p:nvPr/>
        </p:nvSpPr>
        <p:spPr>
          <a:xfrm>
            <a:off x="634395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4" name="A1_bar_Cryo_12857">
            <a:extLst>
              <a:ext uri="{FF2B5EF4-FFF2-40B4-BE49-F238E27FC236}">
                <a16:creationId xmlns:a16="http://schemas.microsoft.com/office/drawing/2014/main" id="{F5F9DB7D-CBE2-4C3E-8857-876D7D04178F}"/>
              </a:ext>
            </a:extLst>
          </p:cNvPr>
          <p:cNvSpPr>
            <a:spLocks noGrp="1"/>
          </p:cNvSpPr>
          <p:nvPr/>
        </p:nvSpPr>
        <p:spPr>
          <a:xfrm>
            <a:off x="6219250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5" name="A1_bar_Cryo_12858">
            <a:extLst>
              <a:ext uri="{FF2B5EF4-FFF2-40B4-BE49-F238E27FC236}">
                <a16:creationId xmlns:a16="http://schemas.microsoft.com/office/drawing/2014/main" id="{19372F9C-3F51-45B9-BCD4-5DF2EAB4CD83}"/>
              </a:ext>
            </a:extLst>
          </p:cNvPr>
          <p:cNvSpPr>
            <a:spLocks noGrp="1"/>
          </p:cNvSpPr>
          <p:nvPr/>
        </p:nvSpPr>
        <p:spPr>
          <a:xfrm>
            <a:off x="624275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6" name="A1_bar_Cryo_12859">
            <a:extLst>
              <a:ext uri="{FF2B5EF4-FFF2-40B4-BE49-F238E27FC236}">
                <a16:creationId xmlns:a16="http://schemas.microsoft.com/office/drawing/2014/main" id="{0CEFD2A4-6D79-4A98-A30F-F8A42522050F}"/>
              </a:ext>
            </a:extLst>
          </p:cNvPr>
          <p:cNvSpPr>
            <a:spLocks noGrp="1"/>
          </p:cNvSpPr>
          <p:nvPr/>
        </p:nvSpPr>
        <p:spPr>
          <a:xfrm>
            <a:off x="626256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7" name="A1_bar_Cryo_12860">
            <a:extLst>
              <a:ext uri="{FF2B5EF4-FFF2-40B4-BE49-F238E27FC236}">
                <a16:creationId xmlns:a16="http://schemas.microsoft.com/office/drawing/2014/main" id="{12D9CDB0-2EE1-4435-B88D-68F664C73C77}"/>
              </a:ext>
            </a:extLst>
          </p:cNvPr>
          <p:cNvSpPr>
            <a:spLocks noGrp="1"/>
          </p:cNvSpPr>
          <p:nvPr/>
        </p:nvSpPr>
        <p:spPr>
          <a:xfrm>
            <a:off x="619813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8" name="A1_bar_Cryo_12861">
            <a:extLst>
              <a:ext uri="{FF2B5EF4-FFF2-40B4-BE49-F238E27FC236}">
                <a16:creationId xmlns:a16="http://schemas.microsoft.com/office/drawing/2014/main" id="{338D2B78-0E38-42A7-BAF8-6EC4F735BA31}"/>
              </a:ext>
            </a:extLst>
          </p:cNvPr>
          <p:cNvSpPr>
            <a:spLocks noGrp="1"/>
          </p:cNvSpPr>
          <p:nvPr/>
        </p:nvSpPr>
        <p:spPr>
          <a:xfrm>
            <a:off x="617737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39" name="A1_bar_Cryo_12862">
            <a:extLst>
              <a:ext uri="{FF2B5EF4-FFF2-40B4-BE49-F238E27FC236}">
                <a16:creationId xmlns:a16="http://schemas.microsoft.com/office/drawing/2014/main" id="{6702F095-022E-469F-8AD4-16F55DF5C0BE}"/>
              </a:ext>
            </a:extLst>
          </p:cNvPr>
          <p:cNvSpPr>
            <a:spLocks noGrp="1"/>
          </p:cNvSpPr>
          <p:nvPr/>
        </p:nvSpPr>
        <p:spPr>
          <a:xfrm>
            <a:off x="61700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0" name="A1_bar_Cryo_12863">
            <a:extLst>
              <a:ext uri="{FF2B5EF4-FFF2-40B4-BE49-F238E27FC236}">
                <a16:creationId xmlns:a16="http://schemas.microsoft.com/office/drawing/2014/main" id="{B9BF2E93-626C-42AA-9939-624DD0EF39D0}"/>
              </a:ext>
            </a:extLst>
          </p:cNvPr>
          <p:cNvSpPr>
            <a:spLocks noGrp="1"/>
          </p:cNvSpPr>
          <p:nvPr/>
        </p:nvSpPr>
        <p:spPr>
          <a:xfrm>
            <a:off x="6194219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1" name="A1_bar_Cryo_12864">
            <a:extLst>
              <a:ext uri="{FF2B5EF4-FFF2-40B4-BE49-F238E27FC236}">
                <a16:creationId xmlns:a16="http://schemas.microsoft.com/office/drawing/2014/main" id="{2ECC840B-C76B-4E64-9CDD-2136F1AE0EAC}"/>
              </a:ext>
            </a:extLst>
          </p:cNvPr>
          <p:cNvSpPr>
            <a:spLocks noGrp="1"/>
          </p:cNvSpPr>
          <p:nvPr/>
        </p:nvSpPr>
        <p:spPr>
          <a:xfrm>
            <a:off x="6320206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2" name="A1_bar_Cryo_12865">
            <a:extLst>
              <a:ext uri="{FF2B5EF4-FFF2-40B4-BE49-F238E27FC236}">
                <a16:creationId xmlns:a16="http://schemas.microsoft.com/office/drawing/2014/main" id="{8B22FFCE-69E3-40D2-A5F3-F4F0F44EAFD0}"/>
              </a:ext>
            </a:extLst>
          </p:cNvPr>
          <p:cNvSpPr>
            <a:spLocks noGrp="1"/>
          </p:cNvSpPr>
          <p:nvPr/>
        </p:nvSpPr>
        <p:spPr>
          <a:xfrm>
            <a:off x="6301090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3" name="A1_bar_Cryo_12866">
            <a:extLst>
              <a:ext uri="{FF2B5EF4-FFF2-40B4-BE49-F238E27FC236}">
                <a16:creationId xmlns:a16="http://schemas.microsoft.com/office/drawing/2014/main" id="{EEE24576-956B-4A15-87C2-8E8CBB6C485E}"/>
              </a:ext>
            </a:extLst>
          </p:cNvPr>
          <p:cNvSpPr>
            <a:spLocks noGrp="1"/>
          </p:cNvSpPr>
          <p:nvPr/>
        </p:nvSpPr>
        <p:spPr>
          <a:xfrm>
            <a:off x="6131746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4" name="A1_bar_Cryo_12867">
            <a:extLst>
              <a:ext uri="{FF2B5EF4-FFF2-40B4-BE49-F238E27FC236}">
                <a16:creationId xmlns:a16="http://schemas.microsoft.com/office/drawing/2014/main" id="{6ED5D830-4F0E-414A-98CA-6F120156B5F8}"/>
              </a:ext>
            </a:extLst>
          </p:cNvPr>
          <p:cNvSpPr>
            <a:spLocks noGrp="1"/>
          </p:cNvSpPr>
          <p:nvPr/>
        </p:nvSpPr>
        <p:spPr>
          <a:xfrm>
            <a:off x="6202142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5" name="A1_bar_Cryo_12868">
            <a:extLst>
              <a:ext uri="{FF2B5EF4-FFF2-40B4-BE49-F238E27FC236}">
                <a16:creationId xmlns:a16="http://schemas.microsoft.com/office/drawing/2014/main" id="{F327F8D8-8D92-4792-9556-9C91275889A0}"/>
              </a:ext>
            </a:extLst>
          </p:cNvPr>
          <p:cNvSpPr>
            <a:spLocks noGrp="1"/>
          </p:cNvSpPr>
          <p:nvPr/>
        </p:nvSpPr>
        <p:spPr>
          <a:xfrm>
            <a:off x="62114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6" name="A1_bar_Cryo_12869">
            <a:extLst>
              <a:ext uri="{FF2B5EF4-FFF2-40B4-BE49-F238E27FC236}">
                <a16:creationId xmlns:a16="http://schemas.microsoft.com/office/drawing/2014/main" id="{831F389A-354E-4237-8E20-11998FBDEDF7}"/>
              </a:ext>
            </a:extLst>
          </p:cNvPr>
          <p:cNvSpPr>
            <a:spLocks noGrp="1"/>
          </p:cNvSpPr>
          <p:nvPr/>
        </p:nvSpPr>
        <p:spPr>
          <a:xfrm>
            <a:off x="6360799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7" name="A1_bar_Cryo_12870">
            <a:extLst>
              <a:ext uri="{FF2B5EF4-FFF2-40B4-BE49-F238E27FC236}">
                <a16:creationId xmlns:a16="http://schemas.microsoft.com/office/drawing/2014/main" id="{91167498-6834-4B31-931D-486A0E27FBD3}"/>
              </a:ext>
            </a:extLst>
          </p:cNvPr>
          <p:cNvSpPr>
            <a:spLocks noGrp="1"/>
          </p:cNvSpPr>
          <p:nvPr/>
        </p:nvSpPr>
        <p:spPr>
          <a:xfrm>
            <a:off x="619162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8" name="A1_bar_Cryo_12871">
            <a:extLst>
              <a:ext uri="{FF2B5EF4-FFF2-40B4-BE49-F238E27FC236}">
                <a16:creationId xmlns:a16="http://schemas.microsoft.com/office/drawing/2014/main" id="{EE9F51C6-276C-496B-A49C-C494EF77709A}"/>
              </a:ext>
            </a:extLst>
          </p:cNvPr>
          <p:cNvSpPr>
            <a:spLocks noGrp="1"/>
          </p:cNvSpPr>
          <p:nvPr/>
        </p:nvSpPr>
        <p:spPr>
          <a:xfrm>
            <a:off x="633920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49" name="A1_bar_Cryo_12872">
            <a:extLst>
              <a:ext uri="{FF2B5EF4-FFF2-40B4-BE49-F238E27FC236}">
                <a16:creationId xmlns:a16="http://schemas.microsoft.com/office/drawing/2014/main" id="{E770785F-23EB-4DBA-AF85-0158966CEDA4}"/>
              </a:ext>
            </a:extLst>
          </p:cNvPr>
          <p:cNvSpPr>
            <a:spLocks noGrp="1"/>
          </p:cNvSpPr>
          <p:nvPr/>
        </p:nvSpPr>
        <p:spPr>
          <a:xfrm>
            <a:off x="621228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0" name="A1_bar_Cryo_12873">
            <a:extLst>
              <a:ext uri="{FF2B5EF4-FFF2-40B4-BE49-F238E27FC236}">
                <a16:creationId xmlns:a16="http://schemas.microsoft.com/office/drawing/2014/main" id="{3730BED6-7896-49E3-955E-8D628E328D45}"/>
              </a:ext>
            </a:extLst>
          </p:cNvPr>
          <p:cNvSpPr>
            <a:spLocks noGrp="1"/>
          </p:cNvSpPr>
          <p:nvPr/>
        </p:nvSpPr>
        <p:spPr>
          <a:xfrm>
            <a:off x="61609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1" name="A1_bar_Cryo_12874">
            <a:extLst>
              <a:ext uri="{FF2B5EF4-FFF2-40B4-BE49-F238E27FC236}">
                <a16:creationId xmlns:a16="http://schemas.microsoft.com/office/drawing/2014/main" id="{6141014B-73D4-4BA0-A8D1-D965C0B6F030}"/>
              </a:ext>
            </a:extLst>
          </p:cNvPr>
          <p:cNvSpPr>
            <a:spLocks noGrp="1"/>
          </p:cNvSpPr>
          <p:nvPr/>
        </p:nvSpPr>
        <p:spPr>
          <a:xfrm>
            <a:off x="623671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2" name="A1_bar_Cryo_12875">
            <a:extLst>
              <a:ext uri="{FF2B5EF4-FFF2-40B4-BE49-F238E27FC236}">
                <a16:creationId xmlns:a16="http://schemas.microsoft.com/office/drawing/2014/main" id="{CDE627E9-01BC-404C-8251-B45FEF84D974}"/>
              </a:ext>
            </a:extLst>
          </p:cNvPr>
          <p:cNvSpPr>
            <a:spLocks noGrp="1"/>
          </p:cNvSpPr>
          <p:nvPr/>
        </p:nvSpPr>
        <p:spPr>
          <a:xfrm>
            <a:off x="633247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3" name="A1_bar_Cryo_12876">
            <a:extLst>
              <a:ext uri="{FF2B5EF4-FFF2-40B4-BE49-F238E27FC236}">
                <a16:creationId xmlns:a16="http://schemas.microsoft.com/office/drawing/2014/main" id="{EB0DEBD0-F384-4860-9334-77313F2530E6}"/>
              </a:ext>
            </a:extLst>
          </p:cNvPr>
          <p:cNvSpPr>
            <a:spLocks noGrp="1"/>
          </p:cNvSpPr>
          <p:nvPr/>
        </p:nvSpPr>
        <p:spPr>
          <a:xfrm>
            <a:off x="6273300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4" name="A1_bar_Cryo_12877">
            <a:extLst>
              <a:ext uri="{FF2B5EF4-FFF2-40B4-BE49-F238E27FC236}">
                <a16:creationId xmlns:a16="http://schemas.microsoft.com/office/drawing/2014/main" id="{C41DDF87-7406-4E6C-BCD4-E67501B87229}"/>
              </a:ext>
            </a:extLst>
          </p:cNvPr>
          <p:cNvSpPr>
            <a:spLocks noGrp="1"/>
          </p:cNvSpPr>
          <p:nvPr/>
        </p:nvSpPr>
        <p:spPr>
          <a:xfrm>
            <a:off x="6129071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5" name="A1_bar_Cryo_12878">
            <a:extLst>
              <a:ext uri="{FF2B5EF4-FFF2-40B4-BE49-F238E27FC236}">
                <a16:creationId xmlns:a16="http://schemas.microsoft.com/office/drawing/2014/main" id="{9EC9AF9E-F5BD-407A-8DE7-54B296A58435}"/>
              </a:ext>
            </a:extLst>
          </p:cNvPr>
          <p:cNvSpPr>
            <a:spLocks noGrp="1"/>
          </p:cNvSpPr>
          <p:nvPr/>
        </p:nvSpPr>
        <p:spPr>
          <a:xfrm>
            <a:off x="62698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6" name="A1_bar_Cryo_12879">
            <a:extLst>
              <a:ext uri="{FF2B5EF4-FFF2-40B4-BE49-F238E27FC236}">
                <a16:creationId xmlns:a16="http://schemas.microsoft.com/office/drawing/2014/main" id="{4C653B05-574D-4FEC-92DE-4FD3248E8336}"/>
              </a:ext>
            </a:extLst>
          </p:cNvPr>
          <p:cNvSpPr>
            <a:spLocks noGrp="1"/>
          </p:cNvSpPr>
          <p:nvPr/>
        </p:nvSpPr>
        <p:spPr>
          <a:xfrm>
            <a:off x="6235439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7" name="A1_bar_Cryo_12880">
            <a:extLst>
              <a:ext uri="{FF2B5EF4-FFF2-40B4-BE49-F238E27FC236}">
                <a16:creationId xmlns:a16="http://schemas.microsoft.com/office/drawing/2014/main" id="{45D5B890-AA2E-4388-9E7A-98CB5A066706}"/>
              </a:ext>
            </a:extLst>
          </p:cNvPr>
          <p:cNvSpPr>
            <a:spLocks noGrp="1"/>
          </p:cNvSpPr>
          <p:nvPr/>
        </p:nvSpPr>
        <p:spPr>
          <a:xfrm>
            <a:off x="622336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8" name="A1_bar_Cryo_12881">
            <a:extLst>
              <a:ext uri="{FF2B5EF4-FFF2-40B4-BE49-F238E27FC236}">
                <a16:creationId xmlns:a16="http://schemas.microsoft.com/office/drawing/2014/main" id="{4590DF3E-27B8-42D6-BCF2-9457F5194C9E}"/>
              </a:ext>
            </a:extLst>
          </p:cNvPr>
          <p:cNvSpPr>
            <a:spLocks noGrp="1"/>
          </p:cNvSpPr>
          <p:nvPr/>
        </p:nvSpPr>
        <p:spPr>
          <a:xfrm>
            <a:off x="62458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59" name="A1_bar_Cryo_12882">
            <a:extLst>
              <a:ext uri="{FF2B5EF4-FFF2-40B4-BE49-F238E27FC236}">
                <a16:creationId xmlns:a16="http://schemas.microsoft.com/office/drawing/2014/main" id="{79D92A85-0E7B-4B8A-B134-FDC5085A00CF}"/>
              </a:ext>
            </a:extLst>
          </p:cNvPr>
          <p:cNvSpPr>
            <a:spLocks noGrp="1"/>
          </p:cNvSpPr>
          <p:nvPr/>
        </p:nvSpPr>
        <p:spPr>
          <a:xfrm>
            <a:off x="6157927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0" name="A1_bar_Cryo_12883">
            <a:extLst>
              <a:ext uri="{FF2B5EF4-FFF2-40B4-BE49-F238E27FC236}">
                <a16:creationId xmlns:a16="http://schemas.microsoft.com/office/drawing/2014/main" id="{07A72392-76A6-431C-9503-9CA74A44CE7E}"/>
              </a:ext>
            </a:extLst>
          </p:cNvPr>
          <p:cNvSpPr>
            <a:spLocks noGrp="1"/>
          </p:cNvSpPr>
          <p:nvPr/>
        </p:nvSpPr>
        <p:spPr>
          <a:xfrm>
            <a:off x="63479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1" name="A1_bar_Cryo_12884">
            <a:extLst>
              <a:ext uri="{FF2B5EF4-FFF2-40B4-BE49-F238E27FC236}">
                <a16:creationId xmlns:a16="http://schemas.microsoft.com/office/drawing/2014/main" id="{9A52CE59-F9B9-45C3-AF90-B70CECF973CC}"/>
              </a:ext>
            </a:extLst>
          </p:cNvPr>
          <p:cNvSpPr>
            <a:spLocks noGrp="1"/>
          </p:cNvSpPr>
          <p:nvPr/>
        </p:nvSpPr>
        <p:spPr>
          <a:xfrm>
            <a:off x="6274284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2" name="A1_bar_Cryo_12885">
            <a:extLst>
              <a:ext uri="{FF2B5EF4-FFF2-40B4-BE49-F238E27FC236}">
                <a16:creationId xmlns:a16="http://schemas.microsoft.com/office/drawing/2014/main" id="{7864CCBA-6CB4-4302-998D-2A709EA9D7D5}"/>
              </a:ext>
            </a:extLst>
          </p:cNvPr>
          <p:cNvSpPr>
            <a:spLocks noGrp="1"/>
          </p:cNvSpPr>
          <p:nvPr/>
        </p:nvSpPr>
        <p:spPr>
          <a:xfrm>
            <a:off x="620014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3" name="A1_bar_Cryo_12886">
            <a:extLst>
              <a:ext uri="{FF2B5EF4-FFF2-40B4-BE49-F238E27FC236}">
                <a16:creationId xmlns:a16="http://schemas.microsoft.com/office/drawing/2014/main" id="{BD0D2514-62B9-4161-9990-B93B0CDDEE43}"/>
              </a:ext>
            </a:extLst>
          </p:cNvPr>
          <p:cNvSpPr>
            <a:spLocks noGrp="1"/>
          </p:cNvSpPr>
          <p:nvPr/>
        </p:nvSpPr>
        <p:spPr>
          <a:xfrm>
            <a:off x="630004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4" name="A1_bar_Cryo_12887">
            <a:extLst>
              <a:ext uri="{FF2B5EF4-FFF2-40B4-BE49-F238E27FC236}">
                <a16:creationId xmlns:a16="http://schemas.microsoft.com/office/drawing/2014/main" id="{4A035F5E-8EB5-49F3-B9DF-4E8395B6B08E}"/>
              </a:ext>
            </a:extLst>
          </p:cNvPr>
          <p:cNvSpPr>
            <a:spLocks noGrp="1"/>
          </p:cNvSpPr>
          <p:nvPr/>
        </p:nvSpPr>
        <p:spPr>
          <a:xfrm>
            <a:off x="617668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5" name="A1_bar_Cryo_12888">
            <a:extLst>
              <a:ext uri="{FF2B5EF4-FFF2-40B4-BE49-F238E27FC236}">
                <a16:creationId xmlns:a16="http://schemas.microsoft.com/office/drawing/2014/main" id="{7553B0AE-68AC-4381-B057-E86519A70255}"/>
              </a:ext>
            </a:extLst>
          </p:cNvPr>
          <p:cNvSpPr>
            <a:spLocks noGrp="1"/>
          </p:cNvSpPr>
          <p:nvPr/>
        </p:nvSpPr>
        <p:spPr>
          <a:xfrm>
            <a:off x="6283919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6" name="A1_bar_Cryo_12889">
            <a:extLst>
              <a:ext uri="{FF2B5EF4-FFF2-40B4-BE49-F238E27FC236}">
                <a16:creationId xmlns:a16="http://schemas.microsoft.com/office/drawing/2014/main" id="{C0498965-6B9A-455B-9FA0-D0D14044E935}"/>
              </a:ext>
            </a:extLst>
          </p:cNvPr>
          <p:cNvSpPr>
            <a:spLocks noGrp="1"/>
          </p:cNvSpPr>
          <p:nvPr/>
        </p:nvSpPr>
        <p:spPr>
          <a:xfrm>
            <a:off x="635042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7" name="A1_bar_Cryo_12890">
            <a:extLst>
              <a:ext uri="{FF2B5EF4-FFF2-40B4-BE49-F238E27FC236}">
                <a16:creationId xmlns:a16="http://schemas.microsoft.com/office/drawing/2014/main" id="{8BE4A992-B9F9-406E-950B-194E630116DA}"/>
              </a:ext>
            </a:extLst>
          </p:cNvPr>
          <p:cNvSpPr>
            <a:spLocks noGrp="1"/>
          </p:cNvSpPr>
          <p:nvPr/>
        </p:nvSpPr>
        <p:spPr>
          <a:xfrm>
            <a:off x="6295969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8" name="A1_bar_Cryo_12891">
            <a:extLst>
              <a:ext uri="{FF2B5EF4-FFF2-40B4-BE49-F238E27FC236}">
                <a16:creationId xmlns:a16="http://schemas.microsoft.com/office/drawing/2014/main" id="{5B4752C4-7702-4571-A320-B13FCBC39CC3}"/>
              </a:ext>
            </a:extLst>
          </p:cNvPr>
          <p:cNvSpPr>
            <a:spLocks noGrp="1"/>
          </p:cNvSpPr>
          <p:nvPr/>
        </p:nvSpPr>
        <p:spPr>
          <a:xfrm>
            <a:off x="6174914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69" name="A1_bar_Cryo_12892">
            <a:extLst>
              <a:ext uri="{FF2B5EF4-FFF2-40B4-BE49-F238E27FC236}">
                <a16:creationId xmlns:a16="http://schemas.microsoft.com/office/drawing/2014/main" id="{50ACA2FF-5E9C-4D37-BC38-3B0F214B90A9}"/>
              </a:ext>
            </a:extLst>
          </p:cNvPr>
          <p:cNvSpPr>
            <a:spLocks noGrp="1"/>
          </p:cNvSpPr>
          <p:nvPr/>
        </p:nvSpPr>
        <p:spPr>
          <a:xfrm>
            <a:off x="62065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0" name="A1_bar_Cryo_12893">
            <a:extLst>
              <a:ext uri="{FF2B5EF4-FFF2-40B4-BE49-F238E27FC236}">
                <a16:creationId xmlns:a16="http://schemas.microsoft.com/office/drawing/2014/main" id="{FCFD4D38-471C-4374-ACCF-8AB05248AC31}"/>
              </a:ext>
            </a:extLst>
          </p:cNvPr>
          <p:cNvSpPr>
            <a:spLocks noGrp="1"/>
          </p:cNvSpPr>
          <p:nvPr/>
        </p:nvSpPr>
        <p:spPr>
          <a:xfrm>
            <a:off x="6312935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1" name="A1_bar_Cryo_12894">
            <a:extLst>
              <a:ext uri="{FF2B5EF4-FFF2-40B4-BE49-F238E27FC236}">
                <a16:creationId xmlns:a16="http://schemas.microsoft.com/office/drawing/2014/main" id="{DDFC1942-0B4F-4C17-B660-E8B1EC19B0FB}"/>
              </a:ext>
            </a:extLst>
          </p:cNvPr>
          <p:cNvSpPr>
            <a:spLocks noGrp="1"/>
          </p:cNvSpPr>
          <p:nvPr/>
        </p:nvSpPr>
        <p:spPr>
          <a:xfrm>
            <a:off x="613384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2" name="A1_bar_Cryo_12895">
            <a:extLst>
              <a:ext uri="{FF2B5EF4-FFF2-40B4-BE49-F238E27FC236}">
                <a16:creationId xmlns:a16="http://schemas.microsoft.com/office/drawing/2014/main" id="{A4A103F3-5B34-48AE-A2DC-5CBFB63EF45C}"/>
              </a:ext>
            </a:extLst>
          </p:cNvPr>
          <p:cNvSpPr>
            <a:spLocks noGrp="1"/>
          </p:cNvSpPr>
          <p:nvPr/>
        </p:nvSpPr>
        <p:spPr>
          <a:xfrm>
            <a:off x="635056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3" name="A1_bar_Cryo_12896">
            <a:extLst>
              <a:ext uri="{FF2B5EF4-FFF2-40B4-BE49-F238E27FC236}">
                <a16:creationId xmlns:a16="http://schemas.microsoft.com/office/drawing/2014/main" id="{EBB7A8E4-8C56-4563-AF11-ED4AC7ED6120}"/>
              </a:ext>
            </a:extLst>
          </p:cNvPr>
          <p:cNvSpPr>
            <a:spLocks noGrp="1"/>
          </p:cNvSpPr>
          <p:nvPr/>
        </p:nvSpPr>
        <p:spPr>
          <a:xfrm>
            <a:off x="6380534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4" name="A1_bar_Cryo_12897">
            <a:extLst>
              <a:ext uri="{FF2B5EF4-FFF2-40B4-BE49-F238E27FC236}">
                <a16:creationId xmlns:a16="http://schemas.microsoft.com/office/drawing/2014/main" id="{6B20631F-0916-479D-B334-C20AEBC2D9C2}"/>
              </a:ext>
            </a:extLst>
          </p:cNvPr>
          <p:cNvSpPr>
            <a:spLocks noGrp="1"/>
          </p:cNvSpPr>
          <p:nvPr/>
        </p:nvSpPr>
        <p:spPr>
          <a:xfrm>
            <a:off x="6197487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5" name="A1_bar_Cryo_12898">
            <a:extLst>
              <a:ext uri="{FF2B5EF4-FFF2-40B4-BE49-F238E27FC236}">
                <a16:creationId xmlns:a16="http://schemas.microsoft.com/office/drawing/2014/main" id="{892F28BF-6B0A-4709-AB48-201B06BADEA5}"/>
              </a:ext>
            </a:extLst>
          </p:cNvPr>
          <p:cNvSpPr>
            <a:spLocks noGrp="1"/>
          </p:cNvSpPr>
          <p:nvPr/>
        </p:nvSpPr>
        <p:spPr>
          <a:xfrm>
            <a:off x="637417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6" name="A1_bar_Cryo_12899">
            <a:extLst>
              <a:ext uri="{FF2B5EF4-FFF2-40B4-BE49-F238E27FC236}">
                <a16:creationId xmlns:a16="http://schemas.microsoft.com/office/drawing/2014/main" id="{1B8316FC-4FD5-440D-8954-BFDC71A6527D}"/>
              </a:ext>
            </a:extLst>
          </p:cNvPr>
          <p:cNvSpPr>
            <a:spLocks noGrp="1"/>
          </p:cNvSpPr>
          <p:nvPr/>
        </p:nvSpPr>
        <p:spPr>
          <a:xfrm>
            <a:off x="628059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7" name="A1_bar_Cryo_12900">
            <a:extLst>
              <a:ext uri="{FF2B5EF4-FFF2-40B4-BE49-F238E27FC236}">
                <a16:creationId xmlns:a16="http://schemas.microsoft.com/office/drawing/2014/main" id="{159616C3-BD14-473F-AB79-53A436542002}"/>
              </a:ext>
            </a:extLst>
          </p:cNvPr>
          <p:cNvSpPr>
            <a:spLocks noGrp="1"/>
          </p:cNvSpPr>
          <p:nvPr/>
        </p:nvSpPr>
        <p:spPr>
          <a:xfrm>
            <a:off x="6365164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8" name="A1_bar_Cryo_12901">
            <a:extLst>
              <a:ext uri="{FF2B5EF4-FFF2-40B4-BE49-F238E27FC236}">
                <a16:creationId xmlns:a16="http://schemas.microsoft.com/office/drawing/2014/main" id="{6149FC4F-BCEC-4DE7-B867-BB4D959656C6}"/>
              </a:ext>
            </a:extLst>
          </p:cNvPr>
          <p:cNvSpPr>
            <a:spLocks noGrp="1"/>
          </p:cNvSpPr>
          <p:nvPr/>
        </p:nvSpPr>
        <p:spPr>
          <a:xfrm>
            <a:off x="618756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79" name="A1_bar_Cryo_12902">
            <a:extLst>
              <a:ext uri="{FF2B5EF4-FFF2-40B4-BE49-F238E27FC236}">
                <a16:creationId xmlns:a16="http://schemas.microsoft.com/office/drawing/2014/main" id="{8039B80E-651D-433E-8C72-85188E9EAC63}"/>
              </a:ext>
            </a:extLst>
          </p:cNvPr>
          <p:cNvSpPr>
            <a:spLocks noGrp="1"/>
          </p:cNvSpPr>
          <p:nvPr/>
        </p:nvSpPr>
        <p:spPr>
          <a:xfrm>
            <a:off x="6335362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0" name="A1_bar_Cryo_12903">
            <a:extLst>
              <a:ext uri="{FF2B5EF4-FFF2-40B4-BE49-F238E27FC236}">
                <a16:creationId xmlns:a16="http://schemas.microsoft.com/office/drawing/2014/main" id="{9ABA1E68-0697-4A77-8103-CAC9C86919B7}"/>
              </a:ext>
            </a:extLst>
          </p:cNvPr>
          <p:cNvSpPr>
            <a:spLocks noGrp="1"/>
          </p:cNvSpPr>
          <p:nvPr/>
        </p:nvSpPr>
        <p:spPr>
          <a:xfrm>
            <a:off x="623222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1" name="A1_bar_Cryo_12904">
            <a:extLst>
              <a:ext uri="{FF2B5EF4-FFF2-40B4-BE49-F238E27FC236}">
                <a16:creationId xmlns:a16="http://schemas.microsoft.com/office/drawing/2014/main" id="{C620A194-1364-44B0-AF8E-1D25E0811236}"/>
              </a:ext>
            </a:extLst>
          </p:cNvPr>
          <p:cNvSpPr>
            <a:spLocks noGrp="1"/>
          </p:cNvSpPr>
          <p:nvPr/>
        </p:nvSpPr>
        <p:spPr>
          <a:xfrm>
            <a:off x="6330765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2" name="A1_bar_Cryo_12905">
            <a:extLst>
              <a:ext uri="{FF2B5EF4-FFF2-40B4-BE49-F238E27FC236}">
                <a16:creationId xmlns:a16="http://schemas.microsoft.com/office/drawing/2014/main" id="{DF5A39FA-63E4-4596-94F3-B2CD03B4EBEE}"/>
              </a:ext>
            </a:extLst>
          </p:cNvPr>
          <p:cNvSpPr>
            <a:spLocks noGrp="1"/>
          </p:cNvSpPr>
          <p:nvPr/>
        </p:nvSpPr>
        <p:spPr>
          <a:xfrm>
            <a:off x="623623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3" name="A1_bar_Cryo_12906">
            <a:extLst>
              <a:ext uri="{FF2B5EF4-FFF2-40B4-BE49-F238E27FC236}">
                <a16:creationId xmlns:a16="http://schemas.microsoft.com/office/drawing/2014/main" id="{C412C4A6-FEDD-4F5F-A921-AA93D60F0A1C}"/>
              </a:ext>
            </a:extLst>
          </p:cNvPr>
          <p:cNvSpPr>
            <a:spLocks noGrp="1"/>
          </p:cNvSpPr>
          <p:nvPr/>
        </p:nvSpPr>
        <p:spPr>
          <a:xfrm>
            <a:off x="630528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4" name="A1_bar_Cryo_12907">
            <a:extLst>
              <a:ext uri="{FF2B5EF4-FFF2-40B4-BE49-F238E27FC236}">
                <a16:creationId xmlns:a16="http://schemas.microsoft.com/office/drawing/2014/main" id="{F0F9198D-9C95-40EF-A8D4-D97E45137620}"/>
              </a:ext>
            </a:extLst>
          </p:cNvPr>
          <p:cNvSpPr>
            <a:spLocks noGrp="1"/>
          </p:cNvSpPr>
          <p:nvPr/>
        </p:nvSpPr>
        <p:spPr>
          <a:xfrm>
            <a:off x="61943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5" name="A1_bar_Cryo_12908">
            <a:extLst>
              <a:ext uri="{FF2B5EF4-FFF2-40B4-BE49-F238E27FC236}">
                <a16:creationId xmlns:a16="http://schemas.microsoft.com/office/drawing/2014/main" id="{33FB545F-350C-413E-B71E-31513895C577}"/>
              </a:ext>
            </a:extLst>
          </p:cNvPr>
          <p:cNvSpPr>
            <a:spLocks noGrp="1"/>
          </p:cNvSpPr>
          <p:nvPr/>
        </p:nvSpPr>
        <p:spPr>
          <a:xfrm>
            <a:off x="6316144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6" name="A1_bar_Cryo_12909">
            <a:extLst>
              <a:ext uri="{FF2B5EF4-FFF2-40B4-BE49-F238E27FC236}">
                <a16:creationId xmlns:a16="http://schemas.microsoft.com/office/drawing/2014/main" id="{8EEA36C3-5443-46A9-8294-830AD8BD69A8}"/>
              </a:ext>
            </a:extLst>
          </p:cNvPr>
          <p:cNvSpPr>
            <a:spLocks noGrp="1"/>
          </p:cNvSpPr>
          <p:nvPr/>
        </p:nvSpPr>
        <p:spPr>
          <a:xfrm>
            <a:off x="63122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7" name="A1_bar_Cryo_12910">
            <a:extLst>
              <a:ext uri="{FF2B5EF4-FFF2-40B4-BE49-F238E27FC236}">
                <a16:creationId xmlns:a16="http://schemas.microsoft.com/office/drawing/2014/main" id="{FD6D07C2-E7FF-43CD-8CEE-1B7D5AE8428B}"/>
              </a:ext>
            </a:extLst>
          </p:cNvPr>
          <p:cNvSpPr>
            <a:spLocks noGrp="1"/>
          </p:cNvSpPr>
          <p:nvPr/>
        </p:nvSpPr>
        <p:spPr>
          <a:xfrm>
            <a:off x="620215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8" name="A1_bar_Cryo_12911">
            <a:extLst>
              <a:ext uri="{FF2B5EF4-FFF2-40B4-BE49-F238E27FC236}">
                <a16:creationId xmlns:a16="http://schemas.microsoft.com/office/drawing/2014/main" id="{E092437F-482D-4962-94DB-5899E705DA91}"/>
              </a:ext>
            </a:extLst>
          </p:cNvPr>
          <p:cNvSpPr>
            <a:spLocks noGrp="1"/>
          </p:cNvSpPr>
          <p:nvPr/>
        </p:nvSpPr>
        <p:spPr>
          <a:xfrm>
            <a:off x="6246275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89" name="A1_bar_Cryo_12912">
            <a:extLst>
              <a:ext uri="{FF2B5EF4-FFF2-40B4-BE49-F238E27FC236}">
                <a16:creationId xmlns:a16="http://schemas.microsoft.com/office/drawing/2014/main" id="{32755614-2C99-4FFB-AA2D-FD4AAD03E3EF}"/>
              </a:ext>
            </a:extLst>
          </p:cNvPr>
          <p:cNvSpPr>
            <a:spLocks noGrp="1"/>
          </p:cNvSpPr>
          <p:nvPr/>
        </p:nvSpPr>
        <p:spPr>
          <a:xfrm>
            <a:off x="625630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0" name="A1_bar_Cryo_12913">
            <a:extLst>
              <a:ext uri="{FF2B5EF4-FFF2-40B4-BE49-F238E27FC236}">
                <a16:creationId xmlns:a16="http://schemas.microsoft.com/office/drawing/2014/main" id="{73ABFF1C-275D-4188-B1A9-47E0A9385DF6}"/>
              </a:ext>
            </a:extLst>
          </p:cNvPr>
          <p:cNvSpPr>
            <a:spLocks noGrp="1"/>
          </p:cNvSpPr>
          <p:nvPr/>
        </p:nvSpPr>
        <p:spPr>
          <a:xfrm>
            <a:off x="633492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1" name="A1_bar_Cryo_12914">
            <a:extLst>
              <a:ext uri="{FF2B5EF4-FFF2-40B4-BE49-F238E27FC236}">
                <a16:creationId xmlns:a16="http://schemas.microsoft.com/office/drawing/2014/main" id="{98488E7B-D497-4E36-8DAC-DD81CE627E7A}"/>
              </a:ext>
            </a:extLst>
          </p:cNvPr>
          <p:cNvSpPr>
            <a:spLocks noGrp="1"/>
          </p:cNvSpPr>
          <p:nvPr/>
        </p:nvSpPr>
        <p:spPr>
          <a:xfrm>
            <a:off x="623231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2" name="A1_bar_Cryo_12915">
            <a:extLst>
              <a:ext uri="{FF2B5EF4-FFF2-40B4-BE49-F238E27FC236}">
                <a16:creationId xmlns:a16="http://schemas.microsoft.com/office/drawing/2014/main" id="{B5EA6944-1F4C-4459-9C03-8EE44B7A84D6}"/>
              </a:ext>
            </a:extLst>
          </p:cNvPr>
          <p:cNvSpPr>
            <a:spLocks noGrp="1"/>
          </p:cNvSpPr>
          <p:nvPr/>
        </p:nvSpPr>
        <p:spPr>
          <a:xfrm>
            <a:off x="632896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3" name="A1_bar_Cryo_12916">
            <a:extLst>
              <a:ext uri="{FF2B5EF4-FFF2-40B4-BE49-F238E27FC236}">
                <a16:creationId xmlns:a16="http://schemas.microsoft.com/office/drawing/2014/main" id="{967D4058-330D-4A45-AA28-0B66576ABCA9}"/>
              </a:ext>
            </a:extLst>
          </p:cNvPr>
          <p:cNvSpPr>
            <a:spLocks noGrp="1"/>
          </p:cNvSpPr>
          <p:nvPr/>
        </p:nvSpPr>
        <p:spPr>
          <a:xfrm>
            <a:off x="613780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4" name="A1_bar_Cryo_12917">
            <a:extLst>
              <a:ext uri="{FF2B5EF4-FFF2-40B4-BE49-F238E27FC236}">
                <a16:creationId xmlns:a16="http://schemas.microsoft.com/office/drawing/2014/main" id="{4AF14C99-ABDD-4FF8-9DD3-C0F21C25AB23}"/>
              </a:ext>
            </a:extLst>
          </p:cNvPr>
          <p:cNvSpPr>
            <a:spLocks noGrp="1"/>
          </p:cNvSpPr>
          <p:nvPr/>
        </p:nvSpPr>
        <p:spPr>
          <a:xfrm>
            <a:off x="631827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5" name="A1_bar_Cryo_12918">
            <a:extLst>
              <a:ext uri="{FF2B5EF4-FFF2-40B4-BE49-F238E27FC236}">
                <a16:creationId xmlns:a16="http://schemas.microsoft.com/office/drawing/2014/main" id="{57588B0B-3437-4730-A4D2-9E89888D80AF}"/>
              </a:ext>
            </a:extLst>
          </p:cNvPr>
          <p:cNvSpPr>
            <a:spLocks noGrp="1"/>
          </p:cNvSpPr>
          <p:nvPr/>
        </p:nvSpPr>
        <p:spPr>
          <a:xfrm>
            <a:off x="6291482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6" name="A1_bar_Cryo_12919">
            <a:extLst>
              <a:ext uri="{FF2B5EF4-FFF2-40B4-BE49-F238E27FC236}">
                <a16:creationId xmlns:a16="http://schemas.microsoft.com/office/drawing/2014/main" id="{40CBC78E-77DC-48F7-BD68-1B953547BA34}"/>
              </a:ext>
            </a:extLst>
          </p:cNvPr>
          <p:cNvSpPr>
            <a:spLocks noGrp="1"/>
          </p:cNvSpPr>
          <p:nvPr/>
        </p:nvSpPr>
        <p:spPr>
          <a:xfrm>
            <a:off x="6342096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7" name="A1_bar_Cryo_12920">
            <a:extLst>
              <a:ext uri="{FF2B5EF4-FFF2-40B4-BE49-F238E27FC236}">
                <a16:creationId xmlns:a16="http://schemas.microsoft.com/office/drawing/2014/main" id="{7C1188CD-F20D-44BC-AD37-878D19B20B5E}"/>
              </a:ext>
            </a:extLst>
          </p:cNvPr>
          <p:cNvSpPr>
            <a:spLocks noGrp="1"/>
          </p:cNvSpPr>
          <p:nvPr/>
        </p:nvSpPr>
        <p:spPr>
          <a:xfrm>
            <a:off x="615292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8" name="A1_bar_Cryo_12921">
            <a:extLst>
              <a:ext uri="{FF2B5EF4-FFF2-40B4-BE49-F238E27FC236}">
                <a16:creationId xmlns:a16="http://schemas.microsoft.com/office/drawing/2014/main" id="{ED2AB2C3-B74B-49A9-A9E4-A195F417D0D9}"/>
              </a:ext>
            </a:extLst>
          </p:cNvPr>
          <p:cNvSpPr>
            <a:spLocks noGrp="1"/>
          </p:cNvSpPr>
          <p:nvPr/>
        </p:nvSpPr>
        <p:spPr>
          <a:xfrm>
            <a:off x="61470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699" name="A1_bar_Cryo_12922">
            <a:extLst>
              <a:ext uri="{FF2B5EF4-FFF2-40B4-BE49-F238E27FC236}">
                <a16:creationId xmlns:a16="http://schemas.microsoft.com/office/drawing/2014/main" id="{7A37E724-AB51-4369-A335-DA511BB1D29C}"/>
              </a:ext>
            </a:extLst>
          </p:cNvPr>
          <p:cNvSpPr>
            <a:spLocks noGrp="1"/>
          </p:cNvSpPr>
          <p:nvPr/>
        </p:nvSpPr>
        <p:spPr>
          <a:xfrm>
            <a:off x="634157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0" name="A1_bar_Cryo_12923">
            <a:extLst>
              <a:ext uri="{FF2B5EF4-FFF2-40B4-BE49-F238E27FC236}">
                <a16:creationId xmlns:a16="http://schemas.microsoft.com/office/drawing/2014/main" id="{3C57ABAE-8839-42C7-9196-E92E400E31A2}"/>
              </a:ext>
            </a:extLst>
          </p:cNvPr>
          <p:cNvSpPr>
            <a:spLocks noGrp="1"/>
          </p:cNvSpPr>
          <p:nvPr/>
        </p:nvSpPr>
        <p:spPr>
          <a:xfrm>
            <a:off x="6283099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1" name="A1_bar_Cryo_12924">
            <a:extLst>
              <a:ext uri="{FF2B5EF4-FFF2-40B4-BE49-F238E27FC236}">
                <a16:creationId xmlns:a16="http://schemas.microsoft.com/office/drawing/2014/main" id="{CBD4B46C-DBAE-4B10-9F75-8511D9394F2A}"/>
              </a:ext>
            </a:extLst>
          </p:cNvPr>
          <p:cNvSpPr>
            <a:spLocks noGrp="1"/>
          </p:cNvSpPr>
          <p:nvPr/>
        </p:nvSpPr>
        <p:spPr>
          <a:xfrm>
            <a:off x="619657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2" name="A1_bar_Cryo_12925">
            <a:extLst>
              <a:ext uri="{FF2B5EF4-FFF2-40B4-BE49-F238E27FC236}">
                <a16:creationId xmlns:a16="http://schemas.microsoft.com/office/drawing/2014/main" id="{4F74CC6D-D8BA-4FEC-89FC-196A838CDF29}"/>
              </a:ext>
            </a:extLst>
          </p:cNvPr>
          <p:cNvSpPr>
            <a:spLocks noGrp="1"/>
          </p:cNvSpPr>
          <p:nvPr/>
        </p:nvSpPr>
        <p:spPr>
          <a:xfrm>
            <a:off x="633214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3" name="A1_bar_Cryo_12926">
            <a:extLst>
              <a:ext uri="{FF2B5EF4-FFF2-40B4-BE49-F238E27FC236}">
                <a16:creationId xmlns:a16="http://schemas.microsoft.com/office/drawing/2014/main" id="{5E62E4F6-4B8D-4683-B759-4909A500C20D}"/>
              </a:ext>
            </a:extLst>
          </p:cNvPr>
          <p:cNvSpPr>
            <a:spLocks noGrp="1"/>
          </p:cNvSpPr>
          <p:nvPr/>
        </p:nvSpPr>
        <p:spPr>
          <a:xfrm>
            <a:off x="630217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4" name="A1_bar_Cryo_12927">
            <a:extLst>
              <a:ext uri="{FF2B5EF4-FFF2-40B4-BE49-F238E27FC236}">
                <a16:creationId xmlns:a16="http://schemas.microsoft.com/office/drawing/2014/main" id="{9A272FB1-2A67-4DD6-99DB-54F1A5945388}"/>
              </a:ext>
            </a:extLst>
          </p:cNvPr>
          <p:cNvSpPr>
            <a:spLocks noGrp="1"/>
          </p:cNvSpPr>
          <p:nvPr/>
        </p:nvSpPr>
        <p:spPr>
          <a:xfrm>
            <a:off x="6233123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5" name="A1_bar_Cryo_12928">
            <a:extLst>
              <a:ext uri="{FF2B5EF4-FFF2-40B4-BE49-F238E27FC236}">
                <a16:creationId xmlns:a16="http://schemas.microsoft.com/office/drawing/2014/main" id="{655AD492-41A3-4E35-B805-AAD17FA29F47}"/>
              </a:ext>
            </a:extLst>
          </p:cNvPr>
          <p:cNvSpPr>
            <a:spLocks noGrp="1"/>
          </p:cNvSpPr>
          <p:nvPr/>
        </p:nvSpPr>
        <p:spPr>
          <a:xfrm>
            <a:off x="614619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6" name="A1_bar_Cryo_12929">
            <a:extLst>
              <a:ext uri="{FF2B5EF4-FFF2-40B4-BE49-F238E27FC236}">
                <a16:creationId xmlns:a16="http://schemas.microsoft.com/office/drawing/2014/main" id="{3BECB403-99F5-4062-9EDC-43047A124F93}"/>
              </a:ext>
            </a:extLst>
          </p:cNvPr>
          <p:cNvSpPr>
            <a:spLocks noGrp="1"/>
          </p:cNvSpPr>
          <p:nvPr/>
        </p:nvSpPr>
        <p:spPr>
          <a:xfrm>
            <a:off x="62642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7" name="A1_bar_Cryo_12930">
            <a:extLst>
              <a:ext uri="{FF2B5EF4-FFF2-40B4-BE49-F238E27FC236}">
                <a16:creationId xmlns:a16="http://schemas.microsoft.com/office/drawing/2014/main" id="{BCC5F390-14E1-4C56-B96C-3D72486921F2}"/>
              </a:ext>
            </a:extLst>
          </p:cNvPr>
          <p:cNvSpPr>
            <a:spLocks noGrp="1"/>
          </p:cNvSpPr>
          <p:nvPr/>
        </p:nvSpPr>
        <p:spPr>
          <a:xfrm>
            <a:off x="637917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8" name="A1_bar_Cryo_12931">
            <a:extLst>
              <a:ext uri="{FF2B5EF4-FFF2-40B4-BE49-F238E27FC236}">
                <a16:creationId xmlns:a16="http://schemas.microsoft.com/office/drawing/2014/main" id="{EE46F2D7-E0FD-40B7-BF32-0D2FA76E133E}"/>
              </a:ext>
            </a:extLst>
          </p:cNvPr>
          <p:cNvSpPr>
            <a:spLocks noGrp="1"/>
          </p:cNvSpPr>
          <p:nvPr/>
        </p:nvSpPr>
        <p:spPr>
          <a:xfrm>
            <a:off x="634814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09" name="A1_bar_Cryo_12932">
            <a:extLst>
              <a:ext uri="{FF2B5EF4-FFF2-40B4-BE49-F238E27FC236}">
                <a16:creationId xmlns:a16="http://schemas.microsoft.com/office/drawing/2014/main" id="{D446184D-C900-4A1D-B623-7BC97F10DB40}"/>
              </a:ext>
            </a:extLst>
          </p:cNvPr>
          <p:cNvSpPr>
            <a:spLocks noGrp="1"/>
          </p:cNvSpPr>
          <p:nvPr/>
        </p:nvSpPr>
        <p:spPr>
          <a:xfrm>
            <a:off x="6177170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0" name="A1_bar_Cryo_12933">
            <a:extLst>
              <a:ext uri="{FF2B5EF4-FFF2-40B4-BE49-F238E27FC236}">
                <a16:creationId xmlns:a16="http://schemas.microsoft.com/office/drawing/2014/main" id="{DD14CBD0-9C74-4771-A2C2-C828758828D4}"/>
              </a:ext>
            </a:extLst>
          </p:cNvPr>
          <p:cNvSpPr>
            <a:spLocks noGrp="1"/>
          </p:cNvSpPr>
          <p:nvPr/>
        </p:nvSpPr>
        <p:spPr>
          <a:xfrm>
            <a:off x="61897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1" name="A1_bar_Cryo_12934">
            <a:extLst>
              <a:ext uri="{FF2B5EF4-FFF2-40B4-BE49-F238E27FC236}">
                <a16:creationId xmlns:a16="http://schemas.microsoft.com/office/drawing/2014/main" id="{AF295463-9354-49FD-BAAE-CE7DB42341F1}"/>
              </a:ext>
            </a:extLst>
          </p:cNvPr>
          <p:cNvSpPr>
            <a:spLocks noGrp="1"/>
          </p:cNvSpPr>
          <p:nvPr/>
        </p:nvSpPr>
        <p:spPr>
          <a:xfrm>
            <a:off x="6191531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2" name="A1_bar_Cryo_12935">
            <a:extLst>
              <a:ext uri="{FF2B5EF4-FFF2-40B4-BE49-F238E27FC236}">
                <a16:creationId xmlns:a16="http://schemas.microsoft.com/office/drawing/2014/main" id="{8B410058-711A-47DD-9D4C-FDB8D1880C77}"/>
              </a:ext>
            </a:extLst>
          </p:cNvPr>
          <p:cNvSpPr>
            <a:spLocks noGrp="1"/>
          </p:cNvSpPr>
          <p:nvPr/>
        </p:nvSpPr>
        <p:spPr>
          <a:xfrm>
            <a:off x="621444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3" name="A1_bar_Cryo_12936">
            <a:extLst>
              <a:ext uri="{FF2B5EF4-FFF2-40B4-BE49-F238E27FC236}">
                <a16:creationId xmlns:a16="http://schemas.microsoft.com/office/drawing/2014/main" id="{2E5CC8CE-5C27-4C7F-A838-AF6B971420C7}"/>
              </a:ext>
            </a:extLst>
          </p:cNvPr>
          <p:cNvSpPr>
            <a:spLocks noGrp="1"/>
          </p:cNvSpPr>
          <p:nvPr/>
        </p:nvSpPr>
        <p:spPr>
          <a:xfrm>
            <a:off x="620661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4" name="A1_bar_Cryo_12937">
            <a:extLst>
              <a:ext uri="{FF2B5EF4-FFF2-40B4-BE49-F238E27FC236}">
                <a16:creationId xmlns:a16="http://schemas.microsoft.com/office/drawing/2014/main" id="{39EFA31D-96D4-4A9F-9774-94A36A97D511}"/>
              </a:ext>
            </a:extLst>
          </p:cNvPr>
          <p:cNvSpPr>
            <a:spLocks noGrp="1"/>
          </p:cNvSpPr>
          <p:nvPr/>
        </p:nvSpPr>
        <p:spPr>
          <a:xfrm>
            <a:off x="631360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5" name="A1_bar_Cryo_12938">
            <a:extLst>
              <a:ext uri="{FF2B5EF4-FFF2-40B4-BE49-F238E27FC236}">
                <a16:creationId xmlns:a16="http://schemas.microsoft.com/office/drawing/2014/main" id="{7A941CAE-16C8-4160-AEF4-D14C5C8C74AF}"/>
              </a:ext>
            </a:extLst>
          </p:cNvPr>
          <p:cNvSpPr>
            <a:spLocks noGrp="1"/>
          </p:cNvSpPr>
          <p:nvPr/>
        </p:nvSpPr>
        <p:spPr>
          <a:xfrm>
            <a:off x="626958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6" name="A1_bar_Cryo_12939">
            <a:extLst>
              <a:ext uri="{FF2B5EF4-FFF2-40B4-BE49-F238E27FC236}">
                <a16:creationId xmlns:a16="http://schemas.microsoft.com/office/drawing/2014/main" id="{9B7407F9-65D1-4ADA-9F89-C3FC1AC10948}"/>
              </a:ext>
            </a:extLst>
          </p:cNvPr>
          <p:cNvSpPr>
            <a:spLocks noGrp="1"/>
          </p:cNvSpPr>
          <p:nvPr/>
        </p:nvSpPr>
        <p:spPr>
          <a:xfrm>
            <a:off x="61693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7" name="A1_bar_Cryo_12940">
            <a:extLst>
              <a:ext uri="{FF2B5EF4-FFF2-40B4-BE49-F238E27FC236}">
                <a16:creationId xmlns:a16="http://schemas.microsoft.com/office/drawing/2014/main" id="{B4B69292-FC07-4FAA-B1AA-F3A7DC694F7F}"/>
              </a:ext>
            </a:extLst>
          </p:cNvPr>
          <p:cNvSpPr>
            <a:spLocks noGrp="1"/>
          </p:cNvSpPr>
          <p:nvPr/>
        </p:nvSpPr>
        <p:spPr>
          <a:xfrm>
            <a:off x="630699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8" name="A1_bar_Cryo_12941">
            <a:extLst>
              <a:ext uri="{FF2B5EF4-FFF2-40B4-BE49-F238E27FC236}">
                <a16:creationId xmlns:a16="http://schemas.microsoft.com/office/drawing/2014/main" id="{618B6B27-0AD3-492A-886A-8EAA2F9B9B4F}"/>
              </a:ext>
            </a:extLst>
          </p:cNvPr>
          <p:cNvSpPr>
            <a:spLocks noGrp="1"/>
          </p:cNvSpPr>
          <p:nvPr/>
        </p:nvSpPr>
        <p:spPr>
          <a:xfrm>
            <a:off x="638025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19" name="A1_bar_Cryo_12942">
            <a:extLst>
              <a:ext uri="{FF2B5EF4-FFF2-40B4-BE49-F238E27FC236}">
                <a16:creationId xmlns:a16="http://schemas.microsoft.com/office/drawing/2014/main" id="{5034BD67-44D5-419D-9A0C-EA1F82A90F17}"/>
              </a:ext>
            </a:extLst>
          </p:cNvPr>
          <p:cNvSpPr>
            <a:spLocks noGrp="1"/>
          </p:cNvSpPr>
          <p:nvPr/>
        </p:nvSpPr>
        <p:spPr>
          <a:xfrm>
            <a:off x="6340372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0" name="A1_bar_Cryo_12943">
            <a:extLst>
              <a:ext uri="{FF2B5EF4-FFF2-40B4-BE49-F238E27FC236}">
                <a16:creationId xmlns:a16="http://schemas.microsoft.com/office/drawing/2014/main" id="{00AFDFAE-2D54-48D8-AA0D-ED75229D6437}"/>
              </a:ext>
            </a:extLst>
          </p:cNvPr>
          <p:cNvSpPr>
            <a:spLocks noGrp="1"/>
          </p:cNvSpPr>
          <p:nvPr/>
        </p:nvSpPr>
        <p:spPr>
          <a:xfrm>
            <a:off x="6298167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1" name="A1_bar_Cryo_12944">
            <a:extLst>
              <a:ext uri="{FF2B5EF4-FFF2-40B4-BE49-F238E27FC236}">
                <a16:creationId xmlns:a16="http://schemas.microsoft.com/office/drawing/2014/main" id="{CD396D71-DB19-4509-9844-83007C67F651}"/>
              </a:ext>
            </a:extLst>
          </p:cNvPr>
          <p:cNvSpPr>
            <a:spLocks noGrp="1"/>
          </p:cNvSpPr>
          <p:nvPr/>
        </p:nvSpPr>
        <p:spPr>
          <a:xfrm>
            <a:off x="631959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2" name="A1_bar_Cryo_12945">
            <a:extLst>
              <a:ext uri="{FF2B5EF4-FFF2-40B4-BE49-F238E27FC236}">
                <a16:creationId xmlns:a16="http://schemas.microsoft.com/office/drawing/2014/main" id="{471F29BA-E33C-4720-B653-E4E6AA75F3F9}"/>
              </a:ext>
            </a:extLst>
          </p:cNvPr>
          <p:cNvSpPr>
            <a:spLocks noGrp="1"/>
          </p:cNvSpPr>
          <p:nvPr/>
        </p:nvSpPr>
        <p:spPr>
          <a:xfrm>
            <a:off x="630208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3" name="A1_bar_Cryo_12946">
            <a:extLst>
              <a:ext uri="{FF2B5EF4-FFF2-40B4-BE49-F238E27FC236}">
                <a16:creationId xmlns:a16="http://schemas.microsoft.com/office/drawing/2014/main" id="{2DFACC27-240F-4754-AA32-A0F57C0FCAA6}"/>
              </a:ext>
            </a:extLst>
          </p:cNvPr>
          <p:cNvSpPr>
            <a:spLocks noGrp="1"/>
          </p:cNvSpPr>
          <p:nvPr/>
        </p:nvSpPr>
        <p:spPr>
          <a:xfrm>
            <a:off x="62165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4" name="A1_bar_Cryo_12947">
            <a:extLst>
              <a:ext uri="{FF2B5EF4-FFF2-40B4-BE49-F238E27FC236}">
                <a16:creationId xmlns:a16="http://schemas.microsoft.com/office/drawing/2014/main" id="{3AC5E78E-04E2-4042-BE57-AA5E88125009}"/>
              </a:ext>
            </a:extLst>
          </p:cNvPr>
          <p:cNvSpPr>
            <a:spLocks noGrp="1"/>
          </p:cNvSpPr>
          <p:nvPr/>
        </p:nvSpPr>
        <p:spPr>
          <a:xfrm>
            <a:off x="620698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5" name="A1_bar_Cryo_12948">
            <a:extLst>
              <a:ext uri="{FF2B5EF4-FFF2-40B4-BE49-F238E27FC236}">
                <a16:creationId xmlns:a16="http://schemas.microsoft.com/office/drawing/2014/main" id="{89E5AAEC-01DF-4815-8266-46E5F43DB02C}"/>
              </a:ext>
            </a:extLst>
          </p:cNvPr>
          <p:cNvSpPr>
            <a:spLocks noGrp="1"/>
          </p:cNvSpPr>
          <p:nvPr/>
        </p:nvSpPr>
        <p:spPr>
          <a:xfrm>
            <a:off x="6295681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6" name="A1_bar_Cryo_12949">
            <a:extLst>
              <a:ext uri="{FF2B5EF4-FFF2-40B4-BE49-F238E27FC236}">
                <a16:creationId xmlns:a16="http://schemas.microsoft.com/office/drawing/2014/main" id="{34FA3768-18B8-4CC2-BCD9-F5658F620915}"/>
              </a:ext>
            </a:extLst>
          </p:cNvPr>
          <p:cNvSpPr>
            <a:spLocks noGrp="1"/>
          </p:cNvSpPr>
          <p:nvPr/>
        </p:nvSpPr>
        <p:spPr>
          <a:xfrm>
            <a:off x="628942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7" name="A1_bar_Cryo_12950">
            <a:extLst>
              <a:ext uri="{FF2B5EF4-FFF2-40B4-BE49-F238E27FC236}">
                <a16:creationId xmlns:a16="http://schemas.microsoft.com/office/drawing/2014/main" id="{C9C38BC2-4283-47E2-9391-92A00705BD3C}"/>
              </a:ext>
            </a:extLst>
          </p:cNvPr>
          <p:cNvSpPr>
            <a:spLocks noGrp="1"/>
          </p:cNvSpPr>
          <p:nvPr/>
        </p:nvSpPr>
        <p:spPr>
          <a:xfrm>
            <a:off x="6129429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8" name="A1_bar_Cryo_12951">
            <a:extLst>
              <a:ext uri="{FF2B5EF4-FFF2-40B4-BE49-F238E27FC236}">
                <a16:creationId xmlns:a16="http://schemas.microsoft.com/office/drawing/2014/main" id="{32992FBB-8724-4CEB-A8A2-AE2C60368A0C}"/>
              </a:ext>
            </a:extLst>
          </p:cNvPr>
          <p:cNvSpPr>
            <a:spLocks noGrp="1"/>
          </p:cNvSpPr>
          <p:nvPr/>
        </p:nvSpPr>
        <p:spPr>
          <a:xfrm>
            <a:off x="6254386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29" name="A1_bar_Cryo_12952">
            <a:extLst>
              <a:ext uri="{FF2B5EF4-FFF2-40B4-BE49-F238E27FC236}">
                <a16:creationId xmlns:a16="http://schemas.microsoft.com/office/drawing/2014/main" id="{217FE7E4-98B5-428D-9C9E-E20CA0B3CB4D}"/>
              </a:ext>
            </a:extLst>
          </p:cNvPr>
          <p:cNvSpPr>
            <a:spLocks noGrp="1"/>
          </p:cNvSpPr>
          <p:nvPr/>
        </p:nvSpPr>
        <p:spPr>
          <a:xfrm>
            <a:off x="613165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0" name="A1_bar_Cryo_12953">
            <a:extLst>
              <a:ext uri="{FF2B5EF4-FFF2-40B4-BE49-F238E27FC236}">
                <a16:creationId xmlns:a16="http://schemas.microsoft.com/office/drawing/2014/main" id="{DF714996-4918-42B7-BE7D-868D8C14A71D}"/>
              </a:ext>
            </a:extLst>
          </p:cNvPr>
          <p:cNvSpPr>
            <a:spLocks noGrp="1"/>
          </p:cNvSpPr>
          <p:nvPr/>
        </p:nvSpPr>
        <p:spPr>
          <a:xfrm>
            <a:off x="6232101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1" name="A1_bar_Cryo_12954">
            <a:extLst>
              <a:ext uri="{FF2B5EF4-FFF2-40B4-BE49-F238E27FC236}">
                <a16:creationId xmlns:a16="http://schemas.microsoft.com/office/drawing/2014/main" id="{BF6E2341-AE41-4340-BF1C-F58F552CE5F7}"/>
              </a:ext>
            </a:extLst>
          </p:cNvPr>
          <p:cNvSpPr>
            <a:spLocks noGrp="1"/>
          </p:cNvSpPr>
          <p:nvPr/>
        </p:nvSpPr>
        <p:spPr>
          <a:xfrm>
            <a:off x="628259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2" name="A1_bar_Cryo_12955">
            <a:extLst>
              <a:ext uri="{FF2B5EF4-FFF2-40B4-BE49-F238E27FC236}">
                <a16:creationId xmlns:a16="http://schemas.microsoft.com/office/drawing/2014/main" id="{2583C408-5F7F-402A-8825-E500066E6C36}"/>
              </a:ext>
            </a:extLst>
          </p:cNvPr>
          <p:cNvSpPr>
            <a:spLocks noGrp="1"/>
          </p:cNvSpPr>
          <p:nvPr/>
        </p:nvSpPr>
        <p:spPr>
          <a:xfrm>
            <a:off x="635007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3" name="A1_bar_Cryo_12956">
            <a:extLst>
              <a:ext uri="{FF2B5EF4-FFF2-40B4-BE49-F238E27FC236}">
                <a16:creationId xmlns:a16="http://schemas.microsoft.com/office/drawing/2014/main" id="{58F38C81-7F85-4A43-BE15-2214CC82CC88}"/>
              </a:ext>
            </a:extLst>
          </p:cNvPr>
          <p:cNvSpPr>
            <a:spLocks noGrp="1"/>
          </p:cNvSpPr>
          <p:nvPr/>
        </p:nvSpPr>
        <p:spPr>
          <a:xfrm>
            <a:off x="6319500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4" name="A1_bar_Cryo_12957">
            <a:extLst>
              <a:ext uri="{FF2B5EF4-FFF2-40B4-BE49-F238E27FC236}">
                <a16:creationId xmlns:a16="http://schemas.microsoft.com/office/drawing/2014/main" id="{41623A5A-795E-43CC-9F2B-84A1F2CFB946}"/>
              </a:ext>
            </a:extLst>
          </p:cNvPr>
          <p:cNvSpPr>
            <a:spLocks noGrp="1"/>
          </p:cNvSpPr>
          <p:nvPr/>
        </p:nvSpPr>
        <p:spPr>
          <a:xfrm>
            <a:off x="6322313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5" name="A1_bar_Cryo_12958">
            <a:extLst>
              <a:ext uri="{FF2B5EF4-FFF2-40B4-BE49-F238E27FC236}">
                <a16:creationId xmlns:a16="http://schemas.microsoft.com/office/drawing/2014/main" id="{DD044ACC-6836-4CF7-B924-B954304706AC}"/>
              </a:ext>
            </a:extLst>
          </p:cNvPr>
          <p:cNvSpPr>
            <a:spLocks noGrp="1"/>
          </p:cNvSpPr>
          <p:nvPr/>
        </p:nvSpPr>
        <p:spPr>
          <a:xfrm>
            <a:off x="625082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6" name="A1_bar_Cryo_12959">
            <a:extLst>
              <a:ext uri="{FF2B5EF4-FFF2-40B4-BE49-F238E27FC236}">
                <a16:creationId xmlns:a16="http://schemas.microsoft.com/office/drawing/2014/main" id="{EDB9DE7E-D409-438F-A92A-72D504B78B0C}"/>
              </a:ext>
            </a:extLst>
          </p:cNvPr>
          <p:cNvSpPr>
            <a:spLocks noGrp="1"/>
          </p:cNvSpPr>
          <p:nvPr/>
        </p:nvSpPr>
        <p:spPr>
          <a:xfrm>
            <a:off x="6269367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7" name="A1_bar_Cryo_12960">
            <a:extLst>
              <a:ext uri="{FF2B5EF4-FFF2-40B4-BE49-F238E27FC236}">
                <a16:creationId xmlns:a16="http://schemas.microsoft.com/office/drawing/2014/main" id="{4A6525B9-DF74-4669-9420-DE7E3B836416}"/>
              </a:ext>
            </a:extLst>
          </p:cNvPr>
          <p:cNvSpPr>
            <a:spLocks noGrp="1"/>
          </p:cNvSpPr>
          <p:nvPr/>
        </p:nvSpPr>
        <p:spPr>
          <a:xfrm>
            <a:off x="623013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8" name="A1_bar_Cryo_12961">
            <a:extLst>
              <a:ext uri="{FF2B5EF4-FFF2-40B4-BE49-F238E27FC236}">
                <a16:creationId xmlns:a16="http://schemas.microsoft.com/office/drawing/2014/main" id="{3106C1BC-96EA-41FD-942A-DE8750CBFF84}"/>
              </a:ext>
            </a:extLst>
          </p:cNvPr>
          <p:cNvSpPr>
            <a:spLocks noGrp="1"/>
          </p:cNvSpPr>
          <p:nvPr/>
        </p:nvSpPr>
        <p:spPr>
          <a:xfrm>
            <a:off x="627077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39" name="A1_bar_Cryo_12962">
            <a:extLst>
              <a:ext uri="{FF2B5EF4-FFF2-40B4-BE49-F238E27FC236}">
                <a16:creationId xmlns:a16="http://schemas.microsoft.com/office/drawing/2014/main" id="{A551EF1C-315D-4C9F-BA58-DF752F1B1ECB}"/>
              </a:ext>
            </a:extLst>
          </p:cNvPr>
          <p:cNvSpPr>
            <a:spLocks noGrp="1"/>
          </p:cNvSpPr>
          <p:nvPr/>
        </p:nvSpPr>
        <p:spPr>
          <a:xfrm>
            <a:off x="6225344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0" name="A1_bar_Cryo_12963">
            <a:extLst>
              <a:ext uri="{FF2B5EF4-FFF2-40B4-BE49-F238E27FC236}">
                <a16:creationId xmlns:a16="http://schemas.microsoft.com/office/drawing/2014/main" id="{A6372FFC-0DDD-437B-8F9F-520FF8ED4C28}"/>
              </a:ext>
            </a:extLst>
          </p:cNvPr>
          <p:cNvSpPr>
            <a:spLocks noGrp="1"/>
          </p:cNvSpPr>
          <p:nvPr/>
        </p:nvSpPr>
        <p:spPr>
          <a:xfrm>
            <a:off x="6334910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1" name="A1_bar_Cryo_12964">
            <a:extLst>
              <a:ext uri="{FF2B5EF4-FFF2-40B4-BE49-F238E27FC236}">
                <a16:creationId xmlns:a16="http://schemas.microsoft.com/office/drawing/2014/main" id="{05284080-1D3F-4991-AED3-8CCAC1EC7D03}"/>
              </a:ext>
            </a:extLst>
          </p:cNvPr>
          <p:cNvSpPr>
            <a:spLocks noGrp="1"/>
          </p:cNvSpPr>
          <p:nvPr/>
        </p:nvSpPr>
        <p:spPr>
          <a:xfrm>
            <a:off x="6139848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2" name="A1_bar_Cryo_12965">
            <a:extLst>
              <a:ext uri="{FF2B5EF4-FFF2-40B4-BE49-F238E27FC236}">
                <a16:creationId xmlns:a16="http://schemas.microsoft.com/office/drawing/2014/main" id="{3CD36093-1C28-45D5-88FE-DA13E05325F4}"/>
              </a:ext>
            </a:extLst>
          </p:cNvPr>
          <p:cNvSpPr>
            <a:spLocks noGrp="1"/>
          </p:cNvSpPr>
          <p:nvPr/>
        </p:nvSpPr>
        <p:spPr>
          <a:xfrm>
            <a:off x="63686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3" name="A1_bar_Cryo_12966">
            <a:extLst>
              <a:ext uri="{FF2B5EF4-FFF2-40B4-BE49-F238E27FC236}">
                <a16:creationId xmlns:a16="http://schemas.microsoft.com/office/drawing/2014/main" id="{FF6E91EA-4626-441C-92B5-9B20EDBE4A25}"/>
              </a:ext>
            </a:extLst>
          </p:cNvPr>
          <p:cNvSpPr>
            <a:spLocks noGrp="1"/>
          </p:cNvSpPr>
          <p:nvPr/>
        </p:nvSpPr>
        <p:spPr>
          <a:xfrm>
            <a:off x="6337950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4" name="A1_bar_Cryo_12967">
            <a:extLst>
              <a:ext uri="{FF2B5EF4-FFF2-40B4-BE49-F238E27FC236}">
                <a16:creationId xmlns:a16="http://schemas.microsoft.com/office/drawing/2014/main" id="{A030082E-F482-4D64-AE54-911E8F43FDC4}"/>
              </a:ext>
            </a:extLst>
          </p:cNvPr>
          <p:cNvSpPr>
            <a:spLocks noGrp="1"/>
          </p:cNvSpPr>
          <p:nvPr/>
        </p:nvSpPr>
        <p:spPr>
          <a:xfrm>
            <a:off x="6217412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5" name="A1_bar_Cryo_12968">
            <a:extLst>
              <a:ext uri="{FF2B5EF4-FFF2-40B4-BE49-F238E27FC236}">
                <a16:creationId xmlns:a16="http://schemas.microsoft.com/office/drawing/2014/main" id="{6F853BFB-9C79-49C0-9ACB-F7A8422463A5}"/>
              </a:ext>
            </a:extLst>
          </p:cNvPr>
          <p:cNvSpPr>
            <a:spLocks noGrp="1"/>
          </p:cNvSpPr>
          <p:nvPr/>
        </p:nvSpPr>
        <p:spPr>
          <a:xfrm>
            <a:off x="6244558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6" name="A1_bar_Cryo_12969">
            <a:extLst>
              <a:ext uri="{FF2B5EF4-FFF2-40B4-BE49-F238E27FC236}">
                <a16:creationId xmlns:a16="http://schemas.microsoft.com/office/drawing/2014/main" id="{FEF33E36-3D12-49E1-BB28-6626DAFD2F89}"/>
              </a:ext>
            </a:extLst>
          </p:cNvPr>
          <p:cNvSpPr>
            <a:spLocks noGrp="1"/>
          </p:cNvSpPr>
          <p:nvPr/>
        </p:nvSpPr>
        <p:spPr>
          <a:xfrm>
            <a:off x="6260769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7" name="A1_bar_Cryo_12970">
            <a:extLst>
              <a:ext uri="{FF2B5EF4-FFF2-40B4-BE49-F238E27FC236}">
                <a16:creationId xmlns:a16="http://schemas.microsoft.com/office/drawing/2014/main" id="{4D31BED6-4275-4CC7-9F73-1ACAE260C82A}"/>
              </a:ext>
            </a:extLst>
          </p:cNvPr>
          <p:cNvSpPr>
            <a:spLocks noGrp="1"/>
          </p:cNvSpPr>
          <p:nvPr/>
        </p:nvSpPr>
        <p:spPr>
          <a:xfrm>
            <a:off x="6204293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8" name="A1_bar_Cryo_12971">
            <a:extLst>
              <a:ext uri="{FF2B5EF4-FFF2-40B4-BE49-F238E27FC236}">
                <a16:creationId xmlns:a16="http://schemas.microsoft.com/office/drawing/2014/main" id="{FECB132F-DADD-4B9B-81CC-B0F171E497DE}"/>
              </a:ext>
            </a:extLst>
          </p:cNvPr>
          <p:cNvSpPr>
            <a:spLocks noGrp="1"/>
          </p:cNvSpPr>
          <p:nvPr/>
        </p:nvSpPr>
        <p:spPr>
          <a:xfrm>
            <a:off x="635468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49" name="A1_bar_Cryo_12972">
            <a:extLst>
              <a:ext uri="{FF2B5EF4-FFF2-40B4-BE49-F238E27FC236}">
                <a16:creationId xmlns:a16="http://schemas.microsoft.com/office/drawing/2014/main" id="{10CF47A9-382A-4FD2-BB82-C3D66C889CB0}"/>
              </a:ext>
            </a:extLst>
          </p:cNvPr>
          <p:cNvSpPr>
            <a:spLocks noGrp="1"/>
          </p:cNvSpPr>
          <p:nvPr/>
        </p:nvSpPr>
        <p:spPr>
          <a:xfrm>
            <a:off x="63449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0" name="A1_bar_Cryo_12973">
            <a:extLst>
              <a:ext uri="{FF2B5EF4-FFF2-40B4-BE49-F238E27FC236}">
                <a16:creationId xmlns:a16="http://schemas.microsoft.com/office/drawing/2014/main" id="{D541991E-C666-4893-AA91-DA98CE7A69E6}"/>
              </a:ext>
            </a:extLst>
          </p:cNvPr>
          <p:cNvSpPr>
            <a:spLocks noGrp="1"/>
          </p:cNvSpPr>
          <p:nvPr/>
        </p:nvSpPr>
        <p:spPr>
          <a:xfrm>
            <a:off x="614856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1" name="A1_bar_Cryo_12974">
            <a:extLst>
              <a:ext uri="{FF2B5EF4-FFF2-40B4-BE49-F238E27FC236}">
                <a16:creationId xmlns:a16="http://schemas.microsoft.com/office/drawing/2014/main" id="{2669F122-8869-46BE-99CC-F1B08BF5545D}"/>
              </a:ext>
            </a:extLst>
          </p:cNvPr>
          <p:cNvSpPr>
            <a:spLocks noGrp="1"/>
          </p:cNvSpPr>
          <p:nvPr/>
        </p:nvSpPr>
        <p:spPr>
          <a:xfrm>
            <a:off x="637908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2" name="A1_bar_Cryo_12975">
            <a:extLst>
              <a:ext uri="{FF2B5EF4-FFF2-40B4-BE49-F238E27FC236}">
                <a16:creationId xmlns:a16="http://schemas.microsoft.com/office/drawing/2014/main" id="{B7EFAB15-9F18-47FA-8C2A-6C5911F4B49D}"/>
              </a:ext>
            </a:extLst>
          </p:cNvPr>
          <p:cNvSpPr>
            <a:spLocks noGrp="1"/>
          </p:cNvSpPr>
          <p:nvPr/>
        </p:nvSpPr>
        <p:spPr>
          <a:xfrm>
            <a:off x="6334274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3" name="A1_bar_Cryo_12976">
            <a:extLst>
              <a:ext uri="{FF2B5EF4-FFF2-40B4-BE49-F238E27FC236}">
                <a16:creationId xmlns:a16="http://schemas.microsoft.com/office/drawing/2014/main" id="{D174A91F-4EC9-4FF3-A46B-6217429CAEB3}"/>
              </a:ext>
            </a:extLst>
          </p:cNvPr>
          <p:cNvSpPr>
            <a:spLocks noGrp="1"/>
          </p:cNvSpPr>
          <p:nvPr/>
        </p:nvSpPr>
        <p:spPr>
          <a:xfrm>
            <a:off x="6166229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4" name="A1_bar_Cryo_12977">
            <a:extLst>
              <a:ext uri="{FF2B5EF4-FFF2-40B4-BE49-F238E27FC236}">
                <a16:creationId xmlns:a16="http://schemas.microsoft.com/office/drawing/2014/main" id="{E2396BE6-D373-4BD1-8AD6-57DEEBC4C5E6}"/>
              </a:ext>
            </a:extLst>
          </p:cNvPr>
          <p:cNvSpPr>
            <a:spLocks noGrp="1"/>
          </p:cNvSpPr>
          <p:nvPr/>
        </p:nvSpPr>
        <p:spPr>
          <a:xfrm>
            <a:off x="6233625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5" name="A1_bar_Cryo_12978">
            <a:extLst>
              <a:ext uri="{FF2B5EF4-FFF2-40B4-BE49-F238E27FC236}">
                <a16:creationId xmlns:a16="http://schemas.microsoft.com/office/drawing/2014/main" id="{7968681C-8A61-4B8B-AE20-48EAE9BD1954}"/>
              </a:ext>
            </a:extLst>
          </p:cNvPr>
          <p:cNvSpPr>
            <a:spLocks noGrp="1"/>
          </p:cNvSpPr>
          <p:nvPr/>
        </p:nvSpPr>
        <p:spPr>
          <a:xfrm>
            <a:off x="616605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6" name="A1_bar_Cryo_12979">
            <a:extLst>
              <a:ext uri="{FF2B5EF4-FFF2-40B4-BE49-F238E27FC236}">
                <a16:creationId xmlns:a16="http://schemas.microsoft.com/office/drawing/2014/main" id="{0CCA093F-6834-4B9E-8714-43970B8D7B0D}"/>
              </a:ext>
            </a:extLst>
          </p:cNvPr>
          <p:cNvSpPr>
            <a:spLocks noGrp="1"/>
          </p:cNvSpPr>
          <p:nvPr/>
        </p:nvSpPr>
        <p:spPr>
          <a:xfrm>
            <a:off x="6332547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7" name="A1_bar_Cryo_12980">
            <a:extLst>
              <a:ext uri="{FF2B5EF4-FFF2-40B4-BE49-F238E27FC236}">
                <a16:creationId xmlns:a16="http://schemas.microsoft.com/office/drawing/2014/main" id="{BD51849A-272E-41C6-87DB-87D69CFDCD58}"/>
              </a:ext>
            </a:extLst>
          </p:cNvPr>
          <p:cNvSpPr>
            <a:spLocks noGrp="1"/>
          </p:cNvSpPr>
          <p:nvPr/>
        </p:nvSpPr>
        <p:spPr>
          <a:xfrm>
            <a:off x="6283853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8" name="A1_bar_Cryo_12981">
            <a:extLst>
              <a:ext uri="{FF2B5EF4-FFF2-40B4-BE49-F238E27FC236}">
                <a16:creationId xmlns:a16="http://schemas.microsoft.com/office/drawing/2014/main" id="{5E2681DB-4040-4383-917F-31E33824D9F5}"/>
              </a:ext>
            </a:extLst>
          </p:cNvPr>
          <p:cNvSpPr>
            <a:spLocks noGrp="1"/>
          </p:cNvSpPr>
          <p:nvPr/>
        </p:nvSpPr>
        <p:spPr>
          <a:xfrm>
            <a:off x="619157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59" name="A1_bar_Cryo_12982">
            <a:extLst>
              <a:ext uri="{FF2B5EF4-FFF2-40B4-BE49-F238E27FC236}">
                <a16:creationId xmlns:a16="http://schemas.microsoft.com/office/drawing/2014/main" id="{B20BB304-5A02-49E2-B979-1CC7D0F6C9B4}"/>
              </a:ext>
            </a:extLst>
          </p:cNvPr>
          <p:cNvSpPr>
            <a:spLocks noGrp="1"/>
          </p:cNvSpPr>
          <p:nvPr/>
        </p:nvSpPr>
        <p:spPr>
          <a:xfrm>
            <a:off x="6154300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0" name="A1_bar_Cryo_12983">
            <a:extLst>
              <a:ext uri="{FF2B5EF4-FFF2-40B4-BE49-F238E27FC236}">
                <a16:creationId xmlns:a16="http://schemas.microsoft.com/office/drawing/2014/main" id="{5F7FAC8A-1C55-455E-89C9-3092C83C97D7}"/>
              </a:ext>
            </a:extLst>
          </p:cNvPr>
          <p:cNvSpPr>
            <a:spLocks noGrp="1"/>
          </p:cNvSpPr>
          <p:nvPr/>
        </p:nvSpPr>
        <p:spPr>
          <a:xfrm>
            <a:off x="636294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1" name="A1_bar_Cryo_12984">
            <a:extLst>
              <a:ext uri="{FF2B5EF4-FFF2-40B4-BE49-F238E27FC236}">
                <a16:creationId xmlns:a16="http://schemas.microsoft.com/office/drawing/2014/main" id="{35483C18-1B4F-4E89-B33C-602E1C1F1AFC}"/>
              </a:ext>
            </a:extLst>
          </p:cNvPr>
          <p:cNvSpPr>
            <a:spLocks noGrp="1"/>
          </p:cNvSpPr>
          <p:nvPr/>
        </p:nvSpPr>
        <p:spPr>
          <a:xfrm>
            <a:off x="634630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2" name="A1_bar_Cryo_12985">
            <a:extLst>
              <a:ext uri="{FF2B5EF4-FFF2-40B4-BE49-F238E27FC236}">
                <a16:creationId xmlns:a16="http://schemas.microsoft.com/office/drawing/2014/main" id="{D64F7F0C-2F76-48DC-85F2-EBF52FE23CB5}"/>
              </a:ext>
            </a:extLst>
          </p:cNvPr>
          <p:cNvSpPr>
            <a:spLocks noGrp="1"/>
          </p:cNvSpPr>
          <p:nvPr/>
        </p:nvSpPr>
        <p:spPr>
          <a:xfrm>
            <a:off x="614205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3" name="A1_bar_Cryo_12986">
            <a:extLst>
              <a:ext uri="{FF2B5EF4-FFF2-40B4-BE49-F238E27FC236}">
                <a16:creationId xmlns:a16="http://schemas.microsoft.com/office/drawing/2014/main" id="{57E5694B-76C4-4E45-A032-EA9F534B2A9D}"/>
              </a:ext>
            </a:extLst>
          </p:cNvPr>
          <p:cNvSpPr>
            <a:spLocks noGrp="1"/>
          </p:cNvSpPr>
          <p:nvPr/>
        </p:nvSpPr>
        <p:spPr>
          <a:xfrm>
            <a:off x="62860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4" name="A1_bar_Cryo_12987">
            <a:extLst>
              <a:ext uri="{FF2B5EF4-FFF2-40B4-BE49-F238E27FC236}">
                <a16:creationId xmlns:a16="http://schemas.microsoft.com/office/drawing/2014/main" id="{BCC7CA58-7BA2-4197-BD0E-54C96CE7C2D2}"/>
              </a:ext>
            </a:extLst>
          </p:cNvPr>
          <p:cNvSpPr>
            <a:spLocks noGrp="1"/>
          </p:cNvSpPr>
          <p:nvPr/>
        </p:nvSpPr>
        <p:spPr>
          <a:xfrm>
            <a:off x="6166486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5" name="A1_bar_Cryo_12988">
            <a:extLst>
              <a:ext uri="{FF2B5EF4-FFF2-40B4-BE49-F238E27FC236}">
                <a16:creationId xmlns:a16="http://schemas.microsoft.com/office/drawing/2014/main" id="{5F08D54B-8FA2-41CD-B0EC-3C9987D1DBD9}"/>
              </a:ext>
            </a:extLst>
          </p:cNvPr>
          <p:cNvSpPr>
            <a:spLocks noGrp="1"/>
          </p:cNvSpPr>
          <p:nvPr/>
        </p:nvSpPr>
        <p:spPr>
          <a:xfrm>
            <a:off x="61950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6" name="A1_bar_Cryo_12989">
            <a:extLst>
              <a:ext uri="{FF2B5EF4-FFF2-40B4-BE49-F238E27FC236}">
                <a16:creationId xmlns:a16="http://schemas.microsoft.com/office/drawing/2014/main" id="{73151691-53E9-4D13-94B9-40498591E08C}"/>
              </a:ext>
            </a:extLst>
          </p:cNvPr>
          <p:cNvSpPr>
            <a:spLocks noGrp="1"/>
          </p:cNvSpPr>
          <p:nvPr/>
        </p:nvSpPr>
        <p:spPr>
          <a:xfrm>
            <a:off x="612771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7" name="A1_bar_Cryo_12990">
            <a:extLst>
              <a:ext uri="{FF2B5EF4-FFF2-40B4-BE49-F238E27FC236}">
                <a16:creationId xmlns:a16="http://schemas.microsoft.com/office/drawing/2014/main" id="{E0D320AA-8963-4746-94F5-472740101253}"/>
              </a:ext>
            </a:extLst>
          </p:cNvPr>
          <p:cNvSpPr>
            <a:spLocks noGrp="1"/>
          </p:cNvSpPr>
          <p:nvPr/>
        </p:nvSpPr>
        <p:spPr>
          <a:xfrm>
            <a:off x="774812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8" name="A1_bar_Cryo_12991">
            <a:extLst>
              <a:ext uri="{FF2B5EF4-FFF2-40B4-BE49-F238E27FC236}">
                <a16:creationId xmlns:a16="http://schemas.microsoft.com/office/drawing/2014/main" id="{0570676A-AD11-4AB6-A67F-9F5462E74170}"/>
              </a:ext>
            </a:extLst>
          </p:cNvPr>
          <p:cNvSpPr>
            <a:spLocks noGrp="1"/>
          </p:cNvSpPr>
          <p:nvPr/>
        </p:nvSpPr>
        <p:spPr>
          <a:xfrm>
            <a:off x="7914009" y="37860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69" name="A1_bar_Cryo_12992">
            <a:extLst>
              <a:ext uri="{FF2B5EF4-FFF2-40B4-BE49-F238E27FC236}">
                <a16:creationId xmlns:a16="http://schemas.microsoft.com/office/drawing/2014/main" id="{22B58B9B-493F-4E57-8D02-6C169A4FA2D5}"/>
              </a:ext>
            </a:extLst>
          </p:cNvPr>
          <p:cNvSpPr>
            <a:spLocks noGrp="1"/>
          </p:cNvSpPr>
          <p:nvPr/>
        </p:nvSpPr>
        <p:spPr>
          <a:xfrm>
            <a:off x="786752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0" name="A1_bar_Cryo_12993">
            <a:extLst>
              <a:ext uri="{FF2B5EF4-FFF2-40B4-BE49-F238E27FC236}">
                <a16:creationId xmlns:a16="http://schemas.microsoft.com/office/drawing/2014/main" id="{E535668D-ECE7-4CD5-9E10-93388E457548}"/>
              </a:ext>
            </a:extLst>
          </p:cNvPr>
          <p:cNvSpPr>
            <a:spLocks noGrp="1"/>
          </p:cNvSpPr>
          <p:nvPr/>
        </p:nvSpPr>
        <p:spPr>
          <a:xfrm>
            <a:off x="776249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1" name="A1_bar_Cryo_12994">
            <a:extLst>
              <a:ext uri="{FF2B5EF4-FFF2-40B4-BE49-F238E27FC236}">
                <a16:creationId xmlns:a16="http://schemas.microsoft.com/office/drawing/2014/main" id="{F3D85FC3-F035-4A72-8687-020E6A256C93}"/>
              </a:ext>
            </a:extLst>
          </p:cNvPr>
          <p:cNvSpPr>
            <a:spLocks noGrp="1"/>
          </p:cNvSpPr>
          <p:nvPr/>
        </p:nvSpPr>
        <p:spPr>
          <a:xfrm>
            <a:off x="7711330" y="43045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2" name="A1_bar_Cryo_12995">
            <a:extLst>
              <a:ext uri="{FF2B5EF4-FFF2-40B4-BE49-F238E27FC236}">
                <a16:creationId xmlns:a16="http://schemas.microsoft.com/office/drawing/2014/main" id="{5AFBB3D9-32CB-462D-9539-8FB85A67FEC9}"/>
              </a:ext>
            </a:extLst>
          </p:cNvPr>
          <p:cNvSpPr>
            <a:spLocks noGrp="1"/>
          </p:cNvSpPr>
          <p:nvPr/>
        </p:nvSpPr>
        <p:spPr>
          <a:xfrm>
            <a:off x="774234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3" name="A1_bar_Cryo_12996">
            <a:extLst>
              <a:ext uri="{FF2B5EF4-FFF2-40B4-BE49-F238E27FC236}">
                <a16:creationId xmlns:a16="http://schemas.microsoft.com/office/drawing/2014/main" id="{E2C6AE2B-1690-451F-8F19-0E390B23533E}"/>
              </a:ext>
            </a:extLst>
          </p:cNvPr>
          <p:cNvSpPr>
            <a:spLocks noGrp="1"/>
          </p:cNvSpPr>
          <p:nvPr/>
        </p:nvSpPr>
        <p:spPr>
          <a:xfrm>
            <a:off x="770560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4" name="A1_bar_Cryo_12997">
            <a:extLst>
              <a:ext uri="{FF2B5EF4-FFF2-40B4-BE49-F238E27FC236}">
                <a16:creationId xmlns:a16="http://schemas.microsoft.com/office/drawing/2014/main" id="{24C97C3D-C515-4320-B935-76BFAC84FA7A}"/>
              </a:ext>
            </a:extLst>
          </p:cNvPr>
          <p:cNvSpPr>
            <a:spLocks noGrp="1"/>
          </p:cNvSpPr>
          <p:nvPr/>
        </p:nvSpPr>
        <p:spPr>
          <a:xfrm>
            <a:off x="772598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5" name="A1_bar_Cryo_12998">
            <a:extLst>
              <a:ext uri="{FF2B5EF4-FFF2-40B4-BE49-F238E27FC236}">
                <a16:creationId xmlns:a16="http://schemas.microsoft.com/office/drawing/2014/main" id="{6CDDA725-46F6-4070-92CD-2EE430A08B4D}"/>
              </a:ext>
            </a:extLst>
          </p:cNvPr>
          <p:cNvSpPr>
            <a:spLocks noGrp="1"/>
          </p:cNvSpPr>
          <p:nvPr/>
        </p:nvSpPr>
        <p:spPr>
          <a:xfrm>
            <a:off x="7878406" y="604540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6" name="A1_bar_Cryo_12999">
            <a:extLst>
              <a:ext uri="{FF2B5EF4-FFF2-40B4-BE49-F238E27FC236}">
                <a16:creationId xmlns:a16="http://schemas.microsoft.com/office/drawing/2014/main" id="{B21D6CAD-8CE3-4B94-9CF8-CD55BFA3D408}"/>
              </a:ext>
            </a:extLst>
          </p:cNvPr>
          <p:cNvSpPr>
            <a:spLocks noGrp="1"/>
          </p:cNvSpPr>
          <p:nvPr/>
        </p:nvSpPr>
        <p:spPr>
          <a:xfrm>
            <a:off x="78493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7" name="A1_bar_Cryo_13000">
            <a:extLst>
              <a:ext uri="{FF2B5EF4-FFF2-40B4-BE49-F238E27FC236}">
                <a16:creationId xmlns:a16="http://schemas.microsoft.com/office/drawing/2014/main" id="{A767C7DE-7E0B-4E3D-9E31-61D386E1681B}"/>
              </a:ext>
            </a:extLst>
          </p:cNvPr>
          <p:cNvSpPr>
            <a:spLocks noGrp="1"/>
          </p:cNvSpPr>
          <p:nvPr/>
        </p:nvSpPr>
        <p:spPr>
          <a:xfrm>
            <a:off x="7906865" y="463172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8" name="A1_bar_Cryo_13001">
            <a:extLst>
              <a:ext uri="{FF2B5EF4-FFF2-40B4-BE49-F238E27FC236}">
                <a16:creationId xmlns:a16="http://schemas.microsoft.com/office/drawing/2014/main" id="{21DD03EB-8617-4A97-8F05-DD5A28ACEFD6}"/>
              </a:ext>
            </a:extLst>
          </p:cNvPr>
          <p:cNvSpPr>
            <a:spLocks noGrp="1"/>
          </p:cNvSpPr>
          <p:nvPr/>
        </p:nvSpPr>
        <p:spPr>
          <a:xfrm>
            <a:off x="7762296" y="419526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79" name="A1_bar_Cryo_13002">
            <a:extLst>
              <a:ext uri="{FF2B5EF4-FFF2-40B4-BE49-F238E27FC236}">
                <a16:creationId xmlns:a16="http://schemas.microsoft.com/office/drawing/2014/main" id="{86F0CC60-A525-423A-A4A7-14359CE70843}"/>
              </a:ext>
            </a:extLst>
          </p:cNvPr>
          <p:cNvSpPr>
            <a:spLocks noGrp="1"/>
          </p:cNvSpPr>
          <p:nvPr/>
        </p:nvSpPr>
        <p:spPr>
          <a:xfrm>
            <a:off x="7745316" y="46576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0" name="A1_bar_Cryo_13003">
            <a:extLst>
              <a:ext uri="{FF2B5EF4-FFF2-40B4-BE49-F238E27FC236}">
                <a16:creationId xmlns:a16="http://schemas.microsoft.com/office/drawing/2014/main" id="{D2851E74-C240-4348-A02A-E78568479F36}"/>
              </a:ext>
            </a:extLst>
          </p:cNvPr>
          <p:cNvSpPr>
            <a:spLocks noGrp="1"/>
          </p:cNvSpPr>
          <p:nvPr/>
        </p:nvSpPr>
        <p:spPr>
          <a:xfrm>
            <a:off x="7937593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1" name="A1_bar_Cryo_13004">
            <a:extLst>
              <a:ext uri="{FF2B5EF4-FFF2-40B4-BE49-F238E27FC236}">
                <a16:creationId xmlns:a16="http://schemas.microsoft.com/office/drawing/2014/main" id="{1C2A6EDE-0824-4659-9708-93F3AD537107}"/>
              </a:ext>
            </a:extLst>
          </p:cNvPr>
          <p:cNvSpPr>
            <a:spLocks noGrp="1"/>
          </p:cNvSpPr>
          <p:nvPr/>
        </p:nvSpPr>
        <p:spPr>
          <a:xfrm>
            <a:off x="79334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2" name="A1_bar_Cryo_13005">
            <a:extLst>
              <a:ext uri="{FF2B5EF4-FFF2-40B4-BE49-F238E27FC236}">
                <a16:creationId xmlns:a16="http://schemas.microsoft.com/office/drawing/2014/main" id="{2E465AA7-F93D-4A99-8F97-B6C39B92BE17}"/>
              </a:ext>
            </a:extLst>
          </p:cNvPr>
          <p:cNvSpPr>
            <a:spLocks noGrp="1"/>
          </p:cNvSpPr>
          <p:nvPr/>
        </p:nvSpPr>
        <p:spPr>
          <a:xfrm>
            <a:off x="773019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3" name="A1_bar_Cryo_13006">
            <a:extLst>
              <a:ext uri="{FF2B5EF4-FFF2-40B4-BE49-F238E27FC236}">
                <a16:creationId xmlns:a16="http://schemas.microsoft.com/office/drawing/2014/main" id="{81C7AF55-317A-40F6-BB2D-B615AFFDA36C}"/>
              </a:ext>
            </a:extLst>
          </p:cNvPr>
          <p:cNvSpPr>
            <a:spLocks noGrp="1"/>
          </p:cNvSpPr>
          <p:nvPr/>
        </p:nvSpPr>
        <p:spPr>
          <a:xfrm>
            <a:off x="7897651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4" name="A1_bar_Cryo_13007">
            <a:extLst>
              <a:ext uri="{FF2B5EF4-FFF2-40B4-BE49-F238E27FC236}">
                <a16:creationId xmlns:a16="http://schemas.microsoft.com/office/drawing/2014/main" id="{83E8F5B6-A3BD-487C-B1A2-BB07E1E8C56F}"/>
              </a:ext>
            </a:extLst>
          </p:cNvPr>
          <p:cNvSpPr>
            <a:spLocks noGrp="1"/>
          </p:cNvSpPr>
          <p:nvPr/>
        </p:nvSpPr>
        <p:spPr>
          <a:xfrm>
            <a:off x="778479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5" name="A1_bar_Cryo_13008">
            <a:extLst>
              <a:ext uri="{FF2B5EF4-FFF2-40B4-BE49-F238E27FC236}">
                <a16:creationId xmlns:a16="http://schemas.microsoft.com/office/drawing/2014/main" id="{7E8E772E-2C25-44F7-951D-57FF5CAAFA3F}"/>
              </a:ext>
            </a:extLst>
          </p:cNvPr>
          <p:cNvSpPr>
            <a:spLocks noGrp="1"/>
          </p:cNvSpPr>
          <p:nvPr/>
        </p:nvSpPr>
        <p:spPr>
          <a:xfrm>
            <a:off x="781460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6" name="A1_bar_Cryo_13009">
            <a:extLst>
              <a:ext uri="{FF2B5EF4-FFF2-40B4-BE49-F238E27FC236}">
                <a16:creationId xmlns:a16="http://schemas.microsoft.com/office/drawing/2014/main" id="{551A550F-06EF-4EF6-A971-D299EBB170C6}"/>
              </a:ext>
            </a:extLst>
          </p:cNvPr>
          <p:cNvSpPr>
            <a:spLocks noGrp="1"/>
          </p:cNvSpPr>
          <p:nvPr/>
        </p:nvSpPr>
        <p:spPr>
          <a:xfrm>
            <a:off x="7878000" y="540280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7" name="A1_bar_Cryo_13010">
            <a:extLst>
              <a:ext uri="{FF2B5EF4-FFF2-40B4-BE49-F238E27FC236}">
                <a16:creationId xmlns:a16="http://schemas.microsoft.com/office/drawing/2014/main" id="{15EECE39-365E-48D7-9490-FB96BC3F088C}"/>
              </a:ext>
            </a:extLst>
          </p:cNvPr>
          <p:cNvSpPr>
            <a:spLocks noGrp="1"/>
          </p:cNvSpPr>
          <p:nvPr/>
        </p:nvSpPr>
        <p:spPr>
          <a:xfrm>
            <a:off x="7949308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8" name="A1_bar_Cryo_13011">
            <a:extLst>
              <a:ext uri="{FF2B5EF4-FFF2-40B4-BE49-F238E27FC236}">
                <a16:creationId xmlns:a16="http://schemas.microsoft.com/office/drawing/2014/main" id="{1E177FA9-8359-4D5D-BB32-E00FA605C679}"/>
              </a:ext>
            </a:extLst>
          </p:cNvPr>
          <p:cNvSpPr>
            <a:spLocks noGrp="1"/>
          </p:cNvSpPr>
          <p:nvPr/>
        </p:nvSpPr>
        <p:spPr>
          <a:xfrm>
            <a:off x="773648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89" name="A1_bar_Cryo_13012">
            <a:extLst>
              <a:ext uri="{FF2B5EF4-FFF2-40B4-BE49-F238E27FC236}">
                <a16:creationId xmlns:a16="http://schemas.microsoft.com/office/drawing/2014/main" id="{7441DE12-EA91-4ADC-BAC7-158CC230D83F}"/>
              </a:ext>
            </a:extLst>
          </p:cNvPr>
          <p:cNvSpPr>
            <a:spLocks noGrp="1"/>
          </p:cNvSpPr>
          <p:nvPr/>
        </p:nvSpPr>
        <p:spPr>
          <a:xfrm>
            <a:off x="7865506" y="59404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0" name="A1_bar_Cryo_13013">
            <a:extLst>
              <a:ext uri="{FF2B5EF4-FFF2-40B4-BE49-F238E27FC236}">
                <a16:creationId xmlns:a16="http://schemas.microsoft.com/office/drawing/2014/main" id="{4316C786-B540-4F70-ACBA-D814392B166F}"/>
              </a:ext>
            </a:extLst>
          </p:cNvPr>
          <p:cNvSpPr>
            <a:spLocks noGrp="1"/>
          </p:cNvSpPr>
          <p:nvPr/>
        </p:nvSpPr>
        <p:spPr>
          <a:xfrm>
            <a:off x="7795718" y="41307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1" name="A1_bar_Cryo_13014">
            <a:extLst>
              <a:ext uri="{FF2B5EF4-FFF2-40B4-BE49-F238E27FC236}">
                <a16:creationId xmlns:a16="http://schemas.microsoft.com/office/drawing/2014/main" id="{C0E73AC4-1C8A-4BD3-994D-8BD78DEB4EA7}"/>
              </a:ext>
            </a:extLst>
          </p:cNvPr>
          <p:cNvSpPr>
            <a:spLocks noGrp="1"/>
          </p:cNvSpPr>
          <p:nvPr/>
        </p:nvSpPr>
        <p:spPr>
          <a:xfrm>
            <a:off x="7822297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2" name="A1_bar_Cryo_13015">
            <a:extLst>
              <a:ext uri="{FF2B5EF4-FFF2-40B4-BE49-F238E27FC236}">
                <a16:creationId xmlns:a16="http://schemas.microsoft.com/office/drawing/2014/main" id="{A97060EE-B74C-4B22-AB56-AEF80423B9A2}"/>
              </a:ext>
            </a:extLst>
          </p:cNvPr>
          <p:cNvSpPr>
            <a:spLocks noGrp="1"/>
          </p:cNvSpPr>
          <p:nvPr/>
        </p:nvSpPr>
        <p:spPr>
          <a:xfrm>
            <a:off x="772567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3" name="A1_bar_Cryo_13016">
            <a:extLst>
              <a:ext uri="{FF2B5EF4-FFF2-40B4-BE49-F238E27FC236}">
                <a16:creationId xmlns:a16="http://schemas.microsoft.com/office/drawing/2014/main" id="{1CEED149-B625-4C56-B41D-0C5211F49C1C}"/>
              </a:ext>
            </a:extLst>
          </p:cNvPr>
          <p:cNvSpPr>
            <a:spLocks noGrp="1"/>
          </p:cNvSpPr>
          <p:nvPr/>
        </p:nvSpPr>
        <p:spPr>
          <a:xfrm>
            <a:off x="795015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4" name="A1_bar_Cryo_13017">
            <a:extLst>
              <a:ext uri="{FF2B5EF4-FFF2-40B4-BE49-F238E27FC236}">
                <a16:creationId xmlns:a16="http://schemas.microsoft.com/office/drawing/2014/main" id="{3DD886AB-6C93-4A94-8D9B-321ACB6D2D2A}"/>
              </a:ext>
            </a:extLst>
          </p:cNvPr>
          <p:cNvSpPr>
            <a:spLocks noGrp="1"/>
          </p:cNvSpPr>
          <p:nvPr/>
        </p:nvSpPr>
        <p:spPr>
          <a:xfrm>
            <a:off x="7702190" y="543685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5" name="A1_bar_Cryo_13018">
            <a:extLst>
              <a:ext uri="{FF2B5EF4-FFF2-40B4-BE49-F238E27FC236}">
                <a16:creationId xmlns:a16="http://schemas.microsoft.com/office/drawing/2014/main" id="{79F23F12-BE5E-42F2-8043-A26FB309AA94}"/>
              </a:ext>
            </a:extLst>
          </p:cNvPr>
          <p:cNvSpPr>
            <a:spLocks noGrp="1"/>
          </p:cNvSpPr>
          <p:nvPr/>
        </p:nvSpPr>
        <p:spPr>
          <a:xfrm>
            <a:off x="7811419" y="59335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6" name="A1_bar_Cryo_13019">
            <a:extLst>
              <a:ext uri="{FF2B5EF4-FFF2-40B4-BE49-F238E27FC236}">
                <a16:creationId xmlns:a16="http://schemas.microsoft.com/office/drawing/2014/main" id="{BA077238-B30E-48B3-A3D3-D9E22F9A7FB3}"/>
              </a:ext>
            </a:extLst>
          </p:cNvPr>
          <p:cNvSpPr>
            <a:spLocks noGrp="1"/>
          </p:cNvSpPr>
          <p:nvPr/>
        </p:nvSpPr>
        <p:spPr>
          <a:xfrm>
            <a:off x="78277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7" name="A1_bar_Cryo_13020">
            <a:extLst>
              <a:ext uri="{FF2B5EF4-FFF2-40B4-BE49-F238E27FC236}">
                <a16:creationId xmlns:a16="http://schemas.microsoft.com/office/drawing/2014/main" id="{24BDD91E-763F-4877-BEC1-323B4E30757B}"/>
              </a:ext>
            </a:extLst>
          </p:cNvPr>
          <p:cNvSpPr>
            <a:spLocks noGrp="1"/>
          </p:cNvSpPr>
          <p:nvPr/>
        </p:nvSpPr>
        <p:spPr>
          <a:xfrm>
            <a:off x="77385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8" name="A1_bar_Cryo_13021">
            <a:extLst>
              <a:ext uri="{FF2B5EF4-FFF2-40B4-BE49-F238E27FC236}">
                <a16:creationId xmlns:a16="http://schemas.microsoft.com/office/drawing/2014/main" id="{70B963B4-A0A5-4764-A57F-05196B75E05C}"/>
              </a:ext>
            </a:extLst>
          </p:cNvPr>
          <p:cNvSpPr>
            <a:spLocks noGrp="1"/>
          </p:cNvSpPr>
          <p:nvPr/>
        </p:nvSpPr>
        <p:spPr>
          <a:xfrm>
            <a:off x="7785908" y="59413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799" name="A1_bar_Cryo_13022">
            <a:extLst>
              <a:ext uri="{FF2B5EF4-FFF2-40B4-BE49-F238E27FC236}">
                <a16:creationId xmlns:a16="http://schemas.microsoft.com/office/drawing/2014/main" id="{A5A01D38-EBED-40A7-8F4B-406CBCEB9DEC}"/>
              </a:ext>
            </a:extLst>
          </p:cNvPr>
          <p:cNvSpPr>
            <a:spLocks noGrp="1"/>
          </p:cNvSpPr>
          <p:nvPr/>
        </p:nvSpPr>
        <p:spPr>
          <a:xfrm>
            <a:off x="78145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0" name="A1_bar_Cryo_13023">
            <a:extLst>
              <a:ext uri="{FF2B5EF4-FFF2-40B4-BE49-F238E27FC236}">
                <a16:creationId xmlns:a16="http://schemas.microsoft.com/office/drawing/2014/main" id="{E701D0C6-7C4D-4802-8779-E3E72499992C}"/>
              </a:ext>
            </a:extLst>
          </p:cNvPr>
          <p:cNvSpPr>
            <a:spLocks noGrp="1"/>
          </p:cNvSpPr>
          <p:nvPr/>
        </p:nvSpPr>
        <p:spPr>
          <a:xfrm>
            <a:off x="79050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1" name="A1_bar_Cryo_13024">
            <a:extLst>
              <a:ext uri="{FF2B5EF4-FFF2-40B4-BE49-F238E27FC236}">
                <a16:creationId xmlns:a16="http://schemas.microsoft.com/office/drawing/2014/main" id="{220D03F3-FF52-4FF0-A11E-2E0C03B6B459}"/>
              </a:ext>
            </a:extLst>
          </p:cNvPr>
          <p:cNvSpPr>
            <a:spLocks noGrp="1"/>
          </p:cNvSpPr>
          <p:nvPr/>
        </p:nvSpPr>
        <p:spPr>
          <a:xfrm>
            <a:off x="790846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2" name="A1_bar_Cryo_13025">
            <a:extLst>
              <a:ext uri="{FF2B5EF4-FFF2-40B4-BE49-F238E27FC236}">
                <a16:creationId xmlns:a16="http://schemas.microsoft.com/office/drawing/2014/main" id="{2FB33FA6-9E36-4F86-AACC-C28089B92C15}"/>
              </a:ext>
            </a:extLst>
          </p:cNvPr>
          <p:cNvSpPr>
            <a:spLocks noGrp="1"/>
          </p:cNvSpPr>
          <p:nvPr/>
        </p:nvSpPr>
        <p:spPr>
          <a:xfrm>
            <a:off x="77070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3" name="A1_bar_Cryo_13026">
            <a:extLst>
              <a:ext uri="{FF2B5EF4-FFF2-40B4-BE49-F238E27FC236}">
                <a16:creationId xmlns:a16="http://schemas.microsoft.com/office/drawing/2014/main" id="{DA058464-C2D5-4E4E-83FE-DF5FA818A9F5}"/>
              </a:ext>
            </a:extLst>
          </p:cNvPr>
          <p:cNvSpPr>
            <a:spLocks noGrp="1"/>
          </p:cNvSpPr>
          <p:nvPr/>
        </p:nvSpPr>
        <p:spPr>
          <a:xfrm>
            <a:off x="777775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4" name="A1_bar_Cryo_13027">
            <a:extLst>
              <a:ext uri="{FF2B5EF4-FFF2-40B4-BE49-F238E27FC236}">
                <a16:creationId xmlns:a16="http://schemas.microsoft.com/office/drawing/2014/main" id="{C2950BF4-94D2-4EFB-BCC0-F7747CD8E29D}"/>
              </a:ext>
            </a:extLst>
          </p:cNvPr>
          <p:cNvSpPr>
            <a:spLocks noGrp="1"/>
          </p:cNvSpPr>
          <p:nvPr/>
        </p:nvSpPr>
        <p:spPr>
          <a:xfrm>
            <a:off x="776303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5" name="A1_bar_Cryo_13028">
            <a:extLst>
              <a:ext uri="{FF2B5EF4-FFF2-40B4-BE49-F238E27FC236}">
                <a16:creationId xmlns:a16="http://schemas.microsoft.com/office/drawing/2014/main" id="{9885E1D3-2836-4DE7-8800-1B56CAD6B484}"/>
              </a:ext>
            </a:extLst>
          </p:cNvPr>
          <p:cNvSpPr>
            <a:spLocks noGrp="1"/>
          </p:cNvSpPr>
          <p:nvPr/>
        </p:nvSpPr>
        <p:spPr>
          <a:xfrm>
            <a:off x="790901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6" name="A1_bar_Cryo_13029">
            <a:extLst>
              <a:ext uri="{FF2B5EF4-FFF2-40B4-BE49-F238E27FC236}">
                <a16:creationId xmlns:a16="http://schemas.microsoft.com/office/drawing/2014/main" id="{EBB05D64-3776-4775-96C1-8CF16DDD06B7}"/>
              </a:ext>
            </a:extLst>
          </p:cNvPr>
          <p:cNvSpPr>
            <a:spLocks noGrp="1"/>
          </p:cNvSpPr>
          <p:nvPr/>
        </p:nvSpPr>
        <p:spPr>
          <a:xfrm>
            <a:off x="7746723" y="502905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7" name="A1_bar_Cryo_13030">
            <a:extLst>
              <a:ext uri="{FF2B5EF4-FFF2-40B4-BE49-F238E27FC236}">
                <a16:creationId xmlns:a16="http://schemas.microsoft.com/office/drawing/2014/main" id="{E341C795-9B64-4057-8A6E-975D33F1F0CD}"/>
              </a:ext>
            </a:extLst>
          </p:cNvPr>
          <p:cNvSpPr>
            <a:spLocks noGrp="1"/>
          </p:cNvSpPr>
          <p:nvPr/>
        </p:nvSpPr>
        <p:spPr>
          <a:xfrm>
            <a:off x="7779554" y="574814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8" name="A1_bar_Cryo_13031">
            <a:extLst>
              <a:ext uri="{FF2B5EF4-FFF2-40B4-BE49-F238E27FC236}">
                <a16:creationId xmlns:a16="http://schemas.microsoft.com/office/drawing/2014/main" id="{5391742E-4E02-4F20-AEDF-E7A43BD4E55F}"/>
              </a:ext>
            </a:extLst>
          </p:cNvPr>
          <p:cNvSpPr>
            <a:spLocks noGrp="1"/>
          </p:cNvSpPr>
          <p:nvPr/>
        </p:nvSpPr>
        <p:spPr>
          <a:xfrm>
            <a:off x="77207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09" name="A1_bar_Cryo_13032">
            <a:extLst>
              <a:ext uri="{FF2B5EF4-FFF2-40B4-BE49-F238E27FC236}">
                <a16:creationId xmlns:a16="http://schemas.microsoft.com/office/drawing/2014/main" id="{EAAC007E-EFF0-41EA-A465-2A40610A7A4E}"/>
              </a:ext>
            </a:extLst>
          </p:cNvPr>
          <p:cNvSpPr>
            <a:spLocks noGrp="1"/>
          </p:cNvSpPr>
          <p:nvPr/>
        </p:nvSpPr>
        <p:spPr>
          <a:xfrm>
            <a:off x="788322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0" name="A1_bar_Cryo_13033">
            <a:extLst>
              <a:ext uri="{FF2B5EF4-FFF2-40B4-BE49-F238E27FC236}">
                <a16:creationId xmlns:a16="http://schemas.microsoft.com/office/drawing/2014/main" id="{448002D6-593C-4DEF-8A76-40AA612A28CB}"/>
              </a:ext>
            </a:extLst>
          </p:cNvPr>
          <p:cNvSpPr>
            <a:spLocks noGrp="1"/>
          </p:cNvSpPr>
          <p:nvPr/>
        </p:nvSpPr>
        <p:spPr>
          <a:xfrm>
            <a:off x="7760482" y="363543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1" name="A1_bar_Cryo_13034">
            <a:extLst>
              <a:ext uri="{FF2B5EF4-FFF2-40B4-BE49-F238E27FC236}">
                <a16:creationId xmlns:a16="http://schemas.microsoft.com/office/drawing/2014/main" id="{4B430B70-7F94-4207-9FA9-23F5AB62DC2C}"/>
              </a:ext>
            </a:extLst>
          </p:cNvPr>
          <p:cNvSpPr>
            <a:spLocks noGrp="1"/>
          </p:cNvSpPr>
          <p:nvPr/>
        </p:nvSpPr>
        <p:spPr>
          <a:xfrm>
            <a:off x="777976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2" name="A1_bar_Cryo_13035">
            <a:extLst>
              <a:ext uri="{FF2B5EF4-FFF2-40B4-BE49-F238E27FC236}">
                <a16:creationId xmlns:a16="http://schemas.microsoft.com/office/drawing/2014/main" id="{7D3CDBAE-8621-48D7-869F-248D2E96B9B3}"/>
              </a:ext>
            </a:extLst>
          </p:cNvPr>
          <p:cNvSpPr>
            <a:spLocks noGrp="1"/>
          </p:cNvSpPr>
          <p:nvPr/>
        </p:nvSpPr>
        <p:spPr>
          <a:xfrm>
            <a:off x="790708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3" name="A1_bar_Cryo_13036">
            <a:extLst>
              <a:ext uri="{FF2B5EF4-FFF2-40B4-BE49-F238E27FC236}">
                <a16:creationId xmlns:a16="http://schemas.microsoft.com/office/drawing/2014/main" id="{C2D1EBEC-1959-4652-B964-276FC6358848}"/>
              </a:ext>
            </a:extLst>
          </p:cNvPr>
          <p:cNvSpPr>
            <a:spLocks noGrp="1"/>
          </p:cNvSpPr>
          <p:nvPr/>
        </p:nvSpPr>
        <p:spPr>
          <a:xfrm>
            <a:off x="7891996" y="5678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4" name="A1_bar_Cryo_13037">
            <a:extLst>
              <a:ext uri="{FF2B5EF4-FFF2-40B4-BE49-F238E27FC236}">
                <a16:creationId xmlns:a16="http://schemas.microsoft.com/office/drawing/2014/main" id="{72CDB8CB-5755-4889-900A-F08A90FA6282}"/>
              </a:ext>
            </a:extLst>
          </p:cNvPr>
          <p:cNvSpPr>
            <a:spLocks noGrp="1"/>
          </p:cNvSpPr>
          <p:nvPr/>
        </p:nvSpPr>
        <p:spPr>
          <a:xfrm>
            <a:off x="79510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5" name="A1_bar_Cryo_13038">
            <a:extLst>
              <a:ext uri="{FF2B5EF4-FFF2-40B4-BE49-F238E27FC236}">
                <a16:creationId xmlns:a16="http://schemas.microsoft.com/office/drawing/2014/main" id="{05F97E76-737A-42EE-8168-66346CDD60C8}"/>
              </a:ext>
            </a:extLst>
          </p:cNvPr>
          <p:cNvSpPr>
            <a:spLocks noGrp="1"/>
          </p:cNvSpPr>
          <p:nvPr/>
        </p:nvSpPr>
        <p:spPr>
          <a:xfrm>
            <a:off x="791299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6" name="A1_bar_Cryo_13039">
            <a:extLst>
              <a:ext uri="{FF2B5EF4-FFF2-40B4-BE49-F238E27FC236}">
                <a16:creationId xmlns:a16="http://schemas.microsoft.com/office/drawing/2014/main" id="{C4248CF0-29DF-42C2-B746-DE51D4FDB5AD}"/>
              </a:ext>
            </a:extLst>
          </p:cNvPr>
          <p:cNvSpPr>
            <a:spLocks noGrp="1"/>
          </p:cNvSpPr>
          <p:nvPr/>
        </p:nvSpPr>
        <p:spPr>
          <a:xfrm>
            <a:off x="7784457" y="373731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7" name="A1_bar_Cryo_13040">
            <a:extLst>
              <a:ext uri="{FF2B5EF4-FFF2-40B4-BE49-F238E27FC236}">
                <a16:creationId xmlns:a16="http://schemas.microsoft.com/office/drawing/2014/main" id="{8F28D31E-D6F8-4C67-81C8-60504137C98B}"/>
              </a:ext>
            </a:extLst>
          </p:cNvPr>
          <p:cNvSpPr>
            <a:spLocks noGrp="1"/>
          </p:cNvSpPr>
          <p:nvPr/>
        </p:nvSpPr>
        <p:spPr>
          <a:xfrm>
            <a:off x="783590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8" name="A1_bar_Cryo_13041">
            <a:extLst>
              <a:ext uri="{FF2B5EF4-FFF2-40B4-BE49-F238E27FC236}">
                <a16:creationId xmlns:a16="http://schemas.microsoft.com/office/drawing/2014/main" id="{F1CEA1FE-FDE4-4F90-966C-C89F4F68FABD}"/>
              </a:ext>
            </a:extLst>
          </p:cNvPr>
          <p:cNvSpPr>
            <a:spLocks noGrp="1"/>
          </p:cNvSpPr>
          <p:nvPr/>
        </p:nvSpPr>
        <p:spPr>
          <a:xfrm>
            <a:off x="772773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19" name="A1_bar_Cryo_13042">
            <a:extLst>
              <a:ext uri="{FF2B5EF4-FFF2-40B4-BE49-F238E27FC236}">
                <a16:creationId xmlns:a16="http://schemas.microsoft.com/office/drawing/2014/main" id="{EA40AFE8-5BF4-4846-B83A-938D3C711DF3}"/>
              </a:ext>
            </a:extLst>
          </p:cNvPr>
          <p:cNvSpPr>
            <a:spLocks noGrp="1"/>
          </p:cNvSpPr>
          <p:nvPr/>
        </p:nvSpPr>
        <p:spPr>
          <a:xfrm>
            <a:off x="7820853" y="431900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0" name="A1_bar_Cryo_13043">
            <a:extLst>
              <a:ext uri="{FF2B5EF4-FFF2-40B4-BE49-F238E27FC236}">
                <a16:creationId xmlns:a16="http://schemas.microsoft.com/office/drawing/2014/main" id="{4B21DFDF-E87B-401C-8C2E-EF8CBF2DD7C2}"/>
              </a:ext>
            </a:extLst>
          </p:cNvPr>
          <p:cNvSpPr>
            <a:spLocks noGrp="1"/>
          </p:cNvSpPr>
          <p:nvPr/>
        </p:nvSpPr>
        <p:spPr>
          <a:xfrm>
            <a:off x="7725928" y="581020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1" name="A1_bar_Cryo_13044">
            <a:extLst>
              <a:ext uri="{FF2B5EF4-FFF2-40B4-BE49-F238E27FC236}">
                <a16:creationId xmlns:a16="http://schemas.microsoft.com/office/drawing/2014/main" id="{AC8DA221-B3B3-4318-A247-7885D56C6C0E}"/>
              </a:ext>
            </a:extLst>
          </p:cNvPr>
          <p:cNvSpPr>
            <a:spLocks noGrp="1"/>
          </p:cNvSpPr>
          <p:nvPr/>
        </p:nvSpPr>
        <p:spPr>
          <a:xfrm>
            <a:off x="7770485" y="41717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2" name="A1_bar_Cryo_13045">
            <a:extLst>
              <a:ext uri="{FF2B5EF4-FFF2-40B4-BE49-F238E27FC236}">
                <a16:creationId xmlns:a16="http://schemas.microsoft.com/office/drawing/2014/main" id="{244A3F4E-751F-4C3B-BF61-B9692D9D2B80}"/>
              </a:ext>
            </a:extLst>
          </p:cNvPr>
          <p:cNvSpPr>
            <a:spLocks noGrp="1"/>
          </p:cNvSpPr>
          <p:nvPr/>
        </p:nvSpPr>
        <p:spPr>
          <a:xfrm>
            <a:off x="7800075" y="602292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3" name="A1_bar_Cryo_13046">
            <a:extLst>
              <a:ext uri="{FF2B5EF4-FFF2-40B4-BE49-F238E27FC236}">
                <a16:creationId xmlns:a16="http://schemas.microsoft.com/office/drawing/2014/main" id="{4D2CBD69-431A-4710-B14B-23E07F8273C9}"/>
              </a:ext>
            </a:extLst>
          </p:cNvPr>
          <p:cNvSpPr>
            <a:spLocks noGrp="1"/>
          </p:cNvSpPr>
          <p:nvPr/>
        </p:nvSpPr>
        <p:spPr>
          <a:xfrm>
            <a:off x="7906750" y="587304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4" name="A1_bar_Cryo_13047">
            <a:extLst>
              <a:ext uri="{FF2B5EF4-FFF2-40B4-BE49-F238E27FC236}">
                <a16:creationId xmlns:a16="http://schemas.microsoft.com/office/drawing/2014/main" id="{8647C983-94A2-4D4A-982F-D7D362EB26CD}"/>
              </a:ext>
            </a:extLst>
          </p:cNvPr>
          <p:cNvSpPr>
            <a:spLocks noGrp="1"/>
          </p:cNvSpPr>
          <p:nvPr/>
        </p:nvSpPr>
        <p:spPr>
          <a:xfrm>
            <a:off x="779423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5" name="A1_bar_Cryo_13048">
            <a:extLst>
              <a:ext uri="{FF2B5EF4-FFF2-40B4-BE49-F238E27FC236}">
                <a16:creationId xmlns:a16="http://schemas.microsoft.com/office/drawing/2014/main" id="{1EEC3C84-5FC7-4094-A61D-51DDF37CB8EE}"/>
              </a:ext>
            </a:extLst>
          </p:cNvPr>
          <p:cNvSpPr>
            <a:spLocks noGrp="1"/>
          </p:cNvSpPr>
          <p:nvPr/>
        </p:nvSpPr>
        <p:spPr>
          <a:xfrm>
            <a:off x="7831032" y="60526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6" name="A1_bar_Cryo_13049">
            <a:extLst>
              <a:ext uri="{FF2B5EF4-FFF2-40B4-BE49-F238E27FC236}">
                <a16:creationId xmlns:a16="http://schemas.microsoft.com/office/drawing/2014/main" id="{C68DD6CC-CCFE-48F2-A73C-1E82236D90EA}"/>
              </a:ext>
            </a:extLst>
          </p:cNvPr>
          <p:cNvSpPr>
            <a:spLocks noGrp="1"/>
          </p:cNvSpPr>
          <p:nvPr/>
        </p:nvSpPr>
        <p:spPr>
          <a:xfrm>
            <a:off x="7790485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7" name="A1_bar_Cryo_13050">
            <a:extLst>
              <a:ext uri="{FF2B5EF4-FFF2-40B4-BE49-F238E27FC236}">
                <a16:creationId xmlns:a16="http://schemas.microsoft.com/office/drawing/2014/main" id="{B5EA8C92-9F56-42D7-88BE-E4268036A790}"/>
              </a:ext>
            </a:extLst>
          </p:cNvPr>
          <p:cNvSpPr>
            <a:spLocks noGrp="1"/>
          </p:cNvSpPr>
          <p:nvPr/>
        </p:nvSpPr>
        <p:spPr>
          <a:xfrm>
            <a:off x="7866742" y="58355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8" name="A1_bar_Cryo_13051">
            <a:extLst>
              <a:ext uri="{FF2B5EF4-FFF2-40B4-BE49-F238E27FC236}">
                <a16:creationId xmlns:a16="http://schemas.microsoft.com/office/drawing/2014/main" id="{A39CC418-8D84-437C-98AB-1EE350EA5E36}"/>
              </a:ext>
            </a:extLst>
          </p:cNvPr>
          <p:cNvSpPr>
            <a:spLocks noGrp="1"/>
          </p:cNvSpPr>
          <p:nvPr/>
        </p:nvSpPr>
        <p:spPr>
          <a:xfrm>
            <a:off x="7789730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29" name="A1_bar_Cryo_13052">
            <a:extLst>
              <a:ext uri="{FF2B5EF4-FFF2-40B4-BE49-F238E27FC236}">
                <a16:creationId xmlns:a16="http://schemas.microsoft.com/office/drawing/2014/main" id="{C516752A-95F7-4483-8FF9-DF0F5526FD11}"/>
              </a:ext>
            </a:extLst>
          </p:cNvPr>
          <p:cNvSpPr>
            <a:spLocks noGrp="1"/>
          </p:cNvSpPr>
          <p:nvPr/>
        </p:nvSpPr>
        <p:spPr>
          <a:xfrm>
            <a:off x="786321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0" name="A1_bar_Cryo_13053">
            <a:extLst>
              <a:ext uri="{FF2B5EF4-FFF2-40B4-BE49-F238E27FC236}">
                <a16:creationId xmlns:a16="http://schemas.microsoft.com/office/drawing/2014/main" id="{9D1E9C60-6841-4657-8B2E-267F0CD3F650}"/>
              </a:ext>
            </a:extLst>
          </p:cNvPr>
          <p:cNvSpPr>
            <a:spLocks noGrp="1"/>
          </p:cNvSpPr>
          <p:nvPr/>
        </p:nvSpPr>
        <p:spPr>
          <a:xfrm>
            <a:off x="783714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1" name="A1_bar_Cryo_13054">
            <a:extLst>
              <a:ext uri="{FF2B5EF4-FFF2-40B4-BE49-F238E27FC236}">
                <a16:creationId xmlns:a16="http://schemas.microsoft.com/office/drawing/2014/main" id="{FD82E5EF-A58C-48E5-81E2-C06C10645CD0}"/>
              </a:ext>
            </a:extLst>
          </p:cNvPr>
          <p:cNvSpPr>
            <a:spLocks noGrp="1"/>
          </p:cNvSpPr>
          <p:nvPr/>
        </p:nvSpPr>
        <p:spPr>
          <a:xfrm>
            <a:off x="788079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2" name="A1_bar_Cryo_13055">
            <a:extLst>
              <a:ext uri="{FF2B5EF4-FFF2-40B4-BE49-F238E27FC236}">
                <a16:creationId xmlns:a16="http://schemas.microsoft.com/office/drawing/2014/main" id="{3D71265A-8FE7-4EBF-BBD0-5E403F4AE2EC}"/>
              </a:ext>
            </a:extLst>
          </p:cNvPr>
          <p:cNvSpPr>
            <a:spLocks noGrp="1"/>
          </p:cNvSpPr>
          <p:nvPr/>
        </p:nvSpPr>
        <p:spPr>
          <a:xfrm>
            <a:off x="7764314" y="491134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3" name="A1_bar_Cryo_13056">
            <a:extLst>
              <a:ext uri="{FF2B5EF4-FFF2-40B4-BE49-F238E27FC236}">
                <a16:creationId xmlns:a16="http://schemas.microsoft.com/office/drawing/2014/main" id="{64C701F7-38BB-4595-B113-4BAE398EC454}"/>
              </a:ext>
            </a:extLst>
          </p:cNvPr>
          <p:cNvSpPr>
            <a:spLocks noGrp="1"/>
          </p:cNvSpPr>
          <p:nvPr/>
        </p:nvSpPr>
        <p:spPr>
          <a:xfrm>
            <a:off x="7902337" y="497914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4" name="A1_bar_Cryo_13057">
            <a:extLst>
              <a:ext uri="{FF2B5EF4-FFF2-40B4-BE49-F238E27FC236}">
                <a16:creationId xmlns:a16="http://schemas.microsoft.com/office/drawing/2014/main" id="{4D054293-9FE2-4C75-9255-4D6456475227}"/>
              </a:ext>
            </a:extLst>
          </p:cNvPr>
          <p:cNvSpPr>
            <a:spLocks noGrp="1"/>
          </p:cNvSpPr>
          <p:nvPr/>
        </p:nvSpPr>
        <p:spPr>
          <a:xfrm>
            <a:off x="77796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5" name="A1_bar_Cryo_13058">
            <a:extLst>
              <a:ext uri="{FF2B5EF4-FFF2-40B4-BE49-F238E27FC236}">
                <a16:creationId xmlns:a16="http://schemas.microsoft.com/office/drawing/2014/main" id="{DD043DD3-691B-47AC-8D7C-68284D9344A3}"/>
              </a:ext>
            </a:extLst>
          </p:cNvPr>
          <p:cNvSpPr>
            <a:spLocks noGrp="1"/>
          </p:cNvSpPr>
          <p:nvPr/>
        </p:nvSpPr>
        <p:spPr>
          <a:xfrm>
            <a:off x="7820003" y="438876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6" name="A1_bar_Cryo_13059">
            <a:extLst>
              <a:ext uri="{FF2B5EF4-FFF2-40B4-BE49-F238E27FC236}">
                <a16:creationId xmlns:a16="http://schemas.microsoft.com/office/drawing/2014/main" id="{BA4AA7D6-226F-40AA-BF1B-DE8976BE5463}"/>
              </a:ext>
            </a:extLst>
          </p:cNvPr>
          <p:cNvSpPr>
            <a:spLocks noGrp="1"/>
          </p:cNvSpPr>
          <p:nvPr/>
        </p:nvSpPr>
        <p:spPr>
          <a:xfrm>
            <a:off x="7733858" y="427869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7" name="A1_bar_Cryo_13060">
            <a:extLst>
              <a:ext uri="{FF2B5EF4-FFF2-40B4-BE49-F238E27FC236}">
                <a16:creationId xmlns:a16="http://schemas.microsoft.com/office/drawing/2014/main" id="{1D04DEF1-84C9-4ACF-B78B-1CA4386D0923}"/>
              </a:ext>
            </a:extLst>
          </p:cNvPr>
          <p:cNvSpPr>
            <a:spLocks noGrp="1"/>
          </p:cNvSpPr>
          <p:nvPr/>
        </p:nvSpPr>
        <p:spPr>
          <a:xfrm>
            <a:off x="775210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8" name="A1_bar_Cryo_13061">
            <a:extLst>
              <a:ext uri="{FF2B5EF4-FFF2-40B4-BE49-F238E27FC236}">
                <a16:creationId xmlns:a16="http://schemas.microsoft.com/office/drawing/2014/main" id="{B8C0A811-167F-4D77-A73F-E8DE6283FA45}"/>
              </a:ext>
            </a:extLst>
          </p:cNvPr>
          <p:cNvSpPr>
            <a:spLocks noGrp="1"/>
          </p:cNvSpPr>
          <p:nvPr/>
        </p:nvSpPr>
        <p:spPr>
          <a:xfrm>
            <a:off x="7744580" y="49962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39" name="A1_bar_Cryo_13062">
            <a:extLst>
              <a:ext uri="{FF2B5EF4-FFF2-40B4-BE49-F238E27FC236}">
                <a16:creationId xmlns:a16="http://schemas.microsoft.com/office/drawing/2014/main" id="{15A03053-DCC4-49E1-9481-0F42ED9C7306}"/>
              </a:ext>
            </a:extLst>
          </p:cNvPr>
          <p:cNvSpPr>
            <a:spLocks noGrp="1"/>
          </p:cNvSpPr>
          <p:nvPr/>
        </p:nvSpPr>
        <p:spPr>
          <a:xfrm>
            <a:off x="772489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0" name="A1_bar_Cryo_13063">
            <a:extLst>
              <a:ext uri="{FF2B5EF4-FFF2-40B4-BE49-F238E27FC236}">
                <a16:creationId xmlns:a16="http://schemas.microsoft.com/office/drawing/2014/main" id="{8D04945B-A99C-4905-AFD8-4C788C8AA0D5}"/>
              </a:ext>
            </a:extLst>
          </p:cNvPr>
          <p:cNvSpPr>
            <a:spLocks noGrp="1"/>
          </p:cNvSpPr>
          <p:nvPr/>
        </p:nvSpPr>
        <p:spPr>
          <a:xfrm>
            <a:off x="7726977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1" name="A1_bar_Cryo_13064">
            <a:extLst>
              <a:ext uri="{FF2B5EF4-FFF2-40B4-BE49-F238E27FC236}">
                <a16:creationId xmlns:a16="http://schemas.microsoft.com/office/drawing/2014/main" id="{A6BD7E3C-4804-4A4B-A117-092EFC5615D9}"/>
              </a:ext>
            </a:extLst>
          </p:cNvPr>
          <p:cNvSpPr>
            <a:spLocks noGrp="1"/>
          </p:cNvSpPr>
          <p:nvPr/>
        </p:nvSpPr>
        <p:spPr>
          <a:xfrm>
            <a:off x="772531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2" name="A1_bar_Cryo_13065">
            <a:extLst>
              <a:ext uri="{FF2B5EF4-FFF2-40B4-BE49-F238E27FC236}">
                <a16:creationId xmlns:a16="http://schemas.microsoft.com/office/drawing/2014/main" id="{27ADED50-85CB-4787-B144-40751A456FCE}"/>
              </a:ext>
            </a:extLst>
          </p:cNvPr>
          <p:cNvSpPr>
            <a:spLocks noGrp="1"/>
          </p:cNvSpPr>
          <p:nvPr/>
        </p:nvSpPr>
        <p:spPr>
          <a:xfrm>
            <a:off x="77785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3" name="A1_bar_Cryo_13066">
            <a:extLst>
              <a:ext uri="{FF2B5EF4-FFF2-40B4-BE49-F238E27FC236}">
                <a16:creationId xmlns:a16="http://schemas.microsoft.com/office/drawing/2014/main" id="{9BA4A785-69F9-4B88-9FEE-A19835D6D73C}"/>
              </a:ext>
            </a:extLst>
          </p:cNvPr>
          <p:cNvSpPr>
            <a:spLocks noGrp="1"/>
          </p:cNvSpPr>
          <p:nvPr/>
        </p:nvSpPr>
        <p:spPr>
          <a:xfrm>
            <a:off x="782950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4" name="A1_bar_Cryo_13067">
            <a:extLst>
              <a:ext uri="{FF2B5EF4-FFF2-40B4-BE49-F238E27FC236}">
                <a16:creationId xmlns:a16="http://schemas.microsoft.com/office/drawing/2014/main" id="{2B17F178-9F1D-4B71-BB28-65C699609D1E}"/>
              </a:ext>
            </a:extLst>
          </p:cNvPr>
          <p:cNvSpPr>
            <a:spLocks noGrp="1"/>
          </p:cNvSpPr>
          <p:nvPr/>
        </p:nvSpPr>
        <p:spPr>
          <a:xfrm>
            <a:off x="7752915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5" name="A1_bar_Cryo_13068">
            <a:extLst>
              <a:ext uri="{FF2B5EF4-FFF2-40B4-BE49-F238E27FC236}">
                <a16:creationId xmlns:a16="http://schemas.microsoft.com/office/drawing/2014/main" id="{57689EE2-4114-4620-816A-4C0CD016D9E1}"/>
              </a:ext>
            </a:extLst>
          </p:cNvPr>
          <p:cNvSpPr>
            <a:spLocks noGrp="1"/>
          </p:cNvSpPr>
          <p:nvPr/>
        </p:nvSpPr>
        <p:spPr>
          <a:xfrm>
            <a:off x="7857144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6" name="A1_bar_Cryo_13069">
            <a:extLst>
              <a:ext uri="{FF2B5EF4-FFF2-40B4-BE49-F238E27FC236}">
                <a16:creationId xmlns:a16="http://schemas.microsoft.com/office/drawing/2014/main" id="{BFE44EE1-287E-41A3-8CFD-54133133AE05}"/>
              </a:ext>
            </a:extLst>
          </p:cNvPr>
          <p:cNvSpPr>
            <a:spLocks noGrp="1"/>
          </p:cNvSpPr>
          <p:nvPr/>
        </p:nvSpPr>
        <p:spPr>
          <a:xfrm>
            <a:off x="7829698" y="336432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7" name="A1_bar_Cryo_13070">
            <a:extLst>
              <a:ext uri="{FF2B5EF4-FFF2-40B4-BE49-F238E27FC236}">
                <a16:creationId xmlns:a16="http://schemas.microsoft.com/office/drawing/2014/main" id="{0097B1D1-6B87-4176-9743-D986380986F6}"/>
              </a:ext>
            </a:extLst>
          </p:cNvPr>
          <p:cNvSpPr>
            <a:spLocks noGrp="1"/>
          </p:cNvSpPr>
          <p:nvPr/>
        </p:nvSpPr>
        <p:spPr>
          <a:xfrm>
            <a:off x="7790518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8" name="A1_bar_Cryo_13071">
            <a:extLst>
              <a:ext uri="{FF2B5EF4-FFF2-40B4-BE49-F238E27FC236}">
                <a16:creationId xmlns:a16="http://schemas.microsoft.com/office/drawing/2014/main" id="{4B7CB4A4-C6CB-4252-93EB-BDB882F4D777}"/>
              </a:ext>
            </a:extLst>
          </p:cNvPr>
          <p:cNvSpPr>
            <a:spLocks noGrp="1"/>
          </p:cNvSpPr>
          <p:nvPr/>
        </p:nvSpPr>
        <p:spPr>
          <a:xfrm>
            <a:off x="78128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49" name="A1_bar_Cryo_13072">
            <a:extLst>
              <a:ext uri="{FF2B5EF4-FFF2-40B4-BE49-F238E27FC236}">
                <a16:creationId xmlns:a16="http://schemas.microsoft.com/office/drawing/2014/main" id="{B9B1C0B2-2E09-4DAC-8764-3737E91620EF}"/>
              </a:ext>
            </a:extLst>
          </p:cNvPr>
          <p:cNvSpPr>
            <a:spLocks noGrp="1"/>
          </p:cNvSpPr>
          <p:nvPr/>
        </p:nvSpPr>
        <p:spPr>
          <a:xfrm>
            <a:off x="7913903" y="564823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0" name="A1_bar_Cryo_13073">
            <a:extLst>
              <a:ext uri="{FF2B5EF4-FFF2-40B4-BE49-F238E27FC236}">
                <a16:creationId xmlns:a16="http://schemas.microsoft.com/office/drawing/2014/main" id="{4EB6AC3D-2FE7-41CD-96BD-D3A5FEAB4C70}"/>
              </a:ext>
            </a:extLst>
          </p:cNvPr>
          <p:cNvSpPr>
            <a:spLocks noGrp="1"/>
          </p:cNvSpPr>
          <p:nvPr/>
        </p:nvSpPr>
        <p:spPr>
          <a:xfrm>
            <a:off x="78779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1" name="A1_bar_Cryo_13074">
            <a:extLst>
              <a:ext uri="{FF2B5EF4-FFF2-40B4-BE49-F238E27FC236}">
                <a16:creationId xmlns:a16="http://schemas.microsoft.com/office/drawing/2014/main" id="{7D92BEFF-D9F0-4DA5-AAE1-DDA5DB183ECF}"/>
              </a:ext>
            </a:extLst>
          </p:cNvPr>
          <p:cNvSpPr>
            <a:spLocks noGrp="1"/>
          </p:cNvSpPr>
          <p:nvPr/>
        </p:nvSpPr>
        <p:spPr>
          <a:xfrm>
            <a:off x="775075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2" name="A1_bar_Cryo_13075">
            <a:extLst>
              <a:ext uri="{FF2B5EF4-FFF2-40B4-BE49-F238E27FC236}">
                <a16:creationId xmlns:a16="http://schemas.microsoft.com/office/drawing/2014/main" id="{677F7F79-12F4-43AB-A262-713911C7A742}"/>
              </a:ext>
            </a:extLst>
          </p:cNvPr>
          <p:cNvSpPr>
            <a:spLocks noGrp="1"/>
          </p:cNvSpPr>
          <p:nvPr/>
        </p:nvSpPr>
        <p:spPr>
          <a:xfrm>
            <a:off x="7737383" y="587840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3" name="A1_bar_Cryo_13076">
            <a:extLst>
              <a:ext uri="{FF2B5EF4-FFF2-40B4-BE49-F238E27FC236}">
                <a16:creationId xmlns:a16="http://schemas.microsoft.com/office/drawing/2014/main" id="{C8ED2D75-1D78-4D3B-AE3C-0FB92D5B4E1B}"/>
              </a:ext>
            </a:extLst>
          </p:cNvPr>
          <p:cNvSpPr>
            <a:spLocks noGrp="1"/>
          </p:cNvSpPr>
          <p:nvPr/>
        </p:nvSpPr>
        <p:spPr>
          <a:xfrm>
            <a:off x="7882672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4" name="A1_bar_Cryo_13077">
            <a:extLst>
              <a:ext uri="{FF2B5EF4-FFF2-40B4-BE49-F238E27FC236}">
                <a16:creationId xmlns:a16="http://schemas.microsoft.com/office/drawing/2014/main" id="{21F052C0-C4D4-45C7-9F5E-940842560D72}"/>
              </a:ext>
            </a:extLst>
          </p:cNvPr>
          <p:cNvSpPr>
            <a:spLocks noGrp="1"/>
          </p:cNvSpPr>
          <p:nvPr/>
        </p:nvSpPr>
        <p:spPr>
          <a:xfrm>
            <a:off x="773308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5" name="A1_bar_Cryo_13078">
            <a:extLst>
              <a:ext uri="{FF2B5EF4-FFF2-40B4-BE49-F238E27FC236}">
                <a16:creationId xmlns:a16="http://schemas.microsoft.com/office/drawing/2014/main" id="{B13C2343-EC0D-43EB-8064-5D5926728E5F}"/>
              </a:ext>
            </a:extLst>
          </p:cNvPr>
          <p:cNvSpPr>
            <a:spLocks noGrp="1"/>
          </p:cNvSpPr>
          <p:nvPr/>
        </p:nvSpPr>
        <p:spPr>
          <a:xfrm>
            <a:off x="7725491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6" name="A1_bar_Cryo_13079">
            <a:extLst>
              <a:ext uri="{FF2B5EF4-FFF2-40B4-BE49-F238E27FC236}">
                <a16:creationId xmlns:a16="http://schemas.microsoft.com/office/drawing/2014/main" id="{5A26AD43-195A-4279-804A-26C4989971E7}"/>
              </a:ext>
            </a:extLst>
          </p:cNvPr>
          <p:cNvSpPr>
            <a:spLocks noGrp="1"/>
          </p:cNvSpPr>
          <p:nvPr/>
        </p:nvSpPr>
        <p:spPr>
          <a:xfrm>
            <a:off x="7811943" y="310997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7" name="A1_bar_Cryo_13080">
            <a:extLst>
              <a:ext uri="{FF2B5EF4-FFF2-40B4-BE49-F238E27FC236}">
                <a16:creationId xmlns:a16="http://schemas.microsoft.com/office/drawing/2014/main" id="{33023AE3-EA63-4807-A2E2-1441C9252E52}"/>
              </a:ext>
            </a:extLst>
          </p:cNvPr>
          <p:cNvSpPr>
            <a:spLocks noGrp="1"/>
          </p:cNvSpPr>
          <p:nvPr/>
        </p:nvSpPr>
        <p:spPr>
          <a:xfrm>
            <a:off x="7874299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8" name="A1_bar_Cryo_13081">
            <a:extLst>
              <a:ext uri="{FF2B5EF4-FFF2-40B4-BE49-F238E27FC236}">
                <a16:creationId xmlns:a16="http://schemas.microsoft.com/office/drawing/2014/main" id="{4A7E2A73-4345-4A3E-97C6-F59260A1D700}"/>
              </a:ext>
            </a:extLst>
          </p:cNvPr>
          <p:cNvSpPr>
            <a:spLocks noGrp="1"/>
          </p:cNvSpPr>
          <p:nvPr/>
        </p:nvSpPr>
        <p:spPr>
          <a:xfrm>
            <a:off x="7819271" y="504872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59" name="A1_bar_Cryo_13082">
            <a:extLst>
              <a:ext uri="{FF2B5EF4-FFF2-40B4-BE49-F238E27FC236}">
                <a16:creationId xmlns:a16="http://schemas.microsoft.com/office/drawing/2014/main" id="{81A240FA-F075-4F4B-98EC-ABE0F0C2029A}"/>
              </a:ext>
            </a:extLst>
          </p:cNvPr>
          <p:cNvSpPr>
            <a:spLocks noGrp="1"/>
          </p:cNvSpPr>
          <p:nvPr/>
        </p:nvSpPr>
        <p:spPr>
          <a:xfrm>
            <a:off x="7821763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0" name="A1_bar_Cryo_13083">
            <a:extLst>
              <a:ext uri="{FF2B5EF4-FFF2-40B4-BE49-F238E27FC236}">
                <a16:creationId xmlns:a16="http://schemas.microsoft.com/office/drawing/2014/main" id="{587723EF-70A4-4F2F-8E55-AB4974CC73D4}"/>
              </a:ext>
            </a:extLst>
          </p:cNvPr>
          <p:cNvSpPr>
            <a:spLocks noGrp="1"/>
          </p:cNvSpPr>
          <p:nvPr/>
        </p:nvSpPr>
        <p:spPr>
          <a:xfrm>
            <a:off x="7909324" y="3212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1" name="A1_bar_Cryo_13084">
            <a:extLst>
              <a:ext uri="{FF2B5EF4-FFF2-40B4-BE49-F238E27FC236}">
                <a16:creationId xmlns:a16="http://schemas.microsoft.com/office/drawing/2014/main" id="{74EE33BA-CC3B-433F-9408-3CAE4235C80A}"/>
              </a:ext>
            </a:extLst>
          </p:cNvPr>
          <p:cNvSpPr>
            <a:spLocks noGrp="1"/>
          </p:cNvSpPr>
          <p:nvPr/>
        </p:nvSpPr>
        <p:spPr>
          <a:xfrm>
            <a:off x="777531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2" name="A1_bar_Cryo_13085">
            <a:extLst>
              <a:ext uri="{FF2B5EF4-FFF2-40B4-BE49-F238E27FC236}">
                <a16:creationId xmlns:a16="http://schemas.microsoft.com/office/drawing/2014/main" id="{94481689-AD8F-403B-B2B7-1342F14121EB}"/>
              </a:ext>
            </a:extLst>
          </p:cNvPr>
          <p:cNvSpPr>
            <a:spLocks noGrp="1"/>
          </p:cNvSpPr>
          <p:nvPr/>
        </p:nvSpPr>
        <p:spPr>
          <a:xfrm>
            <a:off x="784471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3" name="A1_bar_Cryo_13086">
            <a:extLst>
              <a:ext uri="{FF2B5EF4-FFF2-40B4-BE49-F238E27FC236}">
                <a16:creationId xmlns:a16="http://schemas.microsoft.com/office/drawing/2014/main" id="{664CB745-CE39-423A-89EF-E4BB8724E407}"/>
              </a:ext>
            </a:extLst>
          </p:cNvPr>
          <p:cNvSpPr>
            <a:spLocks noGrp="1"/>
          </p:cNvSpPr>
          <p:nvPr/>
        </p:nvSpPr>
        <p:spPr>
          <a:xfrm>
            <a:off x="77330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4" name="A1_bar_Cryo_13087">
            <a:extLst>
              <a:ext uri="{FF2B5EF4-FFF2-40B4-BE49-F238E27FC236}">
                <a16:creationId xmlns:a16="http://schemas.microsoft.com/office/drawing/2014/main" id="{F0635652-8D26-4197-AD99-101D5AA50C0A}"/>
              </a:ext>
            </a:extLst>
          </p:cNvPr>
          <p:cNvSpPr>
            <a:spLocks noGrp="1"/>
          </p:cNvSpPr>
          <p:nvPr/>
        </p:nvSpPr>
        <p:spPr>
          <a:xfrm>
            <a:off x="7844192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5" name="A1_bar_Cryo_13088">
            <a:extLst>
              <a:ext uri="{FF2B5EF4-FFF2-40B4-BE49-F238E27FC236}">
                <a16:creationId xmlns:a16="http://schemas.microsoft.com/office/drawing/2014/main" id="{EACE3D6C-AB3F-438F-BFC5-4CC94D51D215}"/>
              </a:ext>
            </a:extLst>
          </p:cNvPr>
          <p:cNvSpPr>
            <a:spLocks noGrp="1"/>
          </p:cNvSpPr>
          <p:nvPr/>
        </p:nvSpPr>
        <p:spPr>
          <a:xfrm>
            <a:off x="77215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6" name="A1_bar_Cryo_13089">
            <a:extLst>
              <a:ext uri="{FF2B5EF4-FFF2-40B4-BE49-F238E27FC236}">
                <a16:creationId xmlns:a16="http://schemas.microsoft.com/office/drawing/2014/main" id="{418C303A-77D5-46D8-A90E-C40EBD07B75B}"/>
              </a:ext>
            </a:extLst>
          </p:cNvPr>
          <p:cNvSpPr>
            <a:spLocks noGrp="1"/>
          </p:cNvSpPr>
          <p:nvPr/>
        </p:nvSpPr>
        <p:spPr>
          <a:xfrm>
            <a:off x="7759613" y="55778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7" name="A1_bar_Cryo_13090">
            <a:extLst>
              <a:ext uri="{FF2B5EF4-FFF2-40B4-BE49-F238E27FC236}">
                <a16:creationId xmlns:a16="http://schemas.microsoft.com/office/drawing/2014/main" id="{31A1256B-4E47-44F7-AF27-0D60753E9AEB}"/>
              </a:ext>
            </a:extLst>
          </p:cNvPr>
          <p:cNvSpPr>
            <a:spLocks noGrp="1"/>
          </p:cNvSpPr>
          <p:nvPr/>
        </p:nvSpPr>
        <p:spPr>
          <a:xfrm>
            <a:off x="7831790" y="48563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8" name="A1_bar_Cryo_13091">
            <a:extLst>
              <a:ext uri="{FF2B5EF4-FFF2-40B4-BE49-F238E27FC236}">
                <a16:creationId xmlns:a16="http://schemas.microsoft.com/office/drawing/2014/main" id="{2093238A-6FE5-4774-A1FB-98557D4F1CA3}"/>
              </a:ext>
            </a:extLst>
          </p:cNvPr>
          <p:cNvSpPr>
            <a:spLocks noGrp="1"/>
          </p:cNvSpPr>
          <p:nvPr/>
        </p:nvSpPr>
        <p:spPr>
          <a:xfrm>
            <a:off x="7705888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69" name="A1_bar_Cryo_13092">
            <a:extLst>
              <a:ext uri="{FF2B5EF4-FFF2-40B4-BE49-F238E27FC236}">
                <a16:creationId xmlns:a16="http://schemas.microsoft.com/office/drawing/2014/main" id="{15E73984-EEB6-49EB-B208-EA6AC1E034B6}"/>
              </a:ext>
            </a:extLst>
          </p:cNvPr>
          <p:cNvSpPr>
            <a:spLocks noGrp="1"/>
          </p:cNvSpPr>
          <p:nvPr/>
        </p:nvSpPr>
        <p:spPr>
          <a:xfrm>
            <a:off x="782640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0" name="A1_bar_Cryo_13093">
            <a:extLst>
              <a:ext uri="{FF2B5EF4-FFF2-40B4-BE49-F238E27FC236}">
                <a16:creationId xmlns:a16="http://schemas.microsoft.com/office/drawing/2014/main" id="{4C01099F-739B-4249-B1AD-F00D5D247BF1}"/>
              </a:ext>
            </a:extLst>
          </p:cNvPr>
          <p:cNvSpPr>
            <a:spLocks noGrp="1"/>
          </p:cNvSpPr>
          <p:nvPr/>
        </p:nvSpPr>
        <p:spPr>
          <a:xfrm>
            <a:off x="790889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1" name="A1_bar_Cryo_13094">
            <a:extLst>
              <a:ext uri="{FF2B5EF4-FFF2-40B4-BE49-F238E27FC236}">
                <a16:creationId xmlns:a16="http://schemas.microsoft.com/office/drawing/2014/main" id="{5F8DDD20-30C6-4ECB-BB87-CFD5D136896F}"/>
              </a:ext>
            </a:extLst>
          </p:cNvPr>
          <p:cNvSpPr>
            <a:spLocks noGrp="1"/>
          </p:cNvSpPr>
          <p:nvPr/>
        </p:nvSpPr>
        <p:spPr>
          <a:xfrm>
            <a:off x="776230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2" name="A1_bar_Cryo_13095">
            <a:extLst>
              <a:ext uri="{FF2B5EF4-FFF2-40B4-BE49-F238E27FC236}">
                <a16:creationId xmlns:a16="http://schemas.microsoft.com/office/drawing/2014/main" id="{BF98686F-BC66-4E0D-871B-9F96E1DEB5F1}"/>
              </a:ext>
            </a:extLst>
          </p:cNvPr>
          <p:cNvSpPr>
            <a:spLocks noGrp="1"/>
          </p:cNvSpPr>
          <p:nvPr/>
        </p:nvSpPr>
        <p:spPr>
          <a:xfrm>
            <a:off x="7772617" y="396025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3" name="A1_bar_Cryo_13096">
            <a:extLst>
              <a:ext uri="{FF2B5EF4-FFF2-40B4-BE49-F238E27FC236}">
                <a16:creationId xmlns:a16="http://schemas.microsoft.com/office/drawing/2014/main" id="{42DA2A53-4864-460E-843A-10D18AA0E48F}"/>
              </a:ext>
            </a:extLst>
          </p:cNvPr>
          <p:cNvSpPr>
            <a:spLocks noGrp="1"/>
          </p:cNvSpPr>
          <p:nvPr/>
        </p:nvSpPr>
        <p:spPr>
          <a:xfrm>
            <a:off x="7878687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4" name="A1_bar_Cryo_13097">
            <a:extLst>
              <a:ext uri="{FF2B5EF4-FFF2-40B4-BE49-F238E27FC236}">
                <a16:creationId xmlns:a16="http://schemas.microsoft.com/office/drawing/2014/main" id="{DF9E09E6-3D99-4899-9713-B0D8761EEF4E}"/>
              </a:ext>
            </a:extLst>
          </p:cNvPr>
          <p:cNvSpPr>
            <a:spLocks noGrp="1"/>
          </p:cNvSpPr>
          <p:nvPr/>
        </p:nvSpPr>
        <p:spPr>
          <a:xfrm>
            <a:off x="7915848" y="527150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5" name="A1_bar_Cryo_13098">
            <a:extLst>
              <a:ext uri="{FF2B5EF4-FFF2-40B4-BE49-F238E27FC236}">
                <a16:creationId xmlns:a16="http://schemas.microsoft.com/office/drawing/2014/main" id="{EDEEDAB8-2DC2-4655-9E06-A4390D25A9A2}"/>
              </a:ext>
            </a:extLst>
          </p:cNvPr>
          <p:cNvSpPr>
            <a:spLocks noGrp="1"/>
          </p:cNvSpPr>
          <p:nvPr/>
        </p:nvSpPr>
        <p:spPr>
          <a:xfrm>
            <a:off x="7762685" y="389468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6" name="A1_bar_Cryo_13099">
            <a:extLst>
              <a:ext uri="{FF2B5EF4-FFF2-40B4-BE49-F238E27FC236}">
                <a16:creationId xmlns:a16="http://schemas.microsoft.com/office/drawing/2014/main" id="{4D37CEBA-4DF0-476C-BD8B-3179EF4DB3DF}"/>
              </a:ext>
            </a:extLst>
          </p:cNvPr>
          <p:cNvSpPr>
            <a:spLocks noGrp="1"/>
          </p:cNvSpPr>
          <p:nvPr/>
        </p:nvSpPr>
        <p:spPr>
          <a:xfrm>
            <a:off x="793315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7" name="A1_bar_Cryo_13100">
            <a:extLst>
              <a:ext uri="{FF2B5EF4-FFF2-40B4-BE49-F238E27FC236}">
                <a16:creationId xmlns:a16="http://schemas.microsoft.com/office/drawing/2014/main" id="{4088D25E-BABB-4D6A-95D0-EFA767944AFE}"/>
              </a:ext>
            </a:extLst>
          </p:cNvPr>
          <p:cNvSpPr>
            <a:spLocks noGrp="1"/>
          </p:cNvSpPr>
          <p:nvPr/>
        </p:nvSpPr>
        <p:spPr>
          <a:xfrm>
            <a:off x="793736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8" name="A1_bar_Cryo_13101">
            <a:extLst>
              <a:ext uri="{FF2B5EF4-FFF2-40B4-BE49-F238E27FC236}">
                <a16:creationId xmlns:a16="http://schemas.microsoft.com/office/drawing/2014/main" id="{634B6AD1-66D2-4A4A-ABAB-B9B4A2265FF9}"/>
              </a:ext>
            </a:extLst>
          </p:cNvPr>
          <p:cNvSpPr>
            <a:spLocks noGrp="1"/>
          </p:cNvSpPr>
          <p:nvPr/>
        </p:nvSpPr>
        <p:spPr>
          <a:xfrm>
            <a:off x="787293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79" name="A1_bar_Cryo_13102">
            <a:extLst>
              <a:ext uri="{FF2B5EF4-FFF2-40B4-BE49-F238E27FC236}">
                <a16:creationId xmlns:a16="http://schemas.microsoft.com/office/drawing/2014/main" id="{20AB1F74-BE34-44D1-902F-BF03B11C7006}"/>
              </a:ext>
            </a:extLst>
          </p:cNvPr>
          <p:cNvSpPr>
            <a:spLocks noGrp="1"/>
          </p:cNvSpPr>
          <p:nvPr/>
        </p:nvSpPr>
        <p:spPr>
          <a:xfrm>
            <a:off x="7882988" y="425558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0" name="A1_bar_Cryo_13103">
            <a:extLst>
              <a:ext uri="{FF2B5EF4-FFF2-40B4-BE49-F238E27FC236}">
                <a16:creationId xmlns:a16="http://schemas.microsoft.com/office/drawing/2014/main" id="{3195E4A0-C102-45F1-8FD7-F87CB8DC38CF}"/>
              </a:ext>
            </a:extLst>
          </p:cNvPr>
          <p:cNvSpPr>
            <a:spLocks noGrp="1"/>
          </p:cNvSpPr>
          <p:nvPr/>
        </p:nvSpPr>
        <p:spPr>
          <a:xfrm>
            <a:off x="7953788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1" name="A1_bar_Cryo_13104">
            <a:extLst>
              <a:ext uri="{FF2B5EF4-FFF2-40B4-BE49-F238E27FC236}">
                <a16:creationId xmlns:a16="http://schemas.microsoft.com/office/drawing/2014/main" id="{7326AF10-3995-402F-8E22-045833D4A4D0}"/>
              </a:ext>
            </a:extLst>
          </p:cNvPr>
          <p:cNvSpPr>
            <a:spLocks noGrp="1"/>
          </p:cNvSpPr>
          <p:nvPr/>
        </p:nvSpPr>
        <p:spPr>
          <a:xfrm>
            <a:off x="788569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2" name="A1_bar_Cryo_13105">
            <a:extLst>
              <a:ext uri="{FF2B5EF4-FFF2-40B4-BE49-F238E27FC236}">
                <a16:creationId xmlns:a16="http://schemas.microsoft.com/office/drawing/2014/main" id="{2647062A-2730-48FB-8702-52FF2E44DC91}"/>
              </a:ext>
            </a:extLst>
          </p:cNvPr>
          <p:cNvSpPr>
            <a:spLocks noGrp="1"/>
          </p:cNvSpPr>
          <p:nvPr/>
        </p:nvSpPr>
        <p:spPr>
          <a:xfrm>
            <a:off x="7947443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3" name="A1_bar_Cryo_13106">
            <a:extLst>
              <a:ext uri="{FF2B5EF4-FFF2-40B4-BE49-F238E27FC236}">
                <a16:creationId xmlns:a16="http://schemas.microsoft.com/office/drawing/2014/main" id="{1D277508-ECF8-4DCF-BDAF-16DC83BFDC60}"/>
              </a:ext>
            </a:extLst>
          </p:cNvPr>
          <p:cNvSpPr>
            <a:spLocks noGrp="1"/>
          </p:cNvSpPr>
          <p:nvPr/>
        </p:nvSpPr>
        <p:spPr>
          <a:xfrm>
            <a:off x="7939432" y="508979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4" name="A1_bar_Cryo_13107">
            <a:extLst>
              <a:ext uri="{FF2B5EF4-FFF2-40B4-BE49-F238E27FC236}">
                <a16:creationId xmlns:a16="http://schemas.microsoft.com/office/drawing/2014/main" id="{6EC97044-C57D-4A84-A78D-35AB9A94B0F0}"/>
              </a:ext>
            </a:extLst>
          </p:cNvPr>
          <p:cNvSpPr>
            <a:spLocks noGrp="1"/>
          </p:cNvSpPr>
          <p:nvPr/>
        </p:nvSpPr>
        <p:spPr>
          <a:xfrm>
            <a:off x="777343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5" name="A1_bar_Cryo_13108">
            <a:extLst>
              <a:ext uri="{FF2B5EF4-FFF2-40B4-BE49-F238E27FC236}">
                <a16:creationId xmlns:a16="http://schemas.microsoft.com/office/drawing/2014/main" id="{BD992C19-89B5-431C-BE3E-DDAAEE17B206}"/>
              </a:ext>
            </a:extLst>
          </p:cNvPr>
          <p:cNvSpPr>
            <a:spLocks noGrp="1"/>
          </p:cNvSpPr>
          <p:nvPr/>
        </p:nvSpPr>
        <p:spPr>
          <a:xfrm>
            <a:off x="7954178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6" name="A1_bar_Cryo_13109">
            <a:extLst>
              <a:ext uri="{FF2B5EF4-FFF2-40B4-BE49-F238E27FC236}">
                <a16:creationId xmlns:a16="http://schemas.microsoft.com/office/drawing/2014/main" id="{B93ED6FD-30A8-47AD-B3C3-D79FB38A395C}"/>
              </a:ext>
            </a:extLst>
          </p:cNvPr>
          <p:cNvSpPr>
            <a:spLocks noGrp="1"/>
          </p:cNvSpPr>
          <p:nvPr/>
        </p:nvSpPr>
        <p:spPr>
          <a:xfrm>
            <a:off x="7732002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7" name="A1_bar_Cryo_13110">
            <a:extLst>
              <a:ext uri="{FF2B5EF4-FFF2-40B4-BE49-F238E27FC236}">
                <a16:creationId xmlns:a16="http://schemas.microsoft.com/office/drawing/2014/main" id="{BADD76E7-1CB6-4CE3-B70D-771415AC795F}"/>
              </a:ext>
            </a:extLst>
          </p:cNvPr>
          <p:cNvSpPr>
            <a:spLocks noGrp="1"/>
          </p:cNvSpPr>
          <p:nvPr/>
        </p:nvSpPr>
        <p:spPr>
          <a:xfrm>
            <a:off x="788782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8" name="A1_bar_Cryo_13111">
            <a:extLst>
              <a:ext uri="{FF2B5EF4-FFF2-40B4-BE49-F238E27FC236}">
                <a16:creationId xmlns:a16="http://schemas.microsoft.com/office/drawing/2014/main" id="{6CA678F4-AA09-4261-BE7A-BE17CA928072}"/>
              </a:ext>
            </a:extLst>
          </p:cNvPr>
          <p:cNvSpPr>
            <a:spLocks noGrp="1"/>
          </p:cNvSpPr>
          <p:nvPr/>
        </p:nvSpPr>
        <p:spPr>
          <a:xfrm>
            <a:off x="7719883" y="50864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89" name="A1_bar_Cryo_13112">
            <a:extLst>
              <a:ext uri="{FF2B5EF4-FFF2-40B4-BE49-F238E27FC236}">
                <a16:creationId xmlns:a16="http://schemas.microsoft.com/office/drawing/2014/main" id="{F77749B0-5F9D-4570-8AC8-69C194FE2938}"/>
              </a:ext>
            </a:extLst>
          </p:cNvPr>
          <p:cNvSpPr>
            <a:spLocks noGrp="1"/>
          </p:cNvSpPr>
          <p:nvPr/>
        </p:nvSpPr>
        <p:spPr>
          <a:xfrm>
            <a:off x="79147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0" name="A1_bar_Cryo_13113">
            <a:extLst>
              <a:ext uri="{FF2B5EF4-FFF2-40B4-BE49-F238E27FC236}">
                <a16:creationId xmlns:a16="http://schemas.microsoft.com/office/drawing/2014/main" id="{B547E670-7E40-4E23-9B79-003C694F4380}"/>
              </a:ext>
            </a:extLst>
          </p:cNvPr>
          <p:cNvSpPr>
            <a:spLocks noGrp="1"/>
          </p:cNvSpPr>
          <p:nvPr/>
        </p:nvSpPr>
        <p:spPr>
          <a:xfrm>
            <a:off x="7806646" y="59503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1" name="A1_bar_Cryo_13114">
            <a:extLst>
              <a:ext uri="{FF2B5EF4-FFF2-40B4-BE49-F238E27FC236}">
                <a16:creationId xmlns:a16="http://schemas.microsoft.com/office/drawing/2014/main" id="{0B4B9172-2977-4F76-953B-CD8BE64067F1}"/>
              </a:ext>
            </a:extLst>
          </p:cNvPr>
          <p:cNvSpPr>
            <a:spLocks noGrp="1"/>
          </p:cNvSpPr>
          <p:nvPr/>
        </p:nvSpPr>
        <p:spPr>
          <a:xfrm>
            <a:off x="7711288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2" name="A1_bar_Cryo_13115">
            <a:extLst>
              <a:ext uri="{FF2B5EF4-FFF2-40B4-BE49-F238E27FC236}">
                <a16:creationId xmlns:a16="http://schemas.microsoft.com/office/drawing/2014/main" id="{ECCB420D-8B7E-42DD-B214-FFE11469621A}"/>
              </a:ext>
            </a:extLst>
          </p:cNvPr>
          <p:cNvSpPr>
            <a:spLocks noGrp="1"/>
          </p:cNvSpPr>
          <p:nvPr/>
        </p:nvSpPr>
        <p:spPr>
          <a:xfrm>
            <a:off x="7749649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3" name="A1_bar_Cryo_13116">
            <a:extLst>
              <a:ext uri="{FF2B5EF4-FFF2-40B4-BE49-F238E27FC236}">
                <a16:creationId xmlns:a16="http://schemas.microsoft.com/office/drawing/2014/main" id="{D673A109-538F-4CAC-97B7-770C13B047E4}"/>
              </a:ext>
            </a:extLst>
          </p:cNvPr>
          <p:cNvSpPr>
            <a:spLocks noGrp="1"/>
          </p:cNvSpPr>
          <p:nvPr/>
        </p:nvSpPr>
        <p:spPr>
          <a:xfrm>
            <a:off x="7878559" y="548586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4" name="A1_bar_Cryo_13117">
            <a:extLst>
              <a:ext uri="{FF2B5EF4-FFF2-40B4-BE49-F238E27FC236}">
                <a16:creationId xmlns:a16="http://schemas.microsoft.com/office/drawing/2014/main" id="{E5D05BCE-CBF5-4A5F-9F7C-BD603A47B9AC}"/>
              </a:ext>
            </a:extLst>
          </p:cNvPr>
          <p:cNvSpPr>
            <a:spLocks noGrp="1"/>
          </p:cNvSpPr>
          <p:nvPr/>
        </p:nvSpPr>
        <p:spPr>
          <a:xfrm>
            <a:off x="786307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5" name="A1_bar_Cryo_13118">
            <a:extLst>
              <a:ext uri="{FF2B5EF4-FFF2-40B4-BE49-F238E27FC236}">
                <a16:creationId xmlns:a16="http://schemas.microsoft.com/office/drawing/2014/main" id="{765B0FA1-158E-414E-AF43-ABFE15E7C33F}"/>
              </a:ext>
            </a:extLst>
          </p:cNvPr>
          <p:cNvSpPr>
            <a:spLocks noGrp="1"/>
          </p:cNvSpPr>
          <p:nvPr/>
        </p:nvSpPr>
        <p:spPr>
          <a:xfrm>
            <a:off x="774365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6" name="A1_bar_Cryo_13119">
            <a:extLst>
              <a:ext uri="{FF2B5EF4-FFF2-40B4-BE49-F238E27FC236}">
                <a16:creationId xmlns:a16="http://schemas.microsoft.com/office/drawing/2014/main" id="{7E71B487-FB70-48F1-AE8D-6037A0297860}"/>
              </a:ext>
            </a:extLst>
          </p:cNvPr>
          <p:cNvSpPr>
            <a:spLocks noGrp="1"/>
          </p:cNvSpPr>
          <p:nvPr/>
        </p:nvSpPr>
        <p:spPr>
          <a:xfrm>
            <a:off x="7925320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7" name="A1_bar_Cryo_13120">
            <a:extLst>
              <a:ext uri="{FF2B5EF4-FFF2-40B4-BE49-F238E27FC236}">
                <a16:creationId xmlns:a16="http://schemas.microsoft.com/office/drawing/2014/main" id="{4CB8FE48-CE61-4795-AA98-2644594A83C1}"/>
              </a:ext>
            </a:extLst>
          </p:cNvPr>
          <p:cNvSpPr>
            <a:spLocks noGrp="1"/>
          </p:cNvSpPr>
          <p:nvPr/>
        </p:nvSpPr>
        <p:spPr>
          <a:xfrm>
            <a:off x="789729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8" name="A1_bar_Cryo_13121">
            <a:extLst>
              <a:ext uri="{FF2B5EF4-FFF2-40B4-BE49-F238E27FC236}">
                <a16:creationId xmlns:a16="http://schemas.microsoft.com/office/drawing/2014/main" id="{0E7B0DAC-AD02-435E-A2C2-6FAF72BB583F}"/>
              </a:ext>
            </a:extLst>
          </p:cNvPr>
          <p:cNvSpPr>
            <a:spLocks noGrp="1"/>
          </p:cNvSpPr>
          <p:nvPr/>
        </p:nvSpPr>
        <p:spPr>
          <a:xfrm>
            <a:off x="7877001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899" name="A1_bar_Cryo_13122">
            <a:extLst>
              <a:ext uri="{FF2B5EF4-FFF2-40B4-BE49-F238E27FC236}">
                <a16:creationId xmlns:a16="http://schemas.microsoft.com/office/drawing/2014/main" id="{11CA62C0-2614-499C-960F-7F2C3FD2EABD}"/>
              </a:ext>
            </a:extLst>
          </p:cNvPr>
          <p:cNvSpPr>
            <a:spLocks noGrp="1"/>
          </p:cNvSpPr>
          <p:nvPr/>
        </p:nvSpPr>
        <p:spPr>
          <a:xfrm>
            <a:off x="775362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0" name="A1_bar_Cryo_13123">
            <a:extLst>
              <a:ext uri="{FF2B5EF4-FFF2-40B4-BE49-F238E27FC236}">
                <a16:creationId xmlns:a16="http://schemas.microsoft.com/office/drawing/2014/main" id="{7D49FC0E-5C8F-4A6B-A32E-032DC4A023AD}"/>
              </a:ext>
            </a:extLst>
          </p:cNvPr>
          <p:cNvSpPr>
            <a:spLocks noGrp="1"/>
          </p:cNvSpPr>
          <p:nvPr/>
        </p:nvSpPr>
        <p:spPr>
          <a:xfrm>
            <a:off x="7847416" y="452416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1" name="A1_bar_Cryo_13124">
            <a:extLst>
              <a:ext uri="{FF2B5EF4-FFF2-40B4-BE49-F238E27FC236}">
                <a16:creationId xmlns:a16="http://schemas.microsoft.com/office/drawing/2014/main" id="{D58A0282-FE8B-44F0-9E0B-BEAC0D9F3467}"/>
              </a:ext>
            </a:extLst>
          </p:cNvPr>
          <p:cNvSpPr>
            <a:spLocks noGrp="1"/>
          </p:cNvSpPr>
          <p:nvPr/>
        </p:nvSpPr>
        <p:spPr>
          <a:xfrm>
            <a:off x="7886380" y="60322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2" name="A1_bar_Cryo_13125">
            <a:extLst>
              <a:ext uri="{FF2B5EF4-FFF2-40B4-BE49-F238E27FC236}">
                <a16:creationId xmlns:a16="http://schemas.microsoft.com/office/drawing/2014/main" id="{83D9E691-2A78-4DCD-A210-C18BF5771585}"/>
              </a:ext>
            </a:extLst>
          </p:cNvPr>
          <p:cNvSpPr>
            <a:spLocks noGrp="1"/>
          </p:cNvSpPr>
          <p:nvPr/>
        </p:nvSpPr>
        <p:spPr>
          <a:xfrm>
            <a:off x="771189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3" name="A1_bar_Cryo_13126">
            <a:extLst>
              <a:ext uri="{FF2B5EF4-FFF2-40B4-BE49-F238E27FC236}">
                <a16:creationId xmlns:a16="http://schemas.microsoft.com/office/drawing/2014/main" id="{270453C4-EF4A-4B9C-B5B6-90FB4A4941DB}"/>
              </a:ext>
            </a:extLst>
          </p:cNvPr>
          <p:cNvSpPr>
            <a:spLocks noGrp="1"/>
          </p:cNvSpPr>
          <p:nvPr/>
        </p:nvSpPr>
        <p:spPr>
          <a:xfrm>
            <a:off x="7949708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4" name="A1_bar_Cryo_13127">
            <a:extLst>
              <a:ext uri="{FF2B5EF4-FFF2-40B4-BE49-F238E27FC236}">
                <a16:creationId xmlns:a16="http://schemas.microsoft.com/office/drawing/2014/main" id="{382249C3-8352-422A-96A3-CA2AD5CCB78C}"/>
              </a:ext>
            </a:extLst>
          </p:cNvPr>
          <p:cNvSpPr>
            <a:spLocks noGrp="1"/>
          </p:cNvSpPr>
          <p:nvPr/>
        </p:nvSpPr>
        <p:spPr>
          <a:xfrm>
            <a:off x="7774336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5" name="A1_bar_Cryo_13128">
            <a:extLst>
              <a:ext uri="{FF2B5EF4-FFF2-40B4-BE49-F238E27FC236}">
                <a16:creationId xmlns:a16="http://schemas.microsoft.com/office/drawing/2014/main" id="{0B334184-F6EF-41E5-A5C6-ECABFACE01AC}"/>
              </a:ext>
            </a:extLst>
          </p:cNvPr>
          <p:cNvSpPr>
            <a:spLocks noGrp="1"/>
          </p:cNvSpPr>
          <p:nvPr/>
        </p:nvSpPr>
        <p:spPr>
          <a:xfrm>
            <a:off x="7925342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6" name="A1_bar_Cryo_13129">
            <a:extLst>
              <a:ext uri="{FF2B5EF4-FFF2-40B4-BE49-F238E27FC236}">
                <a16:creationId xmlns:a16="http://schemas.microsoft.com/office/drawing/2014/main" id="{C8642B4B-4620-4526-AE62-1ED0330B428A}"/>
              </a:ext>
            </a:extLst>
          </p:cNvPr>
          <p:cNvSpPr>
            <a:spLocks noGrp="1"/>
          </p:cNvSpPr>
          <p:nvPr/>
        </p:nvSpPr>
        <p:spPr>
          <a:xfrm>
            <a:off x="7915228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7" name="A1_bar_Cryo_13130">
            <a:extLst>
              <a:ext uri="{FF2B5EF4-FFF2-40B4-BE49-F238E27FC236}">
                <a16:creationId xmlns:a16="http://schemas.microsoft.com/office/drawing/2014/main" id="{FB260732-396D-411A-8B0E-B544041391C1}"/>
              </a:ext>
            </a:extLst>
          </p:cNvPr>
          <p:cNvSpPr>
            <a:spLocks noGrp="1"/>
          </p:cNvSpPr>
          <p:nvPr/>
        </p:nvSpPr>
        <p:spPr>
          <a:xfrm>
            <a:off x="7748190" y="481558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8" name="A1_bar_Cryo_13131">
            <a:extLst>
              <a:ext uri="{FF2B5EF4-FFF2-40B4-BE49-F238E27FC236}">
                <a16:creationId xmlns:a16="http://schemas.microsoft.com/office/drawing/2014/main" id="{F8B369C1-84EA-459E-A00E-E25E102C3AC5}"/>
              </a:ext>
            </a:extLst>
          </p:cNvPr>
          <p:cNvSpPr>
            <a:spLocks noGrp="1"/>
          </p:cNvSpPr>
          <p:nvPr/>
        </p:nvSpPr>
        <p:spPr>
          <a:xfrm>
            <a:off x="7952034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09" name="A1_bar_Cryo_13132">
            <a:extLst>
              <a:ext uri="{FF2B5EF4-FFF2-40B4-BE49-F238E27FC236}">
                <a16:creationId xmlns:a16="http://schemas.microsoft.com/office/drawing/2014/main" id="{F3788F64-B062-4E21-ADAE-1BC7EFE0243C}"/>
              </a:ext>
            </a:extLst>
          </p:cNvPr>
          <p:cNvSpPr>
            <a:spLocks noGrp="1"/>
          </p:cNvSpPr>
          <p:nvPr/>
        </p:nvSpPr>
        <p:spPr>
          <a:xfrm>
            <a:off x="7890952" y="593028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0" name="A1_bar_Cryo_13133">
            <a:extLst>
              <a:ext uri="{FF2B5EF4-FFF2-40B4-BE49-F238E27FC236}">
                <a16:creationId xmlns:a16="http://schemas.microsoft.com/office/drawing/2014/main" id="{D55C0E71-BCDA-464B-A36F-875A7EEB3BC8}"/>
              </a:ext>
            </a:extLst>
          </p:cNvPr>
          <p:cNvSpPr>
            <a:spLocks noGrp="1"/>
          </p:cNvSpPr>
          <p:nvPr/>
        </p:nvSpPr>
        <p:spPr>
          <a:xfrm>
            <a:off x="780688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1" name="A1_bar_Cryo_13134">
            <a:extLst>
              <a:ext uri="{FF2B5EF4-FFF2-40B4-BE49-F238E27FC236}">
                <a16:creationId xmlns:a16="http://schemas.microsoft.com/office/drawing/2014/main" id="{B3C656D4-7D2D-4EA4-B60C-BB2C50C08DDD}"/>
              </a:ext>
            </a:extLst>
          </p:cNvPr>
          <p:cNvSpPr>
            <a:spLocks noGrp="1"/>
          </p:cNvSpPr>
          <p:nvPr/>
        </p:nvSpPr>
        <p:spPr>
          <a:xfrm>
            <a:off x="7754470" y="562574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2" name="A1_bar_Cryo_13135">
            <a:extLst>
              <a:ext uri="{FF2B5EF4-FFF2-40B4-BE49-F238E27FC236}">
                <a16:creationId xmlns:a16="http://schemas.microsoft.com/office/drawing/2014/main" id="{045A647E-7B6E-4387-8332-4218A768B1EE}"/>
              </a:ext>
            </a:extLst>
          </p:cNvPr>
          <p:cNvSpPr>
            <a:spLocks noGrp="1"/>
          </p:cNvSpPr>
          <p:nvPr/>
        </p:nvSpPr>
        <p:spPr>
          <a:xfrm>
            <a:off x="7707796" y="607687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3" name="A1_bar_Cryo_13136">
            <a:extLst>
              <a:ext uri="{FF2B5EF4-FFF2-40B4-BE49-F238E27FC236}">
                <a16:creationId xmlns:a16="http://schemas.microsoft.com/office/drawing/2014/main" id="{8642651C-4A41-4279-8E40-DDAAC107687B}"/>
              </a:ext>
            </a:extLst>
          </p:cNvPr>
          <p:cNvSpPr>
            <a:spLocks noGrp="1"/>
          </p:cNvSpPr>
          <p:nvPr/>
        </p:nvSpPr>
        <p:spPr>
          <a:xfrm>
            <a:off x="7929541" y="487284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4" name="A1_bar_Cryo_13137">
            <a:extLst>
              <a:ext uri="{FF2B5EF4-FFF2-40B4-BE49-F238E27FC236}">
                <a16:creationId xmlns:a16="http://schemas.microsoft.com/office/drawing/2014/main" id="{C588CC5E-4BB0-49B6-9902-A3FB59D7ADBD}"/>
              </a:ext>
            </a:extLst>
          </p:cNvPr>
          <p:cNvSpPr>
            <a:spLocks noGrp="1"/>
          </p:cNvSpPr>
          <p:nvPr/>
        </p:nvSpPr>
        <p:spPr>
          <a:xfrm>
            <a:off x="775658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5" name="A1_bar_Cryo_13138">
            <a:extLst>
              <a:ext uri="{FF2B5EF4-FFF2-40B4-BE49-F238E27FC236}">
                <a16:creationId xmlns:a16="http://schemas.microsoft.com/office/drawing/2014/main" id="{C6C6207A-FC47-4F44-A50F-D6D1B2309726}"/>
              </a:ext>
            </a:extLst>
          </p:cNvPr>
          <p:cNvSpPr>
            <a:spLocks noGrp="1"/>
          </p:cNvSpPr>
          <p:nvPr/>
        </p:nvSpPr>
        <p:spPr>
          <a:xfrm>
            <a:off x="7896161" y="547493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6" name="A1_bar_Cryo_13139">
            <a:extLst>
              <a:ext uri="{FF2B5EF4-FFF2-40B4-BE49-F238E27FC236}">
                <a16:creationId xmlns:a16="http://schemas.microsoft.com/office/drawing/2014/main" id="{835FF5EF-30B9-4B8D-9B89-A36F59C799C3}"/>
              </a:ext>
            </a:extLst>
          </p:cNvPr>
          <p:cNvSpPr>
            <a:spLocks noGrp="1"/>
          </p:cNvSpPr>
          <p:nvPr/>
        </p:nvSpPr>
        <p:spPr>
          <a:xfrm>
            <a:off x="7877812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7" name="A1_bar_Cryo_13140">
            <a:extLst>
              <a:ext uri="{FF2B5EF4-FFF2-40B4-BE49-F238E27FC236}">
                <a16:creationId xmlns:a16="http://schemas.microsoft.com/office/drawing/2014/main" id="{30F55516-BD9F-4671-B0B0-C41BD59B609E}"/>
              </a:ext>
            </a:extLst>
          </p:cNvPr>
          <p:cNvSpPr>
            <a:spLocks noGrp="1"/>
          </p:cNvSpPr>
          <p:nvPr/>
        </p:nvSpPr>
        <p:spPr>
          <a:xfrm>
            <a:off x="7893100" y="399959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8" name="A1_bar_Cryo_13141">
            <a:extLst>
              <a:ext uri="{FF2B5EF4-FFF2-40B4-BE49-F238E27FC236}">
                <a16:creationId xmlns:a16="http://schemas.microsoft.com/office/drawing/2014/main" id="{AB58FA26-A7F5-482D-B687-214578262BF4}"/>
              </a:ext>
            </a:extLst>
          </p:cNvPr>
          <p:cNvSpPr>
            <a:spLocks noGrp="1"/>
          </p:cNvSpPr>
          <p:nvPr/>
        </p:nvSpPr>
        <p:spPr>
          <a:xfrm>
            <a:off x="7856871" y="370584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19" name="A1_bar_Cryo_13142">
            <a:extLst>
              <a:ext uri="{FF2B5EF4-FFF2-40B4-BE49-F238E27FC236}">
                <a16:creationId xmlns:a16="http://schemas.microsoft.com/office/drawing/2014/main" id="{7B446F99-734A-4A94-9A4B-DB362127A034}"/>
              </a:ext>
            </a:extLst>
          </p:cNvPr>
          <p:cNvSpPr>
            <a:spLocks noGrp="1"/>
          </p:cNvSpPr>
          <p:nvPr/>
        </p:nvSpPr>
        <p:spPr>
          <a:xfrm>
            <a:off x="7938875" y="5311010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0" name="A1_bar_Cryo_13143">
            <a:extLst>
              <a:ext uri="{FF2B5EF4-FFF2-40B4-BE49-F238E27FC236}">
                <a16:creationId xmlns:a16="http://schemas.microsoft.com/office/drawing/2014/main" id="{4AC5F30D-E4F9-4C05-8F4F-D5969E7166FF}"/>
              </a:ext>
            </a:extLst>
          </p:cNvPr>
          <p:cNvSpPr>
            <a:spLocks noGrp="1"/>
          </p:cNvSpPr>
          <p:nvPr/>
        </p:nvSpPr>
        <p:spPr>
          <a:xfrm>
            <a:off x="7706669" y="582152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1" name="A1_bar_Cryo_13144">
            <a:extLst>
              <a:ext uri="{FF2B5EF4-FFF2-40B4-BE49-F238E27FC236}">
                <a16:creationId xmlns:a16="http://schemas.microsoft.com/office/drawing/2014/main" id="{A5C19014-D0FC-48C7-8E6C-7200C9090DF0}"/>
              </a:ext>
            </a:extLst>
          </p:cNvPr>
          <p:cNvSpPr>
            <a:spLocks noGrp="1"/>
          </p:cNvSpPr>
          <p:nvPr/>
        </p:nvSpPr>
        <p:spPr>
          <a:xfrm>
            <a:off x="789216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2" name="A1_bar_Cryo_13145">
            <a:extLst>
              <a:ext uri="{FF2B5EF4-FFF2-40B4-BE49-F238E27FC236}">
                <a16:creationId xmlns:a16="http://schemas.microsoft.com/office/drawing/2014/main" id="{7F6489CB-BF7A-4384-83C3-FB37A549C3ED}"/>
              </a:ext>
            </a:extLst>
          </p:cNvPr>
          <p:cNvSpPr>
            <a:spLocks noGrp="1"/>
          </p:cNvSpPr>
          <p:nvPr/>
        </p:nvSpPr>
        <p:spPr>
          <a:xfrm>
            <a:off x="7897463" y="396681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3" name="A1_bar_Cryo_13146">
            <a:extLst>
              <a:ext uri="{FF2B5EF4-FFF2-40B4-BE49-F238E27FC236}">
                <a16:creationId xmlns:a16="http://schemas.microsoft.com/office/drawing/2014/main" id="{A1C5B4C0-322C-49E7-AEF7-C99AFF0385F8}"/>
              </a:ext>
            </a:extLst>
          </p:cNvPr>
          <p:cNvSpPr>
            <a:spLocks noGrp="1"/>
          </p:cNvSpPr>
          <p:nvPr/>
        </p:nvSpPr>
        <p:spPr>
          <a:xfrm>
            <a:off x="7905284" y="478644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4" name="A1_bar_Cryo_13147">
            <a:extLst>
              <a:ext uri="{FF2B5EF4-FFF2-40B4-BE49-F238E27FC236}">
                <a16:creationId xmlns:a16="http://schemas.microsoft.com/office/drawing/2014/main" id="{4EDD0F38-472F-48A0-A788-A6486A304236}"/>
              </a:ext>
            </a:extLst>
          </p:cNvPr>
          <p:cNvSpPr>
            <a:spLocks noGrp="1"/>
          </p:cNvSpPr>
          <p:nvPr/>
        </p:nvSpPr>
        <p:spPr>
          <a:xfrm>
            <a:off x="7937721" y="5704434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5" name="A1_bar_Cryo_13148">
            <a:extLst>
              <a:ext uri="{FF2B5EF4-FFF2-40B4-BE49-F238E27FC236}">
                <a16:creationId xmlns:a16="http://schemas.microsoft.com/office/drawing/2014/main" id="{C31D714D-71E2-434F-AE6B-D5C6431EF089}"/>
              </a:ext>
            </a:extLst>
          </p:cNvPr>
          <p:cNvSpPr>
            <a:spLocks noGrp="1"/>
          </p:cNvSpPr>
          <p:nvPr/>
        </p:nvSpPr>
        <p:spPr>
          <a:xfrm>
            <a:off x="7907480" y="5573293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6" name="A1_bar_Cryo_13149">
            <a:extLst>
              <a:ext uri="{FF2B5EF4-FFF2-40B4-BE49-F238E27FC236}">
                <a16:creationId xmlns:a16="http://schemas.microsoft.com/office/drawing/2014/main" id="{0BBB977A-9B63-4C44-BEB2-041C738F98D0}"/>
              </a:ext>
            </a:extLst>
          </p:cNvPr>
          <p:cNvSpPr>
            <a:spLocks noGrp="1"/>
          </p:cNvSpPr>
          <p:nvPr/>
        </p:nvSpPr>
        <p:spPr>
          <a:xfrm>
            <a:off x="7831382" y="5363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7" name="A1_bar_Cryo_13150">
            <a:extLst>
              <a:ext uri="{FF2B5EF4-FFF2-40B4-BE49-F238E27FC236}">
                <a16:creationId xmlns:a16="http://schemas.microsoft.com/office/drawing/2014/main" id="{4A504A8D-0F85-4BED-B187-0B1982A388F0}"/>
              </a:ext>
            </a:extLst>
          </p:cNvPr>
          <p:cNvSpPr>
            <a:spLocks noGrp="1"/>
          </p:cNvSpPr>
          <p:nvPr/>
        </p:nvSpPr>
        <p:spPr>
          <a:xfrm>
            <a:off x="7793176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8" name="A1_bar_Cryo_13151">
            <a:extLst>
              <a:ext uri="{FF2B5EF4-FFF2-40B4-BE49-F238E27FC236}">
                <a16:creationId xmlns:a16="http://schemas.microsoft.com/office/drawing/2014/main" id="{C2F4044E-91C1-46E4-B075-A848BFF7280E}"/>
              </a:ext>
            </a:extLst>
          </p:cNvPr>
          <p:cNvSpPr>
            <a:spLocks noGrp="1"/>
          </p:cNvSpPr>
          <p:nvPr/>
        </p:nvSpPr>
        <p:spPr>
          <a:xfrm>
            <a:off x="7850134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29" name="A1_bar_Cryo_13152">
            <a:extLst>
              <a:ext uri="{FF2B5EF4-FFF2-40B4-BE49-F238E27FC236}">
                <a16:creationId xmlns:a16="http://schemas.microsoft.com/office/drawing/2014/main" id="{B277B5C4-DE59-4827-BA10-91E4EA7409AB}"/>
              </a:ext>
            </a:extLst>
          </p:cNvPr>
          <p:cNvSpPr>
            <a:spLocks noGrp="1"/>
          </p:cNvSpPr>
          <p:nvPr/>
        </p:nvSpPr>
        <p:spPr>
          <a:xfrm>
            <a:off x="7855645" y="4349307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0" name="A1_bar_Cryo_13153">
            <a:extLst>
              <a:ext uri="{FF2B5EF4-FFF2-40B4-BE49-F238E27FC236}">
                <a16:creationId xmlns:a16="http://schemas.microsoft.com/office/drawing/2014/main" id="{04B0A2EB-9C5F-4673-8513-F3915FA461A3}"/>
              </a:ext>
            </a:extLst>
          </p:cNvPr>
          <p:cNvSpPr>
            <a:spLocks noGrp="1"/>
          </p:cNvSpPr>
          <p:nvPr/>
        </p:nvSpPr>
        <p:spPr>
          <a:xfrm>
            <a:off x="772487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1" name="A1_bar_Cryo_13154">
            <a:extLst>
              <a:ext uri="{FF2B5EF4-FFF2-40B4-BE49-F238E27FC236}">
                <a16:creationId xmlns:a16="http://schemas.microsoft.com/office/drawing/2014/main" id="{219706EB-A328-4A1E-AFF4-98D8C3C1474E}"/>
              </a:ext>
            </a:extLst>
          </p:cNvPr>
          <p:cNvSpPr>
            <a:spLocks noGrp="1"/>
          </p:cNvSpPr>
          <p:nvPr/>
        </p:nvSpPr>
        <p:spPr>
          <a:xfrm>
            <a:off x="7894560" y="347503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2" name="A1_bar_Cryo_13155">
            <a:extLst>
              <a:ext uri="{FF2B5EF4-FFF2-40B4-BE49-F238E27FC236}">
                <a16:creationId xmlns:a16="http://schemas.microsoft.com/office/drawing/2014/main" id="{E653C0AB-232A-474F-BAB9-C4D9338F5C79}"/>
              </a:ext>
            </a:extLst>
          </p:cNvPr>
          <p:cNvSpPr>
            <a:spLocks noGrp="1"/>
          </p:cNvSpPr>
          <p:nvPr/>
        </p:nvSpPr>
        <p:spPr>
          <a:xfrm>
            <a:off x="7926245" y="52965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3" name="A1_bar_Cryo_13156">
            <a:extLst>
              <a:ext uri="{FF2B5EF4-FFF2-40B4-BE49-F238E27FC236}">
                <a16:creationId xmlns:a16="http://schemas.microsoft.com/office/drawing/2014/main" id="{97E27EF6-90D9-48FC-A11A-B20C44E018DB}"/>
              </a:ext>
            </a:extLst>
          </p:cNvPr>
          <p:cNvSpPr>
            <a:spLocks noGrp="1"/>
          </p:cNvSpPr>
          <p:nvPr/>
        </p:nvSpPr>
        <p:spPr>
          <a:xfrm>
            <a:off x="7719313" y="4751571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4" name="A1_bar_Cryo_13157">
            <a:extLst>
              <a:ext uri="{FF2B5EF4-FFF2-40B4-BE49-F238E27FC236}">
                <a16:creationId xmlns:a16="http://schemas.microsoft.com/office/drawing/2014/main" id="{69377752-5BE8-4615-8300-EDE7AC76CEF6}"/>
              </a:ext>
            </a:extLst>
          </p:cNvPr>
          <p:cNvSpPr>
            <a:spLocks noGrp="1"/>
          </p:cNvSpPr>
          <p:nvPr/>
        </p:nvSpPr>
        <p:spPr>
          <a:xfrm>
            <a:off x="7727160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5" name="A1_bar_Cryo_13158">
            <a:extLst>
              <a:ext uri="{FF2B5EF4-FFF2-40B4-BE49-F238E27FC236}">
                <a16:creationId xmlns:a16="http://schemas.microsoft.com/office/drawing/2014/main" id="{4E3CC95A-6CC8-409A-B6D4-A4F9B26081AC}"/>
              </a:ext>
            </a:extLst>
          </p:cNvPr>
          <p:cNvSpPr>
            <a:spLocks noGrp="1"/>
          </p:cNvSpPr>
          <p:nvPr/>
        </p:nvSpPr>
        <p:spPr>
          <a:xfrm>
            <a:off x="7841709" y="541585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6" name="A1_bar_Cryo_13159">
            <a:extLst>
              <a:ext uri="{FF2B5EF4-FFF2-40B4-BE49-F238E27FC236}">
                <a16:creationId xmlns:a16="http://schemas.microsoft.com/office/drawing/2014/main" id="{941A6DA0-DAFF-4F46-BBC7-53B50E6C6E06}"/>
              </a:ext>
            </a:extLst>
          </p:cNvPr>
          <p:cNvSpPr>
            <a:spLocks noGrp="1"/>
          </p:cNvSpPr>
          <p:nvPr/>
        </p:nvSpPr>
        <p:spPr>
          <a:xfrm>
            <a:off x="7884531" y="5468379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7" name="A1_bar_Cryo_13160">
            <a:extLst>
              <a:ext uri="{FF2B5EF4-FFF2-40B4-BE49-F238E27FC236}">
                <a16:creationId xmlns:a16="http://schemas.microsoft.com/office/drawing/2014/main" id="{68E55A46-B561-48BB-8881-D58FF0AB53B5}"/>
              </a:ext>
            </a:extLst>
          </p:cNvPr>
          <p:cNvSpPr>
            <a:spLocks noGrp="1"/>
          </p:cNvSpPr>
          <p:nvPr/>
        </p:nvSpPr>
        <p:spPr>
          <a:xfrm>
            <a:off x="7718211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8" name="A1_bar_Cryo_13161">
            <a:extLst>
              <a:ext uri="{FF2B5EF4-FFF2-40B4-BE49-F238E27FC236}">
                <a16:creationId xmlns:a16="http://schemas.microsoft.com/office/drawing/2014/main" id="{7ED3942E-31AF-4700-AB39-B94DF10710D3}"/>
              </a:ext>
            </a:extLst>
          </p:cNvPr>
          <p:cNvSpPr>
            <a:spLocks noGrp="1"/>
          </p:cNvSpPr>
          <p:nvPr/>
        </p:nvSpPr>
        <p:spPr>
          <a:xfrm>
            <a:off x="7945402" y="5788225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39" name="A1_bar_Cryo_13162">
            <a:extLst>
              <a:ext uri="{FF2B5EF4-FFF2-40B4-BE49-F238E27FC236}">
                <a16:creationId xmlns:a16="http://schemas.microsoft.com/office/drawing/2014/main" id="{08090A26-7852-4CCF-9650-318385488960}"/>
              </a:ext>
            </a:extLst>
          </p:cNvPr>
          <p:cNvSpPr>
            <a:spLocks noGrp="1"/>
          </p:cNvSpPr>
          <p:nvPr/>
        </p:nvSpPr>
        <p:spPr>
          <a:xfrm>
            <a:off x="7763779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0" name="A1_bar_Cryo_13163">
            <a:extLst>
              <a:ext uri="{FF2B5EF4-FFF2-40B4-BE49-F238E27FC236}">
                <a16:creationId xmlns:a16="http://schemas.microsoft.com/office/drawing/2014/main" id="{5E979B38-A270-4062-B8E3-1B9D9BA99DEC}"/>
              </a:ext>
            </a:extLst>
          </p:cNvPr>
          <p:cNvSpPr>
            <a:spLocks noGrp="1"/>
          </p:cNvSpPr>
          <p:nvPr/>
        </p:nvSpPr>
        <p:spPr>
          <a:xfrm>
            <a:off x="7920955" y="2950466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1" name="A1_bar_Cryo_13164">
            <a:extLst>
              <a:ext uri="{FF2B5EF4-FFF2-40B4-BE49-F238E27FC236}">
                <a16:creationId xmlns:a16="http://schemas.microsoft.com/office/drawing/2014/main" id="{FF869F5A-06F5-4879-B421-680BD9D5B974}"/>
              </a:ext>
            </a:extLst>
          </p:cNvPr>
          <p:cNvSpPr>
            <a:spLocks noGrp="1"/>
          </p:cNvSpPr>
          <p:nvPr/>
        </p:nvSpPr>
        <p:spPr>
          <a:xfrm>
            <a:off x="7940037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2" name="A1_bar_Cryo_13165">
            <a:extLst>
              <a:ext uri="{FF2B5EF4-FFF2-40B4-BE49-F238E27FC236}">
                <a16:creationId xmlns:a16="http://schemas.microsoft.com/office/drawing/2014/main" id="{AD084A16-E754-416A-94EB-195DCB4CB0AF}"/>
              </a:ext>
            </a:extLst>
          </p:cNvPr>
          <p:cNvSpPr>
            <a:spLocks noGrp="1"/>
          </p:cNvSpPr>
          <p:nvPr/>
        </p:nvSpPr>
        <p:spPr>
          <a:xfrm>
            <a:off x="7815406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3" name="A1_bar_Cryo_13166">
            <a:extLst>
              <a:ext uri="{FF2B5EF4-FFF2-40B4-BE49-F238E27FC236}">
                <a16:creationId xmlns:a16="http://schemas.microsoft.com/office/drawing/2014/main" id="{7076283B-3FCD-4DDB-87F1-3307714D6DE9}"/>
              </a:ext>
            </a:extLst>
          </p:cNvPr>
          <p:cNvSpPr>
            <a:spLocks noGrp="1"/>
          </p:cNvSpPr>
          <p:nvPr/>
        </p:nvSpPr>
        <p:spPr>
          <a:xfrm>
            <a:off x="7752639" y="5864772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4" name="A1_bar_Cryo_13167">
            <a:extLst>
              <a:ext uri="{FF2B5EF4-FFF2-40B4-BE49-F238E27FC236}">
                <a16:creationId xmlns:a16="http://schemas.microsoft.com/office/drawing/2014/main" id="{80C99772-52F2-46F8-8468-1253D714610A}"/>
              </a:ext>
            </a:extLst>
          </p:cNvPr>
          <p:cNvSpPr>
            <a:spLocks noGrp="1"/>
          </p:cNvSpPr>
          <p:nvPr/>
        </p:nvSpPr>
        <p:spPr>
          <a:xfrm>
            <a:off x="7702635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5" name="A1_bar_Cryo_13168">
            <a:extLst>
              <a:ext uri="{FF2B5EF4-FFF2-40B4-BE49-F238E27FC236}">
                <a16:creationId xmlns:a16="http://schemas.microsoft.com/office/drawing/2014/main" id="{876544C1-C662-4734-9817-43DFC4B8E8A7}"/>
              </a:ext>
            </a:extLst>
          </p:cNvPr>
          <p:cNvSpPr>
            <a:spLocks noGrp="1"/>
          </p:cNvSpPr>
          <p:nvPr/>
        </p:nvSpPr>
        <p:spPr>
          <a:xfrm>
            <a:off x="7904793" y="6097858"/>
            <a:ext cx="34385" cy="34385"/>
          </a:xfrm>
          <a:prstGeom prst="ellipse">
            <a:avLst/>
          </a:prstGeom>
          <a:solidFill>
            <a:srgbClr val="566AB4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6" name="A1_bar_Cryo_13169">
            <a:extLst>
              <a:ext uri="{FF2B5EF4-FFF2-40B4-BE49-F238E27FC236}">
                <a16:creationId xmlns:a16="http://schemas.microsoft.com/office/drawing/2014/main" id="{47C49A01-1A7C-4F34-867A-03E7043561DD}"/>
              </a:ext>
            </a:extLst>
          </p:cNvPr>
          <p:cNvSpPr>
            <a:spLocks noGrp="1"/>
          </p:cNvSpPr>
          <p:nvPr/>
        </p:nvSpPr>
        <p:spPr>
          <a:xfrm>
            <a:off x="1806649" y="42855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7" name="A1_bar_Cryo_13170">
            <a:extLst>
              <a:ext uri="{FF2B5EF4-FFF2-40B4-BE49-F238E27FC236}">
                <a16:creationId xmlns:a16="http://schemas.microsoft.com/office/drawing/2014/main" id="{48766329-6B7D-4650-860C-BE0E83C93413}"/>
              </a:ext>
            </a:extLst>
          </p:cNvPr>
          <p:cNvSpPr>
            <a:spLocks noGrp="1"/>
          </p:cNvSpPr>
          <p:nvPr/>
        </p:nvSpPr>
        <p:spPr>
          <a:xfrm>
            <a:off x="1932830" y="34174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8" name="A1_bar_Cryo_13171">
            <a:extLst>
              <a:ext uri="{FF2B5EF4-FFF2-40B4-BE49-F238E27FC236}">
                <a16:creationId xmlns:a16="http://schemas.microsoft.com/office/drawing/2014/main" id="{EEC0A544-B28A-4424-807F-67F383D670A9}"/>
              </a:ext>
            </a:extLst>
          </p:cNvPr>
          <p:cNvSpPr>
            <a:spLocks noGrp="1"/>
          </p:cNvSpPr>
          <p:nvPr/>
        </p:nvSpPr>
        <p:spPr>
          <a:xfrm>
            <a:off x="1770545" y="35961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49" name="A1_bar_Cryo_13172">
            <a:extLst>
              <a:ext uri="{FF2B5EF4-FFF2-40B4-BE49-F238E27FC236}">
                <a16:creationId xmlns:a16="http://schemas.microsoft.com/office/drawing/2014/main" id="{D9F257AD-6C8D-47E3-B3C1-7B8210D29DF0}"/>
              </a:ext>
            </a:extLst>
          </p:cNvPr>
          <p:cNvSpPr>
            <a:spLocks noGrp="1"/>
          </p:cNvSpPr>
          <p:nvPr/>
        </p:nvSpPr>
        <p:spPr>
          <a:xfrm>
            <a:off x="1776898" y="5902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0" name="A1_bar_Cryo_13173">
            <a:extLst>
              <a:ext uri="{FF2B5EF4-FFF2-40B4-BE49-F238E27FC236}">
                <a16:creationId xmlns:a16="http://schemas.microsoft.com/office/drawing/2014/main" id="{47FD24A9-240E-4165-8CE3-1F9EB76BC8DB}"/>
              </a:ext>
            </a:extLst>
          </p:cNvPr>
          <p:cNvSpPr>
            <a:spLocks noGrp="1"/>
          </p:cNvSpPr>
          <p:nvPr/>
        </p:nvSpPr>
        <p:spPr>
          <a:xfrm>
            <a:off x="1882249" y="38496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1" name="A1_bar_Cryo_13174">
            <a:extLst>
              <a:ext uri="{FF2B5EF4-FFF2-40B4-BE49-F238E27FC236}">
                <a16:creationId xmlns:a16="http://schemas.microsoft.com/office/drawing/2014/main" id="{2391A569-6E4B-4935-A137-D42C35484F11}"/>
              </a:ext>
            </a:extLst>
          </p:cNvPr>
          <p:cNvSpPr>
            <a:spLocks noGrp="1"/>
          </p:cNvSpPr>
          <p:nvPr/>
        </p:nvSpPr>
        <p:spPr>
          <a:xfrm>
            <a:off x="1807183" y="52041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2" name="A1_bar_Cryo_13175">
            <a:extLst>
              <a:ext uri="{FF2B5EF4-FFF2-40B4-BE49-F238E27FC236}">
                <a16:creationId xmlns:a16="http://schemas.microsoft.com/office/drawing/2014/main" id="{216CCE90-A0A5-4316-96BB-89A73BFC1F1E}"/>
              </a:ext>
            </a:extLst>
          </p:cNvPr>
          <p:cNvSpPr>
            <a:spLocks noGrp="1"/>
          </p:cNvSpPr>
          <p:nvPr/>
        </p:nvSpPr>
        <p:spPr>
          <a:xfrm>
            <a:off x="1818710" y="33852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3" name="A1_bar_Cryo_13176">
            <a:extLst>
              <a:ext uri="{FF2B5EF4-FFF2-40B4-BE49-F238E27FC236}">
                <a16:creationId xmlns:a16="http://schemas.microsoft.com/office/drawing/2014/main" id="{83E1181D-474A-4353-AC54-D4E81D22C091}"/>
              </a:ext>
            </a:extLst>
          </p:cNvPr>
          <p:cNvSpPr>
            <a:spLocks noGrp="1"/>
          </p:cNvSpPr>
          <p:nvPr/>
        </p:nvSpPr>
        <p:spPr>
          <a:xfrm>
            <a:off x="1950419" y="34378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4" name="A1_bar_Cryo_13177">
            <a:extLst>
              <a:ext uri="{FF2B5EF4-FFF2-40B4-BE49-F238E27FC236}">
                <a16:creationId xmlns:a16="http://schemas.microsoft.com/office/drawing/2014/main" id="{BCF3A0F6-C65C-4144-AAF1-A8C412BAD5B1}"/>
              </a:ext>
            </a:extLst>
          </p:cNvPr>
          <p:cNvSpPr>
            <a:spLocks noGrp="1"/>
          </p:cNvSpPr>
          <p:nvPr/>
        </p:nvSpPr>
        <p:spPr>
          <a:xfrm>
            <a:off x="1915690" y="48673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5" name="A1_bar_Cryo_13178">
            <a:extLst>
              <a:ext uri="{FF2B5EF4-FFF2-40B4-BE49-F238E27FC236}">
                <a16:creationId xmlns:a16="http://schemas.microsoft.com/office/drawing/2014/main" id="{10046ADC-4863-4A61-B4A4-F90E0065C8AA}"/>
              </a:ext>
            </a:extLst>
          </p:cNvPr>
          <p:cNvSpPr>
            <a:spLocks noGrp="1"/>
          </p:cNvSpPr>
          <p:nvPr/>
        </p:nvSpPr>
        <p:spPr>
          <a:xfrm>
            <a:off x="1856349" y="36320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6" name="A1_bar_Cryo_13179">
            <a:extLst>
              <a:ext uri="{FF2B5EF4-FFF2-40B4-BE49-F238E27FC236}">
                <a16:creationId xmlns:a16="http://schemas.microsoft.com/office/drawing/2014/main" id="{962D7F5E-7F23-4724-BC7C-DEF47F216CC9}"/>
              </a:ext>
            </a:extLst>
          </p:cNvPr>
          <p:cNvSpPr>
            <a:spLocks noGrp="1"/>
          </p:cNvSpPr>
          <p:nvPr/>
        </p:nvSpPr>
        <p:spPr>
          <a:xfrm>
            <a:off x="2002581" y="49827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7" name="A1_bar_Cryo_13180">
            <a:extLst>
              <a:ext uri="{FF2B5EF4-FFF2-40B4-BE49-F238E27FC236}">
                <a16:creationId xmlns:a16="http://schemas.microsoft.com/office/drawing/2014/main" id="{B03294DF-CC85-427F-A943-229F374B03A2}"/>
              </a:ext>
            </a:extLst>
          </p:cNvPr>
          <p:cNvSpPr>
            <a:spLocks noGrp="1"/>
          </p:cNvSpPr>
          <p:nvPr/>
        </p:nvSpPr>
        <p:spPr>
          <a:xfrm>
            <a:off x="1778565" y="447226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8" name="A1_bar_Cryo_13181">
            <a:extLst>
              <a:ext uri="{FF2B5EF4-FFF2-40B4-BE49-F238E27FC236}">
                <a16:creationId xmlns:a16="http://schemas.microsoft.com/office/drawing/2014/main" id="{283BC32A-20AF-4546-912B-2CDEC5CB8600}"/>
              </a:ext>
            </a:extLst>
          </p:cNvPr>
          <p:cNvSpPr>
            <a:spLocks noGrp="1"/>
          </p:cNvSpPr>
          <p:nvPr/>
        </p:nvSpPr>
        <p:spPr>
          <a:xfrm>
            <a:off x="1790979" y="45896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59" name="A1_bar_Cryo_13182">
            <a:extLst>
              <a:ext uri="{FF2B5EF4-FFF2-40B4-BE49-F238E27FC236}">
                <a16:creationId xmlns:a16="http://schemas.microsoft.com/office/drawing/2014/main" id="{8BAC871B-EA07-4924-80B9-30CEDCAE085B}"/>
              </a:ext>
            </a:extLst>
          </p:cNvPr>
          <p:cNvSpPr>
            <a:spLocks noGrp="1"/>
          </p:cNvSpPr>
          <p:nvPr/>
        </p:nvSpPr>
        <p:spPr>
          <a:xfrm>
            <a:off x="1924135" y="43234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0" name="A1_bar_Cryo_13183">
            <a:extLst>
              <a:ext uri="{FF2B5EF4-FFF2-40B4-BE49-F238E27FC236}">
                <a16:creationId xmlns:a16="http://schemas.microsoft.com/office/drawing/2014/main" id="{A355B89B-7B2A-446E-A6FE-9EAC6E0506A8}"/>
              </a:ext>
            </a:extLst>
          </p:cNvPr>
          <p:cNvSpPr>
            <a:spLocks noGrp="1"/>
          </p:cNvSpPr>
          <p:nvPr/>
        </p:nvSpPr>
        <p:spPr>
          <a:xfrm>
            <a:off x="1783848" y="35446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1" name="A1_bar_Cryo_13184">
            <a:extLst>
              <a:ext uri="{FF2B5EF4-FFF2-40B4-BE49-F238E27FC236}">
                <a16:creationId xmlns:a16="http://schemas.microsoft.com/office/drawing/2014/main" id="{D3957871-EBEC-44B4-871E-581F93E9DD44}"/>
              </a:ext>
            </a:extLst>
          </p:cNvPr>
          <p:cNvSpPr>
            <a:spLocks noGrp="1"/>
          </p:cNvSpPr>
          <p:nvPr/>
        </p:nvSpPr>
        <p:spPr>
          <a:xfrm>
            <a:off x="1842651" y="37781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2" name="A1_bar_Cryo_13185">
            <a:extLst>
              <a:ext uri="{FF2B5EF4-FFF2-40B4-BE49-F238E27FC236}">
                <a16:creationId xmlns:a16="http://schemas.microsoft.com/office/drawing/2014/main" id="{086266EF-FE5B-4A70-A542-2811702DB29C}"/>
              </a:ext>
            </a:extLst>
          </p:cNvPr>
          <p:cNvSpPr>
            <a:spLocks noGrp="1"/>
          </p:cNvSpPr>
          <p:nvPr/>
        </p:nvSpPr>
        <p:spPr>
          <a:xfrm>
            <a:off x="1787053" y="473606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3" name="A1_bar_Cryo_13186">
            <a:extLst>
              <a:ext uri="{FF2B5EF4-FFF2-40B4-BE49-F238E27FC236}">
                <a16:creationId xmlns:a16="http://schemas.microsoft.com/office/drawing/2014/main" id="{2DAA846C-C99B-472C-8B14-752D50E4CC75}"/>
              </a:ext>
            </a:extLst>
          </p:cNvPr>
          <p:cNvSpPr>
            <a:spLocks noGrp="1"/>
          </p:cNvSpPr>
          <p:nvPr/>
        </p:nvSpPr>
        <p:spPr>
          <a:xfrm>
            <a:off x="1891144" y="50442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4" name="A1_bar_Cryo_13187">
            <a:extLst>
              <a:ext uri="{FF2B5EF4-FFF2-40B4-BE49-F238E27FC236}">
                <a16:creationId xmlns:a16="http://schemas.microsoft.com/office/drawing/2014/main" id="{6D6E47CC-C523-49FE-9836-535FAD6301FA}"/>
              </a:ext>
            </a:extLst>
          </p:cNvPr>
          <p:cNvSpPr>
            <a:spLocks noGrp="1"/>
          </p:cNvSpPr>
          <p:nvPr/>
        </p:nvSpPr>
        <p:spPr>
          <a:xfrm>
            <a:off x="1985062" y="41362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5" name="A1_bar_Cryo_13188">
            <a:extLst>
              <a:ext uri="{FF2B5EF4-FFF2-40B4-BE49-F238E27FC236}">
                <a16:creationId xmlns:a16="http://schemas.microsoft.com/office/drawing/2014/main" id="{B461458B-DC1B-40BC-952D-1251F24C6BD5}"/>
              </a:ext>
            </a:extLst>
          </p:cNvPr>
          <p:cNvSpPr>
            <a:spLocks noGrp="1"/>
          </p:cNvSpPr>
          <p:nvPr/>
        </p:nvSpPr>
        <p:spPr>
          <a:xfrm>
            <a:off x="1774783" y="43308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6" name="A1_bar_Cryo_13189">
            <a:extLst>
              <a:ext uri="{FF2B5EF4-FFF2-40B4-BE49-F238E27FC236}">
                <a16:creationId xmlns:a16="http://schemas.microsoft.com/office/drawing/2014/main" id="{80265134-009D-4EFA-A9A2-01AF90D8FBAE}"/>
              </a:ext>
            </a:extLst>
          </p:cNvPr>
          <p:cNvSpPr>
            <a:spLocks noGrp="1"/>
          </p:cNvSpPr>
          <p:nvPr/>
        </p:nvSpPr>
        <p:spPr>
          <a:xfrm>
            <a:off x="1844139" y="51765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7" name="A1_bar_Cryo_13190">
            <a:extLst>
              <a:ext uri="{FF2B5EF4-FFF2-40B4-BE49-F238E27FC236}">
                <a16:creationId xmlns:a16="http://schemas.microsoft.com/office/drawing/2014/main" id="{B987287B-179E-4027-8DF3-1B7FFC01FC0B}"/>
              </a:ext>
            </a:extLst>
          </p:cNvPr>
          <p:cNvSpPr>
            <a:spLocks noGrp="1"/>
          </p:cNvSpPr>
          <p:nvPr/>
        </p:nvSpPr>
        <p:spPr>
          <a:xfrm>
            <a:off x="1818471" y="50357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8" name="A1_bar_Cryo_13191">
            <a:extLst>
              <a:ext uri="{FF2B5EF4-FFF2-40B4-BE49-F238E27FC236}">
                <a16:creationId xmlns:a16="http://schemas.microsoft.com/office/drawing/2014/main" id="{24747225-6915-41E1-A346-5A98727EC2DF}"/>
              </a:ext>
            </a:extLst>
          </p:cNvPr>
          <p:cNvSpPr>
            <a:spLocks noGrp="1"/>
          </p:cNvSpPr>
          <p:nvPr/>
        </p:nvSpPr>
        <p:spPr>
          <a:xfrm>
            <a:off x="1930001" y="48607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69" name="A1_bar_Cryo_13192">
            <a:extLst>
              <a:ext uri="{FF2B5EF4-FFF2-40B4-BE49-F238E27FC236}">
                <a16:creationId xmlns:a16="http://schemas.microsoft.com/office/drawing/2014/main" id="{EA0CF685-480F-4B5D-8DB3-D0316B213671}"/>
              </a:ext>
            </a:extLst>
          </p:cNvPr>
          <p:cNvSpPr>
            <a:spLocks noGrp="1"/>
          </p:cNvSpPr>
          <p:nvPr/>
        </p:nvSpPr>
        <p:spPr>
          <a:xfrm>
            <a:off x="1950704" y="33651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0" name="A1_bar_Cryo_13193">
            <a:extLst>
              <a:ext uri="{FF2B5EF4-FFF2-40B4-BE49-F238E27FC236}">
                <a16:creationId xmlns:a16="http://schemas.microsoft.com/office/drawing/2014/main" id="{9E451448-C846-4761-9F4A-55FD1F28DB14}"/>
              </a:ext>
            </a:extLst>
          </p:cNvPr>
          <p:cNvSpPr>
            <a:spLocks noGrp="1"/>
          </p:cNvSpPr>
          <p:nvPr/>
        </p:nvSpPr>
        <p:spPr>
          <a:xfrm>
            <a:off x="1940513" y="60107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1" name="A1_bar_Cryo_13194">
            <a:extLst>
              <a:ext uri="{FF2B5EF4-FFF2-40B4-BE49-F238E27FC236}">
                <a16:creationId xmlns:a16="http://schemas.microsoft.com/office/drawing/2014/main" id="{A55A9FD0-198C-4E52-9CC2-80AF1CF7BED0}"/>
              </a:ext>
            </a:extLst>
          </p:cNvPr>
          <p:cNvSpPr>
            <a:spLocks noGrp="1"/>
          </p:cNvSpPr>
          <p:nvPr/>
        </p:nvSpPr>
        <p:spPr>
          <a:xfrm>
            <a:off x="2007895" y="60770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2" name="A1_bar_Cryo_13195">
            <a:extLst>
              <a:ext uri="{FF2B5EF4-FFF2-40B4-BE49-F238E27FC236}">
                <a16:creationId xmlns:a16="http://schemas.microsoft.com/office/drawing/2014/main" id="{5D271959-AB0E-4C17-BB19-F8D06FC76651}"/>
              </a:ext>
            </a:extLst>
          </p:cNvPr>
          <p:cNvSpPr>
            <a:spLocks noGrp="1"/>
          </p:cNvSpPr>
          <p:nvPr/>
        </p:nvSpPr>
        <p:spPr>
          <a:xfrm>
            <a:off x="1907506" y="54490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3" name="A1_bar_Cryo_13196">
            <a:extLst>
              <a:ext uri="{FF2B5EF4-FFF2-40B4-BE49-F238E27FC236}">
                <a16:creationId xmlns:a16="http://schemas.microsoft.com/office/drawing/2014/main" id="{3011E554-60FF-497B-A34B-498B73BCAEE3}"/>
              </a:ext>
            </a:extLst>
          </p:cNvPr>
          <p:cNvSpPr>
            <a:spLocks noGrp="1"/>
          </p:cNvSpPr>
          <p:nvPr/>
        </p:nvSpPr>
        <p:spPr>
          <a:xfrm>
            <a:off x="1777716" y="46285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4" name="A1_bar_Cryo_13197">
            <a:extLst>
              <a:ext uri="{FF2B5EF4-FFF2-40B4-BE49-F238E27FC236}">
                <a16:creationId xmlns:a16="http://schemas.microsoft.com/office/drawing/2014/main" id="{3C49D3EB-F9C3-4AB6-9F0C-33A2C928A910}"/>
              </a:ext>
            </a:extLst>
          </p:cNvPr>
          <p:cNvSpPr>
            <a:spLocks noGrp="1"/>
          </p:cNvSpPr>
          <p:nvPr/>
        </p:nvSpPr>
        <p:spPr>
          <a:xfrm>
            <a:off x="1836234" y="328527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5" name="A1_bar_Cryo_13198">
            <a:extLst>
              <a:ext uri="{FF2B5EF4-FFF2-40B4-BE49-F238E27FC236}">
                <a16:creationId xmlns:a16="http://schemas.microsoft.com/office/drawing/2014/main" id="{56252226-C27F-422A-A943-D0B04FC32836}"/>
              </a:ext>
            </a:extLst>
          </p:cNvPr>
          <p:cNvSpPr>
            <a:spLocks noGrp="1"/>
          </p:cNvSpPr>
          <p:nvPr/>
        </p:nvSpPr>
        <p:spPr>
          <a:xfrm>
            <a:off x="1801517" y="33688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6" name="A1_bar_Cryo_13199">
            <a:extLst>
              <a:ext uri="{FF2B5EF4-FFF2-40B4-BE49-F238E27FC236}">
                <a16:creationId xmlns:a16="http://schemas.microsoft.com/office/drawing/2014/main" id="{AECAD6FB-764B-4E27-8FD2-3AAF870F153F}"/>
              </a:ext>
            </a:extLst>
          </p:cNvPr>
          <p:cNvSpPr>
            <a:spLocks noGrp="1"/>
          </p:cNvSpPr>
          <p:nvPr/>
        </p:nvSpPr>
        <p:spPr>
          <a:xfrm>
            <a:off x="1826230" y="609785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7" name="A1_bar_Cryo_13200">
            <a:extLst>
              <a:ext uri="{FF2B5EF4-FFF2-40B4-BE49-F238E27FC236}">
                <a16:creationId xmlns:a16="http://schemas.microsoft.com/office/drawing/2014/main" id="{F9BC55AF-D6DE-461A-A63D-C02914946B9E}"/>
              </a:ext>
            </a:extLst>
          </p:cNvPr>
          <p:cNvSpPr>
            <a:spLocks noGrp="1"/>
          </p:cNvSpPr>
          <p:nvPr/>
        </p:nvSpPr>
        <p:spPr>
          <a:xfrm>
            <a:off x="1864586" y="42085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8" name="A1_bar_Cryo_13201">
            <a:extLst>
              <a:ext uri="{FF2B5EF4-FFF2-40B4-BE49-F238E27FC236}">
                <a16:creationId xmlns:a16="http://schemas.microsoft.com/office/drawing/2014/main" id="{72D8027F-20A6-4A42-899D-C9FB367166B8}"/>
              </a:ext>
            </a:extLst>
          </p:cNvPr>
          <p:cNvSpPr>
            <a:spLocks noGrp="1"/>
          </p:cNvSpPr>
          <p:nvPr/>
        </p:nvSpPr>
        <p:spPr>
          <a:xfrm>
            <a:off x="1952767" y="59752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79" name="A1_bar_Cryo_13202">
            <a:extLst>
              <a:ext uri="{FF2B5EF4-FFF2-40B4-BE49-F238E27FC236}">
                <a16:creationId xmlns:a16="http://schemas.microsoft.com/office/drawing/2014/main" id="{3B4F9DAF-CCE9-4E71-A676-B572E2A1EE2C}"/>
              </a:ext>
            </a:extLst>
          </p:cNvPr>
          <p:cNvSpPr>
            <a:spLocks noGrp="1"/>
          </p:cNvSpPr>
          <p:nvPr/>
        </p:nvSpPr>
        <p:spPr>
          <a:xfrm>
            <a:off x="1803151" y="54830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0" name="A1_bar_Cryo_13203">
            <a:extLst>
              <a:ext uri="{FF2B5EF4-FFF2-40B4-BE49-F238E27FC236}">
                <a16:creationId xmlns:a16="http://schemas.microsoft.com/office/drawing/2014/main" id="{847DC449-5487-4095-87A1-246CB7679190}"/>
              </a:ext>
            </a:extLst>
          </p:cNvPr>
          <p:cNvSpPr>
            <a:spLocks noGrp="1"/>
          </p:cNvSpPr>
          <p:nvPr/>
        </p:nvSpPr>
        <p:spPr>
          <a:xfrm>
            <a:off x="2020861" y="4652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1" name="A1_bar_Cryo_13204">
            <a:extLst>
              <a:ext uri="{FF2B5EF4-FFF2-40B4-BE49-F238E27FC236}">
                <a16:creationId xmlns:a16="http://schemas.microsoft.com/office/drawing/2014/main" id="{1783C19B-38DD-4719-BB53-FF2507618F8F}"/>
              </a:ext>
            </a:extLst>
          </p:cNvPr>
          <p:cNvSpPr>
            <a:spLocks noGrp="1"/>
          </p:cNvSpPr>
          <p:nvPr/>
        </p:nvSpPr>
        <p:spPr>
          <a:xfrm>
            <a:off x="1866469" y="60978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2" name="A1_bar_Cryo_13205">
            <a:extLst>
              <a:ext uri="{FF2B5EF4-FFF2-40B4-BE49-F238E27FC236}">
                <a16:creationId xmlns:a16="http://schemas.microsoft.com/office/drawing/2014/main" id="{8C5DC7BF-2E66-4DFF-9255-403DA516A059}"/>
              </a:ext>
            </a:extLst>
          </p:cNvPr>
          <p:cNvSpPr>
            <a:spLocks noGrp="1"/>
          </p:cNvSpPr>
          <p:nvPr/>
        </p:nvSpPr>
        <p:spPr>
          <a:xfrm>
            <a:off x="1931783" y="60978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3" name="A1_bar_Cryo_13206">
            <a:extLst>
              <a:ext uri="{FF2B5EF4-FFF2-40B4-BE49-F238E27FC236}">
                <a16:creationId xmlns:a16="http://schemas.microsoft.com/office/drawing/2014/main" id="{C5AC977E-0A5E-4304-9995-2C298CB9819E}"/>
              </a:ext>
            </a:extLst>
          </p:cNvPr>
          <p:cNvSpPr>
            <a:spLocks noGrp="1"/>
          </p:cNvSpPr>
          <p:nvPr/>
        </p:nvSpPr>
        <p:spPr>
          <a:xfrm>
            <a:off x="1951955" y="46631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4" name="A1_bar_Cryo_13207">
            <a:extLst>
              <a:ext uri="{FF2B5EF4-FFF2-40B4-BE49-F238E27FC236}">
                <a16:creationId xmlns:a16="http://schemas.microsoft.com/office/drawing/2014/main" id="{9568264B-F04B-4147-955D-D61E9F9C488F}"/>
              </a:ext>
            </a:extLst>
          </p:cNvPr>
          <p:cNvSpPr>
            <a:spLocks noGrp="1"/>
          </p:cNvSpPr>
          <p:nvPr/>
        </p:nvSpPr>
        <p:spPr>
          <a:xfrm>
            <a:off x="1954385" y="3392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5" name="A1_bar_Cryo_13208">
            <a:extLst>
              <a:ext uri="{FF2B5EF4-FFF2-40B4-BE49-F238E27FC236}">
                <a16:creationId xmlns:a16="http://schemas.microsoft.com/office/drawing/2014/main" id="{7963A84F-F94B-4CD8-AF33-1003F66E9BF9}"/>
              </a:ext>
            </a:extLst>
          </p:cNvPr>
          <p:cNvSpPr>
            <a:spLocks noGrp="1"/>
          </p:cNvSpPr>
          <p:nvPr/>
        </p:nvSpPr>
        <p:spPr>
          <a:xfrm>
            <a:off x="1819734" y="32222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6" name="A1_bar_Cryo_13209">
            <a:extLst>
              <a:ext uri="{FF2B5EF4-FFF2-40B4-BE49-F238E27FC236}">
                <a16:creationId xmlns:a16="http://schemas.microsoft.com/office/drawing/2014/main" id="{BE49BD96-BB32-4BAC-8E86-39DED5A0DC72}"/>
              </a:ext>
            </a:extLst>
          </p:cNvPr>
          <p:cNvSpPr>
            <a:spLocks noGrp="1"/>
          </p:cNvSpPr>
          <p:nvPr/>
        </p:nvSpPr>
        <p:spPr>
          <a:xfrm>
            <a:off x="1786020" y="6008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7" name="A1_bar_Cryo_13210">
            <a:extLst>
              <a:ext uri="{FF2B5EF4-FFF2-40B4-BE49-F238E27FC236}">
                <a16:creationId xmlns:a16="http://schemas.microsoft.com/office/drawing/2014/main" id="{2E58507A-8BD1-4C6E-B198-A10CFA3F057A}"/>
              </a:ext>
            </a:extLst>
          </p:cNvPr>
          <p:cNvSpPr>
            <a:spLocks noGrp="1"/>
          </p:cNvSpPr>
          <p:nvPr/>
        </p:nvSpPr>
        <p:spPr>
          <a:xfrm>
            <a:off x="1964245" y="34606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8" name="A1_bar_Cryo_13211">
            <a:extLst>
              <a:ext uri="{FF2B5EF4-FFF2-40B4-BE49-F238E27FC236}">
                <a16:creationId xmlns:a16="http://schemas.microsoft.com/office/drawing/2014/main" id="{EE4EAA87-3C12-4B3D-B2C2-BCDFCF3FA50F}"/>
              </a:ext>
            </a:extLst>
          </p:cNvPr>
          <p:cNvSpPr>
            <a:spLocks noGrp="1"/>
          </p:cNvSpPr>
          <p:nvPr/>
        </p:nvSpPr>
        <p:spPr>
          <a:xfrm>
            <a:off x="1798569" y="3888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89" name="A1_bar_Cryo_13212">
            <a:extLst>
              <a:ext uri="{FF2B5EF4-FFF2-40B4-BE49-F238E27FC236}">
                <a16:creationId xmlns:a16="http://schemas.microsoft.com/office/drawing/2014/main" id="{42B2946A-FEDA-430A-8187-9D29689CD315}"/>
              </a:ext>
            </a:extLst>
          </p:cNvPr>
          <p:cNvSpPr>
            <a:spLocks noGrp="1"/>
          </p:cNvSpPr>
          <p:nvPr/>
        </p:nvSpPr>
        <p:spPr>
          <a:xfrm>
            <a:off x="1957963" y="404480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0" name="A1_bar_Cryo_13213">
            <a:extLst>
              <a:ext uri="{FF2B5EF4-FFF2-40B4-BE49-F238E27FC236}">
                <a16:creationId xmlns:a16="http://schemas.microsoft.com/office/drawing/2014/main" id="{5A8ABD6B-F4AC-48E1-82E9-F24ECD63671B}"/>
              </a:ext>
            </a:extLst>
          </p:cNvPr>
          <p:cNvSpPr>
            <a:spLocks noGrp="1"/>
          </p:cNvSpPr>
          <p:nvPr/>
        </p:nvSpPr>
        <p:spPr>
          <a:xfrm>
            <a:off x="1835682" y="43686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1" name="A1_bar_Cryo_13214">
            <a:extLst>
              <a:ext uri="{FF2B5EF4-FFF2-40B4-BE49-F238E27FC236}">
                <a16:creationId xmlns:a16="http://schemas.microsoft.com/office/drawing/2014/main" id="{D09EA7AF-2D82-4650-B3CB-AA2D6E9F104A}"/>
              </a:ext>
            </a:extLst>
          </p:cNvPr>
          <p:cNvSpPr>
            <a:spLocks noGrp="1"/>
          </p:cNvSpPr>
          <p:nvPr/>
        </p:nvSpPr>
        <p:spPr>
          <a:xfrm>
            <a:off x="1869683" y="42112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2" name="A1_bar_Cryo_13215">
            <a:extLst>
              <a:ext uri="{FF2B5EF4-FFF2-40B4-BE49-F238E27FC236}">
                <a16:creationId xmlns:a16="http://schemas.microsoft.com/office/drawing/2014/main" id="{D8DAE80D-DE5D-4AA8-A44B-AE64A81FA0A0}"/>
              </a:ext>
            </a:extLst>
          </p:cNvPr>
          <p:cNvSpPr>
            <a:spLocks noGrp="1"/>
          </p:cNvSpPr>
          <p:nvPr/>
        </p:nvSpPr>
        <p:spPr>
          <a:xfrm>
            <a:off x="1946428" y="51289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3" name="A1_bar_Cryo_13216">
            <a:extLst>
              <a:ext uri="{FF2B5EF4-FFF2-40B4-BE49-F238E27FC236}">
                <a16:creationId xmlns:a16="http://schemas.microsoft.com/office/drawing/2014/main" id="{F8D1501E-1EAE-41F9-B987-4666AFD2BD13}"/>
              </a:ext>
            </a:extLst>
          </p:cNvPr>
          <p:cNvSpPr>
            <a:spLocks noGrp="1"/>
          </p:cNvSpPr>
          <p:nvPr/>
        </p:nvSpPr>
        <p:spPr>
          <a:xfrm>
            <a:off x="2017046" y="60047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4" name="A1_bar_Cryo_13217">
            <a:extLst>
              <a:ext uri="{FF2B5EF4-FFF2-40B4-BE49-F238E27FC236}">
                <a16:creationId xmlns:a16="http://schemas.microsoft.com/office/drawing/2014/main" id="{9531DBA7-CCBA-46D5-A8AE-EF343B5EF380}"/>
              </a:ext>
            </a:extLst>
          </p:cNvPr>
          <p:cNvSpPr>
            <a:spLocks noGrp="1"/>
          </p:cNvSpPr>
          <p:nvPr/>
        </p:nvSpPr>
        <p:spPr>
          <a:xfrm>
            <a:off x="1809563" y="468510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5" name="A1_bar_Cryo_13218">
            <a:extLst>
              <a:ext uri="{FF2B5EF4-FFF2-40B4-BE49-F238E27FC236}">
                <a16:creationId xmlns:a16="http://schemas.microsoft.com/office/drawing/2014/main" id="{8C28365B-57F8-4267-80E2-BF56FFEE2149}"/>
              </a:ext>
            </a:extLst>
          </p:cNvPr>
          <p:cNvSpPr>
            <a:spLocks noGrp="1"/>
          </p:cNvSpPr>
          <p:nvPr/>
        </p:nvSpPr>
        <p:spPr>
          <a:xfrm>
            <a:off x="1917758" y="341648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6" name="A1_bar_Cryo_13219">
            <a:extLst>
              <a:ext uri="{FF2B5EF4-FFF2-40B4-BE49-F238E27FC236}">
                <a16:creationId xmlns:a16="http://schemas.microsoft.com/office/drawing/2014/main" id="{1E979D0B-2511-4DB8-A377-81C4C9B3CC71}"/>
              </a:ext>
            </a:extLst>
          </p:cNvPr>
          <p:cNvSpPr>
            <a:spLocks noGrp="1"/>
          </p:cNvSpPr>
          <p:nvPr/>
        </p:nvSpPr>
        <p:spPr>
          <a:xfrm>
            <a:off x="1834241" y="45413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7" name="A1_bar_Cryo_13220">
            <a:extLst>
              <a:ext uri="{FF2B5EF4-FFF2-40B4-BE49-F238E27FC236}">
                <a16:creationId xmlns:a16="http://schemas.microsoft.com/office/drawing/2014/main" id="{9B179A7D-B543-4CB0-BAB5-85D4C99EDB04}"/>
              </a:ext>
            </a:extLst>
          </p:cNvPr>
          <p:cNvSpPr>
            <a:spLocks noGrp="1"/>
          </p:cNvSpPr>
          <p:nvPr/>
        </p:nvSpPr>
        <p:spPr>
          <a:xfrm>
            <a:off x="1877724" y="60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8" name="A1_bar_Cryo_13221">
            <a:extLst>
              <a:ext uri="{FF2B5EF4-FFF2-40B4-BE49-F238E27FC236}">
                <a16:creationId xmlns:a16="http://schemas.microsoft.com/office/drawing/2014/main" id="{0C2956A1-5A16-4DE7-A1BE-A9DEA8115732}"/>
              </a:ext>
            </a:extLst>
          </p:cNvPr>
          <p:cNvSpPr>
            <a:spLocks noGrp="1"/>
          </p:cNvSpPr>
          <p:nvPr/>
        </p:nvSpPr>
        <p:spPr>
          <a:xfrm>
            <a:off x="1991102" y="45501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999" name="A1_bar_Cryo_13222">
            <a:extLst>
              <a:ext uri="{FF2B5EF4-FFF2-40B4-BE49-F238E27FC236}">
                <a16:creationId xmlns:a16="http://schemas.microsoft.com/office/drawing/2014/main" id="{ADE5B838-9875-4D0F-BC5D-8D110066C709}"/>
              </a:ext>
            </a:extLst>
          </p:cNvPr>
          <p:cNvSpPr>
            <a:spLocks noGrp="1"/>
          </p:cNvSpPr>
          <p:nvPr/>
        </p:nvSpPr>
        <p:spPr>
          <a:xfrm>
            <a:off x="1865562" y="4645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0" name="A1_bar_Cryo_13223">
            <a:extLst>
              <a:ext uri="{FF2B5EF4-FFF2-40B4-BE49-F238E27FC236}">
                <a16:creationId xmlns:a16="http://schemas.microsoft.com/office/drawing/2014/main" id="{06B81301-B81D-481D-BC34-A5955A029FAC}"/>
              </a:ext>
            </a:extLst>
          </p:cNvPr>
          <p:cNvSpPr>
            <a:spLocks noGrp="1"/>
          </p:cNvSpPr>
          <p:nvPr/>
        </p:nvSpPr>
        <p:spPr>
          <a:xfrm>
            <a:off x="1919785" y="423782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1" name="A1_bar_Cryo_13224">
            <a:extLst>
              <a:ext uri="{FF2B5EF4-FFF2-40B4-BE49-F238E27FC236}">
                <a16:creationId xmlns:a16="http://schemas.microsoft.com/office/drawing/2014/main" id="{0FC4A835-129A-47AC-971C-EC0FFC3B2223}"/>
              </a:ext>
            </a:extLst>
          </p:cNvPr>
          <p:cNvSpPr>
            <a:spLocks noGrp="1"/>
          </p:cNvSpPr>
          <p:nvPr/>
        </p:nvSpPr>
        <p:spPr>
          <a:xfrm>
            <a:off x="1877942" y="44084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2" name="A1_bar_Cryo_13225">
            <a:extLst>
              <a:ext uri="{FF2B5EF4-FFF2-40B4-BE49-F238E27FC236}">
                <a16:creationId xmlns:a16="http://schemas.microsoft.com/office/drawing/2014/main" id="{9B08974D-43FF-42DB-9410-880C45228811}"/>
              </a:ext>
            </a:extLst>
          </p:cNvPr>
          <p:cNvSpPr>
            <a:spLocks noGrp="1"/>
          </p:cNvSpPr>
          <p:nvPr/>
        </p:nvSpPr>
        <p:spPr>
          <a:xfrm>
            <a:off x="2005183" y="438198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3" name="A1_bar_Cryo_13226">
            <a:extLst>
              <a:ext uri="{FF2B5EF4-FFF2-40B4-BE49-F238E27FC236}">
                <a16:creationId xmlns:a16="http://schemas.microsoft.com/office/drawing/2014/main" id="{FE39988F-E101-4635-B893-842ADDC6E388}"/>
              </a:ext>
            </a:extLst>
          </p:cNvPr>
          <p:cNvSpPr>
            <a:spLocks noGrp="1"/>
          </p:cNvSpPr>
          <p:nvPr/>
        </p:nvSpPr>
        <p:spPr>
          <a:xfrm>
            <a:off x="1931874" y="318707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4" name="A1_bar_Cryo_13227">
            <a:extLst>
              <a:ext uri="{FF2B5EF4-FFF2-40B4-BE49-F238E27FC236}">
                <a16:creationId xmlns:a16="http://schemas.microsoft.com/office/drawing/2014/main" id="{ACA660EB-C5BD-4EE3-A780-61674261E34A}"/>
              </a:ext>
            </a:extLst>
          </p:cNvPr>
          <p:cNvSpPr>
            <a:spLocks noGrp="1"/>
          </p:cNvSpPr>
          <p:nvPr/>
        </p:nvSpPr>
        <p:spPr>
          <a:xfrm>
            <a:off x="1941537" y="352110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5" name="A1_bar_Cryo_13228">
            <a:extLst>
              <a:ext uri="{FF2B5EF4-FFF2-40B4-BE49-F238E27FC236}">
                <a16:creationId xmlns:a16="http://schemas.microsoft.com/office/drawing/2014/main" id="{F1D30AC1-812C-4D33-88E6-F7E09295D233}"/>
              </a:ext>
            </a:extLst>
          </p:cNvPr>
          <p:cNvSpPr>
            <a:spLocks noGrp="1"/>
          </p:cNvSpPr>
          <p:nvPr/>
        </p:nvSpPr>
        <p:spPr>
          <a:xfrm>
            <a:off x="1908893" y="365368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6" name="A1_bar_Cryo_13229">
            <a:extLst>
              <a:ext uri="{FF2B5EF4-FFF2-40B4-BE49-F238E27FC236}">
                <a16:creationId xmlns:a16="http://schemas.microsoft.com/office/drawing/2014/main" id="{91304FAC-0E8F-4852-B87A-4F88156C8A07}"/>
              </a:ext>
            </a:extLst>
          </p:cNvPr>
          <p:cNvSpPr>
            <a:spLocks noGrp="1"/>
          </p:cNvSpPr>
          <p:nvPr/>
        </p:nvSpPr>
        <p:spPr>
          <a:xfrm>
            <a:off x="1771128" y="419124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7" name="A1_bar_Cryo_13230">
            <a:extLst>
              <a:ext uri="{FF2B5EF4-FFF2-40B4-BE49-F238E27FC236}">
                <a16:creationId xmlns:a16="http://schemas.microsoft.com/office/drawing/2014/main" id="{F2B1EC1B-3038-40DF-A667-CBCD000581FE}"/>
              </a:ext>
            </a:extLst>
          </p:cNvPr>
          <p:cNvSpPr>
            <a:spLocks noGrp="1"/>
          </p:cNvSpPr>
          <p:nvPr/>
        </p:nvSpPr>
        <p:spPr>
          <a:xfrm>
            <a:off x="1908353" y="32561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8" name="A1_bar_Cryo_13231">
            <a:extLst>
              <a:ext uri="{FF2B5EF4-FFF2-40B4-BE49-F238E27FC236}">
                <a16:creationId xmlns:a16="http://schemas.microsoft.com/office/drawing/2014/main" id="{216191FF-AF92-41D8-888D-73EB1D59816A}"/>
              </a:ext>
            </a:extLst>
          </p:cNvPr>
          <p:cNvSpPr>
            <a:spLocks noGrp="1"/>
          </p:cNvSpPr>
          <p:nvPr/>
        </p:nvSpPr>
        <p:spPr>
          <a:xfrm>
            <a:off x="1863587" y="48412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09" name="A1_bar_Cryo_13232">
            <a:extLst>
              <a:ext uri="{FF2B5EF4-FFF2-40B4-BE49-F238E27FC236}">
                <a16:creationId xmlns:a16="http://schemas.microsoft.com/office/drawing/2014/main" id="{4345107D-50E0-4F51-80B7-35DC0C535D24}"/>
              </a:ext>
            </a:extLst>
          </p:cNvPr>
          <p:cNvSpPr>
            <a:spLocks noGrp="1"/>
          </p:cNvSpPr>
          <p:nvPr/>
        </p:nvSpPr>
        <p:spPr>
          <a:xfrm>
            <a:off x="1808869" y="58206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0" name="A1_bar_Cryo_13233">
            <a:extLst>
              <a:ext uri="{FF2B5EF4-FFF2-40B4-BE49-F238E27FC236}">
                <a16:creationId xmlns:a16="http://schemas.microsoft.com/office/drawing/2014/main" id="{A210795C-68FC-4778-AF80-EBD77C22F78E}"/>
              </a:ext>
            </a:extLst>
          </p:cNvPr>
          <p:cNvSpPr>
            <a:spLocks noGrp="1"/>
          </p:cNvSpPr>
          <p:nvPr/>
        </p:nvSpPr>
        <p:spPr>
          <a:xfrm>
            <a:off x="1971204" y="60330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1" name="A1_bar_Cryo_13234">
            <a:extLst>
              <a:ext uri="{FF2B5EF4-FFF2-40B4-BE49-F238E27FC236}">
                <a16:creationId xmlns:a16="http://schemas.microsoft.com/office/drawing/2014/main" id="{D8CC1805-6601-466D-BEAF-0FFBFF5EFB0E}"/>
              </a:ext>
            </a:extLst>
          </p:cNvPr>
          <p:cNvSpPr>
            <a:spLocks noGrp="1"/>
          </p:cNvSpPr>
          <p:nvPr/>
        </p:nvSpPr>
        <p:spPr>
          <a:xfrm>
            <a:off x="1833095" y="556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2" name="A1_bar_Cryo_13235">
            <a:extLst>
              <a:ext uri="{FF2B5EF4-FFF2-40B4-BE49-F238E27FC236}">
                <a16:creationId xmlns:a16="http://schemas.microsoft.com/office/drawing/2014/main" id="{0E6A6B24-AEFB-4377-8762-B8829953318A}"/>
              </a:ext>
            </a:extLst>
          </p:cNvPr>
          <p:cNvSpPr>
            <a:spLocks noGrp="1"/>
          </p:cNvSpPr>
          <p:nvPr/>
        </p:nvSpPr>
        <p:spPr>
          <a:xfrm>
            <a:off x="1921589" y="57210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3" name="A1_bar_Cryo_13236">
            <a:extLst>
              <a:ext uri="{FF2B5EF4-FFF2-40B4-BE49-F238E27FC236}">
                <a16:creationId xmlns:a16="http://schemas.microsoft.com/office/drawing/2014/main" id="{94F8179F-1F26-494F-8C5E-C7CBC25CD63F}"/>
              </a:ext>
            </a:extLst>
          </p:cNvPr>
          <p:cNvSpPr>
            <a:spLocks noGrp="1"/>
          </p:cNvSpPr>
          <p:nvPr/>
        </p:nvSpPr>
        <p:spPr>
          <a:xfrm>
            <a:off x="2006818" y="60975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4" name="A1_bar_Cryo_13237">
            <a:extLst>
              <a:ext uri="{FF2B5EF4-FFF2-40B4-BE49-F238E27FC236}">
                <a16:creationId xmlns:a16="http://schemas.microsoft.com/office/drawing/2014/main" id="{030F926D-32FD-4585-9939-A7E7CB5ECBEA}"/>
              </a:ext>
            </a:extLst>
          </p:cNvPr>
          <p:cNvSpPr>
            <a:spLocks noGrp="1"/>
          </p:cNvSpPr>
          <p:nvPr/>
        </p:nvSpPr>
        <p:spPr>
          <a:xfrm>
            <a:off x="1797301" y="42437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5" name="A1_bar_Cryo_13238">
            <a:extLst>
              <a:ext uri="{FF2B5EF4-FFF2-40B4-BE49-F238E27FC236}">
                <a16:creationId xmlns:a16="http://schemas.microsoft.com/office/drawing/2014/main" id="{E06D58E2-4FE9-49AC-B6A0-08312DC9163D}"/>
              </a:ext>
            </a:extLst>
          </p:cNvPr>
          <p:cNvSpPr>
            <a:spLocks noGrp="1"/>
          </p:cNvSpPr>
          <p:nvPr/>
        </p:nvSpPr>
        <p:spPr>
          <a:xfrm>
            <a:off x="1966644" y="52849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6" name="A1_bar_Cryo_13239">
            <a:extLst>
              <a:ext uri="{FF2B5EF4-FFF2-40B4-BE49-F238E27FC236}">
                <a16:creationId xmlns:a16="http://schemas.microsoft.com/office/drawing/2014/main" id="{B1CAC626-2375-4B06-9D2F-035203279D32}"/>
              </a:ext>
            </a:extLst>
          </p:cNvPr>
          <p:cNvSpPr>
            <a:spLocks noGrp="1"/>
          </p:cNvSpPr>
          <p:nvPr/>
        </p:nvSpPr>
        <p:spPr>
          <a:xfrm>
            <a:off x="1875755" y="326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7" name="A1_bar_Cryo_13240">
            <a:extLst>
              <a:ext uri="{FF2B5EF4-FFF2-40B4-BE49-F238E27FC236}">
                <a16:creationId xmlns:a16="http://schemas.microsoft.com/office/drawing/2014/main" id="{6C92C9D0-A1BB-4475-8BAE-05DA48588995}"/>
              </a:ext>
            </a:extLst>
          </p:cNvPr>
          <p:cNvSpPr>
            <a:spLocks noGrp="1"/>
          </p:cNvSpPr>
          <p:nvPr/>
        </p:nvSpPr>
        <p:spPr>
          <a:xfrm>
            <a:off x="1938809" y="47939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8" name="A1_bar_Cryo_13241">
            <a:extLst>
              <a:ext uri="{FF2B5EF4-FFF2-40B4-BE49-F238E27FC236}">
                <a16:creationId xmlns:a16="http://schemas.microsoft.com/office/drawing/2014/main" id="{B563AC99-692A-4A68-9EDF-30D5606D3663}"/>
              </a:ext>
            </a:extLst>
          </p:cNvPr>
          <p:cNvSpPr>
            <a:spLocks noGrp="1"/>
          </p:cNvSpPr>
          <p:nvPr/>
        </p:nvSpPr>
        <p:spPr>
          <a:xfrm>
            <a:off x="1812989" y="48363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19" name="A1_bar_Cryo_13242">
            <a:extLst>
              <a:ext uri="{FF2B5EF4-FFF2-40B4-BE49-F238E27FC236}">
                <a16:creationId xmlns:a16="http://schemas.microsoft.com/office/drawing/2014/main" id="{D6DCF09F-D91C-466B-A633-C5FD3E9B6EA7}"/>
              </a:ext>
            </a:extLst>
          </p:cNvPr>
          <p:cNvSpPr>
            <a:spLocks noGrp="1"/>
          </p:cNvSpPr>
          <p:nvPr/>
        </p:nvSpPr>
        <p:spPr>
          <a:xfrm>
            <a:off x="1830189" y="33909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0" name="A1_bar_Cryo_13243">
            <a:extLst>
              <a:ext uri="{FF2B5EF4-FFF2-40B4-BE49-F238E27FC236}">
                <a16:creationId xmlns:a16="http://schemas.microsoft.com/office/drawing/2014/main" id="{3E0A59B7-241A-4E44-82B2-D4EB7E671076}"/>
              </a:ext>
            </a:extLst>
          </p:cNvPr>
          <p:cNvSpPr>
            <a:spLocks noGrp="1"/>
          </p:cNvSpPr>
          <p:nvPr/>
        </p:nvSpPr>
        <p:spPr>
          <a:xfrm>
            <a:off x="1977620" y="56101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1" name="A1_bar_Cryo_13244">
            <a:extLst>
              <a:ext uri="{FF2B5EF4-FFF2-40B4-BE49-F238E27FC236}">
                <a16:creationId xmlns:a16="http://schemas.microsoft.com/office/drawing/2014/main" id="{869F411E-CD1E-457C-955B-41B3552EFD91}"/>
              </a:ext>
            </a:extLst>
          </p:cNvPr>
          <p:cNvSpPr>
            <a:spLocks noGrp="1"/>
          </p:cNvSpPr>
          <p:nvPr/>
        </p:nvSpPr>
        <p:spPr>
          <a:xfrm>
            <a:off x="2019844" y="53435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2" name="A1_bar_Cryo_13245">
            <a:extLst>
              <a:ext uri="{FF2B5EF4-FFF2-40B4-BE49-F238E27FC236}">
                <a16:creationId xmlns:a16="http://schemas.microsoft.com/office/drawing/2014/main" id="{54869BED-E820-411D-8776-5645E34F5134}"/>
              </a:ext>
            </a:extLst>
          </p:cNvPr>
          <p:cNvSpPr>
            <a:spLocks noGrp="1"/>
          </p:cNvSpPr>
          <p:nvPr/>
        </p:nvSpPr>
        <p:spPr>
          <a:xfrm>
            <a:off x="1852561" y="593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3" name="A1_bar_Cryo_13246">
            <a:extLst>
              <a:ext uri="{FF2B5EF4-FFF2-40B4-BE49-F238E27FC236}">
                <a16:creationId xmlns:a16="http://schemas.microsoft.com/office/drawing/2014/main" id="{471DECD9-F646-4FE9-9D58-00F76C70A31C}"/>
              </a:ext>
            </a:extLst>
          </p:cNvPr>
          <p:cNvSpPr>
            <a:spLocks noGrp="1"/>
          </p:cNvSpPr>
          <p:nvPr/>
        </p:nvSpPr>
        <p:spPr>
          <a:xfrm>
            <a:off x="1895393" y="33155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4" name="A1_bar_Cryo_13247">
            <a:extLst>
              <a:ext uri="{FF2B5EF4-FFF2-40B4-BE49-F238E27FC236}">
                <a16:creationId xmlns:a16="http://schemas.microsoft.com/office/drawing/2014/main" id="{123D05DC-D5AC-4C5F-B096-D56F0F358E00}"/>
              </a:ext>
            </a:extLst>
          </p:cNvPr>
          <p:cNvSpPr>
            <a:spLocks noGrp="1"/>
          </p:cNvSpPr>
          <p:nvPr/>
        </p:nvSpPr>
        <p:spPr>
          <a:xfrm>
            <a:off x="1995203" y="41312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5" name="A1_bar_Cryo_13248">
            <a:extLst>
              <a:ext uri="{FF2B5EF4-FFF2-40B4-BE49-F238E27FC236}">
                <a16:creationId xmlns:a16="http://schemas.microsoft.com/office/drawing/2014/main" id="{1F5DCF7A-2A13-4FFD-A6CC-E1810219EA6D}"/>
              </a:ext>
            </a:extLst>
          </p:cNvPr>
          <p:cNvSpPr>
            <a:spLocks noGrp="1"/>
          </p:cNvSpPr>
          <p:nvPr/>
        </p:nvSpPr>
        <p:spPr>
          <a:xfrm>
            <a:off x="1823616" y="34386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6" name="A1_bar_Cryo_13249">
            <a:extLst>
              <a:ext uri="{FF2B5EF4-FFF2-40B4-BE49-F238E27FC236}">
                <a16:creationId xmlns:a16="http://schemas.microsoft.com/office/drawing/2014/main" id="{490CB181-BB1B-4A05-A5E4-46565D66CB40}"/>
              </a:ext>
            </a:extLst>
          </p:cNvPr>
          <p:cNvSpPr>
            <a:spLocks noGrp="1"/>
          </p:cNvSpPr>
          <p:nvPr/>
        </p:nvSpPr>
        <p:spPr>
          <a:xfrm>
            <a:off x="1870293" y="33348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7" name="A1_bar_Cryo_13250">
            <a:extLst>
              <a:ext uri="{FF2B5EF4-FFF2-40B4-BE49-F238E27FC236}">
                <a16:creationId xmlns:a16="http://schemas.microsoft.com/office/drawing/2014/main" id="{EB00B155-AB73-4845-A626-241BA428F8D2}"/>
              </a:ext>
            </a:extLst>
          </p:cNvPr>
          <p:cNvSpPr>
            <a:spLocks noGrp="1"/>
          </p:cNvSpPr>
          <p:nvPr/>
        </p:nvSpPr>
        <p:spPr>
          <a:xfrm>
            <a:off x="1925774" y="46048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8" name="A1_bar_Cryo_13251">
            <a:extLst>
              <a:ext uri="{FF2B5EF4-FFF2-40B4-BE49-F238E27FC236}">
                <a16:creationId xmlns:a16="http://schemas.microsoft.com/office/drawing/2014/main" id="{D8F61ED7-0483-4788-941A-9CFA1A5FB49E}"/>
              </a:ext>
            </a:extLst>
          </p:cNvPr>
          <p:cNvSpPr>
            <a:spLocks noGrp="1"/>
          </p:cNvSpPr>
          <p:nvPr/>
        </p:nvSpPr>
        <p:spPr>
          <a:xfrm>
            <a:off x="1991999" y="36589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29" name="A1_bar_Cryo_13252">
            <a:extLst>
              <a:ext uri="{FF2B5EF4-FFF2-40B4-BE49-F238E27FC236}">
                <a16:creationId xmlns:a16="http://schemas.microsoft.com/office/drawing/2014/main" id="{5ADE7178-CAA0-403B-96A3-3AB8A9A67B40}"/>
              </a:ext>
            </a:extLst>
          </p:cNvPr>
          <p:cNvSpPr>
            <a:spLocks noGrp="1"/>
          </p:cNvSpPr>
          <p:nvPr/>
        </p:nvSpPr>
        <p:spPr>
          <a:xfrm>
            <a:off x="1769066" y="40275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0" name="A1_bar_Cryo_13253">
            <a:extLst>
              <a:ext uri="{FF2B5EF4-FFF2-40B4-BE49-F238E27FC236}">
                <a16:creationId xmlns:a16="http://schemas.microsoft.com/office/drawing/2014/main" id="{D0998B27-8D21-4DA7-B69F-E56BD6AE572D}"/>
              </a:ext>
            </a:extLst>
          </p:cNvPr>
          <p:cNvSpPr>
            <a:spLocks noGrp="1"/>
          </p:cNvSpPr>
          <p:nvPr/>
        </p:nvSpPr>
        <p:spPr>
          <a:xfrm>
            <a:off x="1871002" y="32906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1" name="A1_bar_Cryo_13254">
            <a:extLst>
              <a:ext uri="{FF2B5EF4-FFF2-40B4-BE49-F238E27FC236}">
                <a16:creationId xmlns:a16="http://schemas.microsoft.com/office/drawing/2014/main" id="{601C97E9-AFBC-4BB3-B957-3A2FD8D321D7}"/>
              </a:ext>
            </a:extLst>
          </p:cNvPr>
          <p:cNvSpPr>
            <a:spLocks noGrp="1"/>
          </p:cNvSpPr>
          <p:nvPr/>
        </p:nvSpPr>
        <p:spPr>
          <a:xfrm>
            <a:off x="1906829" y="45631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2" name="A1_bar_Cryo_13255">
            <a:extLst>
              <a:ext uri="{FF2B5EF4-FFF2-40B4-BE49-F238E27FC236}">
                <a16:creationId xmlns:a16="http://schemas.microsoft.com/office/drawing/2014/main" id="{07A6AB73-1AED-44AF-9F59-773A8F7D6E46}"/>
              </a:ext>
            </a:extLst>
          </p:cNvPr>
          <p:cNvSpPr>
            <a:spLocks noGrp="1"/>
          </p:cNvSpPr>
          <p:nvPr/>
        </p:nvSpPr>
        <p:spPr>
          <a:xfrm>
            <a:off x="2008289" y="51097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3" name="A1_bar_Cryo_13256">
            <a:extLst>
              <a:ext uri="{FF2B5EF4-FFF2-40B4-BE49-F238E27FC236}">
                <a16:creationId xmlns:a16="http://schemas.microsoft.com/office/drawing/2014/main" id="{853D8130-A491-4B27-8AF9-ED7EA9A853CA}"/>
              </a:ext>
            </a:extLst>
          </p:cNvPr>
          <p:cNvSpPr>
            <a:spLocks noGrp="1"/>
          </p:cNvSpPr>
          <p:nvPr/>
        </p:nvSpPr>
        <p:spPr>
          <a:xfrm>
            <a:off x="1859320" y="29642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4" name="A1_bar_Cryo_13257">
            <a:extLst>
              <a:ext uri="{FF2B5EF4-FFF2-40B4-BE49-F238E27FC236}">
                <a16:creationId xmlns:a16="http://schemas.microsoft.com/office/drawing/2014/main" id="{D044F07A-BB32-4AF5-B0F0-93AB2E3A5CFF}"/>
              </a:ext>
            </a:extLst>
          </p:cNvPr>
          <p:cNvSpPr>
            <a:spLocks noGrp="1"/>
          </p:cNvSpPr>
          <p:nvPr/>
        </p:nvSpPr>
        <p:spPr>
          <a:xfrm>
            <a:off x="1966611" y="59697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5" name="A1_bar_Cryo_13258">
            <a:extLst>
              <a:ext uri="{FF2B5EF4-FFF2-40B4-BE49-F238E27FC236}">
                <a16:creationId xmlns:a16="http://schemas.microsoft.com/office/drawing/2014/main" id="{73C67EE6-B288-4472-848B-F6C432274DA6}"/>
              </a:ext>
            </a:extLst>
          </p:cNvPr>
          <p:cNvSpPr>
            <a:spLocks noGrp="1"/>
          </p:cNvSpPr>
          <p:nvPr/>
        </p:nvSpPr>
        <p:spPr>
          <a:xfrm>
            <a:off x="1960013" y="3424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6" name="A1_bar_Cryo_13259">
            <a:extLst>
              <a:ext uri="{FF2B5EF4-FFF2-40B4-BE49-F238E27FC236}">
                <a16:creationId xmlns:a16="http://schemas.microsoft.com/office/drawing/2014/main" id="{2BAE27BE-BB8B-4F92-BDBF-F0336395A397}"/>
              </a:ext>
            </a:extLst>
          </p:cNvPr>
          <p:cNvSpPr>
            <a:spLocks noGrp="1"/>
          </p:cNvSpPr>
          <p:nvPr/>
        </p:nvSpPr>
        <p:spPr>
          <a:xfrm>
            <a:off x="1984997" y="499424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7" name="A1_bar_Cryo_13260">
            <a:extLst>
              <a:ext uri="{FF2B5EF4-FFF2-40B4-BE49-F238E27FC236}">
                <a16:creationId xmlns:a16="http://schemas.microsoft.com/office/drawing/2014/main" id="{8397361A-4C04-43BD-ABB0-96CE2DA59014}"/>
              </a:ext>
            </a:extLst>
          </p:cNvPr>
          <p:cNvSpPr>
            <a:spLocks noGrp="1"/>
          </p:cNvSpPr>
          <p:nvPr/>
        </p:nvSpPr>
        <p:spPr>
          <a:xfrm>
            <a:off x="1930640" y="4909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8" name="A1_bar_Cryo_13261">
            <a:extLst>
              <a:ext uri="{FF2B5EF4-FFF2-40B4-BE49-F238E27FC236}">
                <a16:creationId xmlns:a16="http://schemas.microsoft.com/office/drawing/2014/main" id="{6CB42F1B-194B-4DAE-AE0E-70B40C31BAD4}"/>
              </a:ext>
            </a:extLst>
          </p:cNvPr>
          <p:cNvSpPr>
            <a:spLocks noGrp="1"/>
          </p:cNvSpPr>
          <p:nvPr/>
        </p:nvSpPr>
        <p:spPr>
          <a:xfrm>
            <a:off x="1957146" y="33196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39" name="A1_bar_Cryo_13262">
            <a:extLst>
              <a:ext uri="{FF2B5EF4-FFF2-40B4-BE49-F238E27FC236}">
                <a16:creationId xmlns:a16="http://schemas.microsoft.com/office/drawing/2014/main" id="{0ACC69D5-8F54-4CD9-AA1A-1AE860BCB771}"/>
              </a:ext>
            </a:extLst>
          </p:cNvPr>
          <p:cNvSpPr>
            <a:spLocks noGrp="1"/>
          </p:cNvSpPr>
          <p:nvPr/>
        </p:nvSpPr>
        <p:spPr>
          <a:xfrm>
            <a:off x="1940173" y="38765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0" name="A1_bar_Cryo_13263">
            <a:extLst>
              <a:ext uri="{FF2B5EF4-FFF2-40B4-BE49-F238E27FC236}">
                <a16:creationId xmlns:a16="http://schemas.microsoft.com/office/drawing/2014/main" id="{244A0C47-4312-471F-BCA4-9D394190A1AE}"/>
              </a:ext>
            </a:extLst>
          </p:cNvPr>
          <p:cNvSpPr>
            <a:spLocks noGrp="1"/>
          </p:cNvSpPr>
          <p:nvPr/>
        </p:nvSpPr>
        <p:spPr>
          <a:xfrm>
            <a:off x="1813176" y="60978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1" name="A1_bar_Cryo_13264">
            <a:extLst>
              <a:ext uri="{FF2B5EF4-FFF2-40B4-BE49-F238E27FC236}">
                <a16:creationId xmlns:a16="http://schemas.microsoft.com/office/drawing/2014/main" id="{8C9458E0-1D38-4905-9064-AD9C38C81431}"/>
              </a:ext>
            </a:extLst>
          </p:cNvPr>
          <p:cNvSpPr>
            <a:spLocks noGrp="1"/>
          </p:cNvSpPr>
          <p:nvPr/>
        </p:nvSpPr>
        <p:spPr>
          <a:xfrm>
            <a:off x="2014186" y="53285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2" name="A1_bar_Cryo_13265">
            <a:extLst>
              <a:ext uri="{FF2B5EF4-FFF2-40B4-BE49-F238E27FC236}">
                <a16:creationId xmlns:a16="http://schemas.microsoft.com/office/drawing/2014/main" id="{BFDB35E7-1FA1-463C-A656-854CE1E12102}"/>
              </a:ext>
            </a:extLst>
          </p:cNvPr>
          <p:cNvSpPr>
            <a:spLocks noGrp="1"/>
          </p:cNvSpPr>
          <p:nvPr/>
        </p:nvSpPr>
        <p:spPr>
          <a:xfrm>
            <a:off x="1913209" y="491746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3" name="A1_bar_Cryo_13266">
            <a:extLst>
              <a:ext uri="{FF2B5EF4-FFF2-40B4-BE49-F238E27FC236}">
                <a16:creationId xmlns:a16="http://schemas.microsoft.com/office/drawing/2014/main" id="{DF0093A8-1E9C-47AA-A7B3-65043DDDC297}"/>
              </a:ext>
            </a:extLst>
          </p:cNvPr>
          <p:cNvSpPr>
            <a:spLocks noGrp="1"/>
          </p:cNvSpPr>
          <p:nvPr/>
        </p:nvSpPr>
        <p:spPr>
          <a:xfrm>
            <a:off x="1859207" y="47741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4" name="A1_bar_Cryo_13267">
            <a:extLst>
              <a:ext uri="{FF2B5EF4-FFF2-40B4-BE49-F238E27FC236}">
                <a16:creationId xmlns:a16="http://schemas.microsoft.com/office/drawing/2014/main" id="{5F0757AE-29C0-4F80-993B-63B741C5BC21}"/>
              </a:ext>
            </a:extLst>
          </p:cNvPr>
          <p:cNvSpPr>
            <a:spLocks noGrp="1"/>
          </p:cNvSpPr>
          <p:nvPr/>
        </p:nvSpPr>
        <p:spPr>
          <a:xfrm>
            <a:off x="1982075" y="50156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5" name="A1_bar_Cryo_13268">
            <a:extLst>
              <a:ext uri="{FF2B5EF4-FFF2-40B4-BE49-F238E27FC236}">
                <a16:creationId xmlns:a16="http://schemas.microsoft.com/office/drawing/2014/main" id="{836EEB31-F4D9-4DD2-89D5-500205339181}"/>
              </a:ext>
            </a:extLst>
          </p:cNvPr>
          <p:cNvSpPr>
            <a:spLocks noGrp="1"/>
          </p:cNvSpPr>
          <p:nvPr/>
        </p:nvSpPr>
        <p:spPr>
          <a:xfrm>
            <a:off x="1886004" y="441371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6" name="A1_bar_Cryo_13269">
            <a:extLst>
              <a:ext uri="{FF2B5EF4-FFF2-40B4-BE49-F238E27FC236}">
                <a16:creationId xmlns:a16="http://schemas.microsoft.com/office/drawing/2014/main" id="{A0FA74C5-D92A-497D-8CB9-D9F9CF7E015A}"/>
              </a:ext>
            </a:extLst>
          </p:cNvPr>
          <p:cNvSpPr>
            <a:spLocks noGrp="1"/>
          </p:cNvSpPr>
          <p:nvPr/>
        </p:nvSpPr>
        <p:spPr>
          <a:xfrm>
            <a:off x="1963712" y="33577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7" name="A1_bar_Cryo_13270">
            <a:extLst>
              <a:ext uri="{FF2B5EF4-FFF2-40B4-BE49-F238E27FC236}">
                <a16:creationId xmlns:a16="http://schemas.microsoft.com/office/drawing/2014/main" id="{FCF1B4DF-3596-45BC-BA4F-D5EE45D7ED15}"/>
              </a:ext>
            </a:extLst>
          </p:cNvPr>
          <p:cNvSpPr>
            <a:spLocks noGrp="1"/>
          </p:cNvSpPr>
          <p:nvPr/>
        </p:nvSpPr>
        <p:spPr>
          <a:xfrm>
            <a:off x="1991602" y="56747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8" name="A1_bar_Cryo_13271">
            <a:extLst>
              <a:ext uri="{FF2B5EF4-FFF2-40B4-BE49-F238E27FC236}">
                <a16:creationId xmlns:a16="http://schemas.microsoft.com/office/drawing/2014/main" id="{A17141D8-2365-4532-87CB-1B3365981844}"/>
              </a:ext>
            </a:extLst>
          </p:cNvPr>
          <p:cNvSpPr>
            <a:spLocks noGrp="1"/>
          </p:cNvSpPr>
          <p:nvPr/>
        </p:nvSpPr>
        <p:spPr>
          <a:xfrm>
            <a:off x="1970420" y="6097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49" name="A1_bar_Cryo_13272">
            <a:extLst>
              <a:ext uri="{FF2B5EF4-FFF2-40B4-BE49-F238E27FC236}">
                <a16:creationId xmlns:a16="http://schemas.microsoft.com/office/drawing/2014/main" id="{B6C27A6A-076A-4B1B-B1BF-C8BDC447AE24}"/>
              </a:ext>
            </a:extLst>
          </p:cNvPr>
          <p:cNvSpPr>
            <a:spLocks noGrp="1"/>
          </p:cNvSpPr>
          <p:nvPr/>
        </p:nvSpPr>
        <p:spPr>
          <a:xfrm>
            <a:off x="1903883" y="498727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0" name="A1_bar_Cryo_13273">
            <a:extLst>
              <a:ext uri="{FF2B5EF4-FFF2-40B4-BE49-F238E27FC236}">
                <a16:creationId xmlns:a16="http://schemas.microsoft.com/office/drawing/2014/main" id="{375C09CC-F64B-4FBC-BA7E-02DD342A9133}"/>
              </a:ext>
            </a:extLst>
          </p:cNvPr>
          <p:cNvSpPr>
            <a:spLocks noGrp="1"/>
          </p:cNvSpPr>
          <p:nvPr/>
        </p:nvSpPr>
        <p:spPr>
          <a:xfrm>
            <a:off x="1939398" y="509655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1" name="A1_bar_Cryo_13274">
            <a:extLst>
              <a:ext uri="{FF2B5EF4-FFF2-40B4-BE49-F238E27FC236}">
                <a16:creationId xmlns:a16="http://schemas.microsoft.com/office/drawing/2014/main" id="{2F9C7833-8F3D-4952-AD33-9D5C61ADE40C}"/>
              </a:ext>
            </a:extLst>
          </p:cNvPr>
          <p:cNvSpPr>
            <a:spLocks noGrp="1"/>
          </p:cNvSpPr>
          <p:nvPr/>
        </p:nvSpPr>
        <p:spPr>
          <a:xfrm>
            <a:off x="1795359" y="37357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2" name="A1_bar_Cryo_13275">
            <a:extLst>
              <a:ext uri="{FF2B5EF4-FFF2-40B4-BE49-F238E27FC236}">
                <a16:creationId xmlns:a16="http://schemas.microsoft.com/office/drawing/2014/main" id="{45694B06-5019-4691-BC67-16062C8E993B}"/>
              </a:ext>
            </a:extLst>
          </p:cNvPr>
          <p:cNvSpPr>
            <a:spLocks noGrp="1"/>
          </p:cNvSpPr>
          <p:nvPr/>
        </p:nvSpPr>
        <p:spPr>
          <a:xfrm>
            <a:off x="1983115" y="32174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3" name="A1_bar_Cryo_13276">
            <a:extLst>
              <a:ext uri="{FF2B5EF4-FFF2-40B4-BE49-F238E27FC236}">
                <a16:creationId xmlns:a16="http://schemas.microsoft.com/office/drawing/2014/main" id="{7C7C5681-2173-4158-A135-3F6F6BA964D6}"/>
              </a:ext>
            </a:extLst>
          </p:cNvPr>
          <p:cNvSpPr>
            <a:spLocks noGrp="1"/>
          </p:cNvSpPr>
          <p:nvPr/>
        </p:nvSpPr>
        <p:spPr>
          <a:xfrm>
            <a:off x="1792799" y="4122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4" name="A1_bar_Cryo_13277">
            <a:extLst>
              <a:ext uri="{FF2B5EF4-FFF2-40B4-BE49-F238E27FC236}">
                <a16:creationId xmlns:a16="http://schemas.microsoft.com/office/drawing/2014/main" id="{8A524384-067E-46BC-A943-9DDD4B8CC71A}"/>
              </a:ext>
            </a:extLst>
          </p:cNvPr>
          <p:cNvSpPr>
            <a:spLocks noGrp="1"/>
          </p:cNvSpPr>
          <p:nvPr/>
        </p:nvSpPr>
        <p:spPr>
          <a:xfrm>
            <a:off x="1795405" y="47070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5" name="A1_bar_Cryo_13278">
            <a:extLst>
              <a:ext uri="{FF2B5EF4-FFF2-40B4-BE49-F238E27FC236}">
                <a16:creationId xmlns:a16="http://schemas.microsoft.com/office/drawing/2014/main" id="{7A06DDB4-9B66-44B9-95DA-66D1493915EA}"/>
              </a:ext>
            </a:extLst>
          </p:cNvPr>
          <p:cNvSpPr>
            <a:spLocks noGrp="1"/>
          </p:cNvSpPr>
          <p:nvPr/>
        </p:nvSpPr>
        <p:spPr>
          <a:xfrm>
            <a:off x="1928140" y="51620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6" name="A1_bar_Cryo_13279">
            <a:extLst>
              <a:ext uri="{FF2B5EF4-FFF2-40B4-BE49-F238E27FC236}">
                <a16:creationId xmlns:a16="http://schemas.microsoft.com/office/drawing/2014/main" id="{DAADDB62-6069-4B64-B47F-251179E32B6B}"/>
              </a:ext>
            </a:extLst>
          </p:cNvPr>
          <p:cNvSpPr>
            <a:spLocks noGrp="1"/>
          </p:cNvSpPr>
          <p:nvPr/>
        </p:nvSpPr>
        <p:spPr>
          <a:xfrm>
            <a:off x="1838588" y="53730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7" name="A1_bar_Cryo_13280">
            <a:extLst>
              <a:ext uri="{FF2B5EF4-FFF2-40B4-BE49-F238E27FC236}">
                <a16:creationId xmlns:a16="http://schemas.microsoft.com/office/drawing/2014/main" id="{907FF797-B971-49BD-86A4-DF92FA3A92A0}"/>
              </a:ext>
            </a:extLst>
          </p:cNvPr>
          <p:cNvSpPr>
            <a:spLocks noGrp="1"/>
          </p:cNvSpPr>
          <p:nvPr/>
        </p:nvSpPr>
        <p:spPr>
          <a:xfrm>
            <a:off x="1848206" y="4977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8" name="A1_bar_Cryo_13281">
            <a:extLst>
              <a:ext uri="{FF2B5EF4-FFF2-40B4-BE49-F238E27FC236}">
                <a16:creationId xmlns:a16="http://schemas.microsoft.com/office/drawing/2014/main" id="{8A265C19-56D7-4717-A18D-F4784FAB8CCE}"/>
              </a:ext>
            </a:extLst>
          </p:cNvPr>
          <p:cNvSpPr>
            <a:spLocks noGrp="1"/>
          </p:cNvSpPr>
          <p:nvPr/>
        </p:nvSpPr>
        <p:spPr>
          <a:xfrm>
            <a:off x="1881351" y="38992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59" name="A1_bar_Cryo_13282">
            <a:extLst>
              <a:ext uri="{FF2B5EF4-FFF2-40B4-BE49-F238E27FC236}">
                <a16:creationId xmlns:a16="http://schemas.microsoft.com/office/drawing/2014/main" id="{B9FBC747-24F3-4AA8-ADF8-10DACA26812A}"/>
              </a:ext>
            </a:extLst>
          </p:cNvPr>
          <p:cNvSpPr>
            <a:spLocks noGrp="1"/>
          </p:cNvSpPr>
          <p:nvPr/>
        </p:nvSpPr>
        <p:spPr>
          <a:xfrm>
            <a:off x="1796780" y="364687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0" name="A1_bar_Cryo_13283">
            <a:extLst>
              <a:ext uri="{FF2B5EF4-FFF2-40B4-BE49-F238E27FC236}">
                <a16:creationId xmlns:a16="http://schemas.microsoft.com/office/drawing/2014/main" id="{2E8A49B9-8B47-4E36-8840-47757E7954C0}"/>
              </a:ext>
            </a:extLst>
          </p:cNvPr>
          <p:cNvSpPr>
            <a:spLocks noGrp="1"/>
          </p:cNvSpPr>
          <p:nvPr/>
        </p:nvSpPr>
        <p:spPr>
          <a:xfrm>
            <a:off x="1912537" y="44123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1" name="A1_bar_Cryo_13284">
            <a:extLst>
              <a:ext uri="{FF2B5EF4-FFF2-40B4-BE49-F238E27FC236}">
                <a16:creationId xmlns:a16="http://schemas.microsoft.com/office/drawing/2014/main" id="{DF0569BD-F15A-42FF-88E5-75FDE7C825D1}"/>
              </a:ext>
            </a:extLst>
          </p:cNvPr>
          <p:cNvSpPr>
            <a:spLocks noGrp="1"/>
          </p:cNvSpPr>
          <p:nvPr/>
        </p:nvSpPr>
        <p:spPr>
          <a:xfrm>
            <a:off x="1841592" y="511323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2" name="A1_bar_Cryo_13285">
            <a:extLst>
              <a:ext uri="{FF2B5EF4-FFF2-40B4-BE49-F238E27FC236}">
                <a16:creationId xmlns:a16="http://schemas.microsoft.com/office/drawing/2014/main" id="{B51356A4-5A33-428A-B4DE-2158DEB5B1E3}"/>
              </a:ext>
            </a:extLst>
          </p:cNvPr>
          <p:cNvSpPr>
            <a:spLocks noGrp="1"/>
          </p:cNvSpPr>
          <p:nvPr/>
        </p:nvSpPr>
        <p:spPr>
          <a:xfrm>
            <a:off x="1974441" y="581079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3" name="A1_bar_Cryo_13286">
            <a:extLst>
              <a:ext uri="{FF2B5EF4-FFF2-40B4-BE49-F238E27FC236}">
                <a16:creationId xmlns:a16="http://schemas.microsoft.com/office/drawing/2014/main" id="{AB9C4C34-94EA-4687-9A02-C512A93C47F4}"/>
              </a:ext>
            </a:extLst>
          </p:cNvPr>
          <p:cNvSpPr>
            <a:spLocks noGrp="1"/>
          </p:cNvSpPr>
          <p:nvPr/>
        </p:nvSpPr>
        <p:spPr>
          <a:xfrm>
            <a:off x="1982768" y="37234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4" name="A1_bar_Cryo_13287">
            <a:extLst>
              <a:ext uri="{FF2B5EF4-FFF2-40B4-BE49-F238E27FC236}">
                <a16:creationId xmlns:a16="http://schemas.microsoft.com/office/drawing/2014/main" id="{557AD196-04DB-47D4-938E-074CE48BC6FF}"/>
              </a:ext>
            </a:extLst>
          </p:cNvPr>
          <p:cNvSpPr>
            <a:spLocks noGrp="1"/>
          </p:cNvSpPr>
          <p:nvPr/>
        </p:nvSpPr>
        <p:spPr>
          <a:xfrm>
            <a:off x="1972120" y="60978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5" name="A1_bar_Cryo_13288">
            <a:extLst>
              <a:ext uri="{FF2B5EF4-FFF2-40B4-BE49-F238E27FC236}">
                <a16:creationId xmlns:a16="http://schemas.microsoft.com/office/drawing/2014/main" id="{BA4764EC-35B8-412A-BC21-2A472196C99D}"/>
              </a:ext>
            </a:extLst>
          </p:cNvPr>
          <p:cNvSpPr>
            <a:spLocks noGrp="1"/>
          </p:cNvSpPr>
          <p:nvPr/>
        </p:nvSpPr>
        <p:spPr>
          <a:xfrm>
            <a:off x="1783549" y="35592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6" name="A1_bar_Cryo_13289">
            <a:extLst>
              <a:ext uri="{FF2B5EF4-FFF2-40B4-BE49-F238E27FC236}">
                <a16:creationId xmlns:a16="http://schemas.microsoft.com/office/drawing/2014/main" id="{8AAAAB34-0526-4526-918C-0156F2E1E6D7}"/>
              </a:ext>
            </a:extLst>
          </p:cNvPr>
          <p:cNvSpPr>
            <a:spLocks noGrp="1"/>
          </p:cNvSpPr>
          <p:nvPr/>
        </p:nvSpPr>
        <p:spPr>
          <a:xfrm>
            <a:off x="1902620" y="59257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7" name="A1_bar_Cryo_13290">
            <a:extLst>
              <a:ext uri="{FF2B5EF4-FFF2-40B4-BE49-F238E27FC236}">
                <a16:creationId xmlns:a16="http://schemas.microsoft.com/office/drawing/2014/main" id="{164C7D55-4880-4895-91E2-8447ABFD3778}"/>
              </a:ext>
            </a:extLst>
          </p:cNvPr>
          <p:cNvSpPr>
            <a:spLocks noGrp="1"/>
          </p:cNvSpPr>
          <p:nvPr/>
        </p:nvSpPr>
        <p:spPr>
          <a:xfrm>
            <a:off x="1995211" y="43301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8" name="A1_bar_Cryo_13291">
            <a:extLst>
              <a:ext uri="{FF2B5EF4-FFF2-40B4-BE49-F238E27FC236}">
                <a16:creationId xmlns:a16="http://schemas.microsoft.com/office/drawing/2014/main" id="{232FDDBF-5F6D-461B-8391-328B86FF540E}"/>
              </a:ext>
            </a:extLst>
          </p:cNvPr>
          <p:cNvSpPr>
            <a:spLocks noGrp="1"/>
          </p:cNvSpPr>
          <p:nvPr/>
        </p:nvSpPr>
        <p:spPr>
          <a:xfrm>
            <a:off x="1793544" y="4587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69" name="A1_bar_Cryo_13292">
            <a:extLst>
              <a:ext uri="{FF2B5EF4-FFF2-40B4-BE49-F238E27FC236}">
                <a16:creationId xmlns:a16="http://schemas.microsoft.com/office/drawing/2014/main" id="{F7F5E5E6-C823-4993-84C1-D1941EF8D5B3}"/>
              </a:ext>
            </a:extLst>
          </p:cNvPr>
          <p:cNvSpPr>
            <a:spLocks noGrp="1"/>
          </p:cNvSpPr>
          <p:nvPr/>
        </p:nvSpPr>
        <p:spPr>
          <a:xfrm>
            <a:off x="1936896" y="453518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0" name="A1_bar_Cryo_13293">
            <a:extLst>
              <a:ext uri="{FF2B5EF4-FFF2-40B4-BE49-F238E27FC236}">
                <a16:creationId xmlns:a16="http://schemas.microsoft.com/office/drawing/2014/main" id="{1BF3124E-F924-4C9B-8BB8-D08A6BC1FAF5}"/>
              </a:ext>
            </a:extLst>
          </p:cNvPr>
          <p:cNvSpPr>
            <a:spLocks noGrp="1"/>
          </p:cNvSpPr>
          <p:nvPr/>
        </p:nvSpPr>
        <p:spPr>
          <a:xfrm>
            <a:off x="1941612" y="3523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1" name="A1_bar_Cryo_13294">
            <a:extLst>
              <a:ext uri="{FF2B5EF4-FFF2-40B4-BE49-F238E27FC236}">
                <a16:creationId xmlns:a16="http://schemas.microsoft.com/office/drawing/2014/main" id="{E07013E8-0903-475D-85A6-76F9423041AA}"/>
              </a:ext>
            </a:extLst>
          </p:cNvPr>
          <p:cNvSpPr>
            <a:spLocks noGrp="1"/>
          </p:cNvSpPr>
          <p:nvPr/>
        </p:nvSpPr>
        <p:spPr>
          <a:xfrm>
            <a:off x="1929916" y="3347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2" name="A1_bar_Cryo_13295">
            <a:extLst>
              <a:ext uri="{FF2B5EF4-FFF2-40B4-BE49-F238E27FC236}">
                <a16:creationId xmlns:a16="http://schemas.microsoft.com/office/drawing/2014/main" id="{09E993F0-A9CF-442B-83DF-815BDE33694A}"/>
              </a:ext>
            </a:extLst>
          </p:cNvPr>
          <p:cNvSpPr>
            <a:spLocks noGrp="1"/>
          </p:cNvSpPr>
          <p:nvPr/>
        </p:nvSpPr>
        <p:spPr>
          <a:xfrm>
            <a:off x="2002303" y="57500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3" name="A1_bar_Cryo_13296">
            <a:extLst>
              <a:ext uri="{FF2B5EF4-FFF2-40B4-BE49-F238E27FC236}">
                <a16:creationId xmlns:a16="http://schemas.microsoft.com/office/drawing/2014/main" id="{39F5B01A-E34C-4155-B8DA-8FD9E8B54D7F}"/>
              </a:ext>
            </a:extLst>
          </p:cNvPr>
          <p:cNvSpPr>
            <a:spLocks noGrp="1"/>
          </p:cNvSpPr>
          <p:nvPr/>
        </p:nvSpPr>
        <p:spPr>
          <a:xfrm>
            <a:off x="1970829" y="60978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4" name="A1_bar_Cryo_13297">
            <a:extLst>
              <a:ext uri="{FF2B5EF4-FFF2-40B4-BE49-F238E27FC236}">
                <a16:creationId xmlns:a16="http://schemas.microsoft.com/office/drawing/2014/main" id="{717E62F9-E38C-4AD4-BD7E-D0D26224DD21}"/>
              </a:ext>
            </a:extLst>
          </p:cNvPr>
          <p:cNvSpPr>
            <a:spLocks noGrp="1"/>
          </p:cNvSpPr>
          <p:nvPr/>
        </p:nvSpPr>
        <p:spPr>
          <a:xfrm>
            <a:off x="2020292" y="47127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5" name="A1_bar_Cryo_13298">
            <a:extLst>
              <a:ext uri="{FF2B5EF4-FFF2-40B4-BE49-F238E27FC236}">
                <a16:creationId xmlns:a16="http://schemas.microsoft.com/office/drawing/2014/main" id="{2AC54465-ADAE-4277-BAD0-722ED6CC6B09}"/>
              </a:ext>
            </a:extLst>
          </p:cNvPr>
          <p:cNvSpPr>
            <a:spLocks noGrp="1"/>
          </p:cNvSpPr>
          <p:nvPr/>
        </p:nvSpPr>
        <p:spPr>
          <a:xfrm>
            <a:off x="2018657" y="35136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6" name="A1_bar_Cryo_13299">
            <a:extLst>
              <a:ext uri="{FF2B5EF4-FFF2-40B4-BE49-F238E27FC236}">
                <a16:creationId xmlns:a16="http://schemas.microsoft.com/office/drawing/2014/main" id="{1E1DF288-7D45-4F57-85A4-C8CE2C2A79EA}"/>
              </a:ext>
            </a:extLst>
          </p:cNvPr>
          <p:cNvSpPr>
            <a:spLocks noGrp="1"/>
          </p:cNvSpPr>
          <p:nvPr/>
        </p:nvSpPr>
        <p:spPr>
          <a:xfrm>
            <a:off x="1957918" y="39627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7" name="A1_bar_Cryo_13300">
            <a:extLst>
              <a:ext uri="{FF2B5EF4-FFF2-40B4-BE49-F238E27FC236}">
                <a16:creationId xmlns:a16="http://schemas.microsoft.com/office/drawing/2014/main" id="{1CD205E9-6484-4F60-949F-05C4392036C5}"/>
              </a:ext>
            </a:extLst>
          </p:cNvPr>
          <p:cNvSpPr>
            <a:spLocks noGrp="1"/>
          </p:cNvSpPr>
          <p:nvPr/>
        </p:nvSpPr>
        <p:spPr>
          <a:xfrm>
            <a:off x="1918917" y="45556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8" name="A1_bar_Cryo_13301">
            <a:extLst>
              <a:ext uri="{FF2B5EF4-FFF2-40B4-BE49-F238E27FC236}">
                <a16:creationId xmlns:a16="http://schemas.microsoft.com/office/drawing/2014/main" id="{A4CB23CD-E947-4EE0-91CC-7D482926F8B2}"/>
              </a:ext>
            </a:extLst>
          </p:cNvPr>
          <p:cNvSpPr>
            <a:spLocks noGrp="1"/>
          </p:cNvSpPr>
          <p:nvPr/>
        </p:nvSpPr>
        <p:spPr>
          <a:xfrm>
            <a:off x="1840807" y="37483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79" name="A1_bar_Cryo_13302">
            <a:extLst>
              <a:ext uri="{FF2B5EF4-FFF2-40B4-BE49-F238E27FC236}">
                <a16:creationId xmlns:a16="http://schemas.microsoft.com/office/drawing/2014/main" id="{EEA01A28-8E2C-4B11-97B8-979E3D3511DF}"/>
              </a:ext>
            </a:extLst>
          </p:cNvPr>
          <p:cNvSpPr>
            <a:spLocks noGrp="1"/>
          </p:cNvSpPr>
          <p:nvPr/>
        </p:nvSpPr>
        <p:spPr>
          <a:xfrm>
            <a:off x="1804602" y="34705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0" name="A1_bar_Cryo_13303">
            <a:extLst>
              <a:ext uri="{FF2B5EF4-FFF2-40B4-BE49-F238E27FC236}">
                <a16:creationId xmlns:a16="http://schemas.microsoft.com/office/drawing/2014/main" id="{FF3CA082-AD25-4E1D-8890-C5E1E6EF3AD0}"/>
              </a:ext>
            </a:extLst>
          </p:cNvPr>
          <p:cNvSpPr>
            <a:spLocks noGrp="1"/>
          </p:cNvSpPr>
          <p:nvPr/>
        </p:nvSpPr>
        <p:spPr>
          <a:xfrm>
            <a:off x="1921548" y="4729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1" name="A1_bar_Cryo_13304">
            <a:extLst>
              <a:ext uri="{FF2B5EF4-FFF2-40B4-BE49-F238E27FC236}">
                <a16:creationId xmlns:a16="http://schemas.microsoft.com/office/drawing/2014/main" id="{AA4BE8FF-3FAA-4F3F-96B8-7E234454BBD5}"/>
              </a:ext>
            </a:extLst>
          </p:cNvPr>
          <p:cNvSpPr>
            <a:spLocks noGrp="1"/>
          </p:cNvSpPr>
          <p:nvPr/>
        </p:nvSpPr>
        <p:spPr>
          <a:xfrm>
            <a:off x="1808755" y="35088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2" name="A1_bar_Cryo_13305">
            <a:extLst>
              <a:ext uri="{FF2B5EF4-FFF2-40B4-BE49-F238E27FC236}">
                <a16:creationId xmlns:a16="http://schemas.microsoft.com/office/drawing/2014/main" id="{A671EBF1-D2D6-4EE1-8AA0-97A6F139F20E}"/>
              </a:ext>
            </a:extLst>
          </p:cNvPr>
          <p:cNvSpPr>
            <a:spLocks noGrp="1"/>
          </p:cNvSpPr>
          <p:nvPr/>
        </p:nvSpPr>
        <p:spPr>
          <a:xfrm>
            <a:off x="1928716" y="44938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3" name="A1_bar_Cryo_13306">
            <a:extLst>
              <a:ext uri="{FF2B5EF4-FFF2-40B4-BE49-F238E27FC236}">
                <a16:creationId xmlns:a16="http://schemas.microsoft.com/office/drawing/2014/main" id="{19125DD5-C0CC-40E1-86E8-F844E04805EE}"/>
              </a:ext>
            </a:extLst>
          </p:cNvPr>
          <p:cNvSpPr>
            <a:spLocks noGrp="1"/>
          </p:cNvSpPr>
          <p:nvPr/>
        </p:nvSpPr>
        <p:spPr>
          <a:xfrm>
            <a:off x="1874164" y="37462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4" name="A1_bar_Cryo_13307">
            <a:extLst>
              <a:ext uri="{FF2B5EF4-FFF2-40B4-BE49-F238E27FC236}">
                <a16:creationId xmlns:a16="http://schemas.microsoft.com/office/drawing/2014/main" id="{F766479F-A343-4182-83D5-2EF4D9C82AC5}"/>
              </a:ext>
            </a:extLst>
          </p:cNvPr>
          <p:cNvSpPr>
            <a:spLocks noGrp="1"/>
          </p:cNvSpPr>
          <p:nvPr/>
        </p:nvSpPr>
        <p:spPr>
          <a:xfrm>
            <a:off x="1812881" y="60218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5" name="A1_bar_Cryo_13308">
            <a:extLst>
              <a:ext uri="{FF2B5EF4-FFF2-40B4-BE49-F238E27FC236}">
                <a16:creationId xmlns:a16="http://schemas.microsoft.com/office/drawing/2014/main" id="{115330CB-1605-4C37-969B-B40AE880B3E4}"/>
              </a:ext>
            </a:extLst>
          </p:cNvPr>
          <p:cNvSpPr>
            <a:spLocks noGrp="1"/>
          </p:cNvSpPr>
          <p:nvPr/>
        </p:nvSpPr>
        <p:spPr>
          <a:xfrm>
            <a:off x="1909960" y="46074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6" name="A1_bar_Cryo_13309">
            <a:extLst>
              <a:ext uri="{FF2B5EF4-FFF2-40B4-BE49-F238E27FC236}">
                <a16:creationId xmlns:a16="http://schemas.microsoft.com/office/drawing/2014/main" id="{F0AC9FB3-23EF-4289-85E3-A7B7292BC48E}"/>
              </a:ext>
            </a:extLst>
          </p:cNvPr>
          <p:cNvSpPr>
            <a:spLocks noGrp="1"/>
          </p:cNvSpPr>
          <p:nvPr/>
        </p:nvSpPr>
        <p:spPr>
          <a:xfrm>
            <a:off x="1952061" y="34767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7" name="A1_bar_Cryo_13310">
            <a:extLst>
              <a:ext uri="{FF2B5EF4-FFF2-40B4-BE49-F238E27FC236}">
                <a16:creationId xmlns:a16="http://schemas.microsoft.com/office/drawing/2014/main" id="{682C09AF-B14C-4394-BA76-D89DAB2A010D}"/>
              </a:ext>
            </a:extLst>
          </p:cNvPr>
          <p:cNvSpPr>
            <a:spLocks noGrp="1"/>
          </p:cNvSpPr>
          <p:nvPr/>
        </p:nvSpPr>
        <p:spPr>
          <a:xfrm>
            <a:off x="1934890" y="60025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8" name="A1_bar_Cryo_13311">
            <a:extLst>
              <a:ext uri="{FF2B5EF4-FFF2-40B4-BE49-F238E27FC236}">
                <a16:creationId xmlns:a16="http://schemas.microsoft.com/office/drawing/2014/main" id="{A75712E9-AC65-4865-B9ED-0C773F2AA217}"/>
              </a:ext>
            </a:extLst>
          </p:cNvPr>
          <p:cNvSpPr>
            <a:spLocks noGrp="1"/>
          </p:cNvSpPr>
          <p:nvPr/>
        </p:nvSpPr>
        <p:spPr>
          <a:xfrm>
            <a:off x="2015112" y="433056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89" name="A1_bar_Cryo_13312">
            <a:extLst>
              <a:ext uri="{FF2B5EF4-FFF2-40B4-BE49-F238E27FC236}">
                <a16:creationId xmlns:a16="http://schemas.microsoft.com/office/drawing/2014/main" id="{A47BE025-58EB-4173-A2CC-335E97DEAF10}"/>
              </a:ext>
            </a:extLst>
          </p:cNvPr>
          <p:cNvSpPr>
            <a:spLocks noGrp="1"/>
          </p:cNvSpPr>
          <p:nvPr/>
        </p:nvSpPr>
        <p:spPr>
          <a:xfrm>
            <a:off x="1831394" y="60693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0" name="A1_bar_Cryo_13313">
            <a:extLst>
              <a:ext uri="{FF2B5EF4-FFF2-40B4-BE49-F238E27FC236}">
                <a16:creationId xmlns:a16="http://schemas.microsoft.com/office/drawing/2014/main" id="{206793C8-76AA-4F23-8DC1-E2D6F76E45A8}"/>
              </a:ext>
            </a:extLst>
          </p:cNvPr>
          <p:cNvSpPr>
            <a:spLocks noGrp="1"/>
          </p:cNvSpPr>
          <p:nvPr/>
        </p:nvSpPr>
        <p:spPr>
          <a:xfrm>
            <a:off x="1966679" y="495015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1" name="A1_bar_Cryo_13314">
            <a:extLst>
              <a:ext uri="{FF2B5EF4-FFF2-40B4-BE49-F238E27FC236}">
                <a16:creationId xmlns:a16="http://schemas.microsoft.com/office/drawing/2014/main" id="{17B90EFD-2C66-461A-9724-FDC55F79BB53}"/>
              </a:ext>
            </a:extLst>
          </p:cNvPr>
          <p:cNvSpPr>
            <a:spLocks noGrp="1"/>
          </p:cNvSpPr>
          <p:nvPr/>
        </p:nvSpPr>
        <p:spPr>
          <a:xfrm>
            <a:off x="1939907" y="51520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2" name="A1_bar_Cryo_13315">
            <a:extLst>
              <a:ext uri="{FF2B5EF4-FFF2-40B4-BE49-F238E27FC236}">
                <a16:creationId xmlns:a16="http://schemas.microsoft.com/office/drawing/2014/main" id="{4DC34B08-FEF7-4209-8F84-BE0D54F14410}"/>
              </a:ext>
            </a:extLst>
          </p:cNvPr>
          <p:cNvSpPr>
            <a:spLocks noGrp="1"/>
          </p:cNvSpPr>
          <p:nvPr/>
        </p:nvSpPr>
        <p:spPr>
          <a:xfrm>
            <a:off x="1874898" y="456309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3" name="A1_bar_Cryo_13316">
            <a:extLst>
              <a:ext uri="{FF2B5EF4-FFF2-40B4-BE49-F238E27FC236}">
                <a16:creationId xmlns:a16="http://schemas.microsoft.com/office/drawing/2014/main" id="{C8FBF7C1-1A15-4062-81EF-8713A87462F5}"/>
              </a:ext>
            </a:extLst>
          </p:cNvPr>
          <p:cNvSpPr>
            <a:spLocks noGrp="1"/>
          </p:cNvSpPr>
          <p:nvPr/>
        </p:nvSpPr>
        <p:spPr>
          <a:xfrm>
            <a:off x="1809932" y="59123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4" name="A1_bar_Cryo_13317">
            <a:extLst>
              <a:ext uri="{FF2B5EF4-FFF2-40B4-BE49-F238E27FC236}">
                <a16:creationId xmlns:a16="http://schemas.microsoft.com/office/drawing/2014/main" id="{5217AC95-F897-4538-ACAC-3401421A65E2}"/>
              </a:ext>
            </a:extLst>
          </p:cNvPr>
          <p:cNvSpPr>
            <a:spLocks noGrp="1"/>
          </p:cNvSpPr>
          <p:nvPr/>
        </p:nvSpPr>
        <p:spPr>
          <a:xfrm>
            <a:off x="2014903" y="40660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5" name="A1_bar_Cryo_13318">
            <a:extLst>
              <a:ext uri="{FF2B5EF4-FFF2-40B4-BE49-F238E27FC236}">
                <a16:creationId xmlns:a16="http://schemas.microsoft.com/office/drawing/2014/main" id="{F6D956C4-B3A1-41C0-8366-E848CA939080}"/>
              </a:ext>
            </a:extLst>
          </p:cNvPr>
          <p:cNvSpPr>
            <a:spLocks noGrp="1"/>
          </p:cNvSpPr>
          <p:nvPr/>
        </p:nvSpPr>
        <p:spPr>
          <a:xfrm>
            <a:off x="1931716" y="358248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6" name="A1_bar_Cryo_13319">
            <a:extLst>
              <a:ext uri="{FF2B5EF4-FFF2-40B4-BE49-F238E27FC236}">
                <a16:creationId xmlns:a16="http://schemas.microsoft.com/office/drawing/2014/main" id="{D7F0FF28-F9B0-4EAD-A5FD-B41B1D186D49}"/>
              </a:ext>
            </a:extLst>
          </p:cNvPr>
          <p:cNvSpPr>
            <a:spLocks noGrp="1"/>
          </p:cNvSpPr>
          <p:nvPr/>
        </p:nvSpPr>
        <p:spPr>
          <a:xfrm>
            <a:off x="1791823" y="522146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7" name="A1_bar_Cryo_13320">
            <a:extLst>
              <a:ext uri="{FF2B5EF4-FFF2-40B4-BE49-F238E27FC236}">
                <a16:creationId xmlns:a16="http://schemas.microsoft.com/office/drawing/2014/main" id="{6318B721-05F9-4E5D-9ACA-184C637DF250}"/>
              </a:ext>
            </a:extLst>
          </p:cNvPr>
          <p:cNvSpPr>
            <a:spLocks noGrp="1"/>
          </p:cNvSpPr>
          <p:nvPr/>
        </p:nvSpPr>
        <p:spPr>
          <a:xfrm>
            <a:off x="1775739" y="359833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8" name="A1_bar_Cryo_13321">
            <a:extLst>
              <a:ext uri="{FF2B5EF4-FFF2-40B4-BE49-F238E27FC236}">
                <a16:creationId xmlns:a16="http://schemas.microsoft.com/office/drawing/2014/main" id="{1F0878B6-123F-4784-8367-93391E6F6B4F}"/>
              </a:ext>
            </a:extLst>
          </p:cNvPr>
          <p:cNvSpPr>
            <a:spLocks noGrp="1"/>
          </p:cNvSpPr>
          <p:nvPr/>
        </p:nvSpPr>
        <p:spPr>
          <a:xfrm>
            <a:off x="1793962" y="54264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099" name="A1_bar_Cryo_13322">
            <a:extLst>
              <a:ext uri="{FF2B5EF4-FFF2-40B4-BE49-F238E27FC236}">
                <a16:creationId xmlns:a16="http://schemas.microsoft.com/office/drawing/2014/main" id="{7BD4DF08-B872-4354-BE75-D62AF87386E6}"/>
              </a:ext>
            </a:extLst>
          </p:cNvPr>
          <p:cNvSpPr>
            <a:spLocks noGrp="1"/>
          </p:cNvSpPr>
          <p:nvPr/>
        </p:nvSpPr>
        <p:spPr>
          <a:xfrm>
            <a:off x="1950734" y="43687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0" name="A1_bar_Cryo_13323">
            <a:extLst>
              <a:ext uri="{FF2B5EF4-FFF2-40B4-BE49-F238E27FC236}">
                <a16:creationId xmlns:a16="http://schemas.microsoft.com/office/drawing/2014/main" id="{6FE16AFE-5555-4BFA-AB25-B83F8503C6AE}"/>
              </a:ext>
            </a:extLst>
          </p:cNvPr>
          <p:cNvSpPr>
            <a:spLocks noGrp="1"/>
          </p:cNvSpPr>
          <p:nvPr/>
        </p:nvSpPr>
        <p:spPr>
          <a:xfrm>
            <a:off x="1835892" y="458107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1" name="A1_bar_Cryo_13324">
            <a:extLst>
              <a:ext uri="{FF2B5EF4-FFF2-40B4-BE49-F238E27FC236}">
                <a16:creationId xmlns:a16="http://schemas.microsoft.com/office/drawing/2014/main" id="{DA24EC25-ACC8-4F2D-920C-299237D683E1}"/>
              </a:ext>
            </a:extLst>
          </p:cNvPr>
          <p:cNvSpPr>
            <a:spLocks noGrp="1"/>
          </p:cNvSpPr>
          <p:nvPr/>
        </p:nvSpPr>
        <p:spPr>
          <a:xfrm>
            <a:off x="2003490" y="446715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2" name="A1_bar_Cryo_13325">
            <a:extLst>
              <a:ext uri="{FF2B5EF4-FFF2-40B4-BE49-F238E27FC236}">
                <a16:creationId xmlns:a16="http://schemas.microsoft.com/office/drawing/2014/main" id="{B6567D51-45BA-41B2-8206-2CDB4B1F905A}"/>
              </a:ext>
            </a:extLst>
          </p:cNvPr>
          <p:cNvSpPr>
            <a:spLocks noGrp="1"/>
          </p:cNvSpPr>
          <p:nvPr/>
        </p:nvSpPr>
        <p:spPr>
          <a:xfrm>
            <a:off x="1807148" y="40342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3" name="A1_bar_Cryo_13326">
            <a:extLst>
              <a:ext uri="{FF2B5EF4-FFF2-40B4-BE49-F238E27FC236}">
                <a16:creationId xmlns:a16="http://schemas.microsoft.com/office/drawing/2014/main" id="{5C8BC36D-431D-4AA7-918D-49765D8E295F}"/>
              </a:ext>
            </a:extLst>
          </p:cNvPr>
          <p:cNvSpPr>
            <a:spLocks noGrp="1"/>
          </p:cNvSpPr>
          <p:nvPr/>
        </p:nvSpPr>
        <p:spPr>
          <a:xfrm>
            <a:off x="1776664" y="37854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4" name="A1_bar_Cryo_13327">
            <a:extLst>
              <a:ext uri="{FF2B5EF4-FFF2-40B4-BE49-F238E27FC236}">
                <a16:creationId xmlns:a16="http://schemas.microsoft.com/office/drawing/2014/main" id="{F33B8D49-437F-4CB1-888C-2527E0D8A27B}"/>
              </a:ext>
            </a:extLst>
          </p:cNvPr>
          <p:cNvSpPr>
            <a:spLocks noGrp="1"/>
          </p:cNvSpPr>
          <p:nvPr/>
        </p:nvSpPr>
        <p:spPr>
          <a:xfrm>
            <a:off x="1921332" y="54902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5" name="A1_bar_Cryo_13328">
            <a:extLst>
              <a:ext uri="{FF2B5EF4-FFF2-40B4-BE49-F238E27FC236}">
                <a16:creationId xmlns:a16="http://schemas.microsoft.com/office/drawing/2014/main" id="{5E478D8B-411C-4A5C-8BAB-E559BEB3D824}"/>
              </a:ext>
            </a:extLst>
          </p:cNvPr>
          <p:cNvSpPr>
            <a:spLocks noGrp="1"/>
          </p:cNvSpPr>
          <p:nvPr/>
        </p:nvSpPr>
        <p:spPr>
          <a:xfrm>
            <a:off x="1833785" y="3595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6" name="A1_bar_Cryo_13329">
            <a:extLst>
              <a:ext uri="{FF2B5EF4-FFF2-40B4-BE49-F238E27FC236}">
                <a16:creationId xmlns:a16="http://schemas.microsoft.com/office/drawing/2014/main" id="{6359BB3D-24E9-4628-8ADD-D2F7B6470BAE}"/>
              </a:ext>
            </a:extLst>
          </p:cNvPr>
          <p:cNvSpPr>
            <a:spLocks noGrp="1"/>
          </p:cNvSpPr>
          <p:nvPr/>
        </p:nvSpPr>
        <p:spPr>
          <a:xfrm>
            <a:off x="1999545" y="559383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7" name="A1_bar_Cryo_13330">
            <a:extLst>
              <a:ext uri="{FF2B5EF4-FFF2-40B4-BE49-F238E27FC236}">
                <a16:creationId xmlns:a16="http://schemas.microsoft.com/office/drawing/2014/main" id="{52DBEAC7-665D-45DE-A1F6-CCCCB9A286A1}"/>
              </a:ext>
            </a:extLst>
          </p:cNvPr>
          <p:cNvSpPr>
            <a:spLocks noGrp="1"/>
          </p:cNvSpPr>
          <p:nvPr/>
        </p:nvSpPr>
        <p:spPr>
          <a:xfrm>
            <a:off x="1919497" y="373719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8" name="A1_bar_Cryo_13331">
            <a:extLst>
              <a:ext uri="{FF2B5EF4-FFF2-40B4-BE49-F238E27FC236}">
                <a16:creationId xmlns:a16="http://schemas.microsoft.com/office/drawing/2014/main" id="{E67A42F4-FF2C-4D1B-90F6-4D8CA5F7CAB7}"/>
              </a:ext>
            </a:extLst>
          </p:cNvPr>
          <p:cNvSpPr>
            <a:spLocks noGrp="1"/>
          </p:cNvSpPr>
          <p:nvPr/>
        </p:nvSpPr>
        <p:spPr>
          <a:xfrm>
            <a:off x="1831833" y="43670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09" name="A1_bar_Cryo_13332">
            <a:extLst>
              <a:ext uri="{FF2B5EF4-FFF2-40B4-BE49-F238E27FC236}">
                <a16:creationId xmlns:a16="http://schemas.microsoft.com/office/drawing/2014/main" id="{D93F1E20-BB4A-4352-8ADE-BF3672DFE4BB}"/>
              </a:ext>
            </a:extLst>
          </p:cNvPr>
          <p:cNvSpPr>
            <a:spLocks noGrp="1"/>
          </p:cNvSpPr>
          <p:nvPr/>
        </p:nvSpPr>
        <p:spPr>
          <a:xfrm>
            <a:off x="1988423" y="33330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0" name="A1_bar_Cryo_13333">
            <a:extLst>
              <a:ext uri="{FF2B5EF4-FFF2-40B4-BE49-F238E27FC236}">
                <a16:creationId xmlns:a16="http://schemas.microsoft.com/office/drawing/2014/main" id="{B722BB0E-81B3-4F7B-8761-15398F28F3CE}"/>
              </a:ext>
            </a:extLst>
          </p:cNvPr>
          <p:cNvSpPr>
            <a:spLocks noGrp="1"/>
          </p:cNvSpPr>
          <p:nvPr/>
        </p:nvSpPr>
        <p:spPr>
          <a:xfrm>
            <a:off x="1848265" y="40670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1" name="A1_bar_Cryo_13334">
            <a:extLst>
              <a:ext uri="{FF2B5EF4-FFF2-40B4-BE49-F238E27FC236}">
                <a16:creationId xmlns:a16="http://schemas.microsoft.com/office/drawing/2014/main" id="{0EAE58C0-9731-4F36-9BBC-E09CF27245CE}"/>
              </a:ext>
            </a:extLst>
          </p:cNvPr>
          <p:cNvSpPr>
            <a:spLocks noGrp="1"/>
          </p:cNvSpPr>
          <p:nvPr/>
        </p:nvSpPr>
        <p:spPr>
          <a:xfrm>
            <a:off x="1986988" y="39874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2" name="A1_bar_Cryo_13335">
            <a:extLst>
              <a:ext uri="{FF2B5EF4-FFF2-40B4-BE49-F238E27FC236}">
                <a16:creationId xmlns:a16="http://schemas.microsoft.com/office/drawing/2014/main" id="{2C7F3F98-BD92-4BFE-824F-9920899FB663}"/>
              </a:ext>
            </a:extLst>
          </p:cNvPr>
          <p:cNvSpPr>
            <a:spLocks noGrp="1"/>
          </p:cNvSpPr>
          <p:nvPr/>
        </p:nvSpPr>
        <p:spPr>
          <a:xfrm>
            <a:off x="1895054" y="459934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3" name="A1_bar_Cryo_13336">
            <a:extLst>
              <a:ext uri="{FF2B5EF4-FFF2-40B4-BE49-F238E27FC236}">
                <a16:creationId xmlns:a16="http://schemas.microsoft.com/office/drawing/2014/main" id="{C37589C2-B661-4A08-8D60-A5D5F256A4B1}"/>
              </a:ext>
            </a:extLst>
          </p:cNvPr>
          <p:cNvSpPr>
            <a:spLocks noGrp="1"/>
          </p:cNvSpPr>
          <p:nvPr/>
        </p:nvSpPr>
        <p:spPr>
          <a:xfrm>
            <a:off x="1925136" y="50110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4" name="A1_bar_Cryo_13337">
            <a:extLst>
              <a:ext uri="{FF2B5EF4-FFF2-40B4-BE49-F238E27FC236}">
                <a16:creationId xmlns:a16="http://schemas.microsoft.com/office/drawing/2014/main" id="{BB4FA05F-0779-4CD1-8838-2C21FFADF5BA}"/>
              </a:ext>
            </a:extLst>
          </p:cNvPr>
          <p:cNvSpPr>
            <a:spLocks noGrp="1"/>
          </p:cNvSpPr>
          <p:nvPr/>
        </p:nvSpPr>
        <p:spPr>
          <a:xfrm>
            <a:off x="1971879" y="504283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5" name="A1_bar_Cryo_13338">
            <a:extLst>
              <a:ext uri="{FF2B5EF4-FFF2-40B4-BE49-F238E27FC236}">
                <a16:creationId xmlns:a16="http://schemas.microsoft.com/office/drawing/2014/main" id="{12CB50AB-0DB2-44FD-972A-493494480AFB}"/>
              </a:ext>
            </a:extLst>
          </p:cNvPr>
          <p:cNvSpPr>
            <a:spLocks noGrp="1"/>
          </p:cNvSpPr>
          <p:nvPr/>
        </p:nvSpPr>
        <p:spPr>
          <a:xfrm>
            <a:off x="1971013" y="4755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6" name="A1_bar_Cryo_13339">
            <a:extLst>
              <a:ext uri="{FF2B5EF4-FFF2-40B4-BE49-F238E27FC236}">
                <a16:creationId xmlns:a16="http://schemas.microsoft.com/office/drawing/2014/main" id="{07D19706-DD8C-4838-B763-F60502B97B2E}"/>
              </a:ext>
            </a:extLst>
          </p:cNvPr>
          <p:cNvSpPr>
            <a:spLocks noGrp="1"/>
          </p:cNvSpPr>
          <p:nvPr/>
        </p:nvSpPr>
        <p:spPr>
          <a:xfrm>
            <a:off x="1912548" y="34996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7" name="A1_bar_Cryo_13340">
            <a:extLst>
              <a:ext uri="{FF2B5EF4-FFF2-40B4-BE49-F238E27FC236}">
                <a16:creationId xmlns:a16="http://schemas.microsoft.com/office/drawing/2014/main" id="{C42724F3-2CF1-4712-8EB2-F9954B4C2B92}"/>
              </a:ext>
            </a:extLst>
          </p:cNvPr>
          <p:cNvSpPr>
            <a:spLocks noGrp="1"/>
          </p:cNvSpPr>
          <p:nvPr/>
        </p:nvSpPr>
        <p:spPr>
          <a:xfrm>
            <a:off x="2010778" y="45574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8" name="A1_bar_Cryo_13341">
            <a:extLst>
              <a:ext uri="{FF2B5EF4-FFF2-40B4-BE49-F238E27FC236}">
                <a16:creationId xmlns:a16="http://schemas.microsoft.com/office/drawing/2014/main" id="{88985762-7D90-4B8F-97D1-D510C79B9EA0}"/>
              </a:ext>
            </a:extLst>
          </p:cNvPr>
          <p:cNvSpPr>
            <a:spLocks noGrp="1"/>
          </p:cNvSpPr>
          <p:nvPr/>
        </p:nvSpPr>
        <p:spPr>
          <a:xfrm>
            <a:off x="1951340" y="4915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19" name="A1_bar_Cryo_13342">
            <a:extLst>
              <a:ext uri="{FF2B5EF4-FFF2-40B4-BE49-F238E27FC236}">
                <a16:creationId xmlns:a16="http://schemas.microsoft.com/office/drawing/2014/main" id="{69DD0DF8-A1D1-4BE3-8114-F7EB143800A5}"/>
              </a:ext>
            </a:extLst>
          </p:cNvPr>
          <p:cNvSpPr>
            <a:spLocks noGrp="1"/>
          </p:cNvSpPr>
          <p:nvPr/>
        </p:nvSpPr>
        <p:spPr>
          <a:xfrm>
            <a:off x="1853089" y="37087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0" name="A1_bar_Cryo_13343">
            <a:extLst>
              <a:ext uri="{FF2B5EF4-FFF2-40B4-BE49-F238E27FC236}">
                <a16:creationId xmlns:a16="http://schemas.microsoft.com/office/drawing/2014/main" id="{8511DE92-8B6A-4BCD-A2EB-A4D693E30962}"/>
              </a:ext>
            </a:extLst>
          </p:cNvPr>
          <p:cNvSpPr>
            <a:spLocks noGrp="1"/>
          </p:cNvSpPr>
          <p:nvPr/>
        </p:nvSpPr>
        <p:spPr>
          <a:xfrm>
            <a:off x="1835551" y="50188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1" name="A1_bar_Cryo_13344">
            <a:extLst>
              <a:ext uri="{FF2B5EF4-FFF2-40B4-BE49-F238E27FC236}">
                <a16:creationId xmlns:a16="http://schemas.microsoft.com/office/drawing/2014/main" id="{304400A3-C63D-4FE2-9C6F-73173E0BD103}"/>
              </a:ext>
            </a:extLst>
          </p:cNvPr>
          <p:cNvSpPr>
            <a:spLocks noGrp="1"/>
          </p:cNvSpPr>
          <p:nvPr/>
        </p:nvSpPr>
        <p:spPr>
          <a:xfrm>
            <a:off x="1879423" y="606641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2" name="A1_bar_Cryo_13345">
            <a:extLst>
              <a:ext uri="{FF2B5EF4-FFF2-40B4-BE49-F238E27FC236}">
                <a16:creationId xmlns:a16="http://schemas.microsoft.com/office/drawing/2014/main" id="{1A022806-E95A-4868-BC1D-B1A31E2A680F}"/>
              </a:ext>
            </a:extLst>
          </p:cNvPr>
          <p:cNvSpPr>
            <a:spLocks noGrp="1"/>
          </p:cNvSpPr>
          <p:nvPr/>
        </p:nvSpPr>
        <p:spPr>
          <a:xfrm>
            <a:off x="1849424" y="50005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3" name="A1_bar_Cryo_13346">
            <a:extLst>
              <a:ext uri="{FF2B5EF4-FFF2-40B4-BE49-F238E27FC236}">
                <a16:creationId xmlns:a16="http://schemas.microsoft.com/office/drawing/2014/main" id="{AC6372F7-ECA8-47A4-823B-26E2128B1CB2}"/>
              </a:ext>
            </a:extLst>
          </p:cNvPr>
          <p:cNvSpPr>
            <a:spLocks noGrp="1"/>
          </p:cNvSpPr>
          <p:nvPr/>
        </p:nvSpPr>
        <p:spPr>
          <a:xfrm>
            <a:off x="1856279" y="59336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4" name="A1_bar_Cryo_13347">
            <a:extLst>
              <a:ext uri="{FF2B5EF4-FFF2-40B4-BE49-F238E27FC236}">
                <a16:creationId xmlns:a16="http://schemas.microsoft.com/office/drawing/2014/main" id="{136F7FBF-1D29-44CA-8FCD-068E0C040427}"/>
              </a:ext>
            </a:extLst>
          </p:cNvPr>
          <p:cNvSpPr>
            <a:spLocks noGrp="1"/>
          </p:cNvSpPr>
          <p:nvPr/>
        </p:nvSpPr>
        <p:spPr>
          <a:xfrm>
            <a:off x="1910823" y="46257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5" name="A1_bar_Cryo_13348">
            <a:extLst>
              <a:ext uri="{FF2B5EF4-FFF2-40B4-BE49-F238E27FC236}">
                <a16:creationId xmlns:a16="http://schemas.microsoft.com/office/drawing/2014/main" id="{BA36DB4D-F3EB-43B5-81D2-FFB44D9A78AE}"/>
              </a:ext>
            </a:extLst>
          </p:cNvPr>
          <p:cNvSpPr>
            <a:spLocks noGrp="1"/>
          </p:cNvSpPr>
          <p:nvPr/>
        </p:nvSpPr>
        <p:spPr>
          <a:xfrm>
            <a:off x="355134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6" name="A1_bar_Cryo_13349">
            <a:extLst>
              <a:ext uri="{FF2B5EF4-FFF2-40B4-BE49-F238E27FC236}">
                <a16:creationId xmlns:a16="http://schemas.microsoft.com/office/drawing/2014/main" id="{57223A5A-23C6-46A4-A0FF-B33775CF846D}"/>
              </a:ext>
            </a:extLst>
          </p:cNvPr>
          <p:cNvSpPr>
            <a:spLocks noGrp="1"/>
          </p:cNvSpPr>
          <p:nvPr/>
        </p:nvSpPr>
        <p:spPr>
          <a:xfrm>
            <a:off x="349080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7" name="A1_bar_Cryo_13350">
            <a:extLst>
              <a:ext uri="{FF2B5EF4-FFF2-40B4-BE49-F238E27FC236}">
                <a16:creationId xmlns:a16="http://schemas.microsoft.com/office/drawing/2014/main" id="{3AD0A2EA-7B05-46EF-9E97-E7811ECC1D4D}"/>
              </a:ext>
            </a:extLst>
          </p:cNvPr>
          <p:cNvSpPr>
            <a:spLocks noGrp="1"/>
          </p:cNvSpPr>
          <p:nvPr/>
        </p:nvSpPr>
        <p:spPr>
          <a:xfrm>
            <a:off x="34556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8" name="A1_bar_Cryo_13351">
            <a:extLst>
              <a:ext uri="{FF2B5EF4-FFF2-40B4-BE49-F238E27FC236}">
                <a16:creationId xmlns:a16="http://schemas.microsoft.com/office/drawing/2014/main" id="{E185D6D8-F374-41D1-BFE0-437091122C37}"/>
              </a:ext>
            </a:extLst>
          </p:cNvPr>
          <p:cNvSpPr>
            <a:spLocks noGrp="1"/>
          </p:cNvSpPr>
          <p:nvPr/>
        </p:nvSpPr>
        <p:spPr>
          <a:xfrm>
            <a:off x="3527699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29" name="A1_bar_Cryo_13352">
            <a:extLst>
              <a:ext uri="{FF2B5EF4-FFF2-40B4-BE49-F238E27FC236}">
                <a16:creationId xmlns:a16="http://schemas.microsoft.com/office/drawing/2014/main" id="{CF9134FF-C4C7-4030-AC28-4F2FF8A85BAC}"/>
              </a:ext>
            </a:extLst>
          </p:cNvPr>
          <p:cNvSpPr>
            <a:spLocks noGrp="1"/>
          </p:cNvSpPr>
          <p:nvPr/>
        </p:nvSpPr>
        <p:spPr>
          <a:xfrm>
            <a:off x="3507161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0" name="A1_bar_Cryo_13353">
            <a:extLst>
              <a:ext uri="{FF2B5EF4-FFF2-40B4-BE49-F238E27FC236}">
                <a16:creationId xmlns:a16="http://schemas.microsoft.com/office/drawing/2014/main" id="{9620DFD7-F161-4537-8AF5-28F07B3E631C}"/>
              </a:ext>
            </a:extLst>
          </p:cNvPr>
          <p:cNvSpPr>
            <a:spLocks noGrp="1"/>
          </p:cNvSpPr>
          <p:nvPr/>
        </p:nvSpPr>
        <p:spPr>
          <a:xfrm>
            <a:off x="354182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1" name="A1_bar_Cryo_13354">
            <a:extLst>
              <a:ext uri="{FF2B5EF4-FFF2-40B4-BE49-F238E27FC236}">
                <a16:creationId xmlns:a16="http://schemas.microsoft.com/office/drawing/2014/main" id="{FBEBBA46-EB8F-4A9D-89C7-00A34E41725D}"/>
              </a:ext>
            </a:extLst>
          </p:cNvPr>
          <p:cNvSpPr>
            <a:spLocks noGrp="1"/>
          </p:cNvSpPr>
          <p:nvPr/>
        </p:nvSpPr>
        <p:spPr>
          <a:xfrm>
            <a:off x="359197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2" name="A1_bar_Cryo_13355">
            <a:extLst>
              <a:ext uri="{FF2B5EF4-FFF2-40B4-BE49-F238E27FC236}">
                <a16:creationId xmlns:a16="http://schemas.microsoft.com/office/drawing/2014/main" id="{07513966-845A-43DA-BDE8-2A2B1FB0E2BA}"/>
              </a:ext>
            </a:extLst>
          </p:cNvPr>
          <p:cNvSpPr>
            <a:spLocks noGrp="1"/>
          </p:cNvSpPr>
          <p:nvPr/>
        </p:nvSpPr>
        <p:spPr>
          <a:xfrm>
            <a:off x="336273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3" name="A1_bar_Cryo_13356">
            <a:extLst>
              <a:ext uri="{FF2B5EF4-FFF2-40B4-BE49-F238E27FC236}">
                <a16:creationId xmlns:a16="http://schemas.microsoft.com/office/drawing/2014/main" id="{93F67726-CA7A-483B-B6BF-CCEB043860C8}"/>
              </a:ext>
            </a:extLst>
          </p:cNvPr>
          <p:cNvSpPr>
            <a:spLocks noGrp="1"/>
          </p:cNvSpPr>
          <p:nvPr/>
        </p:nvSpPr>
        <p:spPr>
          <a:xfrm>
            <a:off x="3584119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4" name="A1_bar_Cryo_13357">
            <a:extLst>
              <a:ext uri="{FF2B5EF4-FFF2-40B4-BE49-F238E27FC236}">
                <a16:creationId xmlns:a16="http://schemas.microsoft.com/office/drawing/2014/main" id="{A31EFAC0-0C1C-4E4C-934C-0336E8B69537}"/>
              </a:ext>
            </a:extLst>
          </p:cNvPr>
          <p:cNvSpPr>
            <a:spLocks noGrp="1"/>
          </p:cNvSpPr>
          <p:nvPr/>
        </p:nvSpPr>
        <p:spPr>
          <a:xfrm>
            <a:off x="351141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5" name="A1_bar_Cryo_13358">
            <a:extLst>
              <a:ext uri="{FF2B5EF4-FFF2-40B4-BE49-F238E27FC236}">
                <a16:creationId xmlns:a16="http://schemas.microsoft.com/office/drawing/2014/main" id="{C8679F0E-28EB-4CDB-93B8-DBE0786EC110}"/>
              </a:ext>
            </a:extLst>
          </p:cNvPr>
          <p:cNvSpPr>
            <a:spLocks noGrp="1"/>
          </p:cNvSpPr>
          <p:nvPr/>
        </p:nvSpPr>
        <p:spPr>
          <a:xfrm>
            <a:off x="3463414" y="3841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6" name="A1_bar_Cryo_13359">
            <a:extLst>
              <a:ext uri="{FF2B5EF4-FFF2-40B4-BE49-F238E27FC236}">
                <a16:creationId xmlns:a16="http://schemas.microsoft.com/office/drawing/2014/main" id="{81DBAD62-F4B9-430B-8297-A99E2A93A241}"/>
              </a:ext>
            </a:extLst>
          </p:cNvPr>
          <p:cNvSpPr>
            <a:spLocks noGrp="1"/>
          </p:cNvSpPr>
          <p:nvPr/>
        </p:nvSpPr>
        <p:spPr>
          <a:xfrm>
            <a:off x="3568837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7" name="A1_bar_Cryo_13360">
            <a:extLst>
              <a:ext uri="{FF2B5EF4-FFF2-40B4-BE49-F238E27FC236}">
                <a16:creationId xmlns:a16="http://schemas.microsoft.com/office/drawing/2014/main" id="{099B5B70-9BBB-40CC-92D3-93D831B5FB87}"/>
              </a:ext>
            </a:extLst>
          </p:cNvPr>
          <p:cNvSpPr>
            <a:spLocks noGrp="1"/>
          </p:cNvSpPr>
          <p:nvPr/>
        </p:nvSpPr>
        <p:spPr>
          <a:xfrm>
            <a:off x="3491324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8" name="A1_bar_Cryo_13361">
            <a:extLst>
              <a:ext uri="{FF2B5EF4-FFF2-40B4-BE49-F238E27FC236}">
                <a16:creationId xmlns:a16="http://schemas.microsoft.com/office/drawing/2014/main" id="{3CE83976-500D-4FBF-B507-B2B254D814DC}"/>
              </a:ext>
            </a:extLst>
          </p:cNvPr>
          <p:cNvSpPr>
            <a:spLocks noGrp="1"/>
          </p:cNvSpPr>
          <p:nvPr/>
        </p:nvSpPr>
        <p:spPr>
          <a:xfrm>
            <a:off x="338407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39" name="A1_bar_Cryo_13362">
            <a:extLst>
              <a:ext uri="{FF2B5EF4-FFF2-40B4-BE49-F238E27FC236}">
                <a16:creationId xmlns:a16="http://schemas.microsoft.com/office/drawing/2014/main" id="{9EB87C9D-3A37-4A38-A149-E331E636CFF8}"/>
              </a:ext>
            </a:extLst>
          </p:cNvPr>
          <p:cNvSpPr>
            <a:spLocks noGrp="1"/>
          </p:cNvSpPr>
          <p:nvPr/>
        </p:nvSpPr>
        <p:spPr>
          <a:xfrm>
            <a:off x="346669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0" name="A1_bar_Cryo_13363">
            <a:extLst>
              <a:ext uri="{FF2B5EF4-FFF2-40B4-BE49-F238E27FC236}">
                <a16:creationId xmlns:a16="http://schemas.microsoft.com/office/drawing/2014/main" id="{8DDB0235-DEB2-404A-B19E-4781AED16749}"/>
              </a:ext>
            </a:extLst>
          </p:cNvPr>
          <p:cNvSpPr>
            <a:spLocks noGrp="1"/>
          </p:cNvSpPr>
          <p:nvPr/>
        </p:nvSpPr>
        <p:spPr>
          <a:xfrm>
            <a:off x="342940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1" name="A1_bar_Cryo_13364">
            <a:extLst>
              <a:ext uri="{FF2B5EF4-FFF2-40B4-BE49-F238E27FC236}">
                <a16:creationId xmlns:a16="http://schemas.microsoft.com/office/drawing/2014/main" id="{86916FB5-50C9-4D8E-983D-CD7CB44097CC}"/>
              </a:ext>
            </a:extLst>
          </p:cNvPr>
          <p:cNvSpPr>
            <a:spLocks noGrp="1"/>
          </p:cNvSpPr>
          <p:nvPr/>
        </p:nvSpPr>
        <p:spPr>
          <a:xfrm>
            <a:off x="355891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2" name="A1_bar_Cryo_13365">
            <a:extLst>
              <a:ext uri="{FF2B5EF4-FFF2-40B4-BE49-F238E27FC236}">
                <a16:creationId xmlns:a16="http://schemas.microsoft.com/office/drawing/2014/main" id="{FAD5D4EA-025B-4CFE-BF1B-230C3ADDE1CC}"/>
              </a:ext>
            </a:extLst>
          </p:cNvPr>
          <p:cNvSpPr>
            <a:spLocks noGrp="1"/>
          </p:cNvSpPr>
          <p:nvPr/>
        </p:nvSpPr>
        <p:spPr>
          <a:xfrm>
            <a:off x="3531949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3" name="A1_bar_Cryo_13366">
            <a:extLst>
              <a:ext uri="{FF2B5EF4-FFF2-40B4-BE49-F238E27FC236}">
                <a16:creationId xmlns:a16="http://schemas.microsoft.com/office/drawing/2014/main" id="{5863ECE8-00B5-457C-AA17-1D775004287A}"/>
              </a:ext>
            </a:extLst>
          </p:cNvPr>
          <p:cNvSpPr>
            <a:spLocks noGrp="1"/>
          </p:cNvSpPr>
          <p:nvPr/>
        </p:nvSpPr>
        <p:spPr>
          <a:xfrm>
            <a:off x="3384156" y="33339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4" name="A1_bar_Cryo_13367">
            <a:extLst>
              <a:ext uri="{FF2B5EF4-FFF2-40B4-BE49-F238E27FC236}">
                <a16:creationId xmlns:a16="http://schemas.microsoft.com/office/drawing/2014/main" id="{33B2A12E-0363-4D60-A573-FF4203375211}"/>
              </a:ext>
            </a:extLst>
          </p:cNvPr>
          <p:cNvSpPr>
            <a:spLocks noGrp="1"/>
          </p:cNvSpPr>
          <p:nvPr/>
        </p:nvSpPr>
        <p:spPr>
          <a:xfrm>
            <a:off x="3424800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5" name="A1_bar_Cryo_13368">
            <a:extLst>
              <a:ext uri="{FF2B5EF4-FFF2-40B4-BE49-F238E27FC236}">
                <a16:creationId xmlns:a16="http://schemas.microsoft.com/office/drawing/2014/main" id="{93B50FDE-4B2F-49B7-A433-6F41D60C7075}"/>
              </a:ext>
            </a:extLst>
          </p:cNvPr>
          <p:cNvSpPr>
            <a:spLocks noGrp="1"/>
          </p:cNvSpPr>
          <p:nvPr/>
        </p:nvSpPr>
        <p:spPr>
          <a:xfrm>
            <a:off x="3496119" y="47467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6" name="A1_bar_Cryo_13369">
            <a:extLst>
              <a:ext uri="{FF2B5EF4-FFF2-40B4-BE49-F238E27FC236}">
                <a16:creationId xmlns:a16="http://schemas.microsoft.com/office/drawing/2014/main" id="{AE83090C-9BA8-47B6-A149-F7C7A53D47CE}"/>
              </a:ext>
            </a:extLst>
          </p:cNvPr>
          <p:cNvSpPr>
            <a:spLocks noGrp="1"/>
          </p:cNvSpPr>
          <p:nvPr/>
        </p:nvSpPr>
        <p:spPr>
          <a:xfrm>
            <a:off x="3359254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7" name="A1_bar_Cryo_13370">
            <a:extLst>
              <a:ext uri="{FF2B5EF4-FFF2-40B4-BE49-F238E27FC236}">
                <a16:creationId xmlns:a16="http://schemas.microsoft.com/office/drawing/2014/main" id="{5C391D18-ABE0-4F54-8534-172B2F9ED3D1}"/>
              </a:ext>
            </a:extLst>
          </p:cNvPr>
          <p:cNvSpPr>
            <a:spLocks noGrp="1"/>
          </p:cNvSpPr>
          <p:nvPr/>
        </p:nvSpPr>
        <p:spPr>
          <a:xfrm>
            <a:off x="3462100" y="3705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8" name="A1_bar_Cryo_13371">
            <a:extLst>
              <a:ext uri="{FF2B5EF4-FFF2-40B4-BE49-F238E27FC236}">
                <a16:creationId xmlns:a16="http://schemas.microsoft.com/office/drawing/2014/main" id="{6EE55527-2E86-435A-ACC9-4FC48345A966}"/>
              </a:ext>
            </a:extLst>
          </p:cNvPr>
          <p:cNvSpPr>
            <a:spLocks noGrp="1"/>
          </p:cNvSpPr>
          <p:nvPr/>
        </p:nvSpPr>
        <p:spPr>
          <a:xfrm>
            <a:off x="3405473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49" name="A1_bar_Cryo_13372">
            <a:extLst>
              <a:ext uri="{FF2B5EF4-FFF2-40B4-BE49-F238E27FC236}">
                <a16:creationId xmlns:a16="http://schemas.microsoft.com/office/drawing/2014/main" id="{E0D4A855-F0BB-4D7E-ABFE-066E4A5B106A}"/>
              </a:ext>
            </a:extLst>
          </p:cNvPr>
          <p:cNvSpPr>
            <a:spLocks noGrp="1"/>
          </p:cNvSpPr>
          <p:nvPr/>
        </p:nvSpPr>
        <p:spPr>
          <a:xfrm>
            <a:off x="3435394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0" name="A1_bar_Cryo_13373">
            <a:extLst>
              <a:ext uri="{FF2B5EF4-FFF2-40B4-BE49-F238E27FC236}">
                <a16:creationId xmlns:a16="http://schemas.microsoft.com/office/drawing/2014/main" id="{51C9E085-9B67-4D5D-8EE0-351BB6BBE312}"/>
              </a:ext>
            </a:extLst>
          </p:cNvPr>
          <p:cNvSpPr>
            <a:spLocks noGrp="1"/>
          </p:cNvSpPr>
          <p:nvPr/>
        </p:nvSpPr>
        <p:spPr>
          <a:xfrm>
            <a:off x="343635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1" name="A1_bar_Cryo_13374">
            <a:extLst>
              <a:ext uri="{FF2B5EF4-FFF2-40B4-BE49-F238E27FC236}">
                <a16:creationId xmlns:a16="http://schemas.microsoft.com/office/drawing/2014/main" id="{E311ECCB-1B55-4B5F-BD72-295960FA7A64}"/>
              </a:ext>
            </a:extLst>
          </p:cNvPr>
          <p:cNvSpPr>
            <a:spLocks noGrp="1"/>
          </p:cNvSpPr>
          <p:nvPr/>
        </p:nvSpPr>
        <p:spPr>
          <a:xfrm>
            <a:off x="3384364" y="502687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2" name="A1_bar_Cryo_13375">
            <a:extLst>
              <a:ext uri="{FF2B5EF4-FFF2-40B4-BE49-F238E27FC236}">
                <a16:creationId xmlns:a16="http://schemas.microsoft.com/office/drawing/2014/main" id="{C2FB8FFC-5B81-4323-A661-79DE2F05AD8B}"/>
              </a:ext>
            </a:extLst>
          </p:cNvPr>
          <p:cNvSpPr>
            <a:spLocks noGrp="1"/>
          </p:cNvSpPr>
          <p:nvPr/>
        </p:nvSpPr>
        <p:spPr>
          <a:xfrm>
            <a:off x="3567148" y="5091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3" name="A1_bar_Cryo_13376">
            <a:extLst>
              <a:ext uri="{FF2B5EF4-FFF2-40B4-BE49-F238E27FC236}">
                <a16:creationId xmlns:a16="http://schemas.microsoft.com/office/drawing/2014/main" id="{EB711E9B-B469-43DD-881A-8333AB7FE934}"/>
              </a:ext>
            </a:extLst>
          </p:cNvPr>
          <p:cNvSpPr>
            <a:spLocks noGrp="1"/>
          </p:cNvSpPr>
          <p:nvPr/>
        </p:nvSpPr>
        <p:spPr>
          <a:xfrm>
            <a:off x="3384673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4" name="A1_bar_Cryo_13377">
            <a:extLst>
              <a:ext uri="{FF2B5EF4-FFF2-40B4-BE49-F238E27FC236}">
                <a16:creationId xmlns:a16="http://schemas.microsoft.com/office/drawing/2014/main" id="{742C1A76-D90F-42EF-8E70-5D17F994ADEF}"/>
              </a:ext>
            </a:extLst>
          </p:cNvPr>
          <p:cNvSpPr>
            <a:spLocks noGrp="1"/>
          </p:cNvSpPr>
          <p:nvPr/>
        </p:nvSpPr>
        <p:spPr>
          <a:xfrm>
            <a:off x="336173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5" name="A1_bar_Cryo_13378">
            <a:extLst>
              <a:ext uri="{FF2B5EF4-FFF2-40B4-BE49-F238E27FC236}">
                <a16:creationId xmlns:a16="http://schemas.microsoft.com/office/drawing/2014/main" id="{841E3DD5-81F3-46F9-8805-79B9852A920C}"/>
              </a:ext>
            </a:extLst>
          </p:cNvPr>
          <p:cNvSpPr>
            <a:spLocks noGrp="1"/>
          </p:cNvSpPr>
          <p:nvPr/>
        </p:nvSpPr>
        <p:spPr>
          <a:xfrm>
            <a:off x="334415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6" name="A1_bar_Cryo_13379">
            <a:extLst>
              <a:ext uri="{FF2B5EF4-FFF2-40B4-BE49-F238E27FC236}">
                <a16:creationId xmlns:a16="http://schemas.microsoft.com/office/drawing/2014/main" id="{B5E723DC-9378-4F33-8E4A-7204CC23696E}"/>
              </a:ext>
            </a:extLst>
          </p:cNvPr>
          <p:cNvSpPr>
            <a:spLocks noGrp="1"/>
          </p:cNvSpPr>
          <p:nvPr/>
        </p:nvSpPr>
        <p:spPr>
          <a:xfrm>
            <a:off x="3406476" y="50843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7" name="A1_bar_Cryo_13380">
            <a:extLst>
              <a:ext uri="{FF2B5EF4-FFF2-40B4-BE49-F238E27FC236}">
                <a16:creationId xmlns:a16="http://schemas.microsoft.com/office/drawing/2014/main" id="{414A5358-9D10-4DCB-AE86-FD6CFBDCFF4D}"/>
              </a:ext>
            </a:extLst>
          </p:cNvPr>
          <p:cNvSpPr>
            <a:spLocks noGrp="1"/>
          </p:cNvSpPr>
          <p:nvPr/>
        </p:nvSpPr>
        <p:spPr>
          <a:xfrm>
            <a:off x="35119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8" name="A1_bar_Cryo_13381">
            <a:extLst>
              <a:ext uri="{FF2B5EF4-FFF2-40B4-BE49-F238E27FC236}">
                <a16:creationId xmlns:a16="http://schemas.microsoft.com/office/drawing/2014/main" id="{D58618CC-A955-4806-AE58-494237DA1E96}"/>
              </a:ext>
            </a:extLst>
          </p:cNvPr>
          <p:cNvSpPr>
            <a:spLocks noGrp="1"/>
          </p:cNvSpPr>
          <p:nvPr/>
        </p:nvSpPr>
        <p:spPr>
          <a:xfrm>
            <a:off x="3356791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59" name="A1_bar_Cryo_13382">
            <a:extLst>
              <a:ext uri="{FF2B5EF4-FFF2-40B4-BE49-F238E27FC236}">
                <a16:creationId xmlns:a16="http://schemas.microsoft.com/office/drawing/2014/main" id="{3DD42709-A1DB-47F3-941C-4D188B140943}"/>
              </a:ext>
            </a:extLst>
          </p:cNvPr>
          <p:cNvSpPr>
            <a:spLocks noGrp="1"/>
          </p:cNvSpPr>
          <p:nvPr/>
        </p:nvSpPr>
        <p:spPr>
          <a:xfrm>
            <a:off x="339118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0" name="A1_bar_Cryo_13383">
            <a:extLst>
              <a:ext uri="{FF2B5EF4-FFF2-40B4-BE49-F238E27FC236}">
                <a16:creationId xmlns:a16="http://schemas.microsoft.com/office/drawing/2014/main" id="{E61E23BE-7EDD-4DEF-BB7C-91AEF4A39A2F}"/>
              </a:ext>
            </a:extLst>
          </p:cNvPr>
          <p:cNvSpPr>
            <a:spLocks noGrp="1"/>
          </p:cNvSpPr>
          <p:nvPr/>
        </p:nvSpPr>
        <p:spPr>
          <a:xfrm>
            <a:off x="353336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1" name="A1_bar_Cryo_13384">
            <a:extLst>
              <a:ext uri="{FF2B5EF4-FFF2-40B4-BE49-F238E27FC236}">
                <a16:creationId xmlns:a16="http://schemas.microsoft.com/office/drawing/2014/main" id="{3B6AF092-F466-46A5-BF0A-7E613FFFDD53}"/>
              </a:ext>
            </a:extLst>
          </p:cNvPr>
          <p:cNvSpPr>
            <a:spLocks noGrp="1"/>
          </p:cNvSpPr>
          <p:nvPr/>
        </p:nvSpPr>
        <p:spPr>
          <a:xfrm>
            <a:off x="343215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2" name="A1_bar_Cryo_13385">
            <a:extLst>
              <a:ext uri="{FF2B5EF4-FFF2-40B4-BE49-F238E27FC236}">
                <a16:creationId xmlns:a16="http://schemas.microsoft.com/office/drawing/2014/main" id="{34C415FB-0FD8-4EEF-903B-C8BC862ABAAF}"/>
              </a:ext>
            </a:extLst>
          </p:cNvPr>
          <p:cNvSpPr>
            <a:spLocks noGrp="1"/>
          </p:cNvSpPr>
          <p:nvPr/>
        </p:nvSpPr>
        <p:spPr>
          <a:xfrm>
            <a:off x="341584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3" name="A1_bar_Cryo_13386">
            <a:extLst>
              <a:ext uri="{FF2B5EF4-FFF2-40B4-BE49-F238E27FC236}">
                <a16:creationId xmlns:a16="http://schemas.microsoft.com/office/drawing/2014/main" id="{C0DC32C5-4FB6-4900-BECE-4665F8E8BB3D}"/>
              </a:ext>
            </a:extLst>
          </p:cNvPr>
          <p:cNvSpPr>
            <a:spLocks noGrp="1"/>
          </p:cNvSpPr>
          <p:nvPr/>
        </p:nvSpPr>
        <p:spPr>
          <a:xfrm>
            <a:off x="338803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4" name="A1_bar_Cryo_13387">
            <a:extLst>
              <a:ext uri="{FF2B5EF4-FFF2-40B4-BE49-F238E27FC236}">
                <a16:creationId xmlns:a16="http://schemas.microsoft.com/office/drawing/2014/main" id="{6B3B20A3-D79F-409B-9081-0F441E6D9B13}"/>
              </a:ext>
            </a:extLst>
          </p:cNvPr>
          <p:cNvSpPr>
            <a:spLocks noGrp="1"/>
          </p:cNvSpPr>
          <p:nvPr/>
        </p:nvSpPr>
        <p:spPr>
          <a:xfrm>
            <a:off x="354201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5" name="A1_bar_Cryo_13388">
            <a:extLst>
              <a:ext uri="{FF2B5EF4-FFF2-40B4-BE49-F238E27FC236}">
                <a16:creationId xmlns:a16="http://schemas.microsoft.com/office/drawing/2014/main" id="{D28D558A-58CB-4089-8288-B7B1D4C18ED5}"/>
              </a:ext>
            </a:extLst>
          </p:cNvPr>
          <p:cNvSpPr>
            <a:spLocks noGrp="1"/>
          </p:cNvSpPr>
          <p:nvPr/>
        </p:nvSpPr>
        <p:spPr>
          <a:xfrm>
            <a:off x="3464667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6" name="A1_bar_Cryo_13389">
            <a:extLst>
              <a:ext uri="{FF2B5EF4-FFF2-40B4-BE49-F238E27FC236}">
                <a16:creationId xmlns:a16="http://schemas.microsoft.com/office/drawing/2014/main" id="{41D3CEA7-81DE-4C24-81C9-2BDBFB1A2293}"/>
              </a:ext>
            </a:extLst>
          </p:cNvPr>
          <p:cNvSpPr>
            <a:spLocks noGrp="1"/>
          </p:cNvSpPr>
          <p:nvPr/>
        </p:nvSpPr>
        <p:spPr>
          <a:xfrm>
            <a:off x="350573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7" name="A1_bar_Cryo_13390">
            <a:extLst>
              <a:ext uri="{FF2B5EF4-FFF2-40B4-BE49-F238E27FC236}">
                <a16:creationId xmlns:a16="http://schemas.microsoft.com/office/drawing/2014/main" id="{6FE03978-7036-4C22-9727-79C88871CF3E}"/>
              </a:ext>
            </a:extLst>
          </p:cNvPr>
          <p:cNvSpPr>
            <a:spLocks noGrp="1"/>
          </p:cNvSpPr>
          <p:nvPr/>
        </p:nvSpPr>
        <p:spPr>
          <a:xfrm>
            <a:off x="342630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8" name="A1_bar_Cryo_13391">
            <a:extLst>
              <a:ext uri="{FF2B5EF4-FFF2-40B4-BE49-F238E27FC236}">
                <a16:creationId xmlns:a16="http://schemas.microsoft.com/office/drawing/2014/main" id="{AF1CCB30-9313-4D34-86CD-F85304C15919}"/>
              </a:ext>
            </a:extLst>
          </p:cNvPr>
          <p:cNvSpPr>
            <a:spLocks noGrp="1"/>
          </p:cNvSpPr>
          <p:nvPr/>
        </p:nvSpPr>
        <p:spPr>
          <a:xfrm>
            <a:off x="3576463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69" name="A1_bar_Cryo_13392">
            <a:extLst>
              <a:ext uri="{FF2B5EF4-FFF2-40B4-BE49-F238E27FC236}">
                <a16:creationId xmlns:a16="http://schemas.microsoft.com/office/drawing/2014/main" id="{248A9B76-62A3-409C-A3AD-582B95CFDD4F}"/>
              </a:ext>
            </a:extLst>
          </p:cNvPr>
          <p:cNvSpPr>
            <a:spLocks noGrp="1"/>
          </p:cNvSpPr>
          <p:nvPr/>
        </p:nvSpPr>
        <p:spPr>
          <a:xfrm>
            <a:off x="350846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0" name="A1_bar_Cryo_13393">
            <a:extLst>
              <a:ext uri="{FF2B5EF4-FFF2-40B4-BE49-F238E27FC236}">
                <a16:creationId xmlns:a16="http://schemas.microsoft.com/office/drawing/2014/main" id="{E5B327E1-A7CD-4B35-9BDA-7B895D1486A2}"/>
              </a:ext>
            </a:extLst>
          </p:cNvPr>
          <p:cNvSpPr>
            <a:spLocks noGrp="1"/>
          </p:cNvSpPr>
          <p:nvPr/>
        </p:nvSpPr>
        <p:spPr>
          <a:xfrm>
            <a:off x="345081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1" name="A1_bar_Cryo_13394">
            <a:extLst>
              <a:ext uri="{FF2B5EF4-FFF2-40B4-BE49-F238E27FC236}">
                <a16:creationId xmlns:a16="http://schemas.microsoft.com/office/drawing/2014/main" id="{B6306066-4ECC-419E-9962-1137A5945FC8}"/>
              </a:ext>
            </a:extLst>
          </p:cNvPr>
          <p:cNvSpPr>
            <a:spLocks noGrp="1"/>
          </p:cNvSpPr>
          <p:nvPr/>
        </p:nvSpPr>
        <p:spPr>
          <a:xfrm>
            <a:off x="3479358" y="5245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2" name="A1_bar_Cryo_13395">
            <a:extLst>
              <a:ext uri="{FF2B5EF4-FFF2-40B4-BE49-F238E27FC236}">
                <a16:creationId xmlns:a16="http://schemas.microsoft.com/office/drawing/2014/main" id="{B66C546B-B109-42DD-AE66-C930AE45E106}"/>
              </a:ext>
            </a:extLst>
          </p:cNvPr>
          <p:cNvSpPr>
            <a:spLocks noGrp="1"/>
          </p:cNvSpPr>
          <p:nvPr/>
        </p:nvSpPr>
        <p:spPr>
          <a:xfrm>
            <a:off x="345664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3" name="A1_bar_Cryo_13396">
            <a:extLst>
              <a:ext uri="{FF2B5EF4-FFF2-40B4-BE49-F238E27FC236}">
                <a16:creationId xmlns:a16="http://schemas.microsoft.com/office/drawing/2014/main" id="{14B41A9D-BB89-4859-869E-E9674B92CDA1}"/>
              </a:ext>
            </a:extLst>
          </p:cNvPr>
          <p:cNvSpPr>
            <a:spLocks noGrp="1"/>
          </p:cNvSpPr>
          <p:nvPr/>
        </p:nvSpPr>
        <p:spPr>
          <a:xfrm>
            <a:off x="3548295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4" name="A1_bar_Cryo_13397">
            <a:extLst>
              <a:ext uri="{FF2B5EF4-FFF2-40B4-BE49-F238E27FC236}">
                <a16:creationId xmlns:a16="http://schemas.microsoft.com/office/drawing/2014/main" id="{D9089F07-2BFA-446D-842D-4FDC95CCABF3}"/>
              </a:ext>
            </a:extLst>
          </p:cNvPr>
          <p:cNvSpPr>
            <a:spLocks noGrp="1"/>
          </p:cNvSpPr>
          <p:nvPr/>
        </p:nvSpPr>
        <p:spPr>
          <a:xfrm>
            <a:off x="347605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5" name="A1_bar_Cryo_13398">
            <a:extLst>
              <a:ext uri="{FF2B5EF4-FFF2-40B4-BE49-F238E27FC236}">
                <a16:creationId xmlns:a16="http://schemas.microsoft.com/office/drawing/2014/main" id="{92A966EB-F114-4B8F-9E92-7CF805470971}"/>
              </a:ext>
            </a:extLst>
          </p:cNvPr>
          <p:cNvSpPr>
            <a:spLocks noGrp="1"/>
          </p:cNvSpPr>
          <p:nvPr/>
        </p:nvSpPr>
        <p:spPr>
          <a:xfrm>
            <a:off x="3432440" y="4694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6" name="A1_bar_Cryo_13399">
            <a:extLst>
              <a:ext uri="{FF2B5EF4-FFF2-40B4-BE49-F238E27FC236}">
                <a16:creationId xmlns:a16="http://schemas.microsoft.com/office/drawing/2014/main" id="{1D1596B1-8F90-4078-9FB3-0E6331210A5C}"/>
              </a:ext>
            </a:extLst>
          </p:cNvPr>
          <p:cNvSpPr>
            <a:spLocks noGrp="1"/>
          </p:cNvSpPr>
          <p:nvPr/>
        </p:nvSpPr>
        <p:spPr>
          <a:xfrm>
            <a:off x="354398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7" name="A1_bar_Cryo_13400">
            <a:extLst>
              <a:ext uri="{FF2B5EF4-FFF2-40B4-BE49-F238E27FC236}">
                <a16:creationId xmlns:a16="http://schemas.microsoft.com/office/drawing/2014/main" id="{5C0092F4-DB4A-4B7F-8C8D-F6BCAB02D575}"/>
              </a:ext>
            </a:extLst>
          </p:cNvPr>
          <p:cNvSpPr>
            <a:spLocks noGrp="1"/>
          </p:cNvSpPr>
          <p:nvPr/>
        </p:nvSpPr>
        <p:spPr>
          <a:xfrm>
            <a:off x="3402530" y="38947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8" name="A1_bar_Cryo_13401">
            <a:extLst>
              <a:ext uri="{FF2B5EF4-FFF2-40B4-BE49-F238E27FC236}">
                <a16:creationId xmlns:a16="http://schemas.microsoft.com/office/drawing/2014/main" id="{3CCDE2BD-AA69-4875-AFA5-78624A7BFF2E}"/>
              </a:ext>
            </a:extLst>
          </p:cNvPr>
          <p:cNvSpPr>
            <a:spLocks noGrp="1"/>
          </p:cNvSpPr>
          <p:nvPr/>
        </p:nvSpPr>
        <p:spPr>
          <a:xfrm>
            <a:off x="3403115" y="3954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79" name="A1_bar_Cryo_13402">
            <a:extLst>
              <a:ext uri="{FF2B5EF4-FFF2-40B4-BE49-F238E27FC236}">
                <a16:creationId xmlns:a16="http://schemas.microsoft.com/office/drawing/2014/main" id="{C3878A9E-D306-47AE-B219-33A80774BE0A}"/>
              </a:ext>
            </a:extLst>
          </p:cNvPr>
          <p:cNvSpPr>
            <a:spLocks noGrp="1"/>
          </p:cNvSpPr>
          <p:nvPr/>
        </p:nvSpPr>
        <p:spPr>
          <a:xfrm>
            <a:off x="3366382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0" name="A1_bar_Cryo_13403">
            <a:extLst>
              <a:ext uri="{FF2B5EF4-FFF2-40B4-BE49-F238E27FC236}">
                <a16:creationId xmlns:a16="http://schemas.microsoft.com/office/drawing/2014/main" id="{15FE6E1C-B0BB-406A-B77F-B7ACCF64BA3F}"/>
              </a:ext>
            </a:extLst>
          </p:cNvPr>
          <p:cNvSpPr>
            <a:spLocks noGrp="1"/>
          </p:cNvSpPr>
          <p:nvPr/>
        </p:nvSpPr>
        <p:spPr>
          <a:xfrm>
            <a:off x="3580120" y="42281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1" name="A1_bar_Cryo_13404">
            <a:extLst>
              <a:ext uri="{FF2B5EF4-FFF2-40B4-BE49-F238E27FC236}">
                <a16:creationId xmlns:a16="http://schemas.microsoft.com/office/drawing/2014/main" id="{D9BA6910-7BF4-416C-BF14-91BE044B40A2}"/>
              </a:ext>
            </a:extLst>
          </p:cNvPr>
          <p:cNvSpPr>
            <a:spLocks noGrp="1"/>
          </p:cNvSpPr>
          <p:nvPr/>
        </p:nvSpPr>
        <p:spPr>
          <a:xfrm>
            <a:off x="3398205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2" name="A1_bar_Cryo_13405">
            <a:extLst>
              <a:ext uri="{FF2B5EF4-FFF2-40B4-BE49-F238E27FC236}">
                <a16:creationId xmlns:a16="http://schemas.microsoft.com/office/drawing/2014/main" id="{6F9DB75C-AE72-432E-A5E9-CF80DC7A26F5}"/>
              </a:ext>
            </a:extLst>
          </p:cNvPr>
          <p:cNvSpPr>
            <a:spLocks noGrp="1"/>
          </p:cNvSpPr>
          <p:nvPr/>
        </p:nvSpPr>
        <p:spPr>
          <a:xfrm>
            <a:off x="34076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3" name="A1_bar_Cryo_13406">
            <a:extLst>
              <a:ext uri="{FF2B5EF4-FFF2-40B4-BE49-F238E27FC236}">
                <a16:creationId xmlns:a16="http://schemas.microsoft.com/office/drawing/2014/main" id="{876C2F9F-D4E5-4884-AF51-F4F43F5A8A73}"/>
              </a:ext>
            </a:extLst>
          </p:cNvPr>
          <p:cNvSpPr>
            <a:spLocks noGrp="1"/>
          </p:cNvSpPr>
          <p:nvPr/>
        </p:nvSpPr>
        <p:spPr>
          <a:xfrm>
            <a:off x="3486649" y="60016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4" name="A1_bar_Cryo_13407">
            <a:extLst>
              <a:ext uri="{FF2B5EF4-FFF2-40B4-BE49-F238E27FC236}">
                <a16:creationId xmlns:a16="http://schemas.microsoft.com/office/drawing/2014/main" id="{8AF7C61C-4C9C-4C6C-8255-CE5F1F05721D}"/>
              </a:ext>
            </a:extLst>
          </p:cNvPr>
          <p:cNvSpPr>
            <a:spLocks noGrp="1"/>
          </p:cNvSpPr>
          <p:nvPr/>
        </p:nvSpPr>
        <p:spPr>
          <a:xfrm>
            <a:off x="353476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5" name="A1_bar_Cryo_13408">
            <a:extLst>
              <a:ext uri="{FF2B5EF4-FFF2-40B4-BE49-F238E27FC236}">
                <a16:creationId xmlns:a16="http://schemas.microsoft.com/office/drawing/2014/main" id="{0ACE0AC1-442F-4EDB-BCCD-1D787BED1F74}"/>
              </a:ext>
            </a:extLst>
          </p:cNvPr>
          <p:cNvSpPr>
            <a:spLocks noGrp="1"/>
          </p:cNvSpPr>
          <p:nvPr/>
        </p:nvSpPr>
        <p:spPr>
          <a:xfrm>
            <a:off x="3404067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6" name="A1_bar_Cryo_13409">
            <a:extLst>
              <a:ext uri="{FF2B5EF4-FFF2-40B4-BE49-F238E27FC236}">
                <a16:creationId xmlns:a16="http://schemas.microsoft.com/office/drawing/2014/main" id="{48A49629-B9D2-47B2-8E36-75EBA87D5D78}"/>
              </a:ext>
            </a:extLst>
          </p:cNvPr>
          <p:cNvSpPr>
            <a:spLocks noGrp="1"/>
          </p:cNvSpPr>
          <p:nvPr/>
        </p:nvSpPr>
        <p:spPr>
          <a:xfrm>
            <a:off x="344690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7" name="A1_bar_Cryo_13410">
            <a:extLst>
              <a:ext uri="{FF2B5EF4-FFF2-40B4-BE49-F238E27FC236}">
                <a16:creationId xmlns:a16="http://schemas.microsoft.com/office/drawing/2014/main" id="{C7D0BA53-9150-4F79-ACCE-87CA53C49AE4}"/>
              </a:ext>
            </a:extLst>
          </p:cNvPr>
          <p:cNvSpPr>
            <a:spLocks noGrp="1"/>
          </p:cNvSpPr>
          <p:nvPr/>
        </p:nvSpPr>
        <p:spPr>
          <a:xfrm>
            <a:off x="337519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8" name="A1_bar_Cryo_13411">
            <a:extLst>
              <a:ext uri="{FF2B5EF4-FFF2-40B4-BE49-F238E27FC236}">
                <a16:creationId xmlns:a16="http://schemas.microsoft.com/office/drawing/2014/main" id="{3A1C86EE-055B-4A81-B5F2-5DFC08D969E5}"/>
              </a:ext>
            </a:extLst>
          </p:cNvPr>
          <p:cNvSpPr>
            <a:spLocks noGrp="1"/>
          </p:cNvSpPr>
          <p:nvPr/>
        </p:nvSpPr>
        <p:spPr>
          <a:xfrm>
            <a:off x="355204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89" name="A1_bar_Cryo_13412">
            <a:extLst>
              <a:ext uri="{FF2B5EF4-FFF2-40B4-BE49-F238E27FC236}">
                <a16:creationId xmlns:a16="http://schemas.microsoft.com/office/drawing/2014/main" id="{812539CE-DD60-4F9E-A593-F0516BD86F2F}"/>
              </a:ext>
            </a:extLst>
          </p:cNvPr>
          <p:cNvSpPr>
            <a:spLocks noGrp="1"/>
          </p:cNvSpPr>
          <p:nvPr/>
        </p:nvSpPr>
        <p:spPr>
          <a:xfrm>
            <a:off x="350282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0" name="A1_bar_Cryo_13413">
            <a:extLst>
              <a:ext uri="{FF2B5EF4-FFF2-40B4-BE49-F238E27FC236}">
                <a16:creationId xmlns:a16="http://schemas.microsoft.com/office/drawing/2014/main" id="{7AFB83A4-0E49-4455-B5A6-533A3E22254E}"/>
              </a:ext>
            </a:extLst>
          </p:cNvPr>
          <p:cNvSpPr>
            <a:spLocks noGrp="1"/>
          </p:cNvSpPr>
          <p:nvPr/>
        </p:nvSpPr>
        <p:spPr>
          <a:xfrm>
            <a:off x="3432045" y="52763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1" name="A1_bar_Cryo_13414">
            <a:extLst>
              <a:ext uri="{FF2B5EF4-FFF2-40B4-BE49-F238E27FC236}">
                <a16:creationId xmlns:a16="http://schemas.microsoft.com/office/drawing/2014/main" id="{6B201AF4-7E06-4A2D-8184-64E565769DF3}"/>
              </a:ext>
            </a:extLst>
          </p:cNvPr>
          <p:cNvSpPr>
            <a:spLocks noGrp="1"/>
          </p:cNvSpPr>
          <p:nvPr/>
        </p:nvSpPr>
        <p:spPr>
          <a:xfrm>
            <a:off x="3496225" y="54046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2" name="A1_bar_Cryo_13415">
            <a:extLst>
              <a:ext uri="{FF2B5EF4-FFF2-40B4-BE49-F238E27FC236}">
                <a16:creationId xmlns:a16="http://schemas.microsoft.com/office/drawing/2014/main" id="{E2A9663C-1BF1-400A-9189-5271A00FD6F4}"/>
              </a:ext>
            </a:extLst>
          </p:cNvPr>
          <p:cNvSpPr>
            <a:spLocks noGrp="1"/>
          </p:cNvSpPr>
          <p:nvPr/>
        </p:nvSpPr>
        <p:spPr>
          <a:xfrm>
            <a:off x="33516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3" name="A1_bar_Cryo_13416">
            <a:extLst>
              <a:ext uri="{FF2B5EF4-FFF2-40B4-BE49-F238E27FC236}">
                <a16:creationId xmlns:a16="http://schemas.microsoft.com/office/drawing/2014/main" id="{FED6D0B1-916A-4EAB-8912-7F65FAFA762B}"/>
              </a:ext>
            </a:extLst>
          </p:cNvPr>
          <p:cNvSpPr>
            <a:spLocks noGrp="1"/>
          </p:cNvSpPr>
          <p:nvPr/>
        </p:nvSpPr>
        <p:spPr>
          <a:xfrm>
            <a:off x="351098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4" name="A1_bar_Cryo_13417">
            <a:extLst>
              <a:ext uri="{FF2B5EF4-FFF2-40B4-BE49-F238E27FC236}">
                <a16:creationId xmlns:a16="http://schemas.microsoft.com/office/drawing/2014/main" id="{42E3C901-298C-49AE-8DE5-602E6D47A473}"/>
              </a:ext>
            </a:extLst>
          </p:cNvPr>
          <p:cNvSpPr>
            <a:spLocks noGrp="1"/>
          </p:cNvSpPr>
          <p:nvPr/>
        </p:nvSpPr>
        <p:spPr>
          <a:xfrm>
            <a:off x="3517492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5" name="A1_bar_Cryo_13418">
            <a:extLst>
              <a:ext uri="{FF2B5EF4-FFF2-40B4-BE49-F238E27FC236}">
                <a16:creationId xmlns:a16="http://schemas.microsoft.com/office/drawing/2014/main" id="{A97BF320-7A2C-48F8-9EF5-280DC7A07B94}"/>
              </a:ext>
            </a:extLst>
          </p:cNvPr>
          <p:cNvSpPr>
            <a:spLocks noGrp="1"/>
          </p:cNvSpPr>
          <p:nvPr/>
        </p:nvSpPr>
        <p:spPr>
          <a:xfrm>
            <a:off x="358755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6" name="A1_bar_Cryo_13419">
            <a:extLst>
              <a:ext uri="{FF2B5EF4-FFF2-40B4-BE49-F238E27FC236}">
                <a16:creationId xmlns:a16="http://schemas.microsoft.com/office/drawing/2014/main" id="{4D70B460-FEAF-4302-963E-9301342009A1}"/>
              </a:ext>
            </a:extLst>
          </p:cNvPr>
          <p:cNvSpPr>
            <a:spLocks noGrp="1"/>
          </p:cNvSpPr>
          <p:nvPr/>
        </p:nvSpPr>
        <p:spPr>
          <a:xfrm>
            <a:off x="3464610" y="31078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7" name="A1_bar_Cryo_13420">
            <a:extLst>
              <a:ext uri="{FF2B5EF4-FFF2-40B4-BE49-F238E27FC236}">
                <a16:creationId xmlns:a16="http://schemas.microsoft.com/office/drawing/2014/main" id="{AE8D8422-C0A1-4106-9878-E5B50BCC04EA}"/>
              </a:ext>
            </a:extLst>
          </p:cNvPr>
          <p:cNvSpPr>
            <a:spLocks noGrp="1"/>
          </p:cNvSpPr>
          <p:nvPr/>
        </p:nvSpPr>
        <p:spPr>
          <a:xfrm>
            <a:off x="3573264" y="55732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8" name="A1_bar_Cryo_13421">
            <a:extLst>
              <a:ext uri="{FF2B5EF4-FFF2-40B4-BE49-F238E27FC236}">
                <a16:creationId xmlns:a16="http://schemas.microsoft.com/office/drawing/2014/main" id="{C79914A4-F2BC-45BF-90E2-2E938B4FA93E}"/>
              </a:ext>
            </a:extLst>
          </p:cNvPr>
          <p:cNvSpPr>
            <a:spLocks noGrp="1"/>
          </p:cNvSpPr>
          <p:nvPr/>
        </p:nvSpPr>
        <p:spPr>
          <a:xfrm>
            <a:off x="3437917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199" name="A1_bar_Cryo_13422">
            <a:extLst>
              <a:ext uri="{FF2B5EF4-FFF2-40B4-BE49-F238E27FC236}">
                <a16:creationId xmlns:a16="http://schemas.microsoft.com/office/drawing/2014/main" id="{C2883B09-D4CF-48F6-8FC5-4FDAF10460A3}"/>
              </a:ext>
            </a:extLst>
          </p:cNvPr>
          <p:cNvSpPr>
            <a:spLocks noGrp="1"/>
          </p:cNvSpPr>
          <p:nvPr/>
        </p:nvSpPr>
        <p:spPr>
          <a:xfrm>
            <a:off x="3431406" y="5717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0" name="A1_bar_Cryo_13423">
            <a:extLst>
              <a:ext uri="{FF2B5EF4-FFF2-40B4-BE49-F238E27FC236}">
                <a16:creationId xmlns:a16="http://schemas.microsoft.com/office/drawing/2014/main" id="{EACBD1A7-D4FD-4FE7-85C9-BAA338ECF240}"/>
              </a:ext>
            </a:extLst>
          </p:cNvPr>
          <p:cNvSpPr>
            <a:spLocks noGrp="1"/>
          </p:cNvSpPr>
          <p:nvPr/>
        </p:nvSpPr>
        <p:spPr>
          <a:xfrm>
            <a:off x="3509139" y="40338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1" name="A1_bar_Cryo_13424">
            <a:extLst>
              <a:ext uri="{FF2B5EF4-FFF2-40B4-BE49-F238E27FC236}">
                <a16:creationId xmlns:a16="http://schemas.microsoft.com/office/drawing/2014/main" id="{78C93AD4-49E3-45F8-AE2B-F2A3C5BEEAFE}"/>
              </a:ext>
            </a:extLst>
          </p:cNvPr>
          <p:cNvSpPr>
            <a:spLocks noGrp="1"/>
          </p:cNvSpPr>
          <p:nvPr/>
        </p:nvSpPr>
        <p:spPr>
          <a:xfrm>
            <a:off x="350051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2" name="A1_bar_Cryo_13425">
            <a:extLst>
              <a:ext uri="{FF2B5EF4-FFF2-40B4-BE49-F238E27FC236}">
                <a16:creationId xmlns:a16="http://schemas.microsoft.com/office/drawing/2014/main" id="{09E823F5-E675-4281-B634-860207FEAA40}"/>
              </a:ext>
            </a:extLst>
          </p:cNvPr>
          <p:cNvSpPr>
            <a:spLocks noGrp="1"/>
          </p:cNvSpPr>
          <p:nvPr/>
        </p:nvSpPr>
        <p:spPr>
          <a:xfrm>
            <a:off x="357810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3" name="A1_bar_Cryo_13426">
            <a:extLst>
              <a:ext uri="{FF2B5EF4-FFF2-40B4-BE49-F238E27FC236}">
                <a16:creationId xmlns:a16="http://schemas.microsoft.com/office/drawing/2014/main" id="{689C3CCC-CD59-4D34-8F40-68D3879322BE}"/>
              </a:ext>
            </a:extLst>
          </p:cNvPr>
          <p:cNvSpPr>
            <a:spLocks noGrp="1"/>
          </p:cNvSpPr>
          <p:nvPr/>
        </p:nvSpPr>
        <p:spPr>
          <a:xfrm>
            <a:off x="3470352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4" name="A1_bar_Cryo_13427">
            <a:extLst>
              <a:ext uri="{FF2B5EF4-FFF2-40B4-BE49-F238E27FC236}">
                <a16:creationId xmlns:a16="http://schemas.microsoft.com/office/drawing/2014/main" id="{2664B4BA-B0C8-4E4A-8DA0-872B8B96FCB4}"/>
              </a:ext>
            </a:extLst>
          </p:cNvPr>
          <p:cNvSpPr>
            <a:spLocks noGrp="1"/>
          </p:cNvSpPr>
          <p:nvPr/>
        </p:nvSpPr>
        <p:spPr>
          <a:xfrm>
            <a:off x="3532369" y="3495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5" name="A1_bar_Cryo_13428">
            <a:extLst>
              <a:ext uri="{FF2B5EF4-FFF2-40B4-BE49-F238E27FC236}">
                <a16:creationId xmlns:a16="http://schemas.microsoft.com/office/drawing/2014/main" id="{137911A9-55FA-4008-BB33-C1B65D8AC0CC}"/>
              </a:ext>
            </a:extLst>
          </p:cNvPr>
          <p:cNvSpPr>
            <a:spLocks noGrp="1"/>
          </p:cNvSpPr>
          <p:nvPr/>
        </p:nvSpPr>
        <p:spPr>
          <a:xfrm>
            <a:off x="355009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6" name="A1_bar_Cryo_13429">
            <a:extLst>
              <a:ext uri="{FF2B5EF4-FFF2-40B4-BE49-F238E27FC236}">
                <a16:creationId xmlns:a16="http://schemas.microsoft.com/office/drawing/2014/main" id="{35D42CAC-F602-4D2F-970A-B8A7A74F2BFC}"/>
              </a:ext>
            </a:extLst>
          </p:cNvPr>
          <p:cNvSpPr>
            <a:spLocks noGrp="1"/>
          </p:cNvSpPr>
          <p:nvPr/>
        </p:nvSpPr>
        <p:spPr>
          <a:xfrm>
            <a:off x="3520832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7" name="A1_bar_Cryo_13430">
            <a:extLst>
              <a:ext uri="{FF2B5EF4-FFF2-40B4-BE49-F238E27FC236}">
                <a16:creationId xmlns:a16="http://schemas.microsoft.com/office/drawing/2014/main" id="{D9A9D46F-E737-4B4E-A302-30974207267A}"/>
              </a:ext>
            </a:extLst>
          </p:cNvPr>
          <p:cNvSpPr>
            <a:spLocks noGrp="1"/>
          </p:cNvSpPr>
          <p:nvPr/>
        </p:nvSpPr>
        <p:spPr>
          <a:xfrm>
            <a:off x="337901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8" name="A1_bar_Cryo_13431">
            <a:extLst>
              <a:ext uri="{FF2B5EF4-FFF2-40B4-BE49-F238E27FC236}">
                <a16:creationId xmlns:a16="http://schemas.microsoft.com/office/drawing/2014/main" id="{530A3942-B4FE-4BC4-9E1F-DFA0431E4267}"/>
              </a:ext>
            </a:extLst>
          </p:cNvPr>
          <p:cNvSpPr>
            <a:spLocks noGrp="1"/>
          </p:cNvSpPr>
          <p:nvPr/>
        </p:nvSpPr>
        <p:spPr>
          <a:xfrm>
            <a:off x="334200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09" name="A1_bar_Cryo_13432">
            <a:extLst>
              <a:ext uri="{FF2B5EF4-FFF2-40B4-BE49-F238E27FC236}">
                <a16:creationId xmlns:a16="http://schemas.microsoft.com/office/drawing/2014/main" id="{6A1110BF-806F-4C3C-9F4C-CF1961D88C0C}"/>
              </a:ext>
            </a:extLst>
          </p:cNvPr>
          <p:cNvSpPr>
            <a:spLocks noGrp="1"/>
          </p:cNvSpPr>
          <p:nvPr/>
        </p:nvSpPr>
        <p:spPr>
          <a:xfrm>
            <a:off x="344339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0" name="A1_bar_Cryo_13433">
            <a:extLst>
              <a:ext uri="{FF2B5EF4-FFF2-40B4-BE49-F238E27FC236}">
                <a16:creationId xmlns:a16="http://schemas.microsoft.com/office/drawing/2014/main" id="{9F58D4A5-2A7B-4F2D-A38F-6B4B6FD0C4DC}"/>
              </a:ext>
            </a:extLst>
          </p:cNvPr>
          <p:cNvSpPr>
            <a:spLocks noGrp="1"/>
          </p:cNvSpPr>
          <p:nvPr/>
        </p:nvSpPr>
        <p:spPr>
          <a:xfrm>
            <a:off x="3486229" y="529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1" name="A1_bar_Cryo_13434">
            <a:extLst>
              <a:ext uri="{FF2B5EF4-FFF2-40B4-BE49-F238E27FC236}">
                <a16:creationId xmlns:a16="http://schemas.microsoft.com/office/drawing/2014/main" id="{C46939B8-F9C5-4479-98C4-D04D6E7558F6}"/>
              </a:ext>
            </a:extLst>
          </p:cNvPr>
          <p:cNvSpPr>
            <a:spLocks noGrp="1"/>
          </p:cNvSpPr>
          <p:nvPr/>
        </p:nvSpPr>
        <p:spPr>
          <a:xfrm>
            <a:off x="339315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2" name="A1_bar_Cryo_13435">
            <a:extLst>
              <a:ext uri="{FF2B5EF4-FFF2-40B4-BE49-F238E27FC236}">
                <a16:creationId xmlns:a16="http://schemas.microsoft.com/office/drawing/2014/main" id="{9D8EAF24-E3FD-445F-AA9A-85024960252C}"/>
              </a:ext>
            </a:extLst>
          </p:cNvPr>
          <p:cNvSpPr>
            <a:spLocks noGrp="1"/>
          </p:cNvSpPr>
          <p:nvPr/>
        </p:nvSpPr>
        <p:spPr>
          <a:xfrm>
            <a:off x="336763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3" name="A1_bar_Cryo_13436">
            <a:extLst>
              <a:ext uri="{FF2B5EF4-FFF2-40B4-BE49-F238E27FC236}">
                <a16:creationId xmlns:a16="http://schemas.microsoft.com/office/drawing/2014/main" id="{0B9C08FF-7BF2-45E2-9017-C5D61CDA9B10}"/>
              </a:ext>
            </a:extLst>
          </p:cNvPr>
          <p:cNvSpPr>
            <a:spLocks noGrp="1"/>
          </p:cNvSpPr>
          <p:nvPr/>
        </p:nvSpPr>
        <p:spPr>
          <a:xfrm>
            <a:off x="3553636" y="56124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4" name="A1_bar_Cryo_13437">
            <a:extLst>
              <a:ext uri="{FF2B5EF4-FFF2-40B4-BE49-F238E27FC236}">
                <a16:creationId xmlns:a16="http://schemas.microsoft.com/office/drawing/2014/main" id="{CA838DDE-313C-465B-9EF9-FB531272FF34}"/>
              </a:ext>
            </a:extLst>
          </p:cNvPr>
          <p:cNvSpPr>
            <a:spLocks noGrp="1"/>
          </p:cNvSpPr>
          <p:nvPr/>
        </p:nvSpPr>
        <p:spPr>
          <a:xfrm>
            <a:off x="352687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5" name="A1_bar_Cryo_13438">
            <a:extLst>
              <a:ext uri="{FF2B5EF4-FFF2-40B4-BE49-F238E27FC236}">
                <a16:creationId xmlns:a16="http://schemas.microsoft.com/office/drawing/2014/main" id="{5A7E6705-A426-41E0-AFBF-8A10F60219FA}"/>
              </a:ext>
            </a:extLst>
          </p:cNvPr>
          <p:cNvSpPr>
            <a:spLocks noGrp="1"/>
          </p:cNvSpPr>
          <p:nvPr/>
        </p:nvSpPr>
        <p:spPr>
          <a:xfrm>
            <a:off x="344961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6" name="A1_bar_Cryo_13439">
            <a:extLst>
              <a:ext uri="{FF2B5EF4-FFF2-40B4-BE49-F238E27FC236}">
                <a16:creationId xmlns:a16="http://schemas.microsoft.com/office/drawing/2014/main" id="{A19764B0-AC8A-4ECF-B635-7B6171260016}"/>
              </a:ext>
            </a:extLst>
          </p:cNvPr>
          <p:cNvSpPr>
            <a:spLocks noGrp="1"/>
          </p:cNvSpPr>
          <p:nvPr/>
        </p:nvSpPr>
        <p:spPr>
          <a:xfrm>
            <a:off x="3381590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7" name="A1_bar_Cryo_13440">
            <a:extLst>
              <a:ext uri="{FF2B5EF4-FFF2-40B4-BE49-F238E27FC236}">
                <a16:creationId xmlns:a16="http://schemas.microsoft.com/office/drawing/2014/main" id="{766D653F-027F-4FC1-9ACC-8F13B1E61A6E}"/>
              </a:ext>
            </a:extLst>
          </p:cNvPr>
          <p:cNvSpPr>
            <a:spLocks noGrp="1"/>
          </p:cNvSpPr>
          <p:nvPr/>
        </p:nvSpPr>
        <p:spPr>
          <a:xfrm>
            <a:off x="354261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8" name="A1_bar_Cryo_13441">
            <a:extLst>
              <a:ext uri="{FF2B5EF4-FFF2-40B4-BE49-F238E27FC236}">
                <a16:creationId xmlns:a16="http://schemas.microsoft.com/office/drawing/2014/main" id="{F1B379C7-E225-4445-BEF0-ADE4294E922B}"/>
              </a:ext>
            </a:extLst>
          </p:cNvPr>
          <p:cNvSpPr>
            <a:spLocks noGrp="1"/>
          </p:cNvSpPr>
          <p:nvPr/>
        </p:nvSpPr>
        <p:spPr>
          <a:xfrm>
            <a:off x="3391943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19" name="A1_bar_Cryo_13442">
            <a:extLst>
              <a:ext uri="{FF2B5EF4-FFF2-40B4-BE49-F238E27FC236}">
                <a16:creationId xmlns:a16="http://schemas.microsoft.com/office/drawing/2014/main" id="{1F4D1C4E-6AEC-496A-BA59-796ADA32410B}"/>
              </a:ext>
            </a:extLst>
          </p:cNvPr>
          <p:cNvSpPr>
            <a:spLocks noGrp="1"/>
          </p:cNvSpPr>
          <p:nvPr/>
        </p:nvSpPr>
        <p:spPr>
          <a:xfrm>
            <a:off x="33671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0" name="A1_bar_Cryo_13443">
            <a:extLst>
              <a:ext uri="{FF2B5EF4-FFF2-40B4-BE49-F238E27FC236}">
                <a16:creationId xmlns:a16="http://schemas.microsoft.com/office/drawing/2014/main" id="{463F1521-736C-4383-A67B-36EAE7EAEB90}"/>
              </a:ext>
            </a:extLst>
          </p:cNvPr>
          <p:cNvSpPr>
            <a:spLocks noGrp="1"/>
          </p:cNvSpPr>
          <p:nvPr/>
        </p:nvSpPr>
        <p:spPr>
          <a:xfrm>
            <a:off x="3476518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1" name="A1_bar_Cryo_13444">
            <a:extLst>
              <a:ext uri="{FF2B5EF4-FFF2-40B4-BE49-F238E27FC236}">
                <a16:creationId xmlns:a16="http://schemas.microsoft.com/office/drawing/2014/main" id="{3C4CAEC4-3700-4EC8-835F-BF1CC4DFA5A4}"/>
              </a:ext>
            </a:extLst>
          </p:cNvPr>
          <p:cNvSpPr>
            <a:spLocks noGrp="1"/>
          </p:cNvSpPr>
          <p:nvPr/>
        </p:nvSpPr>
        <p:spPr>
          <a:xfrm>
            <a:off x="334367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2" name="A1_bar_Cryo_13445">
            <a:extLst>
              <a:ext uri="{FF2B5EF4-FFF2-40B4-BE49-F238E27FC236}">
                <a16:creationId xmlns:a16="http://schemas.microsoft.com/office/drawing/2014/main" id="{4296FD50-1D18-4455-84A4-4D3D393AD353}"/>
              </a:ext>
            </a:extLst>
          </p:cNvPr>
          <p:cNvSpPr>
            <a:spLocks noGrp="1"/>
          </p:cNvSpPr>
          <p:nvPr/>
        </p:nvSpPr>
        <p:spPr>
          <a:xfrm>
            <a:off x="356217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3" name="A1_bar_Cryo_13446">
            <a:extLst>
              <a:ext uri="{FF2B5EF4-FFF2-40B4-BE49-F238E27FC236}">
                <a16:creationId xmlns:a16="http://schemas.microsoft.com/office/drawing/2014/main" id="{2A70578A-8208-4B30-9DFA-F7E6FEA944CE}"/>
              </a:ext>
            </a:extLst>
          </p:cNvPr>
          <p:cNvSpPr>
            <a:spLocks noGrp="1"/>
          </p:cNvSpPr>
          <p:nvPr/>
        </p:nvSpPr>
        <p:spPr>
          <a:xfrm>
            <a:off x="3548802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4" name="A1_bar_Cryo_13447">
            <a:extLst>
              <a:ext uri="{FF2B5EF4-FFF2-40B4-BE49-F238E27FC236}">
                <a16:creationId xmlns:a16="http://schemas.microsoft.com/office/drawing/2014/main" id="{15E902AD-222B-4F20-AAC9-283A2C76BF14}"/>
              </a:ext>
            </a:extLst>
          </p:cNvPr>
          <p:cNvSpPr>
            <a:spLocks noGrp="1"/>
          </p:cNvSpPr>
          <p:nvPr/>
        </p:nvSpPr>
        <p:spPr>
          <a:xfrm>
            <a:off x="3577448" y="4221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5" name="A1_bar_Cryo_13448">
            <a:extLst>
              <a:ext uri="{FF2B5EF4-FFF2-40B4-BE49-F238E27FC236}">
                <a16:creationId xmlns:a16="http://schemas.microsoft.com/office/drawing/2014/main" id="{4CE40E6D-2945-40CA-B53C-0EC666194A22}"/>
              </a:ext>
            </a:extLst>
          </p:cNvPr>
          <p:cNvSpPr>
            <a:spLocks noGrp="1"/>
          </p:cNvSpPr>
          <p:nvPr/>
        </p:nvSpPr>
        <p:spPr>
          <a:xfrm>
            <a:off x="3437709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6" name="A1_bar_Cryo_13449">
            <a:extLst>
              <a:ext uri="{FF2B5EF4-FFF2-40B4-BE49-F238E27FC236}">
                <a16:creationId xmlns:a16="http://schemas.microsoft.com/office/drawing/2014/main" id="{9F406D44-B92C-4DFA-90FC-A8BA9C120BE6}"/>
              </a:ext>
            </a:extLst>
          </p:cNvPr>
          <p:cNvSpPr>
            <a:spLocks noGrp="1"/>
          </p:cNvSpPr>
          <p:nvPr/>
        </p:nvSpPr>
        <p:spPr>
          <a:xfrm>
            <a:off x="344850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7" name="A1_bar_Cryo_13450">
            <a:extLst>
              <a:ext uri="{FF2B5EF4-FFF2-40B4-BE49-F238E27FC236}">
                <a16:creationId xmlns:a16="http://schemas.microsoft.com/office/drawing/2014/main" id="{3AFC5843-5D85-497D-B04A-EA4ED2DA8A5D}"/>
              </a:ext>
            </a:extLst>
          </p:cNvPr>
          <p:cNvSpPr>
            <a:spLocks noGrp="1"/>
          </p:cNvSpPr>
          <p:nvPr/>
        </p:nvSpPr>
        <p:spPr>
          <a:xfrm>
            <a:off x="340545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8" name="A1_bar_Cryo_13451">
            <a:extLst>
              <a:ext uri="{FF2B5EF4-FFF2-40B4-BE49-F238E27FC236}">
                <a16:creationId xmlns:a16="http://schemas.microsoft.com/office/drawing/2014/main" id="{9156C8C9-ABF6-4B5A-A4BC-89A56D9B6B67}"/>
              </a:ext>
            </a:extLst>
          </p:cNvPr>
          <p:cNvSpPr>
            <a:spLocks noGrp="1"/>
          </p:cNvSpPr>
          <p:nvPr/>
        </p:nvSpPr>
        <p:spPr>
          <a:xfrm>
            <a:off x="354515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29" name="A1_bar_Cryo_13452">
            <a:extLst>
              <a:ext uri="{FF2B5EF4-FFF2-40B4-BE49-F238E27FC236}">
                <a16:creationId xmlns:a16="http://schemas.microsoft.com/office/drawing/2014/main" id="{1D1B2505-9B74-48EA-B7B3-4656B5B27256}"/>
              </a:ext>
            </a:extLst>
          </p:cNvPr>
          <p:cNvSpPr>
            <a:spLocks noGrp="1"/>
          </p:cNvSpPr>
          <p:nvPr/>
        </p:nvSpPr>
        <p:spPr>
          <a:xfrm>
            <a:off x="3488583" y="29860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0" name="A1_bar_Cryo_13453">
            <a:extLst>
              <a:ext uri="{FF2B5EF4-FFF2-40B4-BE49-F238E27FC236}">
                <a16:creationId xmlns:a16="http://schemas.microsoft.com/office/drawing/2014/main" id="{B70BC997-3ECA-4628-ADD6-A55A818857CB}"/>
              </a:ext>
            </a:extLst>
          </p:cNvPr>
          <p:cNvSpPr>
            <a:spLocks noGrp="1"/>
          </p:cNvSpPr>
          <p:nvPr/>
        </p:nvSpPr>
        <p:spPr>
          <a:xfrm>
            <a:off x="3531180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1" name="A1_bar_Cryo_13454">
            <a:extLst>
              <a:ext uri="{FF2B5EF4-FFF2-40B4-BE49-F238E27FC236}">
                <a16:creationId xmlns:a16="http://schemas.microsoft.com/office/drawing/2014/main" id="{938568CC-FCF2-49ED-9F31-73ED4D3F13DB}"/>
              </a:ext>
            </a:extLst>
          </p:cNvPr>
          <p:cNvSpPr>
            <a:spLocks noGrp="1"/>
          </p:cNvSpPr>
          <p:nvPr/>
        </p:nvSpPr>
        <p:spPr>
          <a:xfrm>
            <a:off x="352040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2" name="A1_bar_Cryo_13455">
            <a:extLst>
              <a:ext uri="{FF2B5EF4-FFF2-40B4-BE49-F238E27FC236}">
                <a16:creationId xmlns:a16="http://schemas.microsoft.com/office/drawing/2014/main" id="{7E04C726-E7B6-4260-8A8A-002197DBD9D4}"/>
              </a:ext>
            </a:extLst>
          </p:cNvPr>
          <p:cNvSpPr>
            <a:spLocks noGrp="1"/>
          </p:cNvSpPr>
          <p:nvPr/>
        </p:nvSpPr>
        <p:spPr>
          <a:xfrm>
            <a:off x="3521915" y="5186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3" name="A1_bar_Cryo_13456">
            <a:extLst>
              <a:ext uri="{FF2B5EF4-FFF2-40B4-BE49-F238E27FC236}">
                <a16:creationId xmlns:a16="http://schemas.microsoft.com/office/drawing/2014/main" id="{027F1B5C-4D8E-4A58-9F15-B759BCB3761C}"/>
              </a:ext>
            </a:extLst>
          </p:cNvPr>
          <p:cNvSpPr>
            <a:spLocks noGrp="1"/>
          </p:cNvSpPr>
          <p:nvPr/>
        </p:nvSpPr>
        <p:spPr>
          <a:xfrm>
            <a:off x="346461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4" name="A1_bar_Cryo_13457">
            <a:extLst>
              <a:ext uri="{FF2B5EF4-FFF2-40B4-BE49-F238E27FC236}">
                <a16:creationId xmlns:a16="http://schemas.microsoft.com/office/drawing/2014/main" id="{5E8A30D1-3746-4ADF-ADD7-4969C10DFF47}"/>
              </a:ext>
            </a:extLst>
          </p:cNvPr>
          <p:cNvSpPr>
            <a:spLocks noGrp="1"/>
          </p:cNvSpPr>
          <p:nvPr/>
        </p:nvSpPr>
        <p:spPr>
          <a:xfrm>
            <a:off x="35433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5" name="A1_bar_Cryo_13458">
            <a:extLst>
              <a:ext uri="{FF2B5EF4-FFF2-40B4-BE49-F238E27FC236}">
                <a16:creationId xmlns:a16="http://schemas.microsoft.com/office/drawing/2014/main" id="{0697958A-1CB6-436D-946A-76ECB1F7E1A2}"/>
              </a:ext>
            </a:extLst>
          </p:cNvPr>
          <p:cNvSpPr>
            <a:spLocks noGrp="1"/>
          </p:cNvSpPr>
          <p:nvPr/>
        </p:nvSpPr>
        <p:spPr>
          <a:xfrm>
            <a:off x="350399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6" name="A1_bar_Cryo_13459">
            <a:extLst>
              <a:ext uri="{FF2B5EF4-FFF2-40B4-BE49-F238E27FC236}">
                <a16:creationId xmlns:a16="http://schemas.microsoft.com/office/drawing/2014/main" id="{E85D802A-2D22-48FD-B110-F7CA39A10A70}"/>
              </a:ext>
            </a:extLst>
          </p:cNvPr>
          <p:cNvSpPr>
            <a:spLocks noGrp="1"/>
          </p:cNvSpPr>
          <p:nvPr/>
        </p:nvSpPr>
        <p:spPr>
          <a:xfrm>
            <a:off x="3451651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7" name="A1_bar_Cryo_13460">
            <a:extLst>
              <a:ext uri="{FF2B5EF4-FFF2-40B4-BE49-F238E27FC236}">
                <a16:creationId xmlns:a16="http://schemas.microsoft.com/office/drawing/2014/main" id="{0833F5BD-0995-437A-92AC-29E46E6DC59D}"/>
              </a:ext>
            </a:extLst>
          </p:cNvPr>
          <p:cNvSpPr>
            <a:spLocks noGrp="1"/>
          </p:cNvSpPr>
          <p:nvPr/>
        </p:nvSpPr>
        <p:spPr>
          <a:xfrm>
            <a:off x="3348249" y="37838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8" name="A1_bar_Cryo_13461">
            <a:extLst>
              <a:ext uri="{FF2B5EF4-FFF2-40B4-BE49-F238E27FC236}">
                <a16:creationId xmlns:a16="http://schemas.microsoft.com/office/drawing/2014/main" id="{300B3F4F-53FD-4ECD-A7E4-5111C240C366}"/>
              </a:ext>
            </a:extLst>
          </p:cNvPr>
          <p:cNvSpPr>
            <a:spLocks noGrp="1"/>
          </p:cNvSpPr>
          <p:nvPr/>
        </p:nvSpPr>
        <p:spPr>
          <a:xfrm>
            <a:off x="3403668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39" name="A1_bar_Cryo_13462">
            <a:extLst>
              <a:ext uri="{FF2B5EF4-FFF2-40B4-BE49-F238E27FC236}">
                <a16:creationId xmlns:a16="http://schemas.microsoft.com/office/drawing/2014/main" id="{0152A623-0854-4309-BEF9-038460C5827C}"/>
              </a:ext>
            </a:extLst>
          </p:cNvPr>
          <p:cNvSpPr>
            <a:spLocks noGrp="1"/>
          </p:cNvSpPr>
          <p:nvPr/>
        </p:nvSpPr>
        <p:spPr>
          <a:xfrm>
            <a:off x="338007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0" name="A1_bar_Cryo_13463">
            <a:extLst>
              <a:ext uri="{FF2B5EF4-FFF2-40B4-BE49-F238E27FC236}">
                <a16:creationId xmlns:a16="http://schemas.microsoft.com/office/drawing/2014/main" id="{14382BEC-2919-4C29-AFD2-A8DAD974D840}"/>
              </a:ext>
            </a:extLst>
          </p:cNvPr>
          <p:cNvSpPr>
            <a:spLocks noGrp="1"/>
          </p:cNvSpPr>
          <p:nvPr/>
        </p:nvSpPr>
        <p:spPr>
          <a:xfrm>
            <a:off x="341256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1" name="A1_bar_Cryo_13464">
            <a:extLst>
              <a:ext uri="{FF2B5EF4-FFF2-40B4-BE49-F238E27FC236}">
                <a16:creationId xmlns:a16="http://schemas.microsoft.com/office/drawing/2014/main" id="{45611628-DB2A-4FFE-99BE-173E2277C583}"/>
              </a:ext>
            </a:extLst>
          </p:cNvPr>
          <p:cNvSpPr>
            <a:spLocks noGrp="1"/>
          </p:cNvSpPr>
          <p:nvPr/>
        </p:nvSpPr>
        <p:spPr>
          <a:xfrm>
            <a:off x="3421721" y="4608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2" name="A1_bar_Cryo_13465">
            <a:extLst>
              <a:ext uri="{FF2B5EF4-FFF2-40B4-BE49-F238E27FC236}">
                <a16:creationId xmlns:a16="http://schemas.microsoft.com/office/drawing/2014/main" id="{638D4E73-1C29-420B-B0EB-EC0460E4CDB9}"/>
              </a:ext>
            </a:extLst>
          </p:cNvPr>
          <p:cNvSpPr>
            <a:spLocks noGrp="1"/>
          </p:cNvSpPr>
          <p:nvPr/>
        </p:nvSpPr>
        <p:spPr>
          <a:xfrm>
            <a:off x="35069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3" name="A1_bar_Cryo_13466">
            <a:extLst>
              <a:ext uri="{FF2B5EF4-FFF2-40B4-BE49-F238E27FC236}">
                <a16:creationId xmlns:a16="http://schemas.microsoft.com/office/drawing/2014/main" id="{83D0F7A8-0167-4ECA-B2F5-FEAB76E7DEA5}"/>
              </a:ext>
            </a:extLst>
          </p:cNvPr>
          <p:cNvSpPr>
            <a:spLocks noGrp="1"/>
          </p:cNvSpPr>
          <p:nvPr/>
        </p:nvSpPr>
        <p:spPr>
          <a:xfrm>
            <a:off x="354993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4" name="A1_bar_Cryo_13467">
            <a:extLst>
              <a:ext uri="{FF2B5EF4-FFF2-40B4-BE49-F238E27FC236}">
                <a16:creationId xmlns:a16="http://schemas.microsoft.com/office/drawing/2014/main" id="{3FB1FCEF-5509-4758-B0ED-F81C1C9D01CB}"/>
              </a:ext>
            </a:extLst>
          </p:cNvPr>
          <p:cNvSpPr>
            <a:spLocks noGrp="1"/>
          </p:cNvSpPr>
          <p:nvPr/>
        </p:nvSpPr>
        <p:spPr>
          <a:xfrm>
            <a:off x="336121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5" name="A1_bar_Cryo_13468">
            <a:extLst>
              <a:ext uri="{FF2B5EF4-FFF2-40B4-BE49-F238E27FC236}">
                <a16:creationId xmlns:a16="http://schemas.microsoft.com/office/drawing/2014/main" id="{A3CB75AE-390A-497A-95A6-E71953E632BD}"/>
              </a:ext>
            </a:extLst>
          </p:cNvPr>
          <p:cNvSpPr>
            <a:spLocks noGrp="1"/>
          </p:cNvSpPr>
          <p:nvPr/>
        </p:nvSpPr>
        <p:spPr>
          <a:xfrm>
            <a:off x="35059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6" name="A1_bar_Cryo_13469">
            <a:extLst>
              <a:ext uri="{FF2B5EF4-FFF2-40B4-BE49-F238E27FC236}">
                <a16:creationId xmlns:a16="http://schemas.microsoft.com/office/drawing/2014/main" id="{7508114C-72F0-4585-A6A4-892DB1A96DBB}"/>
              </a:ext>
            </a:extLst>
          </p:cNvPr>
          <p:cNvSpPr>
            <a:spLocks noGrp="1"/>
          </p:cNvSpPr>
          <p:nvPr/>
        </p:nvSpPr>
        <p:spPr>
          <a:xfrm>
            <a:off x="3437034" y="42694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7" name="A1_bar_Cryo_13470">
            <a:extLst>
              <a:ext uri="{FF2B5EF4-FFF2-40B4-BE49-F238E27FC236}">
                <a16:creationId xmlns:a16="http://schemas.microsoft.com/office/drawing/2014/main" id="{ECE81FC0-D1CB-4E63-B540-5D14A5210A0D}"/>
              </a:ext>
            </a:extLst>
          </p:cNvPr>
          <p:cNvSpPr>
            <a:spLocks noGrp="1"/>
          </p:cNvSpPr>
          <p:nvPr/>
        </p:nvSpPr>
        <p:spPr>
          <a:xfrm>
            <a:off x="3517738" y="352374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8" name="A1_bar_Cryo_13471">
            <a:extLst>
              <a:ext uri="{FF2B5EF4-FFF2-40B4-BE49-F238E27FC236}">
                <a16:creationId xmlns:a16="http://schemas.microsoft.com/office/drawing/2014/main" id="{733C0B33-8FE9-4BC2-8075-50F0F9A10298}"/>
              </a:ext>
            </a:extLst>
          </p:cNvPr>
          <p:cNvSpPr>
            <a:spLocks noGrp="1"/>
          </p:cNvSpPr>
          <p:nvPr/>
        </p:nvSpPr>
        <p:spPr>
          <a:xfrm>
            <a:off x="3489300" y="49901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49" name="A1_bar_Cryo_13472">
            <a:extLst>
              <a:ext uri="{FF2B5EF4-FFF2-40B4-BE49-F238E27FC236}">
                <a16:creationId xmlns:a16="http://schemas.microsoft.com/office/drawing/2014/main" id="{210E85E4-C26C-4C45-A474-C755D66C4EAA}"/>
              </a:ext>
            </a:extLst>
          </p:cNvPr>
          <p:cNvSpPr>
            <a:spLocks noGrp="1"/>
          </p:cNvSpPr>
          <p:nvPr/>
        </p:nvSpPr>
        <p:spPr>
          <a:xfrm>
            <a:off x="349519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0" name="A1_bar_Cryo_13473">
            <a:extLst>
              <a:ext uri="{FF2B5EF4-FFF2-40B4-BE49-F238E27FC236}">
                <a16:creationId xmlns:a16="http://schemas.microsoft.com/office/drawing/2014/main" id="{5B2F3B28-FB8B-46E3-989D-865EE4278746}"/>
              </a:ext>
            </a:extLst>
          </p:cNvPr>
          <p:cNvSpPr>
            <a:spLocks noGrp="1"/>
          </p:cNvSpPr>
          <p:nvPr/>
        </p:nvSpPr>
        <p:spPr>
          <a:xfrm>
            <a:off x="356930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1" name="A1_bar_Cryo_13474">
            <a:extLst>
              <a:ext uri="{FF2B5EF4-FFF2-40B4-BE49-F238E27FC236}">
                <a16:creationId xmlns:a16="http://schemas.microsoft.com/office/drawing/2014/main" id="{BD1935CC-B180-4C10-B411-885D5EC32CA9}"/>
              </a:ext>
            </a:extLst>
          </p:cNvPr>
          <p:cNvSpPr>
            <a:spLocks noGrp="1"/>
          </p:cNvSpPr>
          <p:nvPr/>
        </p:nvSpPr>
        <p:spPr>
          <a:xfrm>
            <a:off x="3414691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2" name="A1_bar_Cryo_13475">
            <a:extLst>
              <a:ext uri="{FF2B5EF4-FFF2-40B4-BE49-F238E27FC236}">
                <a16:creationId xmlns:a16="http://schemas.microsoft.com/office/drawing/2014/main" id="{D4710D36-0062-4FE9-AFE7-9B00521CD680}"/>
              </a:ext>
            </a:extLst>
          </p:cNvPr>
          <p:cNvSpPr>
            <a:spLocks noGrp="1"/>
          </p:cNvSpPr>
          <p:nvPr/>
        </p:nvSpPr>
        <p:spPr>
          <a:xfrm>
            <a:off x="356338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3" name="A1_bar_Cryo_13476">
            <a:extLst>
              <a:ext uri="{FF2B5EF4-FFF2-40B4-BE49-F238E27FC236}">
                <a16:creationId xmlns:a16="http://schemas.microsoft.com/office/drawing/2014/main" id="{85A0CA2F-1714-4582-8C87-A19D645A333A}"/>
              </a:ext>
            </a:extLst>
          </p:cNvPr>
          <p:cNvSpPr>
            <a:spLocks noGrp="1"/>
          </p:cNvSpPr>
          <p:nvPr/>
        </p:nvSpPr>
        <p:spPr>
          <a:xfrm>
            <a:off x="342722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4" name="A1_bar_Cryo_13477">
            <a:extLst>
              <a:ext uri="{FF2B5EF4-FFF2-40B4-BE49-F238E27FC236}">
                <a16:creationId xmlns:a16="http://schemas.microsoft.com/office/drawing/2014/main" id="{ED8386DF-E921-4EB0-A68B-803719710D4D}"/>
              </a:ext>
            </a:extLst>
          </p:cNvPr>
          <p:cNvSpPr>
            <a:spLocks noGrp="1"/>
          </p:cNvSpPr>
          <p:nvPr/>
        </p:nvSpPr>
        <p:spPr>
          <a:xfrm>
            <a:off x="345229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5" name="A1_bar_Cryo_13478">
            <a:extLst>
              <a:ext uri="{FF2B5EF4-FFF2-40B4-BE49-F238E27FC236}">
                <a16:creationId xmlns:a16="http://schemas.microsoft.com/office/drawing/2014/main" id="{03C207EF-E30C-4482-8340-AADDA092A881}"/>
              </a:ext>
            </a:extLst>
          </p:cNvPr>
          <p:cNvSpPr>
            <a:spLocks noGrp="1"/>
          </p:cNvSpPr>
          <p:nvPr/>
        </p:nvSpPr>
        <p:spPr>
          <a:xfrm>
            <a:off x="3512705" y="59404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6" name="A1_bar_Cryo_13479">
            <a:extLst>
              <a:ext uri="{FF2B5EF4-FFF2-40B4-BE49-F238E27FC236}">
                <a16:creationId xmlns:a16="http://schemas.microsoft.com/office/drawing/2014/main" id="{B0FF42BF-AE17-423A-A232-949007816EDA}"/>
              </a:ext>
            </a:extLst>
          </p:cNvPr>
          <p:cNvSpPr>
            <a:spLocks noGrp="1"/>
          </p:cNvSpPr>
          <p:nvPr/>
        </p:nvSpPr>
        <p:spPr>
          <a:xfrm>
            <a:off x="334415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7" name="A1_bar_Cryo_13480">
            <a:extLst>
              <a:ext uri="{FF2B5EF4-FFF2-40B4-BE49-F238E27FC236}">
                <a16:creationId xmlns:a16="http://schemas.microsoft.com/office/drawing/2014/main" id="{FFFD48CF-B78F-4A0D-A036-E91199D51F35}"/>
              </a:ext>
            </a:extLst>
          </p:cNvPr>
          <p:cNvSpPr>
            <a:spLocks noGrp="1"/>
          </p:cNvSpPr>
          <p:nvPr/>
        </p:nvSpPr>
        <p:spPr>
          <a:xfrm>
            <a:off x="356776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8" name="A1_bar_Cryo_13481">
            <a:extLst>
              <a:ext uri="{FF2B5EF4-FFF2-40B4-BE49-F238E27FC236}">
                <a16:creationId xmlns:a16="http://schemas.microsoft.com/office/drawing/2014/main" id="{A40F48A9-3B59-4FA4-AFBB-0520FE9ADC96}"/>
              </a:ext>
            </a:extLst>
          </p:cNvPr>
          <p:cNvSpPr>
            <a:spLocks noGrp="1"/>
          </p:cNvSpPr>
          <p:nvPr/>
        </p:nvSpPr>
        <p:spPr>
          <a:xfrm>
            <a:off x="359118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59" name="A1_bar_Cryo_13482">
            <a:extLst>
              <a:ext uri="{FF2B5EF4-FFF2-40B4-BE49-F238E27FC236}">
                <a16:creationId xmlns:a16="http://schemas.microsoft.com/office/drawing/2014/main" id="{F10C8F8F-893E-4469-B03D-81BBF50A6CD7}"/>
              </a:ext>
            </a:extLst>
          </p:cNvPr>
          <p:cNvSpPr>
            <a:spLocks noGrp="1"/>
          </p:cNvSpPr>
          <p:nvPr/>
        </p:nvSpPr>
        <p:spPr>
          <a:xfrm>
            <a:off x="3507085" y="46356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0" name="A1_bar_Cryo_13483">
            <a:extLst>
              <a:ext uri="{FF2B5EF4-FFF2-40B4-BE49-F238E27FC236}">
                <a16:creationId xmlns:a16="http://schemas.microsoft.com/office/drawing/2014/main" id="{733B8EA6-CB0E-4B49-9136-41BE3A4231DA}"/>
              </a:ext>
            </a:extLst>
          </p:cNvPr>
          <p:cNvSpPr>
            <a:spLocks noGrp="1"/>
          </p:cNvSpPr>
          <p:nvPr/>
        </p:nvSpPr>
        <p:spPr>
          <a:xfrm>
            <a:off x="34150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1" name="A1_bar_Cryo_13484">
            <a:extLst>
              <a:ext uri="{FF2B5EF4-FFF2-40B4-BE49-F238E27FC236}">
                <a16:creationId xmlns:a16="http://schemas.microsoft.com/office/drawing/2014/main" id="{4453666A-7E2D-409E-8ADB-2C4E5FF832AA}"/>
              </a:ext>
            </a:extLst>
          </p:cNvPr>
          <p:cNvSpPr>
            <a:spLocks noGrp="1"/>
          </p:cNvSpPr>
          <p:nvPr/>
        </p:nvSpPr>
        <p:spPr>
          <a:xfrm>
            <a:off x="354448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2" name="A1_bar_Cryo_13485">
            <a:extLst>
              <a:ext uri="{FF2B5EF4-FFF2-40B4-BE49-F238E27FC236}">
                <a16:creationId xmlns:a16="http://schemas.microsoft.com/office/drawing/2014/main" id="{627A50AC-94C9-407D-B62E-5BBF3751F574}"/>
              </a:ext>
            </a:extLst>
          </p:cNvPr>
          <p:cNvSpPr>
            <a:spLocks noGrp="1"/>
          </p:cNvSpPr>
          <p:nvPr/>
        </p:nvSpPr>
        <p:spPr>
          <a:xfrm>
            <a:off x="347645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3" name="A1_bar_Cryo_13486">
            <a:extLst>
              <a:ext uri="{FF2B5EF4-FFF2-40B4-BE49-F238E27FC236}">
                <a16:creationId xmlns:a16="http://schemas.microsoft.com/office/drawing/2014/main" id="{604E0410-84B9-43D1-B02A-08DB90901733}"/>
              </a:ext>
            </a:extLst>
          </p:cNvPr>
          <p:cNvSpPr>
            <a:spLocks noGrp="1"/>
          </p:cNvSpPr>
          <p:nvPr/>
        </p:nvSpPr>
        <p:spPr>
          <a:xfrm>
            <a:off x="34286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4" name="A1_bar_Cryo_13487">
            <a:extLst>
              <a:ext uri="{FF2B5EF4-FFF2-40B4-BE49-F238E27FC236}">
                <a16:creationId xmlns:a16="http://schemas.microsoft.com/office/drawing/2014/main" id="{7BBD7F78-1639-474E-867B-392A850E98CE}"/>
              </a:ext>
            </a:extLst>
          </p:cNvPr>
          <p:cNvSpPr>
            <a:spLocks noGrp="1"/>
          </p:cNvSpPr>
          <p:nvPr/>
        </p:nvSpPr>
        <p:spPr>
          <a:xfrm>
            <a:off x="345006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5" name="A1_bar_Cryo_13488">
            <a:extLst>
              <a:ext uri="{FF2B5EF4-FFF2-40B4-BE49-F238E27FC236}">
                <a16:creationId xmlns:a16="http://schemas.microsoft.com/office/drawing/2014/main" id="{6E2165C1-3964-4CB6-8BE2-5FDED19173C9}"/>
              </a:ext>
            </a:extLst>
          </p:cNvPr>
          <p:cNvSpPr>
            <a:spLocks noGrp="1"/>
          </p:cNvSpPr>
          <p:nvPr/>
        </p:nvSpPr>
        <p:spPr>
          <a:xfrm>
            <a:off x="3511008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6" name="A1_bar_Cryo_13489">
            <a:extLst>
              <a:ext uri="{FF2B5EF4-FFF2-40B4-BE49-F238E27FC236}">
                <a16:creationId xmlns:a16="http://schemas.microsoft.com/office/drawing/2014/main" id="{1125FB25-8EC4-4365-9A22-D27E1A0AC681}"/>
              </a:ext>
            </a:extLst>
          </p:cNvPr>
          <p:cNvSpPr>
            <a:spLocks noGrp="1"/>
          </p:cNvSpPr>
          <p:nvPr/>
        </p:nvSpPr>
        <p:spPr>
          <a:xfrm>
            <a:off x="334710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7" name="A1_bar_Cryo_13490">
            <a:extLst>
              <a:ext uri="{FF2B5EF4-FFF2-40B4-BE49-F238E27FC236}">
                <a16:creationId xmlns:a16="http://schemas.microsoft.com/office/drawing/2014/main" id="{1E6191FF-DCCA-4C08-83CA-7FDD8927B66B}"/>
              </a:ext>
            </a:extLst>
          </p:cNvPr>
          <p:cNvSpPr>
            <a:spLocks noGrp="1"/>
          </p:cNvSpPr>
          <p:nvPr/>
        </p:nvSpPr>
        <p:spPr>
          <a:xfrm>
            <a:off x="3578935" y="47549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8" name="A1_bar_Cryo_13491">
            <a:extLst>
              <a:ext uri="{FF2B5EF4-FFF2-40B4-BE49-F238E27FC236}">
                <a16:creationId xmlns:a16="http://schemas.microsoft.com/office/drawing/2014/main" id="{9085581A-04CA-44A6-9BE8-6F0337F6C569}"/>
              </a:ext>
            </a:extLst>
          </p:cNvPr>
          <p:cNvSpPr>
            <a:spLocks noGrp="1"/>
          </p:cNvSpPr>
          <p:nvPr/>
        </p:nvSpPr>
        <p:spPr>
          <a:xfrm>
            <a:off x="358890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69" name="A1_bar_Cryo_13492">
            <a:extLst>
              <a:ext uri="{FF2B5EF4-FFF2-40B4-BE49-F238E27FC236}">
                <a16:creationId xmlns:a16="http://schemas.microsoft.com/office/drawing/2014/main" id="{FA71273A-EAC2-433D-BA61-0F61C612A7F5}"/>
              </a:ext>
            </a:extLst>
          </p:cNvPr>
          <p:cNvSpPr>
            <a:spLocks noGrp="1"/>
          </p:cNvSpPr>
          <p:nvPr/>
        </p:nvSpPr>
        <p:spPr>
          <a:xfrm>
            <a:off x="339755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0" name="A1_bar_Cryo_13493">
            <a:extLst>
              <a:ext uri="{FF2B5EF4-FFF2-40B4-BE49-F238E27FC236}">
                <a16:creationId xmlns:a16="http://schemas.microsoft.com/office/drawing/2014/main" id="{9E46D9A5-46A1-489B-AF75-B8EF1A4487EB}"/>
              </a:ext>
            </a:extLst>
          </p:cNvPr>
          <p:cNvSpPr>
            <a:spLocks noGrp="1"/>
          </p:cNvSpPr>
          <p:nvPr/>
        </p:nvSpPr>
        <p:spPr>
          <a:xfrm>
            <a:off x="3548721" y="54377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1" name="A1_bar_Cryo_13494">
            <a:extLst>
              <a:ext uri="{FF2B5EF4-FFF2-40B4-BE49-F238E27FC236}">
                <a16:creationId xmlns:a16="http://schemas.microsoft.com/office/drawing/2014/main" id="{E1F1D9EC-2781-4FC7-A9E6-1B93A05153AA}"/>
              </a:ext>
            </a:extLst>
          </p:cNvPr>
          <p:cNvSpPr>
            <a:spLocks noGrp="1"/>
          </p:cNvSpPr>
          <p:nvPr/>
        </p:nvSpPr>
        <p:spPr>
          <a:xfrm>
            <a:off x="3389340" y="43627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2" name="A1_bar_Cryo_13495">
            <a:extLst>
              <a:ext uri="{FF2B5EF4-FFF2-40B4-BE49-F238E27FC236}">
                <a16:creationId xmlns:a16="http://schemas.microsoft.com/office/drawing/2014/main" id="{BC3022F1-9103-4AFB-81D0-2607BD74B6E4}"/>
              </a:ext>
            </a:extLst>
          </p:cNvPr>
          <p:cNvSpPr>
            <a:spLocks noGrp="1"/>
          </p:cNvSpPr>
          <p:nvPr/>
        </p:nvSpPr>
        <p:spPr>
          <a:xfrm>
            <a:off x="357477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3" name="A1_bar_Cryo_13496">
            <a:extLst>
              <a:ext uri="{FF2B5EF4-FFF2-40B4-BE49-F238E27FC236}">
                <a16:creationId xmlns:a16="http://schemas.microsoft.com/office/drawing/2014/main" id="{09D6D268-43CA-4CC8-99C4-01A5A0A30DB7}"/>
              </a:ext>
            </a:extLst>
          </p:cNvPr>
          <p:cNvSpPr>
            <a:spLocks noGrp="1"/>
          </p:cNvSpPr>
          <p:nvPr/>
        </p:nvSpPr>
        <p:spPr>
          <a:xfrm>
            <a:off x="338117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4" name="A1_bar_Cryo_13497">
            <a:extLst>
              <a:ext uri="{FF2B5EF4-FFF2-40B4-BE49-F238E27FC236}">
                <a16:creationId xmlns:a16="http://schemas.microsoft.com/office/drawing/2014/main" id="{628B4ADF-BFC0-49C5-ABBA-6339EF7E8565}"/>
              </a:ext>
            </a:extLst>
          </p:cNvPr>
          <p:cNvSpPr>
            <a:spLocks noGrp="1"/>
          </p:cNvSpPr>
          <p:nvPr/>
        </p:nvSpPr>
        <p:spPr>
          <a:xfrm>
            <a:off x="348449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5" name="A1_bar_Cryo_13498">
            <a:extLst>
              <a:ext uri="{FF2B5EF4-FFF2-40B4-BE49-F238E27FC236}">
                <a16:creationId xmlns:a16="http://schemas.microsoft.com/office/drawing/2014/main" id="{A93A67A4-9558-4484-A8A0-5979DC061D82}"/>
              </a:ext>
            </a:extLst>
          </p:cNvPr>
          <p:cNvSpPr>
            <a:spLocks noGrp="1"/>
          </p:cNvSpPr>
          <p:nvPr/>
        </p:nvSpPr>
        <p:spPr>
          <a:xfrm>
            <a:off x="338326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6" name="A1_bar_Cryo_13499">
            <a:extLst>
              <a:ext uri="{FF2B5EF4-FFF2-40B4-BE49-F238E27FC236}">
                <a16:creationId xmlns:a16="http://schemas.microsoft.com/office/drawing/2014/main" id="{3C064711-77E3-40F0-9E89-12CD1128C71E}"/>
              </a:ext>
            </a:extLst>
          </p:cNvPr>
          <p:cNvSpPr>
            <a:spLocks noGrp="1"/>
          </p:cNvSpPr>
          <p:nvPr/>
        </p:nvSpPr>
        <p:spPr>
          <a:xfrm>
            <a:off x="352575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7" name="A1_bar_Cryo_13500">
            <a:extLst>
              <a:ext uri="{FF2B5EF4-FFF2-40B4-BE49-F238E27FC236}">
                <a16:creationId xmlns:a16="http://schemas.microsoft.com/office/drawing/2014/main" id="{BAE404A7-74CF-4EB1-9497-18EFD621E9AB}"/>
              </a:ext>
            </a:extLst>
          </p:cNvPr>
          <p:cNvSpPr>
            <a:spLocks noGrp="1"/>
          </p:cNvSpPr>
          <p:nvPr/>
        </p:nvSpPr>
        <p:spPr>
          <a:xfrm>
            <a:off x="342707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8" name="A1_bar_Cryo_13501">
            <a:extLst>
              <a:ext uri="{FF2B5EF4-FFF2-40B4-BE49-F238E27FC236}">
                <a16:creationId xmlns:a16="http://schemas.microsoft.com/office/drawing/2014/main" id="{B41EC5C7-2682-41C1-80B3-96F03C76D93D}"/>
              </a:ext>
            </a:extLst>
          </p:cNvPr>
          <p:cNvSpPr>
            <a:spLocks noGrp="1"/>
          </p:cNvSpPr>
          <p:nvPr/>
        </p:nvSpPr>
        <p:spPr>
          <a:xfrm>
            <a:off x="3492392" y="39599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79" name="A1_bar_Cryo_13502">
            <a:extLst>
              <a:ext uri="{FF2B5EF4-FFF2-40B4-BE49-F238E27FC236}">
                <a16:creationId xmlns:a16="http://schemas.microsoft.com/office/drawing/2014/main" id="{BFBD6749-CC6D-4893-9185-31E6744513E6}"/>
              </a:ext>
            </a:extLst>
          </p:cNvPr>
          <p:cNvSpPr>
            <a:spLocks noGrp="1"/>
          </p:cNvSpPr>
          <p:nvPr/>
        </p:nvSpPr>
        <p:spPr>
          <a:xfrm>
            <a:off x="3414161" y="48886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0" name="A1_bar_Cryo_13503">
            <a:extLst>
              <a:ext uri="{FF2B5EF4-FFF2-40B4-BE49-F238E27FC236}">
                <a16:creationId xmlns:a16="http://schemas.microsoft.com/office/drawing/2014/main" id="{9FAB329D-3ED9-44C7-B7C4-C766BAB9EF01}"/>
              </a:ext>
            </a:extLst>
          </p:cNvPr>
          <p:cNvSpPr>
            <a:spLocks noGrp="1"/>
          </p:cNvSpPr>
          <p:nvPr/>
        </p:nvSpPr>
        <p:spPr>
          <a:xfrm>
            <a:off x="3358734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1" name="A1_bar_Cryo_13504">
            <a:extLst>
              <a:ext uri="{FF2B5EF4-FFF2-40B4-BE49-F238E27FC236}">
                <a16:creationId xmlns:a16="http://schemas.microsoft.com/office/drawing/2014/main" id="{5652C997-4524-4C09-A599-341BD0C83BD2}"/>
              </a:ext>
            </a:extLst>
          </p:cNvPr>
          <p:cNvSpPr>
            <a:spLocks noGrp="1"/>
          </p:cNvSpPr>
          <p:nvPr/>
        </p:nvSpPr>
        <p:spPr>
          <a:xfrm>
            <a:off x="346557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2" name="A1_bar_Cryo_13505">
            <a:extLst>
              <a:ext uri="{FF2B5EF4-FFF2-40B4-BE49-F238E27FC236}">
                <a16:creationId xmlns:a16="http://schemas.microsoft.com/office/drawing/2014/main" id="{9001B122-2BC2-411E-A07A-77133C5ABE03}"/>
              </a:ext>
            </a:extLst>
          </p:cNvPr>
          <p:cNvSpPr>
            <a:spLocks noGrp="1"/>
          </p:cNvSpPr>
          <p:nvPr/>
        </p:nvSpPr>
        <p:spPr>
          <a:xfrm>
            <a:off x="340837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3" name="A1_bar_Cryo_13506">
            <a:extLst>
              <a:ext uri="{FF2B5EF4-FFF2-40B4-BE49-F238E27FC236}">
                <a16:creationId xmlns:a16="http://schemas.microsoft.com/office/drawing/2014/main" id="{58F3FE0D-6756-4BAE-8471-40BF4252B4F8}"/>
              </a:ext>
            </a:extLst>
          </p:cNvPr>
          <p:cNvSpPr>
            <a:spLocks noGrp="1"/>
          </p:cNvSpPr>
          <p:nvPr/>
        </p:nvSpPr>
        <p:spPr>
          <a:xfrm>
            <a:off x="3537813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4" name="A1_bar_Cryo_13507">
            <a:extLst>
              <a:ext uri="{FF2B5EF4-FFF2-40B4-BE49-F238E27FC236}">
                <a16:creationId xmlns:a16="http://schemas.microsoft.com/office/drawing/2014/main" id="{A5980914-5CB7-442C-AD08-F670969852D8}"/>
              </a:ext>
            </a:extLst>
          </p:cNvPr>
          <p:cNvSpPr>
            <a:spLocks noGrp="1"/>
          </p:cNvSpPr>
          <p:nvPr/>
        </p:nvSpPr>
        <p:spPr>
          <a:xfrm>
            <a:off x="3400455" y="420942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5" name="A1_bar_Cryo_13508">
            <a:extLst>
              <a:ext uri="{FF2B5EF4-FFF2-40B4-BE49-F238E27FC236}">
                <a16:creationId xmlns:a16="http://schemas.microsoft.com/office/drawing/2014/main" id="{D25BAA6B-8F0F-4BF9-AB71-1BFC62CB755E}"/>
              </a:ext>
            </a:extLst>
          </p:cNvPr>
          <p:cNvSpPr>
            <a:spLocks noGrp="1"/>
          </p:cNvSpPr>
          <p:nvPr/>
        </p:nvSpPr>
        <p:spPr>
          <a:xfrm>
            <a:off x="3548590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6" name="A1_bar_Cryo_13509">
            <a:extLst>
              <a:ext uri="{FF2B5EF4-FFF2-40B4-BE49-F238E27FC236}">
                <a16:creationId xmlns:a16="http://schemas.microsoft.com/office/drawing/2014/main" id="{924F3550-2772-411A-8961-C75F8DA9002B}"/>
              </a:ext>
            </a:extLst>
          </p:cNvPr>
          <p:cNvSpPr>
            <a:spLocks noGrp="1"/>
          </p:cNvSpPr>
          <p:nvPr/>
        </p:nvSpPr>
        <p:spPr>
          <a:xfrm>
            <a:off x="3507136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7" name="A1_bar_Cryo_13510">
            <a:extLst>
              <a:ext uri="{FF2B5EF4-FFF2-40B4-BE49-F238E27FC236}">
                <a16:creationId xmlns:a16="http://schemas.microsoft.com/office/drawing/2014/main" id="{553C2C4A-B160-4353-BBB7-4446E6FF5D43}"/>
              </a:ext>
            </a:extLst>
          </p:cNvPr>
          <p:cNvSpPr>
            <a:spLocks noGrp="1"/>
          </p:cNvSpPr>
          <p:nvPr/>
        </p:nvSpPr>
        <p:spPr>
          <a:xfrm>
            <a:off x="356067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8" name="A1_bar_Cryo_13511">
            <a:extLst>
              <a:ext uri="{FF2B5EF4-FFF2-40B4-BE49-F238E27FC236}">
                <a16:creationId xmlns:a16="http://schemas.microsoft.com/office/drawing/2014/main" id="{91209F34-CD83-4A57-8383-62DB9F060B4B}"/>
              </a:ext>
            </a:extLst>
          </p:cNvPr>
          <p:cNvSpPr>
            <a:spLocks noGrp="1"/>
          </p:cNvSpPr>
          <p:nvPr/>
        </p:nvSpPr>
        <p:spPr>
          <a:xfrm>
            <a:off x="350784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89" name="A1_bar_Cryo_13512">
            <a:extLst>
              <a:ext uri="{FF2B5EF4-FFF2-40B4-BE49-F238E27FC236}">
                <a16:creationId xmlns:a16="http://schemas.microsoft.com/office/drawing/2014/main" id="{55E576DC-C4BB-49CC-A45C-8EF93A6C16F3}"/>
              </a:ext>
            </a:extLst>
          </p:cNvPr>
          <p:cNvSpPr>
            <a:spLocks noGrp="1"/>
          </p:cNvSpPr>
          <p:nvPr/>
        </p:nvSpPr>
        <p:spPr>
          <a:xfrm>
            <a:off x="3476031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0" name="A1_bar_Cryo_13513">
            <a:extLst>
              <a:ext uri="{FF2B5EF4-FFF2-40B4-BE49-F238E27FC236}">
                <a16:creationId xmlns:a16="http://schemas.microsoft.com/office/drawing/2014/main" id="{030BE8C9-209C-435A-ACA7-883FDB64321C}"/>
              </a:ext>
            </a:extLst>
          </p:cNvPr>
          <p:cNvSpPr>
            <a:spLocks noGrp="1"/>
          </p:cNvSpPr>
          <p:nvPr/>
        </p:nvSpPr>
        <p:spPr>
          <a:xfrm>
            <a:off x="3407631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1" name="A1_bar_Cryo_13514">
            <a:extLst>
              <a:ext uri="{FF2B5EF4-FFF2-40B4-BE49-F238E27FC236}">
                <a16:creationId xmlns:a16="http://schemas.microsoft.com/office/drawing/2014/main" id="{18940B4A-9C8C-4BD6-8860-815319730F0E}"/>
              </a:ext>
            </a:extLst>
          </p:cNvPr>
          <p:cNvSpPr>
            <a:spLocks noGrp="1"/>
          </p:cNvSpPr>
          <p:nvPr/>
        </p:nvSpPr>
        <p:spPr>
          <a:xfrm>
            <a:off x="3443401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2" name="A1_bar_Cryo_13515">
            <a:extLst>
              <a:ext uri="{FF2B5EF4-FFF2-40B4-BE49-F238E27FC236}">
                <a16:creationId xmlns:a16="http://schemas.microsoft.com/office/drawing/2014/main" id="{3A6D1A61-8B28-4C0A-AFAA-98C2226B3C20}"/>
              </a:ext>
            </a:extLst>
          </p:cNvPr>
          <p:cNvSpPr>
            <a:spLocks noGrp="1"/>
          </p:cNvSpPr>
          <p:nvPr/>
        </p:nvSpPr>
        <p:spPr>
          <a:xfrm>
            <a:off x="34547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3" name="A1_bar_Cryo_13516">
            <a:extLst>
              <a:ext uri="{FF2B5EF4-FFF2-40B4-BE49-F238E27FC236}">
                <a16:creationId xmlns:a16="http://schemas.microsoft.com/office/drawing/2014/main" id="{435F9A7B-1D3C-49AD-BDC9-A2EB5BCEA40A}"/>
              </a:ext>
            </a:extLst>
          </p:cNvPr>
          <p:cNvSpPr>
            <a:spLocks noGrp="1"/>
          </p:cNvSpPr>
          <p:nvPr/>
        </p:nvSpPr>
        <p:spPr>
          <a:xfrm>
            <a:off x="3422130" y="4697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4" name="A1_bar_Cryo_13517">
            <a:extLst>
              <a:ext uri="{FF2B5EF4-FFF2-40B4-BE49-F238E27FC236}">
                <a16:creationId xmlns:a16="http://schemas.microsoft.com/office/drawing/2014/main" id="{B30BC681-C4FD-4A19-9FD6-8B1E3E7F6D68}"/>
              </a:ext>
            </a:extLst>
          </p:cNvPr>
          <p:cNvSpPr>
            <a:spLocks noGrp="1"/>
          </p:cNvSpPr>
          <p:nvPr/>
        </p:nvSpPr>
        <p:spPr>
          <a:xfrm>
            <a:off x="3576125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5" name="A1_bar_Cryo_13518">
            <a:extLst>
              <a:ext uri="{FF2B5EF4-FFF2-40B4-BE49-F238E27FC236}">
                <a16:creationId xmlns:a16="http://schemas.microsoft.com/office/drawing/2014/main" id="{030126A5-CCE5-49A7-A142-C2BA995D564A}"/>
              </a:ext>
            </a:extLst>
          </p:cNvPr>
          <p:cNvSpPr>
            <a:spLocks noGrp="1"/>
          </p:cNvSpPr>
          <p:nvPr/>
        </p:nvSpPr>
        <p:spPr>
          <a:xfrm>
            <a:off x="34707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6" name="A1_bar_Cryo_13519">
            <a:extLst>
              <a:ext uri="{FF2B5EF4-FFF2-40B4-BE49-F238E27FC236}">
                <a16:creationId xmlns:a16="http://schemas.microsoft.com/office/drawing/2014/main" id="{0B819CE9-5AA5-42A7-94EC-490434BD9437}"/>
              </a:ext>
            </a:extLst>
          </p:cNvPr>
          <p:cNvSpPr>
            <a:spLocks noGrp="1"/>
          </p:cNvSpPr>
          <p:nvPr/>
        </p:nvSpPr>
        <p:spPr>
          <a:xfrm>
            <a:off x="3553065" y="542710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7" name="A1_bar_Cryo_13520">
            <a:extLst>
              <a:ext uri="{FF2B5EF4-FFF2-40B4-BE49-F238E27FC236}">
                <a16:creationId xmlns:a16="http://schemas.microsoft.com/office/drawing/2014/main" id="{79BA1033-4226-4492-8E76-9BD2D02687EE}"/>
              </a:ext>
            </a:extLst>
          </p:cNvPr>
          <p:cNvSpPr>
            <a:spLocks noGrp="1"/>
          </p:cNvSpPr>
          <p:nvPr/>
        </p:nvSpPr>
        <p:spPr>
          <a:xfrm>
            <a:off x="3511695" y="52235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8" name="A1_bar_Cryo_13521">
            <a:extLst>
              <a:ext uri="{FF2B5EF4-FFF2-40B4-BE49-F238E27FC236}">
                <a16:creationId xmlns:a16="http://schemas.microsoft.com/office/drawing/2014/main" id="{4C515C77-0586-4369-B88A-BA833D50A91F}"/>
              </a:ext>
            </a:extLst>
          </p:cNvPr>
          <p:cNvSpPr>
            <a:spLocks noGrp="1"/>
          </p:cNvSpPr>
          <p:nvPr/>
        </p:nvSpPr>
        <p:spPr>
          <a:xfrm>
            <a:off x="3426591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299" name="A1_bar_Cryo_13522">
            <a:extLst>
              <a:ext uri="{FF2B5EF4-FFF2-40B4-BE49-F238E27FC236}">
                <a16:creationId xmlns:a16="http://schemas.microsoft.com/office/drawing/2014/main" id="{20902A9C-569A-41E2-8F5F-ACB085CB7B9A}"/>
              </a:ext>
            </a:extLst>
          </p:cNvPr>
          <p:cNvSpPr>
            <a:spLocks noGrp="1"/>
          </p:cNvSpPr>
          <p:nvPr/>
        </p:nvSpPr>
        <p:spPr>
          <a:xfrm>
            <a:off x="336959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0" name="A1_bar_Cryo_13523">
            <a:extLst>
              <a:ext uri="{FF2B5EF4-FFF2-40B4-BE49-F238E27FC236}">
                <a16:creationId xmlns:a16="http://schemas.microsoft.com/office/drawing/2014/main" id="{AD24D830-A8A8-475F-81F1-54122D6DCB53}"/>
              </a:ext>
            </a:extLst>
          </p:cNvPr>
          <p:cNvSpPr>
            <a:spLocks noGrp="1"/>
          </p:cNvSpPr>
          <p:nvPr/>
        </p:nvSpPr>
        <p:spPr>
          <a:xfrm>
            <a:off x="343584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1" name="A1_bar_Cryo_13524">
            <a:extLst>
              <a:ext uri="{FF2B5EF4-FFF2-40B4-BE49-F238E27FC236}">
                <a16:creationId xmlns:a16="http://schemas.microsoft.com/office/drawing/2014/main" id="{FFA95A77-6199-419F-A5DD-42A2CA2C6FA8}"/>
              </a:ext>
            </a:extLst>
          </p:cNvPr>
          <p:cNvSpPr>
            <a:spLocks noGrp="1"/>
          </p:cNvSpPr>
          <p:nvPr/>
        </p:nvSpPr>
        <p:spPr>
          <a:xfrm>
            <a:off x="3485519" y="57630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2" name="A1_bar_Cryo_13525">
            <a:extLst>
              <a:ext uri="{FF2B5EF4-FFF2-40B4-BE49-F238E27FC236}">
                <a16:creationId xmlns:a16="http://schemas.microsoft.com/office/drawing/2014/main" id="{2A189543-C24C-4900-A80D-919802F9495A}"/>
              </a:ext>
            </a:extLst>
          </p:cNvPr>
          <p:cNvSpPr>
            <a:spLocks noGrp="1"/>
          </p:cNvSpPr>
          <p:nvPr/>
        </p:nvSpPr>
        <p:spPr>
          <a:xfrm>
            <a:off x="33656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3" name="A1_bar_Cryo_13526">
            <a:extLst>
              <a:ext uri="{FF2B5EF4-FFF2-40B4-BE49-F238E27FC236}">
                <a16:creationId xmlns:a16="http://schemas.microsoft.com/office/drawing/2014/main" id="{812997AF-542D-4075-9D02-6AF378FCAB8A}"/>
              </a:ext>
            </a:extLst>
          </p:cNvPr>
          <p:cNvSpPr>
            <a:spLocks noGrp="1"/>
          </p:cNvSpPr>
          <p:nvPr/>
        </p:nvSpPr>
        <p:spPr>
          <a:xfrm>
            <a:off x="357716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4" name="A1_bar_Cryo_13527">
            <a:extLst>
              <a:ext uri="{FF2B5EF4-FFF2-40B4-BE49-F238E27FC236}">
                <a16:creationId xmlns:a16="http://schemas.microsoft.com/office/drawing/2014/main" id="{A7067199-549D-4E48-8F35-05D31A0594A0}"/>
              </a:ext>
            </a:extLst>
          </p:cNvPr>
          <p:cNvSpPr>
            <a:spLocks noGrp="1"/>
          </p:cNvSpPr>
          <p:nvPr/>
        </p:nvSpPr>
        <p:spPr>
          <a:xfrm>
            <a:off x="499014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5" name="A1_bar_Cryo_13528">
            <a:extLst>
              <a:ext uri="{FF2B5EF4-FFF2-40B4-BE49-F238E27FC236}">
                <a16:creationId xmlns:a16="http://schemas.microsoft.com/office/drawing/2014/main" id="{FB737B75-4ADC-42CF-A646-B44D49D7B2F7}"/>
              </a:ext>
            </a:extLst>
          </p:cNvPr>
          <p:cNvSpPr>
            <a:spLocks noGrp="1"/>
          </p:cNvSpPr>
          <p:nvPr/>
        </p:nvSpPr>
        <p:spPr>
          <a:xfrm>
            <a:off x="505418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6" name="A1_bar_Cryo_13529">
            <a:extLst>
              <a:ext uri="{FF2B5EF4-FFF2-40B4-BE49-F238E27FC236}">
                <a16:creationId xmlns:a16="http://schemas.microsoft.com/office/drawing/2014/main" id="{C8AAD29E-055F-4D77-BE66-5B6DD0F88643}"/>
              </a:ext>
            </a:extLst>
          </p:cNvPr>
          <p:cNvSpPr>
            <a:spLocks noGrp="1"/>
          </p:cNvSpPr>
          <p:nvPr/>
        </p:nvSpPr>
        <p:spPr>
          <a:xfrm>
            <a:off x="494697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7" name="A1_bar_Cryo_13530">
            <a:extLst>
              <a:ext uri="{FF2B5EF4-FFF2-40B4-BE49-F238E27FC236}">
                <a16:creationId xmlns:a16="http://schemas.microsoft.com/office/drawing/2014/main" id="{2903B8D0-5D6E-4138-A270-8641156171B1}"/>
              </a:ext>
            </a:extLst>
          </p:cNvPr>
          <p:cNvSpPr>
            <a:spLocks noGrp="1"/>
          </p:cNvSpPr>
          <p:nvPr/>
        </p:nvSpPr>
        <p:spPr>
          <a:xfrm>
            <a:off x="4945564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8" name="A1_bar_Cryo_13531">
            <a:extLst>
              <a:ext uri="{FF2B5EF4-FFF2-40B4-BE49-F238E27FC236}">
                <a16:creationId xmlns:a16="http://schemas.microsoft.com/office/drawing/2014/main" id="{B534C784-A585-44CA-94D8-42D880553F24}"/>
              </a:ext>
            </a:extLst>
          </p:cNvPr>
          <p:cNvSpPr>
            <a:spLocks noGrp="1"/>
          </p:cNvSpPr>
          <p:nvPr/>
        </p:nvSpPr>
        <p:spPr>
          <a:xfrm>
            <a:off x="4987217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09" name="A1_bar_Cryo_13532">
            <a:extLst>
              <a:ext uri="{FF2B5EF4-FFF2-40B4-BE49-F238E27FC236}">
                <a16:creationId xmlns:a16="http://schemas.microsoft.com/office/drawing/2014/main" id="{535F3625-A06B-43EF-9368-58EEDFF3DCA8}"/>
              </a:ext>
            </a:extLst>
          </p:cNvPr>
          <p:cNvSpPr>
            <a:spLocks noGrp="1"/>
          </p:cNvSpPr>
          <p:nvPr/>
        </p:nvSpPr>
        <p:spPr>
          <a:xfrm>
            <a:off x="496056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0" name="A1_bar_Cryo_13533">
            <a:extLst>
              <a:ext uri="{FF2B5EF4-FFF2-40B4-BE49-F238E27FC236}">
                <a16:creationId xmlns:a16="http://schemas.microsoft.com/office/drawing/2014/main" id="{EAC1EE42-FA8C-4005-BE74-D4108192412D}"/>
              </a:ext>
            </a:extLst>
          </p:cNvPr>
          <p:cNvSpPr>
            <a:spLocks noGrp="1"/>
          </p:cNvSpPr>
          <p:nvPr/>
        </p:nvSpPr>
        <p:spPr>
          <a:xfrm>
            <a:off x="496026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1" name="A1_bar_Cryo_13534">
            <a:extLst>
              <a:ext uri="{FF2B5EF4-FFF2-40B4-BE49-F238E27FC236}">
                <a16:creationId xmlns:a16="http://schemas.microsoft.com/office/drawing/2014/main" id="{6BEAC9DE-C40C-4527-84C6-D9F9FDF1C1D6}"/>
              </a:ext>
            </a:extLst>
          </p:cNvPr>
          <p:cNvSpPr>
            <a:spLocks noGrp="1"/>
          </p:cNvSpPr>
          <p:nvPr/>
        </p:nvSpPr>
        <p:spPr>
          <a:xfrm>
            <a:off x="493374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2" name="A1_bar_Cryo_13535">
            <a:extLst>
              <a:ext uri="{FF2B5EF4-FFF2-40B4-BE49-F238E27FC236}">
                <a16:creationId xmlns:a16="http://schemas.microsoft.com/office/drawing/2014/main" id="{8AE3F7E2-7BF3-4749-8F7A-3100B6CC9B61}"/>
              </a:ext>
            </a:extLst>
          </p:cNvPr>
          <p:cNvSpPr>
            <a:spLocks noGrp="1"/>
          </p:cNvSpPr>
          <p:nvPr/>
        </p:nvSpPr>
        <p:spPr>
          <a:xfrm>
            <a:off x="5155951" y="525855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3" name="A1_bar_Cryo_13536">
            <a:extLst>
              <a:ext uri="{FF2B5EF4-FFF2-40B4-BE49-F238E27FC236}">
                <a16:creationId xmlns:a16="http://schemas.microsoft.com/office/drawing/2014/main" id="{CA520997-7312-41EF-BB68-51134E761A7F}"/>
              </a:ext>
            </a:extLst>
          </p:cNvPr>
          <p:cNvSpPr>
            <a:spLocks noGrp="1"/>
          </p:cNvSpPr>
          <p:nvPr/>
        </p:nvSpPr>
        <p:spPr>
          <a:xfrm>
            <a:off x="513343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4" name="A1_bar_Cryo_13537">
            <a:extLst>
              <a:ext uri="{FF2B5EF4-FFF2-40B4-BE49-F238E27FC236}">
                <a16:creationId xmlns:a16="http://schemas.microsoft.com/office/drawing/2014/main" id="{D12C756A-CCAC-45AD-BD8D-3505952D703F}"/>
              </a:ext>
            </a:extLst>
          </p:cNvPr>
          <p:cNvSpPr>
            <a:spLocks noGrp="1"/>
          </p:cNvSpPr>
          <p:nvPr/>
        </p:nvSpPr>
        <p:spPr>
          <a:xfrm>
            <a:off x="5168932" y="3841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5" name="A1_bar_Cryo_13538">
            <a:extLst>
              <a:ext uri="{FF2B5EF4-FFF2-40B4-BE49-F238E27FC236}">
                <a16:creationId xmlns:a16="http://schemas.microsoft.com/office/drawing/2014/main" id="{9019897B-1B8B-4C8F-8D30-B0CF72BCC543}"/>
              </a:ext>
            </a:extLst>
          </p:cNvPr>
          <p:cNvSpPr>
            <a:spLocks noGrp="1"/>
          </p:cNvSpPr>
          <p:nvPr/>
        </p:nvSpPr>
        <p:spPr>
          <a:xfrm>
            <a:off x="4953588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6" name="A1_bar_Cryo_13539">
            <a:extLst>
              <a:ext uri="{FF2B5EF4-FFF2-40B4-BE49-F238E27FC236}">
                <a16:creationId xmlns:a16="http://schemas.microsoft.com/office/drawing/2014/main" id="{8B298105-6911-4EDE-89A3-DBCB47B3036D}"/>
              </a:ext>
            </a:extLst>
          </p:cNvPr>
          <p:cNvSpPr>
            <a:spLocks noGrp="1"/>
          </p:cNvSpPr>
          <p:nvPr/>
        </p:nvSpPr>
        <p:spPr>
          <a:xfrm>
            <a:off x="5106294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7" name="A1_bar_Cryo_13540">
            <a:extLst>
              <a:ext uri="{FF2B5EF4-FFF2-40B4-BE49-F238E27FC236}">
                <a16:creationId xmlns:a16="http://schemas.microsoft.com/office/drawing/2014/main" id="{92AC5850-A3C8-4038-B3F4-BD7CFE8B54DB}"/>
              </a:ext>
            </a:extLst>
          </p:cNvPr>
          <p:cNvSpPr>
            <a:spLocks noGrp="1"/>
          </p:cNvSpPr>
          <p:nvPr/>
        </p:nvSpPr>
        <p:spPr>
          <a:xfrm>
            <a:off x="495670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8" name="A1_bar_Cryo_13541">
            <a:extLst>
              <a:ext uri="{FF2B5EF4-FFF2-40B4-BE49-F238E27FC236}">
                <a16:creationId xmlns:a16="http://schemas.microsoft.com/office/drawing/2014/main" id="{E5342867-CCD1-4036-8F54-CC0F208A4679}"/>
              </a:ext>
            </a:extLst>
          </p:cNvPr>
          <p:cNvSpPr>
            <a:spLocks noGrp="1"/>
          </p:cNvSpPr>
          <p:nvPr/>
        </p:nvSpPr>
        <p:spPr>
          <a:xfrm>
            <a:off x="4994722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19" name="A1_bar_Cryo_13542">
            <a:extLst>
              <a:ext uri="{FF2B5EF4-FFF2-40B4-BE49-F238E27FC236}">
                <a16:creationId xmlns:a16="http://schemas.microsoft.com/office/drawing/2014/main" id="{840AF011-A635-44CE-8786-B90D948AD01C}"/>
              </a:ext>
            </a:extLst>
          </p:cNvPr>
          <p:cNvSpPr>
            <a:spLocks noGrp="1"/>
          </p:cNvSpPr>
          <p:nvPr/>
        </p:nvSpPr>
        <p:spPr>
          <a:xfrm>
            <a:off x="497298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0" name="A1_bar_Cryo_13543">
            <a:extLst>
              <a:ext uri="{FF2B5EF4-FFF2-40B4-BE49-F238E27FC236}">
                <a16:creationId xmlns:a16="http://schemas.microsoft.com/office/drawing/2014/main" id="{70DBE7E4-9576-47D1-89C2-F198F0C55EC9}"/>
              </a:ext>
            </a:extLst>
          </p:cNvPr>
          <p:cNvSpPr>
            <a:spLocks noGrp="1"/>
          </p:cNvSpPr>
          <p:nvPr/>
        </p:nvSpPr>
        <p:spPr>
          <a:xfrm>
            <a:off x="503178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1" name="A1_bar_Cryo_13544">
            <a:extLst>
              <a:ext uri="{FF2B5EF4-FFF2-40B4-BE49-F238E27FC236}">
                <a16:creationId xmlns:a16="http://schemas.microsoft.com/office/drawing/2014/main" id="{6430F3B8-8F78-4D67-A0DA-02DEF6DAB4AC}"/>
              </a:ext>
            </a:extLst>
          </p:cNvPr>
          <p:cNvSpPr>
            <a:spLocks noGrp="1"/>
          </p:cNvSpPr>
          <p:nvPr/>
        </p:nvSpPr>
        <p:spPr>
          <a:xfrm>
            <a:off x="506754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2" name="A1_bar_Cryo_13545">
            <a:extLst>
              <a:ext uri="{FF2B5EF4-FFF2-40B4-BE49-F238E27FC236}">
                <a16:creationId xmlns:a16="http://schemas.microsoft.com/office/drawing/2014/main" id="{994F6015-8708-406E-A2CB-93496FBF6BF8}"/>
              </a:ext>
            </a:extLst>
          </p:cNvPr>
          <p:cNvSpPr>
            <a:spLocks noGrp="1"/>
          </p:cNvSpPr>
          <p:nvPr/>
        </p:nvSpPr>
        <p:spPr>
          <a:xfrm>
            <a:off x="4952259" y="33339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3" name="A1_bar_Cryo_13546">
            <a:extLst>
              <a:ext uri="{FF2B5EF4-FFF2-40B4-BE49-F238E27FC236}">
                <a16:creationId xmlns:a16="http://schemas.microsoft.com/office/drawing/2014/main" id="{5EF785FB-75B1-404A-94C1-753FBB58A167}"/>
              </a:ext>
            </a:extLst>
          </p:cNvPr>
          <p:cNvSpPr>
            <a:spLocks noGrp="1"/>
          </p:cNvSpPr>
          <p:nvPr/>
        </p:nvSpPr>
        <p:spPr>
          <a:xfrm>
            <a:off x="5096712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4" name="A1_bar_Cryo_13547">
            <a:extLst>
              <a:ext uri="{FF2B5EF4-FFF2-40B4-BE49-F238E27FC236}">
                <a16:creationId xmlns:a16="http://schemas.microsoft.com/office/drawing/2014/main" id="{9E0F7DD0-426F-468D-A26C-73BACFF8730F}"/>
              </a:ext>
            </a:extLst>
          </p:cNvPr>
          <p:cNvSpPr>
            <a:spLocks noGrp="1"/>
          </p:cNvSpPr>
          <p:nvPr/>
        </p:nvSpPr>
        <p:spPr>
          <a:xfrm>
            <a:off x="5110649" y="47467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5" name="A1_bar_Cryo_13548">
            <a:extLst>
              <a:ext uri="{FF2B5EF4-FFF2-40B4-BE49-F238E27FC236}">
                <a16:creationId xmlns:a16="http://schemas.microsoft.com/office/drawing/2014/main" id="{56885179-2511-46C1-87CF-D7EA050F6DE3}"/>
              </a:ext>
            </a:extLst>
          </p:cNvPr>
          <p:cNvSpPr>
            <a:spLocks noGrp="1"/>
          </p:cNvSpPr>
          <p:nvPr/>
        </p:nvSpPr>
        <p:spPr>
          <a:xfrm>
            <a:off x="5166970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6" name="A1_bar_Cryo_13549">
            <a:extLst>
              <a:ext uri="{FF2B5EF4-FFF2-40B4-BE49-F238E27FC236}">
                <a16:creationId xmlns:a16="http://schemas.microsoft.com/office/drawing/2014/main" id="{19ACDBDB-507A-47CF-A0AA-75C2176990F6}"/>
              </a:ext>
            </a:extLst>
          </p:cNvPr>
          <p:cNvSpPr>
            <a:spLocks noGrp="1"/>
          </p:cNvSpPr>
          <p:nvPr/>
        </p:nvSpPr>
        <p:spPr>
          <a:xfrm>
            <a:off x="5090711" y="370584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7" name="A1_bar_Cryo_13550">
            <a:extLst>
              <a:ext uri="{FF2B5EF4-FFF2-40B4-BE49-F238E27FC236}">
                <a16:creationId xmlns:a16="http://schemas.microsoft.com/office/drawing/2014/main" id="{AF55D908-3BD1-40D1-9172-03EA18EFAA3B}"/>
              </a:ext>
            </a:extLst>
          </p:cNvPr>
          <p:cNvSpPr>
            <a:spLocks noGrp="1"/>
          </p:cNvSpPr>
          <p:nvPr/>
        </p:nvSpPr>
        <p:spPr>
          <a:xfrm>
            <a:off x="4977711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8" name="A1_bar_Cryo_13551">
            <a:extLst>
              <a:ext uri="{FF2B5EF4-FFF2-40B4-BE49-F238E27FC236}">
                <a16:creationId xmlns:a16="http://schemas.microsoft.com/office/drawing/2014/main" id="{C6BA2F59-BBF0-4DC9-A848-55D888091E67}"/>
              </a:ext>
            </a:extLst>
          </p:cNvPr>
          <p:cNvSpPr>
            <a:spLocks noGrp="1"/>
          </p:cNvSpPr>
          <p:nvPr/>
        </p:nvSpPr>
        <p:spPr>
          <a:xfrm>
            <a:off x="4995868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29" name="A1_bar_Cryo_13552">
            <a:extLst>
              <a:ext uri="{FF2B5EF4-FFF2-40B4-BE49-F238E27FC236}">
                <a16:creationId xmlns:a16="http://schemas.microsoft.com/office/drawing/2014/main" id="{563CAA61-57BA-49A4-913F-ABA0195FC13C}"/>
              </a:ext>
            </a:extLst>
          </p:cNvPr>
          <p:cNvSpPr>
            <a:spLocks noGrp="1"/>
          </p:cNvSpPr>
          <p:nvPr/>
        </p:nvSpPr>
        <p:spPr>
          <a:xfrm>
            <a:off x="507437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0" name="A1_bar_Cryo_13553">
            <a:extLst>
              <a:ext uri="{FF2B5EF4-FFF2-40B4-BE49-F238E27FC236}">
                <a16:creationId xmlns:a16="http://schemas.microsoft.com/office/drawing/2014/main" id="{535CBB48-EC2D-4F96-9745-A63AAE0E6C65}"/>
              </a:ext>
            </a:extLst>
          </p:cNvPr>
          <p:cNvSpPr>
            <a:spLocks noGrp="1"/>
          </p:cNvSpPr>
          <p:nvPr/>
        </p:nvSpPr>
        <p:spPr>
          <a:xfrm>
            <a:off x="4959924" y="502687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1" name="A1_bar_Cryo_13554">
            <a:extLst>
              <a:ext uri="{FF2B5EF4-FFF2-40B4-BE49-F238E27FC236}">
                <a16:creationId xmlns:a16="http://schemas.microsoft.com/office/drawing/2014/main" id="{8614823D-ECEE-4D1D-8C37-8B7D5C102DE2}"/>
              </a:ext>
            </a:extLst>
          </p:cNvPr>
          <p:cNvSpPr>
            <a:spLocks noGrp="1"/>
          </p:cNvSpPr>
          <p:nvPr/>
        </p:nvSpPr>
        <p:spPr>
          <a:xfrm>
            <a:off x="5053628" y="50919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2" name="A1_bar_Cryo_13555">
            <a:extLst>
              <a:ext uri="{FF2B5EF4-FFF2-40B4-BE49-F238E27FC236}">
                <a16:creationId xmlns:a16="http://schemas.microsoft.com/office/drawing/2014/main" id="{47F97114-F849-47F5-A891-D9EF5F142129}"/>
              </a:ext>
            </a:extLst>
          </p:cNvPr>
          <p:cNvSpPr>
            <a:spLocks noGrp="1"/>
          </p:cNvSpPr>
          <p:nvPr/>
        </p:nvSpPr>
        <p:spPr>
          <a:xfrm>
            <a:off x="5120885" y="5198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3" name="A1_bar_Cryo_13556">
            <a:extLst>
              <a:ext uri="{FF2B5EF4-FFF2-40B4-BE49-F238E27FC236}">
                <a16:creationId xmlns:a16="http://schemas.microsoft.com/office/drawing/2014/main" id="{1696AA09-AB0B-48DA-B997-D40AF72FB97C}"/>
              </a:ext>
            </a:extLst>
          </p:cNvPr>
          <p:cNvSpPr>
            <a:spLocks noGrp="1"/>
          </p:cNvSpPr>
          <p:nvPr/>
        </p:nvSpPr>
        <p:spPr>
          <a:xfrm>
            <a:off x="512963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4" name="A1_bar_Cryo_13557">
            <a:extLst>
              <a:ext uri="{FF2B5EF4-FFF2-40B4-BE49-F238E27FC236}">
                <a16:creationId xmlns:a16="http://schemas.microsoft.com/office/drawing/2014/main" id="{F30A73ED-B115-4F7C-BDE6-18E6AC5882F0}"/>
              </a:ext>
            </a:extLst>
          </p:cNvPr>
          <p:cNvSpPr>
            <a:spLocks noGrp="1"/>
          </p:cNvSpPr>
          <p:nvPr/>
        </p:nvSpPr>
        <p:spPr>
          <a:xfrm>
            <a:off x="50935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5" name="A1_bar_Cryo_13558">
            <a:extLst>
              <a:ext uri="{FF2B5EF4-FFF2-40B4-BE49-F238E27FC236}">
                <a16:creationId xmlns:a16="http://schemas.microsoft.com/office/drawing/2014/main" id="{0A3BF9DB-D148-4619-8018-4A054B20DE2E}"/>
              </a:ext>
            </a:extLst>
          </p:cNvPr>
          <p:cNvSpPr>
            <a:spLocks noGrp="1"/>
          </p:cNvSpPr>
          <p:nvPr/>
        </p:nvSpPr>
        <p:spPr>
          <a:xfrm>
            <a:off x="5121225" y="50843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6" name="A1_bar_Cryo_13559">
            <a:extLst>
              <a:ext uri="{FF2B5EF4-FFF2-40B4-BE49-F238E27FC236}">
                <a16:creationId xmlns:a16="http://schemas.microsoft.com/office/drawing/2014/main" id="{45A08555-D382-4E33-9778-AF3929084E59}"/>
              </a:ext>
            </a:extLst>
          </p:cNvPr>
          <p:cNvSpPr>
            <a:spLocks noGrp="1"/>
          </p:cNvSpPr>
          <p:nvPr/>
        </p:nvSpPr>
        <p:spPr>
          <a:xfrm>
            <a:off x="496964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7" name="A1_bar_Cryo_13560">
            <a:extLst>
              <a:ext uri="{FF2B5EF4-FFF2-40B4-BE49-F238E27FC236}">
                <a16:creationId xmlns:a16="http://schemas.microsoft.com/office/drawing/2014/main" id="{8B6415BD-5B8E-46F6-BA3F-209273A83109}"/>
              </a:ext>
            </a:extLst>
          </p:cNvPr>
          <p:cNvSpPr>
            <a:spLocks noGrp="1"/>
          </p:cNvSpPr>
          <p:nvPr/>
        </p:nvSpPr>
        <p:spPr>
          <a:xfrm>
            <a:off x="5128927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8" name="A1_bar_Cryo_13561">
            <a:extLst>
              <a:ext uri="{FF2B5EF4-FFF2-40B4-BE49-F238E27FC236}">
                <a16:creationId xmlns:a16="http://schemas.microsoft.com/office/drawing/2014/main" id="{A99E704A-D60E-42C3-8AB2-827B18F0DC2C}"/>
              </a:ext>
            </a:extLst>
          </p:cNvPr>
          <p:cNvSpPr>
            <a:spLocks noGrp="1"/>
          </p:cNvSpPr>
          <p:nvPr/>
        </p:nvSpPr>
        <p:spPr>
          <a:xfrm>
            <a:off x="512420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39" name="A1_bar_Cryo_13562">
            <a:extLst>
              <a:ext uri="{FF2B5EF4-FFF2-40B4-BE49-F238E27FC236}">
                <a16:creationId xmlns:a16="http://schemas.microsoft.com/office/drawing/2014/main" id="{57112043-C967-49EC-899C-E89B100FDF69}"/>
              </a:ext>
            </a:extLst>
          </p:cNvPr>
          <p:cNvSpPr>
            <a:spLocks noGrp="1"/>
          </p:cNvSpPr>
          <p:nvPr/>
        </p:nvSpPr>
        <p:spPr>
          <a:xfrm>
            <a:off x="49211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0" name="A1_bar_Cryo_13563">
            <a:extLst>
              <a:ext uri="{FF2B5EF4-FFF2-40B4-BE49-F238E27FC236}">
                <a16:creationId xmlns:a16="http://schemas.microsoft.com/office/drawing/2014/main" id="{6670EEF1-250F-4CDA-8B27-724BE98CC849}"/>
              </a:ext>
            </a:extLst>
          </p:cNvPr>
          <p:cNvSpPr>
            <a:spLocks noGrp="1"/>
          </p:cNvSpPr>
          <p:nvPr/>
        </p:nvSpPr>
        <p:spPr>
          <a:xfrm>
            <a:off x="492603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1" name="A1_bar_Cryo_13564">
            <a:extLst>
              <a:ext uri="{FF2B5EF4-FFF2-40B4-BE49-F238E27FC236}">
                <a16:creationId xmlns:a16="http://schemas.microsoft.com/office/drawing/2014/main" id="{D2A1998D-846B-4F5D-88BB-8368D7538A88}"/>
              </a:ext>
            </a:extLst>
          </p:cNvPr>
          <p:cNvSpPr>
            <a:spLocks noGrp="1"/>
          </p:cNvSpPr>
          <p:nvPr/>
        </p:nvSpPr>
        <p:spPr>
          <a:xfrm>
            <a:off x="508115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2" name="A1_bar_Cryo_13565">
            <a:extLst>
              <a:ext uri="{FF2B5EF4-FFF2-40B4-BE49-F238E27FC236}">
                <a16:creationId xmlns:a16="http://schemas.microsoft.com/office/drawing/2014/main" id="{A390906A-2A28-489D-9795-C289B8571DFC}"/>
              </a:ext>
            </a:extLst>
          </p:cNvPr>
          <p:cNvSpPr>
            <a:spLocks noGrp="1"/>
          </p:cNvSpPr>
          <p:nvPr/>
        </p:nvSpPr>
        <p:spPr>
          <a:xfrm>
            <a:off x="494973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3" name="A1_bar_Cryo_13566">
            <a:extLst>
              <a:ext uri="{FF2B5EF4-FFF2-40B4-BE49-F238E27FC236}">
                <a16:creationId xmlns:a16="http://schemas.microsoft.com/office/drawing/2014/main" id="{A2C98E53-674C-4FBE-86ED-35E64C72271B}"/>
              </a:ext>
            </a:extLst>
          </p:cNvPr>
          <p:cNvSpPr>
            <a:spLocks noGrp="1"/>
          </p:cNvSpPr>
          <p:nvPr/>
        </p:nvSpPr>
        <p:spPr>
          <a:xfrm>
            <a:off x="5035300" y="334389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4" name="A1_bar_Cryo_13567">
            <a:extLst>
              <a:ext uri="{FF2B5EF4-FFF2-40B4-BE49-F238E27FC236}">
                <a16:creationId xmlns:a16="http://schemas.microsoft.com/office/drawing/2014/main" id="{F8C47047-3B92-412F-8858-E0D8DBD23280}"/>
              </a:ext>
            </a:extLst>
          </p:cNvPr>
          <p:cNvSpPr>
            <a:spLocks noGrp="1"/>
          </p:cNvSpPr>
          <p:nvPr/>
        </p:nvSpPr>
        <p:spPr>
          <a:xfrm>
            <a:off x="5089479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5" name="A1_bar_Cryo_13568">
            <a:extLst>
              <a:ext uri="{FF2B5EF4-FFF2-40B4-BE49-F238E27FC236}">
                <a16:creationId xmlns:a16="http://schemas.microsoft.com/office/drawing/2014/main" id="{8B57FF33-EB34-499C-B13D-F89D78E666D2}"/>
              </a:ext>
            </a:extLst>
          </p:cNvPr>
          <p:cNvSpPr>
            <a:spLocks noGrp="1"/>
          </p:cNvSpPr>
          <p:nvPr/>
        </p:nvSpPr>
        <p:spPr>
          <a:xfrm>
            <a:off x="509375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6" name="A1_bar_Cryo_13569">
            <a:extLst>
              <a:ext uri="{FF2B5EF4-FFF2-40B4-BE49-F238E27FC236}">
                <a16:creationId xmlns:a16="http://schemas.microsoft.com/office/drawing/2014/main" id="{4CC4DE60-A371-4539-9ED1-982A9D241515}"/>
              </a:ext>
            </a:extLst>
          </p:cNvPr>
          <p:cNvSpPr>
            <a:spLocks noGrp="1"/>
          </p:cNvSpPr>
          <p:nvPr/>
        </p:nvSpPr>
        <p:spPr>
          <a:xfrm>
            <a:off x="511802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7" name="A1_bar_Cryo_13570">
            <a:extLst>
              <a:ext uri="{FF2B5EF4-FFF2-40B4-BE49-F238E27FC236}">
                <a16:creationId xmlns:a16="http://schemas.microsoft.com/office/drawing/2014/main" id="{BF4926B2-83FF-4945-8034-781778A9E927}"/>
              </a:ext>
            </a:extLst>
          </p:cNvPr>
          <p:cNvSpPr>
            <a:spLocks noGrp="1"/>
          </p:cNvSpPr>
          <p:nvPr/>
        </p:nvSpPr>
        <p:spPr>
          <a:xfrm>
            <a:off x="4930497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8" name="A1_bar_Cryo_13571">
            <a:extLst>
              <a:ext uri="{FF2B5EF4-FFF2-40B4-BE49-F238E27FC236}">
                <a16:creationId xmlns:a16="http://schemas.microsoft.com/office/drawing/2014/main" id="{AAF0C60F-AD19-46FE-8EF8-FFC63179F6B4}"/>
              </a:ext>
            </a:extLst>
          </p:cNvPr>
          <p:cNvSpPr>
            <a:spLocks noGrp="1"/>
          </p:cNvSpPr>
          <p:nvPr/>
        </p:nvSpPr>
        <p:spPr>
          <a:xfrm>
            <a:off x="49771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49" name="A1_bar_Cryo_13572">
            <a:extLst>
              <a:ext uri="{FF2B5EF4-FFF2-40B4-BE49-F238E27FC236}">
                <a16:creationId xmlns:a16="http://schemas.microsoft.com/office/drawing/2014/main" id="{7474B5EB-41E2-47E2-9140-5F57060B0A8C}"/>
              </a:ext>
            </a:extLst>
          </p:cNvPr>
          <p:cNvSpPr>
            <a:spLocks noGrp="1"/>
          </p:cNvSpPr>
          <p:nvPr/>
        </p:nvSpPr>
        <p:spPr>
          <a:xfrm>
            <a:off x="510694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0" name="A1_bar_Cryo_13573">
            <a:extLst>
              <a:ext uri="{FF2B5EF4-FFF2-40B4-BE49-F238E27FC236}">
                <a16:creationId xmlns:a16="http://schemas.microsoft.com/office/drawing/2014/main" id="{64F1F786-8723-4AE5-BCCE-A2A7E7DCD08F}"/>
              </a:ext>
            </a:extLst>
          </p:cNvPr>
          <p:cNvSpPr>
            <a:spLocks noGrp="1"/>
          </p:cNvSpPr>
          <p:nvPr/>
        </p:nvSpPr>
        <p:spPr>
          <a:xfrm>
            <a:off x="5140909" y="524543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1" name="A1_bar_Cryo_13574">
            <a:extLst>
              <a:ext uri="{FF2B5EF4-FFF2-40B4-BE49-F238E27FC236}">
                <a16:creationId xmlns:a16="http://schemas.microsoft.com/office/drawing/2014/main" id="{817C82C1-F1CD-4865-B9BE-F88AD35DA53E}"/>
              </a:ext>
            </a:extLst>
          </p:cNvPr>
          <p:cNvSpPr>
            <a:spLocks noGrp="1"/>
          </p:cNvSpPr>
          <p:nvPr/>
        </p:nvSpPr>
        <p:spPr>
          <a:xfrm>
            <a:off x="508416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2" name="A1_bar_Cryo_13575">
            <a:extLst>
              <a:ext uri="{FF2B5EF4-FFF2-40B4-BE49-F238E27FC236}">
                <a16:creationId xmlns:a16="http://schemas.microsoft.com/office/drawing/2014/main" id="{4736E37D-6091-420D-B577-F4D034A2DF03}"/>
              </a:ext>
            </a:extLst>
          </p:cNvPr>
          <p:cNvSpPr>
            <a:spLocks noGrp="1"/>
          </p:cNvSpPr>
          <p:nvPr/>
        </p:nvSpPr>
        <p:spPr>
          <a:xfrm>
            <a:off x="4915822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3" name="A1_bar_Cryo_13576">
            <a:extLst>
              <a:ext uri="{FF2B5EF4-FFF2-40B4-BE49-F238E27FC236}">
                <a16:creationId xmlns:a16="http://schemas.microsoft.com/office/drawing/2014/main" id="{97D3A115-D20A-4D7E-A613-7FB7B465B7F5}"/>
              </a:ext>
            </a:extLst>
          </p:cNvPr>
          <p:cNvSpPr>
            <a:spLocks noGrp="1"/>
          </p:cNvSpPr>
          <p:nvPr/>
        </p:nvSpPr>
        <p:spPr>
          <a:xfrm>
            <a:off x="5137982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4" name="A1_bar_Cryo_13577">
            <a:extLst>
              <a:ext uri="{FF2B5EF4-FFF2-40B4-BE49-F238E27FC236}">
                <a16:creationId xmlns:a16="http://schemas.microsoft.com/office/drawing/2014/main" id="{03B6E60D-8CBB-4028-82C0-0631B718B2D4}"/>
              </a:ext>
            </a:extLst>
          </p:cNvPr>
          <p:cNvSpPr>
            <a:spLocks noGrp="1"/>
          </p:cNvSpPr>
          <p:nvPr/>
        </p:nvSpPr>
        <p:spPr>
          <a:xfrm>
            <a:off x="5098455" y="523560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5" name="A1_bar_Cryo_13578">
            <a:extLst>
              <a:ext uri="{FF2B5EF4-FFF2-40B4-BE49-F238E27FC236}">
                <a16:creationId xmlns:a16="http://schemas.microsoft.com/office/drawing/2014/main" id="{1DD8E3EC-4D31-447F-BC08-3795569001DC}"/>
              </a:ext>
            </a:extLst>
          </p:cNvPr>
          <p:cNvSpPr>
            <a:spLocks noGrp="1"/>
          </p:cNvSpPr>
          <p:nvPr/>
        </p:nvSpPr>
        <p:spPr>
          <a:xfrm>
            <a:off x="516653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6" name="A1_bar_Cryo_13579">
            <a:extLst>
              <a:ext uri="{FF2B5EF4-FFF2-40B4-BE49-F238E27FC236}">
                <a16:creationId xmlns:a16="http://schemas.microsoft.com/office/drawing/2014/main" id="{1DFFF200-6F4A-4D7D-90B8-FBC214BCDD97}"/>
              </a:ext>
            </a:extLst>
          </p:cNvPr>
          <p:cNvSpPr>
            <a:spLocks noGrp="1"/>
          </p:cNvSpPr>
          <p:nvPr/>
        </p:nvSpPr>
        <p:spPr>
          <a:xfrm>
            <a:off x="5167286" y="389472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7" name="A1_bar_Cryo_13580">
            <a:extLst>
              <a:ext uri="{FF2B5EF4-FFF2-40B4-BE49-F238E27FC236}">
                <a16:creationId xmlns:a16="http://schemas.microsoft.com/office/drawing/2014/main" id="{F7AE0ACF-2DD9-440C-A509-D1DA81F1C048}"/>
              </a:ext>
            </a:extLst>
          </p:cNvPr>
          <p:cNvSpPr>
            <a:spLocks noGrp="1"/>
          </p:cNvSpPr>
          <p:nvPr/>
        </p:nvSpPr>
        <p:spPr>
          <a:xfrm>
            <a:off x="5005547" y="3954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8" name="A1_bar_Cryo_13581">
            <a:extLst>
              <a:ext uri="{FF2B5EF4-FFF2-40B4-BE49-F238E27FC236}">
                <a16:creationId xmlns:a16="http://schemas.microsoft.com/office/drawing/2014/main" id="{13F014DE-3308-4197-8DBF-FEA41D75CDC0}"/>
              </a:ext>
            </a:extLst>
          </p:cNvPr>
          <p:cNvSpPr>
            <a:spLocks noGrp="1"/>
          </p:cNvSpPr>
          <p:nvPr/>
        </p:nvSpPr>
        <p:spPr>
          <a:xfrm>
            <a:off x="5149435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59" name="A1_bar_Cryo_13582">
            <a:extLst>
              <a:ext uri="{FF2B5EF4-FFF2-40B4-BE49-F238E27FC236}">
                <a16:creationId xmlns:a16="http://schemas.microsoft.com/office/drawing/2014/main" id="{C1F09626-EF27-4849-84FC-572AF0578778}"/>
              </a:ext>
            </a:extLst>
          </p:cNvPr>
          <p:cNvSpPr>
            <a:spLocks noGrp="1"/>
          </p:cNvSpPr>
          <p:nvPr/>
        </p:nvSpPr>
        <p:spPr>
          <a:xfrm>
            <a:off x="5162366" y="422815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0" name="A1_bar_Cryo_13583">
            <a:extLst>
              <a:ext uri="{FF2B5EF4-FFF2-40B4-BE49-F238E27FC236}">
                <a16:creationId xmlns:a16="http://schemas.microsoft.com/office/drawing/2014/main" id="{D3007B49-B421-43A5-BA75-F88CABD110A9}"/>
              </a:ext>
            </a:extLst>
          </p:cNvPr>
          <p:cNvSpPr>
            <a:spLocks noGrp="1"/>
          </p:cNvSpPr>
          <p:nvPr/>
        </p:nvSpPr>
        <p:spPr>
          <a:xfrm>
            <a:off x="5042150" y="5198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1" name="A1_bar_Cryo_13584">
            <a:extLst>
              <a:ext uri="{FF2B5EF4-FFF2-40B4-BE49-F238E27FC236}">
                <a16:creationId xmlns:a16="http://schemas.microsoft.com/office/drawing/2014/main" id="{4AB4DC9A-B700-4EDD-9E1C-FC673B67D215}"/>
              </a:ext>
            </a:extLst>
          </p:cNvPr>
          <p:cNvSpPr>
            <a:spLocks noGrp="1"/>
          </p:cNvSpPr>
          <p:nvPr/>
        </p:nvSpPr>
        <p:spPr>
          <a:xfrm>
            <a:off x="50484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2" name="A1_bar_Cryo_13585">
            <a:extLst>
              <a:ext uri="{FF2B5EF4-FFF2-40B4-BE49-F238E27FC236}">
                <a16:creationId xmlns:a16="http://schemas.microsoft.com/office/drawing/2014/main" id="{C19F289C-0268-45EE-9D13-41411093EFD0}"/>
              </a:ext>
            </a:extLst>
          </p:cNvPr>
          <p:cNvSpPr>
            <a:spLocks noGrp="1"/>
          </p:cNvSpPr>
          <p:nvPr/>
        </p:nvSpPr>
        <p:spPr>
          <a:xfrm>
            <a:off x="5056678" y="601120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3" name="A1_bar_Cryo_13586">
            <a:extLst>
              <a:ext uri="{FF2B5EF4-FFF2-40B4-BE49-F238E27FC236}">
                <a16:creationId xmlns:a16="http://schemas.microsoft.com/office/drawing/2014/main" id="{14E8CCA4-7E28-4353-A69A-769F20A74171}"/>
              </a:ext>
            </a:extLst>
          </p:cNvPr>
          <p:cNvSpPr>
            <a:spLocks noGrp="1"/>
          </p:cNvSpPr>
          <p:nvPr/>
        </p:nvSpPr>
        <p:spPr>
          <a:xfrm>
            <a:off x="506679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4" name="A1_bar_Cryo_13587">
            <a:extLst>
              <a:ext uri="{FF2B5EF4-FFF2-40B4-BE49-F238E27FC236}">
                <a16:creationId xmlns:a16="http://schemas.microsoft.com/office/drawing/2014/main" id="{B758427D-EF30-4DAD-8C90-DADF082D19C0}"/>
              </a:ext>
            </a:extLst>
          </p:cNvPr>
          <p:cNvSpPr>
            <a:spLocks noGrp="1"/>
          </p:cNvSpPr>
          <p:nvPr/>
        </p:nvSpPr>
        <p:spPr>
          <a:xfrm>
            <a:off x="5086161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5" name="A1_bar_Cryo_13588">
            <a:extLst>
              <a:ext uri="{FF2B5EF4-FFF2-40B4-BE49-F238E27FC236}">
                <a16:creationId xmlns:a16="http://schemas.microsoft.com/office/drawing/2014/main" id="{80452445-85D0-40DF-A510-A7A642C01A6B}"/>
              </a:ext>
            </a:extLst>
          </p:cNvPr>
          <p:cNvSpPr>
            <a:spLocks noGrp="1"/>
          </p:cNvSpPr>
          <p:nvPr/>
        </p:nvSpPr>
        <p:spPr>
          <a:xfrm>
            <a:off x="496542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6" name="A1_bar_Cryo_13589">
            <a:extLst>
              <a:ext uri="{FF2B5EF4-FFF2-40B4-BE49-F238E27FC236}">
                <a16:creationId xmlns:a16="http://schemas.microsoft.com/office/drawing/2014/main" id="{36591FC9-E170-4A4E-BB87-F1FA13EA43AB}"/>
              </a:ext>
            </a:extLst>
          </p:cNvPr>
          <p:cNvSpPr>
            <a:spLocks noGrp="1"/>
          </p:cNvSpPr>
          <p:nvPr/>
        </p:nvSpPr>
        <p:spPr>
          <a:xfrm>
            <a:off x="492735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7" name="A1_bar_Cryo_13590">
            <a:extLst>
              <a:ext uri="{FF2B5EF4-FFF2-40B4-BE49-F238E27FC236}">
                <a16:creationId xmlns:a16="http://schemas.microsoft.com/office/drawing/2014/main" id="{0A248DC5-3A75-44CB-B4FC-BA5FFCF453C3}"/>
              </a:ext>
            </a:extLst>
          </p:cNvPr>
          <p:cNvSpPr>
            <a:spLocks noGrp="1"/>
          </p:cNvSpPr>
          <p:nvPr/>
        </p:nvSpPr>
        <p:spPr>
          <a:xfrm>
            <a:off x="4996573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8" name="A1_bar_Cryo_13591">
            <a:extLst>
              <a:ext uri="{FF2B5EF4-FFF2-40B4-BE49-F238E27FC236}">
                <a16:creationId xmlns:a16="http://schemas.microsoft.com/office/drawing/2014/main" id="{7AEE74C6-36C7-48FA-B271-EA4914500DAE}"/>
              </a:ext>
            </a:extLst>
          </p:cNvPr>
          <p:cNvSpPr>
            <a:spLocks noGrp="1"/>
          </p:cNvSpPr>
          <p:nvPr/>
        </p:nvSpPr>
        <p:spPr>
          <a:xfrm>
            <a:off x="512474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69" name="A1_bar_Cryo_13592">
            <a:extLst>
              <a:ext uri="{FF2B5EF4-FFF2-40B4-BE49-F238E27FC236}">
                <a16:creationId xmlns:a16="http://schemas.microsoft.com/office/drawing/2014/main" id="{EF7C8DC5-A769-46B0-A349-8A2B2D34B02F}"/>
              </a:ext>
            </a:extLst>
          </p:cNvPr>
          <p:cNvSpPr>
            <a:spLocks noGrp="1"/>
          </p:cNvSpPr>
          <p:nvPr/>
        </p:nvSpPr>
        <p:spPr>
          <a:xfrm>
            <a:off x="5099914" y="52763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0" name="A1_bar_Cryo_13593">
            <a:extLst>
              <a:ext uri="{FF2B5EF4-FFF2-40B4-BE49-F238E27FC236}">
                <a16:creationId xmlns:a16="http://schemas.microsoft.com/office/drawing/2014/main" id="{9879B217-688D-469A-B3DA-F08DBC9200BD}"/>
              </a:ext>
            </a:extLst>
          </p:cNvPr>
          <p:cNvSpPr>
            <a:spLocks noGrp="1"/>
          </p:cNvSpPr>
          <p:nvPr/>
        </p:nvSpPr>
        <p:spPr>
          <a:xfrm>
            <a:off x="4919577" y="54046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1" name="A1_bar_Cryo_13594">
            <a:extLst>
              <a:ext uri="{FF2B5EF4-FFF2-40B4-BE49-F238E27FC236}">
                <a16:creationId xmlns:a16="http://schemas.microsoft.com/office/drawing/2014/main" id="{C0E52812-09AC-461D-AE2C-DC2273467910}"/>
              </a:ext>
            </a:extLst>
          </p:cNvPr>
          <p:cNvSpPr>
            <a:spLocks noGrp="1"/>
          </p:cNvSpPr>
          <p:nvPr/>
        </p:nvSpPr>
        <p:spPr>
          <a:xfrm>
            <a:off x="49845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2" name="A1_bar_Cryo_13595">
            <a:extLst>
              <a:ext uri="{FF2B5EF4-FFF2-40B4-BE49-F238E27FC236}">
                <a16:creationId xmlns:a16="http://schemas.microsoft.com/office/drawing/2014/main" id="{FEC8141A-12F0-4620-85E8-53CD1753E20E}"/>
              </a:ext>
            </a:extLst>
          </p:cNvPr>
          <p:cNvSpPr>
            <a:spLocks noGrp="1"/>
          </p:cNvSpPr>
          <p:nvPr/>
        </p:nvSpPr>
        <p:spPr>
          <a:xfrm>
            <a:off x="491596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3" name="A1_bar_Cryo_13596">
            <a:extLst>
              <a:ext uri="{FF2B5EF4-FFF2-40B4-BE49-F238E27FC236}">
                <a16:creationId xmlns:a16="http://schemas.microsoft.com/office/drawing/2014/main" id="{F7B3BF65-9836-4465-8D19-B75B9FE1DE36}"/>
              </a:ext>
            </a:extLst>
          </p:cNvPr>
          <p:cNvSpPr>
            <a:spLocks noGrp="1"/>
          </p:cNvSpPr>
          <p:nvPr/>
        </p:nvSpPr>
        <p:spPr>
          <a:xfrm>
            <a:off x="4942058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4" name="A1_bar_Cryo_13597">
            <a:extLst>
              <a:ext uri="{FF2B5EF4-FFF2-40B4-BE49-F238E27FC236}">
                <a16:creationId xmlns:a16="http://schemas.microsoft.com/office/drawing/2014/main" id="{FFAA8510-1398-468B-B2FB-95E9FA16C82F}"/>
              </a:ext>
            </a:extLst>
          </p:cNvPr>
          <p:cNvSpPr>
            <a:spLocks noGrp="1"/>
          </p:cNvSpPr>
          <p:nvPr/>
        </p:nvSpPr>
        <p:spPr>
          <a:xfrm>
            <a:off x="510175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5" name="A1_bar_Cryo_13598">
            <a:extLst>
              <a:ext uri="{FF2B5EF4-FFF2-40B4-BE49-F238E27FC236}">
                <a16:creationId xmlns:a16="http://schemas.microsoft.com/office/drawing/2014/main" id="{E4A816A3-8064-4573-814A-69E5CD838D07}"/>
              </a:ext>
            </a:extLst>
          </p:cNvPr>
          <p:cNvSpPr>
            <a:spLocks noGrp="1"/>
          </p:cNvSpPr>
          <p:nvPr/>
        </p:nvSpPr>
        <p:spPr>
          <a:xfrm>
            <a:off x="5044294" y="31078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6" name="A1_bar_Cryo_13599">
            <a:extLst>
              <a:ext uri="{FF2B5EF4-FFF2-40B4-BE49-F238E27FC236}">
                <a16:creationId xmlns:a16="http://schemas.microsoft.com/office/drawing/2014/main" id="{5CD108DF-B0BC-40DA-BF23-3F59FEDAC523}"/>
              </a:ext>
            </a:extLst>
          </p:cNvPr>
          <p:cNvSpPr>
            <a:spLocks noGrp="1"/>
          </p:cNvSpPr>
          <p:nvPr/>
        </p:nvSpPr>
        <p:spPr>
          <a:xfrm>
            <a:off x="5096284" y="55732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7" name="A1_bar_Cryo_13600">
            <a:extLst>
              <a:ext uri="{FF2B5EF4-FFF2-40B4-BE49-F238E27FC236}">
                <a16:creationId xmlns:a16="http://schemas.microsoft.com/office/drawing/2014/main" id="{B3F8ED7C-AEBC-42F3-A78E-AC64CE571A6B}"/>
              </a:ext>
            </a:extLst>
          </p:cNvPr>
          <p:cNvSpPr>
            <a:spLocks noGrp="1"/>
          </p:cNvSpPr>
          <p:nvPr/>
        </p:nvSpPr>
        <p:spPr>
          <a:xfrm>
            <a:off x="510398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8" name="A1_bar_Cryo_13601">
            <a:extLst>
              <a:ext uri="{FF2B5EF4-FFF2-40B4-BE49-F238E27FC236}">
                <a16:creationId xmlns:a16="http://schemas.microsoft.com/office/drawing/2014/main" id="{DEAF0D7C-1EF7-48DD-BC71-8BE543C26188}"/>
              </a:ext>
            </a:extLst>
          </p:cNvPr>
          <p:cNvSpPr>
            <a:spLocks noGrp="1"/>
          </p:cNvSpPr>
          <p:nvPr/>
        </p:nvSpPr>
        <p:spPr>
          <a:xfrm>
            <a:off x="5140850" y="5717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79" name="A1_bar_Cryo_13602">
            <a:extLst>
              <a:ext uri="{FF2B5EF4-FFF2-40B4-BE49-F238E27FC236}">
                <a16:creationId xmlns:a16="http://schemas.microsoft.com/office/drawing/2014/main" id="{1249CDCD-F15C-4FCC-8B87-8277390F195D}"/>
              </a:ext>
            </a:extLst>
          </p:cNvPr>
          <p:cNvSpPr>
            <a:spLocks noGrp="1"/>
          </p:cNvSpPr>
          <p:nvPr/>
        </p:nvSpPr>
        <p:spPr>
          <a:xfrm>
            <a:off x="5157285" y="40338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0" name="A1_bar_Cryo_13603">
            <a:extLst>
              <a:ext uri="{FF2B5EF4-FFF2-40B4-BE49-F238E27FC236}">
                <a16:creationId xmlns:a16="http://schemas.microsoft.com/office/drawing/2014/main" id="{30E23F83-BE4D-4825-BA38-8285786A1B5B}"/>
              </a:ext>
            </a:extLst>
          </p:cNvPr>
          <p:cNvSpPr>
            <a:spLocks noGrp="1"/>
          </p:cNvSpPr>
          <p:nvPr/>
        </p:nvSpPr>
        <p:spPr>
          <a:xfrm>
            <a:off x="49410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1" name="A1_bar_Cryo_13604">
            <a:extLst>
              <a:ext uri="{FF2B5EF4-FFF2-40B4-BE49-F238E27FC236}">
                <a16:creationId xmlns:a16="http://schemas.microsoft.com/office/drawing/2014/main" id="{6B904356-A079-4D14-B794-10005E5AFA9F}"/>
              </a:ext>
            </a:extLst>
          </p:cNvPr>
          <p:cNvSpPr>
            <a:spLocks noGrp="1"/>
          </p:cNvSpPr>
          <p:nvPr/>
        </p:nvSpPr>
        <p:spPr>
          <a:xfrm>
            <a:off x="515740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2" name="A1_bar_Cryo_13605">
            <a:extLst>
              <a:ext uri="{FF2B5EF4-FFF2-40B4-BE49-F238E27FC236}">
                <a16:creationId xmlns:a16="http://schemas.microsoft.com/office/drawing/2014/main" id="{7B43B2BF-64C0-4BF0-83B1-D3D0D59FE27B}"/>
              </a:ext>
            </a:extLst>
          </p:cNvPr>
          <p:cNvSpPr>
            <a:spLocks noGrp="1"/>
          </p:cNvSpPr>
          <p:nvPr/>
        </p:nvSpPr>
        <p:spPr>
          <a:xfrm>
            <a:off x="5048485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3" name="A1_bar_Cryo_13606">
            <a:extLst>
              <a:ext uri="{FF2B5EF4-FFF2-40B4-BE49-F238E27FC236}">
                <a16:creationId xmlns:a16="http://schemas.microsoft.com/office/drawing/2014/main" id="{0263385D-A70F-4AF2-A9DC-E4D3B1F46058}"/>
              </a:ext>
            </a:extLst>
          </p:cNvPr>
          <p:cNvSpPr>
            <a:spLocks noGrp="1"/>
          </p:cNvSpPr>
          <p:nvPr/>
        </p:nvSpPr>
        <p:spPr>
          <a:xfrm>
            <a:off x="5037897" y="34956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4" name="A1_bar_Cryo_13607">
            <a:extLst>
              <a:ext uri="{FF2B5EF4-FFF2-40B4-BE49-F238E27FC236}">
                <a16:creationId xmlns:a16="http://schemas.microsoft.com/office/drawing/2014/main" id="{6E337CD0-EEF8-4C9F-B806-CFBA0191ED41}"/>
              </a:ext>
            </a:extLst>
          </p:cNvPr>
          <p:cNvSpPr>
            <a:spLocks noGrp="1"/>
          </p:cNvSpPr>
          <p:nvPr/>
        </p:nvSpPr>
        <p:spPr>
          <a:xfrm>
            <a:off x="498134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5" name="A1_bar_Cryo_13608">
            <a:extLst>
              <a:ext uri="{FF2B5EF4-FFF2-40B4-BE49-F238E27FC236}">
                <a16:creationId xmlns:a16="http://schemas.microsoft.com/office/drawing/2014/main" id="{5BAEB504-F8F0-471C-8801-8572238E16CF}"/>
              </a:ext>
            </a:extLst>
          </p:cNvPr>
          <p:cNvSpPr>
            <a:spLocks noGrp="1"/>
          </p:cNvSpPr>
          <p:nvPr/>
        </p:nvSpPr>
        <p:spPr>
          <a:xfrm>
            <a:off x="5080555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6" name="A1_bar_Cryo_13609">
            <a:extLst>
              <a:ext uri="{FF2B5EF4-FFF2-40B4-BE49-F238E27FC236}">
                <a16:creationId xmlns:a16="http://schemas.microsoft.com/office/drawing/2014/main" id="{EA0F5B96-8655-489B-B856-1249BE8B8642}"/>
              </a:ext>
            </a:extLst>
          </p:cNvPr>
          <p:cNvSpPr>
            <a:spLocks noGrp="1"/>
          </p:cNvSpPr>
          <p:nvPr/>
        </p:nvSpPr>
        <p:spPr>
          <a:xfrm>
            <a:off x="4956276" y="384972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7" name="A1_bar_Cryo_13610">
            <a:extLst>
              <a:ext uri="{FF2B5EF4-FFF2-40B4-BE49-F238E27FC236}">
                <a16:creationId xmlns:a16="http://schemas.microsoft.com/office/drawing/2014/main" id="{AEB361EC-04EE-4095-B589-436131C6BDF5}"/>
              </a:ext>
            </a:extLst>
          </p:cNvPr>
          <p:cNvSpPr>
            <a:spLocks noGrp="1"/>
          </p:cNvSpPr>
          <p:nvPr/>
        </p:nvSpPr>
        <p:spPr>
          <a:xfrm>
            <a:off x="504845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8" name="A1_bar_Cryo_13611">
            <a:extLst>
              <a:ext uri="{FF2B5EF4-FFF2-40B4-BE49-F238E27FC236}">
                <a16:creationId xmlns:a16="http://schemas.microsoft.com/office/drawing/2014/main" id="{FAEBB564-687E-4A03-B274-9EE907071545}"/>
              </a:ext>
            </a:extLst>
          </p:cNvPr>
          <p:cNvSpPr>
            <a:spLocks noGrp="1"/>
          </p:cNvSpPr>
          <p:nvPr/>
        </p:nvSpPr>
        <p:spPr>
          <a:xfrm>
            <a:off x="510520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89" name="A1_bar_Cryo_13612">
            <a:extLst>
              <a:ext uri="{FF2B5EF4-FFF2-40B4-BE49-F238E27FC236}">
                <a16:creationId xmlns:a16="http://schemas.microsoft.com/office/drawing/2014/main" id="{2657E601-F309-48DE-8CBC-6A33CD37F2F0}"/>
              </a:ext>
            </a:extLst>
          </p:cNvPr>
          <p:cNvSpPr>
            <a:spLocks noGrp="1"/>
          </p:cNvSpPr>
          <p:nvPr/>
        </p:nvSpPr>
        <p:spPr>
          <a:xfrm>
            <a:off x="4953308" y="52942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0" name="A1_bar_Cryo_13613">
            <a:extLst>
              <a:ext uri="{FF2B5EF4-FFF2-40B4-BE49-F238E27FC236}">
                <a16:creationId xmlns:a16="http://schemas.microsoft.com/office/drawing/2014/main" id="{C3AFE029-CFD1-4F97-82B4-2CAA049EDF7C}"/>
              </a:ext>
            </a:extLst>
          </p:cNvPr>
          <p:cNvSpPr>
            <a:spLocks noGrp="1"/>
          </p:cNvSpPr>
          <p:nvPr/>
        </p:nvSpPr>
        <p:spPr>
          <a:xfrm>
            <a:off x="494247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1" name="A1_bar_Cryo_13614">
            <a:extLst>
              <a:ext uri="{FF2B5EF4-FFF2-40B4-BE49-F238E27FC236}">
                <a16:creationId xmlns:a16="http://schemas.microsoft.com/office/drawing/2014/main" id="{703663B3-5FDE-4348-BCE2-50B9214E23CE}"/>
              </a:ext>
            </a:extLst>
          </p:cNvPr>
          <p:cNvSpPr>
            <a:spLocks noGrp="1"/>
          </p:cNvSpPr>
          <p:nvPr/>
        </p:nvSpPr>
        <p:spPr>
          <a:xfrm>
            <a:off x="497152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2" name="A1_bar_Cryo_13615">
            <a:extLst>
              <a:ext uri="{FF2B5EF4-FFF2-40B4-BE49-F238E27FC236}">
                <a16:creationId xmlns:a16="http://schemas.microsoft.com/office/drawing/2014/main" id="{3F4BD315-C25B-4F85-A9B1-20FDB279C85C}"/>
              </a:ext>
            </a:extLst>
          </p:cNvPr>
          <p:cNvSpPr>
            <a:spLocks noGrp="1"/>
          </p:cNvSpPr>
          <p:nvPr/>
        </p:nvSpPr>
        <p:spPr>
          <a:xfrm>
            <a:off x="5118386" y="561249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3" name="A1_bar_Cryo_13616">
            <a:extLst>
              <a:ext uri="{FF2B5EF4-FFF2-40B4-BE49-F238E27FC236}">
                <a16:creationId xmlns:a16="http://schemas.microsoft.com/office/drawing/2014/main" id="{5C85694A-389E-403F-8A01-0D46B225596A}"/>
              </a:ext>
            </a:extLst>
          </p:cNvPr>
          <p:cNvSpPr>
            <a:spLocks noGrp="1"/>
          </p:cNvSpPr>
          <p:nvPr/>
        </p:nvSpPr>
        <p:spPr>
          <a:xfrm>
            <a:off x="50224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4" name="A1_bar_Cryo_13617">
            <a:extLst>
              <a:ext uri="{FF2B5EF4-FFF2-40B4-BE49-F238E27FC236}">
                <a16:creationId xmlns:a16="http://schemas.microsoft.com/office/drawing/2014/main" id="{0556743A-116A-498D-ACA3-F2A7EFC0F560}"/>
              </a:ext>
            </a:extLst>
          </p:cNvPr>
          <p:cNvSpPr>
            <a:spLocks noGrp="1"/>
          </p:cNvSpPr>
          <p:nvPr/>
        </p:nvSpPr>
        <p:spPr>
          <a:xfrm>
            <a:off x="516202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5" name="A1_bar_Cryo_13618">
            <a:extLst>
              <a:ext uri="{FF2B5EF4-FFF2-40B4-BE49-F238E27FC236}">
                <a16:creationId xmlns:a16="http://schemas.microsoft.com/office/drawing/2014/main" id="{3C23218E-47CC-4844-89DC-2ACA51F59449}"/>
              </a:ext>
            </a:extLst>
          </p:cNvPr>
          <p:cNvSpPr>
            <a:spLocks noGrp="1"/>
          </p:cNvSpPr>
          <p:nvPr/>
        </p:nvSpPr>
        <p:spPr>
          <a:xfrm>
            <a:off x="505832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6" name="A1_bar_Cryo_13619">
            <a:extLst>
              <a:ext uri="{FF2B5EF4-FFF2-40B4-BE49-F238E27FC236}">
                <a16:creationId xmlns:a16="http://schemas.microsoft.com/office/drawing/2014/main" id="{3EC26362-5057-459D-B5FC-3A8DFD105997}"/>
              </a:ext>
            </a:extLst>
          </p:cNvPr>
          <p:cNvSpPr>
            <a:spLocks noGrp="1"/>
          </p:cNvSpPr>
          <p:nvPr/>
        </p:nvSpPr>
        <p:spPr>
          <a:xfrm>
            <a:off x="502675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7" name="A1_bar_Cryo_13620">
            <a:extLst>
              <a:ext uri="{FF2B5EF4-FFF2-40B4-BE49-F238E27FC236}">
                <a16:creationId xmlns:a16="http://schemas.microsoft.com/office/drawing/2014/main" id="{134EF13E-E4FC-4099-80F3-F52835E5BF78}"/>
              </a:ext>
            </a:extLst>
          </p:cNvPr>
          <p:cNvSpPr>
            <a:spLocks noGrp="1"/>
          </p:cNvSpPr>
          <p:nvPr/>
        </p:nvSpPr>
        <p:spPr>
          <a:xfrm>
            <a:off x="5028461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8" name="A1_bar_Cryo_13621">
            <a:extLst>
              <a:ext uri="{FF2B5EF4-FFF2-40B4-BE49-F238E27FC236}">
                <a16:creationId xmlns:a16="http://schemas.microsoft.com/office/drawing/2014/main" id="{87772297-F7FC-425D-9F4F-DBA7EBC00809}"/>
              </a:ext>
            </a:extLst>
          </p:cNvPr>
          <p:cNvSpPr>
            <a:spLocks noGrp="1"/>
          </p:cNvSpPr>
          <p:nvPr/>
        </p:nvSpPr>
        <p:spPr>
          <a:xfrm>
            <a:off x="492059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399" name="A1_bar_Cryo_13622">
            <a:extLst>
              <a:ext uri="{FF2B5EF4-FFF2-40B4-BE49-F238E27FC236}">
                <a16:creationId xmlns:a16="http://schemas.microsoft.com/office/drawing/2014/main" id="{E032B7C5-2B11-4D45-91DC-863D2B28CF6C}"/>
              </a:ext>
            </a:extLst>
          </p:cNvPr>
          <p:cNvSpPr>
            <a:spLocks noGrp="1"/>
          </p:cNvSpPr>
          <p:nvPr/>
        </p:nvSpPr>
        <p:spPr>
          <a:xfrm>
            <a:off x="5119345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0" name="A1_bar_Cryo_13623">
            <a:extLst>
              <a:ext uri="{FF2B5EF4-FFF2-40B4-BE49-F238E27FC236}">
                <a16:creationId xmlns:a16="http://schemas.microsoft.com/office/drawing/2014/main" id="{4A180851-B9C2-4200-A8E0-05FF81DA2A0D}"/>
              </a:ext>
            </a:extLst>
          </p:cNvPr>
          <p:cNvSpPr>
            <a:spLocks noGrp="1"/>
          </p:cNvSpPr>
          <p:nvPr/>
        </p:nvSpPr>
        <p:spPr>
          <a:xfrm>
            <a:off x="50368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1" name="A1_bar_Cryo_13624">
            <a:extLst>
              <a:ext uri="{FF2B5EF4-FFF2-40B4-BE49-F238E27FC236}">
                <a16:creationId xmlns:a16="http://schemas.microsoft.com/office/drawing/2014/main" id="{7058EBC8-4720-4F9B-8384-2C3284451FC4}"/>
              </a:ext>
            </a:extLst>
          </p:cNvPr>
          <p:cNvSpPr>
            <a:spLocks noGrp="1"/>
          </p:cNvSpPr>
          <p:nvPr/>
        </p:nvSpPr>
        <p:spPr>
          <a:xfrm>
            <a:off x="497684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2" name="A1_bar_Cryo_13625">
            <a:extLst>
              <a:ext uri="{FF2B5EF4-FFF2-40B4-BE49-F238E27FC236}">
                <a16:creationId xmlns:a16="http://schemas.microsoft.com/office/drawing/2014/main" id="{DAD9B5C3-941E-469D-8B67-8FA055714651}"/>
              </a:ext>
            </a:extLst>
          </p:cNvPr>
          <p:cNvSpPr>
            <a:spLocks noGrp="1"/>
          </p:cNvSpPr>
          <p:nvPr/>
        </p:nvSpPr>
        <p:spPr>
          <a:xfrm>
            <a:off x="5064501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3" name="A1_bar_Cryo_13626">
            <a:extLst>
              <a:ext uri="{FF2B5EF4-FFF2-40B4-BE49-F238E27FC236}">
                <a16:creationId xmlns:a16="http://schemas.microsoft.com/office/drawing/2014/main" id="{0060EE79-C2C4-47BB-B285-0A2E4F82AA25}"/>
              </a:ext>
            </a:extLst>
          </p:cNvPr>
          <p:cNvSpPr>
            <a:spLocks noGrp="1"/>
          </p:cNvSpPr>
          <p:nvPr/>
        </p:nvSpPr>
        <p:spPr>
          <a:xfrm>
            <a:off x="4955784" y="4221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4" name="A1_bar_Cryo_13627">
            <a:extLst>
              <a:ext uri="{FF2B5EF4-FFF2-40B4-BE49-F238E27FC236}">
                <a16:creationId xmlns:a16="http://schemas.microsoft.com/office/drawing/2014/main" id="{56A5671A-5824-4B08-836D-D8F025051C84}"/>
              </a:ext>
            </a:extLst>
          </p:cNvPr>
          <p:cNvSpPr>
            <a:spLocks noGrp="1"/>
          </p:cNvSpPr>
          <p:nvPr/>
        </p:nvSpPr>
        <p:spPr>
          <a:xfrm>
            <a:off x="511433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5" name="A1_bar_Cryo_13628">
            <a:extLst>
              <a:ext uri="{FF2B5EF4-FFF2-40B4-BE49-F238E27FC236}">
                <a16:creationId xmlns:a16="http://schemas.microsoft.com/office/drawing/2014/main" id="{BC302C95-2107-4CC8-91B2-42E079511D10}"/>
              </a:ext>
            </a:extLst>
          </p:cNvPr>
          <p:cNvSpPr>
            <a:spLocks noGrp="1"/>
          </p:cNvSpPr>
          <p:nvPr/>
        </p:nvSpPr>
        <p:spPr>
          <a:xfrm>
            <a:off x="507835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6" name="A1_bar_Cryo_13629">
            <a:extLst>
              <a:ext uri="{FF2B5EF4-FFF2-40B4-BE49-F238E27FC236}">
                <a16:creationId xmlns:a16="http://schemas.microsoft.com/office/drawing/2014/main" id="{9650F1B8-044D-476B-B1CE-6654E4EDA1AF}"/>
              </a:ext>
            </a:extLst>
          </p:cNvPr>
          <p:cNvSpPr>
            <a:spLocks noGrp="1"/>
          </p:cNvSpPr>
          <p:nvPr/>
        </p:nvSpPr>
        <p:spPr>
          <a:xfrm>
            <a:off x="516468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7" name="A1_bar_Cryo_13630">
            <a:extLst>
              <a:ext uri="{FF2B5EF4-FFF2-40B4-BE49-F238E27FC236}">
                <a16:creationId xmlns:a16="http://schemas.microsoft.com/office/drawing/2014/main" id="{C69C5EC4-6F45-4070-A303-6B832CCCB3C7}"/>
              </a:ext>
            </a:extLst>
          </p:cNvPr>
          <p:cNvSpPr>
            <a:spLocks noGrp="1"/>
          </p:cNvSpPr>
          <p:nvPr/>
        </p:nvSpPr>
        <p:spPr>
          <a:xfrm>
            <a:off x="515863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8" name="A1_bar_Cryo_13631">
            <a:extLst>
              <a:ext uri="{FF2B5EF4-FFF2-40B4-BE49-F238E27FC236}">
                <a16:creationId xmlns:a16="http://schemas.microsoft.com/office/drawing/2014/main" id="{29658A8A-7F4F-4AE9-BA96-B3031CCEF73E}"/>
              </a:ext>
            </a:extLst>
          </p:cNvPr>
          <p:cNvSpPr>
            <a:spLocks noGrp="1"/>
          </p:cNvSpPr>
          <p:nvPr/>
        </p:nvSpPr>
        <p:spPr>
          <a:xfrm>
            <a:off x="5105836" y="298602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09" name="A1_bar_Cryo_13632">
            <a:extLst>
              <a:ext uri="{FF2B5EF4-FFF2-40B4-BE49-F238E27FC236}">
                <a16:creationId xmlns:a16="http://schemas.microsoft.com/office/drawing/2014/main" id="{55C9AD6C-3CEE-411F-8A6A-A789E7220DF2}"/>
              </a:ext>
            </a:extLst>
          </p:cNvPr>
          <p:cNvSpPr>
            <a:spLocks noGrp="1"/>
          </p:cNvSpPr>
          <p:nvPr/>
        </p:nvSpPr>
        <p:spPr>
          <a:xfrm>
            <a:off x="5151095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0" name="A1_bar_Cryo_13633">
            <a:extLst>
              <a:ext uri="{FF2B5EF4-FFF2-40B4-BE49-F238E27FC236}">
                <a16:creationId xmlns:a16="http://schemas.microsoft.com/office/drawing/2014/main" id="{CA5AFE44-474A-4C81-8BB1-0F7995354521}"/>
              </a:ext>
            </a:extLst>
          </p:cNvPr>
          <p:cNvSpPr>
            <a:spLocks noGrp="1"/>
          </p:cNvSpPr>
          <p:nvPr/>
        </p:nvSpPr>
        <p:spPr>
          <a:xfrm>
            <a:off x="501748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1" name="A1_bar_Cryo_13634">
            <a:extLst>
              <a:ext uri="{FF2B5EF4-FFF2-40B4-BE49-F238E27FC236}">
                <a16:creationId xmlns:a16="http://schemas.microsoft.com/office/drawing/2014/main" id="{96CB57B5-B857-4815-8B62-9B2C526A621C}"/>
              </a:ext>
            </a:extLst>
          </p:cNvPr>
          <p:cNvSpPr>
            <a:spLocks noGrp="1"/>
          </p:cNvSpPr>
          <p:nvPr/>
        </p:nvSpPr>
        <p:spPr>
          <a:xfrm>
            <a:off x="5011842" y="5186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2" name="A1_bar_Cryo_13635">
            <a:extLst>
              <a:ext uri="{FF2B5EF4-FFF2-40B4-BE49-F238E27FC236}">
                <a16:creationId xmlns:a16="http://schemas.microsoft.com/office/drawing/2014/main" id="{8B46B2C5-C3D9-47A1-8E36-4133967B0A91}"/>
              </a:ext>
            </a:extLst>
          </p:cNvPr>
          <p:cNvSpPr>
            <a:spLocks noGrp="1"/>
          </p:cNvSpPr>
          <p:nvPr/>
        </p:nvSpPr>
        <p:spPr>
          <a:xfrm>
            <a:off x="495160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3" name="A1_bar_Cryo_13636">
            <a:extLst>
              <a:ext uri="{FF2B5EF4-FFF2-40B4-BE49-F238E27FC236}">
                <a16:creationId xmlns:a16="http://schemas.microsoft.com/office/drawing/2014/main" id="{20085275-07D7-417B-B96E-D684DB270E49}"/>
              </a:ext>
            </a:extLst>
          </p:cNvPr>
          <p:cNvSpPr>
            <a:spLocks noGrp="1"/>
          </p:cNvSpPr>
          <p:nvPr/>
        </p:nvSpPr>
        <p:spPr>
          <a:xfrm>
            <a:off x="499011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4" name="A1_bar_Cryo_13637">
            <a:extLst>
              <a:ext uri="{FF2B5EF4-FFF2-40B4-BE49-F238E27FC236}">
                <a16:creationId xmlns:a16="http://schemas.microsoft.com/office/drawing/2014/main" id="{81F0506B-2259-466A-AE99-E7BE95445FA2}"/>
              </a:ext>
            </a:extLst>
          </p:cNvPr>
          <p:cNvSpPr>
            <a:spLocks noGrp="1"/>
          </p:cNvSpPr>
          <p:nvPr/>
        </p:nvSpPr>
        <p:spPr>
          <a:xfrm>
            <a:off x="5009139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5" name="A1_bar_Cryo_13638">
            <a:extLst>
              <a:ext uri="{FF2B5EF4-FFF2-40B4-BE49-F238E27FC236}">
                <a16:creationId xmlns:a16="http://schemas.microsoft.com/office/drawing/2014/main" id="{E77FF780-146A-41FF-87CC-09E2CD4A8A95}"/>
              </a:ext>
            </a:extLst>
          </p:cNvPr>
          <p:cNvSpPr>
            <a:spLocks noGrp="1"/>
          </p:cNvSpPr>
          <p:nvPr/>
        </p:nvSpPr>
        <p:spPr>
          <a:xfrm>
            <a:off x="5027727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6" name="A1_bar_Cryo_13639">
            <a:extLst>
              <a:ext uri="{FF2B5EF4-FFF2-40B4-BE49-F238E27FC236}">
                <a16:creationId xmlns:a16="http://schemas.microsoft.com/office/drawing/2014/main" id="{4B9476EC-865F-464A-82E4-465B3316E405}"/>
              </a:ext>
            </a:extLst>
          </p:cNvPr>
          <p:cNvSpPr>
            <a:spLocks noGrp="1"/>
          </p:cNvSpPr>
          <p:nvPr/>
        </p:nvSpPr>
        <p:spPr>
          <a:xfrm>
            <a:off x="5091290" y="37838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7" name="A1_bar_Cryo_13640">
            <a:extLst>
              <a:ext uri="{FF2B5EF4-FFF2-40B4-BE49-F238E27FC236}">
                <a16:creationId xmlns:a16="http://schemas.microsoft.com/office/drawing/2014/main" id="{C649719D-94CE-4C86-B2D2-45CC6EB4B497}"/>
              </a:ext>
            </a:extLst>
          </p:cNvPr>
          <p:cNvSpPr>
            <a:spLocks noGrp="1"/>
          </p:cNvSpPr>
          <p:nvPr/>
        </p:nvSpPr>
        <p:spPr>
          <a:xfrm>
            <a:off x="514192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8" name="A1_bar_Cryo_13641">
            <a:extLst>
              <a:ext uri="{FF2B5EF4-FFF2-40B4-BE49-F238E27FC236}">
                <a16:creationId xmlns:a16="http://schemas.microsoft.com/office/drawing/2014/main" id="{78092F0E-5D64-41F4-9BBA-39AEFCD727D0}"/>
              </a:ext>
            </a:extLst>
          </p:cNvPr>
          <p:cNvSpPr>
            <a:spLocks noGrp="1"/>
          </p:cNvSpPr>
          <p:nvPr/>
        </p:nvSpPr>
        <p:spPr>
          <a:xfrm>
            <a:off x="495294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19" name="A1_bar_Cryo_13642">
            <a:extLst>
              <a:ext uri="{FF2B5EF4-FFF2-40B4-BE49-F238E27FC236}">
                <a16:creationId xmlns:a16="http://schemas.microsoft.com/office/drawing/2014/main" id="{8BB2708A-4418-4CCC-8968-E58FB3985275}"/>
              </a:ext>
            </a:extLst>
          </p:cNvPr>
          <p:cNvSpPr>
            <a:spLocks noGrp="1"/>
          </p:cNvSpPr>
          <p:nvPr/>
        </p:nvSpPr>
        <p:spPr>
          <a:xfrm>
            <a:off x="502737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0" name="A1_bar_Cryo_13643">
            <a:extLst>
              <a:ext uri="{FF2B5EF4-FFF2-40B4-BE49-F238E27FC236}">
                <a16:creationId xmlns:a16="http://schemas.microsoft.com/office/drawing/2014/main" id="{905819E9-808A-4503-9A3D-61E60ED0A9E1}"/>
              </a:ext>
            </a:extLst>
          </p:cNvPr>
          <p:cNvSpPr>
            <a:spLocks noGrp="1"/>
          </p:cNvSpPr>
          <p:nvPr/>
        </p:nvSpPr>
        <p:spPr>
          <a:xfrm>
            <a:off x="5102098" y="4608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1" name="A1_bar_Cryo_13644">
            <a:extLst>
              <a:ext uri="{FF2B5EF4-FFF2-40B4-BE49-F238E27FC236}">
                <a16:creationId xmlns:a16="http://schemas.microsoft.com/office/drawing/2014/main" id="{6E2865AC-FA26-411F-9B96-A6700266FB60}"/>
              </a:ext>
            </a:extLst>
          </p:cNvPr>
          <p:cNvSpPr>
            <a:spLocks noGrp="1"/>
          </p:cNvSpPr>
          <p:nvPr/>
        </p:nvSpPr>
        <p:spPr>
          <a:xfrm>
            <a:off x="516203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2" name="A1_bar_Cryo_13645">
            <a:extLst>
              <a:ext uri="{FF2B5EF4-FFF2-40B4-BE49-F238E27FC236}">
                <a16:creationId xmlns:a16="http://schemas.microsoft.com/office/drawing/2014/main" id="{FCD6BD4B-75CB-4339-8DFA-8FFC17E2E54C}"/>
              </a:ext>
            </a:extLst>
          </p:cNvPr>
          <p:cNvSpPr>
            <a:spLocks noGrp="1"/>
          </p:cNvSpPr>
          <p:nvPr/>
        </p:nvSpPr>
        <p:spPr>
          <a:xfrm>
            <a:off x="505150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3" name="A1_bar_Cryo_13646">
            <a:extLst>
              <a:ext uri="{FF2B5EF4-FFF2-40B4-BE49-F238E27FC236}">
                <a16:creationId xmlns:a16="http://schemas.microsoft.com/office/drawing/2014/main" id="{62063A6A-7CEC-4D21-B257-818FEDCE747D}"/>
              </a:ext>
            </a:extLst>
          </p:cNvPr>
          <p:cNvSpPr>
            <a:spLocks noGrp="1"/>
          </p:cNvSpPr>
          <p:nvPr/>
        </p:nvSpPr>
        <p:spPr>
          <a:xfrm>
            <a:off x="505972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4" name="A1_bar_Cryo_13647">
            <a:extLst>
              <a:ext uri="{FF2B5EF4-FFF2-40B4-BE49-F238E27FC236}">
                <a16:creationId xmlns:a16="http://schemas.microsoft.com/office/drawing/2014/main" id="{3C8F5BF4-DD26-4F9C-8DF4-014F9076707F}"/>
              </a:ext>
            </a:extLst>
          </p:cNvPr>
          <p:cNvSpPr>
            <a:spLocks noGrp="1"/>
          </p:cNvSpPr>
          <p:nvPr/>
        </p:nvSpPr>
        <p:spPr>
          <a:xfrm>
            <a:off x="511103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5" name="A1_bar_Cryo_13648">
            <a:extLst>
              <a:ext uri="{FF2B5EF4-FFF2-40B4-BE49-F238E27FC236}">
                <a16:creationId xmlns:a16="http://schemas.microsoft.com/office/drawing/2014/main" id="{52F8CD29-46DB-4F5A-8FEE-2EEB85F6BA43}"/>
              </a:ext>
            </a:extLst>
          </p:cNvPr>
          <p:cNvSpPr>
            <a:spLocks noGrp="1"/>
          </p:cNvSpPr>
          <p:nvPr/>
        </p:nvSpPr>
        <p:spPr>
          <a:xfrm>
            <a:off x="4996104" y="439652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6" name="A1_bar_Cryo_13649">
            <a:extLst>
              <a:ext uri="{FF2B5EF4-FFF2-40B4-BE49-F238E27FC236}">
                <a16:creationId xmlns:a16="http://schemas.microsoft.com/office/drawing/2014/main" id="{63038E0E-D096-405F-A6DD-F40093C3B751}"/>
              </a:ext>
            </a:extLst>
          </p:cNvPr>
          <p:cNvSpPr>
            <a:spLocks noGrp="1"/>
          </p:cNvSpPr>
          <p:nvPr/>
        </p:nvSpPr>
        <p:spPr>
          <a:xfrm>
            <a:off x="5037193" y="352374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7" name="A1_bar_Cryo_13650">
            <a:extLst>
              <a:ext uri="{FF2B5EF4-FFF2-40B4-BE49-F238E27FC236}">
                <a16:creationId xmlns:a16="http://schemas.microsoft.com/office/drawing/2014/main" id="{5E826C1F-7E16-4B3D-9BB3-19D5CFE6FC65}"/>
              </a:ext>
            </a:extLst>
          </p:cNvPr>
          <p:cNvSpPr>
            <a:spLocks noGrp="1"/>
          </p:cNvSpPr>
          <p:nvPr/>
        </p:nvSpPr>
        <p:spPr>
          <a:xfrm>
            <a:off x="5162095" y="51377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8" name="A1_bar_Cryo_13651">
            <a:extLst>
              <a:ext uri="{FF2B5EF4-FFF2-40B4-BE49-F238E27FC236}">
                <a16:creationId xmlns:a16="http://schemas.microsoft.com/office/drawing/2014/main" id="{0740833D-B55A-44FA-9493-752D0C4ADFE2}"/>
              </a:ext>
            </a:extLst>
          </p:cNvPr>
          <p:cNvSpPr>
            <a:spLocks noGrp="1"/>
          </p:cNvSpPr>
          <p:nvPr/>
        </p:nvSpPr>
        <p:spPr>
          <a:xfrm>
            <a:off x="505526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29" name="A1_bar_Cryo_13652">
            <a:extLst>
              <a:ext uri="{FF2B5EF4-FFF2-40B4-BE49-F238E27FC236}">
                <a16:creationId xmlns:a16="http://schemas.microsoft.com/office/drawing/2014/main" id="{B158A87B-7669-43F6-B78B-522C45DB6A12}"/>
              </a:ext>
            </a:extLst>
          </p:cNvPr>
          <p:cNvSpPr>
            <a:spLocks noGrp="1"/>
          </p:cNvSpPr>
          <p:nvPr/>
        </p:nvSpPr>
        <p:spPr>
          <a:xfrm>
            <a:off x="50006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0" name="A1_bar_Cryo_13653">
            <a:extLst>
              <a:ext uri="{FF2B5EF4-FFF2-40B4-BE49-F238E27FC236}">
                <a16:creationId xmlns:a16="http://schemas.microsoft.com/office/drawing/2014/main" id="{7BCF2772-E6B9-4CFA-A1DC-506AFBB059FB}"/>
              </a:ext>
            </a:extLst>
          </p:cNvPr>
          <p:cNvSpPr>
            <a:spLocks noGrp="1"/>
          </p:cNvSpPr>
          <p:nvPr/>
        </p:nvSpPr>
        <p:spPr>
          <a:xfrm>
            <a:off x="4957620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1" name="A1_bar_Cryo_13654">
            <a:extLst>
              <a:ext uri="{FF2B5EF4-FFF2-40B4-BE49-F238E27FC236}">
                <a16:creationId xmlns:a16="http://schemas.microsoft.com/office/drawing/2014/main" id="{5A7CCAED-1746-4968-8128-9172CD1C7445}"/>
              </a:ext>
            </a:extLst>
          </p:cNvPr>
          <p:cNvSpPr>
            <a:spLocks noGrp="1"/>
          </p:cNvSpPr>
          <p:nvPr/>
        </p:nvSpPr>
        <p:spPr>
          <a:xfrm>
            <a:off x="511653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2" name="A1_bar_Cryo_13655">
            <a:extLst>
              <a:ext uri="{FF2B5EF4-FFF2-40B4-BE49-F238E27FC236}">
                <a16:creationId xmlns:a16="http://schemas.microsoft.com/office/drawing/2014/main" id="{76F80393-BD3C-4B62-B81C-A378ABBAF81D}"/>
              </a:ext>
            </a:extLst>
          </p:cNvPr>
          <p:cNvSpPr>
            <a:spLocks noGrp="1"/>
          </p:cNvSpPr>
          <p:nvPr/>
        </p:nvSpPr>
        <p:spPr>
          <a:xfrm>
            <a:off x="49954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3" name="A1_bar_Cryo_13656">
            <a:extLst>
              <a:ext uri="{FF2B5EF4-FFF2-40B4-BE49-F238E27FC236}">
                <a16:creationId xmlns:a16="http://schemas.microsoft.com/office/drawing/2014/main" id="{B9B438F8-5363-4784-998E-49201DF2CA45}"/>
              </a:ext>
            </a:extLst>
          </p:cNvPr>
          <p:cNvSpPr>
            <a:spLocks noGrp="1"/>
          </p:cNvSpPr>
          <p:nvPr/>
        </p:nvSpPr>
        <p:spPr>
          <a:xfrm>
            <a:off x="511144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4" name="A1_bar_Cryo_13657">
            <a:extLst>
              <a:ext uri="{FF2B5EF4-FFF2-40B4-BE49-F238E27FC236}">
                <a16:creationId xmlns:a16="http://schemas.microsoft.com/office/drawing/2014/main" id="{A557D911-CE87-4C32-8D98-3197A72DBA5C}"/>
              </a:ext>
            </a:extLst>
          </p:cNvPr>
          <p:cNvSpPr>
            <a:spLocks noGrp="1"/>
          </p:cNvSpPr>
          <p:nvPr/>
        </p:nvSpPr>
        <p:spPr>
          <a:xfrm>
            <a:off x="4940110" y="59404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5" name="A1_bar_Cryo_13658">
            <a:extLst>
              <a:ext uri="{FF2B5EF4-FFF2-40B4-BE49-F238E27FC236}">
                <a16:creationId xmlns:a16="http://schemas.microsoft.com/office/drawing/2014/main" id="{EE06CF5B-EF1B-470D-BB7F-81CA8F7F952E}"/>
              </a:ext>
            </a:extLst>
          </p:cNvPr>
          <p:cNvSpPr>
            <a:spLocks noGrp="1"/>
          </p:cNvSpPr>
          <p:nvPr/>
        </p:nvSpPr>
        <p:spPr>
          <a:xfrm>
            <a:off x="516416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6" name="A1_bar_Cryo_13659">
            <a:extLst>
              <a:ext uri="{FF2B5EF4-FFF2-40B4-BE49-F238E27FC236}">
                <a16:creationId xmlns:a16="http://schemas.microsoft.com/office/drawing/2014/main" id="{36EC5A41-1298-48B0-A1E1-7D3F8C9812B3}"/>
              </a:ext>
            </a:extLst>
          </p:cNvPr>
          <p:cNvSpPr>
            <a:spLocks noGrp="1"/>
          </p:cNvSpPr>
          <p:nvPr/>
        </p:nvSpPr>
        <p:spPr>
          <a:xfrm>
            <a:off x="506862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7" name="A1_bar_Cryo_13660">
            <a:extLst>
              <a:ext uri="{FF2B5EF4-FFF2-40B4-BE49-F238E27FC236}">
                <a16:creationId xmlns:a16="http://schemas.microsoft.com/office/drawing/2014/main" id="{9AB0F3D9-BD49-4E9B-879F-834F94ED8328}"/>
              </a:ext>
            </a:extLst>
          </p:cNvPr>
          <p:cNvSpPr>
            <a:spLocks noGrp="1"/>
          </p:cNvSpPr>
          <p:nvPr/>
        </p:nvSpPr>
        <p:spPr>
          <a:xfrm>
            <a:off x="516822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8" name="A1_bar_Cryo_13661">
            <a:extLst>
              <a:ext uri="{FF2B5EF4-FFF2-40B4-BE49-F238E27FC236}">
                <a16:creationId xmlns:a16="http://schemas.microsoft.com/office/drawing/2014/main" id="{22E58280-2593-4BF6-AFAB-04DE7831754E}"/>
              </a:ext>
            </a:extLst>
          </p:cNvPr>
          <p:cNvSpPr>
            <a:spLocks noGrp="1"/>
          </p:cNvSpPr>
          <p:nvPr/>
        </p:nvSpPr>
        <p:spPr>
          <a:xfrm>
            <a:off x="5043474" y="46356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39" name="A1_bar_Cryo_13662">
            <a:extLst>
              <a:ext uri="{FF2B5EF4-FFF2-40B4-BE49-F238E27FC236}">
                <a16:creationId xmlns:a16="http://schemas.microsoft.com/office/drawing/2014/main" id="{B4A1DF3C-17E6-4612-9DC3-0A0272BF8C54}"/>
              </a:ext>
            </a:extLst>
          </p:cNvPr>
          <p:cNvSpPr>
            <a:spLocks noGrp="1"/>
          </p:cNvSpPr>
          <p:nvPr/>
        </p:nvSpPr>
        <p:spPr>
          <a:xfrm>
            <a:off x="513280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0" name="A1_bar_Cryo_13663">
            <a:extLst>
              <a:ext uri="{FF2B5EF4-FFF2-40B4-BE49-F238E27FC236}">
                <a16:creationId xmlns:a16="http://schemas.microsoft.com/office/drawing/2014/main" id="{96B99A04-F86A-4475-9218-D0F443C43135}"/>
              </a:ext>
            </a:extLst>
          </p:cNvPr>
          <p:cNvSpPr>
            <a:spLocks noGrp="1"/>
          </p:cNvSpPr>
          <p:nvPr/>
        </p:nvSpPr>
        <p:spPr>
          <a:xfrm>
            <a:off x="5107992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1" name="A1_bar_Cryo_13664">
            <a:extLst>
              <a:ext uri="{FF2B5EF4-FFF2-40B4-BE49-F238E27FC236}">
                <a16:creationId xmlns:a16="http://schemas.microsoft.com/office/drawing/2014/main" id="{50E89135-74FC-4007-8DF5-AF6171352285}"/>
              </a:ext>
            </a:extLst>
          </p:cNvPr>
          <p:cNvSpPr>
            <a:spLocks noGrp="1"/>
          </p:cNvSpPr>
          <p:nvPr/>
        </p:nvSpPr>
        <p:spPr>
          <a:xfrm>
            <a:off x="491904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2" name="A1_bar_Cryo_13665">
            <a:extLst>
              <a:ext uri="{FF2B5EF4-FFF2-40B4-BE49-F238E27FC236}">
                <a16:creationId xmlns:a16="http://schemas.microsoft.com/office/drawing/2014/main" id="{0EABCAB8-9422-45A4-99AB-945C670BB163}"/>
              </a:ext>
            </a:extLst>
          </p:cNvPr>
          <p:cNvSpPr>
            <a:spLocks noGrp="1"/>
          </p:cNvSpPr>
          <p:nvPr/>
        </p:nvSpPr>
        <p:spPr>
          <a:xfrm>
            <a:off x="50883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3" name="A1_bar_Cryo_13666">
            <a:extLst>
              <a:ext uri="{FF2B5EF4-FFF2-40B4-BE49-F238E27FC236}">
                <a16:creationId xmlns:a16="http://schemas.microsoft.com/office/drawing/2014/main" id="{68D1ED92-CFFD-4686-8497-4652FFE38796}"/>
              </a:ext>
            </a:extLst>
          </p:cNvPr>
          <p:cNvSpPr>
            <a:spLocks noGrp="1"/>
          </p:cNvSpPr>
          <p:nvPr/>
        </p:nvSpPr>
        <p:spPr>
          <a:xfrm>
            <a:off x="496448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4" name="A1_bar_Cryo_13667">
            <a:extLst>
              <a:ext uri="{FF2B5EF4-FFF2-40B4-BE49-F238E27FC236}">
                <a16:creationId xmlns:a16="http://schemas.microsoft.com/office/drawing/2014/main" id="{503F9017-0247-4238-B363-E057A6383FAB}"/>
              </a:ext>
            </a:extLst>
          </p:cNvPr>
          <p:cNvSpPr>
            <a:spLocks noGrp="1"/>
          </p:cNvSpPr>
          <p:nvPr/>
        </p:nvSpPr>
        <p:spPr>
          <a:xfrm>
            <a:off x="509001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5" name="A1_bar_Cryo_13668">
            <a:extLst>
              <a:ext uri="{FF2B5EF4-FFF2-40B4-BE49-F238E27FC236}">
                <a16:creationId xmlns:a16="http://schemas.microsoft.com/office/drawing/2014/main" id="{13AF06BC-7248-41D3-BC6F-2E25AAF55BCA}"/>
              </a:ext>
            </a:extLst>
          </p:cNvPr>
          <p:cNvSpPr>
            <a:spLocks noGrp="1"/>
          </p:cNvSpPr>
          <p:nvPr/>
        </p:nvSpPr>
        <p:spPr>
          <a:xfrm>
            <a:off x="502670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6" name="A1_bar_Cryo_13669">
            <a:extLst>
              <a:ext uri="{FF2B5EF4-FFF2-40B4-BE49-F238E27FC236}">
                <a16:creationId xmlns:a16="http://schemas.microsoft.com/office/drawing/2014/main" id="{BCE51149-3879-4625-971B-88B995641AFF}"/>
              </a:ext>
            </a:extLst>
          </p:cNvPr>
          <p:cNvSpPr>
            <a:spLocks noGrp="1"/>
          </p:cNvSpPr>
          <p:nvPr/>
        </p:nvSpPr>
        <p:spPr>
          <a:xfrm>
            <a:off x="4979528" y="47549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7" name="A1_bar_Cryo_13670">
            <a:extLst>
              <a:ext uri="{FF2B5EF4-FFF2-40B4-BE49-F238E27FC236}">
                <a16:creationId xmlns:a16="http://schemas.microsoft.com/office/drawing/2014/main" id="{3145C930-02DE-4E67-8603-2396A5DA6C5B}"/>
              </a:ext>
            </a:extLst>
          </p:cNvPr>
          <p:cNvSpPr>
            <a:spLocks noGrp="1"/>
          </p:cNvSpPr>
          <p:nvPr/>
        </p:nvSpPr>
        <p:spPr>
          <a:xfrm>
            <a:off x="495972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8" name="A1_bar_Cryo_13671">
            <a:extLst>
              <a:ext uri="{FF2B5EF4-FFF2-40B4-BE49-F238E27FC236}">
                <a16:creationId xmlns:a16="http://schemas.microsoft.com/office/drawing/2014/main" id="{DEE22F38-2B5F-4C66-A58C-0B47A076A801}"/>
              </a:ext>
            </a:extLst>
          </p:cNvPr>
          <p:cNvSpPr>
            <a:spLocks noGrp="1"/>
          </p:cNvSpPr>
          <p:nvPr/>
        </p:nvSpPr>
        <p:spPr>
          <a:xfrm>
            <a:off x="4979704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49" name="A1_bar_Cryo_13672">
            <a:extLst>
              <a:ext uri="{FF2B5EF4-FFF2-40B4-BE49-F238E27FC236}">
                <a16:creationId xmlns:a16="http://schemas.microsoft.com/office/drawing/2014/main" id="{C65CDEEF-BAAB-493C-92D6-C0DE50E9253F}"/>
              </a:ext>
            </a:extLst>
          </p:cNvPr>
          <p:cNvSpPr>
            <a:spLocks noGrp="1"/>
          </p:cNvSpPr>
          <p:nvPr/>
        </p:nvSpPr>
        <p:spPr>
          <a:xfrm>
            <a:off x="5034864" y="554269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0" name="A1_bar_Cryo_13673">
            <a:extLst>
              <a:ext uri="{FF2B5EF4-FFF2-40B4-BE49-F238E27FC236}">
                <a16:creationId xmlns:a16="http://schemas.microsoft.com/office/drawing/2014/main" id="{BB624381-072D-4821-8F9D-15004AA0832C}"/>
              </a:ext>
            </a:extLst>
          </p:cNvPr>
          <p:cNvSpPr>
            <a:spLocks noGrp="1"/>
          </p:cNvSpPr>
          <p:nvPr/>
        </p:nvSpPr>
        <p:spPr>
          <a:xfrm>
            <a:off x="5053692" y="43627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1" name="A1_bar_Cryo_13674">
            <a:extLst>
              <a:ext uri="{FF2B5EF4-FFF2-40B4-BE49-F238E27FC236}">
                <a16:creationId xmlns:a16="http://schemas.microsoft.com/office/drawing/2014/main" id="{FCA49160-4896-47E6-8811-262F7E8BBB33}"/>
              </a:ext>
            </a:extLst>
          </p:cNvPr>
          <p:cNvSpPr>
            <a:spLocks noGrp="1"/>
          </p:cNvSpPr>
          <p:nvPr/>
        </p:nvSpPr>
        <p:spPr>
          <a:xfrm>
            <a:off x="510257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2" name="A1_bar_Cryo_13675">
            <a:extLst>
              <a:ext uri="{FF2B5EF4-FFF2-40B4-BE49-F238E27FC236}">
                <a16:creationId xmlns:a16="http://schemas.microsoft.com/office/drawing/2014/main" id="{7EB392F0-CAFC-44BF-8E59-2C21EB2EECC0}"/>
              </a:ext>
            </a:extLst>
          </p:cNvPr>
          <p:cNvSpPr>
            <a:spLocks noGrp="1"/>
          </p:cNvSpPr>
          <p:nvPr/>
        </p:nvSpPr>
        <p:spPr>
          <a:xfrm>
            <a:off x="512407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3" name="A1_bar_Cryo_13676">
            <a:extLst>
              <a:ext uri="{FF2B5EF4-FFF2-40B4-BE49-F238E27FC236}">
                <a16:creationId xmlns:a16="http://schemas.microsoft.com/office/drawing/2014/main" id="{905437DE-AEB3-46E4-8167-EB424686A286}"/>
              </a:ext>
            </a:extLst>
          </p:cNvPr>
          <p:cNvSpPr>
            <a:spLocks noGrp="1"/>
          </p:cNvSpPr>
          <p:nvPr/>
        </p:nvSpPr>
        <p:spPr>
          <a:xfrm>
            <a:off x="508375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4" name="A1_bar_Cryo_13677">
            <a:extLst>
              <a:ext uri="{FF2B5EF4-FFF2-40B4-BE49-F238E27FC236}">
                <a16:creationId xmlns:a16="http://schemas.microsoft.com/office/drawing/2014/main" id="{4EDF032A-D14F-41B2-9489-CA3604C63E99}"/>
              </a:ext>
            </a:extLst>
          </p:cNvPr>
          <p:cNvSpPr>
            <a:spLocks noGrp="1"/>
          </p:cNvSpPr>
          <p:nvPr/>
        </p:nvSpPr>
        <p:spPr>
          <a:xfrm>
            <a:off x="5084861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5" name="A1_bar_Cryo_13678">
            <a:extLst>
              <a:ext uri="{FF2B5EF4-FFF2-40B4-BE49-F238E27FC236}">
                <a16:creationId xmlns:a16="http://schemas.microsoft.com/office/drawing/2014/main" id="{E2AF2E38-78CC-48A0-A857-CE27DF27B8C0}"/>
              </a:ext>
            </a:extLst>
          </p:cNvPr>
          <p:cNvSpPr>
            <a:spLocks noGrp="1"/>
          </p:cNvSpPr>
          <p:nvPr/>
        </p:nvSpPr>
        <p:spPr>
          <a:xfrm>
            <a:off x="516262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6" name="A1_bar_Cryo_13679">
            <a:extLst>
              <a:ext uri="{FF2B5EF4-FFF2-40B4-BE49-F238E27FC236}">
                <a16:creationId xmlns:a16="http://schemas.microsoft.com/office/drawing/2014/main" id="{855ACDA9-1ABD-45A1-AF43-54A2539026CB}"/>
              </a:ext>
            </a:extLst>
          </p:cNvPr>
          <p:cNvSpPr>
            <a:spLocks noGrp="1"/>
          </p:cNvSpPr>
          <p:nvPr/>
        </p:nvSpPr>
        <p:spPr>
          <a:xfrm>
            <a:off x="502933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7" name="A1_bar_Cryo_13680">
            <a:extLst>
              <a:ext uri="{FF2B5EF4-FFF2-40B4-BE49-F238E27FC236}">
                <a16:creationId xmlns:a16="http://schemas.microsoft.com/office/drawing/2014/main" id="{B796782A-B10B-48BD-B530-685E72DAFAC2}"/>
              </a:ext>
            </a:extLst>
          </p:cNvPr>
          <p:cNvSpPr>
            <a:spLocks noGrp="1"/>
          </p:cNvSpPr>
          <p:nvPr/>
        </p:nvSpPr>
        <p:spPr>
          <a:xfrm>
            <a:off x="4938847" y="395999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8" name="A1_bar_Cryo_13681">
            <a:extLst>
              <a:ext uri="{FF2B5EF4-FFF2-40B4-BE49-F238E27FC236}">
                <a16:creationId xmlns:a16="http://schemas.microsoft.com/office/drawing/2014/main" id="{34A7F98F-B7A2-4EDA-B04E-B646A1111BDE}"/>
              </a:ext>
            </a:extLst>
          </p:cNvPr>
          <p:cNvSpPr>
            <a:spLocks noGrp="1"/>
          </p:cNvSpPr>
          <p:nvPr/>
        </p:nvSpPr>
        <p:spPr>
          <a:xfrm>
            <a:off x="4930755" y="502853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59" name="A1_bar_Cryo_13682">
            <a:extLst>
              <a:ext uri="{FF2B5EF4-FFF2-40B4-BE49-F238E27FC236}">
                <a16:creationId xmlns:a16="http://schemas.microsoft.com/office/drawing/2014/main" id="{30394805-6019-49D1-83D4-07AE043B49D1}"/>
              </a:ext>
            </a:extLst>
          </p:cNvPr>
          <p:cNvSpPr>
            <a:spLocks noGrp="1"/>
          </p:cNvSpPr>
          <p:nvPr/>
        </p:nvSpPr>
        <p:spPr>
          <a:xfrm>
            <a:off x="5059928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0" name="A1_bar_Cryo_13683">
            <a:extLst>
              <a:ext uri="{FF2B5EF4-FFF2-40B4-BE49-F238E27FC236}">
                <a16:creationId xmlns:a16="http://schemas.microsoft.com/office/drawing/2014/main" id="{F5129EF4-9553-484E-BF2F-0BBDCC9216C8}"/>
              </a:ext>
            </a:extLst>
          </p:cNvPr>
          <p:cNvSpPr>
            <a:spLocks noGrp="1"/>
          </p:cNvSpPr>
          <p:nvPr/>
        </p:nvSpPr>
        <p:spPr>
          <a:xfrm>
            <a:off x="510958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1" name="A1_bar_Cryo_13684">
            <a:extLst>
              <a:ext uri="{FF2B5EF4-FFF2-40B4-BE49-F238E27FC236}">
                <a16:creationId xmlns:a16="http://schemas.microsoft.com/office/drawing/2014/main" id="{A85F9E96-C9EC-4F96-B33E-826C64B9AF34}"/>
              </a:ext>
            </a:extLst>
          </p:cNvPr>
          <p:cNvSpPr>
            <a:spLocks noGrp="1"/>
          </p:cNvSpPr>
          <p:nvPr/>
        </p:nvSpPr>
        <p:spPr>
          <a:xfrm>
            <a:off x="493576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2" name="A1_bar_Cryo_13685">
            <a:extLst>
              <a:ext uri="{FF2B5EF4-FFF2-40B4-BE49-F238E27FC236}">
                <a16:creationId xmlns:a16="http://schemas.microsoft.com/office/drawing/2014/main" id="{6A36881E-8157-489D-A3D2-2B0F1892A3FD}"/>
              </a:ext>
            </a:extLst>
          </p:cNvPr>
          <p:cNvSpPr>
            <a:spLocks noGrp="1"/>
          </p:cNvSpPr>
          <p:nvPr/>
        </p:nvSpPr>
        <p:spPr>
          <a:xfrm>
            <a:off x="499241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3" name="A1_bar_Cryo_13686">
            <a:extLst>
              <a:ext uri="{FF2B5EF4-FFF2-40B4-BE49-F238E27FC236}">
                <a16:creationId xmlns:a16="http://schemas.microsoft.com/office/drawing/2014/main" id="{3275194C-1B78-4E64-8F2D-CE9468DEA049}"/>
              </a:ext>
            </a:extLst>
          </p:cNvPr>
          <p:cNvSpPr>
            <a:spLocks noGrp="1"/>
          </p:cNvSpPr>
          <p:nvPr/>
        </p:nvSpPr>
        <p:spPr>
          <a:xfrm>
            <a:off x="4929608" y="420942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4" name="A1_bar_Cryo_13687">
            <a:extLst>
              <a:ext uri="{FF2B5EF4-FFF2-40B4-BE49-F238E27FC236}">
                <a16:creationId xmlns:a16="http://schemas.microsoft.com/office/drawing/2014/main" id="{E7C5DD9A-3725-4558-B8DE-4D7F2E72A71D}"/>
              </a:ext>
            </a:extLst>
          </p:cNvPr>
          <p:cNvSpPr>
            <a:spLocks noGrp="1"/>
          </p:cNvSpPr>
          <p:nvPr/>
        </p:nvSpPr>
        <p:spPr>
          <a:xfrm>
            <a:off x="493309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5" name="A1_bar_Cryo_13688">
            <a:extLst>
              <a:ext uri="{FF2B5EF4-FFF2-40B4-BE49-F238E27FC236}">
                <a16:creationId xmlns:a16="http://schemas.microsoft.com/office/drawing/2014/main" id="{BAE34151-F3F3-4A50-BF60-2D06B5E074D9}"/>
              </a:ext>
            </a:extLst>
          </p:cNvPr>
          <p:cNvSpPr>
            <a:spLocks noGrp="1"/>
          </p:cNvSpPr>
          <p:nvPr/>
        </p:nvSpPr>
        <p:spPr>
          <a:xfrm>
            <a:off x="5050312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6" name="A1_bar_Cryo_13689">
            <a:extLst>
              <a:ext uri="{FF2B5EF4-FFF2-40B4-BE49-F238E27FC236}">
                <a16:creationId xmlns:a16="http://schemas.microsoft.com/office/drawing/2014/main" id="{A3E815B2-28AF-40CE-BCA2-4EE4E5F9B854}"/>
              </a:ext>
            </a:extLst>
          </p:cNvPr>
          <p:cNvSpPr>
            <a:spLocks noGrp="1"/>
          </p:cNvSpPr>
          <p:nvPr/>
        </p:nvSpPr>
        <p:spPr>
          <a:xfrm>
            <a:off x="507804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7" name="A1_bar_Cryo_13690">
            <a:extLst>
              <a:ext uri="{FF2B5EF4-FFF2-40B4-BE49-F238E27FC236}">
                <a16:creationId xmlns:a16="http://schemas.microsoft.com/office/drawing/2014/main" id="{904D04B6-5837-4680-96FD-1623218C7DA9}"/>
              </a:ext>
            </a:extLst>
          </p:cNvPr>
          <p:cNvSpPr>
            <a:spLocks noGrp="1"/>
          </p:cNvSpPr>
          <p:nvPr/>
        </p:nvSpPr>
        <p:spPr>
          <a:xfrm>
            <a:off x="500320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8" name="A1_bar_Cryo_13691">
            <a:extLst>
              <a:ext uri="{FF2B5EF4-FFF2-40B4-BE49-F238E27FC236}">
                <a16:creationId xmlns:a16="http://schemas.microsoft.com/office/drawing/2014/main" id="{9E4E1FDD-E61B-4308-BD2F-981B6D3ABDF3}"/>
              </a:ext>
            </a:extLst>
          </p:cNvPr>
          <p:cNvSpPr>
            <a:spLocks noGrp="1"/>
          </p:cNvSpPr>
          <p:nvPr/>
        </p:nvSpPr>
        <p:spPr>
          <a:xfrm>
            <a:off x="5123000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69" name="A1_bar_Cryo_13692">
            <a:extLst>
              <a:ext uri="{FF2B5EF4-FFF2-40B4-BE49-F238E27FC236}">
                <a16:creationId xmlns:a16="http://schemas.microsoft.com/office/drawing/2014/main" id="{9871DB51-4ACD-4F41-9B8B-4F28B6268768}"/>
              </a:ext>
            </a:extLst>
          </p:cNvPr>
          <p:cNvSpPr>
            <a:spLocks noGrp="1"/>
          </p:cNvSpPr>
          <p:nvPr/>
        </p:nvSpPr>
        <p:spPr>
          <a:xfrm>
            <a:off x="499894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0" name="A1_bar_Cryo_13693">
            <a:extLst>
              <a:ext uri="{FF2B5EF4-FFF2-40B4-BE49-F238E27FC236}">
                <a16:creationId xmlns:a16="http://schemas.microsoft.com/office/drawing/2014/main" id="{C7B157E6-F0DD-49CB-B1F1-28782F5758DD}"/>
              </a:ext>
            </a:extLst>
          </p:cNvPr>
          <p:cNvSpPr>
            <a:spLocks noGrp="1"/>
          </p:cNvSpPr>
          <p:nvPr/>
        </p:nvSpPr>
        <p:spPr>
          <a:xfrm>
            <a:off x="5105386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1" name="A1_bar_Cryo_13694">
            <a:extLst>
              <a:ext uri="{FF2B5EF4-FFF2-40B4-BE49-F238E27FC236}">
                <a16:creationId xmlns:a16="http://schemas.microsoft.com/office/drawing/2014/main" id="{97B38DDD-FAC2-4D5C-972C-771B272BF95F}"/>
              </a:ext>
            </a:extLst>
          </p:cNvPr>
          <p:cNvSpPr>
            <a:spLocks noGrp="1"/>
          </p:cNvSpPr>
          <p:nvPr/>
        </p:nvSpPr>
        <p:spPr>
          <a:xfrm>
            <a:off x="511660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2" name="A1_bar_Cryo_13695">
            <a:extLst>
              <a:ext uri="{FF2B5EF4-FFF2-40B4-BE49-F238E27FC236}">
                <a16:creationId xmlns:a16="http://schemas.microsoft.com/office/drawing/2014/main" id="{4E111F17-5837-46A9-AF66-39847D4289B9}"/>
              </a:ext>
            </a:extLst>
          </p:cNvPr>
          <p:cNvSpPr>
            <a:spLocks noGrp="1"/>
          </p:cNvSpPr>
          <p:nvPr/>
        </p:nvSpPr>
        <p:spPr>
          <a:xfrm>
            <a:off x="4931668" y="4697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3" name="A1_bar_Cryo_13696">
            <a:extLst>
              <a:ext uri="{FF2B5EF4-FFF2-40B4-BE49-F238E27FC236}">
                <a16:creationId xmlns:a16="http://schemas.microsoft.com/office/drawing/2014/main" id="{ADC0402B-9BEB-4EBA-B718-08BD455D5CCA}"/>
              </a:ext>
            </a:extLst>
          </p:cNvPr>
          <p:cNvSpPr>
            <a:spLocks noGrp="1"/>
          </p:cNvSpPr>
          <p:nvPr/>
        </p:nvSpPr>
        <p:spPr>
          <a:xfrm>
            <a:off x="4944824" y="48389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4" name="A1_bar_Cryo_13697">
            <a:extLst>
              <a:ext uri="{FF2B5EF4-FFF2-40B4-BE49-F238E27FC236}">
                <a16:creationId xmlns:a16="http://schemas.microsoft.com/office/drawing/2014/main" id="{87A612E0-8984-4E2E-81F6-BB93F897EA6A}"/>
              </a:ext>
            </a:extLst>
          </p:cNvPr>
          <p:cNvSpPr>
            <a:spLocks noGrp="1"/>
          </p:cNvSpPr>
          <p:nvPr/>
        </p:nvSpPr>
        <p:spPr>
          <a:xfrm>
            <a:off x="49512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5" name="A1_bar_Cryo_13698">
            <a:extLst>
              <a:ext uri="{FF2B5EF4-FFF2-40B4-BE49-F238E27FC236}">
                <a16:creationId xmlns:a16="http://schemas.microsoft.com/office/drawing/2014/main" id="{476B7887-A36A-4BCB-90F3-2842C0ED6E9B}"/>
              </a:ext>
            </a:extLst>
          </p:cNvPr>
          <p:cNvSpPr>
            <a:spLocks noGrp="1"/>
          </p:cNvSpPr>
          <p:nvPr/>
        </p:nvSpPr>
        <p:spPr>
          <a:xfrm>
            <a:off x="5122694" y="55302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6" name="A1_bar_Cryo_13699">
            <a:extLst>
              <a:ext uri="{FF2B5EF4-FFF2-40B4-BE49-F238E27FC236}">
                <a16:creationId xmlns:a16="http://schemas.microsoft.com/office/drawing/2014/main" id="{6337CC64-A643-4E2B-8A7E-5B7931DEDD23}"/>
              </a:ext>
            </a:extLst>
          </p:cNvPr>
          <p:cNvSpPr>
            <a:spLocks noGrp="1"/>
          </p:cNvSpPr>
          <p:nvPr/>
        </p:nvSpPr>
        <p:spPr>
          <a:xfrm>
            <a:off x="4925206" y="52235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7" name="A1_bar_Cryo_13700">
            <a:extLst>
              <a:ext uri="{FF2B5EF4-FFF2-40B4-BE49-F238E27FC236}">
                <a16:creationId xmlns:a16="http://schemas.microsoft.com/office/drawing/2014/main" id="{38D3338F-1A4D-4850-AEB4-3BDD14642B18}"/>
              </a:ext>
            </a:extLst>
          </p:cNvPr>
          <p:cNvSpPr>
            <a:spLocks noGrp="1"/>
          </p:cNvSpPr>
          <p:nvPr/>
        </p:nvSpPr>
        <p:spPr>
          <a:xfrm>
            <a:off x="4964384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8" name="A1_bar_Cryo_13701">
            <a:extLst>
              <a:ext uri="{FF2B5EF4-FFF2-40B4-BE49-F238E27FC236}">
                <a16:creationId xmlns:a16="http://schemas.microsoft.com/office/drawing/2014/main" id="{C57482F4-1BAC-4CF1-A179-03D593ABCA9C}"/>
              </a:ext>
            </a:extLst>
          </p:cNvPr>
          <p:cNvSpPr>
            <a:spLocks noGrp="1"/>
          </p:cNvSpPr>
          <p:nvPr/>
        </p:nvSpPr>
        <p:spPr>
          <a:xfrm>
            <a:off x="50238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79" name="A1_bar_Cryo_13702">
            <a:extLst>
              <a:ext uri="{FF2B5EF4-FFF2-40B4-BE49-F238E27FC236}">
                <a16:creationId xmlns:a16="http://schemas.microsoft.com/office/drawing/2014/main" id="{DBF31274-5A20-4F0E-9DE1-0CF8B475694F}"/>
              </a:ext>
            </a:extLst>
          </p:cNvPr>
          <p:cNvSpPr>
            <a:spLocks noGrp="1"/>
          </p:cNvSpPr>
          <p:nvPr/>
        </p:nvSpPr>
        <p:spPr>
          <a:xfrm>
            <a:off x="50448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0" name="A1_bar_Cryo_13703">
            <a:extLst>
              <a:ext uri="{FF2B5EF4-FFF2-40B4-BE49-F238E27FC236}">
                <a16:creationId xmlns:a16="http://schemas.microsoft.com/office/drawing/2014/main" id="{B3448E97-5A9A-4A22-BBD6-1427401AC7BF}"/>
              </a:ext>
            </a:extLst>
          </p:cNvPr>
          <p:cNvSpPr>
            <a:spLocks noGrp="1"/>
          </p:cNvSpPr>
          <p:nvPr/>
        </p:nvSpPr>
        <p:spPr>
          <a:xfrm>
            <a:off x="5160698" y="5789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1" name="A1_bar_Cryo_13704">
            <a:extLst>
              <a:ext uri="{FF2B5EF4-FFF2-40B4-BE49-F238E27FC236}">
                <a16:creationId xmlns:a16="http://schemas.microsoft.com/office/drawing/2014/main" id="{183AEBC3-4BE2-4BA2-9DEE-707AE8B2F5D0}"/>
              </a:ext>
            </a:extLst>
          </p:cNvPr>
          <p:cNvSpPr>
            <a:spLocks noGrp="1"/>
          </p:cNvSpPr>
          <p:nvPr/>
        </p:nvSpPr>
        <p:spPr>
          <a:xfrm>
            <a:off x="495312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2" name="A1_bar_Cryo_13705">
            <a:extLst>
              <a:ext uri="{FF2B5EF4-FFF2-40B4-BE49-F238E27FC236}">
                <a16:creationId xmlns:a16="http://schemas.microsoft.com/office/drawing/2014/main" id="{B3DA1F10-F5F5-4E81-9241-3B40EDFE9D5E}"/>
              </a:ext>
            </a:extLst>
          </p:cNvPr>
          <p:cNvSpPr>
            <a:spLocks noGrp="1"/>
          </p:cNvSpPr>
          <p:nvPr/>
        </p:nvSpPr>
        <p:spPr>
          <a:xfrm>
            <a:off x="516681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3" name="A1_bar_Cryo_13706">
            <a:extLst>
              <a:ext uri="{FF2B5EF4-FFF2-40B4-BE49-F238E27FC236}">
                <a16:creationId xmlns:a16="http://schemas.microsoft.com/office/drawing/2014/main" id="{EA6425B9-E1DB-469E-96B6-73137B4EC86B}"/>
              </a:ext>
            </a:extLst>
          </p:cNvPr>
          <p:cNvSpPr>
            <a:spLocks noGrp="1"/>
          </p:cNvSpPr>
          <p:nvPr/>
        </p:nvSpPr>
        <p:spPr>
          <a:xfrm>
            <a:off x="660418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4" name="A1_bar_Cryo_13707">
            <a:extLst>
              <a:ext uri="{FF2B5EF4-FFF2-40B4-BE49-F238E27FC236}">
                <a16:creationId xmlns:a16="http://schemas.microsoft.com/office/drawing/2014/main" id="{6C40C409-8ED5-43FE-B68A-3FC2A188BF61}"/>
              </a:ext>
            </a:extLst>
          </p:cNvPr>
          <p:cNvSpPr>
            <a:spLocks noGrp="1"/>
          </p:cNvSpPr>
          <p:nvPr/>
        </p:nvSpPr>
        <p:spPr>
          <a:xfrm>
            <a:off x="657618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5" name="A1_bar_Cryo_13708">
            <a:extLst>
              <a:ext uri="{FF2B5EF4-FFF2-40B4-BE49-F238E27FC236}">
                <a16:creationId xmlns:a16="http://schemas.microsoft.com/office/drawing/2014/main" id="{4F089E8A-857A-48D9-8FCC-090BB2AF84CF}"/>
              </a:ext>
            </a:extLst>
          </p:cNvPr>
          <p:cNvSpPr>
            <a:spLocks noGrp="1"/>
          </p:cNvSpPr>
          <p:nvPr/>
        </p:nvSpPr>
        <p:spPr>
          <a:xfrm>
            <a:off x="666617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6" name="A1_bar_Cryo_13709">
            <a:extLst>
              <a:ext uri="{FF2B5EF4-FFF2-40B4-BE49-F238E27FC236}">
                <a16:creationId xmlns:a16="http://schemas.microsoft.com/office/drawing/2014/main" id="{9D2E1096-79AB-4CEA-8746-BAD2F89225A7}"/>
              </a:ext>
            </a:extLst>
          </p:cNvPr>
          <p:cNvSpPr>
            <a:spLocks noGrp="1"/>
          </p:cNvSpPr>
          <p:nvPr/>
        </p:nvSpPr>
        <p:spPr>
          <a:xfrm>
            <a:off x="6735670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7" name="A1_bar_Cryo_13710">
            <a:extLst>
              <a:ext uri="{FF2B5EF4-FFF2-40B4-BE49-F238E27FC236}">
                <a16:creationId xmlns:a16="http://schemas.microsoft.com/office/drawing/2014/main" id="{1D4B08C5-3A86-4CE1-A527-7013522DC11D}"/>
              </a:ext>
            </a:extLst>
          </p:cNvPr>
          <p:cNvSpPr>
            <a:spLocks noGrp="1"/>
          </p:cNvSpPr>
          <p:nvPr/>
        </p:nvSpPr>
        <p:spPr>
          <a:xfrm>
            <a:off x="6569639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8" name="A1_bar_Cryo_13711">
            <a:extLst>
              <a:ext uri="{FF2B5EF4-FFF2-40B4-BE49-F238E27FC236}">
                <a16:creationId xmlns:a16="http://schemas.microsoft.com/office/drawing/2014/main" id="{44E83461-4187-4A08-81B7-CAD9AFB32C9E}"/>
              </a:ext>
            </a:extLst>
          </p:cNvPr>
          <p:cNvSpPr>
            <a:spLocks noGrp="1"/>
          </p:cNvSpPr>
          <p:nvPr/>
        </p:nvSpPr>
        <p:spPr>
          <a:xfrm>
            <a:off x="663721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89" name="A1_bar_Cryo_13712">
            <a:extLst>
              <a:ext uri="{FF2B5EF4-FFF2-40B4-BE49-F238E27FC236}">
                <a16:creationId xmlns:a16="http://schemas.microsoft.com/office/drawing/2014/main" id="{2B7F613F-A6BC-4AAD-82D0-91551EAB59E7}"/>
              </a:ext>
            </a:extLst>
          </p:cNvPr>
          <p:cNvSpPr>
            <a:spLocks noGrp="1"/>
          </p:cNvSpPr>
          <p:nvPr/>
        </p:nvSpPr>
        <p:spPr>
          <a:xfrm>
            <a:off x="662187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0" name="A1_bar_Cryo_13713">
            <a:extLst>
              <a:ext uri="{FF2B5EF4-FFF2-40B4-BE49-F238E27FC236}">
                <a16:creationId xmlns:a16="http://schemas.microsoft.com/office/drawing/2014/main" id="{124A653C-D51D-4A22-8ED4-BEA7B2A51A86}"/>
              </a:ext>
            </a:extLst>
          </p:cNvPr>
          <p:cNvSpPr>
            <a:spLocks noGrp="1"/>
          </p:cNvSpPr>
          <p:nvPr/>
        </p:nvSpPr>
        <p:spPr>
          <a:xfrm>
            <a:off x="65926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1" name="A1_bar_Cryo_13714">
            <a:extLst>
              <a:ext uri="{FF2B5EF4-FFF2-40B4-BE49-F238E27FC236}">
                <a16:creationId xmlns:a16="http://schemas.microsoft.com/office/drawing/2014/main" id="{651F56B8-9E02-47CF-8795-7E554E2A4503}"/>
              </a:ext>
            </a:extLst>
          </p:cNvPr>
          <p:cNvSpPr>
            <a:spLocks noGrp="1"/>
          </p:cNvSpPr>
          <p:nvPr/>
        </p:nvSpPr>
        <p:spPr>
          <a:xfrm>
            <a:off x="6725776" y="60279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2" name="A1_bar_Cryo_13715">
            <a:extLst>
              <a:ext uri="{FF2B5EF4-FFF2-40B4-BE49-F238E27FC236}">
                <a16:creationId xmlns:a16="http://schemas.microsoft.com/office/drawing/2014/main" id="{3BF53D1A-A689-44F2-8B96-A3C929FD5A14}"/>
              </a:ext>
            </a:extLst>
          </p:cNvPr>
          <p:cNvSpPr>
            <a:spLocks noGrp="1"/>
          </p:cNvSpPr>
          <p:nvPr/>
        </p:nvSpPr>
        <p:spPr>
          <a:xfrm>
            <a:off x="666556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3" name="A1_bar_Cryo_13716">
            <a:extLst>
              <a:ext uri="{FF2B5EF4-FFF2-40B4-BE49-F238E27FC236}">
                <a16:creationId xmlns:a16="http://schemas.microsoft.com/office/drawing/2014/main" id="{7606D7FF-88B1-4BEE-9BF2-00CD04E91102}"/>
              </a:ext>
            </a:extLst>
          </p:cNvPr>
          <p:cNvSpPr>
            <a:spLocks noGrp="1"/>
          </p:cNvSpPr>
          <p:nvPr/>
        </p:nvSpPr>
        <p:spPr>
          <a:xfrm>
            <a:off x="6503779" y="4057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4" name="A1_bar_Cryo_13717">
            <a:extLst>
              <a:ext uri="{FF2B5EF4-FFF2-40B4-BE49-F238E27FC236}">
                <a16:creationId xmlns:a16="http://schemas.microsoft.com/office/drawing/2014/main" id="{A78F0CA4-8F75-403D-8402-05FD7893B8DE}"/>
              </a:ext>
            </a:extLst>
          </p:cNvPr>
          <p:cNvSpPr>
            <a:spLocks noGrp="1"/>
          </p:cNvSpPr>
          <p:nvPr/>
        </p:nvSpPr>
        <p:spPr>
          <a:xfrm>
            <a:off x="6545825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5" name="A1_bar_Cryo_13718">
            <a:extLst>
              <a:ext uri="{FF2B5EF4-FFF2-40B4-BE49-F238E27FC236}">
                <a16:creationId xmlns:a16="http://schemas.microsoft.com/office/drawing/2014/main" id="{E21588D3-9D53-4545-A33F-1F453E03E00F}"/>
              </a:ext>
            </a:extLst>
          </p:cNvPr>
          <p:cNvSpPr>
            <a:spLocks noGrp="1"/>
          </p:cNvSpPr>
          <p:nvPr/>
        </p:nvSpPr>
        <p:spPr>
          <a:xfrm>
            <a:off x="6669069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6" name="A1_bar_Cryo_13719">
            <a:extLst>
              <a:ext uri="{FF2B5EF4-FFF2-40B4-BE49-F238E27FC236}">
                <a16:creationId xmlns:a16="http://schemas.microsoft.com/office/drawing/2014/main" id="{B05303B3-E62D-46C3-8372-4CF10CFBF17A}"/>
              </a:ext>
            </a:extLst>
          </p:cNvPr>
          <p:cNvSpPr>
            <a:spLocks noGrp="1"/>
          </p:cNvSpPr>
          <p:nvPr/>
        </p:nvSpPr>
        <p:spPr>
          <a:xfrm>
            <a:off x="667573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7" name="A1_bar_Cryo_13720">
            <a:extLst>
              <a:ext uri="{FF2B5EF4-FFF2-40B4-BE49-F238E27FC236}">
                <a16:creationId xmlns:a16="http://schemas.microsoft.com/office/drawing/2014/main" id="{BD0EA873-C598-4D8A-8E2D-F86FDA6D0367}"/>
              </a:ext>
            </a:extLst>
          </p:cNvPr>
          <p:cNvSpPr>
            <a:spLocks noGrp="1"/>
          </p:cNvSpPr>
          <p:nvPr/>
        </p:nvSpPr>
        <p:spPr>
          <a:xfrm>
            <a:off x="664826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8" name="A1_bar_Cryo_13721">
            <a:extLst>
              <a:ext uri="{FF2B5EF4-FFF2-40B4-BE49-F238E27FC236}">
                <a16:creationId xmlns:a16="http://schemas.microsoft.com/office/drawing/2014/main" id="{07A30B41-1D39-4E4B-8B1E-EB1A5CEE21B6}"/>
              </a:ext>
            </a:extLst>
          </p:cNvPr>
          <p:cNvSpPr>
            <a:spLocks noGrp="1"/>
          </p:cNvSpPr>
          <p:nvPr/>
        </p:nvSpPr>
        <p:spPr>
          <a:xfrm>
            <a:off x="652755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499" name="A1_bar_Cryo_13722">
            <a:extLst>
              <a:ext uri="{FF2B5EF4-FFF2-40B4-BE49-F238E27FC236}">
                <a16:creationId xmlns:a16="http://schemas.microsoft.com/office/drawing/2014/main" id="{72B55C1D-156A-4DEC-9F61-75D12D5DF048}"/>
              </a:ext>
            </a:extLst>
          </p:cNvPr>
          <p:cNvSpPr>
            <a:spLocks noGrp="1"/>
          </p:cNvSpPr>
          <p:nvPr/>
        </p:nvSpPr>
        <p:spPr>
          <a:xfrm>
            <a:off x="670892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0" name="A1_bar_Cryo_13723">
            <a:extLst>
              <a:ext uri="{FF2B5EF4-FFF2-40B4-BE49-F238E27FC236}">
                <a16:creationId xmlns:a16="http://schemas.microsoft.com/office/drawing/2014/main" id="{405524EE-9424-4AEC-871E-2A1F336636E3}"/>
              </a:ext>
            </a:extLst>
          </p:cNvPr>
          <p:cNvSpPr>
            <a:spLocks noGrp="1"/>
          </p:cNvSpPr>
          <p:nvPr/>
        </p:nvSpPr>
        <p:spPr>
          <a:xfrm>
            <a:off x="6705648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1" name="A1_bar_Cryo_13724">
            <a:extLst>
              <a:ext uri="{FF2B5EF4-FFF2-40B4-BE49-F238E27FC236}">
                <a16:creationId xmlns:a16="http://schemas.microsoft.com/office/drawing/2014/main" id="{D66A05A9-641C-442D-B43D-21387040AD85}"/>
              </a:ext>
            </a:extLst>
          </p:cNvPr>
          <p:cNvSpPr>
            <a:spLocks noGrp="1"/>
          </p:cNvSpPr>
          <p:nvPr/>
        </p:nvSpPr>
        <p:spPr>
          <a:xfrm>
            <a:off x="6508804" y="59691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2" name="A1_bar_Cryo_13725">
            <a:extLst>
              <a:ext uri="{FF2B5EF4-FFF2-40B4-BE49-F238E27FC236}">
                <a16:creationId xmlns:a16="http://schemas.microsoft.com/office/drawing/2014/main" id="{D7F9E71F-B1AF-449F-82E1-0362CAB04938}"/>
              </a:ext>
            </a:extLst>
          </p:cNvPr>
          <p:cNvSpPr>
            <a:spLocks noGrp="1"/>
          </p:cNvSpPr>
          <p:nvPr/>
        </p:nvSpPr>
        <p:spPr>
          <a:xfrm>
            <a:off x="6734569" y="5350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3" name="A1_bar_Cryo_13726">
            <a:extLst>
              <a:ext uri="{FF2B5EF4-FFF2-40B4-BE49-F238E27FC236}">
                <a16:creationId xmlns:a16="http://schemas.microsoft.com/office/drawing/2014/main" id="{33E17045-ED0B-4880-B714-B8B17B83E0FE}"/>
              </a:ext>
            </a:extLst>
          </p:cNvPr>
          <p:cNvSpPr>
            <a:spLocks noGrp="1"/>
          </p:cNvSpPr>
          <p:nvPr/>
        </p:nvSpPr>
        <p:spPr>
          <a:xfrm>
            <a:off x="6579267" y="59521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4" name="A1_bar_Cryo_13727">
            <a:extLst>
              <a:ext uri="{FF2B5EF4-FFF2-40B4-BE49-F238E27FC236}">
                <a16:creationId xmlns:a16="http://schemas.microsoft.com/office/drawing/2014/main" id="{B6FA98CF-2177-4B06-AB86-671E8830D9BA}"/>
              </a:ext>
            </a:extLst>
          </p:cNvPr>
          <p:cNvSpPr>
            <a:spLocks noGrp="1"/>
          </p:cNvSpPr>
          <p:nvPr/>
        </p:nvSpPr>
        <p:spPr>
          <a:xfrm>
            <a:off x="673539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5" name="A1_bar_Cryo_13728">
            <a:extLst>
              <a:ext uri="{FF2B5EF4-FFF2-40B4-BE49-F238E27FC236}">
                <a16:creationId xmlns:a16="http://schemas.microsoft.com/office/drawing/2014/main" id="{A44612EF-8A2A-43AC-BD6A-6D3A038586DC}"/>
              </a:ext>
            </a:extLst>
          </p:cNvPr>
          <p:cNvSpPr>
            <a:spLocks noGrp="1"/>
          </p:cNvSpPr>
          <p:nvPr/>
        </p:nvSpPr>
        <p:spPr>
          <a:xfrm>
            <a:off x="6681381" y="5888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6" name="A1_bar_Cryo_13729">
            <a:extLst>
              <a:ext uri="{FF2B5EF4-FFF2-40B4-BE49-F238E27FC236}">
                <a16:creationId xmlns:a16="http://schemas.microsoft.com/office/drawing/2014/main" id="{1E8BD2FF-D5B4-4597-A5AD-DD93B335CA13}"/>
              </a:ext>
            </a:extLst>
          </p:cNvPr>
          <p:cNvSpPr>
            <a:spLocks noGrp="1"/>
          </p:cNvSpPr>
          <p:nvPr/>
        </p:nvSpPr>
        <p:spPr>
          <a:xfrm>
            <a:off x="6638687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7" name="A1_bar_Cryo_13730">
            <a:extLst>
              <a:ext uri="{FF2B5EF4-FFF2-40B4-BE49-F238E27FC236}">
                <a16:creationId xmlns:a16="http://schemas.microsoft.com/office/drawing/2014/main" id="{C421B019-F63C-4971-81CA-339277B34E50}"/>
              </a:ext>
            </a:extLst>
          </p:cNvPr>
          <p:cNvSpPr>
            <a:spLocks noGrp="1"/>
          </p:cNvSpPr>
          <p:nvPr/>
        </p:nvSpPr>
        <p:spPr>
          <a:xfrm>
            <a:off x="663591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8" name="A1_bar_Cryo_13731">
            <a:extLst>
              <a:ext uri="{FF2B5EF4-FFF2-40B4-BE49-F238E27FC236}">
                <a16:creationId xmlns:a16="http://schemas.microsoft.com/office/drawing/2014/main" id="{DE0D2D5F-65CC-44B4-AE39-03FBF643FD88}"/>
              </a:ext>
            </a:extLst>
          </p:cNvPr>
          <p:cNvSpPr>
            <a:spLocks noGrp="1"/>
          </p:cNvSpPr>
          <p:nvPr/>
        </p:nvSpPr>
        <p:spPr>
          <a:xfrm>
            <a:off x="655221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09" name="A1_bar_Cryo_13732">
            <a:extLst>
              <a:ext uri="{FF2B5EF4-FFF2-40B4-BE49-F238E27FC236}">
                <a16:creationId xmlns:a16="http://schemas.microsoft.com/office/drawing/2014/main" id="{E1F712CC-7F3E-4893-A055-81E654E72616}"/>
              </a:ext>
            </a:extLst>
          </p:cNvPr>
          <p:cNvSpPr>
            <a:spLocks noGrp="1"/>
          </p:cNvSpPr>
          <p:nvPr/>
        </p:nvSpPr>
        <p:spPr>
          <a:xfrm>
            <a:off x="67241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0" name="A1_bar_Cryo_13733">
            <a:extLst>
              <a:ext uri="{FF2B5EF4-FFF2-40B4-BE49-F238E27FC236}">
                <a16:creationId xmlns:a16="http://schemas.microsoft.com/office/drawing/2014/main" id="{47C05D3B-AEB8-4DD9-AAC5-9C7AC64C3565}"/>
              </a:ext>
            </a:extLst>
          </p:cNvPr>
          <p:cNvSpPr>
            <a:spLocks noGrp="1"/>
          </p:cNvSpPr>
          <p:nvPr/>
        </p:nvSpPr>
        <p:spPr>
          <a:xfrm>
            <a:off x="6503187" y="51784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1" name="A1_bar_Cryo_13734">
            <a:extLst>
              <a:ext uri="{FF2B5EF4-FFF2-40B4-BE49-F238E27FC236}">
                <a16:creationId xmlns:a16="http://schemas.microsoft.com/office/drawing/2014/main" id="{08A0BC4A-5DBC-48A4-851F-F9F08A55C916}"/>
              </a:ext>
            </a:extLst>
          </p:cNvPr>
          <p:cNvSpPr>
            <a:spLocks noGrp="1"/>
          </p:cNvSpPr>
          <p:nvPr/>
        </p:nvSpPr>
        <p:spPr>
          <a:xfrm>
            <a:off x="6530042" y="56964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2" name="A1_bar_Cryo_13735">
            <a:extLst>
              <a:ext uri="{FF2B5EF4-FFF2-40B4-BE49-F238E27FC236}">
                <a16:creationId xmlns:a16="http://schemas.microsoft.com/office/drawing/2014/main" id="{A71F6E2C-A081-4C71-852A-67EC509C82AE}"/>
              </a:ext>
            </a:extLst>
          </p:cNvPr>
          <p:cNvSpPr>
            <a:spLocks noGrp="1"/>
          </p:cNvSpPr>
          <p:nvPr/>
        </p:nvSpPr>
        <p:spPr>
          <a:xfrm>
            <a:off x="66735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3" name="A1_bar_Cryo_13736">
            <a:extLst>
              <a:ext uri="{FF2B5EF4-FFF2-40B4-BE49-F238E27FC236}">
                <a16:creationId xmlns:a16="http://schemas.microsoft.com/office/drawing/2014/main" id="{F7D722C2-645D-4284-8A7B-927523B71FE0}"/>
              </a:ext>
            </a:extLst>
          </p:cNvPr>
          <p:cNvSpPr>
            <a:spLocks noGrp="1"/>
          </p:cNvSpPr>
          <p:nvPr/>
        </p:nvSpPr>
        <p:spPr>
          <a:xfrm>
            <a:off x="668997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4" name="A1_bar_Cryo_13737">
            <a:extLst>
              <a:ext uri="{FF2B5EF4-FFF2-40B4-BE49-F238E27FC236}">
                <a16:creationId xmlns:a16="http://schemas.microsoft.com/office/drawing/2014/main" id="{A8DB3448-E3B3-45CE-875B-46A78DBAF1C9}"/>
              </a:ext>
            </a:extLst>
          </p:cNvPr>
          <p:cNvSpPr>
            <a:spLocks noGrp="1"/>
          </p:cNvSpPr>
          <p:nvPr/>
        </p:nvSpPr>
        <p:spPr>
          <a:xfrm>
            <a:off x="6664414" y="60090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5" name="A1_bar_Cryo_13738">
            <a:extLst>
              <a:ext uri="{FF2B5EF4-FFF2-40B4-BE49-F238E27FC236}">
                <a16:creationId xmlns:a16="http://schemas.microsoft.com/office/drawing/2014/main" id="{8D168132-9D10-4D1F-9B20-299251142F78}"/>
              </a:ext>
            </a:extLst>
          </p:cNvPr>
          <p:cNvSpPr>
            <a:spLocks noGrp="1"/>
          </p:cNvSpPr>
          <p:nvPr/>
        </p:nvSpPr>
        <p:spPr>
          <a:xfrm>
            <a:off x="662208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6" name="A1_bar_Cryo_13739">
            <a:extLst>
              <a:ext uri="{FF2B5EF4-FFF2-40B4-BE49-F238E27FC236}">
                <a16:creationId xmlns:a16="http://schemas.microsoft.com/office/drawing/2014/main" id="{FE2967F0-A5DA-4799-8181-935A51876B39}"/>
              </a:ext>
            </a:extLst>
          </p:cNvPr>
          <p:cNvSpPr>
            <a:spLocks noGrp="1"/>
          </p:cNvSpPr>
          <p:nvPr/>
        </p:nvSpPr>
        <p:spPr>
          <a:xfrm>
            <a:off x="6546910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7" name="A1_bar_Cryo_13740">
            <a:extLst>
              <a:ext uri="{FF2B5EF4-FFF2-40B4-BE49-F238E27FC236}">
                <a16:creationId xmlns:a16="http://schemas.microsoft.com/office/drawing/2014/main" id="{BD9EAFD9-0562-42A4-A9F1-5B6FDB76397B}"/>
              </a:ext>
            </a:extLst>
          </p:cNvPr>
          <p:cNvSpPr>
            <a:spLocks noGrp="1"/>
          </p:cNvSpPr>
          <p:nvPr/>
        </p:nvSpPr>
        <p:spPr>
          <a:xfrm>
            <a:off x="650358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8" name="A1_bar_Cryo_13741">
            <a:extLst>
              <a:ext uri="{FF2B5EF4-FFF2-40B4-BE49-F238E27FC236}">
                <a16:creationId xmlns:a16="http://schemas.microsoft.com/office/drawing/2014/main" id="{F977D92D-9B74-4D02-A583-404140CAE7B1}"/>
              </a:ext>
            </a:extLst>
          </p:cNvPr>
          <p:cNvSpPr>
            <a:spLocks noGrp="1"/>
          </p:cNvSpPr>
          <p:nvPr/>
        </p:nvSpPr>
        <p:spPr>
          <a:xfrm>
            <a:off x="661829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19" name="A1_bar_Cryo_13742">
            <a:extLst>
              <a:ext uri="{FF2B5EF4-FFF2-40B4-BE49-F238E27FC236}">
                <a16:creationId xmlns:a16="http://schemas.microsoft.com/office/drawing/2014/main" id="{0BCB2C59-87C2-43E3-8197-684104EC4776}"/>
              </a:ext>
            </a:extLst>
          </p:cNvPr>
          <p:cNvSpPr>
            <a:spLocks noGrp="1"/>
          </p:cNvSpPr>
          <p:nvPr/>
        </p:nvSpPr>
        <p:spPr>
          <a:xfrm>
            <a:off x="66081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0" name="A1_bar_Cryo_13743">
            <a:extLst>
              <a:ext uri="{FF2B5EF4-FFF2-40B4-BE49-F238E27FC236}">
                <a16:creationId xmlns:a16="http://schemas.microsoft.com/office/drawing/2014/main" id="{6E80789D-4BE3-4292-A1CA-7C95FB31112E}"/>
              </a:ext>
            </a:extLst>
          </p:cNvPr>
          <p:cNvSpPr>
            <a:spLocks noGrp="1"/>
          </p:cNvSpPr>
          <p:nvPr/>
        </p:nvSpPr>
        <p:spPr>
          <a:xfrm>
            <a:off x="660654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1" name="A1_bar_Cryo_13744">
            <a:extLst>
              <a:ext uri="{FF2B5EF4-FFF2-40B4-BE49-F238E27FC236}">
                <a16:creationId xmlns:a16="http://schemas.microsoft.com/office/drawing/2014/main" id="{B23D1B5E-2EDA-4DFA-A3BE-6CC166AED678}"/>
              </a:ext>
            </a:extLst>
          </p:cNvPr>
          <p:cNvSpPr>
            <a:spLocks noGrp="1"/>
          </p:cNvSpPr>
          <p:nvPr/>
        </p:nvSpPr>
        <p:spPr>
          <a:xfrm>
            <a:off x="65197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2" name="A1_bar_Cryo_13745">
            <a:extLst>
              <a:ext uri="{FF2B5EF4-FFF2-40B4-BE49-F238E27FC236}">
                <a16:creationId xmlns:a16="http://schemas.microsoft.com/office/drawing/2014/main" id="{4747E3C8-C002-470F-AD3D-60BC24456AC4}"/>
              </a:ext>
            </a:extLst>
          </p:cNvPr>
          <p:cNvSpPr>
            <a:spLocks noGrp="1"/>
          </p:cNvSpPr>
          <p:nvPr/>
        </p:nvSpPr>
        <p:spPr>
          <a:xfrm>
            <a:off x="6636854" y="437335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3" name="A1_bar_Cryo_13746">
            <a:extLst>
              <a:ext uri="{FF2B5EF4-FFF2-40B4-BE49-F238E27FC236}">
                <a16:creationId xmlns:a16="http://schemas.microsoft.com/office/drawing/2014/main" id="{FBCED034-0B73-427B-B31C-A7216A858606}"/>
              </a:ext>
            </a:extLst>
          </p:cNvPr>
          <p:cNvSpPr>
            <a:spLocks noGrp="1"/>
          </p:cNvSpPr>
          <p:nvPr/>
        </p:nvSpPr>
        <p:spPr>
          <a:xfrm>
            <a:off x="6537830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4" name="A1_bar_Cryo_13747">
            <a:extLst>
              <a:ext uri="{FF2B5EF4-FFF2-40B4-BE49-F238E27FC236}">
                <a16:creationId xmlns:a16="http://schemas.microsoft.com/office/drawing/2014/main" id="{0FB267CC-0F15-4017-BEC2-04092F1E46FC}"/>
              </a:ext>
            </a:extLst>
          </p:cNvPr>
          <p:cNvSpPr>
            <a:spLocks noGrp="1"/>
          </p:cNvSpPr>
          <p:nvPr/>
        </p:nvSpPr>
        <p:spPr>
          <a:xfrm>
            <a:off x="660318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5" name="A1_bar_Cryo_13748">
            <a:extLst>
              <a:ext uri="{FF2B5EF4-FFF2-40B4-BE49-F238E27FC236}">
                <a16:creationId xmlns:a16="http://schemas.microsoft.com/office/drawing/2014/main" id="{FBD324D3-DDB8-43B6-AFA5-5C1C7B34964F}"/>
              </a:ext>
            </a:extLst>
          </p:cNvPr>
          <p:cNvSpPr>
            <a:spLocks noGrp="1"/>
          </p:cNvSpPr>
          <p:nvPr/>
        </p:nvSpPr>
        <p:spPr>
          <a:xfrm>
            <a:off x="654883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6" name="A1_bar_Cryo_13749">
            <a:extLst>
              <a:ext uri="{FF2B5EF4-FFF2-40B4-BE49-F238E27FC236}">
                <a16:creationId xmlns:a16="http://schemas.microsoft.com/office/drawing/2014/main" id="{5689477D-118A-4325-87D5-FDA7D3A5C3D9}"/>
              </a:ext>
            </a:extLst>
          </p:cNvPr>
          <p:cNvSpPr>
            <a:spLocks noGrp="1"/>
          </p:cNvSpPr>
          <p:nvPr/>
        </p:nvSpPr>
        <p:spPr>
          <a:xfrm>
            <a:off x="6680109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7" name="A1_bar_Cryo_13750">
            <a:extLst>
              <a:ext uri="{FF2B5EF4-FFF2-40B4-BE49-F238E27FC236}">
                <a16:creationId xmlns:a16="http://schemas.microsoft.com/office/drawing/2014/main" id="{6B284F35-9C95-4844-8A46-4911C3E76F0A}"/>
              </a:ext>
            </a:extLst>
          </p:cNvPr>
          <p:cNvSpPr>
            <a:spLocks noGrp="1"/>
          </p:cNvSpPr>
          <p:nvPr/>
        </p:nvSpPr>
        <p:spPr>
          <a:xfrm>
            <a:off x="65052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8" name="A1_bar_Cryo_13751">
            <a:extLst>
              <a:ext uri="{FF2B5EF4-FFF2-40B4-BE49-F238E27FC236}">
                <a16:creationId xmlns:a16="http://schemas.microsoft.com/office/drawing/2014/main" id="{EF78B61A-4C33-40FB-B8E3-C1A0AF421BEF}"/>
              </a:ext>
            </a:extLst>
          </p:cNvPr>
          <p:cNvSpPr>
            <a:spLocks noGrp="1"/>
          </p:cNvSpPr>
          <p:nvPr/>
        </p:nvSpPr>
        <p:spPr>
          <a:xfrm>
            <a:off x="6543759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29" name="A1_bar_Cryo_13752">
            <a:extLst>
              <a:ext uri="{FF2B5EF4-FFF2-40B4-BE49-F238E27FC236}">
                <a16:creationId xmlns:a16="http://schemas.microsoft.com/office/drawing/2014/main" id="{2FAC50B0-C9A4-493E-80F1-B37053483365}"/>
              </a:ext>
            </a:extLst>
          </p:cNvPr>
          <p:cNvSpPr>
            <a:spLocks noGrp="1"/>
          </p:cNvSpPr>
          <p:nvPr/>
        </p:nvSpPr>
        <p:spPr>
          <a:xfrm>
            <a:off x="6611172" y="5442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0" name="A1_bar_Cryo_13753">
            <a:extLst>
              <a:ext uri="{FF2B5EF4-FFF2-40B4-BE49-F238E27FC236}">
                <a16:creationId xmlns:a16="http://schemas.microsoft.com/office/drawing/2014/main" id="{DCE80E05-426E-4222-967D-B023F756D0F9}"/>
              </a:ext>
            </a:extLst>
          </p:cNvPr>
          <p:cNvSpPr>
            <a:spLocks noGrp="1"/>
          </p:cNvSpPr>
          <p:nvPr/>
        </p:nvSpPr>
        <p:spPr>
          <a:xfrm>
            <a:off x="651971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1" name="A1_bar_Cryo_13754">
            <a:extLst>
              <a:ext uri="{FF2B5EF4-FFF2-40B4-BE49-F238E27FC236}">
                <a16:creationId xmlns:a16="http://schemas.microsoft.com/office/drawing/2014/main" id="{A144D056-1C40-4F92-AE4D-D4B44193877F}"/>
              </a:ext>
            </a:extLst>
          </p:cNvPr>
          <p:cNvSpPr>
            <a:spLocks noGrp="1"/>
          </p:cNvSpPr>
          <p:nvPr/>
        </p:nvSpPr>
        <p:spPr>
          <a:xfrm>
            <a:off x="661442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2" name="A1_bar_Cryo_13755">
            <a:extLst>
              <a:ext uri="{FF2B5EF4-FFF2-40B4-BE49-F238E27FC236}">
                <a16:creationId xmlns:a16="http://schemas.microsoft.com/office/drawing/2014/main" id="{520E2BEA-47C7-4D08-AE4D-EB7A99483896}"/>
              </a:ext>
            </a:extLst>
          </p:cNvPr>
          <p:cNvSpPr>
            <a:spLocks noGrp="1"/>
          </p:cNvSpPr>
          <p:nvPr/>
        </p:nvSpPr>
        <p:spPr>
          <a:xfrm>
            <a:off x="6581487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3" name="A1_bar_Cryo_13756">
            <a:extLst>
              <a:ext uri="{FF2B5EF4-FFF2-40B4-BE49-F238E27FC236}">
                <a16:creationId xmlns:a16="http://schemas.microsoft.com/office/drawing/2014/main" id="{13F9264B-FAFF-4CE9-8528-EE109689631C}"/>
              </a:ext>
            </a:extLst>
          </p:cNvPr>
          <p:cNvSpPr>
            <a:spLocks noGrp="1"/>
          </p:cNvSpPr>
          <p:nvPr/>
        </p:nvSpPr>
        <p:spPr>
          <a:xfrm>
            <a:off x="6492268" y="60585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4" name="A1_bar_Cryo_13757">
            <a:extLst>
              <a:ext uri="{FF2B5EF4-FFF2-40B4-BE49-F238E27FC236}">
                <a16:creationId xmlns:a16="http://schemas.microsoft.com/office/drawing/2014/main" id="{1A5F0FB0-EBC9-446F-BEB3-FFBFC96E34C8}"/>
              </a:ext>
            </a:extLst>
          </p:cNvPr>
          <p:cNvSpPr>
            <a:spLocks noGrp="1"/>
          </p:cNvSpPr>
          <p:nvPr/>
        </p:nvSpPr>
        <p:spPr>
          <a:xfrm>
            <a:off x="66265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5" name="A1_bar_Cryo_13758">
            <a:extLst>
              <a:ext uri="{FF2B5EF4-FFF2-40B4-BE49-F238E27FC236}">
                <a16:creationId xmlns:a16="http://schemas.microsoft.com/office/drawing/2014/main" id="{4A86115B-F6D0-42AC-8D7F-DCFA8C35F5DD}"/>
              </a:ext>
            </a:extLst>
          </p:cNvPr>
          <p:cNvSpPr>
            <a:spLocks noGrp="1"/>
          </p:cNvSpPr>
          <p:nvPr/>
        </p:nvSpPr>
        <p:spPr>
          <a:xfrm>
            <a:off x="6496240" y="40270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6" name="A1_bar_Cryo_13759">
            <a:extLst>
              <a:ext uri="{FF2B5EF4-FFF2-40B4-BE49-F238E27FC236}">
                <a16:creationId xmlns:a16="http://schemas.microsoft.com/office/drawing/2014/main" id="{61E734E3-1D32-4B62-9ECA-166A7DB5A2FF}"/>
              </a:ext>
            </a:extLst>
          </p:cNvPr>
          <p:cNvSpPr>
            <a:spLocks noGrp="1"/>
          </p:cNvSpPr>
          <p:nvPr/>
        </p:nvSpPr>
        <p:spPr>
          <a:xfrm>
            <a:off x="6571474" y="5921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7" name="A1_bar_Cryo_13760">
            <a:extLst>
              <a:ext uri="{FF2B5EF4-FFF2-40B4-BE49-F238E27FC236}">
                <a16:creationId xmlns:a16="http://schemas.microsoft.com/office/drawing/2014/main" id="{139850D1-B8CF-4136-B68C-DD14FB393E8D}"/>
              </a:ext>
            </a:extLst>
          </p:cNvPr>
          <p:cNvSpPr>
            <a:spLocks noGrp="1"/>
          </p:cNvSpPr>
          <p:nvPr/>
        </p:nvSpPr>
        <p:spPr>
          <a:xfrm>
            <a:off x="6560973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8" name="A1_bar_Cryo_13761">
            <a:extLst>
              <a:ext uri="{FF2B5EF4-FFF2-40B4-BE49-F238E27FC236}">
                <a16:creationId xmlns:a16="http://schemas.microsoft.com/office/drawing/2014/main" id="{05789A9D-9799-462E-B3C9-8F745220260D}"/>
              </a:ext>
            </a:extLst>
          </p:cNvPr>
          <p:cNvSpPr>
            <a:spLocks noGrp="1"/>
          </p:cNvSpPr>
          <p:nvPr/>
        </p:nvSpPr>
        <p:spPr>
          <a:xfrm>
            <a:off x="6699238" y="60104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39" name="A1_bar_Cryo_13762">
            <a:extLst>
              <a:ext uri="{FF2B5EF4-FFF2-40B4-BE49-F238E27FC236}">
                <a16:creationId xmlns:a16="http://schemas.microsoft.com/office/drawing/2014/main" id="{B4FA07A1-218F-4CF5-ACBE-65124C5569FD}"/>
              </a:ext>
            </a:extLst>
          </p:cNvPr>
          <p:cNvSpPr>
            <a:spLocks noGrp="1"/>
          </p:cNvSpPr>
          <p:nvPr/>
        </p:nvSpPr>
        <p:spPr>
          <a:xfrm>
            <a:off x="6530710" y="58730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0" name="A1_bar_Cryo_13763">
            <a:extLst>
              <a:ext uri="{FF2B5EF4-FFF2-40B4-BE49-F238E27FC236}">
                <a16:creationId xmlns:a16="http://schemas.microsoft.com/office/drawing/2014/main" id="{5B6BD2C9-7257-4D7C-A2ED-A482AEAEB865}"/>
              </a:ext>
            </a:extLst>
          </p:cNvPr>
          <p:cNvSpPr>
            <a:spLocks noGrp="1"/>
          </p:cNvSpPr>
          <p:nvPr/>
        </p:nvSpPr>
        <p:spPr>
          <a:xfrm>
            <a:off x="65766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1" name="A1_bar_Cryo_13764">
            <a:extLst>
              <a:ext uri="{FF2B5EF4-FFF2-40B4-BE49-F238E27FC236}">
                <a16:creationId xmlns:a16="http://schemas.microsoft.com/office/drawing/2014/main" id="{F661FCD5-0FDA-4EA4-907E-F66D872896D9}"/>
              </a:ext>
            </a:extLst>
          </p:cNvPr>
          <p:cNvSpPr>
            <a:spLocks noGrp="1"/>
          </p:cNvSpPr>
          <p:nvPr/>
        </p:nvSpPr>
        <p:spPr>
          <a:xfrm>
            <a:off x="6617850" y="6053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2" name="A1_bar_Cryo_13765">
            <a:extLst>
              <a:ext uri="{FF2B5EF4-FFF2-40B4-BE49-F238E27FC236}">
                <a16:creationId xmlns:a16="http://schemas.microsoft.com/office/drawing/2014/main" id="{F35ADE09-D65F-4D8E-9F94-0E8CAA679C33}"/>
              </a:ext>
            </a:extLst>
          </p:cNvPr>
          <p:cNvSpPr>
            <a:spLocks noGrp="1"/>
          </p:cNvSpPr>
          <p:nvPr/>
        </p:nvSpPr>
        <p:spPr>
          <a:xfrm>
            <a:off x="6646137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3" name="A1_bar_Cryo_13766">
            <a:extLst>
              <a:ext uri="{FF2B5EF4-FFF2-40B4-BE49-F238E27FC236}">
                <a16:creationId xmlns:a16="http://schemas.microsoft.com/office/drawing/2014/main" id="{2BAC793F-5669-499D-AE6D-B9C81F1C8DC6}"/>
              </a:ext>
            </a:extLst>
          </p:cNvPr>
          <p:cNvSpPr>
            <a:spLocks noGrp="1"/>
          </p:cNvSpPr>
          <p:nvPr/>
        </p:nvSpPr>
        <p:spPr>
          <a:xfrm>
            <a:off x="666945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4" name="A1_bar_Cryo_13767">
            <a:extLst>
              <a:ext uri="{FF2B5EF4-FFF2-40B4-BE49-F238E27FC236}">
                <a16:creationId xmlns:a16="http://schemas.microsoft.com/office/drawing/2014/main" id="{903BD165-DC10-46FD-B7F1-95538F9B6132}"/>
              </a:ext>
            </a:extLst>
          </p:cNvPr>
          <p:cNvSpPr>
            <a:spLocks noGrp="1"/>
          </p:cNvSpPr>
          <p:nvPr/>
        </p:nvSpPr>
        <p:spPr>
          <a:xfrm>
            <a:off x="668566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5" name="A1_bar_Cryo_13768">
            <a:extLst>
              <a:ext uri="{FF2B5EF4-FFF2-40B4-BE49-F238E27FC236}">
                <a16:creationId xmlns:a16="http://schemas.microsoft.com/office/drawing/2014/main" id="{CC617854-5C02-47AC-9882-C3AA718E0324}"/>
              </a:ext>
            </a:extLst>
          </p:cNvPr>
          <p:cNvSpPr>
            <a:spLocks noGrp="1"/>
          </p:cNvSpPr>
          <p:nvPr/>
        </p:nvSpPr>
        <p:spPr>
          <a:xfrm>
            <a:off x="669138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6" name="A1_bar_Cryo_13769">
            <a:extLst>
              <a:ext uri="{FF2B5EF4-FFF2-40B4-BE49-F238E27FC236}">
                <a16:creationId xmlns:a16="http://schemas.microsoft.com/office/drawing/2014/main" id="{5E72E2C9-4766-47AF-9FEC-4559F6E7A1E9}"/>
              </a:ext>
            </a:extLst>
          </p:cNvPr>
          <p:cNvSpPr>
            <a:spLocks noGrp="1"/>
          </p:cNvSpPr>
          <p:nvPr/>
        </p:nvSpPr>
        <p:spPr>
          <a:xfrm>
            <a:off x="672707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7" name="A1_bar_Cryo_13770">
            <a:extLst>
              <a:ext uri="{FF2B5EF4-FFF2-40B4-BE49-F238E27FC236}">
                <a16:creationId xmlns:a16="http://schemas.microsoft.com/office/drawing/2014/main" id="{D5B66127-05EF-427D-AD27-173DF973A85F}"/>
              </a:ext>
            </a:extLst>
          </p:cNvPr>
          <p:cNvSpPr>
            <a:spLocks noGrp="1"/>
          </p:cNvSpPr>
          <p:nvPr/>
        </p:nvSpPr>
        <p:spPr>
          <a:xfrm>
            <a:off x="654840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8" name="A1_bar_Cryo_13771">
            <a:extLst>
              <a:ext uri="{FF2B5EF4-FFF2-40B4-BE49-F238E27FC236}">
                <a16:creationId xmlns:a16="http://schemas.microsoft.com/office/drawing/2014/main" id="{989AE671-E3CF-4622-8A7B-66C042AFEDE8}"/>
              </a:ext>
            </a:extLst>
          </p:cNvPr>
          <p:cNvSpPr>
            <a:spLocks noGrp="1"/>
          </p:cNvSpPr>
          <p:nvPr/>
        </p:nvSpPr>
        <p:spPr>
          <a:xfrm>
            <a:off x="6616636" y="5525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49" name="A1_bar_Cryo_13772">
            <a:extLst>
              <a:ext uri="{FF2B5EF4-FFF2-40B4-BE49-F238E27FC236}">
                <a16:creationId xmlns:a16="http://schemas.microsoft.com/office/drawing/2014/main" id="{3B0D746E-F838-4C3C-B50C-B00B101C5650}"/>
              </a:ext>
            </a:extLst>
          </p:cNvPr>
          <p:cNvSpPr>
            <a:spLocks noGrp="1"/>
          </p:cNvSpPr>
          <p:nvPr/>
        </p:nvSpPr>
        <p:spPr>
          <a:xfrm>
            <a:off x="6740645" y="569231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0" name="A1_bar_Cryo_13773">
            <a:extLst>
              <a:ext uri="{FF2B5EF4-FFF2-40B4-BE49-F238E27FC236}">
                <a16:creationId xmlns:a16="http://schemas.microsoft.com/office/drawing/2014/main" id="{67219E42-A47A-4E38-8DDB-DFDF2BAFAFBB}"/>
              </a:ext>
            </a:extLst>
          </p:cNvPr>
          <p:cNvSpPr>
            <a:spLocks noGrp="1"/>
          </p:cNvSpPr>
          <p:nvPr/>
        </p:nvSpPr>
        <p:spPr>
          <a:xfrm>
            <a:off x="673032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1" name="A1_bar_Cryo_13774">
            <a:extLst>
              <a:ext uri="{FF2B5EF4-FFF2-40B4-BE49-F238E27FC236}">
                <a16:creationId xmlns:a16="http://schemas.microsoft.com/office/drawing/2014/main" id="{886928F1-A32F-4DF5-8BFF-15700ED0D52B}"/>
              </a:ext>
            </a:extLst>
          </p:cNvPr>
          <p:cNvSpPr>
            <a:spLocks noGrp="1"/>
          </p:cNvSpPr>
          <p:nvPr/>
        </p:nvSpPr>
        <p:spPr>
          <a:xfrm>
            <a:off x="6696836" y="46673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2" name="A1_bar_Cryo_13775">
            <a:extLst>
              <a:ext uri="{FF2B5EF4-FFF2-40B4-BE49-F238E27FC236}">
                <a16:creationId xmlns:a16="http://schemas.microsoft.com/office/drawing/2014/main" id="{AFD6872A-453E-4109-AEE1-CF6CA1AC0E19}"/>
              </a:ext>
            </a:extLst>
          </p:cNvPr>
          <p:cNvSpPr>
            <a:spLocks noGrp="1"/>
          </p:cNvSpPr>
          <p:nvPr/>
        </p:nvSpPr>
        <p:spPr>
          <a:xfrm>
            <a:off x="6511259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3" name="A1_bar_Cryo_13776">
            <a:extLst>
              <a:ext uri="{FF2B5EF4-FFF2-40B4-BE49-F238E27FC236}">
                <a16:creationId xmlns:a16="http://schemas.microsoft.com/office/drawing/2014/main" id="{7081EB70-F5C4-4847-801D-EAAFE8295F0D}"/>
              </a:ext>
            </a:extLst>
          </p:cNvPr>
          <p:cNvSpPr>
            <a:spLocks noGrp="1"/>
          </p:cNvSpPr>
          <p:nvPr/>
        </p:nvSpPr>
        <p:spPr>
          <a:xfrm>
            <a:off x="660643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4" name="A1_bar_Cryo_13777">
            <a:extLst>
              <a:ext uri="{FF2B5EF4-FFF2-40B4-BE49-F238E27FC236}">
                <a16:creationId xmlns:a16="http://schemas.microsoft.com/office/drawing/2014/main" id="{DF111974-703D-4799-A4F1-AB04FC5D5290}"/>
              </a:ext>
            </a:extLst>
          </p:cNvPr>
          <p:cNvSpPr>
            <a:spLocks noGrp="1"/>
          </p:cNvSpPr>
          <p:nvPr/>
        </p:nvSpPr>
        <p:spPr>
          <a:xfrm>
            <a:off x="6683020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5" name="A1_bar_Cryo_13778">
            <a:extLst>
              <a:ext uri="{FF2B5EF4-FFF2-40B4-BE49-F238E27FC236}">
                <a16:creationId xmlns:a16="http://schemas.microsoft.com/office/drawing/2014/main" id="{BA30778D-A7EE-4271-A5EE-8D7335412C1D}"/>
              </a:ext>
            </a:extLst>
          </p:cNvPr>
          <p:cNvSpPr>
            <a:spLocks noGrp="1"/>
          </p:cNvSpPr>
          <p:nvPr/>
        </p:nvSpPr>
        <p:spPr>
          <a:xfrm>
            <a:off x="662745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6" name="A1_bar_Cryo_13779">
            <a:extLst>
              <a:ext uri="{FF2B5EF4-FFF2-40B4-BE49-F238E27FC236}">
                <a16:creationId xmlns:a16="http://schemas.microsoft.com/office/drawing/2014/main" id="{1435CBF2-E710-420D-ACE7-C3740E28CFD2}"/>
              </a:ext>
            </a:extLst>
          </p:cNvPr>
          <p:cNvSpPr>
            <a:spLocks noGrp="1"/>
          </p:cNvSpPr>
          <p:nvPr/>
        </p:nvSpPr>
        <p:spPr>
          <a:xfrm>
            <a:off x="6690683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7" name="A1_bar_Cryo_13780">
            <a:extLst>
              <a:ext uri="{FF2B5EF4-FFF2-40B4-BE49-F238E27FC236}">
                <a16:creationId xmlns:a16="http://schemas.microsoft.com/office/drawing/2014/main" id="{99D0E9FE-7F8D-444B-9F19-E2AE737C2D31}"/>
              </a:ext>
            </a:extLst>
          </p:cNvPr>
          <p:cNvSpPr>
            <a:spLocks noGrp="1"/>
          </p:cNvSpPr>
          <p:nvPr/>
        </p:nvSpPr>
        <p:spPr>
          <a:xfrm>
            <a:off x="655851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8" name="A1_bar_Cryo_13781">
            <a:extLst>
              <a:ext uri="{FF2B5EF4-FFF2-40B4-BE49-F238E27FC236}">
                <a16:creationId xmlns:a16="http://schemas.microsoft.com/office/drawing/2014/main" id="{BC553288-83F1-4B41-A724-10B8C1AA3F00}"/>
              </a:ext>
            </a:extLst>
          </p:cNvPr>
          <p:cNvSpPr>
            <a:spLocks noGrp="1"/>
          </p:cNvSpPr>
          <p:nvPr/>
        </p:nvSpPr>
        <p:spPr>
          <a:xfrm>
            <a:off x="6717406" y="6057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59" name="A1_bar_Cryo_13782">
            <a:extLst>
              <a:ext uri="{FF2B5EF4-FFF2-40B4-BE49-F238E27FC236}">
                <a16:creationId xmlns:a16="http://schemas.microsoft.com/office/drawing/2014/main" id="{A8238AB2-46FE-4D1E-94F5-7F21D54839A0}"/>
              </a:ext>
            </a:extLst>
          </p:cNvPr>
          <p:cNvSpPr>
            <a:spLocks noGrp="1"/>
          </p:cNvSpPr>
          <p:nvPr/>
        </p:nvSpPr>
        <p:spPr>
          <a:xfrm>
            <a:off x="650376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0" name="A1_bar_Cryo_13783">
            <a:extLst>
              <a:ext uri="{FF2B5EF4-FFF2-40B4-BE49-F238E27FC236}">
                <a16:creationId xmlns:a16="http://schemas.microsoft.com/office/drawing/2014/main" id="{DD3A73EE-CACA-44B2-8599-BD2AE248FCB7}"/>
              </a:ext>
            </a:extLst>
          </p:cNvPr>
          <p:cNvSpPr>
            <a:spLocks noGrp="1"/>
          </p:cNvSpPr>
          <p:nvPr/>
        </p:nvSpPr>
        <p:spPr>
          <a:xfrm>
            <a:off x="649040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1" name="A1_bar_Cryo_13784">
            <a:extLst>
              <a:ext uri="{FF2B5EF4-FFF2-40B4-BE49-F238E27FC236}">
                <a16:creationId xmlns:a16="http://schemas.microsoft.com/office/drawing/2014/main" id="{D33C9EDE-35E7-483B-A498-C57CC32E0B56}"/>
              </a:ext>
            </a:extLst>
          </p:cNvPr>
          <p:cNvSpPr>
            <a:spLocks noGrp="1"/>
          </p:cNvSpPr>
          <p:nvPr/>
        </p:nvSpPr>
        <p:spPr>
          <a:xfrm>
            <a:off x="660172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2" name="A1_bar_Cryo_13785">
            <a:extLst>
              <a:ext uri="{FF2B5EF4-FFF2-40B4-BE49-F238E27FC236}">
                <a16:creationId xmlns:a16="http://schemas.microsoft.com/office/drawing/2014/main" id="{372AF3B1-ED77-4FBF-BA72-0F0C83C7B304}"/>
              </a:ext>
            </a:extLst>
          </p:cNvPr>
          <p:cNvSpPr>
            <a:spLocks noGrp="1"/>
          </p:cNvSpPr>
          <p:nvPr/>
        </p:nvSpPr>
        <p:spPr>
          <a:xfrm>
            <a:off x="6502477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3" name="A1_bar_Cryo_13786">
            <a:extLst>
              <a:ext uri="{FF2B5EF4-FFF2-40B4-BE49-F238E27FC236}">
                <a16:creationId xmlns:a16="http://schemas.microsoft.com/office/drawing/2014/main" id="{19B43A74-1907-4356-BD5C-4993CCC4150D}"/>
              </a:ext>
            </a:extLst>
          </p:cNvPr>
          <p:cNvSpPr>
            <a:spLocks noGrp="1"/>
          </p:cNvSpPr>
          <p:nvPr/>
        </p:nvSpPr>
        <p:spPr>
          <a:xfrm>
            <a:off x="660745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4" name="A1_bar_Cryo_13787">
            <a:extLst>
              <a:ext uri="{FF2B5EF4-FFF2-40B4-BE49-F238E27FC236}">
                <a16:creationId xmlns:a16="http://schemas.microsoft.com/office/drawing/2014/main" id="{8EE6C021-A5CE-4306-935A-E503C5581779}"/>
              </a:ext>
            </a:extLst>
          </p:cNvPr>
          <p:cNvSpPr>
            <a:spLocks noGrp="1"/>
          </p:cNvSpPr>
          <p:nvPr/>
        </p:nvSpPr>
        <p:spPr>
          <a:xfrm>
            <a:off x="660418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5" name="A1_bar_Cryo_13788">
            <a:extLst>
              <a:ext uri="{FF2B5EF4-FFF2-40B4-BE49-F238E27FC236}">
                <a16:creationId xmlns:a16="http://schemas.microsoft.com/office/drawing/2014/main" id="{5ACEC7BA-B70A-4CF1-9BF6-49F70B573316}"/>
              </a:ext>
            </a:extLst>
          </p:cNvPr>
          <p:cNvSpPr>
            <a:spLocks noGrp="1"/>
          </p:cNvSpPr>
          <p:nvPr/>
        </p:nvSpPr>
        <p:spPr>
          <a:xfrm>
            <a:off x="6700611" y="54234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6" name="A1_bar_Cryo_13789">
            <a:extLst>
              <a:ext uri="{FF2B5EF4-FFF2-40B4-BE49-F238E27FC236}">
                <a16:creationId xmlns:a16="http://schemas.microsoft.com/office/drawing/2014/main" id="{55CC1BEB-7604-4941-A9E2-D95460E63645}"/>
              </a:ext>
            </a:extLst>
          </p:cNvPr>
          <p:cNvSpPr>
            <a:spLocks noGrp="1"/>
          </p:cNvSpPr>
          <p:nvPr/>
        </p:nvSpPr>
        <p:spPr>
          <a:xfrm>
            <a:off x="669132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7" name="A1_bar_Cryo_13790">
            <a:extLst>
              <a:ext uri="{FF2B5EF4-FFF2-40B4-BE49-F238E27FC236}">
                <a16:creationId xmlns:a16="http://schemas.microsoft.com/office/drawing/2014/main" id="{23D84B32-29E9-4DB1-B469-0F30749630E3}"/>
              </a:ext>
            </a:extLst>
          </p:cNvPr>
          <p:cNvSpPr>
            <a:spLocks noGrp="1"/>
          </p:cNvSpPr>
          <p:nvPr/>
        </p:nvSpPr>
        <p:spPr>
          <a:xfrm>
            <a:off x="657032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8" name="A1_bar_Cryo_13791">
            <a:extLst>
              <a:ext uri="{FF2B5EF4-FFF2-40B4-BE49-F238E27FC236}">
                <a16:creationId xmlns:a16="http://schemas.microsoft.com/office/drawing/2014/main" id="{7231EFD6-8062-4595-BE96-F334552DDD8D}"/>
              </a:ext>
            </a:extLst>
          </p:cNvPr>
          <p:cNvSpPr>
            <a:spLocks noGrp="1"/>
          </p:cNvSpPr>
          <p:nvPr/>
        </p:nvSpPr>
        <p:spPr>
          <a:xfrm>
            <a:off x="6582266" y="5958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69" name="A1_bar_Cryo_13792">
            <a:extLst>
              <a:ext uri="{FF2B5EF4-FFF2-40B4-BE49-F238E27FC236}">
                <a16:creationId xmlns:a16="http://schemas.microsoft.com/office/drawing/2014/main" id="{B65D632D-E372-4004-B0CC-7E14A5716A50}"/>
              </a:ext>
            </a:extLst>
          </p:cNvPr>
          <p:cNvSpPr>
            <a:spLocks noGrp="1"/>
          </p:cNvSpPr>
          <p:nvPr/>
        </p:nvSpPr>
        <p:spPr>
          <a:xfrm>
            <a:off x="6555595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0" name="A1_bar_Cryo_13793">
            <a:extLst>
              <a:ext uri="{FF2B5EF4-FFF2-40B4-BE49-F238E27FC236}">
                <a16:creationId xmlns:a16="http://schemas.microsoft.com/office/drawing/2014/main" id="{773C9CF1-C6D2-493C-ABDC-6D776C0BD10B}"/>
              </a:ext>
            </a:extLst>
          </p:cNvPr>
          <p:cNvSpPr>
            <a:spLocks noGrp="1"/>
          </p:cNvSpPr>
          <p:nvPr/>
        </p:nvSpPr>
        <p:spPr>
          <a:xfrm>
            <a:off x="661221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1" name="A1_bar_Cryo_13794">
            <a:extLst>
              <a:ext uri="{FF2B5EF4-FFF2-40B4-BE49-F238E27FC236}">
                <a16:creationId xmlns:a16="http://schemas.microsoft.com/office/drawing/2014/main" id="{6FA8EE2A-C7AC-43FB-AD83-778F87F7E29B}"/>
              </a:ext>
            </a:extLst>
          </p:cNvPr>
          <p:cNvSpPr>
            <a:spLocks noGrp="1"/>
          </p:cNvSpPr>
          <p:nvPr/>
        </p:nvSpPr>
        <p:spPr>
          <a:xfrm>
            <a:off x="655136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2" name="A1_bar_Cryo_13795">
            <a:extLst>
              <a:ext uri="{FF2B5EF4-FFF2-40B4-BE49-F238E27FC236}">
                <a16:creationId xmlns:a16="http://schemas.microsoft.com/office/drawing/2014/main" id="{5AB5BB21-B49B-441E-985E-138018D6776F}"/>
              </a:ext>
            </a:extLst>
          </p:cNvPr>
          <p:cNvSpPr>
            <a:spLocks noGrp="1"/>
          </p:cNvSpPr>
          <p:nvPr/>
        </p:nvSpPr>
        <p:spPr>
          <a:xfrm>
            <a:off x="656620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3" name="A1_bar_Cryo_13796">
            <a:extLst>
              <a:ext uri="{FF2B5EF4-FFF2-40B4-BE49-F238E27FC236}">
                <a16:creationId xmlns:a16="http://schemas.microsoft.com/office/drawing/2014/main" id="{7AEF36E3-BDB0-4075-BA67-19115B23B74B}"/>
              </a:ext>
            </a:extLst>
          </p:cNvPr>
          <p:cNvSpPr>
            <a:spLocks noGrp="1"/>
          </p:cNvSpPr>
          <p:nvPr/>
        </p:nvSpPr>
        <p:spPr>
          <a:xfrm>
            <a:off x="655988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4" name="A1_bar_Cryo_13797">
            <a:extLst>
              <a:ext uri="{FF2B5EF4-FFF2-40B4-BE49-F238E27FC236}">
                <a16:creationId xmlns:a16="http://schemas.microsoft.com/office/drawing/2014/main" id="{2E59F5F5-B9AC-482F-A814-AD2341A5E47C}"/>
              </a:ext>
            </a:extLst>
          </p:cNvPr>
          <p:cNvSpPr>
            <a:spLocks noGrp="1"/>
          </p:cNvSpPr>
          <p:nvPr/>
        </p:nvSpPr>
        <p:spPr>
          <a:xfrm>
            <a:off x="6661473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5" name="A1_bar_Cryo_13798">
            <a:extLst>
              <a:ext uri="{FF2B5EF4-FFF2-40B4-BE49-F238E27FC236}">
                <a16:creationId xmlns:a16="http://schemas.microsoft.com/office/drawing/2014/main" id="{D244377F-E8B1-4A31-BB8B-E7FAB56C62D8}"/>
              </a:ext>
            </a:extLst>
          </p:cNvPr>
          <p:cNvSpPr>
            <a:spLocks noGrp="1"/>
          </p:cNvSpPr>
          <p:nvPr/>
        </p:nvSpPr>
        <p:spPr>
          <a:xfrm>
            <a:off x="657080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6" name="A1_bar_Cryo_13799">
            <a:extLst>
              <a:ext uri="{FF2B5EF4-FFF2-40B4-BE49-F238E27FC236}">
                <a16:creationId xmlns:a16="http://schemas.microsoft.com/office/drawing/2014/main" id="{5986D91E-C075-4D8A-BAC2-17CACECFC8ED}"/>
              </a:ext>
            </a:extLst>
          </p:cNvPr>
          <p:cNvSpPr>
            <a:spLocks noGrp="1"/>
          </p:cNvSpPr>
          <p:nvPr/>
        </p:nvSpPr>
        <p:spPr>
          <a:xfrm>
            <a:off x="6705771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7" name="A1_bar_Cryo_13800">
            <a:extLst>
              <a:ext uri="{FF2B5EF4-FFF2-40B4-BE49-F238E27FC236}">
                <a16:creationId xmlns:a16="http://schemas.microsoft.com/office/drawing/2014/main" id="{FFAC73BB-A917-4526-9CB4-C48DD8E30BB5}"/>
              </a:ext>
            </a:extLst>
          </p:cNvPr>
          <p:cNvSpPr>
            <a:spLocks noGrp="1"/>
          </p:cNvSpPr>
          <p:nvPr/>
        </p:nvSpPr>
        <p:spPr>
          <a:xfrm>
            <a:off x="665672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8" name="A1_bar_Cryo_13801">
            <a:extLst>
              <a:ext uri="{FF2B5EF4-FFF2-40B4-BE49-F238E27FC236}">
                <a16:creationId xmlns:a16="http://schemas.microsoft.com/office/drawing/2014/main" id="{D577BF86-11A5-45B9-ADD1-1CA0DE47D588}"/>
              </a:ext>
            </a:extLst>
          </p:cNvPr>
          <p:cNvSpPr>
            <a:spLocks noGrp="1"/>
          </p:cNvSpPr>
          <p:nvPr/>
        </p:nvSpPr>
        <p:spPr>
          <a:xfrm>
            <a:off x="6720619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79" name="A1_bar_Cryo_13802">
            <a:extLst>
              <a:ext uri="{FF2B5EF4-FFF2-40B4-BE49-F238E27FC236}">
                <a16:creationId xmlns:a16="http://schemas.microsoft.com/office/drawing/2014/main" id="{56019B9E-BCAD-4950-B167-B8370F4822C0}"/>
              </a:ext>
            </a:extLst>
          </p:cNvPr>
          <p:cNvSpPr>
            <a:spLocks noGrp="1"/>
          </p:cNvSpPr>
          <p:nvPr/>
        </p:nvSpPr>
        <p:spPr>
          <a:xfrm>
            <a:off x="664443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0" name="A1_bar_Cryo_13803">
            <a:extLst>
              <a:ext uri="{FF2B5EF4-FFF2-40B4-BE49-F238E27FC236}">
                <a16:creationId xmlns:a16="http://schemas.microsoft.com/office/drawing/2014/main" id="{98CE1278-A849-4699-82E2-4E4C1A106DD3}"/>
              </a:ext>
            </a:extLst>
          </p:cNvPr>
          <p:cNvSpPr>
            <a:spLocks noGrp="1"/>
          </p:cNvSpPr>
          <p:nvPr/>
        </p:nvSpPr>
        <p:spPr>
          <a:xfrm>
            <a:off x="652860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1" name="A1_bar_Cryo_13804">
            <a:extLst>
              <a:ext uri="{FF2B5EF4-FFF2-40B4-BE49-F238E27FC236}">
                <a16:creationId xmlns:a16="http://schemas.microsoft.com/office/drawing/2014/main" id="{967AD19B-D33C-4A06-B516-CAB4EBCE0646}"/>
              </a:ext>
            </a:extLst>
          </p:cNvPr>
          <p:cNvSpPr>
            <a:spLocks noGrp="1"/>
          </p:cNvSpPr>
          <p:nvPr/>
        </p:nvSpPr>
        <p:spPr>
          <a:xfrm>
            <a:off x="6531208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2" name="A1_bar_Cryo_13805">
            <a:extLst>
              <a:ext uri="{FF2B5EF4-FFF2-40B4-BE49-F238E27FC236}">
                <a16:creationId xmlns:a16="http://schemas.microsoft.com/office/drawing/2014/main" id="{B0093FF4-8CA1-4859-8102-BF76408D45B6}"/>
              </a:ext>
            </a:extLst>
          </p:cNvPr>
          <p:cNvSpPr>
            <a:spLocks noGrp="1"/>
          </p:cNvSpPr>
          <p:nvPr/>
        </p:nvSpPr>
        <p:spPr>
          <a:xfrm>
            <a:off x="6561204" y="56136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3" name="A1_bar_Cryo_13806">
            <a:extLst>
              <a:ext uri="{FF2B5EF4-FFF2-40B4-BE49-F238E27FC236}">
                <a16:creationId xmlns:a16="http://schemas.microsoft.com/office/drawing/2014/main" id="{B753B78E-6864-4147-84FF-B4D470F11720}"/>
              </a:ext>
            </a:extLst>
          </p:cNvPr>
          <p:cNvSpPr>
            <a:spLocks noGrp="1"/>
          </p:cNvSpPr>
          <p:nvPr/>
        </p:nvSpPr>
        <p:spPr>
          <a:xfrm>
            <a:off x="6655636" y="4681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4" name="A1_bar_Cryo_13807">
            <a:extLst>
              <a:ext uri="{FF2B5EF4-FFF2-40B4-BE49-F238E27FC236}">
                <a16:creationId xmlns:a16="http://schemas.microsoft.com/office/drawing/2014/main" id="{0D6DF19E-BAD9-457F-8341-29D08BEE1EE3}"/>
              </a:ext>
            </a:extLst>
          </p:cNvPr>
          <p:cNvSpPr>
            <a:spLocks noGrp="1"/>
          </p:cNvSpPr>
          <p:nvPr/>
        </p:nvSpPr>
        <p:spPr>
          <a:xfrm>
            <a:off x="6567935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5" name="A1_bar_Cryo_13808">
            <a:extLst>
              <a:ext uri="{FF2B5EF4-FFF2-40B4-BE49-F238E27FC236}">
                <a16:creationId xmlns:a16="http://schemas.microsoft.com/office/drawing/2014/main" id="{B2286006-FE18-4C0E-8DC6-F54AAAABDFE4}"/>
              </a:ext>
            </a:extLst>
          </p:cNvPr>
          <p:cNvSpPr>
            <a:spLocks noGrp="1"/>
          </p:cNvSpPr>
          <p:nvPr/>
        </p:nvSpPr>
        <p:spPr>
          <a:xfrm>
            <a:off x="663129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6" name="A1_bar_Cryo_13809">
            <a:extLst>
              <a:ext uri="{FF2B5EF4-FFF2-40B4-BE49-F238E27FC236}">
                <a16:creationId xmlns:a16="http://schemas.microsoft.com/office/drawing/2014/main" id="{C4659401-E5C1-4C77-802C-3C151214775D}"/>
              </a:ext>
            </a:extLst>
          </p:cNvPr>
          <p:cNvSpPr>
            <a:spLocks noGrp="1"/>
          </p:cNvSpPr>
          <p:nvPr/>
        </p:nvSpPr>
        <p:spPr>
          <a:xfrm>
            <a:off x="659073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7" name="A1_bar_Cryo_13810">
            <a:extLst>
              <a:ext uri="{FF2B5EF4-FFF2-40B4-BE49-F238E27FC236}">
                <a16:creationId xmlns:a16="http://schemas.microsoft.com/office/drawing/2014/main" id="{4B343FFD-6CF5-438E-8AD4-9C5A673BAF00}"/>
              </a:ext>
            </a:extLst>
          </p:cNvPr>
          <p:cNvSpPr>
            <a:spLocks noGrp="1"/>
          </p:cNvSpPr>
          <p:nvPr/>
        </p:nvSpPr>
        <p:spPr>
          <a:xfrm>
            <a:off x="66108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8" name="A1_bar_Cryo_13811">
            <a:extLst>
              <a:ext uri="{FF2B5EF4-FFF2-40B4-BE49-F238E27FC236}">
                <a16:creationId xmlns:a16="http://schemas.microsoft.com/office/drawing/2014/main" id="{2BCA06F1-CDE6-4788-866F-D3E63A3871DB}"/>
              </a:ext>
            </a:extLst>
          </p:cNvPr>
          <p:cNvSpPr>
            <a:spLocks noGrp="1"/>
          </p:cNvSpPr>
          <p:nvPr/>
        </p:nvSpPr>
        <p:spPr>
          <a:xfrm>
            <a:off x="6493408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89" name="A1_bar_Cryo_13812">
            <a:extLst>
              <a:ext uri="{FF2B5EF4-FFF2-40B4-BE49-F238E27FC236}">
                <a16:creationId xmlns:a16="http://schemas.microsoft.com/office/drawing/2014/main" id="{DE1F1F84-488F-41FB-8DEC-AE5ADD46CF3B}"/>
              </a:ext>
            </a:extLst>
          </p:cNvPr>
          <p:cNvSpPr>
            <a:spLocks noGrp="1"/>
          </p:cNvSpPr>
          <p:nvPr/>
        </p:nvSpPr>
        <p:spPr>
          <a:xfrm>
            <a:off x="671528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0" name="A1_bar_Cryo_13813">
            <a:extLst>
              <a:ext uri="{FF2B5EF4-FFF2-40B4-BE49-F238E27FC236}">
                <a16:creationId xmlns:a16="http://schemas.microsoft.com/office/drawing/2014/main" id="{5B18EA56-8AC5-4E2A-8F96-84721BD80060}"/>
              </a:ext>
            </a:extLst>
          </p:cNvPr>
          <p:cNvSpPr>
            <a:spLocks noGrp="1"/>
          </p:cNvSpPr>
          <p:nvPr/>
        </p:nvSpPr>
        <p:spPr>
          <a:xfrm>
            <a:off x="6631485" y="52914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1" name="A1_bar_Cryo_13814">
            <a:extLst>
              <a:ext uri="{FF2B5EF4-FFF2-40B4-BE49-F238E27FC236}">
                <a16:creationId xmlns:a16="http://schemas.microsoft.com/office/drawing/2014/main" id="{481206B3-DE60-4811-A505-2D48BA4832B9}"/>
              </a:ext>
            </a:extLst>
          </p:cNvPr>
          <p:cNvSpPr>
            <a:spLocks noGrp="1"/>
          </p:cNvSpPr>
          <p:nvPr/>
        </p:nvSpPr>
        <p:spPr>
          <a:xfrm>
            <a:off x="660664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2" name="A1_bar_Cryo_13815">
            <a:extLst>
              <a:ext uri="{FF2B5EF4-FFF2-40B4-BE49-F238E27FC236}">
                <a16:creationId xmlns:a16="http://schemas.microsoft.com/office/drawing/2014/main" id="{45803A47-8B23-424B-9351-545BDA5960EA}"/>
              </a:ext>
            </a:extLst>
          </p:cNvPr>
          <p:cNvSpPr>
            <a:spLocks noGrp="1"/>
          </p:cNvSpPr>
          <p:nvPr/>
        </p:nvSpPr>
        <p:spPr>
          <a:xfrm>
            <a:off x="65350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3" name="A1_bar_Cryo_13816">
            <a:extLst>
              <a:ext uri="{FF2B5EF4-FFF2-40B4-BE49-F238E27FC236}">
                <a16:creationId xmlns:a16="http://schemas.microsoft.com/office/drawing/2014/main" id="{27C497E5-AEF4-4E64-943E-5CA76EE3DB32}"/>
              </a:ext>
            </a:extLst>
          </p:cNvPr>
          <p:cNvSpPr>
            <a:spLocks noGrp="1"/>
          </p:cNvSpPr>
          <p:nvPr/>
        </p:nvSpPr>
        <p:spPr>
          <a:xfrm>
            <a:off x="657466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4" name="A1_bar_Cryo_13817">
            <a:extLst>
              <a:ext uri="{FF2B5EF4-FFF2-40B4-BE49-F238E27FC236}">
                <a16:creationId xmlns:a16="http://schemas.microsoft.com/office/drawing/2014/main" id="{82DD7531-0778-4B90-8456-3B8A9F2AEEE3}"/>
              </a:ext>
            </a:extLst>
          </p:cNvPr>
          <p:cNvSpPr>
            <a:spLocks noGrp="1"/>
          </p:cNvSpPr>
          <p:nvPr/>
        </p:nvSpPr>
        <p:spPr>
          <a:xfrm>
            <a:off x="672854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5" name="A1_bar_Cryo_13818">
            <a:extLst>
              <a:ext uri="{FF2B5EF4-FFF2-40B4-BE49-F238E27FC236}">
                <a16:creationId xmlns:a16="http://schemas.microsoft.com/office/drawing/2014/main" id="{8EE4EAD6-9307-4134-878B-4947EE584864}"/>
              </a:ext>
            </a:extLst>
          </p:cNvPr>
          <p:cNvSpPr>
            <a:spLocks noGrp="1"/>
          </p:cNvSpPr>
          <p:nvPr/>
        </p:nvSpPr>
        <p:spPr>
          <a:xfrm>
            <a:off x="6661244" y="41073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6" name="A1_bar_Cryo_13819">
            <a:extLst>
              <a:ext uri="{FF2B5EF4-FFF2-40B4-BE49-F238E27FC236}">
                <a16:creationId xmlns:a16="http://schemas.microsoft.com/office/drawing/2014/main" id="{A218AA69-9D3B-4139-93CD-79F4C96F3386}"/>
              </a:ext>
            </a:extLst>
          </p:cNvPr>
          <p:cNvSpPr>
            <a:spLocks noGrp="1"/>
          </p:cNvSpPr>
          <p:nvPr/>
        </p:nvSpPr>
        <p:spPr>
          <a:xfrm>
            <a:off x="6491313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7" name="A1_bar_Cryo_13820">
            <a:extLst>
              <a:ext uri="{FF2B5EF4-FFF2-40B4-BE49-F238E27FC236}">
                <a16:creationId xmlns:a16="http://schemas.microsoft.com/office/drawing/2014/main" id="{324A1DDF-F770-4C16-95E4-3FAC31A42D9B}"/>
              </a:ext>
            </a:extLst>
          </p:cNvPr>
          <p:cNvSpPr>
            <a:spLocks noGrp="1"/>
          </p:cNvSpPr>
          <p:nvPr/>
        </p:nvSpPr>
        <p:spPr>
          <a:xfrm>
            <a:off x="668170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8" name="A1_bar_Cryo_13821">
            <a:extLst>
              <a:ext uri="{FF2B5EF4-FFF2-40B4-BE49-F238E27FC236}">
                <a16:creationId xmlns:a16="http://schemas.microsoft.com/office/drawing/2014/main" id="{82D72619-50F1-4723-A38B-649B6C01DE6B}"/>
              </a:ext>
            </a:extLst>
          </p:cNvPr>
          <p:cNvSpPr>
            <a:spLocks noGrp="1"/>
          </p:cNvSpPr>
          <p:nvPr/>
        </p:nvSpPr>
        <p:spPr>
          <a:xfrm>
            <a:off x="665304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599" name="A1_bar_Cryo_13822">
            <a:extLst>
              <a:ext uri="{FF2B5EF4-FFF2-40B4-BE49-F238E27FC236}">
                <a16:creationId xmlns:a16="http://schemas.microsoft.com/office/drawing/2014/main" id="{83BA76E5-E33C-4262-9B98-2C97F801B326}"/>
              </a:ext>
            </a:extLst>
          </p:cNvPr>
          <p:cNvSpPr>
            <a:spLocks noGrp="1"/>
          </p:cNvSpPr>
          <p:nvPr/>
        </p:nvSpPr>
        <p:spPr>
          <a:xfrm>
            <a:off x="6514197" y="498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0" name="A1_bar_Cryo_13823">
            <a:extLst>
              <a:ext uri="{FF2B5EF4-FFF2-40B4-BE49-F238E27FC236}">
                <a16:creationId xmlns:a16="http://schemas.microsoft.com/office/drawing/2014/main" id="{A9B271A9-E0D7-4A3C-B33D-0B416227CA9B}"/>
              </a:ext>
            </a:extLst>
          </p:cNvPr>
          <p:cNvSpPr>
            <a:spLocks noGrp="1"/>
          </p:cNvSpPr>
          <p:nvPr/>
        </p:nvSpPr>
        <p:spPr>
          <a:xfrm>
            <a:off x="668297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1" name="A1_bar_Cryo_13824">
            <a:extLst>
              <a:ext uri="{FF2B5EF4-FFF2-40B4-BE49-F238E27FC236}">
                <a16:creationId xmlns:a16="http://schemas.microsoft.com/office/drawing/2014/main" id="{B1C0072B-8058-460A-B7D0-E466C0D1AF14}"/>
              </a:ext>
            </a:extLst>
          </p:cNvPr>
          <p:cNvSpPr>
            <a:spLocks noGrp="1"/>
          </p:cNvSpPr>
          <p:nvPr/>
        </p:nvSpPr>
        <p:spPr>
          <a:xfrm>
            <a:off x="661764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2" name="A1_bar_Cryo_13825">
            <a:extLst>
              <a:ext uri="{FF2B5EF4-FFF2-40B4-BE49-F238E27FC236}">
                <a16:creationId xmlns:a16="http://schemas.microsoft.com/office/drawing/2014/main" id="{CF5C9359-0C34-4752-B4DC-F5AA6D7F4F52}"/>
              </a:ext>
            </a:extLst>
          </p:cNvPr>
          <p:cNvSpPr>
            <a:spLocks noGrp="1"/>
          </p:cNvSpPr>
          <p:nvPr/>
        </p:nvSpPr>
        <p:spPr>
          <a:xfrm>
            <a:off x="671509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3" name="A1_bar_Cryo_13826">
            <a:extLst>
              <a:ext uri="{FF2B5EF4-FFF2-40B4-BE49-F238E27FC236}">
                <a16:creationId xmlns:a16="http://schemas.microsoft.com/office/drawing/2014/main" id="{CFD38580-C819-41DE-8931-948E5C668CC1}"/>
              </a:ext>
            </a:extLst>
          </p:cNvPr>
          <p:cNvSpPr>
            <a:spLocks noGrp="1"/>
          </p:cNvSpPr>
          <p:nvPr/>
        </p:nvSpPr>
        <p:spPr>
          <a:xfrm>
            <a:off x="654719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4" name="A1_bar_Cryo_13827">
            <a:extLst>
              <a:ext uri="{FF2B5EF4-FFF2-40B4-BE49-F238E27FC236}">
                <a16:creationId xmlns:a16="http://schemas.microsoft.com/office/drawing/2014/main" id="{47AEF54B-3ABB-49F1-ADA2-A9883A46DB3B}"/>
              </a:ext>
            </a:extLst>
          </p:cNvPr>
          <p:cNvSpPr>
            <a:spLocks noGrp="1"/>
          </p:cNvSpPr>
          <p:nvPr/>
        </p:nvSpPr>
        <p:spPr>
          <a:xfrm>
            <a:off x="6628889" y="4918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5" name="A1_bar_Cryo_13828">
            <a:extLst>
              <a:ext uri="{FF2B5EF4-FFF2-40B4-BE49-F238E27FC236}">
                <a16:creationId xmlns:a16="http://schemas.microsoft.com/office/drawing/2014/main" id="{3C2777E5-6DD4-435B-BD0C-65384AECD275}"/>
              </a:ext>
            </a:extLst>
          </p:cNvPr>
          <p:cNvSpPr>
            <a:spLocks noGrp="1"/>
          </p:cNvSpPr>
          <p:nvPr/>
        </p:nvSpPr>
        <p:spPr>
          <a:xfrm>
            <a:off x="66234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6" name="A1_bar_Cryo_13829">
            <a:extLst>
              <a:ext uri="{FF2B5EF4-FFF2-40B4-BE49-F238E27FC236}">
                <a16:creationId xmlns:a16="http://schemas.microsoft.com/office/drawing/2014/main" id="{8F7986B4-6057-4CD2-9B7D-B7CF70B296B4}"/>
              </a:ext>
            </a:extLst>
          </p:cNvPr>
          <p:cNvSpPr>
            <a:spLocks noGrp="1"/>
          </p:cNvSpPr>
          <p:nvPr/>
        </p:nvSpPr>
        <p:spPr>
          <a:xfrm>
            <a:off x="6700883" y="56201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7" name="A1_bar_Cryo_13830">
            <a:extLst>
              <a:ext uri="{FF2B5EF4-FFF2-40B4-BE49-F238E27FC236}">
                <a16:creationId xmlns:a16="http://schemas.microsoft.com/office/drawing/2014/main" id="{976139EB-35E3-4287-B175-5F2A0B01641C}"/>
              </a:ext>
            </a:extLst>
          </p:cNvPr>
          <p:cNvSpPr>
            <a:spLocks noGrp="1"/>
          </p:cNvSpPr>
          <p:nvPr/>
        </p:nvSpPr>
        <p:spPr>
          <a:xfrm>
            <a:off x="672343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8" name="A1_bar_Cryo_13831">
            <a:extLst>
              <a:ext uri="{FF2B5EF4-FFF2-40B4-BE49-F238E27FC236}">
                <a16:creationId xmlns:a16="http://schemas.microsoft.com/office/drawing/2014/main" id="{BDD213B0-626F-408C-80D9-728A34336657}"/>
              </a:ext>
            </a:extLst>
          </p:cNvPr>
          <p:cNvSpPr>
            <a:spLocks noGrp="1"/>
          </p:cNvSpPr>
          <p:nvPr/>
        </p:nvSpPr>
        <p:spPr>
          <a:xfrm>
            <a:off x="660908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09" name="A1_bar_Cryo_13832">
            <a:extLst>
              <a:ext uri="{FF2B5EF4-FFF2-40B4-BE49-F238E27FC236}">
                <a16:creationId xmlns:a16="http://schemas.microsoft.com/office/drawing/2014/main" id="{C1FF4276-DF56-4EA8-98DE-4F043B240FE4}"/>
              </a:ext>
            </a:extLst>
          </p:cNvPr>
          <p:cNvSpPr>
            <a:spLocks noGrp="1"/>
          </p:cNvSpPr>
          <p:nvPr/>
        </p:nvSpPr>
        <p:spPr>
          <a:xfrm>
            <a:off x="6589788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0" name="A1_bar_Cryo_13833">
            <a:extLst>
              <a:ext uri="{FF2B5EF4-FFF2-40B4-BE49-F238E27FC236}">
                <a16:creationId xmlns:a16="http://schemas.microsoft.com/office/drawing/2014/main" id="{21594756-40E8-438A-A473-A8D7809AAE40}"/>
              </a:ext>
            </a:extLst>
          </p:cNvPr>
          <p:cNvSpPr>
            <a:spLocks noGrp="1"/>
          </p:cNvSpPr>
          <p:nvPr/>
        </p:nvSpPr>
        <p:spPr>
          <a:xfrm>
            <a:off x="65785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1" name="A1_bar_Cryo_13834">
            <a:extLst>
              <a:ext uri="{FF2B5EF4-FFF2-40B4-BE49-F238E27FC236}">
                <a16:creationId xmlns:a16="http://schemas.microsoft.com/office/drawing/2014/main" id="{2E1BF8BC-D5AF-4728-8728-1BF6651AB89D}"/>
              </a:ext>
            </a:extLst>
          </p:cNvPr>
          <p:cNvSpPr>
            <a:spLocks noGrp="1"/>
          </p:cNvSpPr>
          <p:nvPr/>
        </p:nvSpPr>
        <p:spPr>
          <a:xfrm>
            <a:off x="674086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2" name="A1_bar_Cryo_13835">
            <a:extLst>
              <a:ext uri="{FF2B5EF4-FFF2-40B4-BE49-F238E27FC236}">
                <a16:creationId xmlns:a16="http://schemas.microsoft.com/office/drawing/2014/main" id="{667F37D0-39D2-428C-AB7C-66D90CBA8F01}"/>
              </a:ext>
            </a:extLst>
          </p:cNvPr>
          <p:cNvSpPr>
            <a:spLocks noGrp="1"/>
          </p:cNvSpPr>
          <p:nvPr/>
        </p:nvSpPr>
        <p:spPr>
          <a:xfrm>
            <a:off x="669433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3" name="A1_bar_Cryo_13836">
            <a:extLst>
              <a:ext uri="{FF2B5EF4-FFF2-40B4-BE49-F238E27FC236}">
                <a16:creationId xmlns:a16="http://schemas.microsoft.com/office/drawing/2014/main" id="{1BF46061-B575-49C2-AF98-43D6C9A0EAC7}"/>
              </a:ext>
            </a:extLst>
          </p:cNvPr>
          <p:cNvSpPr>
            <a:spLocks noGrp="1"/>
          </p:cNvSpPr>
          <p:nvPr/>
        </p:nvSpPr>
        <p:spPr>
          <a:xfrm>
            <a:off x="670701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4" name="A1_bar_Cryo_13837">
            <a:extLst>
              <a:ext uri="{FF2B5EF4-FFF2-40B4-BE49-F238E27FC236}">
                <a16:creationId xmlns:a16="http://schemas.microsoft.com/office/drawing/2014/main" id="{E0B5425F-C1E2-4037-B533-1A4438F8ACEB}"/>
              </a:ext>
            </a:extLst>
          </p:cNvPr>
          <p:cNvSpPr>
            <a:spLocks noGrp="1"/>
          </p:cNvSpPr>
          <p:nvPr/>
        </p:nvSpPr>
        <p:spPr>
          <a:xfrm>
            <a:off x="673400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5" name="A1_bar_Cryo_13838">
            <a:extLst>
              <a:ext uri="{FF2B5EF4-FFF2-40B4-BE49-F238E27FC236}">
                <a16:creationId xmlns:a16="http://schemas.microsoft.com/office/drawing/2014/main" id="{546106BE-D30B-4EF6-A4AD-836307D0EDA2}"/>
              </a:ext>
            </a:extLst>
          </p:cNvPr>
          <p:cNvSpPr>
            <a:spLocks noGrp="1"/>
          </p:cNvSpPr>
          <p:nvPr/>
        </p:nvSpPr>
        <p:spPr>
          <a:xfrm>
            <a:off x="662186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6" name="A1_bar_Cryo_13839">
            <a:extLst>
              <a:ext uri="{FF2B5EF4-FFF2-40B4-BE49-F238E27FC236}">
                <a16:creationId xmlns:a16="http://schemas.microsoft.com/office/drawing/2014/main" id="{4ECA6E8F-5737-4310-9EE4-B2E8CCA4C82E}"/>
              </a:ext>
            </a:extLst>
          </p:cNvPr>
          <p:cNvSpPr>
            <a:spLocks noGrp="1"/>
          </p:cNvSpPr>
          <p:nvPr/>
        </p:nvSpPr>
        <p:spPr>
          <a:xfrm>
            <a:off x="664125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7" name="A1_bar_Cryo_13840">
            <a:extLst>
              <a:ext uri="{FF2B5EF4-FFF2-40B4-BE49-F238E27FC236}">
                <a16:creationId xmlns:a16="http://schemas.microsoft.com/office/drawing/2014/main" id="{18A29E9F-1944-4DD5-AAF3-C30CC1C4A857}"/>
              </a:ext>
            </a:extLst>
          </p:cNvPr>
          <p:cNvSpPr>
            <a:spLocks noGrp="1"/>
          </p:cNvSpPr>
          <p:nvPr/>
        </p:nvSpPr>
        <p:spPr>
          <a:xfrm>
            <a:off x="650816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8" name="A1_bar_Cryo_13841">
            <a:extLst>
              <a:ext uri="{FF2B5EF4-FFF2-40B4-BE49-F238E27FC236}">
                <a16:creationId xmlns:a16="http://schemas.microsoft.com/office/drawing/2014/main" id="{68D607C2-E07A-4823-B39E-81F85B376F43}"/>
              </a:ext>
            </a:extLst>
          </p:cNvPr>
          <p:cNvSpPr>
            <a:spLocks noGrp="1"/>
          </p:cNvSpPr>
          <p:nvPr/>
        </p:nvSpPr>
        <p:spPr>
          <a:xfrm>
            <a:off x="654987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19" name="A1_bar_Cryo_13842">
            <a:extLst>
              <a:ext uri="{FF2B5EF4-FFF2-40B4-BE49-F238E27FC236}">
                <a16:creationId xmlns:a16="http://schemas.microsoft.com/office/drawing/2014/main" id="{A5175ECC-3B3B-41A0-99E7-13FEF6463016}"/>
              </a:ext>
            </a:extLst>
          </p:cNvPr>
          <p:cNvSpPr>
            <a:spLocks noGrp="1"/>
          </p:cNvSpPr>
          <p:nvPr/>
        </p:nvSpPr>
        <p:spPr>
          <a:xfrm>
            <a:off x="665771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0" name="A1_bar_Cryo_13843">
            <a:extLst>
              <a:ext uri="{FF2B5EF4-FFF2-40B4-BE49-F238E27FC236}">
                <a16:creationId xmlns:a16="http://schemas.microsoft.com/office/drawing/2014/main" id="{13ADA223-3F6E-4E30-AEBA-3D9D752CAB8D}"/>
              </a:ext>
            </a:extLst>
          </p:cNvPr>
          <p:cNvSpPr>
            <a:spLocks noGrp="1"/>
          </p:cNvSpPr>
          <p:nvPr/>
        </p:nvSpPr>
        <p:spPr>
          <a:xfrm>
            <a:off x="6655389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1" name="A1_bar_Cryo_13844">
            <a:extLst>
              <a:ext uri="{FF2B5EF4-FFF2-40B4-BE49-F238E27FC236}">
                <a16:creationId xmlns:a16="http://schemas.microsoft.com/office/drawing/2014/main" id="{E09AA676-0244-40C0-BABF-14BD8F17321C}"/>
              </a:ext>
            </a:extLst>
          </p:cNvPr>
          <p:cNvSpPr>
            <a:spLocks noGrp="1"/>
          </p:cNvSpPr>
          <p:nvPr/>
        </p:nvSpPr>
        <p:spPr>
          <a:xfrm>
            <a:off x="658450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2" name="A1_bar_Cryo_13845">
            <a:extLst>
              <a:ext uri="{FF2B5EF4-FFF2-40B4-BE49-F238E27FC236}">
                <a16:creationId xmlns:a16="http://schemas.microsoft.com/office/drawing/2014/main" id="{39ECDAEC-E09F-4EE5-9E61-2F145EAFBD35}"/>
              </a:ext>
            </a:extLst>
          </p:cNvPr>
          <p:cNvSpPr>
            <a:spLocks noGrp="1"/>
          </p:cNvSpPr>
          <p:nvPr/>
        </p:nvSpPr>
        <p:spPr>
          <a:xfrm>
            <a:off x="665551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3" name="A1_bar_Cryo_13846">
            <a:extLst>
              <a:ext uri="{FF2B5EF4-FFF2-40B4-BE49-F238E27FC236}">
                <a16:creationId xmlns:a16="http://schemas.microsoft.com/office/drawing/2014/main" id="{5DB8C64C-70EE-4088-82DF-C357A45E9005}"/>
              </a:ext>
            </a:extLst>
          </p:cNvPr>
          <p:cNvSpPr>
            <a:spLocks noGrp="1"/>
          </p:cNvSpPr>
          <p:nvPr/>
        </p:nvSpPr>
        <p:spPr>
          <a:xfrm>
            <a:off x="6559343" y="4768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4" name="A1_bar_Cryo_13847">
            <a:extLst>
              <a:ext uri="{FF2B5EF4-FFF2-40B4-BE49-F238E27FC236}">
                <a16:creationId xmlns:a16="http://schemas.microsoft.com/office/drawing/2014/main" id="{C2F651CA-558B-4C54-911C-E3F229D9383A}"/>
              </a:ext>
            </a:extLst>
          </p:cNvPr>
          <p:cNvSpPr>
            <a:spLocks noGrp="1"/>
          </p:cNvSpPr>
          <p:nvPr/>
        </p:nvSpPr>
        <p:spPr>
          <a:xfrm>
            <a:off x="671047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5" name="A1_bar_Cryo_13848">
            <a:extLst>
              <a:ext uri="{FF2B5EF4-FFF2-40B4-BE49-F238E27FC236}">
                <a16:creationId xmlns:a16="http://schemas.microsoft.com/office/drawing/2014/main" id="{20B4079D-A9E9-4A7A-9347-AD278B0F5549}"/>
              </a:ext>
            </a:extLst>
          </p:cNvPr>
          <p:cNvSpPr>
            <a:spLocks noGrp="1"/>
          </p:cNvSpPr>
          <p:nvPr/>
        </p:nvSpPr>
        <p:spPr>
          <a:xfrm>
            <a:off x="6620990" y="60189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6" name="A1_bar_Cryo_13849">
            <a:extLst>
              <a:ext uri="{FF2B5EF4-FFF2-40B4-BE49-F238E27FC236}">
                <a16:creationId xmlns:a16="http://schemas.microsoft.com/office/drawing/2014/main" id="{438CE448-829F-4881-B743-A76DBB6AE352}"/>
              </a:ext>
            </a:extLst>
          </p:cNvPr>
          <p:cNvSpPr>
            <a:spLocks noGrp="1"/>
          </p:cNvSpPr>
          <p:nvPr/>
        </p:nvSpPr>
        <p:spPr>
          <a:xfrm>
            <a:off x="660799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7" name="A1_bar_Cryo_13850">
            <a:extLst>
              <a:ext uri="{FF2B5EF4-FFF2-40B4-BE49-F238E27FC236}">
                <a16:creationId xmlns:a16="http://schemas.microsoft.com/office/drawing/2014/main" id="{5C14158D-C9D3-45E0-847C-F6B5D8548A65}"/>
              </a:ext>
            </a:extLst>
          </p:cNvPr>
          <p:cNvSpPr>
            <a:spLocks noGrp="1"/>
          </p:cNvSpPr>
          <p:nvPr/>
        </p:nvSpPr>
        <p:spPr>
          <a:xfrm>
            <a:off x="6509693" y="57831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8" name="A1_bar_Cryo_13851">
            <a:extLst>
              <a:ext uri="{FF2B5EF4-FFF2-40B4-BE49-F238E27FC236}">
                <a16:creationId xmlns:a16="http://schemas.microsoft.com/office/drawing/2014/main" id="{A61E3726-C88F-4710-9D26-89867695E3E6}"/>
              </a:ext>
            </a:extLst>
          </p:cNvPr>
          <p:cNvSpPr>
            <a:spLocks noGrp="1"/>
          </p:cNvSpPr>
          <p:nvPr/>
        </p:nvSpPr>
        <p:spPr>
          <a:xfrm>
            <a:off x="6662565" y="58020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29" name="A1_bar_Cryo_13852">
            <a:extLst>
              <a:ext uri="{FF2B5EF4-FFF2-40B4-BE49-F238E27FC236}">
                <a16:creationId xmlns:a16="http://schemas.microsoft.com/office/drawing/2014/main" id="{753DE0E2-6B61-4EEE-B1C9-4107053B6528}"/>
              </a:ext>
            </a:extLst>
          </p:cNvPr>
          <p:cNvSpPr>
            <a:spLocks noGrp="1"/>
          </p:cNvSpPr>
          <p:nvPr/>
        </p:nvSpPr>
        <p:spPr>
          <a:xfrm>
            <a:off x="6550730" y="53382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0" name="A1_bar_Cryo_13853">
            <a:extLst>
              <a:ext uri="{FF2B5EF4-FFF2-40B4-BE49-F238E27FC236}">
                <a16:creationId xmlns:a16="http://schemas.microsoft.com/office/drawing/2014/main" id="{53745515-2752-44E5-AF82-6ED878793736}"/>
              </a:ext>
            </a:extLst>
          </p:cNvPr>
          <p:cNvSpPr>
            <a:spLocks noGrp="1"/>
          </p:cNvSpPr>
          <p:nvPr/>
        </p:nvSpPr>
        <p:spPr>
          <a:xfrm>
            <a:off x="664282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1" name="A1_bar_Cryo_13854">
            <a:extLst>
              <a:ext uri="{FF2B5EF4-FFF2-40B4-BE49-F238E27FC236}">
                <a16:creationId xmlns:a16="http://schemas.microsoft.com/office/drawing/2014/main" id="{D6A84F84-2ECD-45BF-AD69-E3DEF22E6D07}"/>
              </a:ext>
            </a:extLst>
          </p:cNvPr>
          <p:cNvSpPr>
            <a:spLocks noGrp="1"/>
          </p:cNvSpPr>
          <p:nvPr/>
        </p:nvSpPr>
        <p:spPr>
          <a:xfrm>
            <a:off x="6511293" y="46553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2" name="A1_bar_Cryo_13855">
            <a:extLst>
              <a:ext uri="{FF2B5EF4-FFF2-40B4-BE49-F238E27FC236}">
                <a16:creationId xmlns:a16="http://schemas.microsoft.com/office/drawing/2014/main" id="{E932DCFE-CBF7-4394-8FE7-154CD76EB408}"/>
              </a:ext>
            </a:extLst>
          </p:cNvPr>
          <p:cNvSpPr>
            <a:spLocks noGrp="1"/>
          </p:cNvSpPr>
          <p:nvPr/>
        </p:nvSpPr>
        <p:spPr>
          <a:xfrm>
            <a:off x="670619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3" name="A1_bar_Cryo_13856">
            <a:extLst>
              <a:ext uri="{FF2B5EF4-FFF2-40B4-BE49-F238E27FC236}">
                <a16:creationId xmlns:a16="http://schemas.microsoft.com/office/drawing/2014/main" id="{7FEC9DEE-01D6-4D22-B86A-1F822FD7E97A}"/>
              </a:ext>
            </a:extLst>
          </p:cNvPr>
          <p:cNvSpPr>
            <a:spLocks noGrp="1"/>
          </p:cNvSpPr>
          <p:nvPr/>
        </p:nvSpPr>
        <p:spPr>
          <a:xfrm>
            <a:off x="667095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4" name="A1_bar_Cryo_13857">
            <a:extLst>
              <a:ext uri="{FF2B5EF4-FFF2-40B4-BE49-F238E27FC236}">
                <a16:creationId xmlns:a16="http://schemas.microsoft.com/office/drawing/2014/main" id="{29E23DD3-1D3D-4381-AFF3-0D97D3605109}"/>
              </a:ext>
            </a:extLst>
          </p:cNvPr>
          <p:cNvSpPr>
            <a:spLocks noGrp="1"/>
          </p:cNvSpPr>
          <p:nvPr/>
        </p:nvSpPr>
        <p:spPr>
          <a:xfrm>
            <a:off x="6608352" y="35799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5" name="A1_bar_Cryo_13858">
            <a:extLst>
              <a:ext uri="{FF2B5EF4-FFF2-40B4-BE49-F238E27FC236}">
                <a16:creationId xmlns:a16="http://schemas.microsoft.com/office/drawing/2014/main" id="{1F279417-7157-403D-9252-31819679216B}"/>
              </a:ext>
            </a:extLst>
          </p:cNvPr>
          <p:cNvSpPr>
            <a:spLocks noGrp="1"/>
          </p:cNvSpPr>
          <p:nvPr/>
        </p:nvSpPr>
        <p:spPr>
          <a:xfrm>
            <a:off x="6504597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6" name="A1_bar_Cryo_13859">
            <a:extLst>
              <a:ext uri="{FF2B5EF4-FFF2-40B4-BE49-F238E27FC236}">
                <a16:creationId xmlns:a16="http://schemas.microsoft.com/office/drawing/2014/main" id="{BF77BC55-CCE2-40CC-9812-A914F3E4FE52}"/>
              </a:ext>
            </a:extLst>
          </p:cNvPr>
          <p:cNvSpPr>
            <a:spLocks noGrp="1"/>
          </p:cNvSpPr>
          <p:nvPr/>
        </p:nvSpPr>
        <p:spPr>
          <a:xfrm>
            <a:off x="6710630" y="51798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7" name="A1_bar_Cryo_13860">
            <a:extLst>
              <a:ext uri="{FF2B5EF4-FFF2-40B4-BE49-F238E27FC236}">
                <a16:creationId xmlns:a16="http://schemas.microsoft.com/office/drawing/2014/main" id="{7A91D1A4-3220-4BE5-8283-8FD54B84CA06}"/>
              </a:ext>
            </a:extLst>
          </p:cNvPr>
          <p:cNvSpPr>
            <a:spLocks noGrp="1"/>
          </p:cNvSpPr>
          <p:nvPr/>
        </p:nvSpPr>
        <p:spPr>
          <a:xfrm>
            <a:off x="673927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8" name="A1_bar_Cryo_13861">
            <a:extLst>
              <a:ext uri="{FF2B5EF4-FFF2-40B4-BE49-F238E27FC236}">
                <a16:creationId xmlns:a16="http://schemas.microsoft.com/office/drawing/2014/main" id="{83AEBD9E-3D3D-49C9-B6D8-6A1194C37E91}"/>
              </a:ext>
            </a:extLst>
          </p:cNvPr>
          <p:cNvSpPr>
            <a:spLocks noGrp="1"/>
          </p:cNvSpPr>
          <p:nvPr/>
        </p:nvSpPr>
        <p:spPr>
          <a:xfrm>
            <a:off x="6519167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39" name="A1_bar_Cryo_13862">
            <a:extLst>
              <a:ext uri="{FF2B5EF4-FFF2-40B4-BE49-F238E27FC236}">
                <a16:creationId xmlns:a16="http://schemas.microsoft.com/office/drawing/2014/main" id="{5A91281D-0689-4CA0-86D4-E097ACEA1EC3}"/>
              </a:ext>
            </a:extLst>
          </p:cNvPr>
          <p:cNvSpPr>
            <a:spLocks noGrp="1"/>
          </p:cNvSpPr>
          <p:nvPr/>
        </p:nvSpPr>
        <p:spPr>
          <a:xfrm>
            <a:off x="6726168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0" name="A1_bar_Cryo_13863">
            <a:extLst>
              <a:ext uri="{FF2B5EF4-FFF2-40B4-BE49-F238E27FC236}">
                <a16:creationId xmlns:a16="http://schemas.microsoft.com/office/drawing/2014/main" id="{10AA1CAA-6475-40A1-A2C0-799B515EDBB0}"/>
              </a:ext>
            </a:extLst>
          </p:cNvPr>
          <p:cNvSpPr>
            <a:spLocks noGrp="1"/>
          </p:cNvSpPr>
          <p:nvPr/>
        </p:nvSpPr>
        <p:spPr>
          <a:xfrm>
            <a:off x="6692109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1" name="A1_bar_Cryo_13864">
            <a:extLst>
              <a:ext uri="{FF2B5EF4-FFF2-40B4-BE49-F238E27FC236}">
                <a16:creationId xmlns:a16="http://schemas.microsoft.com/office/drawing/2014/main" id="{4240FD7E-A83A-4019-A57C-ED7B78058F85}"/>
              </a:ext>
            </a:extLst>
          </p:cNvPr>
          <p:cNvSpPr>
            <a:spLocks noGrp="1"/>
          </p:cNvSpPr>
          <p:nvPr/>
        </p:nvSpPr>
        <p:spPr>
          <a:xfrm>
            <a:off x="6501580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2" name="A1_bar_Cryo_13865">
            <a:extLst>
              <a:ext uri="{FF2B5EF4-FFF2-40B4-BE49-F238E27FC236}">
                <a16:creationId xmlns:a16="http://schemas.microsoft.com/office/drawing/2014/main" id="{A7421B86-1E0E-48E7-B306-FD51E0C65576}"/>
              </a:ext>
            </a:extLst>
          </p:cNvPr>
          <p:cNvSpPr>
            <a:spLocks noGrp="1"/>
          </p:cNvSpPr>
          <p:nvPr/>
        </p:nvSpPr>
        <p:spPr>
          <a:xfrm>
            <a:off x="6675660" y="5363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3" name="A1_bar_Cryo_13866">
            <a:extLst>
              <a:ext uri="{FF2B5EF4-FFF2-40B4-BE49-F238E27FC236}">
                <a16:creationId xmlns:a16="http://schemas.microsoft.com/office/drawing/2014/main" id="{15217689-6A5E-4C41-AA7A-96A0F38C5F48}"/>
              </a:ext>
            </a:extLst>
          </p:cNvPr>
          <p:cNvSpPr>
            <a:spLocks noGrp="1"/>
          </p:cNvSpPr>
          <p:nvPr/>
        </p:nvSpPr>
        <p:spPr>
          <a:xfrm>
            <a:off x="6511358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4" name="A1_bar_Cryo_13867">
            <a:extLst>
              <a:ext uri="{FF2B5EF4-FFF2-40B4-BE49-F238E27FC236}">
                <a16:creationId xmlns:a16="http://schemas.microsoft.com/office/drawing/2014/main" id="{3B35E590-78B6-4F4E-B74B-7C330C0279C0}"/>
              </a:ext>
            </a:extLst>
          </p:cNvPr>
          <p:cNvSpPr>
            <a:spLocks noGrp="1"/>
          </p:cNvSpPr>
          <p:nvPr/>
        </p:nvSpPr>
        <p:spPr>
          <a:xfrm>
            <a:off x="6567252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5" name="A1_bar_Cryo_13868">
            <a:extLst>
              <a:ext uri="{FF2B5EF4-FFF2-40B4-BE49-F238E27FC236}">
                <a16:creationId xmlns:a16="http://schemas.microsoft.com/office/drawing/2014/main" id="{78604802-7D10-4B24-95AC-7A93EA5B2D88}"/>
              </a:ext>
            </a:extLst>
          </p:cNvPr>
          <p:cNvSpPr>
            <a:spLocks noGrp="1"/>
          </p:cNvSpPr>
          <p:nvPr/>
        </p:nvSpPr>
        <p:spPr>
          <a:xfrm>
            <a:off x="6683916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6" name="A1_bar_Cryo_13869">
            <a:extLst>
              <a:ext uri="{FF2B5EF4-FFF2-40B4-BE49-F238E27FC236}">
                <a16:creationId xmlns:a16="http://schemas.microsoft.com/office/drawing/2014/main" id="{AFD6CF08-9C0A-4E2C-96D4-642756A965FE}"/>
              </a:ext>
            </a:extLst>
          </p:cNvPr>
          <p:cNvSpPr>
            <a:spLocks noGrp="1"/>
          </p:cNvSpPr>
          <p:nvPr/>
        </p:nvSpPr>
        <p:spPr>
          <a:xfrm>
            <a:off x="64971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7" name="A1_bar_Cryo_13870">
            <a:extLst>
              <a:ext uri="{FF2B5EF4-FFF2-40B4-BE49-F238E27FC236}">
                <a16:creationId xmlns:a16="http://schemas.microsoft.com/office/drawing/2014/main" id="{517E1F3B-51C5-4B07-95C1-EB97E23F3AAD}"/>
              </a:ext>
            </a:extLst>
          </p:cNvPr>
          <p:cNvSpPr>
            <a:spLocks noGrp="1"/>
          </p:cNvSpPr>
          <p:nvPr/>
        </p:nvSpPr>
        <p:spPr>
          <a:xfrm>
            <a:off x="6546632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8" name="A1_bar_Cryo_13871">
            <a:extLst>
              <a:ext uri="{FF2B5EF4-FFF2-40B4-BE49-F238E27FC236}">
                <a16:creationId xmlns:a16="http://schemas.microsoft.com/office/drawing/2014/main" id="{739CE07B-F943-45DF-8150-D84B7F2E7D20}"/>
              </a:ext>
            </a:extLst>
          </p:cNvPr>
          <p:cNvSpPr>
            <a:spLocks noGrp="1"/>
          </p:cNvSpPr>
          <p:nvPr/>
        </p:nvSpPr>
        <p:spPr>
          <a:xfrm>
            <a:off x="654093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49" name="A1_bar_Cryo_13872">
            <a:extLst>
              <a:ext uri="{FF2B5EF4-FFF2-40B4-BE49-F238E27FC236}">
                <a16:creationId xmlns:a16="http://schemas.microsoft.com/office/drawing/2014/main" id="{BED9190B-C6A5-4522-810C-A84B1CFA336B}"/>
              </a:ext>
            </a:extLst>
          </p:cNvPr>
          <p:cNvSpPr>
            <a:spLocks noGrp="1"/>
          </p:cNvSpPr>
          <p:nvPr/>
        </p:nvSpPr>
        <p:spPr>
          <a:xfrm>
            <a:off x="6671628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0" name="A1_bar_Cryo_13873">
            <a:extLst>
              <a:ext uri="{FF2B5EF4-FFF2-40B4-BE49-F238E27FC236}">
                <a16:creationId xmlns:a16="http://schemas.microsoft.com/office/drawing/2014/main" id="{D5AF48F3-6F3A-4DDC-95E5-9D0DDF79CF74}"/>
              </a:ext>
            </a:extLst>
          </p:cNvPr>
          <p:cNvSpPr>
            <a:spLocks noGrp="1"/>
          </p:cNvSpPr>
          <p:nvPr/>
        </p:nvSpPr>
        <p:spPr>
          <a:xfrm>
            <a:off x="671474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1" name="A1_bar_Cryo_13874">
            <a:extLst>
              <a:ext uri="{FF2B5EF4-FFF2-40B4-BE49-F238E27FC236}">
                <a16:creationId xmlns:a16="http://schemas.microsoft.com/office/drawing/2014/main" id="{210BF875-7E76-49D7-8184-0F5CBB27FF99}"/>
              </a:ext>
            </a:extLst>
          </p:cNvPr>
          <p:cNvSpPr>
            <a:spLocks noGrp="1"/>
          </p:cNvSpPr>
          <p:nvPr/>
        </p:nvSpPr>
        <p:spPr>
          <a:xfrm>
            <a:off x="6539073" y="5321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2" name="A1_bar_Cryo_13875">
            <a:extLst>
              <a:ext uri="{FF2B5EF4-FFF2-40B4-BE49-F238E27FC236}">
                <a16:creationId xmlns:a16="http://schemas.microsoft.com/office/drawing/2014/main" id="{E4D07CA8-2B90-487C-AC2B-5D526CC0E03B}"/>
              </a:ext>
            </a:extLst>
          </p:cNvPr>
          <p:cNvSpPr>
            <a:spLocks noGrp="1"/>
          </p:cNvSpPr>
          <p:nvPr/>
        </p:nvSpPr>
        <p:spPr>
          <a:xfrm>
            <a:off x="666516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3" name="A1_bar_Cryo_13876">
            <a:extLst>
              <a:ext uri="{FF2B5EF4-FFF2-40B4-BE49-F238E27FC236}">
                <a16:creationId xmlns:a16="http://schemas.microsoft.com/office/drawing/2014/main" id="{1B72E21A-6744-4F30-A73C-DCCCCCC9C26D}"/>
              </a:ext>
            </a:extLst>
          </p:cNvPr>
          <p:cNvSpPr>
            <a:spLocks noGrp="1"/>
          </p:cNvSpPr>
          <p:nvPr/>
        </p:nvSpPr>
        <p:spPr>
          <a:xfrm>
            <a:off x="661823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4" name="A1_bar_Cryo_13877">
            <a:extLst>
              <a:ext uri="{FF2B5EF4-FFF2-40B4-BE49-F238E27FC236}">
                <a16:creationId xmlns:a16="http://schemas.microsoft.com/office/drawing/2014/main" id="{F93312E0-7272-42AC-AD85-244A316C9ED2}"/>
              </a:ext>
            </a:extLst>
          </p:cNvPr>
          <p:cNvSpPr>
            <a:spLocks noGrp="1"/>
          </p:cNvSpPr>
          <p:nvPr/>
        </p:nvSpPr>
        <p:spPr>
          <a:xfrm>
            <a:off x="6523459" y="6036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5" name="A1_bar_Cryo_13878">
            <a:extLst>
              <a:ext uri="{FF2B5EF4-FFF2-40B4-BE49-F238E27FC236}">
                <a16:creationId xmlns:a16="http://schemas.microsoft.com/office/drawing/2014/main" id="{0A2DFF03-8EEE-45C2-8B1C-502B373EE164}"/>
              </a:ext>
            </a:extLst>
          </p:cNvPr>
          <p:cNvSpPr>
            <a:spLocks noGrp="1"/>
          </p:cNvSpPr>
          <p:nvPr/>
        </p:nvSpPr>
        <p:spPr>
          <a:xfrm>
            <a:off x="664823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6" name="A1_bar_Cryo_13879">
            <a:extLst>
              <a:ext uri="{FF2B5EF4-FFF2-40B4-BE49-F238E27FC236}">
                <a16:creationId xmlns:a16="http://schemas.microsoft.com/office/drawing/2014/main" id="{3258DB7C-F6EF-493C-885F-82989C636E1A}"/>
              </a:ext>
            </a:extLst>
          </p:cNvPr>
          <p:cNvSpPr>
            <a:spLocks noGrp="1"/>
          </p:cNvSpPr>
          <p:nvPr/>
        </p:nvSpPr>
        <p:spPr>
          <a:xfrm>
            <a:off x="6515747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7" name="A1_bar_Cryo_13880">
            <a:extLst>
              <a:ext uri="{FF2B5EF4-FFF2-40B4-BE49-F238E27FC236}">
                <a16:creationId xmlns:a16="http://schemas.microsoft.com/office/drawing/2014/main" id="{E67268E8-05B3-4D1D-B0F7-83C74934D715}"/>
              </a:ext>
            </a:extLst>
          </p:cNvPr>
          <p:cNvSpPr>
            <a:spLocks noGrp="1"/>
          </p:cNvSpPr>
          <p:nvPr/>
        </p:nvSpPr>
        <p:spPr>
          <a:xfrm>
            <a:off x="653606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8" name="A1_bar_Cryo_13881">
            <a:extLst>
              <a:ext uri="{FF2B5EF4-FFF2-40B4-BE49-F238E27FC236}">
                <a16:creationId xmlns:a16="http://schemas.microsoft.com/office/drawing/2014/main" id="{BD690C86-B950-40CB-A2C0-F3A36AB7617C}"/>
              </a:ext>
            </a:extLst>
          </p:cNvPr>
          <p:cNvSpPr>
            <a:spLocks noGrp="1"/>
          </p:cNvSpPr>
          <p:nvPr/>
        </p:nvSpPr>
        <p:spPr>
          <a:xfrm>
            <a:off x="66901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59" name="A1_bar_Cryo_13882">
            <a:extLst>
              <a:ext uri="{FF2B5EF4-FFF2-40B4-BE49-F238E27FC236}">
                <a16:creationId xmlns:a16="http://schemas.microsoft.com/office/drawing/2014/main" id="{B76B0B0A-5F7A-4ADE-86D4-982B87CD6F99}"/>
              </a:ext>
            </a:extLst>
          </p:cNvPr>
          <p:cNvSpPr>
            <a:spLocks noGrp="1"/>
          </p:cNvSpPr>
          <p:nvPr/>
        </p:nvSpPr>
        <p:spPr>
          <a:xfrm>
            <a:off x="6560027" y="60581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0" name="A1_bar_Cryo_13883">
            <a:extLst>
              <a:ext uri="{FF2B5EF4-FFF2-40B4-BE49-F238E27FC236}">
                <a16:creationId xmlns:a16="http://schemas.microsoft.com/office/drawing/2014/main" id="{D73DDB0C-A475-4419-A84E-17B67C33BF68}"/>
              </a:ext>
            </a:extLst>
          </p:cNvPr>
          <p:cNvSpPr>
            <a:spLocks noGrp="1"/>
          </p:cNvSpPr>
          <p:nvPr/>
        </p:nvSpPr>
        <p:spPr>
          <a:xfrm>
            <a:off x="66087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1" name="A1_bar_Cryo_13884">
            <a:extLst>
              <a:ext uri="{FF2B5EF4-FFF2-40B4-BE49-F238E27FC236}">
                <a16:creationId xmlns:a16="http://schemas.microsoft.com/office/drawing/2014/main" id="{D508B6E4-C8F8-4F70-BC38-BF621815297C}"/>
              </a:ext>
            </a:extLst>
          </p:cNvPr>
          <p:cNvSpPr>
            <a:spLocks noGrp="1"/>
          </p:cNvSpPr>
          <p:nvPr/>
        </p:nvSpPr>
        <p:spPr>
          <a:xfrm>
            <a:off x="653834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2" name="A1_bar_Cryo_13885">
            <a:extLst>
              <a:ext uri="{FF2B5EF4-FFF2-40B4-BE49-F238E27FC236}">
                <a16:creationId xmlns:a16="http://schemas.microsoft.com/office/drawing/2014/main" id="{29C36795-0B61-4F96-B1FC-F25DE3D2F8DF}"/>
              </a:ext>
            </a:extLst>
          </p:cNvPr>
          <p:cNvSpPr>
            <a:spLocks noGrp="1"/>
          </p:cNvSpPr>
          <p:nvPr/>
        </p:nvSpPr>
        <p:spPr>
          <a:xfrm>
            <a:off x="822060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3" name="A1_bar_Cryo_13886">
            <a:extLst>
              <a:ext uri="{FF2B5EF4-FFF2-40B4-BE49-F238E27FC236}">
                <a16:creationId xmlns:a16="http://schemas.microsoft.com/office/drawing/2014/main" id="{DDC8AFD3-B617-4022-9803-CF203AC7035C}"/>
              </a:ext>
            </a:extLst>
          </p:cNvPr>
          <p:cNvSpPr>
            <a:spLocks noGrp="1"/>
          </p:cNvSpPr>
          <p:nvPr/>
        </p:nvSpPr>
        <p:spPr>
          <a:xfrm>
            <a:off x="826220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4" name="A1_bar_Cryo_13887">
            <a:extLst>
              <a:ext uri="{FF2B5EF4-FFF2-40B4-BE49-F238E27FC236}">
                <a16:creationId xmlns:a16="http://schemas.microsoft.com/office/drawing/2014/main" id="{B71B70B8-7E8B-4DED-BC43-5003843178D9}"/>
              </a:ext>
            </a:extLst>
          </p:cNvPr>
          <p:cNvSpPr>
            <a:spLocks noGrp="1"/>
          </p:cNvSpPr>
          <p:nvPr/>
        </p:nvSpPr>
        <p:spPr>
          <a:xfrm>
            <a:off x="830028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5" name="A1_bar_Cryo_13888">
            <a:extLst>
              <a:ext uri="{FF2B5EF4-FFF2-40B4-BE49-F238E27FC236}">
                <a16:creationId xmlns:a16="http://schemas.microsoft.com/office/drawing/2014/main" id="{1D90926D-7560-4EC6-BD0F-5191CFAD41A3}"/>
              </a:ext>
            </a:extLst>
          </p:cNvPr>
          <p:cNvSpPr>
            <a:spLocks noGrp="1"/>
          </p:cNvSpPr>
          <p:nvPr/>
        </p:nvSpPr>
        <p:spPr>
          <a:xfrm>
            <a:off x="8192666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6" name="A1_bar_Cryo_13889">
            <a:extLst>
              <a:ext uri="{FF2B5EF4-FFF2-40B4-BE49-F238E27FC236}">
                <a16:creationId xmlns:a16="http://schemas.microsoft.com/office/drawing/2014/main" id="{88AD76F4-806D-4E8E-98B3-F7BA13A98A79}"/>
              </a:ext>
            </a:extLst>
          </p:cNvPr>
          <p:cNvSpPr>
            <a:spLocks noGrp="1"/>
          </p:cNvSpPr>
          <p:nvPr/>
        </p:nvSpPr>
        <p:spPr>
          <a:xfrm>
            <a:off x="8284631" y="432877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7" name="A1_bar_Cryo_13890">
            <a:extLst>
              <a:ext uri="{FF2B5EF4-FFF2-40B4-BE49-F238E27FC236}">
                <a16:creationId xmlns:a16="http://schemas.microsoft.com/office/drawing/2014/main" id="{F1CDACA1-F1C0-449D-A27F-AD41FDE01425}"/>
              </a:ext>
            </a:extLst>
          </p:cNvPr>
          <p:cNvSpPr>
            <a:spLocks noGrp="1"/>
          </p:cNvSpPr>
          <p:nvPr/>
        </p:nvSpPr>
        <p:spPr>
          <a:xfrm>
            <a:off x="817282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8" name="A1_bar_Cryo_13891">
            <a:extLst>
              <a:ext uri="{FF2B5EF4-FFF2-40B4-BE49-F238E27FC236}">
                <a16:creationId xmlns:a16="http://schemas.microsoft.com/office/drawing/2014/main" id="{6FB46D5C-CCAB-42CD-B1AB-FB5FEB66EB1D}"/>
              </a:ext>
            </a:extLst>
          </p:cNvPr>
          <p:cNvSpPr>
            <a:spLocks noGrp="1"/>
          </p:cNvSpPr>
          <p:nvPr/>
        </p:nvSpPr>
        <p:spPr>
          <a:xfrm>
            <a:off x="808779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69" name="A1_bar_Cryo_13892">
            <a:extLst>
              <a:ext uri="{FF2B5EF4-FFF2-40B4-BE49-F238E27FC236}">
                <a16:creationId xmlns:a16="http://schemas.microsoft.com/office/drawing/2014/main" id="{D8E8BC40-1B8A-43BA-BAE2-AEFE9D9A5B02}"/>
              </a:ext>
            </a:extLst>
          </p:cNvPr>
          <p:cNvSpPr>
            <a:spLocks noGrp="1"/>
          </p:cNvSpPr>
          <p:nvPr/>
        </p:nvSpPr>
        <p:spPr>
          <a:xfrm>
            <a:off x="828683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0" name="A1_bar_Cryo_13893">
            <a:extLst>
              <a:ext uri="{FF2B5EF4-FFF2-40B4-BE49-F238E27FC236}">
                <a16:creationId xmlns:a16="http://schemas.microsoft.com/office/drawing/2014/main" id="{5924C8BB-5DB0-4739-B457-BCDA29666FED}"/>
              </a:ext>
            </a:extLst>
          </p:cNvPr>
          <p:cNvSpPr>
            <a:spLocks noGrp="1"/>
          </p:cNvSpPr>
          <p:nvPr/>
        </p:nvSpPr>
        <p:spPr>
          <a:xfrm>
            <a:off x="8183380" y="602791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1" name="A1_bar_Cryo_13894">
            <a:extLst>
              <a:ext uri="{FF2B5EF4-FFF2-40B4-BE49-F238E27FC236}">
                <a16:creationId xmlns:a16="http://schemas.microsoft.com/office/drawing/2014/main" id="{4ECE7171-9272-4FE2-BC43-EC7F623B1348}"/>
              </a:ext>
            </a:extLst>
          </p:cNvPr>
          <p:cNvSpPr>
            <a:spLocks noGrp="1"/>
          </p:cNvSpPr>
          <p:nvPr/>
        </p:nvSpPr>
        <p:spPr>
          <a:xfrm>
            <a:off x="82578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2" name="A1_bar_Cryo_13895">
            <a:extLst>
              <a:ext uri="{FF2B5EF4-FFF2-40B4-BE49-F238E27FC236}">
                <a16:creationId xmlns:a16="http://schemas.microsoft.com/office/drawing/2014/main" id="{008504A6-C473-4D4A-8F20-BFF92D90E04D}"/>
              </a:ext>
            </a:extLst>
          </p:cNvPr>
          <p:cNvSpPr>
            <a:spLocks noGrp="1"/>
          </p:cNvSpPr>
          <p:nvPr/>
        </p:nvSpPr>
        <p:spPr>
          <a:xfrm>
            <a:off x="8210545" y="405777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3" name="A1_bar_Cryo_13896">
            <a:extLst>
              <a:ext uri="{FF2B5EF4-FFF2-40B4-BE49-F238E27FC236}">
                <a16:creationId xmlns:a16="http://schemas.microsoft.com/office/drawing/2014/main" id="{E7CEEAC0-9504-45DE-83FD-194E1DCC0584}"/>
              </a:ext>
            </a:extLst>
          </p:cNvPr>
          <p:cNvSpPr>
            <a:spLocks noGrp="1"/>
          </p:cNvSpPr>
          <p:nvPr/>
        </p:nvSpPr>
        <p:spPr>
          <a:xfrm>
            <a:off x="8297835" y="42812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4" name="A1_bar_Cryo_13897">
            <a:extLst>
              <a:ext uri="{FF2B5EF4-FFF2-40B4-BE49-F238E27FC236}">
                <a16:creationId xmlns:a16="http://schemas.microsoft.com/office/drawing/2014/main" id="{C7C736AA-D88D-46E8-BFBE-9456D7E4333A}"/>
              </a:ext>
            </a:extLst>
          </p:cNvPr>
          <p:cNvSpPr>
            <a:spLocks noGrp="1"/>
          </p:cNvSpPr>
          <p:nvPr/>
        </p:nvSpPr>
        <p:spPr>
          <a:xfrm>
            <a:off x="8092856" y="390667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5" name="A1_bar_Cryo_13898">
            <a:extLst>
              <a:ext uri="{FF2B5EF4-FFF2-40B4-BE49-F238E27FC236}">
                <a16:creationId xmlns:a16="http://schemas.microsoft.com/office/drawing/2014/main" id="{A7AB41ED-AFA5-46E6-94EC-C9E093B479F7}"/>
              </a:ext>
            </a:extLst>
          </p:cNvPr>
          <p:cNvSpPr>
            <a:spLocks noGrp="1"/>
          </p:cNvSpPr>
          <p:nvPr/>
        </p:nvSpPr>
        <p:spPr>
          <a:xfrm>
            <a:off x="823618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6" name="A1_bar_Cryo_13899">
            <a:extLst>
              <a:ext uri="{FF2B5EF4-FFF2-40B4-BE49-F238E27FC236}">
                <a16:creationId xmlns:a16="http://schemas.microsoft.com/office/drawing/2014/main" id="{D9D10006-916E-4959-B2AC-9B1024575382}"/>
              </a:ext>
            </a:extLst>
          </p:cNvPr>
          <p:cNvSpPr>
            <a:spLocks noGrp="1"/>
          </p:cNvSpPr>
          <p:nvPr/>
        </p:nvSpPr>
        <p:spPr>
          <a:xfrm>
            <a:off x="82796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7" name="A1_bar_Cryo_13900">
            <a:extLst>
              <a:ext uri="{FF2B5EF4-FFF2-40B4-BE49-F238E27FC236}">
                <a16:creationId xmlns:a16="http://schemas.microsoft.com/office/drawing/2014/main" id="{D3D714D3-25AA-4798-82FF-C4D2A649850B}"/>
              </a:ext>
            </a:extLst>
          </p:cNvPr>
          <p:cNvSpPr>
            <a:spLocks noGrp="1"/>
          </p:cNvSpPr>
          <p:nvPr/>
        </p:nvSpPr>
        <p:spPr>
          <a:xfrm>
            <a:off x="8282379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8" name="A1_bar_Cryo_13901">
            <a:extLst>
              <a:ext uri="{FF2B5EF4-FFF2-40B4-BE49-F238E27FC236}">
                <a16:creationId xmlns:a16="http://schemas.microsoft.com/office/drawing/2014/main" id="{DE65391C-72E9-4FDA-A129-B9206275FF07}"/>
              </a:ext>
            </a:extLst>
          </p:cNvPr>
          <p:cNvSpPr>
            <a:spLocks noGrp="1"/>
          </p:cNvSpPr>
          <p:nvPr/>
        </p:nvSpPr>
        <p:spPr>
          <a:xfrm>
            <a:off x="827200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79" name="A1_bar_Cryo_13902">
            <a:extLst>
              <a:ext uri="{FF2B5EF4-FFF2-40B4-BE49-F238E27FC236}">
                <a16:creationId xmlns:a16="http://schemas.microsoft.com/office/drawing/2014/main" id="{BD4A5D70-95FF-4412-8668-F5F8C38F7FBF}"/>
              </a:ext>
            </a:extLst>
          </p:cNvPr>
          <p:cNvSpPr>
            <a:spLocks noGrp="1"/>
          </p:cNvSpPr>
          <p:nvPr/>
        </p:nvSpPr>
        <p:spPr>
          <a:xfrm>
            <a:off x="8237343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0" name="A1_bar_Cryo_13903">
            <a:extLst>
              <a:ext uri="{FF2B5EF4-FFF2-40B4-BE49-F238E27FC236}">
                <a16:creationId xmlns:a16="http://schemas.microsoft.com/office/drawing/2014/main" id="{85B18294-12FD-4F83-8357-50A7D1E4D0AA}"/>
              </a:ext>
            </a:extLst>
          </p:cNvPr>
          <p:cNvSpPr>
            <a:spLocks noGrp="1"/>
          </p:cNvSpPr>
          <p:nvPr/>
        </p:nvSpPr>
        <p:spPr>
          <a:xfrm>
            <a:off x="8120825" y="596910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1" name="A1_bar_Cryo_13904">
            <a:extLst>
              <a:ext uri="{FF2B5EF4-FFF2-40B4-BE49-F238E27FC236}">
                <a16:creationId xmlns:a16="http://schemas.microsoft.com/office/drawing/2014/main" id="{E2EDEA9F-EBB3-4456-94DC-68A394E7A951}"/>
              </a:ext>
            </a:extLst>
          </p:cNvPr>
          <p:cNvSpPr>
            <a:spLocks noGrp="1"/>
          </p:cNvSpPr>
          <p:nvPr/>
        </p:nvSpPr>
        <p:spPr>
          <a:xfrm>
            <a:off x="8260220" y="535035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2" name="A1_bar_Cryo_13905">
            <a:extLst>
              <a:ext uri="{FF2B5EF4-FFF2-40B4-BE49-F238E27FC236}">
                <a16:creationId xmlns:a16="http://schemas.microsoft.com/office/drawing/2014/main" id="{26F079A5-E113-4ECC-9AFC-C1D6DFA629C5}"/>
              </a:ext>
            </a:extLst>
          </p:cNvPr>
          <p:cNvSpPr>
            <a:spLocks noGrp="1"/>
          </p:cNvSpPr>
          <p:nvPr/>
        </p:nvSpPr>
        <p:spPr>
          <a:xfrm>
            <a:off x="8154188" y="59521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3" name="A1_bar_Cryo_13906">
            <a:extLst>
              <a:ext uri="{FF2B5EF4-FFF2-40B4-BE49-F238E27FC236}">
                <a16:creationId xmlns:a16="http://schemas.microsoft.com/office/drawing/2014/main" id="{2E2E64E5-E621-4587-B15E-02115E85E2A1}"/>
              </a:ext>
            </a:extLst>
          </p:cNvPr>
          <p:cNvSpPr>
            <a:spLocks noGrp="1"/>
          </p:cNvSpPr>
          <p:nvPr/>
        </p:nvSpPr>
        <p:spPr>
          <a:xfrm>
            <a:off x="808787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4" name="A1_bar_Cryo_13907">
            <a:extLst>
              <a:ext uri="{FF2B5EF4-FFF2-40B4-BE49-F238E27FC236}">
                <a16:creationId xmlns:a16="http://schemas.microsoft.com/office/drawing/2014/main" id="{8A210932-7C30-4AD9-AADD-331C91714E0D}"/>
              </a:ext>
            </a:extLst>
          </p:cNvPr>
          <p:cNvSpPr>
            <a:spLocks noGrp="1"/>
          </p:cNvSpPr>
          <p:nvPr/>
        </p:nvSpPr>
        <p:spPr>
          <a:xfrm>
            <a:off x="8094927" y="5888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5" name="A1_bar_Cryo_13908">
            <a:extLst>
              <a:ext uri="{FF2B5EF4-FFF2-40B4-BE49-F238E27FC236}">
                <a16:creationId xmlns:a16="http://schemas.microsoft.com/office/drawing/2014/main" id="{67FAB9AC-AF88-4CDA-8DB5-5B4CAC2182F6}"/>
              </a:ext>
            </a:extLst>
          </p:cNvPr>
          <p:cNvSpPr>
            <a:spLocks noGrp="1"/>
          </p:cNvSpPr>
          <p:nvPr/>
        </p:nvSpPr>
        <p:spPr>
          <a:xfrm>
            <a:off x="8225644" y="41307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6" name="A1_bar_Cryo_13909">
            <a:extLst>
              <a:ext uri="{FF2B5EF4-FFF2-40B4-BE49-F238E27FC236}">
                <a16:creationId xmlns:a16="http://schemas.microsoft.com/office/drawing/2014/main" id="{C5B9E7BC-9DDD-4DE0-8891-1A30FC934908}"/>
              </a:ext>
            </a:extLst>
          </p:cNvPr>
          <p:cNvSpPr>
            <a:spLocks noGrp="1"/>
          </p:cNvSpPr>
          <p:nvPr/>
        </p:nvSpPr>
        <p:spPr>
          <a:xfrm>
            <a:off x="8213146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7" name="A1_bar_Cryo_13910">
            <a:extLst>
              <a:ext uri="{FF2B5EF4-FFF2-40B4-BE49-F238E27FC236}">
                <a16:creationId xmlns:a16="http://schemas.microsoft.com/office/drawing/2014/main" id="{956A31DF-7BD2-4AA7-8C02-36824963294F}"/>
              </a:ext>
            </a:extLst>
          </p:cNvPr>
          <p:cNvSpPr>
            <a:spLocks noGrp="1"/>
          </p:cNvSpPr>
          <p:nvPr/>
        </p:nvSpPr>
        <p:spPr>
          <a:xfrm>
            <a:off x="810571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8" name="A1_bar_Cryo_13911">
            <a:extLst>
              <a:ext uri="{FF2B5EF4-FFF2-40B4-BE49-F238E27FC236}">
                <a16:creationId xmlns:a16="http://schemas.microsoft.com/office/drawing/2014/main" id="{9527B094-88EB-4A05-8E93-54EA552F7632}"/>
              </a:ext>
            </a:extLst>
          </p:cNvPr>
          <p:cNvSpPr>
            <a:spLocks noGrp="1"/>
          </p:cNvSpPr>
          <p:nvPr/>
        </p:nvSpPr>
        <p:spPr>
          <a:xfrm>
            <a:off x="813868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89" name="A1_bar_Cryo_13912">
            <a:extLst>
              <a:ext uri="{FF2B5EF4-FFF2-40B4-BE49-F238E27FC236}">
                <a16:creationId xmlns:a16="http://schemas.microsoft.com/office/drawing/2014/main" id="{FD81C9A1-E728-46A8-ADA2-5D5BA5BDD0FB}"/>
              </a:ext>
            </a:extLst>
          </p:cNvPr>
          <p:cNvSpPr>
            <a:spLocks noGrp="1"/>
          </p:cNvSpPr>
          <p:nvPr/>
        </p:nvSpPr>
        <p:spPr>
          <a:xfrm>
            <a:off x="8124212" y="51784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0" name="A1_bar_Cryo_13913">
            <a:extLst>
              <a:ext uri="{FF2B5EF4-FFF2-40B4-BE49-F238E27FC236}">
                <a16:creationId xmlns:a16="http://schemas.microsoft.com/office/drawing/2014/main" id="{D303D2B4-2B09-4D50-BECB-9068ED55D8FB}"/>
              </a:ext>
            </a:extLst>
          </p:cNvPr>
          <p:cNvSpPr>
            <a:spLocks noGrp="1"/>
          </p:cNvSpPr>
          <p:nvPr/>
        </p:nvSpPr>
        <p:spPr>
          <a:xfrm>
            <a:off x="8253039" y="569640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1" name="A1_bar_Cryo_13914">
            <a:extLst>
              <a:ext uri="{FF2B5EF4-FFF2-40B4-BE49-F238E27FC236}">
                <a16:creationId xmlns:a16="http://schemas.microsoft.com/office/drawing/2014/main" id="{195D1B0C-00DA-4D59-813D-198920CD4B1A}"/>
              </a:ext>
            </a:extLst>
          </p:cNvPr>
          <p:cNvSpPr>
            <a:spLocks noGrp="1"/>
          </p:cNvSpPr>
          <p:nvPr/>
        </p:nvSpPr>
        <p:spPr>
          <a:xfrm>
            <a:off x="814314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2" name="A1_bar_Cryo_13915">
            <a:extLst>
              <a:ext uri="{FF2B5EF4-FFF2-40B4-BE49-F238E27FC236}">
                <a16:creationId xmlns:a16="http://schemas.microsoft.com/office/drawing/2014/main" id="{705937C5-9FDC-4176-82F3-FBACA30C4166}"/>
              </a:ext>
            </a:extLst>
          </p:cNvPr>
          <p:cNvSpPr>
            <a:spLocks noGrp="1"/>
          </p:cNvSpPr>
          <p:nvPr/>
        </p:nvSpPr>
        <p:spPr>
          <a:xfrm>
            <a:off x="808056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3" name="A1_bar_Cryo_13916">
            <a:extLst>
              <a:ext uri="{FF2B5EF4-FFF2-40B4-BE49-F238E27FC236}">
                <a16:creationId xmlns:a16="http://schemas.microsoft.com/office/drawing/2014/main" id="{855F92EE-9A88-4900-BF59-6718E9C1AC33}"/>
              </a:ext>
            </a:extLst>
          </p:cNvPr>
          <p:cNvSpPr>
            <a:spLocks noGrp="1"/>
          </p:cNvSpPr>
          <p:nvPr/>
        </p:nvSpPr>
        <p:spPr>
          <a:xfrm>
            <a:off x="8115972" y="600908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4" name="A1_bar_Cryo_13917">
            <a:extLst>
              <a:ext uri="{FF2B5EF4-FFF2-40B4-BE49-F238E27FC236}">
                <a16:creationId xmlns:a16="http://schemas.microsoft.com/office/drawing/2014/main" id="{3FCC91CD-5C00-4992-8B0F-DA76B0A7B115}"/>
              </a:ext>
            </a:extLst>
          </p:cNvPr>
          <p:cNvSpPr>
            <a:spLocks noGrp="1"/>
          </p:cNvSpPr>
          <p:nvPr/>
        </p:nvSpPr>
        <p:spPr>
          <a:xfrm>
            <a:off x="82048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5" name="A1_bar_Cryo_13918">
            <a:extLst>
              <a:ext uri="{FF2B5EF4-FFF2-40B4-BE49-F238E27FC236}">
                <a16:creationId xmlns:a16="http://schemas.microsoft.com/office/drawing/2014/main" id="{04780B25-9C8F-4F77-8222-781B42CD28F6}"/>
              </a:ext>
            </a:extLst>
          </p:cNvPr>
          <p:cNvSpPr>
            <a:spLocks noGrp="1"/>
          </p:cNvSpPr>
          <p:nvPr/>
        </p:nvSpPr>
        <p:spPr>
          <a:xfrm>
            <a:off x="8243569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6" name="A1_bar_Cryo_13919">
            <a:extLst>
              <a:ext uri="{FF2B5EF4-FFF2-40B4-BE49-F238E27FC236}">
                <a16:creationId xmlns:a16="http://schemas.microsoft.com/office/drawing/2014/main" id="{1073731A-2C9A-493A-BEAC-540A41C992CD}"/>
              </a:ext>
            </a:extLst>
          </p:cNvPr>
          <p:cNvSpPr>
            <a:spLocks noGrp="1"/>
          </p:cNvSpPr>
          <p:nvPr/>
        </p:nvSpPr>
        <p:spPr>
          <a:xfrm>
            <a:off x="8262211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7" name="A1_bar_Cryo_13920">
            <a:extLst>
              <a:ext uri="{FF2B5EF4-FFF2-40B4-BE49-F238E27FC236}">
                <a16:creationId xmlns:a16="http://schemas.microsoft.com/office/drawing/2014/main" id="{5EC452FF-312A-42B6-886F-B6869CFC599F}"/>
              </a:ext>
            </a:extLst>
          </p:cNvPr>
          <p:cNvSpPr>
            <a:spLocks noGrp="1"/>
          </p:cNvSpPr>
          <p:nvPr/>
        </p:nvSpPr>
        <p:spPr>
          <a:xfrm>
            <a:off x="820439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8" name="A1_bar_Cryo_13921">
            <a:extLst>
              <a:ext uri="{FF2B5EF4-FFF2-40B4-BE49-F238E27FC236}">
                <a16:creationId xmlns:a16="http://schemas.microsoft.com/office/drawing/2014/main" id="{A69871BC-AE1D-4370-947F-C390936A9A1B}"/>
              </a:ext>
            </a:extLst>
          </p:cNvPr>
          <p:cNvSpPr>
            <a:spLocks noGrp="1"/>
          </p:cNvSpPr>
          <p:nvPr/>
        </p:nvSpPr>
        <p:spPr>
          <a:xfrm>
            <a:off x="807469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699" name="A1_bar_Cryo_13922">
            <a:extLst>
              <a:ext uri="{FF2B5EF4-FFF2-40B4-BE49-F238E27FC236}">
                <a16:creationId xmlns:a16="http://schemas.microsoft.com/office/drawing/2014/main" id="{34F3E9B3-08FD-4A11-B817-A7BFA1F44CBB}"/>
              </a:ext>
            </a:extLst>
          </p:cNvPr>
          <p:cNvSpPr>
            <a:spLocks noGrp="1"/>
          </p:cNvSpPr>
          <p:nvPr/>
        </p:nvSpPr>
        <p:spPr>
          <a:xfrm>
            <a:off x="82065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0" name="A1_bar_Cryo_13923">
            <a:extLst>
              <a:ext uri="{FF2B5EF4-FFF2-40B4-BE49-F238E27FC236}">
                <a16:creationId xmlns:a16="http://schemas.microsoft.com/office/drawing/2014/main" id="{46A4128F-3C12-48A5-A94E-8B89463D34A1}"/>
              </a:ext>
            </a:extLst>
          </p:cNvPr>
          <p:cNvSpPr>
            <a:spLocks noGrp="1"/>
          </p:cNvSpPr>
          <p:nvPr/>
        </p:nvSpPr>
        <p:spPr>
          <a:xfrm>
            <a:off x="812397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1" name="A1_bar_Cryo_13924">
            <a:extLst>
              <a:ext uri="{FF2B5EF4-FFF2-40B4-BE49-F238E27FC236}">
                <a16:creationId xmlns:a16="http://schemas.microsoft.com/office/drawing/2014/main" id="{69CAF520-55F9-4762-A604-4EB60B4A57C3}"/>
              </a:ext>
            </a:extLst>
          </p:cNvPr>
          <p:cNvSpPr>
            <a:spLocks noGrp="1"/>
          </p:cNvSpPr>
          <p:nvPr/>
        </p:nvSpPr>
        <p:spPr>
          <a:xfrm>
            <a:off x="8251104" y="437335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2" name="A1_bar_Cryo_13925">
            <a:extLst>
              <a:ext uri="{FF2B5EF4-FFF2-40B4-BE49-F238E27FC236}">
                <a16:creationId xmlns:a16="http://schemas.microsoft.com/office/drawing/2014/main" id="{DE1877AA-AA94-4FD8-AF43-DB5B52D62039}"/>
              </a:ext>
            </a:extLst>
          </p:cNvPr>
          <p:cNvSpPr>
            <a:spLocks noGrp="1"/>
          </p:cNvSpPr>
          <p:nvPr/>
        </p:nvSpPr>
        <p:spPr>
          <a:xfrm>
            <a:off x="8257221" y="57481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3" name="A1_bar_Cryo_13926">
            <a:extLst>
              <a:ext uri="{FF2B5EF4-FFF2-40B4-BE49-F238E27FC236}">
                <a16:creationId xmlns:a16="http://schemas.microsoft.com/office/drawing/2014/main" id="{BEA4AE0A-ED17-4FCA-854C-25620268C8FF}"/>
              </a:ext>
            </a:extLst>
          </p:cNvPr>
          <p:cNvSpPr>
            <a:spLocks noGrp="1"/>
          </p:cNvSpPr>
          <p:nvPr/>
        </p:nvSpPr>
        <p:spPr>
          <a:xfrm>
            <a:off x="8224099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4" name="A1_bar_Cryo_13927">
            <a:extLst>
              <a:ext uri="{FF2B5EF4-FFF2-40B4-BE49-F238E27FC236}">
                <a16:creationId xmlns:a16="http://schemas.microsoft.com/office/drawing/2014/main" id="{32C87BE8-89B5-4359-8BBC-9C26B064CBD8}"/>
              </a:ext>
            </a:extLst>
          </p:cNvPr>
          <p:cNvSpPr>
            <a:spLocks noGrp="1"/>
          </p:cNvSpPr>
          <p:nvPr/>
        </p:nvSpPr>
        <p:spPr>
          <a:xfrm>
            <a:off x="827115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5" name="A1_bar_Cryo_13928">
            <a:extLst>
              <a:ext uri="{FF2B5EF4-FFF2-40B4-BE49-F238E27FC236}">
                <a16:creationId xmlns:a16="http://schemas.microsoft.com/office/drawing/2014/main" id="{BA16A9AD-1AC9-47D0-8F2B-51E9D0B6D90C}"/>
              </a:ext>
            </a:extLst>
          </p:cNvPr>
          <p:cNvSpPr>
            <a:spLocks noGrp="1"/>
          </p:cNvSpPr>
          <p:nvPr/>
        </p:nvSpPr>
        <p:spPr>
          <a:xfrm>
            <a:off x="8177981" y="380428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6" name="A1_bar_Cryo_13929">
            <a:extLst>
              <a:ext uri="{FF2B5EF4-FFF2-40B4-BE49-F238E27FC236}">
                <a16:creationId xmlns:a16="http://schemas.microsoft.com/office/drawing/2014/main" id="{3A6147F5-A6F8-4CF9-89AA-7AE5B0F8C465}"/>
              </a:ext>
            </a:extLst>
          </p:cNvPr>
          <p:cNvSpPr>
            <a:spLocks noGrp="1"/>
          </p:cNvSpPr>
          <p:nvPr/>
        </p:nvSpPr>
        <p:spPr>
          <a:xfrm>
            <a:off x="821444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7" name="A1_bar_Cryo_13930">
            <a:extLst>
              <a:ext uri="{FF2B5EF4-FFF2-40B4-BE49-F238E27FC236}">
                <a16:creationId xmlns:a16="http://schemas.microsoft.com/office/drawing/2014/main" id="{8BFF1A67-A184-49BE-A03C-58F5BDE58E62}"/>
              </a:ext>
            </a:extLst>
          </p:cNvPr>
          <p:cNvSpPr>
            <a:spLocks noGrp="1"/>
          </p:cNvSpPr>
          <p:nvPr/>
        </p:nvSpPr>
        <p:spPr>
          <a:xfrm>
            <a:off x="826862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8" name="A1_bar_Cryo_13931">
            <a:extLst>
              <a:ext uri="{FF2B5EF4-FFF2-40B4-BE49-F238E27FC236}">
                <a16:creationId xmlns:a16="http://schemas.microsoft.com/office/drawing/2014/main" id="{49B45553-DF8E-4E5E-96BF-CE85586B9C29}"/>
              </a:ext>
            </a:extLst>
          </p:cNvPr>
          <p:cNvSpPr>
            <a:spLocks noGrp="1"/>
          </p:cNvSpPr>
          <p:nvPr/>
        </p:nvSpPr>
        <p:spPr>
          <a:xfrm>
            <a:off x="8175343" y="5442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09" name="A1_bar_Cryo_13932">
            <a:extLst>
              <a:ext uri="{FF2B5EF4-FFF2-40B4-BE49-F238E27FC236}">
                <a16:creationId xmlns:a16="http://schemas.microsoft.com/office/drawing/2014/main" id="{21E8D419-A8E8-41C5-B00F-A782F4E41681}"/>
              </a:ext>
            </a:extLst>
          </p:cNvPr>
          <p:cNvSpPr>
            <a:spLocks noGrp="1"/>
          </p:cNvSpPr>
          <p:nvPr/>
        </p:nvSpPr>
        <p:spPr>
          <a:xfrm>
            <a:off x="818100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0" name="A1_bar_Cryo_13933">
            <a:extLst>
              <a:ext uri="{FF2B5EF4-FFF2-40B4-BE49-F238E27FC236}">
                <a16:creationId xmlns:a16="http://schemas.microsoft.com/office/drawing/2014/main" id="{239E1F43-EDAA-4707-9799-5A04D679E564}"/>
              </a:ext>
            </a:extLst>
          </p:cNvPr>
          <p:cNvSpPr>
            <a:spLocks noGrp="1"/>
          </p:cNvSpPr>
          <p:nvPr/>
        </p:nvSpPr>
        <p:spPr>
          <a:xfrm>
            <a:off x="830466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1" name="A1_bar_Cryo_13934">
            <a:extLst>
              <a:ext uri="{FF2B5EF4-FFF2-40B4-BE49-F238E27FC236}">
                <a16:creationId xmlns:a16="http://schemas.microsoft.com/office/drawing/2014/main" id="{47D05511-C1E7-4153-9482-6FB584AC24A4}"/>
              </a:ext>
            </a:extLst>
          </p:cNvPr>
          <p:cNvSpPr>
            <a:spLocks noGrp="1"/>
          </p:cNvSpPr>
          <p:nvPr/>
        </p:nvSpPr>
        <p:spPr>
          <a:xfrm>
            <a:off x="8223466" y="373731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2" name="A1_bar_Cryo_13935">
            <a:extLst>
              <a:ext uri="{FF2B5EF4-FFF2-40B4-BE49-F238E27FC236}">
                <a16:creationId xmlns:a16="http://schemas.microsoft.com/office/drawing/2014/main" id="{9FA98BBE-4802-43FE-A66F-94C6D2B4528C}"/>
              </a:ext>
            </a:extLst>
          </p:cNvPr>
          <p:cNvSpPr>
            <a:spLocks noGrp="1"/>
          </p:cNvSpPr>
          <p:nvPr/>
        </p:nvSpPr>
        <p:spPr>
          <a:xfrm>
            <a:off x="8084425" y="605851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3" name="A1_bar_Cryo_13936">
            <a:extLst>
              <a:ext uri="{FF2B5EF4-FFF2-40B4-BE49-F238E27FC236}">
                <a16:creationId xmlns:a16="http://schemas.microsoft.com/office/drawing/2014/main" id="{1CAF900E-5D90-4F97-8AAA-4D67118C6BF8}"/>
              </a:ext>
            </a:extLst>
          </p:cNvPr>
          <p:cNvSpPr>
            <a:spLocks noGrp="1"/>
          </p:cNvSpPr>
          <p:nvPr/>
        </p:nvSpPr>
        <p:spPr>
          <a:xfrm>
            <a:off x="808321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4" name="A1_bar_Cryo_13937">
            <a:extLst>
              <a:ext uri="{FF2B5EF4-FFF2-40B4-BE49-F238E27FC236}">
                <a16:creationId xmlns:a16="http://schemas.microsoft.com/office/drawing/2014/main" id="{76302962-BBD2-49CD-A05E-7A08E3E2A192}"/>
              </a:ext>
            </a:extLst>
          </p:cNvPr>
          <p:cNvSpPr>
            <a:spLocks noGrp="1"/>
          </p:cNvSpPr>
          <p:nvPr/>
        </p:nvSpPr>
        <p:spPr>
          <a:xfrm>
            <a:off x="8075715" y="402702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5" name="A1_bar_Cryo_13938">
            <a:extLst>
              <a:ext uri="{FF2B5EF4-FFF2-40B4-BE49-F238E27FC236}">
                <a16:creationId xmlns:a16="http://schemas.microsoft.com/office/drawing/2014/main" id="{8775E0BC-E083-4763-A81E-6ADDD501056D}"/>
              </a:ext>
            </a:extLst>
          </p:cNvPr>
          <p:cNvSpPr>
            <a:spLocks noGrp="1"/>
          </p:cNvSpPr>
          <p:nvPr/>
        </p:nvSpPr>
        <p:spPr>
          <a:xfrm>
            <a:off x="8104872" y="592192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6" name="A1_bar_Cryo_13939">
            <a:extLst>
              <a:ext uri="{FF2B5EF4-FFF2-40B4-BE49-F238E27FC236}">
                <a16:creationId xmlns:a16="http://schemas.microsoft.com/office/drawing/2014/main" id="{AEED8B6D-6CD3-4000-9276-B1E1DC3953A0}"/>
              </a:ext>
            </a:extLst>
          </p:cNvPr>
          <p:cNvSpPr>
            <a:spLocks noGrp="1"/>
          </p:cNvSpPr>
          <p:nvPr/>
        </p:nvSpPr>
        <p:spPr>
          <a:xfrm>
            <a:off x="8205794" y="459910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7" name="A1_bar_Cryo_13940">
            <a:extLst>
              <a:ext uri="{FF2B5EF4-FFF2-40B4-BE49-F238E27FC236}">
                <a16:creationId xmlns:a16="http://schemas.microsoft.com/office/drawing/2014/main" id="{6E2729C8-AE66-4EF1-A951-660256992D5A}"/>
              </a:ext>
            </a:extLst>
          </p:cNvPr>
          <p:cNvSpPr>
            <a:spLocks noGrp="1"/>
          </p:cNvSpPr>
          <p:nvPr/>
        </p:nvSpPr>
        <p:spPr>
          <a:xfrm>
            <a:off x="8273357" y="60104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8" name="A1_bar_Cryo_13941">
            <a:extLst>
              <a:ext uri="{FF2B5EF4-FFF2-40B4-BE49-F238E27FC236}">
                <a16:creationId xmlns:a16="http://schemas.microsoft.com/office/drawing/2014/main" id="{E3E1A9C8-3FB1-41F8-B26A-62AC3509BD9E}"/>
              </a:ext>
            </a:extLst>
          </p:cNvPr>
          <p:cNvSpPr>
            <a:spLocks noGrp="1"/>
          </p:cNvSpPr>
          <p:nvPr/>
        </p:nvSpPr>
        <p:spPr>
          <a:xfrm>
            <a:off x="8154530" y="587304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19" name="A1_bar_Cryo_13942">
            <a:extLst>
              <a:ext uri="{FF2B5EF4-FFF2-40B4-BE49-F238E27FC236}">
                <a16:creationId xmlns:a16="http://schemas.microsoft.com/office/drawing/2014/main" id="{4D3FD531-A4F5-48F8-A17B-8420C52E421C}"/>
              </a:ext>
            </a:extLst>
          </p:cNvPr>
          <p:cNvSpPr>
            <a:spLocks noGrp="1"/>
          </p:cNvSpPr>
          <p:nvPr/>
        </p:nvSpPr>
        <p:spPr>
          <a:xfrm>
            <a:off x="829055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0" name="A1_bar_Cryo_13943">
            <a:extLst>
              <a:ext uri="{FF2B5EF4-FFF2-40B4-BE49-F238E27FC236}">
                <a16:creationId xmlns:a16="http://schemas.microsoft.com/office/drawing/2014/main" id="{ACB4FB04-E507-4CA8-B9BD-C6A69F12389C}"/>
              </a:ext>
            </a:extLst>
          </p:cNvPr>
          <p:cNvSpPr>
            <a:spLocks noGrp="1"/>
          </p:cNvSpPr>
          <p:nvPr/>
        </p:nvSpPr>
        <p:spPr>
          <a:xfrm>
            <a:off x="8232013" y="605358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1" name="A1_bar_Cryo_13944">
            <a:extLst>
              <a:ext uri="{FF2B5EF4-FFF2-40B4-BE49-F238E27FC236}">
                <a16:creationId xmlns:a16="http://schemas.microsoft.com/office/drawing/2014/main" id="{52A3B2F2-42CE-4B13-91D9-6495D3A54F8C}"/>
              </a:ext>
            </a:extLst>
          </p:cNvPr>
          <p:cNvSpPr>
            <a:spLocks noGrp="1"/>
          </p:cNvSpPr>
          <p:nvPr/>
        </p:nvSpPr>
        <p:spPr>
          <a:xfrm>
            <a:off x="8206750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2" name="A1_bar_Cryo_13945">
            <a:extLst>
              <a:ext uri="{FF2B5EF4-FFF2-40B4-BE49-F238E27FC236}">
                <a16:creationId xmlns:a16="http://schemas.microsoft.com/office/drawing/2014/main" id="{33554880-18BE-4A50-8D01-DD750D75240B}"/>
              </a:ext>
            </a:extLst>
          </p:cNvPr>
          <p:cNvSpPr>
            <a:spLocks noGrp="1"/>
          </p:cNvSpPr>
          <p:nvPr/>
        </p:nvSpPr>
        <p:spPr>
          <a:xfrm>
            <a:off x="8215657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3" name="A1_bar_Cryo_13946">
            <a:extLst>
              <a:ext uri="{FF2B5EF4-FFF2-40B4-BE49-F238E27FC236}">
                <a16:creationId xmlns:a16="http://schemas.microsoft.com/office/drawing/2014/main" id="{C419B738-D275-4020-8711-0A11077690F8}"/>
              </a:ext>
            </a:extLst>
          </p:cNvPr>
          <p:cNvSpPr>
            <a:spLocks noGrp="1"/>
          </p:cNvSpPr>
          <p:nvPr/>
        </p:nvSpPr>
        <p:spPr>
          <a:xfrm>
            <a:off x="829824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4" name="A1_bar_Cryo_13947">
            <a:extLst>
              <a:ext uri="{FF2B5EF4-FFF2-40B4-BE49-F238E27FC236}">
                <a16:creationId xmlns:a16="http://schemas.microsoft.com/office/drawing/2014/main" id="{D5FBF90D-D12F-4F98-9F41-87A8B67D8285}"/>
              </a:ext>
            </a:extLst>
          </p:cNvPr>
          <p:cNvSpPr>
            <a:spLocks noGrp="1"/>
          </p:cNvSpPr>
          <p:nvPr/>
        </p:nvSpPr>
        <p:spPr>
          <a:xfrm>
            <a:off x="814374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5" name="A1_bar_Cryo_13948">
            <a:extLst>
              <a:ext uri="{FF2B5EF4-FFF2-40B4-BE49-F238E27FC236}">
                <a16:creationId xmlns:a16="http://schemas.microsoft.com/office/drawing/2014/main" id="{B88F356C-7DF5-4C66-A575-80E35C90BAA5}"/>
              </a:ext>
            </a:extLst>
          </p:cNvPr>
          <p:cNvSpPr>
            <a:spLocks noGrp="1"/>
          </p:cNvSpPr>
          <p:nvPr/>
        </p:nvSpPr>
        <p:spPr>
          <a:xfrm>
            <a:off x="823257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6" name="A1_bar_Cryo_13949">
            <a:extLst>
              <a:ext uri="{FF2B5EF4-FFF2-40B4-BE49-F238E27FC236}">
                <a16:creationId xmlns:a16="http://schemas.microsoft.com/office/drawing/2014/main" id="{56A691F8-89D2-4803-BD96-DD3E50E80CA1}"/>
              </a:ext>
            </a:extLst>
          </p:cNvPr>
          <p:cNvSpPr>
            <a:spLocks noGrp="1"/>
          </p:cNvSpPr>
          <p:nvPr/>
        </p:nvSpPr>
        <p:spPr>
          <a:xfrm>
            <a:off x="820555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7" name="A1_bar_Cryo_13950">
            <a:extLst>
              <a:ext uri="{FF2B5EF4-FFF2-40B4-BE49-F238E27FC236}">
                <a16:creationId xmlns:a16="http://schemas.microsoft.com/office/drawing/2014/main" id="{0E0F169A-F7FE-4069-B493-9FAAEBF94D0C}"/>
              </a:ext>
            </a:extLst>
          </p:cNvPr>
          <p:cNvSpPr>
            <a:spLocks noGrp="1"/>
          </p:cNvSpPr>
          <p:nvPr/>
        </p:nvSpPr>
        <p:spPr>
          <a:xfrm>
            <a:off x="8148431" y="552515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8" name="A1_bar_Cryo_13951">
            <a:extLst>
              <a:ext uri="{FF2B5EF4-FFF2-40B4-BE49-F238E27FC236}">
                <a16:creationId xmlns:a16="http://schemas.microsoft.com/office/drawing/2014/main" id="{409306B3-152C-4B98-A5C1-E115697F0966}"/>
              </a:ext>
            </a:extLst>
          </p:cNvPr>
          <p:cNvSpPr>
            <a:spLocks noGrp="1"/>
          </p:cNvSpPr>
          <p:nvPr/>
        </p:nvSpPr>
        <p:spPr>
          <a:xfrm>
            <a:off x="8143223" y="569231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29" name="A1_bar_Cryo_13952">
            <a:extLst>
              <a:ext uri="{FF2B5EF4-FFF2-40B4-BE49-F238E27FC236}">
                <a16:creationId xmlns:a16="http://schemas.microsoft.com/office/drawing/2014/main" id="{66CD904E-74F4-4AD8-B625-95BA43DDA631}"/>
              </a:ext>
            </a:extLst>
          </p:cNvPr>
          <p:cNvSpPr>
            <a:spLocks noGrp="1"/>
          </p:cNvSpPr>
          <p:nvPr/>
        </p:nvSpPr>
        <p:spPr>
          <a:xfrm>
            <a:off x="815703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0" name="A1_bar_Cryo_13953">
            <a:extLst>
              <a:ext uri="{FF2B5EF4-FFF2-40B4-BE49-F238E27FC236}">
                <a16:creationId xmlns:a16="http://schemas.microsoft.com/office/drawing/2014/main" id="{6CE2925B-8108-4C63-8071-90754AF4C978}"/>
              </a:ext>
            </a:extLst>
          </p:cNvPr>
          <p:cNvSpPr>
            <a:spLocks noGrp="1"/>
          </p:cNvSpPr>
          <p:nvPr/>
        </p:nvSpPr>
        <p:spPr>
          <a:xfrm>
            <a:off x="8274272" y="466736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1" name="A1_bar_Cryo_13954">
            <a:extLst>
              <a:ext uri="{FF2B5EF4-FFF2-40B4-BE49-F238E27FC236}">
                <a16:creationId xmlns:a16="http://schemas.microsoft.com/office/drawing/2014/main" id="{0138D142-0551-4873-AAC6-E4460B11AA3A}"/>
              </a:ext>
            </a:extLst>
          </p:cNvPr>
          <p:cNvSpPr>
            <a:spLocks noGrp="1"/>
          </p:cNvSpPr>
          <p:nvPr/>
        </p:nvSpPr>
        <p:spPr>
          <a:xfrm>
            <a:off x="8268190" y="491958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2" name="A1_bar_Cryo_13955">
            <a:extLst>
              <a:ext uri="{FF2B5EF4-FFF2-40B4-BE49-F238E27FC236}">
                <a16:creationId xmlns:a16="http://schemas.microsoft.com/office/drawing/2014/main" id="{8AEC26D5-2318-4916-B4EB-48AAD0436699}"/>
              </a:ext>
            </a:extLst>
          </p:cNvPr>
          <p:cNvSpPr>
            <a:spLocks noGrp="1"/>
          </p:cNvSpPr>
          <p:nvPr/>
        </p:nvSpPr>
        <p:spPr>
          <a:xfrm>
            <a:off x="807936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3" name="A1_bar_Cryo_13956">
            <a:extLst>
              <a:ext uri="{FF2B5EF4-FFF2-40B4-BE49-F238E27FC236}">
                <a16:creationId xmlns:a16="http://schemas.microsoft.com/office/drawing/2014/main" id="{76131683-213D-42E0-B61A-54AFB15DCC2A}"/>
              </a:ext>
            </a:extLst>
          </p:cNvPr>
          <p:cNvSpPr>
            <a:spLocks noGrp="1"/>
          </p:cNvSpPr>
          <p:nvPr/>
        </p:nvSpPr>
        <p:spPr>
          <a:xfrm>
            <a:off x="8087095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4" name="A1_bar_Cryo_13957">
            <a:extLst>
              <a:ext uri="{FF2B5EF4-FFF2-40B4-BE49-F238E27FC236}">
                <a16:creationId xmlns:a16="http://schemas.microsoft.com/office/drawing/2014/main" id="{DAAC9B7D-DC50-436B-9888-50A600D3AE11}"/>
              </a:ext>
            </a:extLst>
          </p:cNvPr>
          <p:cNvSpPr>
            <a:spLocks noGrp="1"/>
          </p:cNvSpPr>
          <p:nvPr/>
        </p:nvSpPr>
        <p:spPr>
          <a:xfrm>
            <a:off x="824622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5" name="A1_bar_Cryo_13958">
            <a:extLst>
              <a:ext uri="{FF2B5EF4-FFF2-40B4-BE49-F238E27FC236}">
                <a16:creationId xmlns:a16="http://schemas.microsoft.com/office/drawing/2014/main" id="{2DEA71E1-9AA3-461D-81CD-A2909EED85F1}"/>
              </a:ext>
            </a:extLst>
          </p:cNvPr>
          <p:cNvSpPr>
            <a:spLocks noGrp="1"/>
          </p:cNvSpPr>
          <p:nvPr/>
        </p:nvSpPr>
        <p:spPr>
          <a:xfrm>
            <a:off x="8246543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6" name="A1_bar_Cryo_13959">
            <a:extLst>
              <a:ext uri="{FF2B5EF4-FFF2-40B4-BE49-F238E27FC236}">
                <a16:creationId xmlns:a16="http://schemas.microsoft.com/office/drawing/2014/main" id="{2E0ABBC0-D2AA-4967-ABC5-D82FD5890373}"/>
              </a:ext>
            </a:extLst>
          </p:cNvPr>
          <p:cNvSpPr>
            <a:spLocks noGrp="1"/>
          </p:cNvSpPr>
          <p:nvPr/>
        </p:nvSpPr>
        <p:spPr>
          <a:xfrm>
            <a:off x="830302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7" name="A1_bar_Cryo_13960">
            <a:extLst>
              <a:ext uri="{FF2B5EF4-FFF2-40B4-BE49-F238E27FC236}">
                <a16:creationId xmlns:a16="http://schemas.microsoft.com/office/drawing/2014/main" id="{35AB807A-1792-4C4D-8251-064A1A723A6A}"/>
              </a:ext>
            </a:extLst>
          </p:cNvPr>
          <p:cNvSpPr>
            <a:spLocks noGrp="1"/>
          </p:cNvSpPr>
          <p:nvPr/>
        </p:nvSpPr>
        <p:spPr>
          <a:xfrm>
            <a:off x="8172591" y="60575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8" name="A1_bar_Cryo_13961">
            <a:extLst>
              <a:ext uri="{FF2B5EF4-FFF2-40B4-BE49-F238E27FC236}">
                <a16:creationId xmlns:a16="http://schemas.microsoft.com/office/drawing/2014/main" id="{EBE7B126-6990-4BC3-9071-93A0CCF0F0E8}"/>
              </a:ext>
            </a:extLst>
          </p:cNvPr>
          <p:cNvSpPr>
            <a:spLocks noGrp="1"/>
          </p:cNvSpPr>
          <p:nvPr/>
        </p:nvSpPr>
        <p:spPr>
          <a:xfrm>
            <a:off x="806994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39" name="A1_bar_Cryo_13962">
            <a:extLst>
              <a:ext uri="{FF2B5EF4-FFF2-40B4-BE49-F238E27FC236}">
                <a16:creationId xmlns:a16="http://schemas.microsoft.com/office/drawing/2014/main" id="{6E9B7D89-6049-4ADB-88AE-83230F52E75C}"/>
              </a:ext>
            </a:extLst>
          </p:cNvPr>
          <p:cNvSpPr>
            <a:spLocks noGrp="1"/>
          </p:cNvSpPr>
          <p:nvPr/>
        </p:nvSpPr>
        <p:spPr>
          <a:xfrm>
            <a:off x="8203175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0" name="A1_bar_Cryo_13963">
            <a:extLst>
              <a:ext uri="{FF2B5EF4-FFF2-40B4-BE49-F238E27FC236}">
                <a16:creationId xmlns:a16="http://schemas.microsoft.com/office/drawing/2014/main" id="{A8F392F8-7FC7-48E9-AFB8-F2D5FBD02C9A}"/>
              </a:ext>
            </a:extLst>
          </p:cNvPr>
          <p:cNvSpPr>
            <a:spLocks noGrp="1"/>
          </p:cNvSpPr>
          <p:nvPr/>
        </p:nvSpPr>
        <p:spPr>
          <a:xfrm>
            <a:off x="808949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1" name="A1_bar_Cryo_13964">
            <a:extLst>
              <a:ext uri="{FF2B5EF4-FFF2-40B4-BE49-F238E27FC236}">
                <a16:creationId xmlns:a16="http://schemas.microsoft.com/office/drawing/2014/main" id="{D0F8ED89-A41A-4A84-8380-B397AE6626CB}"/>
              </a:ext>
            </a:extLst>
          </p:cNvPr>
          <p:cNvSpPr>
            <a:spLocks noGrp="1"/>
          </p:cNvSpPr>
          <p:nvPr/>
        </p:nvSpPr>
        <p:spPr>
          <a:xfrm>
            <a:off x="8083310" y="364988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2" name="A1_bar_Cryo_13965">
            <a:extLst>
              <a:ext uri="{FF2B5EF4-FFF2-40B4-BE49-F238E27FC236}">
                <a16:creationId xmlns:a16="http://schemas.microsoft.com/office/drawing/2014/main" id="{C7F09EBE-C40B-4D68-99E0-375DFAB7B10E}"/>
              </a:ext>
            </a:extLst>
          </p:cNvPr>
          <p:cNvSpPr>
            <a:spLocks noGrp="1"/>
          </p:cNvSpPr>
          <p:nvPr/>
        </p:nvSpPr>
        <p:spPr>
          <a:xfrm>
            <a:off x="808797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3" name="A1_bar_Cryo_13966">
            <a:extLst>
              <a:ext uri="{FF2B5EF4-FFF2-40B4-BE49-F238E27FC236}">
                <a16:creationId xmlns:a16="http://schemas.microsoft.com/office/drawing/2014/main" id="{A3941ECF-B647-4095-90BC-30627DC9B90A}"/>
              </a:ext>
            </a:extLst>
          </p:cNvPr>
          <p:cNvSpPr>
            <a:spLocks noGrp="1"/>
          </p:cNvSpPr>
          <p:nvPr/>
        </p:nvSpPr>
        <p:spPr>
          <a:xfrm>
            <a:off x="8239044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4" name="A1_bar_Cryo_13967">
            <a:extLst>
              <a:ext uri="{FF2B5EF4-FFF2-40B4-BE49-F238E27FC236}">
                <a16:creationId xmlns:a16="http://schemas.microsoft.com/office/drawing/2014/main" id="{8202BF8E-AAF2-4765-B192-404003E8B9DC}"/>
              </a:ext>
            </a:extLst>
          </p:cNvPr>
          <p:cNvSpPr>
            <a:spLocks noGrp="1"/>
          </p:cNvSpPr>
          <p:nvPr/>
        </p:nvSpPr>
        <p:spPr>
          <a:xfrm>
            <a:off x="8245443" y="54234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5" name="A1_bar_Cryo_13968">
            <a:extLst>
              <a:ext uri="{FF2B5EF4-FFF2-40B4-BE49-F238E27FC236}">
                <a16:creationId xmlns:a16="http://schemas.microsoft.com/office/drawing/2014/main" id="{7F689D1A-C9EC-4234-8199-0D8E114DCAA7}"/>
              </a:ext>
            </a:extLst>
          </p:cNvPr>
          <p:cNvSpPr>
            <a:spLocks noGrp="1"/>
          </p:cNvSpPr>
          <p:nvPr/>
        </p:nvSpPr>
        <p:spPr>
          <a:xfrm>
            <a:off x="8092571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6" name="A1_bar_Cryo_13969">
            <a:extLst>
              <a:ext uri="{FF2B5EF4-FFF2-40B4-BE49-F238E27FC236}">
                <a16:creationId xmlns:a16="http://schemas.microsoft.com/office/drawing/2014/main" id="{B675E74D-2482-4C94-B729-CA6EDF42C286}"/>
              </a:ext>
            </a:extLst>
          </p:cNvPr>
          <p:cNvSpPr>
            <a:spLocks noGrp="1"/>
          </p:cNvSpPr>
          <p:nvPr/>
        </p:nvSpPr>
        <p:spPr>
          <a:xfrm>
            <a:off x="826632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7" name="A1_bar_Cryo_13970">
            <a:extLst>
              <a:ext uri="{FF2B5EF4-FFF2-40B4-BE49-F238E27FC236}">
                <a16:creationId xmlns:a16="http://schemas.microsoft.com/office/drawing/2014/main" id="{5172B1BE-7DC0-4BC3-AD27-04D57D1FEA2B}"/>
              </a:ext>
            </a:extLst>
          </p:cNvPr>
          <p:cNvSpPr>
            <a:spLocks noGrp="1"/>
          </p:cNvSpPr>
          <p:nvPr/>
        </p:nvSpPr>
        <p:spPr>
          <a:xfrm>
            <a:off x="8153483" y="595864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8" name="A1_bar_Cryo_13971">
            <a:extLst>
              <a:ext uri="{FF2B5EF4-FFF2-40B4-BE49-F238E27FC236}">
                <a16:creationId xmlns:a16="http://schemas.microsoft.com/office/drawing/2014/main" id="{61B93015-E98A-4A11-8977-C3DA4BDA6CAE}"/>
              </a:ext>
            </a:extLst>
          </p:cNvPr>
          <p:cNvSpPr>
            <a:spLocks noGrp="1"/>
          </p:cNvSpPr>
          <p:nvPr/>
        </p:nvSpPr>
        <p:spPr>
          <a:xfrm>
            <a:off x="8075503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49" name="A1_bar_Cryo_13972">
            <a:extLst>
              <a:ext uri="{FF2B5EF4-FFF2-40B4-BE49-F238E27FC236}">
                <a16:creationId xmlns:a16="http://schemas.microsoft.com/office/drawing/2014/main" id="{7081200C-365C-4018-AE73-F247619E2998}"/>
              </a:ext>
            </a:extLst>
          </p:cNvPr>
          <p:cNvSpPr>
            <a:spLocks noGrp="1"/>
          </p:cNvSpPr>
          <p:nvPr/>
        </p:nvSpPr>
        <p:spPr>
          <a:xfrm>
            <a:off x="8146922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0" name="A1_bar_Cryo_13973">
            <a:extLst>
              <a:ext uri="{FF2B5EF4-FFF2-40B4-BE49-F238E27FC236}">
                <a16:creationId xmlns:a16="http://schemas.microsoft.com/office/drawing/2014/main" id="{50582B55-D580-4132-ACAE-E34172D77FCC}"/>
              </a:ext>
            </a:extLst>
          </p:cNvPr>
          <p:cNvSpPr>
            <a:spLocks noGrp="1"/>
          </p:cNvSpPr>
          <p:nvPr/>
        </p:nvSpPr>
        <p:spPr>
          <a:xfrm>
            <a:off x="821700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1" name="A1_bar_Cryo_13974">
            <a:extLst>
              <a:ext uri="{FF2B5EF4-FFF2-40B4-BE49-F238E27FC236}">
                <a16:creationId xmlns:a16="http://schemas.microsoft.com/office/drawing/2014/main" id="{52914A53-98E8-457A-8E4A-3E3C00BEA26A}"/>
              </a:ext>
            </a:extLst>
          </p:cNvPr>
          <p:cNvSpPr>
            <a:spLocks noGrp="1"/>
          </p:cNvSpPr>
          <p:nvPr/>
        </p:nvSpPr>
        <p:spPr>
          <a:xfrm>
            <a:off x="811118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2" name="A1_bar_Cryo_13975">
            <a:extLst>
              <a:ext uri="{FF2B5EF4-FFF2-40B4-BE49-F238E27FC236}">
                <a16:creationId xmlns:a16="http://schemas.microsoft.com/office/drawing/2014/main" id="{6145BD30-3F01-451F-B04C-D95291069DFE}"/>
              </a:ext>
            </a:extLst>
          </p:cNvPr>
          <p:cNvSpPr>
            <a:spLocks noGrp="1"/>
          </p:cNvSpPr>
          <p:nvPr/>
        </p:nvSpPr>
        <p:spPr>
          <a:xfrm>
            <a:off x="823202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3" name="A1_bar_Cryo_13976">
            <a:extLst>
              <a:ext uri="{FF2B5EF4-FFF2-40B4-BE49-F238E27FC236}">
                <a16:creationId xmlns:a16="http://schemas.microsoft.com/office/drawing/2014/main" id="{C74830CA-1C4B-4BF3-8EA0-CDAB41D0C1ED}"/>
              </a:ext>
            </a:extLst>
          </p:cNvPr>
          <p:cNvSpPr>
            <a:spLocks noGrp="1"/>
          </p:cNvSpPr>
          <p:nvPr/>
        </p:nvSpPr>
        <p:spPr>
          <a:xfrm>
            <a:off x="8110407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4" name="A1_bar_Cryo_13977">
            <a:extLst>
              <a:ext uri="{FF2B5EF4-FFF2-40B4-BE49-F238E27FC236}">
                <a16:creationId xmlns:a16="http://schemas.microsoft.com/office/drawing/2014/main" id="{B3D06EFF-9E2C-4993-80CF-F320E7E0492F}"/>
              </a:ext>
            </a:extLst>
          </p:cNvPr>
          <p:cNvSpPr>
            <a:spLocks noGrp="1"/>
          </p:cNvSpPr>
          <p:nvPr/>
        </p:nvSpPr>
        <p:spPr>
          <a:xfrm>
            <a:off x="827520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5" name="A1_bar_Cryo_13978">
            <a:extLst>
              <a:ext uri="{FF2B5EF4-FFF2-40B4-BE49-F238E27FC236}">
                <a16:creationId xmlns:a16="http://schemas.microsoft.com/office/drawing/2014/main" id="{5315E091-157A-4B35-9200-DA9B89157FFE}"/>
              </a:ext>
            </a:extLst>
          </p:cNvPr>
          <p:cNvSpPr>
            <a:spLocks noGrp="1"/>
          </p:cNvSpPr>
          <p:nvPr/>
        </p:nvSpPr>
        <p:spPr>
          <a:xfrm>
            <a:off x="8198384" y="321274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6" name="A1_bar_Cryo_13979">
            <a:extLst>
              <a:ext uri="{FF2B5EF4-FFF2-40B4-BE49-F238E27FC236}">
                <a16:creationId xmlns:a16="http://schemas.microsoft.com/office/drawing/2014/main" id="{AFC2C614-0367-4193-8BE7-A097E178A910}"/>
              </a:ext>
            </a:extLst>
          </p:cNvPr>
          <p:cNvSpPr>
            <a:spLocks noGrp="1"/>
          </p:cNvSpPr>
          <p:nvPr/>
        </p:nvSpPr>
        <p:spPr>
          <a:xfrm>
            <a:off x="816930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7" name="A1_bar_Cryo_13980">
            <a:extLst>
              <a:ext uri="{FF2B5EF4-FFF2-40B4-BE49-F238E27FC236}">
                <a16:creationId xmlns:a16="http://schemas.microsoft.com/office/drawing/2014/main" id="{86CBDD3E-B731-4027-B1CD-391BCFCFAD2A}"/>
              </a:ext>
            </a:extLst>
          </p:cNvPr>
          <p:cNvSpPr>
            <a:spLocks noGrp="1"/>
          </p:cNvSpPr>
          <p:nvPr/>
        </p:nvSpPr>
        <p:spPr>
          <a:xfrm>
            <a:off x="8298078" y="532849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8" name="A1_bar_Cryo_13981">
            <a:extLst>
              <a:ext uri="{FF2B5EF4-FFF2-40B4-BE49-F238E27FC236}">
                <a16:creationId xmlns:a16="http://schemas.microsoft.com/office/drawing/2014/main" id="{FA46F4DB-1472-4989-8DA2-640647E24946}"/>
              </a:ext>
            </a:extLst>
          </p:cNvPr>
          <p:cNvSpPr>
            <a:spLocks noGrp="1"/>
          </p:cNvSpPr>
          <p:nvPr/>
        </p:nvSpPr>
        <p:spPr>
          <a:xfrm>
            <a:off x="808454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59" name="A1_bar_Cryo_13982">
            <a:extLst>
              <a:ext uri="{FF2B5EF4-FFF2-40B4-BE49-F238E27FC236}">
                <a16:creationId xmlns:a16="http://schemas.microsoft.com/office/drawing/2014/main" id="{2AFAE51B-3B01-4471-916A-1FB44B572816}"/>
              </a:ext>
            </a:extLst>
          </p:cNvPr>
          <p:cNvSpPr>
            <a:spLocks noGrp="1"/>
          </p:cNvSpPr>
          <p:nvPr/>
        </p:nvSpPr>
        <p:spPr>
          <a:xfrm>
            <a:off x="820728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0" name="A1_bar_Cryo_13983">
            <a:extLst>
              <a:ext uri="{FF2B5EF4-FFF2-40B4-BE49-F238E27FC236}">
                <a16:creationId xmlns:a16="http://schemas.microsoft.com/office/drawing/2014/main" id="{5032FC81-C54C-4495-8AD3-6B212970409E}"/>
              </a:ext>
            </a:extLst>
          </p:cNvPr>
          <p:cNvSpPr>
            <a:spLocks noGrp="1"/>
          </p:cNvSpPr>
          <p:nvPr/>
        </p:nvSpPr>
        <p:spPr>
          <a:xfrm>
            <a:off x="8216377" y="564823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1" name="A1_bar_Cryo_13984">
            <a:extLst>
              <a:ext uri="{FF2B5EF4-FFF2-40B4-BE49-F238E27FC236}">
                <a16:creationId xmlns:a16="http://schemas.microsoft.com/office/drawing/2014/main" id="{1B63D242-EF44-4583-87B3-2E3960AD035D}"/>
              </a:ext>
            </a:extLst>
          </p:cNvPr>
          <p:cNvSpPr>
            <a:spLocks noGrp="1"/>
          </p:cNvSpPr>
          <p:nvPr/>
        </p:nvSpPr>
        <p:spPr>
          <a:xfrm>
            <a:off x="8147499" y="561368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2" name="A1_bar_Cryo_13985">
            <a:extLst>
              <a:ext uri="{FF2B5EF4-FFF2-40B4-BE49-F238E27FC236}">
                <a16:creationId xmlns:a16="http://schemas.microsoft.com/office/drawing/2014/main" id="{E75788DB-ADAF-4277-A1B3-490B8F28BD6C}"/>
              </a:ext>
            </a:extLst>
          </p:cNvPr>
          <p:cNvSpPr>
            <a:spLocks noGrp="1"/>
          </p:cNvSpPr>
          <p:nvPr/>
        </p:nvSpPr>
        <p:spPr>
          <a:xfrm>
            <a:off x="8291495" y="46815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3" name="A1_bar_Cryo_13986">
            <a:extLst>
              <a:ext uri="{FF2B5EF4-FFF2-40B4-BE49-F238E27FC236}">
                <a16:creationId xmlns:a16="http://schemas.microsoft.com/office/drawing/2014/main" id="{F5FD1520-BC42-4F71-BC0C-112807349EB5}"/>
              </a:ext>
            </a:extLst>
          </p:cNvPr>
          <p:cNvSpPr>
            <a:spLocks noGrp="1"/>
          </p:cNvSpPr>
          <p:nvPr/>
        </p:nvSpPr>
        <p:spPr>
          <a:xfrm>
            <a:off x="8212444" y="434930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4" name="A1_bar_Cryo_13987">
            <a:extLst>
              <a:ext uri="{FF2B5EF4-FFF2-40B4-BE49-F238E27FC236}">
                <a16:creationId xmlns:a16="http://schemas.microsoft.com/office/drawing/2014/main" id="{015D315A-DA2F-4412-8F85-39A4AE0CC2F4}"/>
              </a:ext>
            </a:extLst>
          </p:cNvPr>
          <p:cNvSpPr>
            <a:spLocks noGrp="1"/>
          </p:cNvSpPr>
          <p:nvPr/>
        </p:nvSpPr>
        <p:spPr>
          <a:xfrm>
            <a:off x="806889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5" name="A1_bar_Cryo_13988">
            <a:extLst>
              <a:ext uri="{FF2B5EF4-FFF2-40B4-BE49-F238E27FC236}">
                <a16:creationId xmlns:a16="http://schemas.microsoft.com/office/drawing/2014/main" id="{6DDD72F1-E265-48FB-BD5A-29FDA0AEDC4D}"/>
              </a:ext>
            </a:extLst>
          </p:cNvPr>
          <p:cNvSpPr>
            <a:spLocks noGrp="1"/>
          </p:cNvSpPr>
          <p:nvPr/>
        </p:nvSpPr>
        <p:spPr>
          <a:xfrm>
            <a:off x="811440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6" name="A1_bar_Cryo_13989">
            <a:extLst>
              <a:ext uri="{FF2B5EF4-FFF2-40B4-BE49-F238E27FC236}">
                <a16:creationId xmlns:a16="http://schemas.microsoft.com/office/drawing/2014/main" id="{2C1E4C88-9CCE-4D21-8C9E-7EB60402AB0E}"/>
              </a:ext>
            </a:extLst>
          </p:cNvPr>
          <p:cNvSpPr>
            <a:spLocks noGrp="1"/>
          </p:cNvSpPr>
          <p:nvPr/>
        </p:nvSpPr>
        <p:spPr>
          <a:xfrm>
            <a:off x="828847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7" name="A1_bar_Cryo_13990">
            <a:extLst>
              <a:ext uri="{FF2B5EF4-FFF2-40B4-BE49-F238E27FC236}">
                <a16:creationId xmlns:a16="http://schemas.microsoft.com/office/drawing/2014/main" id="{C9067D24-6936-44B4-BB68-F7F7226AD38B}"/>
              </a:ext>
            </a:extLst>
          </p:cNvPr>
          <p:cNvSpPr>
            <a:spLocks noGrp="1"/>
          </p:cNvSpPr>
          <p:nvPr/>
        </p:nvSpPr>
        <p:spPr>
          <a:xfrm>
            <a:off x="8279760" y="330454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8" name="A1_bar_Cryo_13991">
            <a:extLst>
              <a:ext uri="{FF2B5EF4-FFF2-40B4-BE49-F238E27FC236}">
                <a16:creationId xmlns:a16="http://schemas.microsoft.com/office/drawing/2014/main" id="{03E7882C-4AF6-4C3C-B4E7-5E29596CAFCB}"/>
              </a:ext>
            </a:extLst>
          </p:cNvPr>
          <p:cNvSpPr>
            <a:spLocks noGrp="1"/>
          </p:cNvSpPr>
          <p:nvPr/>
        </p:nvSpPr>
        <p:spPr>
          <a:xfrm>
            <a:off x="807722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69" name="A1_bar_Cryo_13992">
            <a:extLst>
              <a:ext uri="{FF2B5EF4-FFF2-40B4-BE49-F238E27FC236}">
                <a16:creationId xmlns:a16="http://schemas.microsoft.com/office/drawing/2014/main" id="{67293AA1-CE8D-41D6-B8CA-7BCD056CF4BE}"/>
              </a:ext>
            </a:extLst>
          </p:cNvPr>
          <p:cNvSpPr>
            <a:spLocks noGrp="1"/>
          </p:cNvSpPr>
          <p:nvPr/>
        </p:nvSpPr>
        <p:spPr>
          <a:xfrm>
            <a:off x="8132443" y="529143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0" name="A1_bar_Cryo_13993">
            <a:extLst>
              <a:ext uri="{FF2B5EF4-FFF2-40B4-BE49-F238E27FC236}">
                <a16:creationId xmlns:a16="http://schemas.microsoft.com/office/drawing/2014/main" id="{2A6C0AB3-4A27-487E-9688-36EFAF32307D}"/>
              </a:ext>
            </a:extLst>
          </p:cNvPr>
          <p:cNvSpPr>
            <a:spLocks noGrp="1"/>
          </p:cNvSpPr>
          <p:nvPr/>
        </p:nvSpPr>
        <p:spPr>
          <a:xfrm>
            <a:off x="8225488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1" name="A1_bar_Cryo_13994">
            <a:extLst>
              <a:ext uri="{FF2B5EF4-FFF2-40B4-BE49-F238E27FC236}">
                <a16:creationId xmlns:a16="http://schemas.microsoft.com/office/drawing/2014/main" id="{F90E70F6-195A-4631-97E1-F3C10BC0CAF2}"/>
              </a:ext>
            </a:extLst>
          </p:cNvPr>
          <p:cNvSpPr>
            <a:spLocks noGrp="1"/>
          </p:cNvSpPr>
          <p:nvPr/>
        </p:nvSpPr>
        <p:spPr>
          <a:xfrm>
            <a:off x="8258862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2" name="A1_bar_Cryo_13995">
            <a:extLst>
              <a:ext uri="{FF2B5EF4-FFF2-40B4-BE49-F238E27FC236}">
                <a16:creationId xmlns:a16="http://schemas.microsoft.com/office/drawing/2014/main" id="{17ED85EF-5166-4049-B228-4DE91A3A7B55}"/>
              </a:ext>
            </a:extLst>
          </p:cNvPr>
          <p:cNvSpPr>
            <a:spLocks noGrp="1"/>
          </p:cNvSpPr>
          <p:nvPr/>
        </p:nvSpPr>
        <p:spPr>
          <a:xfrm>
            <a:off x="824390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3" name="A1_bar_Cryo_13996">
            <a:extLst>
              <a:ext uri="{FF2B5EF4-FFF2-40B4-BE49-F238E27FC236}">
                <a16:creationId xmlns:a16="http://schemas.microsoft.com/office/drawing/2014/main" id="{E73CAAC0-BB92-4CD2-8C81-C9D40E147C97}"/>
              </a:ext>
            </a:extLst>
          </p:cNvPr>
          <p:cNvSpPr>
            <a:spLocks noGrp="1"/>
          </p:cNvSpPr>
          <p:nvPr/>
        </p:nvSpPr>
        <p:spPr>
          <a:xfrm>
            <a:off x="8161859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4" name="A1_bar_Cryo_13997">
            <a:extLst>
              <a:ext uri="{FF2B5EF4-FFF2-40B4-BE49-F238E27FC236}">
                <a16:creationId xmlns:a16="http://schemas.microsoft.com/office/drawing/2014/main" id="{1F4C87A4-A2FE-49EC-A0BB-D74C53DDDE21}"/>
              </a:ext>
            </a:extLst>
          </p:cNvPr>
          <p:cNvSpPr>
            <a:spLocks noGrp="1"/>
          </p:cNvSpPr>
          <p:nvPr/>
        </p:nvSpPr>
        <p:spPr>
          <a:xfrm>
            <a:off x="8144861" y="410739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5" name="A1_bar_Cryo_13998">
            <a:extLst>
              <a:ext uri="{FF2B5EF4-FFF2-40B4-BE49-F238E27FC236}">
                <a16:creationId xmlns:a16="http://schemas.microsoft.com/office/drawing/2014/main" id="{A5C6D0ED-70B0-41EF-9430-CAFD1C00206F}"/>
              </a:ext>
            </a:extLst>
          </p:cNvPr>
          <p:cNvSpPr>
            <a:spLocks noGrp="1"/>
          </p:cNvSpPr>
          <p:nvPr/>
        </p:nvSpPr>
        <p:spPr>
          <a:xfrm>
            <a:off x="8213480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6" name="A1_bar_Cryo_13999">
            <a:extLst>
              <a:ext uri="{FF2B5EF4-FFF2-40B4-BE49-F238E27FC236}">
                <a16:creationId xmlns:a16="http://schemas.microsoft.com/office/drawing/2014/main" id="{A50ADFB4-29C7-4ACF-A5C8-291854CBDE93}"/>
              </a:ext>
            </a:extLst>
          </p:cNvPr>
          <p:cNvSpPr>
            <a:spLocks noGrp="1"/>
          </p:cNvSpPr>
          <p:nvPr/>
        </p:nvSpPr>
        <p:spPr>
          <a:xfrm>
            <a:off x="8136685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7" name="A1_bar_Cryo_14000">
            <a:extLst>
              <a:ext uri="{FF2B5EF4-FFF2-40B4-BE49-F238E27FC236}">
                <a16:creationId xmlns:a16="http://schemas.microsoft.com/office/drawing/2014/main" id="{492EBC18-3E49-4F44-A4CA-8B75929AA23F}"/>
              </a:ext>
            </a:extLst>
          </p:cNvPr>
          <p:cNvSpPr>
            <a:spLocks noGrp="1"/>
          </p:cNvSpPr>
          <p:nvPr/>
        </p:nvSpPr>
        <p:spPr>
          <a:xfrm>
            <a:off x="8145800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8" name="A1_bar_Cryo_14001">
            <a:extLst>
              <a:ext uri="{FF2B5EF4-FFF2-40B4-BE49-F238E27FC236}">
                <a16:creationId xmlns:a16="http://schemas.microsoft.com/office/drawing/2014/main" id="{79386848-87F3-4A46-9477-5534C232C994}"/>
              </a:ext>
            </a:extLst>
          </p:cNvPr>
          <p:cNvSpPr>
            <a:spLocks noGrp="1"/>
          </p:cNvSpPr>
          <p:nvPr/>
        </p:nvSpPr>
        <p:spPr>
          <a:xfrm>
            <a:off x="8112526" y="498324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79" name="A1_bar_Cryo_14002">
            <a:extLst>
              <a:ext uri="{FF2B5EF4-FFF2-40B4-BE49-F238E27FC236}">
                <a16:creationId xmlns:a16="http://schemas.microsoft.com/office/drawing/2014/main" id="{BFB13DAE-75D7-452A-BA66-FDC2A7BE6C2F}"/>
              </a:ext>
            </a:extLst>
          </p:cNvPr>
          <p:cNvSpPr>
            <a:spLocks noGrp="1"/>
          </p:cNvSpPr>
          <p:nvPr/>
        </p:nvSpPr>
        <p:spPr>
          <a:xfrm>
            <a:off x="8282874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0" name="A1_bar_Cryo_14003">
            <a:extLst>
              <a:ext uri="{FF2B5EF4-FFF2-40B4-BE49-F238E27FC236}">
                <a16:creationId xmlns:a16="http://schemas.microsoft.com/office/drawing/2014/main" id="{0EFA8471-69B1-418F-A783-EB994120C884}"/>
              </a:ext>
            </a:extLst>
          </p:cNvPr>
          <p:cNvSpPr>
            <a:spLocks noGrp="1"/>
          </p:cNvSpPr>
          <p:nvPr/>
        </p:nvSpPr>
        <p:spPr>
          <a:xfrm>
            <a:off x="824808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1" name="A1_bar_Cryo_14004">
            <a:extLst>
              <a:ext uri="{FF2B5EF4-FFF2-40B4-BE49-F238E27FC236}">
                <a16:creationId xmlns:a16="http://schemas.microsoft.com/office/drawing/2014/main" id="{2998B262-CB73-41CB-892C-3775F0CA4F11}"/>
              </a:ext>
            </a:extLst>
          </p:cNvPr>
          <p:cNvSpPr>
            <a:spLocks noGrp="1"/>
          </p:cNvSpPr>
          <p:nvPr/>
        </p:nvSpPr>
        <p:spPr>
          <a:xfrm>
            <a:off x="8191006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2" name="A1_bar_Cryo_14005">
            <a:extLst>
              <a:ext uri="{FF2B5EF4-FFF2-40B4-BE49-F238E27FC236}">
                <a16:creationId xmlns:a16="http://schemas.microsoft.com/office/drawing/2014/main" id="{E3DF42CA-A51D-407C-B032-CFA9E95B5CD3}"/>
              </a:ext>
            </a:extLst>
          </p:cNvPr>
          <p:cNvSpPr>
            <a:spLocks noGrp="1"/>
          </p:cNvSpPr>
          <p:nvPr/>
        </p:nvSpPr>
        <p:spPr>
          <a:xfrm>
            <a:off x="821666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3" name="A1_bar_Cryo_14006">
            <a:extLst>
              <a:ext uri="{FF2B5EF4-FFF2-40B4-BE49-F238E27FC236}">
                <a16:creationId xmlns:a16="http://schemas.microsoft.com/office/drawing/2014/main" id="{3FAFE27A-7F21-4D82-A030-8A71E6777B82}"/>
              </a:ext>
            </a:extLst>
          </p:cNvPr>
          <p:cNvSpPr>
            <a:spLocks noGrp="1"/>
          </p:cNvSpPr>
          <p:nvPr/>
        </p:nvSpPr>
        <p:spPr>
          <a:xfrm>
            <a:off x="8294739" y="49180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4" name="A1_bar_Cryo_14007">
            <a:extLst>
              <a:ext uri="{FF2B5EF4-FFF2-40B4-BE49-F238E27FC236}">
                <a16:creationId xmlns:a16="http://schemas.microsoft.com/office/drawing/2014/main" id="{E57602E5-9EEE-454B-B47D-EAA22B26DED4}"/>
              </a:ext>
            </a:extLst>
          </p:cNvPr>
          <p:cNvSpPr>
            <a:spLocks noGrp="1"/>
          </p:cNvSpPr>
          <p:nvPr/>
        </p:nvSpPr>
        <p:spPr>
          <a:xfrm>
            <a:off x="820808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5" name="A1_bar_Cryo_14008">
            <a:extLst>
              <a:ext uri="{FF2B5EF4-FFF2-40B4-BE49-F238E27FC236}">
                <a16:creationId xmlns:a16="http://schemas.microsoft.com/office/drawing/2014/main" id="{71637057-8F6A-45FB-AF31-7452AF4BB9DD}"/>
              </a:ext>
            </a:extLst>
          </p:cNvPr>
          <p:cNvSpPr>
            <a:spLocks noGrp="1"/>
          </p:cNvSpPr>
          <p:nvPr/>
        </p:nvSpPr>
        <p:spPr>
          <a:xfrm>
            <a:off x="8174169" y="562012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6" name="A1_bar_Cryo_14009">
            <a:extLst>
              <a:ext uri="{FF2B5EF4-FFF2-40B4-BE49-F238E27FC236}">
                <a16:creationId xmlns:a16="http://schemas.microsoft.com/office/drawing/2014/main" id="{F304771B-A1B7-4809-896B-A0CC62582696}"/>
              </a:ext>
            </a:extLst>
          </p:cNvPr>
          <p:cNvSpPr>
            <a:spLocks noGrp="1"/>
          </p:cNvSpPr>
          <p:nvPr/>
        </p:nvSpPr>
        <p:spPr>
          <a:xfrm>
            <a:off x="816772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7" name="A1_bar_Cryo_14010">
            <a:extLst>
              <a:ext uri="{FF2B5EF4-FFF2-40B4-BE49-F238E27FC236}">
                <a16:creationId xmlns:a16="http://schemas.microsoft.com/office/drawing/2014/main" id="{E72AE3B7-F6CE-4329-B82B-CB098EBFB1E8}"/>
              </a:ext>
            </a:extLst>
          </p:cNvPr>
          <p:cNvSpPr>
            <a:spLocks noGrp="1"/>
          </p:cNvSpPr>
          <p:nvPr/>
        </p:nvSpPr>
        <p:spPr>
          <a:xfrm>
            <a:off x="8094760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8" name="A1_bar_Cryo_14011">
            <a:extLst>
              <a:ext uri="{FF2B5EF4-FFF2-40B4-BE49-F238E27FC236}">
                <a16:creationId xmlns:a16="http://schemas.microsoft.com/office/drawing/2014/main" id="{09C4EB5B-4C15-461E-A9EC-78B3BD555F30}"/>
              </a:ext>
            </a:extLst>
          </p:cNvPr>
          <p:cNvSpPr>
            <a:spLocks noGrp="1"/>
          </p:cNvSpPr>
          <p:nvPr/>
        </p:nvSpPr>
        <p:spPr>
          <a:xfrm>
            <a:off x="8293172" y="48301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89" name="A1_bar_Cryo_14012">
            <a:extLst>
              <a:ext uri="{FF2B5EF4-FFF2-40B4-BE49-F238E27FC236}">
                <a16:creationId xmlns:a16="http://schemas.microsoft.com/office/drawing/2014/main" id="{4E0698B7-CEC3-4795-B0C9-B4F3C5F719B3}"/>
              </a:ext>
            </a:extLst>
          </p:cNvPr>
          <p:cNvSpPr>
            <a:spLocks noGrp="1"/>
          </p:cNvSpPr>
          <p:nvPr/>
        </p:nvSpPr>
        <p:spPr>
          <a:xfrm>
            <a:off x="818347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0" name="A1_bar_Cryo_14013">
            <a:extLst>
              <a:ext uri="{FF2B5EF4-FFF2-40B4-BE49-F238E27FC236}">
                <a16:creationId xmlns:a16="http://schemas.microsoft.com/office/drawing/2014/main" id="{53FB6979-A4EB-4147-BC57-52D90749B130}"/>
              </a:ext>
            </a:extLst>
          </p:cNvPr>
          <p:cNvSpPr>
            <a:spLocks noGrp="1"/>
          </p:cNvSpPr>
          <p:nvPr/>
        </p:nvSpPr>
        <p:spPr>
          <a:xfrm>
            <a:off x="8183415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1" name="A1_bar_Cryo_14014">
            <a:extLst>
              <a:ext uri="{FF2B5EF4-FFF2-40B4-BE49-F238E27FC236}">
                <a16:creationId xmlns:a16="http://schemas.microsoft.com/office/drawing/2014/main" id="{59889673-A259-4EFD-BF06-85139C2FABDB}"/>
              </a:ext>
            </a:extLst>
          </p:cNvPr>
          <p:cNvSpPr>
            <a:spLocks noGrp="1"/>
          </p:cNvSpPr>
          <p:nvPr/>
        </p:nvSpPr>
        <p:spPr>
          <a:xfrm>
            <a:off x="8127044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2" name="A1_bar_Cryo_14015">
            <a:extLst>
              <a:ext uri="{FF2B5EF4-FFF2-40B4-BE49-F238E27FC236}">
                <a16:creationId xmlns:a16="http://schemas.microsoft.com/office/drawing/2014/main" id="{52C3AFB8-AA10-4615-8818-127CC8FB73A8}"/>
              </a:ext>
            </a:extLst>
          </p:cNvPr>
          <p:cNvSpPr>
            <a:spLocks noGrp="1"/>
          </p:cNvSpPr>
          <p:nvPr/>
        </p:nvSpPr>
        <p:spPr>
          <a:xfrm>
            <a:off x="827645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3" name="A1_bar_Cryo_14016">
            <a:extLst>
              <a:ext uri="{FF2B5EF4-FFF2-40B4-BE49-F238E27FC236}">
                <a16:creationId xmlns:a16="http://schemas.microsoft.com/office/drawing/2014/main" id="{E19F4065-BFE1-4022-9D50-7B00F1304BEC}"/>
              </a:ext>
            </a:extLst>
          </p:cNvPr>
          <p:cNvSpPr>
            <a:spLocks noGrp="1"/>
          </p:cNvSpPr>
          <p:nvPr/>
        </p:nvSpPr>
        <p:spPr>
          <a:xfrm>
            <a:off x="8073298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4" name="A1_bar_Cryo_14017">
            <a:extLst>
              <a:ext uri="{FF2B5EF4-FFF2-40B4-BE49-F238E27FC236}">
                <a16:creationId xmlns:a16="http://schemas.microsoft.com/office/drawing/2014/main" id="{0B02625D-6977-491E-A803-45DDA1E56D15}"/>
              </a:ext>
            </a:extLst>
          </p:cNvPr>
          <p:cNvSpPr>
            <a:spLocks noGrp="1"/>
          </p:cNvSpPr>
          <p:nvPr/>
        </p:nvSpPr>
        <p:spPr>
          <a:xfrm>
            <a:off x="8220748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5" name="A1_bar_Cryo_14018">
            <a:extLst>
              <a:ext uri="{FF2B5EF4-FFF2-40B4-BE49-F238E27FC236}">
                <a16:creationId xmlns:a16="http://schemas.microsoft.com/office/drawing/2014/main" id="{08DA3B8B-24A6-4D48-91C7-3EA141AF9732}"/>
              </a:ext>
            </a:extLst>
          </p:cNvPr>
          <p:cNvSpPr>
            <a:spLocks noGrp="1"/>
          </p:cNvSpPr>
          <p:nvPr/>
        </p:nvSpPr>
        <p:spPr>
          <a:xfrm>
            <a:off x="8216712" y="452416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6" name="A1_bar_Cryo_14019">
            <a:extLst>
              <a:ext uri="{FF2B5EF4-FFF2-40B4-BE49-F238E27FC236}">
                <a16:creationId xmlns:a16="http://schemas.microsoft.com/office/drawing/2014/main" id="{E76754DA-BDDA-4713-BFD9-F42A18A26394}"/>
              </a:ext>
            </a:extLst>
          </p:cNvPr>
          <p:cNvSpPr>
            <a:spLocks noGrp="1"/>
          </p:cNvSpPr>
          <p:nvPr/>
        </p:nvSpPr>
        <p:spPr>
          <a:xfrm>
            <a:off x="825814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7" name="A1_bar_Cryo_14020">
            <a:extLst>
              <a:ext uri="{FF2B5EF4-FFF2-40B4-BE49-F238E27FC236}">
                <a16:creationId xmlns:a16="http://schemas.microsoft.com/office/drawing/2014/main" id="{6FB499D6-4763-4C63-8AB6-4B4051586EFE}"/>
              </a:ext>
            </a:extLst>
          </p:cNvPr>
          <p:cNvSpPr>
            <a:spLocks noGrp="1"/>
          </p:cNvSpPr>
          <p:nvPr/>
        </p:nvSpPr>
        <p:spPr>
          <a:xfrm>
            <a:off x="816702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8" name="A1_bar_Cryo_14021">
            <a:extLst>
              <a:ext uri="{FF2B5EF4-FFF2-40B4-BE49-F238E27FC236}">
                <a16:creationId xmlns:a16="http://schemas.microsoft.com/office/drawing/2014/main" id="{3028E6B4-4A22-4727-9793-3EBB059F8229}"/>
              </a:ext>
            </a:extLst>
          </p:cNvPr>
          <p:cNvSpPr>
            <a:spLocks noGrp="1"/>
          </p:cNvSpPr>
          <p:nvPr/>
        </p:nvSpPr>
        <p:spPr>
          <a:xfrm>
            <a:off x="8279970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799" name="A1_bar_Cryo_14022">
            <a:extLst>
              <a:ext uri="{FF2B5EF4-FFF2-40B4-BE49-F238E27FC236}">
                <a16:creationId xmlns:a16="http://schemas.microsoft.com/office/drawing/2014/main" id="{D46689C9-0B81-42DC-97E2-7671310F96B5}"/>
              </a:ext>
            </a:extLst>
          </p:cNvPr>
          <p:cNvSpPr>
            <a:spLocks noGrp="1"/>
          </p:cNvSpPr>
          <p:nvPr/>
        </p:nvSpPr>
        <p:spPr>
          <a:xfrm>
            <a:off x="8168847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0" name="A1_bar_Cryo_14023">
            <a:extLst>
              <a:ext uri="{FF2B5EF4-FFF2-40B4-BE49-F238E27FC236}">
                <a16:creationId xmlns:a16="http://schemas.microsoft.com/office/drawing/2014/main" id="{5E65E9EA-CA7F-4C23-8B36-DB55FEA069AC}"/>
              </a:ext>
            </a:extLst>
          </p:cNvPr>
          <p:cNvSpPr>
            <a:spLocks noGrp="1"/>
          </p:cNvSpPr>
          <p:nvPr/>
        </p:nvSpPr>
        <p:spPr>
          <a:xfrm>
            <a:off x="8113801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1" name="A1_bar_Cryo_14024">
            <a:extLst>
              <a:ext uri="{FF2B5EF4-FFF2-40B4-BE49-F238E27FC236}">
                <a16:creationId xmlns:a16="http://schemas.microsoft.com/office/drawing/2014/main" id="{2B36B3D1-1749-4776-BB0A-FD78977F69F4}"/>
              </a:ext>
            </a:extLst>
          </p:cNvPr>
          <p:cNvSpPr>
            <a:spLocks noGrp="1"/>
          </p:cNvSpPr>
          <p:nvPr/>
        </p:nvSpPr>
        <p:spPr>
          <a:xfrm>
            <a:off x="8132971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2" name="A1_bar_Cryo_14025">
            <a:extLst>
              <a:ext uri="{FF2B5EF4-FFF2-40B4-BE49-F238E27FC236}">
                <a16:creationId xmlns:a16="http://schemas.microsoft.com/office/drawing/2014/main" id="{2BD0D5FF-1069-4F5A-AA2B-5F9ED043CFBE}"/>
              </a:ext>
            </a:extLst>
          </p:cNvPr>
          <p:cNvSpPr>
            <a:spLocks noGrp="1"/>
          </p:cNvSpPr>
          <p:nvPr/>
        </p:nvSpPr>
        <p:spPr>
          <a:xfrm>
            <a:off x="8288893" y="47689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3" name="A1_bar_Cryo_14026">
            <a:extLst>
              <a:ext uri="{FF2B5EF4-FFF2-40B4-BE49-F238E27FC236}">
                <a16:creationId xmlns:a16="http://schemas.microsoft.com/office/drawing/2014/main" id="{10EC8DF2-AB99-45C9-BA84-2D6ACC1B319E}"/>
              </a:ext>
            </a:extLst>
          </p:cNvPr>
          <p:cNvSpPr>
            <a:spLocks noGrp="1"/>
          </p:cNvSpPr>
          <p:nvPr/>
        </p:nvSpPr>
        <p:spPr>
          <a:xfrm>
            <a:off x="8261429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4" name="A1_bar_Cryo_14027">
            <a:extLst>
              <a:ext uri="{FF2B5EF4-FFF2-40B4-BE49-F238E27FC236}">
                <a16:creationId xmlns:a16="http://schemas.microsoft.com/office/drawing/2014/main" id="{CFAA273A-6C23-40BE-A75A-51BDDAD213E4}"/>
              </a:ext>
            </a:extLst>
          </p:cNvPr>
          <p:cNvSpPr>
            <a:spLocks noGrp="1"/>
          </p:cNvSpPr>
          <p:nvPr/>
        </p:nvSpPr>
        <p:spPr>
          <a:xfrm>
            <a:off x="8200077" y="601891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5" name="A1_bar_Cryo_14028">
            <a:extLst>
              <a:ext uri="{FF2B5EF4-FFF2-40B4-BE49-F238E27FC236}">
                <a16:creationId xmlns:a16="http://schemas.microsoft.com/office/drawing/2014/main" id="{6D998313-5D3C-48D4-AA17-04DB5E0A44B6}"/>
              </a:ext>
            </a:extLst>
          </p:cNvPr>
          <p:cNvSpPr>
            <a:spLocks noGrp="1"/>
          </p:cNvSpPr>
          <p:nvPr/>
        </p:nvSpPr>
        <p:spPr>
          <a:xfrm>
            <a:off x="810634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6" name="A1_bar_Cryo_14029">
            <a:extLst>
              <a:ext uri="{FF2B5EF4-FFF2-40B4-BE49-F238E27FC236}">
                <a16:creationId xmlns:a16="http://schemas.microsoft.com/office/drawing/2014/main" id="{BFD3D7E5-4377-4751-9406-CFBB01A30D9D}"/>
              </a:ext>
            </a:extLst>
          </p:cNvPr>
          <p:cNvSpPr>
            <a:spLocks noGrp="1"/>
          </p:cNvSpPr>
          <p:nvPr/>
        </p:nvSpPr>
        <p:spPr>
          <a:xfrm>
            <a:off x="8263402" y="578311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7" name="A1_bar_Cryo_14030">
            <a:extLst>
              <a:ext uri="{FF2B5EF4-FFF2-40B4-BE49-F238E27FC236}">
                <a16:creationId xmlns:a16="http://schemas.microsoft.com/office/drawing/2014/main" id="{55D382DD-A61C-4CFD-A979-EA340AA97028}"/>
              </a:ext>
            </a:extLst>
          </p:cNvPr>
          <p:cNvSpPr>
            <a:spLocks noGrp="1"/>
          </p:cNvSpPr>
          <p:nvPr/>
        </p:nvSpPr>
        <p:spPr>
          <a:xfrm>
            <a:off x="8276915" y="580206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8" name="A1_bar_Cryo_14031">
            <a:extLst>
              <a:ext uri="{FF2B5EF4-FFF2-40B4-BE49-F238E27FC236}">
                <a16:creationId xmlns:a16="http://schemas.microsoft.com/office/drawing/2014/main" id="{F81D798F-D6BA-46D8-B804-933D8BEE2DEB}"/>
              </a:ext>
            </a:extLst>
          </p:cNvPr>
          <p:cNvSpPr>
            <a:spLocks noGrp="1"/>
          </p:cNvSpPr>
          <p:nvPr/>
        </p:nvSpPr>
        <p:spPr>
          <a:xfrm>
            <a:off x="8135172" y="53382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09" name="A1_bar_Cryo_14032">
            <a:extLst>
              <a:ext uri="{FF2B5EF4-FFF2-40B4-BE49-F238E27FC236}">
                <a16:creationId xmlns:a16="http://schemas.microsoft.com/office/drawing/2014/main" id="{DC2864C7-5774-461D-95B3-CA7AFAE02B29}"/>
              </a:ext>
            </a:extLst>
          </p:cNvPr>
          <p:cNvSpPr>
            <a:spLocks noGrp="1"/>
          </p:cNvSpPr>
          <p:nvPr/>
        </p:nvSpPr>
        <p:spPr>
          <a:xfrm>
            <a:off x="8282534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0" name="A1_bar_Cryo_14033">
            <a:extLst>
              <a:ext uri="{FF2B5EF4-FFF2-40B4-BE49-F238E27FC236}">
                <a16:creationId xmlns:a16="http://schemas.microsoft.com/office/drawing/2014/main" id="{56A80BD0-3090-4A43-AD18-9F10FB8F7C98}"/>
              </a:ext>
            </a:extLst>
          </p:cNvPr>
          <p:cNvSpPr>
            <a:spLocks noGrp="1"/>
          </p:cNvSpPr>
          <p:nvPr/>
        </p:nvSpPr>
        <p:spPr>
          <a:xfrm>
            <a:off x="8255004" y="465530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1" name="A1_bar_Cryo_14034">
            <a:extLst>
              <a:ext uri="{FF2B5EF4-FFF2-40B4-BE49-F238E27FC236}">
                <a16:creationId xmlns:a16="http://schemas.microsoft.com/office/drawing/2014/main" id="{5FDFC3FB-7053-40E8-A547-3FD160C3744B}"/>
              </a:ext>
            </a:extLst>
          </p:cNvPr>
          <p:cNvSpPr>
            <a:spLocks noGrp="1"/>
          </p:cNvSpPr>
          <p:nvPr/>
        </p:nvSpPr>
        <p:spPr>
          <a:xfrm>
            <a:off x="8180516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2" name="A1_bar_Cryo_14035">
            <a:extLst>
              <a:ext uri="{FF2B5EF4-FFF2-40B4-BE49-F238E27FC236}">
                <a16:creationId xmlns:a16="http://schemas.microsoft.com/office/drawing/2014/main" id="{6768F750-C9F2-47FE-8F92-D2A533F22083}"/>
              </a:ext>
            </a:extLst>
          </p:cNvPr>
          <p:cNvSpPr>
            <a:spLocks noGrp="1"/>
          </p:cNvSpPr>
          <p:nvPr/>
        </p:nvSpPr>
        <p:spPr>
          <a:xfrm>
            <a:off x="8308633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3" name="A1_bar_Cryo_14036">
            <a:extLst>
              <a:ext uri="{FF2B5EF4-FFF2-40B4-BE49-F238E27FC236}">
                <a16:creationId xmlns:a16="http://schemas.microsoft.com/office/drawing/2014/main" id="{ABD13E5E-01B3-46EE-86A7-9BDF8C38A66A}"/>
              </a:ext>
            </a:extLst>
          </p:cNvPr>
          <p:cNvSpPr>
            <a:spLocks noGrp="1"/>
          </p:cNvSpPr>
          <p:nvPr/>
        </p:nvSpPr>
        <p:spPr>
          <a:xfrm>
            <a:off x="8296544" y="35799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4" name="A1_bar_Cryo_14037">
            <a:extLst>
              <a:ext uri="{FF2B5EF4-FFF2-40B4-BE49-F238E27FC236}">
                <a16:creationId xmlns:a16="http://schemas.microsoft.com/office/drawing/2014/main" id="{E5C14F3C-F339-4A08-8634-A0C11DFAA31C}"/>
              </a:ext>
            </a:extLst>
          </p:cNvPr>
          <p:cNvSpPr>
            <a:spLocks noGrp="1"/>
          </p:cNvSpPr>
          <p:nvPr/>
        </p:nvSpPr>
        <p:spPr>
          <a:xfrm>
            <a:off x="8123918" y="5311010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5" name="A1_bar_Cryo_14038">
            <a:extLst>
              <a:ext uri="{FF2B5EF4-FFF2-40B4-BE49-F238E27FC236}">
                <a16:creationId xmlns:a16="http://schemas.microsoft.com/office/drawing/2014/main" id="{E103C4B2-8FA4-4061-BE7B-3FCF65DC5F16}"/>
              </a:ext>
            </a:extLst>
          </p:cNvPr>
          <p:cNvSpPr>
            <a:spLocks noGrp="1"/>
          </p:cNvSpPr>
          <p:nvPr/>
        </p:nvSpPr>
        <p:spPr>
          <a:xfrm>
            <a:off x="8315670" y="517986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6" name="A1_bar_Cryo_14039">
            <a:extLst>
              <a:ext uri="{FF2B5EF4-FFF2-40B4-BE49-F238E27FC236}">
                <a16:creationId xmlns:a16="http://schemas.microsoft.com/office/drawing/2014/main" id="{89C62005-AA9D-43C0-941B-07F9A67AA923}"/>
              </a:ext>
            </a:extLst>
          </p:cNvPr>
          <p:cNvSpPr>
            <a:spLocks noGrp="1"/>
          </p:cNvSpPr>
          <p:nvPr/>
        </p:nvSpPr>
        <p:spPr>
          <a:xfrm>
            <a:off x="806541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7" name="A1_bar_Cryo_14040">
            <a:extLst>
              <a:ext uri="{FF2B5EF4-FFF2-40B4-BE49-F238E27FC236}">
                <a16:creationId xmlns:a16="http://schemas.microsoft.com/office/drawing/2014/main" id="{3539DF11-9CFF-4A1A-ACC8-E1428322A3C6}"/>
              </a:ext>
            </a:extLst>
          </p:cNvPr>
          <p:cNvSpPr>
            <a:spLocks noGrp="1"/>
          </p:cNvSpPr>
          <p:nvPr/>
        </p:nvSpPr>
        <p:spPr>
          <a:xfrm>
            <a:off x="8122629" y="4258133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8" name="A1_bar_Cryo_14041">
            <a:extLst>
              <a:ext uri="{FF2B5EF4-FFF2-40B4-BE49-F238E27FC236}">
                <a16:creationId xmlns:a16="http://schemas.microsoft.com/office/drawing/2014/main" id="{29ADFCE1-7CC7-4192-961E-B51C1C7117EB}"/>
              </a:ext>
            </a:extLst>
          </p:cNvPr>
          <p:cNvSpPr>
            <a:spLocks noGrp="1"/>
          </p:cNvSpPr>
          <p:nvPr/>
        </p:nvSpPr>
        <p:spPr>
          <a:xfrm>
            <a:off x="8279916" y="34750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19" name="A1_bar_Cryo_14042">
            <a:extLst>
              <a:ext uri="{FF2B5EF4-FFF2-40B4-BE49-F238E27FC236}">
                <a16:creationId xmlns:a16="http://schemas.microsoft.com/office/drawing/2014/main" id="{5B08A24B-EE04-4704-9139-9EBFE2A4218A}"/>
              </a:ext>
            </a:extLst>
          </p:cNvPr>
          <p:cNvSpPr>
            <a:spLocks noGrp="1"/>
          </p:cNvSpPr>
          <p:nvPr/>
        </p:nvSpPr>
        <p:spPr>
          <a:xfrm>
            <a:off x="8291400" y="5704434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0" name="A1_bar_Cryo_14043">
            <a:extLst>
              <a:ext uri="{FF2B5EF4-FFF2-40B4-BE49-F238E27FC236}">
                <a16:creationId xmlns:a16="http://schemas.microsoft.com/office/drawing/2014/main" id="{BCD6A117-3A5A-4BC4-86C2-5DD7CE375387}"/>
              </a:ext>
            </a:extLst>
          </p:cNvPr>
          <p:cNvSpPr>
            <a:spLocks noGrp="1"/>
          </p:cNvSpPr>
          <p:nvPr/>
        </p:nvSpPr>
        <p:spPr>
          <a:xfrm>
            <a:off x="8137741" y="504872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1" name="A1_bar_Cryo_14044">
            <a:extLst>
              <a:ext uri="{FF2B5EF4-FFF2-40B4-BE49-F238E27FC236}">
                <a16:creationId xmlns:a16="http://schemas.microsoft.com/office/drawing/2014/main" id="{95BA9DCD-E06D-425F-80EB-592D971B56D9}"/>
              </a:ext>
            </a:extLst>
          </p:cNvPr>
          <p:cNvSpPr>
            <a:spLocks noGrp="1"/>
          </p:cNvSpPr>
          <p:nvPr/>
        </p:nvSpPr>
        <p:spPr>
          <a:xfrm>
            <a:off x="8248710" y="5363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2" name="A1_bar_Cryo_14045">
            <a:extLst>
              <a:ext uri="{FF2B5EF4-FFF2-40B4-BE49-F238E27FC236}">
                <a16:creationId xmlns:a16="http://schemas.microsoft.com/office/drawing/2014/main" id="{FE29E39E-3601-4976-BB40-F94C0455593D}"/>
              </a:ext>
            </a:extLst>
          </p:cNvPr>
          <p:cNvSpPr>
            <a:spLocks noGrp="1"/>
          </p:cNvSpPr>
          <p:nvPr/>
        </p:nvSpPr>
        <p:spPr>
          <a:xfrm>
            <a:off x="8195035" y="478644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3" name="A1_bar_Cryo_14046">
            <a:extLst>
              <a:ext uri="{FF2B5EF4-FFF2-40B4-BE49-F238E27FC236}">
                <a16:creationId xmlns:a16="http://schemas.microsoft.com/office/drawing/2014/main" id="{E0230387-CB8C-4BCE-8E0B-D295CAA9C36C}"/>
              </a:ext>
            </a:extLst>
          </p:cNvPr>
          <p:cNvSpPr>
            <a:spLocks noGrp="1"/>
          </p:cNvSpPr>
          <p:nvPr/>
        </p:nvSpPr>
        <p:spPr>
          <a:xfrm>
            <a:off x="8093988" y="3548471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4" name="A1_bar_Cryo_14047">
            <a:extLst>
              <a:ext uri="{FF2B5EF4-FFF2-40B4-BE49-F238E27FC236}">
                <a16:creationId xmlns:a16="http://schemas.microsoft.com/office/drawing/2014/main" id="{2FDE38B8-B3DF-4ED6-B4B2-5C22B0EC5BFA}"/>
              </a:ext>
            </a:extLst>
          </p:cNvPr>
          <p:cNvSpPr>
            <a:spLocks noGrp="1"/>
          </p:cNvSpPr>
          <p:nvPr/>
        </p:nvSpPr>
        <p:spPr>
          <a:xfrm>
            <a:off x="8083264" y="3999597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5" name="A1_bar_Cryo_14048">
            <a:extLst>
              <a:ext uri="{FF2B5EF4-FFF2-40B4-BE49-F238E27FC236}">
                <a16:creationId xmlns:a16="http://schemas.microsoft.com/office/drawing/2014/main" id="{DD886425-5D45-408D-A3F5-EC2259A1BF65}"/>
              </a:ext>
            </a:extLst>
          </p:cNvPr>
          <p:cNvSpPr>
            <a:spLocks noGrp="1"/>
          </p:cNvSpPr>
          <p:nvPr/>
        </p:nvSpPr>
        <p:spPr>
          <a:xfrm>
            <a:off x="8086447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6" name="A1_bar_Cryo_14049">
            <a:extLst>
              <a:ext uri="{FF2B5EF4-FFF2-40B4-BE49-F238E27FC236}">
                <a16:creationId xmlns:a16="http://schemas.microsoft.com/office/drawing/2014/main" id="{578A00F7-C286-4138-B985-B44C17CAC87A}"/>
              </a:ext>
            </a:extLst>
          </p:cNvPr>
          <p:cNvSpPr>
            <a:spLocks noGrp="1"/>
          </p:cNvSpPr>
          <p:nvPr/>
        </p:nvSpPr>
        <p:spPr>
          <a:xfrm>
            <a:off x="8079788" y="42618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7" name="A1_bar_Cryo_14050">
            <a:extLst>
              <a:ext uri="{FF2B5EF4-FFF2-40B4-BE49-F238E27FC236}">
                <a16:creationId xmlns:a16="http://schemas.microsoft.com/office/drawing/2014/main" id="{B2E8FC83-7340-4B1D-A990-ECE2ECA1D27E}"/>
              </a:ext>
            </a:extLst>
          </p:cNvPr>
          <p:cNvSpPr>
            <a:spLocks noGrp="1"/>
          </p:cNvSpPr>
          <p:nvPr/>
        </p:nvSpPr>
        <p:spPr>
          <a:xfrm>
            <a:off x="8313724" y="474897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8" name="A1_bar_Cryo_14051">
            <a:extLst>
              <a:ext uri="{FF2B5EF4-FFF2-40B4-BE49-F238E27FC236}">
                <a16:creationId xmlns:a16="http://schemas.microsoft.com/office/drawing/2014/main" id="{5D691EFA-E83D-4E17-ACA0-E76BD2F082FC}"/>
              </a:ext>
            </a:extLst>
          </p:cNvPr>
          <p:cNvSpPr>
            <a:spLocks noGrp="1"/>
          </p:cNvSpPr>
          <p:nvPr/>
        </p:nvSpPr>
        <p:spPr>
          <a:xfrm>
            <a:off x="8304361" y="45310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29" name="A1_bar_Cryo_14052">
            <a:extLst>
              <a:ext uri="{FF2B5EF4-FFF2-40B4-BE49-F238E27FC236}">
                <a16:creationId xmlns:a16="http://schemas.microsoft.com/office/drawing/2014/main" id="{36BDA172-AD0D-4FE6-8C58-67F2A6551089}"/>
              </a:ext>
            </a:extLst>
          </p:cNvPr>
          <p:cNvSpPr>
            <a:spLocks noGrp="1"/>
          </p:cNvSpPr>
          <p:nvPr/>
        </p:nvSpPr>
        <p:spPr>
          <a:xfrm>
            <a:off x="8104865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0" name="A1_bar_Cryo_14053">
            <a:extLst>
              <a:ext uri="{FF2B5EF4-FFF2-40B4-BE49-F238E27FC236}">
                <a16:creationId xmlns:a16="http://schemas.microsoft.com/office/drawing/2014/main" id="{12C19D99-D80B-48E5-8570-E97B5BE11C9E}"/>
              </a:ext>
            </a:extLst>
          </p:cNvPr>
          <p:cNvSpPr>
            <a:spLocks noGrp="1"/>
          </p:cNvSpPr>
          <p:nvPr/>
        </p:nvSpPr>
        <p:spPr>
          <a:xfrm>
            <a:off x="8139081" y="5321525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1" name="A1_bar_Cryo_14054">
            <a:extLst>
              <a:ext uri="{FF2B5EF4-FFF2-40B4-BE49-F238E27FC236}">
                <a16:creationId xmlns:a16="http://schemas.microsoft.com/office/drawing/2014/main" id="{24709885-918A-4A8C-AE74-583CBBEF99B9}"/>
              </a:ext>
            </a:extLst>
          </p:cNvPr>
          <p:cNvSpPr>
            <a:spLocks noGrp="1"/>
          </p:cNvSpPr>
          <p:nvPr/>
        </p:nvSpPr>
        <p:spPr>
          <a:xfrm>
            <a:off x="8124246" y="546837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2" name="A1_bar_Cryo_14055">
            <a:extLst>
              <a:ext uri="{FF2B5EF4-FFF2-40B4-BE49-F238E27FC236}">
                <a16:creationId xmlns:a16="http://schemas.microsoft.com/office/drawing/2014/main" id="{9DD776AA-EDE7-41D8-A53A-57C5DCEB6040}"/>
              </a:ext>
            </a:extLst>
          </p:cNvPr>
          <p:cNvSpPr>
            <a:spLocks noGrp="1"/>
          </p:cNvSpPr>
          <p:nvPr/>
        </p:nvSpPr>
        <p:spPr>
          <a:xfrm>
            <a:off x="8178683" y="2950466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3" name="A1_bar_Cryo_14056">
            <a:extLst>
              <a:ext uri="{FF2B5EF4-FFF2-40B4-BE49-F238E27FC236}">
                <a16:creationId xmlns:a16="http://schemas.microsoft.com/office/drawing/2014/main" id="{A8783B30-CC8A-49DC-A2EE-A70B2C8F3FC5}"/>
              </a:ext>
            </a:extLst>
          </p:cNvPr>
          <p:cNvSpPr>
            <a:spLocks noGrp="1"/>
          </p:cNvSpPr>
          <p:nvPr/>
        </p:nvSpPr>
        <p:spPr>
          <a:xfrm>
            <a:off x="8066437" y="603609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4" name="A1_bar_Cryo_14057">
            <a:extLst>
              <a:ext uri="{FF2B5EF4-FFF2-40B4-BE49-F238E27FC236}">
                <a16:creationId xmlns:a16="http://schemas.microsoft.com/office/drawing/2014/main" id="{BDE0A5F0-DE31-416F-AFD4-81887876622A}"/>
              </a:ext>
            </a:extLst>
          </p:cNvPr>
          <p:cNvSpPr>
            <a:spLocks noGrp="1"/>
          </p:cNvSpPr>
          <p:nvPr/>
        </p:nvSpPr>
        <p:spPr>
          <a:xfrm>
            <a:off x="8185590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5" name="A1_bar_Cryo_14058">
            <a:extLst>
              <a:ext uri="{FF2B5EF4-FFF2-40B4-BE49-F238E27FC236}">
                <a16:creationId xmlns:a16="http://schemas.microsoft.com/office/drawing/2014/main" id="{8A911C38-1FA1-498A-A33A-82D71FF77698}"/>
              </a:ext>
            </a:extLst>
          </p:cNvPr>
          <p:cNvSpPr>
            <a:spLocks noGrp="1"/>
          </p:cNvSpPr>
          <p:nvPr/>
        </p:nvSpPr>
        <p:spPr>
          <a:xfrm>
            <a:off x="8078899" y="3112832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6" name="A1_bar_Cryo_14059">
            <a:extLst>
              <a:ext uri="{FF2B5EF4-FFF2-40B4-BE49-F238E27FC236}">
                <a16:creationId xmlns:a16="http://schemas.microsoft.com/office/drawing/2014/main" id="{D4263843-9B6E-4E26-AD4B-5BA54259E76C}"/>
              </a:ext>
            </a:extLst>
          </p:cNvPr>
          <p:cNvSpPr>
            <a:spLocks noGrp="1"/>
          </p:cNvSpPr>
          <p:nvPr/>
        </p:nvSpPr>
        <p:spPr>
          <a:xfrm>
            <a:off x="8127538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7" name="A1_bar_Cryo_14060">
            <a:extLst>
              <a:ext uri="{FF2B5EF4-FFF2-40B4-BE49-F238E27FC236}">
                <a16:creationId xmlns:a16="http://schemas.microsoft.com/office/drawing/2014/main" id="{3EF68DDA-DBDA-4C10-90BC-CFF361F32208}"/>
              </a:ext>
            </a:extLst>
          </p:cNvPr>
          <p:cNvSpPr>
            <a:spLocks noGrp="1"/>
          </p:cNvSpPr>
          <p:nvPr/>
        </p:nvSpPr>
        <p:spPr>
          <a:xfrm>
            <a:off x="8089576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8" name="A1_bar_Cryo_14061">
            <a:extLst>
              <a:ext uri="{FF2B5EF4-FFF2-40B4-BE49-F238E27FC236}">
                <a16:creationId xmlns:a16="http://schemas.microsoft.com/office/drawing/2014/main" id="{802226F2-4755-49A2-8648-97D7F3E38193}"/>
              </a:ext>
            </a:extLst>
          </p:cNvPr>
          <p:cNvSpPr>
            <a:spLocks noGrp="1"/>
          </p:cNvSpPr>
          <p:nvPr/>
        </p:nvSpPr>
        <p:spPr>
          <a:xfrm>
            <a:off x="8143838" y="6058159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39" name="A1_bar_Cryo_14062">
            <a:extLst>
              <a:ext uri="{FF2B5EF4-FFF2-40B4-BE49-F238E27FC236}">
                <a16:creationId xmlns:a16="http://schemas.microsoft.com/office/drawing/2014/main" id="{57FA28F3-F601-4689-BAB6-E16A58FD5DBB}"/>
              </a:ext>
            </a:extLst>
          </p:cNvPr>
          <p:cNvSpPr>
            <a:spLocks noGrp="1"/>
          </p:cNvSpPr>
          <p:nvPr/>
        </p:nvSpPr>
        <p:spPr>
          <a:xfrm>
            <a:off x="8228923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0" name="A1_bar_Cryo_14063">
            <a:extLst>
              <a:ext uri="{FF2B5EF4-FFF2-40B4-BE49-F238E27FC236}">
                <a16:creationId xmlns:a16="http://schemas.microsoft.com/office/drawing/2014/main" id="{F029A4BC-8F72-4E50-ACE0-5A8F71E1E390}"/>
              </a:ext>
            </a:extLst>
          </p:cNvPr>
          <p:cNvSpPr>
            <a:spLocks noGrp="1"/>
          </p:cNvSpPr>
          <p:nvPr/>
        </p:nvSpPr>
        <p:spPr>
          <a:xfrm>
            <a:off x="8258247" y="6097858"/>
            <a:ext cx="34385" cy="34385"/>
          </a:xfrm>
          <a:prstGeom prst="ellipse">
            <a:avLst/>
          </a:prstGeom>
          <a:solidFill>
            <a:srgbClr val="B876A3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1" name="A1_bar_Cryo_14064">
            <a:extLst>
              <a:ext uri="{FF2B5EF4-FFF2-40B4-BE49-F238E27FC236}">
                <a16:creationId xmlns:a16="http://schemas.microsoft.com/office/drawing/2014/main" id="{270D4648-48EA-4684-9A0F-EA9F888A31EA}"/>
              </a:ext>
            </a:extLst>
          </p:cNvPr>
          <p:cNvSpPr>
            <a:spLocks noGrp="1"/>
          </p:cNvSpPr>
          <p:nvPr/>
        </p:nvSpPr>
        <p:spPr>
          <a:xfrm>
            <a:off x="2290773" y="46410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2" name="A1_bar_Cryo_14065">
            <a:extLst>
              <a:ext uri="{FF2B5EF4-FFF2-40B4-BE49-F238E27FC236}">
                <a16:creationId xmlns:a16="http://schemas.microsoft.com/office/drawing/2014/main" id="{B52AC1CD-409B-49D3-896C-F67EBAFD116F}"/>
              </a:ext>
            </a:extLst>
          </p:cNvPr>
          <p:cNvSpPr>
            <a:spLocks noGrp="1"/>
          </p:cNvSpPr>
          <p:nvPr/>
        </p:nvSpPr>
        <p:spPr>
          <a:xfrm>
            <a:off x="2198589" y="609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3" name="A1_bar_Cryo_14066">
            <a:extLst>
              <a:ext uri="{FF2B5EF4-FFF2-40B4-BE49-F238E27FC236}">
                <a16:creationId xmlns:a16="http://schemas.microsoft.com/office/drawing/2014/main" id="{3C2DB52D-91C5-4383-A7E1-A128F69FC49E}"/>
              </a:ext>
            </a:extLst>
          </p:cNvPr>
          <p:cNvSpPr>
            <a:spLocks noGrp="1"/>
          </p:cNvSpPr>
          <p:nvPr/>
        </p:nvSpPr>
        <p:spPr>
          <a:xfrm>
            <a:off x="2199613" y="474991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4" name="A1_bar_Cryo_14067">
            <a:extLst>
              <a:ext uri="{FF2B5EF4-FFF2-40B4-BE49-F238E27FC236}">
                <a16:creationId xmlns:a16="http://schemas.microsoft.com/office/drawing/2014/main" id="{354E7614-03AF-40D9-A98A-0B126F97644C}"/>
              </a:ext>
            </a:extLst>
          </p:cNvPr>
          <p:cNvSpPr>
            <a:spLocks noGrp="1"/>
          </p:cNvSpPr>
          <p:nvPr/>
        </p:nvSpPr>
        <p:spPr>
          <a:xfrm>
            <a:off x="2362946" y="5894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5" name="A1_bar_Cryo_14068">
            <a:extLst>
              <a:ext uri="{FF2B5EF4-FFF2-40B4-BE49-F238E27FC236}">
                <a16:creationId xmlns:a16="http://schemas.microsoft.com/office/drawing/2014/main" id="{53D9C350-2679-4C01-AFD8-915670FABD21}"/>
              </a:ext>
            </a:extLst>
          </p:cNvPr>
          <p:cNvSpPr>
            <a:spLocks noGrp="1"/>
          </p:cNvSpPr>
          <p:nvPr/>
        </p:nvSpPr>
        <p:spPr>
          <a:xfrm>
            <a:off x="2278201" y="37859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6" name="A1_bar_Cryo_14069">
            <a:extLst>
              <a:ext uri="{FF2B5EF4-FFF2-40B4-BE49-F238E27FC236}">
                <a16:creationId xmlns:a16="http://schemas.microsoft.com/office/drawing/2014/main" id="{5845B580-111F-4CE5-80AA-7871FC7936CE}"/>
              </a:ext>
            </a:extLst>
          </p:cNvPr>
          <p:cNvSpPr>
            <a:spLocks noGrp="1"/>
          </p:cNvSpPr>
          <p:nvPr/>
        </p:nvSpPr>
        <p:spPr>
          <a:xfrm>
            <a:off x="2284357" y="60500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7" name="A1_bar_Cryo_14070">
            <a:extLst>
              <a:ext uri="{FF2B5EF4-FFF2-40B4-BE49-F238E27FC236}">
                <a16:creationId xmlns:a16="http://schemas.microsoft.com/office/drawing/2014/main" id="{3AB0EBED-3B1B-453C-8D77-AC8845AED5CA}"/>
              </a:ext>
            </a:extLst>
          </p:cNvPr>
          <p:cNvSpPr>
            <a:spLocks noGrp="1"/>
          </p:cNvSpPr>
          <p:nvPr/>
        </p:nvSpPr>
        <p:spPr>
          <a:xfrm>
            <a:off x="2277988" y="60156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8" name="A1_bar_Cryo_14071">
            <a:extLst>
              <a:ext uri="{FF2B5EF4-FFF2-40B4-BE49-F238E27FC236}">
                <a16:creationId xmlns:a16="http://schemas.microsoft.com/office/drawing/2014/main" id="{76E54C0B-4C49-4F29-A033-B6CF5FFAD035}"/>
              </a:ext>
            </a:extLst>
          </p:cNvPr>
          <p:cNvSpPr>
            <a:spLocks noGrp="1"/>
          </p:cNvSpPr>
          <p:nvPr/>
        </p:nvSpPr>
        <p:spPr>
          <a:xfrm>
            <a:off x="2135118" y="367872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49" name="A1_bar_Cryo_14072">
            <a:extLst>
              <a:ext uri="{FF2B5EF4-FFF2-40B4-BE49-F238E27FC236}">
                <a16:creationId xmlns:a16="http://schemas.microsoft.com/office/drawing/2014/main" id="{5975A9C4-7F1D-4FAA-AF35-4B1026EA7B04}"/>
              </a:ext>
            </a:extLst>
          </p:cNvPr>
          <p:cNvSpPr>
            <a:spLocks noGrp="1"/>
          </p:cNvSpPr>
          <p:nvPr/>
        </p:nvSpPr>
        <p:spPr>
          <a:xfrm>
            <a:off x="2145561" y="47240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0" name="A1_bar_Cryo_14073">
            <a:extLst>
              <a:ext uri="{FF2B5EF4-FFF2-40B4-BE49-F238E27FC236}">
                <a16:creationId xmlns:a16="http://schemas.microsoft.com/office/drawing/2014/main" id="{A0AA62E9-A420-4A91-B1F9-DD2E789E2141}"/>
              </a:ext>
            </a:extLst>
          </p:cNvPr>
          <p:cNvSpPr>
            <a:spLocks noGrp="1"/>
          </p:cNvSpPr>
          <p:nvPr/>
        </p:nvSpPr>
        <p:spPr>
          <a:xfrm>
            <a:off x="2319069" y="39820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1" name="A1_bar_Cryo_14074">
            <a:extLst>
              <a:ext uri="{FF2B5EF4-FFF2-40B4-BE49-F238E27FC236}">
                <a16:creationId xmlns:a16="http://schemas.microsoft.com/office/drawing/2014/main" id="{29F3EF63-F89A-4283-BACB-765C9B835F6D}"/>
              </a:ext>
            </a:extLst>
          </p:cNvPr>
          <p:cNvSpPr>
            <a:spLocks noGrp="1"/>
          </p:cNvSpPr>
          <p:nvPr/>
        </p:nvSpPr>
        <p:spPr>
          <a:xfrm>
            <a:off x="2216411" y="40881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2" name="A1_bar_Cryo_14075">
            <a:extLst>
              <a:ext uri="{FF2B5EF4-FFF2-40B4-BE49-F238E27FC236}">
                <a16:creationId xmlns:a16="http://schemas.microsoft.com/office/drawing/2014/main" id="{CA4A273C-1C83-4E0D-AF33-BD345AB01060}"/>
              </a:ext>
            </a:extLst>
          </p:cNvPr>
          <p:cNvSpPr>
            <a:spLocks noGrp="1"/>
          </p:cNvSpPr>
          <p:nvPr/>
        </p:nvSpPr>
        <p:spPr>
          <a:xfrm>
            <a:off x="2245829" y="55367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3" name="A1_bar_Cryo_14076">
            <a:extLst>
              <a:ext uri="{FF2B5EF4-FFF2-40B4-BE49-F238E27FC236}">
                <a16:creationId xmlns:a16="http://schemas.microsoft.com/office/drawing/2014/main" id="{A26138E3-1711-4F8A-8AA1-9A25F4F22F87}"/>
              </a:ext>
            </a:extLst>
          </p:cNvPr>
          <p:cNvSpPr>
            <a:spLocks noGrp="1"/>
          </p:cNvSpPr>
          <p:nvPr/>
        </p:nvSpPr>
        <p:spPr>
          <a:xfrm>
            <a:off x="2286058" y="39750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4" name="A1_bar_Cryo_14077">
            <a:extLst>
              <a:ext uri="{FF2B5EF4-FFF2-40B4-BE49-F238E27FC236}">
                <a16:creationId xmlns:a16="http://schemas.microsoft.com/office/drawing/2014/main" id="{757CE94F-9EA7-48BC-AC50-12F5CE764B34}"/>
              </a:ext>
            </a:extLst>
          </p:cNvPr>
          <p:cNvSpPr>
            <a:spLocks noGrp="1"/>
          </p:cNvSpPr>
          <p:nvPr/>
        </p:nvSpPr>
        <p:spPr>
          <a:xfrm>
            <a:off x="2250325" y="50398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5" name="A1_bar_Cryo_14078">
            <a:extLst>
              <a:ext uri="{FF2B5EF4-FFF2-40B4-BE49-F238E27FC236}">
                <a16:creationId xmlns:a16="http://schemas.microsoft.com/office/drawing/2014/main" id="{8CCC3C5D-FDFA-424C-B12E-FB4E8FBDAD26}"/>
              </a:ext>
            </a:extLst>
          </p:cNvPr>
          <p:cNvSpPr>
            <a:spLocks noGrp="1"/>
          </p:cNvSpPr>
          <p:nvPr/>
        </p:nvSpPr>
        <p:spPr>
          <a:xfrm>
            <a:off x="2212138" y="55555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6" name="A1_bar_Cryo_14079">
            <a:extLst>
              <a:ext uri="{FF2B5EF4-FFF2-40B4-BE49-F238E27FC236}">
                <a16:creationId xmlns:a16="http://schemas.microsoft.com/office/drawing/2014/main" id="{0E57EDC3-5B12-428E-BEBC-86FA2BAD858B}"/>
              </a:ext>
            </a:extLst>
          </p:cNvPr>
          <p:cNvSpPr>
            <a:spLocks noGrp="1"/>
          </p:cNvSpPr>
          <p:nvPr/>
        </p:nvSpPr>
        <p:spPr>
          <a:xfrm>
            <a:off x="2377144" y="40910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7" name="A1_bar_Cryo_14080">
            <a:extLst>
              <a:ext uri="{FF2B5EF4-FFF2-40B4-BE49-F238E27FC236}">
                <a16:creationId xmlns:a16="http://schemas.microsoft.com/office/drawing/2014/main" id="{3AAC7B46-940D-46A0-B6FB-79CC372E72C5}"/>
              </a:ext>
            </a:extLst>
          </p:cNvPr>
          <p:cNvSpPr>
            <a:spLocks noGrp="1"/>
          </p:cNvSpPr>
          <p:nvPr/>
        </p:nvSpPr>
        <p:spPr>
          <a:xfrm>
            <a:off x="2196991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8" name="A1_bar_Cryo_14081">
            <a:extLst>
              <a:ext uri="{FF2B5EF4-FFF2-40B4-BE49-F238E27FC236}">
                <a16:creationId xmlns:a16="http://schemas.microsoft.com/office/drawing/2014/main" id="{7BCF2BD2-2F86-49B9-8A1F-C03E7BCCE582}"/>
              </a:ext>
            </a:extLst>
          </p:cNvPr>
          <p:cNvSpPr>
            <a:spLocks noGrp="1"/>
          </p:cNvSpPr>
          <p:nvPr/>
        </p:nvSpPr>
        <p:spPr>
          <a:xfrm>
            <a:off x="2356695" y="440891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59" name="A1_bar_Cryo_14082">
            <a:extLst>
              <a:ext uri="{FF2B5EF4-FFF2-40B4-BE49-F238E27FC236}">
                <a16:creationId xmlns:a16="http://schemas.microsoft.com/office/drawing/2014/main" id="{FC21D5CE-E53E-43C3-AC5B-3293E500E6B8}"/>
              </a:ext>
            </a:extLst>
          </p:cNvPr>
          <p:cNvSpPr>
            <a:spLocks noGrp="1"/>
          </p:cNvSpPr>
          <p:nvPr/>
        </p:nvSpPr>
        <p:spPr>
          <a:xfrm>
            <a:off x="2151799" y="44365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0" name="A1_bar_Cryo_14083">
            <a:extLst>
              <a:ext uri="{FF2B5EF4-FFF2-40B4-BE49-F238E27FC236}">
                <a16:creationId xmlns:a16="http://schemas.microsoft.com/office/drawing/2014/main" id="{FE58B3B7-403D-4ED0-92AB-A6F074AF8352}"/>
              </a:ext>
            </a:extLst>
          </p:cNvPr>
          <p:cNvSpPr>
            <a:spLocks noGrp="1"/>
          </p:cNvSpPr>
          <p:nvPr/>
        </p:nvSpPr>
        <p:spPr>
          <a:xfrm>
            <a:off x="2251440" y="46403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1" name="A1_bar_Cryo_14084">
            <a:extLst>
              <a:ext uri="{FF2B5EF4-FFF2-40B4-BE49-F238E27FC236}">
                <a16:creationId xmlns:a16="http://schemas.microsoft.com/office/drawing/2014/main" id="{1A8FE72C-EB54-4BB0-AB78-12A5AF47F6DA}"/>
              </a:ext>
            </a:extLst>
          </p:cNvPr>
          <p:cNvSpPr>
            <a:spLocks noGrp="1"/>
          </p:cNvSpPr>
          <p:nvPr/>
        </p:nvSpPr>
        <p:spPr>
          <a:xfrm>
            <a:off x="2140330" y="5275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2" name="A1_bar_Cryo_14085">
            <a:extLst>
              <a:ext uri="{FF2B5EF4-FFF2-40B4-BE49-F238E27FC236}">
                <a16:creationId xmlns:a16="http://schemas.microsoft.com/office/drawing/2014/main" id="{92AAD64D-78CB-4E60-B522-6C30B23649C6}"/>
              </a:ext>
            </a:extLst>
          </p:cNvPr>
          <p:cNvSpPr>
            <a:spLocks noGrp="1"/>
          </p:cNvSpPr>
          <p:nvPr/>
        </p:nvSpPr>
        <p:spPr>
          <a:xfrm>
            <a:off x="2177194" y="60977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3" name="A1_bar_Cryo_14086">
            <a:extLst>
              <a:ext uri="{FF2B5EF4-FFF2-40B4-BE49-F238E27FC236}">
                <a16:creationId xmlns:a16="http://schemas.microsoft.com/office/drawing/2014/main" id="{243315DC-D407-400C-A630-4FAF5E46F67E}"/>
              </a:ext>
            </a:extLst>
          </p:cNvPr>
          <p:cNvSpPr>
            <a:spLocks noGrp="1"/>
          </p:cNvSpPr>
          <p:nvPr/>
        </p:nvSpPr>
        <p:spPr>
          <a:xfrm>
            <a:off x="2193071" y="47175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4" name="A1_bar_Cryo_14087">
            <a:extLst>
              <a:ext uri="{FF2B5EF4-FFF2-40B4-BE49-F238E27FC236}">
                <a16:creationId xmlns:a16="http://schemas.microsoft.com/office/drawing/2014/main" id="{9244CF42-250A-459E-93B1-78733C26F255}"/>
              </a:ext>
            </a:extLst>
          </p:cNvPr>
          <p:cNvSpPr>
            <a:spLocks noGrp="1"/>
          </p:cNvSpPr>
          <p:nvPr/>
        </p:nvSpPr>
        <p:spPr>
          <a:xfrm>
            <a:off x="2260080" y="35677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5" name="A1_bar_Cryo_14088">
            <a:extLst>
              <a:ext uri="{FF2B5EF4-FFF2-40B4-BE49-F238E27FC236}">
                <a16:creationId xmlns:a16="http://schemas.microsoft.com/office/drawing/2014/main" id="{62DCB228-2128-475F-8CF7-357629405BA8}"/>
              </a:ext>
            </a:extLst>
          </p:cNvPr>
          <p:cNvSpPr>
            <a:spLocks noGrp="1"/>
          </p:cNvSpPr>
          <p:nvPr/>
        </p:nvSpPr>
        <p:spPr>
          <a:xfrm>
            <a:off x="2290207" y="60978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6" name="A1_bar_Cryo_14089">
            <a:extLst>
              <a:ext uri="{FF2B5EF4-FFF2-40B4-BE49-F238E27FC236}">
                <a16:creationId xmlns:a16="http://schemas.microsoft.com/office/drawing/2014/main" id="{969B5223-43CC-4C4C-8733-854B578B8C3F}"/>
              </a:ext>
            </a:extLst>
          </p:cNvPr>
          <p:cNvSpPr>
            <a:spLocks noGrp="1"/>
          </p:cNvSpPr>
          <p:nvPr/>
        </p:nvSpPr>
        <p:spPr>
          <a:xfrm>
            <a:off x="2368575" y="6026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7" name="A1_bar_Cryo_14090">
            <a:extLst>
              <a:ext uri="{FF2B5EF4-FFF2-40B4-BE49-F238E27FC236}">
                <a16:creationId xmlns:a16="http://schemas.microsoft.com/office/drawing/2014/main" id="{28D7809C-BA11-41B9-9EE1-648CAB50B5FD}"/>
              </a:ext>
            </a:extLst>
          </p:cNvPr>
          <p:cNvSpPr>
            <a:spLocks noGrp="1"/>
          </p:cNvSpPr>
          <p:nvPr/>
        </p:nvSpPr>
        <p:spPr>
          <a:xfrm>
            <a:off x="2246190" y="53459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8" name="A1_bar_Cryo_14091">
            <a:extLst>
              <a:ext uri="{FF2B5EF4-FFF2-40B4-BE49-F238E27FC236}">
                <a16:creationId xmlns:a16="http://schemas.microsoft.com/office/drawing/2014/main" id="{DCA72E30-2E5C-4156-86E7-7D0E50102807}"/>
              </a:ext>
            </a:extLst>
          </p:cNvPr>
          <p:cNvSpPr>
            <a:spLocks noGrp="1"/>
          </p:cNvSpPr>
          <p:nvPr/>
        </p:nvSpPr>
        <p:spPr>
          <a:xfrm>
            <a:off x="2272366" y="46619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69" name="A1_bar_Cryo_14092">
            <a:extLst>
              <a:ext uri="{FF2B5EF4-FFF2-40B4-BE49-F238E27FC236}">
                <a16:creationId xmlns:a16="http://schemas.microsoft.com/office/drawing/2014/main" id="{ABC6E737-1C37-488F-A3EE-8F93276B203A}"/>
              </a:ext>
            </a:extLst>
          </p:cNvPr>
          <p:cNvSpPr>
            <a:spLocks noGrp="1"/>
          </p:cNvSpPr>
          <p:nvPr/>
        </p:nvSpPr>
        <p:spPr>
          <a:xfrm>
            <a:off x="2167358" y="352910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0" name="A1_bar_Cryo_14093">
            <a:extLst>
              <a:ext uri="{FF2B5EF4-FFF2-40B4-BE49-F238E27FC236}">
                <a16:creationId xmlns:a16="http://schemas.microsoft.com/office/drawing/2014/main" id="{F40F7710-1D6C-44FA-9314-E2D7BEAF8540}"/>
              </a:ext>
            </a:extLst>
          </p:cNvPr>
          <p:cNvSpPr>
            <a:spLocks noGrp="1"/>
          </p:cNvSpPr>
          <p:nvPr/>
        </p:nvSpPr>
        <p:spPr>
          <a:xfrm>
            <a:off x="2349541" y="35643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1" name="A1_bar_Cryo_14094">
            <a:extLst>
              <a:ext uri="{FF2B5EF4-FFF2-40B4-BE49-F238E27FC236}">
                <a16:creationId xmlns:a16="http://schemas.microsoft.com/office/drawing/2014/main" id="{0525F566-A143-4CED-A350-A4F1E012F8AB}"/>
              </a:ext>
            </a:extLst>
          </p:cNvPr>
          <p:cNvSpPr>
            <a:spLocks noGrp="1"/>
          </p:cNvSpPr>
          <p:nvPr/>
        </p:nvSpPr>
        <p:spPr>
          <a:xfrm>
            <a:off x="2372678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2" name="A1_bar_Cryo_14095">
            <a:extLst>
              <a:ext uri="{FF2B5EF4-FFF2-40B4-BE49-F238E27FC236}">
                <a16:creationId xmlns:a16="http://schemas.microsoft.com/office/drawing/2014/main" id="{37A36E52-0BC4-4356-A6DE-91AF075A200F}"/>
              </a:ext>
            </a:extLst>
          </p:cNvPr>
          <p:cNvSpPr>
            <a:spLocks noGrp="1"/>
          </p:cNvSpPr>
          <p:nvPr/>
        </p:nvSpPr>
        <p:spPr>
          <a:xfrm>
            <a:off x="2232623" y="40887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3" name="A1_bar_Cryo_14096">
            <a:extLst>
              <a:ext uri="{FF2B5EF4-FFF2-40B4-BE49-F238E27FC236}">
                <a16:creationId xmlns:a16="http://schemas.microsoft.com/office/drawing/2014/main" id="{CD7DC98A-5649-48DF-8992-9C6FC1426BFF}"/>
              </a:ext>
            </a:extLst>
          </p:cNvPr>
          <p:cNvSpPr>
            <a:spLocks noGrp="1"/>
          </p:cNvSpPr>
          <p:nvPr/>
        </p:nvSpPr>
        <p:spPr>
          <a:xfrm>
            <a:off x="2181588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4" name="A1_bar_Cryo_14097">
            <a:extLst>
              <a:ext uri="{FF2B5EF4-FFF2-40B4-BE49-F238E27FC236}">
                <a16:creationId xmlns:a16="http://schemas.microsoft.com/office/drawing/2014/main" id="{1C1A1539-7E67-46EC-A3C0-50DF4E26B639}"/>
              </a:ext>
            </a:extLst>
          </p:cNvPr>
          <p:cNvSpPr>
            <a:spLocks noGrp="1"/>
          </p:cNvSpPr>
          <p:nvPr/>
        </p:nvSpPr>
        <p:spPr>
          <a:xfrm>
            <a:off x="2343918" y="4932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5" name="A1_bar_Cryo_14098">
            <a:extLst>
              <a:ext uri="{FF2B5EF4-FFF2-40B4-BE49-F238E27FC236}">
                <a16:creationId xmlns:a16="http://schemas.microsoft.com/office/drawing/2014/main" id="{41F4A434-6388-4A36-B1E2-9ED11B907C8D}"/>
              </a:ext>
            </a:extLst>
          </p:cNvPr>
          <p:cNvSpPr>
            <a:spLocks noGrp="1"/>
          </p:cNvSpPr>
          <p:nvPr/>
        </p:nvSpPr>
        <p:spPr>
          <a:xfrm>
            <a:off x="2232051" y="43462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6" name="A1_bar_Cryo_14099">
            <a:extLst>
              <a:ext uri="{FF2B5EF4-FFF2-40B4-BE49-F238E27FC236}">
                <a16:creationId xmlns:a16="http://schemas.microsoft.com/office/drawing/2014/main" id="{B95BC46D-AA66-4514-B258-DCF0178FDEE4}"/>
              </a:ext>
            </a:extLst>
          </p:cNvPr>
          <p:cNvSpPr>
            <a:spLocks noGrp="1"/>
          </p:cNvSpPr>
          <p:nvPr/>
        </p:nvSpPr>
        <p:spPr>
          <a:xfrm>
            <a:off x="2160034" y="60978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7" name="A1_bar_Cryo_14100">
            <a:extLst>
              <a:ext uri="{FF2B5EF4-FFF2-40B4-BE49-F238E27FC236}">
                <a16:creationId xmlns:a16="http://schemas.microsoft.com/office/drawing/2014/main" id="{0B9D06C4-519C-42C8-B11E-02958F55BB20}"/>
              </a:ext>
            </a:extLst>
          </p:cNvPr>
          <p:cNvSpPr>
            <a:spLocks noGrp="1"/>
          </p:cNvSpPr>
          <p:nvPr/>
        </p:nvSpPr>
        <p:spPr>
          <a:xfrm>
            <a:off x="2317432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8" name="A1_bar_Cryo_14101">
            <a:extLst>
              <a:ext uri="{FF2B5EF4-FFF2-40B4-BE49-F238E27FC236}">
                <a16:creationId xmlns:a16="http://schemas.microsoft.com/office/drawing/2014/main" id="{017BDB57-D7A0-44E4-8A8D-BACAC500EA45}"/>
              </a:ext>
            </a:extLst>
          </p:cNvPr>
          <p:cNvSpPr>
            <a:spLocks noGrp="1"/>
          </p:cNvSpPr>
          <p:nvPr/>
        </p:nvSpPr>
        <p:spPr>
          <a:xfrm>
            <a:off x="2309546" y="443131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79" name="A1_bar_Cryo_14102">
            <a:extLst>
              <a:ext uri="{FF2B5EF4-FFF2-40B4-BE49-F238E27FC236}">
                <a16:creationId xmlns:a16="http://schemas.microsoft.com/office/drawing/2014/main" id="{E9A54C7E-871A-4EBE-9A82-4D16B26E8DFD}"/>
              </a:ext>
            </a:extLst>
          </p:cNvPr>
          <p:cNvSpPr>
            <a:spLocks noGrp="1"/>
          </p:cNvSpPr>
          <p:nvPr/>
        </p:nvSpPr>
        <p:spPr>
          <a:xfrm>
            <a:off x="2289839" y="435785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0" name="A1_bar_Cryo_14103">
            <a:extLst>
              <a:ext uri="{FF2B5EF4-FFF2-40B4-BE49-F238E27FC236}">
                <a16:creationId xmlns:a16="http://schemas.microsoft.com/office/drawing/2014/main" id="{FB2EAAD3-F7AD-4207-8463-FEF720B69250}"/>
              </a:ext>
            </a:extLst>
          </p:cNvPr>
          <p:cNvSpPr>
            <a:spLocks noGrp="1"/>
          </p:cNvSpPr>
          <p:nvPr/>
        </p:nvSpPr>
        <p:spPr>
          <a:xfrm>
            <a:off x="2243085" y="3447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1" name="A1_bar_Cryo_14104">
            <a:extLst>
              <a:ext uri="{FF2B5EF4-FFF2-40B4-BE49-F238E27FC236}">
                <a16:creationId xmlns:a16="http://schemas.microsoft.com/office/drawing/2014/main" id="{3B1404E6-ACC2-4018-BD5B-021CC15EB4D0}"/>
              </a:ext>
            </a:extLst>
          </p:cNvPr>
          <p:cNvSpPr>
            <a:spLocks noGrp="1"/>
          </p:cNvSpPr>
          <p:nvPr/>
        </p:nvSpPr>
        <p:spPr>
          <a:xfrm>
            <a:off x="2340671" y="5237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2" name="A1_bar_Cryo_14105">
            <a:extLst>
              <a:ext uri="{FF2B5EF4-FFF2-40B4-BE49-F238E27FC236}">
                <a16:creationId xmlns:a16="http://schemas.microsoft.com/office/drawing/2014/main" id="{FFCA3A6D-3EFC-4370-AC1E-CAD7AD5C88D7}"/>
              </a:ext>
            </a:extLst>
          </p:cNvPr>
          <p:cNvSpPr>
            <a:spLocks noGrp="1"/>
          </p:cNvSpPr>
          <p:nvPr/>
        </p:nvSpPr>
        <p:spPr>
          <a:xfrm>
            <a:off x="2317042" y="35887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3" name="A1_bar_Cryo_14106">
            <a:extLst>
              <a:ext uri="{FF2B5EF4-FFF2-40B4-BE49-F238E27FC236}">
                <a16:creationId xmlns:a16="http://schemas.microsoft.com/office/drawing/2014/main" id="{186A838C-759C-4AB8-A634-70C3AC26FFD3}"/>
              </a:ext>
            </a:extLst>
          </p:cNvPr>
          <p:cNvSpPr>
            <a:spLocks noGrp="1"/>
          </p:cNvSpPr>
          <p:nvPr/>
        </p:nvSpPr>
        <p:spPr>
          <a:xfrm>
            <a:off x="2166841" y="60978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4" name="A1_bar_Cryo_14107">
            <a:extLst>
              <a:ext uri="{FF2B5EF4-FFF2-40B4-BE49-F238E27FC236}">
                <a16:creationId xmlns:a16="http://schemas.microsoft.com/office/drawing/2014/main" id="{672981C8-8B42-4F3C-8664-2A202832EAC1}"/>
              </a:ext>
            </a:extLst>
          </p:cNvPr>
          <p:cNvSpPr>
            <a:spLocks noGrp="1"/>
          </p:cNvSpPr>
          <p:nvPr/>
        </p:nvSpPr>
        <p:spPr>
          <a:xfrm>
            <a:off x="2157807" y="47065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5" name="A1_bar_Cryo_14108">
            <a:extLst>
              <a:ext uri="{FF2B5EF4-FFF2-40B4-BE49-F238E27FC236}">
                <a16:creationId xmlns:a16="http://schemas.microsoft.com/office/drawing/2014/main" id="{74F1128E-167F-4C60-9EE9-EADAF1592B79}"/>
              </a:ext>
            </a:extLst>
          </p:cNvPr>
          <p:cNvSpPr>
            <a:spLocks noGrp="1"/>
          </p:cNvSpPr>
          <p:nvPr/>
        </p:nvSpPr>
        <p:spPr>
          <a:xfrm>
            <a:off x="2208834" y="60978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6" name="A1_bar_Cryo_14109">
            <a:extLst>
              <a:ext uri="{FF2B5EF4-FFF2-40B4-BE49-F238E27FC236}">
                <a16:creationId xmlns:a16="http://schemas.microsoft.com/office/drawing/2014/main" id="{2B2B5282-A400-4648-A0D5-F631F2545693}"/>
              </a:ext>
            </a:extLst>
          </p:cNvPr>
          <p:cNvSpPr>
            <a:spLocks noGrp="1"/>
          </p:cNvSpPr>
          <p:nvPr/>
        </p:nvSpPr>
        <p:spPr>
          <a:xfrm>
            <a:off x="2250667" y="3793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7" name="A1_bar_Cryo_14110">
            <a:extLst>
              <a:ext uri="{FF2B5EF4-FFF2-40B4-BE49-F238E27FC236}">
                <a16:creationId xmlns:a16="http://schemas.microsoft.com/office/drawing/2014/main" id="{561F1A14-4653-49F3-BA84-A701B47E6164}"/>
              </a:ext>
            </a:extLst>
          </p:cNvPr>
          <p:cNvSpPr>
            <a:spLocks noGrp="1"/>
          </p:cNvSpPr>
          <p:nvPr/>
        </p:nvSpPr>
        <p:spPr>
          <a:xfrm>
            <a:off x="2264862" y="43133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8" name="A1_bar_Cryo_14111">
            <a:extLst>
              <a:ext uri="{FF2B5EF4-FFF2-40B4-BE49-F238E27FC236}">
                <a16:creationId xmlns:a16="http://schemas.microsoft.com/office/drawing/2014/main" id="{0307A84B-752B-4F3E-9924-330D30C76AF5}"/>
              </a:ext>
            </a:extLst>
          </p:cNvPr>
          <p:cNvSpPr>
            <a:spLocks noGrp="1"/>
          </p:cNvSpPr>
          <p:nvPr/>
        </p:nvSpPr>
        <p:spPr>
          <a:xfrm>
            <a:off x="2262311" y="60946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89" name="A1_bar_Cryo_14112">
            <a:extLst>
              <a:ext uri="{FF2B5EF4-FFF2-40B4-BE49-F238E27FC236}">
                <a16:creationId xmlns:a16="http://schemas.microsoft.com/office/drawing/2014/main" id="{409F822C-76DE-4760-90CA-DAB0ABC3AB64}"/>
              </a:ext>
            </a:extLst>
          </p:cNvPr>
          <p:cNvSpPr>
            <a:spLocks noGrp="1"/>
          </p:cNvSpPr>
          <p:nvPr/>
        </p:nvSpPr>
        <p:spPr>
          <a:xfrm>
            <a:off x="2311175" y="51563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0" name="A1_bar_Cryo_14113">
            <a:extLst>
              <a:ext uri="{FF2B5EF4-FFF2-40B4-BE49-F238E27FC236}">
                <a16:creationId xmlns:a16="http://schemas.microsoft.com/office/drawing/2014/main" id="{0039FBEE-B162-4443-B879-3755432A0061}"/>
              </a:ext>
            </a:extLst>
          </p:cNvPr>
          <p:cNvSpPr>
            <a:spLocks noGrp="1"/>
          </p:cNvSpPr>
          <p:nvPr/>
        </p:nvSpPr>
        <p:spPr>
          <a:xfrm>
            <a:off x="2333672" y="36935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1" name="A1_bar_Cryo_14114">
            <a:extLst>
              <a:ext uri="{FF2B5EF4-FFF2-40B4-BE49-F238E27FC236}">
                <a16:creationId xmlns:a16="http://schemas.microsoft.com/office/drawing/2014/main" id="{BF016A3E-EBCD-45A8-A918-5CF5EFB2D639}"/>
              </a:ext>
            </a:extLst>
          </p:cNvPr>
          <p:cNvSpPr>
            <a:spLocks noGrp="1"/>
          </p:cNvSpPr>
          <p:nvPr/>
        </p:nvSpPr>
        <p:spPr>
          <a:xfrm>
            <a:off x="2335976" y="49546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2" name="A1_bar_Cryo_14115">
            <a:extLst>
              <a:ext uri="{FF2B5EF4-FFF2-40B4-BE49-F238E27FC236}">
                <a16:creationId xmlns:a16="http://schemas.microsoft.com/office/drawing/2014/main" id="{B8ECCD22-5BD5-42A1-AC4C-DF0B224C8788}"/>
              </a:ext>
            </a:extLst>
          </p:cNvPr>
          <p:cNvSpPr>
            <a:spLocks noGrp="1"/>
          </p:cNvSpPr>
          <p:nvPr/>
        </p:nvSpPr>
        <p:spPr>
          <a:xfrm>
            <a:off x="2131051" y="60977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3" name="A1_bar_Cryo_14116">
            <a:extLst>
              <a:ext uri="{FF2B5EF4-FFF2-40B4-BE49-F238E27FC236}">
                <a16:creationId xmlns:a16="http://schemas.microsoft.com/office/drawing/2014/main" id="{ABAF48C6-10EB-446A-83B9-24B863D12F5D}"/>
              </a:ext>
            </a:extLst>
          </p:cNvPr>
          <p:cNvSpPr>
            <a:spLocks noGrp="1"/>
          </p:cNvSpPr>
          <p:nvPr/>
        </p:nvSpPr>
        <p:spPr>
          <a:xfrm>
            <a:off x="2252664" y="4747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4" name="A1_bar_Cryo_14117">
            <a:extLst>
              <a:ext uri="{FF2B5EF4-FFF2-40B4-BE49-F238E27FC236}">
                <a16:creationId xmlns:a16="http://schemas.microsoft.com/office/drawing/2014/main" id="{8DF6940E-4CB4-4679-B0DB-54B1147FF923}"/>
              </a:ext>
            </a:extLst>
          </p:cNvPr>
          <p:cNvSpPr>
            <a:spLocks noGrp="1"/>
          </p:cNvSpPr>
          <p:nvPr/>
        </p:nvSpPr>
        <p:spPr>
          <a:xfrm>
            <a:off x="2240351" y="45570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5" name="A1_bar_Cryo_14118">
            <a:extLst>
              <a:ext uri="{FF2B5EF4-FFF2-40B4-BE49-F238E27FC236}">
                <a16:creationId xmlns:a16="http://schemas.microsoft.com/office/drawing/2014/main" id="{52B45F90-66B5-4FB3-9601-BF0E1C3E7B24}"/>
              </a:ext>
            </a:extLst>
          </p:cNvPr>
          <p:cNvSpPr>
            <a:spLocks noGrp="1"/>
          </p:cNvSpPr>
          <p:nvPr/>
        </p:nvSpPr>
        <p:spPr>
          <a:xfrm>
            <a:off x="2294460" y="51425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6" name="A1_bar_Cryo_14119">
            <a:extLst>
              <a:ext uri="{FF2B5EF4-FFF2-40B4-BE49-F238E27FC236}">
                <a16:creationId xmlns:a16="http://schemas.microsoft.com/office/drawing/2014/main" id="{942A8FEC-AFB0-45DF-A236-FADB64A53D83}"/>
              </a:ext>
            </a:extLst>
          </p:cNvPr>
          <p:cNvSpPr>
            <a:spLocks noGrp="1"/>
          </p:cNvSpPr>
          <p:nvPr/>
        </p:nvSpPr>
        <p:spPr>
          <a:xfrm>
            <a:off x="2167985" y="4600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7" name="A1_bar_Cryo_14120">
            <a:extLst>
              <a:ext uri="{FF2B5EF4-FFF2-40B4-BE49-F238E27FC236}">
                <a16:creationId xmlns:a16="http://schemas.microsoft.com/office/drawing/2014/main" id="{BA915BFB-FEB8-4FB6-AB8F-FED7B6F10AB2}"/>
              </a:ext>
            </a:extLst>
          </p:cNvPr>
          <p:cNvSpPr>
            <a:spLocks noGrp="1"/>
          </p:cNvSpPr>
          <p:nvPr/>
        </p:nvSpPr>
        <p:spPr>
          <a:xfrm>
            <a:off x="2286714" y="4539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8" name="A1_bar_Cryo_14121">
            <a:extLst>
              <a:ext uri="{FF2B5EF4-FFF2-40B4-BE49-F238E27FC236}">
                <a16:creationId xmlns:a16="http://schemas.microsoft.com/office/drawing/2014/main" id="{41BEAD54-DCE7-43CC-8C77-3D0B55EDE5D5}"/>
              </a:ext>
            </a:extLst>
          </p:cNvPr>
          <p:cNvSpPr>
            <a:spLocks noGrp="1"/>
          </p:cNvSpPr>
          <p:nvPr/>
        </p:nvSpPr>
        <p:spPr>
          <a:xfrm>
            <a:off x="2371152" y="34333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899" name="A1_bar_Cryo_14122">
            <a:extLst>
              <a:ext uri="{FF2B5EF4-FFF2-40B4-BE49-F238E27FC236}">
                <a16:creationId xmlns:a16="http://schemas.microsoft.com/office/drawing/2014/main" id="{6AA94371-73C7-431F-B1B7-E3C9643DA68B}"/>
              </a:ext>
            </a:extLst>
          </p:cNvPr>
          <p:cNvSpPr>
            <a:spLocks noGrp="1"/>
          </p:cNvSpPr>
          <p:nvPr/>
        </p:nvSpPr>
        <p:spPr>
          <a:xfrm>
            <a:off x="2200290" y="34844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0" name="A1_bar_Cryo_14123">
            <a:extLst>
              <a:ext uri="{FF2B5EF4-FFF2-40B4-BE49-F238E27FC236}">
                <a16:creationId xmlns:a16="http://schemas.microsoft.com/office/drawing/2014/main" id="{E967519D-5565-4F51-ACEB-37824642B3EF}"/>
              </a:ext>
            </a:extLst>
          </p:cNvPr>
          <p:cNvSpPr>
            <a:spLocks noGrp="1"/>
          </p:cNvSpPr>
          <p:nvPr/>
        </p:nvSpPr>
        <p:spPr>
          <a:xfrm>
            <a:off x="2130916" y="36460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1" name="A1_bar_Cryo_14124">
            <a:extLst>
              <a:ext uri="{FF2B5EF4-FFF2-40B4-BE49-F238E27FC236}">
                <a16:creationId xmlns:a16="http://schemas.microsoft.com/office/drawing/2014/main" id="{9FB83541-1B6E-4625-9C5E-78CB0EE8AACA}"/>
              </a:ext>
            </a:extLst>
          </p:cNvPr>
          <p:cNvSpPr>
            <a:spLocks noGrp="1"/>
          </p:cNvSpPr>
          <p:nvPr/>
        </p:nvSpPr>
        <p:spPr>
          <a:xfrm>
            <a:off x="2359535" y="4117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2" name="A1_bar_Cryo_14125">
            <a:extLst>
              <a:ext uri="{FF2B5EF4-FFF2-40B4-BE49-F238E27FC236}">
                <a16:creationId xmlns:a16="http://schemas.microsoft.com/office/drawing/2014/main" id="{E9F058DB-2693-424A-A0E5-14D4197F6552}"/>
              </a:ext>
            </a:extLst>
          </p:cNvPr>
          <p:cNvSpPr>
            <a:spLocks noGrp="1"/>
          </p:cNvSpPr>
          <p:nvPr/>
        </p:nvSpPr>
        <p:spPr>
          <a:xfrm>
            <a:off x="2383191" y="3545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3" name="A1_bar_Cryo_14126">
            <a:extLst>
              <a:ext uri="{FF2B5EF4-FFF2-40B4-BE49-F238E27FC236}">
                <a16:creationId xmlns:a16="http://schemas.microsoft.com/office/drawing/2014/main" id="{824D79C0-81A6-438F-8F13-F4B7A8DC5D86}"/>
              </a:ext>
            </a:extLst>
          </p:cNvPr>
          <p:cNvSpPr>
            <a:spLocks noGrp="1"/>
          </p:cNvSpPr>
          <p:nvPr/>
        </p:nvSpPr>
        <p:spPr>
          <a:xfrm>
            <a:off x="2220806" y="46015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4" name="A1_bar_Cryo_14127">
            <a:extLst>
              <a:ext uri="{FF2B5EF4-FFF2-40B4-BE49-F238E27FC236}">
                <a16:creationId xmlns:a16="http://schemas.microsoft.com/office/drawing/2014/main" id="{05408A0E-56F0-4F49-8320-925E926A04BD}"/>
              </a:ext>
            </a:extLst>
          </p:cNvPr>
          <p:cNvSpPr>
            <a:spLocks noGrp="1"/>
          </p:cNvSpPr>
          <p:nvPr/>
        </p:nvSpPr>
        <p:spPr>
          <a:xfrm>
            <a:off x="2357145" y="609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5" name="A1_bar_Cryo_14128">
            <a:extLst>
              <a:ext uri="{FF2B5EF4-FFF2-40B4-BE49-F238E27FC236}">
                <a16:creationId xmlns:a16="http://schemas.microsoft.com/office/drawing/2014/main" id="{CBC2426E-CFF6-4955-AFDA-E1FBCD87FE3C}"/>
              </a:ext>
            </a:extLst>
          </p:cNvPr>
          <p:cNvSpPr>
            <a:spLocks noGrp="1"/>
          </p:cNvSpPr>
          <p:nvPr/>
        </p:nvSpPr>
        <p:spPr>
          <a:xfrm>
            <a:off x="2294893" y="42664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6" name="A1_bar_Cryo_14129">
            <a:extLst>
              <a:ext uri="{FF2B5EF4-FFF2-40B4-BE49-F238E27FC236}">
                <a16:creationId xmlns:a16="http://schemas.microsoft.com/office/drawing/2014/main" id="{F2C1CE4F-FE05-447D-BAB4-B77B864249C5}"/>
              </a:ext>
            </a:extLst>
          </p:cNvPr>
          <p:cNvSpPr>
            <a:spLocks noGrp="1"/>
          </p:cNvSpPr>
          <p:nvPr/>
        </p:nvSpPr>
        <p:spPr>
          <a:xfrm>
            <a:off x="2222217" y="60874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7" name="A1_bar_Cryo_14130">
            <a:extLst>
              <a:ext uri="{FF2B5EF4-FFF2-40B4-BE49-F238E27FC236}">
                <a16:creationId xmlns:a16="http://schemas.microsoft.com/office/drawing/2014/main" id="{D984A727-0E6F-420B-B48E-9993D16F2250}"/>
              </a:ext>
            </a:extLst>
          </p:cNvPr>
          <p:cNvSpPr>
            <a:spLocks noGrp="1"/>
          </p:cNvSpPr>
          <p:nvPr/>
        </p:nvSpPr>
        <p:spPr>
          <a:xfrm>
            <a:off x="2251605" y="5514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8" name="A1_bar_Cryo_14131">
            <a:extLst>
              <a:ext uri="{FF2B5EF4-FFF2-40B4-BE49-F238E27FC236}">
                <a16:creationId xmlns:a16="http://schemas.microsoft.com/office/drawing/2014/main" id="{51DE187B-657C-4E45-9A05-55B837B8B8E5}"/>
              </a:ext>
            </a:extLst>
          </p:cNvPr>
          <p:cNvSpPr>
            <a:spLocks noGrp="1"/>
          </p:cNvSpPr>
          <p:nvPr/>
        </p:nvSpPr>
        <p:spPr>
          <a:xfrm>
            <a:off x="2322924" y="560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09" name="A1_bar_Cryo_14132">
            <a:extLst>
              <a:ext uri="{FF2B5EF4-FFF2-40B4-BE49-F238E27FC236}">
                <a16:creationId xmlns:a16="http://schemas.microsoft.com/office/drawing/2014/main" id="{069B5327-E5E8-4D3B-92CF-8CD34BF8D947}"/>
              </a:ext>
            </a:extLst>
          </p:cNvPr>
          <p:cNvSpPr>
            <a:spLocks noGrp="1"/>
          </p:cNvSpPr>
          <p:nvPr/>
        </p:nvSpPr>
        <p:spPr>
          <a:xfrm>
            <a:off x="2262362" y="4145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0" name="A1_bar_Cryo_14133">
            <a:extLst>
              <a:ext uri="{FF2B5EF4-FFF2-40B4-BE49-F238E27FC236}">
                <a16:creationId xmlns:a16="http://schemas.microsoft.com/office/drawing/2014/main" id="{1A01E97F-8AA4-4B07-AD77-1FE867292EEA}"/>
              </a:ext>
            </a:extLst>
          </p:cNvPr>
          <p:cNvSpPr>
            <a:spLocks noGrp="1"/>
          </p:cNvSpPr>
          <p:nvPr/>
        </p:nvSpPr>
        <p:spPr>
          <a:xfrm>
            <a:off x="2288619" y="54256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1" name="A1_bar_Cryo_14134">
            <a:extLst>
              <a:ext uri="{FF2B5EF4-FFF2-40B4-BE49-F238E27FC236}">
                <a16:creationId xmlns:a16="http://schemas.microsoft.com/office/drawing/2014/main" id="{B654BAF3-156D-4CAD-A988-5E9EED958841}"/>
              </a:ext>
            </a:extLst>
          </p:cNvPr>
          <p:cNvSpPr>
            <a:spLocks noGrp="1"/>
          </p:cNvSpPr>
          <p:nvPr/>
        </p:nvSpPr>
        <p:spPr>
          <a:xfrm>
            <a:off x="2218043" y="3407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2" name="A1_bar_Cryo_14135">
            <a:extLst>
              <a:ext uri="{FF2B5EF4-FFF2-40B4-BE49-F238E27FC236}">
                <a16:creationId xmlns:a16="http://schemas.microsoft.com/office/drawing/2014/main" id="{76E57A17-0AC2-4771-A79A-F82BAF35CCE7}"/>
              </a:ext>
            </a:extLst>
          </p:cNvPr>
          <p:cNvSpPr>
            <a:spLocks noGrp="1"/>
          </p:cNvSpPr>
          <p:nvPr/>
        </p:nvSpPr>
        <p:spPr>
          <a:xfrm>
            <a:off x="2316916" y="50553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3" name="A1_bar_Cryo_14136">
            <a:extLst>
              <a:ext uri="{FF2B5EF4-FFF2-40B4-BE49-F238E27FC236}">
                <a16:creationId xmlns:a16="http://schemas.microsoft.com/office/drawing/2014/main" id="{57B444AD-5C59-4921-B527-3DC4118583AC}"/>
              </a:ext>
            </a:extLst>
          </p:cNvPr>
          <p:cNvSpPr>
            <a:spLocks noGrp="1"/>
          </p:cNvSpPr>
          <p:nvPr/>
        </p:nvSpPr>
        <p:spPr>
          <a:xfrm>
            <a:off x="2379477" y="59848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4" name="A1_bar_Cryo_14137">
            <a:extLst>
              <a:ext uri="{FF2B5EF4-FFF2-40B4-BE49-F238E27FC236}">
                <a16:creationId xmlns:a16="http://schemas.microsoft.com/office/drawing/2014/main" id="{274A6D20-DE73-4EFA-ADCA-B745F73A1D14}"/>
              </a:ext>
            </a:extLst>
          </p:cNvPr>
          <p:cNvSpPr>
            <a:spLocks noGrp="1"/>
          </p:cNvSpPr>
          <p:nvPr/>
        </p:nvSpPr>
        <p:spPr>
          <a:xfrm>
            <a:off x="2372284" y="39142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5" name="A1_bar_Cryo_14138">
            <a:extLst>
              <a:ext uri="{FF2B5EF4-FFF2-40B4-BE49-F238E27FC236}">
                <a16:creationId xmlns:a16="http://schemas.microsoft.com/office/drawing/2014/main" id="{5F788347-7AA4-49B8-A199-BDB8D6758D83}"/>
              </a:ext>
            </a:extLst>
          </p:cNvPr>
          <p:cNvSpPr>
            <a:spLocks noGrp="1"/>
          </p:cNvSpPr>
          <p:nvPr/>
        </p:nvSpPr>
        <p:spPr>
          <a:xfrm>
            <a:off x="2316766" y="569073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6" name="A1_bar_Cryo_14139">
            <a:extLst>
              <a:ext uri="{FF2B5EF4-FFF2-40B4-BE49-F238E27FC236}">
                <a16:creationId xmlns:a16="http://schemas.microsoft.com/office/drawing/2014/main" id="{17B7DEE6-E32F-42C2-887D-BDC732A0DFBC}"/>
              </a:ext>
            </a:extLst>
          </p:cNvPr>
          <p:cNvSpPr>
            <a:spLocks noGrp="1"/>
          </p:cNvSpPr>
          <p:nvPr/>
        </p:nvSpPr>
        <p:spPr>
          <a:xfrm>
            <a:off x="2190602" y="59322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7" name="A1_bar_Cryo_14140">
            <a:extLst>
              <a:ext uri="{FF2B5EF4-FFF2-40B4-BE49-F238E27FC236}">
                <a16:creationId xmlns:a16="http://schemas.microsoft.com/office/drawing/2014/main" id="{4E95117D-3BA1-448C-8DCD-5FC7281CBB82}"/>
              </a:ext>
            </a:extLst>
          </p:cNvPr>
          <p:cNvSpPr>
            <a:spLocks noGrp="1"/>
          </p:cNvSpPr>
          <p:nvPr/>
        </p:nvSpPr>
        <p:spPr>
          <a:xfrm>
            <a:off x="2224383" y="53039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8" name="A1_bar_Cryo_14141">
            <a:extLst>
              <a:ext uri="{FF2B5EF4-FFF2-40B4-BE49-F238E27FC236}">
                <a16:creationId xmlns:a16="http://schemas.microsoft.com/office/drawing/2014/main" id="{8882163F-D5F4-472E-AC0D-C016545F2431}"/>
              </a:ext>
            </a:extLst>
          </p:cNvPr>
          <p:cNvSpPr>
            <a:spLocks noGrp="1"/>
          </p:cNvSpPr>
          <p:nvPr/>
        </p:nvSpPr>
        <p:spPr>
          <a:xfrm>
            <a:off x="2320383" y="36884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19" name="A1_bar_Cryo_14142">
            <a:extLst>
              <a:ext uri="{FF2B5EF4-FFF2-40B4-BE49-F238E27FC236}">
                <a16:creationId xmlns:a16="http://schemas.microsoft.com/office/drawing/2014/main" id="{3142BA22-CC52-44A2-95C1-E09070B9CBED}"/>
              </a:ext>
            </a:extLst>
          </p:cNvPr>
          <p:cNvSpPr>
            <a:spLocks noGrp="1"/>
          </p:cNvSpPr>
          <p:nvPr/>
        </p:nvSpPr>
        <p:spPr>
          <a:xfrm>
            <a:off x="2152263" y="52044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0" name="A1_bar_Cryo_14143">
            <a:extLst>
              <a:ext uri="{FF2B5EF4-FFF2-40B4-BE49-F238E27FC236}">
                <a16:creationId xmlns:a16="http://schemas.microsoft.com/office/drawing/2014/main" id="{B1DED506-4FBE-46DF-83A6-2C0877FC08F2}"/>
              </a:ext>
            </a:extLst>
          </p:cNvPr>
          <p:cNvSpPr>
            <a:spLocks noGrp="1"/>
          </p:cNvSpPr>
          <p:nvPr/>
        </p:nvSpPr>
        <p:spPr>
          <a:xfrm>
            <a:off x="2212701" y="36826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1" name="A1_bar_Cryo_14144">
            <a:extLst>
              <a:ext uri="{FF2B5EF4-FFF2-40B4-BE49-F238E27FC236}">
                <a16:creationId xmlns:a16="http://schemas.microsoft.com/office/drawing/2014/main" id="{E33623FA-A207-46ED-821B-6D38A66540CC}"/>
              </a:ext>
            </a:extLst>
          </p:cNvPr>
          <p:cNvSpPr>
            <a:spLocks noGrp="1"/>
          </p:cNvSpPr>
          <p:nvPr/>
        </p:nvSpPr>
        <p:spPr>
          <a:xfrm>
            <a:off x="2212973" y="35594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2" name="A1_bar_Cryo_14145">
            <a:extLst>
              <a:ext uri="{FF2B5EF4-FFF2-40B4-BE49-F238E27FC236}">
                <a16:creationId xmlns:a16="http://schemas.microsoft.com/office/drawing/2014/main" id="{2810254A-BF75-4A56-91A8-E1B2D5C5ED5F}"/>
              </a:ext>
            </a:extLst>
          </p:cNvPr>
          <p:cNvSpPr>
            <a:spLocks noGrp="1"/>
          </p:cNvSpPr>
          <p:nvPr/>
        </p:nvSpPr>
        <p:spPr>
          <a:xfrm>
            <a:off x="2241895" y="44902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3" name="A1_bar_Cryo_14146">
            <a:extLst>
              <a:ext uri="{FF2B5EF4-FFF2-40B4-BE49-F238E27FC236}">
                <a16:creationId xmlns:a16="http://schemas.microsoft.com/office/drawing/2014/main" id="{E9ADE9DD-724D-47ED-BBC0-B04D25820001}"/>
              </a:ext>
            </a:extLst>
          </p:cNvPr>
          <p:cNvSpPr>
            <a:spLocks noGrp="1"/>
          </p:cNvSpPr>
          <p:nvPr/>
        </p:nvSpPr>
        <p:spPr>
          <a:xfrm>
            <a:off x="2135243" y="37722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4" name="A1_bar_Cryo_14147">
            <a:extLst>
              <a:ext uri="{FF2B5EF4-FFF2-40B4-BE49-F238E27FC236}">
                <a16:creationId xmlns:a16="http://schemas.microsoft.com/office/drawing/2014/main" id="{6E6CFA85-EC45-4C6B-8B38-70107D8EB61B}"/>
              </a:ext>
            </a:extLst>
          </p:cNvPr>
          <p:cNvSpPr>
            <a:spLocks noGrp="1"/>
          </p:cNvSpPr>
          <p:nvPr/>
        </p:nvSpPr>
        <p:spPr>
          <a:xfrm>
            <a:off x="2298838" y="556151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5" name="A1_bar_Cryo_14148">
            <a:extLst>
              <a:ext uri="{FF2B5EF4-FFF2-40B4-BE49-F238E27FC236}">
                <a16:creationId xmlns:a16="http://schemas.microsoft.com/office/drawing/2014/main" id="{0010CA7C-32B9-400D-B886-FBBCD9312A6F}"/>
              </a:ext>
            </a:extLst>
          </p:cNvPr>
          <p:cNvSpPr>
            <a:spLocks noGrp="1"/>
          </p:cNvSpPr>
          <p:nvPr/>
        </p:nvSpPr>
        <p:spPr>
          <a:xfrm>
            <a:off x="2229178" y="35877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6" name="A1_bar_Cryo_14149">
            <a:extLst>
              <a:ext uri="{FF2B5EF4-FFF2-40B4-BE49-F238E27FC236}">
                <a16:creationId xmlns:a16="http://schemas.microsoft.com/office/drawing/2014/main" id="{FFE55E3A-4E11-406E-BB62-9A4126C1DB73}"/>
              </a:ext>
            </a:extLst>
          </p:cNvPr>
          <p:cNvSpPr>
            <a:spLocks noGrp="1"/>
          </p:cNvSpPr>
          <p:nvPr/>
        </p:nvSpPr>
        <p:spPr>
          <a:xfrm>
            <a:off x="2306810" y="492908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7" name="A1_bar_Cryo_14150">
            <a:extLst>
              <a:ext uri="{FF2B5EF4-FFF2-40B4-BE49-F238E27FC236}">
                <a16:creationId xmlns:a16="http://schemas.microsoft.com/office/drawing/2014/main" id="{3A700A12-0287-4154-81A6-8C6179B68022}"/>
              </a:ext>
            </a:extLst>
          </p:cNvPr>
          <p:cNvSpPr>
            <a:spLocks noGrp="1"/>
          </p:cNvSpPr>
          <p:nvPr/>
        </p:nvSpPr>
        <p:spPr>
          <a:xfrm>
            <a:off x="2190221" y="60978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8" name="A1_bar_Cryo_14151">
            <a:extLst>
              <a:ext uri="{FF2B5EF4-FFF2-40B4-BE49-F238E27FC236}">
                <a16:creationId xmlns:a16="http://schemas.microsoft.com/office/drawing/2014/main" id="{D0E350E4-C5DA-4BEB-845F-F3DBB5CA905A}"/>
              </a:ext>
            </a:extLst>
          </p:cNvPr>
          <p:cNvSpPr>
            <a:spLocks noGrp="1"/>
          </p:cNvSpPr>
          <p:nvPr/>
        </p:nvSpPr>
        <p:spPr>
          <a:xfrm>
            <a:off x="2198590" y="34351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29" name="A1_bar_Cryo_14152">
            <a:extLst>
              <a:ext uri="{FF2B5EF4-FFF2-40B4-BE49-F238E27FC236}">
                <a16:creationId xmlns:a16="http://schemas.microsoft.com/office/drawing/2014/main" id="{CF89DF6C-3E6A-4889-A085-30FE722FE2AE}"/>
              </a:ext>
            </a:extLst>
          </p:cNvPr>
          <p:cNvSpPr>
            <a:spLocks noGrp="1"/>
          </p:cNvSpPr>
          <p:nvPr/>
        </p:nvSpPr>
        <p:spPr>
          <a:xfrm>
            <a:off x="2310535" y="609781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0" name="A1_bar_Cryo_14153">
            <a:extLst>
              <a:ext uri="{FF2B5EF4-FFF2-40B4-BE49-F238E27FC236}">
                <a16:creationId xmlns:a16="http://schemas.microsoft.com/office/drawing/2014/main" id="{8467FC0A-5C60-4465-B57C-2E998C1F4472}"/>
              </a:ext>
            </a:extLst>
          </p:cNvPr>
          <p:cNvSpPr>
            <a:spLocks noGrp="1"/>
          </p:cNvSpPr>
          <p:nvPr/>
        </p:nvSpPr>
        <p:spPr>
          <a:xfrm>
            <a:off x="2187982" y="36711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1" name="A1_bar_Cryo_14154">
            <a:extLst>
              <a:ext uri="{FF2B5EF4-FFF2-40B4-BE49-F238E27FC236}">
                <a16:creationId xmlns:a16="http://schemas.microsoft.com/office/drawing/2014/main" id="{959CB46B-FAB6-4A4A-B13C-3251944B3FD4}"/>
              </a:ext>
            </a:extLst>
          </p:cNvPr>
          <p:cNvSpPr>
            <a:spLocks noGrp="1"/>
          </p:cNvSpPr>
          <p:nvPr/>
        </p:nvSpPr>
        <p:spPr>
          <a:xfrm>
            <a:off x="2202479" y="549580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2" name="A1_bar_Cryo_14155">
            <a:extLst>
              <a:ext uri="{FF2B5EF4-FFF2-40B4-BE49-F238E27FC236}">
                <a16:creationId xmlns:a16="http://schemas.microsoft.com/office/drawing/2014/main" id="{6425A99F-872D-41C5-8D47-A14AAB5F7E14}"/>
              </a:ext>
            </a:extLst>
          </p:cNvPr>
          <p:cNvSpPr>
            <a:spLocks noGrp="1"/>
          </p:cNvSpPr>
          <p:nvPr/>
        </p:nvSpPr>
        <p:spPr>
          <a:xfrm>
            <a:off x="2344164" y="59783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3" name="A1_bar_Cryo_14156">
            <a:extLst>
              <a:ext uri="{FF2B5EF4-FFF2-40B4-BE49-F238E27FC236}">
                <a16:creationId xmlns:a16="http://schemas.microsoft.com/office/drawing/2014/main" id="{EDC07F44-9A8E-4F8F-956C-5AD8918802BF}"/>
              </a:ext>
            </a:extLst>
          </p:cNvPr>
          <p:cNvSpPr>
            <a:spLocks noGrp="1"/>
          </p:cNvSpPr>
          <p:nvPr/>
        </p:nvSpPr>
        <p:spPr>
          <a:xfrm>
            <a:off x="2139785" y="60976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4" name="A1_bar_Cryo_14157">
            <a:extLst>
              <a:ext uri="{FF2B5EF4-FFF2-40B4-BE49-F238E27FC236}">
                <a16:creationId xmlns:a16="http://schemas.microsoft.com/office/drawing/2014/main" id="{CABD9975-43FA-40B4-8326-9B2830924119}"/>
              </a:ext>
            </a:extLst>
          </p:cNvPr>
          <p:cNvSpPr>
            <a:spLocks noGrp="1"/>
          </p:cNvSpPr>
          <p:nvPr/>
        </p:nvSpPr>
        <p:spPr>
          <a:xfrm>
            <a:off x="2213005" y="39303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5" name="A1_bar_Cryo_14158">
            <a:extLst>
              <a:ext uri="{FF2B5EF4-FFF2-40B4-BE49-F238E27FC236}">
                <a16:creationId xmlns:a16="http://schemas.microsoft.com/office/drawing/2014/main" id="{D61D4723-F077-47CB-802D-60E03E9B070F}"/>
              </a:ext>
            </a:extLst>
          </p:cNvPr>
          <p:cNvSpPr>
            <a:spLocks noGrp="1"/>
          </p:cNvSpPr>
          <p:nvPr/>
        </p:nvSpPr>
        <p:spPr>
          <a:xfrm>
            <a:off x="2134768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6" name="A1_bar_Cryo_14159">
            <a:extLst>
              <a:ext uri="{FF2B5EF4-FFF2-40B4-BE49-F238E27FC236}">
                <a16:creationId xmlns:a16="http://schemas.microsoft.com/office/drawing/2014/main" id="{76D812A2-58B3-4F9F-AE7A-F092BCEBDCFA}"/>
              </a:ext>
            </a:extLst>
          </p:cNvPr>
          <p:cNvSpPr>
            <a:spLocks noGrp="1"/>
          </p:cNvSpPr>
          <p:nvPr/>
        </p:nvSpPr>
        <p:spPr>
          <a:xfrm>
            <a:off x="2193156" y="49255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7" name="A1_bar_Cryo_14160">
            <a:extLst>
              <a:ext uri="{FF2B5EF4-FFF2-40B4-BE49-F238E27FC236}">
                <a16:creationId xmlns:a16="http://schemas.microsoft.com/office/drawing/2014/main" id="{81B314FF-09CB-419B-A998-8502BD3541E8}"/>
              </a:ext>
            </a:extLst>
          </p:cNvPr>
          <p:cNvSpPr>
            <a:spLocks noGrp="1"/>
          </p:cNvSpPr>
          <p:nvPr/>
        </p:nvSpPr>
        <p:spPr>
          <a:xfrm>
            <a:off x="2217285" y="42784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8" name="A1_bar_Cryo_14161">
            <a:extLst>
              <a:ext uri="{FF2B5EF4-FFF2-40B4-BE49-F238E27FC236}">
                <a16:creationId xmlns:a16="http://schemas.microsoft.com/office/drawing/2014/main" id="{F95D86E3-F05C-448B-9F7C-52AF49ECD51E}"/>
              </a:ext>
            </a:extLst>
          </p:cNvPr>
          <p:cNvSpPr>
            <a:spLocks noGrp="1"/>
          </p:cNvSpPr>
          <p:nvPr/>
        </p:nvSpPr>
        <p:spPr>
          <a:xfrm>
            <a:off x="2283547" y="4459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39" name="A1_bar_Cryo_14162">
            <a:extLst>
              <a:ext uri="{FF2B5EF4-FFF2-40B4-BE49-F238E27FC236}">
                <a16:creationId xmlns:a16="http://schemas.microsoft.com/office/drawing/2014/main" id="{2233680B-68BA-4DB1-AE38-34556FD4D556}"/>
              </a:ext>
            </a:extLst>
          </p:cNvPr>
          <p:cNvSpPr>
            <a:spLocks noGrp="1"/>
          </p:cNvSpPr>
          <p:nvPr/>
        </p:nvSpPr>
        <p:spPr>
          <a:xfrm>
            <a:off x="2161164" y="51714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0" name="A1_bar_Cryo_14163">
            <a:extLst>
              <a:ext uri="{FF2B5EF4-FFF2-40B4-BE49-F238E27FC236}">
                <a16:creationId xmlns:a16="http://schemas.microsoft.com/office/drawing/2014/main" id="{6041D431-E8A7-4D07-8AAE-D979FFA5C80E}"/>
              </a:ext>
            </a:extLst>
          </p:cNvPr>
          <p:cNvSpPr>
            <a:spLocks noGrp="1"/>
          </p:cNvSpPr>
          <p:nvPr/>
        </p:nvSpPr>
        <p:spPr>
          <a:xfrm>
            <a:off x="2142230" y="41357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1" name="A1_bar_Cryo_14164">
            <a:extLst>
              <a:ext uri="{FF2B5EF4-FFF2-40B4-BE49-F238E27FC236}">
                <a16:creationId xmlns:a16="http://schemas.microsoft.com/office/drawing/2014/main" id="{0B99474F-0094-4508-A56D-3618034E3883}"/>
              </a:ext>
            </a:extLst>
          </p:cNvPr>
          <p:cNvSpPr>
            <a:spLocks noGrp="1"/>
          </p:cNvSpPr>
          <p:nvPr/>
        </p:nvSpPr>
        <p:spPr>
          <a:xfrm>
            <a:off x="2354071" y="3560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2" name="A1_bar_Cryo_14165">
            <a:extLst>
              <a:ext uri="{FF2B5EF4-FFF2-40B4-BE49-F238E27FC236}">
                <a16:creationId xmlns:a16="http://schemas.microsoft.com/office/drawing/2014/main" id="{C641ACAB-58CB-4020-8337-7FC676BD27DD}"/>
              </a:ext>
            </a:extLst>
          </p:cNvPr>
          <p:cNvSpPr>
            <a:spLocks noGrp="1"/>
          </p:cNvSpPr>
          <p:nvPr/>
        </p:nvSpPr>
        <p:spPr>
          <a:xfrm>
            <a:off x="2287861" y="44664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3" name="A1_bar_Cryo_14166">
            <a:extLst>
              <a:ext uri="{FF2B5EF4-FFF2-40B4-BE49-F238E27FC236}">
                <a16:creationId xmlns:a16="http://schemas.microsoft.com/office/drawing/2014/main" id="{DE915B7E-B557-42BC-8A37-B67F38CFEADB}"/>
              </a:ext>
            </a:extLst>
          </p:cNvPr>
          <p:cNvSpPr>
            <a:spLocks noGrp="1"/>
          </p:cNvSpPr>
          <p:nvPr/>
        </p:nvSpPr>
        <p:spPr>
          <a:xfrm>
            <a:off x="2283482" y="60978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4" name="A1_bar_Cryo_14167">
            <a:extLst>
              <a:ext uri="{FF2B5EF4-FFF2-40B4-BE49-F238E27FC236}">
                <a16:creationId xmlns:a16="http://schemas.microsoft.com/office/drawing/2014/main" id="{9E5F1D23-40B8-4D69-85E1-4151F68D8ED7}"/>
              </a:ext>
            </a:extLst>
          </p:cNvPr>
          <p:cNvSpPr>
            <a:spLocks noGrp="1"/>
          </p:cNvSpPr>
          <p:nvPr/>
        </p:nvSpPr>
        <p:spPr>
          <a:xfrm>
            <a:off x="2195915" y="52239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5" name="A1_bar_Cryo_14168">
            <a:extLst>
              <a:ext uri="{FF2B5EF4-FFF2-40B4-BE49-F238E27FC236}">
                <a16:creationId xmlns:a16="http://schemas.microsoft.com/office/drawing/2014/main" id="{32DE53CF-BD65-4FBC-846A-5EAD57E0E724}"/>
              </a:ext>
            </a:extLst>
          </p:cNvPr>
          <p:cNvSpPr>
            <a:spLocks noGrp="1"/>
          </p:cNvSpPr>
          <p:nvPr/>
        </p:nvSpPr>
        <p:spPr>
          <a:xfrm>
            <a:off x="2168680" y="502859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6" name="A1_bar_Cryo_14169">
            <a:extLst>
              <a:ext uri="{FF2B5EF4-FFF2-40B4-BE49-F238E27FC236}">
                <a16:creationId xmlns:a16="http://schemas.microsoft.com/office/drawing/2014/main" id="{39D1CA28-3BFD-4DF9-AD3B-0FD9991F78E4}"/>
              </a:ext>
            </a:extLst>
          </p:cNvPr>
          <p:cNvSpPr>
            <a:spLocks noGrp="1"/>
          </p:cNvSpPr>
          <p:nvPr/>
        </p:nvSpPr>
        <p:spPr>
          <a:xfrm>
            <a:off x="2232311" y="54832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7" name="A1_bar_Cryo_14170">
            <a:extLst>
              <a:ext uri="{FF2B5EF4-FFF2-40B4-BE49-F238E27FC236}">
                <a16:creationId xmlns:a16="http://schemas.microsoft.com/office/drawing/2014/main" id="{7F6B7E7E-E032-41ED-8F07-334E8FE2B60B}"/>
              </a:ext>
            </a:extLst>
          </p:cNvPr>
          <p:cNvSpPr>
            <a:spLocks noGrp="1"/>
          </p:cNvSpPr>
          <p:nvPr/>
        </p:nvSpPr>
        <p:spPr>
          <a:xfrm>
            <a:off x="2148409" y="3578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8" name="A1_bar_Cryo_14171">
            <a:extLst>
              <a:ext uri="{FF2B5EF4-FFF2-40B4-BE49-F238E27FC236}">
                <a16:creationId xmlns:a16="http://schemas.microsoft.com/office/drawing/2014/main" id="{7B7A740F-C81D-4B30-97EF-641486953A62}"/>
              </a:ext>
            </a:extLst>
          </p:cNvPr>
          <p:cNvSpPr>
            <a:spLocks noGrp="1"/>
          </p:cNvSpPr>
          <p:nvPr/>
        </p:nvSpPr>
        <p:spPr>
          <a:xfrm>
            <a:off x="2192404" y="38380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49" name="A1_bar_Cryo_14172">
            <a:extLst>
              <a:ext uri="{FF2B5EF4-FFF2-40B4-BE49-F238E27FC236}">
                <a16:creationId xmlns:a16="http://schemas.microsoft.com/office/drawing/2014/main" id="{7A4F0A10-9A33-4A51-BFFD-0C65CCB41748}"/>
              </a:ext>
            </a:extLst>
          </p:cNvPr>
          <p:cNvSpPr>
            <a:spLocks noGrp="1"/>
          </p:cNvSpPr>
          <p:nvPr/>
        </p:nvSpPr>
        <p:spPr>
          <a:xfrm>
            <a:off x="2359492" y="59040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0" name="A1_bar_Cryo_14173">
            <a:extLst>
              <a:ext uri="{FF2B5EF4-FFF2-40B4-BE49-F238E27FC236}">
                <a16:creationId xmlns:a16="http://schemas.microsoft.com/office/drawing/2014/main" id="{2B6DBEBC-8047-4CF3-8025-BC0D799A7949}"/>
              </a:ext>
            </a:extLst>
          </p:cNvPr>
          <p:cNvSpPr>
            <a:spLocks noGrp="1"/>
          </p:cNvSpPr>
          <p:nvPr/>
        </p:nvSpPr>
        <p:spPr>
          <a:xfrm>
            <a:off x="2296364" y="52478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1" name="A1_bar_Cryo_14174">
            <a:extLst>
              <a:ext uri="{FF2B5EF4-FFF2-40B4-BE49-F238E27FC236}">
                <a16:creationId xmlns:a16="http://schemas.microsoft.com/office/drawing/2014/main" id="{9EF25936-C4C9-44AA-A16E-6F7FECAC15EA}"/>
              </a:ext>
            </a:extLst>
          </p:cNvPr>
          <p:cNvSpPr>
            <a:spLocks noGrp="1"/>
          </p:cNvSpPr>
          <p:nvPr/>
        </p:nvSpPr>
        <p:spPr>
          <a:xfrm>
            <a:off x="2310180" y="56801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2" name="A1_bar_Cryo_14175">
            <a:extLst>
              <a:ext uri="{FF2B5EF4-FFF2-40B4-BE49-F238E27FC236}">
                <a16:creationId xmlns:a16="http://schemas.microsoft.com/office/drawing/2014/main" id="{E38BFE1D-FF6A-47AC-9794-36B6D7E22BD4}"/>
              </a:ext>
            </a:extLst>
          </p:cNvPr>
          <p:cNvSpPr>
            <a:spLocks noGrp="1"/>
          </p:cNvSpPr>
          <p:nvPr/>
        </p:nvSpPr>
        <p:spPr>
          <a:xfrm>
            <a:off x="2326183" y="51800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3" name="A1_bar_Cryo_14176">
            <a:extLst>
              <a:ext uri="{FF2B5EF4-FFF2-40B4-BE49-F238E27FC236}">
                <a16:creationId xmlns:a16="http://schemas.microsoft.com/office/drawing/2014/main" id="{F92FD536-DD5A-483B-91E7-BB79EEBB88E1}"/>
              </a:ext>
            </a:extLst>
          </p:cNvPr>
          <p:cNvSpPr>
            <a:spLocks noGrp="1"/>
          </p:cNvSpPr>
          <p:nvPr/>
        </p:nvSpPr>
        <p:spPr>
          <a:xfrm>
            <a:off x="2165869" y="43904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4" name="A1_bar_Cryo_14177">
            <a:extLst>
              <a:ext uri="{FF2B5EF4-FFF2-40B4-BE49-F238E27FC236}">
                <a16:creationId xmlns:a16="http://schemas.microsoft.com/office/drawing/2014/main" id="{363F9265-077E-4E5B-BE1E-B9E3B6A621FD}"/>
              </a:ext>
            </a:extLst>
          </p:cNvPr>
          <p:cNvSpPr>
            <a:spLocks noGrp="1"/>
          </p:cNvSpPr>
          <p:nvPr/>
        </p:nvSpPr>
        <p:spPr>
          <a:xfrm>
            <a:off x="2250815" y="420061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5" name="A1_bar_Cryo_14178">
            <a:extLst>
              <a:ext uri="{FF2B5EF4-FFF2-40B4-BE49-F238E27FC236}">
                <a16:creationId xmlns:a16="http://schemas.microsoft.com/office/drawing/2014/main" id="{C1C439D5-8303-461C-A4D1-CC5F9D34A466}"/>
              </a:ext>
            </a:extLst>
          </p:cNvPr>
          <p:cNvSpPr>
            <a:spLocks noGrp="1"/>
          </p:cNvSpPr>
          <p:nvPr/>
        </p:nvSpPr>
        <p:spPr>
          <a:xfrm>
            <a:off x="2374573" y="43846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6" name="A1_bar_Cryo_14179">
            <a:extLst>
              <a:ext uri="{FF2B5EF4-FFF2-40B4-BE49-F238E27FC236}">
                <a16:creationId xmlns:a16="http://schemas.microsoft.com/office/drawing/2014/main" id="{2FAD9A1A-4C4E-42D4-9E2C-46CAECC1DF68}"/>
              </a:ext>
            </a:extLst>
          </p:cNvPr>
          <p:cNvSpPr>
            <a:spLocks noGrp="1"/>
          </p:cNvSpPr>
          <p:nvPr/>
        </p:nvSpPr>
        <p:spPr>
          <a:xfrm>
            <a:off x="2295140" y="57527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7" name="A1_bar_Cryo_14180">
            <a:extLst>
              <a:ext uri="{FF2B5EF4-FFF2-40B4-BE49-F238E27FC236}">
                <a16:creationId xmlns:a16="http://schemas.microsoft.com/office/drawing/2014/main" id="{6417B937-E781-4842-AFA6-9BF5AB05230E}"/>
              </a:ext>
            </a:extLst>
          </p:cNvPr>
          <p:cNvSpPr>
            <a:spLocks noGrp="1"/>
          </p:cNvSpPr>
          <p:nvPr/>
        </p:nvSpPr>
        <p:spPr>
          <a:xfrm>
            <a:off x="2193293" y="5858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8" name="A1_bar_Cryo_14181">
            <a:extLst>
              <a:ext uri="{FF2B5EF4-FFF2-40B4-BE49-F238E27FC236}">
                <a16:creationId xmlns:a16="http://schemas.microsoft.com/office/drawing/2014/main" id="{8DCCFB97-4CC6-4D64-BCD0-28B08D3A7B49}"/>
              </a:ext>
            </a:extLst>
          </p:cNvPr>
          <p:cNvSpPr>
            <a:spLocks noGrp="1"/>
          </p:cNvSpPr>
          <p:nvPr/>
        </p:nvSpPr>
        <p:spPr>
          <a:xfrm>
            <a:off x="2145316" y="463350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59" name="A1_bar_Cryo_14182">
            <a:extLst>
              <a:ext uri="{FF2B5EF4-FFF2-40B4-BE49-F238E27FC236}">
                <a16:creationId xmlns:a16="http://schemas.microsoft.com/office/drawing/2014/main" id="{253CACDB-B54D-438E-9A0F-3198E377A15A}"/>
              </a:ext>
            </a:extLst>
          </p:cNvPr>
          <p:cNvSpPr>
            <a:spLocks noGrp="1"/>
          </p:cNvSpPr>
          <p:nvPr/>
        </p:nvSpPr>
        <p:spPr>
          <a:xfrm>
            <a:off x="2288445" y="60978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0" name="A1_bar_Cryo_14183">
            <a:extLst>
              <a:ext uri="{FF2B5EF4-FFF2-40B4-BE49-F238E27FC236}">
                <a16:creationId xmlns:a16="http://schemas.microsoft.com/office/drawing/2014/main" id="{FE1E3F54-96EF-4905-8A05-2471B377079F}"/>
              </a:ext>
            </a:extLst>
          </p:cNvPr>
          <p:cNvSpPr>
            <a:spLocks noGrp="1"/>
          </p:cNvSpPr>
          <p:nvPr/>
        </p:nvSpPr>
        <p:spPr>
          <a:xfrm>
            <a:off x="2183485" y="37082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1" name="A1_bar_Cryo_14184">
            <a:extLst>
              <a:ext uri="{FF2B5EF4-FFF2-40B4-BE49-F238E27FC236}">
                <a16:creationId xmlns:a16="http://schemas.microsoft.com/office/drawing/2014/main" id="{2FF13644-5142-4492-8753-E3A20B9CD4D0}"/>
              </a:ext>
            </a:extLst>
          </p:cNvPr>
          <p:cNvSpPr>
            <a:spLocks noGrp="1"/>
          </p:cNvSpPr>
          <p:nvPr/>
        </p:nvSpPr>
        <p:spPr>
          <a:xfrm>
            <a:off x="2265003" y="58780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2" name="A1_bar_Cryo_14185">
            <a:extLst>
              <a:ext uri="{FF2B5EF4-FFF2-40B4-BE49-F238E27FC236}">
                <a16:creationId xmlns:a16="http://schemas.microsoft.com/office/drawing/2014/main" id="{FE0212F9-769A-4C19-A22C-8F5452B25EFB}"/>
              </a:ext>
            </a:extLst>
          </p:cNvPr>
          <p:cNvSpPr>
            <a:spLocks noGrp="1"/>
          </p:cNvSpPr>
          <p:nvPr/>
        </p:nvSpPr>
        <p:spPr>
          <a:xfrm>
            <a:off x="2233200" y="45672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3" name="A1_bar_Cryo_14186">
            <a:extLst>
              <a:ext uri="{FF2B5EF4-FFF2-40B4-BE49-F238E27FC236}">
                <a16:creationId xmlns:a16="http://schemas.microsoft.com/office/drawing/2014/main" id="{57B06BD5-549F-4E38-9592-F8445B88175A}"/>
              </a:ext>
            </a:extLst>
          </p:cNvPr>
          <p:cNvSpPr>
            <a:spLocks noGrp="1"/>
          </p:cNvSpPr>
          <p:nvPr/>
        </p:nvSpPr>
        <p:spPr>
          <a:xfrm>
            <a:off x="2178154" y="5166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4" name="A1_bar_Cryo_14187">
            <a:extLst>
              <a:ext uri="{FF2B5EF4-FFF2-40B4-BE49-F238E27FC236}">
                <a16:creationId xmlns:a16="http://schemas.microsoft.com/office/drawing/2014/main" id="{7EAEFAAD-F593-40E1-8121-67B9837EA240}"/>
              </a:ext>
            </a:extLst>
          </p:cNvPr>
          <p:cNvSpPr>
            <a:spLocks noGrp="1"/>
          </p:cNvSpPr>
          <p:nvPr/>
        </p:nvSpPr>
        <p:spPr>
          <a:xfrm>
            <a:off x="2278966" y="43441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5" name="A1_bar_Cryo_14188">
            <a:extLst>
              <a:ext uri="{FF2B5EF4-FFF2-40B4-BE49-F238E27FC236}">
                <a16:creationId xmlns:a16="http://schemas.microsoft.com/office/drawing/2014/main" id="{77C456CD-874F-48E1-BA86-9E81EFBDE005}"/>
              </a:ext>
            </a:extLst>
          </p:cNvPr>
          <p:cNvSpPr>
            <a:spLocks noGrp="1"/>
          </p:cNvSpPr>
          <p:nvPr/>
        </p:nvSpPr>
        <p:spPr>
          <a:xfrm>
            <a:off x="2345352" y="47200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6" name="A1_bar_Cryo_14189">
            <a:extLst>
              <a:ext uri="{FF2B5EF4-FFF2-40B4-BE49-F238E27FC236}">
                <a16:creationId xmlns:a16="http://schemas.microsoft.com/office/drawing/2014/main" id="{16BF9E90-DFA6-433B-A680-FAF0F3A64C37}"/>
              </a:ext>
            </a:extLst>
          </p:cNvPr>
          <p:cNvSpPr>
            <a:spLocks noGrp="1"/>
          </p:cNvSpPr>
          <p:nvPr/>
        </p:nvSpPr>
        <p:spPr>
          <a:xfrm>
            <a:off x="2316957" y="38888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7" name="A1_bar_Cryo_14190">
            <a:extLst>
              <a:ext uri="{FF2B5EF4-FFF2-40B4-BE49-F238E27FC236}">
                <a16:creationId xmlns:a16="http://schemas.microsoft.com/office/drawing/2014/main" id="{8A885728-79CD-4F4E-9852-A4E533975A1D}"/>
              </a:ext>
            </a:extLst>
          </p:cNvPr>
          <p:cNvSpPr>
            <a:spLocks noGrp="1"/>
          </p:cNvSpPr>
          <p:nvPr/>
        </p:nvSpPr>
        <p:spPr>
          <a:xfrm>
            <a:off x="2158204" y="56410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8" name="A1_bar_Cryo_14191">
            <a:extLst>
              <a:ext uri="{FF2B5EF4-FFF2-40B4-BE49-F238E27FC236}">
                <a16:creationId xmlns:a16="http://schemas.microsoft.com/office/drawing/2014/main" id="{D254DD75-273D-401C-8ABF-121705C82611}"/>
              </a:ext>
            </a:extLst>
          </p:cNvPr>
          <p:cNvSpPr>
            <a:spLocks noGrp="1"/>
          </p:cNvSpPr>
          <p:nvPr/>
        </p:nvSpPr>
        <p:spPr>
          <a:xfrm>
            <a:off x="2348065" y="60978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69" name="A1_bar_Cryo_14192">
            <a:extLst>
              <a:ext uri="{FF2B5EF4-FFF2-40B4-BE49-F238E27FC236}">
                <a16:creationId xmlns:a16="http://schemas.microsoft.com/office/drawing/2014/main" id="{177E3564-008C-4EEF-839C-2F7A6BA4FFF2}"/>
              </a:ext>
            </a:extLst>
          </p:cNvPr>
          <p:cNvSpPr>
            <a:spLocks noGrp="1"/>
          </p:cNvSpPr>
          <p:nvPr/>
        </p:nvSpPr>
        <p:spPr>
          <a:xfrm>
            <a:off x="2279276" y="60888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0" name="A1_bar_Cryo_14193">
            <a:extLst>
              <a:ext uri="{FF2B5EF4-FFF2-40B4-BE49-F238E27FC236}">
                <a16:creationId xmlns:a16="http://schemas.microsoft.com/office/drawing/2014/main" id="{233B3FDB-7118-44E6-88E8-4854EE8A84B3}"/>
              </a:ext>
            </a:extLst>
          </p:cNvPr>
          <p:cNvSpPr>
            <a:spLocks noGrp="1"/>
          </p:cNvSpPr>
          <p:nvPr/>
        </p:nvSpPr>
        <p:spPr>
          <a:xfrm>
            <a:off x="2277755" y="34885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1" name="A1_bar_Cryo_14194">
            <a:extLst>
              <a:ext uri="{FF2B5EF4-FFF2-40B4-BE49-F238E27FC236}">
                <a16:creationId xmlns:a16="http://schemas.microsoft.com/office/drawing/2014/main" id="{A90416C0-5056-4B29-8C54-5C962FA88EDE}"/>
              </a:ext>
            </a:extLst>
          </p:cNvPr>
          <p:cNvSpPr>
            <a:spLocks noGrp="1"/>
          </p:cNvSpPr>
          <p:nvPr/>
        </p:nvSpPr>
        <p:spPr>
          <a:xfrm>
            <a:off x="2134509" y="413362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2" name="A1_bar_Cryo_14195">
            <a:extLst>
              <a:ext uri="{FF2B5EF4-FFF2-40B4-BE49-F238E27FC236}">
                <a16:creationId xmlns:a16="http://schemas.microsoft.com/office/drawing/2014/main" id="{C28E6E95-DEE6-47C4-938C-C2BB564FB34D}"/>
              </a:ext>
            </a:extLst>
          </p:cNvPr>
          <p:cNvSpPr>
            <a:spLocks noGrp="1"/>
          </p:cNvSpPr>
          <p:nvPr/>
        </p:nvSpPr>
        <p:spPr>
          <a:xfrm>
            <a:off x="2134349" y="41771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3" name="A1_bar_Cryo_14196">
            <a:extLst>
              <a:ext uri="{FF2B5EF4-FFF2-40B4-BE49-F238E27FC236}">
                <a16:creationId xmlns:a16="http://schemas.microsoft.com/office/drawing/2014/main" id="{A38DB492-48E6-47A6-99F7-03B2FB09A84F}"/>
              </a:ext>
            </a:extLst>
          </p:cNvPr>
          <p:cNvSpPr>
            <a:spLocks noGrp="1"/>
          </p:cNvSpPr>
          <p:nvPr/>
        </p:nvSpPr>
        <p:spPr>
          <a:xfrm>
            <a:off x="2365472" y="41030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4" name="A1_bar_Cryo_14197">
            <a:extLst>
              <a:ext uri="{FF2B5EF4-FFF2-40B4-BE49-F238E27FC236}">
                <a16:creationId xmlns:a16="http://schemas.microsoft.com/office/drawing/2014/main" id="{0D10FE9B-43DC-421F-A240-B51E3B824189}"/>
              </a:ext>
            </a:extLst>
          </p:cNvPr>
          <p:cNvSpPr>
            <a:spLocks noGrp="1"/>
          </p:cNvSpPr>
          <p:nvPr/>
        </p:nvSpPr>
        <p:spPr>
          <a:xfrm>
            <a:off x="2157371" y="37727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5" name="A1_bar_Cryo_14198">
            <a:extLst>
              <a:ext uri="{FF2B5EF4-FFF2-40B4-BE49-F238E27FC236}">
                <a16:creationId xmlns:a16="http://schemas.microsoft.com/office/drawing/2014/main" id="{E25AE05F-3CF1-4323-9A28-9253FECE3247}"/>
              </a:ext>
            </a:extLst>
          </p:cNvPr>
          <p:cNvSpPr>
            <a:spLocks noGrp="1"/>
          </p:cNvSpPr>
          <p:nvPr/>
        </p:nvSpPr>
        <p:spPr>
          <a:xfrm>
            <a:off x="2231676" y="47974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6" name="A1_bar_Cryo_14199">
            <a:extLst>
              <a:ext uri="{FF2B5EF4-FFF2-40B4-BE49-F238E27FC236}">
                <a16:creationId xmlns:a16="http://schemas.microsoft.com/office/drawing/2014/main" id="{D47BCB70-369E-41BB-9458-E65775836941}"/>
              </a:ext>
            </a:extLst>
          </p:cNvPr>
          <p:cNvSpPr>
            <a:spLocks noGrp="1"/>
          </p:cNvSpPr>
          <p:nvPr/>
        </p:nvSpPr>
        <p:spPr>
          <a:xfrm>
            <a:off x="2304701" y="338960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7" name="A1_bar_Cryo_14200">
            <a:extLst>
              <a:ext uri="{FF2B5EF4-FFF2-40B4-BE49-F238E27FC236}">
                <a16:creationId xmlns:a16="http://schemas.microsoft.com/office/drawing/2014/main" id="{FAB6BBE9-8670-4E37-B1EA-2091BC07C17F}"/>
              </a:ext>
            </a:extLst>
          </p:cNvPr>
          <p:cNvSpPr>
            <a:spLocks noGrp="1"/>
          </p:cNvSpPr>
          <p:nvPr/>
        </p:nvSpPr>
        <p:spPr>
          <a:xfrm>
            <a:off x="2231464" y="49937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8" name="A1_bar_Cryo_14201">
            <a:extLst>
              <a:ext uri="{FF2B5EF4-FFF2-40B4-BE49-F238E27FC236}">
                <a16:creationId xmlns:a16="http://schemas.microsoft.com/office/drawing/2014/main" id="{FD904C93-3603-432A-8553-A31C21EB5D56}"/>
              </a:ext>
            </a:extLst>
          </p:cNvPr>
          <p:cNvSpPr>
            <a:spLocks noGrp="1"/>
          </p:cNvSpPr>
          <p:nvPr/>
        </p:nvSpPr>
        <p:spPr>
          <a:xfrm>
            <a:off x="2157820" y="41032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79" name="A1_bar_Cryo_14202">
            <a:extLst>
              <a:ext uri="{FF2B5EF4-FFF2-40B4-BE49-F238E27FC236}">
                <a16:creationId xmlns:a16="http://schemas.microsoft.com/office/drawing/2014/main" id="{5606207E-6955-4FAE-A839-DA516CB11206}"/>
              </a:ext>
            </a:extLst>
          </p:cNvPr>
          <p:cNvSpPr>
            <a:spLocks noGrp="1"/>
          </p:cNvSpPr>
          <p:nvPr/>
        </p:nvSpPr>
        <p:spPr>
          <a:xfrm>
            <a:off x="2344559" y="56593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0" name="A1_bar_Cryo_14203">
            <a:extLst>
              <a:ext uri="{FF2B5EF4-FFF2-40B4-BE49-F238E27FC236}">
                <a16:creationId xmlns:a16="http://schemas.microsoft.com/office/drawing/2014/main" id="{26566D7B-3275-48FC-BAFA-DBED6B8A6F55}"/>
              </a:ext>
            </a:extLst>
          </p:cNvPr>
          <p:cNvSpPr>
            <a:spLocks noGrp="1"/>
          </p:cNvSpPr>
          <p:nvPr/>
        </p:nvSpPr>
        <p:spPr>
          <a:xfrm>
            <a:off x="2150931" y="464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1" name="A1_bar_Cryo_14204">
            <a:extLst>
              <a:ext uri="{FF2B5EF4-FFF2-40B4-BE49-F238E27FC236}">
                <a16:creationId xmlns:a16="http://schemas.microsoft.com/office/drawing/2014/main" id="{F882E329-5653-4423-9747-A8FFEB790869}"/>
              </a:ext>
            </a:extLst>
          </p:cNvPr>
          <p:cNvSpPr>
            <a:spLocks noGrp="1"/>
          </p:cNvSpPr>
          <p:nvPr/>
        </p:nvSpPr>
        <p:spPr>
          <a:xfrm>
            <a:off x="2301741" y="37676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2" name="A1_bar_Cryo_14205">
            <a:extLst>
              <a:ext uri="{FF2B5EF4-FFF2-40B4-BE49-F238E27FC236}">
                <a16:creationId xmlns:a16="http://schemas.microsoft.com/office/drawing/2014/main" id="{BB612912-90F4-408F-A2BD-822C1D9CAD7A}"/>
              </a:ext>
            </a:extLst>
          </p:cNvPr>
          <p:cNvSpPr>
            <a:spLocks noGrp="1"/>
          </p:cNvSpPr>
          <p:nvPr/>
        </p:nvSpPr>
        <p:spPr>
          <a:xfrm>
            <a:off x="2334034" y="609785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3" name="A1_bar_Cryo_14206">
            <a:extLst>
              <a:ext uri="{FF2B5EF4-FFF2-40B4-BE49-F238E27FC236}">
                <a16:creationId xmlns:a16="http://schemas.microsoft.com/office/drawing/2014/main" id="{A4A01866-5A06-45BA-AD02-813AF8A29458}"/>
              </a:ext>
            </a:extLst>
          </p:cNvPr>
          <p:cNvSpPr>
            <a:spLocks noGrp="1"/>
          </p:cNvSpPr>
          <p:nvPr/>
        </p:nvSpPr>
        <p:spPr>
          <a:xfrm>
            <a:off x="2286774" y="4620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4" name="A1_bar_Cryo_14207">
            <a:extLst>
              <a:ext uri="{FF2B5EF4-FFF2-40B4-BE49-F238E27FC236}">
                <a16:creationId xmlns:a16="http://schemas.microsoft.com/office/drawing/2014/main" id="{5DB88D7E-591F-4F95-A15C-ABFC06625A0A}"/>
              </a:ext>
            </a:extLst>
          </p:cNvPr>
          <p:cNvSpPr>
            <a:spLocks noGrp="1"/>
          </p:cNvSpPr>
          <p:nvPr/>
        </p:nvSpPr>
        <p:spPr>
          <a:xfrm>
            <a:off x="2205964" y="60977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5" name="A1_bar_Cryo_14208">
            <a:extLst>
              <a:ext uri="{FF2B5EF4-FFF2-40B4-BE49-F238E27FC236}">
                <a16:creationId xmlns:a16="http://schemas.microsoft.com/office/drawing/2014/main" id="{7998A5BE-1110-4061-880B-21759EB1FBE2}"/>
              </a:ext>
            </a:extLst>
          </p:cNvPr>
          <p:cNvSpPr>
            <a:spLocks noGrp="1"/>
          </p:cNvSpPr>
          <p:nvPr/>
        </p:nvSpPr>
        <p:spPr>
          <a:xfrm>
            <a:off x="2365357" y="45713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6" name="A1_bar_Cryo_14209">
            <a:extLst>
              <a:ext uri="{FF2B5EF4-FFF2-40B4-BE49-F238E27FC236}">
                <a16:creationId xmlns:a16="http://schemas.microsoft.com/office/drawing/2014/main" id="{355B9E01-EF7F-478E-B95F-A85A8BCBAF20}"/>
              </a:ext>
            </a:extLst>
          </p:cNvPr>
          <p:cNvSpPr>
            <a:spLocks noGrp="1"/>
          </p:cNvSpPr>
          <p:nvPr/>
        </p:nvSpPr>
        <p:spPr>
          <a:xfrm>
            <a:off x="2164498" y="43108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7" name="A1_bar_Cryo_14210">
            <a:extLst>
              <a:ext uri="{FF2B5EF4-FFF2-40B4-BE49-F238E27FC236}">
                <a16:creationId xmlns:a16="http://schemas.microsoft.com/office/drawing/2014/main" id="{97A012C9-73F2-4792-9D14-1C46856B0F1D}"/>
              </a:ext>
            </a:extLst>
          </p:cNvPr>
          <p:cNvSpPr>
            <a:spLocks noGrp="1"/>
          </p:cNvSpPr>
          <p:nvPr/>
        </p:nvSpPr>
        <p:spPr>
          <a:xfrm>
            <a:off x="2351786" y="45276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8" name="A1_bar_Cryo_14211">
            <a:extLst>
              <a:ext uri="{FF2B5EF4-FFF2-40B4-BE49-F238E27FC236}">
                <a16:creationId xmlns:a16="http://schemas.microsoft.com/office/drawing/2014/main" id="{19FCBBBB-B6D3-474C-B16B-E549DC9397EA}"/>
              </a:ext>
            </a:extLst>
          </p:cNvPr>
          <p:cNvSpPr>
            <a:spLocks noGrp="1"/>
          </p:cNvSpPr>
          <p:nvPr/>
        </p:nvSpPr>
        <p:spPr>
          <a:xfrm>
            <a:off x="2222795" y="59187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89" name="A1_bar_Cryo_14212">
            <a:extLst>
              <a:ext uri="{FF2B5EF4-FFF2-40B4-BE49-F238E27FC236}">
                <a16:creationId xmlns:a16="http://schemas.microsoft.com/office/drawing/2014/main" id="{50B3EC2C-FCC0-4293-9C95-46F38EF2CBDC}"/>
              </a:ext>
            </a:extLst>
          </p:cNvPr>
          <p:cNvSpPr>
            <a:spLocks noGrp="1"/>
          </p:cNvSpPr>
          <p:nvPr/>
        </p:nvSpPr>
        <p:spPr>
          <a:xfrm>
            <a:off x="2230474" y="40108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0" name="A1_bar_Cryo_14213">
            <a:extLst>
              <a:ext uri="{FF2B5EF4-FFF2-40B4-BE49-F238E27FC236}">
                <a16:creationId xmlns:a16="http://schemas.microsoft.com/office/drawing/2014/main" id="{4FE7AC21-DFF4-4244-B3DF-935EDA4B70F4}"/>
              </a:ext>
            </a:extLst>
          </p:cNvPr>
          <p:cNvSpPr>
            <a:spLocks noGrp="1"/>
          </p:cNvSpPr>
          <p:nvPr/>
        </p:nvSpPr>
        <p:spPr>
          <a:xfrm>
            <a:off x="2329694" y="384987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1" name="A1_bar_Cryo_14214">
            <a:extLst>
              <a:ext uri="{FF2B5EF4-FFF2-40B4-BE49-F238E27FC236}">
                <a16:creationId xmlns:a16="http://schemas.microsoft.com/office/drawing/2014/main" id="{5A8888BD-C67A-4830-A4A2-702895A1C13B}"/>
              </a:ext>
            </a:extLst>
          </p:cNvPr>
          <p:cNvSpPr>
            <a:spLocks noGrp="1"/>
          </p:cNvSpPr>
          <p:nvPr/>
        </p:nvSpPr>
        <p:spPr>
          <a:xfrm>
            <a:off x="2196264" y="34128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2" name="A1_bar_Cryo_14215">
            <a:extLst>
              <a:ext uri="{FF2B5EF4-FFF2-40B4-BE49-F238E27FC236}">
                <a16:creationId xmlns:a16="http://schemas.microsoft.com/office/drawing/2014/main" id="{9412F935-0167-4D44-AD95-A10082A6764F}"/>
              </a:ext>
            </a:extLst>
          </p:cNvPr>
          <p:cNvSpPr>
            <a:spLocks noGrp="1"/>
          </p:cNvSpPr>
          <p:nvPr/>
        </p:nvSpPr>
        <p:spPr>
          <a:xfrm>
            <a:off x="2186451" y="609750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3" name="A1_bar_Cryo_14216">
            <a:extLst>
              <a:ext uri="{FF2B5EF4-FFF2-40B4-BE49-F238E27FC236}">
                <a16:creationId xmlns:a16="http://schemas.microsoft.com/office/drawing/2014/main" id="{AC38C26F-62E6-4BD6-9E80-0A8BCEE14F4C}"/>
              </a:ext>
            </a:extLst>
          </p:cNvPr>
          <p:cNvSpPr>
            <a:spLocks noGrp="1"/>
          </p:cNvSpPr>
          <p:nvPr/>
        </p:nvSpPr>
        <p:spPr>
          <a:xfrm>
            <a:off x="2242393" y="581918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4" name="A1_bar_Cryo_14217">
            <a:extLst>
              <a:ext uri="{FF2B5EF4-FFF2-40B4-BE49-F238E27FC236}">
                <a16:creationId xmlns:a16="http://schemas.microsoft.com/office/drawing/2014/main" id="{4604EA45-E358-43D0-83F9-B79B5ACAD9AB}"/>
              </a:ext>
            </a:extLst>
          </p:cNvPr>
          <p:cNvSpPr>
            <a:spLocks noGrp="1"/>
          </p:cNvSpPr>
          <p:nvPr/>
        </p:nvSpPr>
        <p:spPr>
          <a:xfrm>
            <a:off x="2171727" y="45891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5" name="A1_bar_Cryo_14218">
            <a:extLst>
              <a:ext uri="{FF2B5EF4-FFF2-40B4-BE49-F238E27FC236}">
                <a16:creationId xmlns:a16="http://schemas.microsoft.com/office/drawing/2014/main" id="{92456394-DC81-4ED1-937C-D2A2DC7FC6E6}"/>
              </a:ext>
            </a:extLst>
          </p:cNvPr>
          <p:cNvSpPr>
            <a:spLocks noGrp="1"/>
          </p:cNvSpPr>
          <p:nvPr/>
        </p:nvSpPr>
        <p:spPr>
          <a:xfrm>
            <a:off x="2266368" y="47612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6" name="A1_bar_Cryo_14219">
            <a:extLst>
              <a:ext uri="{FF2B5EF4-FFF2-40B4-BE49-F238E27FC236}">
                <a16:creationId xmlns:a16="http://schemas.microsoft.com/office/drawing/2014/main" id="{3FF4B433-8D99-459C-ABD1-4CD1977211B3}"/>
              </a:ext>
            </a:extLst>
          </p:cNvPr>
          <p:cNvSpPr>
            <a:spLocks noGrp="1"/>
          </p:cNvSpPr>
          <p:nvPr/>
        </p:nvSpPr>
        <p:spPr>
          <a:xfrm>
            <a:off x="2245507" y="4474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7" name="A1_bar_Cryo_14220">
            <a:extLst>
              <a:ext uri="{FF2B5EF4-FFF2-40B4-BE49-F238E27FC236}">
                <a16:creationId xmlns:a16="http://schemas.microsoft.com/office/drawing/2014/main" id="{9F1FA588-81BD-45C9-BB34-849DE5C6D041}"/>
              </a:ext>
            </a:extLst>
          </p:cNvPr>
          <p:cNvSpPr>
            <a:spLocks noGrp="1"/>
          </p:cNvSpPr>
          <p:nvPr/>
        </p:nvSpPr>
        <p:spPr>
          <a:xfrm>
            <a:off x="2309298" y="52528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8" name="A1_bar_Cryo_14221">
            <a:extLst>
              <a:ext uri="{FF2B5EF4-FFF2-40B4-BE49-F238E27FC236}">
                <a16:creationId xmlns:a16="http://schemas.microsoft.com/office/drawing/2014/main" id="{07CC9AFB-9867-40D4-B8D2-6FD2E3E38C19}"/>
              </a:ext>
            </a:extLst>
          </p:cNvPr>
          <p:cNvSpPr>
            <a:spLocks noGrp="1"/>
          </p:cNvSpPr>
          <p:nvPr/>
        </p:nvSpPr>
        <p:spPr>
          <a:xfrm>
            <a:off x="2294225" y="40921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1999" name="A1_bar_Cryo_14222">
            <a:extLst>
              <a:ext uri="{FF2B5EF4-FFF2-40B4-BE49-F238E27FC236}">
                <a16:creationId xmlns:a16="http://schemas.microsoft.com/office/drawing/2014/main" id="{85C514EE-1205-4E4D-8A7F-CAC7C9B1A29B}"/>
              </a:ext>
            </a:extLst>
          </p:cNvPr>
          <p:cNvSpPr>
            <a:spLocks noGrp="1"/>
          </p:cNvSpPr>
          <p:nvPr/>
        </p:nvSpPr>
        <p:spPr>
          <a:xfrm>
            <a:off x="2207704" y="52000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0" name="A1_bar_Cryo_14223">
            <a:extLst>
              <a:ext uri="{FF2B5EF4-FFF2-40B4-BE49-F238E27FC236}">
                <a16:creationId xmlns:a16="http://schemas.microsoft.com/office/drawing/2014/main" id="{A586DBBA-B9BD-4AFE-8899-2F68D2BF0D9C}"/>
              </a:ext>
            </a:extLst>
          </p:cNvPr>
          <p:cNvSpPr>
            <a:spLocks noGrp="1"/>
          </p:cNvSpPr>
          <p:nvPr/>
        </p:nvSpPr>
        <p:spPr>
          <a:xfrm>
            <a:off x="2307635" y="3924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1" name="A1_bar_Cryo_14224">
            <a:extLst>
              <a:ext uri="{FF2B5EF4-FFF2-40B4-BE49-F238E27FC236}">
                <a16:creationId xmlns:a16="http://schemas.microsoft.com/office/drawing/2014/main" id="{6517CA13-B4FB-42E2-8D92-BF35BE1C8611}"/>
              </a:ext>
            </a:extLst>
          </p:cNvPr>
          <p:cNvSpPr>
            <a:spLocks noGrp="1"/>
          </p:cNvSpPr>
          <p:nvPr/>
        </p:nvSpPr>
        <p:spPr>
          <a:xfrm>
            <a:off x="2333509" y="51685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2" name="A1_bar_Cryo_14225">
            <a:extLst>
              <a:ext uri="{FF2B5EF4-FFF2-40B4-BE49-F238E27FC236}">
                <a16:creationId xmlns:a16="http://schemas.microsoft.com/office/drawing/2014/main" id="{274B2D93-793F-4B2F-AF50-824EF986A644}"/>
              </a:ext>
            </a:extLst>
          </p:cNvPr>
          <p:cNvSpPr>
            <a:spLocks noGrp="1"/>
          </p:cNvSpPr>
          <p:nvPr/>
        </p:nvSpPr>
        <p:spPr>
          <a:xfrm>
            <a:off x="2195706" y="45664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3" name="A1_bar_Cryo_14226">
            <a:extLst>
              <a:ext uri="{FF2B5EF4-FFF2-40B4-BE49-F238E27FC236}">
                <a16:creationId xmlns:a16="http://schemas.microsoft.com/office/drawing/2014/main" id="{94CF65D7-D4AA-4E40-8BF3-AC57F7AA1334}"/>
              </a:ext>
            </a:extLst>
          </p:cNvPr>
          <p:cNvSpPr>
            <a:spLocks noGrp="1"/>
          </p:cNvSpPr>
          <p:nvPr/>
        </p:nvSpPr>
        <p:spPr>
          <a:xfrm>
            <a:off x="2160530" y="584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4" name="A1_bar_Cryo_14227">
            <a:extLst>
              <a:ext uri="{FF2B5EF4-FFF2-40B4-BE49-F238E27FC236}">
                <a16:creationId xmlns:a16="http://schemas.microsoft.com/office/drawing/2014/main" id="{00AF9F29-1AB5-445E-B34E-FA454A14E0C7}"/>
              </a:ext>
            </a:extLst>
          </p:cNvPr>
          <p:cNvSpPr>
            <a:spLocks noGrp="1"/>
          </p:cNvSpPr>
          <p:nvPr/>
        </p:nvSpPr>
        <p:spPr>
          <a:xfrm>
            <a:off x="2202217" y="35871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5" name="A1_bar_Cryo_14228">
            <a:extLst>
              <a:ext uri="{FF2B5EF4-FFF2-40B4-BE49-F238E27FC236}">
                <a16:creationId xmlns:a16="http://schemas.microsoft.com/office/drawing/2014/main" id="{B3ECE069-207F-4882-A61B-41ADF88B37FC}"/>
              </a:ext>
            </a:extLst>
          </p:cNvPr>
          <p:cNvSpPr>
            <a:spLocks noGrp="1"/>
          </p:cNvSpPr>
          <p:nvPr/>
        </p:nvSpPr>
        <p:spPr>
          <a:xfrm>
            <a:off x="2182132" y="54295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6" name="A1_bar_Cryo_14229">
            <a:extLst>
              <a:ext uri="{FF2B5EF4-FFF2-40B4-BE49-F238E27FC236}">
                <a16:creationId xmlns:a16="http://schemas.microsoft.com/office/drawing/2014/main" id="{BF8525FB-B50B-4983-80C3-5B19D47DDC31}"/>
              </a:ext>
            </a:extLst>
          </p:cNvPr>
          <p:cNvSpPr>
            <a:spLocks noGrp="1"/>
          </p:cNvSpPr>
          <p:nvPr/>
        </p:nvSpPr>
        <p:spPr>
          <a:xfrm>
            <a:off x="2195899" y="4092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7" name="A1_bar_Cryo_14230">
            <a:extLst>
              <a:ext uri="{FF2B5EF4-FFF2-40B4-BE49-F238E27FC236}">
                <a16:creationId xmlns:a16="http://schemas.microsoft.com/office/drawing/2014/main" id="{BC6B089C-0C23-46AA-9A04-2A69ED2BEC8D}"/>
              </a:ext>
            </a:extLst>
          </p:cNvPr>
          <p:cNvSpPr>
            <a:spLocks noGrp="1"/>
          </p:cNvSpPr>
          <p:nvPr/>
        </p:nvSpPr>
        <p:spPr>
          <a:xfrm>
            <a:off x="2380023" y="51632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8" name="A1_bar_Cryo_14231">
            <a:extLst>
              <a:ext uri="{FF2B5EF4-FFF2-40B4-BE49-F238E27FC236}">
                <a16:creationId xmlns:a16="http://schemas.microsoft.com/office/drawing/2014/main" id="{E4B41BAA-4DB8-41A3-AEA5-6C26CBF670AD}"/>
              </a:ext>
            </a:extLst>
          </p:cNvPr>
          <p:cNvSpPr>
            <a:spLocks noGrp="1"/>
          </p:cNvSpPr>
          <p:nvPr/>
        </p:nvSpPr>
        <p:spPr>
          <a:xfrm>
            <a:off x="2286528" y="520563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09" name="A1_bar_Cryo_14232">
            <a:extLst>
              <a:ext uri="{FF2B5EF4-FFF2-40B4-BE49-F238E27FC236}">
                <a16:creationId xmlns:a16="http://schemas.microsoft.com/office/drawing/2014/main" id="{0FA38ADC-41BA-48A0-BFB9-43A154635BC5}"/>
              </a:ext>
            </a:extLst>
          </p:cNvPr>
          <p:cNvSpPr>
            <a:spLocks noGrp="1"/>
          </p:cNvSpPr>
          <p:nvPr/>
        </p:nvSpPr>
        <p:spPr>
          <a:xfrm>
            <a:off x="2167593" y="52580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0" name="A1_bar_Cryo_14233">
            <a:extLst>
              <a:ext uri="{FF2B5EF4-FFF2-40B4-BE49-F238E27FC236}">
                <a16:creationId xmlns:a16="http://schemas.microsoft.com/office/drawing/2014/main" id="{FBB20026-DC8F-4E62-95FA-ED8969AD3F17}"/>
              </a:ext>
            </a:extLst>
          </p:cNvPr>
          <p:cNvSpPr>
            <a:spLocks noGrp="1"/>
          </p:cNvSpPr>
          <p:nvPr/>
        </p:nvSpPr>
        <p:spPr>
          <a:xfrm>
            <a:off x="2370787" y="45180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1" name="A1_bar_Cryo_14234">
            <a:extLst>
              <a:ext uri="{FF2B5EF4-FFF2-40B4-BE49-F238E27FC236}">
                <a16:creationId xmlns:a16="http://schemas.microsoft.com/office/drawing/2014/main" id="{16FC794D-8C6E-49B6-939F-22886838DA5F}"/>
              </a:ext>
            </a:extLst>
          </p:cNvPr>
          <p:cNvSpPr>
            <a:spLocks noGrp="1"/>
          </p:cNvSpPr>
          <p:nvPr/>
        </p:nvSpPr>
        <p:spPr>
          <a:xfrm>
            <a:off x="2284600" y="35292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2" name="A1_bar_Cryo_14235">
            <a:extLst>
              <a:ext uri="{FF2B5EF4-FFF2-40B4-BE49-F238E27FC236}">
                <a16:creationId xmlns:a16="http://schemas.microsoft.com/office/drawing/2014/main" id="{A81D59DA-93B9-4C98-813D-29438BF7DEA7}"/>
              </a:ext>
            </a:extLst>
          </p:cNvPr>
          <p:cNvSpPr>
            <a:spLocks noGrp="1"/>
          </p:cNvSpPr>
          <p:nvPr/>
        </p:nvSpPr>
        <p:spPr>
          <a:xfrm>
            <a:off x="2305960" y="53228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3" name="A1_bar_Cryo_14236">
            <a:extLst>
              <a:ext uri="{FF2B5EF4-FFF2-40B4-BE49-F238E27FC236}">
                <a16:creationId xmlns:a16="http://schemas.microsoft.com/office/drawing/2014/main" id="{E6DEC166-2591-4151-8163-CEF6A41C7E66}"/>
              </a:ext>
            </a:extLst>
          </p:cNvPr>
          <p:cNvSpPr>
            <a:spLocks noGrp="1"/>
          </p:cNvSpPr>
          <p:nvPr/>
        </p:nvSpPr>
        <p:spPr>
          <a:xfrm>
            <a:off x="2234799" y="555486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4" name="A1_bar_Cryo_14237">
            <a:extLst>
              <a:ext uri="{FF2B5EF4-FFF2-40B4-BE49-F238E27FC236}">
                <a16:creationId xmlns:a16="http://schemas.microsoft.com/office/drawing/2014/main" id="{9C1623C4-3E9C-49CF-87E3-CA6D8324F484}"/>
              </a:ext>
            </a:extLst>
          </p:cNvPr>
          <p:cNvSpPr>
            <a:spLocks noGrp="1"/>
          </p:cNvSpPr>
          <p:nvPr/>
        </p:nvSpPr>
        <p:spPr>
          <a:xfrm>
            <a:off x="2196603" y="42010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5" name="A1_bar_Cryo_14238">
            <a:extLst>
              <a:ext uri="{FF2B5EF4-FFF2-40B4-BE49-F238E27FC236}">
                <a16:creationId xmlns:a16="http://schemas.microsoft.com/office/drawing/2014/main" id="{D5BF6282-3622-43B1-8713-FE13C3749966}"/>
              </a:ext>
            </a:extLst>
          </p:cNvPr>
          <p:cNvSpPr>
            <a:spLocks noGrp="1"/>
          </p:cNvSpPr>
          <p:nvPr/>
        </p:nvSpPr>
        <p:spPr>
          <a:xfrm>
            <a:off x="2365243" y="57442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6" name="A1_bar_Cryo_14239">
            <a:extLst>
              <a:ext uri="{FF2B5EF4-FFF2-40B4-BE49-F238E27FC236}">
                <a16:creationId xmlns:a16="http://schemas.microsoft.com/office/drawing/2014/main" id="{19367DF5-9A06-48A9-8CA5-73EFCE598C5B}"/>
              </a:ext>
            </a:extLst>
          </p:cNvPr>
          <p:cNvSpPr>
            <a:spLocks noGrp="1"/>
          </p:cNvSpPr>
          <p:nvPr/>
        </p:nvSpPr>
        <p:spPr>
          <a:xfrm>
            <a:off x="2248288" y="50745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7" name="A1_bar_Cryo_14240">
            <a:extLst>
              <a:ext uri="{FF2B5EF4-FFF2-40B4-BE49-F238E27FC236}">
                <a16:creationId xmlns:a16="http://schemas.microsoft.com/office/drawing/2014/main" id="{35D9D64E-0F14-460D-9628-F5F730DCB106}"/>
              </a:ext>
            </a:extLst>
          </p:cNvPr>
          <p:cNvSpPr>
            <a:spLocks noGrp="1"/>
          </p:cNvSpPr>
          <p:nvPr/>
        </p:nvSpPr>
        <p:spPr>
          <a:xfrm>
            <a:off x="2142505" y="540096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8" name="A1_bar_Cryo_14241">
            <a:extLst>
              <a:ext uri="{FF2B5EF4-FFF2-40B4-BE49-F238E27FC236}">
                <a16:creationId xmlns:a16="http://schemas.microsoft.com/office/drawing/2014/main" id="{F394E364-757F-494A-9667-FF85C22E0089}"/>
              </a:ext>
            </a:extLst>
          </p:cNvPr>
          <p:cNvSpPr>
            <a:spLocks noGrp="1"/>
          </p:cNvSpPr>
          <p:nvPr/>
        </p:nvSpPr>
        <p:spPr>
          <a:xfrm>
            <a:off x="2269546" y="58425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19" name="A1_bar_Cryo_14242">
            <a:extLst>
              <a:ext uri="{FF2B5EF4-FFF2-40B4-BE49-F238E27FC236}">
                <a16:creationId xmlns:a16="http://schemas.microsoft.com/office/drawing/2014/main" id="{DADBB475-546F-49F9-ADB7-6DD34A67DAC2}"/>
              </a:ext>
            </a:extLst>
          </p:cNvPr>
          <p:cNvSpPr>
            <a:spLocks noGrp="1"/>
          </p:cNvSpPr>
          <p:nvPr/>
        </p:nvSpPr>
        <p:spPr>
          <a:xfrm>
            <a:off x="2376192" y="498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0" name="A1_bar_Cryo_14243">
            <a:extLst>
              <a:ext uri="{FF2B5EF4-FFF2-40B4-BE49-F238E27FC236}">
                <a16:creationId xmlns:a16="http://schemas.microsoft.com/office/drawing/2014/main" id="{6FF45FE6-D6C9-46EA-B533-E60F2C4C1FAC}"/>
              </a:ext>
            </a:extLst>
          </p:cNvPr>
          <p:cNvSpPr>
            <a:spLocks noGrp="1"/>
          </p:cNvSpPr>
          <p:nvPr/>
        </p:nvSpPr>
        <p:spPr>
          <a:xfrm>
            <a:off x="3828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1" name="A1_bar_Cryo_14244">
            <a:extLst>
              <a:ext uri="{FF2B5EF4-FFF2-40B4-BE49-F238E27FC236}">
                <a16:creationId xmlns:a16="http://schemas.microsoft.com/office/drawing/2014/main" id="{96311C1E-7C9A-4470-9C32-7A7FAE5E0266}"/>
              </a:ext>
            </a:extLst>
          </p:cNvPr>
          <p:cNvSpPr>
            <a:spLocks noGrp="1"/>
          </p:cNvSpPr>
          <p:nvPr/>
        </p:nvSpPr>
        <p:spPr>
          <a:xfrm>
            <a:off x="39204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2" name="A1_bar_Cryo_14245">
            <a:extLst>
              <a:ext uri="{FF2B5EF4-FFF2-40B4-BE49-F238E27FC236}">
                <a16:creationId xmlns:a16="http://schemas.microsoft.com/office/drawing/2014/main" id="{383A1363-4B47-40F3-81CE-3E3D77F91C6A}"/>
              </a:ext>
            </a:extLst>
          </p:cNvPr>
          <p:cNvSpPr>
            <a:spLocks noGrp="1"/>
          </p:cNvSpPr>
          <p:nvPr/>
        </p:nvSpPr>
        <p:spPr>
          <a:xfrm>
            <a:off x="37044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3" name="A1_bar_Cryo_14246">
            <a:extLst>
              <a:ext uri="{FF2B5EF4-FFF2-40B4-BE49-F238E27FC236}">
                <a16:creationId xmlns:a16="http://schemas.microsoft.com/office/drawing/2014/main" id="{E1A9C0DE-44FF-423D-A4A9-AE52C6E59E9A}"/>
              </a:ext>
            </a:extLst>
          </p:cNvPr>
          <p:cNvSpPr>
            <a:spLocks noGrp="1"/>
          </p:cNvSpPr>
          <p:nvPr/>
        </p:nvSpPr>
        <p:spPr>
          <a:xfrm>
            <a:off x="386446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4" name="A1_bar_Cryo_14247">
            <a:extLst>
              <a:ext uri="{FF2B5EF4-FFF2-40B4-BE49-F238E27FC236}">
                <a16:creationId xmlns:a16="http://schemas.microsoft.com/office/drawing/2014/main" id="{C9550E00-B028-41D6-A9D1-3F16C8722404}"/>
              </a:ext>
            </a:extLst>
          </p:cNvPr>
          <p:cNvSpPr>
            <a:spLocks noGrp="1"/>
          </p:cNvSpPr>
          <p:nvPr/>
        </p:nvSpPr>
        <p:spPr>
          <a:xfrm>
            <a:off x="3926941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5" name="A1_bar_Cryo_14248">
            <a:extLst>
              <a:ext uri="{FF2B5EF4-FFF2-40B4-BE49-F238E27FC236}">
                <a16:creationId xmlns:a16="http://schemas.microsoft.com/office/drawing/2014/main" id="{15C08FEA-DF9F-4404-AD0C-B34C3CA63F90}"/>
              </a:ext>
            </a:extLst>
          </p:cNvPr>
          <p:cNvSpPr>
            <a:spLocks noGrp="1"/>
          </p:cNvSpPr>
          <p:nvPr/>
        </p:nvSpPr>
        <p:spPr>
          <a:xfrm>
            <a:off x="38697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6" name="A1_bar_Cryo_14249">
            <a:extLst>
              <a:ext uri="{FF2B5EF4-FFF2-40B4-BE49-F238E27FC236}">
                <a16:creationId xmlns:a16="http://schemas.microsoft.com/office/drawing/2014/main" id="{93334CD4-2CB7-4BE6-95A1-5BDC600DD063}"/>
              </a:ext>
            </a:extLst>
          </p:cNvPr>
          <p:cNvSpPr>
            <a:spLocks noGrp="1"/>
          </p:cNvSpPr>
          <p:nvPr/>
        </p:nvSpPr>
        <p:spPr>
          <a:xfrm>
            <a:off x="38889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7" name="A1_bar_Cryo_14250">
            <a:extLst>
              <a:ext uri="{FF2B5EF4-FFF2-40B4-BE49-F238E27FC236}">
                <a16:creationId xmlns:a16="http://schemas.microsoft.com/office/drawing/2014/main" id="{9E6D629A-BD51-4CE4-8480-B8FEF5EBDD00}"/>
              </a:ext>
            </a:extLst>
          </p:cNvPr>
          <p:cNvSpPr>
            <a:spLocks noGrp="1"/>
          </p:cNvSpPr>
          <p:nvPr/>
        </p:nvSpPr>
        <p:spPr>
          <a:xfrm>
            <a:off x="39440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8" name="A1_bar_Cryo_14251">
            <a:extLst>
              <a:ext uri="{FF2B5EF4-FFF2-40B4-BE49-F238E27FC236}">
                <a16:creationId xmlns:a16="http://schemas.microsoft.com/office/drawing/2014/main" id="{889D3657-790A-4649-B9FC-EA4444036B0C}"/>
              </a:ext>
            </a:extLst>
          </p:cNvPr>
          <p:cNvSpPr>
            <a:spLocks noGrp="1"/>
          </p:cNvSpPr>
          <p:nvPr/>
        </p:nvSpPr>
        <p:spPr>
          <a:xfrm>
            <a:off x="3892602" y="44192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29" name="A1_bar_Cryo_14252">
            <a:extLst>
              <a:ext uri="{FF2B5EF4-FFF2-40B4-BE49-F238E27FC236}">
                <a16:creationId xmlns:a16="http://schemas.microsoft.com/office/drawing/2014/main" id="{3C075A71-AACC-4036-842F-A173A705344D}"/>
              </a:ext>
            </a:extLst>
          </p:cNvPr>
          <p:cNvSpPr>
            <a:spLocks noGrp="1"/>
          </p:cNvSpPr>
          <p:nvPr/>
        </p:nvSpPr>
        <p:spPr>
          <a:xfrm>
            <a:off x="374640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0" name="A1_bar_Cryo_14253">
            <a:extLst>
              <a:ext uri="{FF2B5EF4-FFF2-40B4-BE49-F238E27FC236}">
                <a16:creationId xmlns:a16="http://schemas.microsoft.com/office/drawing/2014/main" id="{C694FBCA-55A3-4E3B-946B-75E81351734D}"/>
              </a:ext>
            </a:extLst>
          </p:cNvPr>
          <p:cNvSpPr>
            <a:spLocks noGrp="1"/>
          </p:cNvSpPr>
          <p:nvPr/>
        </p:nvSpPr>
        <p:spPr>
          <a:xfrm>
            <a:off x="3728045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1" name="A1_bar_Cryo_14254">
            <a:extLst>
              <a:ext uri="{FF2B5EF4-FFF2-40B4-BE49-F238E27FC236}">
                <a16:creationId xmlns:a16="http://schemas.microsoft.com/office/drawing/2014/main" id="{233D5561-90CF-444D-96BE-8A2EDA749640}"/>
              </a:ext>
            </a:extLst>
          </p:cNvPr>
          <p:cNvSpPr>
            <a:spLocks noGrp="1"/>
          </p:cNvSpPr>
          <p:nvPr/>
        </p:nvSpPr>
        <p:spPr>
          <a:xfrm>
            <a:off x="3848194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2" name="A1_bar_Cryo_14255">
            <a:extLst>
              <a:ext uri="{FF2B5EF4-FFF2-40B4-BE49-F238E27FC236}">
                <a16:creationId xmlns:a16="http://schemas.microsoft.com/office/drawing/2014/main" id="{9F6DC25A-11AA-4E9E-901B-88DA51C1FCFC}"/>
              </a:ext>
            </a:extLst>
          </p:cNvPr>
          <p:cNvSpPr>
            <a:spLocks noGrp="1"/>
          </p:cNvSpPr>
          <p:nvPr/>
        </p:nvSpPr>
        <p:spPr>
          <a:xfrm>
            <a:off x="389553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3" name="A1_bar_Cryo_14256">
            <a:extLst>
              <a:ext uri="{FF2B5EF4-FFF2-40B4-BE49-F238E27FC236}">
                <a16:creationId xmlns:a16="http://schemas.microsoft.com/office/drawing/2014/main" id="{B0DD4C9C-2F0B-4071-BFAA-F65B7FADFA20}"/>
              </a:ext>
            </a:extLst>
          </p:cNvPr>
          <p:cNvSpPr>
            <a:spLocks noGrp="1"/>
          </p:cNvSpPr>
          <p:nvPr/>
        </p:nvSpPr>
        <p:spPr>
          <a:xfrm>
            <a:off x="382569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4" name="A1_bar_Cryo_14257">
            <a:extLst>
              <a:ext uri="{FF2B5EF4-FFF2-40B4-BE49-F238E27FC236}">
                <a16:creationId xmlns:a16="http://schemas.microsoft.com/office/drawing/2014/main" id="{D8DA45EE-C8B0-4865-9B00-3867BF56A859}"/>
              </a:ext>
            </a:extLst>
          </p:cNvPr>
          <p:cNvSpPr>
            <a:spLocks noGrp="1"/>
          </p:cNvSpPr>
          <p:nvPr/>
        </p:nvSpPr>
        <p:spPr>
          <a:xfrm>
            <a:off x="373265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5" name="A1_bar_Cryo_14258">
            <a:extLst>
              <a:ext uri="{FF2B5EF4-FFF2-40B4-BE49-F238E27FC236}">
                <a16:creationId xmlns:a16="http://schemas.microsoft.com/office/drawing/2014/main" id="{3E1F3E47-5F8F-43A6-A40F-3BA9BFE39A34}"/>
              </a:ext>
            </a:extLst>
          </p:cNvPr>
          <p:cNvSpPr>
            <a:spLocks noGrp="1"/>
          </p:cNvSpPr>
          <p:nvPr/>
        </p:nvSpPr>
        <p:spPr>
          <a:xfrm>
            <a:off x="387698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6" name="A1_bar_Cryo_14259">
            <a:extLst>
              <a:ext uri="{FF2B5EF4-FFF2-40B4-BE49-F238E27FC236}">
                <a16:creationId xmlns:a16="http://schemas.microsoft.com/office/drawing/2014/main" id="{74F3F128-9BDC-4F2D-ABFC-E239744CBD28}"/>
              </a:ext>
            </a:extLst>
          </p:cNvPr>
          <p:cNvSpPr>
            <a:spLocks noGrp="1"/>
          </p:cNvSpPr>
          <p:nvPr/>
        </p:nvSpPr>
        <p:spPr>
          <a:xfrm>
            <a:off x="39514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7" name="A1_bar_Cryo_14260">
            <a:extLst>
              <a:ext uri="{FF2B5EF4-FFF2-40B4-BE49-F238E27FC236}">
                <a16:creationId xmlns:a16="http://schemas.microsoft.com/office/drawing/2014/main" id="{2DCFC02C-FD04-4DFD-B929-2C9107B83D1A}"/>
              </a:ext>
            </a:extLst>
          </p:cNvPr>
          <p:cNvSpPr>
            <a:spLocks noGrp="1"/>
          </p:cNvSpPr>
          <p:nvPr/>
        </p:nvSpPr>
        <p:spPr>
          <a:xfrm>
            <a:off x="3781676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8" name="A1_bar_Cryo_14261">
            <a:extLst>
              <a:ext uri="{FF2B5EF4-FFF2-40B4-BE49-F238E27FC236}">
                <a16:creationId xmlns:a16="http://schemas.microsoft.com/office/drawing/2014/main" id="{A14ADA0C-6560-40C5-919B-6BF43C1BBC0D}"/>
              </a:ext>
            </a:extLst>
          </p:cNvPr>
          <p:cNvSpPr>
            <a:spLocks noGrp="1"/>
          </p:cNvSpPr>
          <p:nvPr/>
        </p:nvSpPr>
        <p:spPr>
          <a:xfrm>
            <a:off x="3867269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39" name="A1_bar_Cryo_14262">
            <a:extLst>
              <a:ext uri="{FF2B5EF4-FFF2-40B4-BE49-F238E27FC236}">
                <a16:creationId xmlns:a16="http://schemas.microsoft.com/office/drawing/2014/main" id="{1A71B423-95B1-4CAC-A9D2-0C18BDBB243D}"/>
              </a:ext>
            </a:extLst>
          </p:cNvPr>
          <p:cNvSpPr>
            <a:spLocks noGrp="1"/>
          </p:cNvSpPr>
          <p:nvPr/>
        </p:nvSpPr>
        <p:spPr>
          <a:xfrm>
            <a:off x="372049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0" name="A1_bar_Cryo_14263">
            <a:extLst>
              <a:ext uri="{FF2B5EF4-FFF2-40B4-BE49-F238E27FC236}">
                <a16:creationId xmlns:a16="http://schemas.microsoft.com/office/drawing/2014/main" id="{2E2FAA72-B1D9-4136-8649-50609467D8A7}"/>
              </a:ext>
            </a:extLst>
          </p:cNvPr>
          <p:cNvSpPr>
            <a:spLocks noGrp="1"/>
          </p:cNvSpPr>
          <p:nvPr/>
        </p:nvSpPr>
        <p:spPr>
          <a:xfrm>
            <a:off x="3922386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1" name="A1_bar_Cryo_14264">
            <a:extLst>
              <a:ext uri="{FF2B5EF4-FFF2-40B4-BE49-F238E27FC236}">
                <a16:creationId xmlns:a16="http://schemas.microsoft.com/office/drawing/2014/main" id="{2D7A6C7F-24BD-40F1-A5EB-619B368C48ED}"/>
              </a:ext>
            </a:extLst>
          </p:cNvPr>
          <p:cNvSpPr>
            <a:spLocks noGrp="1"/>
          </p:cNvSpPr>
          <p:nvPr/>
        </p:nvSpPr>
        <p:spPr>
          <a:xfrm>
            <a:off x="3890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2" name="A1_bar_Cryo_14265">
            <a:extLst>
              <a:ext uri="{FF2B5EF4-FFF2-40B4-BE49-F238E27FC236}">
                <a16:creationId xmlns:a16="http://schemas.microsoft.com/office/drawing/2014/main" id="{1FF29E58-6B47-4D5A-941F-AF4FFA59722D}"/>
              </a:ext>
            </a:extLst>
          </p:cNvPr>
          <p:cNvSpPr>
            <a:spLocks noGrp="1"/>
          </p:cNvSpPr>
          <p:nvPr/>
        </p:nvSpPr>
        <p:spPr>
          <a:xfrm>
            <a:off x="3755880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3" name="A1_bar_Cryo_14266">
            <a:extLst>
              <a:ext uri="{FF2B5EF4-FFF2-40B4-BE49-F238E27FC236}">
                <a16:creationId xmlns:a16="http://schemas.microsoft.com/office/drawing/2014/main" id="{BDF465EB-7332-4299-9645-3C39F165420B}"/>
              </a:ext>
            </a:extLst>
          </p:cNvPr>
          <p:cNvSpPr>
            <a:spLocks noGrp="1"/>
          </p:cNvSpPr>
          <p:nvPr/>
        </p:nvSpPr>
        <p:spPr>
          <a:xfrm>
            <a:off x="38348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4" name="A1_bar_Cryo_14267">
            <a:extLst>
              <a:ext uri="{FF2B5EF4-FFF2-40B4-BE49-F238E27FC236}">
                <a16:creationId xmlns:a16="http://schemas.microsoft.com/office/drawing/2014/main" id="{C2187A09-F576-44D6-B7A2-38CDA78C30B1}"/>
              </a:ext>
            </a:extLst>
          </p:cNvPr>
          <p:cNvSpPr>
            <a:spLocks noGrp="1"/>
          </p:cNvSpPr>
          <p:nvPr/>
        </p:nvSpPr>
        <p:spPr>
          <a:xfrm>
            <a:off x="39254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5" name="A1_bar_Cryo_14268">
            <a:extLst>
              <a:ext uri="{FF2B5EF4-FFF2-40B4-BE49-F238E27FC236}">
                <a16:creationId xmlns:a16="http://schemas.microsoft.com/office/drawing/2014/main" id="{06DF0662-56F9-4AA0-832E-A0A92F70F09D}"/>
              </a:ext>
            </a:extLst>
          </p:cNvPr>
          <p:cNvSpPr>
            <a:spLocks noGrp="1"/>
          </p:cNvSpPr>
          <p:nvPr/>
        </p:nvSpPr>
        <p:spPr>
          <a:xfrm>
            <a:off x="3792383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6" name="A1_bar_Cryo_14269">
            <a:extLst>
              <a:ext uri="{FF2B5EF4-FFF2-40B4-BE49-F238E27FC236}">
                <a16:creationId xmlns:a16="http://schemas.microsoft.com/office/drawing/2014/main" id="{88F691EB-BD7E-44E3-84F3-BCC171895D3A}"/>
              </a:ext>
            </a:extLst>
          </p:cNvPr>
          <p:cNvSpPr>
            <a:spLocks noGrp="1"/>
          </p:cNvSpPr>
          <p:nvPr/>
        </p:nvSpPr>
        <p:spPr>
          <a:xfrm>
            <a:off x="3799102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7" name="A1_bar_Cryo_14270">
            <a:extLst>
              <a:ext uri="{FF2B5EF4-FFF2-40B4-BE49-F238E27FC236}">
                <a16:creationId xmlns:a16="http://schemas.microsoft.com/office/drawing/2014/main" id="{76C4F69E-532A-4B5D-A257-B9626ED3E3AA}"/>
              </a:ext>
            </a:extLst>
          </p:cNvPr>
          <p:cNvSpPr>
            <a:spLocks noGrp="1"/>
          </p:cNvSpPr>
          <p:nvPr/>
        </p:nvSpPr>
        <p:spPr>
          <a:xfrm>
            <a:off x="3762578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8" name="A1_bar_Cryo_14271">
            <a:extLst>
              <a:ext uri="{FF2B5EF4-FFF2-40B4-BE49-F238E27FC236}">
                <a16:creationId xmlns:a16="http://schemas.microsoft.com/office/drawing/2014/main" id="{CF87B94F-B0D4-4E1A-9CBC-2D562FC4E7B6}"/>
              </a:ext>
            </a:extLst>
          </p:cNvPr>
          <p:cNvSpPr>
            <a:spLocks noGrp="1"/>
          </p:cNvSpPr>
          <p:nvPr/>
        </p:nvSpPr>
        <p:spPr>
          <a:xfrm>
            <a:off x="3837711" y="50861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49" name="A1_bar_Cryo_14272">
            <a:extLst>
              <a:ext uri="{FF2B5EF4-FFF2-40B4-BE49-F238E27FC236}">
                <a16:creationId xmlns:a16="http://schemas.microsoft.com/office/drawing/2014/main" id="{2856B248-81AC-462C-A4EF-1E1BAAAAD2D2}"/>
              </a:ext>
            </a:extLst>
          </p:cNvPr>
          <p:cNvSpPr>
            <a:spLocks noGrp="1"/>
          </p:cNvSpPr>
          <p:nvPr/>
        </p:nvSpPr>
        <p:spPr>
          <a:xfrm>
            <a:off x="37440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0" name="A1_bar_Cryo_14273">
            <a:extLst>
              <a:ext uri="{FF2B5EF4-FFF2-40B4-BE49-F238E27FC236}">
                <a16:creationId xmlns:a16="http://schemas.microsoft.com/office/drawing/2014/main" id="{D08030A7-1DE8-49A4-841F-A6B10D9F5715}"/>
              </a:ext>
            </a:extLst>
          </p:cNvPr>
          <p:cNvSpPr>
            <a:spLocks noGrp="1"/>
          </p:cNvSpPr>
          <p:nvPr/>
        </p:nvSpPr>
        <p:spPr>
          <a:xfrm>
            <a:off x="3777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1" name="A1_bar_Cryo_14274">
            <a:extLst>
              <a:ext uri="{FF2B5EF4-FFF2-40B4-BE49-F238E27FC236}">
                <a16:creationId xmlns:a16="http://schemas.microsoft.com/office/drawing/2014/main" id="{8EE4AF8A-0752-4BEB-82A1-5629962706E0}"/>
              </a:ext>
            </a:extLst>
          </p:cNvPr>
          <p:cNvSpPr>
            <a:spLocks noGrp="1"/>
          </p:cNvSpPr>
          <p:nvPr/>
        </p:nvSpPr>
        <p:spPr>
          <a:xfrm>
            <a:off x="394786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2" name="A1_bar_Cryo_14275">
            <a:extLst>
              <a:ext uri="{FF2B5EF4-FFF2-40B4-BE49-F238E27FC236}">
                <a16:creationId xmlns:a16="http://schemas.microsoft.com/office/drawing/2014/main" id="{F8B671FD-917A-4A17-B787-7E88564E25EC}"/>
              </a:ext>
            </a:extLst>
          </p:cNvPr>
          <p:cNvSpPr>
            <a:spLocks noGrp="1"/>
          </p:cNvSpPr>
          <p:nvPr/>
        </p:nvSpPr>
        <p:spPr>
          <a:xfrm>
            <a:off x="38003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3" name="A1_bar_Cryo_14276">
            <a:extLst>
              <a:ext uri="{FF2B5EF4-FFF2-40B4-BE49-F238E27FC236}">
                <a16:creationId xmlns:a16="http://schemas.microsoft.com/office/drawing/2014/main" id="{D91D77D4-C80A-4800-863E-1A9A772CA59B}"/>
              </a:ext>
            </a:extLst>
          </p:cNvPr>
          <p:cNvSpPr>
            <a:spLocks noGrp="1"/>
          </p:cNvSpPr>
          <p:nvPr/>
        </p:nvSpPr>
        <p:spPr>
          <a:xfrm>
            <a:off x="38383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4" name="A1_bar_Cryo_14277">
            <a:extLst>
              <a:ext uri="{FF2B5EF4-FFF2-40B4-BE49-F238E27FC236}">
                <a16:creationId xmlns:a16="http://schemas.microsoft.com/office/drawing/2014/main" id="{886EE66A-2DB9-4218-ABC6-F7F58E8AC5AE}"/>
              </a:ext>
            </a:extLst>
          </p:cNvPr>
          <p:cNvSpPr>
            <a:spLocks noGrp="1"/>
          </p:cNvSpPr>
          <p:nvPr/>
        </p:nvSpPr>
        <p:spPr>
          <a:xfrm>
            <a:off x="39352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5" name="A1_bar_Cryo_14278">
            <a:extLst>
              <a:ext uri="{FF2B5EF4-FFF2-40B4-BE49-F238E27FC236}">
                <a16:creationId xmlns:a16="http://schemas.microsoft.com/office/drawing/2014/main" id="{F132BF3E-E5FE-48F2-9398-8845C04FEB26}"/>
              </a:ext>
            </a:extLst>
          </p:cNvPr>
          <p:cNvSpPr>
            <a:spLocks noGrp="1"/>
          </p:cNvSpPr>
          <p:nvPr/>
        </p:nvSpPr>
        <p:spPr>
          <a:xfrm>
            <a:off x="3892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6" name="A1_bar_Cryo_14279">
            <a:extLst>
              <a:ext uri="{FF2B5EF4-FFF2-40B4-BE49-F238E27FC236}">
                <a16:creationId xmlns:a16="http://schemas.microsoft.com/office/drawing/2014/main" id="{B1586D79-A885-4DF3-96E5-C08893213BBC}"/>
              </a:ext>
            </a:extLst>
          </p:cNvPr>
          <p:cNvSpPr>
            <a:spLocks noGrp="1"/>
          </p:cNvSpPr>
          <p:nvPr/>
        </p:nvSpPr>
        <p:spPr>
          <a:xfrm>
            <a:off x="3853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7" name="A1_bar_Cryo_14280">
            <a:extLst>
              <a:ext uri="{FF2B5EF4-FFF2-40B4-BE49-F238E27FC236}">
                <a16:creationId xmlns:a16="http://schemas.microsoft.com/office/drawing/2014/main" id="{45E8E6F4-4FEB-4EB1-B948-FA1479BF7209}"/>
              </a:ext>
            </a:extLst>
          </p:cNvPr>
          <p:cNvSpPr>
            <a:spLocks noGrp="1"/>
          </p:cNvSpPr>
          <p:nvPr/>
        </p:nvSpPr>
        <p:spPr>
          <a:xfrm>
            <a:off x="377594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8" name="A1_bar_Cryo_14281">
            <a:extLst>
              <a:ext uri="{FF2B5EF4-FFF2-40B4-BE49-F238E27FC236}">
                <a16:creationId xmlns:a16="http://schemas.microsoft.com/office/drawing/2014/main" id="{CB51EE57-6EAD-4127-9A19-460AD26D2076}"/>
              </a:ext>
            </a:extLst>
          </p:cNvPr>
          <p:cNvSpPr>
            <a:spLocks noGrp="1"/>
          </p:cNvSpPr>
          <p:nvPr/>
        </p:nvSpPr>
        <p:spPr>
          <a:xfrm>
            <a:off x="384102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59" name="A1_bar_Cryo_14282">
            <a:extLst>
              <a:ext uri="{FF2B5EF4-FFF2-40B4-BE49-F238E27FC236}">
                <a16:creationId xmlns:a16="http://schemas.microsoft.com/office/drawing/2014/main" id="{DDDC135B-4DD1-4F9B-B38C-C21267917A7E}"/>
              </a:ext>
            </a:extLst>
          </p:cNvPr>
          <p:cNvSpPr>
            <a:spLocks noGrp="1"/>
          </p:cNvSpPr>
          <p:nvPr/>
        </p:nvSpPr>
        <p:spPr>
          <a:xfrm>
            <a:off x="370611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0" name="A1_bar_Cryo_14283">
            <a:extLst>
              <a:ext uri="{FF2B5EF4-FFF2-40B4-BE49-F238E27FC236}">
                <a16:creationId xmlns:a16="http://schemas.microsoft.com/office/drawing/2014/main" id="{EA6B4E41-2007-45AC-8FF2-68460D3F1544}"/>
              </a:ext>
            </a:extLst>
          </p:cNvPr>
          <p:cNvSpPr>
            <a:spLocks noGrp="1"/>
          </p:cNvSpPr>
          <p:nvPr/>
        </p:nvSpPr>
        <p:spPr>
          <a:xfrm>
            <a:off x="376825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1" name="A1_bar_Cryo_14284">
            <a:extLst>
              <a:ext uri="{FF2B5EF4-FFF2-40B4-BE49-F238E27FC236}">
                <a16:creationId xmlns:a16="http://schemas.microsoft.com/office/drawing/2014/main" id="{7CE24AC7-3FCA-4AA2-A91F-97788D0B17F3}"/>
              </a:ext>
            </a:extLst>
          </p:cNvPr>
          <p:cNvSpPr>
            <a:spLocks noGrp="1"/>
          </p:cNvSpPr>
          <p:nvPr/>
        </p:nvSpPr>
        <p:spPr>
          <a:xfrm>
            <a:off x="384751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2" name="A1_bar_Cryo_14285">
            <a:extLst>
              <a:ext uri="{FF2B5EF4-FFF2-40B4-BE49-F238E27FC236}">
                <a16:creationId xmlns:a16="http://schemas.microsoft.com/office/drawing/2014/main" id="{10877C63-D6AD-4B6B-A355-275A12803881}"/>
              </a:ext>
            </a:extLst>
          </p:cNvPr>
          <p:cNvSpPr>
            <a:spLocks noGrp="1"/>
          </p:cNvSpPr>
          <p:nvPr/>
        </p:nvSpPr>
        <p:spPr>
          <a:xfrm>
            <a:off x="37970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3" name="A1_bar_Cryo_14286">
            <a:extLst>
              <a:ext uri="{FF2B5EF4-FFF2-40B4-BE49-F238E27FC236}">
                <a16:creationId xmlns:a16="http://schemas.microsoft.com/office/drawing/2014/main" id="{874037AE-A34E-4703-BFFF-DA6DE940B477}"/>
              </a:ext>
            </a:extLst>
          </p:cNvPr>
          <p:cNvSpPr>
            <a:spLocks noGrp="1"/>
          </p:cNvSpPr>
          <p:nvPr/>
        </p:nvSpPr>
        <p:spPr>
          <a:xfrm>
            <a:off x="3902090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4" name="A1_bar_Cryo_14287">
            <a:extLst>
              <a:ext uri="{FF2B5EF4-FFF2-40B4-BE49-F238E27FC236}">
                <a16:creationId xmlns:a16="http://schemas.microsoft.com/office/drawing/2014/main" id="{5B9757B1-37F9-4F1D-80F4-13D94C4B5D24}"/>
              </a:ext>
            </a:extLst>
          </p:cNvPr>
          <p:cNvSpPr>
            <a:spLocks noGrp="1"/>
          </p:cNvSpPr>
          <p:nvPr/>
        </p:nvSpPr>
        <p:spPr>
          <a:xfrm>
            <a:off x="3781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5" name="A1_bar_Cryo_14288">
            <a:extLst>
              <a:ext uri="{FF2B5EF4-FFF2-40B4-BE49-F238E27FC236}">
                <a16:creationId xmlns:a16="http://schemas.microsoft.com/office/drawing/2014/main" id="{BFBFBA8E-6ED7-43DF-BCD0-B59EF9B23A3C}"/>
              </a:ext>
            </a:extLst>
          </p:cNvPr>
          <p:cNvSpPr>
            <a:spLocks noGrp="1"/>
          </p:cNvSpPr>
          <p:nvPr/>
        </p:nvSpPr>
        <p:spPr>
          <a:xfrm>
            <a:off x="387944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6" name="A1_bar_Cryo_14289">
            <a:extLst>
              <a:ext uri="{FF2B5EF4-FFF2-40B4-BE49-F238E27FC236}">
                <a16:creationId xmlns:a16="http://schemas.microsoft.com/office/drawing/2014/main" id="{D3A87657-5710-4869-8049-7344DECE925A}"/>
              </a:ext>
            </a:extLst>
          </p:cNvPr>
          <p:cNvSpPr>
            <a:spLocks noGrp="1"/>
          </p:cNvSpPr>
          <p:nvPr/>
        </p:nvSpPr>
        <p:spPr>
          <a:xfrm>
            <a:off x="3743886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7" name="A1_bar_Cryo_14290">
            <a:extLst>
              <a:ext uri="{FF2B5EF4-FFF2-40B4-BE49-F238E27FC236}">
                <a16:creationId xmlns:a16="http://schemas.microsoft.com/office/drawing/2014/main" id="{B58715F8-08A8-45E6-9CCB-18C535054A37}"/>
              </a:ext>
            </a:extLst>
          </p:cNvPr>
          <p:cNvSpPr>
            <a:spLocks noGrp="1"/>
          </p:cNvSpPr>
          <p:nvPr/>
        </p:nvSpPr>
        <p:spPr>
          <a:xfrm>
            <a:off x="37765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8" name="A1_bar_Cryo_14291">
            <a:extLst>
              <a:ext uri="{FF2B5EF4-FFF2-40B4-BE49-F238E27FC236}">
                <a16:creationId xmlns:a16="http://schemas.microsoft.com/office/drawing/2014/main" id="{D5054D51-6AA6-4C86-970E-AD629A03743A}"/>
              </a:ext>
            </a:extLst>
          </p:cNvPr>
          <p:cNvSpPr>
            <a:spLocks noGrp="1"/>
          </p:cNvSpPr>
          <p:nvPr/>
        </p:nvSpPr>
        <p:spPr>
          <a:xfrm>
            <a:off x="389956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69" name="A1_bar_Cryo_14292">
            <a:extLst>
              <a:ext uri="{FF2B5EF4-FFF2-40B4-BE49-F238E27FC236}">
                <a16:creationId xmlns:a16="http://schemas.microsoft.com/office/drawing/2014/main" id="{3452A389-00A0-4322-9552-1023151E4CBE}"/>
              </a:ext>
            </a:extLst>
          </p:cNvPr>
          <p:cNvSpPr>
            <a:spLocks noGrp="1"/>
          </p:cNvSpPr>
          <p:nvPr/>
        </p:nvSpPr>
        <p:spPr>
          <a:xfrm>
            <a:off x="3739458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0" name="A1_bar_Cryo_14293">
            <a:extLst>
              <a:ext uri="{FF2B5EF4-FFF2-40B4-BE49-F238E27FC236}">
                <a16:creationId xmlns:a16="http://schemas.microsoft.com/office/drawing/2014/main" id="{5DC9C526-C64E-4855-9A74-647B95653A9C}"/>
              </a:ext>
            </a:extLst>
          </p:cNvPr>
          <p:cNvSpPr>
            <a:spLocks noGrp="1"/>
          </p:cNvSpPr>
          <p:nvPr/>
        </p:nvSpPr>
        <p:spPr>
          <a:xfrm>
            <a:off x="3825296" y="47677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1" name="A1_bar_Cryo_14294">
            <a:extLst>
              <a:ext uri="{FF2B5EF4-FFF2-40B4-BE49-F238E27FC236}">
                <a16:creationId xmlns:a16="http://schemas.microsoft.com/office/drawing/2014/main" id="{766DD6CA-F19A-40E9-A4AE-79D963795FE6}"/>
              </a:ext>
            </a:extLst>
          </p:cNvPr>
          <p:cNvSpPr>
            <a:spLocks noGrp="1"/>
          </p:cNvSpPr>
          <p:nvPr/>
        </p:nvSpPr>
        <p:spPr>
          <a:xfrm>
            <a:off x="3725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2" name="A1_bar_Cryo_14295">
            <a:extLst>
              <a:ext uri="{FF2B5EF4-FFF2-40B4-BE49-F238E27FC236}">
                <a16:creationId xmlns:a16="http://schemas.microsoft.com/office/drawing/2014/main" id="{8B8D15BB-0FE3-476B-AAA0-81015E99496E}"/>
              </a:ext>
            </a:extLst>
          </p:cNvPr>
          <p:cNvSpPr>
            <a:spLocks noGrp="1"/>
          </p:cNvSpPr>
          <p:nvPr/>
        </p:nvSpPr>
        <p:spPr>
          <a:xfrm>
            <a:off x="3845698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3" name="A1_bar_Cryo_14296">
            <a:extLst>
              <a:ext uri="{FF2B5EF4-FFF2-40B4-BE49-F238E27FC236}">
                <a16:creationId xmlns:a16="http://schemas.microsoft.com/office/drawing/2014/main" id="{8702D280-FC9F-43CD-A379-2AEC8EED9BB8}"/>
              </a:ext>
            </a:extLst>
          </p:cNvPr>
          <p:cNvSpPr>
            <a:spLocks noGrp="1"/>
          </p:cNvSpPr>
          <p:nvPr/>
        </p:nvSpPr>
        <p:spPr>
          <a:xfrm>
            <a:off x="3738940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4" name="A1_bar_Cryo_14297">
            <a:extLst>
              <a:ext uri="{FF2B5EF4-FFF2-40B4-BE49-F238E27FC236}">
                <a16:creationId xmlns:a16="http://schemas.microsoft.com/office/drawing/2014/main" id="{835607CD-B3BB-4539-BB0E-A2AC5AD3E53C}"/>
              </a:ext>
            </a:extLst>
          </p:cNvPr>
          <p:cNvSpPr>
            <a:spLocks noGrp="1"/>
          </p:cNvSpPr>
          <p:nvPr/>
        </p:nvSpPr>
        <p:spPr>
          <a:xfrm>
            <a:off x="383890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5" name="A1_bar_Cryo_14298">
            <a:extLst>
              <a:ext uri="{FF2B5EF4-FFF2-40B4-BE49-F238E27FC236}">
                <a16:creationId xmlns:a16="http://schemas.microsoft.com/office/drawing/2014/main" id="{4B3791B1-5837-4943-9017-9886B72369B2}"/>
              </a:ext>
            </a:extLst>
          </p:cNvPr>
          <p:cNvSpPr>
            <a:spLocks noGrp="1"/>
          </p:cNvSpPr>
          <p:nvPr/>
        </p:nvSpPr>
        <p:spPr>
          <a:xfrm>
            <a:off x="3932163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6" name="A1_bar_Cryo_14299">
            <a:extLst>
              <a:ext uri="{FF2B5EF4-FFF2-40B4-BE49-F238E27FC236}">
                <a16:creationId xmlns:a16="http://schemas.microsoft.com/office/drawing/2014/main" id="{4A122BB6-6529-4F48-A215-84D775642AF1}"/>
              </a:ext>
            </a:extLst>
          </p:cNvPr>
          <p:cNvSpPr>
            <a:spLocks noGrp="1"/>
          </p:cNvSpPr>
          <p:nvPr/>
        </p:nvSpPr>
        <p:spPr>
          <a:xfrm>
            <a:off x="386598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7" name="A1_bar_Cryo_14300">
            <a:extLst>
              <a:ext uri="{FF2B5EF4-FFF2-40B4-BE49-F238E27FC236}">
                <a16:creationId xmlns:a16="http://schemas.microsoft.com/office/drawing/2014/main" id="{D42E7607-DDA9-498F-B65D-9DB565E8769E}"/>
              </a:ext>
            </a:extLst>
          </p:cNvPr>
          <p:cNvSpPr>
            <a:spLocks noGrp="1"/>
          </p:cNvSpPr>
          <p:nvPr/>
        </p:nvSpPr>
        <p:spPr>
          <a:xfrm>
            <a:off x="37714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8" name="A1_bar_Cryo_14301">
            <a:extLst>
              <a:ext uri="{FF2B5EF4-FFF2-40B4-BE49-F238E27FC236}">
                <a16:creationId xmlns:a16="http://schemas.microsoft.com/office/drawing/2014/main" id="{3B620C02-BB4E-4418-BBA9-DD7674D4D993}"/>
              </a:ext>
            </a:extLst>
          </p:cNvPr>
          <p:cNvSpPr>
            <a:spLocks noGrp="1"/>
          </p:cNvSpPr>
          <p:nvPr/>
        </p:nvSpPr>
        <p:spPr>
          <a:xfrm>
            <a:off x="3806404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79" name="A1_bar_Cryo_14302">
            <a:extLst>
              <a:ext uri="{FF2B5EF4-FFF2-40B4-BE49-F238E27FC236}">
                <a16:creationId xmlns:a16="http://schemas.microsoft.com/office/drawing/2014/main" id="{4DD413BA-BE53-4CDA-8AD6-00ED5153F1C5}"/>
              </a:ext>
            </a:extLst>
          </p:cNvPr>
          <p:cNvSpPr>
            <a:spLocks noGrp="1"/>
          </p:cNvSpPr>
          <p:nvPr/>
        </p:nvSpPr>
        <p:spPr>
          <a:xfrm>
            <a:off x="39151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0" name="A1_bar_Cryo_14303">
            <a:extLst>
              <a:ext uri="{FF2B5EF4-FFF2-40B4-BE49-F238E27FC236}">
                <a16:creationId xmlns:a16="http://schemas.microsoft.com/office/drawing/2014/main" id="{A4993B7E-9D33-4733-BDE2-BC16324E294C}"/>
              </a:ext>
            </a:extLst>
          </p:cNvPr>
          <p:cNvSpPr>
            <a:spLocks noGrp="1"/>
          </p:cNvSpPr>
          <p:nvPr/>
        </p:nvSpPr>
        <p:spPr>
          <a:xfrm>
            <a:off x="391982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1" name="A1_bar_Cryo_14304">
            <a:extLst>
              <a:ext uri="{FF2B5EF4-FFF2-40B4-BE49-F238E27FC236}">
                <a16:creationId xmlns:a16="http://schemas.microsoft.com/office/drawing/2014/main" id="{F78A359E-EDB1-4FE0-87B9-A8133E779405}"/>
              </a:ext>
            </a:extLst>
          </p:cNvPr>
          <p:cNvSpPr>
            <a:spLocks noGrp="1"/>
          </p:cNvSpPr>
          <p:nvPr/>
        </p:nvSpPr>
        <p:spPr>
          <a:xfrm>
            <a:off x="379013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2" name="A1_bar_Cryo_14305">
            <a:extLst>
              <a:ext uri="{FF2B5EF4-FFF2-40B4-BE49-F238E27FC236}">
                <a16:creationId xmlns:a16="http://schemas.microsoft.com/office/drawing/2014/main" id="{8DB9DB5D-5749-49A2-90C5-7E3BD763C98B}"/>
              </a:ext>
            </a:extLst>
          </p:cNvPr>
          <p:cNvSpPr>
            <a:spLocks noGrp="1"/>
          </p:cNvSpPr>
          <p:nvPr/>
        </p:nvSpPr>
        <p:spPr>
          <a:xfrm>
            <a:off x="371688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3" name="A1_bar_Cryo_14306">
            <a:extLst>
              <a:ext uri="{FF2B5EF4-FFF2-40B4-BE49-F238E27FC236}">
                <a16:creationId xmlns:a16="http://schemas.microsoft.com/office/drawing/2014/main" id="{6154D0D2-C44B-4E79-8AF1-BB2050FBE1E8}"/>
              </a:ext>
            </a:extLst>
          </p:cNvPr>
          <p:cNvSpPr>
            <a:spLocks noGrp="1"/>
          </p:cNvSpPr>
          <p:nvPr/>
        </p:nvSpPr>
        <p:spPr>
          <a:xfrm>
            <a:off x="37231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4" name="A1_bar_Cryo_14307">
            <a:extLst>
              <a:ext uri="{FF2B5EF4-FFF2-40B4-BE49-F238E27FC236}">
                <a16:creationId xmlns:a16="http://schemas.microsoft.com/office/drawing/2014/main" id="{3111D15D-CD55-41DC-B573-66B7F2939E57}"/>
              </a:ext>
            </a:extLst>
          </p:cNvPr>
          <p:cNvSpPr>
            <a:spLocks noGrp="1"/>
          </p:cNvSpPr>
          <p:nvPr/>
        </p:nvSpPr>
        <p:spPr>
          <a:xfrm>
            <a:off x="376324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5" name="A1_bar_Cryo_14308">
            <a:extLst>
              <a:ext uri="{FF2B5EF4-FFF2-40B4-BE49-F238E27FC236}">
                <a16:creationId xmlns:a16="http://schemas.microsoft.com/office/drawing/2014/main" id="{22DF5714-20F2-4E1E-BEC9-25CB6FA85693}"/>
              </a:ext>
            </a:extLst>
          </p:cNvPr>
          <p:cNvSpPr>
            <a:spLocks noGrp="1"/>
          </p:cNvSpPr>
          <p:nvPr/>
        </p:nvSpPr>
        <p:spPr>
          <a:xfrm>
            <a:off x="37882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6" name="A1_bar_Cryo_14309">
            <a:extLst>
              <a:ext uri="{FF2B5EF4-FFF2-40B4-BE49-F238E27FC236}">
                <a16:creationId xmlns:a16="http://schemas.microsoft.com/office/drawing/2014/main" id="{05151781-52CB-44D9-A5C6-4BC182BCF74E}"/>
              </a:ext>
            </a:extLst>
          </p:cNvPr>
          <p:cNvSpPr>
            <a:spLocks noGrp="1"/>
          </p:cNvSpPr>
          <p:nvPr/>
        </p:nvSpPr>
        <p:spPr>
          <a:xfrm>
            <a:off x="3713122" y="549348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7" name="A1_bar_Cryo_14310">
            <a:extLst>
              <a:ext uri="{FF2B5EF4-FFF2-40B4-BE49-F238E27FC236}">
                <a16:creationId xmlns:a16="http://schemas.microsoft.com/office/drawing/2014/main" id="{F5F9FCEE-AA03-4BFD-B5CB-1E0E824BF5FC}"/>
              </a:ext>
            </a:extLst>
          </p:cNvPr>
          <p:cNvSpPr>
            <a:spLocks noGrp="1"/>
          </p:cNvSpPr>
          <p:nvPr/>
        </p:nvSpPr>
        <p:spPr>
          <a:xfrm>
            <a:off x="38058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8" name="A1_bar_Cryo_14311">
            <a:extLst>
              <a:ext uri="{FF2B5EF4-FFF2-40B4-BE49-F238E27FC236}">
                <a16:creationId xmlns:a16="http://schemas.microsoft.com/office/drawing/2014/main" id="{95C192A2-D142-4474-8406-757EFAB0C66A}"/>
              </a:ext>
            </a:extLst>
          </p:cNvPr>
          <p:cNvSpPr>
            <a:spLocks noGrp="1"/>
          </p:cNvSpPr>
          <p:nvPr/>
        </p:nvSpPr>
        <p:spPr>
          <a:xfrm>
            <a:off x="386999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89" name="A1_bar_Cryo_14312">
            <a:extLst>
              <a:ext uri="{FF2B5EF4-FFF2-40B4-BE49-F238E27FC236}">
                <a16:creationId xmlns:a16="http://schemas.microsoft.com/office/drawing/2014/main" id="{8977DC97-CDA8-4947-A9DD-A2B28CC45E52}"/>
              </a:ext>
            </a:extLst>
          </p:cNvPr>
          <p:cNvSpPr>
            <a:spLocks noGrp="1"/>
          </p:cNvSpPr>
          <p:nvPr/>
        </p:nvSpPr>
        <p:spPr>
          <a:xfrm>
            <a:off x="3732681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0" name="A1_bar_Cryo_14313">
            <a:extLst>
              <a:ext uri="{FF2B5EF4-FFF2-40B4-BE49-F238E27FC236}">
                <a16:creationId xmlns:a16="http://schemas.microsoft.com/office/drawing/2014/main" id="{68F95921-FEDF-4F43-8C43-BDA0A1876870}"/>
              </a:ext>
            </a:extLst>
          </p:cNvPr>
          <p:cNvSpPr>
            <a:spLocks noGrp="1"/>
          </p:cNvSpPr>
          <p:nvPr/>
        </p:nvSpPr>
        <p:spPr>
          <a:xfrm>
            <a:off x="37883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1" name="A1_bar_Cryo_14314">
            <a:extLst>
              <a:ext uri="{FF2B5EF4-FFF2-40B4-BE49-F238E27FC236}">
                <a16:creationId xmlns:a16="http://schemas.microsoft.com/office/drawing/2014/main" id="{FE98F736-603A-4412-A366-BF0DE872BFD8}"/>
              </a:ext>
            </a:extLst>
          </p:cNvPr>
          <p:cNvSpPr>
            <a:spLocks noGrp="1"/>
          </p:cNvSpPr>
          <p:nvPr/>
        </p:nvSpPr>
        <p:spPr>
          <a:xfrm>
            <a:off x="3932869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2" name="A1_bar_Cryo_14315">
            <a:extLst>
              <a:ext uri="{FF2B5EF4-FFF2-40B4-BE49-F238E27FC236}">
                <a16:creationId xmlns:a16="http://schemas.microsoft.com/office/drawing/2014/main" id="{FB182345-1C01-4A6F-A389-459D71D1B9D4}"/>
              </a:ext>
            </a:extLst>
          </p:cNvPr>
          <p:cNvSpPr>
            <a:spLocks noGrp="1"/>
          </p:cNvSpPr>
          <p:nvPr/>
        </p:nvSpPr>
        <p:spPr>
          <a:xfrm>
            <a:off x="377782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3" name="A1_bar_Cryo_14316">
            <a:extLst>
              <a:ext uri="{FF2B5EF4-FFF2-40B4-BE49-F238E27FC236}">
                <a16:creationId xmlns:a16="http://schemas.microsoft.com/office/drawing/2014/main" id="{82281143-6709-4095-91A2-7656DEF46725}"/>
              </a:ext>
            </a:extLst>
          </p:cNvPr>
          <p:cNvSpPr>
            <a:spLocks noGrp="1"/>
          </p:cNvSpPr>
          <p:nvPr/>
        </p:nvSpPr>
        <p:spPr>
          <a:xfrm>
            <a:off x="387692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4" name="A1_bar_Cryo_14317">
            <a:extLst>
              <a:ext uri="{FF2B5EF4-FFF2-40B4-BE49-F238E27FC236}">
                <a16:creationId xmlns:a16="http://schemas.microsoft.com/office/drawing/2014/main" id="{CB8A77A1-2F79-4B99-A5A9-2FA7865DC328}"/>
              </a:ext>
            </a:extLst>
          </p:cNvPr>
          <p:cNvSpPr>
            <a:spLocks noGrp="1"/>
          </p:cNvSpPr>
          <p:nvPr/>
        </p:nvSpPr>
        <p:spPr>
          <a:xfrm>
            <a:off x="391230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5" name="A1_bar_Cryo_14318">
            <a:extLst>
              <a:ext uri="{FF2B5EF4-FFF2-40B4-BE49-F238E27FC236}">
                <a16:creationId xmlns:a16="http://schemas.microsoft.com/office/drawing/2014/main" id="{07F8FD1F-F788-4B14-AF69-153B9B6FDCE9}"/>
              </a:ext>
            </a:extLst>
          </p:cNvPr>
          <p:cNvSpPr>
            <a:spLocks noGrp="1"/>
          </p:cNvSpPr>
          <p:nvPr/>
        </p:nvSpPr>
        <p:spPr>
          <a:xfrm>
            <a:off x="37041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6" name="A1_bar_Cryo_14319">
            <a:extLst>
              <a:ext uri="{FF2B5EF4-FFF2-40B4-BE49-F238E27FC236}">
                <a16:creationId xmlns:a16="http://schemas.microsoft.com/office/drawing/2014/main" id="{457788DB-42EA-403F-9996-6C1A986C6106}"/>
              </a:ext>
            </a:extLst>
          </p:cNvPr>
          <p:cNvSpPr>
            <a:spLocks noGrp="1"/>
          </p:cNvSpPr>
          <p:nvPr/>
        </p:nvSpPr>
        <p:spPr>
          <a:xfrm>
            <a:off x="39265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7" name="A1_bar_Cryo_14320">
            <a:extLst>
              <a:ext uri="{FF2B5EF4-FFF2-40B4-BE49-F238E27FC236}">
                <a16:creationId xmlns:a16="http://schemas.microsoft.com/office/drawing/2014/main" id="{9DDC30BD-B867-49A1-A593-A3FD58691378}"/>
              </a:ext>
            </a:extLst>
          </p:cNvPr>
          <p:cNvSpPr>
            <a:spLocks noGrp="1"/>
          </p:cNvSpPr>
          <p:nvPr/>
        </p:nvSpPr>
        <p:spPr>
          <a:xfrm>
            <a:off x="376915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8" name="A1_bar_Cryo_14321">
            <a:extLst>
              <a:ext uri="{FF2B5EF4-FFF2-40B4-BE49-F238E27FC236}">
                <a16:creationId xmlns:a16="http://schemas.microsoft.com/office/drawing/2014/main" id="{9CEB96CF-FE5C-4422-B41D-EE113807ADC8}"/>
              </a:ext>
            </a:extLst>
          </p:cNvPr>
          <p:cNvSpPr>
            <a:spLocks noGrp="1"/>
          </p:cNvSpPr>
          <p:nvPr/>
        </p:nvSpPr>
        <p:spPr>
          <a:xfrm>
            <a:off x="37215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099" name="A1_bar_Cryo_14322">
            <a:extLst>
              <a:ext uri="{FF2B5EF4-FFF2-40B4-BE49-F238E27FC236}">
                <a16:creationId xmlns:a16="http://schemas.microsoft.com/office/drawing/2014/main" id="{12FD3EDA-DDFA-4D55-9514-85C199467DB9}"/>
              </a:ext>
            </a:extLst>
          </p:cNvPr>
          <p:cNvSpPr>
            <a:spLocks noGrp="1"/>
          </p:cNvSpPr>
          <p:nvPr/>
        </p:nvSpPr>
        <p:spPr>
          <a:xfrm>
            <a:off x="3731848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0" name="A1_bar_Cryo_14323">
            <a:extLst>
              <a:ext uri="{FF2B5EF4-FFF2-40B4-BE49-F238E27FC236}">
                <a16:creationId xmlns:a16="http://schemas.microsoft.com/office/drawing/2014/main" id="{E2A43155-FA07-4FED-B391-48A583D7CD05}"/>
              </a:ext>
            </a:extLst>
          </p:cNvPr>
          <p:cNvSpPr>
            <a:spLocks noGrp="1"/>
          </p:cNvSpPr>
          <p:nvPr/>
        </p:nvSpPr>
        <p:spPr>
          <a:xfrm>
            <a:off x="386650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1" name="A1_bar_Cryo_14324">
            <a:extLst>
              <a:ext uri="{FF2B5EF4-FFF2-40B4-BE49-F238E27FC236}">
                <a16:creationId xmlns:a16="http://schemas.microsoft.com/office/drawing/2014/main" id="{4982C4AC-D037-491E-84F0-548396662ADB}"/>
              </a:ext>
            </a:extLst>
          </p:cNvPr>
          <p:cNvSpPr>
            <a:spLocks noGrp="1"/>
          </p:cNvSpPr>
          <p:nvPr/>
        </p:nvSpPr>
        <p:spPr>
          <a:xfrm>
            <a:off x="378095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2" name="A1_bar_Cryo_14325">
            <a:extLst>
              <a:ext uri="{FF2B5EF4-FFF2-40B4-BE49-F238E27FC236}">
                <a16:creationId xmlns:a16="http://schemas.microsoft.com/office/drawing/2014/main" id="{AD2D78E6-90FA-4C2E-B0B8-2545BA47A47F}"/>
              </a:ext>
            </a:extLst>
          </p:cNvPr>
          <p:cNvSpPr>
            <a:spLocks noGrp="1"/>
          </p:cNvSpPr>
          <p:nvPr/>
        </p:nvSpPr>
        <p:spPr>
          <a:xfrm>
            <a:off x="38738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3" name="A1_bar_Cryo_14326">
            <a:extLst>
              <a:ext uri="{FF2B5EF4-FFF2-40B4-BE49-F238E27FC236}">
                <a16:creationId xmlns:a16="http://schemas.microsoft.com/office/drawing/2014/main" id="{50C39A8B-C56E-4DA9-8FA3-97B3EE1013F2}"/>
              </a:ext>
            </a:extLst>
          </p:cNvPr>
          <p:cNvSpPr>
            <a:spLocks noGrp="1"/>
          </p:cNvSpPr>
          <p:nvPr/>
        </p:nvSpPr>
        <p:spPr>
          <a:xfrm>
            <a:off x="38465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4" name="A1_bar_Cryo_14327">
            <a:extLst>
              <a:ext uri="{FF2B5EF4-FFF2-40B4-BE49-F238E27FC236}">
                <a16:creationId xmlns:a16="http://schemas.microsoft.com/office/drawing/2014/main" id="{AC380E7A-E80C-4558-9B20-01F177A8D18E}"/>
              </a:ext>
            </a:extLst>
          </p:cNvPr>
          <p:cNvSpPr>
            <a:spLocks noGrp="1"/>
          </p:cNvSpPr>
          <p:nvPr/>
        </p:nvSpPr>
        <p:spPr>
          <a:xfrm>
            <a:off x="39546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5" name="A1_bar_Cryo_14328">
            <a:extLst>
              <a:ext uri="{FF2B5EF4-FFF2-40B4-BE49-F238E27FC236}">
                <a16:creationId xmlns:a16="http://schemas.microsoft.com/office/drawing/2014/main" id="{F691D568-E99A-456C-8FEB-8B2A598D6F48}"/>
              </a:ext>
            </a:extLst>
          </p:cNvPr>
          <p:cNvSpPr>
            <a:spLocks noGrp="1"/>
          </p:cNvSpPr>
          <p:nvPr/>
        </p:nvSpPr>
        <p:spPr>
          <a:xfrm>
            <a:off x="3908026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6" name="A1_bar_Cryo_14329">
            <a:extLst>
              <a:ext uri="{FF2B5EF4-FFF2-40B4-BE49-F238E27FC236}">
                <a16:creationId xmlns:a16="http://schemas.microsoft.com/office/drawing/2014/main" id="{B02A4A87-3C7F-45A8-B8C8-034514EE2C16}"/>
              </a:ext>
            </a:extLst>
          </p:cNvPr>
          <p:cNvSpPr>
            <a:spLocks noGrp="1"/>
          </p:cNvSpPr>
          <p:nvPr/>
        </p:nvSpPr>
        <p:spPr>
          <a:xfrm>
            <a:off x="38952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7" name="A1_bar_Cryo_14330">
            <a:extLst>
              <a:ext uri="{FF2B5EF4-FFF2-40B4-BE49-F238E27FC236}">
                <a16:creationId xmlns:a16="http://schemas.microsoft.com/office/drawing/2014/main" id="{7BB9B60B-EA10-4535-8370-293C321C4079}"/>
              </a:ext>
            </a:extLst>
          </p:cNvPr>
          <p:cNvSpPr>
            <a:spLocks noGrp="1"/>
          </p:cNvSpPr>
          <p:nvPr/>
        </p:nvSpPr>
        <p:spPr>
          <a:xfrm>
            <a:off x="3880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8" name="A1_bar_Cryo_14331">
            <a:extLst>
              <a:ext uri="{FF2B5EF4-FFF2-40B4-BE49-F238E27FC236}">
                <a16:creationId xmlns:a16="http://schemas.microsoft.com/office/drawing/2014/main" id="{6C3B28D2-D0EA-4238-A4E8-B294C910AE46}"/>
              </a:ext>
            </a:extLst>
          </p:cNvPr>
          <p:cNvSpPr>
            <a:spLocks noGrp="1"/>
          </p:cNvSpPr>
          <p:nvPr/>
        </p:nvSpPr>
        <p:spPr>
          <a:xfrm>
            <a:off x="37153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09" name="A1_bar_Cryo_14332">
            <a:extLst>
              <a:ext uri="{FF2B5EF4-FFF2-40B4-BE49-F238E27FC236}">
                <a16:creationId xmlns:a16="http://schemas.microsoft.com/office/drawing/2014/main" id="{DE64311C-CCAA-4650-BA32-CBA34625E3EE}"/>
              </a:ext>
            </a:extLst>
          </p:cNvPr>
          <p:cNvSpPr>
            <a:spLocks noGrp="1"/>
          </p:cNvSpPr>
          <p:nvPr/>
        </p:nvSpPr>
        <p:spPr>
          <a:xfrm>
            <a:off x="3713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0" name="A1_bar_Cryo_14333">
            <a:extLst>
              <a:ext uri="{FF2B5EF4-FFF2-40B4-BE49-F238E27FC236}">
                <a16:creationId xmlns:a16="http://schemas.microsoft.com/office/drawing/2014/main" id="{C41F7F45-5C7E-4BC1-8540-D0FBC2313C97}"/>
              </a:ext>
            </a:extLst>
          </p:cNvPr>
          <p:cNvSpPr>
            <a:spLocks noGrp="1"/>
          </p:cNvSpPr>
          <p:nvPr/>
        </p:nvSpPr>
        <p:spPr>
          <a:xfrm>
            <a:off x="3834973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1" name="A1_bar_Cryo_14334">
            <a:extLst>
              <a:ext uri="{FF2B5EF4-FFF2-40B4-BE49-F238E27FC236}">
                <a16:creationId xmlns:a16="http://schemas.microsoft.com/office/drawing/2014/main" id="{0476D93C-81D9-4862-939B-38C9DD693579}"/>
              </a:ext>
            </a:extLst>
          </p:cNvPr>
          <p:cNvSpPr>
            <a:spLocks noGrp="1"/>
          </p:cNvSpPr>
          <p:nvPr/>
        </p:nvSpPr>
        <p:spPr>
          <a:xfrm>
            <a:off x="3857869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2" name="A1_bar_Cryo_14335">
            <a:extLst>
              <a:ext uri="{FF2B5EF4-FFF2-40B4-BE49-F238E27FC236}">
                <a16:creationId xmlns:a16="http://schemas.microsoft.com/office/drawing/2014/main" id="{10FED8ED-C467-48B8-95B0-08FB249E5513}"/>
              </a:ext>
            </a:extLst>
          </p:cNvPr>
          <p:cNvSpPr>
            <a:spLocks noGrp="1"/>
          </p:cNvSpPr>
          <p:nvPr/>
        </p:nvSpPr>
        <p:spPr>
          <a:xfrm>
            <a:off x="378079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3" name="A1_bar_Cryo_14336">
            <a:extLst>
              <a:ext uri="{FF2B5EF4-FFF2-40B4-BE49-F238E27FC236}">
                <a16:creationId xmlns:a16="http://schemas.microsoft.com/office/drawing/2014/main" id="{F0AB204A-5D56-4B44-B15D-D1F7CCC56E3D}"/>
              </a:ext>
            </a:extLst>
          </p:cNvPr>
          <p:cNvSpPr>
            <a:spLocks noGrp="1"/>
          </p:cNvSpPr>
          <p:nvPr/>
        </p:nvSpPr>
        <p:spPr>
          <a:xfrm>
            <a:off x="383852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4" name="A1_bar_Cryo_14337">
            <a:extLst>
              <a:ext uri="{FF2B5EF4-FFF2-40B4-BE49-F238E27FC236}">
                <a16:creationId xmlns:a16="http://schemas.microsoft.com/office/drawing/2014/main" id="{4407E6FB-425C-47C0-B98A-1EE759ACF3AE}"/>
              </a:ext>
            </a:extLst>
          </p:cNvPr>
          <p:cNvSpPr>
            <a:spLocks noGrp="1"/>
          </p:cNvSpPr>
          <p:nvPr/>
        </p:nvSpPr>
        <p:spPr>
          <a:xfrm>
            <a:off x="38806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5" name="A1_bar_Cryo_14338">
            <a:extLst>
              <a:ext uri="{FF2B5EF4-FFF2-40B4-BE49-F238E27FC236}">
                <a16:creationId xmlns:a16="http://schemas.microsoft.com/office/drawing/2014/main" id="{0A479A9E-EF7B-4060-9189-486614DE9A62}"/>
              </a:ext>
            </a:extLst>
          </p:cNvPr>
          <p:cNvSpPr>
            <a:spLocks noGrp="1"/>
          </p:cNvSpPr>
          <p:nvPr/>
        </p:nvSpPr>
        <p:spPr>
          <a:xfrm>
            <a:off x="3922809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6" name="A1_bar_Cryo_14339">
            <a:extLst>
              <a:ext uri="{FF2B5EF4-FFF2-40B4-BE49-F238E27FC236}">
                <a16:creationId xmlns:a16="http://schemas.microsoft.com/office/drawing/2014/main" id="{40D7BC06-2AD7-4741-9ED4-2A704885A45F}"/>
              </a:ext>
            </a:extLst>
          </p:cNvPr>
          <p:cNvSpPr>
            <a:spLocks noGrp="1"/>
          </p:cNvSpPr>
          <p:nvPr/>
        </p:nvSpPr>
        <p:spPr>
          <a:xfrm>
            <a:off x="386651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7" name="A1_bar_Cryo_14340">
            <a:extLst>
              <a:ext uri="{FF2B5EF4-FFF2-40B4-BE49-F238E27FC236}">
                <a16:creationId xmlns:a16="http://schemas.microsoft.com/office/drawing/2014/main" id="{8B275D7E-C3D6-4A8D-A354-36C50CA900B6}"/>
              </a:ext>
            </a:extLst>
          </p:cNvPr>
          <p:cNvSpPr>
            <a:spLocks noGrp="1"/>
          </p:cNvSpPr>
          <p:nvPr/>
        </p:nvSpPr>
        <p:spPr>
          <a:xfrm>
            <a:off x="37041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8" name="A1_bar_Cryo_14341">
            <a:extLst>
              <a:ext uri="{FF2B5EF4-FFF2-40B4-BE49-F238E27FC236}">
                <a16:creationId xmlns:a16="http://schemas.microsoft.com/office/drawing/2014/main" id="{F9219771-6EAC-4748-984B-59AB1DB695F3}"/>
              </a:ext>
            </a:extLst>
          </p:cNvPr>
          <p:cNvSpPr>
            <a:spLocks noGrp="1"/>
          </p:cNvSpPr>
          <p:nvPr/>
        </p:nvSpPr>
        <p:spPr>
          <a:xfrm>
            <a:off x="3856419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19" name="A1_bar_Cryo_14342">
            <a:extLst>
              <a:ext uri="{FF2B5EF4-FFF2-40B4-BE49-F238E27FC236}">
                <a16:creationId xmlns:a16="http://schemas.microsoft.com/office/drawing/2014/main" id="{4BAD2792-79BA-4986-8B42-6ABCF53DB454}"/>
              </a:ext>
            </a:extLst>
          </p:cNvPr>
          <p:cNvSpPr>
            <a:spLocks noGrp="1"/>
          </p:cNvSpPr>
          <p:nvPr/>
        </p:nvSpPr>
        <p:spPr>
          <a:xfrm>
            <a:off x="373106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0" name="A1_bar_Cryo_14343">
            <a:extLst>
              <a:ext uri="{FF2B5EF4-FFF2-40B4-BE49-F238E27FC236}">
                <a16:creationId xmlns:a16="http://schemas.microsoft.com/office/drawing/2014/main" id="{21E56FBD-1D1B-405D-82BA-F445062CA95B}"/>
              </a:ext>
            </a:extLst>
          </p:cNvPr>
          <p:cNvSpPr>
            <a:spLocks noGrp="1"/>
          </p:cNvSpPr>
          <p:nvPr/>
        </p:nvSpPr>
        <p:spPr>
          <a:xfrm>
            <a:off x="3786199" y="36498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1" name="A1_bar_Cryo_14344">
            <a:extLst>
              <a:ext uri="{FF2B5EF4-FFF2-40B4-BE49-F238E27FC236}">
                <a16:creationId xmlns:a16="http://schemas.microsoft.com/office/drawing/2014/main" id="{22DB72A6-91CC-47BC-8109-1DA91F24640F}"/>
              </a:ext>
            </a:extLst>
          </p:cNvPr>
          <p:cNvSpPr>
            <a:spLocks noGrp="1"/>
          </p:cNvSpPr>
          <p:nvPr/>
        </p:nvSpPr>
        <p:spPr>
          <a:xfrm>
            <a:off x="37269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2" name="A1_bar_Cryo_14345">
            <a:extLst>
              <a:ext uri="{FF2B5EF4-FFF2-40B4-BE49-F238E27FC236}">
                <a16:creationId xmlns:a16="http://schemas.microsoft.com/office/drawing/2014/main" id="{C6854DB2-D442-456D-9AD4-8BD94C41799D}"/>
              </a:ext>
            </a:extLst>
          </p:cNvPr>
          <p:cNvSpPr>
            <a:spLocks noGrp="1"/>
          </p:cNvSpPr>
          <p:nvPr/>
        </p:nvSpPr>
        <p:spPr>
          <a:xfrm>
            <a:off x="3758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3" name="A1_bar_Cryo_14346">
            <a:extLst>
              <a:ext uri="{FF2B5EF4-FFF2-40B4-BE49-F238E27FC236}">
                <a16:creationId xmlns:a16="http://schemas.microsoft.com/office/drawing/2014/main" id="{92C98D4C-9F3D-4013-A1DA-346037EBD924}"/>
              </a:ext>
            </a:extLst>
          </p:cNvPr>
          <p:cNvSpPr>
            <a:spLocks noGrp="1"/>
          </p:cNvSpPr>
          <p:nvPr/>
        </p:nvSpPr>
        <p:spPr>
          <a:xfrm>
            <a:off x="375980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4" name="A1_bar_Cryo_14347">
            <a:extLst>
              <a:ext uri="{FF2B5EF4-FFF2-40B4-BE49-F238E27FC236}">
                <a16:creationId xmlns:a16="http://schemas.microsoft.com/office/drawing/2014/main" id="{C7287978-8F3E-4396-87E3-9418979E32E0}"/>
              </a:ext>
            </a:extLst>
          </p:cNvPr>
          <p:cNvSpPr>
            <a:spLocks noGrp="1"/>
          </p:cNvSpPr>
          <p:nvPr/>
        </p:nvSpPr>
        <p:spPr>
          <a:xfrm>
            <a:off x="374568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5" name="A1_bar_Cryo_14348">
            <a:extLst>
              <a:ext uri="{FF2B5EF4-FFF2-40B4-BE49-F238E27FC236}">
                <a16:creationId xmlns:a16="http://schemas.microsoft.com/office/drawing/2014/main" id="{706A5713-E1A6-45E8-AAB9-52B63CEEB052}"/>
              </a:ext>
            </a:extLst>
          </p:cNvPr>
          <p:cNvSpPr>
            <a:spLocks noGrp="1"/>
          </p:cNvSpPr>
          <p:nvPr/>
        </p:nvSpPr>
        <p:spPr>
          <a:xfrm>
            <a:off x="38172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6" name="A1_bar_Cryo_14349">
            <a:extLst>
              <a:ext uri="{FF2B5EF4-FFF2-40B4-BE49-F238E27FC236}">
                <a16:creationId xmlns:a16="http://schemas.microsoft.com/office/drawing/2014/main" id="{6BF44B4A-2BDE-4859-A88F-E54F827F9BAA}"/>
              </a:ext>
            </a:extLst>
          </p:cNvPr>
          <p:cNvSpPr>
            <a:spLocks noGrp="1"/>
          </p:cNvSpPr>
          <p:nvPr/>
        </p:nvSpPr>
        <p:spPr>
          <a:xfrm>
            <a:off x="384489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7" name="A1_bar_Cryo_14350">
            <a:extLst>
              <a:ext uri="{FF2B5EF4-FFF2-40B4-BE49-F238E27FC236}">
                <a16:creationId xmlns:a16="http://schemas.microsoft.com/office/drawing/2014/main" id="{49AA8615-DA75-4FE1-A9A4-445DA8384378}"/>
              </a:ext>
            </a:extLst>
          </p:cNvPr>
          <p:cNvSpPr>
            <a:spLocks noGrp="1"/>
          </p:cNvSpPr>
          <p:nvPr/>
        </p:nvSpPr>
        <p:spPr>
          <a:xfrm>
            <a:off x="3840656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8" name="A1_bar_Cryo_14351">
            <a:extLst>
              <a:ext uri="{FF2B5EF4-FFF2-40B4-BE49-F238E27FC236}">
                <a16:creationId xmlns:a16="http://schemas.microsoft.com/office/drawing/2014/main" id="{59306CBB-C678-4ED6-A316-80BCAF6709A7}"/>
              </a:ext>
            </a:extLst>
          </p:cNvPr>
          <p:cNvSpPr>
            <a:spLocks noGrp="1"/>
          </p:cNvSpPr>
          <p:nvPr/>
        </p:nvSpPr>
        <p:spPr>
          <a:xfrm>
            <a:off x="388507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29" name="A1_bar_Cryo_14352">
            <a:extLst>
              <a:ext uri="{FF2B5EF4-FFF2-40B4-BE49-F238E27FC236}">
                <a16:creationId xmlns:a16="http://schemas.microsoft.com/office/drawing/2014/main" id="{E1CC25D4-6A0C-45B4-A08F-59F2B84CC16A}"/>
              </a:ext>
            </a:extLst>
          </p:cNvPr>
          <p:cNvSpPr>
            <a:spLocks noGrp="1"/>
          </p:cNvSpPr>
          <p:nvPr/>
        </p:nvSpPr>
        <p:spPr>
          <a:xfrm>
            <a:off x="371541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0" name="A1_bar_Cryo_14353">
            <a:extLst>
              <a:ext uri="{FF2B5EF4-FFF2-40B4-BE49-F238E27FC236}">
                <a16:creationId xmlns:a16="http://schemas.microsoft.com/office/drawing/2014/main" id="{2EC53A47-FC9C-4188-89F9-DEFE30A2318C}"/>
              </a:ext>
            </a:extLst>
          </p:cNvPr>
          <p:cNvSpPr>
            <a:spLocks noGrp="1"/>
          </p:cNvSpPr>
          <p:nvPr/>
        </p:nvSpPr>
        <p:spPr>
          <a:xfrm>
            <a:off x="386527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1" name="A1_bar_Cryo_14354">
            <a:extLst>
              <a:ext uri="{FF2B5EF4-FFF2-40B4-BE49-F238E27FC236}">
                <a16:creationId xmlns:a16="http://schemas.microsoft.com/office/drawing/2014/main" id="{6E0EC00A-6DF7-40C9-A88E-2F9B828F76DA}"/>
              </a:ext>
            </a:extLst>
          </p:cNvPr>
          <p:cNvSpPr>
            <a:spLocks noGrp="1"/>
          </p:cNvSpPr>
          <p:nvPr/>
        </p:nvSpPr>
        <p:spPr>
          <a:xfrm>
            <a:off x="3726217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2" name="A1_bar_Cryo_14355">
            <a:extLst>
              <a:ext uri="{FF2B5EF4-FFF2-40B4-BE49-F238E27FC236}">
                <a16:creationId xmlns:a16="http://schemas.microsoft.com/office/drawing/2014/main" id="{21C8BAB1-1D42-4A5D-A4FC-DD9C7A9D904E}"/>
              </a:ext>
            </a:extLst>
          </p:cNvPr>
          <p:cNvSpPr>
            <a:spLocks noGrp="1"/>
          </p:cNvSpPr>
          <p:nvPr/>
        </p:nvSpPr>
        <p:spPr>
          <a:xfrm>
            <a:off x="3740052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3" name="A1_bar_Cryo_14356">
            <a:extLst>
              <a:ext uri="{FF2B5EF4-FFF2-40B4-BE49-F238E27FC236}">
                <a16:creationId xmlns:a16="http://schemas.microsoft.com/office/drawing/2014/main" id="{3F1DF45E-CB45-41DC-994C-DAA2975C1E24}"/>
              </a:ext>
            </a:extLst>
          </p:cNvPr>
          <p:cNvSpPr>
            <a:spLocks noGrp="1"/>
          </p:cNvSpPr>
          <p:nvPr/>
        </p:nvSpPr>
        <p:spPr>
          <a:xfrm>
            <a:off x="3755252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4" name="A1_bar_Cryo_14357">
            <a:extLst>
              <a:ext uri="{FF2B5EF4-FFF2-40B4-BE49-F238E27FC236}">
                <a16:creationId xmlns:a16="http://schemas.microsoft.com/office/drawing/2014/main" id="{F8F6A3F5-4D86-44F0-9869-0F0890215C53}"/>
              </a:ext>
            </a:extLst>
          </p:cNvPr>
          <p:cNvSpPr>
            <a:spLocks noGrp="1"/>
          </p:cNvSpPr>
          <p:nvPr/>
        </p:nvSpPr>
        <p:spPr>
          <a:xfrm>
            <a:off x="382496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5" name="A1_bar_Cryo_14358">
            <a:extLst>
              <a:ext uri="{FF2B5EF4-FFF2-40B4-BE49-F238E27FC236}">
                <a16:creationId xmlns:a16="http://schemas.microsoft.com/office/drawing/2014/main" id="{5C8A1D7A-E4A6-4B39-AB64-1904F83992A0}"/>
              </a:ext>
            </a:extLst>
          </p:cNvPr>
          <p:cNvSpPr>
            <a:spLocks noGrp="1"/>
          </p:cNvSpPr>
          <p:nvPr/>
        </p:nvSpPr>
        <p:spPr>
          <a:xfrm>
            <a:off x="3902054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6" name="A1_bar_Cryo_14359">
            <a:extLst>
              <a:ext uri="{FF2B5EF4-FFF2-40B4-BE49-F238E27FC236}">
                <a16:creationId xmlns:a16="http://schemas.microsoft.com/office/drawing/2014/main" id="{B09316B9-74AA-4D62-87F6-9E72B4D0ABA5}"/>
              </a:ext>
            </a:extLst>
          </p:cNvPr>
          <p:cNvSpPr>
            <a:spLocks noGrp="1"/>
          </p:cNvSpPr>
          <p:nvPr/>
        </p:nvSpPr>
        <p:spPr>
          <a:xfrm>
            <a:off x="3724532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7" name="A1_bar_Cryo_14360">
            <a:extLst>
              <a:ext uri="{FF2B5EF4-FFF2-40B4-BE49-F238E27FC236}">
                <a16:creationId xmlns:a16="http://schemas.microsoft.com/office/drawing/2014/main" id="{3C316852-2913-43A0-A70D-F479CEE7FC1B}"/>
              </a:ext>
            </a:extLst>
          </p:cNvPr>
          <p:cNvSpPr>
            <a:spLocks noGrp="1"/>
          </p:cNvSpPr>
          <p:nvPr/>
        </p:nvSpPr>
        <p:spPr>
          <a:xfrm>
            <a:off x="37349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8" name="A1_bar_Cryo_14361">
            <a:extLst>
              <a:ext uri="{FF2B5EF4-FFF2-40B4-BE49-F238E27FC236}">
                <a16:creationId xmlns:a16="http://schemas.microsoft.com/office/drawing/2014/main" id="{939377A2-3863-40D6-BD1E-734CF9733C4B}"/>
              </a:ext>
            </a:extLst>
          </p:cNvPr>
          <p:cNvSpPr>
            <a:spLocks noGrp="1"/>
          </p:cNvSpPr>
          <p:nvPr/>
        </p:nvSpPr>
        <p:spPr>
          <a:xfrm>
            <a:off x="37061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39" name="A1_bar_Cryo_14362">
            <a:extLst>
              <a:ext uri="{FF2B5EF4-FFF2-40B4-BE49-F238E27FC236}">
                <a16:creationId xmlns:a16="http://schemas.microsoft.com/office/drawing/2014/main" id="{5CB0C5FE-8201-4138-9A83-0B4B97A39237}"/>
              </a:ext>
            </a:extLst>
          </p:cNvPr>
          <p:cNvSpPr>
            <a:spLocks noGrp="1"/>
          </p:cNvSpPr>
          <p:nvPr/>
        </p:nvSpPr>
        <p:spPr>
          <a:xfrm>
            <a:off x="38641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0" name="A1_bar_Cryo_14363">
            <a:extLst>
              <a:ext uri="{FF2B5EF4-FFF2-40B4-BE49-F238E27FC236}">
                <a16:creationId xmlns:a16="http://schemas.microsoft.com/office/drawing/2014/main" id="{A885B2FF-6D27-423D-8D3C-69CA18DF9E24}"/>
              </a:ext>
            </a:extLst>
          </p:cNvPr>
          <p:cNvSpPr>
            <a:spLocks noGrp="1"/>
          </p:cNvSpPr>
          <p:nvPr/>
        </p:nvSpPr>
        <p:spPr>
          <a:xfrm>
            <a:off x="37895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1" name="A1_bar_Cryo_14364">
            <a:extLst>
              <a:ext uri="{FF2B5EF4-FFF2-40B4-BE49-F238E27FC236}">
                <a16:creationId xmlns:a16="http://schemas.microsoft.com/office/drawing/2014/main" id="{291FF92E-6A2C-41D4-A142-F696DF93B365}"/>
              </a:ext>
            </a:extLst>
          </p:cNvPr>
          <p:cNvSpPr>
            <a:spLocks noGrp="1"/>
          </p:cNvSpPr>
          <p:nvPr/>
        </p:nvSpPr>
        <p:spPr>
          <a:xfrm>
            <a:off x="3747536" y="4337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2" name="A1_bar_Cryo_14365">
            <a:extLst>
              <a:ext uri="{FF2B5EF4-FFF2-40B4-BE49-F238E27FC236}">
                <a16:creationId xmlns:a16="http://schemas.microsoft.com/office/drawing/2014/main" id="{78B685FB-839B-4C80-828B-DFD71530D864}"/>
              </a:ext>
            </a:extLst>
          </p:cNvPr>
          <p:cNvSpPr>
            <a:spLocks noGrp="1"/>
          </p:cNvSpPr>
          <p:nvPr/>
        </p:nvSpPr>
        <p:spPr>
          <a:xfrm>
            <a:off x="39174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3" name="A1_bar_Cryo_14366">
            <a:extLst>
              <a:ext uri="{FF2B5EF4-FFF2-40B4-BE49-F238E27FC236}">
                <a16:creationId xmlns:a16="http://schemas.microsoft.com/office/drawing/2014/main" id="{61451384-9FFC-4A80-AA4F-4B1252DDD297}"/>
              </a:ext>
            </a:extLst>
          </p:cNvPr>
          <p:cNvSpPr>
            <a:spLocks noGrp="1"/>
          </p:cNvSpPr>
          <p:nvPr/>
        </p:nvSpPr>
        <p:spPr>
          <a:xfrm>
            <a:off x="3754124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4" name="A1_bar_Cryo_14367">
            <a:extLst>
              <a:ext uri="{FF2B5EF4-FFF2-40B4-BE49-F238E27FC236}">
                <a16:creationId xmlns:a16="http://schemas.microsoft.com/office/drawing/2014/main" id="{14E5E353-5B4E-4C8C-A540-B9497C29F87E}"/>
              </a:ext>
            </a:extLst>
          </p:cNvPr>
          <p:cNvSpPr>
            <a:spLocks noGrp="1"/>
          </p:cNvSpPr>
          <p:nvPr/>
        </p:nvSpPr>
        <p:spPr>
          <a:xfrm>
            <a:off x="3720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5" name="A1_bar_Cryo_14368">
            <a:extLst>
              <a:ext uri="{FF2B5EF4-FFF2-40B4-BE49-F238E27FC236}">
                <a16:creationId xmlns:a16="http://schemas.microsoft.com/office/drawing/2014/main" id="{DCD9CD3F-C3DB-4FD4-B360-DF8C6199E9A4}"/>
              </a:ext>
            </a:extLst>
          </p:cNvPr>
          <p:cNvSpPr>
            <a:spLocks noGrp="1"/>
          </p:cNvSpPr>
          <p:nvPr/>
        </p:nvSpPr>
        <p:spPr>
          <a:xfrm>
            <a:off x="37373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6" name="A1_bar_Cryo_14369">
            <a:extLst>
              <a:ext uri="{FF2B5EF4-FFF2-40B4-BE49-F238E27FC236}">
                <a16:creationId xmlns:a16="http://schemas.microsoft.com/office/drawing/2014/main" id="{0168F54C-808A-482F-9B19-DAF7AC8BD717}"/>
              </a:ext>
            </a:extLst>
          </p:cNvPr>
          <p:cNvSpPr>
            <a:spLocks noGrp="1"/>
          </p:cNvSpPr>
          <p:nvPr/>
        </p:nvSpPr>
        <p:spPr>
          <a:xfrm>
            <a:off x="382095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7" name="A1_bar_Cryo_14370">
            <a:extLst>
              <a:ext uri="{FF2B5EF4-FFF2-40B4-BE49-F238E27FC236}">
                <a16:creationId xmlns:a16="http://schemas.microsoft.com/office/drawing/2014/main" id="{F0F93A0F-ECFF-4832-A3E8-EFD562154DCD}"/>
              </a:ext>
            </a:extLst>
          </p:cNvPr>
          <p:cNvSpPr>
            <a:spLocks noGrp="1"/>
          </p:cNvSpPr>
          <p:nvPr/>
        </p:nvSpPr>
        <p:spPr>
          <a:xfrm>
            <a:off x="38845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8" name="A1_bar_Cryo_14371">
            <a:extLst>
              <a:ext uri="{FF2B5EF4-FFF2-40B4-BE49-F238E27FC236}">
                <a16:creationId xmlns:a16="http://schemas.microsoft.com/office/drawing/2014/main" id="{BE5A3DB2-C198-44C3-8883-ADD974D4EEB2}"/>
              </a:ext>
            </a:extLst>
          </p:cNvPr>
          <p:cNvSpPr>
            <a:spLocks noGrp="1"/>
          </p:cNvSpPr>
          <p:nvPr/>
        </p:nvSpPr>
        <p:spPr>
          <a:xfrm>
            <a:off x="37972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49" name="A1_bar_Cryo_14372">
            <a:extLst>
              <a:ext uri="{FF2B5EF4-FFF2-40B4-BE49-F238E27FC236}">
                <a16:creationId xmlns:a16="http://schemas.microsoft.com/office/drawing/2014/main" id="{88306914-2C08-4C93-B629-936B0B3F2D31}"/>
              </a:ext>
            </a:extLst>
          </p:cNvPr>
          <p:cNvSpPr>
            <a:spLocks noGrp="1"/>
          </p:cNvSpPr>
          <p:nvPr/>
        </p:nvSpPr>
        <p:spPr>
          <a:xfrm>
            <a:off x="376973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0" name="A1_bar_Cryo_14373">
            <a:extLst>
              <a:ext uri="{FF2B5EF4-FFF2-40B4-BE49-F238E27FC236}">
                <a16:creationId xmlns:a16="http://schemas.microsoft.com/office/drawing/2014/main" id="{13ADB416-87C3-4E09-88A9-BC139D714C12}"/>
              </a:ext>
            </a:extLst>
          </p:cNvPr>
          <p:cNvSpPr>
            <a:spLocks noGrp="1"/>
          </p:cNvSpPr>
          <p:nvPr/>
        </p:nvSpPr>
        <p:spPr>
          <a:xfrm>
            <a:off x="39130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1" name="A1_bar_Cryo_14374">
            <a:extLst>
              <a:ext uri="{FF2B5EF4-FFF2-40B4-BE49-F238E27FC236}">
                <a16:creationId xmlns:a16="http://schemas.microsoft.com/office/drawing/2014/main" id="{E92ED57D-71B4-4009-8F9E-D78F35B9D3E8}"/>
              </a:ext>
            </a:extLst>
          </p:cNvPr>
          <p:cNvSpPr>
            <a:spLocks noGrp="1"/>
          </p:cNvSpPr>
          <p:nvPr/>
        </p:nvSpPr>
        <p:spPr>
          <a:xfrm>
            <a:off x="390489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2" name="A1_bar_Cryo_14375">
            <a:extLst>
              <a:ext uri="{FF2B5EF4-FFF2-40B4-BE49-F238E27FC236}">
                <a16:creationId xmlns:a16="http://schemas.microsoft.com/office/drawing/2014/main" id="{8E763FBA-77AC-45C5-82E2-D03A7D2245F4}"/>
              </a:ext>
            </a:extLst>
          </p:cNvPr>
          <p:cNvSpPr>
            <a:spLocks noGrp="1"/>
          </p:cNvSpPr>
          <p:nvPr/>
        </p:nvSpPr>
        <p:spPr>
          <a:xfrm>
            <a:off x="39417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3" name="A1_bar_Cryo_14376">
            <a:extLst>
              <a:ext uri="{FF2B5EF4-FFF2-40B4-BE49-F238E27FC236}">
                <a16:creationId xmlns:a16="http://schemas.microsoft.com/office/drawing/2014/main" id="{52DDF64B-126E-44BC-BC24-7637C280F29F}"/>
              </a:ext>
            </a:extLst>
          </p:cNvPr>
          <p:cNvSpPr>
            <a:spLocks noGrp="1"/>
          </p:cNvSpPr>
          <p:nvPr/>
        </p:nvSpPr>
        <p:spPr>
          <a:xfrm>
            <a:off x="3834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4" name="A1_bar_Cryo_14377">
            <a:extLst>
              <a:ext uri="{FF2B5EF4-FFF2-40B4-BE49-F238E27FC236}">
                <a16:creationId xmlns:a16="http://schemas.microsoft.com/office/drawing/2014/main" id="{4CBB05A7-561B-4BB1-9443-C52AADE75CAE}"/>
              </a:ext>
            </a:extLst>
          </p:cNvPr>
          <p:cNvSpPr>
            <a:spLocks noGrp="1"/>
          </p:cNvSpPr>
          <p:nvPr/>
        </p:nvSpPr>
        <p:spPr>
          <a:xfrm>
            <a:off x="3918515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5" name="A1_bar_Cryo_14378">
            <a:extLst>
              <a:ext uri="{FF2B5EF4-FFF2-40B4-BE49-F238E27FC236}">
                <a16:creationId xmlns:a16="http://schemas.microsoft.com/office/drawing/2014/main" id="{42A845EB-7F66-400B-8DAF-A5D67BB1448A}"/>
              </a:ext>
            </a:extLst>
          </p:cNvPr>
          <p:cNvSpPr>
            <a:spLocks noGrp="1"/>
          </p:cNvSpPr>
          <p:nvPr/>
        </p:nvSpPr>
        <p:spPr>
          <a:xfrm>
            <a:off x="374637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6" name="A1_bar_Cryo_14379">
            <a:extLst>
              <a:ext uri="{FF2B5EF4-FFF2-40B4-BE49-F238E27FC236}">
                <a16:creationId xmlns:a16="http://schemas.microsoft.com/office/drawing/2014/main" id="{BC4A1DE3-AAB6-49CB-B8D3-3D8AD8551FA3}"/>
              </a:ext>
            </a:extLst>
          </p:cNvPr>
          <p:cNvSpPr>
            <a:spLocks noGrp="1"/>
          </p:cNvSpPr>
          <p:nvPr/>
        </p:nvSpPr>
        <p:spPr>
          <a:xfrm>
            <a:off x="3838580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7" name="A1_bar_Cryo_14380">
            <a:extLst>
              <a:ext uri="{FF2B5EF4-FFF2-40B4-BE49-F238E27FC236}">
                <a16:creationId xmlns:a16="http://schemas.microsoft.com/office/drawing/2014/main" id="{67E7223D-FC4C-4DB2-8DF9-0702D5817BD8}"/>
              </a:ext>
            </a:extLst>
          </p:cNvPr>
          <p:cNvSpPr>
            <a:spLocks noGrp="1"/>
          </p:cNvSpPr>
          <p:nvPr/>
        </p:nvSpPr>
        <p:spPr>
          <a:xfrm>
            <a:off x="3887085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8" name="A1_bar_Cryo_14381">
            <a:extLst>
              <a:ext uri="{FF2B5EF4-FFF2-40B4-BE49-F238E27FC236}">
                <a16:creationId xmlns:a16="http://schemas.microsoft.com/office/drawing/2014/main" id="{5658B020-C678-43B2-BDC0-FC20ED5FC619}"/>
              </a:ext>
            </a:extLst>
          </p:cNvPr>
          <p:cNvSpPr>
            <a:spLocks noGrp="1"/>
          </p:cNvSpPr>
          <p:nvPr/>
        </p:nvSpPr>
        <p:spPr>
          <a:xfrm>
            <a:off x="3895188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59" name="A1_bar_Cryo_14382">
            <a:extLst>
              <a:ext uri="{FF2B5EF4-FFF2-40B4-BE49-F238E27FC236}">
                <a16:creationId xmlns:a16="http://schemas.microsoft.com/office/drawing/2014/main" id="{415357A9-8868-4153-865A-DAFAED6909D2}"/>
              </a:ext>
            </a:extLst>
          </p:cNvPr>
          <p:cNvSpPr>
            <a:spLocks noGrp="1"/>
          </p:cNvSpPr>
          <p:nvPr/>
        </p:nvSpPr>
        <p:spPr>
          <a:xfrm>
            <a:off x="384292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0" name="A1_bar_Cryo_14383">
            <a:extLst>
              <a:ext uri="{FF2B5EF4-FFF2-40B4-BE49-F238E27FC236}">
                <a16:creationId xmlns:a16="http://schemas.microsoft.com/office/drawing/2014/main" id="{8A3BDA1A-B911-4718-A9BB-7276C4871DF5}"/>
              </a:ext>
            </a:extLst>
          </p:cNvPr>
          <p:cNvSpPr>
            <a:spLocks noGrp="1"/>
          </p:cNvSpPr>
          <p:nvPr/>
        </p:nvSpPr>
        <p:spPr>
          <a:xfrm>
            <a:off x="370464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1" name="A1_bar_Cryo_14384">
            <a:extLst>
              <a:ext uri="{FF2B5EF4-FFF2-40B4-BE49-F238E27FC236}">
                <a16:creationId xmlns:a16="http://schemas.microsoft.com/office/drawing/2014/main" id="{B4D86B3C-E1CC-4521-9561-EBF58709C510}"/>
              </a:ext>
            </a:extLst>
          </p:cNvPr>
          <p:cNvSpPr>
            <a:spLocks noGrp="1"/>
          </p:cNvSpPr>
          <p:nvPr/>
        </p:nvSpPr>
        <p:spPr>
          <a:xfrm>
            <a:off x="37617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2" name="A1_bar_Cryo_14385">
            <a:extLst>
              <a:ext uri="{FF2B5EF4-FFF2-40B4-BE49-F238E27FC236}">
                <a16:creationId xmlns:a16="http://schemas.microsoft.com/office/drawing/2014/main" id="{83EF8C19-6402-4797-B037-8EC13F77503A}"/>
              </a:ext>
            </a:extLst>
          </p:cNvPr>
          <p:cNvSpPr>
            <a:spLocks noGrp="1"/>
          </p:cNvSpPr>
          <p:nvPr/>
        </p:nvSpPr>
        <p:spPr>
          <a:xfrm>
            <a:off x="3717565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3" name="A1_bar_Cryo_14386">
            <a:extLst>
              <a:ext uri="{FF2B5EF4-FFF2-40B4-BE49-F238E27FC236}">
                <a16:creationId xmlns:a16="http://schemas.microsoft.com/office/drawing/2014/main" id="{487DA427-45EB-4826-A55F-0C7DF04307B3}"/>
              </a:ext>
            </a:extLst>
          </p:cNvPr>
          <p:cNvSpPr>
            <a:spLocks noGrp="1"/>
          </p:cNvSpPr>
          <p:nvPr/>
        </p:nvSpPr>
        <p:spPr>
          <a:xfrm>
            <a:off x="38540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4" name="A1_bar_Cryo_14387">
            <a:extLst>
              <a:ext uri="{FF2B5EF4-FFF2-40B4-BE49-F238E27FC236}">
                <a16:creationId xmlns:a16="http://schemas.microsoft.com/office/drawing/2014/main" id="{7B54676E-3A6F-43EF-85F0-6B21166054AA}"/>
              </a:ext>
            </a:extLst>
          </p:cNvPr>
          <p:cNvSpPr>
            <a:spLocks noGrp="1"/>
          </p:cNvSpPr>
          <p:nvPr/>
        </p:nvSpPr>
        <p:spPr>
          <a:xfrm>
            <a:off x="3850153" y="49713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5" name="A1_bar_Cryo_14388">
            <a:extLst>
              <a:ext uri="{FF2B5EF4-FFF2-40B4-BE49-F238E27FC236}">
                <a16:creationId xmlns:a16="http://schemas.microsoft.com/office/drawing/2014/main" id="{A30B7CA2-B688-4C19-9FF5-290051CF0D29}"/>
              </a:ext>
            </a:extLst>
          </p:cNvPr>
          <p:cNvSpPr>
            <a:spLocks noGrp="1"/>
          </p:cNvSpPr>
          <p:nvPr/>
        </p:nvSpPr>
        <p:spPr>
          <a:xfrm>
            <a:off x="3889321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6" name="A1_bar_Cryo_14389">
            <a:extLst>
              <a:ext uri="{FF2B5EF4-FFF2-40B4-BE49-F238E27FC236}">
                <a16:creationId xmlns:a16="http://schemas.microsoft.com/office/drawing/2014/main" id="{E8032172-0C8A-4752-B2ED-3133BB0F5D44}"/>
              </a:ext>
            </a:extLst>
          </p:cNvPr>
          <p:cNvSpPr>
            <a:spLocks noGrp="1"/>
          </p:cNvSpPr>
          <p:nvPr/>
        </p:nvSpPr>
        <p:spPr>
          <a:xfrm>
            <a:off x="3921652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7" name="A1_bar_Cryo_14390">
            <a:extLst>
              <a:ext uri="{FF2B5EF4-FFF2-40B4-BE49-F238E27FC236}">
                <a16:creationId xmlns:a16="http://schemas.microsoft.com/office/drawing/2014/main" id="{B4B24CD4-3C2A-44D9-B77D-29400E7878E9}"/>
              </a:ext>
            </a:extLst>
          </p:cNvPr>
          <p:cNvSpPr>
            <a:spLocks noGrp="1"/>
          </p:cNvSpPr>
          <p:nvPr/>
        </p:nvSpPr>
        <p:spPr>
          <a:xfrm>
            <a:off x="3917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8" name="A1_bar_Cryo_14391">
            <a:extLst>
              <a:ext uri="{FF2B5EF4-FFF2-40B4-BE49-F238E27FC236}">
                <a16:creationId xmlns:a16="http://schemas.microsoft.com/office/drawing/2014/main" id="{8BBCFE9B-EDF0-415B-8014-7CC80D68BA00}"/>
              </a:ext>
            </a:extLst>
          </p:cNvPr>
          <p:cNvSpPr>
            <a:spLocks noGrp="1"/>
          </p:cNvSpPr>
          <p:nvPr/>
        </p:nvSpPr>
        <p:spPr>
          <a:xfrm>
            <a:off x="3746908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69" name="A1_bar_Cryo_14392">
            <a:extLst>
              <a:ext uri="{FF2B5EF4-FFF2-40B4-BE49-F238E27FC236}">
                <a16:creationId xmlns:a16="http://schemas.microsoft.com/office/drawing/2014/main" id="{CE3DC2E9-07D2-477D-836D-634B3AE78E0C}"/>
              </a:ext>
            </a:extLst>
          </p:cNvPr>
          <p:cNvSpPr>
            <a:spLocks noGrp="1"/>
          </p:cNvSpPr>
          <p:nvPr/>
        </p:nvSpPr>
        <p:spPr>
          <a:xfrm>
            <a:off x="37515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0" name="A1_bar_Cryo_14393">
            <a:extLst>
              <a:ext uri="{FF2B5EF4-FFF2-40B4-BE49-F238E27FC236}">
                <a16:creationId xmlns:a16="http://schemas.microsoft.com/office/drawing/2014/main" id="{CA4A4220-445D-4050-AE9C-2AF79E22A8EB}"/>
              </a:ext>
            </a:extLst>
          </p:cNvPr>
          <p:cNvSpPr>
            <a:spLocks noGrp="1"/>
          </p:cNvSpPr>
          <p:nvPr/>
        </p:nvSpPr>
        <p:spPr>
          <a:xfrm>
            <a:off x="388857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1" name="A1_bar_Cryo_14394">
            <a:extLst>
              <a:ext uri="{FF2B5EF4-FFF2-40B4-BE49-F238E27FC236}">
                <a16:creationId xmlns:a16="http://schemas.microsoft.com/office/drawing/2014/main" id="{A0B9C798-9E0F-4DAA-87F4-88AFA19C6A33}"/>
              </a:ext>
            </a:extLst>
          </p:cNvPr>
          <p:cNvSpPr>
            <a:spLocks noGrp="1"/>
          </p:cNvSpPr>
          <p:nvPr/>
        </p:nvSpPr>
        <p:spPr>
          <a:xfrm>
            <a:off x="38958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2" name="A1_bar_Cryo_14395">
            <a:extLst>
              <a:ext uri="{FF2B5EF4-FFF2-40B4-BE49-F238E27FC236}">
                <a16:creationId xmlns:a16="http://schemas.microsoft.com/office/drawing/2014/main" id="{70A1BD98-6EB3-4579-8B1F-AC3B2C528CC6}"/>
              </a:ext>
            </a:extLst>
          </p:cNvPr>
          <p:cNvSpPr>
            <a:spLocks noGrp="1"/>
          </p:cNvSpPr>
          <p:nvPr/>
        </p:nvSpPr>
        <p:spPr>
          <a:xfrm>
            <a:off x="37060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3" name="A1_bar_Cryo_14396">
            <a:extLst>
              <a:ext uri="{FF2B5EF4-FFF2-40B4-BE49-F238E27FC236}">
                <a16:creationId xmlns:a16="http://schemas.microsoft.com/office/drawing/2014/main" id="{D04DDE1C-239A-489F-A17B-0F433626DBBC}"/>
              </a:ext>
            </a:extLst>
          </p:cNvPr>
          <p:cNvSpPr>
            <a:spLocks noGrp="1"/>
          </p:cNvSpPr>
          <p:nvPr/>
        </p:nvSpPr>
        <p:spPr>
          <a:xfrm>
            <a:off x="3822900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4" name="A1_bar_Cryo_14397">
            <a:extLst>
              <a:ext uri="{FF2B5EF4-FFF2-40B4-BE49-F238E27FC236}">
                <a16:creationId xmlns:a16="http://schemas.microsoft.com/office/drawing/2014/main" id="{80DD6349-7B7D-4CFD-A6B2-FA11CC663FC7}"/>
              </a:ext>
            </a:extLst>
          </p:cNvPr>
          <p:cNvSpPr>
            <a:spLocks noGrp="1"/>
          </p:cNvSpPr>
          <p:nvPr/>
        </p:nvSpPr>
        <p:spPr>
          <a:xfrm>
            <a:off x="376175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5" name="A1_bar_Cryo_14398">
            <a:extLst>
              <a:ext uri="{FF2B5EF4-FFF2-40B4-BE49-F238E27FC236}">
                <a16:creationId xmlns:a16="http://schemas.microsoft.com/office/drawing/2014/main" id="{7D7B41F1-97C8-4978-AFE1-494617C17CD7}"/>
              </a:ext>
            </a:extLst>
          </p:cNvPr>
          <p:cNvSpPr>
            <a:spLocks noGrp="1"/>
          </p:cNvSpPr>
          <p:nvPr/>
        </p:nvSpPr>
        <p:spPr>
          <a:xfrm>
            <a:off x="385773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6" name="A1_bar_Cryo_14399">
            <a:extLst>
              <a:ext uri="{FF2B5EF4-FFF2-40B4-BE49-F238E27FC236}">
                <a16:creationId xmlns:a16="http://schemas.microsoft.com/office/drawing/2014/main" id="{707367EF-D18B-4EFF-A5CD-C8CBA08B46BE}"/>
              </a:ext>
            </a:extLst>
          </p:cNvPr>
          <p:cNvSpPr>
            <a:spLocks noGrp="1"/>
          </p:cNvSpPr>
          <p:nvPr/>
        </p:nvSpPr>
        <p:spPr>
          <a:xfrm>
            <a:off x="375487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7" name="A1_bar_Cryo_14400">
            <a:extLst>
              <a:ext uri="{FF2B5EF4-FFF2-40B4-BE49-F238E27FC236}">
                <a16:creationId xmlns:a16="http://schemas.microsoft.com/office/drawing/2014/main" id="{49B3E9E6-8D3F-47DA-AF7C-03DEC848D522}"/>
              </a:ext>
            </a:extLst>
          </p:cNvPr>
          <p:cNvSpPr>
            <a:spLocks noGrp="1"/>
          </p:cNvSpPr>
          <p:nvPr/>
        </p:nvSpPr>
        <p:spPr>
          <a:xfrm>
            <a:off x="380851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8" name="A1_bar_Cryo_14401">
            <a:extLst>
              <a:ext uri="{FF2B5EF4-FFF2-40B4-BE49-F238E27FC236}">
                <a16:creationId xmlns:a16="http://schemas.microsoft.com/office/drawing/2014/main" id="{B48007B3-3E34-4C1A-8807-27CC63DD29AB}"/>
              </a:ext>
            </a:extLst>
          </p:cNvPr>
          <p:cNvSpPr>
            <a:spLocks noGrp="1"/>
          </p:cNvSpPr>
          <p:nvPr/>
        </p:nvSpPr>
        <p:spPr>
          <a:xfrm>
            <a:off x="3940552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79" name="A1_bar_Cryo_14402">
            <a:extLst>
              <a:ext uri="{FF2B5EF4-FFF2-40B4-BE49-F238E27FC236}">
                <a16:creationId xmlns:a16="http://schemas.microsoft.com/office/drawing/2014/main" id="{4D466CE2-6A46-4BE4-A8E7-81F0FC54C057}"/>
              </a:ext>
            </a:extLst>
          </p:cNvPr>
          <p:cNvSpPr>
            <a:spLocks noGrp="1"/>
          </p:cNvSpPr>
          <p:nvPr/>
        </p:nvSpPr>
        <p:spPr>
          <a:xfrm>
            <a:off x="3832025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0" name="A1_bar_Cryo_14403">
            <a:extLst>
              <a:ext uri="{FF2B5EF4-FFF2-40B4-BE49-F238E27FC236}">
                <a16:creationId xmlns:a16="http://schemas.microsoft.com/office/drawing/2014/main" id="{25EB72EE-85A1-4377-A017-ADDF7215CB13}"/>
              </a:ext>
            </a:extLst>
          </p:cNvPr>
          <p:cNvSpPr>
            <a:spLocks noGrp="1"/>
          </p:cNvSpPr>
          <p:nvPr/>
        </p:nvSpPr>
        <p:spPr>
          <a:xfrm>
            <a:off x="392842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1" name="A1_bar_Cryo_14404">
            <a:extLst>
              <a:ext uri="{FF2B5EF4-FFF2-40B4-BE49-F238E27FC236}">
                <a16:creationId xmlns:a16="http://schemas.microsoft.com/office/drawing/2014/main" id="{9FCFD663-AC4B-4CCC-9BAC-5C2BDB97F581}"/>
              </a:ext>
            </a:extLst>
          </p:cNvPr>
          <p:cNvSpPr>
            <a:spLocks noGrp="1"/>
          </p:cNvSpPr>
          <p:nvPr/>
        </p:nvSpPr>
        <p:spPr>
          <a:xfrm>
            <a:off x="3782632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2" name="A1_bar_Cryo_14405">
            <a:extLst>
              <a:ext uri="{FF2B5EF4-FFF2-40B4-BE49-F238E27FC236}">
                <a16:creationId xmlns:a16="http://schemas.microsoft.com/office/drawing/2014/main" id="{6AC8B695-0C3C-4E8C-BE33-9C7B58EF0D8A}"/>
              </a:ext>
            </a:extLst>
          </p:cNvPr>
          <p:cNvSpPr>
            <a:spLocks noGrp="1"/>
          </p:cNvSpPr>
          <p:nvPr/>
        </p:nvSpPr>
        <p:spPr>
          <a:xfrm>
            <a:off x="37845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3" name="A1_bar_Cryo_14406">
            <a:extLst>
              <a:ext uri="{FF2B5EF4-FFF2-40B4-BE49-F238E27FC236}">
                <a16:creationId xmlns:a16="http://schemas.microsoft.com/office/drawing/2014/main" id="{81EA3025-A467-4A7D-8345-DD7B69AD0A86}"/>
              </a:ext>
            </a:extLst>
          </p:cNvPr>
          <p:cNvSpPr>
            <a:spLocks noGrp="1"/>
          </p:cNvSpPr>
          <p:nvPr/>
        </p:nvSpPr>
        <p:spPr>
          <a:xfrm>
            <a:off x="378013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4" name="A1_bar_Cryo_14407">
            <a:extLst>
              <a:ext uri="{FF2B5EF4-FFF2-40B4-BE49-F238E27FC236}">
                <a16:creationId xmlns:a16="http://schemas.microsoft.com/office/drawing/2014/main" id="{55F749D8-A95D-4BB8-B4B7-7091A7ABD1CD}"/>
              </a:ext>
            </a:extLst>
          </p:cNvPr>
          <p:cNvSpPr>
            <a:spLocks noGrp="1"/>
          </p:cNvSpPr>
          <p:nvPr/>
        </p:nvSpPr>
        <p:spPr>
          <a:xfrm>
            <a:off x="37943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5" name="A1_bar_Cryo_14408">
            <a:extLst>
              <a:ext uri="{FF2B5EF4-FFF2-40B4-BE49-F238E27FC236}">
                <a16:creationId xmlns:a16="http://schemas.microsoft.com/office/drawing/2014/main" id="{97848701-498A-4FE0-A7D5-7378D9A21BCF}"/>
              </a:ext>
            </a:extLst>
          </p:cNvPr>
          <p:cNvSpPr>
            <a:spLocks noGrp="1"/>
          </p:cNvSpPr>
          <p:nvPr/>
        </p:nvSpPr>
        <p:spPr>
          <a:xfrm>
            <a:off x="3857632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6" name="A1_bar_Cryo_14409">
            <a:extLst>
              <a:ext uri="{FF2B5EF4-FFF2-40B4-BE49-F238E27FC236}">
                <a16:creationId xmlns:a16="http://schemas.microsoft.com/office/drawing/2014/main" id="{DEA746AF-D11D-4D2C-874F-F8C98705EB14}"/>
              </a:ext>
            </a:extLst>
          </p:cNvPr>
          <p:cNvSpPr>
            <a:spLocks noGrp="1"/>
          </p:cNvSpPr>
          <p:nvPr/>
        </p:nvSpPr>
        <p:spPr>
          <a:xfrm>
            <a:off x="3729485" y="52799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7" name="A1_bar_Cryo_14410">
            <a:extLst>
              <a:ext uri="{FF2B5EF4-FFF2-40B4-BE49-F238E27FC236}">
                <a16:creationId xmlns:a16="http://schemas.microsoft.com/office/drawing/2014/main" id="{8BAE3414-3B11-45E3-87A3-50DB14EC865C}"/>
              </a:ext>
            </a:extLst>
          </p:cNvPr>
          <p:cNvSpPr>
            <a:spLocks noGrp="1"/>
          </p:cNvSpPr>
          <p:nvPr/>
        </p:nvSpPr>
        <p:spPr>
          <a:xfrm>
            <a:off x="384831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8" name="A1_bar_Cryo_14411">
            <a:extLst>
              <a:ext uri="{FF2B5EF4-FFF2-40B4-BE49-F238E27FC236}">
                <a16:creationId xmlns:a16="http://schemas.microsoft.com/office/drawing/2014/main" id="{2C2B7F2A-8723-4D26-A2E9-008B3C0E8EC6}"/>
              </a:ext>
            </a:extLst>
          </p:cNvPr>
          <p:cNvSpPr>
            <a:spLocks noGrp="1"/>
          </p:cNvSpPr>
          <p:nvPr/>
        </p:nvSpPr>
        <p:spPr>
          <a:xfrm>
            <a:off x="3932190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89" name="A1_bar_Cryo_14412">
            <a:extLst>
              <a:ext uri="{FF2B5EF4-FFF2-40B4-BE49-F238E27FC236}">
                <a16:creationId xmlns:a16="http://schemas.microsoft.com/office/drawing/2014/main" id="{FBEE387C-F95B-4BDF-9FD8-D6D28DF69F3E}"/>
              </a:ext>
            </a:extLst>
          </p:cNvPr>
          <p:cNvSpPr>
            <a:spLocks noGrp="1"/>
          </p:cNvSpPr>
          <p:nvPr/>
        </p:nvSpPr>
        <p:spPr>
          <a:xfrm>
            <a:off x="385895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0" name="A1_bar_Cryo_14413">
            <a:extLst>
              <a:ext uri="{FF2B5EF4-FFF2-40B4-BE49-F238E27FC236}">
                <a16:creationId xmlns:a16="http://schemas.microsoft.com/office/drawing/2014/main" id="{526A9BC4-E8B5-4767-9635-173B8E90998F}"/>
              </a:ext>
            </a:extLst>
          </p:cNvPr>
          <p:cNvSpPr>
            <a:spLocks noGrp="1"/>
          </p:cNvSpPr>
          <p:nvPr/>
        </p:nvSpPr>
        <p:spPr>
          <a:xfrm>
            <a:off x="3885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1" name="A1_bar_Cryo_14414">
            <a:extLst>
              <a:ext uri="{FF2B5EF4-FFF2-40B4-BE49-F238E27FC236}">
                <a16:creationId xmlns:a16="http://schemas.microsoft.com/office/drawing/2014/main" id="{808E8D57-3306-4048-A7C1-A41FAE3474D7}"/>
              </a:ext>
            </a:extLst>
          </p:cNvPr>
          <p:cNvSpPr>
            <a:spLocks noGrp="1"/>
          </p:cNvSpPr>
          <p:nvPr/>
        </p:nvSpPr>
        <p:spPr>
          <a:xfrm>
            <a:off x="3765295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2" name="A1_bar_Cryo_14415">
            <a:extLst>
              <a:ext uri="{FF2B5EF4-FFF2-40B4-BE49-F238E27FC236}">
                <a16:creationId xmlns:a16="http://schemas.microsoft.com/office/drawing/2014/main" id="{2E7DFCF2-DE49-410E-8EB0-72E75C14F2EC}"/>
              </a:ext>
            </a:extLst>
          </p:cNvPr>
          <p:cNvSpPr>
            <a:spLocks noGrp="1"/>
          </p:cNvSpPr>
          <p:nvPr/>
        </p:nvSpPr>
        <p:spPr>
          <a:xfrm>
            <a:off x="37785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3" name="A1_bar_Cryo_14416">
            <a:extLst>
              <a:ext uri="{FF2B5EF4-FFF2-40B4-BE49-F238E27FC236}">
                <a16:creationId xmlns:a16="http://schemas.microsoft.com/office/drawing/2014/main" id="{B5E27E41-BBE4-40DF-88AC-A04F2928D8C8}"/>
              </a:ext>
            </a:extLst>
          </p:cNvPr>
          <p:cNvSpPr>
            <a:spLocks noGrp="1"/>
          </p:cNvSpPr>
          <p:nvPr/>
        </p:nvSpPr>
        <p:spPr>
          <a:xfrm>
            <a:off x="387527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4" name="A1_bar_Cryo_14417">
            <a:extLst>
              <a:ext uri="{FF2B5EF4-FFF2-40B4-BE49-F238E27FC236}">
                <a16:creationId xmlns:a16="http://schemas.microsoft.com/office/drawing/2014/main" id="{7D6DFA79-1D6B-46FE-95DB-7BBB550F8359}"/>
              </a:ext>
            </a:extLst>
          </p:cNvPr>
          <p:cNvSpPr>
            <a:spLocks noGrp="1"/>
          </p:cNvSpPr>
          <p:nvPr/>
        </p:nvSpPr>
        <p:spPr>
          <a:xfrm>
            <a:off x="3727814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5" name="A1_bar_Cryo_14418">
            <a:extLst>
              <a:ext uri="{FF2B5EF4-FFF2-40B4-BE49-F238E27FC236}">
                <a16:creationId xmlns:a16="http://schemas.microsoft.com/office/drawing/2014/main" id="{81EEAD4D-4F80-4691-932E-20282D82C624}"/>
              </a:ext>
            </a:extLst>
          </p:cNvPr>
          <p:cNvSpPr>
            <a:spLocks noGrp="1"/>
          </p:cNvSpPr>
          <p:nvPr/>
        </p:nvSpPr>
        <p:spPr>
          <a:xfrm>
            <a:off x="38980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6" name="A1_bar_Cryo_14419">
            <a:extLst>
              <a:ext uri="{FF2B5EF4-FFF2-40B4-BE49-F238E27FC236}">
                <a16:creationId xmlns:a16="http://schemas.microsoft.com/office/drawing/2014/main" id="{B50E70FA-D2D7-4B55-9E58-6E7DD013FE82}"/>
              </a:ext>
            </a:extLst>
          </p:cNvPr>
          <p:cNvSpPr>
            <a:spLocks noGrp="1"/>
          </p:cNvSpPr>
          <p:nvPr/>
        </p:nvSpPr>
        <p:spPr>
          <a:xfrm>
            <a:off x="3826430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7" name="A1_bar_Cryo_14420">
            <a:extLst>
              <a:ext uri="{FF2B5EF4-FFF2-40B4-BE49-F238E27FC236}">
                <a16:creationId xmlns:a16="http://schemas.microsoft.com/office/drawing/2014/main" id="{784720A4-B9E3-481D-962B-23A8B62F88B0}"/>
              </a:ext>
            </a:extLst>
          </p:cNvPr>
          <p:cNvSpPr>
            <a:spLocks noGrp="1"/>
          </p:cNvSpPr>
          <p:nvPr/>
        </p:nvSpPr>
        <p:spPr>
          <a:xfrm>
            <a:off x="37307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8" name="A1_bar_Cryo_14421">
            <a:extLst>
              <a:ext uri="{FF2B5EF4-FFF2-40B4-BE49-F238E27FC236}">
                <a16:creationId xmlns:a16="http://schemas.microsoft.com/office/drawing/2014/main" id="{54126181-FE99-43D1-AC23-963AC4F5D0DD}"/>
              </a:ext>
            </a:extLst>
          </p:cNvPr>
          <p:cNvSpPr>
            <a:spLocks noGrp="1"/>
          </p:cNvSpPr>
          <p:nvPr/>
        </p:nvSpPr>
        <p:spPr>
          <a:xfrm>
            <a:off x="3800003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199" name="A1_bar_Cryo_14422">
            <a:extLst>
              <a:ext uri="{FF2B5EF4-FFF2-40B4-BE49-F238E27FC236}">
                <a16:creationId xmlns:a16="http://schemas.microsoft.com/office/drawing/2014/main" id="{07451635-B58D-40E0-8D9B-95A8A859804E}"/>
              </a:ext>
            </a:extLst>
          </p:cNvPr>
          <p:cNvSpPr>
            <a:spLocks noGrp="1"/>
          </p:cNvSpPr>
          <p:nvPr/>
        </p:nvSpPr>
        <p:spPr>
          <a:xfrm>
            <a:off x="53457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0" name="A1_bar_Cryo_14423">
            <a:extLst>
              <a:ext uri="{FF2B5EF4-FFF2-40B4-BE49-F238E27FC236}">
                <a16:creationId xmlns:a16="http://schemas.microsoft.com/office/drawing/2014/main" id="{7884D879-DAE7-4ABF-86BB-5029B619A614}"/>
              </a:ext>
            </a:extLst>
          </p:cNvPr>
          <p:cNvSpPr>
            <a:spLocks noGrp="1"/>
          </p:cNvSpPr>
          <p:nvPr/>
        </p:nvSpPr>
        <p:spPr>
          <a:xfrm>
            <a:off x="54386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1" name="A1_bar_Cryo_14424">
            <a:extLst>
              <a:ext uri="{FF2B5EF4-FFF2-40B4-BE49-F238E27FC236}">
                <a16:creationId xmlns:a16="http://schemas.microsoft.com/office/drawing/2014/main" id="{5EFE2E77-13C0-4F99-AF3F-D64312C3B8C4}"/>
              </a:ext>
            </a:extLst>
          </p:cNvPr>
          <p:cNvSpPr>
            <a:spLocks noGrp="1"/>
          </p:cNvSpPr>
          <p:nvPr/>
        </p:nvSpPr>
        <p:spPr>
          <a:xfrm>
            <a:off x="545855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2" name="A1_bar_Cryo_14425">
            <a:extLst>
              <a:ext uri="{FF2B5EF4-FFF2-40B4-BE49-F238E27FC236}">
                <a16:creationId xmlns:a16="http://schemas.microsoft.com/office/drawing/2014/main" id="{E1F5B99B-B86F-477B-97BD-7DE0444D6475}"/>
              </a:ext>
            </a:extLst>
          </p:cNvPr>
          <p:cNvSpPr>
            <a:spLocks noGrp="1"/>
          </p:cNvSpPr>
          <p:nvPr/>
        </p:nvSpPr>
        <p:spPr>
          <a:xfrm>
            <a:off x="5530869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3" name="A1_bar_Cryo_14426">
            <a:extLst>
              <a:ext uri="{FF2B5EF4-FFF2-40B4-BE49-F238E27FC236}">
                <a16:creationId xmlns:a16="http://schemas.microsoft.com/office/drawing/2014/main" id="{CF1C2AD1-C861-4B4F-BC1F-DFA969AD08EA}"/>
              </a:ext>
            </a:extLst>
          </p:cNvPr>
          <p:cNvSpPr>
            <a:spLocks noGrp="1"/>
          </p:cNvSpPr>
          <p:nvPr/>
        </p:nvSpPr>
        <p:spPr>
          <a:xfrm>
            <a:off x="5278588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4" name="A1_bar_Cryo_14427">
            <a:extLst>
              <a:ext uri="{FF2B5EF4-FFF2-40B4-BE49-F238E27FC236}">
                <a16:creationId xmlns:a16="http://schemas.microsoft.com/office/drawing/2014/main" id="{D0E37DCE-6E30-4380-B880-98E1629DDD5C}"/>
              </a:ext>
            </a:extLst>
          </p:cNvPr>
          <p:cNvSpPr>
            <a:spLocks noGrp="1"/>
          </p:cNvSpPr>
          <p:nvPr/>
        </p:nvSpPr>
        <p:spPr>
          <a:xfrm>
            <a:off x="53335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5" name="A1_bar_Cryo_14428">
            <a:extLst>
              <a:ext uri="{FF2B5EF4-FFF2-40B4-BE49-F238E27FC236}">
                <a16:creationId xmlns:a16="http://schemas.microsoft.com/office/drawing/2014/main" id="{369CB05B-2A47-4E7B-A1F3-00FED9F4B163}"/>
              </a:ext>
            </a:extLst>
          </p:cNvPr>
          <p:cNvSpPr>
            <a:spLocks noGrp="1"/>
          </p:cNvSpPr>
          <p:nvPr/>
        </p:nvSpPr>
        <p:spPr>
          <a:xfrm>
            <a:off x="53087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6" name="A1_bar_Cryo_14429">
            <a:extLst>
              <a:ext uri="{FF2B5EF4-FFF2-40B4-BE49-F238E27FC236}">
                <a16:creationId xmlns:a16="http://schemas.microsoft.com/office/drawing/2014/main" id="{B3005BD8-C7D3-4AF3-A6D9-7D5D4ECA6616}"/>
              </a:ext>
            </a:extLst>
          </p:cNvPr>
          <p:cNvSpPr>
            <a:spLocks noGrp="1"/>
          </p:cNvSpPr>
          <p:nvPr/>
        </p:nvSpPr>
        <p:spPr>
          <a:xfrm>
            <a:off x="54173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7" name="A1_bar_Cryo_14430">
            <a:extLst>
              <a:ext uri="{FF2B5EF4-FFF2-40B4-BE49-F238E27FC236}">
                <a16:creationId xmlns:a16="http://schemas.microsoft.com/office/drawing/2014/main" id="{359F9875-1E97-4C2F-A977-7BFEB3CD195A}"/>
              </a:ext>
            </a:extLst>
          </p:cNvPr>
          <p:cNvSpPr>
            <a:spLocks noGrp="1"/>
          </p:cNvSpPr>
          <p:nvPr/>
        </p:nvSpPr>
        <p:spPr>
          <a:xfrm>
            <a:off x="5407602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8" name="A1_bar_Cryo_14431">
            <a:extLst>
              <a:ext uri="{FF2B5EF4-FFF2-40B4-BE49-F238E27FC236}">
                <a16:creationId xmlns:a16="http://schemas.microsoft.com/office/drawing/2014/main" id="{C3D79608-513E-49F7-BE8A-4F0A390B0CD9}"/>
              </a:ext>
            </a:extLst>
          </p:cNvPr>
          <p:cNvSpPr>
            <a:spLocks noGrp="1"/>
          </p:cNvSpPr>
          <p:nvPr/>
        </p:nvSpPr>
        <p:spPr>
          <a:xfrm>
            <a:off x="54693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09" name="A1_bar_Cryo_14432">
            <a:extLst>
              <a:ext uri="{FF2B5EF4-FFF2-40B4-BE49-F238E27FC236}">
                <a16:creationId xmlns:a16="http://schemas.microsoft.com/office/drawing/2014/main" id="{E8D8F431-8071-4247-8522-EEFAEE7375AC}"/>
              </a:ext>
            </a:extLst>
          </p:cNvPr>
          <p:cNvSpPr>
            <a:spLocks noGrp="1"/>
          </p:cNvSpPr>
          <p:nvPr/>
        </p:nvSpPr>
        <p:spPr>
          <a:xfrm>
            <a:off x="5492179" y="31789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0" name="A1_bar_Cryo_14433">
            <a:extLst>
              <a:ext uri="{FF2B5EF4-FFF2-40B4-BE49-F238E27FC236}">
                <a16:creationId xmlns:a16="http://schemas.microsoft.com/office/drawing/2014/main" id="{CD0406EF-60A2-4B13-8C2D-F396FD5B66B0}"/>
              </a:ext>
            </a:extLst>
          </p:cNvPr>
          <p:cNvSpPr>
            <a:spLocks noGrp="1"/>
          </p:cNvSpPr>
          <p:nvPr/>
        </p:nvSpPr>
        <p:spPr>
          <a:xfrm>
            <a:off x="5513412" y="562574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1" name="A1_bar_Cryo_14434">
            <a:extLst>
              <a:ext uri="{FF2B5EF4-FFF2-40B4-BE49-F238E27FC236}">
                <a16:creationId xmlns:a16="http://schemas.microsoft.com/office/drawing/2014/main" id="{0BA1C115-A237-4970-B220-6E42A568E35C}"/>
              </a:ext>
            </a:extLst>
          </p:cNvPr>
          <p:cNvSpPr>
            <a:spLocks noGrp="1"/>
          </p:cNvSpPr>
          <p:nvPr/>
        </p:nvSpPr>
        <p:spPr>
          <a:xfrm>
            <a:off x="538392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2" name="A1_bar_Cryo_14435">
            <a:extLst>
              <a:ext uri="{FF2B5EF4-FFF2-40B4-BE49-F238E27FC236}">
                <a16:creationId xmlns:a16="http://schemas.microsoft.com/office/drawing/2014/main" id="{6051DBF9-C015-4DAD-AAA0-E7309B73821B}"/>
              </a:ext>
            </a:extLst>
          </p:cNvPr>
          <p:cNvSpPr>
            <a:spLocks noGrp="1"/>
          </p:cNvSpPr>
          <p:nvPr/>
        </p:nvSpPr>
        <p:spPr>
          <a:xfrm>
            <a:off x="547889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3" name="A1_bar_Cryo_14436">
            <a:extLst>
              <a:ext uri="{FF2B5EF4-FFF2-40B4-BE49-F238E27FC236}">
                <a16:creationId xmlns:a16="http://schemas.microsoft.com/office/drawing/2014/main" id="{586EB6C0-53E4-436C-8A86-C7B17E917C00}"/>
              </a:ext>
            </a:extLst>
          </p:cNvPr>
          <p:cNvSpPr>
            <a:spLocks noGrp="1"/>
          </p:cNvSpPr>
          <p:nvPr/>
        </p:nvSpPr>
        <p:spPr>
          <a:xfrm>
            <a:off x="551687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4" name="A1_bar_Cryo_14437">
            <a:extLst>
              <a:ext uri="{FF2B5EF4-FFF2-40B4-BE49-F238E27FC236}">
                <a16:creationId xmlns:a16="http://schemas.microsoft.com/office/drawing/2014/main" id="{42899C3E-546B-4605-A317-A4F020213B54}"/>
              </a:ext>
            </a:extLst>
          </p:cNvPr>
          <p:cNvSpPr>
            <a:spLocks noGrp="1"/>
          </p:cNvSpPr>
          <p:nvPr/>
        </p:nvSpPr>
        <p:spPr>
          <a:xfrm>
            <a:off x="542602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5" name="A1_bar_Cryo_14438">
            <a:extLst>
              <a:ext uri="{FF2B5EF4-FFF2-40B4-BE49-F238E27FC236}">
                <a16:creationId xmlns:a16="http://schemas.microsoft.com/office/drawing/2014/main" id="{8E647BAE-5268-4A7A-9DCD-335BE3496783}"/>
              </a:ext>
            </a:extLst>
          </p:cNvPr>
          <p:cNvSpPr>
            <a:spLocks noGrp="1"/>
          </p:cNvSpPr>
          <p:nvPr/>
        </p:nvSpPr>
        <p:spPr>
          <a:xfrm>
            <a:off x="54035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6" name="A1_bar_Cryo_14439">
            <a:extLst>
              <a:ext uri="{FF2B5EF4-FFF2-40B4-BE49-F238E27FC236}">
                <a16:creationId xmlns:a16="http://schemas.microsoft.com/office/drawing/2014/main" id="{F626BEE7-FA0E-459C-8C78-4A0D78F41D32}"/>
              </a:ext>
            </a:extLst>
          </p:cNvPr>
          <p:cNvSpPr>
            <a:spLocks noGrp="1"/>
          </p:cNvSpPr>
          <p:nvPr/>
        </p:nvSpPr>
        <p:spPr>
          <a:xfrm>
            <a:off x="532580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7" name="A1_bar_Cryo_14440">
            <a:extLst>
              <a:ext uri="{FF2B5EF4-FFF2-40B4-BE49-F238E27FC236}">
                <a16:creationId xmlns:a16="http://schemas.microsoft.com/office/drawing/2014/main" id="{B87674D3-50FA-49CA-A9AD-D3BB6D002FB9}"/>
              </a:ext>
            </a:extLst>
          </p:cNvPr>
          <p:cNvSpPr>
            <a:spLocks noGrp="1"/>
          </p:cNvSpPr>
          <p:nvPr/>
        </p:nvSpPr>
        <p:spPr>
          <a:xfrm>
            <a:off x="5324325" y="30707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8" name="A1_bar_Cryo_14441">
            <a:extLst>
              <a:ext uri="{FF2B5EF4-FFF2-40B4-BE49-F238E27FC236}">
                <a16:creationId xmlns:a16="http://schemas.microsoft.com/office/drawing/2014/main" id="{7719F204-A593-4B2E-94CB-42D7C84727E6}"/>
              </a:ext>
            </a:extLst>
          </p:cNvPr>
          <p:cNvSpPr>
            <a:spLocks noGrp="1"/>
          </p:cNvSpPr>
          <p:nvPr/>
        </p:nvSpPr>
        <p:spPr>
          <a:xfrm>
            <a:off x="541837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19" name="A1_bar_Cryo_14442">
            <a:extLst>
              <a:ext uri="{FF2B5EF4-FFF2-40B4-BE49-F238E27FC236}">
                <a16:creationId xmlns:a16="http://schemas.microsoft.com/office/drawing/2014/main" id="{159F0DDC-CBEB-4B18-8D4C-15B25BBA846B}"/>
              </a:ext>
            </a:extLst>
          </p:cNvPr>
          <p:cNvSpPr>
            <a:spLocks noGrp="1"/>
          </p:cNvSpPr>
          <p:nvPr/>
        </p:nvSpPr>
        <p:spPr>
          <a:xfrm>
            <a:off x="5496930" y="55033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0" name="A1_bar_Cryo_14443">
            <a:extLst>
              <a:ext uri="{FF2B5EF4-FFF2-40B4-BE49-F238E27FC236}">
                <a16:creationId xmlns:a16="http://schemas.microsoft.com/office/drawing/2014/main" id="{BF354BE4-442E-460F-859C-5989147BF8C0}"/>
              </a:ext>
            </a:extLst>
          </p:cNvPr>
          <p:cNvSpPr>
            <a:spLocks noGrp="1"/>
          </p:cNvSpPr>
          <p:nvPr/>
        </p:nvSpPr>
        <p:spPr>
          <a:xfrm>
            <a:off x="547958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1" name="A1_bar_Cryo_14444">
            <a:extLst>
              <a:ext uri="{FF2B5EF4-FFF2-40B4-BE49-F238E27FC236}">
                <a16:creationId xmlns:a16="http://schemas.microsoft.com/office/drawing/2014/main" id="{CD138FD8-D0E9-439C-9333-146ED460791B}"/>
              </a:ext>
            </a:extLst>
          </p:cNvPr>
          <p:cNvSpPr>
            <a:spLocks noGrp="1"/>
          </p:cNvSpPr>
          <p:nvPr/>
        </p:nvSpPr>
        <p:spPr>
          <a:xfrm>
            <a:off x="5432063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2" name="A1_bar_Cryo_14445">
            <a:extLst>
              <a:ext uri="{FF2B5EF4-FFF2-40B4-BE49-F238E27FC236}">
                <a16:creationId xmlns:a16="http://schemas.microsoft.com/office/drawing/2014/main" id="{CE2E23FA-7C6B-493C-9C92-AE45354DD25F}"/>
              </a:ext>
            </a:extLst>
          </p:cNvPr>
          <p:cNvSpPr>
            <a:spLocks noGrp="1"/>
          </p:cNvSpPr>
          <p:nvPr/>
        </p:nvSpPr>
        <p:spPr>
          <a:xfrm>
            <a:off x="5393157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3" name="A1_bar_Cryo_14446">
            <a:extLst>
              <a:ext uri="{FF2B5EF4-FFF2-40B4-BE49-F238E27FC236}">
                <a16:creationId xmlns:a16="http://schemas.microsoft.com/office/drawing/2014/main" id="{1458471F-1B78-40CF-8B07-A5D7E54AEDF7}"/>
              </a:ext>
            </a:extLst>
          </p:cNvPr>
          <p:cNvSpPr>
            <a:spLocks noGrp="1"/>
          </p:cNvSpPr>
          <p:nvPr/>
        </p:nvSpPr>
        <p:spPr>
          <a:xfrm>
            <a:off x="54724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4" name="A1_bar_Cryo_14447">
            <a:extLst>
              <a:ext uri="{FF2B5EF4-FFF2-40B4-BE49-F238E27FC236}">
                <a16:creationId xmlns:a16="http://schemas.microsoft.com/office/drawing/2014/main" id="{C5561247-ACF1-4197-A082-8BEC6381F0C6}"/>
              </a:ext>
            </a:extLst>
          </p:cNvPr>
          <p:cNvSpPr>
            <a:spLocks noGrp="1"/>
          </p:cNvSpPr>
          <p:nvPr/>
        </p:nvSpPr>
        <p:spPr>
          <a:xfrm>
            <a:off x="550894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5" name="A1_bar_Cryo_14448">
            <a:extLst>
              <a:ext uri="{FF2B5EF4-FFF2-40B4-BE49-F238E27FC236}">
                <a16:creationId xmlns:a16="http://schemas.microsoft.com/office/drawing/2014/main" id="{670FA463-8EB3-46C4-AB66-07AFC5AFDD04}"/>
              </a:ext>
            </a:extLst>
          </p:cNvPr>
          <p:cNvSpPr>
            <a:spLocks noGrp="1"/>
          </p:cNvSpPr>
          <p:nvPr/>
        </p:nvSpPr>
        <p:spPr>
          <a:xfrm>
            <a:off x="5395008" y="539843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6" name="A1_bar_Cryo_14449">
            <a:extLst>
              <a:ext uri="{FF2B5EF4-FFF2-40B4-BE49-F238E27FC236}">
                <a16:creationId xmlns:a16="http://schemas.microsoft.com/office/drawing/2014/main" id="{66ED5244-4D06-4353-89DE-8AA765DB14A6}"/>
              </a:ext>
            </a:extLst>
          </p:cNvPr>
          <p:cNvSpPr>
            <a:spLocks noGrp="1"/>
          </p:cNvSpPr>
          <p:nvPr/>
        </p:nvSpPr>
        <p:spPr>
          <a:xfrm>
            <a:off x="5341546" y="521934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7" name="A1_bar_Cryo_14450">
            <a:extLst>
              <a:ext uri="{FF2B5EF4-FFF2-40B4-BE49-F238E27FC236}">
                <a16:creationId xmlns:a16="http://schemas.microsoft.com/office/drawing/2014/main" id="{5103D5F6-83AF-4BB2-9CD1-5DFB0F5847A9}"/>
              </a:ext>
            </a:extLst>
          </p:cNvPr>
          <p:cNvSpPr>
            <a:spLocks noGrp="1"/>
          </p:cNvSpPr>
          <p:nvPr/>
        </p:nvSpPr>
        <p:spPr>
          <a:xfrm>
            <a:off x="5473106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8" name="A1_bar_Cryo_14451">
            <a:extLst>
              <a:ext uri="{FF2B5EF4-FFF2-40B4-BE49-F238E27FC236}">
                <a16:creationId xmlns:a16="http://schemas.microsoft.com/office/drawing/2014/main" id="{3F23E37C-2D83-479C-B7E8-68C71806A540}"/>
              </a:ext>
            </a:extLst>
          </p:cNvPr>
          <p:cNvSpPr>
            <a:spLocks noGrp="1"/>
          </p:cNvSpPr>
          <p:nvPr/>
        </p:nvSpPr>
        <p:spPr>
          <a:xfrm>
            <a:off x="549691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29" name="A1_bar_Cryo_14452">
            <a:extLst>
              <a:ext uri="{FF2B5EF4-FFF2-40B4-BE49-F238E27FC236}">
                <a16:creationId xmlns:a16="http://schemas.microsoft.com/office/drawing/2014/main" id="{97D90CC7-7128-4D68-B6B8-27CB2971BBEE}"/>
              </a:ext>
            </a:extLst>
          </p:cNvPr>
          <p:cNvSpPr>
            <a:spLocks noGrp="1"/>
          </p:cNvSpPr>
          <p:nvPr/>
        </p:nvSpPr>
        <p:spPr>
          <a:xfrm>
            <a:off x="53627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0" name="A1_bar_Cryo_14453">
            <a:extLst>
              <a:ext uri="{FF2B5EF4-FFF2-40B4-BE49-F238E27FC236}">
                <a16:creationId xmlns:a16="http://schemas.microsoft.com/office/drawing/2014/main" id="{5E1A0A65-126D-4218-854D-DF792804214C}"/>
              </a:ext>
            </a:extLst>
          </p:cNvPr>
          <p:cNvSpPr>
            <a:spLocks noGrp="1"/>
          </p:cNvSpPr>
          <p:nvPr/>
        </p:nvSpPr>
        <p:spPr>
          <a:xfrm>
            <a:off x="5428340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1" name="A1_bar_Cryo_14454">
            <a:extLst>
              <a:ext uri="{FF2B5EF4-FFF2-40B4-BE49-F238E27FC236}">
                <a16:creationId xmlns:a16="http://schemas.microsoft.com/office/drawing/2014/main" id="{54A399AB-944A-4A11-8FA6-5407D0CDB9DE}"/>
              </a:ext>
            </a:extLst>
          </p:cNvPr>
          <p:cNvSpPr>
            <a:spLocks noGrp="1"/>
          </p:cNvSpPr>
          <p:nvPr/>
        </p:nvSpPr>
        <p:spPr>
          <a:xfrm>
            <a:off x="541829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2" name="A1_bar_Cryo_14455">
            <a:extLst>
              <a:ext uri="{FF2B5EF4-FFF2-40B4-BE49-F238E27FC236}">
                <a16:creationId xmlns:a16="http://schemas.microsoft.com/office/drawing/2014/main" id="{E844FEDA-0452-44F7-89E6-8C5CB2106E2B}"/>
              </a:ext>
            </a:extLst>
          </p:cNvPr>
          <p:cNvSpPr>
            <a:spLocks noGrp="1"/>
          </p:cNvSpPr>
          <p:nvPr/>
        </p:nvSpPr>
        <p:spPr>
          <a:xfrm>
            <a:off x="545981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3" name="A1_bar_Cryo_14456">
            <a:extLst>
              <a:ext uri="{FF2B5EF4-FFF2-40B4-BE49-F238E27FC236}">
                <a16:creationId xmlns:a16="http://schemas.microsoft.com/office/drawing/2014/main" id="{88F294E4-15F8-4534-BCEE-7821B326BA8C}"/>
              </a:ext>
            </a:extLst>
          </p:cNvPr>
          <p:cNvSpPr>
            <a:spLocks noGrp="1"/>
          </p:cNvSpPr>
          <p:nvPr/>
        </p:nvSpPr>
        <p:spPr>
          <a:xfrm>
            <a:off x="53692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4" name="A1_bar_Cryo_14457">
            <a:extLst>
              <a:ext uri="{FF2B5EF4-FFF2-40B4-BE49-F238E27FC236}">
                <a16:creationId xmlns:a16="http://schemas.microsoft.com/office/drawing/2014/main" id="{03D2EDE0-05EB-478B-B29A-4263FEBF0C36}"/>
              </a:ext>
            </a:extLst>
          </p:cNvPr>
          <p:cNvSpPr>
            <a:spLocks noGrp="1"/>
          </p:cNvSpPr>
          <p:nvPr/>
        </p:nvSpPr>
        <p:spPr>
          <a:xfrm>
            <a:off x="55099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5" name="A1_bar_Cryo_14458">
            <a:extLst>
              <a:ext uri="{FF2B5EF4-FFF2-40B4-BE49-F238E27FC236}">
                <a16:creationId xmlns:a16="http://schemas.microsoft.com/office/drawing/2014/main" id="{D04B08E1-6339-4205-91EE-F52051CBC039}"/>
              </a:ext>
            </a:extLst>
          </p:cNvPr>
          <p:cNvSpPr>
            <a:spLocks noGrp="1"/>
          </p:cNvSpPr>
          <p:nvPr/>
        </p:nvSpPr>
        <p:spPr>
          <a:xfrm>
            <a:off x="53723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6" name="A1_bar_Cryo_14459">
            <a:extLst>
              <a:ext uri="{FF2B5EF4-FFF2-40B4-BE49-F238E27FC236}">
                <a16:creationId xmlns:a16="http://schemas.microsoft.com/office/drawing/2014/main" id="{E055D2DC-E77D-4E7A-AEA5-BF833CB8414E}"/>
              </a:ext>
            </a:extLst>
          </p:cNvPr>
          <p:cNvSpPr>
            <a:spLocks noGrp="1"/>
          </p:cNvSpPr>
          <p:nvPr/>
        </p:nvSpPr>
        <p:spPr>
          <a:xfrm>
            <a:off x="541554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7" name="A1_bar_Cryo_14460">
            <a:extLst>
              <a:ext uri="{FF2B5EF4-FFF2-40B4-BE49-F238E27FC236}">
                <a16:creationId xmlns:a16="http://schemas.microsoft.com/office/drawing/2014/main" id="{4C5E401D-9415-4A03-8993-D570B74AD80C}"/>
              </a:ext>
            </a:extLst>
          </p:cNvPr>
          <p:cNvSpPr>
            <a:spLocks noGrp="1"/>
          </p:cNvSpPr>
          <p:nvPr/>
        </p:nvSpPr>
        <p:spPr>
          <a:xfrm>
            <a:off x="532322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8" name="A1_bar_Cryo_14461">
            <a:extLst>
              <a:ext uri="{FF2B5EF4-FFF2-40B4-BE49-F238E27FC236}">
                <a16:creationId xmlns:a16="http://schemas.microsoft.com/office/drawing/2014/main" id="{842597F9-1850-48B8-80FD-5628E3BDB0B2}"/>
              </a:ext>
            </a:extLst>
          </p:cNvPr>
          <p:cNvSpPr>
            <a:spLocks noGrp="1"/>
          </p:cNvSpPr>
          <p:nvPr/>
        </p:nvSpPr>
        <p:spPr>
          <a:xfrm>
            <a:off x="5345186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39" name="A1_bar_Cryo_14462">
            <a:extLst>
              <a:ext uri="{FF2B5EF4-FFF2-40B4-BE49-F238E27FC236}">
                <a16:creationId xmlns:a16="http://schemas.microsoft.com/office/drawing/2014/main" id="{B5D19A61-F382-4F19-836B-AE41D66E266C}"/>
              </a:ext>
            </a:extLst>
          </p:cNvPr>
          <p:cNvSpPr>
            <a:spLocks noGrp="1"/>
          </p:cNvSpPr>
          <p:nvPr/>
        </p:nvSpPr>
        <p:spPr>
          <a:xfrm>
            <a:off x="54370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0" name="A1_bar_Cryo_14463">
            <a:extLst>
              <a:ext uri="{FF2B5EF4-FFF2-40B4-BE49-F238E27FC236}">
                <a16:creationId xmlns:a16="http://schemas.microsoft.com/office/drawing/2014/main" id="{F676858F-22EB-4459-9B9D-791D8F7CE75B}"/>
              </a:ext>
            </a:extLst>
          </p:cNvPr>
          <p:cNvSpPr>
            <a:spLocks noGrp="1"/>
          </p:cNvSpPr>
          <p:nvPr/>
        </p:nvSpPr>
        <p:spPr>
          <a:xfrm>
            <a:off x="550453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1" name="A1_bar_Cryo_14464">
            <a:extLst>
              <a:ext uri="{FF2B5EF4-FFF2-40B4-BE49-F238E27FC236}">
                <a16:creationId xmlns:a16="http://schemas.microsoft.com/office/drawing/2014/main" id="{FBCCC076-FB68-4098-8D9D-F68728F801B7}"/>
              </a:ext>
            </a:extLst>
          </p:cNvPr>
          <p:cNvSpPr>
            <a:spLocks noGrp="1"/>
          </p:cNvSpPr>
          <p:nvPr/>
        </p:nvSpPr>
        <p:spPr>
          <a:xfrm>
            <a:off x="54965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2" name="A1_bar_Cryo_14465">
            <a:extLst>
              <a:ext uri="{FF2B5EF4-FFF2-40B4-BE49-F238E27FC236}">
                <a16:creationId xmlns:a16="http://schemas.microsoft.com/office/drawing/2014/main" id="{9845D30C-A4E9-431D-B4AD-CA0210DBF741}"/>
              </a:ext>
            </a:extLst>
          </p:cNvPr>
          <p:cNvSpPr>
            <a:spLocks noGrp="1"/>
          </p:cNvSpPr>
          <p:nvPr/>
        </p:nvSpPr>
        <p:spPr>
          <a:xfrm>
            <a:off x="5496614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3" name="A1_bar_Cryo_14466">
            <a:extLst>
              <a:ext uri="{FF2B5EF4-FFF2-40B4-BE49-F238E27FC236}">
                <a16:creationId xmlns:a16="http://schemas.microsoft.com/office/drawing/2014/main" id="{65A56DE7-7770-4F6A-B60F-DFBBB50B9BAE}"/>
              </a:ext>
            </a:extLst>
          </p:cNvPr>
          <p:cNvSpPr>
            <a:spLocks noGrp="1"/>
          </p:cNvSpPr>
          <p:nvPr/>
        </p:nvSpPr>
        <p:spPr>
          <a:xfrm>
            <a:off x="54165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4" name="A1_bar_Cryo_14467">
            <a:extLst>
              <a:ext uri="{FF2B5EF4-FFF2-40B4-BE49-F238E27FC236}">
                <a16:creationId xmlns:a16="http://schemas.microsoft.com/office/drawing/2014/main" id="{D0D350FB-ED3A-406D-91E3-8B099EDD4F55}"/>
              </a:ext>
            </a:extLst>
          </p:cNvPr>
          <p:cNvSpPr>
            <a:spLocks noGrp="1"/>
          </p:cNvSpPr>
          <p:nvPr/>
        </p:nvSpPr>
        <p:spPr>
          <a:xfrm>
            <a:off x="541217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5" name="A1_bar_Cryo_14468">
            <a:extLst>
              <a:ext uri="{FF2B5EF4-FFF2-40B4-BE49-F238E27FC236}">
                <a16:creationId xmlns:a16="http://schemas.microsoft.com/office/drawing/2014/main" id="{42D8E649-59BA-4101-B2E5-536F699F32E1}"/>
              </a:ext>
            </a:extLst>
          </p:cNvPr>
          <p:cNvSpPr>
            <a:spLocks noGrp="1"/>
          </p:cNvSpPr>
          <p:nvPr/>
        </p:nvSpPr>
        <p:spPr>
          <a:xfrm>
            <a:off x="5458617" y="365862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6" name="A1_bar_Cryo_14469">
            <a:extLst>
              <a:ext uri="{FF2B5EF4-FFF2-40B4-BE49-F238E27FC236}">
                <a16:creationId xmlns:a16="http://schemas.microsoft.com/office/drawing/2014/main" id="{E67B2F0B-5172-440C-8EB7-44FD8A683D96}"/>
              </a:ext>
            </a:extLst>
          </p:cNvPr>
          <p:cNvSpPr>
            <a:spLocks noGrp="1"/>
          </p:cNvSpPr>
          <p:nvPr/>
        </p:nvSpPr>
        <p:spPr>
          <a:xfrm>
            <a:off x="54970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7" name="A1_bar_Cryo_14470">
            <a:extLst>
              <a:ext uri="{FF2B5EF4-FFF2-40B4-BE49-F238E27FC236}">
                <a16:creationId xmlns:a16="http://schemas.microsoft.com/office/drawing/2014/main" id="{12B36AE3-6736-4B4C-9176-957B8D4304A0}"/>
              </a:ext>
            </a:extLst>
          </p:cNvPr>
          <p:cNvSpPr>
            <a:spLocks noGrp="1"/>
          </p:cNvSpPr>
          <p:nvPr/>
        </p:nvSpPr>
        <p:spPr>
          <a:xfrm>
            <a:off x="54200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8" name="A1_bar_Cryo_14471">
            <a:extLst>
              <a:ext uri="{FF2B5EF4-FFF2-40B4-BE49-F238E27FC236}">
                <a16:creationId xmlns:a16="http://schemas.microsoft.com/office/drawing/2014/main" id="{6E373217-0F25-454A-B64F-E0405A8FC426}"/>
              </a:ext>
            </a:extLst>
          </p:cNvPr>
          <p:cNvSpPr>
            <a:spLocks noGrp="1"/>
          </p:cNvSpPr>
          <p:nvPr/>
        </p:nvSpPr>
        <p:spPr>
          <a:xfrm>
            <a:off x="5478170" y="37373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49" name="A1_bar_Cryo_14472">
            <a:extLst>
              <a:ext uri="{FF2B5EF4-FFF2-40B4-BE49-F238E27FC236}">
                <a16:creationId xmlns:a16="http://schemas.microsoft.com/office/drawing/2014/main" id="{7BB1B976-C548-468F-9A96-3F2CCE5A48AC}"/>
              </a:ext>
            </a:extLst>
          </p:cNvPr>
          <p:cNvSpPr>
            <a:spLocks noGrp="1"/>
          </p:cNvSpPr>
          <p:nvPr/>
        </p:nvSpPr>
        <p:spPr>
          <a:xfrm>
            <a:off x="5498524" y="52360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0" name="A1_bar_Cryo_14473">
            <a:extLst>
              <a:ext uri="{FF2B5EF4-FFF2-40B4-BE49-F238E27FC236}">
                <a16:creationId xmlns:a16="http://schemas.microsoft.com/office/drawing/2014/main" id="{892A562C-2265-475A-BDF0-B1F04AA3665D}"/>
              </a:ext>
            </a:extLst>
          </p:cNvPr>
          <p:cNvSpPr>
            <a:spLocks noGrp="1"/>
          </p:cNvSpPr>
          <p:nvPr/>
        </p:nvSpPr>
        <p:spPr>
          <a:xfrm>
            <a:off x="55003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1" name="A1_bar_Cryo_14474">
            <a:extLst>
              <a:ext uri="{FF2B5EF4-FFF2-40B4-BE49-F238E27FC236}">
                <a16:creationId xmlns:a16="http://schemas.microsoft.com/office/drawing/2014/main" id="{73A85FE1-7E33-40D7-9205-CC16DDD8F715}"/>
              </a:ext>
            </a:extLst>
          </p:cNvPr>
          <p:cNvSpPr>
            <a:spLocks noGrp="1"/>
          </p:cNvSpPr>
          <p:nvPr/>
        </p:nvSpPr>
        <p:spPr>
          <a:xfrm>
            <a:off x="5432487" y="448491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2" name="A1_bar_Cryo_14475">
            <a:extLst>
              <a:ext uri="{FF2B5EF4-FFF2-40B4-BE49-F238E27FC236}">
                <a16:creationId xmlns:a16="http://schemas.microsoft.com/office/drawing/2014/main" id="{607B4857-E1B9-480B-B21F-BEBC6A54B3B0}"/>
              </a:ext>
            </a:extLst>
          </p:cNvPr>
          <p:cNvSpPr>
            <a:spLocks noGrp="1"/>
          </p:cNvSpPr>
          <p:nvPr/>
        </p:nvSpPr>
        <p:spPr>
          <a:xfrm>
            <a:off x="5351746" y="37806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3" name="A1_bar_Cryo_14476">
            <a:extLst>
              <a:ext uri="{FF2B5EF4-FFF2-40B4-BE49-F238E27FC236}">
                <a16:creationId xmlns:a16="http://schemas.microsoft.com/office/drawing/2014/main" id="{C42BE58C-DED6-4670-B931-CA2173D42666}"/>
              </a:ext>
            </a:extLst>
          </p:cNvPr>
          <p:cNvSpPr>
            <a:spLocks noGrp="1"/>
          </p:cNvSpPr>
          <p:nvPr/>
        </p:nvSpPr>
        <p:spPr>
          <a:xfrm>
            <a:off x="531441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4" name="A1_bar_Cryo_14477">
            <a:extLst>
              <a:ext uri="{FF2B5EF4-FFF2-40B4-BE49-F238E27FC236}">
                <a16:creationId xmlns:a16="http://schemas.microsoft.com/office/drawing/2014/main" id="{2011DC0E-588E-4361-BFC9-4D434BA933EB}"/>
              </a:ext>
            </a:extLst>
          </p:cNvPr>
          <p:cNvSpPr>
            <a:spLocks noGrp="1"/>
          </p:cNvSpPr>
          <p:nvPr/>
        </p:nvSpPr>
        <p:spPr>
          <a:xfrm>
            <a:off x="5389695" y="422815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5" name="A1_bar_Cryo_14478">
            <a:extLst>
              <a:ext uri="{FF2B5EF4-FFF2-40B4-BE49-F238E27FC236}">
                <a16:creationId xmlns:a16="http://schemas.microsoft.com/office/drawing/2014/main" id="{D9595E10-862D-407E-92EC-141116946956}"/>
              </a:ext>
            </a:extLst>
          </p:cNvPr>
          <p:cNvSpPr>
            <a:spLocks noGrp="1"/>
          </p:cNvSpPr>
          <p:nvPr/>
        </p:nvSpPr>
        <p:spPr>
          <a:xfrm>
            <a:off x="5491803" y="45016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6" name="A1_bar_Cryo_14479">
            <a:extLst>
              <a:ext uri="{FF2B5EF4-FFF2-40B4-BE49-F238E27FC236}">
                <a16:creationId xmlns:a16="http://schemas.microsoft.com/office/drawing/2014/main" id="{EBCB7636-71C7-4F56-82D6-E1DF1F636526}"/>
              </a:ext>
            </a:extLst>
          </p:cNvPr>
          <p:cNvSpPr>
            <a:spLocks noGrp="1"/>
          </p:cNvSpPr>
          <p:nvPr/>
        </p:nvSpPr>
        <p:spPr>
          <a:xfrm>
            <a:off x="541875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7" name="A1_bar_Cryo_14480">
            <a:extLst>
              <a:ext uri="{FF2B5EF4-FFF2-40B4-BE49-F238E27FC236}">
                <a16:creationId xmlns:a16="http://schemas.microsoft.com/office/drawing/2014/main" id="{D38E57A6-AC05-4DFC-8BC4-B06BEC1DADCF}"/>
              </a:ext>
            </a:extLst>
          </p:cNvPr>
          <p:cNvSpPr>
            <a:spLocks noGrp="1"/>
          </p:cNvSpPr>
          <p:nvPr/>
        </p:nvSpPr>
        <p:spPr>
          <a:xfrm>
            <a:off x="5344832" y="600558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8" name="A1_bar_Cryo_14481">
            <a:extLst>
              <a:ext uri="{FF2B5EF4-FFF2-40B4-BE49-F238E27FC236}">
                <a16:creationId xmlns:a16="http://schemas.microsoft.com/office/drawing/2014/main" id="{1EBEA0C8-30F8-4A76-A297-6ABAA22E6E07}"/>
              </a:ext>
            </a:extLst>
          </p:cNvPr>
          <p:cNvSpPr>
            <a:spLocks noGrp="1"/>
          </p:cNvSpPr>
          <p:nvPr/>
        </p:nvSpPr>
        <p:spPr>
          <a:xfrm>
            <a:off x="55059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59" name="A1_bar_Cryo_14482">
            <a:extLst>
              <a:ext uri="{FF2B5EF4-FFF2-40B4-BE49-F238E27FC236}">
                <a16:creationId xmlns:a16="http://schemas.microsoft.com/office/drawing/2014/main" id="{77ACB81C-CC11-4727-B255-D3F9D76EE52E}"/>
              </a:ext>
            </a:extLst>
          </p:cNvPr>
          <p:cNvSpPr>
            <a:spLocks noGrp="1"/>
          </p:cNvSpPr>
          <p:nvPr/>
        </p:nvSpPr>
        <p:spPr>
          <a:xfrm>
            <a:off x="538655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0" name="A1_bar_Cryo_14483">
            <a:extLst>
              <a:ext uri="{FF2B5EF4-FFF2-40B4-BE49-F238E27FC236}">
                <a16:creationId xmlns:a16="http://schemas.microsoft.com/office/drawing/2014/main" id="{BBCCEB93-E1E0-4D7D-9AD6-3B1B6022229B}"/>
              </a:ext>
            </a:extLst>
          </p:cNvPr>
          <p:cNvSpPr>
            <a:spLocks noGrp="1"/>
          </p:cNvSpPr>
          <p:nvPr/>
        </p:nvSpPr>
        <p:spPr>
          <a:xfrm>
            <a:off x="53166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1" name="A1_bar_Cryo_14484">
            <a:extLst>
              <a:ext uri="{FF2B5EF4-FFF2-40B4-BE49-F238E27FC236}">
                <a16:creationId xmlns:a16="http://schemas.microsoft.com/office/drawing/2014/main" id="{B20D9923-CA5F-4261-9B98-26F96237141D}"/>
              </a:ext>
            </a:extLst>
          </p:cNvPr>
          <p:cNvSpPr>
            <a:spLocks noGrp="1"/>
          </p:cNvSpPr>
          <p:nvPr/>
        </p:nvSpPr>
        <p:spPr>
          <a:xfrm>
            <a:off x="544213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2" name="A1_bar_Cryo_14485">
            <a:extLst>
              <a:ext uri="{FF2B5EF4-FFF2-40B4-BE49-F238E27FC236}">
                <a16:creationId xmlns:a16="http://schemas.microsoft.com/office/drawing/2014/main" id="{1D10AF53-EF37-4F34-B144-9564ABC4C73A}"/>
              </a:ext>
            </a:extLst>
          </p:cNvPr>
          <p:cNvSpPr>
            <a:spLocks noGrp="1"/>
          </p:cNvSpPr>
          <p:nvPr/>
        </p:nvSpPr>
        <p:spPr>
          <a:xfrm>
            <a:off x="54672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3" name="A1_bar_Cryo_14486">
            <a:extLst>
              <a:ext uri="{FF2B5EF4-FFF2-40B4-BE49-F238E27FC236}">
                <a16:creationId xmlns:a16="http://schemas.microsoft.com/office/drawing/2014/main" id="{6C5C95D8-AAE3-4E15-851C-423E032D5FAD}"/>
              </a:ext>
            </a:extLst>
          </p:cNvPr>
          <p:cNvSpPr>
            <a:spLocks noGrp="1"/>
          </p:cNvSpPr>
          <p:nvPr/>
        </p:nvSpPr>
        <p:spPr>
          <a:xfrm>
            <a:off x="54287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4" name="A1_bar_Cryo_14487">
            <a:extLst>
              <a:ext uri="{FF2B5EF4-FFF2-40B4-BE49-F238E27FC236}">
                <a16:creationId xmlns:a16="http://schemas.microsoft.com/office/drawing/2014/main" id="{C534E864-FD96-4807-B393-546D61373B7D}"/>
              </a:ext>
            </a:extLst>
          </p:cNvPr>
          <p:cNvSpPr>
            <a:spLocks noGrp="1"/>
          </p:cNvSpPr>
          <p:nvPr/>
        </p:nvSpPr>
        <p:spPr>
          <a:xfrm>
            <a:off x="53578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5" name="A1_bar_Cryo_14488">
            <a:extLst>
              <a:ext uri="{FF2B5EF4-FFF2-40B4-BE49-F238E27FC236}">
                <a16:creationId xmlns:a16="http://schemas.microsoft.com/office/drawing/2014/main" id="{C465358E-D008-4A18-80A3-5713C129B961}"/>
              </a:ext>
            </a:extLst>
          </p:cNvPr>
          <p:cNvSpPr>
            <a:spLocks noGrp="1"/>
          </p:cNvSpPr>
          <p:nvPr/>
        </p:nvSpPr>
        <p:spPr>
          <a:xfrm>
            <a:off x="5428260" y="562195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6" name="A1_bar_Cryo_14489">
            <a:extLst>
              <a:ext uri="{FF2B5EF4-FFF2-40B4-BE49-F238E27FC236}">
                <a16:creationId xmlns:a16="http://schemas.microsoft.com/office/drawing/2014/main" id="{DA9D3586-675E-45C3-82EA-DC2208411681}"/>
              </a:ext>
            </a:extLst>
          </p:cNvPr>
          <p:cNvSpPr>
            <a:spLocks noGrp="1"/>
          </p:cNvSpPr>
          <p:nvPr/>
        </p:nvSpPr>
        <p:spPr>
          <a:xfrm>
            <a:off x="548700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7" name="A1_bar_Cryo_14490">
            <a:extLst>
              <a:ext uri="{FF2B5EF4-FFF2-40B4-BE49-F238E27FC236}">
                <a16:creationId xmlns:a16="http://schemas.microsoft.com/office/drawing/2014/main" id="{92E18242-9A91-4219-8586-C5466C030144}"/>
              </a:ext>
            </a:extLst>
          </p:cNvPr>
          <p:cNvSpPr>
            <a:spLocks noGrp="1"/>
          </p:cNvSpPr>
          <p:nvPr/>
        </p:nvSpPr>
        <p:spPr>
          <a:xfrm>
            <a:off x="540914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8" name="A1_bar_Cryo_14491">
            <a:extLst>
              <a:ext uri="{FF2B5EF4-FFF2-40B4-BE49-F238E27FC236}">
                <a16:creationId xmlns:a16="http://schemas.microsoft.com/office/drawing/2014/main" id="{00FA8B85-8A47-4849-B3BC-A4E3C6A3986A}"/>
              </a:ext>
            </a:extLst>
          </p:cNvPr>
          <p:cNvSpPr>
            <a:spLocks noGrp="1"/>
          </p:cNvSpPr>
          <p:nvPr/>
        </p:nvSpPr>
        <p:spPr>
          <a:xfrm>
            <a:off x="5430273" y="556759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69" name="A1_bar_Cryo_14492">
            <a:extLst>
              <a:ext uri="{FF2B5EF4-FFF2-40B4-BE49-F238E27FC236}">
                <a16:creationId xmlns:a16="http://schemas.microsoft.com/office/drawing/2014/main" id="{F0601AB6-16F7-4A15-AD74-2CFDCA48081A}"/>
              </a:ext>
            </a:extLst>
          </p:cNvPr>
          <p:cNvSpPr>
            <a:spLocks noGrp="1"/>
          </p:cNvSpPr>
          <p:nvPr/>
        </p:nvSpPr>
        <p:spPr>
          <a:xfrm>
            <a:off x="535808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0" name="A1_bar_Cryo_14493">
            <a:extLst>
              <a:ext uri="{FF2B5EF4-FFF2-40B4-BE49-F238E27FC236}">
                <a16:creationId xmlns:a16="http://schemas.microsoft.com/office/drawing/2014/main" id="{87403DCF-F845-46D9-A156-6FEB3EDC6BBE}"/>
              </a:ext>
            </a:extLst>
          </p:cNvPr>
          <p:cNvSpPr>
            <a:spLocks noGrp="1"/>
          </p:cNvSpPr>
          <p:nvPr/>
        </p:nvSpPr>
        <p:spPr>
          <a:xfrm>
            <a:off x="5358511" y="31078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1" name="A1_bar_Cryo_14494">
            <a:extLst>
              <a:ext uri="{FF2B5EF4-FFF2-40B4-BE49-F238E27FC236}">
                <a16:creationId xmlns:a16="http://schemas.microsoft.com/office/drawing/2014/main" id="{728B7453-C12F-4AFE-832E-7D14D3C70DAE}"/>
              </a:ext>
            </a:extLst>
          </p:cNvPr>
          <p:cNvSpPr>
            <a:spLocks noGrp="1"/>
          </p:cNvSpPr>
          <p:nvPr/>
        </p:nvSpPr>
        <p:spPr>
          <a:xfrm>
            <a:off x="547698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2" name="A1_bar_Cryo_14495">
            <a:extLst>
              <a:ext uri="{FF2B5EF4-FFF2-40B4-BE49-F238E27FC236}">
                <a16:creationId xmlns:a16="http://schemas.microsoft.com/office/drawing/2014/main" id="{C4B937B7-BAA2-4CE5-93F8-80C5142A5F43}"/>
              </a:ext>
            </a:extLst>
          </p:cNvPr>
          <p:cNvSpPr>
            <a:spLocks noGrp="1"/>
          </p:cNvSpPr>
          <p:nvPr/>
        </p:nvSpPr>
        <p:spPr>
          <a:xfrm>
            <a:off x="540438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3" name="A1_bar_Cryo_14496">
            <a:extLst>
              <a:ext uri="{FF2B5EF4-FFF2-40B4-BE49-F238E27FC236}">
                <a16:creationId xmlns:a16="http://schemas.microsoft.com/office/drawing/2014/main" id="{5658F06B-F009-48D3-AAB0-ECE3CE3ABF7C}"/>
              </a:ext>
            </a:extLst>
          </p:cNvPr>
          <p:cNvSpPr>
            <a:spLocks noGrp="1"/>
          </p:cNvSpPr>
          <p:nvPr/>
        </p:nvSpPr>
        <p:spPr>
          <a:xfrm>
            <a:off x="542899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4" name="A1_bar_Cryo_14497">
            <a:extLst>
              <a:ext uri="{FF2B5EF4-FFF2-40B4-BE49-F238E27FC236}">
                <a16:creationId xmlns:a16="http://schemas.microsoft.com/office/drawing/2014/main" id="{D489DBE8-3012-4151-A0D1-30D83B945F15}"/>
              </a:ext>
            </a:extLst>
          </p:cNvPr>
          <p:cNvSpPr>
            <a:spLocks noGrp="1"/>
          </p:cNvSpPr>
          <p:nvPr/>
        </p:nvSpPr>
        <p:spPr>
          <a:xfrm>
            <a:off x="540663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5" name="A1_bar_Cryo_14498">
            <a:extLst>
              <a:ext uri="{FF2B5EF4-FFF2-40B4-BE49-F238E27FC236}">
                <a16:creationId xmlns:a16="http://schemas.microsoft.com/office/drawing/2014/main" id="{30DB5B6B-9893-4A8A-9783-2D078527D0A5}"/>
              </a:ext>
            </a:extLst>
          </p:cNvPr>
          <p:cNvSpPr>
            <a:spLocks noGrp="1"/>
          </p:cNvSpPr>
          <p:nvPr/>
        </p:nvSpPr>
        <p:spPr>
          <a:xfrm>
            <a:off x="548076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6" name="A1_bar_Cryo_14499">
            <a:extLst>
              <a:ext uri="{FF2B5EF4-FFF2-40B4-BE49-F238E27FC236}">
                <a16:creationId xmlns:a16="http://schemas.microsoft.com/office/drawing/2014/main" id="{F9D0CE89-93AF-46AF-99AA-120F61E5862F}"/>
              </a:ext>
            </a:extLst>
          </p:cNvPr>
          <p:cNvSpPr>
            <a:spLocks noGrp="1"/>
          </p:cNvSpPr>
          <p:nvPr/>
        </p:nvSpPr>
        <p:spPr>
          <a:xfrm>
            <a:off x="5370893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7" name="A1_bar_Cryo_14500">
            <a:extLst>
              <a:ext uri="{FF2B5EF4-FFF2-40B4-BE49-F238E27FC236}">
                <a16:creationId xmlns:a16="http://schemas.microsoft.com/office/drawing/2014/main" id="{400CC249-EA2D-4E10-BB32-BCA9AEF4ECC4}"/>
              </a:ext>
            </a:extLst>
          </p:cNvPr>
          <p:cNvSpPr>
            <a:spLocks noGrp="1"/>
          </p:cNvSpPr>
          <p:nvPr/>
        </p:nvSpPr>
        <p:spPr>
          <a:xfrm>
            <a:off x="547554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8" name="A1_bar_Cryo_14501">
            <a:extLst>
              <a:ext uri="{FF2B5EF4-FFF2-40B4-BE49-F238E27FC236}">
                <a16:creationId xmlns:a16="http://schemas.microsoft.com/office/drawing/2014/main" id="{E1814119-3B4D-4CBE-9C67-56CDC768015E}"/>
              </a:ext>
            </a:extLst>
          </p:cNvPr>
          <p:cNvSpPr>
            <a:spLocks noGrp="1"/>
          </p:cNvSpPr>
          <p:nvPr/>
        </p:nvSpPr>
        <p:spPr>
          <a:xfrm>
            <a:off x="5478542" y="332139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79" name="A1_bar_Cryo_14502">
            <a:extLst>
              <a:ext uri="{FF2B5EF4-FFF2-40B4-BE49-F238E27FC236}">
                <a16:creationId xmlns:a16="http://schemas.microsoft.com/office/drawing/2014/main" id="{7A498CF1-D1AE-4CCE-8FB8-010335602690}"/>
              </a:ext>
            </a:extLst>
          </p:cNvPr>
          <p:cNvSpPr>
            <a:spLocks noGrp="1"/>
          </p:cNvSpPr>
          <p:nvPr/>
        </p:nvSpPr>
        <p:spPr>
          <a:xfrm>
            <a:off x="529804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0" name="A1_bar_Cryo_14503">
            <a:extLst>
              <a:ext uri="{FF2B5EF4-FFF2-40B4-BE49-F238E27FC236}">
                <a16:creationId xmlns:a16="http://schemas.microsoft.com/office/drawing/2014/main" id="{863D7336-4863-4970-A6DD-A0183D2AF105}"/>
              </a:ext>
            </a:extLst>
          </p:cNvPr>
          <p:cNvSpPr>
            <a:spLocks noGrp="1"/>
          </p:cNvSpPr>
          <p:nvPr/>
        </p:nvSpPr>
        <p:spPr>
          <a:xfrm>
            <a:off x="538105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1" name="A1_bar_Cryo_14504">
            <a:extLst>
              <a:ext uri="{FF2B5EF4-FFF2-40B4-BE49-F238E27FC236}">
                <a16:creationId xmlns:a16="http://schemas.microsoft.com/office/drawing/2014/main" id="{6B356FE4-7D74-4E86-B726-7DE6C25FF7EF}"/>
              </a:ext>
            </a:extLst>
          </p:cNvPr>
          <p:cNvSpPr>
            <a:spLocks noGrp="1"/>
          </p:cNvSpPr>
          <p:nvPr/>
        </p:nvSpPr>
        <p:spPr>
          <a:xfrm>
            <a:off x="5293015" y="384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2" name="A1_bar_Cryo_14505">
            <a:extLst>
              <a:ext uri="{FF2B5EF4-FFF2-40B4-BE49-F238E27FC236}">
                <a16:creationId xmlns:a16="http://schemas.microsoft.com/office/drawing/2014/main" id="{E7E88883-C3A5-4156-B7A5-FEF4D124A525}"/>
              </a:ext>
            </a:extLst>
          </p:cNvPr>
          <p:cNvSpPr>
            <a:spLocks noGrp="1"/>
          </p:cNvSpPr>
          <p:nvPr/>
        </p:nvSpPr>
        <p:spPr>
          <a:xfrm>
            <a:off x="547266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3" name="A1_bar_Cryo_14506">
            <a:extLst>
              <a:ext uri="{FF2B5EF4-FFF2-40B4-BE49-F238E27FC236}">
                <a16:creationId xmlns:a16="http://schemas.microsoft.com/office/drawing/2014/main" id="{F5FE8258-338D-4686-A677-4C2F36790E33}"/>
              </a:ext>
            </a:extLst>
          </p:cNvPr>
          <p:cNvSpPr>
            <a:spLocks noGrp="1"/>
          </p:cNvSpPr>
          <p:nvPr/>
        </p:nvSpPr>
        <p:spPr>
          <a:xfrm>
            <a:off x="533989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4" name="A1_bar_Cryo_14507">
            <a:extLst>
              <a:ext uri="{FF2B5EF4-FFF2-40B4-BE49-F238E27FC236}">
                <a16:creationId xmlns:a16="http://schemas.microsoft.com/office/drawing/2014/main" id="{B95A3245-FDDF-46DB-98C4-E52298D88123}"/>
              </a:ext>
            </a:extLst>
          </p:cNvPr>
          <p:cNvSpPr>
            <a:spLocks noGrp="1"/>
          </p:cNvSpPr>
          <p:nvPr/>
        </p:nvSpPr>
        <p:spPr>
          <a:xfrm>
            <a:off x="5439791" y="49444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5" name="A1_bar_Cryo_14508">
            <a:extLst>
              <a:ext uri="{FF2B5EF4-FFF2-40B4-BE49-F238E27FC236}">
                <a16:creationId xmlns:a16="http://schemas.microsoft.com/office/drawing/2014/main" id="{EF374AB9-1C8B-4054-8E37-CB088BFA6905}"/>
              </a:ext>
            </a:extLst>
          </p:cNvPr>
          <p:cNvSpPr>
            <a:spLocks noGrp="1"/>
          </p:cNvSpPr>
          <p:nvPr/>
        </p:nvSpPr>
        <p:spPr>
          <a:xfrm>
            <a:off x="53860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6" name="A1_bar_Cryo_14509">
            <a:extLst>
              <a:ext uri="{FF2B5EF4-FFF2-40B4-BE49-F238E27FC236}">
                <a16:creationId xmlns:a16="http://schemas.microsoft.com/office/drawing/2014/main" id="{A3075036-4C6E-4006-8668-6817353B5D33}"/>
              </a:ext>
            </a:extLst>
          </p:cNvPr>
          <p:cNvSpPr>
            <a:spLocks noGrp="1"/>
          </p:cNvSpPr>
          <p:nvPr/>
        </p:nvSpPr>
        <p:spPr>
          <a:xfrm>
            <a:off x="545347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7" name="A1_bar_Cryo_14510">
            <a:extLst>
              <a:ext uri="{FF2B5EF4-FFF2-40B4-BE49-F238E27FC236}">
                <a16:creationId xmlns:a16="http://schemas.microsoft.com/office/drawing/2014/main" id="{30D3DF9B-7E21-436F-A388-B829C6EE0809}"/>
              </a:ext>
            </a:extLst>
          </p:cNvPr>
          <p:cNvSpPr>
            <a:spLocks noGrp="1"/>
          </p:cNvSpPr>
          <p:nvPr/>
        </p:nvSpPr>
        <p:spPr>
          <a:xfrm>
            <a:off x="529477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8" name="A1_bar_Cryo_14511">
            <a:extLst>
              <a:ext uri="{FF2B5EF4-FFF2-40B4-BE49-F238E27FC236}">
                <a16:creationId xmlns:a16="http://schemas.microsoft.com/office/drawing/2014/main" id="{101337A2-9C7D-41F4-AE38-BD40530AD289}"/>
              </a:ext>
            </a:extLst>
          </p:cNvPr>
          <p:cNvSpPr>
            <a:spLocks noGrp="1"/>
          </p:cNvSpPr>
          <p:nvPr/>
        </p:nvSpPr>
        <p:spPr>
          <a:xfrm>
            <a:off x="551455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89" name="A1_bar_Cryo_14512">
            <a:extLst>
              <a:ext uri="{FF2B5EF4-FFF2-40B4-BE49-F238E27FC236}">
                <a16:creationId xmlns:a16="http://schemas.microsoft.com/office/drawing/2014/main" id="{61E25764-0664-4488-AE8E-67556C34A562}"/>
              </a:ext>
            </a:extLst>
          </p:cNvPr>
          <p:cNvSpPr>
            <a:spLocks noGrp="1"/>
          </p:cNvSpPr>
          <p:nvPr/>
        </p:nvSpPr>
        <p:spPr>
          <a:xfrm>
            <a:off x="5411020" y="458973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0" name="A1_bar_Cryo_14513">
            <a:extLst>
              <a:ext uri="{FF2B5EF4-FFF2-40B4-BE49-F238E27FC236}">
                <a16:creationId xmlns:a16="http://schemas.microsoft.com/office/drawing/2014/main" id="{66C308A4-C770-43FC-8A31-0AB9D7900109}"/>
              </a:ext>
            </a:extLst>
          </p:cNvPr>
          <p:cNvSpPr>
            <a:spLocks noGrp="1"/>
          </p:cNvSpPr>
          <p:nvPr/>
        </p:nvSpPr>
        <p:spPr>
          <a:xfrm>
            <a:off x="538283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1" name="A1_bar_Cryo_14514">
            <a:extLst>
              <a:ext uri="{FF2B5EF4-FFF2-40B4-BE49-F238E27FC236}">
                <a16:creationId xmlns:a16="http://schemas.microsoft.com/office/drawing/2014/main" id="{3AD89EB9-1A65-47AE-844E-43A062C97FBD}"/>
              </a:ext>
            </a:extLst>
          </p:cNvPr>
          <p:cNvSpPr>
            <a:spLocks noGrp="1"/>
          </p:cNvSpPr>
          <p:nvPr/>
        </p:nvSpPr>
        <p:spPr>
          <a:xfrm>
            <a:off x="54909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2" name="A1_bar_Cryo_14515">
            <a:extLst>
              <a:ext uri="{FF2B5EF4-FFF2-40B4-BE49-F238E27FC236}">
                <a16:creationId xmlns:a16="http://schemas.microsoft.com/office/drawing/2014/main" id="{0B772E99-F650-48E8-A5EA-859F3E0783B5}"/>
              </a:ext>
            </a:extLst>
          </p:cNvPr>
          <p:cNvSpPr>
            <a:spLocks noGrp="1"/>
          </p:cNvSpPr>
          <p:nvPr/>
        </p:nvSpPr>
        <p:spPr>
          <a:xfrm>
            <a:off x="550070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3" name="A1_bar_Cryo_14516">
            <a:extLst>
              <a:ext uri="{FF2B5EF4-FFF2-40B4-BE49-F238E27FC236}">
                <a16:creationId xmlns:a16="http://schemas.microsoft.com/office/drawing/2014/main" id="{117705A5-E435-4040-8E87-C7B16C5FD7BB}"/>
              </a:ext>
            </a:extLst>
          </p:cNvPr>
          <p:cNvSpPr>
            <a:spLocks noGrp="1"/>
          </p:cNvSpPr>
          <p:nvPr/>
        </p:nvSpPr>
        <p:spPr>
          <a:xfrm>
            <a:off x="552195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4" name="A1_bar_Cryo_14517">
            <a:extLst>
              <a:ext uri="{FF2B5EF4-FFF2-40B4-BE49-F238E27FC236}">
                <a16:creationId xmlns:a16="http://schemas.microsoft.com/office/drawing/2014/main" id="{217CE61E-CFF5-4D1C-84AA-2A7D103C2352}"/>
              </a:ext>
            </a:extLst>
          </p:cNvPr>
          <p:cNvSpPr>
            <a:spLocks noGrp="1"/>
          </p:cNvSpPr>
          <p:nvPr/>
        </p:nvSpPr>
        <p:spPr>
          <a:xfrm>
            <a:off x="5518116" y="487387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5" name="A1_bar_Cryo_14518">
            <a:extLst>
              <a:ext uri="{FF2B5EF4-FFF2-40B4-BE49-F238E27FC236}">
                <a16:creationId xmlns:a16="http://schemas.microsoft.com/office/drawing/2014/main" id="{FD6F7704-279B-4654-85EA-BA1291A08BE6}"/>
              </a:ext>
            </a:extLst>
          </p:cNvPr>
          <p:cNvSpPr>
            <a:spLocks noGrp="1"/>
          </p:cNvSpPr>
          <p:nvPr/>
        </p:nvSpPr>
        <p:spPr>
          <a:xfrm>
            <a:off x="54590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6" name="A1_bar_Cryo_14519">
            <a:extLst>
              <a:ext uri="{FF2B5EF4-FFF2-40B4-BE49-F238E27FC236}">
                <a16:creationId xmlns:a16="http://schemas.microsoft.com/office/drawing/2014/main" id="{E81D979A-D168-4EEB-A40D-0E8EDE08BCE9}"/>
              </a:ext>
            </a:extLst>
          </p:cNvPr>
          <p:cNvSpPr>
            <a:spLocks noGrp="1"/>
          </p:cNvSpPr>
          <p:nvPr/>
        </p:nvSpPr>
        <p:spPr>
          <a:xfrm>
            <a:off x="541256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7" name="A1_bar_Cryo_14520">
            <a:extLst>
              <a:ext uri="{FF2B5EF4-FFF2-40B4-BE49-F238E27FC236}">
                <a16:creationId xmlns:a16="http://schemas.microsoft.com/office/drawing/2014/main" id="{F2B71A13-55A1-44E5-98FA-943F7C1FDC1D}"/>
              </a:ext>
            </a:extLst>
          </p:cNvPr>
          <p:cNvSpPr>
            <a:spLocks noGrp="1"/>
          </p:cNvSpPr>
          <p:nvPr/>
        </p:nvSpPr>
        <p:spPr>
          <a:xfrm>
            <a:off x="5486946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8" name="A1_bar_Cryo_14521">
            <a:extLst>
              <a:ext uri="{FF2B5EF4-FFF2-40B4-BE49-F238E27FC236}">
                <a16:creationId xmlns:a16="http://schemas.microsoft.com/office/drawing/2014/main" id="{4D2F2E69-FEEF-40DA-9E3D-34924B0CBD3C}"/>
              </a:ext>
            </a:extLst>
          </p:cNvPr>
          <p:cNvSpPr>
            <a:spLocks noGrp="1"/>
          </p:cNvSpPr>
          <p:nvPr/>
        </p:nvSpPr>
        <p:spPr>
          <a:xfrm>
            <a:off x="5490234" y="383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299" name="A1_bar_Cryo_14522">
            <a:extLst>
              <a:ext uri="{FF2B5EF4-FFF2-40B4-BE49-F238E27FC236}">
                <a16:creationId xmlns:a16="http://schemas.microsoft.com/office/drawing/2014/main" id="{BD831231-AC95-4B45-935F-54F0A4842041}"/>
              </a:ext>
            </a:extLst>
          </p:cNvPr>
          <p:cNvSpPr>
            <a:spLocks noGrp="1"/>
          </p:cNvSpPr>
          <p:nvPr/>
        </p:nvSpPr>
        <p:spPr>
          <a:xfrm>
            <a:off x="552272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0" name="A1_bar_Cryo_14523">
            <a:extLst>
              <a:ext uri="{FF2B5EF4-FFF2-40B4-BE49-F238E27FC236}">
                <a16:creationId xmlns:a16="http://schemas.microsoft.com/office/drawing/2014/main" id="{2CDE048B-59B3-4EDD-847F-A87B7430071B}"/>
              </a:ext>
            </a:extLst>
          </p:cNvPr>
          <p:cNvSpPr>
            <a:spLocks noGrp="1"/>
          </p:cNvSpPr>
          <p:nvPr/>
        </p:nvSpPr>
        <p:spPr>
          <a:xfrm>
            <a:off x="548434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1" name="A1_bar_Cryo_14524">
            <a:extLst>
              <a:ext uri="{FF2B5EF4-FFF2-40B4-BE49-F238E27FC236}">
                <a16:creationId xmlns:a16="http://schemas.microsoft.com/office/drawing/2014/main" id="{FF18C637-F38E-4D45-A43A-F531A43F1914}"/>
              </a:ext>
            </a:extLst>
          </p:cNvPr>
          <p:cNvSpPr>
            <a:spLocks noGrp="1"/>
          </p:cNvSpPr>
          <p:nvPr/>
        </p:nvSpPr>
        <p:spPr>
          <a:xfrm>
            <a:off x="52875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2" name="A1_bar_Cryo_14525">
            <a:extLst>
              <a:ext uri="{FF2B5EF4-FFF2-40B4-BE49-F238E27FC236}">
                <a16:creationId xmlns:a16="http://schemas.microsoft.com/office/drawing/2014/main" id="{3592D836-817C-4D1C-8A77-111F4D0B6A1D}"/>
              </a:ext>
            </a:extLst>
          </p:cNvPr>
          <p:cNvSpPr>
            <a:spLocks noGrp="1"/>
          </p:cNvSpPr>
          <p:nvPr/>
        </p:nvSpPr>
        <p:spPr>
          <a:xfrm>
            <a:off x="53564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3" name="A1_bar_Cryo_14526">
            <a:extLst>
              <a:ext uri="{FF2B5EF4-FFF2-40B4-BE49-F238E27FC236}">
                <a16:creationId xmlns:a16="http://schemas.microsoft.com/office/drawing/2014/main" id="{40E3C3A4-2291-4967-8E77-DE2B24B53D2D}"/>
              </a:ext>
            </a:extLst>
          </p:cNvPr>
          <p:cNvSpPr>
            <a:spLocks noGrp="1"/>
          </p:cNvSpPr>
          <p:nvPr/>
        </p:nvSpPr>
        <p:spPr>
          <a:xfrm>
            <a:off x="542288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4" name="A1_bar_Cryo_14527">
            <a:extLst>
              <a:ext uri="{FF2B5EF4-FFF2-40B4-BE49-F238E27FC236}">
                <a16:creationId xmlns:a16="http://schemas.microsoft.com/office/drawing/2014/main" id="{1342A063-EDCF-47A5-9353-68F7140B39B2}"/>
              </a:ext>
            </a:extLst>
          </p:cNvPr>
          <p:cNvSpPr>
            <a:spLocks noGrp="1"/>
          </p:cNvSpPr>
          <p:nvPr/>
        </p:nvSpPr>
        <p:spPr>
          <a:xfrm>
            <a:off x="53322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5" name="A1_bar_Cryo_14528">
            <a:extLst>
              <a:ext uri="{FF2B5EF4-FFF2-40B4-BE49-F238E27FC236}">
                <a16:creationId xmlns:a16="http://schemas.microsoft.com/office/drawing/2014/main" id="{C39CD5FD-1A2D-4CF9-9B98-EE21AC251825}"/>
              </a:ext>
            </a:extLst>
          </p:cNvPr>
          <p:cNvSpPr>
            <a:spLocks noGrp="1"/>
          </p:cNvSpPr>
          <p:nvPr/>
        </p:nvSpPr>
        <p:spPr>
          <a:xfrm>
            <a:off x="550408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6" name="A1_bar_Cryo_14529">
            <a:extLst>
              <a:ext uri="{FF2B5EF4-FFF2-40B4-BE49-F238E27FC236}">
                <a16:creationId xmlns:a16="http://schemas.microsoft.com/office/drawing/2014/main" id="{3FEB50BC-8DB6-4777-98C1-9CE438D4BAF4}"/>
              </a:ext>
            </a:extLst>
          </p:cNvPr>
          <p:cNvSpPr>
            <a:spLocks noGrp="1"/>
          </p:cNvSpPr>
          <p:nvPr/>
        </p:nvSpPr>
        <p:spPr>
          <a:xfrm>
            <a:off x="528392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7" name="A1_bar_Cryo_14530">
            <a:extLst>
              <a:ext uri="{FF2B5EF4-FFF2-40B4-BE49-F238E27FC236}">
                <a16:creationId xmlns:a16="http://schemas.microsoft.com/office/drawing/2014/main" id="{110A2F3A-8C24-4C05-BAE3-F7105B90B23E}"/>
              </a:ext>
            </a:extLst>
          </p:cNvPr>
          <p:cNvSpPr>
            <a:spLocks noGrp="1"/>
          </p:cNvSpPr>
          <p:nvPr/>
        </p:nvSpPr>
        <p:spPr>
          <a:xfrm>
            <a:off x="5409937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8" name="A1_bar_Cryo_14531">
            <a:extLst>
              <a:ext uri="{FF2B5EF4-FFF2-40B4-BE49-F238E27FC236}">
                <a16:creationId xmlns:a16="http://schemas.microsoft.com/office/drawing/2014/main" id="{094CFA19-B2FC-4B44-8CF2-BC86276B4ACC}"/>
              </a:ext>
            </a:extLst>
          </p:cNvPr>
          <p:cNvSpPr>
            <a:spLocks noGrp="1"/>
          </p:cNvSpPr>
          <p:nvPr/>
        </p:nvSpPr>
        <p:spPr>
          <a:xfrm>
            <a:off x="53320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09" name="A1_bar_Cryo_14532">
            <a:extLst>
              <a:ext uri="{FF2B5EF4-FFF2-40B4-BE49-F238E27FC236}">
                <a16:creationId xmlns:a16="http://schemas.microsoft.com/office/drawing/2014/main" id="{63F9ECC0-EB96-42B9-A1C0-752FA431257E}"/>
              </a:ext>
            </a:extLst>
          </p:cNvPr>
          <p:cNvSpPr>
            <a:spLocks noGrp="1"/>
          </p:cNvSpPr>
          <p:nvPr/>
        </p:nvSpPr>
        <p:spPr>
          <a:xfrm>
            <a:off x="547956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0" name="A1_bar_Cryo_14533">
            <a:extLst>
              <a:ext uri="{FF2B5EF4-FFF2-40B4-BE49-F238E27FC236}">
                <a16:creationId xmlns:a16="http://schemas.microsoft.com/office/drawing/2014/main" id="{3155E222-53C8-4CEA-ADED-87BC59597963}"/>
              </a:ext>
            </a:extLst>
          </p:cNvPr>
          <p:cNvSpPr>
            <a:spLocks noGrp="1"/>
          </p:cNvSpPr>
          <p:nvPr/>
        </p:nvSpPr>
        <p:spPr>
          <a:xfrm>
            <a:off x="5439323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1" name="A1_bar_Cryo_14534">
            <a:extLst>
              <a:ext uri="{FF2B5EF4-FFF2-40B4-BE49-F238E27FC236}">
                <a16:creationId xmlns:a16="http://schemas.microsoft.com/office/drawing/2014/main" id="{CE933202-1294-4EBD-BFAA-6774BC4D59EB}"/>
              </a:ext>
            </a:extLst>
          </p:cNvPr>
          <p:cNvSpPr>
            <a:spLocks noGrp="1"/>
          </p:cNvSpPr>
          <p:nvPr/>
        </p:nvSpPr>
        <p:spPr>
          <a:xfrm>
            <a:off x="5401876" y="42651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2" name="A1_bar_Cryo_14535">
            <a:extLst>
              <a:ext uri="{FF2B5EF4-FFF2-40B4-BE49-F238E27FC236}">
                <a16:creationId xmlns:a16="http://schemas.microsoft.com/office/drawing/2014/main" id="{13202473-7ADC-499D-B674-CE9F5E4AB105}"/>
              </a:ext>
            </a:extLst>
          </p:cNvPr>
          <p:cNvSpPr>
            <a:spLocks noGrp="1"/>
          </p:cNvSpPr>
          <p:nvPr/>
        </p:nvSpPr>
        <p:spPr>
          <a:xfrm>
            <a:off x="5369111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3" name="A1_bar_Cryo_14536">
            <a:extLst>
              <a:ext uri="{FF2B5EF4-FFF2-40B4-BE49-F238E27FC236}">
                <a16:creationId xmlns:a16="http://schemas.microsoft.com/office/drawing/2014/main" id="{E0A2A00A-BE57-4C99-93A8-643EB026BB06}"/>
              </a:ext>
            </a:extLst>
          </p:cNvPr>
          <p:cNvSpPr>
            <a:spLocks noGrp="1"/>
          </p:cNvSpPr>
          <p:nvPr/>
        </p:nvSpPr>
        <p:spPr>
          <a:xfrm>
            <a:off x="550046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4" name="A1_bar_Cryo_14537">
            <a:extLst>
              <a:ext uri="{FF2B5EF4-FFF2-40B4-BE49-F238E27FC236}">
                <a16:creationId xmlns:a16="http://schemas.microsoft.com/office/drawing/2014/main" id="{8DC4E3DC-8C4D-4133-8EF4-B848B05DA6F8}"/>
              </a:ext>
            </a:extLst>
          </p:cNvPr>
          <p:cNvSpPr>
            <a:spLocks noGrp="1"/>
          </p:cNvSpPr>
          <p:nvPr/>
        </p:nvSpPr>
        <p:spPr>
          <a:xfrm>
            <a:off x="5470901" y="491758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5" name="A1_bar_Cryo_14538">
            <a:extLst>
              <a:ext uri="{FF2B5EF4-FFF2-40B4-BE49-F238E27FC236}">
                <a16:creationId xmlns:a16="http://schemas.microsoft.com/office/drawing/2014/main" id="{2E0F14E6-3B63-4A77-9716-1C3548F037A5}"/>
              </a:ext>
            </a:extLst>
          </p:cNvPr>
          <p:cNvSpPr>
            <a:spLocks noGrp="1"/>
          </p:cNvSpPr>
          <p:nvPr/>
        </p:nvSpPr>
        <p:spPr>
          <a:xfrm>
            <a:off x="5282658" y="480830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6" name="A1_bar_Cryo_14539">
            <a:extLst>
              <a:ext uri="{FF2B5EF4-FFF2-40B4-BE49-F238E27FC236}">
                <a16:creationId xmlns:a16="http://schemas.microsoft.com/office/drawing/2014/main" id="{8B59D503-10A4-447D-B7FF-1883DB17A654}"/>
              </a:ext>
            </a:extLst>
          </p:cNvPr>
          <p:cNvSpPr>
            <a:spLocks noGrp="1"/>
          </p:cNvSpPr>
          <p:nvPr/>
        </p:nvSpPr>
        <p:spPr>
          <a:xfrm>
            <a:off x="5474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7" name="A1_bar_Cryo_14540">
            <a:extLst>
              <a:ext uri="{FF2B5EF4-FFF2-40B4-BE49-F238E27FC236}">
                <a16:creationId xmlns:a16="http://schemas.microsoft.com/office/drawing/2014/main" id="{93CC6E9E-BE6B-43D9-B17C-B4E0DBF866D4}"/>
              </a:ext>
            </a:extLst>
          </p:cNvPr>
          <p:cNvSpPr>
            <a:spLocks noGrp="1"/>
          </p:cNvSpPr>
          <p:nvPr/>
        </p:nvSpPr>
        <p:spPr>
          <a:xfrm>
            <a:off x="53778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8" name="A1_bar_Cryo_14541">
            <a:extLst>
              <a:ext uri="{FF2B5EF4-FFF2-40B4-BE49-F238E27FC236}">
                <a16:creationId xmlns:a16="http://schemas.microsoft.com/office/drawing/2014/main" id="{F6A5CD8A-F745-4148-86E0-D32C264AC7E3}"/>
              </a:ext>
            </a:extLst>
          </p:cNvPr>
          <p:cNvSpPr>
            <a:spLocks noGrp="1"/>
          </p:cNvSpPr>
          <p:nvPr/>
        </p:nvSpPr>
        <p:spPr>
          <a:xfrm>
            <a:off x="546131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19" name="A1_bar_Cryo_14542">
            <a:extLst>
              <a:ext uri="{FF2B5EF4-FFF2-40B4-BE49-F238E27FC236}">
                <a16:creationId xmlns:a16="http://schemas.microsoft.com/office/drawing/2014/main" id="{0FEF9CA6-71BF-4D3B-932B-A86194699FAD}"/>
              </a:ext>
            </a:extLst>
          </p:cNvPr>
          <p:cNvSpPr>
            <a:spLocks noGrp="1"/>
          </p:cNvSpPr>
          <p:nvPr/>
        </p:nvSpPr>
        <p:spPr>
          <a:xfrm>
            <a:off x="552053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0" name="A1_bar_Cryo_14543">
            <a:extLst>
              <a:ext uri="{FF2B5EF4-FFF2-40B4-BE49-F238E27FC236}">
                <a16:creationId xmlns:a16="http://schemas.microsoft.com/office/drawing/2014/main" id="{E6565774-7D71-48E8-A47B-35E479CAA125}"/>
              </a:ext>
            </a:extLst>
          </p:cNvPr>
          <p:cNvSpPr>
            <a:spLocks noGrp="1"/>
          </p:cNvSpPr>
          <p:nvPr/>
        </p:nvSpPr>
        <p:spPr>
          <a:xfrm>
            <a:off x="5293835" y="445424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1" name="A1_bar_Cryo_14544">
            <a:extLst>
              <a:ext uri="{FF2B5EF4-FFF2-40B4-BE49-F238E27FC236}">
                <a16:creationId xmlns:a16="http://schemas.microsoft.com/office/drawing/2014/main" id="{24E96062-5100-4F7E-A906-D76A379857AD}"/>
              </a:ext>
            </a:extLst>
          </p:cNvPr>
          <p:cNvSpPr>
            <a:spLocks noGrp="1"/>
          </p:cNvSpPr>
          <p:nvPr/>
        </p:nvSpPr>
        <p:spPr>
          <a:xfrm>
            <a:off x="54770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2" name="A1_bar_Cryo_14545">
            <a:extLst>
              <a:ext uri="{FF2B5EF4-FFF2-40B4-BE49-F238E27FC236}">
                <a16:creationId xmlns:a16="http://schemas.microsoft.com/office/drawing/2014/main" id="{6B809CF6-1413-4B33-A3DA-F8822B245877}"/>
              </a:ext>
            </a:extLst>
          </p:cNvPr>
          <p:cNvSpPr>
            <a:spLocks noGrp="1"/>
          </p:cNvSpPr>
          <p:nvPr/>
        </p:nvSpPr>
        <p:spPr>
          <a:xfrm>
            <a:off x="5451925" y="53995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3" name="A1_bar_Cryo_14546">
            <a:extLst>
              <a:ext uri="{FF2B5EF4-FFF2-40B4-BE49-F238E27FC236}">
                <a16:creationId xmlns:a16="http://schemas.microsoft.com/office/drawing/2014/main" id="{DE615B0D-43BD-4CBF-A3CC-9313CEFEE5AE}"/>
              </a:ext>
            </a:extLst>
          </p:cNvPr>
          <p:cNvSpPr>
            <a:spLocks noGrp="1"/>
          </p:cNvSpPr>
          <p:nvPr/>
        </p:nvSpPr>
        <p:spPr>
          <a:xfrm>
            <a:off x="54809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4" name="A1_bar_Cryo_14547">
            <a:extLst>
              <a:ext uri="{FF2B5EF4-FFF2-40B4-BE49-F238E27FC236}">
                <a16:creationId xmlns:a16="http://schemas.microsoft.com/office/drawing/2014/main" id="{5507386B-BE55-4BAD-BEE5-EEE070ACCBED}"/>
              </a:ext>
            </a:extLst>
          </p:cNvPr>
          <p:cNvSpPr>
            <a:spLocks noGrp="1"/>
          </p:cNvSpPr>
          <p:nvPr/>
        </p:nvSpPr>
        <p:spPr>
          <a:xfrm>
            <a:off x="536139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5" name="A1_bar_Cryo_14548">
            <a:extLst>
              <a:ext uri="{FF2B5EF4-FFF2-40B4-BE49-F238E27FC236}">
                <a16:creationId xmlns:a16="http://schemas.microsoft.com/office/drawing/2014/main" id="{B70CCA62-DC98-4289-BC50-E8DF424F20C0}"/>
              </a:ext>
            </a:extLst>
          </p:cNvPr>
          <p:cNvSpPr>
            <a:spLocks noGrp="1"/>
          </p:cNvSpPr>
          <p:nvPr/>
        </p:nvSpPr>
        <p:spPr>
          <a:xfrm>
            <a:off x="544300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6" name="A1_bar_Cryo_14549">
            <a:extLst>
              <a:ext uri="{FF2B5EF4-FFF2-40B4-BE49-F238E27FC236}">
                <a16:creationId xmlns:a16="http://schemas.microsoft.com/office/drawing/2014/main" id="{C2FE6D6F-987E-4EC8-A2DE-E96186693663}"/>
              </a:ext>
            </a:extLst>
          </p:cNvPr>
          <p:cNvSpPr>
            <a:spLocks noGrp="1"/>
          </p:cNvSpPr>
          <p:nvPr/>
        </p:nvSpPr>
        <p:spPr>
          <a:xfrm>
            <a:off x="54690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7" name="A1_bar_Cryo_14550">
            <a:extLst>
              <a:ext uri="{FF2B5EF4-FFF2-40B4-BE49-F238E27FC236}">
                <a16:creationId xmlns:a16="http://schemas.microsoft.com/office/drawing/2014/main" id="{4B39A8B5-6F96-461D-B8CF-8C50C779E76C}"/>
              </a:ext>
            </a:extLst>
          </p:cNvPr>
          <p:cNvSpPr>
            <a:spLocks noGrp="1"/>
          </p:cNvSpPr>
          <p:nvPr/>
        </p:nvSpPr>
        <p:spPr>
          <a:xfrm>
            <a:off x="54871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8" name="A1_bar_Cryo_14551">
            <a:extLst>
              <a:ext uri="{FF2B5EF4-FFF2-40B4-BE49-F238E27FC236}">
                <a16:creationId xmlns:a16="http://schemas.microsoft.com/office/drawing/2014/main" id="{300C5291-7D08-4C20-BAA7-A1D560CCB929}"/>
              </a:ext>
            </a:extLst>
          </p:cNvPr>
          <p:cNvSpPr>
            <a:spLocks noGrp="1"/>
          </p:cNvSpPr>
          <p:nvPr/>
        </p:nvSpPr>
        <p:spPr>
          <a:xfrm>
            <a:off x="53252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29" name="A1_bar_Cryo_14552">
            <a:extLst>
              <a:ext uri="{FF2B5EF4-FFF2-40B4-BE49-F238E27FC236}">
                <a16:creationId xmlns:a16="http://schemas.microsoft.com/office/drawing/2014/main" id="{12DDCC31-B2BD-4B77-8257-8302B6DDEEFE}"/>
              </a:ext>
            </a:extLst>
          </p:cNvPr>
          <p:cNvSpPr>
            <a:spLocks noGrp="1"/>
          </p:cNvSpPr>
          <p:nvPr/>
        </p:nvSpPr>
        <p:spPr>
          <a:xfrm>
            <a:off x="53944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0" name="A1_bar_Cryo_14553">
            <a:extLst>
              <a:ext uri="{FF2B5EF4-FFF2-40B4-BE49-F238E27FC236}">
                <a16:creationId xmlns:a16="http://schemas.microsoft.com/office/drawing/2014/main" id="{3E1AF69C-7F0F-4CDF-9FA3-6C3E4FFA6787}"/>
              </a:ext>
            </a:extLst>
          </p:cNvPr>
          <p:cNvSpPr>
            <a:spLocks noGrp="1"/>
          </p:cNvSpPr>
          <p:nvPr/>
        </p:nvSpPr>
        <p:spPr>
          <a:xfrm>
            <a:off x="531513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1" name="A1_bar_Cryo_14554">
            <a:extLst>
              <a:ext uri="{FF2B5EF4-FFF2-40B4-BE49-F238E27FC236}">
                <a16:creationId xmlns:a16="http://schemas.microsoft.com/office/drawing/2014/main" id="{2AC9B375-597D-4D5A-8657-49909E4496BA}"/>
              </a:ext>
            </a:extLst>
          </p:cNvPr>
          <p:cNvSpPr>
            <a:spLocks noGrp="1"/>
          </p:cNvSpPr>
          <p:nvPr/>
        </p:nvSpPr>
        <p:spPr>
          <a:xfrm>
            <a:off x="531941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2" name="A1_bar_Cryo_14555">
            <a:extLst>
              <a:ext uri="{FF2B5EF4-FFF2-40B4-BE49-F238E27FC236}">
                <a16:creationId xmlns:a16="http://schemas.microsoft.com/office/drawing/2014/main" id="{7D996D77-C581-4D20-8339-70BBFAE20917}"/>
              </a:ext>
            </a:extLst>
          </p:cNvPr>
          <p:cNvSpPr>
            <a:spLocks noGrp="1"/>
          </p:cNvSpPr>
          <p:nvPr/>
        </p:nvSpPr>
        <p:spPr>
          <a:xfrm>
            <a:off x="5431376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3" name="A1_bar_Cryo_14556">
            <a:extLst>
              <a:ext uri="{FF2B5EF4-FFF2-40B4-BE49-F238E27FC236}">
                <a16:creationId xmlns:a16="http://schemas.microsoft.com/office/drawing/2014/main" id="{127743EB-9C7A-4935-9D2E-316D509A8386}"/>
              </a:ext>
            </a:extLst>
          </p:cNvPr>
          <p:cNvSpPr>
            <a:spLocks noGrp="1"/>
          </p:cNvSpPr>
          <p:nvPr/>
        </p:nvSpPr>
        <p:spPr>
          <a:xfrm>
            <a:off x="5513878" y="379268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4" name="A1_bar_Cryo_14557">
            <a:extLst>
              <a:ext uri="{FF2B5EF4-FFF2-40B4-BE49-F238E27FC236}">
                <a16:creationId xmlns:a16="http://schemas.microsoft.com/office/drawing/2014/main" id="{8F9A858B-4551-4555-A9FB-E9AA62B87E6F}"/>
              </a:ext>
            </a:extLst>
          </p:cNvPr>
          <p:cNvSpPr>
            <a:spLocks noGrp="1"/>
          </p:cNvSpPr>
          <p:nvPr/>
        </p:nvSpPr>
        <p:spPr>
          <a:xfrm>
            <a:off x="5370579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5" name="A1_bar_Cryo_14558">
            <a:extLst>
              <a:ext uri="{FF2B5EF4-FFF2-40B4-BE49-F238E27FC236}">
                <a16:creationId xmlns:a16="http://schemas.microsoft.com/office/drawing/2014/main" id="{A438C3F2-9C38-46DD-9508-3D7B7C8107F7}"/>
              </a:ext>
            </a:extLst>
          </p:cNvPr>
          <p:cNvSpPr>
            <a:spLocks noGrp="1"/>
          </p:cNvSpPr>
          <p:nvPr/>
        </p:nvSpPr>
        <p:spPr>
          <a:xfrm>
            <a:off x="5410152" y="50924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6" name="A1_bar_Cryo_14559">
            <a:extLst>
              <a:ext uri="{FF2B5EF4-FFF2-40B4-BE49-F238E27FC236}">
                <a16:creationId xmlns:a16="http://schemas.microsoft.com/office/drawing/2014/main" id="{9A561FFA-3221-49B5-B2FA-D4DEE187C4B3}"/>
              </a:ext>
            </a:extLst>
          </p:cNvPr>
          <p:cNvSpPr>
            <a:spLocks noGrp="1"/>
          </p:cNvSpPr>
          <p:nvPr/>
        </p:nvSpPr>
        <p:spPr>
          <a:xfrm>
            <a:off x="5369899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7" name="A1_bar_Cryo_14560">
            <a:extLst>
              <a:ext uri="{FF2B5EF4-FFF2-40B4-BE49-F238E27FC236}">
                <a16:creationId xmlns:a16="http://schemas.microsoft.com/office/drawing/2014/main" id="{AD3C1700-17F9-4BA1-8007-E7B136078ACA}"/>
              </a:ext>
            </a:extLst>
          </p:cNvPr>
          <p:cNvSpPr>
            <a:spLocks noGrp="1"/>
          </p:cNvSpPr>
          <p:nvPr/>
        </p:nvSpPr>
        <p:spPr>
          <a:xfrm>
            <a:off x="5309224" y="553395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8" name="A1_bar_Cryo_14561">
            <a:extLst>
              <a:ext uri="{FF2B5EF4-FFF2-40B4-BE49-F238E27FC236}">
                <a16:creationId xmlns:a16="http://schemas.microsoft.com/office/drawing/2014/main" id="{73819B35-DC73-4A75-AFDD-824787871695}"/>
              </a:ext>
            </a:extLst>
          </p:cNvPr>
          <p:cNvSpPr>
            <a:spLocks noGrp="1"/>
          </p:cNvSpPr>
          <p:nvPr/>
        </p:nvSpPr>
        <p:spPr>
          <a:xfrm>
            <a:off x="5493119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39" name="A1_bar_Cryo_14562">
            <a:extLst>
              <a:ext uri="{FF2B5EF4-FFF2-40B4-BE49-F238E27FC236}">
                <a16:creationId xmlns:a16="http://schemas.microsoft.com/office/drawing/2014/main" id="{7BB0FE35-5412-461A-A80B-E77E70AF9637}"/>
              </a:ext>
            </a:extLst>
          </p:cNvPr>
          <p:cNvSpPr>
            <a:spLocks noGrp="1"/>
          </p:cNvSpPr>
          <p:nvPr/>
        </p:nvSpPr>
        <p:spPr>
          <a:xfrm>
            <a:off x="550015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0" name="A1_bar_Cryo_14563">
            <a:extLst>
              <a:ext uri="{FF2B5EF4-FFF2-40B4-BE49-F238E27FC236}">
                <a16:creationId xmlns:a16="http://schemas.microsoft.com/office/drawing/2014/main" id="{8034D56F-34D4-42DA-81F1-A068119592D7}"/>
              </a:ext>
            </a:extLst>
          </p:cNvPr>
          <p:cNvSpPr>
            <a:spLocks noGrp="1"/>
          </p:cNvSpPr>
          <p:nvPr/>
        </p:nvSpPr>
        <p:spPr>
          <a:xfrm>
            <a:off x="54185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1" name="A1_bar_Cryo_14564">
            <a:extLst>
              <a:ext uri="{FF2B5EF4-FFF2-40B4-BE49-F238E27FC236}">
                <a16:creationId xmlns:a16="http://schemas.microsoft.com/office/drawing/2014/main" id="{9CF2C944-52B5-47FC-A88F-6F9EB0C7D50C}"/>
              </a:ext>
            </a:extLst>
          </p:cNvPr>
          <p:cNvSpPr>
            <a:spLocks noGrp="1"/>
          </p:cNvSpPr>
          <p:nvPr/>
        </p:nvSpPr>
        <p:spPr>
          <a:xfrm>
            <a:off x="5412760" y="603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2" name="A1_bar_Cryo_14565">
            <a:extLst>
              <a:ext uri="{FF2B5EF4-FFF2-40B4-BE49-F238E27FC236}">
                <a16:creationId xmlns:a16="http://schemas.microsoft.com/office/drawing/2014/main" id="{3FA15AF7-F901-4096-9749-4D6BDE3D34B1}"/>
              </a:ext>
            </a:extLst>
          </p:cNvPr>
          <p:cNvSpPr>
            <a:spLocks noGrp="1"/>
          </p:cNvSpPr>
          <p:nvPr/>
        </p:nvSpPr>
        <p:spPr>
          <a:xfrm>
            <a:off x="54222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3" name="A1_bar_Cryo_14566">
            <a:extLst>
              <a:ext uri="{FF2B5EF4-FFF2-40B4-BE49-F238E27FC236}">
                <a16:creationId xmlns:a16="http://schemas.microsoft.com/office/drawing/2014/main" id="{650E8B01-A48F-492D-AC19-36F16802B5E9}"/>
              </a:ext>
            </a:extLst>
          </p:cNvPr>
          <p:cNvSpPr>
            <a:spLocks noGrp="1"/>
          </p:cNvSpPr>
          <p:nvPr/>
        </p:nvSpPr>
        <p:spPr>
          <a:xfrm>
            <a:off x="5348501" y="520742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4" name="A1_bar_Cryo_14567">
            <a:extLst>
              <a:ext uri="{FF2B5EF4-FFF2-40B4-BE49-F238E27FC236}">
                <a16:creationId xmlns:a16="http://schemas.microsoft.com/office/drawing/2014/main" id="{7A30CA23-7068-4B0B-BB8E-57D1EE016140}"/>
              </a:ext>
            </a:extLst>
          </p:cNvPr>
          <p:cNvSpPr>
            <a:spLocks noGrp="1"/>
          </p:cNvSpPr>
          <p:nvPr/>
        </p:nvSpPr>
        <p:spPr>
          <a:xfrm>
            <a:off x="5521419" y="60189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5" name="A1_bar_Cryo_14568">
            <a:extLst>
              <a:ext uri="{FF2B5EF4-FFF2-40B4-BE49-F238E27FC236}">
                <a16:creationId xmlns:a16="http://schemas.microsoft.com/office/drawing/2014/main" id="{47CD1771-D1B7-4325-ADB5-6F59AF69863F}"/>
              </a:ext>
            </a:extLst>
          </p:cNvPr>
          <p:cNvSpPr>
            <a:spLocks noGrp="1"/>
          </p:cNvSpPr>
          <p:nvPr/>
        </p:nvSpPr>
        <p:spPr>
          <a:xfrm>
            <a:off x="5287603" y="40008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6" name="A1_bar_Cryo_14569">
            <a:extLst>
              <a:ext uri="{FF2B5EF4-FFF2-40B4-BE49-F238E27FC236}">
                <a16:creationId xmlns:a16="http://schemas.microsoft.com/office/drawing/2014/main" id="{E3347B98-0371-4760-B24F-D4E8C5B1F3A8}"/>
              </a:ext>
            </a:extLst>
          </p:cNvPr>
          <p:cNvSpPr>
            <a:spLocks noGrp="1"/>
          </p:cNvSpPr>
          <p:nvPr/>
        </p:nvSpPr>
        <p:spPr>
          <a:xfrm>
            <a:off x="53377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7" name="A1_bar_Cryo_14570">
            <a:extLst>
              <a:ext uri="{FF2B5EF4-FFF2-40B4-BE49-F238E27FC236}">
                <a16:creationId xmlns:a16="http://schemas.microsoft.com/office/drawing/2014/main" id="{E06E993A-5A03-4A56-A184-381A57483FBA}"/>
              </a:ext>
            </a:extLst>
          </p:cNvPr>
          <p:cNvSpPr>
            <a:spLocks noGrp="1"/>
          </p:cNvSpPr>
          <p:nvPr/>
        </p:nvSpPr>
        <p:spPr>
          <a:xfrm>
            <a:off x="5384600" y="297064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8" name="A1_bar_Cryo_14571">
            <a:extLst>
              <a:ext uri="{FF2B5EF4-FFF2-40B4-BE49-F238E27FC236}">
                <a16:creationId xmlns:a16="http://schemas.microsoft.com/office/drawing/2014/main" id="{0C71BC03-4AB8-4B50-876B-A9DA639EB3BD}"/>
              </a:ext>
            </a:extLst>
          </p:cNvPr>
          <p:cNvSpPr>
            <a:spLocks noGrp="1"/>
          </p:cNvSpPr>
          <p:nvPr/>
        </p:nvSpPr>
        <p:spPr>
          <a:xfrm>
            <a:off x="531907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49" name="A1_bar_Cryo_14572">
            <a:extLst>
              <a:ext uri="{FF2B5EF4-FFF2-40B4-BE49-F238E27FC236}">
                <a16:creationId xmlns:a16="http://schemas.microsoft.com/office/drawing/2014/main" id="{9514F419-D3AB-4486-8719-6BE4202D4738}"/>
              </a:ext>
            </a:extLst>
          </p:cNvPr>
          <p:cNvSpPr>
            <a:spLocks noGrp="1"/>
          </p:cNvSpPr>
          <p:nvPr/>
        </p:nvSpPr>
        <p:spPr>
          <a:xfrm>
            <a:off x="5521503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0" name="A1_bar_Cryo_14573">
            <a:extLst>
              <a:ext uri="{FF2B5EF4-FFF2-40B4-BE49-F238E27FC236}">
                <a16:creationId xmlns:a16="http://schemas.microsoft.com/office/drawing/2014/main" id="{AFA91853-8092-4FAC-B14B-9A2F707AB9E3}"/>
              </a:ext>
            </a:extLst>
          </p:cNvPr>
          <p:cNvSpPr>
            <a:spLocks noGrp="1"/>
          </p:cNvSpPr>
          <p:nvPr/>
        </p:nvSpPr>
        <p:spPr>
          <a:xfrm>
            <a:off x="5490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1" name="A1_bar_Cryo_14574">
            <a:extLst>
              <a:ext uri="{FF2B5EF4-FFF2-40B4-BE49-F238E27FC236}">
                <a16:creationId xmlns:a16="http://schemas.microsoft.com/office/drawing/2014/main" id="{91918D16-B1B6-4B5F-AF2F-4EE42E24615E}"/>
              </a:ext>
            </a:extLst>
          </p:cNvPr>
          <p:cNvSpPr>
            <a:spLocks noGrp="1"/>
          </p:cNvSpPr>
          <p:nvPr/>
        </p:nvSpPr>
        <p:spPr>
          <a:xfrm>
            <a:off x="528815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2" name="A1_bar_Cryo_14575">
            <a:extLst>
              <a:ext uri="{FF2B5EF4-FFF2-40B4-BE49-F238E27FC236}">
                <a16:creationId xmlns:a16="http://schemas.microsoft.com/office/drawing/2014/main" id="{953DE0D6-56B5-4934-B21C-9AACE777CBD0}"/>
              </a:ext>
            </a:extLst>
          </p:cNvPr>
          <p:cNvSpPr>
            <a:spLocks noGrp="1"/>
          </p:cNvSpPr>
          <p:nvPr/>
        </p:nvSpPr>
        <p:spPr>
          <a:xfrm>
            <a:off x="5347944" y="41672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3" name="A1_bar_Cryo_14576">
            <a:extLst>
              <a:ext uri="{FF2B5EF4-FFF2-40B4-BE49-F238E27FC236}">
                <a16:creationId xmlns:a16="http://schemas.microsoft.com/office/drawing/2014/main" id="{664ACE9A-6DC2-4F6C-89FD-F5246DDD2FE7}"/>
              </a:ext>
            </a:extLst>
          </p:cNvPr>
          <p:cNvSpPr>
            <a:spLocks noGrp="1"/>
          </p:cNvSpPr>
          <p:nvPr/>
        </p:nvSpPr>
        <p:spPr>
          <a:xfrm>
            <a:off x="5304295" y="547712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4" name="A1_bar_Cryo_14577">
            <a:extLst>
              <a:ext uri="{FF2B5EF4-FFF2-40B4-BE49-F238E27FC236}">
                <a16:creationId xmlns:a16="http://schemas.microsoft.com/office/drawing/2014/main" id="{8F156576-F87D-4EFF-A895-E1A4117B02CE}"/>
              </a:ext>
            </a:extLst>
          </p:cNvPr>
          <p:cNvSpPr>
            <a:spLocks noGrp="1"/>
          </p:cNvSpPr>
          <p:nvPr/>
        </p:nvSpPr>
        <p:spPr>
          <a:xfrm>
            <a:off x="5443461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5" name="A1_bar_Cryo_14578">
            <a:extLst>
              <a:ext uri="{FF2B5EF4-FFF2-40B4-BE49-F238E27FC236}">
                <a16:creationId xmlns:a16="http://schemas.microsoft.com/office/drawing/2014/main" id="{B8979D86-9CAB-4DFF-9990-ED1B222E33A1}"/>
              </a:ext>
            </a:extLst>
          </p:cNvPr>
          <p:cNvSpPr>
            <a:spLocks noGrp="1"/>
          </p:cNvSpPr>
          <p:nvPr/>
        </p:nvSpPr>
        <p:spPr>
          <a:xfrm>
            <a:off x="54509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6" name="A1_bar_Cryo_14579">
            <a:extLst>
              <a:ext uri="{FF2B5EF4-FFF2-40B4-BE49-F238E27FC236}">
                <a16:creationId xmlns:a16="http://schemas.microsoft.com/office/drawing/2014/main" id="{77BFF990-41ED-4A20-9B6C-EACA414A0FCA}"/>
              </a:ext>
            </a:extLst>
          </p:cNvPr>
          <p:cNvSpPr>
            <a:spLocks noGrp="1"/>
          </p:cNvSpPr>
          <p:nvPr/>
        </p:nvSpPr>
        <p:spPr>
          <a:xfrm>
            <a:off x="546253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7" name="A1_bar_Cryo_14580">
            <a:extLst>
              <a:ext uri="{FF2B5EF4-FFF2-40B4-BE49-F238E27FC236}">
                <a16:creationId xmlns:a16="http://schemas.microsoft.com/office/drawing/2014/main" id="{DC131B51-880C-4BFA-9A0D-81CBD51E3E19}"/>
              </a:ext>
            </a:extLst>
          </p:cNvPr>
          <p:cNvSpPr>
            <a:spLocks noGrp="1"/>
          </p:cNvSpPr>
          <p:nvPr/>
        </p:nvSpPr>
        <p:spPr>
          <a:xfrm>
            <a:off x="5404593" y="48155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8" name="A1_bar_Cryo_14581">
            <a:extLst>
              <a:ext uri="{FF2B5EF4-FFF2-40B4-BE49-F238E27FC236}">
                <a16:creationId xmlns:a16="http://schemas.microsoft.com/office/drawing/2014/main" id="{5DEE2F35-ACE8-4D46-AD34-EC0D96F5363E}"/>
              </a:ext>
            </a:extLst>
          </p:cNvPr>
          <p:cNvSpPr>
            <a:spLocks noGrp="1"/>
          </p:cNvSpPr>
          <p:nvPr/>
        </p:nvSpPr>
        <p:spPr>
          <a:xfrm>
            <a:off x="5403368" y="3579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59" name="A1_bar_Cryo_14582">
            <a:extLst>
              <a:ext uri="{FF2B5EF4-FFF2-40B4-BE49-F238E27FC236}">
                <a16:creationId xmlns:a16="http://schemas.microsoft.com/office/drawing/2014/main" id="{E084C87D-E0B6-4E26-9558-75C672E58212}"/>
              </a:ext>
            </a:extLst>
          </p:cNvPr>
          <p:cNvSpPr>
            <a:spLocks noGrp="1"/>
          </p:cNvSpPr>
          <p:nvPr/>
        </p:nvSpPr>
        <p:spPr>
          <a:xfrm>
            <a:off x="5456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0" name="A1_bar_Cryo_14583">
            <a:extLst>
              <a:ext uri="{FF2B5EF4-FFF2-40B4-BE49-F238E27FC236}">
                <a16:creationId xmlns:a16="http://schemas.microsoft.com/office/drawing/2014/main" id="{731AFFC1-84C9-498E-8374-0AFDD4B21D4B}"/>
              </a:ext>
            </a:extLst>
          </p:cNvPr>
          <p:cNvSpPr>
            <a:spLocks noGrp="1"/>
          </p:cNvSpPr>
          <p:nvPr/>
        </p:nvSpPr>
        <p:spPr>
          <a:xfrm>
            <a:off x="5466777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1" name="A1_bar_Cryo_14584">
            <a:extLst>
              <a:ext uri="{FF2B5EF4-FFF2-40B4-BE49-F238E27FC236}">
                <a16:creationId xmlns:a16="http://schemas.microsoft.com/office/drawing/2014/main" id="{296CC968-1D2A-4B6C-9E3A-E891F58E4DE2}"/>
              </a:ext>
            </a:extLst>
          </p:cNvPr>
          <p:cNvSpPr>
            <a:spLocks noGrp="1"/>
          </p:cNvSpPr>
          <p:nvPr/>
        </p:nvSpPr>
        <p:spPr>
          <a:xfrm>
            <a:off x="5489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2" name="A1_bar_Cryo_14585">
            <a:extLst>
              <a:ext uri="{FF2B5EF4-FFF2-40B4-BE49-F238E27FC236}">
                <a16:creationId xmlns:a16="http://schemas.microsoft.com/office/drawing/2014/main" id="{8AA49F7A-984B-4683-80C0-BFF95F80ED8C}"/>
              </a:ext>
            </a:extLst>
          </p:cNvPr>
          <p:cNvSpPr>
            <a:spLocks noGrp="1"/>
          </p:cNvSpPr>
          <p:nvPr/>
        </p:nvSpPr>
        <p:spPr>
          <a:xfrm>
            <a:off x="53956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3" name="A1_bar_Cryo_14586">
            <a:extLst>
              <a:ext uri="{FF2B5EF4-FFF2-40B4-BE49-F238E27FC236}">
                <a16:creationId xmlns:a16="http://schemas.microsoft.com/office/drawing/2014/main" id="{DD3785E4-98DF-4FAF-A518-6AC067485FC5}"/>
              </a:ext>
            </a:extLst>
          </p:cNvPr>
          <p:cNvSpPr>
            <a:spLocks noGrp="1"/>
          </p:cNvSpPr>
          <p:nvPr/>
        </p:nvSpPr>
        <p:spPr>
          <a:xfrm>
            <a:off x="528350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4" name="A1_bar_Cryo_14587">
            <a:extLst>
              <a:ext uri="{FF2B5EF4-FFF2-40B4-BE49-F238E27FC236}">
                <a16:creationId xmlns:a16="http://schemas.microsoft.com/office/drawing/2014/main" id="{2535CDF9-723A-474F-B1EC-18AD846544C7}"/>
              </a:ext>
            </a:extLst>
          </p:cNvPr>
          <p:cNvSpPr>
            <a:spLocks noGrp="1"/>
          </p:cNvSpPr>
          <p:nvPr/>
        </p:nvSpPr>
        <p:spPr>
          <a:xfrm>
            <a:off x="54209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5" name="A1_bar_Cryo_14588">
            <a:extLst>
              <a:ext uri="{FF2B5EF4-FFF2-40B4-BE49-F238E27FC236}">
                <a16:creationId xmlns:a16="http://schemas.microsoft.com/office/drawing/2014/main" id="{3C2FBC8E-90CC-438D-AF4C-BB416BE0328B}"/>
              </a:ext>
            </a:extLst>
          </p:cNvPr>
          <p:cNvSpPr>
            <a:spLocks noGrp="1"/>
          </p:cNvSpPr>
          <p:nvPr/>
        </p:nvSpPr>
        <p:spPr>
          <a:xfrm>
            <a:off x="5449124" y="539234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6" name="A1_bar_Cryo_14589">
            <a:extLst>
              <a:ext uri="{FF2B5EF4-FFF2-40B4-BE49-F238E27FC236}">
                <a16:creationId xmlns:a16="http://schemas.microsoft.com/office/drawing/2014/main" id="{E75D8F03-B1F8-4C76-962D-64181B6F6E3F}"/>
              </a:ext>
            </a:extLst>
          </p:cNvPr>
          <p:cNvSpPr>
            <a:spLocks noGrp="1"/>
          </p:cNvSpPr>
          <p:nvPr/>
        </p:nvSpPr>
        <p:spPr>
          <a:xfrm>
            <a:off x="547005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7" name="A1_bar_Cryo_14590">
            <a:extLst>
              <a:ext uri="{FF2B5EF4-FFF2-40B4-BE49-F238E27FC236}">
                <a16:creationId xmlns:a16="http://schemas.microsoft.com/office/drawing/2014/main" id="{C90E99D9-38D4-459A-855A-487C4C8C6EA1}"/>
              </a:ext>
            </a:extLst>
          </p:cNvPr>
          <p:cNvSpPr>
            <a:spLocks noGrp="1"/>
          </p:cNvSpPr>
          <p:nvPr/>
        </p:nvSpPr>
        <p:spPr>
          <a:xfrm>
            <a:off x="5450449" y="49197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8" name="A1_bar_Cryo_14591">
            <a:extLst>
              <a:ext uri="{FF2B5EF4-FFF2-40B4-BE49-F238E27FC236}">
                <a16:creationId xmlns:a16="http://schemas.microsoft.com/office/drawing/2014/main" id="{6B07A36A-C104-4053-8675-3331ABE41EA0}"/>
              </a:ext>
            </a:extLst>
          </p:cNvPr>
          <p:cNvSpPr>
            <a:spLocks noGrp="1"/>
          </p:cNvSpPr>
          <p:nvPr/>
        </p:nvSpPr>
        <p:spPr>
          <a:xfrm>
            <a:off x="5416086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69" name="A1_bar_Cryo_14592">
            <a:extLst>
              <a:ext uri="{FF2B5EF4-FFF2-40B4-BE49-F238E27FC236}">
                <a16:creationId xmlns:a16="http://schemas.microsoft.com/office/drawing/2014/main" id="{72F6A722-3D09-402A-8B67-1D595E4E0678}"/>
              </a:ext>
            </a:extLst>
          </p:cNvPr>
          <p:cNvSpPr>
            <a:spLocks noGrp="1"/>
          </p:cNvSpPr>
          <p:nvPr/>
        </p:nvSpPr>
        <p:spPr>
          <a:xfrm>
            <a:off x="531626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0" name="A1_bar_Cryo_14593">
            <a:extLst>
              <a:ext uri="{FF2B5EF4-FFF2-40B4-BE49-F238E27FC236}">
                <a16:creationId xmlns:a16="http://schemas.microsoft.com/office/drawing/2014/main" id="{4B226198-11CB-4074-BE34-91212AF10F08}"/>
              </a:ext>
            </a:extLst>
          </p:cNvPr>
          <p:cNvSpPr>
            <a:spLocks noGrp="1"/>
          </p:cNvSpPr>
          <p:nvPr/>
        </p:nvSpPr>
        <p:spPr>
          <a:xfrm>
            <a:off x="5407668" y="57366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1" name="A1_bar_Cryo_14594">
            <a:extLst>
              <a:ext uri="{FF2B5EF4-FFF2-40B4-BE49-F238E27FC236}">
                <a16:creationId xmlns:a16="http://schemas.microsoft.com/office/drawing/2014/main" id="{42879A7F-EA22-40F7-8D8E-DA73B9846F61}"/>
              </a:ext>
            </a:extLst>
          </p:cNvPr>
          <p:cNvSpPr>
            <a:spLocks noGrp="1"/>
          </p:cNvSpPr>
          <p:nvPr/>
        </p:nvSpPr>
        <p:spPr>
          <a:xfrm>
            <a:off x="53498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2" name="A1_bar_Cryo_14595">
            <a:extLst>
              <a:ext uri="{FF2B5EF4-FFF2-40B4-BE49-F238E27FC236}">
                <a16:creationId xmlns:a16="http://schemas.microsoft.com/office/drawing/2014/main" id="{DF7FE2F8-A82E-4EC9-B0CE-8A9669E93F69}"/>
              </a:ext>
            </a:extLst>
          </p:cNvPr>
          <p:cNvSpPr>
            <a:spLocks noGrp="1"/>
          </p:cNvSpPr>
          <p:nvPr/>
        </p:nvSpPr>
        <p:spPr>
          <a:xfrm>
            <a:off x="539127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3" name="A1_bar_Cryo_14596">
            <a:extLst>
              <a:ext uri="{FF2B5EF4-FFF2-40B4-BE49-F238E27FC236}">
                <a16:creationId xmlns:a16="http://schemas.microsoft.com/office/drawing/2014/main" id="{EF59066E-613C-453A-BCEB-04EBD498571B}"/>
              </a:ext>
            </a:extLst>
          </p:cNvPr>
          <p:cNvSpPr>
            <a:spLocks noGrp="1"/>
          </p:cNvSpPr>
          <p:nvPr/>
        </p:nvSpPr>
        <p:spPr>
          <a:xfrm>
            <a:off x="5294237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4" name="A1_bar_Cryo_14597">
            <a:extLst>
              <a:ext uri="{FF2B5EF4-FFF2-40B4-BE49-F238E27FC236}">
                <a16:creationId xmlns:a16="http://schemas.microsoft.com/office/drawing/2014/main" id="{9CD11B62-9E3E-4676-8350-990E43B0F919}"/>
              </a:ext>
            </a:extLst>
          </p:cNvPr>
          <p:cNvSpPr>
            <a:spLocks noGrp="1"/>
          </p:cNvSpPr>
          <p:nvPr/>
        </p:nvSpPr>
        <p:spPr>
          <a:xfrm>
            <a:off x="54327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5" name="A1_bar_Cryo_14598">
            <a:extLst>
              <a:ext uri="{FF2B5EF4-FFF2-40B4-BE49-F238E27FC236}">
                <a16:creationId xmlns:a16="http://schemas.microsoft.com/office/drawing/2014/main" id="{CCDC1F36-6AC5-40D8-8131-95F2CE505B79}"/>
              </a:ext>
            </a:extLst>
          </p:cNvPr>
          <p:cNvSpPr>
            <a:spLocks noGrp="1"/>
          </p:cNvSpPr>
          <p:nvPr/>
        </p:nvSpPr>
        <p:spPr>
          <a:xfrm>
            <a:off x="5314949" y="513803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6" name="A1_bar_Cryo_14599">
            <a:extLst>
              <a:ext uri="{FF2B5EF4-FFF2-40B4-BE49-F238E27FC236}">
                <a16:creationId xmlns:a16="http://schemas.microsoft.com/office/drawing/2014/main" id="{BE5825A7-A44E-455A-9F77-CBE03DE68303}"/>
              </a:ext>
            </a:extLst>
          </p:cNvPr>
          <p:cNvSpPr>
            <a:spLocks noGrp="1"/>
          </p:cNvSpPr>
          <p:nvPr/>
        </p:nvSpPr>
        <p:spPr>
          <a:xfrm>
            <a:off x="53400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7" name="A1_bar_Cryo_14600">
            <a:extLst>
              <a:ext uri="{FF2B5EF4-FFF2-40B4-BE49-F238E27FC236}">
                <a16:creationId xmlns:a16="http://schemas.microsoft.com/office/drawing/2014/main" id="{4BC1E9CD-E14E-4671-A078-AC202AC9FCB1}"/>
              </a:ext>
            </a:extLst>
          </p:cNvPr>
          <p:cNvSpPr>
            <a:spLocks noGrp="1"/>
          </p:cNvSpPr>
          <p:nvPr/>
        </p:nvSpPr>
        <p:spPr>
          <a:xfrm>
            <a:off x="5496951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8" name="A1_bar_Cryo_14601">
            <a:extLst>
              <a:ext uri="{FF2B5EF4-FFF2-40B4-BE49-F238E27FC236}">
                <a16:creationId xmlns:a16="http://schemas.microsoft.com/office/drawing/2014/main" id="{CF55DF5B-337A-4AA3-A940-19A23DF69434}"/>
              </a:ext>
            </a:extLst>
          </p:cNvPr>
          <p:cNvSpPr>
            <a:spLocks noGrp="1"/>
          </p:cNvSpPr>
          <p:nvPr/>
        </p:nvSpPr>
        <p:spPr>
          <a:xfrm>
            <a:off x="708931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79" name="A1_bar_Cryo_14602">
            <a:extLst>
              <a:ext uri="{FF2B5EF4-FFF2-40B4-BE49-F238E27FC236}">
                <a16:creationId xmlns:a16="http://schemas.microsoft.com/office/drawing/2014/main" id="{A95B63BE-8847-46C6-A6FD-4D200467E37D}"/>
              </a:ext>
            </a:extLst>
          </p:cNvPr>
          <p:cNvSpPr>
            <a:spLocks noGrp="1"/>
          </p:cNvSpPr>
          <p:nvPr/>
        </p:nvSpPr>
        <p:spPr>
          <a:xfrm>
            <a:off x="69985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0" name="A1_bar_Cryo_14603">
            <a:extLst>
              <a:ext uri="{FF2B5EF4-FFF2-40B4-BE49-F238E27FC236}">
                <a16:creationId xmlns:a16="http://schemas.microsoft.com/office/drawing/2014/main" id="{FED8DF5C-DFB5-41BC-BCC5-1AF89679DBCA}"/>
              </a:ext>
            </a:extLst>
          </p:cNvPr>
          <p:cNvSpPr>
            <a:spLocks noGrp="1"/>
          </p:cNvSpPr>
          <p:nvPr/>
        </p:nvSpPr>
        <p:spPr>
          <a:xfrm>
            <a:off x="707024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1" name="A1_bar_Cryo_14604">
            <a:extLst>
              <a:ext uri="{FF2B5EF4-FFF2-40B4-BE49-F238E27FC236}">
                <a16:creationId xmlns:a16="http://schemas.microsoft.com/office/drawing/2014/main" id="{2743F270-EC94-4DF6-BE8D-042EEB37C16E}"/>
              </a:ext>
            </a:extLst>
          </p:cNvPr>
          <p:cNvSpPr>
            <a:spLocks noGrp="1"/>
          </p:cNvSpPr>
          <p:nvPr/>
        </p:nvSpPr>
        <p:spPr>
          <a:xfrm>
            <a:off x="7101427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2" name="A1_bar_Cryo_14605">
            <a:extLst>
              <a:ext uri="{FF2B5EF4-FFF2-40B4-BE49-F238E27FC236}">
                <a16:creationId xmlns:a16="http://schemas.microsoft.com/office/drawing/2014/main" id="{CCB065AE-6B19-47C7-820C-1D57BE01A651}"/>
              </a:ext>
            </a:extLst>
          </p:cNvPr>
          <p:cNvSpPr>
            <a:spLocks noGrp="1"/>
          </p:cNvSpPr>
          <p:nvPr/>
        </p:nvSpPr>
        <p:spPr>
          <a:xfrm>
            <a:off x="7024286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3" name="A1_bar_Cryo_14606">
            <a:extLst>
              <a:ext uri="{FF2B5EF4-FFF2-40B4-BE49-F238E27FC236}">
                <a16:creationId xmlns:a16="http://schemas.microsoft.com/office/drawing/2014/main" id="{42141F31-252F-496E-A6CC-171B63EFC5F0}"/>
              </a:ext>
            </a:extLst>
          </p:cNvPr>
          <p:cNvSpPr>
            <a:spLocks noGrp="1"/>
          </p:cNvSpPr>
          <p:nvPr/>
        </p:nvSpPr>
        <p:spPr>
          <a:xfrm>
            <a:off x="69192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4" name="A1_bar_Cryo_14607">
            <a:extLst>
              <a:ext uri="{FF2B5EF4-FFF2-40B4-BE49-F238E27FC236}">
                <a16:creationId xmlns:a16="http://schemas.microsoft.com/office/drawing/2014/main" id="{FB9F141B-97A5-447D-9C72-A7A1D3B38BE1}"/>
              </a:ext>
            </a:extLst>
          </p:cNvPr>
          <p:cNvSpPr>
            <a:spLocks noGrp="1"/>
          </p:cNvSpPr>
          <p:nvPr/>
        </p:nvSpPr>
        <p:spPr>
          <a:xfrm>
            <a:off x="68910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5" name="A1_bar_Cryo_14608">
            <a:extLst>
              <a:ext uri="{FF2B5EF4-FFF2-40B4-BE49-F238E27FC236}">
                <a16:creationId xmlns:a16="http://schemas.microsoft.com/office/drawing/2014/main" id="{51C7F702-7EC2-427F-A997-B173AB337471}"/>
              </a:ext>
            </a:extLst>
          </p:cNvPr>
          <p:cNvSpPr>
            <a:spLocks noGrp="1"/>
          </p:cNvSpPr>
          <p:nvPr/>
        </p:nvSpPr>
        <p:spPr>
          <a:xfrm>
            <a:off x="706753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6" name="A1_bar_Cryo_14609">
            <a:extLst>
              <a:ext uri="{FF2B5EF4-FFF2-40B4-BE49-F238E27FC236}">
                <a16:creationId xmlns:a16="http://schemas.microsoft.com/office/drawing/2014/main" id="{EF1EE8A1-4BA6-4F59-A794-0EEF41F9A045}"/>
              </a:ext>
            </a:extLst>
          </p:cNvPr>
          <p:cNvSpPr>
            <a:spLocks noGrp="1"/>
          </p:cNvSpPr>
          <p:nvPr/>
        </p:nvSpPr>
        <p:spPr>
          <a:xfrm>
            <a:off x="6981134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7" name="A1_bar_Cryo_14610">
            <a:extLst>
              <a:ext uri="{FF2B5EF4-FFF2-40B4-BE49-F238E27FC236}">
                <a16:creationId xmlns:a16="http://schemas.microsoft.com/office/drawing/2014/main" id="{31245D2D-5D1B-4607-B906-6665961CA7DC}"/>
              </a:ext>
            </a:extLst>
          </p:cNvPr>
          <p:cNvSpPr>
            <a:spLocks noGrp="1"/>
          </p:cNvSpPr>
          <p:nvPr/>
        </p:nvSpPr>
        <p:spPr>
          <a:xfrm>
            <a:off x="70462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8" name="A1_bar_Cryo_14611">
            <a:extLst>
              <a:ext uri="{FF2B5EF4-FFF2-40B4-BE49-F238E27FC236}">
                <a16:creationId xmlns:a16="http://schemas.microsoft.com/office/drawing/2014/main" id="{593BCBDC-C46D-482A-9766-9343B0B19BF9}"/>
              </a:ext>
            </a:extLst>
          </p:cNvPr>
          <p:cNvSpPr>
            <a:spLocks noGrp="1"/>
          </p:cNvSpPr>
          <p:nvPr/>
        </p:nvSpPr>
        <p:spPr>
          <a:xfrm>
            <a:off x="710000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89" name="A1_bar_Cryo_14612">
            <a:extLst>
              <a:ext uri="{FF2B5EF4-FFF2-40B4-BE49-F238E27FC236}">
                <a16:creationId xmlns:a16="http://schemas.microsoft.com/office/drawing/2014/main" id="{C5E7B06B-C124-43C3-8647-14B09F01C7C2}"/>
              </a:ext>
            </a:extLst>
          </p:cNvPr>
          <p:cNvSpPr>
            <a:spLocks noGrp="1"/>
          </p:cNvSpPr>
          <p:nvPr/>
        </p:nvSpPr>
        <p:spPr>
          <a:xfrm>
            <a:off x="7010126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0" name="A1_bar_Cryo_14613">
            <a:extLst>
              <a:ext uri="{FF2B5EF4-FFF2-40B4-BE49-F238E27FC236}">
                <a16:creationId xmlns:a16="http://schemas.microsoft.com/office/drawing/2014/main" id="{98616ABF-8D4D-4770-8862-7DEA1ACF5226}"/>
              </a:ext>
            </a:extLst>
          </p:cNvPr>
          <p:cNvSpPr>
            <a:spLocks noGrp="1"/>
          </p:cNvSpPr>
          <p:nvPr/>
        </p:nvSpPr>
        <p:spPr>
          <a:xfrm>
            <a:off x="696273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1" name="A1_bar_Cryo_14614">
            <a:extLst>
              <a:ext uri="{FF2B5EF4-FFF2-40B4-BE49-F238E27FC236}">
                <a16:creationId xmlns:a16="http://schemas.microsoft.com/office/drawing/2014/main" id="{BCB21045-1F5B-4AC3-BB92-709271D6F1E0}"/>
              </a:ext>
            </a:extLst>
          </p:cNvPr>
          <p:cNvSpPr>
            <a:spLocks noGrp="1"/>
          </p:cNvSpPr>
          <p:nvPr/>
        </p:nvSpPr>
        <p:spPr>
          <a:xfrm>
            <a:off x="7001904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2" name="A1_bar_Cryo_14615">
            <a:extLst>
              <a:ext uri="{FF2B5EF4-FFF2-40B4-BE49-F238E27FC236}">
                <a16:creationId xmlns:a16="http://schemas.microsoft.com/office/drawing/2014/main" id="{77B25826-B0B1-4F8A-B717-23E9A7E78F1A}"/>
              </a:ext>
            </a:extLst>
          </p:cNvPr>
          <p:cNvSpPr>
            <a:spLocks noGrp="1"/>
          </p:cNvSpPr>
          <p:nvPr/>
        </p:nvSpPr>
        <p:spPr>
          <a:xfrm>
            <a:off x="687176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3" name="A1_bar_Cryo_14616">
            <a:extLst>
              <a:ext uri="{FF2B5EF4-FFF2-40B4-BE49-F238E27FC236}">
                <a16:creationId xmlns:a16="http://schemas.microsoft.com/office/drawing/2014/main" id="{FE29AEEF-0DA3-4B9A-B49E-ED288089B3B7}"/>
              </a:ext>
            </a:extLst>
          </p:cNvPr>
          <p:cNvSpPr>
            <a:spLocks noGrp="1"/>
          </p:cNvSpPr>
          <p:nvPr/>
        </p:nvSpPr>
        <p:spPr>
          <a:xfrm>
            <a:off x="7092799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4" name="A1_bar_Cryo_14617">
            <a:extLst>
              <a:ext uri="{FF2B5EF4-FFF2-40B4-BE49-F238E27FC236}">
                <a16:creationId xmlns:a16="http://schemas.microsoft.com/office/drawing/2014/main" id="{2C95F1FD-83CE-4B76-8B74-56CB68732FDB}"/>
              </a:ext>
            </a:extLst>
          </p:cNvPr>
          <p:cNvSpPr>
            <a:spLocks noGrp="1"/>
          </p:cNvSpPr>
          <p:nvPr/>
        </p:nvSpPr>
        <p:spPr>
          <a:xfrm>
            <a:off x="70145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5" name="A1_bar_Cryo_14618">
            <a:extLst>
              <a:ext uri="{FF2B5EF4-FFF2-40B4-BE49-F238E27FC236}">
                <a16:creationId xmlns:a16="http://schemas.microsoft.com/office/drawing/2014/main" id="{7001D515-EE10-4CB8-9F5F-D7FB91870393}"/>
              </a:ext>
            </a:extLst>
          </p:cNvPr>
          <p:cNvSpPr>
            <a:spLocks noGrp="1"/>
          </p:cNvSpPr>
          <p:nvPr/>
        </p:nvSpPr>
        <p:spPr>
          <a:xfrm>
            <a:off x="69104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6" name="A1_bar_Cryo_14619">
            <a:extLst>
              <a:ext uri="{FF2B5EF4-FFF2-40B4-BE49-F238E27FC236}">
                <a16:creationId xmlns:a16="http://schemas.microsoft.com/office/drawing/2014/main" id="{6D6139FB-172C-4E12-A27F-5C66A712F303}"/>
              </a:ext>
            </a:extLst>
          </p:cNvPr>
          <p:cNvSpPr>
            <a:spLocks noGrp="1"/>
          </p:cNvSpPr>
          <p:nvPr/>
        </p:nvSpPr>
        <p:spPr>
          <a:xfrm>
            <a:off x="68687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7" name="A1_bar_Cryo_14620">
            <a:extLst>
              <a:ext uri="{FF2B5EF4-FFF2-40B4-BE49-F238E27FC236}">
                <a16:creationId xmlns:a16="http://schemas.microsoft.com/office/drawing/2014/main" id="{6E1D241B-1135-4890-9BDE-AA56DE0D3316}"/>
              </a:ext>
            </a:extLst>
          </p:cNvPr>
          <p:cNvSpPr>
            <a:spLocks noGrp="1"/>
          </p:cNvSpPr>
          <p:nvPr/>
        </p:nvSpPr>
        <p:spPr>
          <a:xfrm>
            <a:off x="7057306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8" name="A1_bar_Cryo_14621">
            <a:extLst>
              <a:ext uri="{FF2B5EF4-FFF2-40B4-BE49-F238E27FC236}">
                <a16:creationId xmlns:a16="http://schemas.microsoft.com/office/drawing/2014/main" id="{0181D0FB-2BCE-4E81-9C7C-7225C0BDE80D}"/>
              </a:ext>
            </a:extLst>
          </p:cNvPr>
          <p:cNvSpPr>
            <a:spLocks noGrp="1"/>
          </p:cNvSpPr>
          <p:nvPr/>
        </p:nvSpPr>
        <p:spPr>
          <a:xfrm>
            <a:off x="7038511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399" name="A1_bar_Cryo_14622">
            <a:extLst>
              <a:ext uri="{FF2B5EF4-FFF2-40B4-BE49-F238E27FC236}">
                <a16:creationId xmlns:a16="http://schemas.microsoft.com/office/drawing/2014/main" id="{08DA51D5-1CC9-401B-A6BA-188E3E07D9F4}"/>
              </a:ext>
            </a:extLst>
          </p:cNvPr>
          <p:cNvSpPr>
            <a:spLocks noGrp="1"/>
          </p:cNvSpPr>
          <p:nvPr/>
        </p:nvSpPr>
        <p:spPr>
          <a:xfrm>
            <a:off x="68743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0" name="A1_bar_Cryo_14623">
            <a:extLst>
              <a:ext uri="{FF2B5EF4-FFF2-40B4-BE49-F238E27FC236}">
                <a16:creationId xmlns:a16="http://schemas.microsoft.com/office/drawing/2014/main" id="{1243E57B-02E9-4313-97CC-9EC0ADB43DD2}"/>
              </a:ext>
            </a:extLst>
          </p:cNvPr>
          <p:cNvSpPr>
            <a:spLocks noGrp="1"/>
          </p:cNvSpPr>
          <p:nvPr/>
        </p:nvSpPr>
        <p:spPr>
          <a:xfrm>
            <a:off x="6908107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1" name="A1_bar_Cryo_14624">
            <a:extLst>
              <a:ext uri="{FF2B5EF4-FFF2-40B4-BE49-F238E27FC236}">
                <a16:creationId xmlns:a16="http://schemas.microsoft.com/office/drawing/2014/main" id="{4308E97B-3614-4A19-8F86-8CE070E2F79F}"/>
              </a:ext>
            </a:extLst>
          </p:cNvPr>
          <p:cNvSpPr>
            <a:spLocks noGrp="1"/>
          </p:cNvSpPr>
          <p:nvPr/>
        </p:nvSpPr>
        <p:spPr>
          <a:xfrm>
            <a:off x="7048604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2" name="A1_bar_Cryo_14625">
            <a:extLst>
              <a:ext uri="{FF2B5EF4-FFF2-40B4-BE49-F238E27FC236}">
                <a16:creationId xmlns:a16="http://schemas.microsoft.com/office/drawing/2014/main" id="{214BD4F0-E3E5-4EDF-BBF7-A8B7BD5C1F66}"/>
              </a:ext>
            </a:extLst>
          </p:cNvPr>
          <p:cNvSpPr>
            <a:spLocks noGrp="1"/>
          </p:cNvSpPr>
          <p:nvPr/>
        </p:nvSpPr>
        <p:spPr>
          <a:xfrm>
            <a:off x="699501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3" name="A1_bar_Cryo_14626">
            <a:extLst>
              <a:ext uri="{FF2B5EF4-FFF2-40B4-BE49-F238E27FC236}">
                <a16:creationId xmlns:a16="http://schemas.microsoft.com/office/drawing/2014/main" id="{9EBAB873-5C8E-4823-8357-04C4C590FFA2}"/>
              </a:ext>
            </a:extLst>
          </p:cNvPr>
          <p:cNvSpPr>
            <a:spLocks noGrp="1"/>
          </p:cNvSpPr>
          <p:nvPr/>
        </p:nvSpPr>
        <p:spPr>
          <a:xfrm>
            <a:off x="7101981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4" name="A1_bar_Cryo_14627">
            <a:extLst>
              <a:ext uri="{FF2B5EF4-FFF2-40B4-BE49-F238E27FC236}">
                <a16:creationId xmlns:a16="http://schemas.microsoft.com/office/drawing/2014/main" id="{B65EF665-695B-4C36-946D-583215FAF07B}"/>
              </a:ext>
            </a:extLst>
          </p:cNvPr>
          <p:cNvSpPr>
            <a:spLocks noGrp="1"/>
          </p:cNvSpPr>
          <p:nvPr/>
        </p:nvSpPr>
        <p:spPr>
          <a:xfrm>
            <a:off x="6975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5" name="A1_bar_Cryo_14628">
            <a:extLst>
              <a:ext uri="{FF2B5EF4-FFF2-40B4-BE49-F238E27FC236}">
                <a16:creationId xmlns:a16="http://schemas.microsoft.com/office/drawing/2014/main" id="{1D811466-33A2-4549-9461-A2EDFFF845B0}"/>
              </a:ext>
            </a:extLst>
          </p:cNvPr>
          <p:cNvSpPr>
            <a:spLocks noGrp="1"/>
          </p:cNvSpPr>
          <p:nvPr/>
        </p:nvSpPr>
        <p:spPr>
          <a:xfrm>
            <a:off x="6952359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6" name="A1_bar_Cryo_14629">
            <a:extLst>
              <a:ext uri="{FF2B5EF4-FFF2-40B4-BE49-F238E27FC236}">
                <a16:creationId xmlns:a16="http://schemas.microsoft.com/office/drawing/2014/main" id="{834CF8BE-FD3E-4A0C-BA30-C2C7798A1A34}"/>
              </a:ext>
            </a:extLst>
          </p:cNvPr>
          <p:cNvSpPr>
            <a:spLocks noGrp="1"/>
          </p:cNvSpPr>
          <p:nvPr/>
        </p:nvSpPr>
        <p:spPr>
          <a:xfrm>
            <a:off x="6895850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7" name="A1_bar_Cryo_14630">
            <a:extLst>
              <a:ext uri="{FF2B5EF4-FFF2-40B4-BE49-F238E27FC236}">
                <a16:creationId xmlns:a16="http://schemas.microsoft.com/office/drawing/2014/main" id="{0FEE8BCE-85B1-44DD-966E-606BDBBADF48}"/>
              </a:ext>
            </a:extLst>
          </p:cNvPr>
          <p:cNvSpPr>
            <a:spLocks noGrp="1"/>
          </p:cNvSpPr>
          <p:nvPr/>
        </p:nvSpPr>
        <p:spPr>
          <a:xfrm>
            <a:off x="690510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8" name="A1_bar_Cryo_14631">
            <a:extLst>
              <a:ext uri="{FF2B5EF4-FFF2-40B4-BE49-F238E27FC236}">
                <a16:creationId xmlns:a16="http://schemas.microsoft.com/office/drawing/2014/main" id="{9ED0782B-0F3F-4D03-97BF-9702013C48AF}"/>
              </a:ext>
            </a:extLst>
          </p:cNvPr>
          <p:cNvSpPr>
            <a:spLocks noGrp="1"/>
          </p:cNvSpPr>
          <p:nvPr/>
        </p:nvSpPr>
        <p:spPr>
          <a:xfrm>
            <a:off x="686511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09" name="A1_bar_Cryo_14632">
            <a:extLst>
              <a:ext uri="{FF2B5EF4-FFF2-40B4-BE49-F238E27FC236}">
                <a16:creationId xmlns:a16="http://schemas.microsoft.com/office/drawing/2014/main" id="{E7FB0ABE-EC7E-42B4-83D3-F29B8B8038B4}"/>
              </a:ext>
            </a:extLst>
          </p:cNvPr>
          <p:cNvSpPr>
            <a:spLocks noGrp="1"/>
          </p:cNvSpPr>
          <p:nvPr/>
        </p:nvSpPr>
        <p:spPr>
          <a:xfrm>
            <a:off x="702854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0" name="A1_bar_Cryo_14633">
            <a:extLst>
              <a:ext uri="{FF2B5EF4-FFF2-40B4-BE49-F238E27FC236}">
                <a16:creationId xmlns:a16="http://schemas.microsoft.com/office/drawing/2014/main" id="{B78053A1-FF10-423F-99F5-8D7A4349F649}"/>
              </a:ext>
            </a:extLst>
          </p:cNvPr>
          <p:cNvSpPr>
            <a:spLocks noGrp="1"/>
          </p:cNvSpPr>
          <p:nvPr/>
        </p:nvSpPr>
        <p:spPr>
          <a:xfrm>
            <a:off x="688181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1" name="A1_bar_Cryo_14634">
            <a:extLst>
              <a:ext uri="{FF2B5EF4-FFF2-40B4-BE49-F238E27FC236}">
                <a16:creationId xmlns:a16="http://schemas.microsoft.com/office/drawing/2014/main" id="{9C4908B0-18D2-4236-8E3A-D970EA92932E}"/>
              </a:ext>
            </a:extLst>
          </p:cNvPr>
          <p:cNvSpPr>
            <a:spLocks noGrp="1"/>
          </p:cNvSpPr>
          <p:nvPr/>
        </p:nvSpPr>
        <p:spPr>
          <a:xfrm>
            <a:off x="6899286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2" name="A1_bar_Cryo_14635">
            <a:extLst>
              <a:ext uri="{FF2B5EF4-FFF2-40B4-BE49-F238E27FC236}">
                <a16:creationId xmlns:a16="http://schemas.microsoft.com/office/drawing/2014/main" id="{8ACDA0D1-636B-43CA-9DAC-A63CF513F62B}"/>
              </a:ext>
            </a:extLst>
          </p:cNvPr>
          <p:cNvSpPr>
            <a:spLocks noGrp="1"/>
          </p:cNvSpPr>
          <p:nvPr/>
        </p:nvSpPr>
        <p:spPr>
          <a:xfrm>
            <a:off x="705769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3" name="A1_bar_Cryo_14636">
            <a:extLst>
              <a:ext uri="{FF2B5EF4-FFF2-40B4-BE49-F238E27FC236}">
                <a16:creationId xmlns:a16="http://schemas.microsoft.com/office/drawing/2014/main" id="{1EAF5330-6681-4E7E-8E1B-AA74763E7A45}"/>
              </a:ext>
            </a:extLst>
          </p:cNvPr>
          <p:cNvSpPr>
            <a:spLocks noGrp="1"/>
          </p:cNvSpPr>
          <p:nvPr/>
        </p:nvSpPr>
        <p:spPr>
          <a:xfrm>
            <a:off x="7016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4" name="A1_bar_Cryo_14637">
            <a:extLst>
              <a:ext uri="{FF2B5EF4-FFF2-40B4-BE49-F238E27FC236}">
                <a16:creationId xmlns:a16="http://schemas.microsoft.com/office/drawing/2014/main" id="{77CF64CC-6445-46E7-8BA1-45087F74FDDB}"/>
              </a:ext>
            </a:extLst>
          </p:cNvPr>
          <p:cNvSpPr>
            <a:spLocks noGrp="1"/>
          </p:cNvSpPr>
          <p:nvPr/>
        </p:nvSpPr>
        <p:spPr>
          <a:xfrm>
            <a:off x="6916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5" name="A1_bar_Cryo_14638">
            <a:extLst>
              <a:ext uri="{FF2B5EF4-FFF2-40B4-BE49-F238E27FC236}">
                <a16:creationId xmlns:a16="http://schemas.microsoft.com/office/drawing/2014/main" id="{50C24759-657A-469C-862B-CB758CEF4973}"/>
              </a:ext>
            </a:extLst>
          </p:cNvPr>
          <p:cNvSpPr>
            <a:spLocks noGrp="1"/>
          </p:cNvSpPr>
          <p:nvPr/>
        </p:nvSpPr>
        <p:spPr>
          <a:xfrm>
            <a:off x="702127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6" name="A1_bar_Cryo_14639">
            <a:extLst>
              <a:ext uri="{FF2B5EF4-FFF2-40B4-BE49-F238E27FC236}">
                <a16:creationId xmlns:a16="http://schemas.microsoft.com/office/drawing/2014/main" id="{915D1E5C-264A-4827-9582-4EBB2EA8E9F5}"/>
              </a:ext>
            </a:extLst>
          </p:cNvPr>
          <p:cNvSpPr>
            <a:spLocks noGrp="1"/>
          </p:cNvSpPr>
          <p:nvPr/>
        </p:nvSpPr>
        <p:spPr>
          <a:xfrm>
            <a:off x="689494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7" name="A1_bar_Cryo_14640">
            <a:extLst>
              <a:ext uri="{FF2B5EF4-FFF2-40B4-BE49-F238E27FC236}">
                <a16:creationId xmlns:a16="http://schemas.microsoft.com/office/drawing/2014/main" id="{6264F551-96DF-4EBE-BE0C-661343551F01}"/>
              </a:ext>
            </a:extLst>
          </p:cNvPr>
          <p:cNvSpPr>
            <a:spLocks noGrp="1"/>
          </p:cNvSpPr>
          <p:nvPr/>
        </p:nvSpPr>
        <p:spPr>
          <a:xfrm>
            <a:off x="7036668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8" name="A1_bar_Cryo_14641">
            <a:extLst>
              <a:ext uri="{FF2B5EF4-FFF2-40B4-BE49-F238E27FC236}">
                <a16:creationId xmlns:a16="http://schemas.microsoft.com/office/drawing/2014/main" id="{3C6E86EE-57DD-4F69-8923-362BDBA88C84}"/>
              </a:ext>
            </a:extLst>
          </p:cNvPr>
          <p:cNvSpPr>
            <a:spLocks noGrp="1"/>
          </p:cNvSpPr>
          <p:nvPr/>
        </p:nvSpPr>
        <p:spPr>
          <a:xfrm>
            <a:off x="6858249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19" name="A1_bar_Cryo_14642">
            <a:extLst>
              <a:ext uri="{FF2B5EF4-FFF2-40B4-BE49-F238E27FC236}">
                <a16:creationId xmlns:a16="http://schemas.microsoft.com/office/drawing/2014/main" id="{C6C44F6A-EF40-4186-8948-7D1DB6D18584}"/>
              </a:ext>
            </a:extLst>
          </p:cNvPr>
          <p:cNvSpPr>
            <a:spLocks noGrp="1"/>
          </p:cNvSpPr>
          <p:nvPr/>
        </p:nvSpPr>
        <p:spPr>
          <a:xfrm>
            <a:off x="68601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0" name="A1_bar_Cryo_14643">
            <a:extLst>
              <a:ext uri="{FF2B5EF4-FFF2-40B4-BE49-F238E27FC236}">
                <a16:creationId xmlns:a16="http://schemas.microsoft.com/office/drawing/2014/main" id="{6DF25B4A-5CEE-4F5C-BB4C-8ACA6EFE7359}"/>
              </a:ext>
            </a:extLst>
          </p:cNvPr>
          <p:cNvSpPr>
            <a:spLocks noGrp="1"/>
          </p:cNvSpPr>
          <p:nvPr/>
        </p:nvSpPr>
        <p:spPr>
          <a:xfrm>
            <a:off x="7089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1" name="A1_bar_Cryo_14644">
            <a:extLst>
              <a:ext uri="{FF2B5EF4-FFF2-40B4-BE49-F238E27FC236}">
                <a16:creationId xmlns:a16="http://schemas.microsoft.com/office/drawing/2014/main" id="{EB02147E-38EF-4393-98B1-FCAE7DC5F8C9}"/>
              </a:ext>
            </a:extLst>
          </p:cNvPr>
          <p:cNvSpPr>
            <a:spLocks noGrp="1"/>
          </p:cNvSpPr>
          <p:nvPr/>
        </p:nvSpPr>
        <p:spPr>
          <a:xfrm>
            <a:off x="703866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2" name="A1_bar_Cryo_14645">
            <a:extLst>
              <a:ext uri="{FF2B5EF4-FFF2-40B4-BE49-F238E27FC236}">
                <a16:creationId xmlns:a16="http://schemas.microsoft.com/office/drawing/2014/main" id="{DF56B240-6820-42B3-92B1-89CA194CA00C}"/>
              </a:ext>
            </a:extLst>
          </p:cNvPr>
          <p:cNvSpPr>
            <a:spLocks noGrp="1"/>
          </p:cNvSpPr>
          <p:nvPr/>
        </p:nvSpPr>
        <p:spPr>
          <a:xfrm>
            <a:off x="70457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3" name="A1_bar_Cryo_14646">
            <a:extLst>
              <a:ext uri="{FF2B5EF4-FFF2-40B4-BE49-F238E27FC236}">
                <a16:creationId xmlns:a16="http://schemas.microsoft.com/office/drawing/2014/main" id="{068E3308-E7BF-4A0D-AAC5-728A911E8F43}"/>
              </a:ext>
            </a:extLst>
          </p:cNvPr>
          <p:cNvSpPr>
            <a:spLocks noGrp="1"/>
          </p:cNvSpPr>
          <p:nvPr/>
        </p:nvSpPr>
        <p:spPr>
          <a:xfrm>
            <a:off x="6893052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4" name="A1_bar_Cryo_14647">
            <a:extLst>
              <a:ext uri="{FF2B5EF4-FFF2-40B4-BE49-F238E27FC236}">
                <a16:creationId xmlns:a16="http://schemas.microsoft.com/office/drawing/2014/main" id="{3FFDE97C-43E2-4218-9CE2-76EBA0D37735}"/>
              </a:ext>
            </a:extLst>
          </p:cNvPr>
          <p:cNvSpPr>
            <a:spLocks noGrp="1"/>
          </p:cNvSpPr>
          <p:nvPr/>
        </p:nvSpPr>
        <p:spPr>
          <a:xfrm>
            <a:off x="689144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5" name="A1_bar_Cryo_14648">
            <a:extLst>
              <a:ext uri="{FF2B5EF4-FFF2-40B4-BE49-F238E27FC236}">
                <a16:creationId xmlns:a16="http://schemas.microsoft.com/office/drawing/2014/main" id="{AA5139AC-93F0-4C29-A741-5C3158FAE646}"/>
              </a:ext>
            </a:extLst>
          </p:cNvPr>
          <p:cNvSpPr>
            <a:spLocks noGrp="1"/>
          </p:cNvSpPr>
          <p:nvPr/>
        </p:nvSpPr>
        <p:spPr>
          <a:xfrm>
            <a:off x="69637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6" name="A1_bar_Cryo_14649">
            <a:extLst>
              <a:ext uri="{FF2B5EF4-FFF2-40B4-BE49-F238E27FC236}">
                <a16:creationId xmlns:a16="http://schemas.microsoft.com/office/drawing/2014/main" id="{5AF2902E-FBF8-406F-9F04-E00B9CE0B07D}"/>
              </a:ext>
            </a:extLst>
          </p:cNvPr>
          <p:cNvSpPr>
            <a:spLocks noGrp="1"/>
          </p:cNvSpPr>
          <p:nvPr/>
        </p:nvSpPr>
        <p:spPr>
          <a:xfrm>
            <a:off x="689096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7" name="A1_bar_Cryo_14650">
            <a:extLst>
              <a:ext uri="{FF2B5EF4-FFF2-40B4-BE49-F238E27FC236}">
                <a16:creationId xmlns:a16="http://schemas.microsoft.com/office/drawing/2014/main" id="{0BE22879-E585-4908-B037-A283A0DEE155}"/>
              </a:ext>
            </a:extLst>
          </p:cNvPr>
          <p:cNvSpPr>
            <a:spLocks noGrp="1"/>
          </p:cNvSpPr>
          <p:nvPr/>
        </p:nvSpPr>
        <p:spPr>
          <a:xfrm>
            <a:off x="686978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8" name="A1_bar_Cryo_14651">
            <a:extLst>
              <a:ext uri="{FF2B5EF4-FFF2-40B4-BE49-F238E27FC236}">
                <a16:creationId xmlns:a16="http://schemas.microsoft.com/office/drawing/2014/main" id="{323088E1-3A6E-43ED-88DB-53720534679C}"/>
              </a:ext>
            </a:extLst>
          </p:cNvPr>
          <p:cNvSpPr>
            <a:spLocks noGrp="1"/>
          </p:cNvSpPr>
          <p:nvPr/>
        </p:nvSpPr>
        <p:spPr>
          <a:xfrm>
            <a:off x="691222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29" name="A1_bar_Cryo_14652">
            <a:extLst>
              <a:ext uri="{FF2B5EF4-FFF2-40B4-BE49-F238E27FC236}">
                <a16:creationId xmlns:a16="http://schemas.microsoft.com/office/drawing/2014/main" id="{582088A9-1C2F-4311-8BF5-02265BA316BD}"/>
              </a:ext>
            </a:extLst>
          </p:cNvPr>
          <p:cNvSpPr>
            <a:spLocks noGrp="1"/>
          </p:cNvSpPr>
          <p:nvPr/>
        </p:nvSpPr>
        <p:spPr>
          <a:xfrm>
            <a:off x="69588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0" name="A1_bar_Cryo_14653">
            <a:extLst>
              <a:ext uri="{FF2B5EF4-FFF2-40B4-BE49-F238E27FC236}">
                <a16:creationId xmlns:a16="http://schemas.microsoft.com/office/drawing/2014/main" id="{6156DC34-5077-47F6-BC36-21C0C60595AA}"/>
              </a:ext>
            </a:extLst>
          </p:cNvPr>
          <p:cNvSpPr>
            <a:spLocks noGrp="1"/>
          </p:cNvSpPr>
          <p:nvPr/>
        </p:nvSpPr>
        <p:spPr>
          <a:xfrm>
            <a:off x="6962448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1" name="A1_bar_Cryo_14654">
            <a:extLst>
              <a:ext uri="{FF2B5EF4-FFF2-40B4-BE49-F238E27FC236}">
                <a16:creationId xmlns:a16="http://schemas.microsoft.com/office/drawing/2014/main" id="{4019F3F7-BC9A-4F18-81E8-1AEA2455D851}"/>
              </a:ext>
            </a:extLst>
          </p:cNvPr>
          <p:cNvSpPr>
            <a:spLocks noGrp="1"/>
          </p:cNvSpPr>
          <p:nvPr/>
        </p:nvSpPr>
        <p:spPr>
          <a:xfrm>
            <a:off x="6963964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2" name="A1_bar_Cryo_14655">
            <a:extLst>
              <a:ext uri="{FF2B5EF4-FFF2-40B4-BE49-F238E27FC236}">
                <a16:creationId xmlns:a16="http://schemas.microsoft.com/office/drawing/2014/main" id="{C9D4F547-3164-45E9-B44F-4E5FFD2B14AE}"/>
              </a:ext>
            </a:extLst>
          </p:cNvPr>
          <p:cNvSpPr>
            <a:spLocks noGrp="1"/>
          </p:cNvSpPr>
          <p:nvPr/>
        </p:nvSpPr>
        <p:spPr>
          <a:xfrm>
            <a:off x="7067975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3" name="A1_bar_Cryo_14656">
            <a:extLst>
              <a:ext uri="{FF2B5EF4-FFF2-40B4-BE49-F238E27FC236}">
                <a16:creationId xmlns:a16="http://schemas.microsoft.com/office/drawing/2014/main" id="{5E853A53-CED4-4E42-8D1E-C423067608A6}"/>
              </a:ext>
            </a:extLst>
          </p:cNvPr>
          <p:cNvSpPr>
            <a:spLocks noGrp="1"/>
          </p:cNvSpPr>
          <p:nvPr/>
        </p:nvSpPr>
        <p:spPr>
          <a:xfrm>
            <a:off x="6947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4" name="A1_bar_Cryo_14657">
            <a:extLst>
              <a:ext uri="{FF2B5EF4-FFF2-40B4-BE49-F238E27FC236}">
                <a16:creationId xmlns:a16="http://schemas.microsoft.com/office/drawing/2014/main" id="{5D94DF48-1487-4BAD-9D6D-C7657CD1BC39}"/>
              </a:ext>
            </a:extLst>
          </p:cNvPr>
          <p:cNvSpPr>
            <a:spLocks noGrp="1"/>
          </p:cNvSpPr>
          <p:nvPr/>
        </p:nvSpPr>
        <p:spPr>
          <a:xfrm>
            <a:off x="7018228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5" name="A1_bar_Cryo_14658">
            <a:extLst>
              <a:ext uri="{FF2B5EF4-FFF2-40B4-BE49-F238E27FC236}">
                <a16:creationId xmlns:a16="http://schemas.microsoft.com/office/drawing/2014/main" id="{84A9B720-38AC-4DD9-9790-E18F0650B698}"/>
              </a:ext>
            </a:extLst>
          </p:cNvPr>
          <p:cNvSpPr>
            <a:spLocks noGrp="1"/>
          </p:cNvSpPr>
          <p:nvPr/>
        </p:nvSpPr>
        <p:spPr>
          <a:xfrm>
            <a:off x="70524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6" name="A1_bar_Cryo_14659">
            <a:extLst>
              <a:ext uri="{FF2B5EF4-FFF2-40B4-BE49-F238E27FC236}">
                <a16:creationId xmlns:a16="http://schemas.microsoft.com/office/drawing/2014/main" id="{FBA1515F-DC3C-4FFC-9FDD-004C07FB9DD3}"/>
              </a:ext>
            </a:extLst>
          </p:cNvPr>
          <p:cNvSpPr>
            <a:spLocks noGrp="1"/>
          </p:cNvSpPr>
          <p:nvPr/>
        </p:nvSpPr>
        <p:spPr>
          <a:xfrm>
            <a:off x="6960896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7" name="A1_bar_Cryo_14660">
            <a:extLst>
              <a:ext uri="{FF2B5EF4-FFF2-40B4-BE49-F238E27FC236}">
                <a16:creationId xmlns:a16="http://schemas.microsoft.com/office/drawing/2014/main" id="{3C5F341D-5FEB-41C7-847A-7A6FA8F4ADCA}"/>
              </a:ext>
            </a:extLst>
          </p:cNvPr>
          <p:cNvSpPr>
            <a:spLocks noGrp="1"/>
          </p:cNvSpPr>
          <p:nvPr/>
        </p:nvSpPr>
        <p:spPr>
          <a:xfrm>
            <a:off x="6971486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8" name="A1_bar_Cryo_14661">
            <a:extLst>
              <a:ext uri="{FF2B5EF4-FFF2-40B4-BE49-F238E27FC236}">
                <a16:creationId xmlns:a16="http://schemas.microsoft.com/office/drawing/2014/main" id="{0007538D-3D04-4034-89C8-C508DCB7E8D5}"/>
              </a:ext>
            </a:extLst>
          </p:cNvPr>
          <p:cNvSpPr>
            <a:spLocks noGrp="1"/>
          </p:cNvSpPr>
          <p:nvPr/>
        </p:nvSpPr>
        <p:spPr>
          <a:xfrm>
            <a:off x="695458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39" name="A1_bar_Cryo_14662">
            <a:extLst>
              <a:ext uri="{FF2B5EF4-FFF2-40B4-BE49-F238E27FC236}">
                <a16:creationId xmlns:a16="http://schemas.microsoft.com/office/drawing/2014/main" id="{B50D6827-36D4-4B60-8EAC-060A0A279571}"/>
              </a:ext>
            </a:extLst>
          </p:cNvPr>
          <p:cNvSpPr>
            <a:spLocks noGrp="1"/>
          </p:cNvSpPr>
          <p:nvPr/>
        </p:nvSpPr>
        <p:spPr>
          <a:xfrm>
            <a:off x="693072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0" name="A1_bar_Cryo_14663">
            <a:extLst>
              <a:ext uri="{FF2B5EF4-FFF2-40B4-BE49-F238E27FC236}">
                <a16:creationId xmlns:a16="http://schemas.microsoft.com/office/drawing/2014/main" id="{E547E819-A6C9-4C4B-8459-CE94084F2314}"/>
              </a:ext>
            </a:extLst>
          </p:cNvPr>
          <p:cNvSpPr>
            <a:spLocks noGrp="1"/>
          </p:cNvSpPr>
          <p:nvPr/>
        </p:nvSpPr>
        <p:spPr>
          <a:xfrm>
            <a:off x="699164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1" name="A1_bar_Cryo_14664">
            <a:extLst>
              <a:ext uri="{FF2B5EF4-FFF2-40B4-BE49-F238E27FC236}">
                <a16:creationId xmlns:a16="http://schemas.microsoft.com/office/drawing/2014/main" id="{4CAE119E-4D5C-4C75-B78E-A548AADAC97B}"/>
              </a:ext>
            </a:extLst>
          </p:cNvPr>
          <p:cNvSpPr>
            <a:spLocks noGrp="1"/>
          </p:cNvSpPr>
          <p:nvPr/>
        </p:nvSpPr>
        <p:spPr>
          <a:xfrm>
            <a:off x="69385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2" name="A1_bar_Cryo_14665">
            <a:extLst>
              <a:ext uri="{FF2B5EF4-FFF2-40B4-BE49-F238E27FC236}">
                <a16:creationId xmlns:a16="http://schemas.microsoft.com/office/drawing/2014/main" id="{099BB833-C7D3-48B2-AD91-99AD8B92A16A}"/>
              </a:ext>
            </a:extLst>
          </p:cNvPr>
          <p:cNvSpPr>
            <a:spLocks noGrp="1"/>
          </p:cNvSpPr>
          <p:nvPr/>
        </p:nvSpPr>
        <p:spPr>
          <a:xfrm>
            <a:off x="68992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3" name="A1_bar_Cryo_14666">
            <a:extLst>
              <a:ext uri="{FF2B5EF4-FFF2-40B4-BE49-F238E27FC236}">
                <a16:creationId xmlns:a16="http://schemas.microsoft.com/office/drawing/2014/main" id="{3224165A-DC3D-4101-B705-64BC5DDD6F87}"/>
              </a:ext>
            </a:extLst>
          </p:cNvPr>
          <p:cNvSpPr>
            <a:spLocks noGrp="1"/>
          </p:cNvSpPr>
          <p:nvPr/>
        </p:nvSpPr>
        <p:spPr>
          <a:xfrm>
            <a:off x="69236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4" name="A1_bar_Cryo_14667">
            <a:extLst>
              <a:ext uri="{FF2B5EF4-FFF2-40B4-BE49-F238E27FC236}">
                <a16:creationId xmlns:a16="http://schemas.microsoft.com/office/drawing/2014/main" id="{35716EF2-FE22-4D9E-A115-3AC37CEADCA4}"/>
              </a:ext>
            </a:extLst>
          </p:cNvPr>
          <p:cNvSpPr>
            <a:spLocks noGrp="1"/>
          </p:cNvSpPr>
          <p:nvPr/>
        </p:nvSpPr>
        <p:spPr>
          <a:xfrm>
            <a:off x="69262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5" name="A1_bar_Cryo_14668">
            <a:extLst>
              <a:ext uri="{FF2B5EF4-FFF2-40B4-BE49-F238E27FC236}">
                <a16:creationId xmlns:a16="http://schemas.microsoft.com/office/drawing/2014/main" id="{9E15DC68-E75D-4B53-8208-BB5FF8375D00}"/>
              </a:ext>
            </a:extLst>
          </p:cNvPr>
          <p:cNvSpPr>
            <a:spLocks noGrp="1"/>
          </p:cNvSpPr>
          <p:nvPr/>
        </p:nvSpPr>
        <p:spPr>
          <a:xfrm>
            <a:off x="706431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6" name="A1_bar_Cryo_14669">
            <a:extLst>
              <a:ext uri="{FF2B5EF4-FFF2-40B4-BE49-F238E27FC236}">
                <a16:creationId xmlns:a16="http://schemas.microsoft.com/office/drawing/2014/main" id="{CAF85F82-2EB0-4B7B-8AA4-F35FE7D05E0F}"/>
              </a:ext>
            </a:extLst>
          </p:cNvPr>
          <p:cNvSpPr>
            <a:spLocks noGrp="1"/>
          </p:cNvSpPr>
          <p:nvPr/>
        </p:nvSpPr>
        <p:spPr>
          <a:xfrm>
            <a:off x="7026414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7" name="A1_bar_Cryo_14670">
            <a:extLst>
              <a:ext uri="{FF2B5EF4-FFF2-40B4-BE49-F238E27FC236}">
                <a16:creationId xmlns:a16="http://schemas.microsoft.com/office/drawing/2014/main" id="{C14336C2-85B2-4ED9-B773-7982A4F1EB69}"/>
              </a:ext>
            </a:extLst>
          </p:cNvPr>
          <p:cNvSpPr>
            <a:spLocks noGrp="1"/>
          </p:cNvSpPr>
          <p:nvPr/>
        </p:nvSpPr>
        <p:spPr>
          <a:xfrm>
            <a:off x="6882673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8" name="A1_bar_Cryo_14671">
            <a:extLst>
              <a:ext uri="{FF2B5EF4-FFF2-40B4-BE49-F238E27FC236}">
                <a16:creationId xmlns:a16="http://schemas.microsoft.com/office/drawing/2014/main" id="{9FD288E4-3366-48A4-B822-F9D2A5C2E16D}"/>
              </a:ext>
            </a:extLst>
          </p:cNvPr>
          <p:cNvSpPr>
            <a:spLocks noGrp="1"/>
          </p:cNvSpPr>
          <p:nvPr/>
        </p:nvSpPr>
        <p:spPr>
          <a:xfrm>
            <a:off x="6916182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49" name="A1_bar_Cryo_14672">
            <a:extLst>
              <a:ext uri="{FF2B5EF4-FFF2-40B4-BE49-F238E27FC236}">
                <a16:creationId xmlns:a16="http://schemas.microsoft.com/office/drawing/2014/main" id="{1EB4F762-BCB4-4794-B5B7-70572A1122C0}"/>
              </a:ext>
            </a:extLst>
          </p:cNvPr>
          <p:cNvSpPr>
            <a:spLocks noGrp="1"/>
          </p:cNvSpPr>
          <p:nvPr/>
        </p:nvSpPr>
        <p:spPr>
          <a:xfrm>
            <a:off x="70372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0" name="A1_bar_Cryo_14673">
            <a:extLst>
              <a:ext uri="{FF2B5EF4-FFF2-40B4-BE49-F238E27FC236}">
                <a16:creationId xmlns:a16="http://schemas.microsoft.com/office/drawing/2014/main" id="{A6FF6FBA-46DB-4AD0-909C-07BE5CAD208A}"/>
              </a:ext>
            </a:extLst>
          </p:cNvPr>
          <p:cNvSpPr>
            <a:spLocks noGrp="1"/>
          </p:cNvSpPr>
          <p:nvPr/>
        </p:nvSpPr>
        <p:spPr>
          <a:xfrm>
            <a:off x="694210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1" name="A1_bar_Cryo_14674">
            <a:extLst>
              <a:ext uri="{FF2B5EF4-FFF2-40B4-BE49-F238E27FC236}">
                <a16:creationId xmlns:a16="http://schemas.microsoft.com/office/drawing/2014/main" id="{3422D60D-44D9-4275-99F7-D9A0412F4FB0}"/>
              </a:ext>
            </a:extLst>
          </p:cNvPr>
          <p:cNvSpPr>
            <a:spLocks noGrp="1"/>
          </p:cNvSpPr>
          <p:nvPr/>
        </p:nvSpPr>
        <p:spPr>
          <a:xfrm>
            <a:off x="707997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2" name="A1_bar_Cryo_14675">
            <a:extLst>
              <a:ext uri="{FF2B5EF4-FFF2-40B4-BE49-F238E27FC236}">
                <a16:creationId xmlns:a16="http://schemas.microsoft.com/office/drawing/2014/main" id="{B567F676-F275-45F3-9093-498EBDE7F8E8}"/>
              </a:ext>
            </a:extLst>
          </p:cNvPr>
          <p:cNvSpPr>
            <a:spLocks noGrp="1"/>
          </p:cNvSpPr>
          <p:nvPr/>
        </p:nvSpPr>
        <p:spPr>
          <a:xfrm>
            <a:off x="70863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3" name="A1_bar_Cryo_14676">
            <a:extLst>
              <a:ext uri="{FF2B5EF4-FFF2-40B4-BE49-F238E27FC236}">
                <a16:creationId xmlns:a16="http://schemas.microsoft.com/office/drawing/2014/main" id="{B9851454-EE1C-412D-B4FA-487F492292A0}"/>
              </a:ext>
            </a:extLst>
          </p:cNvPr>
          <p:cNvSpPr>
            <a:spLocks noGrp="1"/>
          </p:cNvSpPr>
          <p:nvPr/>
        </p:nvSpPr>
        <p:spPr>
          <a:xfrm>
            <a:off x="702396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4" name="A1_bar_Cryo_14677">
            <a:extLst>
              <a:ext uri="{FF2B5EF4-FFF2-40B4-BE49-F238E27FC236}">
                <a16:creationId xmlns:a16="http://schemas.microsoft.com/office/drawing/2014/main" id="{FF110100-384D-4083-ACB0-704805306C46}"/>
              </a:ext>
            </a:extLst>
          </p:cNvPr>
          <p:cNvSpPr>
            <a:spLocks noGrp="1"/>
          </p:cNvSpPr>
          <p:nvPr/>
        </p:nvSpPr>
        <p:spPr>
          <a:xfrm>
            <a:off x="70092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5" name="A1_bar_Cryo_14678">
            <a:extLst>
              <a:ext uri="{FF2B5EF4-FFF2-40B4-BE49-F238E27FC236}">
                <a16:creationId xmlns:a16="http://schemas.microsoft.com/office/drawing/2014/main" id="{5C37C81A-FE41-4037-BD99-F8C8AA7C0834}"/>
              </a:ext>
            </a:extLst>
          </p:cNvPr>
          <p:cNvSpPr>
            <a:spLocks noGrp="1"/>
          </p:cNvSpPr>
          <p:nvPr/>
        </p:nvSpPr>
        <p:spPr>
          <a:xfrm>
            <a:off x="68752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6" name="A1_bar_Cryo_14679">
            <a:extLst>
              <a:ext uri="{FF2B5EF4-FFF2-40B4-BE49-F238E27FC236}">
                <a16:creationId xmlns:a16="http://schemas.microsoft.com/office/drawing/2014/main" id="{E1200827-C048-4F41-B2BB-A45474267137}"/>
              </a:ext>
            </a:extLst>
          </p:cNvPr>
          <p:cNvSpPr>
            <a:spLocks noGrp="1"/>
          </p:cNvSpPr>
          <p:nvPr/>
        </p:nvSpPr>
        <p:spPr>
          <a:xfrm>
            <a:off x="701070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7" name="A1_bar_Cryo_14680">
            <a:extLst>
              <a:ext uri="{FF2B5EF4-FFF2-40B4-BE49-F238E27FC236}">
                <a16:creationId xmlns:a16="http://schemas.microsoft.com/office/drawing/2014/main" id="{619D308D-DEA6-49C3-89EE-38EEC8E90A82}"/>
              </a:ext>
            </a:extLst>
          </p:cNvPr>
          <p:cNvSpPr>
            <a:spLocks noGrp="1"/>
          </p:cNvSpPr>
          <p:nvPr/>
        </p:nvSpPr>
        <p:spPr>
          <a:xfrm>
            <a:off x="6933277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8" name="A1_bar_Cryo_14681">
            <a:extLst>
              <a:ext uri="{FF2B5EF4-FFF2-40B4-BE49-F238E27FC236}">
                <a16:creationId xmlns:a16="http://schemas.microsoft.com/office/drawing/2014/main" id="{4EFC716C-A81C-449A-A50E-B7C4076FC68E}"/>
              </a:ext>
            </a:extLst>
          </p:cNvPr>
          <p:cNvSpPr>
            <a:spLocks noGrp="1"/>
          </p:cNvSpPr>
          <p:nvPr/>
        </p:nvSpPr>
        <p:spPr>
          <a:xfrm>
            <a:off x="709842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59" name="A1_bar_Cryo_14682">
            <a:extLst>
              <a:ext uri="{FF2B5EF4-FFF2-40B4-BE49-F238E27FC236}">
                <a16:creationId xmlns:a16="http://schemas.microsoft.com/office/drawing/2014/main" id="{E3DC1804-6E55-4871-B93B-70C577C00269}"/>
              </a:ext>
            </a:extLst>
          </p:cNvPr>
          <p:cNvSpPr>
            <a:spLocks noGrp="1"/>
          </p:cNvSpPr>
          <p:nvPr/>
        </p:nvSpPr>
        <p:spPr>
          <a:xfrm>
            <a:off x="687557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0" name="A1_bar_Cryo_14683">
            <a:extLst>
              <a:ext uri="{FF2B5EF4-FFF2-40B4-BE49-F238E27FC236}">
                <a16:creationId xmlns:a16="http://schemas.microsoft.com/office/drawing/2014/main" id="{140B72AA-3EDA-40D0-8156-42EF5BE085CA}"/>
              </a:ext>
            </a:extLst>
          </p:cNvPr>
          <p:cNvSpPr>
            <a:spLocks noGrp="1"/>
          </p:cNvSpPr>
          <p:nvPr/>
        </p:nvSpPr>
        <p:spPr>
          <a:xfrm>
            <a:off x="7096103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1" name="A1_bar_Cryo_14684">
            <a:extLst>
              <a:ext uri="{FF2B5EF4-FFF2-40B4-BE49-F238E27FC236}">
                <a16:creationId xmlns:a16="http://schemas.microsoft.com/office/drawing/2014/main" id="{754D2749-3668-4937-A2C8-ED2E293847FB}"/>
              </a:ext>
            </a:extLst>
          </p:cNvPr>
          <p:cNvSpPr>
            <a:spLocks noGrp="1"/>
          </p:cNvSpPr>
          <p:nvPr/>
        </p:nvSpPr>
        <p:spPr>
          <a:xfrm>
            <a:off x="70738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2" name="A1_bar_Cryo_14685">
            <a:extLst>
              <a:ext uri="{FF2B5EF4-FFF2-40B4-BE49-F238E27FC236}">
                <a16:creationId xmlns:a16="http://schemas.microsoft.com/office/drawing/2014/main" id="{ABE53171-B57B-4C28-8025-E529C336BD99}"/>
              </a:ext>
            </a:extLst>
          </p:cNvPr>
          <p:cNvSpPr>
            <a:spLocks noGrp="1"/>
          </p:cNvSpPr>
          <p:nvPr/>
        </p:nvSpPr>
        <p:spPr>
          <a:xfrm>
            <a:off x="70352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3" name="A1_bar_Cryo_14686">
            <a:extLst>
              <a:ext uri="{FF2B5EF4-FFF2-40B4-BE49-F238E27FC236}">
                <a16:creationId xmlns:a16="http://schemas.microsoft.com/office/drawing/2014/main" id="{ED01879D-5DE9-4860-8114-B316E1F40F4A}"/>
              </a:ext>
            </a:extLst>
          </p:cNvPr>
          <p:cNvSpPr>
            <a:spLocks noGrp="1"/>
          </p:cNvSpPr>
          <p:nvPr/>
        </p:nvSpPr>
        <p:spPr>
          <a:xfrm>
            <a:off x="6913942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4" name="A1_bar_Cryo_14687">
            <a:extLst>
              <a:ext uri="{FF2B5EF4-FFF2-40B4-BE49-F238E27FC236}">
                <a16:creationId xmlns:a16="http://schemas.microsoft.com/office/drawing/2014/main" id="{A128797E-342B-4F28-A6A7-478265CAC698}"/>
              </a:ext>
            </a:extLst>
          </p:cNvPr>
          <p:cNvSpPr>
            <a:spLocks noGrp="1"/>
          </p:cNvSpPr>
          <p:nvPr/>
        </p:nvSpPr>
        <p:spPr>
          <a:xfrm>
            <a:off x="70214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5" name="A1_bar_Cryo_14688">
            <a:extLst>
              <a:ext uri="{FF2B5EF4-FFF2-40B4-BE49-F238E27FC236}">
                <a16:creationId xmlns:a16="http://schemas.microsoft.com/office/drawing/2014/main" id="{97D952C0-D933-4715-A5C9-0B1415BF6A00}"/>
              </a:ext>
            </a:extLst>
          </p:cNvPr>
          <p:cNvSpPr>
            <a:spLocks noGrp="1"/>
          </p:cNvSpPr>
          <p:nvPr/>
        </p:nvSpPr>
        <p:spPr>
          <a:xfrm>
            <a:off x="694280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6" name="A1_bar_Cryo_14689">
            <a:extLst>
              <a:ext uri="{FF2B5EF4-FFF2-40B4-BE49-F238E27FC236}">
                <a16:creationId xmlns:a16="http://schemas.microsoft.com/office/drawing/2014/main" id="{B3C7CED2-2DAC-4AE7-8E70-7A3E1337100A}"/>
              </a:ext>
            </a:extLst>
          </p:cNvPr>
          <p:cNvSpPr>
            <a:spLocks noGrp="1"/>
          </p:cNvSpPr>
          <p:nvPr/>
        </p:nvSpPr>
        <p:spPr>
          <a:xfrm>
            <a:off x="6852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7" name="A1_bar_Cryo_14690">
            <a:extLst>
              <a:ext uri="{FF2B5EF4-FFF2-40B4-BE49-F238E27FC236}">
                <a16:creationId xmlns:a16="http://schemas.microsoft.com/office/drawing/2014/main" id="{F5337D79-85DB-4606-A3E5-9A9674BF76D7}"/>
              </a:ext>
            </a:extLst>
          </p:cNvPr>
          <p:cNvSpPr>
            <a:spLocks noGrp="1"/>
          </p:cNvSpPr>
          <p:nvPr/>
        </p:nvSpPr>
        <p:spPr>
          <a:xfrm>
            <a:off x="706399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8" name="A1_bar_Cryo_14691">
            <a:extLst>
              <a:ext uri="{FF2B5EF4-FFF2-40B4-BE49-F238E27FC236}">
                <a16:creationId xmlns:a16="http://schemas.microsoft.com/office/drawing/2014/main" id="{7D24B252-E860-40E5-ACDB-1C6EC8626E09}"/>
              </a:ext>
            </a:extLst>
          </p:cNvPr>
          <p:cNvSpPr>
            <a:spLocks noGrp="1"/>
          </p:cNvSpPr>
          <p:nvPr/>
        </p:nvSpPr>
        <p:spPr>
          <a:xfrm>
            <a:off x="6993511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69" name="A1_bar_Cryo_14692">
            <a:extLst>
              <a:ext uri="{FF2B5EF4-FFF2-40B4-BE49-F238E27FC236}">
                <a16:creationId xmlns:a16="http://schemas.microsoft.com/office/drawing/2014/main" id="{D31B24FD-B97D-434A-A8CC-74A99081B0D8}"/>
              </a:ext>
            </a:extLst>
          </p:cNvPr>
          <p:cNvSpPr>
            <a:spLocks noGrp="1"/>
          </p:cNvSpPr>
          <p:nvPr/>
        </p:nvSpPr>
        <p:spPr>
          <a:xfrm>
            <a:off x="6984205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0" name="A1_bar_Cryo_14693">
            <a:extLst>
              <a:ext uri="{FF2B5EF4-FFF2-40B4-BE49-F238E27FC236}">
                <a16:creationId xmlns:a16="http://schemas.microsoft.com/office/drawing/2014/main" id="{4419919B-1245-4224-91AA-5BCA6E6FAEEF}"/>
              </a:ext>
            </a:extLst>
          </p:cNvPr>
          <p:cNvSpPr>
            <a:spLocks noGrp="1"/>
          </p:cNvSpPr>
          <p:nvPr/>
        </p:nvSpPr>
        <p:spPr>
          <a:xfrm>
            <a:off x="68877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1" name="A1_bar_Cryo_14694">
            <a:extLst>
              <a:ext uri="{FF2B5EF4-FFF2-40B4-BE49-F238E27FC236}">
                <a16:creationId xmlns:a16="http://schemas.microsoft.com/office/drawing/2014/main" id="{768C5C0C-E522-4CA0-84A2-06609F2F5C3F}"/>
              </a:ext>
            </a:extLst>
          </p:cNvPr>
          <p:cNvSpPr>
            <a:spLocks noGrp="1"/>
          </p:cNvSpPr>
          <p:nvPr/>
        </p:nvSpPr>
        <p:spPr>
          <a:xfrm>
            <a:off x="7048055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2" name="A1_bar_Cryo_14695">
            <a:extLst>
              <a:ext uri="{FF2B5EF4-FFF2-40B4-BE49-F238E27FC236}">
                <a16:creationId xmlns:a16="http://schemas.microsoft.com/office/drawing/2014/main" id="{3C1705AF-CB35-4E22-A331-7540E94B73A8}"/>
              </a:ext>
            </a:extLst>
          </p:cNvPr>
          <p:cNvSpPr>
            <a:spLocks noGrp="1"/>
          </p:cNvSpPr>
          <p:nvPr/>
        </p:nvSpPr>
        <p:spPr>
          <a:xfrm>
            <a:off x="70810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3" name="A1_bar_Cryo_14696">
            <a:extLst>
              <a:ext uri="{FF2B5EF4-FFF2-40B4-BE49-F238E27FC236}">
                <a16:creationId xmlns:a16="http://schemas.microsoft.com/office/drawing/2014/main" id="{F2063B17-42E2-4CEC-A3F1-6D55B670F556}"/>
              </a:ext>
            </a:extLst>
          </p:cNvPr>
          <p:cNvSpPr>
            <a:spLocks noGrp="1"/>
          </p:cNvSpPr>
          <p:nvPr/>
        </p:nvSpPr>
        <p:spPr>
          <a:xfrm>
            <a:off x="7078650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4" name="A1_bar_Cryo_14697">
            <a:extLst>
              <a:ext uri="{FF2B5EF4-FFF2-40B4-BE49-F238E27FC236}">
                <a16:creationId xmlns:a16="http://schemas.microsoft.com/office/drawing/2014/main" id="{3B095EE5-566C-433F-BF96-F0E8F85EED76}"/>
              </a:ext>
            </a:extLst>
          </p:cNvPr>
          <p:cNvSpPr>
            <a:spLocks noGrp="1"/>
          </p:cNvSpPr>
          <p:nvPr/>
        </p:nvSpPr>
        <p:spPr>
          <a:xfrm>
            <a:off x="697869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5" name="A1_bar_Cryo_14698">
            <a:extLst>
              <a:ext uri="{FF2B5EF4-FFF2-40B4-BE49-F238E27FC236}">
                <a16:creationId xmlns:a16="http://schemas.microsoft.com/office/drawing/2014/main" id="{1CE6787E-62C2-4AA9-A06D-04AC423565DA}"/>
              </a:ext>
            </a:extLst>
          </p:cNvPr>
          <p:cNvSpPr>
            <a:spLocks noGrp="1"/>
          </p:cNvSpPr>
          <p:nvPr/>
        </p:nvSpPr>
        <p:spPr>
          <a:xfrm>
            <a:off x="701947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6" name="A1_bar_Cryo_14699">
            <a:extLst>
              <a:ext uri="{FF2B5EF4-FFF2-40B4-BE49-F238E27FC236}">
                <a16:creationId xmlns:a16="http://schemas.microsoft.com/office/drawing/2014/main" id="{12F0BB37-D4FA-4CC1-A292-AA67ED8D37C5}"/>
              </a:ext>
            </a:extLst>
          </p:cNvPr>
          <p:cNvSpPr>
            <a:spLocks noGrp="1"/>
          </p:cNvSpPr>
          <p:nvPr/>
        </p:nvSpPr>
        <p:spPr>
          <a:xfrm>
            <a:off x="68541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7" name="A1_bar_Cryo_14700">
            <a:extLst>
              <a:ext uri="{FF2B5EF4-FFF2-40B4-BE49-F238E27FC236}">
                <a16:creationId xmlns:a16="http://schemas.microsoft.com/office/drawing/2014/main" id="{B94B39C3-BAED-4948-BAE0-0D625AEE9F04}"/>
              </a:ext>
            </a:extLst>
          </p:cNvPr>
          <p:cNvSpPr>
            <a:spLocks noGrp="1"/>
          </p:cNvSpPr>
          <p:nvPr/>
        </p:nvSpPr>
        <p:spPr>
          <a:xfrm>
            <a:off x="690411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8" name="A1_bar_Cryo_14701">
            <a:extLst>
              <a:ext uri="{FF2B5EF4-FFF2-40B4-BE49-F238E27FC236}">
                <a16:creationId xmlns:a16="http://schemas.microsoft.com/office/drawing/2014/main" id="{88E28FE1-57B5-49A1-ADEB-CC5106B50716}"/>
              </a:ext>
            </a:extLst>
          </p:cNvPr>
          <p:cNvSpPr>
            <a:spLocks noGrp="1"/>
          </p:cNvSpPr>
          <p:nvPr/>
        </p:nvSpPr>
        <p:spPr>
          <a:xfrm>
            <a:off x="7039866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79" name="A1_bar_Cryo_14702">
            <a:extLst>
              <a:ext uri="{FF2B5EF4-FFF2-40B4-BE49-F238E27FC236}">
                <a16:creationId xmlns:a16="http://schemas.microsoft.com/office/drawing/2014/main" id="{633EECA4-AB12-4984-8DAC-D9144129B948}"/>
              </a:ext>
            </a:extLst>
          </p:cNvPr>
          <p:cNvSpPr>
            <a:spLocks noGrp="1"/>
          </p:cNvSpPr>
          <p:nvPr/>
        </p:nvSpPr>
        <p:spPr>
          <a:xfrm>
            <a:off x="7066661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0" name="A1_bar_Cryo_14703">
            <a:extLst>
              <a:ext uri="{FF2B5EF4-FFF2-40B4-BE49-F238E27FC236}">
                <a16:creationId xmlns:a16="http://schemas.microsoft.com/office/drawing/2014/main" id="{8A3EEC14-746A-45BE-B0FC-07C98FBD9CE1}"/>
              </a:ext>
            </a:extLst>
          </p:cNvPr>
          <p:cNvSpPr>
            <a:spLocks noGrp="1"/>
          </p:cNvSpPr>
          <p:nvPr/>
        </p:nvSpPr>
        <p:spPr>
          <a:xfrm>
            <a:off x="70893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1" name="A1_bar_Cryo_14704">
            <a:extLst>
              <a:ext uri="{FF2B5EF4-FFF2-40B4-BE49-F238E27FC236}">
                <a16:creationId xmlns:a16="http://schemas.microsoft.com/office/drawing/2014/main" id="{B196708E-6D85-4B65-8307-2D5D65CD9F3B}"/>
              </a:ext>
            </a:extLst>
          </p:cNvPr>
          <p:cNvSpPr>
            <a:spLocks noGrp="1"/>
          </p:cNvSpPr>
          <p:nvPr/>
        </p:nvSpPr>
        <p:spPr>
          <a:xfrm>
            <a:off x="687216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2" name="A1_bar_Cryo_14705">
            <a:extLst>
              <a:ext uri="{FF2B5EF4-FFF2-40B4-BE49-F238E27FC236}">
                <a16:creationId xmlns:a16="http://schemas.microsoft.com/office/drawing/2014/main" id="{80F41754-5701-4688-8847-58AF736281EE}"/>
              </a:ext>
            </a:extLst>
          </p:cNvPr>
          <p:cNvSpPr>
            <a:spLocks noGrp="1"/>
          </p:cNvSpPr>
          <p:nvPr/>
        </p:nvSpPr>
        <p:spPr>
          <a:xfrm>
            <a:off x="689924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3" name="A1_bar_Cryo_14706">
            <a:extLst>
              <a:ext uri="{FF2B5EF4-FFF2-40B4-BE49-F238E27FC236}">
                <a16:creationId xmlns:a16="http://schemas.microsoft.com/office/drawing/2014/main" id="{DDCEDBC5-DDE6-4FAC-8DFF-F3CD53F46800}"/>
              </a:ext>
            </a:extLst>
          </p:cNvPr>
          <p:cNvSpPr>
            <a:spLocks noGrp="1"/>
          </p:cNvSpPr>
          <p:nvPr/>
        </p:nvSpPr>
        <p:spPr>
          <a:xfrm>
            <a:off x="69127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4" name="A1_bar_Cryo_14707">
            <a:extLst>
              <a:ext uri="{FF2B5EF4-FFF2-40B4-BE49-F238E27FC236}">
                <a16:creationId xmlns:a16="http://schemas.microsoft.com/office/drawing/2014/main" id="{D81AC366-02CE-46E4-AA98-3646EBB02B97}"/>
              </a:ext>
            </a:extLst>
          </p:cNvPr>
          <p:cNvSpPr>
            <a:spLocks noGrp="1"/>
          </p:cNvSpPr>
          <p:nvPr/>
        </p:nvSpPr>
        <p:spPr>
          <a:xfrm>
            <a:off x="700306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5" name="A1_bar_Cryo_14708">
            <a:extLst>
              <a:ext uri="{FF2B5EF4-FFF2-40B4-BE49-F238E27FC236}">
                <a16:creationId xmlns:a16="http://schemas.microsoft.com/office/drawing/2014/main" id="{D2A8FB5A-20C5-4753-AD6D-C54591120106}"/>
              </a:ext>
            </a:extLst>
          </p:cNvPr>
          <p:cNvSpPr>
            <a:spLocks noGrp="1"/>
          </p:cNvSpPr>
          <p:nvPr/>
        </p:nvSpPr>
        <p:spPr>
          <a:xfrm>
            <a:off x="6852032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6" name="A1_bar_Cryo_14709">
            <a:extLst>
              <a:ext uri="{FF2B5EF4-FFF2-40B4-BE49-F238E27FC236}">
                <a16:creationId xmlns:a16="http://schemas.microsoft.com/office/drawing/2014/main" id="{8D698BF2-D796-47D8-822E-0F2E1DB293E7}"/>
              </a:ext>
            </a:extLst>
          </p:cNvPr>
          <p:cNvSpPr>
            <a:spLocks noGrp="1"/>
          </p:cNvSpPr>
          <p:nvPr/>
        </p:nvSpPr>
        <p:spPr>
          <a:xfrm>
            <a:off x="704733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7" name="A1_bar_Cryo_14710">
            <a:extLst>
              <a:ext uri="{FF2B5EF4-FFF2-40B4-BE49-F238E27FC236}">
                <a16:creationId xmlns:a16="http://schemas.microsoft.com/office/drawing/2014/main" id="{AF2D5913-8C7F-477C-B1EF-491F9E9870A6}"/>
              </a:ext>
            </a:extLst>
          </p:cNvPr>
          <p:cNvSpPr>
            <a:spLocks noGrp="1"/>
          </p:cNvSpPr>
          <p:nvPr/>
        </p:nvSpPr>
        <p:spPr>
          <a:xfrm>
            <a:off x="707168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8" name="A1_bar_Cryo_14711">
            <a:extLst>
              <a:ext uri="{FF2B5EF4-FFF2-40B4-BE49-F238E27FC236}">
                <a16:creationId xmlns:a16="http://schemas.microsoft.com/office/drawing/2014/main" id="{FFAC74F6-76C3-4885-B1A0-DC1C4C236ED6}"/>
              </a:ext>
            </a:extLst>
          </p:cNvPr>
          <p:cNvSpPr>
            <a:spLocks noGrp="1"/>
          </p:cNvSpPr>
          <p:nvPr/>
        </p:nvSpPr>
        <p:spPr>
          <a:xfrm>
            <a:off x="7045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89" name="A1_bar_Cryo_14712">
            <a:extLst>
              <a:ext uri="{FF2B5EF4-FFF2-40B4-BE49-F238E27FC236}">
                <a16:creationId xmlns:a16="http://schemas.microsoft.com/office/drawing/2014/main" id="{4E68E15F-3060-4F66-84F9-4DE68ADD6D8A}"/>
              </a:ext>
            </a:extLst>
          </p:cNvPr>
          <p:cNvSpPr>
            <a:spLocks noGrp="1"/>
          </p:cNvSpPr>
          <p:nvPr/>
        </p:nvSpPr>
        <p:spPr>
          <a:xfrm>
            <a:off x="704185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0" name="A1_bar_Cryo_14713">
            <a:extLst>
              <a:ext uri="{FF2B5EF4-FFF2-40B4-BE49-F238E27FC236}">
                <a16:creationId xmlns:a16="http://schemas.microsoft.com/office/drawing/2014/main" id="{50AE0E2E-3628-441C-9000-4FB4F5139CB5}"/>
              </a:ext>
            </a:extLst>
          </p:cNvPr>
          <p:cNvSpPr>
            <a:spLocks noGrp="1"/>
          </p:cNvSpPr>
          <p:nvPr/>
        </p:nvSpPr>
        <p:spPr>
          <a:xfrm>
            <a:off x="6949601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1" name="A1_bar_Cryo_14714">
            <a:extLst>
              <a:ext uri="{FF2B5EF4-FFF2-40B4-BE49-F238E27FC236}">
                <a16:creationId xmlns:a16="http://schemas.microsoft.com/office/drawing/2014/main" id="{C40727CB-6A90-4B5E-88A4-C2BCB213998F}"/>
              </a:ext>
            </a:extLst>
          </p:cNvPr>
          <p:cNvSpPr>
            <a:spLocks noGrp="1"/>
          </p:cNvSpPr>
          <p:nvPr/>
        </p:nvSpPr>
        <p:spPr>
          <a:xfrm>
            <a:off x="6988608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2" name="A1_bar_Cryo_14715">
            <a:extLst>
              <a:ext uri="{FF2B5EF4-FFF2-40B4-BE49-F238E27FC236}">
                <a16:creationId xmlns:a16="http://schemas.microsoft.com/office/drawing/2014/main" id="{FB71E9DC-9628-492C-B2E3-EF9EDD08E977}"/>
              </a:ext>
            </a:extLst>
          </p:cNvPr>
          <p:cNvSpPr>
            <a:spLocks noGrp="1"/>
          </p:cNvSpPr>
          <p:nvPr/>
        </p:nvSpPr>
        <p:spPr>
          <a:xfrm>
            <a:off x="702479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3" name="A1_bar_Cryo_14716">
            <a:extLst>
              <a:ext uri="{FF2B5EF4-FFF2-40B4-BE49-F238E27FC236}">
                <a16:creationId xmlns:a16="http://schemas.microsoft.com/office/drawing/2014/main" id="{34201897-F6EB-4D1C-B108-A6C67FC82312}"/>
              </a:ext>
            </a:extLst>
          </p:cNvPr>
          <p:cNvSpPr>
            <a:spLocks noGrp="1"/>
          </p:cNvSpPr>
          <p:nvPr/>
        </p:nvSpPr>
        <p:spPr>
          <a:xfrm>
            <a:off x="6904283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4" name="A1_bar_Cryo_14717">
            <a:extLst>
              <a:ext uri="{FF2B5EF4-FFF2-40B4-BE49-F238E27FC236}">
                <a16:creationId xmlns:a16="http://schemas.microsoft.com/office/drawing/2014/main" id="{61C9221F-9C2A-47EE-8171-DE89F1E01149}"/>
              </a:ext>
            </a:extLst>
          </p:cNvPr>
          <p:cNvSpPr>
            <a:spLocks noGrp="1"/>
          </p:cNvSpPr>
          <p:nvPr/>
        </p:nvSpPr>
        <p:spPr>
          <a:xfrm>
            <a:off x="6894058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5" name="A1_bar_Cryo_14718">
            <a:extLst>
              <a:ext uri="{FF2B5EF4-FFF2-40B4-BE49-F238E27FC236}">
                <a16:creationId xmlns:a16="http://schemas.microsoft.com/office/drawing/2014/main" id="{53DF0A73-D4C0-48E3-8150-25AF8B19BBF4}"/>
              </a:ext>
            </a:extLst>
          </p:cNvPr>
          <p:cNvSpPr>
            <a:spLocks noGrp="1"/>
          </p:cNvSpPr>
          <p:nvPr/>
        </p:nvSpPr>
        <p:spPr>
          <a:xfrm>
            <a:off x="696948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6" name="A1_bar_Cryo_14719">
            <a:extLst>
              <a:ext uri="{FF2B5EF4-FFF2-40B4-BE49-F238E27FC236}">
                <a16:creationId xmlns:a16="http://schemas.microsoft.com/office/drawing/2014/main" id="{D1FC5F71-9BAF-4283-90B0-DBA79BCADAA7}"/>
              </a:ext>
            </a:extLst>
          </p:cNvPr>
          <p:cNvSpPr>
            <a:spLocks noGrp="1"/>
          </p:cNvSpPr>
          <p:nvPr/>
        </p:nvSpPr>
        <p:spPr>
          <a:xfrm>
            <a:off x="701937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7" name="A1_bar_Cryo_14720">
            <a:extLst>
              <a:ext uri="{FF2B5EF4-FFF2-40B4-BE49-F238E27FC236}">
                <a16:creationId xmlns:a16="http://schemas.microsoft.com/office/drawing/2014/main" id="{F33578CC-8712-4B0B-82F1-75AE360609A2}"/>
              </a:ext>
            </a:extLst>
          </p:cNvPr>
          <p:cNvSpPr>
            <a:spLocks noGrp="1"/>
          </p:cNvSpPr>
          <p:nvPr/>
        </p:nvSpPr>
        <p:spPr>
          <a:xfrm>
            <a:off x="69195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8" name="A1_bar_Cryo_14721">
            <a:extLst>
              <a:ext uri="{FF2B5EF4-FFF2-40B4-BE49-F238E27FC236}">
                <a16:creationId xmlns:a16="http://schemas.microsoft.com/office/drawing/2014/main" id="{28627295-1210-4E08-8B36-5CD422F95509}"/>
              </a:ext>
            </a:extLst>
          </p:cNvPr>
          <p:cNvSpPr>
            <a:spLocks noGrp="1"/>
          </p:cNvSpPr>
          <p:nvPr/>
        </p:nvSpPr>
        <p:spPr>
          <a:xfrm>
            <a:off x="7098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499" name="A1_bar_Cryo_14722">
            <a:extLst>
              <a:ext uri="{FF2B5EF4-FFF2-40B4-BE49-F238E27FC236}">
                <a16:creationId xmlns:a16="http://schemas.microsoft.com/office/drawing/2014/main" id="{9EF226A4-7B50-462A-933B-C7675A602C06}"/>
              </a:ext>
            </a:extLst>
          </p:cNvPr>
          <p:cNvSpPr>
            <a:spLocks noGrp="1"/>
          </p:cNvSpPr>
          <p:nvPr/>
        </p:nvSpPr>
        <p:spPr>
          <a:xfrm>
            <a:off x="7093408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0" name="A1_bar_Cryo_14723">
            <a:extLst>
              <a:ext uri="{FF2B5EF4-FFF2-40B4-BE49-F238E27FC236}">
                <a16:creationId xmlns:a16="http://schemas.microsoft.com/office/drawing/2014/main" id="{38D73B9B-6B52-47AA-B53A-8C2FACF81421}"/>
              </a:ext>
            </a:extLst>
          </p:cNvPr>
          <p:cNvSpPr>
            <a:spLocks noGrp="1"/>
          </p:cNvSpPr>
          <p:nvPr/>
        </p:nvSpPr>
        <p:spPr>
          <a:xfrm>
            <a:off x="685541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1" name="A1_bar_Cryo_14724">
            <a:extLst>
              <a:ext uri="{FF2B5EF4-FFF2-40B4-BE49-F238E27FC236}">
                <a16:creationId xmlns:a16="http://schemas.microsoft.com/office/drawing/2014/main" id="{126D655A-903D-46E2-A5C8-94BA67E05579}"/>
              </a:ext>
            </a:extLst>
          </p:cNvPr>
          <p:cNvSpPr>
            <a:spLocks noGrp="1"/>
          </p:cNvSpPr>
          <p:nvPr/>
        </p:nvSpPr>
        <p:spPr>
          <a:xfrm>
            <a:off x="7050772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2" name="A1_bar_Cryo_14725">
            <a:extLst>
              <a:ext uri="{FF2B5EF4-FFF2-40B4-BE49-F238E27FC236}">
                <a16:creationId xmlns:a16="http://schemas.microsoft.com/office/drawing/2014/main" id="{86A4944B-9AE7-4376-888E-6516E9A9DE11}"/>
              </a:ext>
            </a:extLst>
          </p:cNvPr>
          <p:cNvSpPr>
            <a:spLocks noGrp="1"/>
          </p:cNvSpPr>
          <p:nvPr/>
        </p:nvSpPr>
        <p:spPr>
          <a:xfrm>
            <a:off x="70508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3" name="A1_bar_Cryo_14726">
            <a:extLst>
              <a:ext uri="{FF2B5EF4-FFF2-40B4-BE49-F238E27FC236}">
                <a16:creationId xmlns:a16="http://schemas.microsoft.com/office/drawing/2014/main" id="{5DB7C0BB-DA31-4E9E-866D-FBBDE2B6985D}"/>
              </a:ext>
            </a:extLst>
          </p:cNvPr>
          <p:cNvSpPr>
            <a:spLocks noGrp="1"/>
          </p:cNvSpPr>
          <p:nvPr/>
        </p:nvSpPr>
        <p:spPr>
          <a:xfrm>
            <a:off x="6945570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4" name="A1_bar_Cryo_14727">
            <a:extLst>
              <a:ext uri="{FF2B5EF4-FFF2-40B4-BE49-F238E27FC236}">
                <a16:creationId xmlns:a16="http://schemas.microsoft.com/office/drawing/2014/main" id="{0D4162D4-E173-448D-A046-659C2C6751A2}"/>
              </a:ext>
            </a:extLst>
          </p:cNvPr>
          <p:cNvSpPr>
            <a:spLocks noGrp="1"/>
          </p:cNvSpPr>
          <p:nvPr/>
        </p:nvSpPr>
        <p:spPr>
          <a:xfrm>
            <a:off x="6873782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5" name="A1_bar_Cryo_14728">
            <a:extLst>
              <a:ext uri="{FF2B5EF4-FFF2-40B4-BE49-F238E27FC236}">
                <a16:creationId xmlns:a16="http://schemas.microsoft.com/office/drawing/2014/main" id="{CB2F5C13-FFBD-4A9D-8BFF-ECB18E9AE97D}"/>
              </a:ext>
            </a:extLst>
          </p:cNvPr>
          <p:cNvSpPr>
            <a:spLocks noGrp="1"/>
          </p:cNvSpPr>
          <p:nvPr/>
        </p:nvSpPr>
        <p:spPr>
          <a:xfrm>
            <a:off x="698329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6" name="A1_bar_Cryo_14729">
            <a:extLst>
              <a:ext uri="{FF2B5EF4-FFF2-40B4-BE49-F238E27FC236}">
                <a16:creationId xmlns:a16="http://schemas.microsoft.com/office/drawing/2014/main" id="{5BC3A684-10E0-4589-9296-F2FFE7835478}"/>
              </a:ext>
            </a:extLst>
          </p:cNvPr>
          <p:cNvSpPr>
            <a:spLocks noGrp="1"/>
          </p:cNvSpPr>
          <p:nvPr/>
        </p:nvSpPr>
        <p:spPr>
          <a:xfrm>
            <a:off x="691893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7" name="A1_bar_Cryo_14730">
            <a:extLst>
              <a:ext uri="{FF2B5EF4-FFF2-40B4-BE49-F238E27FC236}">
                <a16:creationId xmlns:a16="http://schemas.microsoft.com/office/drawing/2014/main" id="{B7B3137B-96BE-4B43-B876-03EBCBBDDA36}"/>
              </a:ext>
            </a:extLst>
          </p:cNvPr>
          <p:cNvSpPr>
            <a:spLocks noGrp="1"/>
          </p:cNvSpPr>
          <p:nvPr/>
        </p:nvSpPr>
        <p:spPr>
          <a:xfrm>
            <a:off x="69582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8" name="A1_bar_Cryo_14731">
            <a:extLst>
              <a:ext uri="{FF2B5EF4-FFF2-40B4-BE49-F238E27FC236}">
                <a16:creationId xmlns:a16="http://schemas.microsoft.com/office/drawing/2014/main" id="{7091C706-6549-4FB7-B221-96A17EFA8EF5}"/>
              </a:ext>
            </a:extLst>
          </p:cNvPr>
          <p:cNvSpPr>
            <a:spLocks noGrp="1"/>
          </p:cNvSpPr>
          <p:nvPr/>
        </p:nvSpPr>
        <p:spPr>
          <a:xfrm>
            <a:off x="70503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09" name="A1_bar_Cryo_14732">
            <a:extLst>
              <a:ext uri="{FF2B5EF4-FFF2-40B4-BE49-F238E27FC236}">
                <a16:creationId xmlns:a16="http://schemas.microsoft.com/office/drawing/2014/main" id="{5D6A8EA4-4AA4-4B04-93F3-96E6C40074BB}"/>
              </a:ext>
            </a:extLst>
          </p:cNvPr>
          <p:cNvSpPr>
            <a:spLocks noGrp="1"/>
          </p:cNvSpPr>
          <p:nvPr/>
        </p:nvSpPr>
        <p:spPr>
          <a:xfrm>
            <a:off x="699286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0" name="A1_bar_Cryo_14733">
            <a:extLst>
              <a:ext uri="{FF2B5EF4-FFF2-40B4-BE49-F238E27FC236}">
                <a16:creationId xmlns:a16="http://schemas.microsoft.com/office/drawing/2014/main" id="{9A6E5D73-DFDB-42E6-9EC2-99944739B27D}"/>
              </a:ext>
            </a:extLst>
          </p:cNvPr>
          <p:cNvSpPr>
            <a:spLocks noGrp="1"/>
          </p:cNvSpPr>
          <p:nvPr/>
        </p:nvSpPr>
        <p:spPr>
          <a:xfrm>
            <a:off x="6947099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1" name="A1_bar_Cryo_14734">
            <a:extLst>
              <a:ext uri="{FF2B5EF4-FFF2-40B4-BE49-F238E27FC236}">
                <a16:creationId xmlns:a16="http://schemas.microsoft.com/office/drawing/2014/main" id="{42B1ECBB-68FF-4752-9E38-04390B176168}"/>
              </a:ext>
            </a:extLst>
          </p:cNvPr>
          <p:cNvSpPr>
            <a:spLocks noGrp="1"/>
          </p:cNvSpPr>
          <p:nvPr/>
        </p:nvSpPr>
        <p:spPr>
          <a:xfrm>
            <a:off x="701709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2" name="A1_bar_Cryo_14735">
            <a:extLst>
              <a:ext uri="{FF2B5EF4-FFF2-40B4-BE49-F238E27FC236}">
                <a16:creationId xmlns:a16="http://schemas.microsoft.com/office/drawing/2014/main" id="{74E16074-C1C0-4966-BD1E-E061AD1C87C8}"/>
              </a:ext>
            </a:extLst>
          </p:cNvPr>
          <p:cNvSpPr>
            <a:spLocks noGrp="1"/>
          </p:cNvSpPr>
          <p:nvPr/>
        </p:nvSpPr>
        <p:spPr>
          <a:xfrm>
            <a:off x="69914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3" name="A1_bar_Cryo_14736">
            <a:extLst>
              <a:ext uri="{FF2B5EF4-FFF2-40B4-BE49-F238E27FC236}">
                <a16:creationId xmlns:a16="http://schemas.microsoft.com/office/drawing/2014/main" id="{2C62EDC1-F282-4CD5-90DA-4ACF4DB96889}"/>
              </a:ext>
            </a:extLst>
          </p:cNvPr>
          <p:cNvSpPr>
            <a:spLocks noGrp="1"/>
          </p:cNvSpPr>
          <p:nvPr/>
        </p:nvSpPr>
        <p:spPr>
          <a:xfrm>
            <a:off x="704465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4" name="A1_bar_Cryo_14737">
            <a:extLst>
              <a:ext uri="{FF2B5EF4-FFF2-40B4-BE49-F238E27FC236}">
                <a16:creationId xmlns:a16="http://schemas.microsoft.com/office/drawing/2014/main" id="{87398409-B1BB-4431-BA49-E8C49584864A}"/>
              </a:ext>
            </a:extLst>
          </p:cNvPr>
          <p:cNvSpPr>
            <a:spLocks noGrp="1"/>
          </p:cNvSpPr>
          <p:nvPr/>
        </p:nvSpPr>
        <p:spPr>
          <a:xfrm>
            <a:off x="7085305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5" name="A1_bar_Cryo_14738">
            <a:extLst>
              <a:ext uri="{FF2B5EF4-FFF2-40B4-BE49-F238E27FC236}">
                <a16:creationId xmlns:a16="http://schemas.microsoft.com/office/drawing/2014/main" id="{01737EF5-4AE3-4AEF-A3A4-8F1B264B3FA7}"/>
              </a:ext>
            </a:extLst>
          </p:cNvPr>
          <p:cNvSpPr>
            <a:spLocks noGrp="1"/>
          </p:cNvSpPr>
          <p:nvPr/>
        </p:nvSpPr>
        <p:spPr>
          <a:xfrm>
            <a:off x="690313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6" name="A1_bar_Cryo_14739">
            <a:extLst>
              <a:ext uri="{FF2B5EF4-FFF2-40B4-BE49-F238E27FC236}">
                <a16:creationId xmlns:a16="http://schemas.microsoft.com/office/drawing/2014/main" id="{8387DF21-AB43-4EF5-91C4-480CE8C3863D}"/>
              </a:ext>
            </a:extLst>
          </p:cNvPr>
          <p:cNvSpPr>
            <a:spLocks noGrp="1"/>
          </p:cNvSpPr>
          <p:nvPr/>
        </p:nvSpPr>
        <p:spPr>
          <a:xfrm>
            <a:off x="69782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7" name="A1_bar_Cryo_14740">
            <a:extLst>
              <a:ext uri="{FF2B5EF4-FFF2-40B4-BE49-F238E27FC236}">
                <a16:creationId xmlns:a16="http://schemas.microsoft.com/office/drawing/2014/main" id="{290296A3-56AE-4C0F-BF43-7326490E0F7D}"/>
              </a:ext>
            </a:extLst>
          </p:cNvPr>
          <p:cNvSpPr>
            <a:spLocks noGrp="1"/>
          </p:cNvSpPr>
          <p:nvPr/>
        </p:nvSpPr>
        <p:spPr>
          <a:xfrm>
            <a:off x="7069970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8" name="A1_bar_Cryo_14741">
            <a:extLst>
              <a:ext uri="{FF2B5EF4-FFF2-40B4-BE49-F238E27FC236}">
                <a16:creationId xmlns:a16="http://schemas.microsoft.com/office/drawing/2014/main" id="{E5FFFF66-B5CA-4394-8FF6-336BEA720B51}"/>
              </a:ext>
            </a:extLst>
          </p:cNvPr>
          <p:cNvSpPr>
            <a:spLocks noGrp="1"/>
          </p:cNvSpPr>
          <p:nvPr/>
        </p:nvSpPr>
        <p:spPr>
          <a:xfrm>
            <a:off x="6903587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19" name="A1_bar_Cryo_14742">
            <a:extLst>
              <a:ext uri="{FF2B5EF4-FFF2-40B4-BE49-F238E27FC236}">
                <a16:creationId xmlns:a16="http://schemas.microsoft.com/office/drawing/2014/main" id="{724C3A54-B0FB-48CE-B4A5-64F3F6C51DEE}"/>
              </a:ext>
            </a:extLst>
          </p:cNvPr>
          <p:cNvSpPr>
            <a:spLocks noGrp="1"/>
          </p:cNvSpPr>
          <p:nvPr/>
        </p:nvSpPr>
        <p:spPr>
          <a:xfrm>
            <a:off x="703244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0" name="A1_bar_Cryo_14743">
            <a:extLst>
              <a:ext uri="{FF2B5EF4-FFF2-40B4-BE49-F238E27FC236}">
                <a16:creationId xmlns:a16="http://schemas.microsoft.com/office/drawing/2014/main" id="{692EFE01-1E20-4191-BFAC-070D33B0AC3B}"/>
              </a:ext>
            </a:extLst>
          </p:cNvPr>
          <p:cNvSpPr>
            <a:spLocks noGrp="1"/>
          </p:cNvSpPr>
          <p:nvPr/>
        </p:nvSpPr>
        <p:spPr>
          <a:xfrm>
            <a:off x="68770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1" name="A1_bar_Cryo_14744">
            <a:extLst>
              <a:ext uri="{FF2B5EF4-FFF2-40B4-BE49-F238E27FC236}">
                <a16:creationId xmlns:a16="http://schemas.microsoft.com/office/drawing/2014/main" id="{61C16B41-B871-4AC5-94A5-98B55B25FE41}"/>
              </a:ext>
            </a:extLst>
          </p:cNvPr>
          <p:cNvSpPr>
            <a:spLocks noGrp="1"/>
          </p:cNvSpPr>
          <p:nvPr/>
        </p:nvSpPr>
        <p:spPr>
          <a:xfrm>
            <a:off x="6940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2" name="A1_bar_Cryo_14745">
            <a:extLst>
              <a:ext uri="{FF2B5EF4-FFF2-40B4-BE49-F238E27FC236}">
                <a16:creationId xmlns:a16="http://schemas.microsoft.com/office/drawing/2014/main" id="{6F3A6321-F04D-46A9-A8D5-CFBF3AC03CCA}"/>
              </a:ext>
            </a:extLst>
          </p:cNvPr>
          <p:cNvSpPr>
            <a:spLocks noGrp="1"/>
          </p:cNvSpPr>
          <p:nvPr/>
        </p:nvSpPr>
        <p:spPr>
          <a:xfrm>
            <a:off x="708035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3" name="A1_bar_Cryo_14746">
            <a:extLst>
              <a:ext uri="{FF2B5EF4-FFF2-40B4-BE49-F238E27FC236}">
                <a16:creationId xmlns:a16="http://schemas.microsoft.com/office/drawing/2014/main" id="{067869FA-2730-48BF-9141-AB12B899BDA6}"/>
              </a:ext>
            </a:extLst>
          </p:cNvPr>
          <p:cNvSpPr>
            <a:spLocks noGrp="1"/>
          </p:cNvSpPr>
          <p:nvPr/>
        </p:nvSpPr>
        <p:spPr>
          <a:xfrm>
            <a:off x="69001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4" name="A1_bar_Cryo_14747">
            <a:extLst>
              <a:ext uri="{FF2B5EF4-FFF2-40B4-BE49-F238E27FC236}">
                <a16:creationId xmlns:a16="http://schemas.microsoft.com/office/drawing/2014/main" id="{554B13CB-E85B-4BE2-B1BB-50A2C31EF006}"/>
              </a:ext>
            </a:extLst>
          </p:cNvPr>
          <p:cNvSpPr>
            <a:spLocks noGrp="1"/>
          </p:cNvSpPr>
          <p:nvPr/>
        </p:nvSpPr>
        <p:spPr>
          <a:xfrm>
            <a:off x="6954337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5" name="A1_bar_Cryo_14748">
            <a:extLst>
              <a:ext uri="{FF2B5EF4-FFF2-40B4-BE49-F238E27FC236}">
                <a16:creationId xmlns:a16="http://schemas.microsoft.com/office/drawing/2014/main" id="{900BBDD6-A7B9-41A9-A271-84CE5A6C1813}"/>
              </a:ext>
            </a:extLst>
          </p:cNvPr>
          <p:cNvSpPr>
            <a:spLocks noGrp="1"/>
          </p:cNvSpPr>
          <p:nvPr/>
        </p:nvSpPr>
        <p:spPr>
          <a:xfrm>
            <a:off x="69262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6" name="A1_bar_Cryo_14749">
            <a:extLst>
              <a:ext uri="{FF2B5EF4-FFF2-40B4-BE49-F238E27FC236}">
                <a16:creationId xmlns:a16="http://schemas.microsoft.com/office/drawing/2014/main" id="{462DC22A-0C53-44D0-9015-7006FBB2E758}"/>
              </a:ext>
            </a:extLst>
          </p:cNvPr>
          <p:cNvSpPr>
            <a:spLocks noGrp="1"/>
          </p:cNvSpPr>
          <p:nvPr/>
        </p:nvSpPr>
        <p:spPr>
          <a:xfrm>
            <a:off x="6869796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7" name="A1_bar_Cryo_14750">
            <a:extLst>
              <a:ext uri="{FF2B5EF4-FFF2-40B4-BE49-F238E27FC236}">
                <a16:creationId xmlns:a16="http://schemas.microsoft.com/office/drawing/2014/main" id="{0F5272F7-39BD-4F1B-9393-6A82E48055B1}"/>
              </a:ext>
            </a:extLst>
          </p:cNvPr>
          <p:cNvSpPr>
            <a:spLocks noGrp="1"/>
          </p:cNvSpPr>
          <p:nvPr/>
        </p:nvSpPr>
        <p:spPr>
          <a:xfrm>
            <a:off x="705026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8" name="A1_bar_Cryo_14751">
            <a:extLst>
              <a:ext uri="{FF2B5EF4-FFF2-40B4-BE49-F238E27FC236}">
                <a16:creationId xmlns:a16="http://schemas.microsoft.com/office/drawing/2014/main" id="{3E5EBF81-EBE4-4B43-A1D6-C73BB6E28EED}"/>
              </a:ext>
            </a:extLst>
          </p:cNvPr>
          <p:cNvSpPr>
            <a:spLocks noGrp="1"/>
          </p:cNvSpPr>
          <p:nvPr/>
        </p:nvSpPr>
        <p:spPr>
          <a:xfrm>
            <a:off x="709245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29" name="A1_bar_Cryo_14752">
            <a:extLst>
              <a:ext uri="{FF2B5EF4-FFF2-40B4-BE49-F238E27FC236}">
                <a16:creationId xmlns:a16="http://schemas.microsoft.com/office/drawing/2014/main" id="{9524556D-BA96-414F-8AE3-30AA69A2BB66}"/>
              </a:ext>
            </a:extLst>
          </p:cNvPr>
          <p:cNvSpPr>
            <a:spLocks noGrp="1"/>
          </p:cNvSpPr>
          <p:nvPr/>
        </p:nvSpPr>
        <p:spPr>
          <a:xfrm>
            <a:off x="692141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0" name="A1_bar_Cryo_14753">
            <a:extLst>
              <a:ext uri="{FF2B5EF4-FFF2-40B4-BE49-F238E27FC236}">
                <a16:creationId xmlns:a16="http://schemas.microsoft.com/office/drawing/2014/main" id="{1EC6470D-50EF-42F0-A363-86D1693DDAFD}"/>
              </a:ext>
            </a:extLst>
          </p:cNvPr>
          <p:cNvSpPr>
            <a:spLocks noGrp="1"/>
          </p:cNvSpPr>
          <p:nvPr/>
        </p:nvSpPr>
        <p:spPr>
          <a:xfrm>
            <a:off x="70543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1" name="A1_bar_Cryo_14754">
            <a:extLst>
              <a:ext uri="{FF2B5EF4-FFF2-40B4-BE49-F238E27FC236}">
                <a16:creationId xmlns:a16="http://schemas.microsoft.com/office/drawing/2014/main" id="{B9E3DF32-D2C0-4BC7-BBCA-127C55ABBE4A}"/>
              </a:ext>
            </a:extLst>
          </p:cNvPr>
          <p:cNvSpPr>
            <a:spLocks noGrp="1"/>
          </p:cNvSpPr>
          <p:nvPr/>
        </p:nvSpPr>
        <p:spPr>
          <a:xfrm>
            <a:off x="6882901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2" name="A1_bar_Cryo_14755">
            <a:extLst>
              <a:ext uri="{FF2B5EF4-FFF2-40B4-BE49-F238E27FC236}">
                <a16:creationId xmlns:a16="http://schemas.microsoft.com/office/drawing/2014/main" id="{08BFB946-86A7-4B25-8FC1-74B86778DC39}"/>
              </a:ext>
            </a:extLst>
          </p:cNvPr>
          <p:cNvSpPr>
            <a:spLocks noGrp="1"/>
          </p:cNvSpPr>
          <p:nvPr/>
        </p:nvSpPr>
        <p:spPr>
          <a:xfrm>
            <a:off x="694240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3" name="A1_bar_Cryo_14756">
            <a:extLst>
              <a:ext uri="{FF2B5EF4-FFF2-40B4-BE49-F238E27FC236}">
                <a16:creationId xmlns:a16="http://schemas.microsoft.com/office/drawing/2014/main" id="{B475FEB2-F7A1-41DE-885C-065B7AD03DF6}"/>
              </a:ext>
            </a:extLst>
          </p:cNvPr>
          <p:cNvSpPr>
            <a:spLocks noGrp="1"/>
          </p:cNvSpPr>
          <p:nvPr/>
        </p:nvSpPr>
        <p:spPr>
          <a:xfrm>
            <a:off x="6960338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4" name="A1_bar_Cryo_14757">
            <a:extLst>
              <a:ext uri="{FF2B5EF4-FFF2-40B4-BE49-F238E27FC236}">
                <a16:creationId xmlns:a16="http://schemas.microsoft.com/office/drawing/2014/main" id="{3B20C44E-8BDB-42F2-9F7C-71C5CD9CC9C1}"/>
              </a:ext>
            </a:extLst>
          </p:cNvPr>
          <p:cNvSpPr>
            <a:spLocks noGrp="1"/>
          </p:cNvSpPr>
          <p:nvPr/>
        </p:nvSpPr>
        <p:spPr>
          <a:xfrm>
            <a:off x="70264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5" name="A1_bar_Cryo_14758">
            <a:extLst>
              <a:ext uri="{FF2B5EF4-FFF2-40B4-BE49-F238E27FC236}">
                <a16:creationId xmlns:a16="http://schemas.microsoft.com/office/drawing/2014/main" id="{386EDFFC-E297-4C95-8CAE-757CEB24DC9B}"/>
              </a:ext>
            </a:extLst>
          </p:cNvPr>
          <p:cNvSpPr>
            <a:spLocks noGrp="1"/>
          </p:cNvSpPr>
          <p:nvPr/>
        </p:nvSpPr>
        <p:spPr>
          <a:xfrm>
            <a:off x="68836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6" name="A1_bar_Cryo_14759">
            <a:extLst>
              <a:ext uri="{FF2B5EF4-FFF2-40B4-BE49-F238E27FC236}">
                <a16:creationId xmlns:a16="http://schemas.microsoft.com/office/drawing/2014/main" id="{247644EF-5C04-4D54-9CDE-76AF75584E44}"/>
              </a:ext>
            </a:extLst>
          </p:cNvPr>
          <p:cNvSpPr>
            <a:spLocks noGrp="1"/>
          </p:cNvSpPr>
          <p:nvPr/>
        </p:nvSpPr>
        <p:spPr>
          <a:xfrm>
            <a:off x="696236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7" name="A1_bar_Cryo_14760">
            <a:extLst>
              <a:ext uri="{FF2B5EF4-FFF2-40B4-BE49-F238E27FC236}">
                <a16:creationId xmlns:a16="http://schemas.microsoft.com/office/drawing/2014/main" id="{AA7663C8-0E2E-400E-B755-0029B6338E55}"/>
              </a:ext>
            </a:extLst>
          </p:cNvPr>
          <p:cNvSpPr>
            <a:spLocks noGrp="1"/>
          </p:cNvSpPr>
          <p:nvPr/>
        </p:nvSpPr>
        <p:spPr>
          <a:xfrm>
            <a:off x="7083868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8" name="A1_bar_Cryo_14761">
            <a:extLst>
              <a:ext uri="{FF2B5EF4-FFF2-40B4-BE49-F238E27FC236}">
                <a16:creationId xmlns:a16="http://schemas.microsoft.com/office/drawing/2014/main" id="{93BCF308-A096-4AE2-9CB6-C3247AC4911A}"/>
              </a:ext>
            </a:extLst>
          </p:cNvPr>
          <p:cNvSpPr>
            <a:spLocks noGrp="1"/>
          </p:cNvSpPr>
          <p:nvPr/>
        </p:nvSpPr>
        <p:spPr>
          <a:xfrm>
            <a:off x="699324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39" name="A1_bar_Cryo_14762">
            <a:extLst>
              <a:ext uri="{FF2B5EF4-FFF2-40B4-BE49-F238E27FC236}">
                <a16:creationId xmlns:a16="http://schemas.microsoft.com/office/drawing/2014/main" id="{12878761-D9E4-452F-8943-DC2473355F62}"/>
              </a:ext>
            </a:extLst>
          </p:cNvPr>
          <p:cNvSpPr>
            <a:spLocks noGrp="1"/>
          </p:cNvSpPr>
          <p:nvPr/>
        </p:nvSpPr>
        <p:spPr>
          <a:xfrm>
            <a:off x="706037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0" name="A1_bar_Cryo_14763">
            <a:extLst>
              <a:ext uri="{FF2B5EF4-FFF2-40B4-BE49-F238E27FC236}">
                <a16:creationId xmlns:a16="http://schemas.microsoft.com/office/drawing/2014/main" id="{1D90A2F6-F786-46C3-822D-0AF66FF282A7}"/>
              </a:ext>
            </a:extLst>
          </p:cNvPr>
          <p:cNvSpPr>
            <a:spLocks noGrp="1"/>
          </p:cNvSpPr>
          <p:nvPr/>
        </p:nvSpPr>
        <p:spPr>
          <a:xfrm>
            <a:off x="69090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1" name="A1_bar_Cryo_14764">
            <a:extLst>
              <a:ext uri="{FF2B5EF4-FFF2-40B4-BE49-F238E27FC236}">
                <a16:creationId xmlns:a16="http://schemas.microsoft.com/office/drawing/2014/main" id="{7F5B12D0-F41E-47DC-8EEA-54650434AE85}"/>
              </a:ext>
            </a:extLst>
          </p:cNvPr>
          <p:cNvSpPr>
            <a:spLocks noGrp="1"/>
          </p:cNvSpPr>
          <p:nvPr/>
        </p:nvSpPr>
        <p:spPr>
          <a:xfrm>
            <a:off x="7007244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2" name="A1_bar_Cryo_14765">
            <a:extLst>
              <a:ext uri="{FF2B5EF4-FFF2-40B4-BE49-F238E27FC236}">
                <a16:creationId xmlns:a16="http://schemas.microsoft.com/office/drawing/2014/main" id="{DAE309FC-D111-4EBC-AC50-34F2D6744BC4}"/>
              </a:ext>
            </a:extLst>
          </p:cNvPr>
          <p:cNvSpPr>
            <a:spLocks noGrp="1"/>
          </p:cNvSpPr>
          <p:nvPr/>
        </p:nvSpPr>
        <p:spPr>
          <a:xfrm>
            <a:off x="687894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3" name="A1_bar_Cryo_14766">
            <a:extLst>
              <a:ext uri="{FF2B5EF4-FFF2-40B4-BE49-F238E27FC236}">
                <a16:creationId xmlns:a16="http://schemas.microsoft.com/office/drawing/2014/main" id="{0685D737-D959-4FE4-B495-CFC12FAB6392}"/>
              </a:ext>
            </a:extLst>
          </p:cNvPr>
          <p:cNvSpPr>
            <a:spLocks noGrp="1"/>
          </p:cNvSpPr>
          <p:nvPr/>
        </p:nvSpPr>
        <p:spPr>
          <a:xfrm>
            <a:off x="7034610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4" name="A1_bar_Cryo_14767">
            <a:extLst>
              <a:ext uri="{FF2B5EF4-FFF2-40B4-BE49-F238E27FC236}">
                <a16:creationId xmlns:a16="http://schemas.microsoft.com/office/drawing/2014/main" id="{49E80182-2FFB-4897-89EB-6E6CD0A9BF5D}"/>
              </a:ext>
            </a:extLst>
          </p:cNvPr>
          <p:cNvSpPr>
            <a:spLocks noGrp="1"/>
          </p:cNvSpPr>
          <p:nvPr/>
        </p:nvSpPr>
        <p:spPr>
          <a:xfrm>
            <a:off x="6989326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5" name="A1_bar_Cryo_14768">
            <a:extLst>
              <a:ext uri="{FF2B5EF4-FFF2-40B4-BE49-F238E27FC236}">
                <a16:creationId xmlns:a16="http://schemas.microsoft.com/office/drawing/2014/main" id="{1617BA44-7F3F-4EC3-B721-B1E6C630B5B3}"/>
              </a:ext>
            </a:extLst>
          </p:cNvPr>
          <p:cNvSpPr>
            <a:spLocks noGrp="1"/>
          </p:cNvSpPr>
          <p:nvPr/>
        </p:nvSpPr>
        <p:spPr>
          <a:xfrm>
            <a:off x="7095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6" name="A1_bar_Cryo_14769">
            <a:extLst>
              <a:ext uri="{FF2B5EF4-FFF2-40B4-BE49-F238E27FC236}">
                <a16:creationId xmlns:a16="http://schemas.microsoft.com/office/drawing/2014/main" id="{933B2981-ADF9-4E91-8575-A4DC1B4572D9}"/>
              </a:ext>
            </a:extLst>
          </p:cNvPr>
          <p:cNvSpPr>
            <a:spLocks noGrp="1"/>
          </p:cNvSpPr>
          <p:nvPr/>
        </p:nvSpPr>
        <p:spPr>
          <a:xfrm>
            <a:off x="7100790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7" name="A1_bar_Cryo_14770">
            <a:extLst>
              <a:ext uri="{FF2B5EF4-FFF2-40B4-BE49-F238E27FC236}">
                <a16:creationId xmlns:a16="http://schemas.microsoft.com/office/drawing/2014/main" id="{CCACA4D7-68C5-4DD1-BF13-22B6822DEEB4}"/>
              </a:ext>
            </a:extLst>
          </p:cNvPr>
          <p:cNvSpPr>
            <a:spLocks noGrp="1"/>
          </p:cNvSpPr>
          <p:nvPr/>
        </p:nvSpPr>
        <p:spPr>
          <a:xfrm>
            <a:off x="705460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8" name="A1_bar_Cryo_14771">
            <a:extLst>
              <a:ext uri="{FF2B5EF4-FFF2-40B4-BE49-F238E27FC236}">
                <a16:creationId xmlns:a16="http://schemas.microsoft.com/office/drawing/2014/main" id="{675D368E-0EDF-4DC2-81D3-ABD2DF23C0A8}"/>
              </a:ext>
            </a:extLst>
          </p:cNvPr>
          <p:cNvSpPr>
            <a:spLocks noGrp="1"/>
          </p:cNvSpPr>
          <p:nvPr/>
        </p:nvSpPr>
        <p:spPr>
          <a:xfrm>
            <a:off x="697440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49" name="A1_bar_Cryo_14772">
            <a:extLst>
              <a:ext uri="{FF2B5EF4-FFF2-40B4-BE49-F238E27FC236}">
                <a16:creationId xmlns:a16="http://schemas.microsoft.com/office/drawing/2014/main" id="{B27021B5-E452-4DD9-9670-0EAF0D82E9A6}"/>
              </a:ext>
            </a:extLst>
          </p:cNvPr>
          <p:cNvSpPr>
            <a:spLocks noGrp="1"/>
          </p:cNvSpPr>
          <p:nvPr/>
        </p:nvSpPr>
        <p:spPr>
          <a:xfrm>
            <a:off x="709092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0" name="A1_bar_Cryo_14773">
            <a:extLst>
              <a:ext uri="{FF2B5EF4-FFF2-40B4-BE49-F238E27FC236}">
                <a16:creationId xmlns:a16="http://schemas.microsoft.com/office/drawing/2014/main" id="{63FF12AE-A2A7-4973-9E1B-94EAA15DEB4B}"/>
              </a:ext>
            </a:extLst>
          </p:cNvPr>
          <p:cNvSpPr>
            <a:spLocks noGrp="1"/>
          </p:cNvSpPr>
          <p:nvPr/>
        </p:nvSpPr>
        <p:spPr>
          <a:xfrm>
            <a:off x="707659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1" name="A1_bar_Cryo_14774">
            <a:extLst>
              <a:ext uri="{FF2B5EF4-FFF2-40B4-BE49-F238E27FC236}">
                <a16:creationId xmlns:a16="http://schemas.microsoft.com/office/drawing/2014/main" id="{B9807B63-AF9E-423E-94C8-DDBD72D77110}"/>
              </a:ext>
            </a:extLst>
          </p:cNvPr>
          <p:cNvSpPr>
            <a:spLocks noGrp="1"/>
          </p:cNvSpPr>
          <p:nvPr/>
        </p:nvSpPr>
        <p:spPr>
          <a:xfrm>
            <a:off x="6975831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2" name="A1_bar_Cryo_14775">
            <a:extLst>
              <a:ext uri="{FF2B5EF4-FFF2-40B4-BE49-F238E27FC236}">
                <a16:creationId xmlns:a16="http://schemas.microsoft.com/office/drawing/2014/main" id="{8DC9A028-9B92-495C-BD88-AA34CDBD0AFE}"/>
              </a:ext>
            </a:extLst>
          </p:cNvPr>
          <p:cNvSpPr>
            <a:spLocks noGrp="1"/>
          </p:cNvSpPr>
          <p:nvPr/>
        </p:nvSpPr>
        <p:spPr>
          <a:xfrm>
            <a:off x="708345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3" name="A1_bar_Cryo_14776">
            <a:extLst>
              <a:ext uri="{FF2B5EF4-FFF2-40B4-BE49-F238E27FC236}">
                <a16:creationId xmlns:a16="http://schemas.microsoft.com/office/drawing/2014/main" id="{63E1D16A-D369-48FA-A6CF-5130EB15E053}"/>
              </a:ext>
            </a:extLst>
          </p:cNvPr>
          <p:cNvSpPr>
            <a:spLocks noGrp="1"/>
          </p:cNvSpPr>
          <p:nvPr/>
        </p:nvSpPr>
        <p:spPr>
          <a:xfrm>
            <a:off x="69264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4" name="A1_bar_Cryo_14777">
            <a:extLst>
              <a:ext uri="{FF2B5EF4-FFF2-40B4-BE49-F238E27FC236}">
                <a16:creationId xmlns:a16="http://schemas.microsoft.com/office/drawing/2014/main" id="{F1E845E5-39F2-4E99-8671-7447787B6AA0}"/>
              </a:ext>
            </a:extLst>
          </p:cNvPr>
          <p:cNvSpPr>
            <a:spLocks noGrp="1"/>
          </p:cNvSpPr>
          <p:nvPr/>
        </p:nvSpPr>
        <p:spPr>
          <a:xfrm>
            <a:off x="6866963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5" name="A1_bar_Cryo_14778">
            <a:extLst>
              <a:ext uri="{FF2B5EF4-FFF2-40B4-BE49-F238E27FC236}">
                <a16:creationId xmlns:a16="http://schemas.microsoft.com/office/drawing/2014/main" id="{09A904A5-1ED6-4154-8BF4-5BA577AAF466}"/>
              </a:ext>
            </a:extLst>
          </p:cNvPr>
          <p:cNvSpPr>
            <a:spLocks noGrp="1"/>
          </p:cNvSpPr>
          <p:nvPr/>
        </p:nvSpPr>
        <p:spPr>
          <a:xfrm>
            <a:off x="70682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6" name="A1_bar_Cryo_14779">
            <a:extLst>
              <a:ext uri="{FF2B5EF4-FFF2-40B4-BE49-F238E27FC236}">
                <a16:creationId xmlns:a16="http://schemas.microsoft.com/office/drawing/2014/main" id="{6D9261F3-72BB-4CA7-A3F8-212D5251F3A6}"/>
              </a:ext>
            </a:extLst>
          </p:cNvPr>
          <p:cNvSpPr>
            <a:spLocks noGrp="1"/>
          </p:cNvSpPr>
          <p:nvPr/>
        </p:nvSpPr>
        <p:spPr>
          <a:xfrm>
            <a:off x="686445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7" name="A1_bar_Cryo_14780">
            <a:extLst>
              <a:ext uri="{FF2B5EF4-FFF2-40B4-BE49-F238E27FC236}">
                <a16:creationId xmlns:a16="http://schemas.microsoft.com/office/drawing/2014/main" id="{E477CC9C-72FB-4CBE-8204-FE098CCDD6EA}"/>
              </a:ext>
            </a:extLst>
          </p:cNvPr>
          <p:cNvSpPr>
            <a:spLocks noGrp="1"/>
          </p:cNvSpPr>
          <p:nvPr/>
        </p:nvSpPr>
        <p:spPr>
          <a:xfrm>
            <a:off x="848606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8" name="A1_bar_Cryo_14781">
            <a:extLst>
              <a:ext uri="{FF2B5EF4-FFF2-40B4-BE49-F238E27FC236}">
                <a16:creationId xmlns:a16="http://schemas.microsoft.com/office/drawing/2014/main" id="{869097DC-B498-4EFC-9AF3-E9BF1114D1F6}"/>
              </a:ext>
            </a:extLst>
          </p:cNvPr>
          <p:cNvSpPr>
            <a:spLocks noGrp="1"/>
          </p:cNvSpPr>
          <p:nvPr/>
        </p:nvSpPr>
        <p:spPr>
          <a:xfrm>
            <a:off x="862849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59" name="A1_bar_Cryo_14782">
            <a:extLst>
              <a:ext uri="{FF2B5EF4-FFF2-40B4-BE49-F238E27FC236}">
                <a16:creationId xmlns:a16="http://schemas.microsoft.com/office/drawing/2014/main" id="{6B9FE770-291B-459D-A072-391B9240432A}"/>
              </a:ext>
            </a:extLst>
          </p:cNvPr>
          <p:cNvSpPr>
            <a:spLocks noGrp="1"/>
          </p:cNvSpPr>
          <p:nvPr/>
        </p:nvSpPr>
        <p:spPr>
          <a:xfrm>
            <a:off x="8654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0" name="A1_bar_Cryo_14783">
            <a:extLst>
              <a:ext uri="{FF2B5EF4-FFF2-40B4-BE49-F238E27FC236}">
                <a16:creationId xmlns:a16="http://schemas.microsoft.com/office/drawing/2014/main" id="{8656A161-DA5C-4C13-A6F8-5C359FADD5B2}"/>
              </a:ext>
            </a:extLst>
          </p:cNvPr>
          <p:cNvSpPr>
            <a:spLocks noGrp="1"/>
          </p:cNvSpPr>
          <p:nvPr/>
        </p:nvSpPr>
        <p:spPr>
          <a:xfrm>
            <a:off x="8491696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1" name="A1_bar_Cryo_14784">
            <a:extLst>
              <a:ext uri="{FF2B5EF4-FFF2-40B4-BE49-F238E27FC236}">
                <a16:creationId xmlns:a16="http://schemas.microsoft.com/office/drawing/2014/main" id="{9EB67631-5442-44B9-9514-FCEBF7D6C1A6}"/>
              </a:ext>
            </a:extLst>
          </p:cNvPr>
          <p:cNvSpPr>
            <a:spLocks noGrp="1"/>
          </p:cNvSpPr>
          <p:nvPr/>
        </p:nvSpPr>
        <p:spPr>
          <a:xfrm>
            <a:off x="8529140" y="46069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2" name="A1_bar_Cryo_14785">
            <a:extLst>
              <a:ext uri="{FF2B5EF4-FFF2-40B4-BE49-F238E27FC236}">
                <a16:creationId xmlns:a16="http://schemas.microsoft.com/office/drawing/2014/main" id="{9544F46D-77F8-4FDC-9121-35DB691330EE}"/>
              </a:ext>
            </a:extLst>
          </p:cNvPr>
          <p:cNvSpPr>
            <a:spLocks noGrp="1"/>
          </p:cNvSpPr>
          <p:nvPr/>
        </p:nvSpPr>
        <p:spPr>
          <a:xfrm>
            <a:off x="8584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3" name="A1_bar_Cryo_14786">
            <a:extLst>
              <a:ext uri="{FF2B5EF4-FFF2-40B4-BE49-F238E27FC236}">
                <a16:creationId xmlns:a16="http://schemas.microsoft.com/office/drawing/2014/main" id="{3124C6A1-0623-45D5-95E7-1E865996739F}"/>
              </a:ext>
            </a:extLst>
          </p:cNvPr>
          <p:cNvSpPr>
            <a:spLocks noGrp="1"/>
          </p:cNvSpPr>
          <p:nvPr/>
        </p:nvSpPr>
        <p:spPr>
          <a:xfrm>
            <a:off x="84611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4" name="A1_bar_Cryo_14787">
            <a:extLst>
              <a:ext uri="{FF2B5EF4-FFF2-40B4-BE49-F238E27FC236}">
                <a16:creationId xmlns:a16="http://schemas.microsoft.com/office/drawing/2014/main" id="{B585C32D-5517-4C87-8B60-B9E24100E905}"/>
              </a:ext>
            </a:extLst>
          </p:cNvPr>
          <p:cNvSpPr>
            <a:spLocks noGrp="1"/>
          </p:cNvSpPr>
          <p:nvPr/>
        </p:nvSpPr>
        <p:spPr>
          <a:xfrm>
            <a:off x="867311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5" name="A1_bar_Cryo_14788">
            <a:extLst>
              <a:ext uri="{FF2B5EF4-FFF2-40B4-BE49-F238E27FC236}">
                <a16:creationId xmlns:a16="http://schemas.microsoft.com/office/drawing/2014/main" id="{43DDBB0B-342D-46CE-8358-A7359771FAB7}"/>
              </a:ext>
            </a:extLst>
          </p:cNvPr>
          <p:cNvSpPr>
            <a:spLocks noGrp="1"/>
          </p:cNvSpPr>
          <p:nvPr/>
        </p:nvSpPr>
        <p:spPr>
          <a:xfrm>
            <a:off x="857668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6" name="A1_bar_Cryo_14789">
            <a:extLst>
              <a:ext uri="{FF2B5EF4-FFF2-40B4-BE49-F238E27FC236}">
                <a16:creationId xmlns:a16="http://schemas.microsoft.com/office/drawing/2014/main" id="{0ED92135-66A1-4C95-9C91-9698CBFD471F}"/>
              </a:ext>
            </a:extLst>
          </p:cNvPr>
          <p:cNvSpPr>
            <a:spLocks noGrp="1"/>
          </p:cNvSpPr>
          <p:nvPr/>
        </p:nvSpPr>
        <p:spPr>
          <a:xfrm>
            <a:off x="847747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7" name="A1_bar_Cryo_14790">
            <a:extLst>
              <a:ext uri="{FF2B5EF4-FFF2-40B4-BE49-F238E27FC236}">
                <a16:creationId xmlns:a16="http://schemas.microsoft.com/office/drawing/2014/main" id="{94813733-5A22-498C-B893-4697D63FF173}"/>
              </a:ext>
            </a:extLst>
          </p:cNvPr>
          <p:cNvSpPr>
            <a:spLocks noGrp="1"/>
          </p:cNvSpPr>
          <p:nvPr/>
        </p:nvSpPr>
        <p:spPr>
          <a:xfrm>
            <a:off x="8432490" y="329808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8" name="A1_bar_Cryo_14791">
            <a:extLst>
              <a:ext uri="{FF2B5EF4-FFF2-40B4-BE49-F238E27FC236}">
                <a16:creationId xmlns:a16="http://schemas.microsoft.com/office/drawing/2014/main" id="{CA066276-E6A4-4B95-8584-6945BC92C40B}"/>
              </a:ext>
            </a:extLst>
          </p:cNvPr>
          <p:cNvSpPr>
            <a:spLocks noGrp="1"/>
          </p:cNvSpPr>
          <p:nvPr/>
        </p:nvSpPr>
        <p:spPr>
          <a:xfrm>
            <a:off x="8480660" y="59929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69" name="A1_bar_Cryo_14792">
            <a:extLst>
              <a:ext uri="{FF2B5EF4-FFF2-40B4-BE49-F238E27FC236}">
                <a16:creationId xmlns:a16="http://schemas.microsoft.com/office/drawing/2014/main" id="{FF49CE23-E796-4A31-9311-6A54B1B61F0D}"/>
              </a:ext>
            </a:extLst>
          </p:cNvPr>
          <p:cNvSpPr>
            <a:spLocks noGrp="1"/>
          </p:cNvSpPr>
          <p:nvPr/>
        </p:nvSpPr>
        <p:spPr>
          <a:xfrm>
            <a:off x="8586492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0" name="A1_bar_Cryo_14793">
            <a:extLst>
              <a:ext uri="{FF2B5EF4-FFF2-40B4-BE49-F238E27FC236}">
                <a16:creationId xmlns:a16="http://schemas.microsoft.com/office/drawing/2014/main" id="{56B6BCC9-79D2-457E-8639-8CACA0CBC005}"/>
              </a:ext>
            </a:extLst>
          </p:cNvPr>
          <p:cNvSpPr>
            <a:spLocks noGrp="1"/>
          </p:cNvSpPr>
          <p:nvPr/>
        </p:nvSpPr>
        <p:spPr>
          <a:xfrm>
            <a:off x="8585847" y="53437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1" name="A1_bar_Cryo_14794">
            <a:extLst>
              <a:ext uri="{FF2B5EF4-FFF2-40B4-BE49-F238E27FC236}">
                <a16:creationId xmlns:a16="http://schemas.microsoft.com/office/drawing/2014/main" id="{756A7FC0-CC5A-438A-B506-384DD159C885}"/>
              </a:ext>
            </a:extLst>
          </p:cNvPr>
          <p:cNvSpPr>
            <a:spLocks noGrp="1"/>
          </p:cNvSpPr>
          <p:nvPr/>
        </p:nvSpPr>
        <p:spPr>
          <a:xfrm>
            <a:off x="853636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2" name="A1_bar_Cryo_14795">
            <a:extLst>
              <a:ext uri="{FF2B5EF4-FFF2-40B4-BE49-F238E27FC236}">
                <a16:creationId xmlns:a16="http://schemas.microsoft.com/office/drawing/2014/main" id="{0EFAB6F2-4066-4404-8078-2E15212465C3}"/>
              </a:ext>
            </a:extLst>
          </p:cNvPr>
          <p:cNvSpPr>
            <a:spLocks noGrp="1"/>
          </p:cNvSpPr>
          <p:nvPr/>
        </p:nvSpPr>
        <p:spPr>
          <a:xfrm>
            <a:off x="8600400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3" name="A1_bar_Cryo_14796">
            <a:extLst>
              <a:ext uri="{FF2B5EF4-FFF2-40B4-BE49-F238E27FC236}">
                <a16:creationId xmlns:a16="http://schemas.microsoft.com/office/drawing/2014/main" id="{465A5E98-F42E-4509-BD3D-009505C35FAB}"/>
              </a:ext>
            </a:extLst>
          </p:cNvPr>
          <p:cNvSpPr>
            <a:spLocks noGrp="1"/>
          </p:cNvSpPr>
          <p:nvPr/>
        </p:nvSpPr>
        <p:spPr>
          <a:xfrm>
            <a:off x="8519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4" name="A1_bar_Cryo_14797">
            <a:extLst>
              <a:ext uri="{FF2B5EF4-FFF2-40B4-BE49-F238E27FC236}">
                <a16:creationId xmlns:a16="http://schemas.microsoft.com/office/drawing/2014/main" id="{01E423ED-81A8-4EB0-8ED6-A1F51A36B836}"/>
              </a:ext>
            </a:extLst>
          </p:cNvPr>
          <p:cNvSpPr>
            <a:spLocks noGrp="1"/>
          </p:cNvSpPr>
          <p:nvPr/>
        </p:nvSpPr>
        <p:spPr>
          <a:xfrm>
            <a:off x="8574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5" name="A1_bar_Cryo_14798">
            <a:extLst>
              <a:ext uri="{FF2B5EF4-FFF2-40B4-BE49-F238E27FC236}">
                <a16:creationId xmlns:a16="http://schemas.microsoft.com/office/drawing/2014/main" id="{3ED4616F-6BBC-4B98-A4A0-06E8883960C9}"/>
              </a:ext>
            </a:extLst>
          </p:cNvPr>
          <p:cNvSpPr>
            <a:spLocks noGrp="1"/>
          </p:cNvSpPr>
          <p:nvPr/>
        </p:nvSpPr>
        <p:spPr>
          <a:xfrm>
            <a:off x="848741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6" name="A1_bar_Cryo_14799">
            <a:extLst>
              <a:ext uri="{FF2B5EF4-FFF2-40B4-BE49-F238E27FC236}">
                <a16:creationId xmlns:a16="http://schemas.microsoft.com/office/drawing/2014/main" id="{2DC926D6-FA76-47BE-8362-AA6355534F10}"/>
              </a:ext>
            </a:extLst>
          </p:cNvPr>
          <p:cNvSpPr>
            <a:spLocks noGrp="1"/>
          </p:cNvSpPr>
          <p:nvPr/>
        </p:nvSpPr>
        <p:spPr>
          <a:xfrm>
            <a:off x="8453788" y="590114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7" name="A1_bar_Cryo_14800">
            <a:extLst>
              <a:ext uri="{FF2B5EF4-FFF2-40B4-BE49-F238E27FC236}">
                <a16:creationId xmlns:a16="http://schemas.microsoft.com/office/drawing/2014/main" id="{9C3FDC0A-83E6-4CF6-885B-33DF9A37F522}"/>
              </a:ext>
            </a:extLst>
          </p:cNvPr>
          <p:cNvSpPr>
            <a:spLocks noGrp="1"/>
          </p:cNvSpPr>
          <p:nvPr/>
        </p:nvSpPr>
        <p:spPr>
          <a:xfrm>
            <a:off x="8443488" y="589386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8" name="A1_bar_Cryo_14801">
            <a:extLst>
              <a:ext uri="{FF2B5EF4-FFF2-40B4-BE49-F238E27FC236}">
                <a16:creationId xmlns:a16="http://schemas.microsoft.com/office/drawing/2014/main" id="{9363F196-BEA2-45EB-B2C1-AED86EFA6C8B}"/>
              </a:ext>
            </a:extLst>
          </p:cNvPr>
          <p:cNvSpPr>
            <a:spLocks noGrp="1"/>
          </p:cNvSpPr>
          <p:nvPr/>
        </p:nvSpPr>
        <p:spPr>
          <a:xfrm>
            <a:off x="854566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79" name="A1_bar_Cryo_14802">
            <a:extLst>
              <a:ext uri="{FF2B5EF4-FFF2-40B4-BE49-F238E27FC236}">
                <a16:creationId xmlns:a16="http://schemas.microsoft.com/office/drawing/2014/main" id="{A6EEFEA0-522C-49E2-BF8F-D6EF54D4606D}"/>
              </a:ext>
            </a:extLst>
          </p:cNvPr>
          <p:cNvSpPr>
            <a:spLocks noGrp="1"/>
          </p:cNvSpPr>
          <p:nvPr/>
        </p:nvSpPr>
        <p:spPr>
          <a:xfrm>
            <a:off x="8577203" y="54683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0" name="A1_bar_Cryo_14803">
            <a:extLst>
              <a:ext uri="{FF2B5EF4-FFF2-40B4-BE49-F238E27FC236}">
                <a16:creationId xmlns:a16="http://schemas.microsoft.com/office/drawing/2014/main" id="{CD0A79E2-E714-44A8-A941-1918248634DF}"/>
              </a:ext>
            </a:extLst>
          </p:cNvPr>
          <p:cNvSpPr>
            <a:spLocks noGrp="1"/>
          </p:cNvSpPr>
          <p:nvPr/>
        </p:nvSpPr>
        <p:spPr>
          <a:xfrm>
            <a:off x="8450958" y="413073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1" name="A1_bar_Cryo_14804">
            <a:extLst>
              <a:ext uri="{FF2B5EF4-FFF2-40B4-BE49-F238E27FC236}">
                <a16:creationId xmlns:a16="http://schemas.microsoft.com/office/drawing/2014/main" id="{D981EF5F-37DE-4FD6-A5FD-ADEFE6E4A461}"/>
              </a:ext>
            </a:extLst>
          </p:cNvPr>
          <p:cNvSpPr>
            <a:spLocks noGrp="1"/>
          </p:cNvSpPr>
          <p:nvPr/>
        </p:nvSpPr>
        <p:spPr>
          <a:xfrm>
            <a:off x="85839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2" name="A1_bar_Cryo_14805">
            <a:extLst>
              <a:ext uri="{FF2B5EF4-FFF2-40B4-BE49-F238E27FC236}">
                <a16:creationId xmlns:a16="http://schemas.microsoft.com/office/drawing/2014/main" id="{5A5E6970-BCE1-4128-BF95-8DD1AB6B1FFD}"/>
              </a:ext>
            </a:extLst>
          </p:cNvPr>
          <p:cNvSpPr>
            <a:spLocks noGrp="1"/>
          </p:cNvSpPr>
          <p:nvPr/>
        </p:nvSpPr>
        <p:spPr>
          <a:xfrm>
            <a:off x="8507144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3" name="A1_bar_Cryo_14806">
            <a:extLst>
              <a:ext uri="{FF2B5EF4-FFF2-40B4-BE49-F238E27FC236}">
                <a16:creationId xmlns:a16="http://schemas.microsoft.com/office/drawing/2014/main" id="{D577AC93-0E37-42C3-B59E-C77CBD1CD297}"/>
              </a:ext>
            </a:extLst>
          </p:cNvPr>
          <p:cNvSpPr>
            <a:spLocks noGrp="1"/>
          </p:cNvSpPr>
          <p:nvPr/>
        </p:nvSpPr>
        <p:spPr>
          <a:xfrm>
            <a:off x="843062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4" name="A1_bar_Cryo_14807">
            <a:extLst>
              <a:ext uri="{FF2B5EF4-FFF2-40B4-BE49-F238E27FC236}">
                <a16:creationId xmlns:a16="http://schemas.microsoft.com/office/drawing/2014/main" id="{AC804002-CA02-4EB5-8702-9E9E7A468EDF}"/>
              </a:ext>
            </a:extLst>
          </p:cNvPr>
          <p:cNvSpPr>
            <a:spLocks noGrp="1"/>
          </p:cNvSpPr>
          <p:nvPr/>
        </p:nvSpPr>
        <p:spPr>
          <a:xfrm>
            <a:off x="8429061" y="55251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5" name="A1_bar_Cryo_14808">
            <a:extLst>
              <a:ext uri="{FF2B5EF4-FFF2-40B4-BE49-F238E27FC236}">
                <a16:creationId xmlns:a16="http://schemas.microsoft.com/office/drawing/2014/main" id="{1DED7A31-845D-4128-A445-827AB7F8AB9D}"/>
              </a:ext>
            </a:extLst>
          </p:cNvPr>
          <p:cNvSpPr>
            <a:spLocks noGrp="1"/>
          </p:cNvSpPr>
          <p:nvPr/>
        </p:nvSpPr>
        <p:spPr>
          <a:xfrm>
            <a:off x="8494998" y="550879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6" name="A1_bar_Cryo_14809">
            <a:extLst>
              <a:ext uri="{FF2B5EF4-FFF2-40B4-BE49-F238E27FC236}">
                <a16:creationId xmlns:a16="http://schemas.microsoft.com/office/drawing/2014/main" id="{9E13F43E-4267-47A5-ACA2-B3DD343BAFBC}"/>
              </a:ext>
            </a:extLst>
          </p:cNvPr>
          <p:cNvSpPr>
            <a:spLocks noGrp="1"/>
          </p:cNvSpPr>
          <p:nvPr/>
        </p:nvSpPr>
        <p:spPr>
          <a:xfrm>
            <a:off x="852875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7" name="A1_bar_Cryo_14810">
            <a:extLst>
              <a:ext uri="{FF2B5EF4-FFF2-40B4-BE49-F238E27FC236}">
                <a16:creationId xmlns:a16="http://schemas.microsoft.com/office/drawing/2014/main" id="{A2BFDF06-F4E3-4BF8-9A10-D7B565C5BCDB}"/>
              </a:ext>
            </a:extLst>
          </p:cNvPr>
          <p:cNvSpPr>
            <a:spLocks noGrp="1"/>
          </p:cNvSpPr>
          <p:nvPr/>
        </p:nvSpPr>
        <p:spPr>
          <a:xfrm>
            <a:off x="86232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8" name="A1_bar_Cryo_14811">
            <a:extLst>
              <a:ext uri="{FF2B5EF4-FFF2-40B4-BE49-F238E27FC236}">
                <a16:creationId xmlns:a16="http://schemas.microsoft.com/office/drawing/2014/main" id="{6501CE04-392D-4C7C-AC11-90208EF3228A}"/>
              </a:ext>
            </a:extLst>
          </p:cNvPr>
          <p:cNvSpPr>
            <a:spLocks noGrp="1"/>
          </p:cNvSpPr>
          <p:nvPr/>
        </p:nvSpPr>
        <p:spPr>
          <a:xfrm>
            <a:off x="8513851" y="58765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89" name="A1_bar_Cryo_14812">
            <a:extLst>
              <a:ext uri="{FF2B5EF4-FFF2-40B4-BE49-F238E27FC236}">
                <a16:creationId xmlns:a16="http://schemas.microsoft.com/office/drawing/2014/main" id="{8038107C-8885-4DF3-9DC2-6B2349505F63}"/>
              </a:ext>
            </a:extLst>
          </p:cNvPr>
          <p:cNvSpPr>
            <a:spLocks noGrp="1"/>
          </p:cNvSpPr>
          <p:nvPr/>
        </p:nvSpPr>
        <p:spPr>
          <a:xfrm>
            <a:off x="85107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0" name="A1_bar_Cryo_14813">
            <a:extLst>
              <a:ext uri="{FF2B5EF4-FFF2-40B4-BE49-F238E27FC236}">
                <a16:creationId xmlns:a16="http://schemas.microsoft.com/office/drawing/2014/main" id="{72FDC3DA-568C-4D17-B6AB-42E48F056B04}"/>
              </a:ext>
            </a:extLst>
          </p:cNvPr>
          <p:cNvSpPr>
            <a:spLocks noGrp="1"/>
          </p:cNvSpPr>
          <p:nvPr/>
        </p:nvSpPr>
        <p:spPr>
          <a:xfrm>
            <a:off x="858319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1" name="A1_bar_Cryo_14814">
            <a:extLst>
              <a:ext uri="{FF2B5EF4-FFF2-40B4-BE49-F238E27FC236}">
                <a16:creationId xmlns:a16="http://schemas.microsoft.com/office/drawing/2014/main" id="{F5CF9127-0C8C-4704-81D8-409C73A3F964}"/>
              </a:ext>
            </a:extLst>
          </p:cNvPr>
          <p:cNvSpPr>
            <a:spLocks noGrp="1"/>
          </p:cNvSpPr>
          <p:nvPr/>
        </p:nvSpPr>
        <p:spPr>
          <a:xfrm>
            <a:off x="858498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2" name="A1_bar_Cryo_14815">
            <a:extLst>
              <a:ext uri="{FF2B5EF4-FFF2-40B4-BE49-F238E27FC236}">
                <a16:creationId xmlns:a16="http://schemas.microsoft.com/office/drawing/2014/main" id="{C0FFA3C8-070A-4454-A3EF-1285905F5C14}"/>
              </a:ext>
            </a:extLst>
          </p:cNvPr>
          <p:cNvSpPr>
            <a:spLocks noGrp="1"/>
          </p:cNvSpPr>
          <p:nvPr/>
        </p:nvSpPr>
        <p:spPr>
          <a:xfrm>
            <a:off x="84726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3" name="A1_bar_Cryo_14816">
            <a:extLst>
              <a:ext uri="{FF2B5EF4-FFF2-40B4-BE49-F238E27FC236}">
                <a16:creationId xmlns:a16="http://schemas.microsoft.com/office/drawing/2014/main" id="{D10F7A1F-6B0F-42F8-9F2B-B4EF6DDF2C7F}"/>
              </a:ext>
            </a:extLst>
          </p:cNvPr>
          <p:cNvSpPr>
            <a:spLocks noGrp="1"/>
          </p:cNvSpPr>
          <p:nvPr/>
        </p:nvSpPr>
        <p:spPr>
          <a:xfrm>
            <a:off x="843813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4" name="A1_bar_Cryo_14817">
            <a:extLst>
              <a:ext uri="{FF2B5EF4-FFF2-40B4-BE49-F238E27FC236}">
                <a16:creationId xmlns:a16="http://schemas.microsoft.com/office/drawing/2014/main" id="{0348683F-0D41-4ADD-A853-AC19E334D0F0}"/>
              </a:ext>
            </a:extLst>
          </p:cNvPr>
          <p:cNvSpPr>
            <a:spLocks noGrp="1"/>
          </p:cNvSpPr>
          <p:nvPr/>
        </p:nvSpPr>
        <p:spPr>
          <a:xfrm>
            <a:off x="84714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5" name="A1_bar_Cryo_14818">
            <a:extLst>
              <a:ext uri="{FF2B5EF4-FFF2-40B4-BE49-F238E27FC236}">
                <a16:creationId xmlns:a16="http://schemas.microsoft.com/office/drawing/2014/main" id="{0FC245B1-267B-429A-969A-AB955E66E78F}"/>
              </a:ext>
            </a:extLst>
          </p:cNvPr>
          <p:cNvSpPr>
            <a:spLocks noGrp="1"/>
          </p:cNvSpPr>
          <p:nvPr/>
        </p:nvSpPr>
        <p:spPr>
          <a:xfrm>
            <a:off x="866182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6" name="A1_bar_Cryo_14819">
            <a:extLst>
              <a:ext uri="{FF2B5EF4-FFF2-40B4-BE49-F238E27FC236}">
                <a16:creationId xmlns:a16="http://schemas.microsoft.com/office/drawing/2014/main" id="{4B9C51C5-6259-41D7-8AAB-401571690B19}"/>
              </a:ext>
            </a:extLst>
          </p:cNvPr>
          <p:cNvSpPr>
            <a:spLocks noGrp="1"/>
          </p:cNvSpPr>
          <p:nvPr/>
        </p:nvSpPr>
        <p:spPr>
          <a:xfrm>
            <a:off x="8605422" y="48126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7" name="A1_bar_Cryo_14820">
            <a:extLst>
              <a:ext uri="{FF2B5EF4-FFF2-40B4-BE49-F238E27FC236}">
                <a16:creationId xmlns:a16="http://schemas.microsoft.com/office/drawing/2014/main" id="{258C39A5-068A-4561-B238-6D614EB8F220}"/>
              </a:ext>
            </a:extLst>
          </p:cNvPr>
          <p:cNvSpPr>
            <a:spLocks noGrp="1"/>
          </p:cNvSpPr>
          <p:nvPr/>
        </p:nvSpPr>
        <p:spPr>
          <a:xfrm>
            <a:off x="8661434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8" name="A1_bar_Cryo_14821">
            <a:extLst>
              <a:ext uri="{FF2B5EF4-FFF2-40B4-BE49-F238E27FC236}">
                <a16:creationId xmlns:a16="http://schemas.microsoft.com/office/drawing/2014/main" id="{2504BECD-A357-45C8-A3B0-CC3A0C5B0CAA}"/>
              </a:ext>
            </a:extLst>
          </p:cNvPr>
          <p:cNvSpPr>
            <a:spLocks noGrp="1"/>
          </p:cNvSpPr>
          <p:nvPr/>
        </p:nvSpPr>
        <p:spPr>
          <a:xfrm>
            <a:off x="849685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599" name="A1_bar_Cryo_14822">
            <a:extLst>
              <a:ext uri="{FF2B5EF4-FFF2-40B4-BE49-F238E27FC236}">
                <a16:creationId xmlns:a16="http://schemas.microsoft.com/office/drawing/2014/main" id="{E14E261B-C5B5-4396-8AAA-4007084471B4}"/>
              </a:ext>
            </a:extLst>
          </p:cNvPr>
          <p:cNvSpPr>
            <a:spLocks noGrp="1"/>
          </p:cNvSpPr>
          <p:nvPr/>
        </p:nvSpPr>
        <p:spPr>
          <a:xfrm>
            <a:off x="84585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0" name="A1_bar_Cryo_14823">
            <a:extLst>
              <a:ext uri="{FF2B5EF4-FFF2-40B4-BE49-F238E27FC236}">
                <a16:creationId xmlns:a16="http://schemas.microsoft.com/office/drawing/2014/main" id="{C406E2AE-926A-4271-8025-51743552EF90}"/>
              </a:ext>
            </a:extLst>
          </p:cNvPr>
          <p:cNvSpPr>
            <a:spLocks noGrp="1"/>
          </p:cNvSpPr>
          <p:nvPr/>
        </p:nvSpPr>
        <p:spPr>
          <a:xfrm>
            <a:off x="8661138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1" name="A1_bar_Cryo_14824">
            <a:extLst>
              <a:ext uri="{FF2B5EF4-FFF2-40B4-BE49-F238E27FC236}">
                <a16:creationId xmlns:a16="http://schemas.microsoft.com/office/drawing/2014/main" id="{C01862D9-D31D-4856-90FF-A4E749983B00}"/>
              </a:ext>
            </a:extLst>
          </p:cNvPr>
          <p:cNvSpPr>
            <a:spLocks noGrp="1"/>
          </p:cNvSpPr>
          <p:nvPr/>
        </p:nvSpPr>
        <p:spPr>
          <a:xfrm>
            <a:off x="866495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2" name="A1_bar_Cryo_14825">
            <a:extLst>
              <a:ext uri="{FF2B5EF4-FFF2-40B4-BE49-F238E27FC236}">
                <a16:creationId xmlns:a16="http://schemas.microsoft.com/office/drawing/2014/main" id="{32174043-E0E1-412E-9616-E7ECF051516F}"/>
              </a:ext>
            </a:extLst>
          </p:cNvPr>
          <p:cNvSpPr>
            <a:spLocks noGrp="1"/>
          </p:cNvSpPr>
          <p:nvPr/>
        </p:nvSpPr>
        <p:spPr>
          <a:xfrm>
            <a:off x="8602284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3" name="A1_bar_Cryo_14826">
            <a:extLst>
              <a:ext uri="{FF2B5EF4-FFF2-40B4-BE49-F238E27FC236}">
                <a16:creationId xmlns:a16="http://schemas.microsoft.com/office/drawing/2014/main" id="{97DA44E1-4A05-4897-8541-5A7673D2C8CF}"/>
              </a:ext>
            </a:extLst>
          </p:cNvPr>
          <p:cNvSpPr>
            <a:spLocks noGrp="1"/>
          </p:cNvSpPr>
          <p:nvPr/>
        </p:nvSpPr>
        <p:spPr>
          <a:xfrm>
            <a:off x="8522737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4" name="A1_bar_Cryo_14827">
            <a:extLst>
              <a:ext uri="{FF2B5EF4-FFF2-40B4-BE49-F238E27FC236}">
                <a16:creationId xmlns:a16="http://schemas.microsoft.com/office/drawing/2014/main" id="{D7F71338-4E55-497F-85D4-EA32A76D3629}"/>
              </a:ext>
            </a:extLst>
          </p:cNvPr>
          <p:cNvSpPr>
            <a:spLocks noGrp="1"/>
          </p:cNvSpPr>
          <p:nvPr/>
        </p:nvSpPr>
        <p:spPr>
          <a:xfrm>
            <a:off x="859485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5" name="A1_bar_Cryo_14828">
            <a:extLst>
              <a:ext uri="{FF2B5EF4-FFF2-40B4-BE49-F238E27FC236}">
                <a16:creationId xmlns:a16="http://schemas.microsoft.com/office/drawing/2014/main" id="{CF3BF475-98B1-4EE0-9B35-91535110FE45}"/>
              </a:ext>
            </a:extLst>
          </p:cNvPr>
          <p:cNvSpPr>
            <a:spLocks noGrp="1"/>
          </p:cNvSpPr>
          <p:nvPr/>
        </p:nvSpPr>
        <p:spPr>
          <a:xfrm>
            <a:off x="84459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6" name="A1_bar_Cryo_14829">
            <a:extLst>
              <a:ext uri="{FF2B5EF4-FFF2-40B4-BE49-F238E27FC236}">
                <a16:creationId xmlns:a16="http://schemas.microsoft.com/office/drawing/2014/main" id="{D38DD180-E28A-4C56-9C28-D53918003D9D}"/>
              </a:ext>
            </a:extLst>
          </p:cNvPr>
          <p:cNvSpPr>
            <a:spLocks noGrp="1"/>
          </p:cNvSpPr>
          <p:nvPr/>
        </p:nvSpPr>
        <p:spPr>
          <a:xfrm>
            <a:off x="8603379" y="527166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7" name="A1_bar_Cryo_14830">
            <a:extLst>
              <a:ext uri="{FF2B5EF4-FFF2-40B4-BE49-F238E27FC236}">
                <a16:creationId xmlns:a16="http://schemas.microsoft.com/office/drawing/2014/main" id="{0F65640D-E833-4A4D-968A-CE49712C00FE}"/>
              </a:ext>
            </a:extLst>
          </p:cNvPr>
          <p:cNvSpPr>
            <a:spLocks noGrp="1"/>
          </p:cNvSpPr>
          <p:nvPr/>
        </p:nvSpPr>
        <p:spPr>
          <a:xfrm>
            <a:off x="8542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8" name="A1_bar_Cryo_14831">
            <a:extLst>
              <a:ext uri="{FF2B5EF4-FFF2-40B4-BE49-F238E27FC236}">
                <a16:creationId xmlns:a16="http://schemas.microsoft.com/office/drawing/2014/main" id="{16525DA7-C2F9-43DF-AEC2-12FCB8D1C26C}"/>
              </a:ext>
            </a:extLst>
          </p:cNvPr>
          <p:cNvSpPr>
            <a:spLocks noGrp="1"/>
          </p:cNvSpPr>
          <p:nvPr/>
        </p:nvSpPr>
        <p:spPr>
          <a:xfrm>
            <a:off x="863117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09" name="A1_bar_Cryo_14832">
            <a:extLst>
              <a:ext uri="{FF2B5EF4-FFF2-40B4-BE49-F238E27FC236}">
                <a16:creationId xmlns:a16="http://schemas.microsoft.com/office/drawing/2014/main" id="{CDA6AC9E-3154-4D53-B3EB-6173FB1F69B5}"/>
              </a:ext>
            </a:extLst>
          </p:cNvPr>
          <p:cNvSpPr>
            <a:spLocks noGrp="1"/>
          </p:cNvSpPr>
          <p:nvPr/>
        </p:nvSpPr>
        <p:spPr>
          <a:xfrm>
            <a:off x="8658176" y="46809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0" name="A1_bar_Cryo_14833">
            <a:extLst>
              <a:ext uri="{FF2B5EF4-FFF2-40B4-BE49-F238E27FC236}">
                <a16:creationId xmlns:a16="http://schemas.microsoft.com/office/drawing/2014/main" id="{0147A2DF-C6E5-4BBE-BB10-E5847B12FC68}"/>
              </a:ext>
            </a:extLst>
          </p:cNvPr>
          <p:cNvSpPr>
            <a:spLocks noGrp="1"/>
          </p:cNvSpPr>
          <p:nvPr/>
        </p:nvSpPr>
        <p:spPr>
          <a:xfrm>
            <a:off x="8596881" y="582131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1" name="A1_bar_Cryo_14834">
            <a:extLst>
              <a:ext uri="{FF2B5EF4-FFF2-40B4-BE49-F238E27FC236}">
                <a16:creationId xmlns:a16="http://schemas.microsoft.com/office/drawing/2014/main" id="{2B7EBDFC-BDED-490A-9A3B-ACE2DC9802D1}"/>
              </a:ext>
            </a:extLst>
          </p:cNvPr>
          <p:cNvSpPr>
            <a:spLocks noGrp="1"/>
          </p:cNvSpPr>
          <p:nvPr/>
        </p:nvSpPr>
        <p:spPr>
          <a:xfrm>
            <a:off x="8537140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2" name="A1_bar_Cryo_14835">
            <a:extLst>
              <a:ext uri="{FF2B5EF4-FFF2-40B4-BE49-F238E27FC236}">
                <a16:creationId xmlns:a16="http://schemas.microsoft.com/office/drawing/2014/main" id="{F07B47C2-8F99-4FEF-9DA1-B1658968AD6B}"/>
              </a:ext>
            </a:extLst>
          </p:cNvPr>
          <p:cNvSpPr>
            <a:spLocks noGrp="1"/>
          </p:cNvSpPr>
          <p:nvPr/>
        </p:nvSpPr>
        <p:spPr>
          <a:xfrm>
            <a:off x="847560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3" name="A1_bar_Cryo_14836">
            <a:extLst>
              <a:ext uri="{FF2B5EF4-FFF2-40B4-BE49-F238E27FC236}">
                <a16:creationId xmlns:a16="http://schemas.microsoft.com/office/drawing/2014/main" id="{EA046359-3086-42CB-9B41-AEEBB7BEAD60}"/>
              </a:ext>
            </a:extLst>
          </p:cNvPr>
          <p:cNvSpPr>
            <a:spLocks noGrp="1"/>
          </p:cNvSpPr>
          <p:nvPr/>
        </p:nvSpPr>
        <p:spPr>
          <a:xfrm>
            <a:off x="8515991" y="519860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4" name="A1_bar_Cryo_14837">
            <a:extLst>
              <a:ext uri="{FF2B5EF4-FFF2-40B4-BE49-F238E27FC236}">
                <a16:creationId xmlns:a16="http://schemas.microsoft.com/office/drawing/2014/main" id="{11C820C8-2EB8-4A3E-BFEE-65F7054BB57E}"/>
              </a:ext>
            </a:extLst>
          </p:cNvPr>
          <p:cNvSpPr>
            <a:spLocks noGrp="1"/>
          </p:cNvSpPr>
          <p:nvPr/>
        </p:nvSpPr>
        <p:spPr>
          <a:xfrm>
            <a:off x="86184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5" name="A1_bar_Cryo_14838">
            <a:extLst>
              <a:ext uri="{FF2B5EF4-FFF2-40B4-BE49-F238E27FC236}">
                <a16:creationId xmlns:a16="http://schemas.microsoft.com/office/drawing/2014/main" id="{554DC8AF-A056-439C-8B65-6C1B4A77FC7A}"/>
              </a:ext>
            </a:extLst>
          </p:cNvPr>
          <p:cNvSpPr>
            <a:spLocks noGrp="1"/>
          </p:cNvSpPr>
          <p:nvPr/>
        </p:nvSpPr>
        <p:spPr>
          <a:xfrm>
            <a:off x="8626757" y="605262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6" name="A1_bar_Cryo_14839">
            <a:extLst>
              <a:ext uri="{FF2B5EF4-FFF2-40B4-BE49-F238E27FC236}">
                <a16:creationId xmlns:a16="http://schemas.microsoft.com/office/drawing/2014/main" id="{65AA652A-C483-47CF-A35B-9AF78AE457FB}"/>
              </a:ext>
            </a:extLst>
          </p:cNvPr>
          <p:cNvSpPr>
            <a:spLocks noGrp="1"/>
          </p:cNvSpPr>
          <p:nvPr/>
        </p:nvSpPr>
        <p:spPr>
          <a:xfrm>
            <a:off x="8567988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7" name="A1_bar_Cryo_14840">
            <a:extLst>
              <a:ext uri="{FF2B5EF4-FFF2-40B4-BE49-F238E27FC236}">
                <a16:creationId xmlns:a16="http://schemas.microsoft.com/office/drawing/2014/main" id="{F50D40ED-E7B5-4AED-9DC7-7894B7C7C520}"/>
              </a:ext>
            </a:extLst>
          </p:cNvPr>
          <p:cNvSpPr>
            <a:spLocks noGrp="1"/>
          </p:cNvSpPr>
          <p:nvPr/>
        </p:nvSpPr>
        <p:spPr>
          <a:xfrm>
            <a:off x="8474205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8" name="A1_bar_Cryo_14841">
            <a:extLst>
              <a:ext uri="{FF2B5EF4-FFF2-40B4-BE49-F238E27FC236}">
                <a16:creationId xmlns:a16="http://schemas.microsoft.com/office/drawing/2014/main" id="{970D41CB-8693-4F8C-A553-8755749F6F0A}"/>
              </a:ext>
            </a:extLst>
          </p:cNvPr>
          <p:cNvSpPr>
            <a:spLocks noGrp="1"/>
          </p:cNvSpPr>
          <p:nvPr/>
        </p:nvSpPr>
        <p:spPr>
          <a:xfrm>
            <a:off x="8588880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19" name="A1_bar_Cryo_14842">
            <a:extLst>
              <a:ext uri="{FF2B5EF4-FFF2-40B4-BE49-F238E27FC236}">
                <a16:creationId xmlns:a16="http://schemas.microsoft.com/office/drawing/2014/main" id="{515EC101-BF20-4A59-B6B9-7436B8569D8D}"/>
              </a:ext>
            </a:extLst>
          </p:cNvPr>
          <p:cNvSpPr>
            <a:spLocks noGrp="1"/>
          </p:cNvSpPr>
          <p:nvPr/>
        </p:nvSpPr>
        <p:spPr>
          <a:xfrm>
            <a:off x="859875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0" name="A1_bar_Cryo_14843">
            <a:extLst>
              <a:ext uri="{FF2B5EF4-FFF2-40B4-BE49-F238E27FC236}">
                <a16:creationId xmlns:a16="http://schemas.microsoft.com/office/drawing/2014/main" id="{5AD93400-8189-425C-8359-9CFB2F966C22}"/>
              </a:ext>
            </a:extLst>
          </p:cNvPr>
          <p:cNvSpPr>
            <a:spLocks noGrp="1"/>
          </p:cNvSpPr>
          <p:nvPr/>
        </p:nvSpPr>
        <p:spPr>
          <a:xfrm>
            <a:off x="86461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1" name="A1_bar_Cryo_14844">
            <a:extLst>
              <a:ext uri="{FF2B5EF4-FFF2-40B4-BE49-F238E27FC236}">
                <a16:creationId xmlns:a16="http://schemas.microsoft.com/office/drawing/2014/main" id="{C4ADA0EF-DB17-4FAF-81A2-A77B0CB6CBDC}"/>
              </a:ext>
            </a:extLst>
          </p:cNvPr>
          <p:cNvSpPr>
            <a:spLocks noGrp="1"/>
          </p:cNvSpPr>
          <p:nvPr/>
        </p:nvSpPr>
        <p:spPr>
          <a:xfrm>
            <a:off x="854984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2" name="A1_bar_Cryo_14845">
            <a:extLst>
              <a:ext uri="{FF2B5EF4-FFF2-40B4-BE49-F238E27FC236}">
                <a16:creationId xmlns:a16="http://schemas.microsoft.com/office/drawing/2014/main" id="{217280A4-C71E-43E3-AD82-95C2DA3A1A20}"/>
              </a:ext>
            </a:extLst>
          </p:cNvPr>
          <p:cNvSpPr>
            <a:spLocks noGrp="1"/>
          </p:cNvSpPr>
          <p:nvPr/>
        </p:nvSpPr>
        <p:spPr>
          <a:xfrm>
            <a:off x="86117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3" name="A1_bar_Cryo_14846">
            <a:extLst>
              <a:ext uri="{FF2B5EF4-FFF2-40B4-BE49-F238E27FC236}">
                <a16:creationId xmlns:a16="http://schemas.microsoft.com/office/drawing/2014/main" id="{C59518EF-E54F-4AF9-93F3-E54B2C310CAF}"/>
              </a:ext>
            </a:extLst>
          </p:cNvPr>
          <p:cNvSpPr>
            <a:spLocks noGrp="1"/>
          </p:cNvSpPr>
          <p:nvPr/>
        </p:nvSpPr>
        <p:spPr>
          <a:xfrm>
            <a:off x="8529902" y="579129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4" name="A1_bar_Cryo_14847">
            <a:extLst>
              <a:ext uri="{FF2B5EF4-FFF2-40B4-BE49-F238E27FC236}">
                <a16:creationId xmlns:a16="http://schemas.microsoft.com/office/drawing/2014/main" id="{BECFFA6C-0BF7-409A-B79B-E221580BDEAE}"/>
              </a:ext>
            </a:extLst>
          </p:cNvPr>
          <p:cNvSpPr>
            <a:spLocks noGrp="1"/>
          </p:cNvSpPr>
          <p:nvPr/>
        </p:nvSpPr>
        <p:spPr>
          <a:xfrm>
            <a:off x="848206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5" name="A1_bar_Cryo_14848">
            <a:extLst>
              <a:ext uri="{FF2B5EF4-FFF2-40B4-BE49-F238E27FC236}">
                <a16:creationId xmlns:a16="http://schemas.microsoft.com/office/drawing/2014/main" id="{32F74B7B-E8AA-4F5A-AEA8-9C507F3D6C80}"/>
              </a:ext>
            </a:extLst>
          </p:cNvPr>
          <p:cNvSpPr>
            <a:spLocks noGrp="1"/>
          </p:cNvSpPr>
          <p:nvPr/>
        </p:nvSpPr>
        <p:spPr>
          <a:xfrm>
            <a:off x="8564803" y="496028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6" name="A1_bar_Cryo_14849">
            <a:extLst>
              <a:ext uri="{FF2B5EF4-FFF2-40B4-BE49-F238E27FC236}">
                <a16:creationId xmlns:a16="http://schemas.microsoft.com/office/drawing/2014/main" id="{AE5F4EDA-4BC0-4CC0-89F5-05CCA5ED02D2}"/>
              </a:ext>
            </a:extLst>
          </p:cNvPr>
          <p:cNvSpPr>
            <a:spLocks noGrp="1"/>
          </p:cNvSpPr>
          <p:nvPr/>
        </p:nvSpPr>
        <p:spPr>
          <a:xfrm>
            <a:off x="8583690" y="593691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7" name="A1_bar_Cryo_14850">
            <a:extLst>
              <a:ext uri="{FF2B5EF4-FFF2-40B4-BE49-F238E27FC236}">
                <a16:creationId xmlns:a16="http://schemas.microsoft.com/office/drawing/2014/main" id="{8FD4D7A3-0616-41B9-A19C-8AFD4F9E0838}"/>
              </a:ext>
            </a:extLst>
          </p:cNvPr>
          <p:cNvSpPr>
            <a:spLocks noGrp="1"/>
          </p:cNvSpPr>
          <p:nvPr/>
        </p:nvSpPr>
        <p:spPr>
          <a:xfrm>
            <a:off x="8572953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8" name="A1_bar_Cryo_14851">
            <a:extLst>
              <a:ext uri="{FF2B5EF4-FFF2-40B4-BE49-F238E27FC236}">
                <a16:creationId xmlns:a16="http://schemas.microsoft.com/office/drawing/2014/main" id="{83093568-8A89-44EB-B320-32125DCE1C53}"/>
              </a:ext>
            </a:extLst>
          </p:cNvPr>
          <p:cNvSpPr>
            <a:spLocks noGrp="1"/>
          </p:cNvSpPr>
          <p:nvPr/>
        </p:nvSpPr>
        <p:spPr>
          <a:xfrm>
            <a:off x="8451102" y="538969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29" name="A1_bar_Cryo_14852">
            <a:extLst>
              <a:ext uri="{FF2B5EF4-FFF2-40B4-BE49-F238E27FC236}">
                <a16:creationId xmlns:a16="http://schemas.microsoft.com/office/drawing/2014/main" id="{8B30746E-BC4E-4734-BC98-E273D8A46065}"/>
              </a:ext>
            </a:extLst>
          </p:cNvPr>
          <p:cNvSpPr>
            <a:spLocks noGrp="1"/>
          </p:cNvSpPr>
          <p:nvPr/>
        </p:nvSpPr>
        <p:spPr>
          <a:xfrm>
            <a:off x="85450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0" name="A1_bar_Cryo_14853">
            <a:extLst>
              <a:ext uri="{FF2B5EF4-FFF2-40B4-BE49-F238E27FC236}">
                <a16:creationId xmlns:a16="http://schemas.microsoft.com/office/drawing/2014/main" id="{02A7FD72-90AE-4DD5-B484-71CA676811A3}"/>
              </a:ext>
            </a:extLst>
          </p:cNvPr>
          <p:cNvSpPr>
            <a:spLocks noGrp="1"/>
          </p:cNvSpPr>
          <p:nvPr/>
        </p:nvSpPr>
        <p:spPr>
          <a:xfrm>
            <a:off x="86733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1" name="A1_bar_Cryo_14854">
            <a:extLst>
              <a:ext uri="{FF2B5EF4-FFF2-40B4-BE49-F238E27FC236}">
                <a16:creationId xmlns:a16="http://schemas.microsoft.com/office/drawing/2014/main" id="{D04008D2-364B-424D-ACF3-2ED162ECA1CE}"/>
              </a:ext>
            </a:extLst>
          </p:cNvPr>
          <p:cNvSpPr>
            <a:spLocks noGrp="1"/>
          </p:cNvSpPr>
          <p:nvPr/>
        </p:nvSpPr>
        <p:spPr>
          <a:xfrm>
            <a:off x="867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2" name="A1_bar_Cryo_14855">
            <a:extLst>
              <a:ext uri="{FF2B5EF4-FFF2-40B4-BE49-F238E27FC236}">
                <a16:creationId xmlns:a16="http://schemas.microsoft.com/office/drawing/2014/main" id="{EB520BC3-91BE-4B7D-AC9B-E408D8116E03}"/>
              </a:ext>
            </a:extLst>
          </p:cNvPr>
          <p:cNvSpPr>
            <a:spLocks noGrp="1"/>
          </p:cNvSpPr>
          <p:nvPr/>
        </p:nvSpPr>
        <p:spPr>
          <a:xfrm>
            <a:off x="843608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3" name="A1_bar_Cryo_14856">
            <a:extLst>
              <a:ext uri="{FF2B5EF4-FFF2-40B4-BE49-F238E27FC236}">
                <a16:creationId xmlns:a16="http://schemas.microsoft.com/office/drawing/2014/main" id="{6D61A38F-A88F-4016-B4BD-DF8AD999509E}"/>
              </a:ext>
            </a:extLst>
          </p:cNvPr>
          <p:cNvSpPr>
            <a:spLocks noGrp="1"/>
          </p:cNvSpPr>
          <p:nvPr/>
        </p:nvSpPr>
        <p:spPr>
          <a:xfrm>
            <a:off x="86707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4" name="A1_bar_Cryo_14857">
            <a:extLst>
              <a:ext uri="{FF2B5EF4-FFF2-40B4-BE49-F238E27FC236}">
                <a16:creationId xmlns:a16="http://schemas.microsoft.com/office/drawing/2014/main" id="{0049EF57-0A15-4F43-8096-B74ADB5249C7}"/>
              </a:ext>
            </a:extLst>
          </p:cNvPr>
          <p:cNvSpPr>
            <a:spLocks noGrp="1"/>
          </p:cNvSpPr>
          <p:nvPr/>
        </p:nvSpPr>
        <p:spPr>
          <a:xfrm>
            <a:off x="842637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5" name="A1_bar_Cryo_14858">
            <a:extLst>
              <a:ext uri="{FF2B5EF4-FFF2-40B4-BE49-F238E27FC236}">
                <a16:creationId xmlns:a16="http://schemas.microsoft.com/office/drawing/2014/main" id="{3824A72A-EF3F-4AFE-92F8-85BABBB9EFA7}"/>
              </a:ext>
            </a:extLst>
          </p:cNvPr>
          <p:cNvSpPr>
            <a:spLocks noGrp="1"/>
          </p:cNvSpPr>
          <p:nvPr/>
        </p:nvSpPr>
        <p:spPr>
          <a:xfrm>
            <a:off x="8648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6" name="A1_bar_Cryo_14859">
            <a:extLst>
              <a:ext uri="{FF2B5EF4-FFF2-40B4-BE49-F238E27FC236}">
                <a16:creationId xmlns:a16="http://schemas.microsoft.com/office/drawing/2014/main" id="{950C3EF0-1B29-4CB3-9510-102283DC250C}"/>
              </a:ext>
            </a:extLst>
          </p:cNvPr>
          <p:cNvSpPr>
            <a:spLocks noGrp="1"/>
          </p:cNvSpPr>
          <p:nvPr/>
        </p:nvSpPr>
        <p:spPr>
          <a:xfrm>
            <a:off x="8506971" y="38652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7" name="A1_bar_Cryo_14860">
            <a:extLst>
              <a:ext uri="{FF2B5EF4-FFF2-40B4-BE49-F238E27FC236}">
                <a16:creationId xmlns:a16="http://schemas.microsoft.com/office/drawing/2014/main" id="{7AF74761-232B-4220-B637-0F45C7B976C9}"/>
              </a:ext>
            </a:extLst>
          </p:cNvPr>
          <p:cNvSpPr>
            <a:spLocks noGrp="1"/>
          </p:cNvSpPr>
          <p:nvPr/>
        </p:nvSpPr>
        <p:spPr>
          <a:xfrm>
            <a:off x="843224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8" name="A1_bar_Cryo_14861">
            <a:extLst>
              <a:ext uri="{FF2B5EF4-FFF2-40B4-BE49-F238E27FC236}">
                <a16:creationId xmlns:a16="http://schemas.microsoft.com/office/drawing/2014/main" id="{4A10A30B-F9F7-4FA3-96CC-CC2DEAD09386}"/>
              </a:ext>
            </a:extLst>
          </p:cNvPr>
          <p:cNvSpPr>
            <a:spLocks noGrp="1"/>
          </p:cNvSpPr>
          <p:nvPr/>
        </p:nvSpPr>
        <p:spPr>
          <a:xfrm>
            <a:off x="8651136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39" name="A1_bar_Cryo_14862">
            <a:extLst>
              <a:ext uri="{FF2B5EF4-FFF2-40B4-BE49-F238E27FC236}">
                <a16:creationId xmlns:a16="http://schemas.microsoft.com/office/drawing/2014/main" id="{50F44B81-F4BC-4755-937E-88CC860BC2FA}"/>
              </a:ext>
            </a:extLst>
          </p:cNvPr>
          <p:cNvSpPr>
            <a:spLocks noGrp="1"/>
          </p:cNvSpPr>
          <p:nvPr/>
        </p:nvSpPr>
        <p:spPr>
          <a:xfrm>
            <a:off x="8428884" y="564823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0" name="A1_bar_Cryo_14863">
            <a:extLst>
              <a:ext uri="{FF2B5EF4-FFF2-40B4-BE49-F238E27FC236}">
                <a16:creationId xmlns:a16="http://schemas.microsoft.com/office/drawing/2014/main" id="{08B1087B-8AAD-4105-85A6-1130CD6D8EB5}"/>
              </a:ext>
            </a:extLst>
          </p:cNvPr>
          <p:cNvSpPr>
            <a:spLocks noGrp="1"/>
          </p:cNvSpPr>
          <p:nvPr/>
        </p:nvSpPr>
        <p:spPr>
          <a:xfrm>
            <a:off x="8514615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1" name="A1_bar_Cryo_14864">
            <a:extLst>
              <a:ext uri="{FF2B5EF4-FFF2-40B4-BE49-F238E27FC236}">
                <a16:creationId xmlns:a16="http://schemas.microsoft.com/office/drawing/2014/main" id="{A9E213E2-5811-4514-889B-4FA6DC950C9D}"/>
              </a:ext>
            </a:extLst>
          </p:cNvPr>
          <p:cNvSpPr>
            <a:spLocks noGrp="1"/>
          </p:cNvSpPr>
          <p:nvPr/>
        </p:nvSpPr>
        <p:spPr>
          <a:xfrm>
            <a:off x="850940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2" name="A1_bar_Cryo_14865">
            <a:extLst>
              <a:ext uri="{FF2B5EF4-FFF2-40B4-BE49-F238E27FC236}">
                <a16:creationId xmlns:a16="http://schemas.microsoft.com/office/drawing/2014/main" id="{A28DC109-1259-4153-9458-510DF8E19E61}"/>
              </a:ext>
            </a:extLst>
          </p:cNvPr>
          <p:cNvSpPr>
            <a:spLocks noGrp="1"/>
          </p:cNvSpPr>
          <p:nvPr/>
        </p:nvSpPr>
        <p:spPr>
          <a:xfrm>
            <a:off x="8591750" y="600218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3" name="A1_bar_Cryo_14866">
            <a:extLst>
              <a:ext uri="{FF2B5EF4-FFF2-40B4-BE49-F238E27FC236}">
                <a16:creationId xmlns:a16="http://schemas.microsoft.com/office/drawing/2014/main" id="{DEC55A7D-816C-4A37-B032-7155297C2E74}"/>
              </a:ext>
            </a:extLst>
          </p:cNvPr>
          <p:cNvSpPr>
            <a:spLocks noGrp="1"/>
          </p:cNvSpPr>
          <p:nvPr/>
        </p:nvSpPr>
        <p:spPr>
          <a:xfrm>
            <a:off x="866772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4" name="A1_bar_Cryo_14867">
            <a:extLst>
              <a:ext uri="{FF2B5EF4-FFF2-40B4-BE49-F238E27FC236}">
                <a16:creationId xmlns:a16="http://schemas.microsoft.com/office/drawing/2014/main" id="{A9DB1C5D-F98D-4404-AF27-090279289BD9}"/>
              </a:ext>
            </a:extLst>
          </p:cNvPr>
          <p:cNvSpPr>
            <a:spLocks noGrp="1"/>
          </p:cNvSpPr>
          <p:nvPr/>
        </p:nvSpPr>
        <p:spPr>
          <a:xfrm>
            <a:off x="858253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5" name="A1_bar_Cryo_14868">
            <a:extLst>
              <a:ext uri="{FF2B5EF4-FFF2-40B4-BE49-F238E27FC236}">
                <a16:creationId xmlns:a16="http://schemas.microsoft.com/office/drawing/2014/main" id="{0FF31FCA-DEA5-40FB-8455-DABF598DCBE7}"/>
              </a:ext>
            </a:extLst>
          </p:cNvPr>
          <p:cNvSpPr>
            <a:spLocks noGrp="1"/>
          </p:cNvSpPr>
          <p:nvPr/>
        </p:nvSpPr>
        <p:spPr>
          <a:xfrm>
            <a:off x="857638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6" name="A1_bar_Cryo_14869">
            <a:extLst>
              <a:ext uri="{FF2B5EF4-FFF2-40B4-BE49-F238E27FC236}">
                <a16:creationId xmlns:a16="http://schemas.microsoft.com/office/drawing/2014/main" id="{BE90384D-7CF3-4713-9A78-6B0FDBAADC2C}"/>
              </a:ext>
            </a:extLst>
          </p:cNvPr>
          <p:cNvSpPr>
            <a:spLocks noGrp="1"/>
          </p:cNvSpPr>
          <p:nvPr/>
        </p:nvSpPr>
        <p:spPr>
          <a:xfrm>
            <a:off x="84747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7" name="A1_bar_Cryo_14870">
            <a:extLst>
              <a:ext uri="{FF2B5EF4-FFF2-40B4-BE49-F238E27FC236}">
                <a16:creationId xmlns:a16="http://schemas.microsoft.com/office/drawing/2014/main" id="{520A66BC-34F0-4CC2-A37E-6DFC5B23F98E}"/>
              </a:ext>
            </a:extLst>
          </p:cNvPr>
          <p:cNvSpPr>
            <a:spLocks noGrp="1"/>
          </p:cNvSpPr>
          <p:nvPr/>
        </p:nvSpPr>
        <p:spPr>
          <a:xfrm>
            <a:off x="8525108" y="478644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8" name="A1_bar_Cryo_14871">
            <a:extLst>
              <a:ext uri="{FF2B5EF4-FFF2-40B4-BE49-F238E27FC236}">
                <a16:creationId xmlns:a16="http://schemas.microsoft.com/office/drawing/2014/main" id="{F0AAB754-078A-46FE-8226-5B19102AC221}"/>
              </a:ext>
            </a:extLst>
          </p:cNvPr>
          <p:cNvSpPr>
            <a:spLocks noGrp="1"/>
          </p:cNvSpPr>
          <p:nvPr/>
        </p:nvSpPr>
        <p:spPr>
          <a:xfrm>
            <a:off x="8442523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49" name="A1_bar_Cryo_14872">
            <a:extLst>
              <a:ext uri="{FF2B5EF4-FFF2-40B4-BE49-F238E27FC236}">
                <a16:creationId xmlns:a16="http://schemas.microsoft.com/office/drawing/2014/main" id="{6B8AE92D-1BB0-449A-9207-C265721B05B2}"/>
              </a:ext>
            </a:extLst>
          </p:cNvPr>
          <p:cNvSpPr>
            <a:spLocks noGrp="1"/>
          </p:cNvSpPr>
          <p:nvPr/>
        </p:nvSpPr>
        <p:spPr>
          <a:xfrm>
            <a:off x="857313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0" name="A1_bar_Cryo_14873">
            <a:extLst>
              <a:ext uri="{FF2B5EF4-FFF2-40B4-BE49-F238E27FC236}">
                <a16:creationId xmlns:a16="http://schemas.microsoft.com/office/drawing/2014/main" id="{E8F13512-D021-468C-8A19-D27D8C524785}"/>
              </a:ext>
            </a:extLst>
          </p:cNvPr>
          <p:cNvSpPr>
            <a:spLocks noGrp="1"/>
          </p:cNvSpPr>
          <p:nvPr/>
        </p:nvSpPr>
        <p:spPr>
          <a:xfrm>
            <a:off x="8676260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1" name="A1_bar_Cryo_14874">
            <a:extLst>
              <a:ext uri="{FF2B5EF4-FFF2-40B4-BE49-F238E27FC236}">
                <a16:creationId xmlns:a16="http://schemas.microsoft.com/office/drawing/2014/main" id="{0117B74A-DD3A-407B-B359-FC8F3CFDEE99}"/>
              </a:ext>
            </a:extLst>
          </p:cNvPr>
          <p:cNvSpPr>
            <a:spLocks noGrp="1"/>
          </p:cNvSpPr>
          <p:nvPr/>
        </p:nvSpPr>
        <p:spPr>
          <a:xfrm>
            <a:off x="855184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2" name="A1_bar_Cryo_14875">
            <a:extLst>
              <a:ext uri="{FF2B5EF4-FFF2-40B4-BE49-F238E27FC236}">
                <a16:creationId xmlns:a16="http://schemas.microsoft.com/office/drawing/2014/main" id="{C42A7621-1DCD-4C87-8564-C54353BB7D26}"/>
              </a:ext>
            </a:extLst>
          </p:cNvPr>
          <p:cNvSpPr>
            <a:spLocks noGrp="1"/>
          </p:cNvSpPr>
          <p:nvPr/>
        </p:nvSpPr>
        <p:spPr>
          <a:xfrm>
            <a:off x="8482316" y="574814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3" name="A1_bar_Cryo_14876">
            <a:extLst>
              <a:ext uri="{FF2B5EF4-FFF2-40B4-BE49-F238E27FC236}">
                <a16:creationId xmlns:a16="http://schemas.microsoft.com/office/drawing/2014/main" id="{704646D8-9E8A-4F6B-B644-F505C8CD06D3}"/>
              </a:ext>
            </a:extLst>
          </p:cNvPr>
          <p:cNvSpPr>
            <a:spLocks noGrp="1"/>
          </p:cNvSpPr>
          <p:nvPr/>
        </p:nvSpPr>
        <p:spPr>
          <a:xfrm>
            <a:off x="852185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4" name="A1_bar_Cryo_14877">
            <a:extLst>
              <a:ext uri="{FF2B5EF4-FFF2-40B4-BE49-F238E27FC236}">
                <a16:creationId xmlns:a16="http://schemas.microsoft.com/office/drawing/2014/main" id="{440E0C02-8050-4D32-AF0D-223D95E65F6F}"/>
              </a:ext>
            </a:extLst>
          </p:cNvPr>
          <p:cNvSpPr>
            <a:spLocks noGrp="1"/>
          </p:cNvSpPr>
          <p:nvPr/>
        </p:nvSpPr>
        <p:spPr>
          <a:xfrm>
            <a:off x="8539041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5" name="A1_bar_Cryo_14878">
            <a:extLst>
              <a:ext uri="{FF2B5EF4-FFF2-40B4-BE49-F238E27FC236}">
                <a16:creationId xmlns:a16="http://schemas.microsoft.com/office/drawing/2014/main" id="{8710331B-9F5B-4AEF-BEDB-7D43C0D11933}"/>
              </a:ext>
            </a:extLst>
          </p:cNvPr>
          <p:cNvSpPr>
            <a:spLocks noGrp="1"/>
          </p:cNvSpPr>
          <p:nvPr/>
        </p:nvSpPr>
        <p:spPr>
          <a:xfrm>
            <a:off x="86392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6" name="A1_bar_Cryo_14879">
            <a:extLst>
              <a:ext uri="{FF2B5EF4-FFF2-40B4-BE49-F238E27FC236}">
                <a16:creationId xmlns:a16="http://schemas.microsoft.com/office/drawing/2014/main" id="{D36E06F6-3D18-4EEF-843D-5C8A1B7E1957}"/>
              </a:ext>
            </a:extLst>
          </p:cNvPr>
          <p:cNvSpPr>
            <a:spLocks noGrp="1"/>
          </p:cNvSpPr>
          <p:nvPr/>
        </p:nvSpPr>
        <p:spPr>
          <a:xfrm>
            <a:off x="8671765" y="540598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7" name="A1_bar_Cryo_14880">
            <a:extLst>
              <a:ext uri="{FF2B5EF4-FFF2-40B4-BE49-F238E27FC236}">
                <a16:creationId xmlns:a16="http://schemas.microsoft.com/office/drawing/2014/main" id="{DE6D641F-22D4-4953-9328-B5CFDBB38A80}"/>
              </a:ext>
            </a:extLst>
          </p:cNvPr>
          <p:cNvSpPr>
            <a:spLocks noGrp="1"/>
          </p:cNvSpPr>
          <p:nvPr/>
        </p:nvSpPr>
        <p:spPr>
          <a:xfrm>
            <a:off x="8499241" y="447753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8" name="A1_bar_Cryo_14881">
            <a:extLst>
              <a:ext uri="{FF2B5EF4-FFF2-40B4-BE49-F238E27FC236}">
                <a16:creationId xmlns:a16="http://schemas.microsoft.com/office/drawing/2014/main" id="{40B0874F-4BE4-40B2-8779-918B10EAF9E5}"/>
              </a:ext>
            </a:extLst>
          </p:cNvPr>
          <p:cNvSpPr>
            <a:spLocks noGrp="1"/>
          </p:cNvSpPr>
          <p:nvPr/>
        </p:nvSpPr>
        <p:spPr>
          <a:xfrm>
            <a:off x="8586959" y="434930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59" name="A1_bar_Cryo_14882">
            <a:extLst>
              <a:ext uri="{FF2B5EF4-FFF2-40B4-BE49-F238E27FC236}">
                <a16:creationId xmlns:a16="http://schemas.microsoft.com/office/drawing/2014/main" id="{B96DFE8D-60F4-45CB-B85D-6F0188E01A5C}"/>
              </a:ext>
            </a:extLst>
          </p:cNvPr>
          <p:cNvSpPr>
            <a:spLocks noGrp="1"/>
          </p:cNvSpPr>
          <p:nvPr/>
        </p:nvSpPr>
        <p:spPr>
          <a:xfrm>
            <a:off x="86286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0" name="A1_bar_Cryo_14883">
            <a:extLst>
              <a:ext uri="{FF2B5EF4-FFF2-40B4-BE49-F238E27FC236}">
                <a16:creationId xmlns:a16="http://schemas.microsoft.com/office/drawing/2014/main" id="{3C68648F-B6F0-48F3-BA28-457A254A16D7}"/>
              </a:ext>
            </a:extLst>
          </p:cNvPr>
          <p:cNvSpPr>
            <a:spLocks noGrp="1"/>
          </p:cNvSpPr>
          <p:nvPr/>
        </p:nvSpPr>
        <p:spPr>
          <a:xfrm>
            <a:off x="8475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1" name="A1_bar_Cryo_14884">
            <a:extLst>
              <a:ext uri="{FF2B5EF4-FFF2-40B4-BE49-F238E27FC236}">
                <a16:creationId xmlns:a16="http://schemas.microsoft.com/office/drawing/2014/main" id="{CD8DD0D7-25AD-4C69-BD2E-FA2540CC8397}"/>
              </a:ext>
            </a:extLst>
          </p:cNvPr>
          <p:cNvSpPr>
            <a:spLocks noGrp="1"/>
          </p:cNvSpPr>
          <p:nvPr/>
        </p:nvSpPr>
        <p:spPr>
          <a:xfrm>
            <a:off x="84687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2" name="A1_bar_Cryo_14885">
            <a:extLst>
              <a:ext uri="{FF2B5EF4-FFF2-40B4-BE49-F238E27FC236}">
                <a16:creationId xmlns:a16="http://schemas.microsoft.com/office/drawing/2014/main" id="{5826955F-7E23-42D5-8BDA-E3B65095DB98}"/>
              </a:ext>
            </a:extLst>
          </p:cNvPr>
          <p:cNvSpPr>
            <a:spLocks noGrp="1"/>
          </p:cNvSpPr>
          <p:nvPr/>
        </p:nvSpPr>
        <p:spPr>
          <a:xfrm>
            <a:off x="85004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3" name="A1_bar_Cryo_14886">
            <a:extLst>
              <a:ext uri="{FF2B5EF4-FFF2-40B4-BE49-F238E27FC236}">
                <a16:creationId xmlns:a16="http://schemas.microsoft.com/office/drawing/2014/main" id="{78EA0018-44AB-4242-BA41-6F52565E62B6}"/>
              </a:ext>
            </a:extLst>
          </p:cNvPr>
          <p:cNvSpPr>
            <a:spLocks noGrp="1"/>
          </p:cNvSpPr>
          <p:nvPr/>
        </p:nvSpPr>
        <p:spPr>
          <a:xfrm>
            <a:off x="8506671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4" name="A1_bar_Cryo_14887">
            <a:extLst>
              <a:ext uri="{FF2B5EF4-FFF2-40B4-BE49-F238E27FC236}">
                <a16:creationId xmlns:a16="http://schemas.microsoft.com/office/drawing/2014/main" id="{D3AABDC9-FB26-4F4F-9676-FD001F001815}"/>
              </a:ext>
            </a:extLst>
          </p:cNvPr>
          <p:cNvSpPr>
            <a:spLocks noGrp="1"/>
          </p:cNvSpPr>
          <p:nvPr/>
        </p:nvSpPr>
        <p:spPr>
          <a:xfrm>
            <a:off x="8480361" y="499627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5" name="A1_bar_Cryo_14888">
            <a:extLst>
              <a:ext uri="{FF2B5EF4-FFF2-40B4-BE49-F238E27FC236}">
                <a16:creationId xmlns:a16="http://schemas.microsoft.com/office/drawing/2014/main" id="{6315E41D-6835-40A8-8FDB-74B5E0038AB4}"/>
              </a:ext>
            </a:extLst>
          </p:cNvPr>
          <p:cNvSpPr>
            <a:spLocks noGrp="1"/>
          </p:cNvSpPr>
          <p:nvPr/>
        </p:nvSpPr>
        <p:spPr>
          <a:xfrm>
            <a:off x="8515376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6" name="A1_bar_Cryo_14889">
            <a:extLst>
              <a:ext uri="{FF2B5EF4-FFF2-40B4-BE49-F238E27FC236}">
                <a16:creationId xmlns:a16="http://schemas.microsoft.com/office/drawing/2014/main" id="{8D2D3F5D-0186-4228-BB9B-01A4C8217BED}"/>
              </a:ext>
            </a:extLst>
          </p:cNvPr>
          <p:cNvSpPr>
            <a:spLocks noGrp="1"/>
          </p:cNvSpPr>
          <p:nvPr/>
        </p:nvSpPr>
        <p:spPr>
          <a:xfrm>
            <a:off x="846932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7" name="A1_bar_Cryo_14890">
            <a:extLst>
              <a:ext uri="{FF2B5EF4-FFF2-40B4-BE49-F238E27FC236}">
                <a16:creationId xmlns:a16="http://schemas.microsoft.com/office/drawing/2014/main" id="{5225F0C5-3935-4C30-AE96-195BAD516620}"/>
              </a:ext>
            </a:extLst>
          </p:cNvPr>
          <p:cNvSpPr>
            <a:spLocks noGrp="1"/>
          </p:cNvSpPr>
          <p:nvPr/>
        </p:nvSpPr>
        <p:spPr>
          <a:xfrm>
            <a:off x="85963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8" name="A1_bar_Cryo_14891">
            <a:extLst>
              <a:ext uri="{FF2B5EF4-FFF2-40B4-BE49-F238E27FC236}">
                <a16:creationId xmlns:a16="http://schemas.microsoft.com/office/drawing/2014/main" id="{1190CA57-385D-46AA-B18B-129802AA574C}"/>
              </a:ext>
            </a:extLst>
          </p:cNvPr>
          <p:cNvSpPr>
            <a:spLocks noGrp="1"/>
          </p:cNvSpPr>
          <p:nvPr/>
        </p:nvSpPr>
        <p:spPr>
          <a:xfrm>
            <a:off x="8541374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69" name="A1_bar_Cryo_14892">
            <a:extLst>
              <a:ext uri="{FF2B5EF4-FFF2-40B4-BE49-F238E27FC236}">
                <a16:creationId xmlns:a16="http://schemas.microsoft.com/office/drawing/2014/main" id="{59D3DFD5-8D8C-49B9-93F8-EBBB48E00942}"/>
              </a:ext>
            </a:extLst>
          </p:cNvPr>
          <p:cNvSpPr>
            <a:spLocks noGrp="1"/>
          </p:cNvSpPr>
          <p:nvPr/>
        </p:nvSpPr>
        <p:spPr>
          <a:xfrm>
            <a:off x="8442714" y="517735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0" name="A1_bar_Cryo_14893">
            <a:extLst>
              <a:ext uri="{FF2B5EF4-FFF2-40B4-BE49-F238E27FC236}">
                <a16:creationId xmlns:a16="http://schemas.microsoft.com/office/drawing/2014/main" id="{F646A1A7-9FE4-4E1F-A3FF-1A8C2A2ADDF1}"/>
              </a:ext>
            </a:extLst>
          </p:cNvPr>
          <p:cNvSpPr>
            <a:spLocks noGrp="1"/>
          </p:cNvSpPr>
          <p:nvPr/>
        </p:nvSpPr>
        <p:spPr>
          <a:xfrm>
            <a:off x="8457653" y="347503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1" name="A1_bar_Cryo_14894">
            <a:extLst>
              <a:ext uri="{FF2B5EF4-FFF2-40B4-BE49-F238E27FC236}">
                <a16:creationId xmlns:a16="http://schemas.microsoft.com/office/drawing/2014/main" id="{4EEB46C9-FACB-46B8-BDA8-FE44B5E6B333}"/>
              </a:ext>
            </a:extLst>
          </p:cNvPr>
          <p:cNvSpPr>
            <a:spLocks noGrp="1"/>
          </p:cNvSpPr>
          <p:nvPr/>
        </p:nvSpPr>
        <p:spPr>
          <a:xfrm>
            <a:off x="854818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2" name="A1_bar_Cryo_14895">
            <a:extLst>
              <a:ext uri="{FF2B5EF4-FFF2-40B4-BE49-F238E27FC236}">
                <a16:creationId xmlns:a16="http://schemas.microsoft.com/office/drawing/2014/main" id="{A874C750-E57E-4034-90A0-0A24E700F748}"/>
              </a:ext>
            </a:extLst>
          </p:cNvPr>
          <p:cNvSpPr>
            <a:spLocks noGrp="1"/>
          </p:cNvSpPr>
          <p:nvPr/>
        </p:nvSpPr>
        <p:spPr>
          <a:xfrm>
            <a:off x="8484098" y="531101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3" name="A1_bar_Cryo_14896">
            <a:extLst>
              <a:ext uri="{FF2B5EF4-FFF2-40B4-BE49-F238E27FC236}">
                <a16:creationId xmlns:a16="http://schemas.microsoft.com/office/drawing/2014/main" id="{048168EC-FCBA-4EE9-AE0F-941E290EBCD5}"/>
              </a:ext>
            </a:extLst>
          </p:cNvPr>
          <p:cNvSpPr>
            <a:spLocks noGrp="1"/>
          </p:cNvSpPr>
          <p:nvPr/>
        </p:nvSpPr>
        <p:spPr>
          <a:xfrm>
            <a:off x="8651165" y="565915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4" name="A1_bar_Cryo_14897">
            <a:extLst>
              <a:ext uri="{FF2B5EF4-FFF2-40B4-BE49-F238E27FC236}">
                <a16:creationId xmlns:a16="http://schemas.microsoft.com/office/drawing/2014/main" id="{E60D02DF-D14E-4C7C-9D0F-E5A92E194CC4}"/>
              </a:ext>
            </a:extLst>
          </p:cNvPr>
          <p:cNvSpPr>
            <a:spLocks noGrp="1"/>
          </p:cNvSpPr>
          <p:nvPr/>
        </p:nvSpPr>
        <p:spPr>
          <a:xfrm>
            <a:off x="86652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5" name="A1_bar_Cryo_14898">
            <a:extLst>
              <a:ext uri="{FF2B5EF4-FFF2-40B4-BE49-F238E27FC236}">
                <a16:creationId xmlns:a16="http://schemas.microsoft.com/office/drawing/2014/main" id="{AB3312E1-A8D5-4C76-AEC1-7F0DD4A3EFF3}"/>
              </a:ext>
            </a:extLst>
          </p:cNvPr>
          <p:cNvSpPr>
            <a:spLocks noGrp="1"/>
          </p:cNvSpPr>
          <p:nvPr/>
        </p:nvSpPr>
        <p:spPr>
          <a:xfrm>
            <a:off x="861542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6" name="A1_bar_Cryo_14899">
            <a:extLst>
              <a:ext uri="{FF2B5EF4-FFF2-40B4-BE49-F238E27FC236}">
                <a16:creationId xmlns:a16="http://schemas.microsoft.com/office/drawing/2014/main" id="{371DD433-253E-4981-A715-FB8C9EF72BD6}"/>
              </a:ext>
            </a:extLst>
          </p:cNvPr>
          <p:cNvSpPr>
            <a:spLocks noGrp="1"/>
          </p:cNvSpPr>
          <p:nvPr/>
        </p:nvSpPr>
        <p:spPr>
          <a:xfrm>
            <a:off x="856735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7" name="A1_bar_Cryo_14900">
            <a:extLst>
              <a:ext uri="{FF2B5EF4-FFF2-40B4-BE49-F238E27FC236}">
                <a16:creationId xmlns:a16="http://schemas.microsoft.com/office/drawing/2014/main" id="{231E4652-7327-41CE-A71E-3B7BBD5FB220}"/>
              </a:ext>
            </a:extLst>
          </p:cNvPr>
          <p:cNvSpPr>
            <a:spLocks noGrp="1"/>
          </p:cNvSpPr>
          <p:nvPr/>
        </p:nvSpPr>
        <p:spPr>
          <a:xfrm>
            <a:off x="849599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8" name="A1_bar_Cryo_14901">
            <a:extLst>
              <a:ext uri="{FF2B5EF4-FFF2-40B4-BE49-F238E27FC236}">
                <a16:creationId xmlns:a16="http://schemas.microsoft.com/office/drawing/2014/main" id="{00EDBD20-A9EB-4D07-B3B0-E5FCD9E1882A}"/>
              </a:ext>
            </a:extLst>
          </p:cNvPr>
          <p:cNvSpPr>
            <a:spLocks noGrp="1"/>
          </p:cNvSpPr>
          <p:nvPr/>
        </p:nvSpPr>
        <p:spPr>
          <a:xfrm>
            <a:off x="8483205" y="503972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79" name="A1_bar_Cryo_14902">
            <a:extLst>
              <a:ext uri="{FF2B5EF4-FFF2-40B4-BE49-F238E27FC236}">
                <a16:creationId xmlns:a16="http://schemas.microsoft.com/office/drawing/2014/main" id="{C39136EA-85F6-49DE-AE4A-77A9CB180DB1}"/>
              </a:ext>
            </a:extLst>
          </p:cNvPr>
          <p:cNvSpPr>
            <a:spLocks noGrp="1"/>
          </p:cNvSpPr>
          <p:nvPr/>
        </p:nvSpPr>
        <p:spPr>
          <a:xfrm>
            <a:off x="861660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0" name="A1_bar_Cryo_14903">
            <a:extLst>
              <a:ext uri="{FF2B5EF4-FFF2-40B4-BE49-F238E27FC236}">
                <a16:creationId xmlns:a16="http://schemas.microsoft.com/office/drawing/2014/main" id="{2C535D63-C91A-4EE6-857F-4AAC0FC69911}"/>
              </a:ext>
            </a:extLst>
          </p:cNvPr>
          <p:cNvSpPr>
            <a:spLocks noGrp="1"/>
          </p:cNvSpPr>
          <p:nvPr/>
        </p:nvSpPr>
        <p:spPr>
          <a:xfrm>
            <a:off x="8566464" y="582246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1" name="A1_bar_Cryo_14904">
            <a:extLst>
              <a:ext uri="{FF2B5EF4-FFF2-40B4-BE49-F238E27FC236}">
                <a16:creationId xmlns:a16="http://schemas.microsoft.com/office/drawing/2014/main" id="{DC33CF2B-AFBF-4763-8EE9-96B643A147A1}"/>
              </a:ext>
            </a:extLst>
          </p:cNvPr>
          <p:cNvSpPr>
            <a:spLocks noGrp="1"/>
          </p:cNvSpPr>
          <p:nvPr/>
        </p:nvSpPr>
        <p:spPr>
          <a:xfrm>
            <a:off x="8638609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2" name="A1_bar_Cryo_14905">
            <a:extLst>
              <a:ext uri="{FF2B5EF4-FFF2-40B4-BE49-F238E27FC236}">
                <a16:creationId xmlns:a16="http://schemas.microsoft.com/office/drawing/2014/main" id="{5E096583-BB6B-4551-8E5C-D8879E8C083C}"/>
              </a:ext>
            </a:extLst>
          </p:cNvPr>
          <p:cNvSpPr>
            <a:spLocks noGrp="1"/>
          </p:cNvSpPr>
          <p:nvPr/>
        </p:nvSpPr>
        <p:spPr>
          <a:xfrm>
            <a:off x="86590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3" name="A1_bar_Cryo_14906">
            <a:extLst>
              <a:ext uri="{FF2B5EF4-FFF2-40B4-BE49-F238E27FC236}">
                <a16:creationId xmlns:a16="http://schemas.microsoft.com/office/drawing/2014/main" id="{BC7160BD-BBAA-47D5-AA54-E30EE4C86532}"/>
              </a:ext>
            </a:extLst>
          </p:cNvPr>
          <p:cNvSpPr>
            <a:spLocks noGrp="1"/>
          </p:cNvSpPr>
          <p:nvPr/>
        </p:nvSpPr>
        <p:spPr>
          <a:xfrm>
            <a:off x="8637904" y="58355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4" name="A1_bar_Cryo_14907">
            <a:extLst>
              <a:ext uri="{FF2B5EF4-FFF2-40B4-BE49-F238E27FC236}">
                <a16:creationId xmlns:a16="http://schemas.microsoft.com/office/drawing/2014/main" id="{C8FD0A48-34DA-4105-A144-A540C82D6D41}"/>
              </a:ext>
            </a:extLst>
          </p:cNvPr>
          <p:cNvSpPr>
            <a:spLocks noGrp="1"/>
          </p:cNvSpPr>
          <p:nvPr/>
        </p:nvSpPr>
        <p:spPr>
          <a:xfrm>
            <a:off x="863608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5" name="A1_bar_Cryo_14908">
            <a:extLst>
              <a:ext uri="{FF2B5EF4-FFF2-40B4-BE49-F238E27FC236}">
                <a16:creationId xmlns:a16="http://schemas.microsoft.com/office/drawing/2014/main" id="{7136DF80-02B7-41BE-9D4A-276A54555177}"/>
              </a:ext>
            </a:extLst>
          </p:cNvPr>
          <p:cNvSpPr>
            <a:spLocks noGrp="1"/>
          </p:cNvSpPr>
          <p:nvPr/>
        </p:nvSpPr>
        <p:spPr>
          <a:xfrm>
            <a:off x="850823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6" name="A1_bar_Cryo_14909">
            <a:extLst>
              <a:ext uri="{FF2B5EF4-FFF2-40B4-BE49-F238E27FC236}">
                <a16:creationId xmlns:a16="http://schemas.microsoft.com/office/drawing/2014/main" id="{3DB70BFC-2B02-4D94-A9A7-09900EA9333A}"/>
              </a:ext>
            </a:extLst>
          </p:cNvPr>
          <p:cNvSpPr>
            <a:spLocks noGrp="1"/>
          </p:cNvSpPr>
          <p:nvPr/>
        </p:nvSpPr>
        <p:spPr>
          <a:xfrm>
            <a:off x="8554508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7" name="A1_bar_Cryo_14910">
            <a:extLst>
              <a:ext uri="{FF2B5EF4-FFF2-40B4-BE49-F238E27FC236}">
                <a16:creationId xmlns:a16="http://schemas.microsoft.com/office/drawing/2014/main" id="{EA0A7DFD-BF5F-43F3-8CF4-21E5BB0F3180}"/>
              </a:ext>
            </a:extLst>
          </p:cNvPr>
          <p:cNvSpPr>
            <a:spLocks noGrp="1"/>
          </p:cNvSpPr>
          <p:nvPr/>
        </p:nvSpPr>
        <p:spPr>
          <a:xfrm>
            <a:off x="864608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8" name="A1_bar_Cryo_14911">
            <a:extLst>
              <a:ext uri="{FF2B5EF4-FFF2-40B4-BE49-F238E27FC236}">
                <a16:creationId xmlns:a16="http://schemas.microsoft.com/office/drawing/2014/main" id="{2D46C123-8C5B-458B-94A4-2EC3656D0F0B}"/>
              </a:ext>
            </a:extLst>
          </p:cNvPr>
          <p:cNvSpPr>
            <a:spLocks noGrp="1"/>
          </p:cNvSpPr>
          <p:nvPr/>
        </p:nvSpPr>
        <p:spPr>
          <a:xfrm>
            <a:off x="8669779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89" name="A1_bar_Cryo_14912">
            <a:extLst>
              <a:ext uri="{FF2B5EF4-FFF2-40B4-BE49-F238E27FC236}">
                <a16:creationId xmlns:a16="http://schemas.microsoft.com/office/drawing/2014/main" id="{DD9F2CD8-10CF-4D2A-A162-4C254B6659CE}"/>
              </a:ext>
            </a:extLst>
          </p:cNvPr>
          <p:cNvSpPr>
            <a:spLocks noGrp="1"/>
          </p:cNvSpPr>
          <p:nvPr/>
        </p:nvSpPr>
        <p:spPr>
          <a:xfrm>
            <a:off x="8527528" y="55732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0" name="A1_bar_Cryo_14913">
            <a:extLst>
              <a:ext uri="{FF2B5EF4-FFF2-40B4-BE49-F238E27FC236}">
                <a16:creationId xmlns:a16="http://schemas.microsoft.com/office/drawing/2014/main" id="{63903B91-1505-408B-877A-3037535044E9}"/>
              </a:ext>
            </a:extLst>
          </p:cNvPr>
          <p:cNvSpPr>
            <a:spLocks noGrp="1"/>
          </p:cNvSpPr>
          <p:nvPr/>
        </p:nvSpPr>
        <p:spPr>
          <a:xfrm>
            <a:off x="8530759" y="604540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1" name="A1_bar_Cryo_14914">
            <a:extLst>
              <a:ext uri="{FF2B5EF4-FFF2-40B4-BE49-F238E27FC236}">
                <a16:creationId xmlns:a16="http://schemas.microsoft.com/office/drawing/2014/main" id="{48906211-8AF7-49C0-BC60-6D1FCCA1A394}"/>
              </a:ext>
            </a:extLst>
          </p:cNvPr>
          <p:cNvSpPr>
            <a:spLocks noGrp="1"/>
          </p:cNvSpPr>
          <p:nvPr/>
        </p:nvSpPr>
        <p:spPr>
          <a:xfrm>
            <a:off x="853046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2" name="A1_bar_Cryo_14915">
            <a:extLst>
              <a:ext uri="{FF2B5EF4-FFF2-40B4-BE49-F238E27FC236}">
                <a16:creationId xmlns:a16="http://schemas.microsoft.com/office/drawing/2014/main" id="{A8498292-BA06-467D-9A4A-B0A17D8D6FA9}"/>
              </a:ext>
            </a:extLst>
          </p:cNvPr>
          <p:cNvSpPr>
            <a:spLocks noGrp="1"/>
          </p:cNvSpPr>
          <p:nvPr/>
        </p:nvSpPr>
        <p:spPr>
          <a:xfrm>
            <a:off x="8547083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3" name="A1_bar_Cryo_14916">
            <a:extLst>
              <a:ext uri="{FF2B5EF4-FFF2-40B4-BE49-F238E27FC236}">
                <a16:creationId xmlns:a16="http://schemas.microsoft.com/office/drawing/2014/main" id="{C003B28C-E71E-478C-9D9E-B2D4B566F8D2}"/>
              </a:ext>
            </a:extLst>
          </p:cNvPr>
          <p:cNvSpPr>
            <a:spLocks noGrp="1"/>
          </p:cNvSpPr>
          <p:nvPr/>
        </p:nvSpPr>
        <p:spPr>
          <a:xfrm>
            <a:off x="8654059" y="566072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4" name="A1_bar_Cryo_14917">
            <a:extLst>
              <a:ext uri="{FF2B5EF4-FFF2-40B4-BE49-F238E27FC236}">
                <a16:creationId xmlns:a16="http://schemas.microsoft.com/office/drawing/2014/main" id="{918ADDFD-BCBB-4186-847A-5A2EFBE81E9B}"/>
              </a:ext>
            </a:extLst>
          </p:cNvPr>
          <p:cNvSpPr>
            <a:spLocks noGrp="1"/>
          </p:cNvSpPr>
          <p:nvPr/>
        </p:nvSpPr>
        <p:spPr>
          <a:xfrm>
            <a:off x="8663277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5" name="A1_bar_Cryo_14918">
            <a:extLst>
              <a:ext uri="{FF2B5EF4-FFF2-40B4-BE49-F238E27FC236}">
                <a16:creationId xmlns:a16="http://schemas.microsoft.com/office/drawing/2014/main" id="{6DDF026D-73E0-4AB8-B5A5-7741AA754C4B}"/>
              </a:ext>
            </a:extLst>
          </p:cNvPr>
          <p:cNvSpPr>
            <a:spLocks noGrp="1"/>
          </p:cNvSpPr>
          <p:nvPr/>
        </p:nvSpPr>
        <p:spPr>
          <a:xfrm>
            <a:off x="866683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6" name="A1_bar_Cryo_14919">
            <a:extLst>
              <a:ext uri="{FF2B5EF4-FFF2-40B4-BE49-F238E27FC236}">
                <a16:creationId xmlns:a16="http://schemas.microsoft.com/office/drawing/2014/main" id="{6AC811EB-8143-4DB2-A03C-0739964019F1}"/>
              </a:ext>
            </a:extLst>
          </p:cNvPr>
          <p:cNvSpPr>
            <a:spLocks noGrp="1"/>
          </p:cNvSpPr>
          <p:nvPr/>
        </p:nvSpPr>
        <p:spPr>
          <a:xfrm>
            <a:off x="8580775" y="42618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7" name="A1_bar_Cryo_14920">
            <a:extLst>
              <a:ext uri="{FF2B5EF4-FFF2-40B4-BE49-F238E27FC236}">
                <a16:creationId xmlns:a16="http://schemas.microsoft.com/office/drawing/2014/main" id="{836B243E-B130-4425-93F4-583EE0F05489}"/>
              </a:ext>
            </a:extLst>
          </p:cNvPr>
          <p:cNvSpPr>
            <a:spLocks noGrp="1"/>
          </p:cNvSpPr>
          <p:nvPr/>
        </p:nvSpPr>
        <p:spPr>
          <a:xfrm>
            <a:off x="8654348" y="560826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8" name="A1_bar_Cryo_14921">
            <a:extLst>
              <a:ext uri="{FF2B5EF4-FFF2-40B4-BE49-F238E27FC236}">
                <a16:creationId xmlns:a16="http://schemas.microsoft.com/office/drawing/2014/main" id="{B6B84601-5FE0-42F5-BA62-6D6660A3F3F7}"/>
              </a:ext>
            </a:extLst>
          </p:cNvPr>
          <p:cNvSpPr>
            <a:spLocks noGrp="1"/>
          </p:cNvSpPr>
          <p:nvPr/>
        </p:nvSpPr>
        <p:spPr>
          <a:xfrm>
            <a:off x="855188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699" name="A1_bar_Cryo_14922">
            <a:extLst>
              <a:ext uri="{FF2B5EF4-FFF2-40B4-BE49-F238E27FC236}">
                <a16:creationId xmlns:a16="http://schemas.microsoft.com/office/drawing/2014/main" id="{EAFEC458-6EDD-492A-9214-BD4FC6EDD362}"/>
              </a:ext>
            </a:extLst>
          </p:cNvPr>
          <p:cNvSpPr>
            <a:spLocks noGrp="1"/>
          </p:cNvSpPr>
          <p:nvPr/>
        </p:nvSpPr>
        <p:spPr>
          <a:xfrm>
            <a:off x="845477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0" name="A1_bar_Cryo_14923">
            <a:extLst>
              <a:ext uri="{FF2B5EF4-FFF2-40B4-BE49-F238E27FC236}">
                <a16:creationId xmlns:a16="http://schemas.microsoft.com/office/drawing/2014/main" id="{72E74920-DA67-4981-8DB2-28A1C3612EF4}"/>
              </a:ext>
            </a:extLst>
          </p:cNvPr>
          <p:cNvSpPr>
            <a:spLocks noGrp="1"/>
          </p:cNvSpPr>
          <p:nvPr/>
        </p:nvSpPr>
        <p:spPr>
          <a:xfrm>
            <a:off x="862630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1" name="A1_bar_Cryo_14924">
            <a:extLst>
              <a:ext uri="{FF2B5EF4-FFF2-40B4-BE49-F238E27FC236}">
                <a16:creationId xmlns:a16="http://schemas.microsoft.com/office/drawing/2014/main" id="{FCF62411-5E32-4F22-AC73-25A7B404D6E3}"/>
              </a:ext>
            </a:extLst>
          </p:cNvPr>
          <p:cNvSpPr>
            <a:spLocks noGrp="1"/>
          </p:cNvSpPr>
          <p:nvPr/>
        </p:nvSpPr>
        <p:spPr>
          <a:xfrm>
            <a:off x="8446309" y="602704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2" name="A1_bar_Cryo_14925">
            <a:extLst>
              <a:ext uri="{FF2B5EF4-FFF2-40B4-BE49-F238E27FC236}">
                <a16:creationId xmlns:a16="http://schemas.microsoft.com/office/drawing/2014/main" id="{042BE041-95BC-4DC8-99AB-7CEA1280BB80}"/>
              </a:ext>
            </a:extLst>
          </p:cNvPr>
          <p:cNvSpPr>
            <a:spLocks noGrp="1"/>
          </p:cNvSpPr>
          <p:nvPr/>
        </p:nvSpPr>
        <p:spPr>
          <a:xfrm>
            <a:off x="862197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3" name="A1_bar_Cryo_14926">
            <a:extLst>
              <a:ext uri="{FF2B5EF4-FFF2-40B4-BE49-F238E27FC236}">
                <a16:creationId xmlns:a16="http://schemas.microsoft.com/office/drawing/2014/main" id="{05E52BD8-9DBD-4377-9DDD-A17229AB407B}"/>
              </a:ext>
            </a:extLst>
          </p:cNvPr>
          <p:cNvSpPr>
            <a:spLocks noGrp="1"/>
          </p:cNvSpPr>
          <p:nvPr/>
        </p:nvSpPr>
        <p:spPr>
          <a:xfrm>
            <a:off x="8493563" y="597957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4" name="A1_bar_Cryo_14927">
            <a:extLst>
              <a:ext uri="{FF2B5EF4-FFF2-40B4-BE49-F238E27FC236}">
                <a16:creationId xmlns:a16="http://schemas.microsoft.com/office/drawing/2014/main" id="{D6D8A018-9FCB-4DF5-840F-0DC503D6F51D}"/>
              </a:ext>
            </a:extLst>
          </p:cNvPr>
          <p:cNvSpPr>
            <a:spLocks noGrp="1"/>
          </p:cNvSpPr>
          <p:nvPr/>
        </p:nvSpPr>
        <p:spPr>
          <a:xfrm>
            <a:off x="8574397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5" name="A1_bar_Cryo_14928">
            <a:extLst>
              <a:ext uri="{FF2B5EF4-FFF2-40B4-BE49-F238E27FC236}">
                <a16:creationId xmlns:a16="http://schemas.microsoft.com/office/drawing/2014/main" id="{D29B2E9C-73DB-4009-B1C3-99C26BBEFE98}"/>
              </a:ext>
            </a:extLst>
          </p:cNvPr>
          <p:cNvSpPr>
            <a:spLocks noGrp="1"/>
          </p:cNvSpPr>
          <p:nvPr/>
        </p:nvSpPr>
        <p:spPr>
          <a:xfrm>
            <a:off x="8500561" y="525949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6" name="A1_bar_Cryo_14929">
            <a:extLst>
              <a:ext uri="{FF2B5EF4-FFF2-40B4-BE49-F238E27FC236}">
                <a16:creationId xmlns:a16="http://schemas.microsoft.com/office/drawing/2014/main" id="{0F6A6918-455C-4FA9-9643-0E673849CB88}"/>
              </a:ext>
            </a:extLst>
          </p:cNvPr>
          <p:cNvSpPr>
            <a:spLocks noGrp="1"/>
          </p:cNvSpPr>
          <p:nvPr/>
        </p:nvSpPr>
        <p:spPr>
          <a:xfrm>
            <a:off x="8633638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7" name="A1_bar_Cryo_14930">
            <a:extLst>
              <a:ext uri="{FF2B5EF4-FFF2-40B4-BE49-F238E27FC236}">
                <a16:creationId xmlns:a16="http://schemas.microsoft.com/office/drawing/2014/main" id="{6119C037-C71F-4E8F-BD0C-27EB5FEB4A6E}"/>
              </a:ext>
            </a:extLst>
          </p:cNvPr>
          <p:cNvSpPr>
            <a:spLocks noGrp="1"/>
          </p:cNvSpPr>
          <p:nvPr/>
        </p:nvSpPr>
        <p:spPr>
          <a:xfrm>
            <a:off x="8585900" y="399959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8" name="A1_bar_Cryo_14931">
            <a:extLst>
              <a:ext uri="{FF2B5EF4-FFF2-40B4-BE49-F238E27FC236}">
                <a16:creationId xmlns:a16="http://schemas.microsoft.com/office/drawing/2014/main" id="{8F52F7C6-A1C7-4520-8696-E8F90659087B}"/>
              </a:ext>
            </a:extLst>
          </p:cNvPr>
          <p:cNvSpPr>
            <a:spLocks noGrp="1"/>
          </p:cNvSpPr>
          <p:nvPr/>
        </p:nvSpPr>
        <p:spPr>
          <a:xfrm>
            <a:off x="8450940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09" name="A1_bar_Cryo_14932">
            <a:extLst>
              <a:ext uri="{FF2B5EF4-FFF2-40B4-BE49-F238E27FC236}">
                <a16:creationId xmlns:a16="http://schemas.microsoft.com/office/drawing/2014/main" id="{5BEEAB79-0300-491C-AC1E-9D28EAE9B836}"/>
              </a:ext>
            </a:extLst>
          </p:cNvPr>
          <p:cNvSpPr>
            <a:spLocks noGrp="1"/>
          </p:cNvSpPr>
          <p:nvPr/>
        </p:nvSpPr>
        <p:spPr>
          <a:xfrm>
            <a:off x="8450994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0" name="A1_bar_Cryo_14933">
            <a:extLst>
              <a:ext uri="{FF2B5EF4-FFF2-40B4-BE49-F238E27FC236}">
                <a16:creationId xmlns:a16="http://schemas.microsoft.com/office/drawing/2014/main" id="{9D071342-2169-430A-BB19-2A8E0F9E6719}"/>
              </a:ext>
            </a:extLst>
          </p:cNvPr>
          <p:cNvSpPr>
            <a:spLocks noGrp="1"/>
          </p:cNvSpPr>
          <p:nvPr/>
        </p:nvSpPr>
        <p:spPr>
          <a:xfrm>
            <a:off x="8554175" y="544215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1" name="A1_bar_Cryo_14934">
            <a:extLst>
              <a:ext uri="{FF2B5EF4-FFF2-40B4-BE49-F238E27FC236}">
                <a16:creationId xmlns:a16="http://schemas.microsoft.com/office/drawing/2014/main" id="{F5F9DA04-3021-4906-B332-76B058510460}"/>
              </a:ext>
            </a:extLst>
          </p:cNvPr>
          <p:cNvSpPr>
            <a:spLocks noGrp="1"/>
          </p:cNvSpPr>
          <p:nvPr/>
        </p:nvSpPr>
        <p:spPr>
          <a:xfrm>
            <a:off x="844309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2" name="A1_bar_Cryo_14935">
            <a:extLst>
              <a:ext uri="{FF2B5EF4-FFF2-40B4-BE49-F238E27FC236}">
                <a16:creationId xmlns:a16="http://schemas.microsoft.com/office/drawing/2014/main" id="{160528C8-F2FE-4635-84F1-B9F990DD7664}"/>
              </a:ext>
            </a:extLst>
          </p:cNvPr>
          <p:cNvSpPr>
            <a:spLocks noGrp="1"/>
          </p:cNvSpPr>
          <p:nvPr/>
        </p:nvSpPr>
        <p:spPr>
          <a:xfrm>
            <a:off x="8532502" y="3837231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3" name="A1_bar_Cryo_14936">
            <a:extLst>
              <a:ext uri="{FF2B5EF4-FFF2-40B4-BE49-F238E27FC236}">
                <a16:creationId xmlns:a16="http://schemas.microsoft.com/office/drawing/2014/main" id="{07EA2F2D-7937-41DC-A7E3-BF7E7FB999A5}"/>
              </a:ext>
            </a:extLst>
          </p:cNvPr>
          <p:cNvSpPr>
            <a:spLocks noGrp="1"/>
          </p:cNvSpPr>
          <p:nvPr/>
        </p:nvSpPr>
        <p:spPr>
          <a:xfrm>
            <a:off x="8628292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4" name="A1_bar_Cryo_14937">
            <a:extLst>
              <a:ext uri="{FF2B5EF4-FFF2-40B4-BE49-F238E27FC236}">
                <a16:creationId xmlns:a16="http://schemas.microsoft.com/office/drawing/2014/main" id="{7EAA7BD1-DDE4-4A8A-9A0E-135BDEF5803B}"/>
              </a:ext>
            </a:extLst>
          </p:cNvPr>
          <p:cNvSpPr>
            <a:spLocks noGrp="1"/>
          </p:cNvSpPr>
          <p:nvPr/>
        </p:nvSpPr>
        <p:spPr>
          <a:xfrm>
            <a:off x="844592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5" name="A1_bar_Cryo_14938">
            <a:extLst>
              <a:ext uri="{FF2B5EF4-FFF2-40B4-BE49-F238E27FC236}">
                <a16:creationId xmlns:a16="http://schemas.microsoft.com/office/drawing/2014/main" id="{6B31920E-2719-4512-A751-D140B74A7DEF}"/>
              </a:ext>
            </a:extLst>
          </p:cNvPr>
          <p:cNvSpPr>
            <a:spLocks noGrp="1"/>
          </p:cNvSpPr>
          <p:nvPr/>
        </p:nvSpPr>
        <p:spPr>
          <a:xfrm>
            <a:off x="8552391" y="5048727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6" name="A1_bar_Cryo_14939">
            <a:extLst>
              <a:ext uri="{FF2B5EF4-FFF2-40B4-BE49-F238E27FC236}">
                <a16:creationId xmlns:a16="http://schemas.microsoft.com/office/drawing/2014/main" id="{65E296FD-C850-4F30-9B6C-429444965F0D}"/>
              </a:ext>
            </a:extLst>
          </p:cNvPr>
          <p:cNvSpPr>
            <a:spLocks noGrp="1"/>
          </p:cNvSpPr>
          <p:nvPr/>
        </p:nvSpPr>
        <p:spPr>
          <a:xfrm>
            <a:off x="8519559" y="436679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7" name="A1_bar_Cryo_14940">
            <a:extLst>
              <a:ext uri="{FF2B5EF4-FFF2-40B4-BE49-F238E27FC236}">
                <a16:creationId xmlns:a16="http://schemas.microsoft.com/office/drawing/2014/main" id="{3315F807-B02F-41CE-B144-2842020FAA3D}"/>
              </a:ext>
            </a:extLst>
          </p:cNvPr>
          <p:cNvSpPr>
            <a:spLocks noGrp="1"/>
          </p:cNvSpPr>
          <p:nvPr/>
        </p:nvSpPr>
        <p:spPr>
          <a:xfrm>
            <a:off x="8629267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8" name="A1_bar_Cryo_14941">
            <a:extLst>
              <a:ext uri="{FF2B5EF4-FFF2-40B4-BE49-F238E27FC236}">
                <a16:creationId xmlns:a16="http://schemas.microsoft.com/office/drawing/2014/main" id="{86063F4D-FAB0-4C4A-8874-43818B38AC54}"/>
              </a:ext>
            </a:extLst>
          </p:cNvPr>
          <p:cNvSpPr>
            <a:spLocks noGrp="1"/>
          </p:cNvSpPr>
          <p:nvPr/>
        </p:nvSpPr>
        <p:spPr>
          <a:xfrm>
            <a:off x="8463891" y="4387775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19" name="A1_bar_Cryo_14942">
            <a:extLst>
              <a:ext uri="{FF2B5EF4-FFF2-40B4-BE49-F238E27FC236}">
                <a16:creationId xmlns:a16="http://schemas.microsoft.com/office/drawing/2014/main" id="{42311513-0BE5-411C-B498-3EB124478CCF}"/>
              </a:ext>
            </a:extLst>
          </p:cNvPr>
          <p:cNvSpPr>
            <a:spLocks noGrp="1"/>
          </p:cNvSpPr>
          <p:nvPr/>
        </p:nvSpPr>
        <p:spPr>
          <a:xfrm>
            <a:off x="850692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0" name="A1_bar_Cryo_14943">
            <a:extLst>
              <a:ext uri="{FF2B5EF4-FFF2-40B4-BE49-F238E27FC236}">
                <a16:creationId xmlns:a16="http://schemas.microsoft.com/office/drawing/2014/main" id="{F1FA1DF0-6E38-4645-8BE7-42B59F12FB99}"/>
              </a:ext>
            </a:extLst>
          </p:cNvPr>
          <p:cNvSpPr>
            <a:spLocks noGrp="1"/>
          </p:cNvSpPr>
          <p:nvPr/>
        </p:nvSpPr>
        <p:spPr>
          <a:xfrm>
            <a:off x="8635585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1" name="A1_bar_Cryo_14944">
            <a:extLst>
              <a:ext uri="{FF2B5EF4-FFF2-40B4-BE49-F238E27FC236}">
                <a16:creationId xmlns:a16="http://schemas.microsoft.com/office/drawing/2014/main" id="{2B00F4CA-66A9-4B9D-A4B0-1F657DDBEB65}"/>
              </a:ext>
            </a:extLst>
          </p:cNvPr>
          <p:cNvSpPr>
            <a:spLocks noGrp="1"/>
          </p:cNvSpPr>
          <p:nvPr/>
        </p:nvSpPr>
        <p:spPr>
          <a:xfrm>
            <a:off x="8659524" y="4524162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2" name="A1_bar_Cryo_14945">
            <a:extLst>
              <a:ext uri="{FF2B5EF4-FFF2-40B4-BE49-F238E27FC236}">
                <a16:creationId xmlns:a16="http://schemas.microsoft.com/office/drawing/2014/main" id="{D6B7CCE3-7658-4725-BF30-2642A1D0C183}"/>
              </a:ext>
            </a:extLst>
          </p:cNvPr>
          <p:cNvSpPr>
            <a:spLocks noGrp="1"/>
          </p:cNvSpPr>
          <p:nvPr/>
        </p:nvSpPr>
        <p:spPr>
          <a:xfrm>
            <a:off x="8490277" y="474897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3" name="A1_bar_Cryo_14946">
            <a:extLst>
              <a:ext uri="{FF2B5EF4-FFF2-40B4-BE49-F238E27FC236}">
                <a16:creationId xmlns:a16="http://schemas.microsoft.com/office/drawing/2014/main" id="{D90BFA2F-7E8D-476A-AA8A-509ABD9E6441}"/>
              </a:ext>
            </a:extLst>
          </p:cNvPr>
          <p:cNvSpPr>
            <a:spLocks noGrp="1"/>
          </p:cNvSpPr>
          <p:nvPr/>
        </p:nvSpPr>
        <p:spPr>
          <a:xfrm>
            <a:off x="8625269" y="581617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4" name="A1_bar_Cryo_14947">
            <a:extLst>
              <a:ext uri="{FF2B5EF4-FFF2-40B4-BE49-F238E27FC236}">
                <a16:creationId xmlns:a16="http://schemas.microsoft.com/office/drawing/2014/main" id="{0949ACA6-D2D7-48AD-8E7C-4F37D8DDB16F}"/>
              </a:ext>
            </a:extLst>
          </p:cNvPr>
          <p:cNvSpPr>
            <a:spLocks noGrp="1"/>
          </p:cNvSpPr>
          <p:nvPr/>
        </p:nvSpPr>
        <p:spPr>
          <a:xfrm>
            <a:off x="848854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5" name="A1_bar_Cryo_14948">
            <a:extLst>
              <a:ext uri="{FF2B5EF4-FFF2-40B4-BE49-F238E27FC236}">
                <a16:creationId xmlns:a16="http://schemas.microsoft.com/office/drawing/2014/main" id="{711A03BA-074D-43C8-B480-5AFBE8FECD47}"/>
              </a:ext>
            </a:extLst>
          </p:cNvPr>
          <p:cNvSpPr>
            <a:spLocks noGrp="1"/>
          </p:cNvSpPr>
          <p:nvPr/>
        </p:nvSpPr>
        <p:spPr>
          <a:xfrm>
            <a:off x="8644775" y="5966070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6" name="A1_bar_Cryo_14949">
            <a:extLst>
              <a:ext uri="{FF2B5EF4-FFF2-40B4-BE49-F238E27FC236}">
                <a16:creationId xmlns:a16="http://schemas.microsoft.com/office/drawing/2014/main" id="{9336B09D-F581-4A4C-9C6F-6B3C02A427B6}"/>
              </a:ext>
            </a:extLst>
          </p:cNvPr>
          <p:cNvSpPr>
            <a:spLocks noGrp="1"/>
          </p:cNvSpPr>
          <p:nvPr/>
        </p:nvSpPr>
        <p:spPr>
          <a:xfrm>
            <a:off x="8536288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7" name="A1_bar_Cryo_14950">
            <a:extLst>
              <a:ext uri="{FF2B5EF4-FFF2-40B4-BE49-F238E27FC236}">
                <a16:creationId xmlns:a16="http://schemas.microsoft.com/office/drawing/2014/main" id="{331366CB-40ED-4E1A-990F-906344331050}"/>
              </a:ext>
            </a:extLst>
          </p:cNvPr>
          <p:cNvSpPr>
            <a:spLocks noGrp="1"/>
          </p:cNvSpPr>
          <p:nvPr/>
        </p:nvSpPr>
        <p:spPr>
          <a:xfrm>
            <a:off x="8450371" y="2950466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8" name="A1_bar_Cryo_14951">
            <a:extLst>
              <a:ext uri="{FF2B5EF4-FFF2-40B4-BE49-F238E27FC236}">
                <a16:creationId xmlns:a16="http://schemas.microsoft.com/office/drawing/2014/main" id="{C1AC24A9-0742-46AE-A9D8-2590C8FCFA2B}"/>
              </a:ext>
            </a:extLst>
          </p:cNvPr>
          <p:cNvSpPr>
            <a:spLocks noGrp="1"/>
          </p:cNvSpPr>
          <p:nvPr/>
        </p:nvSpPr>
        <p:spPr>
          <a:xfrm>
            <a:off x="8488113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29" name="A1_bar_Cryo_14952">
            <a:extLst>
              <a:ext uri="{FF2B5EF4-FFF2-40B4-BE49-F238E27FC236}">
                <a16:creationId xmlns:a16="http://schemas.microsoft.com/office/drawing/2014/main" id="{1A2FE1BB-6F6F-4ABB-8776-57BE50B89179}"/>
              </a:ext>
            </a:extLst>
          </p:cNvPr>
          <p:cNvSpPr>
            <a:spLocks noGrp="1"/>
          </p:cNvSpPr>
          <p:nvPr/>
        </p:nvSpPr>
        <p:spPr>
          <a:xfrm>
            <a:off x="866385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0" name="A1_bar_Cryo_14953">
            <a:extLst>
              <a:ext uri="{FF2B5EF4-FFF2-40B4-BE49-F238E27FC236}">
                <a16:creationId xmlns:a16="http://schemas.microsoft.com/office/drawing/2014/main" id="{B21D4B34-CDE2-484B-A567-83A93A7ABE8D}"/>
              </a:ext>
            </a:extLst>
          </p:cNvPr>
          <p:cNvSpPr>
            <a:spLocks noGrp="1"/>
          </p:cNvSpPr>
          <p:nvPr/>
        </p:nvSpPr>
        <p:spPr>
          <a:xfrm>
            <a:off x="8509696" y="3973369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1" name="A1_bar_Cryo_14954">
            <a:extLst>
              <a:ext uri="{FF2B5EF4-FFF2-40B4-BE49-F238E27FC236}">
                <a16:creationId xmlns:a16="http://schemas.microsoft.com/office/drawing/2014/main" id="{602453BF-0B0D-4FF4-B14F-C72BEC13C046}"/>
              </a:ext>
            </a:extLst>
          </p:cNvPr>
          <p:cNvSpPr>
            <a:spLocks noGrp="1"/>
          </p:cNvSpPr>
          <p:nvPr/>
        </p:nvSpPr>
        <p:spPr>
          <a:xfrm>
            <a:off x="8476506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2" name="A1_bar_Cryo_14955">
            <a:extLst>
              <a:ext uri="{FF2B5EF4-FFF2-40B4-BE49-F238E27FC236}">
                <a16:creationId xmlns:a16="http://schemas.microsoft.com/office/drawing/2014/main" id="{A823182C-C37D-4485-BC2B-75752D5D82AC}"/>
              </a:ext>
            </a:extLst>
          </p:cNvPr>
          <p:cNvSpPr>
            <a:spLocks noGrp="1"/>
          </p:cNvSpPr>
          <p:nvPr/>
        </p:nvSpPr>
        <p:spPr>
          <a:xfrm>
            <a:off x="8561541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3" name="A1_bar_Cryo_14956">
            <a:extLst>
              <a:ext uri="{FF2B5EF4-FFF2-40B4-BE49-F238E27FC236}">
                <a16:creationId xmlns:a16="http://schemas.microsoft.com/office/drawing/2014/main" id="{2DFD01DD-CB07-4133-B67E-02973ED0F1EB}"/>
              </a:ext>
            </a:extLst>
          </p:cNvPr>
          <p:cNvSpPr>
            <a:spLocks noGrp="1"/>
          </p:cNvSpPr>
          <p:nvPr/>
        </p:nvSpPr>
        <p:spPr>
          <a:xfrm>
            <a:off x="8449082" y="6095553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4" name="A1_bar_Cryo_14957">
            <a:extLst>
              <a:ext uri="{FF2B5EF4-FFF2-40B4-BE49-F238E27FC236}">
                <a16:creationId xmlns:a16="http://schemas.microsoft.com/office/drawing/2014/main" id="{5936B8A0-8C6A-4B2A-AB48-31AB84856DE1}"/>
              </a:ext>
            </a:extLst>
          </p:cNvPr>
          <p:cNvSpPr>
            <a:spLocks noGrp="1"/>
          </p:cNvSpPr>
          <p:nvPr/>
        </p:nvSpPr>
        <p:spPr>
          <a:xfrm>
            <a:off x="8442505" y="6097858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5" name="A1_bar_Cryo_14958">
            <a:extLst>
              <a:ext uri="{FF2B5EF4-FFF2-40B4-BE49-F238E27FC236}">
                <a16:creationId xmlns:a16="http://schemas.microsoft.com/office/drawing/2014/main" id="{0E332A9D-D171-4CB9-BD87-E338D912C8EA}"/>
              </a:ext>
            </a:extLst>
          </p:cNvPr>
          <p:cNvSpPr>
            <a:spLocks noGrp="1"/>
          </p:cNvSpPr>
          <p:nvPr/>
        </p:nvSpPr>
        <p:spPr>
          <a:xfrm>
            <a:off x="8590766" y="5873044"/>
            <a:ext cx="34385" cy="34385"/>
          </a:xfrm>
          <a:prstGeom prst="ellipse">
            <a:avLst/>
          </a:prstGeom>
          <a:solidFill>
            <a:srgbClr val="68737D">
              <a:alpha val="33000"/>
            </a:srgbClr>
          </a:solidFill>
          <a:ln w="0">
            <a:noFill/>
            <a:prstDash val="solid"/>
          </a:ln>
        </p:spPr>
      </p:sp>
      <p:sp>
        <p:nvSpPr>
          <p:cNvPr id="2736" name="A1_bar_Cryo_14959">
            <a:extLst>
              <a:ext uri="{FF2B5EF4-FFF2-40B4-BE49-F238E27FC236}">
                <a16:creationId xmlns:a16="http://schemas.microsoft.com/office/drawing/2014/main" id="{E839567C-C116-4AF9-92A4-86D412A61F61}"/>
              </a:ext>
            </a:extLst>
          </p:cNvPr>
          <p:cNvSpPr>
            <a:spLocks noGrp="1"/>
          </p:cNvSpPr>
          <p:nvPr/>
        </p:nvSpPr>
        <p:spPr>
          <a:xfrm>
            <a:off x="967740" y="2857500"/>
            <a:ext cx="191" cy="3257550"/>
          </a:xfrm>
          <a:custGeom>
            <a:avLst/>
            <a:gdLst/>
            <a:ahLst/>
            <a:cxnLst/>
            <a:rect l="0" t="0" r="0" b="0"/>
            <a:pathLst>
              <a:path w="191" h="3257550">
                <a:moveTo>
                  <a:pt x="0" y="3257550"/>
                </a:moveTo>
                <a:lnTo>
                  <a:pt x="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7" name="A1_bar_Cryo_14960">
            <a:extLst>
              <a:ext uri="{FF2B5EF4-FFF2-40B4-BE49-F238E27FC236}">
                <a16:creationId xmlns:a16="http://schemas.microsoft.com/office/drawing/2014/main" id="{71BD82D0-B5BB-41AB-BE48-5A8B10EDB822}"/>
              </a:ext>
            </a:extLst>
          </p:cNvPr>
          <p:cNvSpPr>
            <a:spLocks noGrp="1"/>
          </p:cNvSpPr>
          <p:nvPr/>
        </p:nvSpPr>
        <p:spPr>
          <a:xfrm>
            <a:off x="967740" y="6115050"/>
            <a:ext cx="8183880" cy="191"/>
          </a:xfrm>
          <a:custGeom>
            <a:avLst/>
            <a:gdLst/>
            <a:ahLst/>
            <a:cxnLst/>
            <a:rect l="0" t="0" r="0" b="0"/>
            <a:pathLst>
              <a:path w="8183880" h="191">
                <a:moveTo>
                  <a:pt x="0" y="0"/>
                </a:moveTo>
                <a:lnTo>
                  <a:pt x="8183880" y="0"/>
                </a:lnTo>
              </a:path>
            </a:pathLst>
          </a:custGeom>
          <a:noFill/>
          <a:ln w="11465">
            <a:solidFill>
              <a:srgbClr val="000000"/>
            </a:solidFill>
            <a:prstDash val="solid"/>
          </a:ln>
        </p:spPr>
      </p:sp>
      <p:sp>
        <p:nvSpPr>
          <p:cNvPr id="2738" name="A1_bar_Cryo_14961">
            <a:extLst>
              <a:ext uri="{FF2B5EF4-FFF2-40B4-BE49-F238E27FC236}">
                <a16:creationId xmlns:a16="http://schemas.microsoft.com/office/drawing/2014/main" id="{942CAFE6-BD04-445A-AB0E-13ADD4912E0F}"/>
              </a:ext>
            </a:extLst>
          </p:cNvPr>
          <p:cNvSpPr>
            <a:spLocks noGrp="1"/>
          </p:cNvSpPr>
          <p:nvPr/>
        </p:nvSpPr>
        <p:spPr>
          <a:xfrm>
            <a:off x="1550055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39" name="A1_bar_Cryo_14962">
            <a:extLst>
              <a:ext uri="{FF2B5EF4-FFF2-40B4-BE49-F238E27FC236}">
                <a16:creationId xmlns:a16="http://schemas.microsoft.com/office/drawing/2014/main" id="{7E8A82B7-BC2F-4251-A2C2-2F4F264FB1B7}"/>
              </a:ext>
            </a:extLst>
          </p:cNvPr>
          <p:cNvSpPr>
            <a:spLocks noGrp="1"/>
          </p:cNvSpPr>
          <p:nvPr/>
        </p:nvSpPr>
        <p:spPr>
          <a:xfrm>
            <a:off x="1459560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0" name="A1_bar_Cryo_14963">
            <a:extLst>
              <a:ext uri="{FF2B5EF4-FFF2-40B4-BE49-F238E27FC236}">
                <a16:creationId xmlns:a16="http://schemas.microsoft.com/office/drawing/2014/main" id="{309BF795-7C65-45BD-9B6B-A61DB6465E2E}"/>
              </a:ext>
            </a:extLst>
          </p:cNvPr>
          <p:cNvSpPr>
            <a:spLocks noGrp="1"/>
          </p:cNvSpPr>
          <p:nvPr/>
        </p:nvSpPr>
        <p:spPr>
          <a:xfrm>
            <a:off x="1459560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1" name="A1_bar_Cryo_14964">
            <a:extLst>
              <a:ext uri="{FF2B5EF4-FFF2-40B4-BE49-F238E27FC236}">
                <a16:creationId xmlns:a16="http://schemas.microsoft.com/office/drawing/2014/main" id="{10CB8C10-7C97-4AF7-861A-989ECBC04CED}"/>
              </a:ext>
            </a:extLst>
          </p:cNvPr>
          <p:cNvSpPr>
            <a:spLocks noGrp="1"/>
          </p:cNvSpPr>
          <p:nvPr/>
        </p:nvSpPr>
        <p:spPr>
          <a:xfrm>
            <a:off x="3123878" y="4216029"/>
            <a:ext cx="191" cy="306848"/>
          </a:xfrm>
          <a:custGeom>
            <a:avLst/>
            <a:gdLst/>
            <a:ahLst/>
            <a:cxnLst/>
            <a:rect l="0" t="0" r="0" b="0"/>
            <a:pathLst>
              <a:path w="191" h="306848">
                <a:moveTo>
                  <a:pt x="0" y="306848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2" name="A1_bar_Cryo_14965">
            <a:extLst>
              <a:ext uri="{FF2B5EF4-FFF2-40B4-BE49-F238E27FC236}">
                <a16:creationId xmlns:a16="http://schemas.microsoft.com/office/drawing/2014/main" id="{FFA92AE2-9B4E-4266-ADDF-DFC5A85415BB}"/>
              </a:ext>
            </a:extLst>
          </p:cNvPr>
          <p:cNvSpPr>
            <a:spLocks noGrp="1"/>
          </p:cNvSpPr>
          <p:nvPr/>
        </p:nvSpPr>
        <p:spPr>
          <a:xfrm>
            <a:off x="3033383" y="452287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3" name="A1_bar_Cryo_14966">
            <a:extLst>
              <a:ext uri="{FF2B5EF4-FFF2-40B4-BE49-F238E27FC236}">
                <a16:creationId xmlns:a16="http://schemas.microsoft.com/office/drawing/2014/main" id="{B131C115-4179-43D6-AB9F-5907E465ED9B}"/>
              </a:ext>
            </a:extLst>
          </p:cNvPr>
          <p:cNvSpPr>
            <a:spLocks noGrp="1"/>
          </p:cNvSpPr>
          <p:nvPr/>
        </p:nvSpPr>
        <p:spPr>
          <a:xfrm>
            <a:off x="3033383" y="421602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4" name="A1_bar_Cryo_14967">
            <a:extLst>
              <a:ext uri="{FF2B5EF4-FFF2-40B4-BE49-F238E27FC236}">
                <a16:creationId xmlns:a16="http://schemas.microsoft.com/office/drawing/2014/main" id="{F5CDE0C1-1058-4BAD-B598-2FE8DD7DA08A}"/>
              </a:ext>
            </a:extLst>
          </p:cNvPr>
          <p:cNvSpPr>
            <a:spLocks noGrp="1"/>
          </p:cNvSpPr>
          <p:nvPr/>
        </p:nvSpPr>
        <p:spPr>
          <a:xfrm>
            <a:off x="4697701" y="4261149"/>
            <a:ext cx="191" cy="305365"/>
          </a:xfrm>
          <a:custGeom>
            <a:avLst/>
            <a:gdLst/>
            <a:ahLst/>
            <a:cxnLst/>
            <a:rect l="0" t="0" r="0" b="0"/>
            <a:pathLst>
              <a:path w="191" h="305365">
                <a:moveTo>
                  <a:pt x="0" y="30536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5" name="A1_bar_Cryo_14968">
            <a:extLst>
              <a:ext uri="{FF2B5EF4-FFF2-40B4-BE49-F238E27FC236}">
                <a16:creationId xmlns:a16="http://schemas.microsoft.com/office/drawing/2014/main" id="{CBF3D195-0276-4AAC-AE23-279177B7C681}"/>
              </a:ext>
            </a:extLst>
          </p:cNvPr>
          <p:cNvSpPr>
            <a:spLocks noGrp="1"/>
          </p:cNvSpPr>
          <p:nvPr/>
        </p:nvSpPr>
        <p:spPr>
          <a:xfrm>
            <a:off x="4607206" y="456651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6" name="A1_bar_Cryo_14969">
            <a:extLst>
              <a:ext uri="{FF2B5EF4-FFF2-40B4-BE49-F238E27FC236}">
                <a16:creationId xmlns:a16="http://schemas.microsoft.com/office/drawing/2014/main" id="{F4D4A05F-FB42-471A-AD5A-DE812A141FFC}"/>
              </a:ext>
            </a:extLst>
          </p:cNvPr>
          <p:cNvSpPr>
            <a:spLocks noGrp="1"/>
          </p:cNvSpPr>
          <p:nvPr/>
        </p:nvSpPr>
        <p:spPr>
          <a:xfrm>
            <a:off x="4607206" y="42611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7" name="A1_bar_Cryo_14970">
            <a:extLst>
              <a:ext uri="{FF2B5EF4-FFF2-40B4-BE49-F238E27FC236}">
                <a16:creationId xmlns:a16="http://schemas.microsoft.com/office/drawing/2014/main" id="{4F780803-C421-494A-9953-2B742840D8B8}"/>
              </a:ext>
            </a:extLst>
          </p:cNvPr>
          <p:cNvSpPr>
            <a:spLocks noGrp="1"/>
          </p:cNvSpPr>
          <p:nvPr/>
        </p:nvSpPr>
        <p:spPr>
          <a:xfrm>
            <a:off x="6271524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8" name="A1_bar_Cryo_14971">
            <a:extLst>
              <a:ext uri="{FF2B5EF4-FFF2-40B4-BE49-F238E27FC236}">
                <a16:creationId xmlns:a16="http://schemas.microsoft.com/office/drawing/2014/main" id="{EFA7A231-AD6C-43B0-A5A4-00C2A5B249DF}"/>
              </a:ext>
            </a:extLst>
          </p:cNvPr>
          <p:cNvSpPr>
            <a:spLocks noGrp="1"/>
          </p:cNvSpPr>
          <p:nvPr/>
        </p:nvSpPr>
        <p:spPr>
          <a:xfrm>
            <a:off x="6181029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49" name="A1_bar_Cryo_14972">
            <a:extLst>
              <a:ext uri="{FF2B5EF4-FFF2-40B4-BE49-F238E27FC236}">
                <a16:creationId xmlns:a16="http://schemas.microsoft.com/office/drawing/2014/main" id="{83C2FAA3-EA34-4176-B0EB-04D601D42644}"/>
              </a:ext>
            </a:extLst>
          </p:cNvPr>
          <p:cNvSpPr>
            <a:spLocks noGrp="1"/>
          </p:cNvSpPr>
          <p:nvPr/>
        </p:nvSpPr>
        <p:spPr>
          <a:xfrm>
            <a:off x="6181029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0" name="A1_bar_Cryo_14973">
            <a:extLst>
              <a:ext uri="{FF2B5EF4-FFF2-40B4-BE49-F238E27FC236}">
                <a16:creationId xmlns:a16="http://schemas.microsoft.com/office/drawing/2014/main" id="{B9DAB33C-11A3-48E6-A55F-7A351FA5ED98}"/>
              </a:ext>
            </a:extLst>
          </p:cNvPr>
          <p:cNvSpPr>
            <a:spLocks noGrp="1"/>
          </p:cNvSpPr>
          <p:nvPr/>
        </p:nvSpPr>
        <p:spPr>
          <a:xfrm>
            <a:off x="7845347" y="4757831"/>
            <a:ext cx="191" cy="344201"/>
          </a:xfrm>
          <a:custGeom>
            <a:avLst/>
            <a:gdLst/>
            <a:ahLst/>
            <a:cxnLst/>
            <a:rect l="0" t="0" r="0" b="0"/>
            <a:pathLst>
              <a:path w="191" h="344201">
                <a:moveTo>
                  <a:pt x="0" y="3442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1" name="A1_bar_Cryo_14974">
            <a:extLst>
              <a:ext uri="{FF2B5EF4-FFF2-40B4-BE49-F238E27FC236}">
                <a16:creationId xmlns:a16="http://schemas.microsoft.com/office/drawing/2014/main" id="{8E83438C-4E4E-4D19-BF95-327D3F234DB0}"/>
              </a:ext>
            </a:extLst>
          </p:cNvPr>
          <p:cNvSpPr>
            <a:spLocks noGrp="1"/>
          </p:cNvSpPr>
          <p:nvPr/>
        </p:nvSpPr>
        <p:spPr>
          <a:xfrm>
            <a:off x="7754852" y="5102032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2" name="A1_bar_Cryo_14975">
            <a:extLst>
              <a:ext uri="{FF2B5EF4-FFF2-40B4-BE49-F238E27FC236}">
                <a16:creationId xmlns:a16="http://schemas.microsoft.com/office/drawing/2014/main" id="{86A03C3D-25F7-462C-8D99-821AF93E0FEF}"/>
              </a:ext>
            </a:extLst>
          </p:cNvPr>
          <p:cNvSpPr>
            <a:spLocks noGrp="1"/>
          </p:cNvSpPr>
          <p:nvPr/>
        </p:nvSpPr>
        <p:spPr>
          <a:xfrm>
            <a:off x="7754852" y="4757831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566AB4"/>
            </a:solidFill>
            <a:prstDash val="solid"/>
          </a:ln>
        </p:spPr>
      </p:sp>
      <p:sp>
        <p:nvSpPr>
          <p:cNvPr id="2753" name="A1_bar_Cryo_14976">
            <a:extLst>
              <a:ext uri="{FF2B5EF4-FFF2-40B4-BE49-F238E27FC236}">
                <a16:creationId xmlns:a16="http://schemas.microsoft.com/office/drawing/2014/main" id="{6C19541A-2DBC-42A7-B7B8-B59781E77ED8}"/>
              </a:ext>
            </a:extLst>
          </p:cNvPr>
          <p:cNvSpPr>
            <a:spLocks noGrp="1"/>
          </p:cNvSpPr>
          <p:nvPr/>
        </p:nvSpPr>
        <p:spPr>
          <a:xfrm>
            <a:off x="1912034" y="4451198"/>
            <a:ext cx="191" cy="262301"/>
          </a:xfrm>
          <a:custGeom>
            <a:avLst/>
            <a:gdLst/>
            <a:ahLst/>
            <a:cxnLst/>
            <a:rect l="0" t="0" r="0" b="0"/>
            <a:pathLst>
              <a:path w="191" h="262301">
                <a:moveTo>
                  <a:pt x="0" y="262301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4" name="A1_bar_Cryo_14977">
            <a:extLst>
              <a:ext uri="{FF2B5EF4-FFF2-40B4-BE49-F238E27FC236}">
                <a16:creationId xmlns:a16="http://schemas.microsoft.com/office/drawing/2014/main" id="{D0C5DF4D-ED6B-48FE-BFD0-9D9D03CF9377}"/>
              </a:ext>
            </a:extLst>
          </p:cNvPr>
          <p:cNvSpPr>
            <a:spLocks noGrp="1"/>
          </p:cNvSpPr>
          <p:nvPr/>
        </p:nvSpPr>
        <p:spPr>
          <a:xfrm>
            <a:off x="1821539" y="471350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5" name="A1_bar_Cryo_14978">
            <a:extLst>
              <a:ext uri="{FF2B5EF4-FFF2-40B4-BE49-F238E27FC236}">
                <a16:creationId xmlns:a16="http://schemas.microsoft.com/office/drawing/2014/main" id="{9ACD350F-3FA2-4E08-BE7C-C63329483972}"/>
              </a:ext>
            </a:extLst>
          </p:cNvPr>
          <p:cNvSpPr>
            <a:spLocks noGrp="1"/>
          </p:cNvSpPr>
          <p:nvPr/>
        </p:nvSpPr>
        <p:spPr>
          <a:xfrm>
            <a:off x="1821539" y="445119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6" name="A1_bar_Cryo_14979">
            <a:extLst>
              <a:ext uri="{FF2B5EF4-FFF2-40B4-BE49-F238E27FC236}">
                <a16:creationId xmlns:a16="http://schemas.microsoft.com/office/drawing/2014/main" id="{8833DB5C-DB51-43D2-B9D9-C04ECB873F28}"/>
              </a:ext>
            </a:extLst>
          </p:cNvPr>
          <p:cNvSpPr>
            <a:spLocks noGrp="1"/>
          </p:cNvSpPr>
          <p:nvPr/>
        </p:nvSpPr>
        <p:spPr>
          <a:xfrm>
            <a:off x="3485857" y="4226423"/>
            <a:ext cx="191" cy="314085"/>
          </a:xfrm>
          <a:custGeom>
            <a:avLst/>
            <a:gdLst/>
            <a:ahLst/>
            <a:cxnLst/>
            <a:rect l="0" t="0" r="0" b="0"/>
            <a:pathLst>
              <a:path w="191" h="314085">
                <a:moveTo>
                  <a:pt x="0" y="314085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7" name="A1_bar_Cryo_14980">
            <a:extLst>
              <a:ext uri="{FF2B5EF4-FFF2-40B4-BE49-F238E27FC236}">
                <a16:creationId xmlns:a16="http://schemas.microsoft.com/office/drawing/2014/main" id="{84B18B94-F36F-4872-BDCF-2FF4C0BC5579}"/>
              </a:ext>
            </a:extLst>
          </p:cNvPr>
          <p:cNvSpPr>
            <a:spLocks noGrp="1"/>
          </p:cNvSpPr>
          <p:nvPr/>
        </p:nvSpPr>
        <p:spPr>
          <a:xfrm>
            <a:off x="3395362" y="454050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8" name="A1_bar_Cryo_14981">
            <a:extLst>
              <a:ext uri="{FF2B5EF4-FFF2-40B4-BE49-F238E27FC236}">
                <a16:creationId xmlns:a16="http://schemas.microsoft.com/office/drawing/2014/main" id="{213ED61B-C99F-4908-9956-8AE55CCE986A}"/>
              </a:ext>
            </a:extLst>
          </p:cNvPr>
          <p:cNvSpPr>
            <a:spLocks noGrp="1"/>
          </p:cNvSpPr>
          <p:nvPr/>
        </p:nvSpPr>
        <p:spPr>
          <a:xfrm>
            <a:off x="3395362" y="422642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59" name="A1_bar_Cryo_14982">
            <a:extLst>
              <a:ext uri="{FF2B5EF4-FFF2-40B4-BE49-F238E27FC236}">
                <a16:creationId xmlns:a16="http://schemas.microsoft.com/office/drawing/2014/main" id="{B42BF0D3-FD0D-4B38-ADF4-2436AF3F919E}"/>
              </a:ext>
            </a:extLst>
          </p:cNvPr>
          <p:cNvSpPr>
            <a:spLocks noGrp="1"/>
          </p:cNvSpPr>
          <p:nvPr/>
        </p:nvSpPr>
        <p:spPr>
          <a:xfrm>
            <a:off x="5059680" y="4271624"/>
            <a:ext cx="191" cy="312043"/>
          </a:xfrm>
          <a:custGeom>
            <a:avLst/>
            <a:gdLst/>
            <a:ahLst/>
            <a:cxnLst/>
            <a:rect l="0" t="0" r="0" b="0"/>
            <a:pathLst>
              <a:path w="191" h="312043">
                <a:moveTo>
                  <a:pt x="0" y="31204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0" name="A1_bar_Cryo_14983">
            <a:extLst>
              <a:ext uri="{FF2B5EF4-FFF2-40B4-BE49-F238E27FC236}">
                <a16:creationId xmlns:a16="http://schemas.microsoft.com/office/drawing/2014/main" id="{EE6E708F-DBAF-4D64-9D6D-B4965DB79D8D}"/>
              </a:ext>
            </a:extLst>
          </p:cNvPr>
          <p:cNvSpPr>
            <a:spLocks noGrp="1"/>
          </p:cNvSpPr>
          <p:nvPr/>
        </p:nvSpPr>
        <p:spPr>
          <a:xfrm>
            <a:off x="4969185" y="458366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1" name="A1_bar_Cryo_14984">
            <a:extLst>
              <a:ext uri="{FF2B5EF4-FFF2-40B4-BE49-F238E27FC236}">
                <a16:creationId xmlns:a16="http://schemas.microsoft.com/office/drawing/2014/main" id="{92C48B27-1543-454B-9FCE-421B42E4C00B}"/>
              </a:ext>
            </a:extLst>
          </p:cNvPr>
          <p:cNvSpPr>
            <a:spLocks noGrp="1"/>
          </p:cNvSpPr>
          <p:nvPr/>
        </p:nvSpPr>
        <p:spPr>
          <a:xfrm>
            <a:off x="4969185" y="427162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2" name="A1_bar_Cryo_14985">
            <a:extLst>
              <a:ext uri="{FF2B5EF4-FFF2-40B4-BE49-F238E27FC236}">
                <a16:creationId xmlns:a16="http://schemas.microsoft.com/office/drawing/2014/main" id="{5FA33741-8B27-462F-89ED-D3BB6CE4119D}"/>
              </a:ext>
            </a:extLst>
          </p:cNvPr>
          <p:cNvSpPr>
            <a:spLocks noGrp="1"/>
          </p:cNvSpPr>
          <p:nvPr/>
        </p:nvSpPr>
        <p:spPr>
          <a:xfrm>
            <a:off x="6633503" y="4714384"/>
            <a:ext cx="191" cy="334223"/>
          </a:xfrm>
          <a:custGeom>
            <a:avLst/>
            <a:gdLst/>
            <a:ahLst/>
            <a:cxnLst/>
            <a:rect l="0" t="0" r="0" b="0"/>
            <a:pathLst>
              <a:path w="191" h="334223">
                <a:moveTo>
                  <a:pt x="0" y="3342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3" name="A1_bar_Cryo_14986">
            <a:extLst>
              <a:ext uri="{FF2B5EF4-FFF2-40B4-BE49-F238E27FC236}">
                <a16:creationId xmlns:a16="http://schemas.microsoft.com/office/drawing/2014/main" id="{195AB3B4-A9D4-417F-AD4D-9A2B3841F0B1}"/>
              </a:ext>
            </a:extLst>
          </p:cNvPr>
          <p:cNvSpPr>
            <a:spLocks noGrp="1"/>
          </p:cNvSpPr>
          <p:nvPr/>
        </p:nvSpPr>
        <p:spPr>
          <a:xfrm>
            <a:off x="6543008" y="504860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4" name="A1_bar_Cryo_14987">
            <a:extLst>
              <a:ext uri="{FF2B5EF4-FFF2-40B4-BE49-F238E27FC236}">
                <a16:creationId xmlns:a16="http://schemas.microsoft.com/office/drawing/2014/main" id="{79F99F7E-4370-455A-885F-23D7BC0A81A4}"/>
              </a:ext>
            </a:extLst>
          </p:cNvPr>
          <p:cNvSpPr>
            <a:spLocks noGrp="1"/>
          </p:cNvSpPr>
          <p:nvPr/>
        </p:nvSpPr>
        <p:spPr>
          <a:xfrm>
            <a:off x="6543008" y="471438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5" name="A1_bar_Cryo_14988">
            <a:extLst>
              <a:ext uri="{FF2B5EF4-FFF2-40B4-BE49-F238E27FC236}">
                <a16:creationId xmlns:a16="http://schemas.microsoft.com/office/drawing/2014/main" id="{ACC34FAB-926C-40DC-97B7-6C732A17EFF4}"/>
              </a:ext>
            </a:extLst>
          </p:cNvPr>
          <p:cNvSpPr>
            <a:spLocks noGrp="1"/>
          </p:cNvSpPr>
          <p:nvPr/>
        </p:nvSpPr>
        <p:spPr>
          <a:xfrm>
            <a:off x="8207326" y="4714384"/>
            <a:ext cx="191" cy="334223"/>
          </a:xfrm>
          <a:custGeom>
            <a:avLst/>
            <a:gdLst/>
            <a:ahLst/>
            <a:cxnLst/>
            <a:rect l="0" t="0" r="0" b="0"/>
            <a:pathLst>
              <a:path w="191" h="334223">
                <a:moveTo>
                  <a:pt x="0" y="33422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6" name="A1_bar_Cryo_14989">
            <a:extLst>
              <a:ext uri="{FF2B5EF4-FFF2-40B4-BE49-F238E27FC236}">
                <a16:creationId xmlns:a16="http://schemas.microsoft.com/office/drawing/2014/main" id="{4E454993-149F-4803-B3C3-48A074C051F1}"/>
              </a:ext>
            </a:extLst>
          </p:cNvPr>
          <p:cNvSpPr>
            <a:spLocks noGrp="1"/>
          </p:cNvSpPr>
          <p:nvPr/>
        </p:nvSpPr>
        <p:spPr>
          <a:xfrm>
            <a:off x="8116831" y="5048607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7" name="A1_bar_Cryo_14990">
            <a:extLst>
              <a:ext uri="{FF2B5EF4-FFF2-40B4-BE49-F238E27FC236}">
                <a16:creationId xmlns:a16="http://schemas.microsoft.com/office/drawing/2014/main" id="{2454B5B2-C76E-46E7-AC96-83FF341AB609}"/>
              </a:ext>
            </a:extLst>
          </p:cNvPr>
          <p:cNvSpPr>
            <a:spLocks noGrp="1"/>
          </p:cNvSpPr>
          <p:nvPr/>
        </p:nvSpPr>
        <p:spPr>
          <a:xfrm>
            <a:off x="8116831" y="471438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B876A3"/>
            </a:solidFill>
            <a:prstDash val="solid"/>
          </a:ln>
        </p:spPr>
      </p:sp>
      <p:sp>
        <p:nvSpPr>
          <p:cNvPr id="2768" name="A1_bar_Cryo_14991">
            <a:extLst>
              <a:ext uri="{FF2B5EF4-FFF2-40B4-BE49-F238E27FC236}">
                <a16:creationId xmlns:a16="http://schemas.microsoft.com/office/drawing/2014/main" id="{91CD9401-55B9-4A04-8A6A-CB9DFBD6BF6F}"/>
              </a:ext>
            </a:extLst>
          </p:cNvPr>
          <p:cNvSpPr>
            <a:spLocks noGrp="1"/>
          </p:cNvSpPr>
          <p:nvPr/>
        </p:nvSpPr>
        <p:spPr>
          <a:xfrm>
            <a:off x="2274013" y="4725115"/>
            <a:ext cx="191" cy="251634"/>
          </a:xfrm>
          <a:custGeom>
            <a:avLst/>
            <a:gdLst/>
            <a:ahLst/>
            <a:cxnLst/>
            <a:rect l="0" t="0" r="0" b="0"/>
            <a:pathLst>
              <a:path w="191" h="251634">
                <a:moveTo>
                  <a:pt x="0" y="251634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69" name="A1_bar_Cryo_14992">
            <a:extLst>
              <a:ext uri="{FF2B5EF4-FFF2-40B4-BE49-F238E27FC236}">
                <a16:creationId xmlns:a16="http://schemas.microsoft.com/office/drawing/2014/main" id="{353CCF67-5117-415C-B563-E03803DD455E}"/>
              </a:ext>
            </a:extLst>
          </p:cNvPr>
          <p:cNvSpPr>
            <a:spLocks noGrp="1"/>
          </p:cNvSpPr>
          <p:nvPr/>
        </p:nvSpPr>
        <p:spPr>
          <a:xfrm>
            <a:off x="2183518" y="4976749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0" name="A1_bar_Cryo_14993">
            <a:extLst>
              <a:ext uri="{FF2B5EF4-FFF2-40B4-BE49-F238E27FC236}">
                <a16:creationId xmlns:a16="http://schemas.microsoft.com/office/drawing/2014/main" id="{87D15754-CB43-4A2F-96FE-A26626D8664B}"/>
              </a:ext>
            </a:extLst>
          </p:cNvPr>
          <p:cNvSpPr>
            <a:spLocks noGrp="1"/>
          </p:cNvSpPr>
          <p:nvPr/>
        </p:nvSpPr>
        <p:spPr>
          <a:xfrm>
            <a:off x="2183518" y="4725115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1" name="A1_bar_Cryo_14994">
            <a:extLst>
              <a:ext uri="{FF2B5EF4-FFF2-40B4-BE49-F238E27FC236}">
                <a16:creationId xmlns:a16="http://schemas.microsoft.com/office/drawing/2014/main" id="{53B3285C-2D94-435A-9D3C-2C26F6C5A132}"/>
              </a:ext>
            </a:extLst>
          </p:cNvPr>
          <p:cNvSpPr>
            <a:spLocks noGrp="1"/>
          </p:cNvSpPr>
          <p:nvPr/>
        </p:nvSpPr>
        <p:spPr>
          <a:xfrm>
            <a:off x="3847836" y="4528210"/>
            <a:ext cx="191" cy="325903"/>
          </a:xfrm>
          <a:custGeom>
            <a:avLst/>
            <a:gdLst/>
            <a:ahLst/>
            <a:cxnLst/>
            <a:rect l="0" t="0" r="0" b="0"/>
            <a:pathLst>
              <a:path w="191" h="325903">
                <a:moveTo>
                  <a:pt x="0" y="325903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2" name="A1_bar_Cryo_14995">
            <a:extLst>
              <a:ext uri="{FF2B5EF4-FFF2-40B4-BE49-F238E27FC236}">
                <a16:creationId xmlns:a16="http://schemas.microsoft.com/office/drawing/2014/main" id="{4F718DD9-2656-4FC3-B60C-046964E04B3D}"/>
              </a:ext>
            </a:extLst>
          </p:cNvPr>
          <p:cNvSpPr>
            <a:spLocks noGrp="1"/>
          </p:cNvSpPr>
          <p:nvPr/>
        </p:nvSpPr>
        <p:spPr>
          <a:xfrm>
            <a:off x="3757341" y="485411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3" name="A1_bar_Cryo_14996">
            <a:extLst>
              <a:ext uri="{FF2B5EF4-FFF2-40B4-BE49-F238E27FC236}">
                <a16:creationId xmlns:a16="http://schemas.microsoft.com/office/drawing/2014/main" id="{A600A7BE-EDD1-4E34-9BAB-8AD2DB5D3563}"/>
              </a:ext>
            </a:extLst>
          </p:cNvPr>
          <p:cNvSpPr>
            <a:spLocks noGrp="1"/>
          </p:cNvSpPr>
          <p:nvPr/>
        </p:nvSpPr>
        <p:spPr>
          <a:xfrm>
            <a:off x="3757341" y="4528210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4" name="A1_bar_Cryo_14997">
            <a:extLst>
              <a:ext uri="{FF2B5EF4-FFF2-40B4-BE49-F238E27FC236}">
                <a16:creationId xmlns:a16="http://schemas.microsoft.com/office/drawing/2014/main" id="{B8AEE9CC-23AE-45CA-BC90-985A1061A14A}"/>
              </a:ext>
            </a:extLst>
          </p:cNvPr>
          <p:cNvSpPr>
            <a:spLocks noGrp="1"/>
          </p:cNvSpPr>
          <p:nvPr/>
        </p:nvSpPr>
        <p:spPr>
          <a:xfrm>
            <a:off x="5421659" y="4549304"/>
            <a:ext cx="191" cy="324259"/>
          </a:xfrm>
          <a:custGeom>
            <a:avLst/>
            <a:gdLst/>
            <a:ahLst/>
            <a:cxnLst/>
            <a:rect l="0" t="0" r="0" b="0"/>
            <a:pathLst>
              <a:path w="191" h="324259">
                <a:moveTo>
                  <a:pt x="0" y="324259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5" name="A1_bar_Cryo_14998">
            <a:extLst>
              <a:ext uri="{FF2B5EF4-FFF2-40B4-BE49-F238E27FC236}">
                <a16:creationId xmlns:a16="http://schemas.microsoft.com/office/drawing/2014/main" id="{E277CC32-F3F4-4D18-8E05-52285F42DCE7}"/>
              </a:ext>
            </a:extLst>
          </p:cNvPr>
          <p:cNvSpPr>
            <a:spLocks noGrp="1"/>
          </p:cNvSpPr>
          <p:nvPr/>
        </p:nvSpPr>
        <p:spPr>
          <a:xfrm>
            <a:off x="5331164" y="4873563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6" name="A1_bar_Cryo_14999">
            <a:extLst>
              <a:ext uri="{FF2B5EF4-FFF2-40B4-BE49-F238E27FC236}">
                <a16:creationId xmlns:a16="http://schemas.microsoft.com/office/drawing/2014/main" id="{317DD9B8-8B48-4F78-AB2B-CCFC9D717E5E}"/>
              </a:ext>
            </a:extLst>
          </p:cNvPr>
          <p:cNvSpPr>
            <a:spLocks noGrp="1"/>
          </p:cNvSpPr>
          <p:nvPr/>
        </p:nvSpPr>
        <p:spPr>
          <a:xfrm>
            <a:off x="5331164" y="4549304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7" name="A1_bar_Cryo_15000">
            <a:extLst>
              <a:ext uri="{FF2B5EF4-FFF2-40B4-BE49-F238E27FC236}">
                <a16:creationId xmlns:a16="http://schemas.microsoft.com/office/drawing/2014/main" id="{61897E44-B12B-4247-94E1-9C3422922A4F}"/>
              </a:ext>
            </a:extLst>
          </p:cNvPr>
          <p:cNvSpPr>
            <a:spLocks noGrp="1"/>
          </p:cNvSpPr>
          <p:nvPr/>
        </p:nvSpPr>
        <p:spPr>
          <a:xfrm>
            <a:off x="6995482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8" name="A1_bar_Cryo_15001">
            <a:extLst>
              <a:ext uri="{FF2B5EF4-FFF2-40B4-BE49-F238E27FC236}">
                <a16:creationId xmlns:a16="http://schemas.microsoft.com/office/drawing/2014/main" id="{7D78138D-E98F-474E-847C-AFD9035E81F1}"/>
              </a:ext>
            </a:extLst>
          </p:cNvPr>
          <p:cNvSpPr>
            <a:spLocks noGrp="1"/>
          </p:cNvSpPr>
          <p:nvPr/>
        </p:nvSpPr>
        <p:spPr>
          <a:xfrm>
            <a:off x="6904988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79" name="A1_bar_Cryo_15002">
            <a:extLst>
              <a:ext uri="{FF2B5EF4-FFF2-40B4-BE49-F238E27FC236}">
                <a16:creationId xmlns:a16="http://schemas.microsoft.com/office/drawing/2014/main" id="{FDB12236-F5E6-4461-8300-441445418CB4}"/>
              </a:ext>
            </a:extLst>
          </p:cNvPr>
          <p:cNvSpPr>
            <a:spLocks noGrp="1"/>
          </p:cNvSpPr>
          <p:nvPr/>
        </p:nvSpPr>
        <p:spPr>
          <a:xfrm>
            <a:off x="6904988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0" name="A1_bar_Cryo_15003">
            <a:extLst>
              <a:ext uri="{FF2B5EF4-FFF2-40B4-BE49-F238E27FC236}">
                <a16:creationId xmlns:a16="http://schemas.microsoft.com/office/drawing/2014/main" id="{56D8B3B6-27F2-43B0-B268-BB28DE5FD7EE}"/>
              </a:ext>
            </a:extLst>
          </p:cNvPr>
          <p:cNvSpPr>
            <a:spLocks noGrp="1"/>
          </p:cNvSpPr>
          <p:nvPr/>
        </p:nvSpPr>
        <p:spPr>
          <a:xfrm>
            <a:off x="8569305" y="5178828"/>
            <a:ext cx="191" cy="296260"/>
          </a:xfrm>
          <a:custGeom>
            <a:avLst/>
            <a:gdLst/>
            <a:ahLst/>
            <a:cxnLst/>
            <a:rect l="0" t="0" r="0" b="0"/>
            <a:pathLst>
              <a:path w="191" h="296260">
                <a:moveTo>
                  <a:pt x="0" y="296260"/>
                </a:moveTo>
                <a:lnTo>
                  <a:pt x="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1" name="A1_bar_Cryo_15004">
            <a:extLst>
              <a:ext uri="{FF2B5EF4-FFF2-40B4-BE49-F238E27FC236}">
                <a16:creationId xmlns:a16="http://schemas.microsoft.com/office/drawing/2014/main" id="{2E037010-0E8B-468B-AAB4-F295E0DAA5E5}"/>
              </a:ext>
            </a:extLst>
          </p:cNvPr>
          <p:cNvSpPr>
            <a:spLocks noGrp="1"/>
          </p:cNvSpPr>
          <p:nvPr/>
        </p:nvSpPr>
        <p:spPr>
          <a:xfrm>
            <a:off x="8478811" y="547508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2" name="A1_bar_Cryo_15005">
            <a:extLst>
              <a:ext uri="{FF2B5EF4-FFF2-40B4-BE49-F238E27FC236}">
                <a16:creationId xmlns:a16="http://schemas.microsoft.com/office/drawing/2014/main" id="{EB42F2C0-F46E-46E2-97D2-E39279B2731F}"/>
              </a:ext>
            </a:extLst>
          </p:cNvPr>
          <p:cNvSpPr>
            <a:spLocks noGrp="1"/>
          </p:cNvSpPr>
          <p:nvPr/>
        </p:nvSpPr>
        <p:spPr>
          <a:xfrm>
            <a:off x="8478811" y="5178828"/>
            <a:ext cx="180990" cy="191"/>
          </a:xfrm>
          <a:custGeom>
            <a:avLst/>
            <a:gdLst/>
            <a:ahLst/>
            <a:cxnLst/>
            <a:rect l="0" t="0" r="0" b="0"/>
            <a:pathLst>
              <a:path w="180990" h="191">
                <a:moveTo>
                  <a:pt x="0" y="0"/>
                </a:moveTo>
                <a:lnTo>
                  <a:pt x="180990" y="0"/>
                </a:lnTo>
              </a:path>
            </a:pathLst>
          </a:custGeom>
          <a:noFill/>
          <a:ln w="17639">
            <a:solidFill>
              <a:srgbClr val="68737D"/>
            </a:solidFill>
            <a:prstDash val="solid"/>
          </a:ln>
        </p:spPr>
      </p:sp>
      <p:sp>
        <p:nvSpPr>
          <p:cNvPr id="2783" name="A1_bar_Cryo_15006">
            <a:extLst>
              <a:ext uri="{FF2B5EF4-FFF2-40B4-BE49-F238E27FC236}">
                <a16:creationId xmlns:a16="http://schemas.microsoft.com/office/drawing/2014/main" id="{F0E841C7-BCDB-4E3E-970D-3BA835454605}"/>
              </a:ext>
            </a:extLst>
          </p:cNvPr>
          <p:cNvSpPr>
            <a:spLocks noGrp="1"/>
          </p:cNvSpPr>
          <p:nvPr/>
        </p:nvSpPr>
        <p:spPr>
          <a:xfrm>
            <a:off x="1405263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4" name="A1_bar_Cryo_15007">
            <a:extLst>
              <a:ext uri="{FF2B5EF4-FFF2-40B4-BE49-F238E27FC236}">
                <a16:creationId xmlns:a16="http://schemas.microsoft.com/office/drawing/2014/main" id="{A7B088FD-C4C3-48CE-855C-CD2C29CEB95B}"/>
              </a:ext>
            </a:extLst>
          </p:cNvPr>
          <p:cNvSpPr>
            <a:spLocks noGrp="1"/>
          </p:cNvSpPr>
          <p:nvPr/>
        </p:nvSpPr>
        <p:spPr>
          <a:xfrm>
            <a:off x="2979086" y="436987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5" name="A1_bar_Cryo_15008">
            <a:extLst>
              <a:ext uri="{FF2B5EF4-FFF2-40B4-BE49-F238E27FC236}">
                <a16:creationId xmlns:a16="http://schemas.microsoft.com/office/drawing/2014/main" id="{A140101B-5822-41AD-BDAF-255D8AF5EF0D}"/>
              </a:ext>
            </a:extLst>
          </p:cNvPr>
          <p:cNvSpPr>
            <a:spLocks noGrp="1"/>
          </p:cNvSpPr>
          <p:nvPr/>
        </p:nvSpPr>
        <p:spPr>
          <a:xfrm>
            <a:off x="4552909" y="44126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6" name="A1_bar_Cryo_15009">
            <a:extLst>
              <a:ext uri="{FF2B5EF4-FFF2-40B4-BE49-F238E27FC236}">
                <a16:creationId xmlns:a16="http://schemas.microsoft.com/office/drawing/2014/main" id="{AB14ACAA-EAAD-401A-BA05-F347DC00F181}"/>
              </a:ext>
            </a:extLst>
          </p:cNvPr>
          <p:cNvSpPr>
            <a:spLocks noGrp="1"/>
          </p:cNvSpPr>
          <p:nvPr/>
        </p:nvSpPr>
        <p:spPr>
          <a:xfrm>
            <a:off x="6126732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7" name="A1_bar_Cryo_15010">
            <a:extLst>
              <a:ext uri="{FF2B5EF4-FFF2-40B4-BE49-F238E27FC236}">
                <a16:creationId xmlns:a16="http://schemas.microsoft.com/office/drawing/2014/main" id="{15270000-27EB-4E69-B1CB-19FF7D73B434}"/>
              </a:ext>
            </a:extLst>
          </p:cNvPr>
          <p:cNvSpPr>
            <a:spLocks noGrp="1"/>
          </p:cNvSpPr>
          <p:nvPr/>
        </p:nvSpPr>
        <p:spPr>
          <a:xfrm>
            <a:off x="7700555" y="493157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566AB4"/>
            </a:solidFill>
            <a:prstDash val="solid"/>
          </a:ln>
        </p:spPr>
      </p:sp>
      <p:sp>
        <p:nvSpPr>
          <p:cNvPr id="2788" name="A1_bar_Cryo_15011">
            <a:extLst>
              <a:ext uri="{FF2B5EF4-FFF2-40B4-BE49-F238E27FC236}">
                <a16:creationId xmlns:a16="http://schemas.microsoft.com/office/drawing/2014/main" id="{3BCF174D-9623-411B-8845-5844AF68A2E6}"/>
              </a:ext>
            </a:extLst>
          </p:cNvPr>
          <p:cNvSpPr>
            <a:spLocks noGrp="1"/>
          </p:cNvSpPr>
          <p:nvPr/>
        </p:nvSpPr>
        <p:spPr>
          <a:xfrm>
            <a:off x="1767242" y="458236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89" name="A1_bar_Cryo_15012">
            <a:extLst>
              <a:ext uri="{FF2B5EF4-FFF2-40B4-BE49-F238E27FC236}">
                <a16:creationId xmlns:a16="http://schemas.microsoft.com/office/drawing/2014/main" id="{17428788-559E-4F89-9C45-3C63DE5081A6}"/>
              </a:ext>
            </a:extLst>
          </p:cNvPr>
          <p:cNvSpPr>
            <a:spLocks noGrp="1"/>
          </p:cNvSpPr>
          <p:nvPr/>
        </p:nvSpPr>
        <p:spPr>
          <a:xfrm>
            <a:off x="3341065" y="4382999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0" name="A1_bar_Cryo_15013">
            <a:extLst>
              <a:ext uri="{FF2B5EF4-FFF2-40B4-BE49-F238E27FC236}">
                <a16:creationId xmlns:a16="http://schemas.microsoft.com/office/drawing/2014/main" id="{CCFAFDBE-3E1E-43D8-A63C-1EDFE7344AA9}"/>
              </a:ext>
            </a:extLst>
          </p:cNvPr>
          <p:cNvSpPr>
            <a:spLocks noGrp="1"/>
          </p:cNvSpPr>
          <p:nvPr/>
        </p:nvSpPr>
        <p:spPr>
          <a:xfrm>
            <a:off x="4914888" y="4426758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1" name="A1_bar_Cryo_15014">
            <a:extLst>
              <a:ext uri="{FF2B5EF4-FFF2-40B4-BE49-F238E27FC236}">
                <a16:creationId xmlns:a16="http://schemas.microsoft.com/office/drawing/2014/main" id="{4059AAEC-05C3-4E0A-B51E-6B36F77CF3BA}"/>
              </a:ext>
            </a:extLst>
          </p:cNvPr>
          <p:cNvSpPr>
            <a:spLocks noGrp="1"/>
          </p:cNvSpPr>
          <p:nvPr/>
        </p:nvSpPr>
        <p:spPr>
          <a:xfrm>
            <a:off x="6488711" y="48830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2" name="A1_bar_Cryo_15015">
            <a:extLst>
              <a:ext uri="{FF2B5EF4-FFF2-40B4-BE49-F238E27FC236}">
                <a16:creationId xmlns:a16="http://schemas.microsoft.com/office/drawing/2014/main" id="{99656F07-7350-489B-9662-8BC9A9D4AEE9}"/>
              </a:ext>
            </a:extLst>
          </p:cNvPr>
          <p:cNvSpPr>
            <a:spLocks noGrp="1"/>
          </p:cNvSpPr>
          <p:nvPr/>
        </p:nvSpPr>
        <p:spPr>
          <a:xfrm>
            <a:off x="8062534" y="488301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B876A3"/>
            </a:solidFill>
            <a:prstDash val="solid"/>
          </a:ln>
        </p:spPr>
      </p:sp>
      <p:sp>
        <p:nvSpPr>
          <p:cNvPr id="2793" name="A1_bar_Cryo_15016">
            <a:extLst>
              <a:ext uri="{FF2B5EF4-FFF2-40B4-BE49-F238E27FC236}">
                <a16:creationId xmlns:a16="http://schemas.microsoft.com/office/drawing/2014/main" id="{33238BC1-5373-4126-800C-C86731088664}"/>
              </a:ext>
            </a:extLst>
          </p:cNvPr>
          <p:cNvSpPr>
            <a:spLocks noGrp="1"/>
          </p:cNvSpPr>
          <p:nvPr/>
        </p:nvSpPr>
        <p:spPr>
          <a:xfrm>
            <a:off x="2129221" y="4851001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4" name="A1_bar_Cryo_15017">
            <a:extLst>
              <a:ext uri="{FF2B5EF4-FFF2-40B4-BE49-F238E27FC236}">
                <a16:creationId xmlns:a16="http://schemas.microsoft.com/office/drawing/2014/main" id="{3CF2190F-900E-4EBD-8704-BD7718382791}"/>
              </a:ext>
            </a:extLst>
          </p:cNvPr>
          <p:cNvSpPr>
            <a:spLocks noGrp="1"/>
          </p:cNvSpPr>
          <p:nvPr/>
        </p:nvSpPr>
        <p:spPr>
          <a:xfrm>
            <a:off x="3703045" y="4691400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5" name="A1_bar_Cryo_15018">
            <a:extLst>
              <a:ext uri="{FF2B5EF4-FFF2-40B4-BE49-F238E27FC236}">
                <a16:creationId xmlns:a16="http://schemas.microsoft.com/office/drawing/2014/main" id="{6BE86C3D-0978-4EF9-A7C5-6BEDCDCD9037}"/>
              </a:ext>
            </a:extLst>
          </p:cNvPr>
          <p:cNvSpPr>
            <a:spLocks noGrp="1"/>
          </p:cNvSpPr>
          <p:nvPr/>
        </p:nvSpPr>
        <p:spPr>
          <a:xfrm>
            <a:off x="5276868" y="4711386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6" name="A1_bar_Cryo_15019">
            <a:extLst>
              <a:ext uri="{FF2B5EF4-FFF2-40B4-BE49-F238E27FC236}">
                <a16:creationId xmlns:a16="http://schemas.microsoft.com/office/drawing/2014/main" id="{ABCD7C66-C83C-4A82-AC51-B62A3B0A3673}"/>
              </a:ext>
            </a:extLst>
          </p:cNvPr>
          <p:cNvSpPr>
            <a:spLocks noGrp="1"/>
          </p:cNvSpPr>
          <p:nvPr/>
        </p:nvSpPr>
        <p:spPr>
          <a:xfrm>
            <a:off x="6850691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7" name="A1_bar_Cryo_15020">
            <a:extLst>
              <a:ext uri="{FF2B5EF4-FFF2-40B4-BE49-F238E27FC236}">
                <a16:creationId xmlns:a16="http://schemas.microsoft.com/office/drawing/2014/main" id="{62BAE02E-ED72-4DF8-B186-8B266F94ACA1}"/>
              </a:ext>
            </a:extLst>
          </p:cNvPr>
          <p:cNvSpPr>
            <a:spLocks noGrp="1"/>
          </p:cNvSpPr>
          <p:nvPr/>
        </p:nvSpPr>
        <p:spPr>
          <a:xfrm>
            <a:off x="8424514" y="5329017"/>
            <a:ext cx="289583" cy="191"/>
          </a:xfrm>
          <a:custGeom>
            <a:avLst/>
            <a:gdLst/>
            <a:ahLst/>
            <a:cxnLst/>
            <a:rect l="0" t="0" r="0" b="0"/>
            <a:pathLst>
              <a:path w="289583" h="191">
                <a:moveTo>
                  <a:pt x="0" y="0"/>
                </a:moveTo>
                <a:lnTo>
                  <a:pt x="289583" y="0"/>
                </a:lnTo>
              </a:path>
            </a:pathLst>
          </a:custGeom>
          <a:noFill/>
          <a:ln w="29986">
            <a:solidFill>
              <a:srgbClr val="68737D"/>
            </a:solidFill>
            <a:prstDash val="solid"/>
          </a:ln>
        </p:spPr>
      </p:sp>
      <p:sp>
        <p:nvSpPr>
          <p:cNvPr id="2798" name="text_15021">
            <a:extLst>
              <a:ext uri="{FF2B5EF4-FFF2-40B4-BE49-F238E27FC236}">
                <a16:creationId xmlns:a16="http://schemas.microsoft.com/office/drawing/2014/main" id="{E9949D96-D55C-4D21-B5F8-7BC89222172E}"/>
              </a:ext>
            </a:extLst>
          </p:cNvPr>
          <p:cNvSpPr>
            <a:spLocks noGrp="1"/>
          </p:cNvSpPr>
          <p:nvPr/>
        </p:nvSpPr>
        <p:spPr>
          <a:xfrm>
            <a:off x="967740" y="1760708"/>
            <a:ext cx="3899606" cy="22048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389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389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comparison · CryoAtom2 receptor</a:t>
            </a:r>
          </a:p>
        </p:txBody>
      </p:sp>
      <p:sp>
        <p:nvSpPr>
          <p:cNvPr id="2799" name="text_15022">
            <a:extLst>
              <a:ext uri="{FF2B5EF4-FFF2-40B4-BE49-F238E27FC236}">
                <a16:creationId xmlns:a16="http://schemas.microsoft.com/office/drawing/2014/main" id="{034C7DAA-B972-47BC-AAEF-EE002F900D6A}"/>
              </a:ext>
            </a:extLst>
          </p:cNvPr>
          <p:cNvSpPr>
            <a:spLocks noGrp="1"/>
          </p:cNvSpPr>
          <p:nvPr/>
        </p:nvSpPr>
        <p:spPr>
          <a:xfrm>
            <a:off x="830580" y="6948150"/>
            <a:ext cx="4631619" cy="138906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875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875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Bars: macro mean. Dots: individual PDBs. Whiskers: 95% bootstrap CI.</a:t>
            </a:r>
          </a:p>
        </p:txBody>
      </p:sp>
      <p:sp>
        <p:nvSpPr>
          <p:cNvPr id="2800" name="A1_bar_Cryo_15023">
            <a:extLst>
              <a:ext uri="{FF2B5EF4-FFF2-40B4-BE49-F238E27FC236}">
                <a16:creationId xmlns:a16="http://schemas.microsoft.com/office/drawing/2014/main" id="{6D749776-B087-4C7E-8EF7-28B4676796A4}"/>
              </a:ext>
            </a:extLst>
          </p:cNvPr>
          <p:cNvSpPr>
            <a:spLocks noGrp="1"/>
          </p:cNvSpPr>
          <p:nvPr/>
        </p:nvSpPr>
        <p:spPr>
          <a:xfrm>
            <a:off x="1014857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566AB4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1" name="text_15024">
            <a:extLst>
              <a:ext uri="{FF2B5EF4-FFF2-40B4-BE49-F238E27FC236}">
                <a16:creationId xmlns:a16="http://schemas.microsoft.com/office/drawing/2014/main" id="{AB25638E-EC29-48F3-BED1-0F2485736138}"/>
              </a:ext>
            </a:extLst>
          </p:cNvPr>
          <p:cNvSpPr>
            <a:spLocks noGrp="1"/>
          </p:cNvSpPr>
          <p:nvPr/>
        </p:nvSpPr>
        <p:spPr>
          <a:xfrm>
            <a:off x="1249454" y="2160866"/>
            <a:ext cx="101758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2802" name="A1_bar_Cryo_15025">
            <a:extLst>
              <a:ext uri="{FF2B5EF4-FFF2-40B4-BE49-F238E27FC236}">
                <a16:creationId xmlns:a16="http://schemas.microsoft.com/office/drawing/2014/main" id="{60D86937-CF5F-4D53-AE36-807260AAD265}"/>
              </a:ext>
            </a:extLst>
          </p:cNvPr>
          <p:cNvSpPr>
            <a:spLocks noGrp="1"/>
          </p:cNvSpPr>
          <p:nvPr/>
        </p:nvSpPr>
        <p:spPr>
          <a:xfrm>
            <a:off x="2468164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B876A3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3" name="text_15026">
            <a:extLst>
              <a:ext uri="{FF2B5EF4-FFF2-40B4-BE49-F238E27FC236}">
                <a16:creationId xmlns:a16="http://schemas.microsoft.com/office/drawing/2014/main" id="{4A7E0B1E-8451-44C6-BA5E-200C7DB157A3}"/>
              </a:ext>
            </a:extLst>
          </p:cNvPr>
          <p:cNvSpPr>
            <a:spLocks noGrp="1"/>
          </p:cNvSpPr>
          <p:nvPr/>
        </p:nvSpPr>
        <p:spPr>
          <a:xfrm>
            <a:off x="2702761" y="2160866"/>
            <a:ext cx="1257618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2804" name="A1_bar_Cryo_15027">
            <a:extLst>
              <a:ext uri="{FF2B5EF4-FFF2-40B4-BE49-F238E27FC236}">
                <a16:creationId xmlns:a16="http://schemas.microsoft.com/office/drawing/2014/main" id="{EE42B6E7-9657-461B-B080-489E7B1E597A}"/>
              </a:ext>
            </a:extLst>
          </p:cNvPr>
          <p:cNvSpPr>
            <a:spLocks noGrp="1"/>
          </p:cNvSpPr>
          <p:nvPr/>
        </p:nvSpPr>
        <p:spPr>
          <a:xfrm>
            <a:off x="4161450" y="2171978"/>
            <a:ext cx="135819" cy="86431"/>
          </a:xfrm>
          <a:custGeom>
            <a:avLst/>
            <a:gdLst/>
            <a:ahLst/>
            <a:cxnLst/>
            <a:rect l="0" t="0" r="0" b="0"/>
            <a:pathLst>
              <a:path w="135819" h="86431">
                <a:moveTo>
                  <a:pt x="0" y="86431"/>
                </a:moveTo>
                <a:lnTo>
                  <a:pt x="135819" y="86431"/>
                </a:lnTo>
                <a:lnTo>
                  <a:pt x="135819" y="0"/>
                </a:lnTo>
                <a:lnTo>
                  <a:pt x="0" y="0"/>
                </a:lnTo>
                <a:lnTo>
                  <a:pt x="0" y="86431"/>
                </a:lnTo>
                <a:close/>
              </a:path>
            </a:pathLst>
          </a:custGeom>
          <a:solidFill>
            <a:srgbClr val="68737D">
              <a:alpha val="70000"/>
            </a:srgbClr>
          </a:solidFill>
          <a:ln w="0">
            <a:noFill/>
            <a:prstDash val="solid"/>
          </a:ln>
        </p:spPr>
      </p:sp>
      <p:sp>
        <p:nvSpPr>
          <p:cNvPr id="2805" name="text_15028">
            <a:extLst>
              <a:ext uri="{FF2B5EF4-FFF2-40B4-BE49-F238E27FC236}">
                <a16:creationId xmlns:a16="http://schemas.microsoft.com/office/drawing/2014/main" id="{E65F6701-AF3B-4604-B47E-47E0C2D3AC86}"/>
              </a:ext>
            </a:extLst>
          </p:cNvPr>
          <p:cNvSpPr>
            <a:spLocks noGrp="1"/>
          </p:cNvSpPr>
          <p:nvPr/>
        </p:nvSpPr>
        <p:spPr>
          <a:xfrm>
            <a:off x="4396047" y="2160866"/>
            <a:ext cx="1319477" cy="15434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972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972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6627973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A2_polygon_Cryo_15029">
            <a:extLst>
              <a:ext uri="{FF2B5EF4-FFF2-40B4-BE49-F238E27FC236}">
                <a16:creationId xmlns:a16="http://schemas.microsoft.com/office/drawing/2014/main" id="{5E399D57-954C-4E92-8211-D1B93B7F0FE4}"/>
              </a:ext>
            </a:extLst>
          </p:cNvPr>
          <p:cNvSpPr>
            <a:spLocks noGrp="1"/>
          </p:cNvSpPr>
          <p:nvPr/>
        </p:nvSpPr>
        <p:spPr>
          <a:xfrm>
            <a:off x="383916" y="352425"/>
            <a:ext cx="8757168" cy="8096250"/>
          </a:xfrm>
          <a:custGeom>
            <a:avLst/>
            <a:gdLst/>
            <a:ahLst/>
            <a:cxnLst/>
            <a:rect l="0" t="0" r="0" b="0"/>
            <a:pathLst>
              <a:path w="8757168" h="8096250">
                <a:moveTo>
                  <a:pt x="0" y="8096250"/>
                </a:moveTo>
                <a:lnTo>
                  <a:pt x="8757168" y="8096250"/>
                </a:lnTo>
                <a:lnTo>
                  <a:pt x="8757168" y="0"/>
                </a:lnTo>
                <a:lnTo>
                  <a:pt x="0" y="0"/>
                </a:lnTo>
                <a:lnTo>
                  <a:pt x="0" y="809625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2" name="A2_polygon_Cryo_15030">
            <a:extLst>
              <a:ext uri="{FF2B5EF4-FFF2-40B4-BE49-F238E27FC236}">
                <a16:creationId xmlns:a16="http://schemas.microsoft.com/office/drawing/2014/main" id="{9FDB9D6A-D98E-4922-9A93-A4FC3B7B3E8A}"/>
              </a:ext>
            </a:extLst>
          </p:cNvPr>
          <p:cNvSpPr>
            <a:spLocks noGrp="1"/>
          </p:cNvSpPr>
          <p:nvPr/>
        </p:nvSpPr>
        <p:spPr>
          <a:xfrm>
            <a:off x="2333625" y="1728788"/>
            <a:ext cx="4857750" cy="4857750"/>
          </a:xfrm>
          <a:custGeom>
            <a:avLst/>
            <a:gdLst/>
            <a:ahLst/>
            <a:cxnLst/>
            <a:rect l="0" t="0" r="0" b="0"/>
            <a:pathLst>
              <a:path w="4857750" h="4857750">
                <a:moveTo>
                  <a:pt x="4857750" y="2428875"/>
                </a:moveTo>
                <a:lnTo>
                  <a:pt x="4854812" y="2309447"/>
                </a:lnTo>
                <a:lnTo>
                  <a:pt x="4846026" y="2190521"/>
                </a:lnTo>
                <a:lnTo>
                  <a:pt x="4831434" y="2072310"/>
                </a:lnTo>
                <a:lnTo>
                  <a:pt x="4811079" y="1955025"/>
                </a:lnTo>
                <a:lnTo>
                  <a:pt x="4785002" y="1838878"/>
                </a:lnTo>
                <a:lnTo>
                  <a:pt x="4753245" y="1724082"/>
                </a:lnTo>
                <a:lnTo>
                  <a:pt x="4715852" y="1610846"/>
                </a:lnTo>
                <a:lnTo>
                  <a:pt x="4672863" y="1499385"/>
                </a:lnTo>
                <a:lnTo>
                  <a:pt x="4624445" y="1390172"/>
                </a:lnTo>
                <a:lnTo>
                  <a:pt x="4570817" y="1283661"/>
                </a:lnTo>
                <a:lnTo>
                  <a:pt x="4512099" y="1180032"/>
                </a:lnTo>
                <a:lnTo>
                  <a:pt x="4448410" y="1079465"/>
                </a:lnTo>
                <a:lnTo>
                  <a:pt x="4379870" y="982139"/>
                </a:lnTo>
                <a:lnTo>
                  <a:pt x="4306600" y="888233"/>
                </a:lnTo>
                <a:lnTo>
                  <a:pt x="4228720" y="797927"/>
                </a:lnTo>
                <a:lnTo>
                  <a:pt x="4146349" y="711401"/>
                </a:lnTo>
                <a:lnTo>
                  <a:pt x="4059823" y="629030"/>
                </a:lnTo>
                <a:lnTo>
                  <a:pt x="3969517" y="551150"/>
                </a:lnTo>
                <a:lnTo>
                  <a:pt x="3875611" y="477880"/>
                </a:lnTo>
                <a:lnTo>
                  <a:pt x="3778285" y="409340"/>
                </a:lnTo>
                <a:lnTo>
                  <a:pt x="3677718" y="345651"/>
                </a:lnTo>
                <a:lnTo>
                  <a:pt x="3574089" y="286933"/>
                </a:lnTo>
                <a:lnTo>
                  <a:pt x="3467578" y="233305"/>
                </a:lnTo>
                <a:lnTo>
                  <a:pt x="3358365" y="184887"/>
                </a:lnTo>
                <a:lnTo>
                  <a:pt x="3246904" y="141898"/>
                </a:lnTo>
                <a:lnTo>
                  <a:pt x="3133668" y="104505"/>
                </a:lnTo>
                <a:lnTo>
                  <a:pt x="3018872" y="72748"/>
                </a:lnTo>
                <a:lnTo>
                  <a:pt x="2902725" y="46671"/>
                </a:lnTo>
                <a:lnTo>
                  <a:pt x="2785440" y="26316"/>
                </a:lnTo>
                <a:lnTo>
                  <a:pt x="2667229" y="11724"/>
                </a:lnTo>
                <a:lnTo>
                  <a:pt x="2548303" y="2938"/>
                </a:lnTo>
                <a:lnTo>
                  <a:pt x="2428875" y="0"/>
                </a:lnTo>
                <a:lnTo>
                  <a:pt x="2309447" y="2938"/>
                </a:lnTo>
                <a:lnTo>
                  <a:pt x="2190521" y="11724"/>
                </a:lnTo>
                <a:lnTo>
                  <a:pt x="2072310" y="26316"/>
                </a:lnTo>
                <a:lnTo>
                  <a:pt x="1955025" y="46671"/>
                </a:lnTo>
                <a:lnTo>
                  <a:pt x="1838878" y="72748"/>
                </a:lnTo>
                <a:lnTo>
                  <a:pt x="1724082" y="104505"/>
                </a:lnTo>
                <a:lnTo>
                  <a:pt x="1610846" y="141898"/>
                </a:lnTo>
                <a:lnTo>
                  <a:pt x="1499385" y="184887"/>
                </a:lnTo>
                <a:lnTo>
                  <a:pt x="1390172" y="233305"/>
                </a:lnTo>
                <a:lnTo>
                  <a:pt x="1283661" y="286933"/>
                </a:lnTo>
                <a:lnTo>
                  <a:pt x="1180032" y="345651"/>
                </a:lnTo>
                <a:lnTo>
                  <a:pt x="1079465" y="409340"/>
                </a:lnTo>
                <a:lnTo>
                  <a:pt x="982139" y="477880"/>
                </a:lnTo>
                <a:lnTo>
                  <a:pt x="888233" y="551150"/>
                </a:lnTo>
                <a:lnTo>
                  <a:pt x="797927" y="629030"/>
                </a:lnTo>
                <a:lnTo>
                  <a:pt x="711401" y="711401"/>
                </a:lnTo>
                <a:lnTo>
                  <a:pt x="629030" y="797927"/>
                </a:lnTo>
                <a:lnTo>
                  <a:pt x="551150" y="888233"/>
                </a:lnTo>
                <a:lnTo>
                  <a:pt x="477880" y="982139"/>
                </a:lnTo>
                <a:lnTo>
                  <a:pt x="409340" y="1079465"/>
                </a:lnTo>
                <a:lnTo>
                  <a:pt x="345651" y="1180032"/>
                </a:lnTo>
                <a:lnTo>
                  <a:pt x="286933" y="1283661"/>
                </a:lnTo>
                <a:lnTo>
                  <a:pt x="233305" y="1390172"/>
                </a:lnTo>
                <a:lnTo>
                  <a:pt x="184887" y="1499385"/>
                </a:lnTo>
                <a:lnTo>
                  <a:pt x="141898" y="1610846"/>
                </a:lnTo>
                <a:lnTo>
                  <a:pt x="104505" y="1724082"/>
                </a:lnTo>
                <a:lnTo>
                  <a:pt x="72748" y="1838878"/>
                </a:lnTo>
                <a:lnTo>
                  <a:pt x="46671" y="1955025"/>
                </a:lnTo>
                <a:lnTo>
                  <a:pt x="26316" y="2072310"/>
                </a:lnTo>
                <a:lnTo>
                  <a:pt x="11724" y="2190521"/>
                </a:lnTo>
                <a:lnTo>
                  <a:pt x="2938" y="2309447"/>
                </a:lnTo>
                <a:lnTo>
                  <a:pt x="0" y="2428875"/>
                </a:lnTo>
                <a:lnTo>
                  <a:pt x="2938" y="2548303"/>
                </a:lnTo>
                <a:lnTo>
                  <a:pt x="11724" y="2667229"/>
                </a:lnTo>
                <a:lnTo>
                  <a:pt x="26316" y="2785440"/>
                </a:lnTo>
                <a:lnTo>
                  <a:pt x="46671" y="2902725"/>
                </a:lnTo>
                <a:lnTo>
                  <a:pt x="72748" y="3018872"/>
                </a:lnTo>
                <a:lnTo>
                  <a:pt x="104505" y="3133668"/>
                </a:lnTo>
                <a:lnTo>
                  <a:pt x="141898" y="3246904"/>
                </a:lnTo>
                <a:lnTo>
                  <a:pt x="184887" y="3358365"/>
                </a:lnTo>
                <a:lnTo>
                  <a:pt x="233305" y="3467578"/>
                </a:lnTo>
                <a:lnTo>
                  <a:pt x="286933" y="3574089"/>
                </a:lnTo>
                <a:lnTo>
                  <a:pt x="345651" y="3677718"/>
                </a:lnTo>
                <a:lnTo>
                  <a:pt x="409340" y="3778285"/>
                </a:lnTo>
                <a:lnTo>
                  <a:pt x="477880" y="3875611"/>
                </a:lnTo>
                <a:lnTo>
                  <a:pt x="551150" y="3969517"/>
                </a:lnTo>
                <a:lnTo>
                  <a:pt x="629030" y="4059823"/>
                </a:lnTo>
                <a:lnTo>
                  <a:pt x="711401" y="4146349"/>
                </a:lnTo>
                <a:lnTo>
                  <a:pt x="797927" y="4228720"/>
                </a:lnTo>
                <a:lnTo>
                  <a:pt x="888233" y="4306600"/>
                </a:lnTo>
                <a:lnTo>
                  <a:pt x="982139" y="4379870"/>
                </a:lnTo>
                <a:lnTo>
                  <a:pt x="1079465" y="4448410"/>
                </a:lnTo>
                <a:lnTo>
                  <a:pt x="1180032" y="4512099"/>
                </a:lnTo>
                <a:lnTo>
                  <a:pt x="1283661" y="4570817"/>
                </a:lnTo>
                <a:lnTo>
                  <a:pt x="1390172" y="4624445"/>
                </a:lnTo>
                <a:lnTo>
                  <a:pt x="1499385" y="4672863"/>
                </a:lnTo>
                <a:lnTo>
                  <a:pt x="1610846" y="4715852"/>
                </a:lnTo>
                <a:lnTo>
                  <a:pt x="1724082" y="4753245"/>
                </a:lnTo>
                <a:lnTo>
                  <a:pt x="1838878" y="4785002"/>
                </a:lnTo>
                <a:lnTo>
                  <a:pt x="1955025" y="4811079"/>
                </a:lnTo>
                <a:lnTo>
                  <a:pt x="2072310" y="4831434"/>
                </a:lnTo>
                <a:lnTo>
                  <a:pt x="2190521" y="4846026"/>
                </a:lnTo>
                <a:lnTo>
                  <a:pt x="2309447" y="4854812"/>
                </a:lnTo>
                <a:lnTo>
                  <a:pt x="2428875" y="4857750"/>
                </a:lnTo>
                <a:lnTo>
                  <a:pt x="2548303" y="4854812"/>
                </a:lnTo>
                <a:lnTo>
                  <a:pt x="2667229" y="4846026"/>
                </a:lnTo>
                <a:lnTo>
                  <a:pt x="2785440" y="4831434"/>
                </a:lnTo>
                <a:lnTo>
                  <a:pt x="2902725" y="4811079"/>
                </a:lnTo>
                <a:lnTo>
                  <a:pt x="3018872" y="4785002"/>
                </a:lnTo>
                <a:lnTo>
                  <a:pt x="3133668" y="4753245"/>
                </a:lnTo>
                <a:lnTo>
                  <a:pt x="3246904" y="4715852"/>
                </a:lnTo>
                <a:lnTo>
                  <a:pt x="3358365" y="4672863"/>
                </a:lnTo>
                <a:lnTo>
                  <a:pt x="3467578" y="4624445"/>
                </a:lnTo>
                <a:lnTo>
                  <a:pt x="3574089" y="4570817"/>
                </a:lnTo>
                <a:lnTo>
                  <a:pt x="3677718" y="4512099"/>
                </a:lnTo>
                <a:lnTo>
                  <a:pt x="3778285" y="4448410"/>
                </a:lnTo>
                <a:lnTo>
                  <a:pt x="3875611" y="4379870"/>
                </a:lnTo>
                <a:lnTo>
                  <a:pt x="3969517" y="4306600"/>
                </a:lnTo>
                <a:lnTo>
                  <a:pt x="4059823" y="4228720"/>
                </a:lnTo>
                <a:lnTo>
                  <a:pt x="4146349" y="4146349"/>
                </a:lnTo>
                <a:lnTo>
                  <a:pt x="4228720" y="4059823"/>
                </a:lnTo>
                <a:lnTo>
                  <a:pt x="4306600" y="3969517"/>
                </a:lnTo>
                <a:lnTo>
                  <a:pt x="4379870" y="3875611"/>
                </a:lnTo>
                <a:lnTo>
                  <a:pt x="4448410" y="3778285"/>
                </a:lnTo>
                <a:lnTo>
                  <a:pt x="4512099" y="3677718"/>
                </a:lnTo>
                <a:lnTo>
                  <a:pt x="4570817" y="3574089"/>
                </a:lnTo>
                <a:lnTo>
                  <a:pt x="4624445" y="3467578"/>
                </a:lnTo>
                <a:lnTo>
                  <a:pt x="4672863" y="3358365"/>
                </a:lnTo>
                <a:lnTo>
                  <a:pt x="4715852" y="3246904"/>
                </a:lnTo>
                <a:lnTo>
                  <a:pt x="4753245" y="3133668"/>
                </a:lnTo>
                <a:lnTo>
                  <a:pt x="4785002" y="3018872"/>
                </a:lnTo>
                <a:lnTo>
                  <a:pt x="4811079" y="2902725"/>
                </a:lnTo>
                <a:lnTo>
                  <a:pt x="4831434" y="2785440"/>
                </a:lnTo>
                <a:lnTo>
                  <a:pt x="4846026" y="2667229"/>
                </a:lnTo>
                <a:lnTo>
                  <a:pt x="4854812" y="2548303"/>
                </a:lnTo>
                <a:lnTo>
                  <a:pt x="4857750" y="2428875"/>
                </a:lnTo>
                <a:close/>
                <a:moveTo>
                  <a:pt x="2428875" y="2428875"/>
                </a:move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lnTo>
                  <a:pt x="2428875" y="2428875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</a:ln>
        </p:spPr>
      </p:sp>
      <p:sp>
        <p:nvSpPr>
          <p:cNvPr id="3" name="A2_polygon_Cryo_15031">
            <a:extLst>
              <a:ext uri="{FF2B5EF4-FFF2-40B4-BE49-F238E27FC236}">
                <a16:creationId xmlns:a16="http://schemas.microsoft.com/office/drawing/2014/main" id="{2F1E7445-C9CD-4609-A8BA-26413E353B37}"/>
              </a:ext>
            </a:extLst>
          </p:cNvPr>
          <p:cNvSpPr>
            <a:spLocks noGrp="1"/>
          </p:cNvSpPr>
          <p:nvPr/>
        </p:nvSpPr>
        <p:spPr>
          <a:xfrm>
            <a:off x="4300501" y="3671888"/>
            <a:ext cx="923999" cy="878775"/>
          </a:xfrm>
          <a:custGeom>
            <a:avLst/>
            <a:gdLst/>
            <a:ahLst/>
            <a:cxnLst/>
            <a:rect l="0" t="0" r="0" b="0"/>
            <a:pathLst>
              <a:path w="923999" h="878775">
                <a:moveTo>
                  <a:pt x="461999" y="0"/>
                </a:moveTo>
                <a:lnTo>
                  <a:pt x="923999" y="335662"/>
                </a:lnTo>
                <a:lnTo>
                  <a:pt x="747531" y="878775"/>
                </a:lnTo>
                <a:lnTo>
                  <a:pt x="176468" y="878775"/>
                </a:lnTo>
                <a:lnTo>
                  <a:pt x="0" y="335662"/>
                </a:lnTo>
                <a:lnTo>
                  <a:pt x="461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4" name="A2_polygon_Cryo_15032">
            <a:extLst>
              <a:ext uri="{FF2B5EF4-FFF2-40B4-BE49-F238E27FC236}">
                <a16:creationId xmlns:a16="http://schemas.microsoft.com/office/drawing/2014/main" id="{99048578-3AE7-4269-A5C0-5D37C0F6243A}"/>
              </a:ext>
            </a:extLst>
          </p:cNvPr>
          <p:cNvSpPr>
            <a:spLocks noGrp="1"/>
          </p:cNvSpPr>
          <p:nvPr/>
        </p:nvSpPr>
        <p:spPr>
          <a:xfrm>
            <a:off x="3838501" y="3186113"/>
            <a:ext cx="1847998" cy="1757550"/>
          </a:xfrm>
          <a:custGeom>
            <a:avLst/>
            <a:gdLst/>
            <a:ahLst/>
            <a:cxnLst/>
            <a:rect l="0" t="0" r="0" b="0"/>
            <a:pathLst>
              <a:path w="1847998" h="1757550">
                <a:moveTo>
                  <a:pt x="923999" y="0"/>
                </a:moveTo>
                <a:lnTo>
                  <a:pt x="1847998" y="671325"/>
                </a:lnTo>
                <a:lnTo>
                  <a:pt x="1495062" y="1757550"/>
                </a:lnTo>
                <a:lnTo>
                  <a:pt x="352936" y="1757550"/>
                </a:lnTo>
                <a:lnTo>
                  <a:pt x="0" y="671325"/>
                </a:lnTo>
                <a:lnTo>
                  <a:pt x="923999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5" name="A2_polygon_Cryo_15033">
            <a:extLst>
              <a:ext uri="{FF2B5EF4-FFF2-40B4-BE49-F238E27FC236}">
                <a16:creationId xmlns:a16="http://schemas.microsoft.com/office/drawing/2014/main" id="{F88B2C20-1353-4DCE-837B-F02AF9C1F148}"/>
              </a:ext>
            </a:extLst>
          </p:cNvPr>
          <p:cNvSpPr>
            <a:spLocks noGrp="1"/>
          </p:cNvSpPr>
          <p:nvPr/>
        </p:nvSpPr>
        <p:spPr>
          <a:xfrm>
            <a:off x="3376502" y="2700338"/>
            <a:ext cx="2771997" cy="2636326"/>
          </a:xfrm>
          <a:custGeom>
            <a:avLst/>
            <a:gdLst/>
            <a:ahLst/>
            <a:cxnLst/>
            <a:rect l="0" t="0" r="0" b="0"/>
            <a:pathLst>
              <a:path w="2771997" h="2636326">
                <a:moveTo>
                  <a:pt x="1385998" y="0"/>
                </a:moveTo>
                <a:lnTo>
                  <a:pt x="2771997" y="1006987"/>
                </a:lnTo>
                <a:lnTo>
                  <a:pt x="2242593" y="2636326"/>
                </a:lnTo>
                <a:lnTo>
                  <a:pt x="529404" y="2636326"/>
                </a:lnTo>
                <a:lnTo>
                  <a:pt x="0" y="1006987"/>
                </a:lnTo>
                <a:lnTo>
                  <a:pt x="1385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6" name="A2_polygon_Cryo_15034">
            <a:extLst>
              <a:ext uri="{FF2B5EF4-FFF2-40B4-BE49-F238E27FC236}">
                <a16:creationId xmlns:a16="http://schemas.microsoft.com/office/drawing/2014/main" id="{9FD3C3F4-5CE2-4BDC-B9C3-C316826E5F60}"/>
              </a:ext>
            </a:extLst>
          </p:cNvPr>
          <p:cNvSpPr>
            <a:spLocks noGrp="1"/>
          </p:cNvSpPr>
          <p:nvPr/>
        </p:nvSpPr>
        <p:spPr>
          <a:xfrm>
            <a:off x="2914502" y="2214563"/>
            <a:ext cx="3695996" cy="3515101"/>
          </a:xfrm>
          <a:custGeom>
            <a:avLst/>
            <a:gdLst/>
            <a:ahLst/>
            <a:cxnLst/>
            <a:rect l="0" t="0" r="0" b="0"/>
            <a:pathLst>
              <a:path w="3695996" h="3515101">
                <a:moveTo>
                  <a:pt x="1847998" y="0"/>
                </a:moveTo>
                <a:lnTo>
                  <a:pt x="3695996" y="1342649"/>
                </a:lnTo>
                <a:lnTo>
                  <a:pt x="2990123" y="3515101"/>
                </a:lnTo>
                <a:lnTo>
                  <a:pt x="705872" y="3515101"/>
                </a:lnTo>
                <a:lnTo>
                  <a:pt x="0" y="1342649"/>
                </a:lnTo>
                <a:lnTo>
                  <a:pt x="1847998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7" name="A2_polygon_Cryo_15035">
            <a:extLst>
              <a:ext uri="{FF2B5EF4-FFF2-40B4-BE49-F238E27FC236}">
                <a16:creationId xmlns:a16="http://schemas.microsoft.com/office/drawing/2014/main" id="{ED43D711-5FDC-4439-A61A-37EDC33C27E3}"/>
              </a:ext>
            </a:extLst>
          </p:cNvPr>
          <p:cNvSpPr>
            <a:spLocks noGrp="1"/>
          </p:cNvSpPr>
          <p:nvPr/>
        </p:nvSpPr>
        <p:spPr>
          <a:xfrm>
            <a:off x="2452503" y="1728788"/>
            <a:ext cx="4619995" cy="4393876"/>
          </a:xfrm>
          <a:custGeom>
            <a:avLst/>
            <a:gdLst/>
            <a:ahLst/>
            <a:cxnLst/>
            <a:rect l="0" t="0" r="0" b="0"/>
            <a:pathLst>
              <a:path w="4619995" h="4393876">
                <a:moveTo>
                  <a:pt x="2309997" y="0"/>
                </a:moveTo>
                <a:lnTo>
                  <a:pt x="4619995" y="1678311"/>
                </a:lnTo>
                <a:lnTo>
                  <a:pt x="3737654" y="4393876"/>
                </a:lnTo>
                <a:lnTo>
                  <a:pt x="882341" y="4393876"/>
                </a:lnTo>
                <a:lnTo>
                  <a:pt x="0" y="1678311"/>
                </a:lnTo>
                <a:lnTo>
                  <a:pt x="2309997" y="0"/>
                </a:lnTo>
                <a:close/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8" name="A2_polygon_Cryo_15036">
            <a:extLst>
              <a:ext uri="{FF2B5EF4-FFF2-40B4-BE49-F238E27FC236}">
                <a16:creationId xmlns:a16="http://schemas.microsoft.com/office/drawing/2014/main" id="{053C90F6-A616-4201-9B7C-2FE3E022F574}"/>
              </a:ext>
            </a:extLst>
          </p:cNvPr>
          <p:cNvSpPr>
            <a:spLocks noGrp="1"/>
          </p:cNvSpPr>
          <p:nvPr/>
        </p:nvSpPr>
        <p:spPr>
          <a:xfrm>
            <a:off x="3481647" y="2974876"/>
            <a:ext cx="2530292" cy="1921659"/>
          </a:xfrm>
          <a:custGeom>
            <a:avLst/>
            <a:gdLst/>
            <a:ahLst/>
            <a:cxnLst/>
            <a:rect l="0" t="0" r="0" b="0"/>
            <a:pathLst>
              <a:path w="2530292" h="1921659">
                <a:moveTo>
                  <a:pt x="1280853" y="0"/>
                </a:moveTo>
                <a:lnTo>
                  <a:pt x="2530292" y="776819"/>
                </a:lnTo>
                <a:lnTo>
                  <a:pt x="1817675" y="1921659"/>
                </a:lnTo>
                <a:lnTo>
                  <a:pt x="744031" y="1921659"/>
                </a:lnTo>
                <a:lnTo>
                  <a:pt x="0" y="766612"/>
                </a:lnTo>
                <a:lnTo>
                  <a:pt x="1280853" y="0"/>
                </a:lnTo>
                <a:close/>
              </a:path>
            </a:pathLst>
          </a:custGeom>
          <a:solidFill>
            <a:srgbClr val="566AB4">
              <a:alpha val="6000"/>
            </a:srgbClr>
          </a:solidFill>
          <a:ln w="22949">
            <a:solidFill>
              <a:srgbClr val="566AB4">
                <a:alpha val="6000"/>
              </a:srgbClr>
            </a:solidFill>
            <a:prstDash val="solid"/>
          </a:ln>
        </p:spPr>
      </p:sp>
      <p:sp>
        <p:nvSpPr>
          <p:cNvPr id="9" name="A2_polygon_Cryo_15037">
            <a:extLst>
              <a:ext uri="{FF2B5EF4-FFF2-40B4-BE49-F238E27FC236}">
                <a16:creationId xmlns:a16="http://schemas.microsoft.com/office/drawing/2014/main" id="{B8968043-C753-4E12-B011-616EAFD3408B}"/>
              </a:ext>
            </a:extLst>
          </p:cNvPr>
          <p:cNvSpPr>
            <a:spLocks noGrp="1"/>
          </p:cNvSpPr>
          <p:nvPr/>
        </p:nvSpPr>
        <p:spPr>
          <a:xfrm>
            <a:off x="3491278" y="2974876"/>
            <a:ext cx="2510327" cy="1951982"/>
          </a:xfrm>
          <a:custGeom>
            <a:avLst/>
            <a:gdLst/>
            <a:ahLst/>
            <a:cxnLst/>
            <a:rect l="0" t="0" r="0" b="0"/>
            <a:pathLst>
              <a:path w="2510327" h="1951982">
                <a:moveTo>
                  <a:pt x="1271222" y="0"/>
                </a:moveTo>
                <a:lnTo>
                  <a:pt x="2510327" y="780177"/>
                </a:lnTo>
                <a:lnTo>
                  <a:pt x="1830075" y="1951982"/>
                </a:lnTo>
                <a:lnTo>
                  <a:pt x="712369" y="1951982"/>
                </a:lnTo>
                <a:lnTo>
                  <a:pt x="0" y="769742"/>
                </a:lnTo>
                <a:lnTo>
                  <a:pt x="1271222" y="0"/>
                </a:lnTo>
                <a:close/>
              </a:path>
            </a:pathLst>
          </a:custGeom>
          <a:solidFill>
            <a:srgbClr val="B876A3">
              <a:alpha val="6000"/>
            </a:srgbClr>
          </a:solidFill>
          <a:ln w="22949">
            <a:solidFill>
              <a:srgbClr val="B876A3">
                <a:alpha val="6000"/>
              </a:srgbClr>
            </a:solidFill>
            <a:prstDash val="solid"/>
          </a:ln>
        </p:spPr>
      </p:sp>
      <p:sp>
        <p:nvSpPr>
          <p:cNvPr id="10" name="A2_polygon_Cryo_15038">
            <a:extLst>
              <a:ext uri="{FF2B5EF4-FFF2-40B4-BE49-F238E27FC236}">
                <a16:creationId xmlns:a16="http://schemas.microsoft.com/office/drawing/2014/main" id="{11A9E67F-75E2-4850-8F5F-5D18112CA45E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solidFill>
            <a:srgbClr val="68737D">
              <a:alpha val="6000"/>
            </a:srgbClr>
          </a:solidFill>
          <a:ln w="22949">
            <a:solidFill>
              <a:srgbClr val="68737D">
                <a:alpha val="6000"/>
              </a:srgbClr>
            </a:solidFill>
            <a:prstDash val="solid"/>
          </a:ln>
        </p:spPr>
      </p:sp>
      <p:sp>
        <p:nvSpPr>
          <p:cNvPr id="11" name="A2_polygon_Cryo_15039">
            <a:extLst>
              <a:ext uri="{FF2B5EF4-FFF2-40B4-BE49-F238E27FC236}">
                <a16:creationId xmlns:a16="http://schemas.microsoft.com/office/drawing/2014/main" id="{B293A3D7-0047-4E1B-AE14-D52E65C42CED}"/>
              </a:ext>
            </a:extLst>
          </p:cNvPr>
          <p:cNvSpPr>
            <a:spLocks noGrp="1"/>
          </p:cNvSpPr>
          <p:nvPr/>
        </p:nvSpPr>
        <p:spPr>
          <a:xfrm>
            <a:off x="4762500" y="1728788"/>
            <a:ext cx="191" cy="2428875"/>
          </a:xfrm>
          <a:custGeom>
            <a:avLst/>
            <a:gdLst/>
            <a:ahLst/>
            <a:cxnLst/>
            <a:rect l="0" t="0" r="0" b="0"/>
            <a:pathLst>
              <a:path w="191" h="2428875">
                <a:moveTo>
                  <a:pt x="0" y="2428875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2" name="text_15040">
            <a:extLst>
              <a:ext uri="{FF2B5EF4-FFF2-40B4-BE49-F238E27FC236}">
                <a16:creationId xmlns:a16="http://schemas.microsoft.com/office/drawing/2014/main" id="{688E687A-EE49-4A3B-82AA-A47DECEE88BD}"/>
              </a:ext>
            </a:extLst>
          </p:cNvPr>
          <p:cNvSpPr>
            <a:spLocks noGrp="1"/>
          </p:cNvSpPr>
          <p:nvPr/>
        </p:nvSpPr>
        <p:spPr>
          <a:xfrm>
            <a:off x="4427704" y="1065063"/>
            <a:ext cx="68102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Semantic</a:t>
            </a:r>
          </a:p>
        </p:txBody>
      </p:sp>
      <p:sp>
        <p:nvSpPr>
          <p:cNvPr id="13" name="text_15041">
            <a:extLst>
              <a:ext uri="{FF2B5EF4-FFF2-40B4-BE49-F238E27FC236}">
                <a16:creationId xmlns:a16="http://schemas.microsoft.com/office/drawing/2014/main" id="{D4AB1523-1246-489C-8C85-E179440E8884}"/>
              </a:ext>
            </a:extLst>
          </p:cNvPr>
          <p:cNvSpPr>
            <a:spLocks noGrp="1"/>
          </p:cNvSpPr>
          <p:nvPr/>
        </p:nvSpPr>
        <p:spPr>
          <a:xfrm>
            <a:off x="4481330" y="1234969"/>
            <a:ext cx="573714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</a:t>
            </a:r>
          </a:p>
        </p:txBody>
      </p:sp>
      <p:sp>
        <p:nvSpPr>
          <p:cNvPr id="14" name="A2_polygon_Cryo_15042">
            <a:extLst>
              <a:ext uri="{FF2B5EF4-FFF2-40B4-BE49-F238E27FC236}">
                <a16:creationId xmlns:a16="http://schemas.microsoft.com/office/drawing/2014/main" id="{68C05EC4-FF4C-47ED-8189-C1178F414821}"/>
              </a:ext>
            </a:extLst>
          </p:cNvPr>
          <p:cNvSpPr>
            <a:spLocks noGrp="1"/>
          </p:cNvSpPr>
          <p:nvPr/>
        </p:nvSpPr>
        <p:spPr>
          <a:xfrm>
            <a:off x="4762500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0" y="750564"/>
                </a:moveTo>
                <a:lnTo>
                  <a:pt x="2309997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5" name="text_15043">
            <a:extLst>
              <a:ext uri="{FF2B5EF4-FFF2-40B4-BE49-F238E27FC236}">
                <a16:creationId xmlns:a16="http://schemas.microsoft.com/office/drawing/2014/main" id="{6C2DACFB-85DF-4A8F-97CE-3C79ABD5AF94}"/>
              </a:ext>
            </a:extLst>
          </p:cNvPr>
          <p:cNvSpPr>
            <a:spLocks noGrp="1"/>
          </p:cNvSpPr>
          <p:nvPr/>
        </p:nvSpPr>
        <p:spPr>
          <a:xfrm>
            <a:off x="7135475" y="3084301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6" name="text_15044">
            <a:extLst>
              <a:ext uri="{FF2B5EF4-FFF2-40B4-BE49-F238E27FC236}">
                <a16:creationId xmlns:a16="http://schemas.microsoft.com/office/drawing/2014/main" id="{17EB2DC2-E4FC-4A1D-AF14-BE7D13E7D376}"/>
              </a:ext>
            </a:extLst>
          </p:cNvPr>
          <p:cNvSpPr>
            <a:spLocks noGrp="1"/>
          </p:cNvSpPr>
          <p:nvPr/>
        </p:nvSpPr>
        <p:spPr>
          <a:xfrm>
            <a:off x="6981034" y="325420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17" name="A2_polygon_Cryo_15045">
            <a:extLst>
              <a:ext uri="{FF2B5EF4-FFF2-40B4-BE49-F238E27FC236}">
                <a16:creationId xmlns:a16="http://schemas.microsoft.com/office/drawing/2014/main" id="{73788EAD-DD01-4B43-A405-C96B95605A45}"/>
              </a:ext>
            </a:extLst>
          </p:cNvPr>
          <p:cNvSpPr>
            <a:spLocks noGrp="1"/>
          </p:cNvSpPr>
          <p:nvPr/>
        </p:nvSpPr>
        <p:spPr>
          <a:xfrm>
            <a:off x="4762500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0" y="0"/>
                </a:moveTo>
                <a:lnTo>
                  <a:pt x="1427657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18" name="text_15046">
            <a:extLst>
              <a:ext uri="{FF2B5EF4-FFF2-40B4-BE49-F238E27FC236}">
                <a16:creationId xmlns:a16="http://schemas.microsoft.com/office/drawing/2014/main" id="{F2C33EBD-B17C-4748-BA67-ABA8692BCF7D}"/>
              </a:ext>
            </a:extLst>
          </p:cNvPr>
          <p:cNvSpPr>
            <a:spLocks noGrp="1"/>
          </p:cNvSpPr>
          <p:nvPr/>
        </p:nvSpPr>
        <p:spPr>
          <a:xfrm>
            <a:off x="6073898" y="6351497"/>
            <a:ext cx="82399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One-to-one</a:t>
            </a:r>
          </a:p>
        </p:txBody>
      </p:sp>
      <p:sp>
        <p:nvSpPr>
          <p:cNvPr id="19" name="text_15047">
            <a:extLst>
              <a:ext uri="{FF2B5EF4-FFF2-40B4-BE49-F238E27FC236}">
                <a16:creationId xmlns:a16="http://schemas.microsoft.com/office/drawing/2014/main" id="{673E3313-ECE1-4778-8051-6A2CA22CF460}"/>
              </a:ext>
            </a:extLst>
          </p:cNvPr>
          <p:cNvSpPr>
            <a:spLocks noGrp="1"/>
          </p:cNvSpPr>
          <p:nvPr/>
        </p:nvSpPr>
        <p:spPr>
          <a:xfrm>
            <a:off x="5919458" y="652140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0" name="A2_polygon_Cryo_15048">
            <a:extLst>
              <a:ext uri="{FF2B5EF4-FFF2-40B4-BE49-F238E27FC236}">
                <a16:creationId xmlns:a16="http://schemas.microsoft.com/office/drawing/2014/main" id="{2B95D6FE-5301-4463-BB5D-91A4FA019543}"/>
              </a:ext>
            </a:extLst>
          </p:cNvPr>
          <p:cNvSpPr>
            <a:spLocks noGrp="1"/>
          </p:cNvSpPr>
          <p:nvPr/>
        </p:nvSpPr>
        <p:spPr>
          <a:xfrm>
            <a:off x="3334843" y="4157663"/>
            <a:ext cx="1427657" cy="1965001"/>
          </a:xfrm>
          <a:custGeom>
            <a:avLst/>
            <a:gdLst/>
            <a:ahLst/>
            <a:cxnLst/>
            <a:rect l="0" t="0" r="0" b="0"/>
            <a:pathLst>
              <a:path w="1427657" h="1965001">
                <a:moveTo>
                  <a:pt x="1427657" y="0"/>
                </a:moveTo>
                <a:lnTo>
                  <a:pt x="0" y="1965001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1" name="text_15049">
            <a:extLst>
              <a:ext uri="{FF2B5EF4-FFF2-40B4-BE49-F238E27FC236}">
                <a16:creationId xmlns:a16="http://schemas.microsoft.com/office/drawing/2014/main" id="{A5F19303-4317-4BB9-9E48-DB98ECF69D39}"/>
              </a:ext>
            </a:extLst>
          </p:cNvPr>
          <p:cNvSpPr>
            <a:spLocks noGrp="1"/>
          </p:cNvSpPr>
          <p:nvPr/>
        </p:nvSpPr>
        <p:spPr>
          <a:xfrm>
            <a:off x="2696596" y="6351534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2" name="text_15050">
            <a:extLst>
              <a:ext uri="{FF2B5EF4-FFF2-40B4-BE49-F238E27FC236}">
                <a16:creationId xmlns:a16="http://schemas.microsoft.com/office/drawing/2014/main" id="{C34435ED-D18F-420D-8217-541156B24407}"/>
              </a:ext>
            </a:extLst>
          </p:cNvPr>
          <p:cNvSpPr>
            <a:spLocks noGrp="1"/>
          </p:cNvSpPr>
          <p:nvPr/>
        </p:nvSpPr>
        <p:spPr>
          <a:xfrm>
            <a:off x="2484125" y="6523324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0.6</a:t>
            </a:r>
          </a:p>
        </p:txBody>
      </p:sp>
      <p:sp>
        <p:nvSpPr>
          <p:cNvPr id="23" name="A2_polygon_Cryo_15051">
            <a:extLst>
              <a:ext uri="{FF2B5EF4-FFF2-40B4-BE49-F238E27FC236}">
                <a16:creationId xmlns:a16="http://schemas.microsoft.com/office/drawing/2014/main" id="{ACE30EB2-090F-4121-A6F6-CB28FDA38100}"/>
              </a:ext>
            </a:extLst>
          </p:cNvPr>
          <p:cNvSpPr>
            <a:spLocks noGrp="1"/>
          </p:cNvSpPr>
          <p:nvPr/>
        </p:nvSpPr>
        <p:spPr>
          <a:xfrm>
            <a:off x="2452503" y="3407099"/>
            <a:ext cx="2309997" cy="750564"/>
          </a:xfrm>
          <a:custGeom>
            <a:avLst/>
            <a:gdLst/>
            <a:ahLst/>
            <a:cxnLst/>
            <a:rect l="0" t="0" r="0" b="0"/>
            <a:pathLst>
              <a:path w="2309997" h="750564">
                <a:moveTo>
                  <a:pt x="2309997" y="750564"/>
                </a:moveTo>
                <a:lnTo>
                  <a:pt x="0" y="0"/>
                </a:lnTo>
              </a:path>
            </a:pathLst>
          </a:custGeom>
          <a:noFill/>
          <a:ln w="13769">
            <a:solidFill>
              <a:srgbClr val="DCE1E4"/>
            </a:solidFill>
            <a:prstDash val="solid"/>
          </a:ln>
        </p:spPr>
      </p:sp>
      <p:sp>
        <p:nvSpPr>
          <p:cNvPr id="24" name="text_15052">
            <a:extLst>
              <a:ext uri="{FF2B5EF4-FFF2-40B4-BE49-F238E27FC236}">
                <a16:creationId xmlns:a16="http://schemas.microsoft.com/office/drawing/2014/main" id="{FD78690B-B32E-46CC-B960-BBA25CAEB334}"/>
              </a:ext>
            </a:extLst>
          </p:cNvPr>
          <p:cNvSpPr>
            <a:spLocks noGrp="1"/>
          </p:cNvSpPr>
          <p:nvPr/>
        </p:nvSpPr>
        <p:spPr>
          <a:xfrm>
            <a:off x="1635020" y="3084338"/>
            <a:ext cx="707848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Coverage</a:t>
            </a:r>
          </a:p>
        </p:txBody>
      </p:sp>
      <p:sp>
        <p:nvSpPr>
          <p:cNvPr id="25" name="text_15053">
            <a:extLst>
              <a:ext uri="{FF2B5EF4-FFF2-40B4-BE49-F238E27FC236}">
                <a16:creationId xmlns:a16="http://schemas.microsoft.com/office/drawing/2014/main" id="{A68EE7FF-4056-4E7D-B623-720488117311}"/>
              </a:ext>
            </a:extLst>
          </p:cNvPr>
          <p:cNvSpPr>
            <a:spLocks noGrp="1"/>
          </p:cNvSpPr>
          <p:nvPr/>
        </p:nvSpPr>
        <p:spPr>
          <a:xfrm>
            <a:off x="1422549" y="3256128"/>
            <a:ext cx="1132901" cy="20080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65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65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PRAUC, τ = 0.3</a:t>
            </a:r>
          </a:p>
        </p:txBody>
      </p:sp>
      <p:sp>
        <p:nvSpPr>
          <p:cNvPr id="26" name="text_15054">
            <a:extLst>
              <a:ext uri="{FF2B5EF4-FFF2-40B4-BE49-F238E27FC236}">
                <a16:creationId xmlns:a16="http://schemas.microsoft.com/office/drawing/2014/main" id="{28FDF810-58B1-46F9-9BE5-F23FA82A9E07}"/>
              </a:ext>
            </a:extLst>
          </p:cNvPr>
          <p:cNvSpPr>
            <a:spLocks noGrp="1"/>
          </p:cNvSpPr>
          <p:nvPr/>
        </p:nvSpPr>
        <p:spPr>
          <a:xfrm>
            <a:off x="4830107" y="354501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0.2</a:t>
            </a:r>
          </a:p>
        </p:txBody>
      </p:sp>
      <p:sp>
        <p:nvSpPr>
          <p:cNvPr id="27" name="text_15055">
            <a:extLst>
              <a:ext uri="{FF2B5EF4-FFF2-40B4-BE49-F238E27FC236}">
                <a16:creationId xmlns:a16="http://schemas.microsoft.com/office/drawing/2014/main" id="{5F3E893D-214B-4DF4-B74C-3E9DAE6226A1}"/>
              </a:ext>
            </a:extLst>
          </p:cNvPr>
          <p:cNvSpPr>
            <a:spLocks noGrp="1"/>
          </p:cNvSpPr>
          <p:nvPr/>
        </p:nvSpPr>
        <p:spPr>
          <a:xfrm>
            <a:off x="4897714" y="3063963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0.4</a:t>
            </a:r>
          </a:p>
        </p:txBody>
      </p:sp>
      <p:sp>
        <p:nvSpPr>
          <p:cNvPr id="28" name="text_15056">
            <a:extLst>
              <a:ext uri="{FF2B5EF4-FFF2-40B4-BE49-F238E27FC236}">
                <a16:creationId xmlns:a16="http://schemas.microsoft.com/office/drawing/2014/main" id="{7DA3F353-4A0D-4260-9E9C-282146879376}"/>
              </a:ext>
            </a:extLst>
          </p:cNvPr>
          <p:cNvSpPr>
            <a:spLocks noGrp="1"/>
          </p:cNvSpPr>
          <p:nvPr/>
        </p:nvSpPr>
        <p:spPr>
          <a:xfrm>
            <a:off x="4965320" y="2582916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0.6</a:t>
            </a:r>
          </a:p>
        </p:txBody>
      </p:sp>
      <p:sp>
        <p:nvSpPr>
          <p:cNvPr id="29" name="text_15057">
            <a:extLst>
              <a:ext uri="{FF2B5EF4-FFF2-40B4-BE49-F238E27FC236}">
                <a16:creationId xmlns:a16="http://schemas.microsoft.com/office/drawing/2014/main" id="{E8301B75-0918-4F94-BF45-91408098024D}"/>
              </a:ext>
            </a:extLst>
          </p:cNvPr>
          <p:cNvSpPr>
            <a:spLocks noGrp="1"/>
          </p:cNvSpPr>
          <p:nvPr/>
        </p:nvSpPr>
        <p:spPr>
          <a:xfrm>
            <a:off x="5032927" y="2101868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0.8</a:t>
            </a:r>
          </a:p>
        </p:txBody>
      </p:sp>
      <p:sp>
        <p:nvSpPr>
          <p:cNvPr id="30" name="text_15058">
            <a:extLst>
              <a:ext uri="{FF2B5EF4-FFF2-40B4-BE49-F238E27FC236}">
                <a16:creationId xmlns:a16="http://schemas.microsoft.com/office/drawing/2014/main" id="{2A07A02B-838E-4876-9617-7F2C2CC37413}"/>
              </a:ext>
            </a:extLst>
          </p:cNvPr>
          <p:cNvSpPr>
            <a:spLocks noGrp="1"/>
          </p:cNvSpPr>
          <p:nvPr/>
        </p:nvSpPr>
        <p:spPr>
          <a:xfrm>
            <a:off x="5100534" y="1620821"/>
            <a:ext cx="196486" cy="16637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048" b="0">
                <a:solidFill>
                  <a:srgbClr val="747C81"/>
                </a:solidFill>
                <a:latin typeface="Arial"/>
                <a:ea typeface="Arial"/>
                <a:cs typeface="Arial"/>
              </a:defRPr>
            </a:pPr>
            <a:r>
              <a:rPr sz="1048" b="0">
                <a:solidFill>
                  <a:srgbClr val="747C81"/>
                </a:solidFill>
                <a:latin typeface="Arial"/>
                <a:ea typeface="Arial"/>
                <a:cs typeface="Arial"/>
              </a:rPr>
              <a:t>1.0</a:t>
            </a:r>
          </a:p>
        </p:txBody>
      </p:sp>
      <p:sp>
        <p:nvSpPr>
          <p:cNvPr id="31" name="A2_polygon_Cryo_15059">
            <a:extLst>
              <a:ext uri="{FF2B5EF4-FFF2-40B4-BE49-F238E27FC236}">
                <a16:creationId xmlns:a16="http://schemas.microsoft.com/office/drawing/2014/main" id="{8AC45C8A-B5AB-468C-BAED-80DC950820EA}"/>
              </a:ext>
            </a:extLst>
          </p:cNvPr>
          <p:cNvSpPr>
            <a:spLocks noGrp="1"/>
          </p:cNvSpPr>
          <p:nvPr/>
        </p:nvSpPr>
        <p:spPr>
          <a:xfrm>
            <a:off x="3481647" y="2974876"/>
            <a:ext cx="2530292" cy="1921659"/>
          </a:xfrm>
          <a:custGeom>
            <a:avLst/>
            <a:gdLst/>
            <a:ahLst/>
            <a:cxnLst/>
            <a:rect l="0" t="0" r="0" b="0"/>
            <a:pathLst>
              <a:path w="2530292" h="1921659">
                <a:moveTo>
                  <a:pt x="1280853" y="0"/>
                </a:moveTo>
                <a:lnTo>
                  <a:pt x="2530292" y="776819"/>
                </a:lnTo>
                <a:lnTo>
                  <a:pt x="1817675" y="1921659"/>
                </a:lnTo>
                <a:lnTo>
                  <a:pt x="744031" y="1921659"/>
                </a:lnTo>
                <a:lnTo>
                  <a:pt x="0" y="766612"/>
                </a:lnTo>
                <a:lnTo>
                  <a:pt x="1280853" y="0"/>
                </a:lnTo>
                <a:close/>
              </a:path>
            </a:pathLst>
          </a:custGeom>
          <a:noFill/>
          <a:ln w="26391">
            <a:solidFill>
              <a:srgbClr val="566AB4"/>
            </a:solidFill>
            <a:prstDash val="solid"/>
          </a:ln>
        </p:spPr>
      </p:sp>
      <p:sp>
        <p:nvSpPr>
          <p:cNvPr id="32" name="A2_polygon_Cryo_15060">
            <a:extLst>
              <a:ext uri="{FF2B5EF4-FFF2-40B4-BE49-F238E27FC236}">
                <a16:creationId xmlns:a16="http://schemas.microsoft.com/office/drawing/2014/main" id="{CF4A7F01-E3B2-4F14-81A4-57937D407213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3" name="A2_polygon_Cryo_15061">
            <a:extLst>
              <a:ext uri="{FF2B5EF4-FFF2-40B4-BE49-F238E27FC236}">
                <a16:creationId xmlns:a16="http://schemas.microsoft.com/office/drawing/2014/main" id="{78073983-A45E-4D41-A134-7A8921D396D9}"/>
              </a:ext>
            </a:extLst>
          </p:cNvPr>
          <p:cNvSpPr>
            <a:spLocks noGrp="1"/>
          </p:cNvSpPr>
          <p:nvPr/>
        </p:nvSpPr>
        <p:spPr>
          <a:xfrm>
            <a:off x="5977516" y="371727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4" name="A2_polygon_Cryo_15062">
            <a:extLst>
              <a:ext uri="{FF2B5EF4-FFF2-40B4-BE49-F238E27FC236}">
                <a16:creationId xmlns:a16="http://schemas.microsoft.com/office/drawing/2014/main" id="{51D61C15-9EB0-4FF4-B49E-D3A0272A3775}"/>
              </a:ext>
            </a:extLst>
          </p:cNvPr>
          <p:cNvSpPr>
            <a:spLocks noGrp="1"/>
          </p:cNvSpPr>
          <p:nvPr/>
        </p:nvSpPr>
        <p:spPr>
          <a:xfrm>
            <a:off x="5264899" y="486211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5" name="A2_polygon_Cryo_15063">
            <a:extLst>
              <a:ext uri="{FF2B5EF4-FFF2-40B4-BE49-F238E27FC236}">
                <a16:creationId xmlns:a16="http://schemas.microsoft.com/office/drawing/2014/main" id="{881DEBE1-361D-4B23-A09F-5F85421F9EB2}"/>
              </a:ext>
            </a:extLst>
          </p:cNvPr>
          <p:cNvSpPr>
            <a:spLocks noGrp="1"/>
          </p:cNvSpPr>
          <p:nvPr/>
        </p:nvSpPr>
        <p:spPr>
          <a:xfrm>
            <a:off x="4191255" y="486211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6" name="A2_polygon_Cryo_15064">
            <a:extLst>
              <a:ext uri="{FF2B5EF4-FFF2-40B4-BE49-F238E27FC236}">
                <a16:creationId xmlns:a16="http://schemas.microsoft.com/office/drawing/2014/main" id="{9758B8E2-3295-4A13-9641-77EEFA7EB258}"/>
              </a:ext>
            </a:extLst>
          </p:cNvPr>
          <p:cNvSpPr>
            <a:spLocks noGrp="1"/>
          </p:cNvSpPr>
          <p:nvPr/>
        </p:nvSpPr>
        <p:spPr>
          <a:xfrm>
            <a:off x="3447224" y="3707065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7" name="A2_polygon_Cryo_15065">
            <a:extLst>
              <a:ext uri="{FF2B5EF4-FFF2-40B4-BE49-F238E27FC236}">
                <a16:creationId xmlns:a16="http://schemas.microsoft.com/office/drawing/2014/main" id="{97EE3E0A-6810-47E9-97F1-08031B9F1FE7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38" name="A2_polygon_Cryo_15066">
            <a:extLst>
              <a:ext uri="{FF2B5EF4-FFF2-40B4-BE49-F238E27FC236}">
                <a16:creationId xmlns:a16="http://schemas.microsoft.com/office/drawing/2014/main" id="{FA53533E-BBDC-4247-8305-8670677DC896}"/>
              </a:ext>
            </a:extLst>
          </p:cNvPr>
          <p:cNvSpPr>
            <a:spLocks noGrp="1"/>
          </p:cNvSpPr>
          <p:nvPr/>
        </p:nvSpPr>
        <p:spPr>
          <a:xfrm>
            <a:off x="3491278" y="2974876"/>
            <a:ext cx="2510327" cy="1951982"/>
          </a:xfrm>
          <a:custGeom>
            <a:avLst/>
            <a:gdLst/>
            <a:ahLst/>
            <a:cxnLst/>
            <a:rect l="0" t="0" r="0" b="0"/>
            <a:pathLst>
              <a:path w="2510327" h="1951982">
                <a:moveTo>
                  <a:pt x="1271222" y="0"/>
                </a:moveTo>
                <a:lnTo>
                  <a:pt x="2510327" y="780177"/>
                </a:lnTo>
                <a:lnTo>
                  <a:pt x="1830075" y="1951982"/>
                </a:lnTo>
                <a:lnTo>
                  <a:pt x="712369" y="1951982"/>
                </a:lnTo>
                <a:lnTo>
                  <a:pt x="0" y="769742"/>
                </a:lnTo>
                <a:lnTo>
                  <a:pt x="1271222" y="0"/>
                </a:lnTo>
                <a:close/>
              </a:path>
            </a:pathLst>
          </a:custGeom>
          <a:noFill/>
          <a:ln w="26391">
            <a:solidFill>
              <a:srgbClr val="B876A3"/>
            </a:solidFill>
            <a:prstDash val="dash"/>
          </a:ln>
        </p:spPr>
      </p:sp>
      <p:sp>
        <p:nvSpPr>
          <p:cNvPr id="39" name="A2_polygon_Cryo_15067">
            <a:extLst>
              <a:ext uri="{FF2B5EF4-FFF2-40B4-BE49-F238E27FC236}">
                <a16:creationId xmlns:a16="http://schemas.microsoft.com/office/drawing/2014/main" id="{FBAF5469-D534-4B4C-A571-037456D3C0AF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0" name="A2_polygon_Cryo_15068">
            <a:extLst>
              <a:ext uri="{FF2B5EF4-FFF2-40B4-BE49-F238E27FC236}">
                <a16:creationId xmlns:a16="http://schemas.microsoft.com/office/drawing/2014/main" id="{F37953FD-8D91-4ECC-AEB4-6C282CBBB8BD}"/>
              </a:ext>
            </a:extLst>
          </p:cNvPr>
          <p:cNvSpPr>
            <a:spLocks noGrp="1"/>
          </p:cNvSpPr>
          <p:nvPr/>
        </p:nvSpPr>
        <p:spPr>
          <a:xfrm>
            <a:off x="5967183" y="372063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1" name="A2_polygon_Cryo_15069">
            <a:extLst>
              <a:ext uri="{FF2B5EF4-FFF2-40B4-BE49-F238E27FC236}">
                <a16:creationId xmlns:a16="http://schemas.microsoft.com/office/drawing/2014/main" id="{5B186D63-4A24-434A-81E5-649954DF6822}"/>
              </a:ext>
            </a:extLst>
          </p:cNvPr>
          <p:cNvSpPr>
            <a:spLocks noGrp="1"/>
          </p:cNvSpPr>
          <p:nvPr/>
        </p:nvSpPr>
        <p:spPr>
          <a:xfrm>
            <a:off x="5286930" y="489243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2" name="A2_polygon_Cryo_15070">
            <a:extLst>
              <a:ext uri="{FF2B5EF4-FFF2-40B4-BE49-F238E27FC236}">
                <a16:creationId xmlns:a16="http://schemas.microsoft.com/office/drawing/2014/main" id="{D8CC9DBA-0BAB-4F16-8F48-97B6E94C3369}"/>
              </a:ext>
            </a:extLst>
          </p:cNvPr>
          <p:cNvSpPr>
            <a:spLocks noGrp="1"/>
          </p:cNvSpPr>
          <p:nvPr/>
        </p:nvSpPr>
        <p:spPr>
          <a:xfrm>
            <a:off x="4169224" y="489243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3" name="A2_polygon_Cryo_15071">
            <a:extLst>
              <a:ext uri="{FF2B5EF4-FFF2-40B4-BE49-F238E27FC236}">
                <a16:creationId xmlns:a16="http://schemas.microsoft.com/office/drawing/2014/main" id="{0DF0D0AE-844E-452D-9380-6128AE08282D}"/>
              </a:ext>
            </a:extLst>
          </p:cNvPr>
          <p:cNvSpPr>
            <a:spLocks noGrp="1"/>
          </p:cNvSpPr>
          <p:nvPr/>
        </p:nvSpPr>
        <p:spPr>
          <a:xfrm>
            <a:off x="3456855" y="3710195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4" name="A2_polygon_Cryo_15072">
            <a:extLst>
              <a:ext uri="{FF2B5EF4-FFF2-40B4-BE49-F238E27FC236}">
                <a16:creationId xmlns:a16="http://schemas.microsoft.com/office/drawing/2014/main" id="{12DB20CD-9B6C-4FEB-907C-B75A1F031125}"/>
              </a:ext>
            </a:extLst>
          </p:cNvPr>
          <p:cNvSpPr>
            <a:spLocks noGrp="1"/>
          </p:cNvSpPr>
          <p:nvPr/>
        </p:nvSpPr>
        <p:spPr>
          <a:xfrm>
            <a:off x="4728077" y="2940453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45" name="A2_polygon_Cryo_15073">
            <a:extLst>
              <a:ext uri="{FF2B5EF4-FFF2-40B4-BE49-F238E27FC236}">
                <a16:creationId xmlns:a16="http://schemas.microsoft.com/office/drawing/2014/main" id="{B6FA5238-8553-482D-81A8-9FEEAD6D3504}"/>
              </a:ext>
            </a:extLst>
          </p:cNvPr>
          <p:cNvSpPr>
            <a:spLocks noGrp="1"/>
          </p:cNvSpPr>
          <p:nvPr/>
        </p:nvSpPr>
        <p:spPr>
          <a:xfrm>
            <a:off x="3717626" y="3182182"/>
            <a:ext cx="2075079" cy="1466222"/>
          </a:xfrm>
          <a:custGeom>
            <a:avLst/>
            <a:gdLst/>
            <a:ahLst/>
            <a:cxnLst/>
            <a:rect l="0" t="0" r="0" b="0"/>
            <a:pathLst>
              <a:path w="2075079" h="1466222">
                <a:moveTo>
                  <a:pt x="1044874" y="0"/>
                </a:moveTo>
                <a:lnTo>
                  <a:pt x="2075079" y="640746"/>
                </a:lnTo>
                <a:lnTo>
                  <a:pt x="1401419" y="1466222"/>
                </a:lnTo>
                <a:lnTo>
                  <a:pt x="688329" y="1466222"/>
                </a:lnTo>
                <a:lnTo>
                  <a:pt x="0" y="635980"/>
                </a:lnTo>
                <a:lnTo>
                  <a:pt x="1044874" y="0"/>
                </a:lnTo>
                <a:close/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46" name="A2_polygon_Cryo_15074">
            <a:extLst>
              <a:ext uri="{FF2B5EF4-FFF2-40B4-BE49-F238E27FC236}">
                <a16:creationId xmlns:a16="http://schemas.microsoft.com/office/drawing/2014/main" id="{333E6881-0C1A-464F-B538-DC741DB65269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7" name="A2_polygon_Cryo_15075">
            <a:extLst>
              <a:ext uri="{FF2B5EF4-FFF2-40B4-BE49-F238E27FC236}">
                <a16:creationId xmlns:a16="http://schemas.microsoft.com/office/drawing/2014/main" id="{7BB9823A-93DF-4808-886C-2ED772391BCA}"/>
              </a:ext>
            </a:extLst>
          </p:cNvPr>
          <p:cNvSpPr>
            <a:spLocks noGrp="1"/>
          </p:cNvSpPr>
          <p:nvPr/>
        </p:nvSpPr>
        <p:spPr>
          <a:xfrm>
            <a:off x="5758282" y="3788506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8" name="A2_polygon_Cryo_15076">
            <a:extLst>
              <a:ext uri="{FF2B5EF4-FFF2-40B4-BE49-F238E27FC236}">
                <a16:creationId xmlns:a16="http://schemas.microsoft.com/office/drawing/2014/main" id="{960B228D-6618-4666-BC73-B64F5DB1545C}"/>
              </a:ext>
            </a:extLst>
          </p:cNvPr>
          <p:cNvSpPr>
            <a:spLocks noGrp="1"/>
          </p:cNvSpPr>
          <p:nvPr/>
        </p:nvSpPr>
        <p:spPr>
          <a:xfrm>
            <a:off x="508462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49" name="A2_polygon_Cryo_15077">
            <a:extLst>
              <a:ext uri="{FF2B5EF4-FFF2-40B4-BE49-F238E27FC236}">
                <a16:creationId xmlns:a16="http://schemas.microsoft.com/office/drawing/2014/main" id="{95238D35-5268-459A-9306-5AD66BC9AC19}"/>
              </a:ext>
            </a:extLst>
          </p:cNvPr>
          <p:cNvSpPr>
            <a:spLocks noGrp="1"/>
          </p:cNvSpPr>
          <p:nvPr/>
        </p:nvSpPr>
        <p:spPr>
          <a:xfrm>
            <a:off x="4371532" y="4613981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0" name="A2_polygon_Cryo_15078">
            <a:extLst>
              <a:ext uri="{FF2B5EF4-FFF2-40B4-BE49-F238E27FC236}">
                <a16:creationId xmlns:a16="http://schemas.microsoft.com/office/drawing/2014/main" id="{E694439D-A975-4822-BDFC-F071ABF625E9}"/>
              </a:ext>
            </a:extLst>
          </p:cNvPr>
          <p:cNvSpPr>
            <a:spLocks noGrp="1"/>
          </p:cNvSpPr>
          <p:nvPr/>
        </p:nvSpPr>
        <p:spPr>
          <a:xfrm>
            <a:off x="3683203" y="378374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1" name="A2_polygon_Cryo_15079">
            <a:extLst>
              <a:ext uri="{FF2B5EF4-FFF2-40B4-BE49-F238E27FC236}">
                <a16:creationId xmlns:a16="http://schemas.microsoft.com/office/drawing/2014/main" id="{13C39956-9D89-43D5-8273-4250C3EB3701}"/>
              </a:ext>
            </a:extLst>
          </p:cNvPr>
          <p:cNvSpPr>
            <a:spLocks noGrp="1"/>
          </p:cNvSpPr>
          <p:nvPr/>
        </p:nvSpPr>
        <p:spPr>
          <a:xfrm>
            <a:off x="4728077" y="3147760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52" name="text_15080">
            <a:extLst>
              <a:ext uri="{FF2B5EF4-FFF2-40B4-BE49-F238E27FC236}">
                <a16:creationId xmlns:a16="http://schemas.microsoft.com/office/drawing/2014/main" id="{6F2A8E0A-B344-4D8C-9150-1F850D21433D}"/>
              </a:ext>
            </a:extLst>
          </p:cNvPr>
          <p:cNvSpPr>
            <a:spLocks noGrp="1"/>
          </p:cNvSpPr>
          <p:nvPr/>
        </p:nvSpPr>
        <p:spPr>
          <a:xfrm>
            <a:off x="953132" y="581077"/>
            <a:ext cx="4474050" cy="286857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807" b="1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807" b="1">
                <a:solidFill>
                  <a:srgbClr val="000000"/>
                </a:solidFill>
                <a:latin typeface="Arial"/>
                <a:ea typeface="Arial"/>
                <a:cs typeface="Arial"/>
              </a:rPr>
              <a:t>Component profile · CryoAtom2 receptor</a:t>
            </a:r>
          </a:p>
        </p:txBody>
      </p:sp>
      <p:sp>
        <p:nvSpPr>
          <p:cNvPr id="53" name="text_15081">
            <a:extLst>
              <a:ext uri="{FF2B5EF4-FFF2-40B4-BE49-F238E27FC236}">
                <a16:creationId xmlns:a16="http://schemas.microsoft.com/office/drawing/2014/main" id="{6542089F-EBF9-4244-AB91-9493AD24D1EE}"/>
              </a:ext>
            </a:extLst>
          </p:cNvPr>
          <p:cNvSpPr>
            <a:spLocks noGrp="1"/>
          </p:cNvSpPr>
          <p:nvPr/>
        </p:nvSpPr>
        <p:spPr>
          <a:xfrm>
            <a:off x="996918" y="8020663"/>
            <a:ext cx="4242054" cy="180720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138" b="0">
                <a:solidFill>
                  <a:srgbClr val="50565B"/>
                </a:solidFill>
                <a:latin typeface="Arial"/>
                <a:ea typeface="Arial"/>
                <a:cs typeface="Arial"/>
              </a:defRPr>
            </a:pPr>
            <a:r>
              <a:rPr sz="1138" b="0">
                <a:solidFill>
                  <a:srgbClr val="50565B"/>
                </a:solidFill>
                <a:latin typeface="Arial"/>
                <a:ea typeface="Arial"/>
                <a:cs typeface="Arial"/>
              </a:rPr>
              <a:t>test_0, n = 179 PDBs. Every axis: macro PRAUC, fixed scale 0–1.</a:t>
            </a:r>
          </a:p>
        </p:txBody>
      </p:sp>
      <p:sp>
        <p:nvSpPr>
          <p:cNvPr id="54" name="A2_polygon_Cryo_15082">
            <a:extLst>
              <a:ext uri="{FF2B5EF4-FFF2-40B4-BE49-F238E27FC236}">
                <a16:creationId xmlns:a16="http://schemas.microsoft.com/office/drawing/2014/main" id="{1FE61703-3E45-45A4-89B1-E97D04F843C1}"/>
              </a:ext>
            </a:extLst>
          </p:cNvPr>
          <p:cNvSpPr>
            <a:spLocks noGrp="1"/>
          </p:cNvSpPr>
          <p:nvPr/>
        </p:nvSpPr>
        <p:spPr>
          <a:xfrm>
            <a:off x="1741280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566AB4"/>
            </a:solidFill>
            <a:prstDash val="solid"/>
          </a:ln>
        </p:spPr>
      </p:sp>
      <p:sp>
        <p:nvSpPr>
          <p:cNvPr id="55" name="A2_polygon_Cryo_15083">
            <a:extLst>
              <a:ext uri="{FF2B5EF4-FFF2-40B4-BE49-F238E27FC236}">
                <a16:creationId xmlns:a16="http://schemas.microsoft.com/office/drawing/2014/main" id="{A1802DC3-9ACA-4B15-A564-B8E701C2CBC9}"/>
              </a:ext>
            </a:extLst>
          </p:cNvPr>
          <p:cNvSpPr>
            <a:spLocks noGrp="1"/>
          </p:cNvSpPr>
          <p:nvPr/>
        </p:nvSpPr>
        <p:spPr>
          <a:xfrm>
            <a:off x="1860613" y="7380072"/>
            <a:ext cx="68846" cy="68846"/>
          </a:xfrm>
          <a:prstGeom prst="ellipse">
            <a:avLst/>
          </a:prstGeom>
          <a:solidFill>
            <a:srgbClr val="566AB4"/>
          </a:solidFill>
          <a:ln w="22949">
            <a:solidFill>
              <a:srgbClr val="566AB4"/>
            </a:solidFill>
            <a:prstDash val="solid"/>
          </a:ln>
        </p:spPr>
      </p:sp>
      <p:sp>
        <p:nvSpPr>
          <p:cNvPr id="56" name="text_15084">
            <a:extLst>
              <a:ext uri="{FF2B5EF4-FFF2-40B4-BE49-F238E27FC236}">
                <a16:creationId xmlns:a16="http://schemas.microsoft.com/office/drawing/2014/main" id="{6067D25F-8A45-4060-A376-2E08FB8633C2}"/>
              </a:ext>
            </a:extLst>
          </p:cNvPr>
          <p:cNvSpPr>
            <a:spLocks noGrp="1"/>
          </p:cNvSpPr>
          <p:nvPr/>
        </p:nvSpPr>
        <p:spPr>
          <a:xfrm>
            <a:off x="2171795" y="7346843"/>
            <a:ext cx="1267655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Gaussian</a:t>
            </a:r>
          </a:p>
        </p:txBody>
      </p:sp>
      <p:sp>
        <p:nvSpPr>
          <p:cNvPr id="57" name="A2_polygon_Cryo_15085">
            <a:extLst>
              <a:ext uri="{FF2B5EF4-FFF2-40B4-BE49-F238E27FC236}">
                <a16:creationId xmlns:a16="http://schemas.microsoft.com/office/drawing/2014/main" id="{A0E9073E-4C79-435F-B10D-14B5A3B262AB}"/>
              </a:ext>
            </a:extLst>
          </p:cNvPr>
          <p:cNvSpPr>
            <a:spLocks noGrp="1"/>
          </p:cNvSpPr>
          <p:nvPr/>
        </p:nvSpPr>
        <p:spPr>
          <a:xfrm>
            <a:off x="3581779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B876A3"/>
            </a:solidFill>
            <a:prstDash val="dash"/>
          </a:ln>
        </p:spPr>
      </p:sp>
      <p:sp>
        <p:nvSpPr>
          <p:cNvPr id="58" name="A2_polygon_Cryo_15086">
            <a:extLst>
              <a:ext uri="{FF2B5EF4-FFF2-40B4-BE49-F238E27FC236}">
                <a16:creationId xmlns:a16="http://schemas.microsoft.com/office/drawing/2014/main" id="{05B52B22-F985-42CD-8533-28AF1AB6046A}"/>
              </a:ext>
            </a:extLst>
          </p:cNvPr>
          <p:cNvSpPr>
            <a:spLocks noGrp="1"/>
          </p:cNvSpPr>
          <p:nvPr/>
        </p:nvSpPr>
        <p:spPr>
          <a:xfrm>
            <a:off x="3701112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0" y="68846"/>
                </a:moveTo>
                <a:lnTo>
                  <a:pt x="68846" y="68846"/>
                </a:lnTo>
                <a:lnTo>
                  <a:pt x="68846" y="0"/>
                </a:lnTo>
                <a:lnTo>
                  <a:pt x="0" y="0"/>
                </a:lnTo>
                <a:lnTo>
                  <a:pt x="0" y="68846"/>
                </a:lnTo>
                <a:close/>
              </a:path>
            </a:pathLst>
          </a:custGeom>
          <a:solidFill>
            <a:srgbClr val="B876A3"/>
          </a:solidFill>
          <a:ln w="22949">
            <a:solidFill>
              <a:srgbClr val="B876A3"/>
            </a:solidFill>
            <a:prstDash val="solid"/>
          </a:ln>
        </p:spPr>
      </p:sp>
      <p:sp>
        <p:nvSpPr>
          <p:cNvPr id="59" name="text_15087">
            <a:extLst>
              <a:ext uri="{FF2B5EF4-FFF2-40B4-BE49-F238E27FC236}">
                <a16:creationId xmlns:a16="http://schemas.microsoft.com/office/drawing/2014/main" id="{AAACB70B-2A15-41B6-B6BB-E1C9C80FB1D9}"/>
              </a:ext>
            </a:extLst>
          </p:cNvPr>
          <p:cNvSpPr>
            <a:spLocks noGrp="1"/>
          </p:cNvSpPr>
          <p:nvPr/>
        </p:nvSpPr>
        <p:spPr>
          <a:xfrm>
            <a:off x="4012294" y="7346843"/>
            <a:ext cx="1566556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Find_1 · basic (F1–F1)</a:t>
            </a:r>
          </a:p>
        </p:txBody>
      </p:sp>
      <p:sp>
        <p:nvSpPr>
          <p:cNvPr id="60" name="A2_polygon_Cryo_15088">
            <a:extLst>
              <a:ext uri="{FF2B5EF4-FFF2-40B4-BE49-F238E27FC236}">
                <a16:creationId xmlns:a16="http://schemas.microsoft.com/office/drawing/2014/main" id="{053BC724-168D-457C-9B23-9C545316E0E0}"/>
              </a:ext>
            </a:extLst>
          </p:cNvPr>
          <p:cNvSpPr>
            <a:spLocks noGrp="1"/>
          </p:cNvSpPr>
          <p:nvPr/>
        </p:nvSpPr>
        <p:spPr>
          <a:xfrm>
            <a:off x="5721116" y="7414495"/>
            <a:ext cx="307511" cy="191"/>
          </a:xfrm>
          <a:custGeom>
            <a:avLst/>
            <a:gdLst/>
            <a:ahLst/>
            <a:cxnLst/>
            <a:rect l="0" t="0" r="0" b="0"/>
            <a:pathLst>
              <a:path w="307511" h="191">
                <a:moveTo>
                  <a:pt x="0" y="0"/>
                </a:moveTo>
                <a:lnTo>
                  <a:pt x="153755" y="0"/>
                </a:lnTo>
                <a:lnTo>
                  <a:pt x="307511" y="0"/>
                </a:lnTo>
              </a:path>
            </a:pathLst>
          </a:custGeom>
          <a:noFill/>
          <a:ln w="26391">
            <a:solidFill>
              <a:srgbClr val="68737D"/>
            </a:solidFill>
            <a:prstDash val="dot"/>
          </a:ln>
        </p:spPr>
      </p:sp>
      <p:sp>
        <p:nvSpPr>
          <p:cNvPr id="61" name="A2_polygon_Cryo_15089">
            <a:extLst>
              <a:ext uri="{FF2B5EF4-FFF2-40B4-BE49-F238E27FC236}">
                <a16:creationId xmlns:a16="http://schemas.microsoft.com/office/drawing/2014/main" id="{10E5D9B8-6C5D-4A7B-B6E4-BA3EC6166A90}"/>
              </a:ext>
            </a:extLst>
          </p:cNvPr>
          <p:cNvSpPr>
            <a:spLocks noGrp="1"/>
          </p:cNvSpPr>
          <p:nvPr/>
        </p:nvSpPr>
        <p:spPr>
          <a:xfrm>
            <a:off x="5840449" y="7380072"/>
            <a:ext cx="68846" cy="68846"/>
          </a:xfrm>
          <a:custGeom>
            <a:avLst/>
            <a:gdLst/>
            <a:ahLst/>
            <a:cxnLst/>
            <a:rect l="0" t="0" r="0" b="0"/>
            <a:pathLst>
              <a:path w="68846" h="68846">
                <a:moveTo>
                  <a:pt x="34423" y="0"/>
                </a:moveTo>
                <a:lnTo>
                  <a:pt x="0" y="68846"/>
                </a:lnTo>
                <a:lnTo>
                  <a:pt x="68846" y="68846"/>
                </a:lnTo>
                <a:lnTo>
                  <a:pt x="34423" y="0"/>
                </a:lnTo>
                <a:close/>
              </a:path>
            </a:pathLst>
          </a:custGeom>
          <a:solidFill>
            <a:srgbClr val="68737D"/>
          </a:solidFill>
          <a:ln w="22949">
            <a:solidFill>
              <a:srgbClr val="68737D"/>
            </a:solidFill>
            <a:prstDash val="solid"/>
          </a:ln>
        </p:spPr>
      </p:sp>
      <p:sp>
        <p:nvSpPr>
          <p:cNvPr id="62" name="text_15090">
            <a:extLst>
              <a:ext uri="{FF2B5EF4-FFF2-40B4-BE49-F238E27FC236}">
                <a16:creationId xmlns:a16="http://schemas.microsoft.com/office/drawing/2014/main" id="{6BD7B035-E364-46BE-9CF2-3CDE20697AF8}"/>
              </a:ext>
            </a:extLst>
          </p:cNvPr>
          <p:cNvSpPr>
            <a:spLocks noGrp="1"/>
          </p:cNvSpPr>
          <p:nvPr/>
        </p:nvSpPr>
        <p:spPr>
          <a:xfrm>
            <a:off x="6151631" y="7346843"/>
            <a:ext cx="1643587" cy="192194"/>
          </a:xfrm>
          <a:prstGeom prst="rect">
            <a:avLst/>
          </a:prstGeom>
          <a:noFill/>
          <a:ln w="0">
            <a:noFill/>
          </a:ln>
        </p:spPr>
        <p:txBody>
          <a:bodyPr wrap="none" lIns="0" tIns="0" rIns="0" bIns="0" anchor="ctr">
            <a:noAutofit/>
          </a:bodyPr>
          <a:lstStyle/>
          <a:p>
            <a:pPr algn="l">
              <a:defRPr sz="1211" b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sz="1211" b="0">
                <a:solidFill>
                  <a:srgbClr val="000000"/>
                </a:solidFill>
                <a:latin typeface="Arial"/>
                <a:ea typeface="Arial"/>
                <a:cs typeface="Arial"/>
              </a:rPr>
              <a:t>unet_c1 · basic (F1–F1)</a:t>
            </a:r>
          </a:p>
        </p:txBody>
      </p:sp>
    </p:spTree>
    <p:extLst>
      <p:ext uri="{BB962C8B-B14F-4D97-AF65-F5344CB8AC3E}">
        <p14:creationId xmlns:p14="http://schemas.microsoft.com/office/powerpoint/2010/main" val="1266094609"/>
      </p:ext>
    </p:extLst>
  </p:cSld>
  <p:clrMapOvr>
    <a:masterClrMapping/>
  </p:clrMapOvr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8019</TotalTime>
  <Words>6189</Words>
  <Application>Microsoft Office PowerPoint</Application>
  <DocSecurity>0</DocSecurity>
  <PresentationFormat>自定义</PresentationFormat>
  <Paragraphs>591</Paragraphs>
  <Slides>14</Slides>
  <Notes>14</Notes>
  <HiddenSlides>0</HiddenSlides>
  <MMClips>0</MMClips>
  <ScaleCrop>false</ScaleCrop>
  <HeadingPairs>
    <vt:vector size="6" baseType="variant">
      <vt:variant>
        <vt:lpstr>已用的字体</vt:lpstr>
      </vt:variant>
      <vt:variant>
        <vt:i4>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14</vt:i4>
      </vt:variant>
    </vt:vector>
  </HeadingPairs>
  <TitlesOfParts>
    <vt:vector size="17" baseType="lpstr">
      <vt:lpstr>Arial</vt:lpstr>
      <vt:lpstr>Calibri</vt:lpstr>
      <vt:lpstr>ChatGPT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Walnut Exporter</dc:creator>
  <cp:lastModifiedBy>Hongen Peng</cp:lastModifiedBy>
  <cp:revision>9</cp:revision>
  <dcterms:created xsi:type="dcterms:W3CDTF">2026-09-23T07:01:10Z</dcterms:created>
  <dcterms:modified xsi:type="dcterms:W3CDTF">2026-09-29T02:33:18Z</dcterms:modified>
</cp:coreProperties>
</file>